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charts/chart3.xml" ContentType="application/vnd.openxmlformats-officedocument.drawingml.chart+xml"/>
  <Override PartName="/ppt/notesSlides/notesSlide16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7.xml" ContentType="application/vnd.openxmlformats-officedocument.presentationml.notesSlide+xml"/>
  <Override PartName="/ppt/charts/chart6.xml" ContentType="application/vnd.openxmlformats-officedocument.drawingml.chart+xml"/>
  <Override PartName="/ppt/notesSlides/notesSlide18.xml" ContentType="application/vnd.openxmlformats-officedocument.presentationml.notesSlide+xml"/>
  <Override PartName="/ppt/charts/chart7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rts/chart8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rts/chart9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77" r:id="rId31"/>
    <p:sldId id="278" r:id="rId32"/>
    <p:sldId id="279" r:id="rId33"/>
  </p:sldIdLst>
  <p:sldSz cx="9144000" cy="6858000" type="screen4x3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3" autoAdjust="0"/>
    <p:restoredTop sz="93455" autoAdjust="0"/>
  </p:normalViewPr>
  <p:slideViewPr>
    <p:cSldViewPr snapToGrid="0">
      <p:cViewPr varScale="1">
        <p:scale>
          <a:sx n="70" d="100"/>
          <a:sy n="70" d="100"/>
        </p:scale>
        <p:origin x="171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A</c:v>
          </c:tx>
          <c:spPr>
            <a:ln w="23813">
              <a:solidFill>
                <a:srgbClr val="C25B24"/>
              </a:solidFill>
            </a:ln>
          </c:spPr>
          <c:marker>
            <c:symbol val="none"/>
          </c:marker>
          <c:xVal>
            <c:numLit>
              <c:formatCode>General</c:formatCode>
              <c:ptCount val="4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</c:numLit>
          </c:xVal>
          <c:yVal>
            <c:numLit>
              <c:formatCode>0.0</c:formatCode>
              <c:ptCount val="4"/>
              <c:pt idx="0">
                <c:v>0</c:v>
              </c:pt>
              <c:pt idx="1">
                <c:v>1.8105782857935133</c:v>
              </c:pt>
              <c:pt idx="2">
                <c:v>8.9413135127676089</c:v>
              </c:pt>
              <c:pt idx="3">
                <c:v>16.161316019326964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0-5A07-47FD-84A0-9E0CEE74A114}"/>
            </c:ext>
          </c:extLst>
        </c:ser>
        <c:ser>
          <c:idx val="1"/>
          <c:order val="1"/>
          <c:tx>
            <c:v>B</c:v>
          </c:tx>
          <c:spPr>
            <a:ln w="23813">
              <a:solidFill>
                <a:srgbClr val="355C9A"/>
              </a:solidFill>
            </a:ln>
          </c:spPr>
          <c:marker>
            <c:symbol val="none"/>
          </c:marker>
          <c:xVal>
            <c:numLit>
              <c:formatCode>General</c:formatCode>
              <c:ptCount val="4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</c:numLit>
          </c:xVal>
          <c:yVal>
            <c:numLit>
              <c:formatCode>0.0</c:formatCode>
              <c:ptCount val="4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1-5A07-47FD-84A0-9E0CEE74A114}"/>
            </c:ext>
          </c:extLst>
        </c:ser>
        <c:ser>
          <c:idx val="2"/>
          <c:order val="2"/>
          <c:tx>
            <c:v>C</c:v>
          </c:tx>
          <c:spPr>
            <a:ln w="23813">
              <a:solidFill>
                <a:srgbClr val="477A53"/>
              </a:solidFill>
            </a:ln>
          </c:spPr>
          <c:marker>
            <c:symbol val="none"/>
          </c:marker>
          <c:xVal>
            <c:numLit>
              <c:formatCode>General</c:formatCode>
              <c:ptCount val="4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</c:numLit>
          </c:xVal>
          <c:yVal>
            <c:numLit>
              <c:formatCode>0.0</c:formatCode>
              <c:ptCount val="4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2-5A07-47FD-84A0-9E0CEE74A1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20"/>
          <c:min val="0"/>
        </c:scaling>
        <c:delete val="0"/>
        <c:axPos val="l"/>
        <c:majorGridlines>
          <c:spPr>
            <a:ln w="5715">
              <a:solidFill>
                <a:srgbClr val="DDDDDD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zh-TW" altLang="en-US">
                    <a:latin typeface="標楷體"/>
                    <a:ea typeface="標楷體"/>
                    <a:cs typeface="標楷體"/>
                  </a:rPr>
                  <a:t>錯配率（</a:t>
                </a:r>
                <a:r>
                  <a:rPr lang="en-US" altLang="zh-TW">
                    <a:latin typeface="標楷體"/>
                    <a:ea typeface="標楷體"/>
                    <a:cs typeface="標楷體"/>
                  </a:rPr>
                  <a:t>%</a:t>
                </a:r>
                <a:r>
                  <a:rPr lang="zh-TW" altLang="en-US">
                    <a:latin typeface="標楷體"/>
                    <a:ea typeface="標楷體"/>
                    <a:cs typeface="標楷體"/>
                  </a:rPr>
                  <a:t>）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endParaRPr lang="zh-TW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zh-TW" altLang="en-US">
                    <a:latin typeface="標楷體"/>
                    <a:ea typeface="標楷體"/>
                    <a:cs typeface="標楷體"/>
                  </a:rPr>
                  <a:t>每通道遺失率（</a:t>
                </a:r>
                <a:r>
                  <a:rPr lang="en-US" altLang="zh-TW">
                    <a:latin typeface="標楷體"/>
                    <a:ea typeface="標楷體"/>
                    <a:cs typeface="標楷體"/>
                  </a:rPr>
                  <a:t>%</a:t>
                </a:r>
                <a:r>
                  <a:rPr lang="zh-TW" altLang="en-US">
                    <a:latin typeface="標楷體"/>
                    <a:ea typeface="標楷體"/>
                    <a:cs typeface="標楷體"/>
                  </a:rPr>
                  <a:t>）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endParaRPr lang="zh-TW"/>
          </a:p>
        </c:txPr>
        <c:crossAx val="48672768"/>
        <c:crosses val="autoZero"/>
        <c:crossBetween val="midCat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650">
              <a:latin typeface="標楷體"/>
              <a:ea typeface="標楷體"/>
              <a:cs typeface="標楷體"/>
            </a:defRPr>
          </a:pPr>
          <a:endParaRPr lang="zh-TW"/>
        </a:p>
      </c:txPr>
    </c:legend>
    <c:plotVisOnly val="1"/>
    <c:dispBlanksAs val="zero"/>
    <c:showDLblsOverMax val="1"/>
  </c:chart>
  <c:spPr>
    <a:solidFill>
      <a:srgbClr val="FFFFFF"/>
    </a:solidFill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A</c:v>
          </c:tx>
          <c:spPr>
            <a:ln w="23813">
              <a:solidFill>
                <a:srgbClr val="C25B24"/>
              </a:solidFill>
            </a:ln>
          </c:spPr>
          <c:marker>
            <c:symbol val="none"/>
          </c:marker>
          <c:xVal>
            <c:numLit>
              <c:formatCode>General</c:formatCode>
              <c:ptCount val="4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</c:numLit>
          </c:xVal>
          <c:yVal>
            <c:numLit>
              <c:formatCode>0.0</c:formatCode>
              <c:ptCount val="4"/>
              <c:pt idx="0">
                <c:v>99.970833333333331</c:v>
              </c:pt>
              <c:pt idx="1">
                <c:v>98.052777777777749</c:v>
              </c:pt>
              <c:pt idx="2">
                <c:v>90.956944444444446</c:v>
              </c:pt>
              <c:pt idx="3">
                <c:v>83.186111111111117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0-1723-4CEA-A3EC-155B13A28857}"/>
            </c:ext>
          </c:extLst>
        </c:ser>
        <c:ser>
          <c:idx val="1"/>
          <c:order val="1"/>
          <c:tx>
            <c:v>B</c:v>
          </c:tx>
          <c:spPr>
            <a:ln w="23813">
              <a:solidFill>
                <a:srgbClr val="355C9A"/>
              </a:solidFill>
            </a:ln>
          </c:spPr>
          <c:marker>
            <c:symbol val="none"/>
          </c:marker>
          <c:xVal>
            <c:numLit>
              <c:formatCode>General</c:formatCode>
              <c:ptCount val="4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</c:numLit>
          </c:xVal>
          <c:yVal>
            <c:numLit>
              <c:formatCode>0.0</c:formatCode>
              <c:ptCount val="4"/>
              <c:pt idx="0">
                <c:v>80.029166666666669</c:v>
              </c:pt>
              <c:pt idx="1">
                <c:v>79.63055555555556</c:v>
              </c:pt>
              <c:pt idx="2">
                <c:v>77.295833333333334</c:v>
              </c:pt>
              <c:pt idx="3">
                <c:v>72.879166666666677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1-1723-4CEA-A3EC-155B13A28857}"/>
            </c:ext>
          </c:extLst>
        </c:ser>
        <c:ser>
          <c:idx val="2"/>
          <c:order val="2"/>
          <c:tx>
            <c:v>C</c:v>
          </c:tx>
          <c:spPr>
            <a:ln w="23813">
              <a:solidFill>
                <a:srgbClr val="477A53"/>
              </a:solidFill>
            </a:ln>
          </c:spPr>
          <c:marker>
            <c:symbol val="none"/>
          </c:marker>
          <c:xVal>
            <c:numLit>
              <c:formatCode>General</c:formatCode>
              <c:ptCount val="4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</c:numLit>
          </c:xVal>
          <c:yVal>
            <c:numLit>
              <c:formatCode>0.0</c:formatCode>
              <c:ptCount val="4"/>
              <c:pt idx="0">
                <c:v>73.577777777777797</c:v>
              </c:pt>
              <c:pt idx="1">
                <c:v>73.23888888888888</c:v>
              </c:pt>
              <c:pt idx="2">
                <c:v>71.38333333333334</c:v>
              </c:pt>
              <c:pt idx="3">
                <c:v>67.729166666666657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2-1723-4CEA-A3EC-155B13A288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5715">
              <a:solidFill>
                <a:srgbClr val="DDDDDD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zh-TW" altLang="en-US">
                    <a:latin typeface="標楷體"/>
                    <a:ea typeface="標楷體"/>
                    <a:cs typeface="標楷體"/>
                  </a:rPr>
                  <a:t>覆蓋率（</a:t>
                </a:r>
                <a:r>
                  <a:rPr lang="en-US" altLang="zh-TW">
                    <a:latin typeface="標楷體"/>
                    <a:ea typeface="標楷體"/>
                    <a:cs typeface="標楷體"/>
                  </a:rPr>
                  <a:t>%</a:t>
                </a:r>
                <a:r>
                  <a:rPr lang="zh-TW" altLang="en-US">
                    <a:latin typeface="標楷體"/>
                    <a:ea typeface="標楷體"/>
                    <a:cs typeface="標楷體"/>
                  </a:rPr>
                  <a:t>）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endParaRPr lang="zh-TW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zh-TW" altLang="en-US">
                    <a:latin typeface="標楷體"/>
                    <a:ea typeface="標楷體"/>
                    <a:cs typeface="標楷體"/>
                  </a:rPr>
                  <a:t>每通道遺失率（</a:t>
                </a:r>
                <a:r>
                  <a:rPr lang="en-US" altLang="zh-TW">
                    <a:latin typeface="標楷體"/>
                    <a:ea typeface="標楷體"/>
                    <a:cs typeface="標楷體"/>
                  </a:rPr>
                  <a:t>%</a:t>
                </a:r>
                <a:r>
                  <a:rPr lang="zh-TW" altLang="en-US">
                    <a:latin typeface="標楷體"/>
                    <a:ea typeface="標楷體"/>
                    <a:cs typeface="標楷體"/>
                  </a:rPr>
                  <a:t>）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endParaRPr lang="zh-TW"/>
          </a:p>
        </c:txPr>
        <c:crossAx val="48672768"/>
        <c:crosses val="autoZero"/>
        <c:crossBetween val="midCat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650">
              <a:latin typeface="標楷體"/>
              <a:ea typeface="標楷體"/>
              <a:cs typeface="標楷體"/>
            </a:defRPr>
          </a:pPr>
          <a:endParaRPr lang="zh-TW"/>
        </a:p>
      </c:txPr>
    </c:legend>
    <c:plotVisOnly val="1"/>
    <c:dispBlanksAs val="zero"/>
    <c:showDLblsOverMax val="1"/>
  </c:chart>
  <c:spPr>
    <a:solidFill>
      <a:srgbClr val="FFFFFF"/>
    </a:solidFill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平均螺絲誤差</c:v>
          </c:tx>
          <c:spPr>
            <a:solidFill>
              <a:srgbClr val="C25B24"/>
            </a:solidFill>
            <a:ln w="23813">
              <a:solidFill>
                <a:srgbClr val="C25B24"/>
              </a:solidFill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C25B24"/>
              </a:solidFill>
            </c:spPr>
            <c:extLst>
              <c:ext xmlns:c16="http://schemas.microsoft.com/office/drawing/2014/chart" uri="{C3380CC4-5D6E-409C-BE32-E72D297353CC}">
                <c16:uniqueId val="{00000001-2AE5-4D43-A0DB-8BDD4F8E7A5F}"/>
              </c:ext>
            </c:extLst>
          </c:dPt>
          <c:dPt>
            <c:idx val="1"/>
            <c:invertIfNegative val="0"/>
            <c:bubble3D val="0"/>
            <c:spPr>
              <a:solidFill>
                <a:srgbClr val="355C9A"/>
              </a:solidFill>
            </c:spPr>
            <c:extLst>
              <c:ext xmlns:c16="http://schemas.microsoft.com/office/drawing/2014/chart" uri="{C3380CC4-5D6E-409C-BE32-E72D297353CC}">
                <c16:uniqueId val="{00000003-2AE5-4D43-A0DB-8BDD4F8E7A5F}"/>
              </c:ext>
            </c:extLst>
          </c:dPt>
          <c:dPt>
            <c:idx val="2"/>
            <c:invertIfNegative val="0"/>
            <c:bubble3D val="0"/>
            <c:spPr>
              <a:solidFill>
                <a:srgbClr val="477A53"/>
              </a:solidFill>
            </c:spPr>
            <c:extLst>
              <c:ext xmlns:c16="http://schemas.microsoft.com/office/drawing/2014/chart" uri="{C3380CC4-5D6E-409C-BE32-E72D297353CC}">
                <c16:uniqueId val="{00000005-2AE5-4D43-A0DB-8BDD4F8E7A5F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>
                    <a:latin typeface="標楷體"/>
                    <a:ea typeface="標楷體"/>
                    <a:cs typeface="標楷體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0.0</c:formatCode>
              <c:ptCount val="3"/>
              <c:pt idx="0">
                <c:v>6.1921352531738023</c:v>
              </c:pt>
              <c:pt idx="1">
                <c:v>6.9623202046906405</c:v>
              </c:pt>
              <c:pt idx="2">
                <c:v>5.5111478454619975</c:v>
              </c:pt>
            </c:numLit>
          </c:val>
          <c:extLst>
            <c:ext xmlns:c16="http://schemas.microsoft.com/office/drawing/2014/chart" uri="{C3380CC4-5D6E-409C-BE32-E72D297353CC}">
              <c16:uniqueId val="{00000006-2AE5-4D43-A0DB-8BDD4F8E7A5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8"/>
          <c:min val="0"/>
        </c:scaling>
        <c:delete val="0"/>
        <c:axPos val="l"/>
        <c:majorGridlines>
          <c:spPr>
            <a:ln w="5715">
              <a:solidFill>
                <a:srgbClr val="DDDDDD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zh-TW" altLang="en-US">
                    <a:latin typeface="標楷體"/>
                    <a:ea typeface="標楷體"/>
                    <a:cs typeface="標楷體"/>
                  </a:rPr>
                  <a:t>平均誤差（</a:t>
                </a:r>
                <a:r>
                  <a:rPr lang="en-US" altLang="zh-TW">
                    <a:latin typeface="標楷體"/>
                    <a:ea typeface="標楷體"/>
                    <a:cs typeface="標楷體"/>
                  </a:rPr>
                  <a:t>cm</a:t>
                </a:r>
                <a:r>
                  <a:rPr lang="zh-TW" altLang="en-US">
                    <a:latin typeface="標楷體"/>
                    <a:ea typeface="標楷體"/>
                    <a:cs typeface="標楷體"/>
                  </a:rPr>
                  <a:t>）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endParaRPr lang="zh-TW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有效更新率</c:v>
          </c:tx>
          <c:spPr>
            <a:solidFill>
              <a:srgbClr val="C25B24"/>
            </a:solidFill>
            <a:ln w="23813">
              <a:solidFill>
                <a:srgbClr val="C25B24"/>
              </a:solidFill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C25B24"/>
              </a:solidFill>
            </c:spPr>
            <c:extLst>
              <c:ext xmlns:c16="http://schemas.microsoft.com/office/drawing/2014/chart" uri="{C3380CC4-5D6E-409C-BE32-E72D297353CC}">
                <c16:uniqueId val="{00000001-E4D5-4B99-B92E-DE0C81C7C307}"/>
              </c:ext>
            </c:extLst>
          </c:dPt>
          <c:dPt>
            <c:idx val="1"/>
            <c:invertIfNegative val="0"/>
            <c:bubble3D val="0"/>
            <c:spPr>
              <a:solidFill>
                <a:srgbClr val="355C9A"/>
              </a:solidFill>
            </c:spPr>
            <c:extLst>
              <c:ext xmlns:c16="http://schemas.microsoft.com/office/drawing/2014/chart" uri="{C3380CC4-5D6E-409C-BE32-E72D297353CC}">
                <c16:uniqueId val="{00000003-E4D5-4B99-B92E-DE0C81C7C307}"/>
              </c:ext>
            </c:extLst>
          </c:dPt>
          <c:dPt>
            <c:idx val="2"/>
            <c:invertIfNegative val="0"/>
            <c:bubble3D val="0"/>
            <c:spPr>
              <a:solidFill>
                <a:srgbClr val="477A53"/>
              </a:solidFill>
            </c:spPr>
            <c:extLst>
              <c:ext xmlns:c16="http://schemas.microsoft.com/office/drawing/2014/chart" uri="{C3380CC4-5D6E-409C-BE32-E72D297353CC}">
                <c16:uniqueId val="{00000005-E4D5-4B99-B92E-DE0C81C7C307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>
                    <a:latin typeface="標楷體"/>
                    <a:ea typeface="標楷體"/>
                    <a:cs typeface="標楷體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0.0</c:formatCode>
              <c:ptCount val="3"/>
              <c:pt idx="0">
                <c:v>19.986666666666672</c:v>
              </c:pt>
              <c:pt idx="1">
                <c:v>9.2630555555555549</c:v>
              </c:pt>
              <c:pt idx="2">
                <c:v>9.2636111111111106</c:v>
              </c:pt>
            </c:numLit>
          </c:val>
          <c:extLst>
            <c:ext xmlns:c16="http://schemas.microsoft.com/office/drawing/2014/chart" uri="{C3380CC4-5D6E-409C-BE32-E72D297353CC}">
              <c16:uniqueId val="{00000006-E4D5-4B99-B92E-DE0C81C7C30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22"/>
          <c:min val="0"/>
        </c:scaling>
        <c:delete val="0"/>
        <c:axPos val="l"/>
        <c:majorGridlines>
          <c:spPr>
            <a:ln w="5715">
              <a:solidFill>
                <a:srgbClr val="DDDDDD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>
                    <a:latin typeface="標楷體"/>
                    <a:ea typeface="標楷體"/>
                    <a:cs typeface="標楷體"/>
                  </a:rPr>
                  <a:t>Hz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endParaRPr lang="zh-TW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P95 延遲</c:v>
          </c:tx>
          <c:spPr>
            <a:solidFill>
              <a:srgbClr val="C25B24"/>
            </a:solidFill>
            <a:ln w="23813">
              <a:solidFill>
                <a:srgbClr val="C25B24"/>
              </a:solidFill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C25B24"/>
              </a:solidFill>
            </c:spPr>
            <c:extLst>
              <c:ext xmlns:c16="http://schemas.microsoft.com/office/drawing/2014/chart" uri="{C3380CC4-5D6E-409C-BE32-E72D297353CC}">
                <c16:uniqueId val="{00000001-2FD4-487C-B625-DD7D60005FD8}"/>
              </c:ext>
            </c:extLst>
          </c:dPt>
          <c:dPt>
            <c:idx val="1"/>
            <c:invertIfNegative val="0"/>
            <c:bubble3D val="0"/>
            <c:spPr>
              <a:solidFill>
                <a:srgbClr val="355C9A"/>
              </a:solidFill>
            </c:spPr>
            <c:extLst>
              <c:ext xmlns:c16="http://schemas.microsoft.com/office/drawing/2014/chart" uri="{C3380CC4-5D6E-409C-BE32-E72D297353CC}">
                <c16:uniqueId val="{00000003-2FD4-487C-B625-DD7D60005FD8}"/>
              </c:ext>
            </c:extLst>
          </c:dPt>
          <c:dPt>
            <c:idx val="2"/>
            <c:invertIfNegative val="0"/>
            <c:bubble3D val="0"/>
            <c:spPr>
              <a:solidFill>
                <a:srgbClr val="477A53"/>
              </a:solidFill>
            </c:spPr>
            <c:extLst>
              <c:ext xmlns:c16="http://schemas.microsoft.com/office/drawing/2014/chart" uri="{C3380CC4-5D6E-409C-BE32-E72D297353CC}">
                <c16:uniqueId val="{00000005-2FD4-487C-B625-DD7D60005FD8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>
                    <a:latin typeface="標楷體"/>
                    <a:ea typeface="標楷體"/>
                    <a:cs typeface="標楷體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0.0</c:formatCode>
              <c:ptCount val="3"/>
              <c:pt idx="0">
                <c:v>64.396430479300321</c:v>
              </c:pt>
              <c:pt idx="1">
                <c:v>149.68686984952504</c:v>
              </c:pt>
              <c:pt idx="2">
                <c:v>149.71181915525341</c:v>
              </c:pt>
            </c:numLit>
          </c:val>
          <c:extLst>
            <c:ext xmlns:c16="http://schemas.microsoft.com/office/drawing/2014/chart" uri="{C3380CC4-5D6E-409C-BE32-E72D297353CC}">
              <c16:uniqueId val="{00000006-2FD4-487C-B625-DD7D60005FD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80"/>
          <c:min val="0"/>
        </c:scaling>
        <c:delete val="0"/>
        <c:axPos val="l"/>
        <c:majorGridlines>
          <c:spPr>
            <a:ln w="5715">
              <a:solidFill>
                <a:srgbClr val="DDDDDD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>
                    <a:latin typeface="標楷體"/>
                    <a:ea typeface="標楷體"/>
                    <a:cs typeface="標楷體"/>
                  </a:rPr>
                  <a:t>ms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endParaRPr lang="zh-TW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A</c:v>
          </c:tx>
          <c:spPr>
            <a:ln w="23813">
              <a:solidFill>
                <a:srgbClr val="C25B24"/>
              </a:solidFill>
            </a:ln>
          </c:spPr>
          <c:marker>
            <c:symbol val="none"/>
          </c:marker>
          <c:xVal>
            <c:numLit>
              <c:formatCode>General</c:formatCode>
              <c:ptCount val="101"/>
              <c:pt idx="0">
                <c:v>0.34586239003112929</c:v>
              </c:pt>
              <c:pt idx="1">
                <c:v>1.1903157702179969</c:v>
              </c:pt>
              <c:pt idx="2">
                <c:v>1.5198041909716762</c:v>
              </c:pt>
              <c:pt idx="3">
                <c:v>1.7714740266490168</c:v>
              </c:pt>
              <c:pt idx="4">
                <c:v>1.9345745095995004</c:v>
              </c:pt>
              <c:pt idx="5">
                <c:v>2.0572972928082875</c:v>
              </c:pt>
              <c:pt idx="6">
                <c:v>2.1763642211959868</c:v>
              </c:pt>
              <c:pt idx="7">
                <c:v>2.3135735299172975</c:v>
              </c:pt>
              <c:pt idx="8">
                <c:v>2.4886881791510804</c:v>
              </c:pt>
              <c:pt idx="9">
                <c:v>2.6228059282919625</c:v>
              </c:pt>
              <c:pt idx="10">
                <c:v>2.694378263512887</c:v>
              </c:pt>
              <c:pt idx="11">
                <c:v>2.7715293601991213</c:v>
              </c:pt>
              <c:pt idx="12">
                <c:v>2.8851676528314325</c:v>
              </c:pt>
              <c:pt idx="13">
                <c:v>2.9749020963204185</c:v>
              </c:pt>
              <c:pt idx="14">
                <c:v>3.0695639548821272</c:v>
              </c:pt>
              <c:pt idx="15">
                <c:v>3.1480410718090659</c:v>
              </c:pt>
              <c:pt idx="16">
                <c:v>3.2295977230249577</c:v>
              </c:pt>
              <c:pt idx="17">
                <c:v>3.325104499012645</c:v>
              </c:pt>
              <c:pt idx="18">
                <c:v>3.4268740966387194</c:v>
              </c:pt>
              <c:pt idx="19">
                <c:v>3.4935401110650011</c:v>
              </c:pt>
              <c:pt idx="20">
                <c:v>3.5903095014168014</c:v>
              </c:pt>
              <c:pt idx="21">
                <c:v>3.6821194012149374</c:v>
              </c:pt>
              <c:pt idx="22">
                <c:v>3.7307210917650435</c:v>
              </c:pt>
              <c:pt idx="23">
                <c:v>3.8292719645402293</c:v>
              </c:pt>
              <c:pt idx="24">
                <c:v>3.9205086977474823</c:v>
              </c:pt>
              <c:pt idx="25">
                <c:v>3.9803536584675596</c:v>
              </c:pt>
              <c:pt idx="26">
                <c:v>4.0484983320734687</c:v>
              </c:pt>
              <c:pt idx="27">
                <c:v>4.0998981407995343</c:v>
              </c:pt>
              <c:pt idx="28">
                <c:v>4.175507589338741</c:v>
              </c:pt>
              <c:pt idx="29">
                <c:v>4.2528648448331365</c:v>
              </c:pt>
              <c:pt idx="30">
                <c:v>4.3280492291379051</c:v>
              </c:pt>
              <c:pt idx="31">
                <c:v>4.4049775617051559</c:v>
              </c:pt>
              <c:pt idx="32">
                <c:v>4.4711281433254753</c:v>
              </c:pt>
              <c:pt idx="33">
                <c:v>4.5536345489066097</c:v>
              </c:pt>
              <c:pt idx="34">
                <c:v>4.6610371283919774</c:v>
              </c:pt>
              <c:pt idx="35">
                <c:v>4.7148821166994122</c:v>
              </c:pt>
              <c:pt idx="36">
                <c:v>4.7811681111170685</c:v>
              </c:pt>
              <c:pt idx="37">
                <c:v>4.8695864988716364</c:v>
              </c:pt>
              <c:pt idx="38">
                <c:v>4.9243380755468289</c:v>
              </c:pt>
              <c:pt idx="39">
                <c:v>4.9826998385592125</c:v>
              </c:pt>
              <c:pt idx="40">
                <c:v>5.038181943973167</c:v>
              </c:pt>
              <c:pt idx="41">
                <c:v>5.1154493105969836</c:v>
              </c:pt>
              <c:pt idx="42">
                <c:v>5.1736448074611054</c:v>
              </c:pt>
              <c:pt idx="43">
                <c:v>5.2402428171930735</c:v>
              </c:pt>
              <c:pt idx="44">
                <c:v>5.2792604689276779</c:v>
              </c:pt>
              <c:pt idx="45">
                <c:v>5.3519858617630165</c:v>
              </c:pt>
              <c:pt idx="46">
                <c:v>5.4314415565786103</c:v>
              </c:pt>
              <c:pt idx="47">
                <c:v>5.5192073107989508</c:v>
              </c:pt>
              <c:pt idx="48">
                <c:v>5.5989191858102751</c:v>
              </c:pt>
              <c:pt idx="49">
                <c:v>5.7048003220109162</c:v>
              </c:pt>
              <c:pt idx="50">
                <c:v>5.7761439498690361</c:v>
              </c:pt>
              <c:pt idx="51">
                <c:v>5.8490462513074091</c:v>
              </c:pt>
              <c:pt idx="52">
                <c:v>5.941025487875228</c:v>
              </c:pt>
              <c:pt idx="53">
                <c:v>5.9829486020636518</c:v>
              </c:pt>
              <c:pt idx="54">
                <c:v>6.0460987561230084</c:v>
              </c:pt>
              <c:pt idx="55">
                <c:v>6.1069614992444752</c:v>
              </c:pt>
              <c:pt idx="56">
                <c:v>6.1695339849626674</c:v>
              </c:pt>
              <c:pt idx="57">
                <c:v>6.2695879630058204</c:v>
              </c:pt>
              <c:pt idx="58">
                <c:v>6.3521017937356774</c:v>
              </c:pt>
              <c:pt idx="59">
                <c:v>6.3986612071152038</c:v>
              </c:pt>
              <c:pt idx="60">
                <c:v>6.4610249531712753</c:v>
              </c:pt>
              <c:pt idx="61">
                <c:v>6.5673569467905724</c:v>
              </c:pt>
              <c:pt idx="62">
                <c:v>6.611099427182352</c:v>
              </c:pt>
              <c:pt idx="63">
                <c:v>6.6752572129150831</c:v>
              </c:pt>
              <c:pt idx="64">
                <c:v>6.7829724107691431</c:v>
              </c:pt>
              <c:pt idx="65">
                <c:v>6.8457332344861745</c:v>
              </c:pt>
              <c:pt idx="66">
                <c:v>6.927296300108031</c:v>
              </c:pt>
              <c:pt idx="67">
                <c:v>7.0110287449311937</c:v>
              </c:pt>
              <c:pt idx="68">
                <c:v>7.0904118115860086</c:v>
              </c:pt>
              <c:pt idx="69">
                <c:v>7.1851701777003747</c:v>
              </c:pt>
              <c:pt idx="70">
                <c:v>7.2824506820274495</c:v>
              </c:pt>
              <c:pt idx="71">
                <c:v>7.4082582662485441</c:v>
              </c:pt>
              <c:pt idx="72">
                <c:v>7.497114742125798</c:v>
              </c:pt>
              <c:pt idx="73">
                <c:v>7.5959312922090394</c:v>
              </c:pt>
              <c:pt idx="74">
                <c:v>7.6856186081003521</c:v>
              </c:pt>
              <c:pt idx="75">
                <c:v>7.8214305195620035</c:v>
              </c:pt>
              <c:pt idx="76">
                <c:v>7.9189532278010644</c:v>
              </c:pt>
              <c:pt idx="77">
                <c:v>7.9913574892162673</c:v>
              </c:pt>
              <c:pt idx="78">
                <c:v>8.0850753045741524</c:v>
              </c:pt>
              <c:pt idx="79">
                <c:v>8.181259809126292</c:v>
              </c:pt>
              <c:pt idx="80">
                <c:v>8.2720789488209459</c:v>
              </c:pt>
              <c:pt idx="81">
                <c:v>8.3868790096402783</c:v>
              </c:pt>
              <c:pt idx="82">
                <c:v>8.5155778663664066</c:v>
              </c:pt>
              <c:pt idx="83">
                <c:v>8.6013152054668129</c:v>
              </c:pt>
              <c:pt idx="84">
                <c:v>8.7845319833822639</c:v>
              </c:pt>
              <c:pt idx="85">
                <c:v>8.9321424537981411</c:v>
              </c:pt>
              <c:pt idx="86">
                <c:v>9.0963284498708976</c:v>
              </c:pt>
              <c:pt idx="87">
                <c:v>9.2548925638542432</c:v>
              </c:pt>
              <c:pt idx="88">
                <c:v>9.4736837418883777</c:v>
              </c:pt>
              <c:pt idx="89">
                <c:v>9.7167630340556173</c:v>
              </c:pt>
              <c:pt idx="90">
                <c:v>9.927074535254782</c:v>
              </c:pt>
              <c:pt idx="91">
                <c:v>10.239819074116653</c:v>
              </c:pt>
              <c:pt idx="92">
                <c:v>10.533089990745273</c:v>
              </c:pt>
              <c:pt idx="93">
                <c:v>10.752242122342032</c:v>
              </c:pt>
              <c:pt idx="94">
                <c:v>10.99051242972504</c:v>
              </c:pt>
              <c:pt idx="95">
                <c:v>11.233417653004555</c:v>
              </c:pt>
              <c:pt idx="96">
                <c:v>11.929679264071099</c:v>
              </c:pt>
              <c:pt idx="97">
                <c:v>12.4764721932195</c:v>
              </c:pt>
              <c:pt idx="98">
                <c:v>13.114196738348205</c:v>
              </c:pt>
              <c:pt idx="99">
                <c:v>14.71397337050438</c:v>
              </c:pt>
              <c:pt idx="100">
                <c:v>21.788051889856323</c:v>
              </c:pt>
            </c:numLit>
          </c:xVal>
          <c:yVal>
            <c:numLit>
              <c:formatCode>0.0</c:formatCode>
              <c:ptCount val="101"/>
              <c:pt idx="0">
                <c:v>0</c:v>
              </c:pt>
              <c:pt idx="1">
                <c:v>0.01</c:v>
              </c:pt>
              <c:pt idx="2">
                <c:v>0.02</c:v>
              </c:pt>
              <c:pt idx="3">
                <c:v>0.03</c:v>
              </c:pt>
              <c:pt idx="4">
                <c:v>0.04</c:v>
              </c:pt>
              <c:pt idx="5">
                <c:v>0.05</c:v>
              </c:pt>
              <c:pt idx="6">
                <c:v>0.06</c:v>
              </c:pt>
              <c:pt idx="7">
                <c:v>7.0000000000000007E-2</c:v>
              </c:pt>
              <c:pt idx="8">
                <c:v>0.08</c:v>
              </c:pt>
              <c:pt idx="9">
                <c:v>0.09</c:v>
              </c:pt>
              <c:pt idx="10">
                <c:v>0.1</c:v>
              </c:pt>
              <c:pt idx="11">
                <c:v>0.11</c:v>
              </c:pt>
              <c:pt idx="12">
                <c:v>0.12</c:v>
              </c:pt>
              <c:pt idx="13">
                <c:v>0.13</c:v>
              </c:pt>
              <c:pt idx="14">
                <c:v>0.14000000000000001</c:v>
              </c:pt>
              <c:pt idx="15">
                <c:v>0.15</c:v>
              </c:pt>
              <c:pt idx="16">
                <c:v>0.16</c:v>
              </c:pt>
              <c:pt idx="17">
                <c:v>0.17</c:v>
              </c:pt>
              <c:pt idx="18">
                <c:v>0.18</c:v>
              </c:pt>
              <c:pt idx="19">
                <c:v>0.19</c:v>
              </c:pt>
              <c:pt idx="20">
                <c:v>0.2</c:v>
              </c:pt>
              <c:pt idx="21">
                <c:v>0.21</c:v>
              </c:pt>
              <c:pt idx="22">
                <c:v>0.22</c:v>
              </c:pt>
              <c:pt idx="23">
                <c:v>0.23</c:v>
              </c:pt>
              <c:pt idx="24">
                <c:v>0.24</c:v>
              </c:pt>
              <c:pt idx="25">
                <c:v>0.25</c:v>
              </c:pt>
              <c:pt idx="26">
                <c:v>0.26</c:v>
              </c:pt>
              <c:pt idx="27">
                <c:v>0.27</c:v>
              </c:pt>
              <c:pt idx="28">
                <c:v>0.28000000000000003</c:v>
              </c:pt>
              <c:pt idx="29">
                <c:v>0.28999999999999998</c:v>
              </c:pt>
              <c:pt idx="30">
                <c:v>0.3</c:v>
              </c:pt>
              <c:pt idx="31">
                <c:v>0.31</c:v>
              </c:pt>
              <c:pt idx="32">
                <c:v>0.32</c:v>
              </c:pt>
              <c:pt idx="33">
                <c:v>0.33</c:v>
              </c:pt>
              <c:pt idx="34">
                <c:v>0.34</c:v>
              </c:pt>
              <c:pt idx="35">
                <c:v>0.35000000000000003</c:v>
              </c:pt>
              <c:pt idx="36">
                <c:v>0.36</c:v>
              </c:pt>
              <c:pt idx="37">
                <c:v>0.37</c:v>
              </c:pt>
              <c:pt idx="38">
                <c:v>0.38</c:v>
              </c:pt>
              <c:pt idx="39">
                <c:v>0.39</c:v>
              </c:pt>
              <c:pt idx="40">
                <c:v>0.4</c:v>
              </c:pt>
              <c:pt idx="41">
                <c:v>0.41000000000000003</c:v>
              </c:pt>
              <c:pt idx="42">
                <c:v>0.42</c:v>
              </c:pt>
              <c:pt idx="43">
                <c:v>0.43</c:v>
              </c:pt>
              <c:pt idx="44">
                <c:v>0.44</c:v>
              </c:pt>
              <c:pt idx="45">
                <c:v>0.45</c:v>
              </c:pt>
              <c:pt idx="46">
                <c:v>0.46</c:v>
              </c:pt>
              <c:pt idx="47">
                <c:v>0.47000000000000003</c:v>
              </c:pt>
              <c:pt idx="48">
                <c:v>0.48</c:v>
              </c:pt>
              <c:pt idx="49">
                <c:v>0.49</c:v>
              </c:pt>
              <c:pt idx="50">
                <c:v>0.5</c:v>
              </c:pt>
              <c:pt idx="51">
                <c:v>0.51</c:v>
              </c:pt>
              <c:pt idx="52">
                <c:v>0.52</c:v>
              </c:pt>
              <c:pt idx="53">
                <c:v>0.53</c:v>
              </c:pt>
              <c:pt idx="54">
                <c:v>0.54</c:v>
              </c:pt>
              <c:pt idx="55">
                <c:v>0.55000000000000004</c:v>
              </c:pt>
              <c:pt idx="56">
                <c:v>0.56000000000000005</c:v>
              </c:pt>
              <c:pt idx="57">
                <c:v>0.57000000000000006</c:v>
              </c:pt>
              <c:pt idx="58">
                <c:v>0.57999999999999996</c:v>
              </c:pt>
              <c:pt idx="59">
                <c:v>0.59</c:v>
              </c:pt>
              <c:pt idx="60">
                <c:v>0.6</c:v>
              </c:pt>
              <c:pt idx="61">
                <c:v>0.61</c:v>
              </c:pt>
              <c:pt idx="62">
                <c:v>0.62</c:v>
              </c:pt>
              <c:pt idx="63">
                <c:v>0.63</c:v>
              </c:pt>
              <c:pt idx="64">
                <c:v>0.64</c:v>
              </c:pt>
              <c:pt idx="65">
                <c:v>0.65</c:v>
              </c:pt>
              <c:pt idx="66">
                <c:v>0.66</c:v>
              </c:pt>
              <c:pt idx="67">
                <c:v>0.67</c:v>
              </c:pt>
              <c:pt idx="68">
                <c:v>0.68</c:v>
              </c:pt>
              <c:pt idx="69">
                <c:v>0.69000000000000006</c:v>
              </c:pt>
              <c:pt idx="70">
                <c:v>0.70000000000000007</c:v>
              </c:pt>
              <c:pt idx="71">
                <c:v>0.71</c:v>
              </c:pt>
              <c:pt idx="72">
                <c:v>0.72</c:v>
              </c:pt>
              <c:pt idx="73">
                <c:v>0.73</c:v>
              </c:pt>
              <c:pt idx="74">
                <c:v>0.74</c:v>
              </c:pt>
              <c:pt idx="75">
                <c:v>0.75</c:v>
              </c:pt>
              <c:pt idx="76">
                <c:v>0.76</c:v>
              </c:pt>
              <c:pt idx="77">
                <c:v>0.77</c:v>
              </c:pt>
              <c:pt idx="78">
                <c:v>0.78</c:v>
              </c:pt>
              <c:pt idx="79">
                <c:v>0.79</c:v>
              </c:pt>
              <c:pt idx="80">
                <c:v>0.8</c:v>
              </c:pt>
              <c:pt idx="81">
                <c:v>0.81</c:v>
              </c:pt>
              <c:pt idx="82">
                <c:v>0.82000000000000006</c:v>
              </c:pt>
              <c:pt idx="83">
                <c:v>0.83000000000000007</c:v>
              </c:pt>
              <c:pt idx="84">
                <c:v>0.84</c:v>
              </c:pt>
              <c:pt idx="85">
                <c:v>0.85</c:v>
              </c:pt>
              <c:pt idx="86">
                <c:v>0.86</c:v>
              </c:pt>
              <c:pt idx="87">
                <c:v>0.87</c:v>
              </c:pt>
              <c:pt idx="88">
                <c:v>0.88</c:v>
              </c:pt>
              <c:pt idx="89">
                <c:v>0.89</c:v>
              </c:pt>
              <c:pt idx="90">
                <c:v>0.9</c:v>
              </c:pt>
              <c:pt idx="91">
                <c:v>0.91</c:v>
              </c:pt>
              <c:pt idx="92">
                <c:v>0.92</c:v>
              </c:pt>
              <c:pt idx="93">
                <c:v>0.93</c:v>
              </c:pt>
              <c:pt idx="94">
                <c:v>0.94000000000000006</c:v>
              </c:pt>
              <c:pt idx="95">
                <c:v>0.95000000000000007</c:v>
              </c:pt>
              <c:pt idx="96">
                <c:v>0.96</c:v>
              </c:pt>
              <c:pt idx="97">
                <c:v>0.97</c:v>
              </c:pt>
              <c:pt idx="98">
                <c:v>0.98</c:v>
              </c:pt>
              <c:pt idx="99">
                <c:v>0.99</c:v>
              </c:pt>
              <c:pt idx="100">
                <c:v>1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0-45E1-4DA0-9868-32EE377293A7}"/>
            </c:ext>
          </c:extLst>
        </c:ser>
        <c:ser>
          <c:idx val="1"/>
          <c:order val="1"/>
          <c:tx>
            <c:v>B</c:v>
          </c:tx>
          <c:spPr>
            <a:ln w="23813">
              <a:solidFill>
                <a:srgbClr val="355C9A"/>
              </a:solidFill>
            </a:ln>
          </c:spPr>
          <c:marker>
            <c:symbol val="none"/>
          </c:marker>
          <c:xVal>
            <c:numLit>
              <c:formatCode>General</c:formatCode>
              <c:ptCount val="101"/>
              <c:pt idx="0">
                <c:v>0.39784704664943976</c:v>
              </c:pt>
              <c:pt idx="1">
                <c:v>1.2393949538831281</c:v>
              </c:pt>
              <c:pt idx="2">
                <c:v>1.608149427195342</c:v>
              </c:pt>
              <c:pt idx="3">
                <c:v>1.8561966560109089</c:v>
              </c:pt>
              <c:pt idx="4">
                <c:v>2.1225870188766707</c:v>
              </c:pt>
              <c:pt idx="5">
                <c:v>2.2698600371327999</c:v>
              </c:pt>
              <c:pt idx="6">
                <c:v>2.4123433237669665</c:v>
              </c:pt>
              <c:pt idx="7">
                <c:v>2.532924448553163</c:v>
              </c:pt>
              <c:pt idx="8">
                <c:v>2.6492291036994766</c:v>
              </c:pt>
              <c:pt idx="9">
                <c:v>2.8218394615116438</c:v>
              </c:pt>
              <c:pt idx="10">
                <c:v>2.9119191417383821</c:v>
              </c:pt>
              <c:pt idx="11">
                <c:v>3.0257057637018479</c:v>
              </c:pt>
              <c:pt idx="12">
                <c:v>3.1618776142184837</c:v>
              </c:pt>
              <c:pt idx="13">
                <c:v>3.2224652697815475</c:v>
              </c:pt>
              <c:pt idx="14">
                <c:v>3.3122801611035801</c:v>
              </c:pt>
              <c:pt idx="15">
                <c:v>3.4045599166093825</c:v>
              </c:pt>
              <c:pt idx="16">
                <c:v>3.5143780137270944</c:v>
              </c:pt>
              <c:pt idx="17">
                <c:v>3.6027100711337861</c:v>
              </c:pt>
              <c:pt idx="18">
                <c:v>3.7407794117135156</c:v>
              </c:pt>
              <c:pt idx="19">
                <c:v>3.8543993222396771</c:v>
              </c:pt>
              <c:pt idx="20">
                <c:v>3.968190547617263</c:v>
              </c:pt>
              <c:pt idx="21">
                <c:v>4.0999053130762784</c:v>
              </c:pt>
              <c:pt idx="22">
                <c:v>4.1642591992081526</c:v>
              </c:pt>
              <c:pt idx="23">
                <c:v>4.2280330215585646</c:v>
              </c:pt>
              <c:pt idx="24">
                <c:v>4.3547007099890527</c:v>
              </c:pt>
              <c:pt idx="25">
                <c:v>4.4510121891187744</c:v>
              </c:pt>
              <c:pt idx="26">
                <c:v>4.529310071862489</c:v>
              </c:pt>
              <c:pt idx="27">
                <c:v>4.612384773381442</c:v>
              </c:pt>
              <c:pt idx="28">
                <c:v>4.6776539864767095</c:v>
              </c:pt>
              <c:pt idx="29">
                <c:v>4.8226514327764018</c:v>
              </c:pt>
              <c:pt idx="30">
                <c:v>4.9048826807884902</c:v>
              </c:pt>
              <c:pt idx="31">
                <c:v>4.9929457871388481</c:v>
              </c:pt>
              <c:pt idx="32">
                <c:v>5.0634157434797595</c:v>
              </c:pt>
              <c:pt idx="33">
                <c:v>5.1053435461675081</c:v>
              </c:pt>
              <c:pt idx="34">
                <c:v>5.1526982820737572</c:v>
              </c:pt>
              <c:pt idx="35">
                <c:v>5.2366807616833508</c:v>
              </c:pt>
              <c:pt idx="36">
                <c:v>5.3333711684037821</c:v>
              </c:pt>
              <c:pt idx="37">
                <c:v>5.4101747423396143</c:v>
              </c:pt>
              <c:pt idx="38">
                <c:v>5.475885368700717</c:v>
              </c:pt>
              <c:pt idx="39">
                <c:v>5.5655344832699498</c:v>
              </c:pt>
              <c:pt idx="40">
                <c:v>5.6886297202067988</c:v>
              </c:pt>
              <c:pt idx="41">
                <c:v>5.7861043060116115</c:v>
              </c:pt>
              <c:pt idx="42">
                <c:v>5.8759468509412347</c:v>
              </c:pt>
              <c:pt idx="43">
                <c:v>6.0083360548191944</c:v>
              </c:pt>
              <c:pt idx="44">
                <c:v>6.0857074082384157</c:v>
              </c:pt>
              <c:pt idx="45">
                <c:v>6.1551285429826681</c:v>
              </c:pt>
              <c:pt idx="46">
                <c:v>6.2028263404957764</c:v>
              </c:pt>
              <c:pt idx="47">
                <c:v>6.2502356124010809</c:v>
              </c:pt>
              <c:pt idx="48">
                <c:v>6.3295917514777269</c:v>
              </c:pt>
              <c:pt idx="49">
                <c:v>6.440747710924497</c:v>
              </c:pt>
              <c:pt idx="50">
                <c:v>6.5049567930169818</c:v>
              </c:pt>
              <c:pt idx="51">
                <c:v>6.5974748091401914</c:v>
              </c:pt>
              <c:pt idx="52">
                <c:v>6.6782064508588492</c:v>
              </c:pt>
              <c:pt idx="53">
                <c:v>6.7988001450339253</c:v>
              </c:pt>
              <c:pt idx="54">
                <c:v>6.8742677086547603</c:v>
              </c:pt>
              <c:pt idx="55">
                <c:v>6.9419848996451625</c:v>
              </c:pt>
              <c:pt idx="56">
                <c:v>7.0273858798279214</c:v>
              </c:pt>
              <c:pt idx="57">
                <c:v>7.0883968335790888</c:v>
              </c:pt>
              <c:pt idx="58">
                <c:v>7.1525061196053032</c:v>
              </c:pt>
              <c:pt idx="59">
                <c:v>7.2031811016455016</c:v>
              </c:pt>
              <c:pt idx="60">
                <c:v>7.3061501050815618</c:v>
              </c:pt>
              <c:pt idx="61">
                <c:v>7.3931101561568475</c:v>
              </c:pt>
              <c:pt idx="62">
                <c:v>7.5020030376404181</c:v>
              </c:pt>
              <c:pt idx="63">
                <c:v>7.6130476168304462</c:v>
              </c:pt>
              <c:pt idx="64">
                <c:v>7.6872731499939988</c:v>
              </c:pt>
              <c:pt idx="65">
                <c:v>7.7873860846224101</c:v>
              </c:pt>
              <c:pt idx="66">
                <c:v>7.9231717625644107</c:v>
              </c:pt>
              <c:pt idx="67">
                <c:v>8.032207405993228</c:v>
              </c:pt>
              <c:pt idx="68">
                <c:v>8.1329516559931179</c:v>
              </c:pt>
              <c:pt idx="69">
                <c:v>8.2283974641134545</c:v>
              </c:pt>
              <c:pt idx="70">
                <c:v>8.3502814125095206</c:v>
              </c:pt>
              <c:pt idx="71">
                <c:v>8.4337197190507407</c:v>
              </c:pt>
              <c:pt idx="72">
                <c:v>8.5391229112242577</c:v>
              </c:pt>
              <c:pt idx="73">
                <c:v>8.6323812168706038</c:v>
              </c:pt>
              <c:pt idx="74">
                <c:v>8.6812804793629361</c:v>
              </c:pt>
              <c:pt idx="75">
                <c:v>8.7902350782293546</c:v>
              </c:pt>
              <c:pt idx="76">
                <c:v>8.9785227242902561</c:v>
              </c:pt>
              <c:pt idx="77">
                <c:v>9.0915093014439705</c:v>
              </c:pt>
              <c:pt idx="78">
                <c:v>9.218135957771155</c:v>
              </c:pt>
              <c:pt idx="79">
                <c:v>9.3467202528712505</c:v>
              </c:pt>
              <c:pt idx="80">
                <c:v>9.5069943403784229</c:v>
              </c:pt>
              <c:pt idx="81">
                <c:v>9.7167157396587065</c:v>
              </c:pt>
              <c:pt idx="82">
                <c:v>9.8479723059183311</c:v>
              </c:pt>
              <c:pt idx="83">
                <c:v>9.9985484468723183</c:v>
              </c:pt>
              <c:pt idx="84">
                <c:v>10.143754241555385</c:v>
              </c:pt>
              <c:pt idx="85">
                <c:v>10.358284634216655</c:v>
              </c:pt>
              <c:pt idx="86">
                <c:v>10.602943659884428</c:v>
              </c:pt>
              <c:pt idx="87">
                <c:v>10.785210396100872</c:v>
              </c:pt>
              <c:pt idx="88">
                <c:v>10.94976706131634</c:v>
              </c:pt>
              <c:pt idx="89">
                <c:v>11.176113267564919</c:v>
              </c:pt>
              <c:pt idx="90">
                <c:v>11.465410105952904</c:v>
              </c:pt>
              <c:pt idx="91">
                <c:v>11.714255158458009</c:v>
              </c:pt>
              <c:pt idx="92">
                <c:v>11.943110428370403</c:v>
              </c:pt>
              <c:pt idx="93">
                <c:v>12.201900031205302</c:v>
              </c:pt>
              <c:pt idx="94">
                <c:v>12.718040448217428</c:v>
              </c:pt>
              <c:pt idx="95">
                <c:v>13.346082256427071</c:v>
              </c:pt>
              <c:pt idx="96">
                <c:v>13.935491407987758</c:v>
              </c:pt>
              <c:pt idx="97">
                <c:v>14.532654350373891</c:v>
              </c:pt>
              <c:pt idx="98">
                <c:v>15.114307018883128</c:v>
              </c:pt>
              <c:pt idx="99">
                <c:v>15.886779967602246</c:v>
              </c:pt>
              <c:pt idx="100">
                <c:v>21.397956414857493</c:v>
              </c:pt>
            </c:numLit>
          </c:xVal>
          <c:yVal>
            <c:numLit>
              <c:formatCode>0.0</c:formatCode>
              <c:ptCount val="101"/>
              <c:pt idx="0">
                <c:v>0</c:v>
              </c:pt>
              <c:pt idx="1">
                <c:v>0.01</c:v>
              </c:pt>
              <c:pt idx="2">
                <c:v>0.02</c:v>
              </c:pt>
              <c:pt idx="3">
                <c:v>0.03</c:v>
              </c:pt>
              <c:pt idx="4">
                <c:v>0.04</c:v>
              </c:pt>
              <c:pt idx="5">
                <c:v>0.05</c:v>
              </c:pt>
              <c:pt idx="6">
                <c:v>0.06</c:v>
              </c:pt>
              <c:pt idx="7">
                <c:v>7.0000000000000007E-2</c:v>
              </c:pt>
              <c:pt idx="8">
                <c:v>0.08</c:v>
              </c:pt>
              <c:pt idx="9">
                <c:v>0.09</c:v>
              </c:pt>
              <c:pt idx="10">
                <c:v>0.1</c:v>
              </c:pt>
              <c:pt idx="11">
                <c:v>0.11</c:v>
              </c:pt>
              <c:pt idx="12">
                <c:v>0.12</c:v>
              </c:pt>
              <c:pt idx="13">
                <c:v>0.13</c:v>
              </c:pt>
              <c:pt idx="14">
                <c:v>0.14000000000000001</c:v>
              </c:pt>
              <c:pt idx="15">
                <c:v>0.15</c:v>
              </c:pt>
              <c:pt idx="16">
                <c:v>0.16</c:v>
              </c:pt>
              <c:pt idx="17">
                <c:v>0.17</c:v>
              </c:pt>
              <c:pt idx="18">
                <c:v>0.18</c:v>
              </c:pt>
              <c:pt idx="19">
                <c:v>0.19</c:v>
              </c:pt>
              <c:pt idx="20">
                <c:v>0.2</c:v>
              </c:pt>
              <c:pt idx="21">
                <c:v>0.21</c:v>
              </c:pt>
              <c:pt idx="22">
                <c:v>0.22</c:v>
              </c:pt>
              <c:pt idx="23">
                <c:v>0.23</c:v>
              </c:pt>
              <c:pt idx="24">
                <c:v>0.24</c:v>
              </c:pt>
              <c:pt idx="25">
                <c:v>0.25</c:v>
              </c:pt>
              <c:pt idx="26">
                <c:v>0.26</c:v>
              </c:pt>
              <c:pt idx="27">
                <c:v>0.27</c:v>
              </c:pt>
              <c:pt idx="28">
                <c:v>0.28000000000000003</c:v>
              </c:pt>
              <c:pt idx="29">
                <c:v>0.28999999999999998</c:v>
              </c:pt>
              <c:pt idx="30">
                <c:v>0.3</c:v>
              </c:pt>
              <c:pt idx="31">
                <c:v>0.31</c:v>
              </c:pt>
              <c:pt idx="32">
                <c:v>0.32</c:v>
              </c:pt>
              <c:pt idx="33">
                <c:v>0.33</c:v>
              </c:pt>
              <c:pt idx="34">
                <c:v>0.34</c:v>
              </c:pt>
              <c:pt idx="35">
                <c:v>0.35000000000000003</c:v>
              </c:pt>
              <c:pt idx="36">
                <c:v>0.36</c:v>
              </c:pt>
              <c:pt idx="37">
                <c:v>0.37</c:v>
              </c:pt>
              <c:pt idx="38">
                <c:v>0.38</c:v>
              </c:pt>
              <c:pt idx="39">
                <c:v>0.39</c:v>
              </c:pt>
              <c:pt idx="40">
                <c:v>0.4</c:v>
              </c:pt>
              <c:pt idx="41">
                <c:v>0.41000000000000003</c:v>
              </c:pt>
              <c:pt idx="42">
                <c:v>0.42</c:v>
              </c:pt>
              <c:pt idx="43">
                <c:v>0.43</c:v>
              </c:pt>
              <c:pt idx="44">
                <c:v>0.44</c:v>
              </c:pt>
              <c:pt idx="45">
                <c:v>0.45</c:v>
              </c:pt>
              <c:pt idx="46">
                <c:v>0.46</c:v>
              </c:pt>
              <c:pt idx="47">
                <c:v>0.47000000000000003</c:v>
              </c:pt>
              <c:pt idx="48">
                <c:v>0.48</c:v>
              </c:pt>
              <c:pt idx="49">
                <c:v>0.49</c:v>
              </c:pt>
              <c:pt idx="50">
                <c:v>0.5</c:v>
              </c:pt>
              <c:pt idx="51">
                <c:v>0.51</c:v>
              </c:pt>
              <c:pt idx="52">
                <c:v>0.52</c:v>
              </c:pt>
              <c:pt idx="53">
                <c:v>0.53</c:v>
              </c:pt>
              <c:pt idx="54">
                <c:v>0.54</c:v>
              </c:pt>
              <c:pt idx="55">
                <c:v>0.55000000000000004</c:v>
              </c:pt>
              <c:pt idx="56">
                <c:v>0.56000000000000005</c:v>
              </c:pt>
              <c:pt idx="57">
                <c:v>0.57000000000000006</c:v>
              </c:pt>
              <c:pt idx="58">
                <c:v>0.57999999999999996</c:v>
              </c:pt>
              <c:pt idx="59">
                <c:v>0.59</c:v>
              </c:pt>
              <c:pt idx="60">
                <c:v>0.6</c:v>
              </c:pt>
              <c:pt idx="61">
                <c:v>0.61</c:v>
              </c:pt>
              <c:pt idx="62">
                <c:v>0.62</c:v>
              </c:pt>
              <c:pt idx="63">
                <c:v>0.63</c:v>
              </c:pt>
              <c:pt idx="64">
                <c:v>0.64</c:v>
              </c:pt>
              <c:pt idx="65">
                <c:v>0.65</c:v>
              </c:pt>
              <c:pt idx="66">
                <c:v>0.66</c:v>
              </c:pt>
              <c:pt idx="67">
                <c:v>0.67</c:v>
              </c:pt>
              <c:pt idx="68">
                <c:v>0.68</c:v>
              </c:pt>
              <c:pt idx="69">
                <c:v>0.69000000000000006</c:v>
              </c:pt>
              <c:pt idx="70">
                <c:v>0.70000000000000007</c:v>
              </c:pt>
              <c:pt idx="71">
                <c:v>0.71</c:v>
              </c:pt>
              <c:pt idx="72">
                <c:v>0.72</c:v>
              </c:pt>
              <c:pt idx="73">
                <c:v>0.73</c:v>
              </c:pt>
              <c:pt idx="74">
                <c:v>0.74</c:v>
              </c:pt>
              <c:pt idx="75">
                <c:v>0.75</c:v>
              </c:pt>
              <c:pt idx="76">
                <c:v>0.76</c:v>
              </c:pt>
              <c:pt idx="77">
                <c:v>0.77</c:v>
              </c:pt>
              <c:pt idx="78">
                <c:v>0.78</c:v>
              </c:pt>
              <c:pt idx="79">
                <c:v>0.79</c:v>
              </c:pt>
              <c:pt idx="80">
                <c:v>0.8</c:v>
              </c:pt>
              <c:pt idx="81">
                <c:v>0.81</c:v>
              </c:pt>
              <c:pt idx="82">
                <c:v>0.82000000000000006</c:v>
              </c:pt>
              <c:pt idx="83">
                <c:v>0.83000000000000007</c:v>
              </c:pt>
              <c:pt idx="84">
                <c:v>0.84</c:v>
              </c:pt>
              <c:pt idx="85">
                <c:v>0.85</c:v>
              </c:pt>
              <c:pt idx="86">
                <c:v>0.86</c:v>
              </c:pt>
              <c:pt idx="87">
                <c:v>0.87</c:v>
              </c:pt>
              <c:pt idx="88">
                <c:v>0.88</c:v>
              </c:pt>
              <c:pt idx="89">
                <c:v>0.89</c:v>
              </c:pt>
              <c:pt idx="90">
                <c:v>0.9</c:v>
              </c:pt>
              <c:pt idx="91">
                <c:v>0.91</c:v>
              </c:pt>
              <c:pt idx="92">
                <c:v>0.92</c:v>
              </c:pt>
              <c:pt idx="93">
                <c:v>0.93</c:v>
              </c:pt>
              <c:pt idx="94">
                <c:v>0.94000000000000006</c:v>
              </c:pt>
              <c:pt idx="95">
                <c:v>0.95000000000000007</c:v>
              </c:pt>
              <c:pt idx="96">
                <c:v>0.96</c:v>
              </c:pt>
              <c:pt idx="97">
                <c:v>0.97</c:v>
              </c:pt>
              <c:pt idx="98">
                <c:v>0.98</c:v>
              </c:pt>
              <c:pt idx="99">
                <c:v>0.99</c:v>
              </c:pt>
              <c:pt idx="100">
                <c:v>1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1-45E1-4DA0-9868-32EE377293A7}"/>
            </c:ext>
          </c:extLst>
        </c:ser>
        <c:ser>
          <c:idx val="2"/>
          <c:order val="2"/>
          <c:tx>
            <c:v>C</c:v>
          </c:tx>
          <c:spPr>
            <a:ln w="23813">
              <a:solidFill>
                <a:srgbClr val="477A53"/>
              </a:solidFill>
            </a:ln>
          </c:spPr>
          <c:marker>
            <c:symbol val="none"/>
          </c:marker>
          <c:xVal>
            <c:numLit>
              <c:formatCode>General</c:formatCode>
              <c:ptCount val="101"/>
              <c:pt idx="0">
                <c:v>0.41588851679043531</c:v>
              </c:pt>
              <c:pt idx="1">
                <c:v>1.1249602893350967</c:v>
              </c:pt>
              <c:pt idx="2">
                <c:v>1.4144474415025245</c:v>
              </c:pt>
              <c:pt idx="3">
                <c:v>1.5506423731464156</c:v>
              </c:pt>
              <c:pt idx="4">
                <c:v>1.7520891173726216</c:v>
              </c:pt>
              <c:pt idx="5">
                <c:v>1.8811000644516425</c:v>
              </c:pt>
              <c:pt idx="6">
                <c:v>2.0025694174312871</c:v>
              </c:pt>
              <c:pt idx="7">
                <c:v>2.0619184545687457</c:v>
              </c:pt>
              <c:pt idx="8">
                <c:v>2.14319504974209</c:v>
              </c:pt>
              <c:pt idx="9">
                <c:v>2.2691821005506778</c:v>
              </c:pt>
              <c:pt idx="10">
                <c:v>2.3331405611244111</c:v>
              </c:pt>
              <c:pt idx="11">
                <c:v>2.3896237779630347</c:v>
              </c:pt>
              <c:pt idx="12">
                <c:v>2.4631070492184137</c:v>
              </c:pt>
              <c:pt idx="13">
                <c:v>2.5120687630140597</c:v>
              </c:pt>
              <c:pt idx="14">
                <c:v>2.5814331786564182</c:v>
              </c:pt>
              <c:pt idx="15">
                <c:v>2.6500724064674679</c:v>
              </c:pt>
              <c:pt idx="16">
                <c:v>2.7436781195293567</c:v>
              </c:pt>
              <c:pt idx="17">
                <c:v>2.8157774097718553</c:v>
              </c:pt>
              <c:pt idx="18">
                <c:v>2.8744398017354302</c:v>
              </c:pt>
              <c:pt idx="19">
                <c:v>2.9597488574237092</c:v>
              </c:pt>
              <c:pt idx="20">
                <c:v>3.0397782274808138</c:v>
              </c:pt>
              <c:pt idx="21">
                <c:v>3.0917593968643007</c:v>
              </c:pt>
              <c:pt idx="22">
                <c:v>3.1200275884183548</c:v>
              </c:pt>
              <c:pt idx="23">
                <c:v>3.1905775415777282</c:v>
              </c:pt>
              <c:pt idx="24">
                <c:v>3.2928937321776495</c:v>
              </c:pt>
              <c:pt idx="25">
                <c:v>3.3818775569121868</c:v>
              </c:pt>
              <c:pt idx="26">
                <c:v>3.4645755400301188</c:v>
              </c:pt>
              <c:pt idx="27">
                <c:v>3.5363672269972151</c:v>
              </c:pt>
              <c:pt idx="28">
                <c:v>3.5974998037436432</c:v>
              </c:pt>
              <c:pt idx="29">
                <c:v>3.6760582686461323</c:v>
              </c:pt>
              <c:pt idx="30">
                <c:v>3.7029945621505429</c:v>
              </c:pt>
              <c:pt idx="31">
                <c:v>3.7779509438136061</c:v>
              </c:pt>
              <c:pt idx="32">
                <c:v>3.8181780680167026</c:v>
              </c:pt>
              <c:pt idx="33">
                <c:v>3.8811133946121914</c:v>
              </c:pt>
              <c:pt idx="34">
                <c:v>3.9176693718853488</c:v>
              </c:pt>
              <c:pt idx="35">
                <c:v>3.9719685858348432</c:v>
              </c:pt>
              <c:pt idx="36">
                <c:v>4.0134966187782073</c:v>
              </c:pt>
              <c:pt idx="37">
                <c:v>4.0952925390325898</c:v>
              </c:pt>
              <c:pt idx="38">
                <c:v>4.1491989713076824</c:v>
              </c:pt>
              <c:pt idx="39">
                <c:v>4.2183658110707389</c:v>
              </c:pt>
              <c:pt idx="40">
                <c:v>4.2790353154790823</c:v>
              </c:pt>
              <c:pt idx="41">
                <c:v>4.3560452821113778</c:v>
              </c:pt>
              <c:pt idx="42">
                <c:v>4.4231610033061042</c:v>
              </c:pt>
              <c:pt idx="43">
                <c:v>4.4724973839876867</c:v>
              </c:pt>
              <c:pt idx="44">
                <c:v>4.5779090012129302</c:v>
              </c:pt>
              <c:pt idx="45">
                <c:v>4.6399644514833804</c:v>
              </c:pt>
              <c:pt idx="46">
                <c:v>4.6988104333766181</c:v>
              </c:pt>
              <c:pt idx="47">
                <c:v>4.7792029069706885</c:v>
              </c:pt>
              <c:pt idx="48">
                <c:v>4.8641813177605915</c:v>
              </c:pt>
              <c:pt idx="49">
                <c:v>4.9065766300150466</c:v>
              </c:pt>
              <c:pt idx="50">
                <c:v>4.9416368465779819</c:v>
              </c:pt>
              <c:pt idx="51">
                <c:v>5.0023425096575975</c:v>
              </c:pt>
              <c:pt idx="52">
                <c:v>5.0634152900121103</c:v>
              </c:pt>
              <c:pt idx="53">
                <c:v>5.1348375683574519</c:v>
              </c:pt>
              <c:pt idx="54">
                <c:v>5.2172309076143524</c:v>
              </c:pt>
              <c:pt idx="55">
                <c:v>5.2693066109867752</c:v>
              </c:pt>
              <c:pt idx="56">
                <c:v>5.331500983028187</c:v>
              </c:pt>
              <c:pt idx="57">
                <c:v>5.4225373361218177</c:v>
              </c:pt>
              <c:pt idx="58">
                <c:v>5.4908519009945955</c:v>
              </c:pt>
              <c:pt idx="59">
                <c:v>5.5305747188800023</c:v>
              </c:pt>
              <c:pt idx="60">
                <c:v>5.6590493973123364</c:v>
              </c:pt>
              <c:pt idx="61">
                <c:v>5.7321085302200574</c:v>
              </c:pt>
              <c:pt idx="62">
                <c:v>5.7967114896012353</c:v>
              </c:pt>
              <c:pt idx="63">
                <c:v>5.8912600514495512</c:v>
              </c:pt>
              <c:pt idx="64">
                <c:v>6.0001759503005809</c:v>
              </c:pt>
              <c:pt idx="65">
                <c:v>6.0746020707633956</c:v>
              </c:pt>
              <c:pt idx="66">
                <c:v>6.1383391962316072</c:v>
              </c:pt>
              <c:pt idx="67">
                <c:v>6.2122505188522696</c:v>
              </c:pt>
              <c:pt idx="68">
                <c:v>6.3369973769641392</c:v>
              </c:pt>
              <c:pt idx="69">
                <c:v>6.4449108957392847</c:v>
              </c:pt>
              <c:pt idx="70">
                <c:v>6.5895504703385637</c:v>
              </c:pt>
              <c:pt idx="71">
                <c:v>6.6755338915260873</c:v>
              </c:pt>
              <c:pt idx="72">
                <c:v>6.7703706322623995</c:v>
              </c:pt>
              <c:pt idx="73">
                <c:v>6.827643780417409</c:v>
              </c:pt>
              <c:pt idx="74">
                <c:v>6.9291511559124821</c:v>
              </c:pt>
              <c:pt idx="75">
                <c:v>7.0079331810239403</c:v>
              </c:pt>
              <c:pt idx="76">
                <c:v>7.1570329577458809</c:v>
              </c:pt>
              <c:pt idx="77">
                <c:v>7.2450766418107717</c:v>
              </c:pt>
              <c:pt idx="78">
                <c:v>7.3054639195228246</c:v>
              </c:pt>
              <c:pt idx="79">
                <c:v>7.4595286880244585</c:v>
              </c:pt>
              <c:pt idx="80">
                <c:v>7.622566604021018</c:v>
              </c:pt>
              <c:pt idx="81">
                <c:v>7.817007143486884</c:v>
              </c:pt>
              <c:pt idx="82">
                <c:v>7.9019163638417531</c:v>
              </c:pt>
              <c:pt idx="83">
                <c:v>8.0482328309082956</c:v>
              </c:pt>
              <c:pt idx="84">
                <c:v>8.145715875772936</c:v>
              </c:pt>
              <c:pt idx="85">
                <c:v>8.3435106351012269</c:v>
              </c:pt>
              <c:pt idx="86">
                <c:v>8.4699488332606183</c:v>
              </c:pt>
              <c:pt idx="87">
                <c:v>8.6592439410211224</c:v>
              </c:pt>
              <c:pt idx="88">
                <c:v>8.7975269574550943</c:v>
              </c:pt>
              <c:pt idx="89">
                <c:v>8.9996629448837435</c:v>
              </c:pt>
              <c:pt idx="90">
                <c:v>9.1203118455535357</c:v>
              </c:pt>
              <c:pt idx="91">
                <c:v>9.3858354151648982</c:v>
              </c:pt>
              <c:pt idx="92">
                <c:v>9.7047784091035147</c:v>
              </c:pt>
              <c:pt idx="93">
                <c:v>10.018363907241353</c:v>
              </c:pt>
              <c:pt idx="94">
                <c:v>10.435625954106301</c:v>
              </c:pt>
              <c:pt idx="95">
                <c:v>10.711810055276944</c:v>
              </c:pt>
              <c:pt idx="96">
                <c:v>11.120480558210701</c:v>
              </c:pt>
              <c:pt idx="97">
                <c:v>12.013693069322098</c:v>
              </c:pt>
              <c:pt idx="98">
                <c:v>12.827268165364121</c:v>
              </c:pt>
              <c:pt idx="99">
                <c:v>13.408623125652822</c:v>
              </c:pt>
              <c:pt idx="100">
                <c:v>21.79770337028144</c:v>
              </c:pt>
            </c:numLit>
          </c:xVal>
          <c:yVal>
            <c:numLit>
              <c:formatCode>0.0</c:formatCode>
              <c:ptCount val="101"/>
              <c:pt idx="0">
                <c:v>0</c:v>
              </c:pt>
              <c:pt idx="1">
                <c:v>0.01</c:v>
              </c:pt>
              <c:pt idx="2">
                <c:v>0.02</c:v>
              </c:pt>
              <c:pt idx="3">
                <c:v>0.03</c:v>
              </c:pt>
              <c:pt idx="4">
                <c:v>0.04</c:v>
              </c:pt>
              <c:pt idx="5">
                <c:v>0.05</c:v>
              </c:pt>
              <c:pt idx="6">
                <c:v>0.06</c:v>
              </c:pt>
              <c:pt idx="7">
                <c:v>7.0000000000000007E-2</c:v>
              </c:pt>
              <c:pt idx="8">
                <c:v>0.08</c:v>
              </c:pt>
              <c:pt idx="9">
                <c:v>0.09</c:v>
              </c:pt>
              <c:pt idx="10">
                <c:v>0.1</c:v>
              </c:pt>
              <c:pt idx="11">
                <c:v>0.11</c:v>
              </c:pt>
              <c:pt idx="12">
                <c:v>0.12</c:v>
              </c:pt>
              <c:pt idx="13">
                <c:v>0.13</c:v>
              </c:pt>
              <c:pt idx="14">
                <c:v>0.14000000000000001</c:v>
              </c:pt>
              <c:pt idx="15">
                <c:v>0.15</c:v>
              </c:pt>
              <c:pt idx="16">
                <c:v>0.16</c:v>
              </c:pt>
              <c:pt idx="17">
                <c:v>0.17</c:v>
              </c:pt>
              <c:pt idx="18">
                <c:v>0.18</c:v>
              </c:pt>
              <c:pt idx="19">
                <c:v>0.19</c:v>
              </c:pt>
              <c:pt idx="20">
                <c:v>0.2</c:v>
              </c:pt>
              <c:pt idx="21">
                <c:v>0.21</c:v>
              </c:pt>
              <c:pt idx="22">
                <c:v>0.22</c:v>
              </c:pt>
              <c:pt idx="23">
                <c:v>0.23</c:v>
              </c:pt>
              <c:pt idx="24">
                <c:v>0.24</c:v>
              </c:pt>
              <c:pt idx="25">
                <c:v>0.25</c:v>
              </c:pt>
              <c:pt idx="26">
                <c:v>0.26</c:v>
              </c:pt>
              <c:pt idx="27">
                <c:v>0.27</c:v>
              </c:pt>
              <c:pt idx="28">
                <c:v>0.28000000000000003</c:v>
              </c:pt>
              <c:pt idx="29">
                <c:v>0.28999999999999998</c:v>
              </c:pt>
              <c:pt idx="30">
                <c:v>0.3</c:v>
              </c:pt>
              <c:pt idx="31">
                <c:v>0.31</c:v>
              </c:pt>
              <c:pt idx="32">
                <c:v>0.32</c:v>
              </c:pt>
              <c:pt idx="33">
                <c:v>0.33</c:v>
              </c:pt>
              <c:pt idx="34">
                <c:v>0.34</c:v>
              </c:pt>
              <c:pt idx="35">
                <c:v>0.35000000000000003</c:v>
              </c:pt>
              <c:pt idx="36">
                <c:v>0.36</c:v>
              </c:pt>
              <c:pt idx="37">
                <c:v>0.37</c:v>
              </c:pt>
              <c:pt idx="38">
                <c:v>0.38</c:v>
              </c:pt>
              <c:pt idx="39">
                <c:v>0.39</c:v>
              </c:pt>
              <c:pt idx="40">
                <c:v>0.4</c:v>
              </c:pt>
              <c:pt idx="41">
                <c:v>0.41000000000000003</c:v>
              </c:pt>
              <c:pt idx="42">
                <c:v>0.42</c:v>
              </c:pt>
              <c:pt idx="43">
                <c:v>0.43</c:v>
              </c:pt>
              <c:pt idx="44">
                <c:v>0.44</c:v>
              </c:pt>
              <c:pt idx="45">
                <c:v>0.45</c:v>
              </c:pt>
              <c:pt idx="46">
                <c:v>0.46</c:v>
              </c:pt>
              <c:pt idx="47">
                <c:v>0.47000000000000003</c:v>
              </c:pt>
              <c:pt idx="48">
                <c:v>0.48</c:v>
              </c:pt>
              <c:pt idx="49">
                <c:v>0.49</c:v>
              </c:pt>
              <c:pt idx="50">
                <c:v>0.5</c:v>
              </c:pt>
              <c:pt idx="51">
                <c:v>0.51</c:v>
              </c:pt>
              <c:pt idx="52">
                <c:v>0.52</c:v>
              </c:pt>
              <c:pt idx="53">
                <c:v>0.53</c:v>
              </c:pt>
              <c:pt idx="54">
                <c:v>0.54</c:v>
              </c:pt>
              <c:pt idx="55">
                <c:v>0.55000000000000004</c:v>
              </c:pt>
              <c:pt idx="56">
                <c:v>0.56000000000000005</c:v>
              </c:pt>
              <c:pt idx="57">
                <c:v>0.57000000000000006</c:v>
              </c:pt>
              <c:pt idx="58">
                <c:v>0.57999999999999996</c:v>
              </c:pt>
              <c:pt idx="59">
                <c:v>0.59</c:v>
              </c:pt>
              <c:pt idx="60">
                <c:v>0.6</c:v>
              </c:pt>
              <c:pt idx="61">
                <c:v>0.61</c:v>
              </c:pt>
              <c:pt idx="62">
                <c:v>0.62</c:v>
              </c:pt>
              <c:pt idx="63">
                <c:v>0.63</c:v>
              </c:pt>
              <c:pt idx="64">
                <c:v>0.64</c:v>
              </c:pt>
              <c:pt idx="65">
                <c:v>0.65</c:v>
              </c:pt>
              <c:pt idx="66">
                <c:v>0.66</c:v>
              </c:pt>
              <c:pt idx="67">
                <c:v>0.67</c:v>
              </c:pt>
              <c:pt idx="68">
                <c:v>0.68</c:v>
              </c:pt>
              <c:pt idx="69">
                <c:v>0.69000000000000006</c:v>
              </c:pt>
              <c:pt idx="70">
                <c:v>0.70000000000000007</c:v>
              </c:pt>
              <c:pt idx="71">
                <c:v>0.71</c:v>
              </c:pt>
              <c:pt idx="72">
                <c:v>0.72</c:v>
              </c:pt>
              <c:pt idx="73">
                <c:v>0.73</c:v>
              </c:pt>
              <c:pt idx="74">
                <c:v>0.74</c:v>
              </c:pt>
              <c:pt idx="75">
                <c:v>0.75</c:v>
              </c:pt>
              <c:pt idx="76">
                <c:v>0.76</c:v>
              </c:pt>
              <c:pt idx="77">
                <c:v>0.77</c:v>
              </c:pt>
              <c:pt idx="78">
                <c:v>0.78</c:v>
              </c:pt>
              <c:pt idx="79">
                <c:v>0.79</c:v>
              </c:pt>
              <c:pt idx="80">
                <c:v>0.8</c:v>
              </c:pt>
              <c:pt idx="81">
                <c:v>0.81</c:v>
              </c:pt>
              <c:pt idx="82">
                <c:v>0.82000000000000006</c:v>
              </c:pt>
              <c:pt idx="83">
                <c:v>0.83000000000000007</c:v>
              </c:pt>
              <c:pt idx="84">
                <c:v>0.84</c:v>
              </c:pt>
              <c:pt idx="85">
                <c:v>0.85</c:v>
              </c:pt>
              <c:pt idx="86">
                <c:v>0.86</c:v>
              </c:pt>
              <c:pt idx="87">
                <c:v>0.87</c:v>
              </c:pt>
              <c:pt idx="88">
                <c:v>0.88</c:v>
              </c:pt>
              <c:pt idx="89">
                <c:v>0.89</c:v>
              </c:pt>
              <c:pt idx="90">
                <c:v>0.9</c:v>
              </c:pt>
              <c:pt idx="91">
                <c:v>0.91</c:v>
              </c:pt>
              <c:pt idx="92">
                <c:v>0.92</c:v>
              </c:pt>
              <c:pt idx="93">
                <c:v>0.93</c:v>
              </c:pt>
              <c:pt idx="94">
                <c:v>0.94000000000000006</c:v>
              </c:pt>
              <c:pt idx="95">
                <c:v>0.95000000000000007</c:v>
              </c:pt>
              <c:pt idx="96">
                <c:v>0.96</c:v>
              </c:pt>
              <c:pt idx="97">
                <c:v>0.97</c:v>
              </c:pt>
              <c:pt idx="98">
                <c:v>0.98</c:v>
              </c:pt>
              <c:pt idx="99">
                <c:v>0.99</c:v>
              </c:pt>
              <c:pt idx="100">
                <c:v>1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2-45E1-4DA0-9868-32EE377293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5715">
              <a:solidFill>
                <a:srgbClr val="DDDDDD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zh-TW" altLang="en-US">
                    <a:latin typeface="標楷體"/>
                    <a:ea typeface="標楷體"/>
                    <a:cs typeface="標楷體"/>
                  </a:rPr>
                  <a:t>累積機率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endParaRPr lang="zh-TW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zh-TW" altLang="en-US">
                    <a:latin typeface="標楷體"/>
                    <a:ea typeface="標楷體"/>
                    <a:cs typeface="標楷體"/>
                  </a:rPr>
                  <a:t>螺絲定位誤差（</a:t>
                </a:r>
                <a:r>
                  <a:rPr lang="en-US" altLang="zh-TW">
                    <a:latin typeface="標楷體"/>
                    <a:ea typeface="標楷體"/>
                    <a:cs typeface="標楷體"/>
                  </a:rPr>
                  <a:t>cm</a:t>
                </a:r>
                <a:r>
                  <a:rPr lang="zh-TW" altLang="en-US">
                    <a:latin typeface="標楷體"/>
                    <a:ea typeface="標楷體"/>
                    <a:cs typeface="標楷體"/>
                  </a:rPr>
                  <a:t>）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endParaRPr lang="zh-TW"/>
          </a:p>
        </c:txPr>
        <c:crossAx val="48672768"/>
        <c:crosses val="autoZero"/>
        <c:crossBetween val="midCat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650">
              <a:latin typeface="標楷體"/>
              <a:ea typeface="標楷體"/>
              <a:cs typeface="標楷體"/>
            </a:defRPr>
          </a:pPr>
          <a:endParaRPr lang="zh-TW"/>
        </a:p>
      </c:txPr>
    </c:legend>
    <c:plotVisOnly val="1"/>
    <c:dispBlanksAs val="zero"/>
    <c:showDLblsOverMax val="1"/>
  </c:chart>
  <c:spPr>
    <a:solidFill>
      <a:srgbClr val="FFFFFF"/>
    </a:solidFill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A</c:v>
          </c:tx>
          <c:spPr>
            <a:ln w="23813">
              <a:solidFill>
                <a:srgbClr val="C25B24"/>
              </a:solidFill>
            </a:ln>
          </c:spPr>
          <c:marker>
            <c:symbol val="none"/>
          </c:marker>
          <c:xVal>
            <c:numLit>
              <c:formatCode>General</c:formatCode>
              <c:ptCount val="3"/>
              <c:pt idx="0">
                <c:v>0</c:v>
              </c:pt>
              <c:pt idx="1">
                <c:v>20</c:v>
              </c:pt>
              <c:pt idx="2">
                <c:v>50</c:v>
              </c:pt>
            </c:numLit>
          </c:xVal>
          <c:yVal>
            <c:numLit>
              <c:formatCode>0.0</c:formatCode>
              <c:ptCount val="3"/>
              <c:pt idx="0">
                <c:v>0.72033847763605363</c:v>
              </c:pt>
              <c:pt idx="1">
                <c:v>0.72033847763605363</c:v>
              </c:pt>
              <c:pt idx="2">
                <c:v>0.72033847763605363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0-884A-4FCA-839A-012637A35C4D}"/>
            </c:ext>
          </c:extLst>
        </c:ser>
        <c:ser>
          <c:idx val="1"/>
          <c:order val="1"/>
          <c:tx>
            <c:v>B</c:v>
          </c:tx>
          <c:spPr>
            <a:ln w="23813">
              <a:solidFill>
                <a:srgbClr val="355C9A"/>
              </a:solidFill>
            </a:ln>
          </c:spPr>
          <c:marker>
            <c:symbol val="none"/>
          </c:marker>
          <c:xVal>
            <c:numLit>
              <c:formatCode>General</c:formatCode>
              <c:ptCount val="3"/>
              <c:pt idx="0">
                <c:v>0</c:v>
              </c:pt>
              <c:pt idx="1">
                <c:v>20</c:v>
              </c:pt>
              <c:pt idx="2">
                <c:v>50</c:v>
              </c:pt>
            </c:numLit>
          </c:xVal>
          <c:yVal>
            <c:numLit>
              <c:formatCode>0.0</c:formatCode>
              <c:ptCount val="3"/>
              <c:pt idx="0">
                <c:v>1.0772226496957265</c:v>
              </c:pt>
              <c:pt idx="1">
                <c:v>1.0772226496957265</c:v>
              </c:pt>
              <c:pt idx="2">
                <c:v>1.0772226496957265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1-884A-4FCA-839A-012637A35C4D}"/>
            </c:ext>
          </c:extLst>
        </c:ser>
        <c:ser>
          <c:idx val="2"/>
          <c:order val="2"/>
          <c:tx>
            <c:v>C</c:v>
          </c:tx>
          <c:spPr>
            <a:ln w="23813">
              <a:solidFill>
                <a:srgbClr val="477A53"/>
              </a:solidFill>
            </a:ln>
          </c:spPr>
          <c:marker>
            <c:symbol val="none"/>
          </c:marker>
          <c:xVal>
            <c:numLit>
              <c:formatCode>General</c:formatCode>
              <c:ptCount val="3"/>
              <c:pt idx="0">
                <c:v>0</c:v>
              </c:pt>
              <c:pt idx="1">
                <c:v>20</c:v>
              </c:pt>
              <c:pt idx="2">
                <c:v>50</c:v>
              </c:pt>
            </c:numLit>
          </c:xVal>
          <c:yVal>
            <c:numLit>
              <c:formatCode>0.0</c:formatCode>
              <c:ptCount val="3"/>
              <c:pt idx="0">
                <c:v>1.2238277193053434E-3</c:v>
              </c:pt>
              <c:pt idx="1">
                <c:v>1.1518827227147124</c:v>
              </c:pt>
              <c:pt idx="2">
                <c:v>2.8804434716893295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2-884A-4FCA-839A-012637A35C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3.5"/>
          <c:min val="0"/>
        </c:scaling>
        <c:delete val="0"/>
        <c:axPos val="l"/>
        <c:majorGridlines>
          <c:spPr>
            <a:ln w="5715">
              <a:solidFill>
                <a:srgbClr val="DDDDDD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zh-TW" altLang="en-US">
                    <a:latin typeface="標楷體"/>
                    <a:ea typeface="標楷體"/>
                    <a:cs typeface="標楷體"/>
                  </a:rPr>
                  <a:t>平均誤差（</a:t>
                </a:r>
                <a:r>
                  <a:rPr lang="en-US" altLang="zh-TW">
                    <a:latin typeface="標楷體"/>
                    <a:ea typeface="標楷體"/>
                    <a:cs typeface="標楷體"/>
                  </a:rPr>
                  <a:t>cm</a:t>
                </a:r>
                <a:r>
                  <a:rPr lang="zh-TW" altLang="en-US">
                    <a:latin typeface="標楷體"/>
                    <a:ea typeface="標楷體"/>
                    <a:cs typeface="標楷體"/>
                  </a:rPr>
                  <a:t>）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endParaRPr lang="zh-TW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>
                    <a:latin typeface="標楷體"/>
                    <a:ea typeface="標楷體"/>
                    <a:cs typeface="標楷體"/>
                  </a:rPr>
                  <a:t>pose </a:t>
                </a:r>
                <a:r>
                  <a:rPr lang="zh-TW" altLang="en-US">
                    <a:latin typeface="標楷體"/>
                    <a:ea typeface="標楷體"/>
                    <a:cs typeface="標楷體"/>
                  </a:rPr>
                  <a:t>時鐘偏差（</a:t>
                </a:r>
                <a:r>
                  <a:rPr lang="en-US">
                    <a:latin typeface="標楷體"/>
                    <a:ea typeface="標楷體"/>
                    <a:cs typeface="標楷體"/>
                  </a:rPr>
                  <a:t>ms）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endParaRPr lang="zh-TW"/>
          </a:p>
        </c:txPr>
        <c:crossAx val="48672768"/>
        <c:crosses val="autoZero"/>
        <c:crossBetween val="midCat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650">
              <a:latin typeface="標楷體"/>
              <a:ea typeface="標楷體"/>
              <a:cs typeface="標楷體"/>
            </a:defRPr>
          </a:pPr>
          <a:endParaRPr lang="zh-TW"/>
        </a:p>
      </c:txPr>
    </c:legend>
    <c:plotVisOnly val="1"/>
    <c:dispBlanksAs val="zero"/>
    <c:showDLblsOverMax val="1"/>
  </c:chart>
  <c:spPr>
    <a:solidFill>
      <a:srgbClr val="FFFFFF"/>
    </a:solidFill>
  </c:sp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v>WLS</c:v>
          </c:tx>
          <c:spPr>
            <a:ln w="19050" cap="rnd">
              <a:solidFill>
                <a:srgbClr val="2D508C"/>
              </a:solidFill>
              <a:round/>
            </a:ln>
            <a:effectLst/>
          </c:spPr>
          <c:marker>
            <c:symbol val="none"/>
          </c:marker>
          <c:xVal>
            <c:numRef>
              <c:f>工作表1!$A$2:$A$26942</c:f>
              <c:numCache>
                <c:formatCode>General</c:formatCode>
                <c:ptCount val="26941"/>
                <c:pt idx="0">
                  <c:v>0</c:v>
                </c:pt>
                <c:pt idx="1">
                  <c:v>2.7946249469234358E-3</c:v>
                </c:pt>
                <c:pt idx="2">
                  <c:v>5.8133160780984286E-3</c:v>
                </c:pt>
                <c:pt idx="3">
                  <c:v>6.7863413197884869E-3</c:v>
                </c:pt>
                <c:pt idx="4">
                  <c:v>8.494081710897142E-3</c:v>
                </c:pt>
                <c:pt idx="5">
                  <c:v>8.7118407497888302E-3</c:v>
                </c:pt>
                <c:pt idx="6">
                  <c:v>9.6531330635455572E-3</c:v>
                </c:pt>
                <c:pt idx="7">
                  <c:v>9.6615782392173201E-3</c:v>
                </c:pt>
                <c:pt idx="8">
                  <c:v>9.714840091438047E-3</c:v>
                </c:pt>
                <c:pt idx="9">
                  <c:v>1.0642148906982939E-2</c:v>
                </c:pt>
                <c:pt idx="10">
                  <c:v>1.0845885352890368E-2</c:v>
                </c:pt>
                <c:pt idx="11">
                  <c:v>1.0887713584082784E-2</c:v>
                </c:pt>
                <c:pt idx="12">
                  <c:v>1.1121837707425955E-2</c:v>
                </c:pt>
                <c:pt idx="13">
                  <c:v>1.118248073238505E-2</c:v>
                </c:pt>
                <c:pt idx="14">
                  <c:v>1.126468237349371E-2</c:v>
                </c:pt>
                <c:pt idx="15">
                  <c:v>1.1314141257244685E-2</c:v>
                </c:pt>
                <c:pt idx="16">
                  <c:v>1.1847415394384582E-2</c:v>
                </c:pt>
                <c:pt idx="17">
                  <c:v>1.2673139283812978E-2</c:v>
                </c:pt>
                <c:pt idx="18">
                  <c:v>1.314549675097082E-2</c:v>
                </c:pt>
                <c:pt idx="19">
                  <c:v>1.3212676364019176E-2</c:v>
                </c:pt>
                <c:pt idx="20">
                  <c:v>1.360673804721076E-2</c:v>
                </c:pt>
                <c:pt idx="21">
                  <c:v>1.3687228952116409E-2</c:v>
                </c:pt>
                <c:pt idx="22">
                  <c:v>1.3927287493673479E-2</c:v>
                </c:pt>
                <c:pt idx="23">
                  <c:v>1.4012699083072342E-2</c:v>
                </c:pt>
                <c:pt idx="24">
                  <c:v>1.4023410641627298E-2</c:v>
                </c:pt>
                <c:pt idx="25">
                  <c:v>1.432861614113738E-2</c:v>
                </c:pt>
                <c:pt idx="26">
                  <c:v>1.4485113375701918E-2</c:v>
                </c:pt>
                <c:pt idx="27">
                  <c:v>1.4563015991601759E-2</c:v>
                </c:pt>
                <c:pt idx="28">
                  <c:v>1.4687147892411019E-2</c:v>
                </c:pt>
                <c:pt idx="29">
                  <c:v>1.4694763264302033E-2</c:v>
                </c:pt>
                <c:pt idx="30">
                  <c:v>1.476511103309874E-2</c:v>
                </c:pt>
                <c:pt idx="31">
                  <c:v>1.484898437023211E-2</c:v>
                </c:pt>
                <c:pt idx="32">
                  <c:v>1.4859859758991439E-2</c:v>
                </c:pt>
                <c:pt idx="33">
                  <c:v>1.4903385093742127E-2</c:v>
                </c:pt>
                <c:pt idx="34">
                  <c:v>1.4917318223854318E-2</c:v>
                </c:pt>
                <c:pt idx="35">
                  <c:v>1.49616125610163E-2</c:v>
                </c:pt>
                <c:pt idx="36">
                  <c:v>1.5035428115915107E-2</c:v>
                </c:pt>
                <c:pt idx="37">
                  <c:v>1.5120961252069983E-2</c:v>
                </c:pt>
                <c:pt idx="38">
                  <c:v>1.5130655445956777E-2</c:v>
                </c:pt>
                <c:pt idx="39">
                  <c:v>1.5187729457684047E-2</c:v>
                </c:pt>
                <c:pt idx="40">
                  <c:v>1.5229989910488651E-2</c:v>
                </c:pt>
                <c:pt idx="41">
                  <c:v>1.5244250370344468E-2</c:v>
                </c:pt>
                <c:pt idx="42">
                  <c:v>1.5324896548165675E-2</c:v>
                </c:pt>
                <c:pt idx="43">
                  <c:v>1.5677153377740373E-2</c:v>
                </c:pt>
                <c:pt idx="44">
                  <c:v>1.5727751022163883E-2</c:v>
                </c:pt>
                <c:pt idx="45">
                  <c:v>1.5755763680214929E-2</c:v>
                </c:pt>
                <c:pt idx="46">
                  <c:v>1.5805431979660979E-2</c:v>
                </c:pt>
                <c:pt idx="47">
                  <c:v>1.5827888605158453E-2</c:v>
                </c:pt>
                <c:pt idx="48">
                  <c:v>1.5828952189759084E-2</c:v>
                </c:pt>
                <c:pt idx="49">
                  <c:v>1.5839164760096273E-2</c:v>
                </c:pt>
                <c:pt idx="50">
                  <c:v>1.5845944867392082E-2</c:v>
                </c:pt>
                <c:pt idx="51">
                  <c:v>1.5908882965316055E-2</c:v>
                </c:pt>
                <c:pt idx="52">
                  <c:v>1.596216596288479E-2</c:v>
                </c:pt>
                <c:pt idx="53">
                  <c:v>1.614808509337292E-2</c:v>
                </c:pt>
                <c:pt idx="54">
                  <c:v>1.6251250144594668E-2</c:v>
                </c:pt>
                <c:pt idx="55">
                  <c:v>1.6319446464865828E-2</c:v>
                </c:pt>
                <c:pt idx="56">
                  <c:v>1.636817856162882E-2</c:v>
                </c:pt>
                <c:pt idx="57">
                  <c:v>1.6526034594841671E-2</c:v>
                </c:pt>
                <c:pt idx="58">
                  <c:v>1.6611942971331461E-2</c:v>
                </c:pt>
                <c:pt idx="59">
                  <c:v>1.661742198047678E-2</c:v>
                </c:pt>
                <c:pt idx="60">
                  <c:v>1.6639843613107112E-2</c:v>
                </c:pt>
                <c:pt idx="61">
                  <c:v>1.7080210097148284E-2</c:v>
                </c:pt>
                <c:pt idx="62">
                  <c:v>1.7239360371540578E-2</c:v>
                </c:pt>
                <c:pt idx="63">
                  <c:v>1.7620990971011351E-2</c:v>
                </c:pt>
                <c:pt idx="64">
                  <c:v>1.7733617289644839E-2</c:v>
                </c:pt>
                <c:pt idx="65">
                  <c:v>1.7760863719355938E-2</c:v>
                </c:pt>
                <c:pt idx="66">
                  <c:v>1.7829508735857567E-2</c:v>
                </c:pt>
                <c:pt idx="67">
                  <c:v>1.785970877571225E-2</c:v>
                </c:pt>
                <c:pt idx="68">
                  <c:v>1.8007196430383798E-2</c:v>
                </c:pt>
                <c:pt idx="69">
                  <c:v>1.8050631657241082E-2</c:v>
                </c:pt>
                <c:pt idx="70">
                  <c:v>1.8379839877929339E-2</c:v>
                </c:pt>
                <c:pt idx="71">
                  <c:v>1.839615982290169E-2</c:v>
                </c:pt>
                <c:pt idx="72">
                  <c:v>1.8416601443944317E-2</c:v>
                </c:pt>
                <c:pt idx="73">
                  <c:v>1.8427930099273512E-2</c:v>
                </c:pt>
                <c:pt idx="74">
                  <c:v>1.8445683955885004E-2</c:v>
                </c:pt>
                <c:pt idx="75">
                  <c:v>1.8497417288738674E-2</c:v>
                </c:pt>
                <c:pt idx="76">
                  <c:v>1.8727550734930994E-2</c:v>
                </c:pt>
                <c:pt idx="77">
                  <c:v>1.8752029072994371E-2</c:v>
                </c:pt>
                <c:pt idx="78">
                  <c:v>1.8831560770845E-2</c:v>
                </c:pt>
                <c:pt idx="79">
                  <c:v>1.8959071008263446E-2</c:v>
                </c:pt>
                <c:pt idx="80">
                  <c:v>1.9002221025354302E-2</c:v>
                </c:pt>
                <c:pt idx="81">
                  <c:v>1.9016104402484874E-2</c:v>
                </c:pt>
                <c:pt idx="82">
                  <c:v>1.9038457407767141E-2</c:v>
                </c:pt>
                <c:pt idx="83">
                  <c:v>1.907767780560302E-2</c:v>
                </c:pt>
                <c:pt idx="84">
                  <c:v>1.9088312197216746E-2</c:v>
                </c:pt>
                <c:pt idx="85">
                  <c:v>1.9207416463143365E-2</c:v>
                </c:pt>
                <c:pt idx="86">
                  <c:v>1.925840576733328E-2</c:v>
                </c:pt>
                <c:pt idx="87">
                  <c:v>1.9312910886457112E-2</c:v>
                </c:pt>
                <c:pt idx="88">
                  <c:v>1.9425829771959086E-2</c:v>
                </c:pt>
                <c:pt idx="89">
                  <c:v>1.9436268906452874E-2</c:v>
                </c:pt>
                <c:pt idx="90">
                  <c:v>1.9505621271938726E-2</c:v>
                </c:pt>
                <c:pt idx="91">
                  <c:v>1.9526642195612103E-2</c:v>
                </c:pt>
                <c:pt idx="92">
                  <c:v>1.9560035743192494E-2</c:v>
                </c:pt>
                <c:pt idx="93">
                  <c:v>1.9566732466683369E-2</c:v>
                </c:pt>
                <c:pt idx="94">
                  <c:v>1.9627908672666585E-2</c:v>
                </c:pt>
                <c:pt idx="95">
                  <c:v>1.9629751286064263E-2</c:v>
                </c:pt>
                <c:pt idx="96">
                  <c:v>1.9652926843234751E-2</c:v>
                </c:pt>
                <c:pt idx="97">
                  <c:v>1.9737861122868221E-2</c:v>
                </c:pt>
                <c:pt idx="98">
                  <c:v>1.9879159733926614E-2</c:v>
                </c:pt>
                <c:pt idx="99">
                  <c:v>2.0041820476773244E-2</c:v>
                </c:pt>
                <c:pt idx="100">
                  <c:v>2.0045729553574476E-2</c:v>
                </c:pt>
                <c:pt idx="101">
                  <c:v>2.0051997602070007E-2</c:v>
                </c:pt>
                <c:pt idx="102">
                  <c:v>2.0086857435721514E-2</c:v>
                </c:pt>
                <c:pt idx="103">
                  <c:v>2.0132803396867401E-2</c:v>
                </c:pt>
                <c:pt idx="104">
                  <c:v>2.0175578711191945E-2</c:v>
                </c:pt>
                <c:pt idx="105">
                  <c:v>2.0219642378517113E-2</c:v>
                </c:pt>
                <c:pt idx="106">
                  <c:v>2.0226485472933882E-2</c:v>
                </c:pt>
                <c:pt idx="107">
                  <c:v>2.0254141653905593E-2</c:v>
                </c:pt>
                <c:pt idx="108">
                  <c:v>2.0256229240169905E-2</c:v>
                </c:pt>
                <c:pt idx="109">
                  <c:v>2.0350623117269383E-2</c:v>
                </c:pt>
                <c:pt idx="110">
                  <c:v>2.0369618986872739E-2</c:v>
                </c:pt>
                <c:pt idx="111">
                  <c:v>2.0388708177338118E-2</c:v>
                </c:pt>
                <c:pt idx="112">
                  <c:v>2.0501150484307597E-2</c:v>
                </c:pt>
                <c:pt idx="113">
                  <c:v>2.0620558006817325E-2</c:v>
                </c:pt>
                <c:pt idx="114">
                  <c:v>2.0632626296641206E-2</c:v>
                </c:pt>
                <c:pt idx="115">
                  <c:v>2.0632919117782842E-2</c:v>
                </c:pt>
                <c:pt idx="116">
                  <c:v>2.0716924694877029E-2</c:v>
                </c:pt>
                <c:pt idx="117">
                  <c:v>2.0792039620116529E-2</c:v>
                </c:pt>
                <c:pt idx="118">
                  <c:v>2.0835695828122693E-2</c:v>
                </c:pt>
                <c:pt idx="119">
                  <c:v>2.0839694386045989E-2</c:v>
                </c:pt>
                <c:pt idx="120">
                  <c:v>2.0869306576844583E-2</c:v>
                </c:pt>
                <c:pt idx="121">
                  <c:v>2.0883557937528288E-2</c:v>
                </c:pt>
                <c:pt idx="122">
                  <c:v>2.0916456866530358E-2</c:v>
                </c:pt>
                <c:pt idx="123">
                  <c:v>2.0939245426459641E-2</c:v>
                </c:pt>
                <c:pt idx="124">
                  <c:v>2.1014683858514602E-2</c:v>
                </c:pt>
                <c:pt idx="125">
                  <c:v>2.1048761568904482E-2</c:v>
                </c:pt>
                <c:pt idx="126">
                  <c:v>2.1072220959858744E-2</c:v>
                </c:pt>
                <c:pt idx="127">
                  <c:v>2.1072550420810989E-2</c:v>
                </c:pt>
                <c:pt idx="128">
                  <c:v>2.1160066031370203E-2</c:v>
                </c:pt>
                <c:pt idx="129">
                  <c:v>2.1193918478500027E-2</c:v>
                </c:pt>
                <c:pt idx="130">
                  <c:v>2.1264100187298431E-2</c:v>
                </c:pt>
                <c:pt idx="131">
                  <c:v>2.1285652144249965E-2</c:v>
                </c:pt>
                <c:pt idx="132">
                  <c:v>2.1299137277566924E-2</c:v>
                </c:pt>
                <c:pt idx="133">
                  <c:v>2.1330034757207003E-2</c:v>
                </c:pt>
                <c:pt idx="134">
                  <c:v>2.139491028475687E-2</c:v>
                </c:pt>
                <c:pt idx="135">
                  <c:v>2.1408224839947011E-2</c:v>
                </c:pt>
                <c:pt idx="136">
                  <c:v>2.1526579732944705E-2</c:v>
                </c:pt>
                <c:pt idx="137">
                  <c:v>2.1724833555679172E-2</c:v>
                </c:pt>
                <c:pt idx="138">
                  <c:v>2.1860561255419766E-2</c:v>
                </c:pt>
                <c:pt idx="139">
                  <c:v>2.1868108313850623E-2</c:v>
                </c:pt>
                <c:pt idx="140">
                  <c:v>2.1922962132367087E-2</c:v>
                </c:pt>
                <c:pt idx="141">
                  <c:v>2.196130059143481E-2</c:v>
                </c:pt>
                <c:pt idx="142">
                  <c:v>2.196230815156924E-2</c:v>
                </c:pt>
                <c:pt idx="143">
                  <c:v>2.2178489260441657E-2</c:v>
                </c:pt>
                <c:pt idx="144">
                  <c:v>2.226893459541086E-2</c:v>
                </c:pt>
                <c:pt idx="145">
                  <c:v>2.2272072139618081E-2</c:v>
                </c:pt>
                <c:pt idx="146">
                  <c:v>2.2289412177165374E-2</c:v>
                </c:pt>
                <c:pt idx="147">
                  <c:v>2.253417842227623E-2</c:v>
                </c:pt>
                <c:pt idx="148">
                  <c:v>2.253449377705502E-2</c:v>
                </c:pt>
                <c:pt idx="149">
                  <c:v>2.2559771334456372E-2</c:v>
                </c:pt>
                <c:pt idx="150">
                  <c:v>2.2650997673022703E-2</c:v>
                </c:pt>
                <c:pt idx="151">
                  <c:v>2.2707374074392054E-2</c:v>
                </c:pt>
                <c:pt idx="152">
                  <c:v>2.2710088470610235E-2</c:v>
                </c:pt>
                <c:pt idx="153">
                  <c:v>2.2745265231750744E-2</c:v>
                </c:pt>
                <c:pt idx="154">
                  <c:v>2.2839121822925454E-2</c:v>
                </c:pt>
                <c:pt idx="155">
                  <c:v>2.2931644168681931E-2</c:v>
                </c:pt>
                <c:pt idx="156">
                  <c:v>2.3103437061361694E-2</c:v>
                </c:pt>
                <c:pt idx="157">
                  <c:v>2.3129719260792037E-2</c:v>
                </c:pt>
                <c:pt idx="158">
                  <c:v>2.3161575358178147E-2</c:v>
                </c:pt>
                <c:pt idx="159">
                  <c:v>2.321471717880054E-2</c:v>
                </c:pt>
                <c:pt idx="160">
                  <c:v>2.3223916217405674E-2</c:v>
                </c:pt>
                <c:pt idx="161">
                  <c:v>2.3247179265834181E-2</c:v>
                </c:pt>
                <c:pt idx="162">
                  <c:v>2.3319694239727309E-2</c:v>
                </c:pt>
                <c:pt idx="163">
                  <c:v>2.3340783659182567E-2</c:v>
                </c:pt>
                <c:pt idx="164">
                  <c:v>2.339526929805082E-2</c:v>
                </c:pt>
                <c:pt idx="165">
                  <c:v>2.3450315855462429E-2</c:v>
                </c:pt>
                <c:pt idx="166">
                  <c:v>2.3505680966091902E-2</c:v>
                </c:pt>
                <c:pt idx="167">
                  <c:v>2.3522813092614784E-2</c:v>
                </c:pt>
                <c:pt idx="168">
                  <c:v>2.3528218229763902E-2</c:v>
                </c:pt>
                <c:pt idx="169">
                  <c:v>2.3610007371887932E-2</c:v>
                </c:pt>
                <c:pt idx="170">
                  <c:v>2.3671180686273673E-2</c:v>
                </c:pt>
                <c:pt idx="171">
                  <c:v>2.3803337038865661E-2</c:v>
                </c:pt>
                <c:pt idx="172">
                  <c:v>2.384117449872564E-2</c:v>
                </c:pt>
                <c:pt idx="173">
                  <c:v>2.3890905373300162E-2</c:v>
                </c:pt>
                <c:pt idx="174">
                  <c:v>2.3979898520208067E-2</c:v>
                </c:pt>
                <c:pt idx="175">
                  <c:v>2.4019872238880736E-2</c:v>
                </c:pt>
                <c:pt idx="176">
                  <c:v>2.4028752213200315E-2</c:v>
                </c:pt>
                <c:pt idx="177">
                  <c:v>2.4110941814319192E-2</c:v>
                </c:pt>
                <c:pt idx="178">
                  <c:v>2.4178404135712598E-2</c:v>
                </c:pt>
                <c:pt idx="179">
                  <c:v>2.4245118151989764E-2</c:v>
                </c:pt>
                <c:pt idx="180">
                  <c:v>2.4246296882368353E-2</c:v>
                </c:pt>
                <c:pt idx="181">
                  <c:v>2.4256807762148436E-2</c:v>
                </c:pt>
                <c:pt idx="182">
                  <c:v>2.4300641778867312E-2</c:v>
                </c:pt>
                <c:pt idx="183">
                  <c:v>2.4345474432461545E-2</c:v>
                </c:pt>
                <c:pt idx="184">
                  <c:v>2.4493215881306509E-2</c:v>
                </c:pt>
                <c:pt idx="185">
                  <c:v>2.4610695335288382E-2</c:v>
                </c:pt>
                <c:pt idx="186">
                  <c:v>2.4619427880454119E-2</c:v>
                </c:pt>
                <c:pt idx="187">
                  <c:v>2.4634485955590216E-2</c:v>
                </c:pt>
                <c:pt idx="188">
                  <c:v>2.4635623227300014E-2</c:v>
                </c:pt>
                <c:pt idx="189">
                  <c:v>2.4636654215412699E-2</c:v>
                </c:pt>
                <c:pt idx="190">
                  <c:v>2.4702574783048423E-2</c:v>
                </c:pt>
                <c:pt idx="191">
                  <c:v>2.4840667554414796E-2</c:v>
                </c:pt>
                <c:pt idx="192">
                  <c:v>2.4882099679208541E-2</c:v>
                </c:pt>
                <c:pt idx="193">
                  <c:v>2.4884957185164324E-2</c:v>
                </c:pt>
                <c:pt idx="194">
                  <c:v>2.4909761143768722E-2</c:v>
                </c:pt>
                <c:pt idx="195">
                  <c:v>2.4927933340578683E-2</c:v>
                </c:pt>
                <c:pt idx="196">
                  <c:v>2.5054942011981839E-2</c:v>
                </c:pt>
                <c:pt idx="197">
                  <c:v>2.5074777630550098E-2</c:v>
                </c:pt>
                <c:pt idx="198">
                  <c:v>2.5105042901654238E-2</c:v>
                </c:pt>
                <c:pt idx="199">
                  <c:v>2.5122609490622585E-2</c:v>
                </c:pt>
                <c:pt idx="200">
                  <c:v>2.5124061698978416E-2</c:v>
                </c:pt>
                <c:pt idx="201">
                  <c:v>2.5205335245657882E-2</c:v>
                </c:pt>
                <c:pt idx="202">
                  <c:v>2.527943772945173E-2</c:v>
                </c:pt>
                <c:pt idx="203">
                  <c:v>2.5284409011600492E-2</c:v>
                </c:pt>
                <c:pt idx="204">
                  <c:v>2.5287547709908896E-2</c:v>
                </c:pt>
                <c:pt idx="205">
                  <c:v>2.5291250604457902E-2</c:v>
                </c:pt>
                <c:pt idx="206">
                  <c:v>2.5331741200475693E-2</c:v>
                </c:pt>
                <c:pt idx="207">
                  <c:v>2.5339380156061939E-2</c:v>
                </c:pt>
                <c:pt idx="208">
                  <c:v>2.5347722876513372E-2</c:v>
                </c:pt>
                <c:pt idx="209">
                  <c:v>2.5386432772230429E-2</c:v>
                </c:pt>
                <c:pt idx="210">
                  <c:v>2.5472868685416126E-2</c:v>
                </c:pt>
                <c:pt idx="211">
                  <c:v>2.5481099979444262E-2</c:v>
                </c:pt>
                <c:pt idx="212">
                  <c:v>2.549677049498323E-2</c:v>
                </c:pt>
                <c:pt idx="213">
                  <c:v>2.5500938566857062E-2</c:v>
                </c:pt>
                <c:pt idx="214">
                  <c:v>2.5501185787788302E-2</c:v>
                </c:pt>
                <c:pt idx="215">
                  <c:v>2.5511565824766769E-2</c:v>
                </c:pt>
                <c:pt idx="216">
                  <c:v>2.5602404227773701E-2</c:v>
                </c:pt>
                <c:pt idx="217">
                  <c:v>2.5609805778246522E-2</c:v>
                </c:pt>
                <c:pt idx="218">
                  <c:v>2.561370378783466E-2</c:v>
                </c:pt>
                <c:pt idx="219">
                  <c:v>2.5618282603704426E-2</c:v>
                </c:pt>
                <c:pt idx="220">
                  <c:v>2.5638050909134891E-2</c:v>
                </c:pt>
                <c:pt idx="221">
                  <c:v>2.5661353849248055E-2</c:v>
                </c:pt>
                <c:pt idx="222">
                  <c:v>2.5673793480366486E-2</c:v>
                </c:pt>
                <c:pt idx="223">
                  <c:v>2.5709646911287545E-2</c:v>
                </c:pt>
                <c:pt idx="224">
                  <c:v>2.5740872179616264E-2</c:v>
                </c:pt>
                <c:pt idx="225">
                  <c:v>2.5779420122112214E-2</c:v>
                </c:pt>
                <c:pt idx="226">
                  <c:v>2.5782261473869323E-2</c:v>
                </c:pt>
                <c:pt idx="227">
                  <c:v>2.578520156150552E-2</c:v>
                </c:pt>
                <c:pt idx="228">
                  <c:v>2.5861380655302992E-2</c:v>
                </c:pt>
                <c:pt idx="229">
                  <c:v>2.5873874540479649E-2</c:v>
                </c:pt>
                <c:pt idx="230">
                  <c:v>2.5944006974140756E-2</c:v>
                </c:pt>
                <c:pt idx="231">
                  <c:v>2.6033838713724701E-2</c:v>
                </c:pt>
                <c:pt idx="232">
                  <c:v>2.6198658890493373E-2</c:v>
                </c:pt>
                <c:pt idx="233">
                  <c:v>2.6221661715417077E-2</c:v>
                </c:pt>
                <c:pt idx="234">
                  <c:v>2.6231122020420321E-2</c:v>
                </c:pt>
                <c:pt idx="235">
                  <c:v>2.6249742209449135E-2</c:v>
                </c:pt>
                <c:pt idx="236">
                  <c:v>2.6252991573892496E-2</c:v>
                </c:pt>
                <c:pt idx="237">
                  <c:v>2.6253683961528312E-2</c:v>
                </c:pt>
                <c:pt idx="238">
                  <c:v>2.6326627677423029E-2</c:v>
                </c:pt>
                <c:pt idx="239">
                  <c:v>2.6329638686378488E-2</c:v>
                </c:pt>
                <c:pt idx="240">
                  <c:v>2.6336362643709147E-2</c:v>
                </c:pt>
                <c:pt idx="241">
                  <c:v>2.6387715225027992E-2</c:v>
                </c:pt>
                <c:pt idx="242">
                  <c:v>2.6422166424166539E-2</c:v>
                </c:pt>
                <c:pt idx="243">
                  <c:v>2.6493438646203328E-2</c:v>
                </c:pt>
                <c:pt idx="244">
                  <c:v>2.6494997572391772E-2</c:v>
                </c:pt>
                <c:pt idx="245">
                  <c:v>2.6499671880683622E-2</c:v>
                </c:pt>
                <c:pt idx="246">
                  <c:v>2.6508889269356965E-2</c:v>
                </c:pt>
                <c:pt idx="247">
                  <c:v>2.6544708867512336E-2</c:v>
                </c:pt>
                <c:pt idx="248">
                  <c:v>2.65620766499697E-2</c:v>
                </c:pt>
                <c:pt idx="249">
                  <c:v>2.6573850983603368E-2</c:v>
                </c:pt>
                <c:pt idx="250">
                  <c:v>2.6644102560650938E-2</c:v>
                </c:pt>
                <c:pt idx="251">
                  <c:v>2.6696925514229891E-2</c:v>
                </c:pt>
                <c:pt idx="252">
                  <c:v>2.6736985236177437E-2</c:v>
                </c:pt>
                <c:pt idx="253">
                  <c:v>2.6752101493376378E-2</c:v>
                </c:pt>
                <c:pt idx="254">
                  <c:v>2.6769423407164469E-2</c:v>
                </c:pt>
                <c:pt idx="255">
                  <c:v>2.6773691159009835E-2</c:v>
                </c:pt>
                <c:pt idx="256">
                  <c:v>2.682771192524926E-2</c:v>
                </c:pt>
                <c:pt idx="257">
                  <c:v>2.6841112730467322E-2</c:v>
                </c:pt>
                <c:pt idx="258">
                  <c:v>2.703317046824652E-2</c:v>
                </c:pt>
                <c:pt idx="259">
                  <c:v>2.7037675481536006E-2</c:v>
                </c:pt>
                <c:pt idx="260">
                  <c:v>2.7067076481357845E-2</c:v>
                </c:pt>
                <c:pt idx="261">
                  <c:v>2.7077037618816309E-2</c:v>
                </c:pt>
                <c:pt idx="262">
                  <c:v>2.7149757155679261E-2</c:v>
                </c:pt>
                <c:pt idx="263">
                  <c:v>2.7169134563715475E-2</c:v>
                </c:pt>
                <c:pt idx="264">
                  <c:v>2.7172281084900007E-2</c:v>
                </c:pt>
                <c:pt idx="265">
                  <c:v>2.7208385293603692E-2</c:v>
                </c:pt>
                <c:pt idx="266">
                  <c:v>2.7258176426774226E-2</c:v>
                </c:pt>
                <c:pt idx="267">
                  <c:v>2.7291223400967859E-2</c:v>
                </c:pt>
                <c:pt idx="268">
                  <c:v>2.7308304757198733E-2</c:v>
                </c:pt>
                <c:pt idx="269">
                  <c:v>2.7325917104399203E-2</c:v>
                </c:pt>
                <c:pt idx="270">
                  <c:v>2.7328441500939327E-2</c:v>
                </c:pt>
                <c:pt idx="271">
                  <c:v>2.734351353350032E-2</c:v>
                </c:pt>
                <c:pt idx="272">
                  <c:v>2.7472452042820204E-2</c:v>
                </c:pt>
                <c:pt idx="273">
                  <c:v>2.7473115547030507E-2</c:v>
                </c:pt>
                <c:pt idx="274">
                  <c:v>2.7485350849914623E-2</c:v>
                </c:pt>
                <c:pt idx="275">
                  <c:v>2.7522536085511654E-2</c:v>
                </c:pt>
                <c:pt idx="276">
                  <c:v>2.7559729979893841E-2</c:v>
                </c:pt>
                <c:pt idx="277">
                  <c:v>2.7650594112282708E-2</c:v>
                </c:pt>
                <c:pt idx="278">
                  <c:v>2.7666171292043139E-2</c:v>
                </c:pt>
                <c:pt idx="279">
                  <c:v>2.7674643797140599E-2</c:v>
                </c:pt>
                <c:pt idx="280">
                  <c:v>2.7781697651822791E-2</c:v>
                </c:pt>
                <c:pt idx="281">
                  <c:v>2.7822100069167098E-2</c:v>
                </c:pt>
                <c:pt idx="282">
                  <c:v>2.7856862832280251E-2</c:v>
                </c:pt>
                <c:pt idx="283">
                  <c:v>2.7877521795953378E-2</c:v>
                </c:pt>
                <c:pt idx="284">
                  <c:v>2.7913729240587475E-2</c:v>
                </c:pt>
                <c:pt idx="285">
                  <c:v>2.791696456339076E-2</c:v>
                </c:pt>
                <c:pt idx="286">
                  <c:v>2.7944385459199646E-2</c:v>
                </c:pt>
                <c:pt idx="287">
                  <c:v>2.7998330972583835E-2</c:v>
                </c:pt>
                <c:pt idx="288">
                  <c:v>2.8003205981659847E-2</c:v>
                </c:pt>
                <c:pt idx="289">
                  <c:v>2.8066759753218391E-2</c:v>
                </c:pt>
                <c:pt idx="290">
                  <c:v>2.80840049909836E-2</c:v>
                </c:pt>
                <c:pt idx="291">
                  <c:v>2.8106963398894014E-2</c:v>
                </c:pt>
                <c:pt idx="292">
                  <c:v>2.8137714175918909E-2</c:v>
                </c:pt>
                <c:pt idx="293">
                  <c:v>2.8197796381280369E-2</c:v>
                </c:pt>
                <c:pt idx="294">
                  <c:v>2.8247304599839641E-2</c:v>
                </c:pt>
                <c:pt idx="295">
                  <c:v>2.8251151429097836E-2</c:v>
                </c:pt>
                <c:pt idx="296">
                  <c:v>2.8283770863984082E-2</c:v>
                </c:pt>
                <c:pt idx="297">
                  <c:v>2.8317556166438471E-2</c:v>
                </c:pt>
                <c:pt idx="298">
                  <c:v>2.857018224588527E-2</c:v>
                </c:pt>
                <c:pt idx="299">
                  <c:v>2.867285039409519E-2</c:v>
                </c:pt>
                <c:pt idx="300">
                  <c:v>2.8724654425521429E-2</c:v>
                </c:pt>
                <c:pt idx="301">
                  <c:v>2.883448290200805E-2</c:v>
                </c:pt>
                <c:pt idx="302">
                  <c:v>2.8840417988880186E-2</c:v>
                </c:pt>
                <c:pt idx="303">
                  <c:v>2.8845786205027028E-2</c:v>
                </c:pt>
                <c:pt idx="304">
                  <c:v>2.8884046761059722E-2</c:v>
                </c:pt>
                <c:pt idx="305">
                  <c:v>2.8898224184427959E-2</c:v>
                </c:pt>
                <c:pt idx="306">
                  <c:v>2.8902362216336654E-2</c:v>
                </c:pt>
                <c:pt idx="307">
                  <c:v>2.8939705945520658E-2</c:v>
                </c:pt>
                <c:pt idx="308">
                  <c:v>2.8942566782271487E-2</c:v>
                </c:pt>
                <c:pt idx="309">
                  <c:v>2.8977184185380006E-2</c:v>
                </c:pt>
                <c:pt idx="310">
                  <c:v>2.8978453841767289E-2</c:v>
                </c:pt>
                <c:pt idx="311">
                  <c:v>2.8994015588952107E-2</c:v>
                </c:pt>
                <c:pt idx="312">
                  <c:v>2.9052347243148938E-2</c:v>
                </c:pt>
                <c:pt idx="313">
                  <c:v>2.9069418404889778E-2</c:v>
                </c:pt>
                <c:pt idx="314">
                  <c:v>2.910495962970663E-2</c:v>
                </c:pt>
                <c:pt idx="315">
                  <c:v>2.9246673812641767E-2</c:v>
                </c:pt>
                <c:pt idx="316">
                  <c:v>2.9273047101499562E-2</c:v>
                </c:pt>
                <c:pt idx="317">
                  <c:v>2.9293074323938961E-2</c:v>
                </c:pt>
                <c:pt idx="318">
                  <c:v>2.9313202236875162E-2</c:v>
                </c:pt>
                <c:pt idx="319">
                  <c:v>2.9322260202835317E-2</c:v>
                </c:pt>
                <c:pt idx="320">
                  <c:v>2.9359607224557622E-2</c:v>
                </c:pt>
                <c:pt idx="321">
                  <c:v>2.94045839893451E-2</c:v>
                </c:pt>
                <c:pt idx="322">
                  <c:v>2.9421953858217328E-2</c:v>
                </c:pt>
                <c:pt idx="323">
                  <c:v>2.945626750110563E-2</c:v>
                </c:pt>
                <c:pt idx="324">
                  <c:v>2.945678482533098E-2</c:v>
                </c:pt>
                <c:pt idx="325">
                  <c:v>2.9502741922817065E-2</c:v>
                </c:pt>
                <c:pt idx="326">
                  <c:v>2.9511514511861511E-2</c:v>
                </c:pt>
                <c:pt idx="327">
                  <c:v>2.9517815029300513E-2</c:v>
                </c:pt>
                <c:pt idx="328">
                  <c:v>2.9524155718592477E-2</c:v>
                </c:pt>
                <c:pt idx="329">
                  <c:v>2.9527155360729574E-2</c:v>
                </c:pt>
                <c:pt idx="330">
                  <c:v>2.9542425528598416E-2</c:v>
                </c:pt>
                <c:pt idx="331">
                  <c:v>2.9662151086602119E-2</c:v>
                </c:pt>
                <c:pt idx="332">
                  <c:v>2.9717132022907263E-2</c:v>
                </c:pt>
                <c:pt idx="333">
                  <c:v>2.9744155019205888E-2</c:v>
                </c:pt>
                <c:pt idx="334">
                  <c:v>2.9817198192625217E-2</c:v>
                </c:pt>
                <c:pt idx="335">
                  <c:v>2.9852310499732332E-2</c:v>
                </c:pt>
                <c:pt idx="336">
                  <c:v>2.9884534729346386E-2</c:v>
                </c:pt>
                <c:pt idx="337">
                  <c:v>2.9936181733058589E-2</c:v>
                </c:pt>
                <c:pt idx="338">
                  <c:v>2.9942903581204921E-2</c:v>
                </c:pt>
                <c:pt idx="339">
                  <c:v>2.9950343269218874E-2</c:v>
                </c:pt>
                <c:pt idx="340">
                  <c:v>2.9954378145728006E-2</c:v>
                </c:pt>
                <c:pt idx="341">
                  <c:v>3.0025474713187492E-2</c:v>
                </c:pt>
                <c:pt idx="342">
                  <c:v>3.0117380138116556E-2</c:v>
                </c:pt>
                <c:pt idx="343">
                  <c:v>3.013933215903199E-2</c:v>
                </c:pt>
                <c:pt idx="344">
                  <c:v>3.0167032739287048E-2</c:v>
                </c:pt>
                <c:pt idx="345">
                  <c:v>3.018548002996924E-2</c:v>
                </c:pt>
                <c:pt idx="346">
                  <c:v>3.0192737300354842E-2</c:v>
                </c:pt>
                <c:pt idx="347">
                  <c:v>3.0232583051756714E-2</c:v>
                </c:pt>
                <c:pt idx="348">
                  <c:v>3.0236453801783188E-2</c:v>
                </c:pt>
                <c:pt idx="349">
                  <c:v>3.0259537484967382E-2</c:v>
                </c:pt>
                <c:pt idx="350">
                  <c:v>3.029809305493214E-2</c:v>
                </c:pt>
                <c:pt idx="351">
                  <c:v>3.0336099384738652E-2</c:v>
                </c:pt>
                <c:pt idx="352">
                  <c:v>3.0398710738882544E-2</c:v>
                </c:pt>
                <c:pt idx="353">
                  <c:v>3.0400947842756754E-2</c:v>
                </c:pt>
                <c:pt idx="354">
                  <c:v>3.0401683169358939E-2</c:v>
                </c:pt>
                <c:pt idx="355">
                  <c:v>3.040354315668202E-2</c:v>
                </c:pt>
                <c:pt idx="356">
                  <c:v>3.0413386283792511E-2</c:v>
                </c:pt>
                <c:pt idx="357">
                  <c:v>3.0439941921189932E-2</c:v>
                </c:pt>
                <c:pt idx="358">
                  <c:v>3.0450325296283446E-2</c:v>
                </c:pt>
                <c:pt idx="359">
                  <c:v>3.0505540956343696E-2</c:v>
                </c:pt>
                <c:pt idx="360">
                  <c:v>3.0510001183105005E-2</c:v>
                </c:pt>
                <c:pt idx="361">
                  <c:v>3.0595886531791953E-2</c:v>
                </c:pt>
                <c:pt idx="362">
                  <c:v>3.0633564500316915E-2</c:v>
                </c:pt>
                <c:pt idx="363">
                  <c:v>3.0650377193019711E-2</c:v>
                </c:pt>
                <c:pt idx="364">
                  <c:v>3.0669512258185611E-2</c:v>
                </c:pt>
                <c:pt idx="365">
                  <c:v>3.0742996046854713E-2</c:v>
                </c:pt>
                <c:pt idx="366">
                  <c:v>3.0771544128842743E-2</c:v>
                </c:pt>
                <c:pt idx="367">
                  <c:v>3.0778366388669785E-2</c:v>
                </c:pt>
                <c:pt idx="368">
                  <c:v>3.0801711167126926E-2</c:v>
                </c:pt>
                <c:pt idx="369">
                  <c:v>3.0820097210803185E-2</c:v>
                </c:pt>
                <c:pt idx="370">
                  <c:v>3.0836525279374017E-2</c:v>
                </c:pt>
                <c:pt idx="371">
                  <c:v>3.0839222370092473E-2</c:v>
                </c:pt>
                <c:pt idx="372">
                  <c:v>3.0857011012231018E-2</c:v>
                </c:pt>
                <c:pt idx="373">
                  <c:v>3.0867290147477078E-2</c:v>
                </c:pt>
                <c:pt idx="374">
                  <c:v>3.0922123974725546E-2</c:v>
                </c:pt>
                <c:pt idx="375">
                  <c:v>3.0925181372568517E-2</c:v>
                </c:pt>
                <c:pt idx="376">
                  <c:v>3.0928635615477928E-2</c:v>
                </c:pt>
                <c:pt idx="377">
                  <c:v>3.0948272954061183E-2</c:v>
                </c:pt>
                <c:pt idx="378">
                  <c:v>3.0953950314458419E-2</c:v>
                </c:pt>
                <c:pt idx="379">
                  <c:v>3.0969136265792518E-2</c:v>
                </c:pt>
                <c:pt idx="380">
                  <c:v>3.098016332913035E-2</c:v>
                </c:pt>
                <c:pt idx="381">
                  <c:v>3.0984965238504639E-2</c:v>
                </c:pt>
                <c:pt idx="382">
                  <c:v>3.0994435621960661E-2</c:v>
                </c:pt>
                <c:pt idx="383">
                  <c:v>3.1046923556102293E-2</c:v>
                </c:pt>
                <c:pt idx="384">
                  <c:v>3.1096333533415604E-2</c:v>
                </c:pt>
                <c:pt idx="385">
                  <c:v>3.1140612695318304E-2</c:v>
                </c:pt>
                <c:pt idx="386">
                  <c:v>3.1170610271512546E-2</c:v>
                </c:pt>
                <c:pt idx="387">
                  <c:v>3.1180399391982101E-2</c:v>
                </c:pt>
                <c:pt idx="388">
                  <c:v>3.1189165176456663E-2</c:v>
                </c:pt>
                <c:pt idx="389">
                  <c:v>3.1215033994144655E-2</c:v>
                </c:pt>
                <c:pt idx="390">
                  <c:v>3.1231920829560611E-2</c:v>
                </c:pt>
                <c:pt idx="391">
                  <c:v>3.1263139005907485E-2</c:v>
                </c:pt>
                <c:pt idx="392">
                  <c:v>3.1293012264638043E-2</c:v>
                </c:pt>
                <c:pt idx="393">
                  <c:v>3.1298340332178785E-2</c:v>
                </c:pt>
                <c:pt idx="394">
                  <c:v>3.1311591251627323E-2</c:v>
                </c:pt>
                <c:pt idx="395">
                  <c:v>3.1319958480780667E-2</c:v>
                </c:pt>
                <c:pt idx="396">
                  <c:v>3.1349359169950811E-2</c:v>
                </c:pt>
                <c:pt idx="397">
                  <c:v>3.1361400082303002E-2</c:v>
                </c:pt>
                <c:pt idx="398">
                  <c:v>3.1373306202646008E-2</c:v>
                </c:pt>
                <c:pt idx="399">
                  <c:v>3.1423853625559883E-2</c:v>
                </c:pt>
                <c:pt idx="400">
                  <c:v>3.1439854677847399E-2</c:v>
                </c:pt>
                <c:pt idx="401">
                  <c:v>3.1453529433616727E-2</c:v>
                </c:pt>
                <c:pt idx="402">
                  <c:v>3.1467085541234334E-2</c:v>
                </c:pt>
                <c:pt idx="403">
                  <c:v>3.1476107836111322E-2</c:v>
                </c:pt>
                <c:pt idx="404">
                  <c:v>3.1482417597822984E-2</c:v>
                </c:pt>
                <c:pt idx="405">
                  <c:v>3.1508765911070387E-2</c:v>
                </c:pt>
                <c:pt idx="406">
                  <c:v>3.1590374668622988E-2</c:v>
                </c:pt>
                <c:pt idx="407">
                  <c:v>3.1597046361728463E-2</c:v>
                </c:pt>
                <c:pt idx="408">
                  <c:v>3.168395366775778E-2</c:v>
                </c:pt>
                <c:pt idx="409">
                  <c:v>3.1712591576750111E-2</c:v>
                </c:pt>
                <c:pt idx="410">
                  <c:v>3.1724495121235832E-2</c:v>
                </c:pt>
                <c:pt idx="411">
                  <c:v>3.1742576868092884E-2</c:v>
                </c:pt>
                <c:pt idx="412">
                  <c:v>3.1773788201171639E-2</c:v>
                </c:pt>
                <c:pt idx="413">
                  <c:v>3.1775706638618659E-2</c:v>
                </c:pt>
                <c:pt idx="414">
                  <c:v>3.1788515145517462E-2</c:v>
                </c:pt>
                <c:pt idx="415">
                  <c:v>3.1810149922786787E-2</c:v>
                </c:pt>
                <c:pt idx="416">
                  <c:v>3.1828980720414388E-2</c:v>
                </c:pt>
                <c:pt idx="417">
                  <c:v>3.1850128274382834E-2</c:v>
                </c:pt>
                <c:pt idx="418">
                  <c:v>3.1871710990240006E-2</c:v>
                </c:pt>
                <c:pt idx="419">
                  <c:v>3.1874728713457111E-2</c:v>
                </c:pt>
                <c:pt idx="420">
                  <c:v>3.1874730766101297E-2</c:v>
                </c:pt>
                <c:pt idx="421">
                  <c:v>3.1933643177415191E-2</c:v>
                </c:pt>
                <c:pt idx="422">
                  <c:v>3.1994705872221765E-2</c:v>
                </c:pt>
                <c:pt idx="423">
                  <c:v>3.201316209889038E-2</c:v>
                </c:pt>
                <c:pt idx="424">
                  <c:v>3.201830134297428E-2</c:v>
                </c:pt>
                <c:pt idx="425">
                  <c:v>3.2021352477802315E-2</c:v>
                </c:pt>
                <c:pt idx="426">
                  <c:v>3.2028273818384412E-2</c:v>
                </c:pt>
                <c:pt idx="427">
                  <c:v>3.2124256720043903E-2</c:v>
                </c:pt>
                <c:pt idx="428">
                  <c:v>3.215797518844675E-2</c:v>
                </c:pt>
                <c:pt idx="429">
                  <c:v>3.2170917861651244E-2</c:v>
                </c:pt>
                <c:pt idx="430">
                  <c:v>3.2209843646366955E-2</c:v>
                </c:pt>
                <c:pt idx="431">
                  <c:v>3.2219498824846662E-2</c:v>
                </c:pt>
                <c:pt idx="432">
                  <c:v>3.222555857796694E-2</c:v>
                </c:pt>
                <c:pt idx="433">
                  <c:v>3.2234498644922796E-2</c:v>
                </c:pt>
                <c:pt idx="434">
                  <c:v>3.2241003509221204E-2</c:v>
                </c:pt>
                <c:pt idx="435">
                  <c:v>3.2249480257723166E-2</c:v>
                </c:pt>
                <c:pt idx="436">
                  <c:v>3.2258797270070805E-2</c:v>
                </c:pt>
                <c:pt idx="437">
                  <c:v>3.229657701754101E-2</c:v>
                </c:pt>
                <c:pt idx="438">
                  <c:v>3.2324688769657085E-2</c:v>
                </c:pt>
                <c:pt idx="439">
                  <c:v>3.2331678768004739E-2</c:v>
                </c:pt>
                <c:pt idx="440">
                  <c:v>3.237499688908612E-2</c:v>
                </c:pt>
                <c:pt idx="441">
                  <c:v>3.2412761636044805E-2</c:v>
                </c:pt>
                <c:pt idx="442">
                  <c:v>3.2419380805110108E-2</c:v>
                </c:pt>
                <c:pt idx="443">
                  <c:v>3.2434571566374866E-2</c:v>
                </c:pt>
                <c:pt idx="444">
                  <c:v>3.2447312004404559E-2</c:v>
                </c:pt>
                <c:pt idx="445">
                  <c:v>3.2478317507410648E-2</c:v>
                </c:pt>
                <c:pt idx="446">
                  <c:v>3.2487843161795746E-2</c:v>
                </c:pt>
                <c:pt idx="447">
                  <c:v>3.2491833960735746E-2</c:v>
                </c:pt>
                <c:pt idx="448">
                  <c:v>3.2556823639556177E-2</c:v>
                </c:pt>
                <c:pt idx="449">
                  <c:v>3.2558466988666074E-2</c:v>
                </c:pt>
                <c:pt idx="450">
                  <c:v>3.2664475314467784E-2</c:v>
                </c:pt>
                <c:pt idx="451">
                  <c:v>3.2666401034285572E-2</c:v>
                </c:pt>
                <c:pt idx="452">
                  <c:v>3.2691508992411911E-2</c:v>
                </c:pt>
                <c:pt idx="453">
                  <c:v>3.2693915915064653E-2</c:v>
                </c:pt>
                <c:pt idx="454">
                  <c:v>3.2697239551474133E-2</c:v>
                </c:pt>
                <c:pt idx="455">
                  <c:v>3.2719758439072134E-2</c:v>
                </c:pt>
                <c:pt idx="456">
                  <c:v>3.2725882819643483E-2</c:v>
                </c:pt>
                <c:pt idx="457">
                  <c:v>3.273352813521202E-2</c:v>
                </c:pt>
                <c:pt idx="458">
                  <c:v>3.2738488003681177E-2</c:v>
                </c:pt>
                <c:pt idx="459">
                  <c:v>3.2755861122846154E-2</c:v>
                </c:pt>
                <c:pt idx="460">
                  <c:v>3.2765195524539534E-2</c:v>
                </c:pt>
                <c:pt idx="461">
                  <c:v>3.2770293472460271E-2</c:v>
                </c:pt>
                <c:pt idx="462">
                  <c:v>3.2773831898186723E-2</c:v>
                </c:pt>
                <c:pt idx="463">
                  <c:v>3.277524360199742E-2</c:v>
                </c:pt>
                <c:pt idx="464">
                  <c:v>3.2807764136701396E-2</c:v>
                </c:pt>
                <c:pt idx="465">
                  <c:v>3.2823273255641355E-2</c:v>
                </c:pt>
                <c:pt idx="466">
                  <c:v>3.2835460068617442E-2</c:v>
                </c:pt>
                <c:pt idx="467">
                  <c:v>3.2848202435574292E-2</c:v>
                </c:pt>
                <c:pt idx="468">
                  <c:v>3.2864090270628407E-2</c:v>
                </c:pt>
                <c:pt idx="469">
                  <c:v>3.2902639992162516E-2</c:v>
                </c:pt>
                <c:pt idx="470">
                  <c:v>3.2924500890545098E-2</c:v>
                </c:pt>
                <c:pt idx="471">
                  <c:v>3.2927808103701592E-2</c:v>
                </c:pt>
                <c:pt idx="472">
                  <c:v>3.2953536931737984E-2</c:v>
                </c:pt>
                <c:pt idx="473">
                  <c:v>3.2971628008699343E-2</c:v>
                </c:pt>
                <c:pt idx="474">
                  <c:v>3.2981641023185217E-2</c:v>
                </c:pt>
                <c:pt idx="475">
                  <c:v>3.2983480129917052E-2</c:v>
                </c:pt>
                <c:pt idx="476">
                  <c:v>3.3052708649685923E-2</c:v>
                </c:pt>
                <c:pt idx="477">
                  <c:v>3.3080497951131015E-2</c:v>
                </c:pt>
                <c:pt idx="478">
                  <c:v>3.3101048911482057E-2</c:v>
                </c:pt>
                <c:pt idx="479">
                  <c:v>3.3104466349434085E-2</c:v>
                </c:pt>
                <c:pt idx="480">
                  <c:v>3.3113083502086089E-2</c:v>
                </c:pt>
                <c:pt idx="481">
                  <c:v>3.3183282420003089E-2</c:v>
                </c:pt>
                <c:pt idx="482">
                  <c:v>3.3206477167973203E-2</c:v>
                </c:pt>
                <c:pt idx="483">
                  <c:v>3.3259667515800395E-2</c:v>
                </c:pt>
                <c:pt idx="484">
                  <c:v>3.3267098886016498E-2</c:v>
                </c:pt>
                <c:pt idx="485">
                  <c:v>3.327451814935288E-2</c:v>
                </c:pt>
                <c:pt idx="486">
                  <c:v>3.3309384694085842E-2</c:v>
                </c:pt>
                <c:pt idx="487">
                  <c:v>3.3399045280118174E-2</c:v>
                </c:pt>
                <c:pt idx="488">
                  <c:v>3.3418540154301318E-2</c:v>
                </c:pt>
                <c:pt idx="489">
                  <c:v>3.342496468693347E-2</c:v>
                </c:pt>
                <c:pt idx="490">
                  <c:v>3.3441460685589099E-2</c:v>
                </c:pt>
                <c:pt idx="491">
                  <c:v>3.3475481141725036E-2</c:v>
                </c:pt>
                <c:pt idx="492">
                  <c:v>3.3501474170610022E-2</c:v>
                </c:pt>
                <c:pt idx="493">
                  <c:v>3.3503981153473569E-2</c:v>
                </c:pt>
                <c:pt idx="494">
                  <c:v>3.3533740004061306E-2</c:v>
                </c:pt>
                <c:pt idx="495">
                  <c:v>3.3553686122710528E-2</c:v>
                </c:pt>
                <c:pt idx="496">
                  <c:v>3.3555519483820566E-2</c:v>
                </c:pt>
                <c:pt idx="497">
                  <c:v>3.3638916485164795E-2</c:v>
                </c:pt>
                <c:pt idx="498">
                  <c:v>3.3666553477363761E-2</c:v>
                </c:pt>
                <c:pt idx="499">
                  <c:v>3.3690333164097648E-2</c:v>
                </c:pt>
                <c:pt idx="500">
                  <c:v>3.3695594527383549E-2</c:v>
                </c:pt>
                <c:pt idx="501">
                  <c:v>3.3708416067768511E-2</c:v>
                </c:pt>
                <c:pt idx="502">
                  <c:v>3.3730845161523172E-2</c:v>
                </c:pt>
                <c:pt idx="503">
                  <c:v>3.3781164472978999E-2</c:v>
                </c:pt>
                <c:pt idx="504">
                  <c:v>3.3832309213282875E-2</c:v>
                </c:pt>
                <c:pt idx="505">
                  <c:v>3.3841100005772957E-2</c:v>
                </c:pt>
                <c:pt idx="506">
                  <c:v>3.3855594823889189E-2</c:v>
                </c:pt>
                <c:pt idx="507">
                  <c:v>3.3859005751816745E-2</c:v>
                </c:pt>
                <c:pt idx="508">
                  <c:v>3.3959342216121041E-2</c:v>
                </c:pt>
                <c:pt idx="509">
                  <c:v>3.4041719816292254E-2</c:v>
                </c:pt>
                <c:pt idx="510">
                  <c:v>3.4044913204599472E-2</c:v>
                </c:pt>
                <c:pt idx="511">
                  <c:v>3.40687740581192E-2</c:v>
                </c:pt>
                <c:pt idx="512">
                  <c:v>3.4110496745348745E-2</c:v>
                </c:pt>
                <c:pt idx="513">
                  <c:v>3.4113440655914956E-2</c:v>
                </c:pt>
                <c:pt idx="514">
                  <c:v>3.4121545448734622E-2</c:v>
                </c:pt>
                <c:pt idx="515">
                  <c:v>3.4129490640828777E-2</c:v>
                </c:pt>
                <c:pt idx="516">
                  <c:v>3.4132286166390358E-2</c:v>
                </c:pt>
                <c:pt idx="517">
                  <c:v>3.4176626839293255E-2</c:v>
                </c:pt>
                <c:pt idx="518">
                  <c:v>3.4176781621623048E-2</c:v>
                </c:pt>
                <c:pt idx="519">
                  <c:v>3.4186119709814923E-2</c:v>
                </c:pt>
                <c:pt idx="520">
                  <c:v>3.4270254578363156E-2</c:v>
                </c:pt>
                <c:pt idx="521">
                  <c:v>3.4278318457959762E-2</c:v>
                </c:pt>
                <c:pt idx="522">
                  <c:v>3.4297392991272581E-2</c:v>
                </c:pt>
                <c:pt idx="523">
                  <c:v>3.431541418386852E-2</c:v>
                </c:pt>
                <c:pt idx="524">
                  <c:v>3.437319782092934E-2</c:v>
                </c:pt>
                <c:pt idx="525">
                  <c:v>3.43839982218897E-2</c:v>
                </c:pt>
                <c:pt idx="526">
                  <c:v>3.4407072507318705E-2</c:v>
                </c:pt>
                <c:pt idx="527">
                  <c:v>3.4490400493664093E-2</c:v>
                </c:pt>
                <c:pt idx="528">
                  <c:v>3.4506640584926571E-2</c:v>
                </c:pt>
                <c:pt idx="529">
                  <c:v>3.4524556282724217E-2</c:v>
                </c:pt>
                <c:pt idx="530">
                  <c:v>3.4531166534156651E-2</c:v>
                </c:pt>
                <c:pt idx="531">
                  <c:v>3.4537796850064771E-2</c:v>
                </c:pt>
                <c:pt idx="532">
                  <c:v>3.4550195690687666E-2</c:v>
                </c:pt>
                <c:pt idx="533">
                  <c:v>3.455067891357979E-2</c:v>
                </c:pt>
                <c:pt idx="534">
                  <c:v>3.4553153594260366E-2</c:v>
                </c:pt>
                <c:pt idx="535">
                  <c:v>3.4588021045537175E-2</c:v>
                </c:pt>
                <c:pt idx="536">
                  <c:v>3.4591445086702921E-2</c:v>
                </c:pt>
                <c:pt idx="537">
                  <c:v>3.4598594333244234E-2</c:v>
                </c:pt>
                <c:pt idx="538">
                  <c:v>3.4613609325841337E-2</c:v>
                </c:pt>
                <c:pt idx="539">
                  <c:v>3.4615460816147844E-2</c:v>
                </c:pt>
                <c:pt idx="540">
                  <c:v>3.4662576193352029E-2</c:v>
                </c:pt>
                <c:pt idx="541">
                  <c:v>3.4671981867635503E-2</c:v>
                </c:pt>
                <c:pt idx="542">
                  <c:v>3.4697953497911618E-2</c:v>
                </c:pt>
                <c:pt idx="543">
                  <c:v>3.4719690305271923E-2</c:v>
                </c:pt>
                <c:pt idx="544">
                  <c:v>3.472503561138289E-2</c:v>
                </c:pt>
                <c:pt idx="545">
                  <c:v>3.474809571112146E-2</c:v>
                </c:pt>
                <c:pt idx="546">
                  <c:v>3.4748961412181666E-2</c:v>
                </c:pt>
                <c:pt idx="547">
                  <c:v>3.4765659788204215E-2</c:v>
                </c:pt>
                <c:pt idx="548">
                  <c:v>3.4826598533780034E-2</c:v>
                </c:pt>
                <c:pt idx="549">
                  <c:v>3.4850033440909853E-2</c:v>
                </c:pt>
                <c:pt idx="550">
                  <c:v>3.4903940733924957E-2</c:v>
                </c:pt>
                <c:pt idx="551">
                  <c:v>3.4984871779215908E-2</c:v>
                </c:pt>
                <c:pt idx="552">
                  <c:v>3.5011887311090027E-2</c:v>
                </c:pt>
                <c:pt idx="553">
                  <c:v>3.5019139157056497E-2</c:v>
                </c:pt>
                <c:pt idx="554">
                  <c:v>3.5090095062340849E-2</c:v>
                </c:pt>
                <c:pt idx="555">
                  <c:v>3.5092747439480862E-2</c:v>
                </c:pt>
                <c:pt idx="556">
                  <c:v>3.5125141117178037E-2</c:v>
                </c:pt>
                <c:pt idx="557">
                  <c:v>3.5127888445234547E-2</c:v>
                </c:pt>
                <c:pt idx="558">
                  <c:v>3.5131467235464016E-2</c:v>
                </c:pt>
                <c:pt idx="559">
                  <c:v>3.5168119870211907E-2</c:v>
                </c:pt>
                <c:pt idx="560">
                  <c:v>3.5184187425834387E-2</c:v>
                </c:pt>
                <c:pt idx="561">
                  <c:v>3.5232012933137741E-2</c:v>
                </c:pt>
                <c:pt idx="562">
                  <c:v>3.5240650312212754E-2</c:v>
                </c:pt>
                <c:pt idx="563">
                  <c:v>3.5276580723429894E-2</c:v>
                </c:pt>
                <c:pt idx="564">
                  <c:v>3.5294638321515082E-2</c:v>
                </c:pt>
                <c:pt idx="565">
                  <c:v>3.5302790676742184E-2</c:v>
                </c:pt>
                <c:pt idx="566">
                  <c:v>3.5308483409500387E-2</c:v>
                </c:pt>
                <c:pt idx="567">
                  <c:v>3.5313078893747699E-2</c:v>
                </c:pt>
                <c:pt idx="568">
                  <c:v>3.5356068720657947E-2</c:v>
                </c:pt>
                <c:pt idx="569">
                  <c:v>3.535724090716421E-2</c:v>
                </c:pt>
                <c:pt idx="570">
                  <c:v>3.5370178351931417E-2</c:v>
                </c:pt>
                <c:pt idx="571">
                  <c:v>3.5404925861388124E-2</c:v>
                </c:pt>
                <c:pt idx="572">
                  <c:v>3.5420508530767836E-2</c:v>
                </c:pt>
                <c:pt idx="573">
                  <c:v>3.5432887943979016E-2</c:v>
                </c:pt>
                <c:pt idx="574">
                  <c:v>3.5468777334006329E-2</c:v>
                </c:pt>
                <c:pt idx="575">
                  <c:v>3.5594058237746112E-2</c:v>
                </c:pt>
                <c:pt idx="576">
                  <c:v>3.5600538793398244E-2</c:v>
                </c:pt>
                <c:pt idx="577">
                  <c:v>3.5604833018019068E-2</c:v>
                </c:pt>
                <c:pt idx="578">
                  <c:v>3.5650969655949029E-2</c:v>
                </c:pt>
                <c:pt idx="579">
                  <c:v>3.565234121180854E-2</c:v>
                </c:pt>
                <c:pt idx="580">
                  <c:v>3.5740767701405496E-2</c:v>
                </c:pt>
                <c:pt idx="581">
                  <c:v>3.5759356584798452E-2</c:v>
                </c:pt>
                <c:pt idx="582">
                  <c:v>3.5781991074186711E-2</c:v>
                </c:pt>
                <c:pt idx="583">
                  <c:v>3.5868471938064764E-2</c:v>
                </c:pt>
                <c:pt idx="584">
                  <c:v>3.5874396066582916E-2</c:v>
                </c:pt>
                <c:pt idx="585">
                  <c:v>3.5882979816724683E-2</c:v>
                </c:pt>
                <c:pt idx="586">
                  <c:v>3.5891755252511981E-2</c:v>
                </c:pt>
                <c:pt idx="587">
                  <c:v>3.5917447106732343E-2</c:v>
                </c:pt>
                <c:pt idx="588">
                  <c:v>3.5920966693798337E-2</c:v>
                </c:pt>
                <c:pt idx="589">
                  <c:v>3.5960704657760724E-2</c:v>
                </c:pt>
                <c:pt idx="590">
                  <c:v>3.5979452318513593E-2</c:v>
                </c:pt>
                <c:pt idx="591">
                  <c:v>3.6006346208834659E-2</c:v>
                </c:pt>
                <c:pt idx="592">
                  <c:v>3.603511403708301E-2</c:v>
                </c:pt>
                <c:pt idx="593">
                  <c:v>3.6036334790716329E-2</c:v>
                </c:pt>
                <c:pt idx="594">
                  <c:v>3.6048932197957871E-2</c:v>
                </c:pt>
                <c:pt idx="595">
                  <c:v>3.6051414342387546E-2</c:v>
                </c:pt>
                <c:pt idx="596">
                  <c:v>3.6067921445883028E-2</c:v>
                </c:pt>
                <c:pt idx="597">
                  <c:v>3.6068308900954568E-2</c:v>
                </c:pt>
                <c:pt idx="598">
                  <c:v>3.6104051818455898E-2</c:v>
                </c:pt>
                <c:pt idx="599">
                  <c:v>3.6120410431112124E-2</c:v>
                </c:pt>
                <c:pt idx="600">
                  <c:v>3.6128855037488139E-2</c:v>
                </c:pt>
                <c:pt idx="601">
                  <c:v>3.6131559945580552E-2</c:v>
                </c:pt>
                <c:pt idx="602">
                  <c:v>3.6137576584660921E-2</c:v>
                </c:pt>
                <c:pt idx="603">
                  <c:v>3.6161056485906569E-2</c:v>
                </c:pt>
                <c:pt idx="604">
                  <c:v>3.6173739616412452E-2</c:v>
                </c:pt>
                <c:pt idx="605">
                  <c:v>3.6267054860837263E-2</c:v>
                </c:pt>
                <c:pt idx="606">
                  <c:v>3.6269463906114172E-2</c:v>
                </c:pt>
                <c:pt idx="607">
                  <c:v>3.6274293164023357E-2</c:v>
                </c:pt>
                <c:pt idx="608">
                  <c:v>3.6291153143942684E-2</c:v>
                </c:pt>
                <c:pt idx="609">
                  <c:v>3.6291664593070289E-2</c:v>
                </c:pt>
                <c:pt idx="610">
                  <c:v>3.6295061083196238E-2</c:v>
                </c:pt>
                <c:pt idx="611">
                  <c:v>3.6303801319023617E-2</c:v>
                </c:pt>
                <c:pt idx="612">
                  <c:v>3.6329483629697394E-2</c:v>
                </c:pt>
                <c:pt idx="613">
                  <c:v>3.6337269002039138E-2</c:v>
                </c:pt>
                <c:pt idx="614">
                  <c:v>3.6337994925007756E-2</c:v>
                </c:pt>
                <c:pt idx="615">
                  <c:v>3.6343725402968041E-2</c:v>
                </c:pt>
                <c:pt idx="616">
                  <c:v>3.6345561196256169E-2</c:v>
                </c:pt>
                <c:pt idx="617">
                  <c:v>3.6443118785831487E-2</c:v>
                </c:pt>
                <c:pt idx="618">
                  <c:v>3.6459900235596643E-2</c:v>
                </c:pt>
                <c:pt idx="619">
                  <c:v>3.6528581490364802E-2</c:v>
                </c:pt>
                <c:pt idx="620">
                  <c:v>3.65398188673473E-2</c:v>
                </c:pt>
                <c:pt idx="621">
                  <c:v>3.6541066076804893E-2</c:v>
                </c:pt>
                <c:pt idx="622">
                  <c:v>3.6553493319263552E-2</c:v>
                </c:pt>
                <c:pt idx="623">
                  <c:v>3.6560868314772448E-2</c:v>
                </c:pt>
                <c:pt idx="624">
                  <c:v>3.6590868276607652E-2</c:v>
                </c:pt>
                <c:pt idx="625">
                  <c:v>3.6597218124299453E-2</c:v>
                </c:pt>
                <c:pt idx="626">
                  <c:v>3.6628367298304314E-2</c:v>
                </c:pt>
                <c:pt idx="627">
                  <c:v>3.6637863031149825E-2</c:v>
                </c:pt>
                <c:pt idx="628">
                  <c:v>3.6648085197864298E-2</c:v>
                </c:pt>
                <c:pt idx="629">
                  <c:v>3.6679182036105769E-2</c:v>
                </c:pt>
                <c:pt idx="630">
                  <c:v>3.6702545921582154E-2</c:v>
                </c:pt>
                <c:pt idx="631">
                  <c:v>3.6717526163477163E-2</c:v>
                </c:pt>
                <c:pt idx="632">
                  <c:v>3.6723726766081259E-2</c:v>
                </c:pt>
                <c:pt idx="633">
                  <c:v>3.673076091642466E-2</c:v>
                </c:pt>
                <c:pt idx="634">
                  <c:v>3.6732799328929325E-2</c:v>
                </c:pt>
                <c:pt idx="635">
                  <c:v>3.6741040293407391E-2</c:v>
                </c:pt>
                <c:pt idx="636">
                  <c:v>3.6757541506622082E-2</c:v>
                </c:pt>
                <c:pt idx="637">
                  <c:v>3.6819462597723653E-2</c:v>
                </c:pt>
                <c:pt idx="638">
                  <c:v>3.6833192989926357E-2</c:v>
                </c:pt>
                <c:pt idx="639">
                  <c:v>3.6839604009161656E-2</c:v>
                </c:pt>
                <c:pt idx="640">
                  <c:v>3.6847427430208267E-2</c:v>
                </c:pt>
                <c:pt idx="641">
                  <c:v>3.6874810018411856E-2</c:v>
                </c:pt>
                <c:pt idx="642">
                  <c:v>3.6898281071788691E-2</c:v>
                </c:pt>
                <c:pt idx="643">
                  <c:v>3.6912677761730094E-2</c:v>
                </c:pt>
                <c:pt idx="644">
                  <c:v>3.691598099742336E-2</c:v>
                </c:pt>
                <c:pt idx="645">
                  <c:v>3.6937240033510656E-2</c:v>
                </c:pt>
                <c:pt idx="646">
                  <c:v>3.697793486233783E-2</c:v>
                </c:pt>
                <c:pt idx="647">
                  <c:v>3.6991061320583989E-2</c:v>
                </c:pt>
                <c:pt idx="648">
                  <c:v>3.699946052386352E-2</c:v>
                </c:pt>
                <c:pt idx="649">
                  <c:v>3.7055838802409403E-2</c:v>
                </c:pt>
                <c:pt idx="650">
                  <c:v>3.705665526855758E-2</c:v>
                </c:pt>
                <c:pt idx="651">
                  <c:v>3.7063605843313148E-2</c:v>
                </c:pt>
                <c:pt idx="652">
                  <c:v>3.7093912035418453E-2</c:v>
                </c:pt>
                <c:pt idx="653">
                  <c:v>3.7095423408969173E-2</c:v>
                </c:pt>
                <c:pt idx="654">
                  <c:v>3.7099774636162562E-2</c:v>
                </c:pt>
                <c:pt idx="655">
                  <c:v>3.7102362070815062E-2</c:v>
                </c:pt>
                <c:pt idx="656">
                  <c:v>3.711982431592388E-2</c:v>
                </c:pt>
                <c:pt idx="657">
                  <c:v>3.7152118605050549E-2</c:v>
                </c:pt>
                <c:pt idx="658">
                  <c:v>3.7168722881456541E-2</c:v>
                </c:pt>
                <c:pt idx="659">
                  <c:v>3.7183518757539905E-2</c:v>
                </c:pt>
                <c:pt idx="660">
                  <c:v>3.7197849873616809E-2</c:v>
                </c:pt>
                <c:pt idx="661">
                  <c:v>3.7210123986129898E-2</c:v>
                </c:pt>
                <c:pt idx="662">
                  <c:v>3.7218897272810199E-2</c:v>
                </c:pt>
                <c:pt idx="663">
                  <c:v>3.7223635319200664E-2</c:v>
                </c:pt>
                <c:pt idx="664">
                  <c:v>3.7228044332145063E-2</c:v>
                </c:pt>
                <c:pt idx="665">
                  <c:v>3.7243630582634517E-2</c:v>
                </c:pt>
                <c:pt idx="666">
                  <c:v>3.7295978241787507E-2</c:v>
                </c:pt>
                <c:pt idx="667">
                  <c:v>3.7329605699524662E-2</c:v>
                </c:pt>
                <c:pt idx="668">
                  <c:v>3.7354463340111811E-2</c:v>
                </c:pt>
                <c:pt idx="669">
                  <c:v>3.7363117534770569E-2</c:v>
                </c:pt>
                <c:pt idx="670">
                  <c:v>3.7375075799180299E-2</c:v>
                </c:pt>
                <c:pt idx="671">
                  <c:v>3.7387043948546625E-2</c:v>
                </c:pt>
                <c:pt idx="672">
                  <c:v>3.7392115192410938E-2</c:v>
                </c:pt>
                <c:pt idx="673">
                  <c:v>3.7426997766112226E-2</c:v>
                </c:pt>
                <c:pt idx="674">
                  <c:v>3.7428989040992178E-2</c:v>
                </c:pt>
                <c:pt idx="675">
                  <c:v>3.7431740702927027E-2</c:v>
                </c:pt>
                <c:pt idx="676">
                  <c:v>3.7432546601032526E-2</c:v>
                </c:pt>
                <c:pt idx="677">
                  <c:v>3.7447004808966219E-2</c:v>
                </c:pt>
                <c:pt idx="678">
                  <c:v>3.7569292732391867E-2</c:v>
                </c:pt>
                <c:pt idx="679">
                  <c:v>3.7578545750728005E-2</c:v>
                </c:pt>
                <c:pt idx="680">
                  <c:v>3.7630843596114086E-2</c:v>
                </c:pt>
                <c:pt idx="681">
                  <c:v>3.7662111008819166E-2</c:v>
                </c:pt>
                <c:pt idx="682">
                  <c:v>3.7692262619478362E-2</c:v>
                </c:pt>
                <c:pt idx="683">
                  <c:v>3.7730529628137693E-2</c:v>
                </c:pt>
                <c:pt idx="684">
                  <c:v>3.7739963052223803E-2</c:v>
                </c:pt>
                <c:pt idx="685">
                  <c:v>3.7754957756534008E-2</c:v>
                </c:pt>
                <c:pt idx="686">
                  <c:v>3.7775207201303361E-2</c:v>
                </c:pt>
                <c:pt idx="687">
                  <c:v>3.7799635580582518E-2</c:v>
                </c:pt>
                <c:pt idx="688">
                  <c:v>3.7810939994056124E-2</c:v>
                </c:pt>
                <c:pt idx="689">
                  <c:v>3.7828686828530037E-2</c:v>
                </c:pt>
                <c:pt idx="690">
                  <c:v>3.7829383288169732E-2</c:v>
                </c:pt>
                <c:pt idx="691">
                  <c:v>3.7851880118723764E-2</c:v>
                </c:pt>
                <c:pt idx="692">
                  <c:v>3.7884568814998139E-2</c:v>
                </c:pt>
                <c:pt idx="693">
                  <c:v>3.7896934179046597E-2</c:v>
                </c:pt>
                <c:pt idx="694">
                  <c:v>3.7978988795885564E-2</c:v>
                </c:pt>
                <c:pt idx="695">
                  <c:v>3.8010548231020513E-2</c:v>
                </c:pt>
                <c:pt idx="696">
                  <c:v>3.8017283640003015E-2</c:v>
                </c:pt>
                <c:pt idx="697">
                  <c:v>3.8049734926782583E-2</c:v>
                </c:pt>
                <c:pt idx="698">
                  <c:v>3.8065243269765382E-2</c:v>
                </c:pt>
                <c:pt idx="699">
                  <c:v>3.8105693094323871E-2</c:v>
                </c:pt>
                <c:pt idx="700">
                  <c:v>3.8126977978673302E-2</c:v>
                </c:pt>
                <c:pt idx="701">
                  <c:v>3.8127897904538306E-2</c:v>
                </c:pt>
                <c:pt idx="702">
                  <c:v>3.8129372595835855E-2</c:v>
                </c:pt>
                <c:pt idx="703">
                  <c:v>3.8129967989133963E-2</c:v>
                </c:pt>
                <c:pt idx="704">
                  <c:v>3.8141991346148596E-2</c:v>
                </c:pt>
                <c:pt idx="705">
                  <c:v>3.8166725090460062E-2</c:v>
                </c:pt>
                <c:pt idx="706">
                  <c:v>3.8182471221498697E-2</c:v>
                </c:pt>
                <c:pt idx="707">
                  <c:v>3.8191248445079561E-2</c:v>
                </c:pt>
                <c:pt idx="708">
                  <c:v>3.8194379344840851E-2</c:v>
                </c:pt>
                <c:pt idx="709">
                  <c:v>3.8200161333296789E-2</c:v>
                </c:pt>
                <c:pt idx="710">
                  <c:v>3.8205619068768265E-2</c:v>
                </c:pt>
                <c:pt idx="711">
                  <c:v>3.8209473645476291E-2</c:v>
                </c:pt>
                <c:pt idx="712">
                  <c:v>3.8221899721678783E-2</c:v>
                </c:pt>
                <c:pt idx="713">
                  <c:v>3.8229439464737482E-2</c:v>
                </c:pt>
                <c:pt idx="714">
                  <c:v>3.8230802275513599E-2</c:v>
                </c:pt>
                <c:pt idx="715">
                  <c:v>3.8270140246264808E-2</c:v>
                </c:pt>
                <c:pt idx="716">
                  <c:v>3.8306450377642451E-2</c:v>
                </c:pt>
                <c:pt idx="717">
                  <c:v>3.8327410541448011E-2</c:v>
                </c:pt>
                <c:pt idx="718">
                  <c:v>3.8331046456348591E-2</c:v>
                </c:pt>
                <c:pt idx="719">
                  <c:v>3.8386292500363448E-2</c:v>
                </c:pt>
                <c:pt idx="720">
                  <c:v>3.8390544189501552E-2</c:v>
                </c:pt>
                <c:pt idx="721">
                  <c:v>3.8421791179937152E-2</c:v>
                </c:pt>
                <c:pt idx="722">
                  <c:v>3.8440471376140907E-2</c:v>
                </c:pt>
                <c:pt idx="723">
                  <c:v>3.8462554532837201E-2</c:v>
                </c:pt>
                <c:pt idx="724">
                  <c:v>3.8466584138748032E-2</c:v>
                </c:pt>
                <c:pt idx="725">
                  <c:v>3.8496805111239873E-2</c:v>
                </c:pt>
                <c:pt idx="726">
                  <c:v>3.8504916899420719E-2</c:v>
                </c:pt>
                <c:pt idx="727">
                  <c:v>3.8506303740535305E-2</c:v>
                </c:pt>
                <c:pt idx="728">
                  <c:v>3.8557617308022159E-2</c:v>
                </c:pt>
                <c:pt idx="729">
                  <c:v>3.8557872387835493E-2</c:v>
                </c:pt>
                <c:pt idx="730">
                  <c:v>3.8558255258033032E-2</c:v>
                </c:pt>
                <c:pt idx="731">
                  <c:v>3.8568537790886648E-2</c:v>
                </c:pt>
                <c:pt idx="732">
                  <c:v>3.8573121925232885E-2</c:v>
                </c:pt>
                <c:pt idx="733">
                  <c:v>3.8601375177288205E-2</c:v>
                </c:pt>
                <c:pt idx="734">
                  <c:v>3.8609366717777614E-2</c:v>
                </c:pt>
                <c:pt idx="735">
                  <c:v>3.8613945299616342E-2</c:v>
                </c:pt>
                <c:pt idx="736">
                  <c:v>3.8643480283726259E-2</c:v>
                </c:pt>
                <c:pt idx="737">
                  <c:v>3.8653065910130437E-2</c:v>
                </c:pt>
                <c:pt idx="738">
                  <c:v>3.8673474103610765E-2</c:v>
                </c:pt>
                <c:pt idx="739">
                  <c:v>3.8685505850722987E-2</c:v>
                </c:pt>
                <c:pt idx="740">
                  <c:v>3.8687710255078632E-2</c:v>
                </c:pt>
                <c:pt idx="741">
                  <c:v>3.8694153654348105E-2</c:v>
                </c:pt>
                <c:pt idx="742">
                  <c:v>3.8771197763786604E-2</c:v>
                </c:pt>
                <c:pt idx="743">
                  <c:v>3.8839335813854313E-2</c:v>
                </c:pt>
                <c:pt idx="744">
                  <c:v>3.8860652162192547E-2</c:v>
                </c:pt>
                <c:pt idx="745">
                  <c:v>3.8894600489619943E-2</c:v>
                </c:pt>
                <c:pt idx="746">
                  <c:v>3.8979182416185088E-2</c:v>
                </c:pt>
                <c:pt idx="747">
                  <c:v>3.897960756997286E-2</c:v>
                </c:pt>
                <c:pt idx="748">
                  <c:v>3.8990190720667749E-2</c:v>
                </c:pt>
                <c:pt idx="749">
                  <c:v>3.9001333500233618E-2</c:v>
                </c:pt>
                <c:pt idx="750">
                  <c:v>3.9044392960500711E-2</c:v>
                </c:pt>
                <c:pt idx="751">
                  <c:v>3.9046456789680439E-2</c:v>
                </c:pt>
                <c:pt idx="752">
                  <c:v>3.9047581182204666E-2</c:v>
                </c:pt>
                <c:pt idx="753">
                  <c:v>3.9049759849258327E-2</c:v>
                </c:pt>
                <c:pt idx="754">
                  <c:v>3.9060306484520475E-2</c:v>
                </c:pt>
                <c:pt idx="755">
                  <c:v>3.9069648235242609E-2</c:v>
                </c:pt>
                <c:pt idx="756">
                  <c:v>3.9074297066370639E-2</c:v>
                </c:pt>
                <c:pt idx="757">
                  <c:v>3.9075901992057079E-2</c:v>
                </c:pt>
                <c:pt idx="758">
                  <c:v>3.9094744973994774E-2</c:v>
                </c:pt>
                <c:pt idx="759">
                  <c:v>3.9114099061876823E-2</c:v>
                </c:pt>
                <c:pt idx="760">
                  <c:v>3.9115970414387906E-2</c:v>
                </c:pt>
                <c:pt idx="761">
                  <c:v>3.91372586943175E-2</c:v>
                </c:pt>
                <c:pt idx="762">
                  <c:v>3.918515378628034E-2</c:v>
                </c:pt>
                <c:pt idx="763">
                  <c:v>3.9191988130357597E-2</c:v>
                </c:pt>
                <c:pt idx="764">
                  <c:v>3.920101118281287E-2</c:v>
                </c:pt>
                <c:pt idx="765">
                  <c:v>3.9217795918157383E-2</c:v>
                </c:pt>
                <c:pt idx="766">
                  <c:v>3.9269848546923364E-2</c:v>
                </c:pt>
                <c:pt idx="767">
                  <c:v>3.9289925730666052E-2</c:v>
                </c:pt>
                <c:pt idx="768">
                  <c:v>3.931316164517918E-2</c:v>
                </c:pt>
                <c:pt idx="769">
                  <c:v>3.93174352475998E-2</c:v>
                </c:pt>
                <c:pt idx="770">
                  <c:v>3.9329103413915732E-2</c:v>
                </c:pt>
                <c:pt idx="771">
                  <c:v>3.9345767531578105E-2</c:v>
                </c:pt>
                <c:pt idx="772">
                  <c:v>3.9350935178962945E-2</c:v>
                </c:pt>
                <c:pt idx="773">
                  <c:v>3.9385603799422665E-2</c:v>
                </c:pt>
                <c:pt idx="774">
                  <c:v>3.9387550146267387E-2</c:v>
                </c:pt>
                <c:pt idx="775">
                  <c:v>3.9388799679328929E-2</c:v>
                </c:pt>
                <c:pt idx="776">
                  <c:v>3.9391142855200227E-2</c:v>
                </c:pt>
                <c:pt idx="777">
                  <c:v>3.9445905374860382E-2</c:v>
                </c:pt>
                <c:pt idx="778">
                  <c:v>3.9448889236734681E-2</c:v>
                </c:pt>
                <c:pt idx="779">
                  <c:v>3.9456973288131261E-2</c:v>
                </c:pt>
                <c:pt idx="780">
                  <c:v>3.9469590370004512E-2</c:v>
                </c:pt>
                <c:pt idx="781">
                  <c:v>3.9554253959747536E-2</c:v>
                </c:pt>
                <c:pt idx="782">
                  <c:v>3.9561820557025881E-2</c:v>
                </c:pt>
                <c:pt idx="783">
                  <c:v>3.9622531333183678E-2</c:v>
                </c:pt>
                <c:pt idx="784">
                  <c:v>3.9627040397798657E-2</c:v>
                </c:pt>
                <c:pt idx="785">
                  <c:v>3.9629081620868332E-2</c:v>
                </c:pt>
                <c:pt idx="786">
                  <c:v>3.964046060358719E-2</c:v>
                </c:pt>
                <c:pt idx="787">
                  <c:v>3.9647210225927036E-2</c:v>
                </c:pt>
                <c:pt idx="788">
                  <c:v>3.9728071378883401E-2</c:v>
                </c:pt>
                <c:pt idx="789">
                  <c:v>3.9732697911748181E-2</c:v>
                </c:pt>
                <c:pt idx="790">
                  <c:v>3.9741157297454859E-2</c:v>
                </c:pt>
                <c:pt idx="791">
                  <c:v>3.9743331590355459E-2</c:v>
                </c:pt>
                <c:pt idx="792">
                  <c:v>3.9773939214442521E-2</c:v>
                </c:pt>
                <c:pt idx="793">
                  <c:v>3.9775822243788637E-2</c:v>
                </c:pt>
                <c:pt idx="794">
                  <c:v>3.982400207429343E-2</c:v>
                </c:pt>
                <c:pt idx="795">
                  <c:v>3.9862121068530057E-2</c:v>
                </c:pt>
                <c:pt idx="796">
                  <c:v>3.991008667202587E-2</c:v>
                </c:pt>
                <c:pt idx="797">
                  <c:v>3.9921403172484639E-2</c:v>
                </c:pt>
                <c:pt idx="798">
                  <c:v>3.9927179664877778E-2</c:v>
                </c:pt>
                <c:pt idx="799">
                  <c:v>3.9973379657453338E-2</c:v>
                </c:pt>
                <c:pt idx="800">
                  <c:v>3.9984652235551844E-2</c:v>
                </c:pt>
                <c:pt idx="801">
                  <c:v>4.0016286138060457E-2</c:v>
                </c:pt>
                <c:pt idx="802">
                  <c:v>4.0048043766761479E-2</c:v>
                </c:pt>
                <c:pt idx="803">
                  <c:v>4.0103607636731355E-2</c:v>
                </c:pt>
                <c:pt idx="804">
                  <c:v>4.0154819547009071E-2</c:v>
                </c:pt>
                <c:pt idx="805">
                  <c:v>4.0184117283166877E-2</c:v>
                </c:pt>
                <c:pt idx="806">
                  <c:v>4.0219200872616621E-2</c:v>
                </c:pt>
                <c:pt idx="807">
                  <c:v>4.0230391351238147E-2</c:v>
                </c:pt>
                <c:pt idx="808">
                  <c:v>4.0290513549091814E-2</c:v>
                </c:pt>
                <c:pt idx="809">
                  <c:v>4.0293356488431686E-2</c:v>
                </c:pt>
                <c:pt idx="810">
                  <c:v>4.0301348077458277E-2</c:v>
                </c:pt>
                <c:pt idx="811">
                  <c:v>4.030689648067301E-2</c:v>
                </c:pt>
                <c:pt idx="812">
                  <c:v>4.0312300121228051E-2</c:v>
                </c:pt>
                <c:pt idx="813">
                  <c:v>4.0385177658641913E-2</c:v>
                </c:pt>
                <c:pt idx="814">
                  <c:v>4.0412715967789357E-2</c:v>
                </c:pt>
                <c:pt idx="815">
                  <c:v>4.0453039375355167E-2</c:v>
                </c:pt>
                <c:pt idx="816">
                  <c:v>4.0477561735255858E-2</c:v>
                </c:pt>
                <c:pt idx="817">
                  <c:v>4.0479956743385628E-2</c:v>
                </c:pt>
                <c:pt idx="818">
                  <c:v>4.0486079708087784E-2</c:v>
                </c:pt>
                <c:pt idx="819">
                  <c:v>4.0502059441639766E-2</c:v>
                </c:pt>
                <c:pt idx="820">
                  <c:v>4.051563025996098E-2</c:v>
                </c:pt>
                <c:pt idx="821">
                  <c:v>4.0525299045824921E-2</c:v>
                </c:pt>
                <c:pt idx="822">
                  <c:v>4.0544880859736857E-2</c:v>
                </c:pt>
                <c:pt idx="823">
                  <c:v>4.0560780509941136E-2</c:v>
                </c:pt>
                <c:pt idx="824">
                  <c:v>4.0565970641688917E-2</c:v>
                </c:pt>
                <c:pt idx="825">
                  <c:v>4.0581624868517852E-2</c:v>
                </c:pt>
                <c:pt idx="826">
                  <c:v>4.0594976189375423E-2</c:v>
                </c:pt>
                <c:pt idx="827">
                  <c:v>4.0621615355878514E-2</c:v>
                </c:pt>
                <c:pt idx="828">
                  <c:v>4.0648151658037493E-2</c:v>
                </c:pt>
                <c:pt idx="829">
                  <c:v>4.0673626532655813E-2</c:v>
                </c:pt>
                <c:pt idx="830">
                  <c:v>4.0697064102104323E-2</c:v>
                </c:pt>
                <c:pt idx="831">
                  <c:v>4.0698766892146805E-2</c:v>
                </c:pt>
                <c:pt idx="832">
                  <c:v>4.072249005415194E-2</c:v>
                </c:pt>
                <c:pt idx="833">
                  <c:v>4.0727717751831559E-2</c:v>
                </c:pt>
                <c:pt idx="834">
                  <c:v>4.073928559892958E-2</c:v>
                </c:pt>
                <c:pt idx="835">
                  <c:v>4.0759195613720427E-2</c:v>
                </c:pt>
                <c:pt idx="836">
                  <c:v>4.0778171454402629E-2</c:v>
                </c:pt>
                <c:pt idx="837">
                  <c:v>4.0781019611819326E-2</c:v>
                </c:pt>
                <c:pt idx="838">
                  <c:v>4.078134988865225E-2</c:v>
                </c:pt>
                <c:pt idx="839">
                  <c:v>4.0792847345348687E-2</c:v>
                </c:pt>
                <c:pt idx="840">
                  <c:v>4.0796824054176693E-2</c:v>
                </c:pt>
                <c:pt idx="841">
                  <c:v>4.0825254576412992E-2</c:v>
                </c:pt>
                <c:pt idx="842">
                  <c:v>4.0883023049122044E-2</c:v>
                </c:pt>
                <c:pt idx="843">
                  <c:v>4.0922513984220123E-2</c:v>
                </c:pt>
                <c:pt idx="844">
                  <c:v>4.0923240742950916E-2</c:v>
                </c:pt>
                <c:pt idx="845">
                  <c:v>4.0966718154041973E-2</c:v>
                </c:pt>
                <c:pt idx="846">
                  <c:v>4.098938954815539E-2</c:v>
                </c:pt>
                <c:pt idx="847">
                  <c:v>4.1026815209462476E-2</c:v>
                </c:pt>
                <c:pt idx="848">
                  <c:v>4.1035809287525954E-2</c:v>
                </c:pt>
                <c:pt idx="849">
                  <c:v>4.1054641777305445E-2</c:v>
                </c:pt>
                <c:pt idx="850">
                  <c:v>4.112354014804491E-2</c:v>
                </c:pt>
                <c:pt idx="851">
                  <c:v>4.1133625766094459E-2</c:v>
                </c:pt>
                <c:pt idx="852">
                  <c:v>4.1137616627597351E-2</c:v>
                </c:pt>
                <c:pt idx="853">
                  <c:v>4.1162423098415772E-2</c:v>
                </c:pt>
                <c:pt idx="854">
                  <c:v>4.1168351464288322E-2</c:v>
                </c:pt>
                <c:pt idx="855">
                  <c:v>4.1192926358552429E-2</c:v>
                </c:pt>
                <c:pt idx="856">
                  <c:v>4.1197101700492456E-2</c:v>
                </c:pt>
                <c:pt idx="857">
                  <c:v>4.1204183659168031E-2</c:v>
                </c:pt>
                <c:pt idx="858">
                  <c:v>4.1231901977392828E-2</c:v>
                </c:pt>
                <c:pt idx="859">
                  <c:v>4.1269916421152492E-2</c:v>
                </c:pt>
                <c:pt idx="860">
                  <c:v>4.128135506191212E-2</c:v>
                </c:pt>
                <c:pt idx="861">
                  <c:v>4.133580274866859E-2</c:v>
                </c:pt>
                <c:pt idx="862">
                  <c:v>4.1368267182013599E-2</c:v>
                </c:pt>
                <c:pt idx="863">
                  <c:v>4.1370048291002777E-2</c:v>
                </c:pt>
                <c:pt idx="864">
                  <c:v>4.1418290052972935E-2</c:v>
                </c:pt>
                <c:pt idx="865">
                  <c:v>4.1419083644526719E-2</c:v>
                </c:pt>
                <c:pt idx="866">
                  <c:v>4.1440260337289835E-2</c:v>
                </c:pt>
                <c:pt idx="867">
                  <c:v>4.14410053683563E-2</c:v>
                </c:pt>
                <c:pt idx="868">
                  <c:v>4.1488296798486056E-2</c:v>
                </c:pt>
                <c:pt idx="869">
                  <c:v>4.1503820279808222E-2</c:v>
                </c:pt>
                <c:pt idx="870">
                  <c:v>4.15185340120321E-2</c:v>
                </c:pt>
                <c:pt idx="871">
                  <c:v>4.1519942891838628E-2</c:v>
                </c:pt>
                <c:pt idx="872">
                  <c:v>4.1548889001815435E-2</c:v>
                </c:pt>
                <c:pt idx="873">
                  <c:v>4.1553745612901254E-2</c:v>
                </c:pt>
                <c:pt idx="874">
                  <c:v>4.1558240740145108E-2</c:v>
                </c:pt>
                <c:pt idx="875">
                  <c:v>4.1585197467788604E-2</c:v>
                </c:pt>
                <c:pt idx="876">
                  <c:v>4.163739316245265E-2</c:v>
                </c:pt>
                <c:pt idx="877">
                  <c:v>4.1668418927547669E-2</c:v>
                </c:pt>
                <c:pt idx="878">
                  <c:v>4.1678232262524817E-2</c:v>
                </c:pt>
                <c:pt idx="879">
                  <c:v>4.1720387085162985E-2</c:v>
                </c:pt>
                <c:pt idx="880">
                  <c:v>4.1729770431153362E-2</c:v>
                </c:pt>
                <c:pt idx="881">
                  <c:v>4.173200113584305E-2</c:v>
                </c:pt>
                <c:pt idx="882">
                  <c:v>4.1745262924989028E-2</c:v>
                </c:pt>
                <c:pt idx="883">
                  <c:v>4.1754292880744087E-2</c:v>
                </c:pt>
                <c:pt idx="884">
                  <c:v>4.1772105251433746E-2</c:v>
                </c:pt>
                <c:pt idx="885">
                  <c:v>4.1780236064219836E-2</c:v>
                </c:pt>
                <c:pt idx="886">
                  <c:v>4.1783063379487846E-2</c:v>
                </c:pt>
                <c:pt idx="887">
                  <c:v>4.1810257611304885E-2</c:v>
                </c:pt>
                <c:pt idx="888">
                  <c:v>4.1813379152225008E-2</c:v>
                </c:pt>
                <c:pt idx="889">
                  <c:v>4.18223309779302E-2</c:v>
                </c:pt>
                <c:pt idx="890">
                  <c:v>4.1957273883721495E-2</c:v>
                </c:pt>
                <c:pt idx="891">
                  <c:v>4.1971301568025005E-2</c:v>
                </c:pt>
                <c:pt idx="892">
                  <c:v>4.1973975092662978E-2</c:v>
                </c:pt>
                <c:pt idx="893">
                  <c:v>4.1978667299845313E-2</c:v>
                </c:pt>
                <c:pt idx="894">
                  <c:v>4.1984643980192742E-2</c:v>
                </c:pt>
                <c:pt idx="895">
                  <c:v>4.2079157208752951E-2</c:v>
                </c:pt>
                <c:pt idx="896">
                  <c:v>4.2096779229619873E-2</c:v>
                </c:pt>
                <c:pt idx="897">
                  <c:v>4.2130112657860576E-2</c:v>
                </c:pt>
                <c:pt idx="898">
                  <c:v>4.218275787611981E-2</c:v>
                </c:pt>
                <c:pt idx="899">
                  <c:v>4.2185250435417869E-2</c:v>
                </c:pt>
                <c:pt idx="900">
                  <c:v>4.2197696485069533E-2</c:v>
                </c:pt>
                <c:pt idx="901">
                  <c:v>4.2199003243846532E-2</c:v>
                </c:pt>
                <c:pt idx="902">
                  <c:v>4.2202395228953464E-2</c:v>
                </c:pt>
                <c:pt idx="903">
                  <c:v>4.2225141541354788E-2</c:v>
                </c:pt>
                <c:pt idx="904">
                  <c:v>4.2234665133998178E-2</c:v>
                </c:pt>
                <c:pt idx="905">
                  <c:v>4.2242304699431216E-2</c:v>
                </c:pt>
                <c:pt idx="906">
                  <c:v>4.22519902595049E-2</c:v>
                </c:pt>
                <c:pt idx="907">
                  <c:v>4.2288524421706407E-2</c:v>
                </c:pt>
                <c:pt idx="908">
                  <c:v>4.2356047006973568E-2</c:v>
                </c:pt>
                <c:pt idx="909">
                  <c:v>4.2379393562603722E-2</c:v>
                </c:pt>
                <c:pt idx="910">
                  <c:v>4.2418657998810394E-2</c:v>
                </c:pt>
                <c:pt idx="911">
                  <c:v>4.2433103956879874E-2</c:v>
                </c:pt>
                <c:pt idx="912">
                  <c:v>4.2442881062694324E-2</c:v>
                </c:pt>
                <c:pt idx="913">
                  <c:v>4.2448545203513009E-2</c:v>
                </c:pt>
                <c:pt idx="914">
                  <c:v>4.246911997810339E-2</c:v>
                </c:pt>
                <c:pt idx="915">
                  <c:v>4.2510913350965678E-2</c:v>
                </c:pt>
                <c:pt idx="916">
                  <c:v>4.2530345094049522E-2</c:v>
                </c:pt>
                <c:pt idx="917">
                  <c:v>4.2555290541376072E-2</c:v>
                </c:pt>
                <c:pt idx="918">
                  <c:v>4.2579959794621848E-2</c:v>
                </c:pt>
                <c:pt idx="919">
                  <c:v>4.2583694768030957E-2</c:v>
                </c:pt>
                <c:pt idx="920">
                  <c:v>4.2585783771117929E-2</c:v>
                </c:pt>
                <c:pt idx="921">
                  <c:v>4.2593824494061377E-2</c:v>
                </c:pt>
                <c:pt idx="922">
                  <c:v>4.2595031972424965E-2</c:v>
                </c:pt>
                <c:pt idx="923">
                  <c:v>4.2606179735865987E-2</c:v>
                </c:pt>
                <c:pt idx="924">
                  <c:v>4.2610824910727416E-2</c:v>
                </c:pt>
                <c:pt idx="925">
                  <c:v>4.2627070467749044E-2</c:v>
                </c:pt>
                <c:pt idx="926">
                  <c:v>4.2671695718796546E-2</c:v>
                </c:pt>
                <c:pt idx="927">
                  <c:v>4.2691856953416166E-2</c:v>
                </c:pt>
                <c:pt idx="928">
                  <c:v>4.2705342275342693E-2</c:v>
                </c:pt>
                <c:pt idx="929">
                  <c:v>4.2746943091461251E-2</c:v>
                </c:pt>
                <c:pt idx="930">
                  <c:v>4.2752156597267207E-2</c:v>
                </c:pt>
                <c:pt idx="931">
                  <c:v>4.2758756096127684E-2</c:v>
                </c:pt>
                <c:pt idx="932">
                  <c:v>4.2785068553573523E-2</c:v>
                </c:pt>
                <c:pt idx="933">
                  <c:v>4.2789804956006108E-2</c:v>
                </c:pt>
                <c:pt idx="934">
                  <c:v>4.2799477544083551E-2</c:v>
                </c:pt>
                <c:pt idx="935">
                  <c:v>4.2810391329705134E-2</c:v>
                </c:pt>
                <c:pt idx="936">
                  <c:v>4.2864722216053697E-2</c:v>
                </c:pt>
                <c:pt idx="937">
                  <c:v>4.2876409400226842E-2</c:v>
                </c:pt>
                <c:pt idx="938">
                  <c:v>4.2907844747647243E-2</c:v>
                </c:pt>
                <c:pt idx="939">
                  <c:v>4.2922783811868599E-2</c:v>
                </c:pt>
                <c:pt idx="940">
                  <c:v>4.2935282671672993E-2</c:v>
                </c:pt>
                <c:pt idx="941">
                  <c:v>4.2943996972971694E-2</c:v>
                </c:pt>
                <c:pt idx="942">
                  <c:v>4.2962550331579377E-2</c:v>
                </c:pt>
                <c:pt idx="943">
                  <c:v>4.2982693150115957E-2</c:v>
                </c:pt>
                <c:pt idx="944">
                  <c:v>4.3014757625445967E-2</c:v>
                </c:pt>
                <c:pt idx="945">
                  <c:v>4.3019586253105674E-2</c:v>
                </c:pt>
                <c:pt idx="946">
                  <c:v>4.3057726824562895E-2</c:v>
                </c:pt>
                <c:pt idx="947">
                  <c:v>4.3059000668740792E-2</c:v>
                </c:pt>
                <c:pt idx="948">
                  <c:v>4.3062556371887592E-2</c:v>
                </c:pt>
                <c:pt idx="949">
                  <c:v>4.307364946435905E-2</c:v>
                </c:pt>
                <c:pt idx="950">
                  <c:v>4.311123357783652E-2</c:v>
                </c:pt>
                <c:pt idx="951">
                  <c:v>4.3127306866589332E-2</c:v>
                </c:pt>
                <c:pt idx="952">
                  <c:v>4.3136150521923378E-2</c:v>
                </c:pt>
                <c:pt idx="953">
                  <c:v>4.3139850832652871E-2</c:v>
                </c:pt>
                <c:pt idx="954">
                  <c:v>4.3160972606096651E-2</c:v>
                </c:pt>
                <c:pt idx="955">
                  <c:v>4.3165745229024687E-2</c:v>
                </c:pt>
                <c:pt idx="956">
                  <c:v>4.3169952983673793E-2</c:v>
                </c:pt>
                <c:pt idx="957">
                  <c:v>4.3173528446068712E-2</c:v>
                </c:pt>
                <c:pt idx="958">
                  <c:v>4.3182511057602006E-2</c:v>
                </c:pt>
                <c:pt idx="959">
                  <c:v>4.318812752218975E-2</c:v>
                </c:pt>
                <c:pt idx="960">
                  <c:v>4.319331127829415E-2</c:v>
                </c:pt>
                <c:pt idx="961">
                  <c:v>4.3221920274939839E-2</c:v>
                </c:pt>
                <c:pt idx="962">
                  <c:v>4.3228309394308419E-2</c:v>
                </c:pt>
                <c:pt idx="963">
                  <c:v>4.3250298329646351E-2</c:v>
                </c:pt>
                <c:pt idx="964">
                  <c:v>4.3294852219139139E-2</c:v>
                </c:pt>
                <c:pt idx="965">
                  <c:v>4.3297077921095224E-2</c:v>
                </c:pt>
                <c:pt idx="966">
                  <c:v>4.3300098367775854E-2</c:v>
                </c:pt>
                <c:pt idx="967">
                  <c:v>4.3303221568936547E-2</c:v>
                </c:pt>
                <c:pt idx="968">
                  <c:v>4.3324530578481138E-2</c:v>
                </c:pt>
                <c:pt idx="969">
                  <c:v>4.3326132261781662E-2</c:v>
                </c:pt>
                <c:pt idx="970">
                  <c:v>4.3354433583136995E-2</c:v>
                </c:pt>
                <c:pt idx="971">
                  <c:v>4.3355897796648731E-2</c:v>
                </c:pt>
                <c:pt idx="972">
                  <c:v>4.344559308589447E-2</c:v>
                </c:pt>
                <c:pt idx="973">
                  <c:v>4.3454131937488948E-2</c:v>
                </c:pt>
                <c:pt idx="974">
                  <c:v>4.3487232131284623E-2</c:v>
                </c:pt>
                <c:pt idx="975">
                  <c:v>4.3509062503532446E-2</c:v>
                </c:pt>
                <c:pt idx="976">
                  <c:v>4.3553487851859668E-2</c:v>
                </c:pt>
                <c:pt idx="977">
                  <c:v>4.3576761933109075E-2</c:v>
                </c:pt>
                <c:pt idx="978">
                  <c:v>4.3584644584815514E-2</c:v>
                </c:pt>
                <c:pt idx="979">
                  <c:v>4.3585440183795857E-2</c:v>
                </c:pt>
                <c:pt idx="980">
                  <c:v>4.3600578369324572E-2</c:v>
                </c:pt>
                <c:pt idx="981">
                  <c:v>4.3614766432381734E-2</c:v>
                </c:pt>
                <c:pt idx="982">
                  <c:v>4.3632412277148966E-2</c:v>
                </c:pt>
                <c:pt idx="983">
                  <c:v>4.3679427141923952E-2</c:v>
                </c:pt>
                <c:pt idx="984">
                  <c:v>4.3684144331105977E-2</c:v>
                </c:pt>
                <c:pt idx="985">
                  <c:v>4.3767887553783989E-2</c:v>
                </c:pt>
                <c:pt idx="986">
                  <c:v>4.3777105225633696E-2</c:v>
                </c:pt>
                <c:pt idx="987">
                  <c:v>4.3791693288994432E-2</c:v>
                </c:pt>
                <c:pt idx="988">
                  <c:v>4.3840572636787666E-2</c:v>
                </c:pt>
                <c:pt idx="989">
                  <c:v>4.385570520295453E-2</c:v>
                </c:pt>
                <c:pt idx="990">
                  <c:v>4.3861304647077153E-2</c:v>
                </c:pt>
                <c:pt idx="991">
                  <c:v>4.3864474524575744E-2</c:v>
                </c:pt>
                <c:pt idx="992">
                  <c:v>4.3867233537887226E-2</c:v>
                </c:pt>
                <c:pt idx="993">
                  <c:v>4.3883250017047799E-2</c:v>
                </c:pt>
                <c:pt idx="994">
                  <c:v>4.3927941798028669E-2</c:v>
                </c:pt>
                <c:pt idx="995">
                  <c:v>4.3970397382981696E-2</c:v>
                </c:pt>
                <c:pt idx="996">
                  <c:v>4.404318047011526E-2</c:v>
                </c:pt>
                <c:pt idx="997">
                  <c:v>4.4044573856259567E-2</c:v>
                </c:pt>
                <c:pt idx="998">
                  <c:v>4.4055950701712678E-2</c:v>
                </c:pt>
                <c:pt idx="999">
                  <c:v>4.4062009348563524E-2</c:v>
                </c:pt>
                <c:pt idx="1000">
                  <c:v>4.4096078126844476E-2</c:v>
                </c:pt>
                <c:pt idx="1001">
                  <c:v>4.4106122109266344E-2</c:v>
                </c:pt>
                <c:pt idx="1002">
                  <c:v>4.4141072030413002E-2</c:v>
                </c:pt>
                <c:pt idx="1003">
                  <c:v>4.4145887015856741E-2</c:v>
                </c:pt>
                <c:pt idx="1004">
                  <c:v>4.415229526049113E-2</c:v>
                </c:pt>
                <c:pt idx="1005">
                  <c:v>4.4206938109350863E-2</c:v>
                </c:pt>
                <c:pt idx="1006">
                  <c:v>4.4290545111182258E-2</c:v>
                </c:pt>
                <c:pt idx="1007">
                  <c:v>4.4303771887570148E-2</c:v>
                </c:pt>
                <c:pt idx="1008">
                  <c:v>4.4327472192985197E-2</c:v>
                </c:pt>
                <c:pt idx="1009">
                  <c:v>4.4330498344970416E-2</c:v>
                </c:pt>
                <c:pt idx="1010">
                  <c:v>4.4337160279571186E-2</c:v>
                </c:pt>
                <c:pt idx="1011">
                  <c:v>4.436433126944786E-2</c:v>
                </c:pt>
                <c:pt idx="1012">
                  <c:v>4.441052921745723E-2</c:v>
                </c:pt>
                <c:pt idx="1013">
                  <c:v>4.4442724882240464E-2</c:v>
                </c:pt>
                <c:pt idx="1014">
                  <c:v>4.4521814243001737E-2</c:v>
                </c:pt>
                <c:pt idx="1015">
                  <c:v>4.4532047642349706E-2</c:v>
                </c:pt>
                <c:pt idx="1016">
                  <c:v>4.4548413498315675E-2</c:v>
                </c:pt>
                <c:pt idx="1017">
                  <c:v>4.4586840465187329E-2</c:v>
                </c:pt>
                <c:pt idx="1018">
                  <c:v>4.4595657921960984E-2</c:v>
                </c:pt>
                <c:pt idx="1019">
                  <c:v>4.4615498431073111E-2</c:v>
                </c:pt>
                <c:pt idx="1020">
                  <c:v>4.4635812454641266E-2</c:v>
                </c:pt>
                <c:pt idx="1021">
                  <c:v>4.4645184527864971E-2</c:v>
                </c:pt>
                <c:pt idx="1022">
                  <c:v>4.4655989020011187E-2</c:v>
                </c:pt>
                <c:pt idx="1023">
                  <c:v>4.4660892480034423E-2</c:v>
                </c:pt>
                <c:pt idx="1024">
                  <c:v>4.4674131400594362E-2</c:v>
                </c:pt>
                <c:pt idx="1025">
                  <c:v>4.472066358178909E-2</c:v>
                </c:pt>
                <c:pt idx="1026">
                  <c:v>4.4730765797436511E-2</c:v>
                </c:pt>
                <c:pt idx="1027">
                  <c:v>4.4737360045748367E-2</c:v>
                </c:pt>
                <c:pt idx="1028">
                  <c:v>4.4742515044495196E-2</c:v>
                </c:pt>
                <c:pt idx="1029">
                  <c:v>4.4764454350999676E-2</c:v>
                </c:pt>
                <c:pt idx="1030">
                  <c:v>4.4768718695467662E-2</c:v>
                </c:pt>
                <c:pt idx="1031">
                  <c:v>4.4785099423086457E-2</c:v>
                </c:pt>
                <c:pt idx="1032">
                  <c:v>4.480710546035134E-2</c:v>
                </c:pt>
                <c:pt idx="1033">
                  <c:v>4.4815832051978394E-2</c:v>
                </c:pt>
                <c:pt idx="1034">
                  <c:v>4.4827033773601921E-2</c:v>
                </c:pt>
                <c:pt idx="1035">
                  <c:v>4.4834206792762954E-2</c:v>
                </c:pt>
                <c:pt idx="1036">
                  <c:v>4.4836364962823123E-2</c:v>
                </c:pt>
                <c:pt idx="1037">
                  <c:v>4.4847746699378965E-2</c:v>
                </c:pt>
                <c:pt idx="1038">
                  <c:v>4.4870211768441449E-2</c:v>
                </c:pt>
                <c:pt idx="1039">
                  <c:v>4.4874520495851944E-2</c:v>
                </c:pt>
                <c:pt idx="1040">
                  <c:v>4.4881551684456615E-2</c:v>
                </c:pt>
                <c:pt idx="1041">
                  <c:v>4.4890366736190256E-2</c:v>
                </c:pt>
                <c:pt idx="1042">
                  <c:v>4.4901965495247512E-2</c:v>
                </c:pt>
                <c:pt idx="1043">
                  <c:v>4.4921321335215869E-2</c:v>
                </c:pt>
                <c:pt idx="1044">
                  <c:v>4.4923392339476842E-2</c:v>
                </c:pt>
                <c:pt idx="1045">
                  <c:v>4.4928373733196539E-2</c:v>
                </c:pt>
                <c:pt idx="1046">
                  <c:v>4.4938398410706321E-2</c:v>
                </c:pt>
                <c:pt idx="1047">
                  <c:v>4.4954387606986716E-2</c:v>
                </c:pt>
                <c:pt idx="1048">
                  <c:v>4.4956028314414184E-2</c:v>
                </c:pt>
                <c:pt idx="1049">
                  <c:v>4.4969536128481799E-2</c:v>
                </c:pt>
                <c:pt idx="1050">
                  <c:v>4.4980243957608815E-2</c:v>
                </c:pt>
                <c:pt idx="1051">
                  <c:v>4.4995115545108828E-2</c:v>
                </c:pt>
                <c:pt idx="1052">
                  <c:v>4.5018651937051776E-2</c:v>
                </c:pt>
                <c:pt idx="1053">
                  <c:v>4.5037209505812671E-2</c:v>
                </c:pt>
                <c:pt idx="1054">
                  <c:v>4.5063699916038424E-2</c:v>
                </c:pt>
                <c:pt idx="1055">
                  <c:v>4.5071731104573902E-2</c:v>
                </c:pt>
                <c:pt idx="1056">
                  <c:v>4.5091472422751425E-2</c:v>
                </c:pt>
                <c:pt idx="1057">
                  <c:v>4.5094354259512658E-2</c:v>
                </c:pt>
                <c:pt idx="1058">
                  <c:v>4.5099591431603879E-2</c:v>
                </c:pt>
                <c:pt idx="1059">
                  <c:v>4.5102331519396667E-2</c:v>
                </c:pt>
                <c:pt idx="1060">
                  <c:v>4.5123397982482986E-2</c:v>
                </c:pt>
                <c:pt idx="1061">
                  <c:v>4.5129777618525498E-2</c:v>
                </c:pt>
                <c:pt idx="1062">
                  <c:v>4.5138218752504761E-2</c:v>
                </c:pt>
                <c:pt idx="1063">
                  <c:v>4.516002518065515E-2</c:v>
                </c:pt>
                <c:pt idx="1064">
                  <c:v>4.5212263182453444E-2</c:v>
                </c:pt>
                <c:pt idx="1065">
                  <c:v>4.5228472286753633E-2</c:v>
                </c:pt>
                <c:pt idx="1066">
                  <c:v>4.5246175336329103E-2</c:v>
                </c:pt>
                <c:pt idx="1067">
                  <c:v>4.5304024603340515E-2</c:v>
                </c:pt>
                <c:pt idx="1068">
                  <c:v>4.5308134579981209E-2</c:v>
                </c:pt>
                <c:pt idx="1069">
                  <c:v>4.5321736235912818E-2</c:v>
                </c:pt>
                <c:pt idx="1070">
                  <c:v>4.5331134108461825E-2</c:v>
                </c:pt>
                <c:pt idx="1071">
                  <c:v>4.5332442581366532E-2</c:v>
                </c:pt>
                <c:pt idx="1072">
                  <c:v>4.533266200159683E-2</c:v>
                </c:pt>
                <c:pt idx="1073">
                  <c:v>4.5337711183195496E-2</c:v>
                </c:pt>
                <c:pt idx="1074">
                  <c:v>4.5342911130992987E-2</c:v>
                </c:pt>
                <c:pt idx="1075">
                  <c:v>4.5408728676660716E-2</c:v>
                </c:pt>
                <c:pt idx="1076">
                  <c:v>4.5468086856434449E-2</c:v>
                </c:pt>
                <c:pt idx="1077">
                  <c:v>4.5471358701189152E-2</c:v>
                </c:pt>
                <c:pt idx="1078">
                  <c:v>4.5486604951707581E-2</c:v>
                </c:pt>
                <c:pt idx="1079">
                  <c:v>4.5489666271752383E-2</c:v>
                </c:pt>
                <c:pt idx="1080">
                  <c:v>4.5510882851128524E-2</c:v>
                </c:pt>
                <c:pt idx="1081">
                  <c:v>4.5517860662587582E-2</c:v>
                </c:pt>
                <c:pt idx="1082">
                  <c:v>4.5524996137033362E-2</c:v>
                </c:pt>
                <c:pt idx="1083">
                  <c:v>4.5537872964373449E-2</c:v>
                </c:pt>
                <c:pt idx="1084">
                  <c:v>4.5546841195130576E-2</c:v>
                </c:pt>
                <c:pt idx="1085">
                  <c:v>4.5553584605308235E-2</c:v>
                </c:pt>
                <c:pt idx="1086">
                  <c:v>4.5558721016836605E-2</c:v>
                </c:pt>
                <c:pt idx="1087">
                  <c:v>4.5569745961549488E-2</c:v>
                </c:pt>
                <c:pt idx="1088">
                  <c:v>4.558863806990425E-2</c:v>
                </c:pt>
                <c:pt idx="1089">
                  <c:v>4.5608083192068459E-2</c:v>
                </c:pt>
                <c:pt idx="1090">
                  <c:v>4.5613185752701159E-2</c:v>
                </c:pt>
                <c:pt idx="1091">
                  <c:v>4.5618086923784218E-2</c:v>
                </c:pt>
                <c:pt idx="1092">
                  <c:v>4.5624386223374676E-2</c:v>
                </c:pt>
                <c:pt idx="1093">
                  <c:v>4.5637856767233441E-2</c:v>
                </c:pt>
                <c:pt idx="1094">
                  <c:v>4.5655673210746699E-2</c:v>
                </c:pt>
                <c:pt idx="1095">
                  <c:v>4.5664111523664279E-2</c:v>
                </c:pt>
                <c:pt idx="1096">
                  <c:v>4.5680474438201002E-2</c:v>
                </c:pt>
                <c:pt idx="1097">
                  <c:v>4.5683679017918997E-2</c:v>
                </c:pt>
                <c:pt idx="1098">
                  <c:v>4.5710480952913551E-2</c:v>
                </c:pt>
                <c:pt idx="1099">
                  <c:v>4.5732010828928714E-2</c:v>
                </c:pt>
                <c:pt idx="1100">
                  <c:v>4.5738333694056985E-2</c:v>
                </c:pt>
                <c:pt idx="1101">
                  <c:v>4.5741932611480393E-2</c:v>
                </c:pt>
                <c:pt idx="1102">
                  <c:v>4.5769456097577862E-2</c:v>
                </c:pt>
                <c:pt idx="1103">
                  <c:v>4.579976699198466E-2</c:v>
                </c:pt>
                <c:pt idx="1104">
                  <c:v>4.5843139699199661E-2</c:v>
                </c:pt>
                <c:pt idx="1105">
                  <c:v>4.5861002131665385E-2</c:v>
                </c:pt>
                <c:pt idx="1106">
                  <c:v>4.587622160377583E-2</c:v>
                </c:pt>
                <c:pt idx="1107">
                  <c:v>4.5902960126724297E-2</c:v>
                </c:pt>
                <c:pt idx="1108">
                  <c:v>4.5915746513106204E-2</c:v>
                </c:pt>
                <c:pt idx="1109">
                  <c:v>4.5941353671027099E-2</c:v>
                </c:pt>
                <c:pt idx="1110">
                  <c:v>4.5958561328912843E-2</c:v>
                </c:pt>
                <c:pt idx="1111">
                  <c:v>4.5968024953051516E-2</c:v>
                </c:pt>
                <c:pt idx="1112">
                  <c:v>4.5987014442366525E-2</c:v>
                </c:pt>
                <c:pt idx="1113">
                  <c:v>4.5987496597693987E-2</c:v>
                </c:pt>
                <c:pt idx="1114">
                  <c:v>4.6021471852652117E-2</c:v>
                </c:pt>
                <c:pt idx="1115">
                  <c:v>4.6033329688999224E-2</c:v>
                </c:pt>
                <c:pt idx="1116">
                  <c:v>4.6058653904534071E-2</c:v>
                </c:pt>
                <c:pt idx="1117">
                  <c:v>4.6096297665627256E-2</c:v>
                </c:pt>
                <c:pt idx="1118">
                  <c:v>4.6125159739175185E-2</c:v>
                </c:pt>
                <c:pt idx="1119">
                  <c:v>4.6139344974246772E-2</c:v>
                </c:pt>
                <c:pt idx="1120">
                  <c:v>4.6164681520575693E-2</c:v>
                </c:pt>
                <c:pt idx="1121">
                  <c:v>4.6189048856658414E-2</c:v>
                </c:pt>
                <c:pt idx="1122">
                  <c:v>4.6209308043022701E-2</c:v>
                </c:pt>
                <c:pt idx="1123">
                  <c:v>4.6214861118176256E-2</c:v>
                </c:pt>
                <c:pt idx="1124">
                  <c:v>4.6251411763889042E-2</c:v>
                </c:pt>
                <c:pt idx="1125">
                  <c:v>4.6257559805094467E-2</c:v>
                </c:pt>
                <c:pt idx="1126">
                  <c:v>4.6278476664214328E-2</c:v>
                </c:pt>
                <c:pt idx="1127">
                  <c:v>4.6294441995126043E-2</c:v>
                </c:pt>
                <c:pt idx="1128">
                  <c:v>4.6300889054157017E-2</c:v>
                </c:pt>
                <c:pt idx="1129">
                  <c:v>4.6308774841652051E-2</c:v>
                </c:pt>
                <c:pt idx="1130">
                  <c:v>4.6317969210023888E-2</c:v>
                </c:pt>
                <c:pt idx="1131">
                  <c:v>4.6346866296163997E-2</c:v>
                </c:pt>
                <c:pt idx="1132">
                  <c:v>4.6439510927125636E-2</c:v>
                </c:pt>
                <c:pt idx="1133">
                  <c:v>4.644453917440905E-2</c:v>
                </c:pt>
                <c:pt idx="1134">
                  <c:v>4.647586162620488E-2</c:v>
                </c:pt>
                <c:pt idx="1135">
                  <c:v>4.6486374813612986E-2</c:v>
                </c:pt>
                <c:pt idx="1136">
                  <c:v>4.6489326538946947E-2</c:v>
                </c:pt>
                <c:pt idx="1137">
                  <c:v>4.6497814399042985E-2</c:v>
                </c:pt>
                <c:pt idx="1138">
                  <c:v>4.6505851848485269E-2</c:v>
                </c:pt>
                <c:pt idx="1139">
                  <c:v>4.650891887709397E-2</c:v>
                </c:pt>
                <c:pt idx="1140">
                  <c:v>4.6512463909227052E-2</c:v>
                </c:pt>
                <c:pt idx="1141">
                  <c:v>4.6543522301400769E-2</c:v>
                </c:pt>
                <c:pt idx="1142">
                  <c:v>4.6555066840001991E-2</c:v>
                </c:pt>
                <c:pt idx="1143">
                  <c:v>4.6565348554671836E-2</c:v>
                </c:pt>
                <c:pt idx="1144">
                  <c:v>4.6580008648988432E-2</c:v>
                </c:pt>
                <c:pt idx="1145">
                  <c:v>4.6594028816253824E-2</c:v>
                </c:pt>
                <c:pt idx="1146">
                  <c:v>4.6597138312454954E-2</c:v>
                </c:pt>
                <c:pt idx="1147">
                  <c:v>4.661060452356737E-2</c:v>
                </c:pt>
                <c:pt idx="1148">
                  <c:v>4.6617503757596046E-2</c:v>
                </c:pt>
                <c:pt idx="1149">
                  <c:v>4.6634432487769058E-2</c:v>
                </c:pt>
                <c:pt idx="1150">
                  <c:v>4.6639010562695864E-2</c:v>
                </c:pt>
                <c:pt idx="1151">
                  <c:v>4.6652683172577335E-2</c:v>
                </c:pt>
                <c:pt idx="1152">
                  <c:v>4.6653381568511017E-2</c:v>
                </c:pt>
                <c:pt idx="1153">
                  <c:v>4.666336496591577E-2</c:v>
                </c:pt>
                <c:pt idx="1154">
                  <c:v>4.6675496351620036E-2</c:v>
                </c:pt>
                <c:pt idx="1155">
                  <c:v>4.6714381704257263E-2</c:v>
                </c:pt>
                <c:pt idx="1156">
                  <c:v>4.6735183957681413E-2</c:v>
                </c:pt>
                <c:pt idx="1157">
                  <c:v>4.6752298377718875E-2</c:v>
                </c:pt>
                <c:pt idx="1158">
                  <c:v>4.6762917750746744E-2</c:v>
                </c:pt>
                <c:pt idx="1159">
                  <c:v>4.676528053415601E-2</c:v>
                </c:pt>
                <c:pt idx="1160">
                  <c:v>4.6766406838730339E-2</c:v>
                </c:pt>
                <c:pt idx="1161">
                  <c:v>4.6778686753288751E-2</c:v>
                </c:pt>
                <c:pt idx="1162">
                  <c:v>4.6793422169717672E-2</c:v>
                </c:pt>
                <c:pt idx="1163">
                  <c:v>4.6811137260202584E-2</c:v>
                </c:pt>
                <c:pt idx="1164">
                  <c:v>4.6822012921543539E-2</c:v>
                </c:pt>
                <c:pt idx="1165">
                  <c:v>4.6834890105498309E-2</c:v>
                </c:pt>
                <c:pt idx="1166">
                  <c:v>4.6840918636739365E-2</c:v>
                </c:pt>
                <c:pt idx="1167">
                  <c:v>4.6848621766217367E-2</c:v>
                </c:pt>
                <c:pt idx="1168">
                  <c:v>4.6856983901578754E-2</c:v>
                </c:pt>
                <c:pt idx="1169">
                  <c:v>4.6867712683013943E-2</c:v>
                </c:pt>
                <c:pt idx="1170">
                  <c:v>4.6910555194864777E-2</c:v>
                </c:pt>
                <c:pt idx="1171">
                  <c:v>4.6916947510206142E-2</c:v>
                </c:pt>
                <c:pt idx="1172">
                  <c:v>4.6935456255374625E-2</c:v>
                </c:pt>
                <c:pt idx="1173">
                  <c:v>4.6936282555426041E-2</c:v>
                </c:pt>
                <c:pt idx="1174">
                  <c:v>4.69488435589617E-2</c:v>
                </c:pt>
                <c:pt idx="1175">
                  <c:v>4.697258246898172E-2</c:v>
                </c:pt>
                <c:pt idx="1176">
                  <c:v>4.7041767107476283E-2</c:v>
                </c:pt>
                <c:pt idx="1177">
                  <c:v>4.7050756602992835E-2</c:v>
                </c:pt>
                <c:pt idx="1178">
                  <c:v>4.7053603331632637E-2</c:v>
                </c:pt>
                <c:pt idx="1179">
                  <c:v>4.7064388505837516E-2</c:v>
                </c:pt>
                <c:pt idx="1180">
                  <c:v>4.7066303500926776E-2</c:v>
                </c:pt>
                <c:pt idx="1181">
                  <c:v>4.7080429409863567E-2</c:v>
                </c:pt>
                <c:pt idx="1182">
                  <c:v>4.7089723473720833E-2</c:v>
                </c:pt>
                <c:pt idx="1183">
                  <c:v>4.7092566416308448E-2</c:v>
                </c:pt>
                <c:pt idx="1184">
                  <c:v>4.7110861676258081E-2</c:v>
                </c:pt>
                <c:pt idx="1185">
                  <c:v>4.7128715442322902E-2</c:v>
                </c:pt>
                <c:pt idx="1186">
                  <c:v>4.7160245028641183E-2</c:v>
                </c:pt>
                <c:pt idx="1187">
                  <c:v>4.7167865777424503E-2</c:v>
                </c:pt>
                <c:pt idx="1188">
                  <c:v>4.7167946053937648E-2</c:v>
                </c:pt>
                <c:pt idx="1189">
                  <c:v>4.7173512556429986E-2</c:v>
                </c:pt>
                <c:pt idx="1190">
                  <c:v>4.7197208766712899E-2</c:v>
                </c:pt>
                <c:pt idx="1191">
                  <c:v>4.7247159360110064E-2</c:v>
                </c:pt>
                <c:pt idx="1192">
                  <c:v>4.7253770999298214E-2</c:v>
                </c:pt>
                <c:pt idx="1193">
                  <c:v>4.7261619170522989E-2</c:v>
                </c:pt>
                <c:pt idx="1194">
                  <c:v>4.7274596013411337E-2</c:v>
                </c:pt>
                <c:pt idx="1195">
                  <c:v>4.7352881663251467E-2</c:v>
                </c:pt>
                <c:pt idx="1196">
                  <c:v>4.7380025614965654E-2</c:v>
                </c:pt>
                <c:pt idx="1197">
                  <c:v>4.7384266842139935E-2</c:v>
                </c:pt>
                <c:pt idx="1198">
                  <c:v>4.7386186380759927E-2</c:v>
                </c:pt>
                <c:pt idx="1199">
                  <c:v>4.7394139142396964E-2</c:v>
                </c:pt>
                <c:pt idx="1200">
                  <c:v>4.7411895403509513E-2</c:v>
                </c:pt>
                <c:pt idx="1201">
                  <c:v>4.7426038058062767E-2</c:v>
                </c:pt>
                <c:pt idx="1202">
                  <c:v>4.7434321808791403E-2</c:v>
                </c:pt>
                <c:pt idx="1203">
                  <c:v>4.7451589402221835E-2</c:v>
                </c:pt>
                <c:pt idx="1204">
                  <c:v>4.74540056286437E-2</c:v>
                </c:pt>
                <c:pt idx="1205">
                  <c:v>4.7478573126294853E-2</c:v>
                </c:pt>
                <c:pt idx="1206">
                  <c:v>4.7529510506517929E-2</c:v>
                </c:pt>
                <c:pt idx="1207">
                  <c:v>4.7543185124706226E-2</c:v>
                </c:pt>
                <c:pt idx="1208">
                  <c:v>4.756207651560046E-2</c:v>
                </c:pt>
                <c:pt idx="1209">
                  <c:v>4.7582501734205675E-2</c:v>
                </c:pt>
                <c:pt idx="1210">
                  <c:v>4.7584093939478052E-2</c:v>
                </c:pt>
                <c:pt idx="1211">
                  <c:v>4.7623854987167563E-2</c:v>
                </c:pt>
                <c:pt idx="1212">
                  <c:v>4.7650038438869613E-2</c:v>
                </c:pt>
                <c:pt idx="1213">
                  <c:v>4.7653289407364283E-2</c:v>
                </c:pt>
                <c:pt idx="1214">
                  <c:v>4.7667649088044703E-2</c:v>
                </c:pt>
                <c:pt idx="1215">
                  <c:v>4.7675155180261483E-2</c:v>
                </c:pt>
                <c:pt idx="1216">
                  <c:v>4.7685892294676242E-2</c:v>
                </c:pt>
                <c:pt idx="1217">
                  <c:v>4.7714065169447741E-2</c:v>
                </c:pt>
                <c:pt idx="1218">
                  <c:v>4.7725244541453257E-2</c:v>
                </c:pt>
                <c:pt idx="1219">
                  <c:v>4.7727394366860798E-2</c:v>
                </c:pt>
                <c:pt idx="1220">
                  <c:v>4.7747904283265023E-2</c:v>
                </c:pt>
                <c:pt idx="1221">
                  <c:v>4.776112984416838E-2</c:v>
                </c:pt>
                <c:pt idx="1222">
                  <c:v>4.7780183648361493E-2</c:v>
                </c:pt>
                <c:pt idx="1223">
                  <c:v>4.7801276211586946E-2</c:v>
                </c:pt>
                <c:pt idx="1224">
                  <c:v>4.781847817520006E-2</c:v>
                </c:pt>
                <c:pt idx="1225">
                  <c:v>4.783586732036723E-2</c:v>
                </c:pt>
                <c:pt idx="1226">
                  <c:v>4.785681420453132E-2</c:v>
                </c:pt>
                <c:pt idx="1227">
                  <c:v>4.785691045057211E-2</c:v>
                </c:pt>
                <c:pt idx="1228">
                  <c:v>4.7869551132243685E-2</c:v>
                </c:pt>
                <c:pt idx="1229">
                  <c:v>4.7870202376871451E-2</c:v>
                </c:pt>
                <c:pt idx="1230">
                  <c:v>4.7873324418908049E-2</c:v>
                </c:pt>
                <c:pt idx="1231">
                  <c:v>4.7882649646410085E-2</c:v>
                </c:pt>
                <c:pt idx="1232">
                  <c:v>4.7892288353273152E-2</c:v>
                </c:pt>
                <c:pt idx="1233">
                  <c:v>4.791866933410853E-2</c:v>
                </c:pt>
                <c:pt idx="1234">
                  <c:v>4.792116258624176E-2</c:v>
                </c:pt>
                <c:pt idx="1235">
                  <c:v>4.7923318145270281E-2</c:v>
                </c:pt>
                <c:pt idx="1236">
                  <c:v>4.7937466070235898E-2</c:v>
                </c:pt>
                <c:pt idx="1237">
                  <c:v>4.7938956681766051E-2</c:v>
                </c:pt>
                <c:pt idx="1238">
                  <c:v>4.7943733338757531E-2</c:v>
                </c:pt>
                <c:pt idx="1239">
                  <c:v>4.7979856292552726E-2</c:v>
                </c:pt>
                <c:pt idx="1240">
                  <c:v>4.7981295447481871E-2</c:v>
                </c:pt>
                <c:pt idx="1241">
                  <c:v>4.7991336022463769E-2</c:v>
                </c:pt>
                <c:pt idx="1242">
                  <c:v>4.7996847699910396E-2</c:v>
                </c:pt>
                <c:pt idx="1243">
                  <c:v>4.7997947638158407E-2</c:v>
                </c:pt>
                <c:pt idx="1244">
                  <c:v>4.8000618578839638E-2</c:v>
                </c:pt>
                <c:pt idx="1245">
                  <c:v>4.8006394322251733E-2</c:v>
                </c:pt>
                <c:pt idx="1246">
                  <c:v>4.8018140894402796E-2</c:v>
                </c:pt>
                <c:pt idx="1247">
                  <c:v>4.8019969082439565E-2</c:v>
                </c:pt>
                <c:pt idx="1248">
                  <c:v>4.8030824253888882E-2</c:v>
                </c:pt>
                <c:pt idx="1249">
                  <c:v>4.8050632237081288E-2</c:v>
                </c:pt>
                <c:pt idx="1250">
                  <c:v>4.8075646087221445E-2</c:v>
                </c:pt>
                <c:pt idx="1251">
                  <c:v>4.8093730608368822E-2</c:v>
                </c:pt>
                <c:pt idx="1252">
                  <c:v>4.8096357732848372E-2</c:v>
                </c:pt>
                <c:pt idx="1253">
                  <c:v>4.8149381257893857E-2</c:v>
                </c:pt>
                <c:pt idx="1254">
                  <c:v>4.8167130716615165E-2</c:v>
                </c:pt>
                <c:pt idx="1255">
                  <c:v>4.8174701874750515E-2</c:v>
                </c:pt>
                <c:pt idx="1256">
                  <c:v>4.8190727737015424E-2</c:v>
                </c:pt>
                <c:pt idx="1257">
                  <c:v>4.8195551802966537E-2</c:v>
                </c:pt>
                <c:pt idx="1258">
                  <c:v>4.8209582744850467E-2</c:v>
                </c:pt>
                <c:pt idx="1259">
                  <c:v>4.8211378316528317E-2</c:v>
                </c:pt>
                <c:pt idx="1260">
                  <c:v>4.8218143386562717E-2</c:v>
                </c:pt>
                <c:pt idx="1261">
                  <c:v>4.8233251372384149E-2</c:v>
                </c:pt>
                <c:pt idx="1262">
                  <c:v>4.8233501598995136E-2</c:v>
                </c:pt>
                <c:pt idx="1263">
                  <c:v>4.8235467103945343E-2</c:v>
                </c:pt>
                <c:pt idx="1264">
                  <c:v>4.8252711809799981E-2</c:v>
                </c:pt>
                <c:pt idx="1265">
                  <c:v>4.8267085468954876E-2</c:v>
                </c:pt>
                <c:pt idx="1266">
                  <c:v>4.8283417793926253E-2</c:v>
                </c:pt>
                <c:pt idx="1267">
                  <c:v>4.8307626744473232E-2</c:v>
                </c:pt>
                <c:pt idx="1268">
                  <c:v>4.8347005448002356E-2</c:v>
                </c:pt>
                <c:pt idx="1269">
                  <c:v>4.8363231502322357E-2</c:v>
                </c:pt>
                <c:pt idx="1270">
                  <c:v>4.8368090957518838E-2</c:v>
                </c:pt>
                <c:pt idx="1271">
                  <c:v>4.8379370300275976E-2</c:v>
                </c:pt>
                <c:pt idx="1272">
                  <c:v>4.8390549213192996E-2</c:v>
                </c:pt>
                <c:pt idx="1273">
                  <c:v>4.8465456717280184E-2</c:v>
                </c:pt>
                <c:pt idx="1274">
                  <c:v>4.8490070910513286E-2</c:v>
                </c:pt>
                <c:pt idx="1275">
                  <c:v>4.8498398255308439E-2</c:v>
                </c:pt>
                <c:pt idx="1276">
                  <c:v>4.8535905810663818E-2</c:v>
                </c:pt>
                <c:pt idx="1277">
                  <c:v>4.8543553572703464E-2</c:v>
                </c:pt>
                <c:pt idx="1278">
                  <c:v>4.8568018545603144E-2</c:v>
                </c:pt>
                <c:pt idx="1279">
                  <c:v>4.8570455251020342E-2</c:v>
                </c:pt>
                <c:pt idx="1280">
                  <c:v>4.8595207685266623E-2</c:v>
                </c:pt>
                <c:pt idx="1281">
                  <c:v>4.8596597319526078E-2</c:v>
                </c:pt>
                <c:pt idx="1282">
                  <c:v>4.8606222245003813E-2</c:v>
                </c:pt>
                <c:pt idx="1283">
                  <c:v>4.8607740253216382E-2</c:v>
                </c:pt>
                <c:pt idx="1284">
                  <c:v>4.8621495869732363E-2</c:v>
                </c:pt>
                <c:pt idx="1285">
                  <c:v>4.8622139522891294E-2</c:v>
                </c:pt>
                <c:pt idx="1286">
                  <c:v>4.8632951989502939E-2</c:v>
                </c:pt>
                <c:pt idx="1287">
                  <c:v>4.8704159612934284E-2</c:v>
                </c:pt>
                <c:pt idx="1288">
                  <c:v>4.8711659588064359E-2</c:v>
                </c:pt>
                <c:pt idx="1289">
                  <c:v>4.8718505290919333E-2</c:v>
                </c:pt>
                <c:pt idx="1290">
                  <c:v>4.872085216658617E-2</c:v>
                </c:pt>
                <c:pt idx="1291">
                  <c:v>4.8727324495949111E-2</c:v>
                </c:pt>
                <c:pt idx="1292">
                  <c:v>4.8732002865756699E-2</c:v>
                </c:pt>
                <c:pt idx="1293">
                  <c:v>4.8742572124928156E-2</c:v>
                </c:pt>
                <c:pt idx="1294">
                  <c:v>4.8801536322799335E-2</c:v>
                </c:pt>
                <c:pt idx="1295">
                  <c:v>4.8801741624101287E-2</c:v>
                </c:pt>
                <c:pt idx="1296">
                  <c:v>4.8814622200675326E-2</c:v>
                </c:pt>
                <c:pt idx="1297">
                  <c:v>4.8815759687919763E-2</c:v>
                </c:pt>
                <c:pt idx="1298">
                  <c:v>4.8834066676022511E-2</c:v>
                </c:pt>
                <c:pt idx="1299">
                  <c:v>4.8835466324504931E-2</c:v>
                </c:pt>
                <c:pt idx="1300">
                  <c:v>4.8838529260845177E-2</c:v>
                </c:pt>
                <c:pt idx="1301">
                  <c:v>4.8855024834541155E-2</c:v>
                </c:pt>
                <c:pt idx="1302">
                  <c:v>4.8886485566533459E-2</c:v>
                </c:pt>
                <c:pt idx="1303">
                  <c:v>4.8938285558204835E-2</c:v>
                </c:pt>
                <c:pt idx="1304">
                  <c:v>4.8963281688860556E-2</c:v>
                </c:pt>
                <c:pt idx="1305">
                  <c:v>4.8971750127267712E-2</c:v>
                </c:pt>
                <c:pt idx="1306">
                  <c:v>4.9012790538026645E-2</c:v>
                </c:pt>
                <c:pt idx="1307">
                  <c:v>4.9025598563597977E-2</c:v>
                </c:pt>
                <c:pt idx="1308">
                  <c:v>4.9076899067719393E-2</c:v>
                </c:pt>
                <c:pt idx="1309">
                  <c:v>4.9122612395659501E-2</c:v>
                </c:pt>
                <c:pt idx="1310">
                  <c:v>4.9123799236237359E-2</c:v>
                </c:pt>
                <c:pt idx="1311">
                  <c:v>4.9126126634663328E-2</c:v>
                </c:pt>
                <c:pt idx="1312">
                  <c:v>4.9140669410524085E-2</c:v>
                </c:pt>
                <c:pt idx="1313">
                  <c:v>4.9148125652056285E-2</c:v>
                </c:pt>
                <c:pt idx="1314">
                  <c:v>4.915298279073041E-2</c:v>
                </c:pt>
                <c:pt idx="1315">
                  <c:v>4.9158630247189951E-2</c:v>
                </c:pt>
                <c:pt idx="1316">
                  <c:v>4.9160284254854164E-2</c:v>
                </c:pt>
                <c:pt idx="1317">
                  <c:v>4.9161481882335233E-2</c:v>
                </c:pt>
                <c:pt idx="1318">
                  <c:v>4.9165457014141781E-2</c:v>
                </c:pt>
                <c:pt idx="1319">
                  <c:v>4.9167871783039357E-2</c:v>
                </c:pt>
                <c:pt idx="1320">
                  <c:v>4.9177609481041364E-2</c:v>
                </c:pt>
                <c:pt idx="1321">
                  <c:v>4.918218032328163E-2</c:v>
                </c:pt>
                <c:pt idx="1322">
                  <c:v>4.9190806117148649E-2</c:v>
                </c:pt>
                <c:pt idx="1323">
                  <c:v>4.9195064267229846E-2</c:v>
                </c:pt>
                <c:pt idx="1324">
                  <c:v>4.9202656502235965E-2</c:v>
                </c:pt>
                <c:pt idx="1325">
                  <c:v>4.9262897025532923E-2</c:v>
                </c:pt>
                <c:pt idx="1326">
                  <c:v>4.929172201942221E-2</c:v>
                </c:pt>
                <c:pt idx="1327">
                  <c:v>4.9295847209533165E-2</c:v>
                </c:pt>
                <c:pt idx="1328">
                  <c:v>4.9300352448271079E-2</c:v>
                </c:pt>
                <c:pt idx="1329">
                  <c:v>4.9328545198322443E-2</c:v>
                </c:pt>
                <c:pt idx="1330">
                  <c:v>4.9341178822064298E-2</c:v>
                </c:pt>
                <c:pt idx="1331">
                  <c:v>4.9343571711986466E-2</c:v>
                </c:pt>
                <c:pt idx="1332">
                  <c:v>4.934904028563826E-2</c:v>
                </c:pt>
                <c:pt idx="1333">
                  <c:v>4.935919434054703E-2</c:v>
                </c:pt>
                <c:pt idx="1334">
                  <c:v>4.9373374745463279E-2</c:v>
                </c:pt>
                <c:pt idx="1335">
                  <c:v>4.9390395313426629E-2</c:v>
                </c:pt>
                <c:pt idx="1336">
                  <c:v>4.9391571285278761E-2</c:v>
                </c:pt>
                <c:pt idx="1337">
                  <c:v>4.9399839788203226E-2</c:v>
                </c:pt>
                <c:pt idx="1338">
                  <c:v>4.9401718503039808E-2</c:v>
                </c:pt>
                <c:pt idx="1339">
                  <c:v>4.9434964887292578E-2</c:v>
                </c:pt>
                <c:pt idx="1340">
                  <c:v>4.9442548920416662E-2</c:v>
                </c:pt>
                <c:pt idx="1341">
                  <c:v>4.9457202270187857E-2</c:v>
                </c:pt>
                <c:pt idx="1342">
                  <c:v>4.9467298846650132E-2</c:v>
                </c:pt>
                <c:pt idx="1343">
                  <c:v>4.9475702557640264E-2</c:v>
                </c:pt>
                <c:pt idx="1344">
                  <c:v>4.9476671558561371E-2</c:v>
                </c:pt>
                <c:pt idx="1345">
                  <c:v>4.9490208817618182E-2</c:v>
                </c:pt>
                <c:pt idx="1346">
                  <c:v>4.9531366882358561E-2</c:v>
                </c:pt>
                <c:pt idx="1347">
                  <c:v>4.9566112629813516E-2</c:v>
                </c:pt>
                <c:pt idx="1348">
                  <c:v>4.9574948738814517E-2</c:v>
                </c:pt>
                <c:pt idx="1349">
                  <c:v>4.9580582221098776E-2</c:v>
                </c:pt>
                <c:pt idx="1350">
                  <c:v>4.9588502237935081E-2</c:v>
                </c:pt>
                <c:pt idx="1351">
                  <c:v>4.9611890213768862E-2</c:v>
                </c:pt>
                <c:pt idx="1352">
                  <c:v>4.9611972546078215E-2</c:v>
                </c:pt>
                <c:pt idx="1353">
                  <c:v>4.9646235314832386E-2</c:v>
                </c:pt>
                <c:pt idx="1354">
                  <c:v>4.964721778364059E-2</c:v>
                </c:pt>
                <c:pt idx="1355">
                  <c:v>4.9649546000803152E-2</c:v>
                </c:pt>
                <c:pt idx="1356">
                  <c:v>4.9654878322785298E-2</c:v>
                </c:pt>
                <c:pt idx="1357">
                  <c:v>4.9657742355464413E-2</c:v>
                </c:pt>
                <c:pt idx="1358">
                  <c:v>4.9659488227532841E-2</c:v>
                </c:pt>
                <c:pt idx="1359">
                  <c:v>4.9659777992901125E-2</c:v>
                </c:pt>
                <c:pt idx="1360">
                  <c:v>4.9692660581003315E-2</c:v>
                </c:pt>
                <c:pt idx="1361">
                  <c:v>4.9698246831112486E-2</c:v>
                </c:pt>
                <c:pt idx="1362">
                  <c:v>4.9719016687373142E-2</c:v>
                </c:pt>
                <c:pt idx="1363">
                  <c:v>4.9740841289381409E-2</c:v>
                </c:pt>
                <c:pt idx="1364">
                  <c:v>4.9744868857199996E-2</c:v>
                </c:pt>
                <c:pt idx="1365">
                  <c:v>4.9759571064719704E-2</c:v>
                </c:pt>
                <c:pt idx="1366">
                  <c:v>4.9777482647089359E-2</c:v>
                </c:pt>
                <c:pt idx="1367">
                  <c:v>4.9784178502805657E-2</c:v>
                </c:pt>
                <c:pt idx="1368">
                  <c:v>4.9801122671181725E-2</c:v>
                </c:pt>
                <c:pt idx="1369">
                  <c:v>4.9814279982016124E-2</c:v>
                </c:pt>
                <c:pt idx="1370">
                  <c:v>4.9824666793024698E-2</c:v>
                </c:pt>
                <c:pt idx="1371">
                  <c:v>4.9855465323157475E-2</c:v>
                </c:pt>
                <c:pt idx="1372">
                  <c:v>4.9855535603346809E-2</c:v>
                </c:pt>
                <c:pt idx="1373">
                  <c:v>4.987255258898985E-2</c:v>
                </c:pt>
                <c:pt idx="1374">
                  <c:v>4.9873773571932435E-2</c:v>
                </c:pt>
                <c:pt idx="1375">
                  <c:v>4.9883313912686481E-2</c:v>
                </c:pt>
                <c:pt idx="1376">
                  <c:v>4.9888094750759331E-2</c:v>
                </c:pt>
                <c:pt idx="1377">
                  <c:v>4.9888143932770072E-2</c:v>
                </c:pt>
                <c:pt idx="1378">
                  <c:v>4.9912375055477298E-2</c:v>
                </c:pt>
                <c:pt idx="1379">
                  <c:v>4.9924011804371143E-2</c:v>
                </c:pt>
                <c:pt idx="1380">
                  <c:v>4.992909687646873E-2</c:v>
                </c:pt>
                <c:pt idx="1381">
                  <c:v>4.9941351881148136E-2</c:v>
                </c:pt>
                <c:pt idx="1382">
                  <c:v>4.9952949111557808E-2</c:v>
                </c:pt>
                <c:pt idx="1383">
                  <c:v>4.995899485642312E-2</c:v>
                </c:pt>
                <c:pt idx="1384">
                  <c:v>4.9990112188173431E-2</c:v>
                </c:pt>
                <c:pt idx="1385">
                  <c:v>4.9993565798935428E-2</c:v>
                </c:pt>
                <c:pt idx="1386">
                  <c:v>5.0005174409168358E-2</c:v>
                </c:pt>
                <c:pt idx="1387">
                  <c:v>5.0014644985642405E-2</c:v>
                </c:pt>
                <c:pt idx="1388">
                  <c:v>5.0022013229673166E-2</c:v>
                </c:pt>
                <c:pt idx="1389">
                  <c:v>5.0026210286673201E-2</c:v>
                </c:pt>
                <c:pt idx="1390">
                  <c:v>5.0052157203805112E-2</c:v>
                </c:pt>
                <c:pt idx="1391">
                  <c:v>5.0059124726877673E-2</c:v>
                </c:pt>
                <c:pt idx="1392">
                  <c:v>5.0060365381727659E-2</c:v>
                </c:pt>
                <c:pt idx="1393">
                  <c:v>5.006928737111966E-2</c:v>
                </c:pt>
                <c:pt idx="1394">
                  <c:v>5.0081781677049582E-2</c:v>
                </c:pt>
                <c:pt idx="1395">
                  <c:v>5.0088949870923077E-2</c:v>
                </c:pt>
                <c:pt idx="1396">
                  <c:v>5.0103573339425819E-2</c:v>
                </c:pt>
                <c:pt idx="1397">
                  <c:v>5.0111462340984583E-2</c:v>
                </c:pt>
                <c:pt idx="1398">
                  <c:v>5.0113329014979002E-2</c:v>
                </c:pt>
                <c:pt idx="1399">
                  <c:v>5.0114586222404167E-2</c:v>
                </c:pt>
                <c:pt idx="1400">
                  <c:v>5.0118639131521273E-2</c:v>
                </c:pt>
                <c:pt idx="1401">
                  <c:v>5.0125919076709949E-2</c:v>
                </c:pt>
                <c:pt idx="1402">
                  <c:v>5.0130340537064499E-2</c:v>
                </c:pt>
                <c:pt idx="1403">
                  <c:v>5.0133325003124722E-2</c:v>
                </c:pt>
                <c:pt idx="1404">
                  <c:v>5.013627262867186E-2</c:v>
                </c:pt>
                <c:pt idx="1405">
                  <c:v>5.0140321573958639E-2</c:v>
                </c:pt>
                <c:pt idx="1406">
                  <c:v>5.0174046502017872E-2</c:v>
                </c:pt>
                <c:pt idx="1407">
                  <c:v>5.0177272779316107E-2</c:v>
                </c:pt>
                <c:pt idx="1408">
                  <c:v>5.0212954782382795E-2</c:v>
                </c:pt>
                <c:pt idx="1409">
                  <c:v>5.021338319088537E-2</c:v>
                </c:pt>
                <c:pt idx="1410">
                  <c:v>5.0218488062454235E-2</c:v>
                </c:pt>
                <c:pt idx="1411">
                  <c:v>5.0247362070017863E-2</c:v>
                </c:pt>
                <c:pt idx="1412">
                  <c:v>5.0265732130029855E-2</c:v>
                </c:pt>
                <c:pt idx="1413">
                  <c:v>5.0278138513599066E-2</c:v>
                </c:pt>
                <c:pt idx="1414">
                  <c:v>5.0285277423707239E-2</c:v>
                </c:pt>
                <c:pt idx="1415">
                  <c:v>5.0327403385592925E-2</c:v>
                </c:pt>
                <c:pt idx="1416">
                  <c:v>5.0367479909479915E-2</c:v>
                </c:pt>
                <c:pt idx="1417">
                  <c:v>5.0377510900043089E-2</c:v>
                </c:pt>
                <c:pt idx="1418">
                  <c:v>5.0378608613860093E-2</c:v>
                </c:pt>
                <c:pt idx="1419">
                  <c:v>5.0391851885780568E-2</c:v>
                </c:pt>
                <c:pt idx="1420">
                  <c:v>5.0394023125363813E-2</c:v>
                </c:pt>
                <c:pt idx="1421">
                  <c:v>5.039942251064531E-2</c:v>
                </c:pt>
                <c:pt idx="1422">
                  <c:v>5.0413708256439864E-2</c:v>
                </c:pt>
                <c:pt idx="1423">
                  <c:v>5.0421773792006096E-2</c:v>
                </c:pt>
                <c:pt idx="1424">
                  <c:v>5.0432720075010859E-2</c:v>
                </c:pt>
                <c:pt idx="1425">
                  <c:v>5.0457206504621474E-2</c:v>
                </c:pt>
                <c:pt idx="1426">
                  <c:v>5.046037222147895E-2</c:v>
                </c:pt>
                <c:pt idx="1427">
                  <c:v>5.0463583611729264E-2</c:v>
                </c:pt>
                <c:pt idx="1428">
                  <c:v>5.0465337029487474E-2</c:v>
                </c:pt>
                <c:pt idx="1429">
                  <c:v>5.047061525777774E-2</c:v>
                </c:pt>
                <c:pt idx="1430">
                  <c:v>5.0507062216553739E-2</c:v>
                </c:pt>
                <c:pt idx="1431">
                  <c:v>5.0515689717994264E-2</c:v>
                </c:pt>
                <c:pt idx="1432">
                  <c:v>5.0523103968629336E-2</c:v>
                </c:pt>
                <c:pt idx="1433">
                  <c:v>5.0524699825296886E-2</c:v>
                </c:pt>
                <c:pt idx="1434">
                  <c:v>5.0529887468338371E-2</c:v>
                </c:pt>
                <c:pt idx="1435">
                  <c:v>5.055005664582489E-2</c:v>
                </c:pt>
                <c:pt idx="1436">
                  <c:v>5.0550169893652658E-2</c:v>
                </c:pt>
                <c:pt idx="1437">
                  <c:v>5.0552275966801757E-2</c:v>
                </c:pt>
                <c:pt idx="1438">
                  <c:v>5.0570029543595303E-2</c:v>
                </c:pt>
                <c:pt idx="1439">
                  <c:v>5.060601835487042E-2</c:v>
                </c:pt>
                <c:pt idx="1440">
                  <c:v>5.0609090193431634E-2</c:v>
                </c:pt>
                <c:pt idx="1441">
                  <c:v>5.0610073068903104E-2</c:v>
                </c:pt>
                <c:pt idx="1442">
                  <c:v>5.0621107138544313E-2</c:v>
                </c:pt>
                <c:pt idx="1443">
                  <c:v>5.0633841066545095E-2</c:v>
                </c:pt>
                <c:pt idx="1444">
                  <c:v>5.0650572528587012E-2</c:v>
                </c:pt>
                <c:pt idx="1445">
                  <c:v>5.0662429639911646E-2</c:v>
                </c:pt>
                <c:pt idx="1446">
                  <c:v>5.0671857430593041E-2</c:v>
                </c:pt>
                <c:pt idx="1447">
                  <c:v>5.0677199257881833E-2</c:v>
                </c:pt>
                <c:pt idx="1448">
                  <c:v>5.0682142939644514E-2</c:v>
                </c:pt>
                <c:pt idx="1449">
                  <c:v>5.0721019912371067E-2</c:v>
                </c:pt>
                <c:pt idx="1450">
                  <c:v>5.0751325015648004E-2</c:v>
                </c:pt>
                <c:pt idx="1451">
                  <c:v>5.0805764160831379E-2</c:v>
                </c:pt>
                <c:pt idx="1452">
                  <c:v>5.0808946067678891E-2</c:v>
                </c:pt>
                <c:pt idx="1453">
                  <c:v>5.0825005523487655E-2</c:v>
                </c:pt>
                <c:pt idx="1454">
                  <c:v>5.0825290504595708E-2</c:v>
                </c:pt>
                <c:pt idx="1455">
                  <c:v>5.0846113511563214E-2</c:v>
                </c:pt>
                <c:pt idx="1456">
                  <c:v>5.0847448586137274E-2</c:v>
                </c:pt>
                <c:pt idx="1457">
                  <c:v>5.0855943929316555E-2</c:v>
                </c:pt>
                <c:pt idx="1458">
                  <c:v>5.0859671852224626E-2</c:v>
                </c:pt>
                <c:pt idx="1459">
                  <c:v>5.0866870584006713E-2</c:v>
                </c:pt>
                <c:pt idx="1460">
                  <c:v>5.0869443181281691E-2</c:v>
                </c:pt>
                <c:pt idx="1461">
                  <c:v>5.0881631222994057E-2</c:v>
                </c:pt>
                <c:pt idx="1462">
                  <c:v>5.0883956874859644E-2</c:v>
                </c:pt>
                <c:pt idx="1463">
                  <c:v>5.0889864090926669E-2</c:v>
                </c:pt>
                <c:pt idx="1464">
                  <c:v>5.089098279072337E-2</c:v>
                </c:pt>
                <c:pt idx="1465">
                  <c:v>5.0895702169749556E-2</c:v>
                </c:pt>
                <c:pt idx="1466">
                  <c:v>5.0904828511954069E-2</c:v>
                </c:pt>
                <c:pt idx="1467">
                  <c:v>5.0918804614264977E-2</c:v>
                </c:pt>
                <c:pt idx="1468">
                  <c:v>5.0935160063507637E-2</c:v>
                </c:pt>
                <c:pt idx="1469">
                  <c:v>5.0938802937121656E-2</c:v>
                </c:pt>
                <c:pt idx="1470">
                  <c:v>5.0957835938278788E-2</c:v>
                </c:pt>
                <c:pt idx="1471">
                  <c:v>5.0960055911383438E-2</c:v>
                </c:pt>
                <c:pt idx="1472">
                  <c:v>5.10103318703184E-2</c:v>
                </c:pt>
                <c:pt idx="1473">
                  <c:v>5.1044652616839763E-2</c:v>
                </c:pt>
                <c:pt idx="1474">
                  <c:v>5.1067017413905659E-2</c:v>
                </c:pt>
                <c:pt idx="1475">
                  <c:v>5.10707952282883E-2</c:v>
                </c:pt>
                <c:pt idx="1476">
                  <c:v>5.1082445202684679E-2</c:v>
                </c:pt>
                <c:pt idx="1477">
                  <c:v>5.1125546038496471E-2</c:v>
                </c:pt>
                <c:pt idx="1478">
                  <c:v>5.1129510613091664E-2</c:v>
                </c:pt>
                <c:pt idx="1479">
                  <c:v>5.1135148752232878E-2</c:v>
                </c:pt>
                <c:pt idx="1480">
                  <c:v>5.1140192832690931E-2</c:v>
                </c:pt>
                <c:pt idx="1481">
                  <c:v>5.1142849732896893E-2</c:v>
                </c:pt>
                <c:pt idx="1482">
                  <c:v>5.1158685069252995E-2</c:v>
                </c:pt>
                <c:pt idx="1483">
                  <c:v>5.1166779915522147E-2</c:v>
                </c:pt>
                <c:pt idx="1484">
                  <c:v>5.1200609124513949E-2</c:v>
                </c:pt>
                <c:pt idx="1485">
                  <c:v>5.1209541768073658E-2</c:v>
                </c:pt>
                <c:pt idx="1486">
                  <c:v>5.1212914816338904E-2</c:v>
                </c:pt>
                <c:pt idx="1487">
                  <c:v>5.1219306036119287E-2</c:v>
                </c:pt>
                <c:pt idx="1488">
                  <c:v>5.1229203056742889E-2</c:v>
                </c:pt>
                <c:pt idx="1489">
                  <c:v>5.1266133678549992E-2</c:v>
                </c:pt>
                <c:pt idx="1490">
                  <c:v>5.1266680992764678E-2</c:v>
                </c:pt>
                <c:pt idx="1491">
                  <c:v>5.1281474487464243E-2</c:v>
                </c:pt>
                <c:pt idx="1492">
                  <c:v>5.1288393222386056E-2</c:v>
                </c:pt>
                <c:pt idx="1493">
                  <c:v>5.1303035413418033E-2</c:v>
                </c:pt>
                <c:pt idx="1494">
                  <c:v>5.1334218626520198E-2</c:v>
                </c:pt>
                <c:pt idx="1495">
                  <c:v>5.1341462071967263E-2</c:v>
                </c:pt>
                <c:pt idx="1496">
                  <c:v>5.1342100442511189E-2</c:v>
                </c:pt>
                <c:pt idx="1497">
                  <c:v>5.1378463270546619E-2</c:v>
                </c:pt>
                <c:pt idx="1498">
                  <c:v>5.138230390130518E-2</c:v>
                </c:pt>
                <c:pt idx="1499">
                  <c:v>5.1383687801464288E-2</c:v>
                </c:pt>
                <c:pt idx="1500">
                  <c:v>5.1388456495025436E-2</c:v>
                </c:pt>
                <c:pt idx="1501">
                  <c:v>5.1406619243940702E-2</c:v>
                </c:pt>
                <c:pt idx="1502">
                  <c:v>5.1410503797972448E-2</c:v>
                </c:pt>
                <c:pt idx="1503">
                  <c:v>5.1415164117440022E-2</c:v>
                </c:pt>
                <c:pt idx="1504">
                  <c:v>5.1416572456257074E-2</c:v>
                </c:pt>
                <c:pt idx="1505">
                  <c:v>5.1416937810336863E-2</c:v>
                </c:pt>
                <c:pt idx="1506">
                  <c:v>5.1433096792880377E-2</c:v>
                </c:pt>
                <c:pt idx="1507">
                  <c:v>5.1437734742764606E-2</c:v>
                </c:pt>
                <c:pt idx="1508">
                  <c:v>5.1464147144708233E-2</c:v>
                </c:pt>
                <c:pt idx="1509">
                  <c:v>5.1474019271985354E-2</c:v>
                </c:pt>
                <c:pt idx="1510">
                  <c:v>5.1486705394708995E-2</c:v>
                </c:pt>
                <c:pt idx="1511">
                  <c:v>5.1488531612492269E-2</c:v>
                </c:pt>
                <c:pt idx="1512">
                  <c:v>5.1489058026148456E-2</c:v>
                </c:pt>
                <c:pt idx="1513">
                  <c:v>5.1507662691836986E-2</c:v>
                </c:pt>
                <c:pt idx="1514">
                  <c:v>5.1508770057353374E-2</c:v>
                </c:pt>
                <c:pt idx="1515">
                  <c:v>5.152547972769362E-2</c:v>
                </c:pt>
                <c:pt idx="1516">
                  <c:v>5.1525805612109982E-2</c:v>
                </c:pt>
                <c:pt idx="1517">
                  <c:v>5.154070723579289E-2</c:v>
                </c:pt>
                <c:pt idx="1518">
                  <c:v>5.1541055281651121E-2</c:v>
                </c:pt>
                <c:pt idx="1519">
                  <c:v>5.1558574898466394E-2</c:v>
                </c:pt>
                <c:pt idx="1520">
                  <c:v>5.1560046629709567E-2</c:v>
                </c:pt>
                <c:pt idx="1521">
                  <c:v>5.1569512349104576E-2</c:v>
                </c:pt>
                <c:pt idx="1522">
                  <c:v>5.1587630269451713E-2</c:v>
                </c:pt>
                <c:pt idx="1523">
                  <c:v>5.1591677862554218E-2</c:v>
                </c:pt>
                <c:pt idx="1524">
                  <c:v>5.1592001675223646E-2</c:v>
                </c:pt>
                <c:pt idx="1525">
                  <c:v>5.1594848085915461E-2</c:v>
                </c:pt>
                <c:pt idx="1526">
                  <c:v>5.1605636029061555E-2</c:v>
                </c:pt>
                <c:pt idx="1527">
                  <c:v>5.1618054571505548E-2</c:v>
                </c:pt>
                <c:pt idx="1528">
                  <c:v>5.1624049149964671E-2</c:v>
                </c:pt>
                <c:pt idx="1529">
                  <c:v>5.1631406238775539E-2</c:v>
                </c:pt>
                <c:pt idx="1530">
                  <c:v>5.1653638670833189E-2</c:v>
                </c:pt>
                <c:pt idx="1531">
                  <c:v>5.1694312441325045E-2</c:v>
                </c:pt>
                <c:pt idx="1532">
                  <c:v>5.1699044583316409E-2</c:v>
                </c:pt>
                <c:pt idx="1533">
                  <c:v>5.1699914022576163E-2</c:v>
                </c:pt>
                <c:pt idx="1534">
                  <c:v>5.1705036097249225E-2</c:v>
                </c:pt>
                <c:pt idx="1535">
                  <c:v>5.173919422968918E-2</c:v>
                </c:pt>
                <c:pt idx="1536">
                  <c:v>5.1768974957839539E-2</c:v>
                </c:pt>
                <c:pt idx="1537">
                  <c:v>5.1829504145970866E-2</c:v>
                </c:pt>
                <c:pt idx="1538">
                  <c:v>5.1845565374267405E-2</c:v>
                </c:pt>
                <c:pt idx="1539">
                  <c:v>5.1864884444651434E-2</c:v>
                </c:pt>
                <c:pt idx="1540">
                  <c:v>5.1887905294750791E-2</c:v>
                </c:pt>
                <c:pt idx="1541">
                  <c:v>5.192230233051328E-2</c:v>
                </c:pt>
                <c:pt idx="1542">
                  <c:v>5.1932655269066784E-2</c:v>
                </c:pt>
                <c:pt idx="1543">
                  <c:v>5.1989238392436257E-2</c:v>
                </c:pt>
                <c:pt idx="1544">
                  <c:v>5.1989956960467321E-2</c:v>
                </c:pt>
                <c:pt idx="1545">
                  <c:v>5.1992815131674919E-2</c:v>
                </c:pt>
                <c:pt idx="1546">
                  <c:v>5.200434257160471E-2</c:v>
                </c:pt>
                <c:pt idx="1547">
                  <c:v>5.2013893587262681E-2</c:v>
                </c:pt>
                <c:pt idx="1548">
                  <c:v>5.2014349432721894E-2</c:v>
                </c:pt>
                <c:pt idx="1549">
                  <c:v>5.2017627048568264E-2</c:v>
                </c:pt>
                <c:pt idx="1550">
                  <c:v>5.202161302681934E-2</c:v>
                </c:pt>
                <c:pt idx="1551">
                  <c:v>5.2036109924924093E-2</c:v>
                </c:pt>
                <c:pt idx="1552">
                  <c:v>5.2039043267602843E-2</c:v>
                </c:pt>
                <c:pt idx="1553">
                  <c:v>5.2041421451381131E-2</c:v>
                </c:pt>
                <c:pt idx="1554">
                  <c:v>5.2060493471833585E-2</c:v>
                </c:pt>
                <c:pt idx="1555">
                  <c:v>5.2066252724022856E-2</c:v>
                </c:pt>
                <c:pt idx="1556">
                  <c:v>5.2078766945963618E-2</c:v>
                </c:pt>
                <c:pt idx="1557">
                  <c:v>5.2080476331561897E-2</c:v>
                </c:pt>
                <c:pt idx="1558">
                  <c:v>5.2081389414203809E-2</c:v>
                </c:pt>
                <c:pt idx="1559">
                  <c:v>5.2082800986133757E-2</c:v>
                </c:pt>
                <c:pt idx="1560">
                  <c:v>5.2092123719758653E-2</c:v>
                </c:pt>
                <c:pt idx="1561">
                  <c:v>5.2111373945659671E-2</c:v>
                </c:pt>
                <c:pt idx="1562">
                  <c:v>5.2113316220229002E-2</c:v>
                </c:pt>
                <c:pt idx="1563">
                  <c:v>5.211861419705819E-2</c:v>
                </c:pt>
                <c:pt idx="1564">
                  <c:v>5.2134423629075395E-2</c:v>
                </c:pt>
                <c:pt idx="1565">
                  <c:v>5.2176811107724409E-2</c:v>
                </c:pt>
                <c:pt idx="1566">
                  <c:v>5.2182735677741038E-2</c:v>
                </c:pt>
                <c:pt idx="1567">
                  <c:v>5.2200002595580386E-2</c:v>
                </c:pt>
                <c:pt idx="1568">
                  <c:v>5.2220956075835205E-2</c:v>
                </c:pt>
                <c:pt idx="1569">
                  <c:v>5.2227209559957986E-2</c:v>
                </c:pt>
                <c:pt idx="1570">
                  <c:v>5.2254654375469167E-2</c:v>
                </c:pt>
                <c:pt idx="1571">
                  <c:v>5.22572615793628E-2</c:v>
                </c:pt>
                <c:pt idx="1572">
                  <c:v>5.2258767650788407E-2</c:v>
                </c:pt>
                <c:pt idx="1573">
                  <c:v>5.2314947762000907E-2</c:v>
                </c:pt>
                <c:pt idx="1574">
                  <c:v>5.2335254854731235E-2</c:v>
                </c:pt>
                <c:pt idx="1575">
                  <c:v>5.2346325455134506E-2</c:v>
                </c:pt>
                <c:pt idx="1576">
                  <c:v>5.2385427707090378E-2</c:v>
                </c:pt>
                <c:pt idx="1577">
                  <c:v>5.2393475292062251E-2</c:v>
                </c:pt>
                <c:pt idx="1578">
                  <c:v>5.2397095464121933E-2</c:v>
                </c:pt>
                <c:pt idx="1579">
                  <c:v>5.2426556210579435E-2</c:v>
                </c:pt>
                <c:pt idx="1580">
                  <c:v>5.2441809677977444E-2</c:v>
                </c:pt>
                <c:pt idx="1581">
                  <c:v>5.2448365798270141E-2</c:v>
                </c:pt>
                <c:pt idx="1582">
                  <c:v>5.2448501540561618E-2</c:v>
                </c:pt>
                <c:pt idx="1583">
                  <c:v>5.2458798696651029E-2</c:v>
                </c:pt>
                <c:pt idx="1584">
                  <c:v>5.2466018928082517E-2</c:v>
                </c:pt>
                <c:pt idx="1585">
                  <c:v>5.2487146635949646E-2</c:v>
                </c:pt>
                <c:pt idx="1586">
                  <c:v>5.2493106612048063E-2</c:v>
                </c:pt>
                <c:pt idx="1587">
                  <c:v>5.2494850221234811E-2</c:v>
                </c:pt>
                <c:pt idx="1588">
                  <c:v>5.250168970409743E-2</c:v>
                </c:pt>
                <c:pt idx="1589">
                  <c:v>5.2539417350750593E-2</c:v>
                </c:pt>
                <c:pt idx="1590">
                  <c:v>5.254347213635658E-2</c:v>
                </c:pt>
                <c:pt idx="1591">
                  <c:v>5.2544723710541683E-2</c:v>
                </c:pt>
                <c:pt idx="1592">
                  <c:v>5.2544941467902846E-2</c:v>
                </c:pt>
                <c:pt idx="1593">
                  <c:v>5.2547515708045139E-2</c:v>
                </c:pt>
                <c:pt idx="1594">
                  <c:v>5.2589286762040451E-2</c:v>
                </c:pt>
                <c:pt idx="1595">
                  <c:v>5.2593808507841934E-2</c:v>
                </c:pt>
                <c:pt idx="1596">
                  <c:v>5.2637691687448321E-2</c:v>
                </c:pt>
                <c:pt idx="1597">
                  <c:v>5.2678612270571037E-2</c:v>
                </c:pt>
                <c:pt idx="1598">
                  <c:v>5.2734410811563159E-2</c:v>
                </c:pt>
                <c:pt idx="1599">
                  <c:v>5.2753532176469838E-2</c:v>
                </c:pt>
                <c:pt idx="1600">
                  <c:v>5.2761940213941899E-2</c:v>
                </c:pt>
                <c:pt idx="1601">
                  <c:v>5.2767495912769122E-2</c:v>
                </c:pt>
                <c:pt idx="1602">
                  <c:v>5.2796140985356052E-2</c:v>
                </c:pt>
                <c:pt idx="1603">
                  <c:v>5.2836823023966237E-2</c:v>
                </c:pt>
                <c:pt idx="1604">
                  <c:v>5.28385513537349E-2</c:v>
                </c:pt>
                <c:pt idx="1605">
                  <c:v>5.2856424556413005E-2</c:v>
                </c:pt>
                <c:pt idx="1606">
                  <c:v>5.2889528385857552E-2</c:v>
                </c:pt>
                <c:pt idx="1607">
                  <c:v>5.2890292213520006E-2</c:v>
                </c:pt>
                <c:pt idx="1608">
                  <c:v>5.2921432913338999E-2</c:v>
                </c:pt>
                <c:pt idx="1609">
                  <c:v>5.2924329474230612E-2</c:v>
                </c:pt>
                <c:pt idx="1610">
                  <c:v>5.2931514132199153E-2</c:v>
                </c:pt>
                <c:pt idx="1611">
                  <c:v>5.2940486669967694E-2</c:v>
                </c:pt>
                <c:pt idx="1612">
                  <c:v>5.2952051833731632E-2</c:v>
                </c:pt>
                <c:pt idx="1613">
                  <c:v>5.2979586913966294E-2</c:v>
                </c:pt>
                <c:pt idx="1614">
                  <c:v>5.30092557770553E-2</c:v>
                </c:pt>
                <c:pt idx="1615">
                  <c:v>5.3017818214768996E-2</c:v>
                </c:pt>
                <c:pt idx="1616">
                  <c:v>5.301911624921038E-2</c:v>
                </c:pt>
                <c:pt idx="1617">
                  <c:v>5.3049964804950583E-2</c:v>
                </c:pt>
                <c:pt idx="1618">
                  <c:v>5.3058799650385249E-2</c:v>
                </c:pt>
                <c:pt idx="1619">
                  <c:v>5.3096942849228175E-2</c:v>
                </c:pt>
                <c:pt idx="1620">
                  <c:v>5.310215582648864E-2</c:v>
                </c:pt>
                <c:pt idx="1621">
                  <c:v>5.3112833501695877E-2</c:v>
                </c:pt>
                <c:pt idx="1622">
                  <c:v>5.3143384281685288E-2</c:v>
                </c:pt>
                <c:pt idx="1623">
                  <c:v>5.3147269094318175E-2</c:v>
                </c:pt>
                <c:pt idx="1624">
                  <c:v>5.3155671835270646E-2</c:v>
                </c:pt>
                <c:pt idx="1625">
                  <c:v>5.3169768395359994E-2</c:v>
                </c:pt>
                <c:pt idx="1626">
                  <c:v>5.3221094523947868E-2</c:v>
                </c:pt>
                <c:pt idx="1627">
                  <c:v>5.3231908154600584E-2</c:v>
                </c:pt>
                <c:pt idx="1628">
                  <c:v>5.3233033161427898E-2</c:v>
                </c:pt>
                <c:pt idx="1629">
                  <c:v>5.3233464263141544E-2</c:v>
                </c:pt>
                <c:pt idx="1630">
                  <c:v>5.32364919186731E-2</c:v>
                </c:pt>
                <c:pt idx="1631">
                  <c:v>5.32609382137978E-2</c:v>
                </c:pt>
                <c:pt idx="1632">
                  <c:v>5.3275556377908095E-2</c:v>
                </c:pt>
                <c:pt idx="1633">
                  <c:v>5.3292756326468523E-2</c:v>
                </c:pt>
                <c:pt idx="1634">
                  <c:v>5.329431377026448E-2</c:v>
                </c:pt>
                <c:pt idx="1635">
                  <c:v>5.3298115043849917E-2</c:v>
                </c:pt>
                <c:pt idx="1636">
                  <c:v>5.3327978079662532E-2</c:v>
                </c:pt>
                <c:pt idx="1637">
                  <c:v>5.3331310708895116E-2</c:v>
                </c:pt>
                <c:pt idx="1638">
                  <c:v>5.333273498279039E-2</c:v>
                </c:pt>
                <c:pt idx="1639">
                  <c:v>5.3350034515115149E-2</c:v>
                </c:pt>
                <c:pt idx="1640">
                  <c:v>5.3366862464973276E-2</c:v>
                </c:pt>
                <c:pt idx="1641">
                  <c:v>5.3370808327053959E-2</c:v>
                </c:pt>
                <c:pt idx="1642">
                  <c:v>5.3388737063943599E-2</c:v>
                </c:pt>
                <c:pt idx="1643">
                  <c:v>5.3390485441976498E-2</c:v>
                </c:pt>
                <c:pt idx="1644">
                  <c:v>5.3408406695974228E-2</c:v>
                </c:pt>
                <c:pt idx="1645">
                  <c:v>5.341575066786778E-2</c:v>
                </c:pt>
                <c:pt idx="1646">
                  <c:v>5.3417535484840926E-2</c:v>
                </c:pt>
                <c:pt idx="1647">
                  <c:v>5.3417989852295483E-2</c:v>
                </c:pt>
                <c:pt idx="1648">
                  <c:v>5.3420654430207055E-2</c:v>
                </c:pt>
                <c:pt idx="1649">
                  <c:v>5.3423833209375424E-2</c:v>
                </c:pt>
                <c:pt idx="1650">
                  <c:v>5.342920623247073E-2</c:v>
                </c:pt>
                <c:pt idx="1651">
                  <c:v>5.3429262071221159E-2</c:v>
                </c:pt>
                <c:pt idx="1652">
                  <c:v>5.3430354621948631E-2</c:v>
                </c:pt>
                <c:pt idx="1653">
                  <c:v>5.3448453433088378E-2</c:v>
                </c:pt>
                <c:pt idx="1654">
                  <c:v>5.3459419752246294E-2</c:v>
                </c:pt>
                <c:pt idx="1655">
                  <c:v>5.3461662304147284E-2</c:v>
                </c:pt>
                <c:pt idx="1656">
                  <c:v>5.3469818740430677E-2</c:v>
                </c:pt>
                <c:pt idx="1657">
                  <c:v>5.3480387471187829E-2</c:v>
                </c:pt>
                <c:pt idx="1658">
                  <c:v>5.3484086343098029E-2</c:v>
                </c:pt>
                <c:pt idx="1659">
                  <c:v>5.3488441173974437E-2</c:v>
                </c:pt>
                <c:pt idx="1660">
                  <c:v>5.3498005161867687E-2</c:v>
                </c:pt>
                <c:pt idx="1661">
                  <c:v>5.3520691888868085E-2</c:v>
                </c:pt>
                <c:pt idx="1662">
                  <c:v>5.3520854854875684E-2</c:v>
                </c:pt>
                <c:pt idx="1663">
                  <c:v>5.3524594615670155E-2</c:v>
                </c:pt>
                <c:pt idx="1664">
                  <c:v>5.3527010155684625E-2</c:v>
                </c:pt>
                <c:pt idx="1665">
                  <c:v>5.3530354118322528E-2</c:v>
                </c:pt>
                <c:pt idx="1666">
                  <c:v>5.3531550801656481E-2</c:v>
                </c:pt>
                <c:pt idx="1667">
                  <c:v>5.3542840601240427E-2</c:v>
                </c:pt>
                <c:pt idx="1668">
                  <c:v>5.3575558854096719E-2</c:v>
                </c:pt>
                <c:pt idx="1669">
                  <c:v>5.3589129776665675E-2</c:v>
                </c:pt>
                <c:pt idx="1670">
                  <c:v>5.3589709607306905E-2</c:v>
                </c:pt>
                <c:pt idx="1671">
                  <c:v>5.3597094858048734E-2</c:v>
                </c:pt>
                <c:pt idx="1672">
                  <c:v>5.3600751671879901E-2</c:v>
                </c:pt>
                <c:pt idx="1673">
                  <c:v>5.3615696634691193E-2</c:v>
                </c:pt>
                <c:pt idx="1674">
                  <c:v>5.3653974693918471E-2</c:v>
                </c:pt>
                <c:pt idx="1675">
                  <c:v>5.3656802441963594E-2</c:v>
                </c:pt>
                <c:pt idx="1676">
                  <c:v>5.3692170328597952E-2</c:v>
                </c:pt>
                <c:pt idx="1677">
                  <c:v>5.3695923861849598E-2</c:v>
                </c:pt>
                <c:pt idx="1678">
                  <c:v>5.3717485647855327E-2</c:v>
                </c:pt>
                <c:pt idx="1679">
                  <c:v>5.3732527536338011E-2</c:v>
                </c:pt>
                <c:pt idx="1680">
                  <c:v>5.3748688213497292E-2</c:v>
                </c:pt>
                <c:pt idx="1681">
                  <c:v>5.3827303395661608E-2</c:v>
                </c:pt>
                <c:pt idx="1682">
                  <c:v>5.3854517003569989E-2</c:v>
                </c:pt>
                <c:pt idx="1683">
                  <c:v>5.3859427705908312E-2</c:v>
                </c:pt>
                <c:pt idx="1684">
                  <c:v>5.3868440104298657E-2</c:v>
                </c:pt>
                <c:pt idx="1685">
                  <c:v>5.3890214981569963E-2</c:v>
                </c:pt>
                <c:pt idx="1686">
                  <c:v>5.3898111825125453E-2</c:v>
                </c:pt>
                <c:pt idx="1687">
                  <c:v>5.3911774591513903E-2</c:v>
                </c:pt>
                <c:pt idx="1688">
                  <c:v>5.391257718823074E-2</c:v>
                </c:pt>
                <c:pt idx="1689">
                  <c:v>5.3913936999353228E-2</c:v>
                </c:pt>
                <c:pt idx="1690">
                  <c:v>5.3920909840111185E-2</c:v>
                </c:pt>
                <c:pt idx="1691">
                  <c:v>5.3928910280198146E-2</c:v>
                </c:pt>
                <c:pt idx="1692">
                  <c:v>5.3936041890717559E-2</c:v>
                </c:pt>
                <c:pt idx="1693">
                  <c:v>5.3954204628246932E-2</c:v>
                </c:pt>
                <c:pt idx="1694">
                  <c:v>5.3965602146016839E-2</c:v>
                </c:pt>
                <c:pt idx="1695">
                  <c:v>5.3973299065012123E-2</c:v>
                </c:pt>
                <c:pt idx="1696">
                  <c:v>5.3992204032305813E-2</c:v>
                </c:pt>
                <c:pt idx="1697">
                  <c:v>5.4007143399817929E-2</c:v>
                </c:pt>
                <c:pt idx="1698">
                  <c:v>5.4016167953095551E-2</c:v>
                </c:pt>
                <c:pt idx="1699">
                  <c:v>5.4021947103837294E-2</c:v>
                </c:pt>
                <c:pt idx="1700">
                  <c:v>5.4026365827529947E-2</c:v>
                </c:pt>
                <c:pt idx="1701">
                  <c:v>5.4027113480047177E-2</c:v>
                </c:pt>
                <c:pt idx="1702">
                  <c:v>5.4032110089601161E-2</c:v>
                </c:pt>
                <c:pt idx="1703">
                  <c:v>5.4055349930576771E-2</c:v>
                </c:pt>
                <c:pt idx="1704">
                  <c:v>5.4066945769367082E-2</c:v>
                </c:pt>
                <c:pt idx="1705">
                  <c:v>5.4084971387213202E-2</c:v>
                </c:pt>
                <c:pt idx="1706">
                  <c:v>5.4111153667650229E-2</c:v>
                </c:pt>
                <c:pt idx="1707">
                  <c:v>5.4112462543453616E-2</c:v>
                </c:pt>
                <c:pt idx="1708">
                  <c:v>5.412798651491408E-2</c:v>
                </c:pt>
                <c:pt idx="1709">
                  <c:v>5.4136227329842031E-2</c:v>
                </c:pt>
                <c:pt idx="1710">
                  <c:v>5.4136505011511765E-2</c:v>
                </c:pt>
                <c:pt idx="1711">
                  <c:v>5.4144148263812135E-2</c:v>
                </c:pt>
                <c:pt idx="1712">
                  <c:v>5.4144414755733263E-2</c:v>
                </c:pt>
                <c:pt idx="1713">
                  <c:v>5.4154750067550488E-2</c:v>
                </c:pt>
                <c:pt idx="1714">
                  <c:v>5.4160914691606971E-2</c:v>
                </c:pt>
                <c:pt idx="1715">
                  <c:v>5.4178739882532662E-2</c:v>
                </c:pt>
                <c:pt idx="1716">
                  <c:v>5.418737641207759E-2</c:v>
                </c:pt>
                <c:pt idx="1717">
                  <c:v>5.4201786438933933E-2</c:v>
                </c:pt>
                <c:pt idx="1718">
                  <c:v>5.4240744643784436E-2</c:v>
                </c:pt>
                <c:pt idx="1719">
                  <c:v>5.4250959874351232E-2</c:v>
                </c:pt>
                <c:pt idx="1720">
                  <c:v>5.4262001608476107E-2</c:v>
                </c:pt>
                <c:pt idx="1721">
                  <c:v>5.4276140653302059E-2</c:v>
                </c:pt>
                <c:pt idx="1722">
                  <c:v>5.4276894972608833E-2</c:v>
                </c:pt>
                <c:pt idx="1723">
                  <c:v>5.4301612956108969E-2</c:v>
                </c:pt>
                <c:pt idx="1724">
                  <c:v>5.4307203248443486E-2</c:v>
                </c:pt>
                <c:pt idx="1725">
                  <c:v>5.4308049729867407E-2</c:v>
                </c:pt>
                <c:pt idx="1726">
                  <c:v>5.431044886363709E-2</c:v>
                </c:pt>
                <c:pt idx="1727">
                  <c:v>5.4312209895614173E-2</c:v>
                </c:pt>
                <c:pt idx="1728">
                  <c:v>5.4348392241727855E-2</c:v>
                </c:pt>
                <c:pt idx="1729">
                  <c:v>5.4350827724954955E-2</c:v>
                </c:pt>
                <c:pt idx="1730">
                  <c:v>5.4359866087896412E-2</c:v>
                </c:pt>
                <c:pt idx="1731">
                  <c:v>5.4366966619130819E-2</c:v>
                </c:pt>
                <c:pt idx="1732">
                  <c:v>5.437497453133374E-2</c:v>
                </c:pt>
                <c:pt idx="1733">
                  <c:v>5.4379616342062051E-2</c:v>
                </c:pt>
                <c:pt idx="1734">
                  <c:v>5.4390042563632439E-2</c:v>
                </c:pt>
                <c:pt idx="1735">
                  <c:v>5.4395835904316792E-2</c:v>
                </c:pt>
                <c:pt idx="1736">
                  <c:v>5.4397195177380987E-2</c:v>
                </c:pt>
                <c:pt idx="1737">
                  <c:v>5.4397894419944873E-2</c:v>
                </c:pt>
                <c:pt idx="1738">
                  <c:v>5.4399254260393978E-2</c:v>
                </c:pt>
                <c:pt idx="1739">
                  <c:v>5.4409982045628691E-2</c:v>
                </c:pt>
                <c:pt idx="1740">
                  <c:v>5.4411832439885607E-2</c:v>
                </c:pt>
                <c:pt idx="1741">
                  <c:v>5.4428378142888333E-2</c:v>
                </c:pt>
                <c:pt idx="1742">
                  <c:v>5.448855406536051E-2</c:v>
                </c:pt>
                <c:pt idx="1743">
                  <c:v>5.4489283737933054E-2</c:v>
                </c:pt>
                <c:pt idx="1744">
                  <c:v>5.4490386505030276E-2</c:v>
                </c:pt>
                <c:pt idx="1745">
                  <c:v>5.4490970566025261E-2</c:v>
                </c:pt>
                <c:pt idx="1746">
                  <c:v>5.4492186240486865E-2</c:v>
                </c:pt>
                <c:pt idx="1747">
                  <c:v>5.4493728772948169E-2</c:v>
                </c:pt>
                <c:pt idx="1748">
                  <c:v>5.4502849867122387E-2</c:v>
                </c:pt>
                <c:pt idx="1749">
                  <c:v>5.4506022097775469E-2</c:v>
                </c:pt>
                <c:pt idx="1750">
                  <c:v>5.4519389334597795E-2</c:v>
                </c:pt>
                <c:pt idx="1751">
                  <c:v>5.4528237436932268E-2</c:v>
                </c:pt>
                <c:pt idx="1752">
                  <c:v>5.4546641739783332E-2</c:v>
                </c:pt>
                <c:pt idx="1753">
                  <c:v>5.4555613776119928E-2</c:v>
                </c:pt>
                <c:pt idx="1754">
                  <c:v>5.4565675403269086E-2</c:v>
                </c:pt>
                <c:pt idx="1755">
                  <c:v>5.4595209558902617E-2</c:v>
                </c:pt>
                <c:pt idx="1756">
                  <c:v>5.460737668520977E-2</c:v>
                </c:pt>
                <c:pt idx="1757">
                  <c:v>5.4615202282252959E-2</c:v>
                </c:pt>
                <c:pt idx="1758">
                  <c:v>5.4657244848682181E-2</c:v>
                </c:pt>
                <c:pt idx="1759">
                  <c:v>5.4677860077506128E-2</c:v>
                </c:pt>
                <c:pt idx="1760">
                  <c:v>5.4692502863400522E-2</c:v>
                </c:pt>
                <c:pt idx="1761">
                  <c:v>5.4704830191984403E-2</c:v>
                </c:pt>
                <c:pt idx="1762">
                  <c:v>5.4718397514020377E-2</c:v>
                </c:pt>
                <c:pt idx="1763">
                  <c:v>5.4735169894928992E-2</c:v>
                </c:pt>
                <c:pt idx="1764">
                  <c:v>5.4735522661791193E-2</c:v>
                </c:pt>
                <c:pt idx="1765">
                  <c:v>5.4755762653493197E-2</c:v>
                </c:pt>
                <c:pt idx="1766">
                  <c:v>5.4774803543690812E-2</c:v>
                </c:pt>
                <c:pt idx="1767">
                  <c:v>5.4796357310545343E-2</c:v>
                </c:pt>
                <c:pt idx="1768">
                  <c:v>5.480453029589382E-2</c:v>
                </c:pt>
                <c:pt idx="1769">
                  <c:v>5.4808971027240368E-2</c:v>
                </c:pt>
                <c:pt idx="1770">
                  <c:v>5.4819911616243784E-2</c:v>
                </c:pt>
                <c:pt idx="1771">
                  <c:v>5.4836835414029658E-2</c:v>
                </c:pt>
                <c:pt idx="1772">
                  <c:v>5.4852346528304001E-2</c:v>
                </c:pt>
                <c:pt idx="1773">
                  <c:v>5.485642815445143E-2</c:v>
                </c:pt>
                <c:pt idx="1774">
                  <c:v>5.4860231111203833E-2</c:v>
                </c:pt>
                <c:pt idx="1775">
                  <c:v>5.4915278920786181E-2</c:v>
                </c:pt>
                <c:pt idx="1776">
                  <c:v>5.492313046406333E-2</c:v>
                </c:pt>
                <c:pt idx="1777">
                  <c:v>5.4955172813536762E-2</c:v>
                </c:pt>
                <c:pt idx="1778">
                  <c:v>5.4960287979709081E-2</c:v>
                </c:pt>
                <c:pt idx="1779">
                  <c:v>5.4965085970469611E-2</c:v>
                </c:pt>
                <c:pt idx="1780">
                  <c:v>5.4966187000199757E-2</c:v>
                </c:pt>
                <c:pt idx="1781">
                  <c:v>5.49765915762171E-2</c:v>
                </c:pt>
                <c:pt idx="1782">
                  <c:v>5.4993557345312437E-2</c:v>
                </c:pt>
                <c:pt idx="1783">
                  <c:v>5.5000444373611644E-2</c:v>
                </c:pt>
                <c:pt idx="1784">
                  <c:v>5.502334479087774E-2</c:v>
                </c:pt>
                <c:pt idx="1785">
                  <c:v>5.5023863042567948E-2</c:v>
                </c:pt>
                <c:pt idx="1786">
                  <c:v>5.5035419448184568E-2</c:v>
                </c:pt>
                <c:pt idx="1787">
                  <c:v>5.5039807364459771E-2</c:v>
                </c:pt>
                <c:pt idx="1788">
                  <c:v>5.5056452754814224E-2</c:v>
                </c:pt>
                <c:pt idx="1789">
                  <c:v>5.5059439151325641E-2</c:v>
                </c:pt>
                <c:pt idx="1790">
                  <c:v>5.5061917749282353E-2</c:v>
                </c:pt>
                <c:pt idx="1791">
                  <c:v>5.5071302899221193E-2</c:v>
                </c:pt>
                <c:pt idx="1792">
                  <c:v>5.5077836810410744E-2</c:v>
                </c:pt>
                <c:pt idx="1793">
                  <c:v>5.5080104889446937E-2</c:v>
                </c:pt>
                <c:pt idx="1794">
                  <c:v>5.5080354507701171E-2</c:v>
                </c:pt>
                <c:pt idx="1795">
                  <c:v>5.5085431816684065E-2</c:v>
                </c:pt>
                <c:pt idx="1796">
                  <c:v>5.5085605085429069E-2</c:v>
                </c:pt>
                <c:pt idx="1797">
                  <c:v>5.5103092296957104E-2</c:v>
                </c:pt>
                <c:pt idx="1798">
                  <c:v>5.5136474140654874E-2</c:v>
                </c:pt>
                <c:pt idx="1799">
                  <c:v>5.514363859538178E-2</c:v>
                </c:pt>
                <c:pt idx="1800">
                  <c:v>5.5166785562415339E-2</c:v>
                </c:pt>
                <c:pt idx="1801">
                  <c:v>5.5173503639845523E-2</c:v>
                </c:pt>
                <c:pt idx="1802">
                  <c:v>5.5182676039932682E-2</c:v>
                </c:pt>
                <c:pt idx="1803">
                  <c:v>5.5184096698697373E-2</c:v>
                </c:pt>
                <c:pt idx="1804">
                  <c:v>5.5206068334910055E-2</c:v>
                </c:pt>
                <c:pt idx="1805">
                  <c:v>5.5212032092289656E-2</c:v>
                </c:pt>
                <c:pt idx="1806">
                  <c:v>5.5234441089172005E-2</c:v>
                </c:pt>
                <c:pt idx="1807">
                  <c:v>5.52387003424624E-2</c:v>
                </c:pt>
                <c:pt idx="1808">
                  <c:v>5.5262482749944337E-2</c:v>
                </c:pt>
                <c:pt idx="1809">
                  <c:v>5.5263408034363873E-2</c:v>
                </c:pt>
                <c:pt idx="1810">
                  <c:v>5.5281498221163794E-2</c:v>
                </c:pt>
                <c:pt idx="1811">
                  <c:v>5.5292151867021522E-2</c:v>
                </c:pt>
                <c:pt idx="1812">
                  <c:v>5.5318960034611175E-2</c:v>
                </c:pt>
                <c:pt idx="1813">
                  <c:v>5.5323929469028282E-2</c:v>
                </c:pt>
                <c:pt idx="1814">
                  <c:v>5.5349665786421802E-2</c:v>
                </c:pt>
                <c:pt idx="1815">
                  <c:v>5.5357430917106425E-2</c:v>
                </c:pt>
                <c:pt idx="1816">
                  <c:v>5.5382862034422754E-2</c:v>
                </c:pt>
                <c:pt idx="1817">
                  <c:v>5.5427595139291845E-2</c:v>
                </c:pt>
                <c:pt idx="1818">
                  <c:v>5.5440227295990151E-2</c:v>
                </c:pt>
                <c:pt idx="1819">
                  <c:v>5.5440539433668126E-2</c:v>
                </c:pt>
                <c:pt idx="1820">
                  <c:v>5.5441107463588261E-2</c:v>
                </c:pt>
                <c:pt idx="1821">
                  <c:v>5.5448325428671279E-2</c:v>
                </c:pt>
                <c:pt idx="1822">
                  <c:v>5.5452688431244061E-2</c:v>
                </c:pt>
                <c:pt idx="1823">
                  <c:v>5.5461766243377258E-2</c:v>
                </c:pt>
                <c:pt idx="1824">
                  <c:v>5.5466535917479312E-2</c:v>
                </c:pt>
                <c:pt idx="1825">
                  <c:v>5.5468351871186657E-2</c:v>
                </c:pt>
                <c:pt idx="1826">
                  <c:v>5.5476762900802494E-2</c:v>
                </c:pt>
                <c:pt idx="1827">
                  <c:v>5.5479004517014249E-2</c:v>
                </c:pt>
                <c:pt idx="1828">
                  <c:v>5.5480925619296705E-2</c:v>
                </c:pt>
                <c:pt idx="1829">
                  <c:v>5.5487205139367383E-2</c:v>
                </c:pt>
                <c:pt idx="1830">
                  <c:v>5.5493285939392359E-2</c:v>
                </c:pt>
                <c:pt idx="1831">
                  <c:v>5.5493309199796698E-2</c:v>
                </c:pt>
                <c:pt idx="1832">
                  <c:v>5.5498824462585104E-2</c:v>
                </c:pt>
                <c:pt idx="1833">
                  <c:v>5.5510903450460024E-2</c:v>
                </c:pt>
                <c:pt idx="1834">
                  <c:v>5.5525796456057618E-2</c:v>
                </c:pt>
                <c:pt idx="1835">
                  <c:v>5.55282393139594E-2</c:v>
                </c:pt>
                <c:pt idx="1836">
                  <c:v>5.5597875492979044E-2</c:v>
                </c:pt>
                <c:pt idx="1837">
                  <c:v>5.5599651064031946E-2</c:v>
                </c:pt>
                <c:pt idx="1838">
                  <c:v>5.5602365289021773E-2</c:v>
                </c:pt>
                <c:pt idx="1839">
                  <c:v>5.5649212675306141E-2</c:v>
                </c:pt>
                <c:pt idx="1840">
                  <c:v>5.5650501685834519E-2</c:v>
                </c:pt>
                <c:pt idx="1841">
                  <c:v>5.5670887449020164E-2</c:v>
                </c:pt>
                <c:pt idx="1842">
                  <c:v>5.5679518029740117E-2</c:v>
                </c:pt>
                <c:pt idx="1843">
                  <c:v>5.5702326748876492E-2</c:v>
                </c:pt>
                <c:pt idx="1844">
                  <c:v>5.5703509161847721E-2</c:v>
                </c:pt>
                <c:pt idx="1845">
                  <c:v>5.5715538722752297E-2</c:v>
                </c:pt>
                <c:pt idx="1846">
                  <c:v>5.5727001693102976E-2</c:v>
                </c:pt>
                <c:pt idx="1847">
                  <c:v>5.5737855484910052E-2</c:v>
                </c:pt>
                <c:pt idx="1848">
                  <c:v>5.5779018479203787E-2</c:v>
                </c:pt>
                <c:pt idx="1849">
                  <c:v>5.5781648316932081E-2</c:v>
                </c:pt>
                <c:pt idx="1850">
                  <c:v>5.5784721744654965E-2</c:v>
                </c:pt>
                <c:pt idx="1851">
                  <c:v>5.5787669480006873E-2</c:v>
                </c:pt>
                <c:pt idx="1852">
                  <c:v>5.5807291286588429E-2</c:v>
                </c:pt>
                <c:pt idx="1853">
                  <c:v>5.582117529673989E-2</c:v>
                </c:pt>
                <c:pt idx="1854">
                  <c:v>5.5839997946690048E-2</c:v>
                </c:pt>
                <c:pt idx="1855">
                  <c:v>5.5847441300106958E-2</c:v>
                </c:pt>
                <c:pt idx="1856">
                  <c:v>5.5854905939793538E-2</c:v>
                </c:pt>
                <c:pt idx="1857">
                  <c:v>5.5872239148453476E-2</c:v>
                </c:pt>
                <c:pt idx="1858">
                  <c:v>5.5876173113610879E-2</c:v>
                </c:pt>
                <c:pt idx="1859">
                  <c:v>5.5892300646412436E-2</c:v>
                </c:pt>
                <c:pt idx="1860">
                  <c:v>5.5894256793545601E-2</c:v>
                </c:pt>
                <c:pt idx="1861">
                  <c:v>5.5926538527102561E-2</c:v>
                </c:pt>
                <c:pt idx="1862">
                  <c:v>5.5932863960573086E-2</c:v>
                </c:pt>
                <c:pt idx="1863">
                  <c:v>5.5946952329592528E-2</c:v>
                </c:pt>
                <c:pt idx="1864">
                  <c:v>5.5950598519021982E-2</c:v>
                </c:pt>
                <c:pt idx="1865">
                  <c:v>5.5960117867740883E-2</c:v>
                </c:pt>
                <c:pt idx="1866">
                  <c:v>5.5960175405556589E-2</c:v>
                </c:pt>
                <c:pt idx="1867">
                  <c:v>5.5975381375600063E-2</c:v>
                </c:pt>
                <c:pt idx="1868">
                  <c:v>5.5983792101980435E-2</c:v>
                </c:pt>
                <c:pt idx="1869">
                  <c:v>5.6007314616088676E-2</c:v>
                </c:pt>
                <c:pt idx="1870">
                  <c:v>5.6009948271646785E-2</c:v>
                </c:pt>
                <c:pt idx="1871">
                  <c:v>5.6010407915932724E-2</c:v>
                </c:pt>
                <c:pt idx="1872">
                  <c:v>5.6033911647243785E-2</c:v>
                </c:pt>
                <c:pt idx="1873">
                  <c:v>5.6059770717990925E-2</c:v>
                </c:pt>
                <c:pt idx="1874">
                  <c:v>5.6102178059573286E-2</c:v>
                </c:pt>
                <c:pt idx="1875">
                  <c:v>5.611629999505216E-2</c:v>
                </c:pt>
                <c:pt idx="1876">
                  <c:v>5.6118673905872683E-2</c:v>
                </c:pt>
                <c:pt idx="1877">
                  <c:v>5.6144596058088081E-2</c:v>
                </c:pt>
                <c:pt idx="1878">
                  <c:v>5.6145558978534876E-2</c:v>
                </c:pt>
                <c:pt idx="1879">
                  <c:v>5.6145595189038763E-2</c:v>
                </c:pt>
                <c:pt idx="1880">
                  <c:v>5.617662949581987E-2</c:v>
                </c:pt>
                <c:pt idx="1881">
                  <c:v>5.620471153177501E-2</c:v>
                </c:pt>
                <c:pt idx="1882">
                  <c:v>5.620818283936397E-2</c:v>
                </c:pt>
                <c:pt idx="1883">
                  <c:v>5.6209166563557941E-2</c:v>
                </c:pt>
                <c:pt idx="1884">
                  <c:v>5.6210983017926069E-2</c:v>
                </c:pt>
                <c:pt idx="1885">
                  <c:v>5.6212519448283052E-2</c:v>
                </c:pt>
                <c:pt idx="1886">
                  <c:v>5.6217437197476988E-2</c:v>
                </c:pt>
                <c:pt idx="1887">
                  <c:v>5.6224883674403821E-2</c:v>
                </c:pt>
                <c:pt idx="1888">
                  <c:v>5.6231195223092487E-2</c:v>
                </c:pt>
                <c:pt idx="1889">
                  <c:v>5.6269818615139668E-2</c:v>
                </c:pt>
                <c:pt idx="1890">
                  <c:v>5.6288209165334883E-2</c:v>
                </c:pt>
                <c:pt idx="1891">
                  <c:v>5.6290463050706098E-2</c:v>
                </c:pt>
                <c:pt idx="1892">
                  <c:v>5.6296856047818263E-2</c:v>
                </c:pt>
                <c:pt idx="1893">
                  <c:v>5.6298449286681318E-2</c:v>
                </c:pt>
                <c:pt idx="1894">
                  <c:v>5.6304273319050011E-2</c:v>
                </c:pt>
                <c:pt idx="1895">
                  <c:v>5.6318308519480074E-2</c:v>
                </c:pt>
                <c:pt idx="1896">
                  <c:v>5.6323759190140321E-2</c:v>
                </c:pt>
                <c:pt idx="1897">
                  <c:v>5.637426828827654E-2</c:v>
                </c:pt>
                <c:pt idx="1898">
                  <c:v>5.6375639510036012E-2</c:v>
                </c:pt>
                <c:pt idx="1899">
                  <c:v>5.6392126548162044E-2</c:v>
                </c:pt>
                <c:pt idx="1900">
                  <c:v>5.6396573063275238E-2</c:v>
                </c:pt>
                <c:pt idx="1901">
                  <c:v>5.6402501713849404E-2</c:v>
                </c:pt>
                <c:pt idx="1902">
                  <c:v>5.6410153536704158E-2</c:v>
                </c:pt>
                <c:pt idx="1903">
                  <c:v>5.642803761493722E-2</c:v>
                </c:pt>
                <c:pt idx="1904">
                  <c:v>5.6443474873921824E-2</c:v>
                </c:pt>
                <c:pt idx="1905">
                  <c:v>5.6452007128592475E-2</c:v>
                </c:pt>
                <c:pt idx="1906">
                  <c:v>5.6458349934338271E-2</c:v>
                </c:pt>
                <c:pt idx="1907">
                  <c:v>5.6490163305585539E-2</c:v>
                </c:pt>
                <c:pt idx="1908">
                  <c:v>5.6497867237047909E-2</c:v>
                </c:pt>
                <c:pt idx="1909">
                  <c:v>5.6510280228482625E-2</c:v>
                </c:pt>
                <c:pt idx="1910">
                  <c:v>5.6516059428678149E-2</c:v>
                </c:pt>
                <c:pt idx="1911">
                  <c:v>5.6526970529657099E-2</c:v>
                </c:pt>
                <c:pt idx="1912">
                  <c:v>5.6529611726821749E-2</c:v>
                </c:pt>
                <c:pt idx="1913">
                  <c:v>5.6534013305849645E-2</c:v>
                </c:pt>
                <c:pt idx="1914">
                  <c:v>5.6560410370803373E-2</c:v>
                </c:pt>
                <c:pt idx="1915">
                  <c:v>5.6569602884843813E-2</c:v>
                </c:pt>
                <c:pt idx="1916">
                  <c:v>5.6594142397988191E-2</c:v>
                </c:pt>
                <c:pt idx="1917">
                  <c:v>5.6598680662942748E-2</c:v>
                </c:pt>
                <c:pt idx="1918">
                  <c:v>5.6606357899900928E-2</c:v>
                </c:pt>
                <c:pt idx="1919">
                  <c:v>5.6609617621804359E-2</c:v>
                </c:pt>
                <c:pt idx="1920">
                  <c:v>5.6625241852794904E-2</c:v>
                </c:pt>
                <c:pt idx="1921">
                  <c:v>5.6634053985513029E-2</c:v>
                </c:pt>
                <c:pt idx="1922">
                  <c:v>5.6639134435021422E-2</c:v>
                </c:pt>
                <c:pt idx="1923">
                  <c:v>5.6646747311260716E-2</c:v>
                </c:pt>
                <c:pt idx="1924">
                  <c:v>5.6658142181685987E-2</c:v>
                </c:pt>
                <c:pt idx="1925">
                  <c:v>5.6681953661394738E-2</c:v>
                </c:pt>
                <c:pt idx="1926">
                  <c:v>5.6684512286882274E-2</c:v>
                </c:pt>
                <c:pt idx="1927">
                  <c:v>5.6698023063037693E-2</c:v>
                </c:pt>
                <c:pt idx="1928">
                  <c:v>5.6699954443725199E-2</c:v>
                </c:pt>
                <c:pt idx="1929">
                  <c:v>5.6703770504781134E-2</c:v>
                </c:pt>
                <c:pt idx="1930">
                  <c:v>5.671125666439069E-2</c:v>
                </c:pt>
                <c:pt idx="1931">
                  <c:v>5.6729331205325154E-2</c:v>
                </c:pt>
                <c:pt idx="1932">
                  <c:v>5.6745248936668359E-2</c:v>
                </c:pt>
                <c:pt idx="1933">
                  <c:v>5.6746095703192889E-2</c:v>
                </c:pt>
                <c:pt idx="1934">
                  <c:v>5.6749206112481021E-2</c:v>
                </c:pt>
                <c:pt idx="1935">
                  <c:v>5.6789907109685345E-2</c:v>
                </c:pt>
                <c:pt idx="1936">
                  <c:v>5.6802628899655927E-2</c:v>
                </c:pt>
                <c:pt idx="1937">
                  <c:v>5.682259575440432E-2</c:v>
                </c:pt>
                <c:pt idx="1938">
                  <c:v>5.6835153804181505E-2</c:v>
                </c:pt>
                <c:pt idx="1939">
                  <c:v>5.6856969209112707E-2</c:v>
                </c:pt>
                <c:pt idx="1940">
                  <c:v>5.687093547508839E-2</c:v>
                </c:pt>
                <c:pt idx="1941">
                  <c:v>5.6889803012463915E-2</c:v>
                </c:pt>
                <c:pt idx="1942">
                  <c:v>5.6903312302618317E-2</c:v>
                </c:pt>
                <c:pt idx="1943">
                  <c:v>5.6915728248900677E-2</c:v>
                </c:pt>
                <c:pt idx="1944">
                  <c:v>5.6922613612455847E-2</c:v>
                </c:pt>
                <c:pt idx="1945">
                  <c:v>5.6931608743638312E-2</c:v>
                </c:pt>
                <c:pt idx="1946">
                  <c:v>5.7006512369784219E-2</c:v>
                </c:pt>
                <c:pt idx="1947">
                  <c:v>5.7013772968063786E-2</c:v>
                </c:pt>
                <c:pt idx="1948">
                  <c:v>5.7073564527551107E-2</c:v>
                </c:pt>
                <c:pt idx="1949">
                  <c:v>5.7077697299597531E-2</c:v>
                </c:pt>
                <c:pt idx="1950">
                  <c:v>5.7078572617258856E-2</c:v>
                </c:pt>
                <c:pt idx="1951">
                  <c:v>5.7084275863794477E-2</c:v>
                </c:pt>
                <c:pt idx="1952">
                  <c:v>5.7087032834496156E-2</c:v>
                </c:pt>
                <c:pt idx="1953">
                  <c:v>5.7091447067363021E-2</c:v>
                </c:pt>
                <c:pt idx="1954">
                  <c:v>5.7091691254377408E-2</c:v>
                </c:pt>
                <c:pt idx="1955">
                  <c:v>5.7098356395719606E-2</c:v>
                </c:pt>
                <c:pt idx="1956">
                  <c:v>5.7126266471908022E-2</c:v>
                </c:pt>
                <c:pt idx="1957">
                  <c:v>5.7129255443782008E-2</c:v>
                </c:pt>
                <c:pt idx="1958">
                  <c:v>5.7131475217780107E-2</c:v>
                </c:pt>
                <c:pt idx="1959">
                  <c:v>5.7145908775240603E-2</c:v>
                </c:pt>
                <c:pt idx="1960">
                  <c:v>5.7178410602412195E-2</c:v>
                </c:pt>
                <c:pt idx="1961">
                  <c:v>5.718604991635682E-2</c:v>
                </c:pt>
                <c:pt idx="1962">
                  <c:v>5.7187186337931593E-2</c:v>
                </c:pt>
                <c:pt idx="1963">
                  <c:v>5.7187890361979798E-2</c:v>
                </c:pt>
                <c:pt idx="1964">
                  <c:v>5.7268049137639006E-2</c:v>
                </c:pt>
                <c:pt idx="1965">
                  <c:v>5.7293031659883899E-2</c:v>
                </c:pt>
                <c:pt idx="1966">
                  <c:v>5.7298336167147995E-2</c:v>
                </c:pt>
                <c:pt idx="1967">
                  <c:v>5.7317634251171583E-2</c:v>
                </c:pt>
                <c:pt idx="1968">
                  <c:v>5.732025753110917E-2</c:v>
                </c:pt>
                <c:pt idx="1969">
                  <c:v>5.7322477688777108E-2</c:v>
                </c:pt>
                <c:pt idx="1970">
                  <c:v>5.7348794835475302E-2</c:v>
                </c:pt>
                <c:pt idx="1971">
                  <c:v>5.7354433749685817E-2</c:v>
                </c:pt>
                <c:pt idx="1972">
                  <c:v>5.7378655089710719E-2</c:v>
                </c:pt>
                <c:pt idx="1973">
                  <c:v>5.7419118964722578E-2</c:v>
                </c:pt>
                <c:pt idx="1974">
                  <c:v>5.745181146523802E-2</c:v>
                </c:pt>
                <c:pt idx="1975">
                  <c:v>5.7486327904711289E-2</c:v>
                </c:pt>
                <c:pt idx="1976">
                  <c:v>5.7496863181485502E-2</c:v>
                </c:pt>
                <c:pt idx="1977">
                  <c:v>5.7498536836897041E-2</c:v>
                </c:pt>
                <c:pt idx="1978">
                  <c:v>5.7507929751790164E-2</c:v>
                </c:pt>
                <c:pt idx="1979">
                  <c:v>5.7516609886095624E-2</c:v>
                </c:pt>
                <c:pt idx="1980">
                  <c:v>5.7528238155177908E-2</c:v>
                </c:pt>
                <c:pt idx="1981">
                  <c:v>5.7541252071460498E-2</c:v>
                </c:pt>
                <c:pt idx="1982">
                  <c:v>5.7555816674570215E-2</c:v>
                </c:pt>
                <c:pt idx="1983">
                  <c:v>5.7561954105486458E-2</c:v>
                </c:pt>
                <c:pt idx="1984">
                  <c:v>5.7562058149301397E-2</c:v>
                </c:pt>
                <c:pt idx="1985">
                  <c:v>5.7570792101822373E-2</c:v>
                </c:pt>
                <c:pt idx="1986">
                  <c:v>5.7571828158351185E-2</c:v>
                </c:pt>
                <c:pt idx="1987">
                  <c:v>5.7588241847832164E-2</c:v>
                </c:pt>
                <c:pt idx="1988">
                  <c:v>5.7600038816719969E-2</c:v>
                </c:pt>
                <c:pt idx="1989">
                  <c:v>5.7627581537013348E-2</c:v>
                </c:pt>
                <c:pt idx="1990">
                  <c:v>5.7643283411718947E-2</c:v>
                </c:pt>
                <c:pt idx="1991">
                  <c:v>5.7645681363028223E-2</c:v>
                </c:pt>
                <c:pt idx="1992">
                  <c:v>5.7666285801936674E-2</c:v>
                </c:pt>
                <c:pt idx="1993">
                  <c:v>5.7671588443295042E-2</c:v>
                </c:pt>
                <c:pt idx="1994">
                  <c:v>5.7680073526847633E-2</c:v>
                </c:pt>
                <c:pt idx="1995">
                  <c:v>5.7686944989034962E-2</c:v>
                </c:pt>
                <c:pt idx="1996">
                  <c:v>5.773477670250441E-2</c:v>
                </c:pt>
                <c:pt idx="1997">
                  <c:v>5.7735680856131039E-2</c:v>
                </c:pt>
                <c:pt idx="1998">
                  <c:v>5.7742408468150305E-2</c:v>
                </c:pt>
                <c:pt idx="1999">
                  <c:v>5.7750005121688645E-2</c:v>
                </c:pt>
                <c:pt idx="2000">
                  <c:v>5.7814280753191706E-2</c:v>
                </c:pt>
                <c:pt idx="2001">
                  <c:v>5.7818526494025246E-2</c:v>
                </c:pt>
                <c:pt idx="2002">
                  <c:v>5.7821066959972939E-2</c:v>
                </c:pt>
                <c:pt idx="2003">
                  <c:v>5.7822838111638679E-2</c:v>
                </c:pt>
                <c:pt idx="2004">
                  <c:v>5.7825502595139161E-2</c:v>
                </c:pt>
                <c:pt idx="2005">
                  <c:v>5.7859046524931602E-2</c:v>
                </c:pt>
                <c:pt idx="2006">
                  <c:v>5.7863044396774227E-2</c:v>
                </c:pt>
                <c:pt idx="2007">
                  <c:v>5.7876496412661023E-2</c:v>
                </c:pt>
                <c:pt idx="2008">
                  <c:v>5.787905465621223E-2</c:v>
                </c:pt>
                <c:pt idx="2009">
                  <c:v>5.7913734719550816E-2</c:v>
                </c:pt>
                <c:pt idx="2010">
                  <c:v>5.792128343612734E-2</c:v>
                </c:pt>
                <c:pt idx="2011">
                  <c:v>5.7954764186226845E-2</c:v>
                </c:pt>
                <c:pt idx="2012">
                  <c:v>5.7963829707240698E-2</c:v>
                </c:pt>
                <c:pt idx="2013">
                  <c:v>5.796403235226992E-2</c:v>
                </c:pt>
                <c:pt idx="2014">
                  <c:v>5.7983973176241002E-2</c:v>
                </c:pt>
                <c:pt idx="2015">
                  <c:v>5.7997784102386554E-2</c:v>
                </c:pt>
                <c:pt idx="2016">
                  <c:v>5.8028672639966174E-2</c:v>
                </c:pt>
                <c:pt idx="2017">
                  <c:v>5.8057798451418459E-2</c:v>
                </c:pt>
                <c:pt idx="2018">
                  <c:v>5.8072610155248311E-2</c:v>
                </c:pt>
                <c:pt idx="2019">
                  <c:v>5.8117582600534512E-2</c:v>
                </c:pt>
                <c:pt idx="2020">
                  <c:v>5.8126479530869204E-2</c:v>
                </c:pt>
                <c:pt idx="2021">
                  <c:v>5.8132746859279397E-2</c:v>
                </c:pt>
                <c:pt idx="2022">
                  <c:v>5.8150259727129318E-2</c:v>
                </c:pt>
                <c:pt idx="2023">
                  <c:v>5.8150563370354735E-2</c:v>
                </c:pt>
                <c:pt idx="2024">
                  <c:v>5.8152826895390017E-2</c:v>
                </c:pt>
                <c:pt idx="2025">
                  <c:v>5.8152828292454418E-2</c:v>
                </c:pt>
                <c:pt idx="2026">
                  <c:v>5.8162529032384697E-2</c:v>
                </c:pt>
                <c:pt idx="2027">
                  <c:v>5.8163522898828708E-2</c:v>
                </c:pt>
                <c:pt idx="2028">
                  <c:v>5.8212881483862097E-2</c:v>
                </c:pt>
                <c:pt idx="2029">
                  <c:v>5.8219114731183845E-2</c:v>
                </c:pt>
                <c:pt idx="2030">
                  <c:v>5.8238454649959102E-2</c:v>
                </c:pt>
                <c:pt idx="2031">
                  <c:v>5.8238684039688696E-2</c:v>
                </c:pt>
                <c:pt idx="2032">
                  <c:v>5.8259463081222672E-2</c:v>
                </c:pt>
                <c:pt idx="2033">
                  <c:v>5.8259500403711875E-2</c:v>
                </c:pt>
                <c:pt idx="2034">
                  <c:v>5.8310240661754525E-2</c:v>
                </c:pt>
                <c:pt idx="2035">
                  <c:v>5.8316047317208658E-2</c:v>
                </c:pt>
                <c:pt idx="2036">
                  <c:v>5.8333071221329511E-2</c:v>
                </c:pt>
                <c:pt idx="2037">
                  <c:v>5.8390518711180443E-2</c:v>
                </c:pt>
                <c:pt idx="2038">
                  <c:v>5.83943486764395E-2</c:v>
                </c:pt>
                <c:pt idx="2039">
                  <c:v>5.839522623194978E-2</c:v>
                </c:pt>
                <c:pt idx="2040">
                  <c:v>5.841298785551282E-2</c:v>
                </c:pt>
                <c:pt idx="2041">
                  <c:v>5.8429912018543521E-2</c:v>
                </c:pt>
                <c:pt idx="2042">
                  <c:v>5.8452199577323519E-2</c:v>
                </c:pt>
                <c:pt idx="2043">
                  <c:v>5.8455047613586546E-2</c:v>
                </c:pt>
                <c:pt idx="2044">
                  <c:v>5.8474889166726697E-2</c:v>
                </c:pt>
                <c:pt idx="2045">
                  <c:v>5.8496020665586505E-2</c:v>
                </c:pt>
                <c:pt idx="2046">
                  <c:v>5.8502029254881134E-2</c:v>
                </c:pt>
                <c:pt idx="2047">
                  <c:v>5.8516796723256298E-2</c:v>
                </c:pt>
                <c:pt idx="2048">
                  <c:v>5.8564050029303739E-2</c:v>
                </c:pt>
                <c:pt idx="2049">
                  <c:v>5.8612557640766429E-2</c:v>
                </c:pt>
                <c:pt idx="2050">
                  <c:v>5.8622605631508534E-2</c:v>
                </c:pt>
                <c:pt idx="2051">
                  <c:v>5.8624283488471131E-2</c:v>
                </c:pt>
                <c:pt idx="2052">
                  <c:v>5.8625710653960404E-2</c:v>
                </c:pt>
                <c:pt idx="2053">
                  <c:v>5.8659376168123389E-2</c:v>
                </c:pt>
                <c:pt idx="2054">
                  <c:v>5.8669844601996327E-2</c:v>
                </c:pt>
                <c:pt idx="2055">
                  <c:v>5.8672489716533223E-2</c:v>
                </c:pt>
                <c:pt idx="2056">
                  <c:v>5.8678801635926828E-2</c:v>
                </c:pt>
                <c:pt idx="2057">
                  <c:v>5.8681449493926452E-2</c:v>
                </c:pt>
                <c:pt idx="2058">
                  <c:v>5.8701501605937526E-2</c:v>
                </c:pt>
                <c:pt idx="2059">
                  <c:v>5.8705914110491739E-2</c:v>
                </c:pt>
                <c:pt idx="2060">
                  <c:v>5.8707049438146995E-2</c:v>
                </c:pt>
                <c:pt idx="2061">
                  <c:v>5.8710454516819041E-2</c:v>
                </c:pt>
                <c:pt idx="2062">
                  <c:v>5.8713307399159476E-2</c:v>
                </c:pt>
                <c:pt idx="2063">
                  <c:v>5.8727538515840921E-2</c:v>
                </c:pt>
                <c:pt idx="2064">
                  <c:v>5.8752107923956E-2</c:v>
                </c:pt>
                <c:pt idx="2065">
                  <c:v>5.8763046634446377E-2</c:v>
                </c:pt>
                <c:pt idx="2066">
                  <c:v>5.8772977564355289E-2</c:v>
                </c:pt>
                <c:pt idx="2067">
                  <c:v>5.8780413779781646E-2</c:v>
                </c:pt>
                <c:pt idx="2068">
                  <c:v>5.8805521122335599E-2</c:v>
                </c:pt>
                <c:pt idx="2069">
                  <c:v>5.8810464751038877E-2</c:v>
                </c:pt>
                <c:pt idx="2070">
                  <c:v>5.881654747069872E-2</c:v>
                </c:pt>
                <c:pt idx="2071">
                  <c:v>5.8824960041004619E-2</c:v>
                </c:pt>
                <c:pt idx="2072">
                  <c:v>5.8832901455771032E-2</c:v>
                </c:pt>
                <c:pt idx="2073">
                  <c:v>5.8834559101286737E-2</c:v>
                </c:pt>
                <c:pt idx="2074">
                  <c:v>5.8855606755008227E-2</c:v>
                </c:pt>
                <c:pt idx="2075">
                  <c:v>5.885888661448798E-2</c:v>
                </c:pt>
                <c:pt idx="2076">
                  <c:v>5.8862356700377844E-2</c:v>
                </c:pt>
                <c:pt idx="2077">
                  <c:v>5.8875904349846013E-2</c:v>
                </c:pt>
                <c:pt idx="2078">
                  <c:v>5.8905565098967834E-2</c:v>
                </c:pt>
                <c:pt idx="2079">
                  <c:v>5.890653862688125E-2</c:v>
                </c:pt>
                <c:pt idx="2080">
                  <c:v>5.8910185117613964E-2</c:v>
                </c:pt>
                <c:pt idx="2081">
                  <c:v>5.8910511094738049E-2</c:v>
                </c:pt>
                <c:pt idx="2082">
                  <c:v>5.8920000463615847E-2</c:v>
                </c:pt>
                <c:pt idx="2083">
                  <c:v>5.8965721349977358E-2</c:v>
                </c:pt>
                <c:pt idx="2084">
                  <c:v>5.8969548763084571E-2</c:v>
                </c:pt>
                <c:pt idx="2085">
                  <c:v>5.8972838958909715E-2</c:v>
                </c:pt>
                <c:pt idx="2086">
                  <c:v>5.8980303962991233E-2</c:v>
                </c:pt>
                <c:pt idx="2087">
                  <c:v>5.9011010674381338E-2</c:v>
                </c:pt>
                <c:pt idx="2088">
                  <c:v>5.9013874610724854E-2</c:v>
                </c:pt>
                <c:pt idx="2089">
                  <c:v>5.9020690127225779E-2</c:v>
                </c:pt>
                <c:pt idx="2090">
                  <c:v>5.9020765789618471E-2</c:v>
                </c:pt>
                <c:pt idx="2091">
                  <c:v>5.9036152065485355E-2</c:v>
                </c:pt>
                <c:pt idx="2092">
                  <c:v>5.9036195557236423E-2</c:v>
                </c:pt>
                <c:pt idx="2093">
                  <c:v>5.9039005761864681E-2</c:v>
                </c:pt>
                <c:pt idx="2094">
                  <c:v>5.9058703611983995E-2</c:v>
                </c:pt>
                <c:pt idx="2095">
                  <c:v>5.9059593566279905E-2</c:v>
                </c:pt>
                <c:pt idx="2096">
                  <c:v>5.9066406339739266E-2</c:v>
                </c:pt>
                <c:pt idx="2097">
                  <c:v>5.9080820554428072E-2</c:v>
                </c:pt>
                <c:pt idx="2098">
                  <c:v>5.9129964244355238E-2</c:v>
                </c:pt>
                <c:pt idx="2099">
                  <c:v>5.9130261634386137E-2</c:v>
                </c:pt>
                <c:pt idx="2100">
                  <c:v>5.9134833109029505E-2</c:v>
                </c:pt>
                <c:pt idx="2101">
                  <c:v>5.9135582026305679E-2</c:v>
                </c:pt>
                <c:pt idx="2102">
                  <c:v>5.9137780169664332E-2</c:v>
                </c:pt>
                <c:pt idx="2103">
                  <c:v>5.9157895551895719E-2</c:v>
                </c:pt>
                <c:pt idx="2104">
                  <c:v>5.91604255357411E-2</c:v>
                </c:pt>
                <c:pt idx="2105">
                  <c:v>5.9166758242016435E-2</c:v>
                </c:pt>
                <c:pt idx="2106">
                  <c:v>5.9170190593833549E-2</c:v>
                </c:pt>
                <c:pt idx="2107">
                  <c:v>5.9190635964695093E-2</c:v>
                </c:pt>
                <c:pt idx="2108">
                  <c:v>5.9190834208285054E-2</c:v>
                </c:pt>
                <c:pt idx="2109">
                  <c:v>5.9240031446954389E-2</c:v>
                </c:pt>
                <c:pt idx="2110">
                  <c:v>5.9247137928797752E-2</c:v>
                </c:pt>
                <c:pt idx="2111">
                  <c:v>5.9274605349332245E-2</c:v>
                </c:pt>
                <c:pt idx="2112">
                  <c:v>5.9283716907370755E-2</c:v>
                </c:pt>
                <c:pt idx="2113">
                  <c:v>5.928638653501235E-2</c:v>
                </c:pt>
                <c:pt idx="2114">
                  <c:v>5.9315139314422477E-2</c:v>
                </c:pt>
                <c:pt idx="2115">
                  <c:v>5.9318304408342154E-2</c:v>
                </c:pt>
                <c:pt idx="2116">
                  <c:v>5.9323863846864645E-2</c:v>
                </c:pt>
                <c:pt idx="2117">
                  <c:v>5.9323936826580131E-2</c:v>
                </c:pt>
                <c:pt idx="2118">
                  <c:v>5.9330176583187989E-2</c:v>
                </c:pt>
                <c:pt idx="2119">
                  <c:v>5.9370422323994393E-2</c:v>
                </c:pt>
                <c:pt idx="2120">
                  <c:v>5.9386851618598219E-2</c:v>
                </c:pt>
                <c:pt idx="2121">
                  <c:v>5.9395558492743201E-2</c:v>
                </c:pt>
                <c:pt idx="2122">
                  <c:v>5.9411961372826803E-2</c:v>
                </c:pt>
                <c:pt idx="2123">
                  <c:v>5.9425724223155472E-2</c:v>
                </c:pt>
                <c:pt idx="2124">
                  <c:v>5.9442532451257614E-2</c:v>
                </c:pt>
                <c:pt idx="2125">
                  <c:v>5.9443023895680125E-2</c:v>
                </c:pt>
                <c:pt idx="2126">
                  <c:v>5.9470438432714628E-2</c:v>
                </c:pt>
                <c:pt idx="2127">
                  <c:v>5.9474946908591279E-2</c:v>
                </c:pt>
                <c:pt idx="2128">
                  <c:v>5.9476709852967345E-2</c:v>
                </c:pt>
                <c:pt idx="2129">
                  <c:v>5.9478319705509292E-2</c:v>
                </c:pt>
                <c:pt idx="2130">
                  <c:v>5.9479011459691367E-2</c:v>
                </c:pt>
                <c:pt idx="2131">
                  <c:v>5.9483376289486384E-2</c:v>
                </c:pt>
                <c:pt idx="2132">
                  <c:v>5.9483693848263422E-2</c:v>
                </c:pt>
                <c:pt idx="2133">
                  <c:v>5.9493644623526645E-2</c:v>
                </c:pt>
                <c:pt idx="2134">
                  <c:v>5.9516424135437125E-2</c:v>
                </c:pt>
                <c:pt idx="2135">
                  <c:v>5.9557761348941779E-2</c:v>
                </c:pt>
                <c:pt idx="2136">
                  <c:v>5.9598544764726112E-2</c:v>
                </c:pt>
                <c:pt idx="2137">
                  <c:v>5.961778449093303E-2</c:v>
                </c:pt>
                <c:pt idx="2138">
                  <c:v>5.962215682280847E-2</c:v>
                </c:pt>
                <c:pt idx="2139">
                  <c:v>5.962363030166485E-2</c:v>
                </c:pt>
                <c:pt idx="2140">
                  <c:v>5.9625797350563989E-2</c:v>
                </c:pt>
                <c:pt idx="2141">
                  <c:v>5.963466174572421E-2</c:v>
                </c:pt>
                <c:pt idx="2142">
                  <c:v>5.9658703993610854E-2</c:v>
                </c:pt>
                <c:pt idx="2143">
                  <c:v>5.9664396084939321E-2</c:v>
                </c:pt>
                <c:pt idx="2144">
                  <c:v>5.970539533162654E-2</c:v>
                </c:pt>
                <c:pt idx="2145">
                  <c:v>5.9706561127347936E-2</c:v>
                </c:pt>
                <c:pt idx="2146">
                  <c:v>5.971540475585415E-2</c:v>
                </c:pt>
                <c:pt idx="2147">
                  <c:v>5.9721709328624355E-2</c:v>
                </c:pt>
                <c:pt idx="2148">
                  <c:v>5.9734926096186407E-2</c:v>
                </c:pt>
                <c:pt idx="2149">
                  <c:v>5.9742375812998454E-2</c:v>
                </c:pt>
                <c:pt idx="2150">
                  <c:v>5.9756010265810913E-2</c:v>
                </c:pt>
                <c:pt idx="2151">
                  <c:v>5.9759366374400984E-2</c:v>
                </c:pt>
                <c:pt idx="2152">
                  <c:v>5.9763158865722775E-2</c:v>
                </c:pt>
                <c:pt idx="2153">
                  <c:v>5.9765479731572424E-2</c:v>
                </c:pt>
                <c:pt idx="2154">
                  <c:v>5.9775862454454085E-2</c:v>
                </c:pt>
                <c:pt idx="2155">
                  <c:v>5.9793697305369327E-2</c:v>
                </c:pt>
                <c:pt idx="2156">
                  <c:v>5.9803141521767147E-2</c:v>
                </c:pt>
                <c:pt idx="2157">
                  <c:v>5.9812723318719431E-2</c:v>
                </c:pt>
                <c:pt idx="2158">
                  <c:v>5.9829649550600501E-2</c:v>
                </c:pt>
                <c:pt idx="2159">
                  <c:v>5.9830667120504256E-2</c:v>
                </c:pt>
                <c:pt idx="2160">
                  <c:v>5.9837701906155345E-2</c:v>
                </c:pt>
                <c:pt idx="2161">
                  <c:v>5.9861849631120151E-2</c:v>
                </c:pt>
                <c:pt idx="2162">
                  <c:v>5.986208471222295E-2</c:v>
                </c:pt>
                <c:pt idx="2163">
                  <c:v>5.9873778593320624E-2</c:v>
                </c:pt>
                <c:pt idx="2164">
                  <c:v>5.9888562949900206E-2</c:v>
                </c:pt>
                <c:pt idx="2165">
                  <c:v>5.9893508953424109E-2</c:v>
                </c:pt>
                <c:pt idx="2166">
                  <c:v>5.98986158495773E-2</c:v>
                </c:pt>
                <c:pt idx="2167">
                  <c:v>5.992839489475893E-2</c:v>
                </c:pt>
                <c:pt idx="2168">
                  <c:v>5.9928798774309518E-2</c:v>
                </c:pt>
                <c:pt idx="2169">
                  <c:v>5.9940160419513173E-2</c:v>
                </c:pt>
                <c:pt idx="2170">
                  <c:v>5.9944239550531048E-2</c:v>
                </c:pt>
                <c:pt idx="2171">
                  <c:v>5.9948515737579394E-2</c:v>
                </c:pt>
                <c:pt idx="2172">
                  <c:v>5.9949250083866049E-2</c:v>
                </c:pt>
                <c:pt idx="2173">
                  <c:v>5.9953308773341006E-2</c:v>
                </c:pt>
                <c:pt idx="2174">
                  <c:v>5.9955308231545025E-2</c:v>
                </c:pt>
                <c:pt idx="2175">
                  <c:v>5.9959674625272991E-2</c:v>
                </c:pt>
                <c:pt idx="2176">
                  <c:v>5.9977906573034007E-2</c:v>
                </c:pt>
                <c:pt idx="2177">
                  <c:v>5.9988300754083533E-2</c:v>
                </c:pt>
                <c:pt idx="2178">
                  <c:v>5.9990099398411663E-2</c:v>
                </c:pt>
                <c:pt idx="2179">
                  <c:v>5.9992315050847858E-2</c:v>
                </c:pt>
                <c:pt idx="2180">
                  <c:v>5.9999435347823329E-2</c:v>
                </c:pt>
                <c:pt idx="2181">
                  <c:v>6.0014119393841513E-2</c:v>
                </c:pt>
                <c:pt idx="2182">
                  <c:v>6.0015341617907489E-2</c:v>
                </c:pt>
                <c:pt idx="2183">
                  <c:v>6.0034909078169101E-2</c:v>
                </c:pt>
                <c:pt idx="2184">
                  <c:v>6.0049631644896288E-2</c:v>
                </c:pt>
                <c:pt idx="2185">
                  <c:v>6.0067576619231886E-2</c:v>
                </c:pt>
                <c:pt idx="2186">
                  <c:v>6.0092118344505063E-2</c:v>
                </c:pt>
                <c:pt idx="2187">
                  <c:v>6.0108605704502362E-2</c:v>
                </c:pt>
                <c:pt idx="2188">
                  <c:v>6.0124137459367011E-2</c:v>
                </c:pt>
                <c:pt idx="2189">
                  <c:v>6.0127361684346979E-2</c:v>
                </c:pt>
                <c:pt idx="2190">
                  <c:v>6.0140850197881082E-2</c:v>
                </c:pt>
                <c:pt idx="2191">
                  <c:v>6.014425519303334E-2</c:v>
                </c:pt>
                <c:pt idx="2192">
                  <c:v>6.0159597081456483E-2</c:v>
                </c:pt>
                <c:pt idx="2193">
                  <c:v>6.0168909258484053E-2</c:v>
                </c:pt>
                <c:pt idx="2194">
                  <c:v>6.0193095868526739E-2</c:v>
                </c:pt>
                <c:pt idx="2195">
                  <c:v>6.0193304892489516E-2</c:v>
                </c:pt>
                <c:pt idx="2196">
                  <c:v>6.0218669280608268E-2</c:v>
                </c:pt>
                <c:pt idx="2197">
                  <c:v>6.0224254713110978E-2</c:v>
                </c:pt>
                <c:pt idx="2198">
                  <c:v>6.0228613379876964E-2</c:v>
                </c:pt>
                <c:pt idx="2199">
                  <c:v>6.0242229572601808E-2</c:v>
                </c:pt>
                <c:pt idx="2200">
                  <c:v>6.0270497659870477E-2</c:v>
                </c:pt>
                <c:pt idx="2201">
                  <c:v>6.0281392031221154E-2</c:v>
                </c:pt>
                <c:pt idx="2202">
                  <c:v>6.0283901692552877E-2</c:v>
                </c:pt>
                <c:pt idx="2203">
                  <c:v>6.0287101996563737E-2</c:v>
                </c:pt>
                <c:pt idx="2204">
                  <c:v>6.0297256345392222E-2</c:v>
                </c:pt>
                <c:pt idx="2205">
                  <c:v>6.0316241665725752E-2</c:v>
                </c:pt>
                <c:pt idx="2206">
                  <c:v>6.032611965214333E-2</c:v>
                </c:pt>
                <c:pt idx="2207">
                  <c:v>6.0327823477583288E-2</c:v>
                </c:pt>
                <c:pt idx="2208">
                  <c:v>6.0334041319112637E-2</c:v>
                </c:pt>
                <c:pt idx="2209">
                  <c:v>6.0340284117492309E-2</c:v>
                </c:pt>
                <c:pt idx="2210">
                  <c:v>6.0342561301746533E-2</c:v>
                </c:pt>
                <c:pt idx="2211">
                  <c:v>6.0344542582210246E-2</c:v>
                </c:pt>
                <c:pt idx="2212">
                  <c:v>6.0382981264968626E-2</c:v>
                </c:pt>
                <c:pt idx="2213">
                  <c:v>6.0396908044334403E-2</c:v>
                </c:pt>
                <c:pt idx="2214">
                  <c:v>6.0417517521539364E-2</c:v>
                </c:pt>
                <c:pt idx="2215">
                  <c:v>6.0422835810761556E-2</c:v>
                </c:pt>
                <c:pt idx="2216">
                  <c:v>6.0430965378177E-2</c:v>
                </c:pt>
                <c:pt idx="2217">
                  <c:v>6.0449971773648435E-2</c:v>
                </c:pt>
                <c:pt idx="2218">
                  <c:v>6.0473989815832373E-2</c:v>
                </c:pt>
                <c:pt idx="2219">
                  <c:v>6.0486695687042562E-2</c:v>
                </c:pt>
                <c:pt idx="2220">
                  <c:v>6.0493790941254844E-2</c:v>
                </c:pt>
                <c:pt idx="2221">
                  <c:v>6.0518048840195786E-2</c:v>
                </c:pt>
                <c:pt idx="2222">
                  <c:v>6.0525608337930588E-2</c:v>
                </c:pt>
                <c:pt idx="2223">
                  <c:v>6.05468040435743E-2</c:v>
                </c:pt>
                <c:pt idx="2224">
                  <c:v>6.0553159385146091E-2</c:v>
                </c:pt>
                <c:pt idx="2225">
                  <c:v>6.0561092168708412E-2</c:v>
                </c:pt>
                <c:pt idx="2226">
                  <c:v>6.0574205230590365E-2</c:v>
                </c:pt>
                <c:pt idx="2227">
                  <c:v>6.0580478227217315E-2</c:v>
                </c:pt>
                <c:pt idx="2228">
                  <c:v>6.0589371359072011E-2</c:v>
                </c:pt>
                <c:pt idx="2229">
                  <c:v>6.0615991576921366E-2</c:v>
                </c:pt>
                <c:pt idx="2230">
                  <c:v>6.0618358560217113E-2</c:v>
                </c:pt>
                <c:pt idx="2231">
                  <c:v>6.0635740533709577E-2</c:v>
                </c:pt>
                <c:pt idx="2232">
                  <c:v>6.0638033236300765E-2</c:v>
                </c:pt>
                <c:pt idx="2233">
                  <c:v>6.0655255094678139E-2</c:v>
                </c:pt>
                <c:pt idx="2234">
                  <c:v>6.06570367259169E-2</c:v>
                </c:pt>
                <c:pt idx="2235">
                  <c:v>6.0661607043478567E-2</c:v>
                </c:pt>
                <c:pt idx="2236">
                  <c:v>6.0666155823361219E-2</c:v>
                </c:pt>
                <c:pt idx="2237">
                  <c:v>6.0683347764540381E-2</c:v>
                </c:pt>
                <c:pt idx="2238">
                  <c:v>6.0712674401389596E-2</c:v>
                </c:pt>
                <c:pt idx="2239">
                  <c:v>6.0728781445473348E-2</c:v>
                </c:pt>
                <c:pt idx="2240">
                  <c:v>6.07316813059273E-2</c:v>
                </c:pt>
                <c:pt idx="2241">
                  <c:v>6.0742578892701286E-2</c:v>
                </c:pt>
                <c:pt idx="2242">
                  <c:v>6.0773220030485124E-2</c:v>
                </c:pt>
                <c:pt idx="2243">
                  <c:v>6.0783283902184876E-2</c:v>
                </c:pt>
                <c:pt idx="2244">
                  <c:v>6.0791984951694911E-2</c:v>
                </c:pt>
                <c:pt idx="2245">
                  <c:v>6.0798773202284745E-2</c:v>
                </c:pt>
                <c:pt idx="2246">
                  <c:v>6.080123570335115E-2</c:v>
                </c:pt>
                <c:pt idx="2247">
                  <c:v>6.080720483744731E-2</c:v>
                </c:pt>
                <c:pt idx="2248">
                  <c:v>6.0813874682297001E-2</c:v>
                </c:pt>
                <c:pt idx="2249">
                  <c:v>6.0817693806642904E-2</c:v>
                </c:pt>
                <c:pt idx="2250">
                  <c:v>6.0827594827439969E-2</c:v>
                </c:pt>
                <c:pt idx="2251">
                  <c:v>6.0827624844427809E-2</c:v>
                </c:pt>
                <c:pt idx="2252">
                  <c:v>6.0840564122616674E-2</c:v>
                </c:pt>
                <c:pt idx="2253">
                  <c:v>6.0856453557498164E-2</c:v>
                </c:pt>
                <c:pt idx="2254">
                  <c:v>6.0878312831960192E-2</c:v>
                </c:pt>
                <c:pt idx="2255">
                  <c:v>6.0893617102845563E-2</c:v>
                </c:pt>
                <c:pt idx="2256">
                  <c:v>6.0894770981729698E-2</c:v>
                </c:pt>
                <c:pt idx="2257">
                  <c:v>6.0895709067224156E-2</c:v>
                </c:pt>
                <c:pt idx="2258">
                  <c:v>6.0899800021676928E-2</c:v>
                </c:pt>
                <c:pt idx="2259">
                  <c:v>6.0909694762428045E-2</c:v>
                </c:pt>
                <c:pt idx="2260">
                  <c:v>6.0922703351518219E-2</c:v>
                </c:pt>
                <c:pt idx="2261">
                  <c:v>6.0926080033180043E-2</c:v>
                </c:pt>
                <c:pt idx="2262">
                  <c:v>6.0928268746445496E-2</c:v>
                </c:pt>
                <c:pt idx="2263">
                  <c:v>6.0931171743816896E-2</c:v>
                </c:pt>
                <c:pt idx="2264">
                  <c:v>6.0939693723887606E-2</c:v>
                </c:pt>
                <c:pt idx="2265">
                  <c:v>6.0946077531087585E-2</c:v>
                </c:pt>
                <c:pt idx="2266">
                  <c:v>6.0968124415253247E-2</c:v>
                </c:pt>
                <c:pt idx="2267">
                  <c:v>6.0969256550935116E-2</c:v>
                </c:pt>
                <c:pt idx="2268">
                  <c:v>6.0986449496351021E-2</c:v>
                </c:pt>
                <c:pt idx="2269">
                  <c:v>6.0998203981784953E-2</c:v>
                </c:pt>
                <c:pt idx="2270">
                  <c:v>6.1000873407125629E-2</c:v>
                </c:pt>
                <c:pt idx="2271">
                  <c:v>6.1009238026776179E-2</c:v>
                </c:pt>
                <c:pt idx="2272">
                  <c:v>6.1064347582661771E-2</c:v>
                </c:pt>
                <c:pt idx="2273">
                  <c:v>6.108333219726312E-2</c:v>
                </c:pt>
                <c:pt idx="2274">
                  <c:v>6.1099747118938209E-2</c:v>
                </c:pt>
                <c:pt idx="2275">
                  <c:v>6.1115251589032374E-2</c:v>
                </c:pt>
                <c:pt idx="2276">
                  <c:v>6.1116990113354502E-2</c:v>
                </c:pt>
                <c:pt idx="2277">
                  <c:v>6.1124378688197027E-2</c:v>
                </c:pt>
                <c:pt idx="2278">
                  <c:v>6.114438066606754E-2</c:v>
                </c:pt>
                <c:pt idx="2279">
                  <c:v>6.115221085378534E-2</c:v>
                </c:pt>
                <c:pt idx="2280">
                  <c:v>6.1175876536763922E-2</c:v>
                </c:pt>
                <c:pt idx="2281">
                  <c:v>6.1193775651305932E-2</c:v>
                </c:pt>
                <c:pt idx="2282">
                  <c:v>6.1197481317954154E-2</c:v>
                </c:pt>
                <c:pt idx="2283">
                  <c:v>6.1217404098952898E-2</c:v>
                </c:pt>
                <c:pt idx="2284">
                  <c:v>6.1223508292771213E-2</c:v>
                </c:pt>
                <c:pt idx="2285">
                  <c:v>6.1225775384789051E-2</c:v>
                </c:pt>
                <c:pt idx="2286">
                  <c:v>6.1227685497273074E-2</c:v>
                </c:pt>
                <c:pt idx="2287">
                  <c:v>6.1232868722079455E-2</c:v>
                </c:pt>
                <c:pt idx="2288">
                  <c:v>6.1232881067721553E-2</c:v>
                </c:pt>
                <c:pt idx="2289">
                  <c:v>6.1234313704170699E-2</c:v>
                </c:pt>
                <c:pt idx="2290">
                  <c:v>6.1236149113629665E-2</c:v>
                </c:pt>
                <c:pt idx="2291">
                  <c:v>6.1260432202285268E-2</c:v>
                </c:pt>
                <c:pt idx="2292">
                  <c:v>6.1268536352188471E-2</c:v>
                </c:pt>
                <c:pt idx="2293">
                  <c:v>6.1306795134830269E-2</c:v>
                </c:pt>
                <c:pt idx="2294">
                  <c:v>6.1311185621426553E-2</c:v>
                </c:pt>
                <c:pt idx="2295">
                  <c:v>6.1312805045950242E-2</c:v>
                </c:pt>
                <c:pt idx="2296">
                  <c:v>6.1325824864940211E-2</c:v>
                </c:pt>
                <c:pt idx="2297">
                  <c:v>6.1332954767181841E-2</c:v>
                </c:pt>
                <c:pt idx="2298">
                  <c:v>6.1333743761525276E-2</c:v>
                </c:pt>
                <c:pt idx="2299">
                  <c:v>6.1347755383666498E-2</c:v>
                </c:pt>
                <c:pt idx="2300">
                  <c:v>6.1349704248653825E-2</c:v>
                </c:pt>
                <c:pt idx="2301">
                  <c:v>6.1382159887214571E-2</c:v>
                </c:pt>
                <c:pt idx="2302">
                  <c:v>6.1389021070672893E-2</c:v>
                </c:pt>
                <c:pt idx="2303">
                  <c:v>6.1389976468884486E-2</c:v>
                </c:pt>
                <c:pt idx="2304">
                  <c:v>6.1398677428157168E-2</c:v>
                </c:pt>
                <c:pt idx="2305">
                  <c:v>6.1419313524744064E-2</c:v>
                </c:pt>
                <c:pt idx="2306">
                  <c:v>6.1434449796417843E-2</c:v>
                </c:pt>
                <c:pt idx="2307">
                  <c:v>6.1468080793711403E-2</c:v>
                </c:pt>
                <c:pt idx="2308">
                  <c:v>6.1498406922166807E-2</c:v>
                </c:pt>
                <c:pt idx="2309">
                  <c:v>6.1504078553304184E-2</c:v>
                </c:pt>
                <c:pt idx="2310">
                  <c:v>6.1507007550625187E-2</c:v>
                </c:pt>
                <c:pt idx="2311">
                  <c:v>6.1517419183424744E-2</c:v>
                </c:pt>
                <c:pt idx="2312">
                  <c:v>6.1534069325291166E-2</c:v>
                </c:pt>
                <c:pt idx="2313">
                  <c:v>6.1534227460798729E-2</c:v>
                </c:pt>
                <c:pt idx="2314">
                  <c:v>6.1541724307214718E-2</c:v>
                </c:pt>
                <c:pt idx="2315">
                  <c:v>6.1545003466501921E-2</c:v>
                </c:pt>
                <c:pt idx="2316">
                  <c:v>6.1560649490245006E-2</c:v>
                </c:pt>
                <c:pt idx="2317">
                  <c:v>6.1569698204084658E-2</c:v>
                </c:pt>
                <c:pt idx="2318">
                  <c:v>6.1571773389682088E-2</c:v>
                </c:pt>
                <c:pt idx="2319">
                  <c:v>6.1578485822240417E-2</c:v>
                </c:pt>
                <c:pt idx="2320">
                  <c:v>6.1581869557945507E-2</c:v>
                </c:pt>
                <c:pt idx="2321">
                  <c:v>6.1586940993727982E-2</c:v>
                </c:pt>
                <c:pt idx="2322">
                  <c:v>6.1601626607653615E-2</c:v>
                </c:pt>
                <c:pt idx="2323">
                  <c:v>6.1606506900010662E-2</c:v>
                </c:pt>
                <c:pt idx="2324">
                  <c:v>6.1606521863851932E-2</c:v>
                </c:pt>
                <c:pt idx="2325">
                  <c:v>6.1618617763761041E-2</c:v>
                </c:pt>
                <c:pt idx="2326">
                  <c:v>6.1627121539333592E-2</c:v>
                </c:pt>
                <c:pt idx="2327">
                  <c:v>6.1647160264801097E-2</c:v>
                </c:pt>
                <c:pt idx="2328">
                  <c:v>6.1649951888539195E-2</c:v>
                </c:pt>
                <c:pt idx="2329">
                  <c:v>6.1651589175635547E-2</c:v>
                </c:pt>
                <c:pt idx="2330">
                  <c:v>6.1659678687405885E-2</c:v>
                </c:pt>
                <c:pt idx="2331">
                  <c:v>6.1660493816789667E-2</c:v>
                </c:pt>
                <c:pt idx="2332">
                  <c:v>6.1669075961155437E-2</c:v>
                </c:pt>
                <c:pt idx="2333">
                  <c:v>6.1691460972629092E-2</c:v>
                </c:pt>
                <c:pt idx="2334">
                  <c:v>6.170291144160775E-2</c:v>
                </c:pt>
                <c:pt idx="2335">
                  <c:v>6.1711965385298453E-2</c:v>
                </c:pt>
                <c:pt idx="2336">
                  <c:v>6.1726895672639247E-2</c:v>
                </c:pt>
                <c:pt idx="2337">
                  <c:v>6.1765887755770535E-2</c:v>
                </c:pt>
                <c:pt idx="2338">
                  <c:v>6.1780663100865607E-2</c:v>
                </c:pt>
                <c:pt idx="2339">
                  <c:v>6.179642087391321E-2</c:v>
                </c:pt>
                <c:pt idx="2340">
                  <c:v>6.1797400631210926E-2</c:v>
                </c:pt>
                <c:pt idx="2341">
                  <c:v>6.1797939885747603E-2</c:v>
                </c:pt>
                <c:pt idx="2342">
                  <c:v>6.180338831921494E-2</c:v>
                </c:pt>
                <c:pt idx="2343">
                  <c:v>6.1809150944785826E-2</c:v>
                </c:pt>
                <c:pt idx="2344">
                  <c:v>6.1812477407178962E-2</c:v>
                </c:pt>
                <c:pt idx="2345">
                  <c:v>6.1827824950010282E-2</c:v>
                </c:pt>
                <c:pt idx="2346">
                  <c:v>6.1845273066125118E-2</c:v>
                </c:pt>
                <c:pt idx="2347">
                  <c:v>6.185558203513894E-2</c:v>
                </c:pt>
                <c:pt idx="2348">
                  <c:v>6.1855584481004276E-2</c:v>
                </c:pt>
                <c:pt idx="2349">
                  <c:v>6.1866578965594721E-2</c:v>
                </c:pt>
                <c:pt idx="2350">
                  <c:v>6.1883693215067315E-2</c:v>
                </c:pt>
                <c:pt idx="2351">
                  <c:v>6.1885543381667955E-2</c:v>
                </c:pt>
                <c:pt idx="2352">
                  <c:v>6.1892102040970585E-2</c:v>
                </c:pt>
                <c:pt idx="2353">
                  <c:v>6.19043255416271E-2</c:v>
                </c:pt>
                <c:pt idx="2354">
                  <c:v>6.1936681792848974E-2</c:v>
                </c:pt>
                <c:pt idx="2355">
                  <c:v>6.1952692121886054E-2</c:v>
                </c:pt>
                <c:pt idx="2356">
                  <c:v>6.1969167332702177E-2</c:v>
                </c:pt>
                <c:pt idx="2357">
                  <c:v>6.1981560102715778E-2</c:v>
                </c:pt>
                <c:pt idx="2358">
                  <c:v>6.1994142616999606E-2</c:v>
                </c:pt>
                <c:pt idx="2359">
                  <c:v>6.2004574902765432E-2</c:v>
                </c:pt>
                <c:pt idx="2360">
                  <c:v>6.2033400544676195E-2</c:v>
                </c:pt>
                <c:pt idx="2361">
                  <c:v>6.2033733888273282E-2</c:v>
                </c:pt>
                <c:pt idx="2362">
                  <c:v>6.2043286044597641E-2</c:v>
                </c:pt>
                <c:pt idx="2363">
                  <c:v>6.2074075478300135E-2</c:v>
                </c:pt>
                <c:pt idx="2364">
                  <c:v>6.2079784415518535E-2</c:v>
                </c:pt>
                <c:pt idx="2365">
                  <c:v>6.208771973874018E-2</c:v>
                </c:pt>
                <c:pt idx="2366">
                  <c:v>6.2097775479470103E-2</c:v>
                </c:pt>
                <c:pt idx="2367">
                  <c:v>6.2101652918353754E-2</c:v>
                </c:pt>
                <c:pt idx="2368">
                  <c:v>6.2119610111296818E-2</c:v>
                </c:pt>
                <c:pt idx="2369">
                  <c:v>6.2128506955188477E-2</c:v>
                </c:pt>
                <c:pt idx="2370">
                  <c:v>6.2131604719284771E-2</c:v>
                </c:pt>
                <c:pt idx="2371">
                  <c:v>6.2132322372227336E-2</c:v>
                </c:pt>
                <c:pt idx="2372">
                  <c:v>6.213706504886541E-2</c:v>
                </c:pt>
                <c:pt idx="2373">
                  <c:v>6.2162668788164656E-2</c:v>
                </c:pt>
                <c:pt idx="2374">
                  <c:v>6.2171962942736921E-2</c:v>
                </c:pt>
                <c:pt idx="2375">
                  <c:v>6.2190363273212576E-2</c:v>
                </c:pt>
                <c:pt idx="2376">
                  <c:v>6.2195261380804237E-2</c:v>
                </c:pt>
                <c:pt idx="2377">
                  <c:v>6.2199283486103159E-2</c:v>
                </c:pt>
                <c:pt idx="2378">
                  <c:v>6.2212701730464642E-2</c:v>
                </c:pt>
                <c:pt idx="2379">
                  <c:v>6.2212994582051671E-2</c:v>
                </c:pt>
                <c:pt idx="2380">
                  <c:v>6.2225709365777503E-2</c:v>
                </c:pt>
                <c:pt idx="2381">
                  <c:v>6.223147924741481E-2</c:v>
                </c:pt>
                <c:pt idx="2382">
                  <c:v>6.2236449511968196E-2</c:v>
                </c:pt>
                <c:pt idx="2383">
                  <c:v>6.2243426974251718E-2</c:v>
                </c:pt>
                <c:pt idx="2384">
                  <c:v>6.2258272970522645E-2</c:v>
                </c:pt>
                <c:pt idx="2385">
                  <c:v>6.228553636359168E-2</c:v>
                </c:pt>
                <c:pt idx="2386">
                  <c:v>6.2319122679776677E-2</c:v>
                </c:pt>
                <c:pt idx="2387">
                  <c:v>6.2320064759368909E-2</c:v>
                </c:pt>
                <c:pt idx="2388">
                  <c:v>6.2323498928397093E-2</c:v>
                </c:pt>
                <c:pt idx="2389">
                  <c:v>6.2327216291845011E-2</c:v>
                </c:pt>
                <c:pt idx="2390">
                  <c:v>6.2330410046012745E-2</c:v>
                </c:pt>
                <c:pt idx="2391">
                  <c:v>6.2348910505247615E-2</c:v>
                </c:pt>
                <c:pt idx="2392">
                  <c:v>6.2383185014171685E-2</c:v>
                </c:pt>
                <c:pt idx="2393">
                  <c:v>6.2407228267360414E-2</c:v>
                </c:pt>
                <c:pt idx="2394">
                  <c:v>6.2412352174196516E-2</c:v>
                </c:pt>
                <c:pt idx="2395">
                  <c:v>6.2412417291306234E-2</c:v>
                </c:pt>
                <c:pt idx="2396">
                  <c:v>6.2433862182798866E-2</c:v>
                </c:pt>
                <c:pt idx="2397">
                  <c:v>6.2476823753784251E-2</c:v>
                </c:pt>
                <c:pt idx="2398">
                  <c:v>6.2485843767772373E-2</c:v>
                </c:pt>
                <c:pt idx="2399">
                  <c:v>6.2487030184425411E-2</c:v>
                </c:pt>
                <c:pt idx="2400">
                  <c:v>6.2487776430299208E-2</c:v>
                </c:pt>
                <c:pt idx="2401">
                  <c:v>6.248904458053256E-2</c:v>
                </c:pt>
                <c:pt idx="2402">
                  <c:v>6.2493918310689345E-2</c:v>
                </c:pt>
                <c:pt idx="2403">
                  <c:v>6.2499160181349482E-2</c:v>
                </c:pt>
                <c:pt idx="2404">
                  <c:v>6.2505015055167798E-2</c:v>
                </c:pt>
                <c:pt idx="2405">
                  <c:v>6.2505388799600339E-2</c:v>
                </c:pt>
                <c:pt idx="2406">
                  <c:v>6.2516536987252389E-2</c:v>
                </c:pt>
                <c:pt idx="2407">
                  <c:v>6.2519165538489962E-2</c:v>
                </c:pt>
                <c:pt idx="2408">
                  <c:v>6.2524678502852829E-2</c:v>
                </c:pt>
                <c:pt idx="2409">
                  <c:v>6.2537776819058685E-2</c:v>
                </c:pt>
                <c:pt idx="2410">
                  <c:v>6.2552670781883826E-2</c:v>
                </c:pt>
                <c:pt idx="2411">
                  <c:v>6.2564864946156276E-2</c:v>
                </c:pt>
                <c:pt idx="2412">
                  <c:v>6.2565601606428961E-2</c:v>
                </c:pt>
                <c:pt idx="2413">
                  <c:v>6.2582398917887264E-2</c:v>
                </c:pt>
                <c:pt idx="2414">
                  <c:v>6.2613951800511269E-2</c:v>
                </c:pt>
                <c:pt idx="2415">
                  <c:v>6.2630324546416177E-2</c:v>
                </c:pt>
                <c:pt idx="2416">
                  <c:v>6.2632320212677561E-2</c:v>
                </c:pt>
                <c:pt idx="2417">
                  <c:v>6.2632551555223612E-2</c:v>
                </c:pt>
                <c:pt idx="2418">
                  <c:v>6.2636025974873694E-2</c:v>
                </c:pt>
                <c:pt idx="2419">
                  <c:v>6.2673710036990155E-2</c:v>
                </c:pt>
                <c:pt idx="2420">
                  <c:v>6.2685925796766864E-2</c:v>
                </c:pt>
                <c:pt idx="2421">
                  <c:v>6.2686268823500119E-2</c:v>
                </c:pt>
                <c:pt idx="2422">
                  <c:v>6.2686543652741192E-2</c:v>
                </c:pt>
                <c:pt idx="2423">
                  <c:v>6.2712190221472175E-2</c:v>
                </c:pt>
                <c:pt idx="2424">
                  <c:v>6.2729371283923141E-2</c:v>
                </c:pt>
                <c:pt idx="2425">
                  <c:v>6.2740192873124448E-2</c:v>
                </c:pt>
                <c:pt idx="2426">
                  <c:v>6.274853150803153E-2</c:v>
                </c:pt>
                <c:pt idx="2427">
                  <c:v>6.2764862383257902E-2</c:v>
                </c:pt>
                <c:pt idx="2428">
                  <c:v>6.280509457915634E-2</c:v>
                </c:pt>
                <c:pt idx="2429">
                  <c:v>6.2806091755985047E-2</c:v>
                </c:pt>
                <c:pt idx="2430">
                  <c:v>6.2829829220827527E-2</c:v>
                </c:pt>
                <c:pt idx="2431">
                  <c:v>6.2834604657379473E-2</c:v>
                </c:pt>
                <c:pt idx="2432">
                  <c:v>6.2835235645798598E-2</c:v>
                </c:pt>
                <c:pt idx="2433">
                  <c:v>6.2845919903052883E-2</c:v>
                </c:pt>
                <c:pt idx="2434">
                  <c:v>6.2846683463498462E-2</c:v>
                </c:pt>
                <c:pt idx="2435">
                  <c:v>6.2853049579244355E-2</c:v>
                </c:pt>
                <c:pt idx="2436">
                  <c:v>6.2856164580610802E-2</c:v>
                </c:pt>
                <c:pt idx="2437">
                  <c:v>6.2860315404021927E-2</c:v>
                </c:pt>
                <c:pt idx="2438">
                  <c:v>6.286057752297268E-2</c:v>
                </c:pt>
                <c:pt idx="2439">
                  <c:v>6.2872383906904097E-2</c:v>
                </c:pt>
                <c:pt idx="2440">
                  <c:v>6.2881261022180265E-2</c:v>
                </c:pt>
                <c:pt idx="2441">
                  <c:v>6.2904889314844531E-2</c:v>
                </c:pt>
                <c:pt idx="2442">
                  <c:v>6.291729552175615E-2</c:v>
                </c:pt>
                <c:pt idx="2443">
                  <c:v>6.2920249755458138E-2</c:v>
                </c:pt>
                <c:pt idx="2444">
                  <c:v>6.2955847005444557E-2</c:v>
                </c:pt>
                <c:pt idx="2445">
                  <c:v>6.2994882530342605E-2</c:v>
                </c:pt>
                <c:pt idx="2446">
                  <c:v>6.2998846742432016E-2</c:v>
                </c:pt>
                <c:pt idx="2447">
                  <c:v>6.3004985345786718E-2</c:v>
                </c:pt>
                <c:pt idx="2448">
                  <c:v>6.3013598780314151E-2</c:v>
                </c:pt>
                <c:pt idx="2449">
                  <c:v>6.3014999204389646E-2</c:v>
                </c:pt>
                <c:pt idx="2450">
                  <c:v>6.3028759812484431E-2</c:v>
                </c:pt>
                <c:pt idx="2451">
                  <c:v>6.3030013937099422E-2</c:v>
                </c:pt>
                <c:pt idx="2452">
                  <c:v>6.3048016190652575E-2</c:v>
                </c:pt>
                <c:pt idx="2453">
                  <c:v>6.305113094592181E-2</c:v>
                </c:pt>
                <c:pt idx="2454">
                  <c:v>6.305243972114162E-2</c:v>
                </c:pt>
                <c:pt idx="2455">
                  <c:v>6.3080584795054351E-2</c:v>
                </c:pt>
                <c:pt idx="2456">
                  <c:v>6.3092467916140274E-2</c:v>
                </c:pt>
                <c:pt idx="2457">
                  <c:v>6.3120008763496091E-2</c:v>
                </c:pt>
                <c:pt idx="2458">
                  <c:v>6.3122605525382319E-2</c:v>
                </c:pt>
                <c:pt idx="2459">
                  <c:v>6.312631357541458E-2</c:v>
                </c:pt>
                <c:pt idx="2460">
                  <c:v>6.3135945311644667E-2</c:v>
                </c:pt>
                <c:pt idx="2461">
                  <c:v>6.3139754789908936E-2</c:v>
                </c:pt>
                <c:pt idx="2462">
                  <c:v>6.3154099221295501E-2</c:v>
                </c:pt>
                <c:pt idx="2463">
                  <c:v>6.318964110689855E-2</c:v>
                </c:pt>
                <c:pt idx="2464">
                  <c:v>6.3216194193385575E-2</c:v>
                </c:pt>
                <c:pt idx="2465">
                  <c:v>6.32198379209616E-2</c:v>
                </c:pt>
                <c:pt idx="2466">
                  <c:v>6.3242836323724419E-2</c:v>
                </c:pt>
                <c:pt idx="2467">
                  <c:v>6.3246548454942805E-2</c:v>
                </c:pt>
                <c:pt idx="2468">
                  <c:v>6.3247784315916877E-2</c:v>
                </c:pt>
                <c:pt idx="2469">
                  <c:v>6.3259329193920938E-2</c:v>
                </c:pt>
                <c:pt idx="2470">
                  <c:v>6.3265989251332103E-2</c:v>
                </c:pt>
                <c:pt idx="2471">
                  <c:v>6.3280110523415006E-2</c:v>
                </c:pt>
                <c:pt idx="2472">
                  <c:v>6.328487843543161E-2</c:v>
                </c:pt>
                <c:pt idx="2473">
                  <c:v>6.3286908969852396E-2</c:v>
                </c:pt>
                <c:pt idx="2474">
                  <c:v>6.3323879737483851E-2</c:v>
                </c:pt>
                <c:pt idx="2475">
                  <c:v>6.3327640828276383E-2</c:v>
                </c:pt>
                <c:pt idx="2476">
                  <c:v>6.3333359752089508E-2</c:v>
                </c:pt>
                <c:pt idx="2477">
                  <c:v>6.3336141948824573E-2</c:v>
                </c:pt>
                <c:pt idx="2478">
                  <c:v>6.3343462744645446E-2</c:v>
                </c:pt>
                <c:pt idx="2479">
                  <c:v>6.3347321397349596E-2</c:v>
                </c:pt>
                <c:pt idx="2480">
                  <c:v>6.3355741927840686E-2</c:v>
                </c:pt>
                <c:pt idx="2481">
                  <c:v>6.3360194690238042E-2</c:v>
                </c:pt>
                <c:pt idx="2482">
                  <c:v>6.3370063940203156E-2</c:v>
                </c:pt>
                <c:pt idx="2483">
                  <c:v>6.3370498889684157E-2</c:v>
                </c:pt>
                <c:pt idx="2484">
                  <c:v>6.3402411049328949E-2</c:v>
                </c:pt>
                <c:pt idx="2485">
                  <c:v>6.3408494462771137E-2</c:v>
                </c:pt>
                <c:pt idx="2486">
                  <c:v>6.3426542485381848E-2</c:v>
                </c:pt>
                <c:pt idx="2487">
                  <c:v>6.3429304861967281E-2</c:v>
                </c:pt>
                <c:pt idx="2488">
                  <c:v>6.3435792119979059E-2</c:v>
                </c:pt>
                <c:pt idx="2489">
                  <c:v>6.3445946203695647E-2</c:v>
                </c:pt>
                <c:pt idx="2490">
                  <c:v>6.3464493659933355E-2</c:v>
                </c:pt>
                <c:pt idx="2491">
                  <c:v>6.3468324609561769E-2</c:v>
                </c:pt>
                <c:pt idx="2492">
                  <c:v>6.3480969012028918E-2</c:v>
                </c:pt>
                <c:pt idx="2493">
                  <c:v>6.3491257761888992E-2</c:v>
                </c:pt>
                <c:pt idx="2494">
                  <c:v>6.3502465145840056E-2</c:v>
                </c:pt>
                <c:pt idx="2495">
                  <c:v>6.3504035712105084E-2</c:v>
                </c:pt>
                <c:pt idx="2496">
                  <c:v>6.3520870818202721E-2</c:v>
                </c:pt>
                <c:pt idx="2497">
                  <c:v>6.3523033659043007E-2</c:v>
                </c:pt>
                <c:pt idx="2498">
                  <c:v>6.3536069769244169E-2</c:v>
                </c:pt>
                <c:pt idx="2499">
                  <c:v>6.3549646671982263E-2</c:v>
                </c:pt>
                <c:pt idx="2500">
                  <c:v>6.3549671584868378E-2</c:v>
                </c:pt>
                <c:pt idx="2501">
                  <c:v>6.3562065440810903E-2</c:v>
                </c:pt>
                <c:pt idx="2502">
                  <c:v>6.3596936570154208E-2</c:v>
                </c:pt>
                <c:pt idx="2503">
                  <c:v>6.361779237855239E-2</c:v>
                </c:pt>
                <c:pt idx="2504">
                  <c:v>6.3629996491837662E-2</c:v>
                </c:pt>
                <c:pt idx="2505">
                  <c:v>6.3640894472767343E-2</c:v>
                </c:pt>
                <c:pt idx="2506">
                  <c:v>6.3675122201566736E-2</c:v>
                </c:pt>
                <c:pt idx="2507">
                  <c:v>6.3677774844026189E-2</c:v>
                </c:pt>
                <c:pt idx="2508">
                  <c:v>6.3687550148736463E-2</c:v>
                </c:pt>
                <c:pt idx="2509">
                  <c:v>6.3703245524035237E-2</c:v>
                </c:pt>
                <c:pt idx="2510">
                  <c:v>6.3740606183851592E-2</c:v>
                </c:pt>
                <c:pt idx="2511">
                  <c:v>6.3765698519322997E-2</c:v>
                </c:pt>
                <c:pt idx="2512">
                  <c:v>6.3767762563097907E-2</c:v>
                </c:pt>
                <c:pt idx="2513">
                  <c:v>6.3769208829318302E-2</c:v>
                </c:pt>
                <c:pt idx="2514">
                  <c:v>6.3783882329793012E-2</c:v>
                </c:pt>
                <c:pt idx="2515">
                  <c:v>6.3786447187072298E-2</c:v>
                </c:pt>
                <c:pt idx="2516">
                  <c:v>6.3793369463786317E-2</c:v>
                </c:pt>
                <c:pt idx="2517">
                  <c:v>6.3796029016477102E-2</c:v>
                </c:pt>
                <c:pt idx="2518">
                  <c:v>6.3809094365347221E-2</c:v>
                </c:pt>
                <c:pt idx="2519">
                  <c:v>6.3814039544073484E-2</c:v>
                </c:pt>
                <c:pt idx="2520">
                  <c:v>6.3839192673041167E-2</c:v>
                </c:pt>
                <c:pt idx="2521">
                  <c:v>6.3844154213480636E-2</c:v>
                </c:pt>
                <c:pt idx="2522">
                  <c:v>6.3851233171910424E-2</c:v>
                </c:pt>
                <c:pt idx="2523">
                  <c:v>6.3860082811667301E-2</c:v>
                </c:pt>
                <c:pt idx="2524">
                  <c:v>6.3870734372247578E-2</c:v>
                </c:pt>
                <c:pt idx="2525">
                  <c:v>6.3884730740782783E-2</c:v>
                </c:pt>
                <c:pt idx="2526">
                  <c:v>6.3897833356577963E-2</c:v>
                </c:pt>
                <c:pt idx="2527">
                  <c:v>6.3909837496915534E-2</c:v>
                </c:pt>
                <c:pt idx="2528">
                  <c:v>6.3934225564204764E-2</c:v>
                </c:pt>
                <c:pt idx="2529">
                  <c:v>6.3939324788867657E-2</c:v>
                </c:pt>
                <c:pt idx="2530">
                  <c:v>6.3949159286819809E-2</c:v>
                </c:pt>
                <c:pt idx="2531">
                  <c:v>6.3971164170888703E-2</c:v>
                </c:pt>
                <c:pt idx="2532">
                  <c:v>6.3988025857617967E-2</c:v>
                </c:pt>
                <c:pt idx="2533">
                  <c:v>6.401577427455743E-2</c:v>
                </c:pt>
                <c:pt idx="2534">
                  <c:v>6.4016193247910802E-2</c:v>
                </c:pt>
                <c:pt idx="2535">
                  <c:v>6.4044548986351521E-2</c:v>
                </c:pt>
                <c:pt idx="2536">
                  <c:v>6.4066584320456421E-2</c:v>
                </c:pt>
                <c:pt idx="2537">
                  <c:v>6.4076619902566856E-2</c:v>
                </c:pt>
                <c:pt idx="2538">
                  <c:v>6.4093207225597693E-2</c:v>
                </c:pt>
                <c:pt idx="2539">
                  <c:v>6.4107596006402451E-2</c:v>
                </c:pt>
                <c:pt idx="2540">
                  <c:v>6.4109689611345277E-2</c:v>
                </c:pt>
                <c:pt idx="2541">
                  <c:v>6.4110675708401746E-2</c:v>
                </c:pt>
                <c:pt idx="2542">
                  <c:v>6.4112492275251162E-2</c:v>
                </c:pt>
                <c:pt idx="2543">
                  <c:v>6.4115927312097462E-2</c:v>
                </c:pt>
                <c:pt idx="2544">
                  <c:v>6.4132048465210131E-2</c:v>
                </c:pt>
                <c:pt idx="2545">
                  <c:v>6.4168681301346966E-2</c:v>
                </c:pt>
                <c:pt idx="2546">
                  <c:v>6.4179320997662784E-2</c:v>
                </c:pt>
                <c:pt idx="2547">
                  <c:v>6.4182339552560447E-2</c:v>
                </c:pt>
                <c:pt idx="2548">
                  <c:v>6.4190155870730431E-2</c:v>
                </c:pt>
                <c:pt idx="2549">
                  <c:v>6.4198534948416833E-2</c:v>
                </c:pt>
                <c:pt idx="2550">
                  <c:v>6.4206976438955288E-2</c:v>
                </c:pt>
                <c:pt idx="2551">
                  <c:v>6.4218946593843737E-2</c:v>
                </c:pt>
                <c:pt idx="2552">
                  <c:v>6.4226901976265446E-2</c:v>
                </c:pt>
                <c:pt idx="2553">
                  <c:v>6.4228051756987009E-2</c:v>
                </c:pt>
                <c:pt idx="2554">
                  <c:v>6.4228882762257175E-2</c:v>
                </c:pt>
                <c:pt idx="2555">
                  <c:v>6.4235918714440107E-2</c:v>
                </c:pt>
                <c:pt idx="2556">
                  <c:v>6.4237904400847298E-2</c:v>
                </c:pt>
                <c:pt idx="2557">
                  <c:v>6.4243513021163115E-2</c:v>
                </c:pt>
                <c:pt idx="2558">
                  <c:v>6.4247394479482842E-2</c:v>
                </c:pt>
                <c:pt idx="2559">
                  <c:v>6.4258538346812499E-2</c:v>
                </c:pt>
                <c:pt idx="2560">
                  <c:v>6.4270728587726478E-2</c:v>
                </c:pt>
                <c:pt idx="2561">
                  <c:v>6.4272808696833397E-2</c:v>
                </c:pt>
                <c:pt idx="2562">
                  <c:v>6.4276976039338768E-2</c:v>
                </c:pt>
                <c:pt idx="2563">
                  <c:v>6.4280887689072738E-2</c:v>
                </c:pt>
                <c:pt idx="2564">
                  <c:v>6.4285511660352818E-2</c:v>
                </c:pt>
                <c:pt idx="2565">
                  <c:v>6.4325219350511692E-2</c:v>
                </c:pt>
                <c:pt idx="2566">
                  <c:v>6.4333281859799349E-2</c:v>
                </c:pt>
                <c:pt idx="2567">
                  <c:v>6.4357768906049148E-2</c:v>
                </c:pt>
                <c:pt idx="2568">
                  <c:v>6.4364881589347916E-2</c:v>
                </c:pt>
                <c:pt idx="2569">
                  <c:v>6.4366801109438626E-2</c:v>
                </c:pt>
                <c:pt idx="2570">
                  <c:v>6.4375911393202603E-2</c:v>
                </c:pt>
                <c:pt idx="2571">
                  <c:v>6.4392242202222422E-2</c:v>
                </c:pt>
                <c:pt idx="2572">
                  <c:v>6.4433627659860257E-2</c:v>
                </c:pt>
                <c:pt idx="2573">
                  <c:v>6.4448986956824508E-2</c:v>
                </c:pt>
                <c:pt idx="2574">
                  <c:v>6.4455047507386148E-2</c:v>
                </c:pt>
                <c:pt idx="2575">
                  <c:v>6.4480112890100347E-2</c:v>
                </c:pt>
                <c:pt idx="2576">
                  <c:v>6.4514832003024658E-2</c:v>
                </c:pt>
                <c:pt idx="2577">
                  <c:v>6.4554941805927912E-2</c:v>
                </c:pt>
                <c:pt idx="2578">
                  <c:v>6.4565417538745576E-2</c:v>
                </c:pt>
                <c:pt idx="2579">
                  <c:v>6.4587574905709724E-2</c:v>
                </c:pt>
                <c:pt idx="2580">
                  <c:v>6.4617075929927312E-2</c:v>
                </c:pt>
                <c:pt idx="2581">
                  <c:v>6.4618533049538518E-2</c:v>
                </c:pt>
                <c:pt idx="2582">
                  <c:v>6.4627420151121148E-2</c:v>
                </c:pt>
                <c:pt idx="2583">
                  <c:v>6.4628002406711099E-2</c:v>
                </c:pt>
                <c:pt idx="2584">
                  <c:v>6.4632330708870228E-2</c:v>
                </c:pt>
                <c:pt idx="2585">
                  <c:v>6.4632832503359633E-2</c:v>
                </c:pt>
                <c:pt idx="2586">
                  <c:v>6.4633940843201565E-2</c:v>
                </c:pt>
                <c:pt idx="2587">
                  <c:v>6.463991861181459E-2</c:v>
                </c:pt>
                <c:pt idx="2588">
                  <c:v>6.4664802284258902E-2</c:v>
                </c:pt>
                <c:pt idx="2589">
                  <c:v>6.4717962954575589E-2</c:v>
                </c:pt>
                <c:pt idx="2590">
                  <c:v>6.4724751693099769E-2</c:v>
                </c:pt>
                <c:pt idx="2591">
                  <c:v>6.4728748518430052E-2</c:v>
                </c:pt>
                <c:pt idx="2592">
                  <c:v>6.4731165381543498E-2</c:v>
                </c:pt>
                <c:pt idx="2593">
                  <c:v>6.4766073588436557E-2</c:v>
                </c:pt>
                <c:pt idx="2594">
                  <c:v>6.4774777740191941E-2</c:v>
                </c:pt>
                <c:pt idx="2595">
                  <c:v>6.4787992615120624E-2</c:v>
                </c:pt>
                <c:pt idx="2596">
                  <c:v>6.479540460035503E-2</c:v>
                </c:pt>
                <c:pt idx="2597">
                  <c:v>6.4795932543952217E-2</c:v>
                </c:pt>
                <c:pt idx="2598">
                  <c:v>6.4796015645312205E-2</c:v>
                </c:pt>
                <c:pt idx="2599">
                  <c:v>6.4849371150844187E-2</c:v>
                </c:pt>
                <c:pt idx="2600">
                  <c:v>6.4856361286641753E-2</c:v>
                </c:pt>
                <c:pt idx="2601">
                  <c:v>6.486258462835047E-2</c:v>
                </c:pt>
                <c:pt idx="2602">
                  <c:v>6.4899627602031176E-2</c:v>
                </c:pt>
                <c:pt idx="2603">
                  <c:v>6.4903015343202017E-2</c:v>
                </c:pt>
                <c:pt idx="2604">
                  <c:v>6.4903626644623638E-2</c:v>
                </c:pt>
                <c:pt idx="2605">
                  <c:v>6.4905926696431679E-2</c:v>
                </c:pt>
                <c:pt idx="2606">
                  <c:v>6.4911587570963505E-2</c:v>
                </c:pt>
                <c:pt idx="2607">
                  <c:v>6.4934937601247744E-2</c:v>
                </c:pt>
                <c:pt idx="2608">
                  <c:v>6.495239683329504E-2</c:v>
                </c:pt>
                <c:pt idx="2609">
                  <c:v>6.4962720629575491E-2</c:v>
                </c:pt>
                <c:pt idx="2610">
                  <c:v>6.4963451273598163E-2</c:v>
                </c:pt>
                <c:pt idx="2611">
                  <c:v>6.4964739523907675E-2</c:v>
                </c:pt>
                <c:pt idx="2612">
                  <c:v>6.4973871085462973E-2</c:v>
                </c:pt>
                <c:pt idx="2613">
                  <c:v>6.4994775658033715E-2</c:v>
                </c:pt>
                <c:pt idx="2614">
                  <c:v>6.5013646182929513E-2</c:v>
                </c:pt>
                <c:pt idx="2615">
                  <c:v>6.5053135365084599E-2</c:v>
                </c:pt>
                <c:pt idx="2616">
                  <c:v>6.5056530161953591E-2</c:v>
                </c:pt>
                <c:pt idx="2617">
                  <c:v>6.5057876043973173E-2</c:v>
                </c:pt>
                <c:pt idx="2618">
                  <c:v>6.5061257187171456E-2</c:v>
                </c:pt>
                <c:pt idx="2619">
                  <c:v>6.5070786879601702E-2</c:v>
                </c:pt>
                <c:pt idx="2620">
                  <c:v>6.5078389382494092E-2</c:v>
                </c:pt>
                <c:pt idx="2621">
                  <c:v>6.5083840883863722E-2</c:v>
                </c:pt>
                <c:pt idx="2622">
                  <c:v>6.5092791001166009E-2</c:v>
                </c:pt>
                <c:pt idx="2623">
                  <c:v>6.5093683806885808E-2</c:v>
                </c:pt>
                <c:pt idx="2624">
                  <c:v>6.5110844050156991E-2</c:v>
                </c:pt>
                <c:pt idx="2625">
                  <c:v>6.5114624966212772E-2</c:v>
                </c:pt>
                <c:pt idx="2626">
                  <c:v>6.5148200048747495E-2</c:v>
                </c:pt>
                <c:pt idx="2627">
                  <c:v>6.5161943556279453E-2</c:v>
                </c:pt>
                <c:pt idx="2628">
                  <c:v>6.5163880794059534E-2</c:v>
                </c:pt>
                <c:pt idx="2629">
                  <c:v>6.5169327770034952E-2</c:v>
                </c:pt>
                <c:pt idx="2630">
                  <c:v>6.5186111309661204E-2</c:v>
                </c:pt>
                <c:pt idx="2631">
                  <c:v>6.5188552420297308E-2</c:v>
                </c:pt>
                <c:pt idx="2632">
                  <c:v>6.5216887417464134E-2</c:v>
                </c:pt>
                <c:pt idx="2633">
                  <c:v>6.523735412061081E-2</c:v>
                </c:pt>
                <c:pt idx="2634">
                  <c:v>6.5239519485183001E-2</c:v>
                </c:pt>
                <c:pt idx="2635">
                  <c:v>6.5242424369851421E-2</c:v>
                </c:pt>
                <c:pt idx="2636">
                  <c:v>6.5245061472589808E-2</c:v>
                </c:pt>
                <c:pt idx="2637">
                  <c:v>6.5246238278056909E-2</c:v>
                </c:pt>
                <c:pt idx="2638">
                  <c:v>6.5260139642585938E-2</c:v>
                </c:pt>
                <c:pt idx="2639">
                  <c:v>6.5273694907582877E-2</c:v>
                </c:pt>
                <c:pt idx="2640">
                  <c:v>6.5274324379615084E-2</c:v>
                </c:pt>
                <c:pt idx="2641">
                  <c:v>6.527867314554664E-2</c:v>
                </c:pt>
                <c:pt idx="2642">
                  <c:v>6.5279081489312704E-2</c:v>
                </c:pt>
                <c:pt idx="2643">
                  <c:v>6.5296640425969374E-2</c:v>
                </c:pt>
                <c:pt idx="2644">
                  <c:v>6.5298540695634136E-2</c:v>
                </c:pt>
                <c:pt idx="2645">
                  <c:v>6.5303994029523388E-2</c:v>
                </c:pt>
                <c:pt idx="2646">
                  <c:v>6.5316600892996818E-2</c:v>
                </c:pt>
                <c:pt idx="2647">
                  <c:v>6.5317630873243007E-2</c:v>
                </c:pt>
                <c:pt idx="2648">
                  <c:v>6.53386636448125E-2</c:v>
                </c:pt>
                <c:pt idx="2649">
                  <c:v>6.5339208368490553E-2</c:v>
                </c:pt>
                <c:pt idx="2650">
                  <c:v>6.5340554589449124E-2</c:v>
                </c:pt>
                <c:pt idx="2651">
                  <c:v>6.5356377599451718E-2</c:v>
                </c:pt>
                <c:pt idx="2652">
                  <c:v>6.5357969530739427E-2</c:v>
                </c:pt>
                <c:pt idx="2653">
                  <c:v>6.5387878699110336E-2</c:v>
                </c:pt>
                <c:pt idx="2654">
                  <c:v>6.5388850401056617E-2</c:v>
                </c:pt>
                <c:pt idx="2655">
                  <c:v>6.5395142329507813E-2</c:v>
                </c:pt>
                <c:pt idx="2656">
                  <c:v>6.5398607409999573E-2</c:v>
                </c:pt>
                <c:pt idx="2657">
                  <c:v>6.5401279235891452E-2</c:v>
                </c:pt>
                <c:pt idx="2658">
                  <c:v>6.5406286848575745E-2</c:v>
                </c:pt>
                <c:pt idx="2659">
                  <c:v>6.5418378256040216E-2</c:v>
                </c:pt>
                <c:pt idx="2660">
                  <c:v>6.5435938629807247E-2</c:v>
                </c:pt>
                <c:pt idx="2661">
                  <c:v>6.5436244429973867E-2</c:v>
                </c:pt>
                <c:pt idx="2662">
                  <c:v>6.5448964375200286E-2</c:v>
                </c:pt>
                <c:pt idx="2663">
                  <c:v>6.5470290091036859E-2</c:v>
                </c:pt>
                <c:pt idx="2664">
                  <c:v>6.5472536182881527E-2</c:v>
                </c:pt>
                <c:pt idx="2665">
                  <c:v>6.549267262806184E-2</c:v>
                </c:pt>
                <c:pt idx="2666">
                  <c:v>6.5498687531663699E-2</c:v>
                </c:pt>
                <c:pt idx="2667">
                  <c:v>6.5516780177807432E-2</c:v>
                </c:pt>
                <c:pt idx="2668">
                  <c:v>6.5524453832474475E-2</c:v>
                </c:pt>
                <c:pt idx="2669">
                  <c:v>6.5534164447948615E-2</c:v>
                </c:pt>
                <c:pt idx="2670">
                  <c:v>6.5568801170458019E-2</c:v>
                </c:pt>
                <c:pt idx="2671">
                  <c:v>6.5576158115300306E-2</c:v>
                </c:pt>
                <c:pt idx="2672">
                  <c:v>6.5581015625889486E-2</c:v>
                </c:pt>
                <c:pt idx="2673">
                  <c:v>6.5586427803087266E-2</c:v>
                </c:pt>
                <c:pt idx="2674">
                  <c:v>6.5593910365265642E-2</c:v>
                </c:pt>
                <c:pt idx="2675">
                  <c:v>6.5610154765418635E-2</c:v>
                </c:pt>
                <c:pt idx="2676">
                  <c:v>6.5611506678173032E-2</c:v>
                </c:pt>
                <c:pt idx="2677">
                  <c:v>6.5625211328280808E-2</c:v>
                </c:pt>
                <c:pt idx="2678">
                  <c:v>6.5639513914176967E-2</c:v>
                </c:pt>
                <c:pt idx="2679">
                  <c:v>6.5647907567071825E-2</c:v>
                </c:pt>
                <c:pt idx="2680">
                  <c:v>6.5670032826550401E-2</c:v>
                </c:pt>
                <c:pt idx="2681">
                  <c:v>6.5675257169589898E-2</c:v>
                </c:pt>
                <c:pt idx="2682">
                  <c:v>6.5679843723572578E-2</c:v>
                </c:pt>
                <c:pt idx="2683">
                  <c:v>6.568068061617123E-2</c:v>
                </c:pt>
                <c:pt idx="2684">
                  <c:v>6.5682988614897686E-2</c:v>
                </c:pt>
                <c:pt idx="2685">
                  <c:v>6.5695094474069057E-2</c:v>
                </c:pt>
                <c:pt idx="2686">
                  <c:v>6.5713218320592431E-2</c:v>
                </c:pt>
                <c:pt idx="2687">
                  <c:v>6.5717140530610785E-2</c:v>
                </c:pt>
                <c:pt idx="2688">
                  <c:v>6.5725052741780837E-2</c:v>
                </c:pt>
                <c:pt idx="2689">
                  <c:v>6.5747432008987333E-2</c:v>
                </c:pt>
                <c:pt idx="2690">
                  <c:v>6.5781928767849732E-2</c:v>
                </c:pt>
                <c:pt idx="2691">
                  <c:v>6.5786350172134578E-2</c:v>
                </c:pt>
                <c:pt idx="2692">
                  <c:v>6.5787929252060576E-2</c:v>
                </c:pt>
                <c:pt idx="2693">
                  <c:v>6.5810665100448293E-2</c:v>
                </c:pt>
                <c:pt idx="2694">
                  <c:v>6.5811451968733684E-2</c:v>
                </c:pt>
                <c:pt idx="2695">
                  <c:v>6.5823815229235541E-2</c:v>
                </c:pt>
                <c:pt idx="2696">
                  <c:v>6.5836266046344377E-2</c:v>
                </c:pt>
                <c:pt idx="2697">
                  <c:v>6.5839270183088494E-2</c:v>
                </c:pt>
                <c:pt idx="2698">
                  <c:v>6.58433484542085E-2</c:v>
                </c:pt>
                <c:pt idx="2699">
                  <c:v>6.5849828605216973E-2</c:v>
                </c:pt>
                <c:pt idx="2700">
                  <c:v>6.5853490583244897E-2</c:v>
                </c:pt>
                <c:pt idx="2701">
                  <c:v>6.5885003250035101E-2</c:v>
                </c:pt>
                <c:pt idx="2702">
                  <c:v>6.5922138840026512E-2</c:v>
                </c:pt>
                <c:pt idx="2703">
                  <c:v>6.5924947194325553E-2</c:v>
                </c:pt>
                <c:pt idx="2704">
                  <c:v>6.5928340301932162E-2</c:v>
                </c:pt>
                <c:pt idx="2705">
                  <c:v>6.5930621941784645E-2</c:v>
                </c:pt>
                <c:pt idx="2706">
                  <c:v>6.5933257669861425E-2</c:v>
                </c:pt>
                <c:pt idx="2707">
                  <c:v>6.5958109847886748E-2</c:v>
                </c:pt>
                <c:pt idx="2708">
                  <c:v>6.5968511392006615E-2</c:v>
                </c:pt>
                <c:pt idx="2709">
                  <c:v>6.5978686414464846E-2</c:v>
                </c:pt>
                <c:pt idx="2710">
                  <c:v>6.5994951548955225E-2</c:v>
                </c:pt>
                <c:pt idx="2711">
                  <c:v>6.6003846781210726E-2</c:v>
                </c:pt>
                <c:pt idx="2712">
                  <c:v>6.6007702556886275E-2</c:v>
                </c:pt>
                <c:pt idx="2713">
                  <c:v>6.6016250640383287E-2</c:v>
                </c:pt>
                <c:pt idx="2714">
                  <c:v>6.6042352325617643E-2</c:v>
                </c:pt>
                <c:pt idx="2715">
                  <c:v>6.6054428651730612E-2</c:v>
                </c:pt>
                <c:pt idx="2716">
                  <c:v>6.6056931889161577E-2</c:v>
                </c:pt>
                <c:pt idx="2717">
                  <c:v>6.6077640786098749E-2</c:v>
                </c:pt>
                <c:pt idx="2718">
                  <c:v>6.6082166240969173E-2</c:v>
                </c:pt>
                <c:pt idx="2719">
                  <c:v>6.6084804915733708E-2</c:v>
                </c:pt>
                <c:pt idx="2720">
                  <c:v>6.6088768752174107E-2</c:v>
                </c:pt>
                <c:pt idx="2721">
                  <c:v>6.6095666957387222E-2</c:v>
                </c:pt>
                <c:pt idx="2722">
                  <c:v>6.6101407418259109E-2</c:v>
                </c:pt>
                <c:pt idx="2723">
                  <c:v>6.6101436423815371E-2</c:v>
                </c:pt>
                <c:pt idx="2724">
                  <c:v>6.6126794849314829E-2</c:v>
                </c:pt>
                <c:pt idx="2725">
                  <c:v>6.6162863757893042E-2</c:v>
                </c:pt>
                <c:pt idx="2726">
                  <c:v>6.6172512366804173E-2</c:v>
                </c:pt>
                <c:pt idx="2727">
                  <c:v>6.6177307134125257E-2</c:v>
                </c:pt>
                <c:pt idx="2728">
                  <c:v>6.6203522616403693E-2</c:v>
                </c:pt>
                <c:pt idx="2729">
                  <c:v>6.6206064736669984E-2</c:v>
                </c:pt>
                <c:pt idx="2730">
                  <c:v>6.6208155855637843E-2</c:v>
                </c:pt>
                <c:pt idx="2731">
                  <c:v>6.62115119080081E-2</c:v>
                </c:pt>
                <c:pt idx="2732">
                  <c:v>6.6243438276242711E-2</c:v>
                </c:pt>
                <c:pt idx="2733">
                  <c:v>6.624821350452284E-2</c:v>
                </c:pt>
                <c:pt idx="2734">
                  <c:v>6.6254839699014301E-2</c:v>
                </c:pt>
                <c:pt idx="2735">
                  <c:v>6.6259157582712669E-2</c:v>
                </c:pt>
                <c:pt idx="2736">
                  <c:v>6.627370399925113E-2</c:v>
                </c:pt>
                <c:pt idx="2737">
                  <c:v>6.6277055213699365E-2</c:v>
                </c:pt>
                <c:pt idx="2738">
                  <c:v>6.6288159906612007E-2</c:v>
                </c:pt>
                <c:pt idx="2739">
                  <c:v>6.6293135607694439E-2</c:v>
                </c:pt>
                <c:pt idx="2740">
                  <c:v>6.6314621358179587E-2</c:v>
                </c:pt>
                <c:pt idx="2741">
                  <c:v>6.6318535649059554E-2</c:v>
                </c:pt>
                <c:pt idx="2742">
                  <c:v>6.6335793084887337E-2</c:v>
                </c:pt>
                <c:pt idx="2743">
                  <c:v>6.6344146387717906E-2</c:v>
                </c:pt>
                <c:pt idx="2744">
                  <c:v>6.6346168598798869E-2</c:v>
                </c:pt>
                <c:pt idx="2745">
                  <c:v>6.6360189017248924E-2</c:v>
                </c:pt>
                <c:pt idx="2746">
                  <c:v>6.6375124928770846E-2</c:v>
                </c:pt>
                <c:pt idx="2747">
                  <c:v>6.6377367538933085E-2</c:v>
                </c:pt>
                <c:pt idx="2748">
                  <c:v>6.6377825750604386E-2</c:v>
                </c:pt>
                <c:pt idx="2749">
                  <c:v>6.6400753276005128E-2</c:v>
                </c:pt>
                <c:pt idx="2750">
                  <c:v>6.6417795637816288E-2</c:v>
                </c:pt>
                <c:pt idx="2751">
                  <c:v>6.6431279645007543E-2</c:v>
                </c:pt>
                <c:pt idx="2752">
                  <c:v>6.645142879537258E-2</c:v>
                </c:pt>
                <c:pt idx="2753">
                  <c:v>6.645392353151984E-2</c:v>
                </c:pt>
                <c:pt idx="2754">
                  <c:v>6.6455401905810216E-2</c:v>
                </c:pt>
                <c:pt idx="2755">
                  <c:v>6.6463770156646326E-2</c:v>
                </c:pt>
                <c:pt idx="2756">
                  <c:v>6.6466712360252103E-2</c:v>
                </c:pt>
                <c:pt idx="2757">
                  <c:v>6.6471213676633029E-2</c:v>
                </c:pt>
                <c:pt idx="2758">
                  <c:v>6.6471541462485503E-2</c:v>
                </c:pt>
                <c:pt idx="2759">
                  <c:v>6.6473999961769101E-2</c:v>
                </c:pt>
                <c:pt idx="2760">
                  <c:v>6.647566797324049E-2</c:v>
                </c:pt>
                <c:pt idx="2761">
                  <c:v>6.6477660183571374E-2</c:v>
                </c:pt>
                <c:pt idx="2762">
                  <c:v>6.6531008507979161E-2</c:v>
                </c:pt>
                <c:pt idx="2763">
                  <c:v>6.653412067203969E-2</c:v>
                </c:pt>
                <c:pt idx="2764">
                  <c:v>6.6540464989132117E-2</c:v>
                </c:pt>
                <c:pt idx="2765">
                  <c:v>6.6540714882470584E-2</c:v>
                </c:pt>
                <c:pt idx="2766">
                  <c:v>6.6554138705537572E-2</c:v>
                </c:pt>
                <c:pt idx="2767">
                  <c:v>6.6557683790003166E-2</c:v>
                </c:pt>
                <c:pt idx="2768">
                  <c:v>6.6570480535952256E-2</c:v>
                </c:pt>
                <c:pt idx="2769">
                  <c:v>6.6576049654546304E-2</c:v>
                </c:pt>
                <c:pt idx="2770">
                  <c:v>6.6588083519129787E-2</c:v>
                </c:pt>
                <c:pt idx="2771">
                  <c:v>6.6591992908647465E-2</c:v>
                </c:pt>
                <c:pt idx="2772">
                  <c:v>6.6594597705939271E-2</c:v>
                </c:pt>
                <c:pt idx="2773">
                  <c:v>6.6617834355818001E-2</c:v>
                </c:pt>
                <c:pt idx="2774">
                  <c:v>6.6627601449067958E-2</c:v>
                </c:pt>
                <c:pt idx="2775">
                  <c:v>6.6632500003885126E-2</c:v>
                </c:pt>
                <c:pt idx="2776">
                  <c:v>6.6633850010224857E-2</c:v>
                </c:pt>
                <c:pt idx="2777">
                  <c:v>6.6650579527330903E-2</c:v>
                </c:pt>
                <c:pt idx="2778">
                  <c:v>6.6660975683968809E-2</c:v>
                </c:pt>
                <c:pt idx="2779">
                  <c:v>6.6663776176312681E-2</c:v>
                </c:pt>
                <c:pt idx="2780">
                  <c:v>6.6668882765812357E-2</c:v>
                </c:pt>
                <c:pt idx="2781">
                  <c:v>6.6688692633252722E-2</c:v>
                </c:pt>
                <c:pt idx="2782">
                  <c:v>6.6690865403150626E-2</c:v>
                </c:pt>
                <c:pt idx="2783">
                  <c:v>6.6696441604437773E-2</c:v>
                </c:pt>
                <c:pt idx="2784">
                  <c:v>6.6700848404745702E-2</c:v>
                </c:pt>
                <c:pt idx="2785">
                  <c:v>6.6724016658211843E-2</c:v>
                </c:pt>
                <c:pt idx="2786">
                  <c:v>6.6740295523207274E-2</c:v>
                </c:pt>
                <c:pt idx="2787">
                  <c:v>6.6749488196669524E-2</c:v>
                </c:pt>
                <c:pt idx="2788">
                  <c:v>6.6750356874224717E-2</c:v>
                </c:pt>
                <c:pt idx="2789">
                  <c:v>6.6757287002772378E-2</c:v>
                </c:pt>
                <c:pt idx="2790">
                  <c:v>6.676367300966668E-2</c:v>
                </c:pt>
                <c:pt idx="2791">
                  <c:v>6.6769821205557925E-2</c:v>
                </c:pt>
                <c:pt idx="2792">
                  <c:v>6.6783843955319666E-2</c:v>
                </c:pt>
                <c:pt idx="2793">
                  <c:v>6.6787891183823223E-2</c:v>
                </c:pt>
                <c:pt idx="2794">
                  <c:v>6.680156474868508E-2</c:v>
                </c:pt>
                <c:pt idx="2795">
                  <c:v>6.6806033285581184E-2</c:v>
                </c:pt>
                <c:pt idx="2796">
                  <c:v>6.6827739430786265E-2</c:v>
                </c:pt>
                <c:pt idx="2797">
                  <c:v>6.6836655072693013E-2</c:v>
                </c:pt>
                <c:pt idx="2798">
                  <c:v>6.6863038128069471E-2</c:v>
                </c:pt>
                <c:pt idx="2799">
                  <c:v>6.6870194308879999E-2</c:v>
                </c:pt>
                <c:pt idx="2800">
                  <c:v>6.687078933798439E-2</c:v>
                </c:pt>
                <c:pt idx="2801">
                  <c:v>6.6926021431674615E-2</c:v>
                </c:pt>
                <c:pt idx="2802">
                  <c:v>6.6932381989747131E-2</c:v>
                </c:pt>
                <c:pt idx="2803">
                  <c:v>6.6936751154218668E-2</c:v>
                </c:pt>
                <c:pt idx="2804">
                  <c:v>6.6941664181323246E-2</c:v>
                </c:pt>
                <c:pt idx="2805">
                  <c:v>6.6944173969240947E-2</c:v>
                </c:pt>
                <c:pt idx="2806">
                  <c:v>6.695064432813129E-2</c:v>
                </c:pt>
                <c:pt idx="2807">
                  <c:v>6.6984550764792289E-2</c:v>
                </c:pt>
                <c:pt idx="2808">
                  <c:v>6.6986566099101752E-2</c:v>
                </c:pt>
                <c:pt idx="2809">
                  <c:v>6.7006666647158541E-2</c:v>
                </c:pt>
                <c:pt idx="2810">
                  <c:v>6.7007982378369566E-2</c:v>
                </c:pt>
                <c:pt idx="2811">
                  <c:v>6.7023940161178727E-2</c:v>
                </c:pt>
                <c:pt idx="2812">
                  <c:v>6.7039675923898673E-2</c:v>
                </c:pt>
                <c:pt idx="2813">
                  <c:v>6.7042231170352795E-2</c:v>
                </c:pt>
                <c:pt idx="2814">
                  <c:v>6.7045672208127544E-2</c:v>
                </c:pt>
                <c:pt idx="2815">
                  <c:v>6.7060218070903163E-2</c:v>
                </c:pt>
                <c:pt idx="2816">
                  <c:v>6.7062779403414305E-2</c:v>
                </c:pt>
                <c:pt idx="2817">
                  <c:v>6.7087854866341404E-2</c:v>
                </c:pt>
                <c:pt idx="2818">
                  <c:v>6.7123338265249646E-2</c:v>
                </c:pt>
                <c:pt idx="2819">
                  <c:v>6.7140055225592257E-2</c:v>
                </c:pt>
                <c:pt idx="2820">
                  <c:v>6.7146189241336932E-2</c:v>
                </c:pt>
                <c:pt idx="2821">
                  <c:v>6.7168306081998141E-2</c:v>
                </c:pt>
                <c:pt idx="2822">
                  <c:v>6.7193639587419168E-2</c:v>
                </c:pt>
                <c:pt idx="2823">
                  <c:v>6.7215705062460301E-2</c:v>
                </c:pt>
                <c:pt idx="2824">
                  <c:v>6.7218631874592288E-2</c:v>
                </c:pt>
                <c:pt idx="2825">
                  <c:v>6.7228568688817159E-2</c:v>
                </c:pt>
                <c:pt idx="2826">
                  <c:v>6.723364639545297E-2</c:v>
                </c:pt>
                <c:pt idx="2827">
                  <c:v>6.7234800750122836E-2</c:v>
                </c:pt>
                <c:pt idx="2828">
                  <c:v>6.7245780472614244E-2</c:v>
                </c:pt>
                <c:pt idx="2829">
                  <c:v>6.7248066373969226E-2</c:v>
                </c:pt>
                <c:pt idx="2830">
                  <c:v>6.7261989720526966E-2</c:v>
                </c:pt>
                <c:pt idx="2831">
                  <c:v>6.728664552456308E-2</c:v>
                </c:pt>
                <c:pt idx="2832">
                  <c:v>6.7295345772538956E-2</c:v>
                </c:pt>
                <c:pt idx="2833">
                  <c:v>6.733056815757385E-2</c:v>
                </c:pt>
                <c:pt idx="2834">
                  <c:v>6.7336059746488111E-2</c:v>
                </c:pt>
                <c:pt idx="2835">
                  <c:v>6.7344252705723362E-2</c:v>
                </c:pt>
                <c:pt idx="2836">
                  <c:v>6.7344647354663945E-2</c:v>
                </c:pt>
                <c:pt idx="2837">
                  <c:v>6.7357737582365795E-2</c:v>
                </c:pt>
                <c:pt idx="2838">
                  <c:v>6.7373318944121366E-2</c:v>
                </c:pt>
                <c:pt idx="2839">
                  <c:v>6.7382468921637892E-2</c:v>
                </c:pt>
                <c:pt idx="2840">
                  <c:v>6.7394095530784792E-2</c:v>
                </c:pt>
                <c:pt idx="2841">
                  <c:v>6.7397994943445533E-2</c:v>
                </c:pt>
                <c:pt idx="2842">
                  <c:v>6.739996292966749E-2</c:v>
                </c:pt>
                <c:pt idx="2843">
                  <c:v>6.7406138975775326E-2</c:v>
                </c:pt>
                <c:pt idx="2844">
                  <c:v>6.741782190676654E-2</c:v>
                </c:pt>
                <c:pt idx="2845">
                  <c:v>6.7423596880138881E-2</c:v>
                </c:pt>
                <c:pt idx="2846">
                  <c:v>6.7425287724060756E-2</c:v>
                </c:pt>
                <c:pt idx="2847">
                  <c:v>6.7433322959190953E-2</c:v>
                </c:pt>
                <c:pt idx="2848">
                  <c:v>6.7434956658415923E-2</c:v>
                </c:pt>
                <c:pt idx="2849">
                  <c:v>6.7448492038771235E-2</c:v>
                </c:pt>
                <c:pt idx="2850">
                  <c:v>6.7448727641480979E-2</c:v>
                </c:pt>
                <c:pt idx="2851">
                  <c:v>6.7461658185378637E-2</c:v>
                </c:pt>
                <c:pt idx="2852">
                  <c:v>6.7469214494501051E-2</c:v>
                </c:pt>
                <c:pt idx="2853">
                  <c:v>6.7482570363316702E-2</c:v>
                </c:pt>
                <c:pt idx="2854">
                  <c:v>6.7483096702316545E-2</c:v>
                </c:pt>
                <c:pt idx="2855">
                  <c:v>6.7488856202907815E-2</c:v>
                </c:pt>
                <c:pt idx="2856">
                  <c:v>6.7504109268625975E-2</c:v>
                </c:pt>
                <c:pt idx="2857">
                  <c:v>6.7512114108301657E-2</c:v>
                </c:pt>
                <c:pt idx="2858">
                  <c:v>6.7524477520579121E-2</c:v>
                </c:pt>
                <c:pt idx="2859">
                  <c:v>6.752457962740159E-2</c:v>
                </c:pt>
                <c:pt idx="2860">
                  <c:v>6.7524604854588471E-2</c:v>
                </c:pt>
                <c:pt idx="2861">
                  <c:v>6.753569179445594E-2</c:v>
                </c:pt>
                <c:pt idx="2862">
                  <c:v>6.7554596912078713E-2</c:v>
                </c:pt>
                <c:pt idx="2863">
                  <c:v>6.756352670282241E-2</c:v>
                </c:pt>
                <c:pt idx="2864">
                  <c:v>6.7564749010276259E-2</c:v>
                </c:pt>
                <c:pt idx="2865">
                  <c:v>6.7576232269256006E-2</c:v>
                </c:pt>
                <c:pt idx="2866">
                  <c:v>6.7585769852684399E-2</c:v>
                </c:pt>
                <c:pt idx="2867">
                  <c:v>6.7603529990034897E-2</c:v>
                </c:pt>
                <c:pt idx="2868">
                  <c:v>6.7604448581904189E-2</c:v>
                </c:pt>
                <c:pt idx="2869">
                  <c:v>6.7618268172758261E-2</c:v>
                </c:pt>
                <c:pt idx="2870">
                  <c:v>6.7639311923512913E-2</c:v>
                </c:pt>
                <c:pt idx="2871">
                  <c:v>6.7652313427758598E-2</c:v>
                </c:pt>
                <c:pt idx="2872">
                  <c:v>6.7656175505175192E-2</c:v>
                </c:pt>
                <c:pt idx="2873">
                  <c:v>6.7663321824929137E-2</c:v>
                </c:pt>
                <c:pt idx="2874">
                  <c:v>6.767635240897292E-2</c:v>
                </c:pt>
                <c:pt idx="2875">
                  <c:v>6.7679578380100386E-2</c:v>
                </c:pt>
                <c:pt idx="2876">
                  <c:v>6.7689017871392754E-2</c:v>
                </c:pt>
                <c:pt idx="2877">
                  <c:v>6.7689647948836404E-2</c:v>
                </c:pt>
                <c:pt idx="2878">
                  <c:v>6.7699084888202893E-2</c:v>
                </c:pt>
                <c:pt idx="2879">
                  <c:v>6.7722472691635865E-2</c:v>
                </c:pt>
                <c:pt idx="2880">
                  <c:v>6.7724698624487212E-2</c:v>
                </c:pt>
                <c:pt idx="2881">
                  <c:v>6.772798418693339E-2</c:v>
                </c:pt>
                <c:pt idx="2882">
                  <c:v>6.773213608842471E-2</c:v>
                </c:pt>
                <c:pt idx="2883">
                  <c:v>6.7736023817980245E-2</c:v>
                </c:pt>
                <c:pt idx="2884">
                  <c:v>6.775566536716271E-2</c:v>
                </c:pt>
                <c:pt idx="2885">
                  <c:v>6.7760671004093415E-2</c:v>
                </c:pt>
                <c:pt idx="2886">
                  <c:v>6.7789093427392408E-2</c:v>
                </c:pt>
                <c:pt idx="2887">
                  <c:v>6.7804633272958256E-2</c:v>
                </c:pt>
                <c:pt idx="2888">
                  <c:v>6.7807135378458797E-2</c:v>
                </c:pt>
                <c:pt idx="2889">
                  <c:v>6.7831342553310831E-2</c:v>
                </c:pt>
                <c:pt idx="2890">
                  <c:v>6.7833121605887434E-2</c:v>
                </c:pt>
                <c:pt idx="2891">
                  <c:v>6.7835187975885933E-2</c:v>
                </c:pt>
                <c:pt idx="2892">
                  <c:v>6.7856759772856726E-2</c:v>
                </c:pt>
                <c:pt idx="2893">
                  <c:v>6.789644961564946E-2</c:v>
                </c:pt>
                <c:pt idx="2894">
                  <c:v>6.790043678040554E-2</c:v>
                </c:pt>
                <c:pt idx="2895">
                  <c:v>6.7912930412793102E-2</c:v>
                </c:pt>
                <c:pt idx="2896">
                  <c:v>6.7922667508824516E-2</c:v>
                </c:pt>
                <c:pt idx="2897">
                  <c:v>6.7981647009493967E-2</c:v>
                </c:pt>
                <c:pt idx="2898">
                  <c:v>6.801644788042574E-2</c:v>
                </c:pt>
                <c:pt idx="2899">
                  <c:v>6.8065074552263807E-2</c:v>
                </c:pt>
                <c:pt idx="2900">
                  <c:v>6.8070466462264403E-2</c:v>
                </c:pt>
                <c:pt idx="2901">
                  <c:v>6.8074244408300386E-2</c:v>
                </c:pt>
                <c:pt idx="2902">
                  <c:v>6.807473852607776E-2</c:v>
                </c:pt>
                <c:pt idx="2903">
                  <c:v>6.8077813466828077E-2</c:v>
                </c:pt>
                <c:pt idx="2904">
                  <c:v>6.8092883077343708E-2</c:v>
                </c:pt>
                <c:pt idx="2905">
                  <c:v>6.80949607031682E-2</c:v>
                </c:pt>
                <c:pt idx="2906">
                  <c:v>6.8098467195704157E-2</c:v>
                </c:pt>
                <c:pt idx="2907">
                  <c:v>6.8109882722101847E-2</c:v>
                </c:pt>
                <c:pt idx="2908">
                  <c:v>6.8112626863375839E-2</c:v>
                </c:pt>
                <c:pt idx="2909">
                  <c:v>6.812685780731044E-2</c:v>
                </c:pt>
                <c:pt idx="2910">
                  <c:v>6.8180362149644097E-2</c:v>
                </c:pt>
                <c:pt idx="2911">
                  <c:v>6.8194823804005156E-2</c:v>
                </c:pt>
                <c:pt idx="2912">
                  <c:v>6.8195302254408965E-2</c:v>
                </c:pt>
                <c:pt idx="2913">
                  <c:v>6.8200925902998519E-2</c:v>
                </c:pt>
                <c:pt idx="2914">
                  <c:v>6.820801831744519E-2</c:v>
                </c:pt>
                <c:pt idx="2915">
                  <c:v>6.8208804627264474E-2</c:v>
                </c:pt>
                <c:pt idx="2916">
                  <c:v>6.8209260773477998E-2</c:v>
                </c:pt>
                <c:pt idx="2917">
                  <c:v>6.821769573058456E-2</c:v>
                </c:pt>
                <c:pt idx="2918">
                  <c:v>6.8218588717942411E-2</c:v>
                </c:pt>
                <c:pt idx="2919">
                  <c:v>6.8221762107847375E-2</c:v>
                </c:pt>
                <c:pt idx="2920">
                  <c:v>6.822713561120626E-2</c:v>
                </c:pt>
                <c:pt idx="2921">
                  <c:v>6.8236010717026452E-2</c:v>
                </c:pt>
                <c:pt idx="2922">
                  <c:v>6.823719790096365E-2</c:v>
                </c:pt>
                <c:pt idx="2923">
                  <c:v>6.8253105273475723E-2</c:v>
                </c:pt>
                <c:pt idx="2924">
                  <c:v>6.8263049323995184E-2</c:v>
                </c:pt>
                <c:pt idx="2925">
                  <c:v>6.8280364916212907E-2</c:v>
                </c:pt>
                <c:pt idx="2926">
                  <c:v>6.8304258868037801E-2</c:v>
                </c:pt>
                <c:pt idx="2927">
                  <c:v>6.8317684176360388E-2</c:v>
                </c:pt>
                <c:pt idx="2928">
                  <c:v>6.8388356308853718E-2</c:v>
                </c:pt>
                <c:pt idx="2929">
                  <c:v>6.8396696020772724E-2</c:v>
                </c:pt>
                <c:pt idx="2930">
                  <c:v>6.8396720257202739E-2</c:v>
                </c:pt>
                <c:pt idx="2931">
                  <c:v>6.8400545714748531E-2</c:v>
                </c:pt>
                <c:pt idx="2932">
                  <c:v>6.8426837247923603E-2</c:v>
                </c:pt>
                <c:pt idx="2933">
                  <c:v>6.8429657337519559E-2</c:v>
                </c:pt>
                <c:pt idx="2934">
                  <c:v>6.8432048173916529E-2</c:v>
                </c:pt>
                <c:pt idx="2935">
                  <c:v>6.8458932118503443E-2</c:v>
                </c:pt>
                <c:pt idx="2936">
                  <c:v>6.8463148847162508E-2</c:v>
                </c:pt>
                <c:pt idx="2937">
                  <c:v>6.8470392072758124E-2</c:v>
                </c:pt>
                <c:pt idx="2938">
                  <c:v>6.847815527305072E-2</c:v>
                </c:pt>
                <c:pt idx="2939">
                  <c:v>6.8479406941269361E-2</c:v>
                </c:pt>
                <c:pt idx="2940">
                  <c:v>6.8496289543598793E-2</c:v>
                </c:pt>
                <c:pt idx="2941">
                  <c:v>6.8513984246217241E-2</c:v>
                </c:pt>
                <c:pt idx="2942">
                  <c:v>6.8519343250056181E-2</c:v>
                </c:pt>
                <c:pt idx="2943">
                  <c:v>6.8519907381964451E-2</c:v>
                </c:pt>
                <c:pt idx="2944">
                  <c:v>6.8534686827881747E-2</c:v>
                </c:pt>
                <c:pt idx="2945">
                  <c:v>6.8556674094528883E-2</c:v>
                </c:pt>
                <c:pt idx="2946">
                  <c:v>6.8562252935932141E-2</c:v>
                </c:pt>
                <c:pt idx="2947">
                  <c:v>6.856243980553435E-2</c:v>
                </c:pt>
                <c:pt idx="2948">
                  <c:v>6.85892067146638E-2</c:v>
                </c:pt>
                <c:pt idx="2949">
                  <c:v>6.8606896454345229E-2</c:v>
                </c:pt>
                <c:pt idx="2950">
                  <c:v>6.8612242619423267E-2</c:v>
                </c:pt>
                <c:pt idx="2951">
                  <c:v>6.8617986519435376E-2</c:v>
                </c:pt>
                <c:pt idx="2952">
                  <c:v>6.8643260178627832E-2</c:v>
                </c:pt>
                <c:pt idx="2953">
                  <c:v>6.8650952394456857E-2</c:v>
                </c:pt>
                <c:pt idx="2954">
                  <c:v>6.8658984947281704E-2</c:v>
                </c:pt>
                <c:pt idx="2955">
                  <c:v>6.8660213220027411E-2</c:v>
                </c:pt>
                <c:pt idx="2956">
                  <c:v>6.866481570064141E-2</c:v>
                </c:pt>
                <c:pt idx="2957">
                  <c:v>6.8671492358831701E-2</c:v>
                </c:pt>
                <c:pt idx="2958">
                  <c:v>6.8692312273971934E-2</c:v>
                </c:pt>
                <c:pt idx="2959">
                  <c:v>6.8707200421649503E-2</c:v>
                </c:pt>
                <c:pt idx="2960">
                  <c:v>6.8710286132123502E-2</c:v>
                </c:pt>
                <c:pt idx="2961">
                  <c:v>6.8718092161597813E-2</c:v>
                </c:pt>
                <c:pt idx="2962">
                  <c:v>6.8743222622100433E-2</c:v>
                </c:pt>
                <c:pt idx="2963">
                  <c:v>6.875154527854177E-2</c:v>
                </c:pt>
                <c:pt idx="2964">
                  <c:v>6.8752201651323619E-2</c:v>
                </c:pt>
                <c:pt idx="2965">
                  <c:v>6.8765310813434025E-2</c:v>
                </c:pt>
                <c:pt idx="2966">
                  <c:v>6.8773086678250481E-2</c:v>
                </c:pt>
                <c:pt idx="2967">
                  <c:v>6.8793157666024868E-2</c:v>
                </c:pt>
                <c:pt idx="2968">
                  <c:v>6.8811705447286875E-2</c:v>
                </c:pt>
                <c:pt idx="2969">
                  <c:v>6.8822601333313305E-2</c:v>
                </c:pt>
                <c:pt idx="2970">
                  <c:v>6.8832542067713887E-2</c:v>
                </c:pt>
                <c:pt idx="2971">
                  <c:v>6.8837571798452582E-2</c:v>
                </c:pt>
                <c:pt idx="2972">
                  <c:v>6.8843943470201271E-2</c:v>
                </c:pt>
                <c:pt idx="2973">
                  <c:v>6.8852893227296888E-2</c:v>
                </c:pt>
                <c:pt idx="2974">
                  <c:v>6.8900625389243852E-2</c:v>
                </c:pt>
                <c:pt idx="2975">
                  <c:v>6.890107791635966E-2</c:v>
                </c:pt>
                <c:pt idx="2976">
                  <c:v>6.8917675248189078E-2</c:v>
                </c:pt>
                <c:pt idx="2977">
                  <c:v>6.8920399841411753E-2</c:v>
                </c:pt>
                <c:pt idx="2978">
                  <c:v>6.8929748640893976E-2</c:v>
                </c:pt>
                <c:pt idx="2979">
                  <c:v>6.8937026401285684E-2</c:v>
                </c:pt>
                <c:pt idx="2980">
                  <c:v>6.8945971460387792E-2</c:v>
                </c:pt>
                <c:pt idx="2981">
                  <c:v>6.8966369243923492E-2</c:v>
                </c:pt>
                <c:pt idx="2982">
                  <c:v>6.8969928411572595E-2</c:v>
                </c:pt>
                <c:pt idx="2983">
                  <c:v>6.8972652871183648E-2</c:v>
                </c:pt>
                <c:pt idx="2984">
                  <c:v>6.898296739662732E-2</c:v>
                </c:pt>
                <c:pt idx="2985">
                  <c:v>6.898415310731168E-2</c:v>
                </c:pt>
                <c:pt idx="2986">
                  <c:v>6.8985244420440905E-2</c:v>
                </c:pt>
                <c:pt idx="2987">
                  <c:v>6.8990500530585822E-2</c:v>
                </c:pt>
                <c:pt idx="2988">
                  <c:v>6.8996193974994485E-2</c:v>
                </c:pt>
                <c:pt idx="2989">
                  <c:v>6.9001826234843341E-2</c:v>
                </c:pt>
                <c:pt idx="2990">
                  <c:v>6.9011321332898001E-2</c:v>
                </c:pt>
                <c:pt idx="2991">
                  <c:v>6.9021545727613071E-2</c:v>
                </c:pt>
                <c:pt idx="2992">
                  <c:v>6.9053841031225069E-2</c:v>
                </c:pt>
                <c:pt idx="2993">
                  <c:v>6.9054800676690953E-2</c:v>
                </c:pt>
                <c:pt idx="2994">
                  <c:v>6.9070164395777858E-2</c:v>
                </c:pt>
                <c:pt idx="2995">
                  <c:v>6.9075548676273205E-2</c:v>
                </c:pt>
                <c:pt idx="2996">
                  <c:v>6.9083637348395233E-2</c:v>
                </c:pt>
                <c:pt idx="2997">
                  <c:v>6.9089579599229789E-2</c:v>
                </c:pt>
                <c:pt idx="2998">
                  <c:v>6.9133016611573159E-2</c:v>
                </c:pt>
                <c:pt idx="2999">
                  <c:v>6.9133442627608122E-2</c:v>
                </c:pt>
                <c:pt idx="3000">
                  <c:v>6.9141301442172565E-2</c:v>
                </c:pt>
                <c:pt idx="3001">
                  <c:v>6.9157271439963294E-2</c:v>
                </c:pt>
                <c:pt idx="3002">
                  <c:v>6.9162684869705268E-2</c:v>
                </c:pt>
                <c:pt idx="3003">
                  <c:v>6.9178839947331566E-2</c:v>
                </c:pt>
                <c:pt idx="3004">
                  <c:v>6.9180072275879065E-2</c:v>
                </c:pt>
                <c:pt idx="3005">
                  <c:v>6.9195291342890736E-2</c:v>
                </c:pt>
                <c:pt idx="3006">
                  <c:v>6.9220897502522985E-2</c:v>
                </c:pt>
                <c:pt idx="3007">
                  <c:v>6.9221606762966584E-2</c:v>
                </c:pt>
                <c:pt idx="3008">
                  <c:v>6.9236989878650429E-2</c:v>
                </c:pt>
                <c:pt idx="3009">
                  <c:v>6.9246675733094482E-2</c:v>
                </c:pt>
                <c:pt idx="3010">
                  <c:v>6.927722309630252E-2</c:v>
                </c:pt>
                <c:pt idx="3011">
                  <c:v>6.9281651540818043E-2</c:v>
                </c:pt>
                <c:pt idx="3012">
                  <c:v>6.928778106611802E-2</c:v>
                </c:pt>
                <c:pt idx="3013">
                  <c:v>6.929062924815671E-2</c:v>
                </c:pt>
                <c:pt idx="3014">
                  <c:v>6.9294725304394594E-2</c:v>
                </c:pt>
                <c:pt idx="3015">
                  <c:v>6.9309311503801346E-2</c:v>
                </c:pt>
                <c:pt idx="3016">
                  <c:v>6.9311280720092433E-2</c:v>
                </c:pt>
                <c:pt idx="3017">
                  <c:v>6.9323930746546206E-2</c:v>
                </c:pt>
                <c:pt idx="3018">
                  <c:v>6.9330139925945014E-2</c:v>
                </c:pt>
                <c:pt idx="3019">
                  <c:v>6.9339291594237573E-2</c:v>
                </c:pt>
                <c:pt idx="3020">
                  <c:v>6.9349812480113043E-2</c:v>
                </c:pt>
                <c:pt idx="3021">
                  <c:v>6.9378143838342149E-2</c:v>
                </c:pt>
                <c:pt idx="3022">
                  <c:v>6.9381079228201095E-2</c:v>
                </c:pt>
                <c:pt idx="3023">
                  <c:v>6.9387751532624498E-2</c:v>
                </c:pt>
                <c:pt idx="3024">
                  <c:v>6.9397566711601133E-2</c:v>
                </c:pt>
                <c:pt idx="3025">
                  <c:v>6.9401215210260464E-2</c:v>
                </c:pt>
                <c:pt idx="3026">
                  <c:v>6.9407603492883732E-2</c:v>
                </c:pt>
                <c:pt idx="3027">
                  <c:v>6.9411690934225695E-2</c:v>
                </c:pt>
                <c:pt idx="3028">
                  <c:v>6.9412193993889371E-2</c:v>
                </c:pt>
                <c:pt idx="3029">
                  <c:v>6.9412748994782419E-2</c:v>
                </c:pt>
                <c:pt idx="3030">
                  <c:v>6.9419936270183946E-2</c:v>
                </c:pt>
                <c:pt idx="3031">
                  <c:v>6.9427158090441837E-2</c:v>
                </c:pt>
                <c:pt idx="3032">
                  <c:v>6.9431505935802079E-2</c:v>
                </c:pt>
                <c:pt idx="3033">
                  <c:v>6.94540732969295E-2</c:v>
                </c:pt>
                <c:pt idx="3034">
                  <c:v>6.9454949945070038E-2</c:v>
                </c:pt>
                <c:pt idx="3035">
                  <c:v>6.9458067811703272E-2</c:v>
                </c:pt>
                <c:pt idx="3036">
                  <c:v>6.9463409773368914E-2</c:v>
                </c:pt>
                <c:pt idx="3037">
                  <c:v>6.9463658506774606E-2</c:v>
                </c:pt>
                <c:pt idx="3038">
                  <c:v>6.9475521788277761E-2</c:v>
                </c:pt>
                <c:pt idx="3039">
                  <c:v>6.9479857727426153E-2</c:v>
                </c:pt>
                <c:pt idx="3040">
                  <c:v>6.9480302857314435E-2</c:v>
                </c:pt>
                <c:pt idx="3041">
                  <c:v>6.9487537614256786E-2</c:v>
                </c:pt>
                <c:pt idx="3042">
                  <c:v>6.94904673132683E-2</c:v>
                </c:pt>
                <c:pt idx="3043">
                  <c:v>6.9499814096392221E-2</c:v>
                </c:pt>
                <c:pt idx="3044">
                  <c:v>6.9522525589259407E-2</c:v>
                </c:pt>
                <c:pt idx="3045">
                  <c:v>6.9533495230221828E-2</c:v>
                </c:pt>
                <c:pt idx="3046">
                  <c:v>6.9563529092859677E-2</c:v>
                </c:pt>
                <c:pt idx="3047">
                  <c:v>6.9563564337900813E-2</c:v>
                </c:pt>
                <c:pt idx="3048">
                  <c:v>6.9564173820887421E-2</c:v>
                </c:pt>
                <c:pt idx="3049">
                  <c:v>6.9565973172361475E-2</c:v>
                </c:pt>
                <c:pt idx="3050">
                  <c:v>6.959851272587797E-2</c:v>
                </c:pt>
                <c:pt idx="3051">
                  <c:v>6.9609677812798518E-2</c:v>
                </c:pt>
                <c:pt idx="3052">
                  <c:v>6.9641661816916597E-2</c:v>
                </c:pt>
                <c:pt idx="3053">
                  <c:v>6.9662363878994105E-2</c:v>
                </c:pt>
                <c:pt idx="3054">
                  <c:v>6.9662478924411214E-2</c:v>
                </c:pt>
                <c:pt idx="3055">
                  <c:v>6.9685705426261679E-2</c:v>
                </c:pt>
                <c:pt idx="3056">
                  <c:v>6.9703644644196178E-2</c:v>
                </c:pt>
                <c:pt idx="3057">
                  <c:v>6.970605134652097E-2</c:v>
                </c:pt>
                <c:pt idx="3058">
                  <c:v>6.9709008470934614E-2</c:v>
                </c:pt>
                <c:pt idx="3059">
                  <c:v>6.9710031134344499E-2</c:v>
                </c:pt>
                <c:pt idx="3060">
                  <c:v>6.9715245135984913E-2</c:v>
                </c:pt>
                <c:pt idx="3061">
                  <c:v>6.9758849410214679E-2</c:v>
                </c:pt>
                <c:pt idx="3062">
                  <c:v>6.9760303484868724E-2</c:v>
                </c:pt>
                <c:pt idx="3063">
                  <c:v>6.9763626102714638E-2</c:v>
                </c:pt>
                <c:pt idx="3064">
                  <c:v>6.9780747414167052E-2</c:v>
                </c:pt>
                <c:pt idx="3065">
                  <c:v>6.9784324146634616E-2</c:v>
                </c:pt>
                <c:pt idx="3066">
                  <c:v>6.9784831848254653E-2</c:v>
                </c:pt>
                <c:pt idx="3067">
                  <c:v>6.9794282184560033E-2</c:v>
                </c:pt>
                <c:pt idx="3068">
                  <c:v>6.97960163870361E-2</c:v>
                </c:pt>
                <c:pt idx="3069">
                  <c:v>6.9802535428635529E-2</c:v>
                </c:pt>
                <c:pt idx="3070">
                  <c:v>6.9813437942819911E-2</c:v>
                </c:pt>
                <c:pt idx="3071">
                  <c:v>6.9827607264869709E-2</c:v>
                </c:pt>
                <c:pt idx="3072">
                  <c:v>6.9840587585402875E-2</c:v>
                </c:pt>
                <c:pt idx="3073">
                  <c:v>6.9840645088393508E-2</c:v>
                </c:pt>
                <c:pt idx="3074">
                  <c:v>6.9848479508832786E-2</c:v>
                </c:pt>
                <c:pt idx="3075">
                  <c:v>6.9862968002039783E-2</c:v>
                </c:pt>
                <c:pt idx="3076">
                  <c:v>6.98640392608222E-2</c:v>
                </c:pt>
                <c:pt idx="3077">
                  <c:v>6.9887995264551819E-2</c:v>
                </c:pt>
                <c:pt idx="3078">
                  <c:v>6.9888837386593891E-2</c:v>
                </c:pt>
                <c:pt idx="3079">
                  <c:v>6.9905308593382828E-2</c:v>
                </c:pt>
                <c:pt idx="3080">
                  <c:v>6.9918396928028786E-2</c:v>
                </c:pt>
                <c:pt idx="3081">
                  <c:v>6.9920463470898198E-2</c:v>
                </c:pt>
                <c:pt idx="3082">
                  <c:v>6.9926737921497395E-2</c:v>
                </c:pt>
                <c:pt idx="3083">
                  <c:v>6.9932903862216025E-2</c:v>
                </c:pt>
                <c:pt idx="3084">
                  <c:v>6.9936517456233527E-2</c:v>
                </c:pt>
                <c:pt idx="3085">
                  <c:v>6.9938954641699275E-2</c:v>
                </c:pt>
                <c:pt idx="3086">
                  <c:v>6.9942451982470316E-2</c:v>
                </c:pt>
                <c:pt idx="3087">
                  <c:v>6.9946260873990626E-2</c:v>
                </c:pt>
                <c:pt idx="3088">
                  <c:v>6.9946320471091297E-2</c:v>
                </c:pt>
                <c:pt idx="3089">
                  <c:v>6.9948920532895739E-2</c:v>
                </c:pt>
                <c:pt idx="3090">
                  <c:v>6.9950242678157803E-2</c:v>
                </c:pt>
                <c:pt idx="3091">
                  <c:v>6.9963923028602437E-2</c:v>
                </c:pt>
                <c:pt idx="3092">
                  <c:v>6.9984425845279821E-2</c:v>
                </c:pt>
                <c:pt idx="3093">
                  <c:v>6.9985072884654942E-2</c:v>
                </c:pt>
                <c:pt idx="3094">
                  <c:v>6.9985283968537662E-2</c:v>
                </c:pt>
                <c:pt idx="3095">
                  <c:v>6.999638717148618E-2</c:v>
                </c:pt>
                <c:pt idx="3096">
                  <c:v>6.9999186171214908E-2</c:v>
                </c:pt>
                <c:pt idx="3097">
                  <c:v>7.0016507142854845E-2</c:v>
                </c:pt>
                <c:pt idx="3098">
                  <c:v>7.0018294376219647E-2</c:v>
                </c:pt>
                <c:pt idx="3099">
                  <c:v>7.0023672277688132E-2</c:v>
                </c:pt>
                <c:pt idx="3100">
                  <c:v>7.0030140790032169E-2</c:v>
                </c:pt>
                <c:pt idx="3101">
                  <c:v>7.0031478499735789E-2</c:v>
                </c:pt>
                <c:pt idx="3102">
                  <c:v>7.0032317137518424E-2</c:v>
                </c:pt>
                <c:pt idx="3103">
                  <c:v>7.0037343532586449E-2</c:v>
                </c:pt>
                <c:pt idx="3104">
                  <c:v>7.0042308589536709E-2</c:v>
                </c:pt>
                <c:pt idx="3105">
                  <c:v>7.0047829131086009E-2</c:v>
                </c:pt>
                <c:pt idx="3106">
                  <c:v>7.005435778778496E-2</c:v>
                </c:pt>
                <c:pt idx="3107">
                  <c:v>7.0059385042915853E-2</c:v>
                </c:pt>
                <c:pt idx="3108">
                  <c:v>7.0067679256362439E-2</c:v>
                </c:pt>
                <c:pt idx="3109">
                  <c:v>7.0079770188100438E-2</c:v>
                </c:pt>
                <c:pt idx="3110">
                  <c:v>7.0095381422130634E-2</c:v>
                </c:pt>
                <c:pt idx="3111">
                  <c:v>7.0095786539433935E-2</c:v>
                </c:pt>
                <c:pt idx="3112">
                  <c:v>7.0103594626528376E-2</c:v>
                </c:pt>
                <c:pt idx="3113">
                  <c:v>7.0112715365654568E-2</c:v>
                </c:pt>
                <c:pt idx="3114">
                  <c:v>7.0130099634359691E-2</c:v>
                </c:pt>
                <c:pt idx="3115">
                  <c:v>7.0144162979305341E-2</c:v>
                </c:pt>
                <c:pt idx="3116">
                  <c:v>7.0149933911194909E-2</c:v>
                </c:pt>
                <c:pt idx="3117">
                  <c:v>7.0171744195133112E-2</c:v>
                </c:pt>
                <c:pt idx="3118">
                  <c:v>7.0189875199308346E-2</c:v>
                </c:pt>
                <c:pt idx="3119">
                  <c:v>7.0204418130783819E-2</c:v>
                </c:pt>
                <c:pt idx="3120">
                  <c:v>7.0221819987441356E-2</c:v>
                </c:pt>
                <c:pt idx="3121">
                  <c:v>7.0240317827909113E-2</c:v>
                </c:pt>
                <c:pt idx="3122">
                  <c:v>7.0252759635745204E-2</c:v>
                </c:pt>
                <c:pt idx="3123">
                  <c:v>7.0259733600811183E-2</c:v>
                </c:pt>
                <c:pt idx="3124">
                  <c:v>7.0272564751281533E-2</c:v>
                </c:pt>
                <c:pt idx="3125">
                  <c:v>7.0279304849744165E-2</c:v>
                </c:pt>
                <c:pt idx="3126">
                  <c:v>7.0280049358436625E-2</c:v>
                </c:pt>
                <c:pt idx="3127">
                  <c:v>7.0284314054446531E-2</c:v>
                </c:pt>
                <c:pt idx="3128">
                  <c:v>7.0284852753431132E-2</c:v>
                </c:pt>
                <c:pt idx="3129">
                  <c:v>7.0289328751669031E-2</c:v>
                </c:pt>
                <c:pt idx="3130">
                  <c:v>7.0304159141053146E-2</c:v>
                </c:pt>
                <c:pt idx="3131">
                  <c:v>7.0338226726379627E-2</c:v>
                </c:pt>
                <c:pt idx="3132">
                  <c:v>7.0338392371576991E-2</c:v>
                </c:pt>
                <c:pt idx="3133">
                  <c:v>7.0341841764820737E-2</c:v>
                </c:pt>
                <c:pt idx="3134">
                  <c:v>7.0349887852980533E-2</c:v>
                </c:pt>
                <c:pt idx="3135">
                  <c:v>7.0361043321551617E-2</c:v>
                </c:pt>
                <c:pt idx="3136">
                  <c:v>7.0365677098074828E-2</c:v>
                </c:pt>
                <c:pt idx="3137">
                  <c:v>7.0373476229697418E-2</c:v>
                </c:pt>
                <c:pt idx="3138">
                  <c:v>7.0374013993308171E-2</c:v>
                </c:pt>
                <c:pt idx="3139">
                  <c:v>7.0376917452008692E-2</c:v>
                </c:pt>
                <c:pt idx="3140">
                  <c:v>7.0387687334458951E-2</c:v>
                </c:pt>
                <c:pt idx="3141">
                  <c:v>7.038800878398592E-2</c:v>
                </c:pt>
                <c:pt idx="3142">
                  <c:v>7.0388428034039011E-2</c:v>
                </c:pt>
                <c:pt idx="3143">
                  <c:v>7.0393802714865492E-2</c:v>
                </c:pt>
                <c:pt idx="3144">
                  <c:v>7.0398024637633769E-2</c:v>
                </c:pt>
                <c:pt idx="3145">
                  <c:v>7.0403688541679957E-2</c:v>
                </c:pt>
                <c:pt idx="3146">
                  <c:v>7.0425396513302416E-2</c:v>
                </c:pt>
                <c:pt idx="3147">
                  <c:v>7.0425783884834822E-2</c:v>
                </c:pt>
                <c:pt idx="3148">
                  <c:v>7.0432313332187566E-2</c:v>
                </c:pt>
                <c:pt idx="3149">
                  <c:v>7.0437083651512758E-2</c:v>
                </c:pt>
                <c:pt idx="3150">
                  <c:v>7.0450700354240878E-2</c:v>
                </c:pt>
                <c:pt idx="3151">
                  <c:v>7.0458790023287587E-2</c:v>
                </c:pt>
                <c:pt idx="3152">
                  <c:v>7.0459967652478792E-2</c:v>
                </c:pt>
                <c:pt idx="3153">
                  <c:v>7.046079835451298E-2</c:v>
                </c:pt>
                <c:pt idx="3154">
                  <c:v>7.0476537783335097E-2</c:v>
                </c:pt>
                <c:pt idx="3155">
                  <c:v>7.0490347122830463E-2</c:v>
                </c:pt>
                <c:pt idx="3156">
                  <c:v>7.0496276437459218E-2</c:v>
                </c:pt>
                <c:pt idx="3157">
                  <c:v>7.0498290876507802E-2</c:v>
                </c:pt>
                <c:pt idx="3158">
                  <c:v>7.0516231659586592E-2</c:v>
                </c:pt>
                <c:pt idx="3159">
                  <c:v>7.0516293986956635E-2</c:v>
                </c:pt>
                <c:pt idx="3160">
                  <c:v>7.0521032522172081E-2</c:v>
                </c:pt>
                <c:pt idx="3161">
                  <c:v>7.0525358240772329E-2</c:v>
                </c:pt>
                <c:pt idx="3162">
                  <c:v>7.0534566383761738E-2</c:v>
                </c:pt>
                <c:pt idx="3163">
                  <c:v>7.0563734216614424E-2</c:v>
                </c:pt>
                <c:pt idx="3164">
                  <c:v>7.0591288535964539E-2</c:v>
                </c:pt>
                <c:pt idx="3165">
                  <c:v>7.0591786716125399E-2</c:v>
                </c:pt>
                <c:pt idx="3166">
                  <c:v>7.0617434734665738E-2</c:v>
                </c:pt>
                <c:pt idx="3167">
                  <c:v>7.0625939568009499E-2</c:v>
                </c:pt>
                <c:pt idx="3168">
                  <c:v>7.0629007656826018E-2</c:v>
                </c:pt>
                <c:pt idx="3169">
                  <c:v>7.0679768717083841E-2</c:v>
                </c:pt>
                <c:pt idx="3170">
                  <c:v>7.0681823670171201E-2</c:v>
                </c:pt>
                <c:pt idx="3171">
                  <c:v>7.0687727974928449E-2</c:v>
                </c:pt>
                <c:pt idx="3172">
                  <c:v>7.069070503360482E-2</c:v>
                </c:pt>
                <c:pt idx="3173">
                  <c:v>7.0699495925379358E-2</c:v>
                </c:pt>
                <c:pt idx="3174">
                  <c:v>7.0711331782662173E-2</c:v>
                </c:pt>
                <c:pt idx="3175">
                  <c:v>7.0715083679446872E-2</c:v>
                </c:pt>
                <c:pt idx="3176">
                  <c:v>7.0722834129135922E-2</c:v>
                </c:pt>
                <c:pt idx="3177">
                  <c:v>7.0729102030292035E-2</c:v>
                </c:pt>
                <c:pt idx="3178">
                  <c:v>7.0731061969019973E-2</c:v>
                </c:pt>
                <c:pt idx="3179">
                  <c:v>7.0788997250335925E-2</c:v>
                </c:pt>
                <c:pt idx="3180">
                  <c:v>7.0812213469409274E-2</c:v>
                </c:pt>
                <c:pt idx="3181">
                  <c:v>7.0824404089819354E-2</c:v>
                </c:pt>
                <c:pt idx="3182">
                  <c:v>7.0828914325855391E-2</c:v>
                </c:pt>
                <c:pt idx="3183">
                  <c:v>7.0839488246670815E-2</c:v>
                </c:pt>
                <c:pt idx="3184">
                  <c:v>7.0840308673075919E-2</c:v>
                </c:pt>
                <c:pt idx="3185">
                  <c:v>7.084622177488574E-2</c:v>
                </c:pt>
                <c:pt idx="3186">
                  <c:v>7.0861293015058349E-2</c:v>
                </c:pt>
                <c:pt idx="3187">
                  <c:v>7.0869466597074077E-2</c:v>
                </c:pt>
                <c:pt idx="3188">
                  <c:v>7.0896701965205741E-2</c:v>
                </c:pt>
                <c:pt idx="3189">
                  <c:v>7.0899684572212976E-2</c:v>
                </c:pt>
                <c:pt idx="3190">
                  <c:v>7.0901054959014803E-2</c:v>
                </c:pt>
                <c:pt idx="3191">
                  <c:v>7.0920522122427082E-2</c:v>
                </c:pt>
                <c:pt idx="3192">
                  <c:v>7.0923099407822598E-2</c:v>
                </c:pt>
                <c:pt idx="3193">
                  <c:v>7.0926568179351404E-2</c:v>
                </c:pt>
                <c:pt idx="3194">
                  <c:v>7.0943748109335153E-2</c:v>
                </c:pt>
                <c:pt idx="3195">
                  <c:v>7.094773926295711E-2</c:v>
                </c:pt>
                <c:pt idx="3196">
                  <c:v>7.0953179728492452E-2</c:v>
                </c:pt>
                <c:pt idx="3197">
                  <c:v>7.0953254386711059E-2</c:v>
                </c:pt>
                <c:pt idx="3198">
                  <c:v>7.0962087737453342E-2</c:v>
                </c:pt>
                <c:pt idx="3199">
                  <c:v>7.0987086245736464E-2</c:v>
                </c:pt>
                <c:pt idx="3200">
                  <c:v>7.0994788729992375E-2</c:v>
                </c:pt>
                <c:pt idx="3201">
                  <c:v>7.0998040685870345E-2</c:v>
                </c:pt>
                <c:pt idx="3202">
                  <c:v>7.1007085961413488E-2</c:v>
                </c:pt>
                <c:pt idx="3203">
                  <c:v>7.1009995125905986E-2</c:v>
                </c:pt>
                <c:pt idx="3204">
                  <c:v>7.1013449239962931E-2</c:v>
                </c:pt>
                <c:pt idx="3205">
                  <c:v>7.1014874210594797E-2</c:v>
                </c:pt>
                <c:pt idx="3206">
                  <c:v>7.1015115689664954E-2</c:v>
                </c:pt>
                <c:pt idx="3207">
                  <c:v>7.1030739342559684E-2</c:v>
                </c:pt>
                <c:pt idx="3208">
                  <c:v>7.1039974706562647E-2</c:v>
                </c:pt>
                <c:pt idx="3209">
                  <c:v>7.1040271530348795E-2</c:v>
                </c:pt>
                <c:pt idx="3210">
                  <c:v>7.1040398463986618E-2</c:v>
                </c:pt>
                <c:pt idx="3211">
                  <c:v>7.1044785173326686E-2</c:v>
                </c:pt>
                <c:pt idx="3212">
                  <c:v>7.104866887977826E-2</c:v>
                </c:pt>
                <c:pt idx="3213">
                  <c:v>7.1062146284886482E-2</c:v>
                </c:pt>
                <c:pt idx="3214">
                  <c:v>7.1064092051123171E-2</c:v>
                </c:pt>
                <c:pt idx="3215">
                  <c:v>7.1094968475669332E-2</c:v>
                </c:pt>
                <c:pt idx="3216">
                  <c:v>7.1111586445168296E-2</c:v>
                </c:pt>
                <c:pt idx="3217">
                  <c:v>7.1116167836355479E-2</c:v>
                </c:pt>
                <c:pt idx="3218">
                  <c:v>7.1119441658426222E-2</c:v>
                </c:pt>
                <c:pt idx="3219">
                  <c:v>7.1125764424542687E-2</c:v>
                </c:pt>
                <c:pt idx="3220">
                  <c:v>7.1137372414721872E-2</c:v>
                </c:pt>
                <c:pt idx="3221">
                  <c:v>7.1144460781811192E-2</c:v>
                </c:pt>
                <c:pt idx="3222">
                  <c:v>7.1149501604976031E-2</c:v>
                </c:pt>
                <c:pt idx="3223">
                  <c:v>7.117215795071441E-2</c:v>
                </c:pt>
                <c:pt idx="3224">
                  <c:v>7.1174007949680235E-2</c:v>
                </c:pt>
                <c:pt idx="3225">
                  <c:v>7.1176703907788672E-2</c:v>
                </c:pt>
                <c:pt idx="3226">
                  <c:v>7.1178322585403353E-2</c:v>
                </c:pt>
                <c:pt idx="3227">
                  <c:v>7.1190360475102007E-2</c:v>
                </c:pt>
                <c:pt idx="3228">
                  <c:v>7.1199458215443767E-2</c:v>
                </c:pt>
                <c:pt idx="3229">
                  <c:v>7.1208434362713693E-2</c:v>
                </c:pt>
                <c:pt idx="3230">
                  <c:v>7.1227473450956078E-2</c:v>
                </c:pt>
                <c:pt idx="3231">
                  <c:v>7.1234349327708862E-2</c:v>
                </c:pt>
                <c:pt idx="3232">
                  <c:v>7.1240609013311015E-2</c:v>
                </c:pt>
                <c:pt idx="3233">
                  <c:v>7.1247667887287675E-2</c:v>
                </c:pt>
                <c:pt idx="3234">
                  <c:v>7.1250884277034146E-2</c:v>
                </c:pt>
                <c:pt idx="3235">
                  <c:v>7.1263389697669294E-2</c:v>
                </c:pt>
                <c:pt idx="3236">
                  <c:v>7.1291979672487085E-2</c:v>
                </c:pt>
                <c:pt idx="3237">
                  <c:v>7.1309312476987463E-2</c:v>
                </c:pt>
                <c:pt idx="3238">
                  <c:v>7.1329113905145999E-2</c:v>
                </c:pt>
                <c:pt idx="3239">
                  <c:v>7.1329316717872501E-2</c:v>
                </c:pt>
                <c:pt idx="3240">
                  <c:v>7.1355337362748419E-2</c:v>
                </c:pt>
                <c:pt idx="3241">
                  <c:v>7.1355469396431975E-2</c:v>
                </c:pt>
                <c:pt idx="3242">
                  <c:v>7.1378389356919994E-2</c:v>
                </c:pt>
                <c:pt idx="3243">
                  <c:v>7.138404194721984E-2</c:v>
                </c:pt>
                <c:pt idx="3244">
                  <c:v>7.138420625237521E-2</c:v>
                </c:pt>
                <c:pt idx="3245">
                  <c:v>7.1388602108984692E-2</c:v>
                </c:pt>
                <c:pt idx="3246">
                  <c:v>7.1397214249758173E-2</c:v>
                </c:pt>
                <c:pt idx="3247">
                  <c:v>7.1397600717804752E-2</c:v>
                </c:pt>
                <c:pt idx="3248">
                  <c:v>7.1422886459103954E-2</c:v>
                </c:pt>
                <c:pt idx="3249">
                  <c:v>7.1424912093511816E-2</c:v>
                </c:pt>
                <c:pt idx="3250">
                  <c:v>7.1425443574431646E-2</c:v>
                </c:pt>
                <c:pt idx="3251">
                  <c:v>7.1431411796080688E-2</c:v>
                </c:pt>
                <c:pt idx="3252">
                  <c:v>7.1438751098470837E-2</c:v>
                </c:pt>
                <c:pt idx="3253">
                  <c:v>7.1445620395923087E-2</c:v>
                </c:pt>
                <c:pt idx="3254">
                  <c:v>7.1451343613545465E-2</c:v>
                </c:pt>
                <c:pt idx="3255">
                  <c:v>7.1475898513035388E-2</c:v>
                </c:pt>
                <c:pt idx="3256">
                  <c:v>7.1479005740774759E-2</c:v>
                </c:pt>
                <c:pt idx="3257">
                  <c:v>7.1486902588479687E-2</c:v>
                </c:pt>
                <c:pt idx="3258">
                  <c:v>7.1492772291632672E-2</c:v>
                </c:pt>
                <c:pt idx="3259">
                  <c:v>7.1508068030066374E-2</c:v>
                </c:pt>
                <c:pt idx="3260">
                  <c:v>7.1508951730792636E-2</c:v>
                </c:pt>
                <c:pt idx="3261">
                  <c:v>7.1511910846129845E-2</c:v>
                </c:pt>
                <c:pt idx="3262">
                  <c:v>7.1532267090542112E-2</c:v>
                </c:pt>
                <c:pt idx="3263">
                  <c:v>7.1542399537472573E-2</c:v>
                </c:pt>
                <c:pt idx="3264">
                  <c:v>7.1542812150815135E-2</c:v>
                </c:pt>
                <c:pt idx="3265">
                  <c:v>7.1545545477242928E-2</c:v>
                </c:pt>
                <c:pt idx="3266">
                  <c:v>7.1572481811015276E-2</c:v>
                </c:pt>
                <c:pt idx="3267">
                  <c:v>7.1574936311760429E-2</c:v>
                </c:pt>
                <c:pt idx="3268">
                  <c:v>7.1606415704357967E-2</c:v>
                </c:pt>
                <c:pt idx="3269">
                  <c:v>7.1606671995000773E-2</c:v>
                </c:pt>
                <c:pt idx="3270">
                  <c:v>7.1611818245582229E-2</c:v>
                </c:pt>
                <c:pt idx="3271">
                  <c:v>7.1626916616385039E-2</c:v>
                </c:pt>
                <c:pt idx="3272">
                  <c:v>7.1639799123892026E-2</c:v>
                </c:pt>
                <c:pt idx="3273">
                  <c:v>7.1650487212947228E-2</c:v>
                </c:pt>
                <c:pt idx="3274">
                  <c:v>7.1658444043909517E-2</c:v>
                </c:pt>
                <c:pt idx="3275">
                  <c:v>7.1662231573603019E-2</c:v>
                </c:pt>
                <c:pt idx="3276">
                  <c:v>7.1666414306990583E-2</c:v>
                </c:pt>
                <c:pt idx="3277">
                  <c:v>7.167653563969674E-2</c:v>
                </c:pt>
                <c:pt idx="3278">
                  <c:v>7.1680578272907372E-2</c:v>
                </c:pt>
                <c:pt idx="3279">
                  <c:v>7.1682241259088411E-2</c:v>
                </c:pt>
                <c:pt idx="3280">
                  <c:v>7.1685297526681388E-2</c:v>
                </c:pt>
                <c:pt idx="3281">
                  <c:v>7.1687792404682441E-2</c:v>
                </c:pt>
                <c:pt idx="3282">
                  <c:v>7.1693770797792489E-2</c:v>
                </c:pt>
                <c:pt idx="3283">
                  <c:v>7.1699823634965701E-2</c:v>
                </c:pt>
                <c:pt idx="3284">
                  <c:v>7.1712269127457706E-2</c:v>
                </c:pt>
                <c:pt idx="3285">
                  <c:v>7.1715382432450001E-2</c:v>
                </c:pt>
                <c:pt idx="3286">
                  <c:v>7.1718631409802766E-2</c:v>
                </c:pt>
                <c:pt idx="3287">
                  <c:v>7.1720032966621938E-2</c:v>
                </c:pt>
                <c:pt idx="3288">
                  <c:v>7.1721939599241696E-2</c:v>
                </c:pt>
                <c:pt idx="3289">
                  <c:v>7.1740262196448273E-2</c:v>
                </c:pt>
                <c:pt idx="3290">
                  <c:v>7.1746122863560177E-2</c:v>
                </c:pt>
                <c:pt idx="3291">
                  <c:v>7.1750963417245017E-2</c:v>
                </c:pt>
                <c:pt idx="3292">
                  <c:v>7.1754015742473171E-2</c:v>
                </c:pt>
                <c:pt idx="3293">
                  <c:v>7.1764836313484709E-2</c:v>
                </c:pt>
                <c:pt idx="3294">
                  <c:v>7.1775327102286582E-2</c:v>
                </c:pt>
                <c:pt idx="3295">
                  <c:v>7.1776391788036312E-2</c:v>
                </c:pt>
                <c:pt idx="3296">
                  <c:v>7.1780937200533468E-2</c:v>
                </c:pt>
                <c:pt idx="3297">
                  <c:v>7.1787400742037696E-2</c:v>
                </c:pt>
                <c:pt idx="3298">
                  <c:v>7.1798581106643278E-2</c:v>
                </c:pt>
                <c:pt idx="3299">
                  <c:v>7.1800747450716906E-2</c:v>
                </c:pt>
                <c:pt idx="3300">
                  <c:v>7.1801532614089669E-2</c:v>
                </c:pt>
                <c:pt idx="3301">
                  <c:v>7.1810060798016481E-2</c:v>
                </c:pt>
                <c:pt idx="3302">
                  <c:v>7.1816018688639502E-2</c:v>
                </c:pt>
                <c:pt idx="3303">
                  <c:v>7.1816794813794299E-2</c:v>
                </c:pt>
                <c:pt idx="3304">
                  <c:v>7.1824372702315925E-2</c:v>
                </c:pt>
                <c:pt idx="3305">
                  <c:v>7.1824860602525673E-2</c:v>
                </c:pt>
                <c:pt idx="3306">
                  <c:v>7.1825255747329897E-2</c:v>
                </c:pt>
                <c:pt idx="3307">
                  <c:v>7.1827281198567461E-2</c:v>
                </c:pt>
                <c:pt idx="3308">
                  <c:v>7.1836734502034344E-2</c:v>
                </c:pt>
                <c:pt idx="3309">
                  <c:v>7.1837730916193082E-2</c:v>
                </c:pt>
                <c:pt idx="3310">
                  <c:v>7.1840703555610536E-2</c:v>
                </c:pt>
                <c:pt idx="3311">
                  <c:v>7.1885267188802213E-2</c:v>
                </c:pt>
                <c:pt idx="3312">
                  <c:v>7.1893761062651856E-2</c:v>
                </c:pt>
                <c:pt idx="3313">
                  <c:v>7.1899350085325039E-2</c:v>
                </c:pt>
                <c:pt idx="3314">
                  <c:v>7.190682499514163E-2</c:v>
                </c:pt>
                <c:pt idx="3315">
                  <c:v>7.1911461952145941E-2</c:v>
                </c:pt>
                <c:pt idx="3316">
                  <c:v>7.1944550552342335E-2</c:v>
                </c:pt>
                <c:pt idx="3317">
                  <c:v>7.1946856836717338E-2</c:v>
                </c:pt>
                <c:pt idx="3318">
                  <c:v>7.1953394329310472E-2</c:v>
                </c:pt>
                <c:pt idx="3319">
                  <c:v>7.1957397729042222E-2</c:v>
                </c:pt>
                <c:pt idx="3320">
                  <c:v>7.1957663598199759E-2</c:v>
                </c:pt>
                <c:pt idx="3321">
                  <c:v>7.1976888851607648E-2</c:v>
                </c:pt>
                <c:pt idx="3322">
                  <c:v>7.1987397613084328E-2</c:v>
                </c:pt>
                <c:pt idx="3323">
                  <c:v>7.1991999162898931E-2</c:v>
                </c:pt>
                <c:pt idx="3324">
                  <c:v>7.1999956033370768E-2</c:v>
                </c:pt>
                <c:pt idx="3325">
                  <c:v>7.2000395536733278E-2</c:v>
                </c:pt>
                <c:pt idx="3326">
                  <c:v>7.2006191597942415E-2</c:v>
                </c:pt>
                <c:pt idx="3327">
                  <c:v>7.2008072319044214E-2</c:v>
                </c:pt>
                <c:pt idx="3328">
                  <c:v>7.20214227428745E-2</c:v>
                </c:pt>
                <c:pt idx="3329">
                  <c:v>7.2031846303531946E-2</c:v>
                </c:pt>
                <c:pt idx="3330">
                  <c:v>7.2063908919808128E-2</c:v>
                </c:pt>
                <c:pt idx="3331">
                  <c:v>7.207079071378672E-2</c:v>
                </c:pt>
                <c:pt idx="3332">
                  <c:v>7.207257506298248E-2</c:v>
                </c:pt>
                <c:pt idx="3333">
                  <c:v>7.2075107200917699E-2</c:v>
                </c:pt>
                <c:pt idx="3334">
                  <c:v>7.2079807357104148E-2</c:v>
                </c:pt>
                <c:pt idx="3335">
                  <c:v>7.2082027227854742E-2</c:v>
                </c:pt>
                <c:pt idx="3336">
                  <c:v>7.2093965862542506E-2</c:v>
                </c:pt>
                <c:pt idx="3337">
                  <c:v>7.209681761731504E-2</c:v>
                </c:pt>
                <c:pt idx="3338">
                  <c:v>7.21173682344005E-2</c:v>
                </c:pt>
                <c:pt idx="3339">
                  <c:v>7.2127820866825523E-2</c:v>
                </c:pt>
                <c:pt idx="3340">
                  <c:v>7.2136646284822206E-2</c:v>
                </c:pt>
                <c:pt idx="3341">
                  <c:v>7.214103652542582E-2</c:v>
                </c:pt>
                <c:pt idx="3342">
                  <c:v>7.2153249894426355E-2</c:v>
                </c:pt>
                <c:pt idx="3343">
                  <c:v>7.2155330932432621E-2</c:v>
                </c:pt>
                <c:pt idx="3344">
                  <c:v>7.2163027778348543E-2</c:v>
                </c:pt>
                <c:pt idx="3345">
                  <c:v>7.2163724150795486E-2</c:v>
                </c:pt>
                <c:pt idx="3346">
                  <c:v>7.2169546316769861E-2</c:v>
                </c:pt>
                <c:pt idx="3347">
                  <c:v>7.2176095126712789E-2</c:v>
                </c:pt>
                <c:pt idx="3348">
                  <c:v>7.2178321882874777E-2</c:v>
                </c:pt>
                <c:pt idx="3349">
                  <c:v>7.2195484499306614E-2</c:v>
                </c:pt>
                <c:pt idx="3350">
                  <c:v>7.2205098591484621E-2</c:v>
                </c:pt>
                <c:pt idx="3351">
                  <c:v>7.2210528845834884E-2</c:v>
                </c:pt>
                <c:pt idx="3352">
                  <c:v>7.2211899347691899E-2</c:v>
                </c:pt>
                <c:pt idx="3353">
                  <c:v>7.2212690028897616E-2</c:v>
                </c:pt>
                <c:pt idx="3354">
                  <c:v>7.2218534776593693E-2</c:v>
                </c:pt>
                <c:pt idx="3355">
                  <c:v>7.2221854784481634E-2</c:v>
                </c:pt>
                <c:pt idx="3356">
                  <c:v>7.2270279759794678E-2</c:v>
                </c:pt>
                <c:pt idx="3357">
                  <c:v>7.2302558917161586E-2</c:v>
                </c:pt>
                <c:pt idx="3358">
                  <c:v>7.2305994835943938E-2</c:v>
                </c:pt>
                <c:pt idx="3359">
                  <c:v>7.2308604675964394E-2</c:v>
                </c:pt>
                <c:pt idx="3360">
                  <c:v>7.2313917327040497E-2</c:v>
                </c:pt>
                <c:pt idx="3361">
                  <c:v>7.2331646349436604E-2</c:v>
                </c:pt>
                <c:pt idx="3362">
                  <c:v>7.2334426865552831E-2</c:v>
                </c:pt>
                <c:pt idx="3363">
                  <c:v>7.2337142934358153E-2</c:v>
                </c:pt>
                <c:pt idx="3364">
                  <c:v>7.2355821558164266E-2</c:v>
                </c:pt>
                <c:pt idx="3365">
                  <c:v>7.2386491726294536E-2</c:v>
                </c:pt>
                <c:pt idx="3366">
                  <c:v>7.2392369607605464E-2</c:v>
                </c:pt>
                <c:pt idx="3367">
                  <c:v>7.2428169032795239E-2</c:v>
                </c:pt>
                <c:pt idx="3368">
                  <c:v>7.2432022366815355E-2</c:v>
                </c:pt>
                <c:pt idx="3369">
                  <c:v>7.2453661909269232E-2</c:v>
                </c:pt>
                <c:pt idx="3370">
                  <c:v>7.2456243461975114E-2</c:v>
                </c:pt>
                <c:pt idx="3371">
                  <c:v>7.2469031349158206E-2</c:v>
                </c:pt>
                <c:pt idx="3372">
                  <c:v>7.2484040986279613E-2</c:v>
                </c:pt>
                <c:pt idx="3373">
                  <c:v>7.249275070525886E-2</c:v>
                </c:pt>
                <c:pt idx="3374">
                  <c:v>7.2514497022068511E-2</c:v>
                </c:pt>
                <c:pt idx="3375">
                  <c:v>7.2516573032534948E-2</c:v>
                </c:pt>
                <c:pt idx="3376">
                  <c:v>7.2526157776632363E-2</c:v>
                </c:pt>
                <c:pt idx="3377">
                  <c:v>7.253531928281956E-2</c:v>
                </c:pt>
                <c:pt idx="3378">
                  <c:v>7.2550424730707913E-2</c:v>
                </c:pt>
                <c:pt idx="3379">
                  <c:v>7.2573824854477845E-2</c:v>
                </c:pt>
                <c:pt idx="3380">
                  <c:v>7.2576805502551758E-2</c:v>
                </c:pt>
                <c:pt idx="3381">
                  <c:v>7.2579977697488307E-2</c:v>
                </c:pt>
                <c:pt idx="3382">
                  <c:v>7.258077680057555E-2</c:v>
                </c:pt>
                <c:pt idx="3383">
                  <c:v>7.2584742861837595E-2</c:v>
                </c:pt>
                <c:pt idx="3384">
                  <c:v>7.2611351079603093E-2</c:v>
                </c:pt>
                <c:pt idx="3385">
                  <c:v>7.2624073700599964E-2</c:v>
                </c:pt>
                <c:pt idx="3386">
                  <c:v>7.2631358423686024E-2</c:v>
                </c:pt>
                <c:pt idx="3387">
                  <c:v>7.2638835943856173E-2</c:v>
                </c:pt>
                <c:pt idx="3388">
                  <c:v>7.265478431923432E-2</c:v>
                </c:pt>
                <c:pt idx="3389">
                  <c:v>7.2671121124244009E-2</c:v>
                </c:pt>
                <c:pt idx="3390">
                  <c:v>7.2684694054055685E-2</c:v>
                </c:pt>
                <c:pt idx="3391">
                  <c:v>7.2715342736207597E-2</c:v>
                </c:pt>
                <c:pt idx="3392">
                  <c:v>7.2744936940258242E-2</c:v>
                </c:pt>
                <c:pt idx="3393">
                  <c:v>7.2774133639203403E-2</c:v>
                </c:pt>
                <c:pt idx="3394">
                  <c:v>7.2800153356794892E-2</c:v>
                </c:pt>
                <c:pt idx="3395">
                  <c:v>7.2806165739201817E-2</c:v>
                </c:pt>
                <c:pt idx="3396">
                  <c:v>7.2808502413940657E-2</c:v>
                </c:pt>
                <c:pt idx="3397">
                  <c:v>7.2813700612459606E-2</c:v>
                </c:pt>
                <c:pt idx="3398">
                  <c:v>7.2824178839971818E-2</c:v>
                </c:pt>
                <c:pt idx="3399">
                  <c:v>7.2829714978326729E-2</c:v>
                </c:pt>
                <c:pt idx="3400">
                  <c:v>7.2865322026894788E-2</c:v>
                </c:pt>
                <c:pt idx="3401">
                  <c:v>7.2878052368847021E-2</c:v>
                </c:pt>
                <c:pt idx="3402">
                  <c:v>7.288146235920305E-2</c:v>
                </c:pt>
                <c:pt idx="3403">
                  <c:v>7.2901186646738378E-2</c:v>
                </c:pt>
                <c:pt idx="3404">
                  <c:v>7.2901502257474951E-2</c:v>
                </c:pt>
                <c:pt idx="3405">
                  <c:v>7.2915472840055701E-2</c:v>
                </c:pt>
                <c:pt idx="3406">
                  <c:v>7.2924769948606097E-2</c:v>
                </c:pt>
                <c:pt idx="3407">
                  <c:v>7.293528187891643E-2</c:v>
                </c:pt>
                <c:pt idx="3408">
                  <c:v>7.2939757146200809E-2</c:v>
                </c:pt>
                <c:pt idx="3409">
                  <c:v>7.2942955272845209E-2</c:v>
                </c:pt>
                <c:pt idx="3410">
                  <c:v>7.2950386876903667E-2</c:v>
                </c:pt>
                <c:pt idx="3411">
                  <c:v>7.295802046185626E-2</c:v>
                </c:pt>
                <c:pt idx="3412">
                  <c:v>7.2960638858060201E-2</c:v>
                </c:pt>
                <c:pt idx="3413">
                  <c:v>7.2971265959309375E-2</c:v>
                </c:pt>
                <c:pt idx="3414">
                  <c:v>7.2974619328129278E-2</c:v>
                </c:pt>
                <c:pt idx="3415">
                  <c:v>7.2979513931718296E-2</c:v>
                </c:pt>
                <c:pt idx="3416">
                  <c:v>7.2980451722784667E-2</c:v>
                </c:pt>
                <c:pt idx="3417">
                  <c:v>7.2981843093366333E-2</c:v>
                </c:pt>
                <c:pt idx="3418">
                  <c:v>7.2988836231761917E-2</c:v>
                </c:pt>
                <c:pt idx="3419">
                  <c:v>7.3004340166238108E-2</c:v>
                </c:pt>
                <c:pt idx="3420">
                  <c:v>7.3020244650206442E-2</c:v>
                </c:pt>
                <c:pt idx="3421">
                  <c:v>7.3027288879319821E-2</c:v>
                </c:pt>
                <c:pt idx="3422">
                  <c:v>7.3047271084561799E-2</c:v>
                </c:pt>
                <c:pt idx="3423">
                  <c:v>7.3050898095861017E-2</c:v>
                </c:pt>
                <c:pt idx="3424">
                  <c:v>7.3063642133856507E-2</c:v>
                </c:pt>
                <c:pt idx="3425">
                  <c:v>7.3087754038073008E-2</c:v>
                </c:pt>
                <c:pt idx="3426">
                  <c:v>7.3091361066411994E-2</c:v>
                </c:pt>
                <c:pt idx="3427">
                  <c:v>7.3103924062074693E-2</c:v>
                </c:pt>
                <c:pt idx="3428">
                  <c:v>7.3121392421139797E-2</c:v>
                </c:pt>
                <c:pt idx="3429">
                  <c:v>7.3133254993139343E-2</c:v>
                </c:pt>
                <c:pt idx="3430">
                  <c:v>7.3138704274068586E-2</c:v>
                </c:pt>
                <c:pt idx="3431">
                  <c:v>7.3160468277512269E-2</c:v>
                </c:pt>
                <c:pt idx="3432">
                  <c:v>7.3172958105259367E-2</c:v>
                </c:pt>
                <c:pt idx="3433">
                  <c:v>7.3186469553736949E-2</c:v>
                </c:pt>
                <c:pt idx="3434">
                  <c:v>7.3191072717060504E-2</c:v>
                </c:pt>
                <c:pt idx="3435">
                  <c:v>7.3201502665981133E-2</c:v>
                </c:pt>
                <c:pt idx="3436">
                  <c:v>7.3216321435637652E-2</c:v>
                </c:pt>
                <c:pt idx="3437">
                  <c:v>7.3216517881696433E-2</c:v>
                </c:pt>
                <c:pt idx="3438">
                  <c:v>7.3222284309957017E-2</c:v>
                </c:pt>
                <c:pt idx="3439">
                  <c:v>7.3223179008491721E-2</c:v>
                </c:pt>
                <c:pt idx="3440">
                  <c:v>7.324061483406287E-2</c:v>
                </c:pt>
                <c:pt idx="3441">
                  <c:v>7.3249581066389138E-2</c:v>
                </c:pt>
                <c:pt idx="3442">
                  <c:v>7.3257177738656726E-2</c:v>
                </c:pt>
                <c:pt idx="3443">
                  <c:v>7.3259816785397641E-2</c:v>
                </c:pt>
                <c:pt idx="3444">
                  <c:v>7.3261862700773103E-2</c:v>
                </c:pt>
                <c:pt idx="3445">
                  <c:v>7.3264362388262519E-2</c:v>
                </c:pt>
                <c:pt idx="3446">
                  <c:v>7.3294798230845837E-2</c:v>
                </c:pt>
                <c:pt idx="3447">
                  <c:v>7.3346913165709335E-2</c:v>
                </c:pt>
                <c:pt idx="3448">
                  <c:v>7.3383958420873974E-2</c:v>
                </c:pt>
                <c:pt idx="3449">
                  <c:v>7.3389171696295816E-2</c:v>
                </c:pt>
                <c:pt idx="3450">
                  <c:v>7.3404090919237774E-2</c:v>
                </c:pt>
                <c:pt idx="3451">
                  <c:v>7.3409048520444456E-2</c:v>
                </c:pt>
                <c:pt idx="3452">
                  <c:v>7.3417461156464733E-2</c:v>
                </c:pt>
                <c:pt idx="3453">
                  <c:v>7.3418075986043774E-2</c:v>
                </c:pt>
                <c:pt idx="3454">
                  <c:v>7.342873425693236E-2</c:v>
                </c:pt>
                <c:pt idx="3455">
                  <c:v>7.3434456883432225E-2</c:v>
                </c:pt>
                <c:pt idx="3456">
                  <c:v>7.3438928279402335E-2</c:v>
                </c:pt>
                <c:pt idx="3457">
                  <c:v>7.3447258241441438E-2</c:v>
                </c:pt>
                <c:pt idx="3458">
                  <c:v>7.3480269638756243E-2</c:v>
                </c:pt>
                <c:pt idx="3459">
                  <c:v>7.3487728166000008E-2</c:v>
                </c:pt>
                <c:pt idx="3460">
                  <c:v>7.3488176423841964E-2</c:v>
                </c:pt>
                <c:pt idx="3461">
                  <c:v>7.3490365246458397E-2</c:v>
                </c:pt>
                <c:pt idx="3462">
                  <c:v>7.3498087702229681E-2</c:v>
                </c:pt>
                <c:pt idx="3463">
                  <c:v>7.3503413874602588E-2</c:v>
                </c:pt>
                <c:pt idx="3464">
                  <c:v>7.3515288885916019E-2</c:v>
                </c:pt>
                <c:pt idx="3465">
                  <c:v>7.3515810915059598E-2</c:v>
                </c:pt>
                <c:pt idx="3466">
                  <c:v>7.3523274571357461E-2</c:v>
                </c:pt>
                <c:pt idx="3467">
                  <c:v>7.3524760572541314E-2</c:v>
                </c:pt>
                <c:pt idx="3468">
                  <c:v>7.3540357551898985E-2</c:v>
                </c:pt>
                <c:pt idx="3469">
                  <c:v>7.3545647880374043E-2</c:v>
                </c:pt>
                <c:pt idx="3470">
                  <c:v>7.355342781083761E-2</c:v>
                </c:pt>
                <c:pt idx="3471">
                  <c:v>7.3587114264267617E-2</c:v>
                </c:pt>
                <c:pt idx="3472">
                  <c:v>7.3645950294414203E-2</c:v>
                </c:pt>
                <c:pt idx="3473">
                  <c:v>7.366472759978146E-2</c:v>
                </c:pt>
                <c:pt idx="3474">
                  <c:v>7.367689704482612E-2</c:v>
                </c:pt>
                <c:pt idx="3475">
                  <c:v>7.3681203644873877E-2</c:v>
                </c:pt>
                <c:pt idx="3476">
                  <c:v>7.3683580855056566E-2</c:v>
                </c:pt>
                <c:pt idx="3477">
                  <c:v>7.3709225007195345E-2</c:v>
                </c:pt>
                <c:pt idx="3478">
                  <c:v>7.3715383873407272E-2</c:v>
                </c:pt>
                <c:pt idx="3479">
                  <c:v>7.3719970938923546E-2</c:v>
                </c:pt>
                <c:pt idx="3480">
                  <c:v>7.3728759931317528E-2</c:v>
                </c:pt>
                <c:pt idx="3481">
                  <c:v>7.3740768130929835E-2</c:v>
                </c:pt>
                <c:pt idx="3482">
                  <c:v>7.3747374374984603E-2</c:v>
                </c:pt>
                <c:pt idx="3483">
                  <c:v>7.375086136124645E-2</c:v>
                </c:pt>
                <c:pt idx="3484">
                  <c:v>7.3750950064254223E-2</c:v>
                </c:pt>
                <c:pt idx="3485">
                  <c:v>7.377557550700492E-2</c:v>
                </c:pt>
                <c:pt idx="3486">
                  <c:v>7.3781598239207144E-2</c:v>
                </c:pt>
                <c:pt idx="3487">
                  <c:v>7.3782134510830169E-2</c:v>
                </c:pt>
                <c:pt idx="3488">
                  <c:v>7.3784275007453742E-2</c:v>
                </c:pt>
                <c:pt idx="3489">
                  <c:v>7.3787302036176297E-2</c:v>
                </c:pt>
                <c:pt idx="3490">
                  <c:v>7.3805221034452168E-2</c:v>
                </c:pt>
                <c:pt idx="3491">
                  <c:v>7.3806664118564305E-2</c:v>
                </c:pt>
                <c:pt idx="3492">
                  <c:v>7.3812722444917475E-2</c:v>
                </c:pt>
                <c:pt idx="3493">
                  <c:v>7.3816050362810595E-2</c:v>
                </c:pt>
                <c:pt idx="3494">
                  <c:v>7.3825237641291702E-2</c:v>
                </c:pt>
                <c:pt idx="3495">
                  <c:v>7.3837140792225295E-2</c:v>
                </c:pt>
                <c:pt idx="3496">
                  <c:v>7.3837636481612026E-2</c:v>
                </c:pt>
                <c:pt idx="3497">
                  <c:v>7.3854794595579656E-2</c:v>
                </c:pt>
                <c:pt idx="3498">
                  <c:v>7.3857996598317613E-2</c:v>
                </c:pt>
                <c:pt idx="3499">
                  <c:v>7.386403970271424E-2</c:v>
                </c:pt>
                <c:pt idx="3500">
                  <c:v>7.3874195866030348E-2</c:v>
                </c:pt>
                <c:pt idx="3501">
                  <c:v>7.3886202383433852E-2</c:v>
                </c:pt>
                <c:pt idx="3502">
                  <c:v>7.3886722301600816E-2</c:v>
                </c:pt>
                <c:pt idx="3503">
                  <c:v>7.3905848460380924E-2</c:v>
                </c:pt>
                <c:pt idx="3504">
                  <c:v>7.3933806380595463E-2</c:v>
                </c:pt>
                <c:pt idx="3505">
                  <c:v>7.3934897477250017E-2</c:v>
                </c:pt>
                <c:pt idx="3506">
                  <c:v>7.3957134931667681E-2</c:v>
                </c:pt>
                <c:pt idx="3507">
                  <c:v>7.3962289102349421E-2</c:v>
                </c:pt>
                <c:pt idx="3508">
                  <c:v>7.3979767289202553E-2</c:v>
                </c:pt>
                <c:pt idx="3509">
                  <c:v>7.399401421196182E-2</c:v>
                </c:pt>
                <c:pt idx="3510">
                  <c:v>7.4005105616226724E-2</c:v>
                </c:pt>
                <c:pt idx="3511">
                  <c:v>7.4005986305813287E-2</c:v>
                </c:pt>
                <c:pt idx="3512">
                  <c:v>7.4011359613113295E-2</c:v>
                </c:pt>
                <c:pt idx="3513">
                  <c:v>7.4011985922954202E-2</c:v>
                </c:pt>
                <c:pt idx="3514">
                  <c:v>7.4014632769931615E-2</c:v>
                </c:pt>
                <c:pt idx="3515">
                  <c:v>7.4017980761276816E-2</c:v>
                </c:pt>
                <c:pt idx="3516">
                  <c:v>7.4018098597960866E-2</c:v>
                </c:pt>
                <c:pt idx="3517">
                  <c:v>7.4085315036530694E-2</c:v>
                </c:pt>
                <c:pt idx="3518">
                  <c:v>7.4109783162908852E-2</c:v>
                </c:pt>
                <c:pt idx="3519">
                  <c:v>7.4110000362415079E-2</c:v>
                </c:pt>
                <c:pt idx="3520">
                  <c:v>7.4114184366227298E-2</c:v>
                </c:pt>
                <c:pt idx="3521">
                  <c:v>7.4114561146668506E-2</c:v>
                </c:pt>
                <c:pt idx="3522">
                  <c:v>7.4122313160016176E-2</c:v>
                </c:pt>
                <c:pt idx="3523">
                  <c:v>7.4125637571111666E-2</c:v>
                </c:pt>
                <c:pt idx="3524">
                  <c:v>7.4156161501445494E-2</c:v>
                </c:pt>
                <c:pt idx="3525">
                  <c:v>7.4161224025657974E-2</c:v>
                </c:pt>
                <c:pt idx="3526">
                  <c:v>7.4162707039357012E-2</c:v>
                </c:pt>
                <c:pt idx="3527">
                  <c:v>7.4177178953498138E-2</c:v>
                </c:pt>
                <c:pt idx="3528">
                  <c:v>7.4181896064811001E-2</c:v>
                </c:pt>
                <c:pt idx="3529">
                  <c:v>7.418422610588371E-2</c:v>
                </c:pt>
                <c:pt idx="3530">
                  <c:v>7.4199248312581664E-2</c:v>
                </c:pt>
                <c:pt idx="3531">
                  <c:v>7.4205529504530951E-2</c:v>
                </c:pt>
                <c:pt idx="3532">
                  <c:v>7.4212791219944188E-2</c:v>
                </c:pt>
                <c:pt idx="3533">
                  <c:v>7.4217914128767701E-2</c:v>
                </c:pt>
                <c:pt idx="3534">
                  <c:v>7.4221669142129437E-2</c:v>
                </c:pt>
                <c:pt idx="3535">
                  <c:v>7.4230565562227999E-2</c:v>
                </c:pt>
                <c:pt idx="3536">
                  <c:v>7.4233557111098747E-2</c:v>
                </c:pt>
                <c:pt idx="3537">
                  <c:v>7.423613176880986E-2</c:v>
                </c:pt>
                <c:pt idx="3538">
                  <c:v>7.4249940489492114E-2</c:v>
                </c:pt>
                <c:pt idx="3539">
                  <c:v>7.425811827019077E-2</c:v>
                </c:pt>
                <c:pt idx="3540">
                  <c:v>7.4259678778663213E-2</c:v>
                </c:pt>
                <c:pt idx="3541">
                  <c:v>7.4267273761969718E-2</c:v>
                </c:pt>
                <c:pt idx="3542">
                  <c:v>7.4274983804758818E-2</c:v>
                </c:pt>
                <c:pt idx="3543">
                  <c:v>7.4282209896581228E-2</c:v>
                </c:pt>
                <c:pt idx="3544">
                  <c:v>7.428322017236913E-2</c:v>
                </c:pt>
                <c:pt idx="3545">
                  <c:v>7.4291159952514133E-2</c:v>
                </c:pt>
                <c:pt idx="3546">
                  <c:v>7.4291573452450979E-2</c:v>
                </c:pt>
                <c:pt idx="3547">
                  <c:v>7.4302307600694728E-2</c:v>
                </c:pt>
                <c:pt idx="3548">
                  <c:v>7.4310902531009054E-2</c:v>
                </c:pt>
                <c:pt idx="3549">
                  <c:v>7.4312099294144396E-2</c:v>
                </c:pt>
                <c:pt idx="3550">
                  <c:v>7.431393150458912E-2</c:v>
                </c:pt>
                <c:pt idx="3551">
                  <c:v>7.4343517044699881E-2</c:v>
                </c:pt>
                <c:pt idx="3552">
                  <c:v>7.4357285689995598E-2</c:v>
                </c:pt>
                <c:pt idx="3553">
                  <c:v>7.4378610383668303E-2</c:v>
                </c:pt>
                <c:pt idx="3554">
                  <c:v>7.4383265900637804E-2</c:v>
                </c:pt>
                <c:pt idx="3555">
                  <c:v>7.438383310935609E-2</c:v>
                </c:pt>
                <c:pt idx="3556">
                  <c:v>7.438476160567685E-2</c:v>
                </c:pt>
                <c:pt idx="3557">
                  <c:v>7.4392299183072871E-2</c:v>
                </c:pt>
                <c:pt idx="3558">
                  <c:v>7.4411301996658852E-2</c:v>
                </c:pt>
                <c:pt idx="3559">
                  <c:v>7.4415605572106955E-2</c:v>
                </c:pt>
                <c:pt idx="3560">
                  <c:v>7.4437023233978036E-2</c:v>
                </c:pt>
                <c:pt idx="3561">
                  <c:v>7.4455367713890067E-2</c:v>
                </c:pt>
                <c:pt idx="3562">
                  <c:v>7.4459777307733038E-2</c:v>
                </c:pt>
                <c:pt idx="3563">
                  <c:v>7.4468722755123451E-2</c:v>
                </c:pt>
                <c:pt idx="3564">
                  <c:v>7.4471275223450095E-2</c:v>
                </c:pt>
                <c:pt idx="3565">
                  <c:v>7.4474510332557239E-2</c:v>
                </c:pt>
                <c:pt idx="3566">
                  <c:v>7.4476818889867874E-2</c:v>
                </c:pt>
                <c:pt idx="3567">
                  <c:v>7.4484868971904636E-2</c:v>
                </c:pt>
                <c:pt idx="3568">
                  <c:v>7.4493054905641523E-2</c:v>
                </c:pt>
                <c:pt idx="3569">
                  <c:v>7.4508700611500001E-2</c:v>
                </c:pt>
                <c:pt idx="3570">
                  <c:v>7.4513820457168048E-2</c:v>
                </c:pt>
                <c:pt idx="3571">
                  <c:v>7.4528536241688037E-2</c:v>
                </c:pt>
                <c:pt idx="3572">
                  <c:v>7.4551239751329643E-2</c:v>
                </c:pt>
                <c:pt idx="3573">
                  <c:v>7.456137681159046E-2</c:v>
                </c:pt>
                <c:pt idx="3574">
                  <c:v>7.4564420168635598E-2</c:v>
                </c:pt>
                <c:pt idx="3575">
                  <c:v>7.4576816239553992E-2</c:v>
                </c:pt>
                <c:pt idx="3576">
                  <c:v>7.4593607999602823E-2</c:v>
                </c:pt>
                <c:pt idx="3577">
                  <c:v>7.4621100615264058E-2</c:v>
                </c:pt>
                <c:pt idx="3578">
                  <c:v>7.4623537528045236E-2</c:v>
                </c:pt>
                <c:pt idx="3579">
                  <c:v>7.462894338149062E-2</c:v>
                </c:pt>
                <c:pt idx="3580">
                  <c:v>7.4640890260334616E-2</c:v>
                </c:pt>
                <c:pt idx="3581">
                  <c:v>7.4645928265485328E-2</c:v>
                </c:pt>
                <c:pt idx="3582">
                  <c:v>7.4656779718141414E-2</c:v>
                </c:pt>
                <c:pt idx="3583">
                  <c:v>7.4656924411354131E-2</c:v>
                </c:pt>
                <c:pt idx="3584">
                  <c:v>7.4680181104814433E-2</c:v>
                </c:pt>
                <c:pt idx="3585">
                  <c:v>7.4726364289665254E-2</c:v>
                </c:pt>
                <c:pt idx="3586">
                  <c:v>7.4732519106371992E-2</c:v>
                </c:pt>
                <c:pt idx="3587">
                  <c:v>7.4741353113174883E-2</c:v>
                </c:pt>
                <c:pt idx="3588">
                  <c:v>7.4775793742411417E-2</c:v>
                </c:pt>
                <c:pt idx="3589">
                  <c:v>7.4776437608932864E-2</c:v>
                </c:pt>
                <c:pt idx="3590">
                  <c:v>7.4804807006475543E-2</c:v>
                </c:pt>
                <c:pt idx="3591">
                  <c:v>7.481919283537021E-2</c:v>
                </c:pt>
                <c:pt idx="3592">
                  <c:v>7.4835621042582789E-2</c:v>
                </c:pt>
                <c:pt idx="3593">
                  <c:v>7.4835747759572788E-2</c:v>
                </c:pt>
                <c:pt idx="3594">
                  <c:v>7.4836080985141953E-2</c:v>
                </c:pt>
                <c:pt idx="3595">
                  <c:v>7.4849103313886778E-2</c:v>
                </c:pt>
                <c:pt idx="3596">
                  <c:v>7.4856572967665569E-2</c:v>
                </c:pt>
                <c:pt idx="3597">
                  <c:v>7.4870201949288673E-2</c:v>
                </c:pt>
                <c:pt idx="3598">
                  <c:v>7.4876327566355691E-2</c:v>
                </c:pt>
                <c:pt idx="3599">
                  <c:v>7.4877147954707179E-2</c:v>
                </c:pt>
                <c:pt idx="3600">
                  <c:v>7.488915814000352E-2</c:v>
                </c:pt>
                <c:pt idx="3601">
                  <c:v>7.4889499995556441E-2</c:v>
                </c:pt>
                <c:pt idx="3602">
                  <c:v>7.4900408352981604E-2</c:v>
                </c:pt>
                <c:pt idx="3603">
                  <c:v>7.4908967767730497E-2</c:v>
                </c:pt>
                <c:pt idx="3604">
                  <c:v>7.492427701121683E-2</c:v>
                </c:pt>
                <c:pt idx="3605">
                  <c:v>7.4928772316671874E-2</c:v>
                </c:pt>
                <c:pt idx="3606">
                  <c:v>7.4934560828689309E-2</c:v>
                </c:pt>
                <c:pt idx="3607">
                  <c:v>7.4936257428926067E-2</c:v>
                </c:pt>
                <c:pt idx="3608">
                  <c:v>7.4947436198443809E-2</c:v>
                </c:pt>
                <c:pt idx="3609">
                  <c:v>7.4959210180169225E-2</c:v>
                </c:pt>
                <c:pt idx="3610">
                  <c:v>7.4978376573180613E-2</c:v>
                </c:pt>
                <c:pt idx="3611">
                  <c:v>7.4993243858365741E-2</c:v>
                </c:pt>
                <c:pt idx="3612">
                  <c:v>7.500716799537889E-2</c:v>
                </c:pt>
                <c:pt idx="3613">
                  <c:v>7.5021255856346392E-2</c:v>
                </c:pt>
                <c:pt idx="3614">
                  <c:v>7.5042493947640107E-2</c:v>
                </c:pt>
                <c:pt idx="3615">
                  <c:v>7.5063332524927875E-2</c:v>
                </c:pt>
                <c:pt idx="3616">
                  <c:v>7.5065134572707082E-2</c:v>
                </c:pt>
                <c:pt idx="3617">
                  <c:v>7.5084108664179819E-2</c:v>
                </c:pt>
                <c:pt idx="3618">
                  <c:v>7.5087125937789143E-2</c:v>
                </c:pt>
                <c:pt idx="3619">
                  <c:v>7.5095295941415174E-2</c:v>
                </c:pt>
                <c:pt idx="3620">
                  <c:v>7.5100067898198092E-2</c:v>
                </c:pt>
                <c:pt idx="3621">
                  <c:v>7.5101655801948441E-2</c:v>
                </c:pt>
                <c:pt idx="3622">
                  <c:v>7.5104574568317164E-2</c:v>
                </c:pt>
                <c:pt idx="3623">
                  <c:v>7.5140039826526173E-2</c:v>
                </c:pt>
                <c:pt idx="3624">
                  <c:v>7.5151970392537765E-2</c:v>
                </c:pt>
                <c:pt idx="3625">
                  <c:v>7.5157347555625351E-2</c:v>
                </c:pt>
                <c:pt idx="3626">
                  <c:v>7.5164862359608509E-2</c:v>
                </c:pt>
                <c:pt idx="3627">
                  <c:v>7.5185213620918206E-2</c:v>
                </c:pt>
                <c:pt idx="3628">
                  <c:v>7.5191118825601727E-2</c:v>
                </c:pt>
                <c:pt idx="3629">
                  <c:v>7.5193972281188695E-2</c:v>
                </c:pt>
                <c:pt idx="3630">
                  <c:v>7.5197457880756671E-2</c:v>
                </c:pt>
                <c:pt idx="3631">
                  <c:v>7.5209225780008521E-2</c:v>
                </c:pt>
                <c:pt idx="3632">
                  <c:v>7.5236913160690519E-2</c:v>
                </c:pt>
                <c:pt idx="3633">
                  <c:v>7.5244482658106945E-2</c:v>
                </c:pt>
                <c:pt idx="3634">
                  <c:v>7.52735309798543E-2</c:v>
                </c:pt>
                <c:pt idx="3635">
                  <c:v>7.5275934080298201E-2</c:v>
                </c:pt>
                <c:pt idx="3636">
                  <c:v>7.5306579808820259E-2</c:v>
                </c:pt>
                <c:pt idx="3637">
                  <c:v>7.5307169888442035E-2</c:v>
                </c:pt>
                <c:pt idx="3638">
                  <c:v>7.5328176299376368E-2</c:v>
                </c:pt>
                <c:pt idx="3639">
                  <c:v>7.5341179965689509E-2</c:v>
                </c:pt>
                <c:pt idx="3640">
                  <c:v>7.535688805653129E-2</c:v>
                </c:pt>
                <c:pt idx="3641">
                  <c:v>7.5373526396431717E-2</c:v>
                </c:pt>
                <c:pt idx="3642">
                  <c:v>7.5382418521523123E-2</c:v>
                </c:pt>
                <c:pt idx="3643">
                  <c:v>7.5384786738471793E-2</c:v>
                </c:pt>
                <c:pt idx="3644">
                  <c:v>7.5385324673733003E-2</c:v>
                </c:pt>
                <c:pt idx="3645">
                  <c:v>7.5394186076983019E-2</c:v>
                </c:pt>
                <c:pt idx="3646">
                  <c:v>7.5397519327045068E-2</c:v>
                </c:pt>
                <c:pt idx="3647">
                  <c:v>7.5404152056058202E-2</c:v>
                </c:pt>
                <c:pt idx="3648">
                  <c:v>7.5411726183833891E-2</c:v>
                </c:pt>
                <c:pt idx="3649">
                  <c:v>7.543949184105192E-2</c:v>
                </c:pt>
                <c:pt idx="3650">
                  <c:v>7.5446030804101921E-2</c:v>
                </c:pt>
                <c:pt idx="3651">
                  <c:v>7.5461806311275109E-2</c:v>
                </c:pt>
                <c:pt idx="3652">
                  <c:v>7.5477497875885466E-2</c:v>
                </c:pt>
                <c:pt idx="3653">
                  <c:v>7.548989544848371E-2</c:v>
                </c:pt>
                <c:pt idx="3654">
                  <c:v>7.550078595094338E-2</c:v>
                </c:pt>
                <c:pt idx="3655">
                  <c:v>7.5518510266918207E-2</c:v>
                </c:pt>
                <c:pt idx="3656">
                  <c:v>7.5520823484284572E-2</c:v>
                </c:pt>
                <c:pt idx="3657">
                  <c:v>7.5538001787238046E-2</c:v>
                </c:pt>
                <c:pt idx="3658">
                  <c:v>7.5538926711838039E-2</c:v>
                </c:pt>
                <c:pt idx="3659">
                  <c:v>7.55418994362725E-2</c:v>
                </c:pt>
                <c:pt idx="3660">
                  <c:v>7.5565072261212396E-2</c:v>
                </c:pt>
                <c:pt idx="3661">
                  <c:v>7.5570716182504286E-2</c:v>
                </c:pt>
                <c:pt idx="3662">
                  <c:v>7.5577382276887359E-2</c:v>
                </c:pt>
                <c:pt idx="3663">
                  <c:v>7.5586774275071988E-2</c:v>
                </c:pt>
                <c:pt idx="3664">
                  <c:v>7.5591365560137166E-2</c:v>
                </c:pt>
                <c:pt idx="3665">
                  <c:v>7.5631331903667318E-2</c:v>
                </c:pt>
                <c:pt idx="3666">
                  <c:v>7.5650991705271398E-2</c:v>
                </c:pt>
                <c:pt idx="3667">
                  <c:v>7.5670652737681643E-2</c:v>
                </c:pt>
                <c:pt idx="3668">
                  <c:v>7.568824390161133E-2</c:v>
                </c:pt>
                <c:pt idx="3669">
                  <c:v>7.5695088122365334E-2</c:v>
                </c:pt>
                <c:pt idx="3670">
                  <c:v>7.5702791228659388E-2</c:v>
                </c:pt>
                <c:pt idx="3671">
                  <c:v>7.570789312706562E-2</c:v>
                </c:pt>
                <c:pt idx="3672">
                  <c:v>7.571273788072154E-2</c:v>
                </c:pt>
                <c:pt idx="3673">
                  <c:v>7.5718029834792741E-2</c:v>
                </c:pt>
                <c:pt idx="3674">
                  <c:v>7.5728340136711272E-2</c:v>
                </c:pt>
                <c:pt idx="3675">
                  <c:v>7.5729159467675819E-2</c:v>
                </c:pt>
                <c:pt idx="3676">
                  <c:v>7.5744489608556148E-2</c:v>
                </c:pt>
                <c:pt idx="3677">
                  <c:v>7.5745605273297836E-2</c:v>
                </c:pt>
                <c:pt idx="3678">
                  <c:v>7.5764476575273909E-2</c:v>
                </c:pt>
                <c:pt idx="3679">
                  <c:v>7.577876127205177E-2</c:v>
                </c:pt>
                <c:pt idx="3680">
                  <c:v>7.5785294917192533E-2</c:v>
                </c:pt>
                <c:pt idx="3681">
                  <c:v>7.5794405915864421E-2</c:v>
                </c:pt>
                <c:pt idx="3682">
                  <c:v>7.5805946389142995E-2</c:v>
                </c:pt>
                <c:pt idx="3683">
                  <c:v>7.5809949046592093E-2</c:v>
                </c:pt>
                <c:pt idx="3684">
                  <c:v>7.5818287483150101E-2</c:v>
                </c:pt>
                <c:pt idx="3685">
                  <c:v>7.5821224788093347E-2</c:v>
                </c:pt>
                <c:pt idx="3686">
                  <c:v>7.5821315060173852E-2</c:v>
                </c:pt>
                <c:pt idx="3687">
                  <c:v>7.582365891931267E-2</c:v>
                </c:pt>
                <c:pt idx="3688">
                  <c:v>7.5825716276358895E-2</c:v>
                </c:pt>
                <c:pt idx="3689">
                  <c:v>7.5825956263527464E-2</c:v>
                </c:pt>
                <c:pt idx="3690">
                  <c:v>7.5837730414852936E-2</c:v>
                </c:pt>
                <c:pt idx="3691">
                  <c:v>7.5850539886723592E-2</c:v>
                </c:pt>
                <c:pt idx="3692">
                  <c:v>7.5871107752338462E-2</c:v>
                </c:pt>
                <c:pt idx="3693">
                  <c:v>7.5874301396223143E-2</c:v>
                </c:pt>
                <c:pt idx="3694">
                  <c:v>7.5885568943515447E-2</c:v>
                </c:pt>
                <c:pt idx="3695">
                  <c:v>7.5900815234961908E-2</c:v>
                </c:pt>
                <c:pt idx="3696">
                  <c:v>7.5908955606760378E-2</c:v>
                </c:pt>
                <c:pt idx="3697">
                  <c:v>7.5909838943833408E-2</c:v>
                </c:pt>
                <c:pt idx="3698">
                  <c:v>7.5925914837637776E-2</c:v>
                </c:pt>
                <c:pt idx="3699">
                  <c:v>7.5939935617925558E-2</c:v>
                </c:pt>
                <c:pt idx="3700">
                  <c:v>7.5962557422555144E-2</c:v>
                </c:pt>
                <c:pt idx="3701">
                  <c:v>7.5963593992212003E-2</c:v>
                </c:pt>
                <c:pt idx="3702">
                  <c:v>7.596420158168124E-2</c:v>
                </c:pt>
                <c:pt idx="3703">
                  <c:v>7.5964627010841779E-2</c:v>
                </c:pt>
                <c:pt idx="3704">
                  <c:v>7.5979604998083011E-2</c:v>
                </c:pt>
                <c:pt idx="3705">
                  <c:v>7.5984470034083193E-2</c:v>
                </c:pt>
                <c:pt idx="3706">
                  <c:v>7.5987511375728498E-2</c:v>
                </c:pt>
                <c:pt idx="3707">
                  <c:v>7.6007173244447557E-2</c:v>
                </c:pt>
                <c:pt idx="3708">
                  <c:v>7.6012266760704258E-2</c:v>
                </c:pt>
                <c:pt idx="3709">
                  <c:v>7.6037848533125452E-2</c:v>
                </c:pt>
                <c:pt idx="3710">
                  <c:v>7.6041522064180231E-2</c:v>
                </c:pt>
                <c:pt idx="3711">
                  <c:v>7.6058845770201985E-2</c:v>
                </c:pt>
                <c:pt idx="3712">
                  <c:v>7.6060323193315779E-2</c:v>
                </c:pt>
                <c:pt idx="3713">
                  <c:v>7.6066439123297552E-2</c:v>
                </c:pt>
                <c:pt idx="3714">
                  <c:v>7.6080198812447181E-2</c:v>
                </c:pt>
                <c:pt idx="3715">
                  <c:v>7.6088617087589308E-2</c:v>
                </c:pt>
                <c:pt idx="3716">
                  <c:v>7.6093353699657321E-2</c:v>
                </c:pt>
                <c:pt idx="3717">
                  <c:v>7.6108530394756305E-2</c:v>
                </c:pt>
                <c:pt idx="3718">
                  <c:v>7.611285262566761E-2</c:v>
                </c:pt>
                <c:pt idx="3719">
                  <c:v>7.6114971531367565E-2</c:v>
                </c:pt>
                <c:pt idx="3720">
                  <c:v>7.6122839297033854E-2</c:v>
                </c:pt>
                <c:pt idx="3721">
                  <c:v>7.6163229263714535E-2</c:v>
                </c:pt>
                <c:pt idx="3722">
                  <c:v>7.6176487255284406E-2</c:v>
                </c:pt>
                <c:pt idx="3723">
                  <c:v>7.6181765946993399E-2</c:v>
                </c:pt>
                <c:pt idx="3724">
                  <c:v>7.6193047894028851E-2</c:v>
                </c:pt>
                <c:pt idx="3725">
                  <c:v>7.6193951494310644E-2</c:v>
                </c:pt>
                <c:pt idx="3726">
                  <c:v>7.6217955212203398E-2</c:v>
                </c:pt>
                <c:pt idx="3727">
                  <c:v>7.6224362328762146E-2</c:v>
                </c:pt>
                <c:pt idx="3728">
                  <c:v>7.6230742051935876E-2</c:v>
                </c:pt>
                <c:pt idx="3729">
                  <c:v>7.6238081363961346E-2</c:v>
                </c:pt>
                <c:pt idx="3730">
                  <c:v>7.6241093048825648E-2</c:v>
                </c:pt>
                <c:pt idx="3731">
                  <c:v>7.6249730696710857E-2</c:v>
                </c:pt>
                <c:pt idx="3732">
                  <c:v>7.6258667594692395E-2</c:v>
                </c:pt>
                <c:pt idx="3733">
                  <c:v>7.6258731158210108E-2</c:v>
                </c:pt>
                <c:pt idx="3734">
                  <c:v>7.6262363706709829E-2</c:v>
                </c:pt>
                <c:pt idx="3735">
                  <c:v>7.6278884595400831E-2</c:v>
                </c:pt>
                <c:pt idx="3736">
                  <c:v>7.6290360133789301E-2</c:v>
                </c:pt>
                <c:pt idx="3737">
                  <c:v>7.6299377657396625E-2</c:v>
                </c:pt>
                <c:pt idx="3738">
                  <c:v>7.6318358792388935E-2</c:v>
                </c:pt>
                <c:pt idx="3739">
                  <c:v>7.6318369439869513E-2</c:v>
                </c:pt>
                <c:pt idx="3740">
                  <c:v>7.6319874960501868E-2</c:v>
                </c:pt>
                <c:pt idx="3741">
                  <c:v>7.632266143449247E-2</c:v>
                </c:pt>
                <c:pt idx="3742">
                  <c:v>7.6327331742680748E-2</c:v>
                </c:pt>
                <c:pt idx="3743">
                  <c:v>7.6327735982014921E-2</c:v>
                </c:pt>
                <c:pt idx="3744">
                  <c:v>7.6329546069287393E-2</c:v>
                </c:pt>
                <c:pt idx="3745">
                  <c:v>7.6344199118636907E-2</c:v>
                </c:pt>
                <c:pt idx="3746">
                  <c:v>7.6344202154998431E-2</c:v>
                </c:pt>
                <c:pt idx="3747">
                  <c:v>7.6356147957819295E-2</c:v>
                </c:pt>
                <c:pt idx="3748">
                  <c:v>7.6356932745796913E-2</c:v>
                </c:pt>
                <c:pt idx="3749">
                  <c:v>7.6358617886370134E-2</c:v>
                </c:pt>
                <c:pt idx="3750">
                  <c:v>7.6376910517283972E-2</c:v>
                </c:pt>
                <c:pt idx="3751">
                  <c:v>7.6383523613909793E-2</c:v>
                </c:pt>
                <c:pt idx="3752">
                  <c:v>7.6400082554306789E-2</c:v>
                </c:pt>
                <c:pt idx="3753">
                  <c:v>7.6404542441399381E-2</c:v>
                </c:pt>
                <c:pt idx="3754">
                  <c:v>7.6409975622163229E-2</c:v>
                </c:pt>
                <c:pt idx="3755">
                  <c:v>7.6421612628892077E-2</c:v>
                </c:pt>
                <c:pt idx="3756">
                  <c:v>7.6429696490829452E-2</c:v>
                </c:pt>
                <c:pt idx="3757">
                  <c:v>7.6432496422342136E-2</c:v>
                </c:pt>
                <c:pt idx="3758">
                  <c:v>7.646109120162177E-2</c:v>
                </c:pt>
                <c:pt idx="3759">
                  <c:v>7.6466987218430815E-2</c:v>
                </c:pt>
                <c:pt idx="3760">
                  <c:v>7.6471754236257891E-2</c:v>
                </c:pt>
                <c:pt idx="3761">
                  <c:v>7.6475462315527917E-2</c:v>
                </c:pt>
                <c:pt idx="3762">
                  <c:v>7.6492147892806645E-2</c:v>
                </c:pt>
                <c:pt idx="3763">
                  <c:v>7.6496869728720038E-2</c:v>
                </c:pt>
                <c:pt idx="3764">
                  <c:v>7.6505653329345294E-2</c:v>
                </c:pt>
                <c:pt idx="3765">
                  <c:v>7.6516173530246728E-2</c:v>
                </c:pt>
                <c:pt idx="3766">
                  <c:v>7.6516298928972465E-2</c:v>
                </c:pt>
                <c:pt idx="3767">
                  <c:v>7.6546090883449519E-2</c:v>
                </c:pt>
                <c:pt idx="3768">
                  <c:v>7.65477603959E-2</c:v>
                </c:pt>
                <c:pt idx="3769">
                  <c:v>7.6566841657839085E-2</c:v>
                </c:pt>
                <c:pt idx="3770">
                  <c:v>7.657711000273254E-2</c:v>
                </c:pt>
                <c:pt idx="3771">
                  <c:v>7.6593670897098995E-2</c:v>
                </c:pt>
                <c:pt idx="3772">
                  <c:v>7.659460296430623E-2</c:v>
                </c:pt>
                <c:pt idx="3773">
                  <c:v>7.659991785155755E-2</c:v>
                </c:pt>
                <c:pt idx="3774">
                  <c:v>7.6605941037810238E-2</c:v>
                </c:pt>
                <c:pt idx="3775">
                  <c:v>7.6610379322745975E-2</c:v>
                </c:pt>
                <c:pt idx="3776">
                  <c:v>7.663082301433978E-2</c:v>
                </c:pt>
                <c:pt idx="3777">
                  <c:v>7.6639141469056718E-2</c:v>
                </c:pt>
                <c:pt idx="3778">
                  <c:v>7.6639562674887293E-2</c:v>
                </c:pt>
                <c:pt idx="3779">
                  <c:v>7.6642326475463901E-2</c:v>
                </c:pt>
                <c:pt idx="3780">
                  <c:v>7.6645776220367431E-2</c:v>
                </c:pt>
                <c:pt idx="3781">
                  <c:v>7.6648244388184225E-2</c:v>
                </c:pt>
                <c:pt idx="3782">
                  <c:v>7.6656943787734494E-2</c:v>
                </c:pt>
                <c:pt idx="3783">
                  <c:v>7.6675222632848289E-2</c:v>
                </c:pt>
                <c:pt idx="3784">
                  <c:v>7.668933111155854E-2</c:v>
                </c:pt>
                <c:pt idx="3785">
                  <c:v>7.6692504039330464E-2</c:v>
                </c:pt>
                <c:pt idx="3786">
                  <c:v>7.6702292663903229E-2</c:v>
                </c:pt>
                <c:pt idx="3787">
                  <c:v>7.6714860258106171E-2</c:v>
                </c:pt>
                <c:pt idx="3788">
                  <c:v>7.6718054817109013E-2</c:v>
                </c:pt>
                <c:pt idx="3789">
                  <c:v>7.6739067875664785E-2</c:v>
                </c:pt>
                <c:pt idx="3790">
                  <c:v>7.6755990159390594E-2</c:v>
                </c:pt>
                <c:pt idx="3791">
                  <c:v>7.6787819307054903E-2</c:v>
                </c:pt>
                <c:pt idx="3792">
                  <c:v>7.679137383331347E-2</c:v>
                </c:pt>
                <c:pt idx="3793">
                  <c:v>7.6793706675550993E-2</c:v>
                </c:pt>
                <c:pt idx="3794">
                  <c:v>7.6812123171177582E-2</c:v>
                </c:pt>
                <c:pt idx="3795">
                  <c:v>7.6821528049339227E-2</c:v>
                </c:pt>
                <c:pt idx="3796">
                  <c:v>7.6830811911520039E-2</c:v>
                </c:pt>
                <c:pt idx="3797">
                  <c:v>7.6832555790502577E-2</c:v>
                </c:pt>
                <c:pt idx="3798">
                  <c:v>7.6845102484978126E-2</c:v>
                </c:pt>
                <c:pt idx="3799">
                  <c:v>7.6856380579855554E-2</c:v>
                </c:pt>
                <c:pt idx="3800">
                  <c:v>7.685701346211643E-2</c:v>
                </c:pt>
                <c:pt idx="3801">
                  <c:v>7.6865321335614842E-2</c:v>
                </c:pt>
                <c:pt idx="3802">
                  <c:v>7.6866855989194321E-2</c:v>
                </c:pt>
                <c:pt idx="3803">
                  <c:v>7.6871630236243604E-2</c:v>
                </c:pt>
                <c:pt idx="3804">
                  <c:v>7.6874162512912306E-2</c:v>
                </c:pt>
                <c:pt idx="3805">
                  <c:v>7.6875882674891788E-2</c:v>
                </c:pt>
                <c:pt idx="3806">
                  <c:v>7.6931728467840854E-2</c:v>
                </c:pt>
                <c:pt idx="3807">
                  <c:v>7.6932874966748416E-2</c:v>
                </c:pt>
                <c:pt idx="3808">
                  <c:v>7.6933100161732118E-2</c:v>
                </c:pt>
                <c:pt idx="3809">
                  <c:v>7.6933606553075462E-2</c:v>
                </c:pt>
                <c:pt idx="3810">
                  <c:v>7.694875644382447E-2</c:v>
                </c:pt>
                <c:pt idx="3811">
                  <c:v>7.6957353177922586E-2</c:v>
                </c:pt>
                <c:pt idx="3812">
                  <c:v>7.6963709578933406E-2</c:v>
                </c:pt>
                <c:pt idx="3813">
                  <c:v>7.6987089571082593E-2</c:v>
                </c:pt>
                <c:pt idx="3814">
                  <c:v>7.7015182930847526E-2</c:v>
                </c:pt>
                <c:pt idx="3815">
                  <c:v>7.7022321013948264E-2</c:v>
                </c:pt>
                <c:pt idx="3816">
                  <c:v>7.7025448281190914E-2</c:v>
                </c:pt>
                <c:pt idx="3817">
                  <c:v>7.7025557810159656E-2</c:v>
                </c:pt>
                <c:pt idx="3818">
                  <c:v>7.7041562658155122E-2</c:v>
                </c:pt>
                <c:pt idx="3819">
                  <c:v>7.7049879485430933E-2</c:v>
                </c:pt>
                <c:pt idx="3820">
                  <c:v>7.7079510162107623E-2</c:v>
                </c:pt>
                <c:pt idx="3821">
                  <c:v>7.7088837277179537E-2</c:v>
                </c:pt>
                <c:pt idx="3822">
                  <c:v>7.7089108371444892E-2</c:v>
                </c:pt>
                <c:pt idx="3823">
                  <c:v>7.7096154765727593E-2</c:v>
                </c:pt>
                <c:pt idx="3824">
                  <c:v>7.7109032187282323E-2</c:v>
                </c:pt>
                <c:pt idx="3825">
                  <c:v>7.7119547820965487E-2</c:v>
                </c:pt>
                <c:pt idx="3826">
                  <c:v>7.7131276135468566E-2</c:v>
                </c:pt>
                <c:pt idx="3827">
                  <c:v>7.7134332200966896E-2</c:v>
                </c:pt>
                <c:pt idx="3828">
                  <c:v>7.7180337339652488E-2</c:v>
                </c:pt>
                <c:pt idx="3829">
                  <c:v>7.7193001252401194E-2</c:v>
                </c:pt>
                <c:pt idx="3830">
                  <c:v>7.719551314075368E-2</c:v>
                </c:pt>
                <c:pt idx="3831">
                  <c:v>7.7197721162972077E-2</c:v>
                </c:pt>
                <c:pt idx="3832">
                  <c:v>7.72081060540553E-2</c:v>
                </c:pt>
                <c:pt idx="3833">
                  <c:v>7.72214805610872E-2</c:v>
                </c:pt>
                <c:pt idx="3834">
                  <c:v>7.7229069799154809E-2</c:v>
                </c:pt>
                <c:pt idx="3835">
                  <c:v>7.7232540257062665E-2</c:v>
                </c:pt>
                <c:pt idx="3836">
                  <c:v>7.7238424594823593E-2</c:v>
                </c:pt>
                <c:pt idx="3837">
                  <c:v>7.7253120502020475E-2</c:v>
                </c:pt>
                <c:pt idx="3838">
                  <c:v>7.7261483250824298E-2</c:v>
                </c:pt>
                <c:pt idx="3839">
                  <c:v>7.7264924759717718E-2</c:v>
                </c:pt>
                <c:pt idx="3840">
                  <c:v>7.7265312008063358E-2</c:v>
                </c:pt>
                <c:pt idx="3841">
                  <c:v>7.726933556935317E-2</c:v>
                </c:pt>
                <c:pt idx="3842">
                  <c:v>7.7281863906277448E-2</c:v>
                </c:pt>
                <c:pt idx="3843">
                  <c:v>7.7288281933894504E-2</c:v>
                </c:pt>
                <c:pt idx="3844">
                  <c:v>7.7298004827937042E-2</c:v>
                </c:pt>
                <c:pt idx="3845">
                  <c:v>7.7302334274714432E-2</c:v>
                </c:pt>
                <c:pt idx="3846">
                  <c:v>7.7339958858219676E-2</c:v>
                </c:pt>
                <c:pt idx="3847">
                  <c:v>7.7347691300779814E-2</c:v>
                </c:pt>
                <c:pt idx="3848">
                  <c:v>7.7353314610385207E-2</c:v>
                </c:pt>
                <c:pt idx="3849">
                  <c:v>7.7360733833927831E-2</c:v>
                </c:pt>
                <c:pt idx="3850">
                  <c:v>7.736492874349403E-2</c:v>
                </c:pt>
                <c:pt idx="3851">
                  <c:v>7.7382246957342388E-2</c:v>
                </c:pt>
                <c:pt idx="3852">
                  <c:v>7.7382438883897481E-2</c:v>
                </c:pt>
                <c:pt idx="3853">
                  <c:v>7.7406391089234639E-2</c:v>
                </c:pt>
                <c:pt idx="3854">
                  <c:v>7.7408602176896518E-2</c:v>
                </c:pt>
                <c:pt idx="3855">
                  <c:v>7.7433185500451973E-2</c:v>
                </c:pt>
                <c:pt idx="3856">
                  <c:v>7.744056931659235E-2</c:v>
                </c:pt>
                <c:pt idx="3857">
                  <c:v>7.7447150042803919E-2</c:v>
                </c:pt>
                <c:pt idx="3858">
                  <c:v>7.7456634635426264E-2</c:v>
                </c:pt>
                <c:pt idx="3859">
                  <c:v>7.7470313774080951E-2</c:v>
                </c:pt>
                <c:pt idx="3860">
                  <c:v>7.7474628095776515E-2</c:v>
                </c:pt>
                <c:pt idx="3861">
                  <c:v>7.7475668607870612E-2</c:v>
                </c:pt>
                <c:pt idx="3862">
                  <c:v>7.7514019084319513E-2</c:v>
                </c:pt>
                <c:pt idx="3863">
                  <c:v>7.7535001962644054E-2</c:v>
                </c:pt>
                <c:pt idx="3864">
                  <c:v>7.7544853606676012E-2</c:v>
                </c:pt>
                <c:pt idx="3865">
                  <c:v>7.7550512293785859E-2</c:v>
                </c:pt>
                <c:pt idx="3866">
                  <c:v>7.7551141198921092E-2</c:v>
                </c:pt>
                <c:pt idx="3867">
                  <c:v>7.7555531873449227E-2</c:v>
                </c:pt>
                <c:pt idx="3868">
                  <c:v>7.7560737877319597E-2</c:v>
                </c:pt>
                <c:pt idx="3869">
                  <c:v>7.7567702295222751E-2</c:v>
                </c:pt>
                <c:pt idx="3870">
                  <c:v>7.7574803817742843E-2</c:v>
                </c:pt>
                <c:pt idx="3871">
                  <c:v>7.7602077079847759E-2</c:v>
                </c:pt>
                <c:pt idx="3872">
                  <c:v>7.7617665984602596E-2</c:v>
                </c:pt>
                <c:pt idx="3873">
                  <c:v>7.7624354082314773E-2</c:v>
                </c:pt>
                <c:pt idx="3874">
                  <c:v>7.7632844444532376E-2</c:v>
                </c:pt>
                <c:pt idx="3875">
                  <c:v>7.7635386529346095E-2</c:v>
                </c:pt>
                <c:pt idx="3876">
                  <c:v>7.7637953315760913E-2</c:v>
                </c:pt>
                <c:pt idx="3877">
                  <c:v>7.7640842217611736E-2</c:v>
                </c:pt>
                <c:pt idx="3878">
                  <c:v>7.7642348167117903E-2</c:v>
                </c:pt>
                <c:pt idx="3879">
                  <c:v>7.7647620121454403E-2</c:v>
                </c:pt>
                <c:pt idx="3880">
                  <c:v>7.7659163676411E-2</c:v>
                </c:pt>
                <c:pt idx="3881">
                  <c:v>7.7674713908186019E-2</c:v>
                </c:pt>
                <c:pt idx="3882">
                  <c:v>7.7695817029073549E-2</c:v>
                </c:pt>
                <c:pt idx="3883">
                  <c:v>7.7745180408322317E-2</c:v>
                </c:pt>
                <c:pt idx="3884">
                  <c:v>7.7770892166391908E-2</c:v>
                </c:pt>
                <c:pt idx="3885">
                  <c:v>7.7790740101906675E-2</c:v>
                </c:pt>
                <c:pt idx="3886">
                  <c:v>7.7793013926630683E-2</c:v>
                </c:pt>
                <c:pt idx="3887">
                  <c:v>7.7809576173830386E-2</c:v>
                </c:pt>
                <c:pt idx="3888">
                  <c:v>7.7822575196528368E-2</c:v>
                </c:pt>
                <c:pt idx="3889">
                  <c:v>7.7839376689843309E-2</c:v>
                </c:pt>
                <c:pt idx="3890">
                  <c:v>7.78418222529913E-2</c:v>
                </c:pt>
                <c:pt idx="3891">
                  <c:v>7.7851493797189239E-2</c:v>
                </c:pt>
                <c:pt idx="3892">
                  <c:v>7.7852950407390556E-2</c:v>
                </c:pt>
                <c:pt idx="3893">
                  <c:v>7.7858523866641355E-2</c:v>
                </c:pt>
                <c:pt idx="3894">
                  <c:v>7.7867993848985378E-2</c:v>
                </c:pt>
                <c:pt idx="3895">
                  <c:v>7.7870987714497353E-2</c:v>
                </c:pt>
                <c:pt idx="3896">
                  <c:v>7.7873359385505714E-2</c:v>
                </c:pt>
                <c:pt idx="3897">
                  <c:v>7.7887063589075475E-2</c:v>
                </c:pt>
                <c:pt idx="3898">
                  <c:v>7.7889162085727534E-2</c:v>
                </c:pt>
                <c:pt idx="3899">
                  <c:v>7.7898445849670803E-2</c:v>
                </c:pt>
                <c:pt idx="3900">
                  <c:v>7.790170056302026E-2</c:v>
                </c:pt>
                <c:pt idx="3901">
                  <c:v>7.7905358956703044E-2</c:v>
                </c:pt>
                <c:pt idx="3902">
                  <c:v>7.790665131048144E-2</c:v>
                </c:pt>
                <c:pt idx="3903">
                  <c:v>7.7909688985910497E-2</c:v>
                </c:pt>
                <c:pt idx="3904">
                  <c:v>7.7912462626432602E-2</c:v>
                </c:pt>
                <c:pt idx="3905">
                  <c:v>7.7912532885222249E-2</c:v>
                </c:pt>
                <c:pt idx="3906">
                  <c:v>7.7967453042641244E-2</c:v>
                </c:pt>
                <c:pt idx="3907">
                  <c:v>7.7973613881528472E-2</c:v>
                </c:pt>
                <c:pt idx="3908">
                  <c:v>7.7982496331925805E-2</c:v>
                </c:pt>
                <c:pt idx="3909">
                  <c:v>7.7983323341108635E-2</c:v>
                </c:pt>
                <c:pt idx="3910">
                  <c:v>7.7985662860354299E-2</c:v>
                </c:pt>
                <c:pt idx="3911">
                  <c:v>7.7991113593908451E-2</c:v>
                </c:pt>
                <c:pt idx="3912">
                  <c:v>7.7998296544692647E-2</c:v>
                </c:pt>
                <c:pt idx="3913">
                  <c:v>7.8002550870343815E-2</c:v>
                </c:pt>
                <c:pt idx="3914">
                  <c:v>7.8019885872190178E-2</c:v>
                </c:pt>
                <c:pt idx="3915">
                  <c:v>7.8028879997200665E-2</c:v>
                </c:pt>
                <c:pt idx="3916">
                  <c:v>7.8029325968970664E-2</c:v>
                </c:pt>
                <c:pt idx="3917">
                  <c:v>7.8046204296027183E-2</c:v>
                </c:pt>
                <c:pt idx="3918">
                  <c:v>7.8046809403763392E-2</c:v>
                </c:pt>
                <c:pt idx="3919">
                  <c:v>7.8056788897096024E-2</c:v>
                </c:pt>
                <c:pt idx="3920">
                  <c:v>7.8066703436590307E-2</c:v>
                </c:pt>
                <c:pt idx="3921">
                  <c:v>7.8081797716605283E-2</c:v>
                </c:pt>
                <c:pt idx="3922">
                  <c:v>7.8088266226867389E-2</c:v>
                </c:pt>
                <c:pt idx="3923">
                  <c:v>7.8102634193811707E-2</c:v>
                </c:pt>
                <c:pt idx="3924">
                  <c:v>7.8111933370791753E-2</c:v>
                </c:pt>
                <c:pt idx="3925">
                  <c:v>7.8114251797111581E-2</c:v>
                </c:pt>
                <c:pt idx="3926">
                  <c:v>7.8120583533028878E-2</c:v>
                </c:pt>
                <c:pt idx="3927">
                  <c:v>7.8127314702796824E-2</c:v>
                </c:pt>
                <c:pt idx="3928">
                  <c:v>7.8136896337497624E-2</c:v>
                </c:pt>
                <c:pt idx="3929">
                  <c:v>7.8166056867280953E-2</c:v>
                </c:pt>
                <c:pt idx="3930">
                  <c:v>7.8167208224848392E-2</c:v>
                </c:pt>
                <c:pt idx="3931">
                  <c:v>7.817023816967969E-2</c:v>
                </c:pt>
                <c:pt idx="3932">
                  <c:v>7.8175477025314383E-2</c:v>
                </c:pt>
                <c:pt idx="3933">
                  <c:v>7.8177199636104713E-2</c:v>
                </c:pt>
                <c:pt idx="3934">
                  <c:v>7.8185173930351931E-2</c:v>
                </c:pt>
                <c:pt idx="3935">
                  <c:v>7.819812559452588E-2</c:v>
                </c:pt>
                <c:pt idx="3936">
                  <c:v>7.820438056340083E-2</c:v>
                </c:pt>
                <c:pt idx="3937">
                  <c:v>7.8210013837101341E-2</c:v>
                </c:pt>
                <c:pt idx="3938">
                  <c:v>7.8212220416437689E-2</c:v>
                </c:pt>
                <c:pt idx="3939">
                  <c:v>7.8213125608170425E-2</c:v>
                </c:pt>
                <c:pt idx="3940">
                  <c:v>7.8222904989886835E-2</c:v>
                </c:pt>
                <c:pt idx="3941">
                  <c:v>7.8224512213329406E-2</c:v>
                </c:pt>
                <c:pt idx="3942">
                  <c:v>7.8236526659757902E-2</c:v>
                </c:pt>
                <c:pt idx="3943">
                  <c:v>7.82471871510836E-2</c:v>
                </c:pt>
                <c:pt idx="3944">
                  <c:v>7.8257698237538725E-2</c:v>
                </c:pt>
                <c:pt idx="3945">
                  <c:v>7.8259707461777128E-2</c:v>
                </c:pt>
                <c:pt idx="3946">
                  <c:v>7.8260002621917776E-2</c:v>
                </c:pt>
                <c:pt idx="3947">
                  <c:v>7.8262462670875069E-2</c:v>
                </c:pt>
                <c:pt idx="3948">
                  <c:v>7.8267094538506776E-2</c:v>
                </c:pt>
                <c:pt idx="3949">
                  <c:v>7.8267685729984465E-2</c:v>
                </c:pt>
                <c:pt idx="3950">
                  <c:v>7.828426064796902E-2</c:v>
                </c:pt>
                <c:pt idx="3951">
                  <c:v>7.8303409092751963E-2</c:v>
                </c:pt>
                <c:pt idx="3952">
                  <c:v>7.8312502426587022E-2</c:v>
                </c:pt>
                <c:pt idx="3953">
                  <c:v>7.8332341606420372E-2</c:v>
                </c:pt>
                <c:pt idx="3954">
                  <c:v>7.83352781269962E-2</c:v>
                </c:pt>
                <c:pt idx="3955">
                  <c:v>7.8346738922566064E-2</c:v>
                </c:pt>
                <c:pt idx="3956">
                  <c:v>7.8394851279804431E-2</c:v>
                </c:pt>
                <c:pt idx="3957">
                  <c:v>7.8416774252004579E-2</c:v>
                </c:pt>
                <c:pt idx="3958">
                  <c:v>7.8417954628740974E-2</c:v>
                </c:pt>
                <c:pt idx="3959">
                  <c:v>7.8429429455914634E-2</c:v>
                </c:pt>
                <c:pt idx="3960">
                  <c:v>7.8451874155490792E-2</c:v>
                </c:pt>
                <c:pt idx="3961">
                  <c:v>7.8455631053710562E-2</c:v>
                </c:pt>
                <c:pt idx="3962">
                  <c:v>7.8497232671335571E-2</c:v>
                </c:pt>
                <c:pt idx="3963">
                  <c:v>7.8512742265274535E-2</c:v>
                </c:pt>
                <c:pt idx="3964">
                  <c:v>7.8513177646556187E-2</c:v>
                </c:pt>
                <c:pt idx="3965">
                  <c:v>7.8530570443386821E-2</c:v>
                </c:pt>
                <c:pt idx="3966">
                  <c:v>7.8538529809177374E-2</c:v>
                </c:pt>
                <c:pt idx="3967">
                  <c:v>7.8549934301339136E-2</c:v>
                </c:pt>
                <c:pt idx="3968">
                  <c:v>7.8552018174451538E-2</c:v>
                </c:pt>
                <c:pt idx="3969">
                  <c:v>7.8554045611785653E-2</c:v>
                </c:pt>
                <c:pt idx="3970">
                  <c:v>7.8562694571667452E-2</c:v>
                </c:pt>
                <c:pt idx="3971">
                  <c:v>7.8575714469793653E-2</c:v>
                </c:pt>
                <c:pt idx="3972">
                  <c:v>7.8576729314687316E-2</c:v>
                </c:pt>
                <c:pt idx="3973">
                  <c:v>7.8580689551815949E-2</c:v>
                </c:pt>
                <c:pt idx="3974">
                  <c:v>7.8585646134480353E-2</c:v>
                </c:pt>
                <c:pt idx="3975">
                  <c:v>7.8597941403731358E-2</c:v>
                </c:pt>
                <c:pt idx="3976">
                  <c:v>7.8610156039542231E-2</c:v>
                </c:pt>
                <c:pt idx="3977">
                  <c:v>7.8616887770292951E-2</c:v>
                </c:pt>
                <c:pt idx="3978">
                  <c:v>7.8617146824622411E-2</c:v>
                </c:pt>
                <c:pt idx="3979">
                  <c:v>7.8617530673170455E-2</c:v>
                </c:pt>
                <c:pt idx="3980">
                  <c:v>7.8634237875967072E-2</c:v>
                </c:pt>
                <c:pt idx="3981">
                  <c:v>7.8646826445973608E-2</c:v>
                </c:pt>
                <c:pt idx="3982">
                  <c:v>7.8658822829306904E-2</c:v>
                </c:pt>
                <c:pt idx="3983">
                  <c:v>7.8659441298154456E-2</c:v>
                </c:pt>
                <c:pt idx="3984">
                  <c:v>7.8703058807356355E-2</c:v>
                </c:pt>
                <c:pt idx="3985">
                  <c:v>7.8707264068261992E-2</c:v>
                </c:pt>
                <c:pt idx="3986">
                  <c:v>7.8708816405078208E-2</c:v>
                </c:pt>
                <c:pt idx="3987">
                  <c:v>7.8711314977164798E-2</c:v>
                </c:pt>
                <c:pt idx="3988">
                  <c:v>7.8717195396350803E-2</c:v>
                </c:pt>
                <c:pt idx="3989">
                  <c:v>7.8722917429653941E-2</c:v>
                </c:pt>
                <c:pt idx="3990">
                  <c:v>7.8725413421927889E-2</c:v>
                </c:pt>
                <c:pt idx="3991">
                  <c:v>7.8743574391787211E-2</c:v>
                </c:pt>
                <c:pt idx="3992">
                  <c:v>7.876438379545507E-2</c:v>
                </c:pt>
                <c:pt idx="3993">
                  <c:v>7.8769654673754685E-2</c:v>
                </c:pt>
                <c:pt idx="3994">
                  <c:v>7.8778243660282216E-2</c:v>
                </c:pt>
                <c:pt idx="3995">
                  <c:v>7.8784947945022832E-2</c:v>
                </c:pt>
                <c:pt idx="3996">
                  <c:v>7.8792036697646395E-2</c:v>
                </c:pt>
                <c:pt idx="3997">
                  <c:v>7.8793703509947077E-2</c:v>
                </c:pt>
                <c:pt idx="3998">
                  <c:v>7.8799216197273536E-2</c:v>
                </c:pt>
                <c:pt idx="3999">
                  <c:v>7.8805316633944411E-2</c:v>
                </c:pt>
                <c:pt idx="4000">
                  <c:v>7.8807941211486168E-2</c:v>
                </c:pt>
                <c:pt idx="4001">
                  <c:v>7.881456555228282E-2</c:v>
                </c:pt>
                <c:pt idx="4002">
                  <c:v>7.8833878416679895E-2</c:v>
                </c:pt>
                <c:pt idx="4003">
                  <c:v>7.8843539742220442E-2</c:v>
                </c:pt>
                <c:pt idx="4004">
                  <c:v>7.8855750765848096E-2</c:v>
                </c:pt>
                <c:pt idx="4005">
                  <c:v>7.8862493135788511E-2</c:v>
                </c:pt>
                <c:pt idx="4006">
                  <c:v>7.8894834392494034E-2</c:v>
                </c:pt>
                <c:pt idx="4007">
                  <c:v>7.8897659211048007E-2</c:v>
                </c:pt>
                <c:pt idx="4008">
                  <c:v>7.8898072767634206E-2</c:v>
                </c:pt>
                <c:pt idx="4009">
                  <c:v>7.8917505408799105E-2</c:v>
                </c:pt>
                <c:pt idx="4010">
                  <c:v>7.8921420840538936E-2</c:v>
                </c:pt>
                <c:pt idx="4011">
                  <c:v>7.8922102376256784E-2</c:v>
                </c:pt>
                <c:pt idx="4012">
                  <c:v>7.8929955287034476E-2</c:v>
                </c:pt>
                <c:pt idx="4013">
                  <c:v>7.893678451275718E-2</c:v>
                </c:pt>
                <c:pt idx="4014">
                  <c:v>7.8942270147069268E-2</c:v>
                </c:pt>
                <c:pt idx="4015">
                  <c:v>7.8980884821319527E-2</c:v>
                </c:pt>
                <c:pt idx="4016">
                  <c:v>7.8988541162293049E-2</c:v>
                </c:pt>
                <c:pt idx="4017">
                  <c:v>7.899564986122351E-2</c:v>
                </c:pt>
                <c:pt idx="4018">
                  <c:v>7.9007351929080524E-2</c:v>
                </c:pt>
                <c:pt idx="4019">
                  <c:v>7.9019635102720323E-2</c:v>
                </c:pt>
                <c:pt idx="4020">
                  <c:v>7.9053323033222184E-2</c:v>
                </c:pt>
                <c:pt idx="4021">
                  <c:v>7.9054134451892868E-2</c:v>
                </c:pt>
                <c:pt idx="4022">
                  <c:v>7.9058544003767509E-2</c:v>
                </c:pt>
                <c:pt idx="4023">
                  <c:v>7.9063110160171091E-2</c:v>
                </c:pt>
                <c:pt idx="4024">
                  <c:v>7.9068806275765346E-2</c:v>
                </c:pt>
                <c:pt idx="4025">
                  <c:v>7.9071479011732615E-2</c:v>
                </c:pt>
                <c:pt idx="4026">
                  <c:v>7.9072836885936526E-2</c:v>
                </c:pt>
                <c:pt idx="4027">
                  <c:v>7.9084044630622102E-2</c:v>
                </c:pt>
                <c:pt idx="4028">
                  <c:v>7.9110247492880273E-2</c:v>
                </c:pt>
                <c:pt idx="4029">
                  <c:v>7.9115362988731619E-2</c:v>
                </c:pt>
                <c:pt idx="4030">
                  <c:v>7.9125237355103101E-2</c:v>
                </c:pt>
                <c:pt idx="4031">
                  <c:v>7.9130849697549147E-2</c:v>
                </c:pt>
                <c:pt idx="4032">
                  <c:v>7.9139041514431976E-2</c:v>
                </c:pt>
                <c:pt idx="4033">
                  <c:v>7.9155764713799134E-2</c:v>
                </c:pt>
                <c:pt idx="4034">
                  <c:v>7.916322665694453E-2</c:v>
                </c:pt>
                <c:pt idx="4035">
                  <c:v>7.9163248697681418E-2</c:v>
                </c:pt>
                <c:pt idx="4036">
                  <c:v>7.916383596024032E-2</c:v>
                </c:pt>
                <c:pt idx="4037">
                  <c:v>7.9170132789249906E-2</c:v>
                </c:pt>
                <c:pt idx="4038">
                  <c:v>7.9174005320768945E-2</c:v>
                </c:pt>
                <c:pt idx="4039">
                  <c:v>7.9176835871803145E-2</c:v>
                </c:pt>
                <c:pt idx="4040">
                  <c:v>7.917934244787507E-2</c:v>
                </c:pt>
                <c:pt idx="4041">
                  <c:v>7.9193352978088868E-2</c:v>
                </c:pt>
                <c:pt idx="4042">
                  <c:v>7.9210082134856544E-2</c:v>
                </c:pt>
                <c:pt idx="4043">
                  <c:v>7.9218880147786511E-2</c:v>
                </c:pt>
                <c:pt idx="4044">
                  <c:v>7.9224101098354247E-2</c:v>
                </c:pt>
                <c:pt idx="4045">
                  <c:v>7.9234105787245601E-2</c:v>
                </c:pt>
                <c:pt idx="4046">
                  <c:v>7.9244457539325949E-2</c:v>
                </c:pt>
                <c:pt idx="4047">
                  <c:v>7.9264436190177728E-2</c:v>
                </c:pt>
                <c:pt idx="4048">
                  <c:v>7.9265581237228114E-2</c:v>
                </c:pt>
                <c:pt idx="4049">
                  <c:v>7.9268906012828044E-2</c:v>
                </c:pt>
                <c:pt idx="4050">
                  <c:v>7.9280761366026437E-2</c:v>
                </c:pt>
                <c:pt idx="4051">
                  <c:v>7.9281680305231167E-2</c:v>
                </c:pt>
                <c:pt idx="4052">
                  <c:v>7.9289213009073586E-2</c:v>
                </c:pt>
                <c:pt idx="4053">
                  <c:v>7.928925243806971E-2</c:v>
                </c:pt>
                <c:pt idx="4054">
                  <c:v>7.9309059838616497E-2</c:v>
                </c:pt>
                <c:pt idx="4055">
                  <c:v>7.9309472444354712E-2</c:v>
                </c:pt>
                <c:pt idx="4056">
                  <c:v>7.9309557923412516E-2</c:v>
                </c:pt>
                <c:pt idx="4057">
                  <c:v>7.9309690678941586E-2</c:v>
                </c:pt>
                <c:pt idx="4058">
                  <c:v>7.9312399769233113E-2</c:v>
                </c:pt>
                <c:pt idx="4059">
                  <c:v>7.9319495251246694E-2</c:v>
                </c:pt>
                <c:pt idx="4060">
                  <c:v>7.9325059913098475E-2</c:v>
                </c:pt>
                <c:pt idx="4061">
                  <c:v>7.9351639127284185E-2</c:v>
                </c:pt>
                <c:pt idx="4062">
                  <c:v>7.9351948603732583E-2</c:v>
                </c:pt>
                <c:pt idx="4063">
                  <c:v>7.9353825188499483E-2</c:v>
                </c:pt>
                <c:pt idx="4064">
                  <c:v>7.935616384613868E-2</c:v>
                </c:pt>
                <c:pt idx="4065">
                  <c:v>7.9374843658419361E-2</c:v>
                </c:pt>
                <c:pt idx="4066">
                  <c:v>7.9398298943456749E-2</c:v>
                </c:pt>
                <c:pt idx="4067">
                  <c:v>7.9401311879052486E-2</c:v>
                </c:pt>
                <c:pt idx="4068">
                  <c:v>7.9425222973295587E-2</c:v>
                </c:pt>
                <c:pt idx="4069">
                  <c:v>7.9443070854851833E-2</c:v>
                </c:pt>
                <c:pt idx="4070">
                  <c:v>7.9458339516114349E-2</c:v>
                </c:pt>
                <c:pt idx="4071">
                  <c:v>7.9490728501033905E-2</c:v>
                </c:pt>
                <c:pt idx="4072">
                  <c:v>7.9499399348917116E-2</c:v>
                </c:pt>
                <c:pt idx="4073">
                  <c:v>7.9508858710098801E-2</c:v>
                </c:pt>
                <c:pt idx="4074">
                  <c:v>7.9509723089435339E-2</c:v>
                </c:pt>
                <c:pt idx="4075">
                  <c:v>7.9524763263800938E-2</c:v>
                </c:pt>
                <c:pt idx="4076">
                  <c:v>7.9530219486196541E-2</c:v>
                </c:pt>
                <c:pt idx="4077">
                  <c:v>7.9539118032283709E-2</c:v>
                </c:pt>
                <c:pt idx="4078">
                  <c:v>7.9547859603142396E-2</c:v>
                </c:pt>
                <c:pt idx="4079">
                  <c:v>7.9553632173137309E-2</c:v>
                </c:pt>
                <c:pt idx="4080">
                  <c:v>7.9556622227884094E-2</c:v>
                </c:pt>
                <c:pt idx="4081">
                  <c:v>7.9561434137953052E-2</c:v>
                </c:pt>
                <c:pt idx="4082">
                  <c:v>7.9571169730812533E-2</c:v>
                </c:pt>
                <c:pt idx="4083">
                  <c:v>7.9572876485655433E-2</c:v>
                </c:pt>
                <c:pt idx="4084">
                  <c:v>7.9590359523043303E-2</c:v>
                </c:pt>
                <c:pt idx="4085">
                  <c:v>7.9649490327268035E-2</c:v>
                </c:pt>
                <c:pt idx="4086">
                  <c:v>7.9653076258807493E-2</c:v>
                </c:pt>
                <c:pt idx="4087">
                  <c:v>7.9653630321890601E-2</c:v>
                </c:pt>
                <c:pt idx="4088">
                  <c:v>7.9658190170164345E-2</c:v>
                </c:pt>
                <c:pt idx="4089">
                  <c:v>7.9659542386106244E-2</c:v>
                </c:pt>
                <c:pt idx="4090">
                  <c:v>7.9676021279869225E-2</c:v>
                </c:pt>
                <c:pt idx="4091">
                  <c:v>7.9725298599348335E-2</c:v>
                </c:pt>
                <c:pt idx="4092">
                  <c:v>7.9725544013259264E-2</c:v>
                </c:pt>
                <c:pt idx="4093">
                  <c:v>7.9726382598393777E-2</c:v>
                </c:pt>
                <c:pt idx="4094">
                  <c:v>7.9737546392371683E-2</c:v>
                </c:pt>
                <c:pt idx="4095">
                  <c:v>7.9746304118988504E-2</c:v>
                </c:pt>
                <c:pt idx="4096">
                  <c:v>7.9749997323446314E-2</c:v>
                </c:pt>
                <c:pt idx="4097">
                  <c:v>7.9759078710120321E-2</c:v>
                </c:pt>
                <c:pt idx="4098">
                  <c:v>7.9776594218413613E-2</c:v>
                </c:pt>
                <c:pt idx="4099">
                  <c:v>7.9797599489916965E-2</c:v>
                </c:pt>
                <c:pt idx="4100">
                  <c:v>7.9799885026947528E-2</c:v>
                </c:pt>
                <c:pt idx="4101">
                  <c:v>7.9801753320558652E-2</c:v>
                </c:pt>
                <c:pt idx="4102">
                  <c:v>7.9805742495741933E-2</c:v>
                </c:pt>
                <c:pt idx="4103">
                  <c:v>7.9814741267379224E-2</c:v>
                </c:pt>
                <c:pt idx="4104">
                  <c:v>7.9821906199606815E-2</c:v>
                </c:pt>
                <c:pt idx="4105">
                  <c:v>7.9828133162223175E-2</c:v>
                </c:pt>
                <c:pt idx="4106">
                  <c:v>7.9852344976219833E-2</c:v>
                </c:pt>
                <c:pt idx="4107">
                  <c:v>7.9855142050784117E-2</c:v>
                </c:pt>
                <c:pt idx="4108">
                  <c:v>7.9857714057052762E-2</c:v>
                </c:pt>
                <c:pt idx="4109">
                  <c:v>7.9861597551995581E-2</c:v>
                </c:pt>
                <c:pt idx="4110">
                  <c:v>7.9866317401680195E-2</c:v>
                </c:pt>
                <c:pt idx="4111">
                  <c:v>7.9889253984678318E-2</c:v>
                </c:pt>
                <c:pt idx="4112">
                  <c:v>7.989515858722647E-2</c:v>
                </c:pt>
                <c:pt idx="4113">
                  <c:v>7.9895459484721348E-2</c:v>
                </c:pt>
                <c:pt idx="4114">
                  <c:v>7.9906391954099168E-2</c:v>
                </c:pt>
                <c:pt idx="4115">
                  <c:v>7.9916078919371317E-2</c:v>
                </c:pt>
                <c:pt idx="4116">
                  <c:v>7.9918625091792331E-2</c:v>
                </c:pt>
                <c:pt idx="4117">
                  <c:v>7.9954915129105686E-2</c:v>
                </c:pt>
                <c:pt idx="4118">
                  <c:v>7.9957707662237865E-2</c:v>
                </c:pt>
                <c:pt idx="4119">
                  <c:v>7.9985725483242412E-2</c:v>
                </c:pt>
                <c:pt idx="4120">
                  <c:v>7.9986917304543964E-2</c:v>
                </c:pt>
                <c:pt idx="4121">
                  <c:v>8.0012567232634377E-2</c:v>
                </c:pt>
                <c:pt idx="4122">
                  <c:v>8.0024614846662415E-2</c:v>
                </c:pt>
                <c:pt idx="4123">
                  <c:v>8.0041920908410863E-2</c:v>
                </c:pt>
                <c:pt idx="4124">
                  <c:v>8.0087503456840944E-2</c:v>
                </c:pt>
                <c:pt idx="4125">
                  <c:v>8.0094761493680347E-2</c:v>
                </c:pt>
                <c:pt idx="4126">
                  <c:v>8.0095104434492803E-2</c:v>
                </c:pt>
                <c:pt idx="4127">
                  <c:v>8.0100226374671304E-2</c:v>
                </c:pt>
                <c:pt idx="4128">
                  <c:v>8.012447990436844E-2</c:v>
                </c:pt>
                <c:pt idx="4129">
                  <c:v>8.013033561861839E-2</c:v>
                </c:pt>
                <c:pt idx="4130">
                  <c:v>8.0192373240489501E-2</c:v>
                </c:pt>
                <c:pt idx="4131">
                  <c:v>8.0219715275679698E-2</c:v>
                </c:pt>
                <c:pt idx="4132">
                  <c:v>8.0248439548132586E-2</c:v>
                </c:pt>
                <c:pt idx="4133">
                  <c:v>8.0251608254045939E-2</c:v>
                </c:pt>
                <c:pt idx="4134">
                  <c:v>8.0264424043919869E-2</c:v>
                </c:pt>
                <c:pt idx="4135">
                  <c:v>8.0291987634817291E-2</c:v>
                </c:pt>
                <c:pt idx="4136">
                  <c:v>8.0300846077757143E-2</c:v>
                </c:pt>
                <c:pt idx="4137">
                  <c:v>8.0301087076572672E-2</c:v>
                </c:pt>
                <c:pt idx="4138">
                  <c:v>8.0325853081793575E-2</c:v>
                </c:pt>
                <c:pt idx="4139">
                  <c:v>8.0330612588825276E-2</c:v>
                </c:pt>
                <c:pt idx="4140">
                  <c:v>8.0331000316625378E-2</c:v>
                </c:pt>
                <c:pt idx="4141">
                  <c:v>8.0336317024754758E-2</c:v>
                </c:pt>
                <c:pt idx="4142">
                  <c:v>8.0339946198934281E-2</c:v>
                </c:pt>
                <c:pt idx="4143">
                  <c:v>8.0353495634212027E-2</c:v>
                </c:pt>
                <c:pt idx="4144">
                  <c:v>8.037079545097818E-2</c:v>
                </c:pt>
                <c:pt idx="4145">
                  <c:v>8.0381124214874394E-2</c:v>
                </c:pt>
                <c:pt idx="4146">
                  <c:v>8.0397016483277892E-2</c:v>
                </c:pt>
                <c:pt idx="4147">
                  <c:v>8.0408322657384595E-2</c:v>
                </c:pt>
                <c:pt idx="4148">
                  <c:v>8.0412267477917618E-2</c:v>
                </c:pt>
                <c:pt idx="4149">
                  <c:v>8.0412501343028672E-2</c:v>
                </c:pt>
                <c:pt idx="4150">
                  <c:v>8.0431456474263086E-2</c:v>
                </c:pt>
                <c:pt idx="4151">
                  <c:v>8.0449909854153318E-2</c:v>
                </c:pt>
                <c:pt idx="4152">
                  <c:v>8.0459967528737519E-2</c:v>
                </c:pt>
                <c:pt idx="4153">
                  <c:v>8.0467001311193803E-2</c:v>
                </c:pt>
                <c:pt idx="4154">
                  <c:v>8.0486223299407536E-2</c:v>
                </c:pt>
                <c:pt idx="4155">
                  <c:v>8.0488177008037898E-2</c:v>
                </c:pt>
                <c:pt idx="4156">
                  <c:v>8.0495014634444195E-2</c:v>
                </c:pt>
                <c:pt idx="4157">
                  <c:v>8.050088673551789E-2</c:v>
                </c:pt>
                <c:pt idx="4158">
                  <c:v>8.0501725288935566E-2</c:v>
                </c:pt>
                <c:pt idx="4159">
                  <c:v>8.0528138283497974E-2</c:v>
                </c:pt>
                <c:pt idx="4160">
                  <c:v>8.0528311910875075E-2</c:v>
                </c:pt>
                <c:pt idx="4161">
                  <c:v>8.0540825950294964E-2</c:v>
                </c:pt>
                <c:pt idx="4162">
                  <c:v>8.0545851267739901E-2</c:v>
                </c:pt>
                <c:pt idx="4163">
                  <c:v>8.0550155236910018E-2</c:v>
                </c:pt>
                <c:pt idx="4164">
                  <c:v>8.0560342215002426E-2</c:v>
                </c:pt>
                <c:pt idx="4165">
                  <c:v>8.0561167611921752E-2</c:v>
                </c:pt>
                <c:pt idx="4166">
                  <c:v>8.0563978976787701E-2</c:v>
                </c:pt>
                <c:pt idx="4167">
                  <c:v>8.0570352906159465E-2</c:v>
                </c:pt>
                <c:pt idx="4168">
                  <c:v>8.0572987680517558E-2</c:v>
                </c:pt>
                <c:pt idx="4169">
                  <c:v>8.057791370523594E-2</c:v>
                </c:pt>
                <c:pt idx="4170">
                  <c:v>8.0578058744458739E-2</c:v>
                </c:pt>
                <c:pt idx="4171">
                  <c:v>8.0585165874118223E-2</c:v>
                </c:pt>
                <c:pt idx="4172">
                  <c:v>8.0589558477625195E-2</c:v>
                </c:pt>
                <c:pt idx="4173">
                  <c:v>8.0590904220509643E-2</c:v>
                </c:pt>
                <c:pt idx="4174">
                  <c:v>8.0593406073391549E-2</c:v>
                </c:pt>
                <c:pt idx="4175">
                  <c:v>8.0600889087728486E-2</c:v>
                </c:pt>
                <c:pt idx="4176">
                  <c:v>8.060248096835089E-2</c:v>
                </c:pt>
                <c:pt idx="4177">
                  <c:v>8.0605499250876955E-2</c:v>
                </c:pt>
                <c:pt idx="4178">
                  <c:v>8.0607084459934975E-2</c:v>
                </c:pt>
                <c:pt idx="4179">
                  <c:v>8.0610084104846894E-2</c:v>
                </c:pt>
                <c:pt idx="4180">
                  <c:v>8.0632234598896554E-2</c:v>
                </c:pt>
                <c:pt idx="4181">
                  <c:v>8.0638486493300437E-2</c:v>
                </c:pt>
                <c:pt idx="4182">
                  <c:v>8.0643647075868879E-2</c:v>
                </c:pt>
                <c:pt idx="4183">
                  <c:v>8.065224176760355E-2</c:v>
                </c:pt>
                <c:pt idx="4184">
                  <c:v>8.0669879555974822E-2</c:v>
                </c:pt>
                <c:pt idx="4185">
                  <c:v>8.0677111941626162E-2</c:v>
                </c:pt>
                <c:pt idx="4186">
                  <c:v>8.0678204349396723E-2</c:v>
                </c:pt>
                <c:pt idx="4187">
                  <c:v>8.0680322480061156E-2</c:v>
                </c:pt>
                <c:pt idx="4188">
                  <c:v>8.0686955047463052E-2</c:v>
                </c:pt>
                <c:pt idx="4189">
                  <c:v>8.0695749024462249E-2</c:v>
                </c:pt>
                <c:pt idx="4190">
                  <c:v>8.0703797497363908E-2</c:v>
                </c:pt>
                <c:pt idx="4191">
                  <c:v>8.0709236867621728E-2</c:v>
                </c:pt>
                <c:pt idx="4192">
                  <c:v>8.0711476899361548E-2</c:v>
                </c:pt>
                <c:pt idx="4193">
                  <c:v>8.0740172442338567E-2</c:v>
                </c:pt>
                <c:pt idx="4194">
                  <c:v>8.0750127365887964E-2</c:v>
                </c:pt>
                <c:pt idx="4195">
                  <c:v>8.0762116146726043E-2</c:v>
                </c:pt>
                <c:pt idx="4196">
                  <c:v>8.0766634288688507E-2</c:v>
                </c:pt>
                <c:pt idx="4197">
                  <c:v>8.077762620764696E-2</c:v>
                </c:pt>
                <c:pt idx="4198">
                  <c:v>8.0789246569175813E-2</c:v>
                </c:pt>
                <c:pt idx="4199">
                  <c:v>8.0804505765282364E-2</c:v>
                </c:pt>
                <c:pt idx="4200">
                  <c:v>8.0809157547082122E-2</c:v>
                </c:pt>
                <c:pt idx="4201">
                  <c:v>8.0841069750126338E-2</c:v>
                </c:pt>
                <c:pt idx="4202">
                  <c:v>8.0848908009730186E-2</c:v>
                </c:pt>
                <c:pt idx="4203">
                  <c:v>8.0853673785300034E-2</c:v>
                </c:pt>
                <c:pt idx="4204">
                  <c:v>8.0862738778607099E-2</c:v>
                </c:pt>
                <c:pt idx="4205">
                  <c:v>8.0876188261333512E-2</c:v>
                </c:pt>
                <c:pt idx="4206">
                  <c:v>8.0880420904993963E-2</c:v>
                </c:pt>
                <c:pt idx="4207">
                  <c:v>8.0890776978450193E-2</c:v>
                </c:pt>
                <c:pt idx="4208">
                  <c:v>8.0891053266519131E-2</c:v>
                </c:pt>
                <c:pt idx="4209">
                  <c:v>8.0894416307981123E-2</c:v>
                </c:pt>
                <c:pt idx="4210">
                  <c:v>8.0896674294136536E-2</c:v>
                </c:pt>
                <c:pt idx="4211">
                  <c:v>8.092296322076252E-2</c:v>
                </c:pt>
                <c:pt idx="4212">
                  <c:v>8.0929050876353062E-2</c:v>
                </c:pt>
                <c:pt idx="4213">
                  <c:v>8.0941651137425186E-2</c:v>
                </c:pt>
                <c:pt idx="4214">
                  <c:v>8.09524021613688E-2</c:v>
                </c:pt>
                <c:pt idx="4215">
                  <c:v>8.0955469451906015E-2</c:v>
                </c:pt>
                <c:pt idx="4216">
                  <c:v>8.095836720911849E-2</c:v>
                </c:pt>
                <c:pt idx="4217">
                  <c:v>8.0960422917727176E-2</c:v>
                </c:pt>
                <c:pt idx="4218">
                  <c:v>8.0964828765509436E-2</c:v>
                </c:pt>
                <c:pt idx="4219">
                  <c:v>8.0978099791802302E-2</c:v>
                </c:pt>
                <c:pt idx="4220">
                  <c:v>8.0983114429848568E-2</c:v>
                </c:pt>
                <c:pt idx="4221">
                  <c:v>8.0985870155864809E-2</c:v>
                </c:pt>
                <c:pt idx="4222">
                  <c:v>8.0990463075826427E-2</c:v>
                </c:pt>
                <c:pt idx="4223">
                  <c:v>8.1009473626082282E-2</c:v>
                </c:pt>
                <c:pt idx="4224">
                  <c:v>8.1022690458162017E-2</c:v>
                </c:pt>
                <c:pt idx="4225">
                  <c:v>8.1022889957195726E-2</c:v>
                </c:pt>
                <c:pt idx="4226">
                  <c:v>8.1030779503507913E-2</c:v>
                </c:pt>
                <c:pt idx="4227">
                  <c:v>8.1038850185152375E-2</c:v>
                </c:pt>
                <c:pt idx="4228">
                  <c:v>8.1042114784484434E-2</c:v>
                </c:pt>
                <c:pt idx="4229">
                  <c:v>8.1056032591801788E-2</c:v>
                </c:pt>
                <c:pt idx="4230">
                  <c:v>8.1059747418656194E-2</c:v>
                </c:pt>
                <c:pt idx="4231">
                  <c:v>8.1060059763877423E-2</c:v>
                </c:pt>
                <c:pt idx="4232">
                  <c:v>8.1066884002925083E-2</c:v>
                </c:pt>
                <c:pt idx="4233">
                  <c:v>8.1080148045549513E-2</c:v>
                </c:pt>
                <c:pt idx="4234">
                  <c:v>8.1081651154520276E-2</c:v>
                </c:pt>
                <c:pt idx="4235">
                  <c:v>8.1112860870544437E-2</c:v>
                </c:pt>
                <c:pt idx="4236">
                  <c:v>8.1129101167273024E-2</c:v>
                </c:pt>
                <c:pt idx="4237">
                  <c:v>8.1141840383407507E-2</c:v>
                </c:pt>
                <c:pt idx="4238">
                  <c:v>8.1161133641841438E-2</c:v>
                </c:pt>
                <c:pt idx="4239">
                  <c:v>8.1163417073739072E-2</c:v>
                </c:pt>
                <c:pt idx="4240">
                  <c:v>8.116748660736807E-2</c:v>
                </c:pt>
                <c:pt idx="4241">
                  <c:v>8.1171407845985588E-2</c:v>
                </c:pt>
                <c:pt idx="4242">
                  <c:v>8.1195767112854922E-2</c:v>
                </c:pt>
                <c:pt idx="4243">
                  <c:v>8.1202142516935319E-2</c:v>
                </c:pt>
                <c:pt idx="4244">
                  <c:v>8.120282297985848E-2</c:v>
                </c:pt>
                <c:pt idx="4245">
                  <c:v>8.121173015838655E-2</c:v>
                </c:pt>
                <c:pt idx="4246">
                  <c:v>8.121310694841509E-2</c:v>
                </c:pt>
                <c:pt idx="4247">
                  <c:v>8.1214497133883554E-2</c:v>
                </c:pt>
                <c:pt idx="4248">
                  <c:v>8.1260350289187641E-2</c:v>
                </c:pt>
                <c:pt idx="4249">
                  <c:v>8.1261284307226692E-2</c:v>
                </c:pt>
                <c:pt idx="4250">
                  <c:v>8.126343055224805E-2</c:v>
                </c:pt>
                <c:pt idx="4251">
                  <c:v>8.1268717852548716E-2</c:v>
                </c:pt>
                <c:pt idx="4252">
                  <c:v>8.126962215380136E-2</c:v>
                </c:pt>
                <c:pt idx="4253">
                  <c:v>8.1270497108297132E-2</c:v>
                </c:pt>
                <c:pt idx="4254">
                  <c:v>8.127500998728919E-2</c:v>
                </c:pt>
                <c:pt idx="4255">
                  <c:v>8.1295160892493973E-2</c:v>
                </c:pt>
                <c:pt idx="4256">
                  <c:v>8.1307269860364892E-2</c:v>
                </c:pt>
                <c:pt idx="4257">
                  <c:v>8.1308934085199333E-2</c:v>
                </c:pt>
                <c:pt idx="4258">
                  <c:v>8.1313404965038943E-2</c:v>
                </c:pt>
                <c:pt idx="4259">
                  <c:v>8.1338044061845957E-2</c:v>
                </c:pt>
                <c:pt idx="4260">
                  <c:v>8.1344049281778658E-2</c:v>
                </c:pt>
                <c:pt idx="4261">
                  <c:v>8.1352458254673257E-2</c:v>
                </c:pt>
                <c:pt idx="4262">
                  <c:v>8.1378003503825347E-2</c:v>
                </c:pt>
                <c:pt idx="4263">
                  <c:v>8.1384692578722342E-2</c:v>
                </c:pt>
                <c:pt idx="4264">
                  <c:v>8.1387984678169975E-2</c:v>
                </c:pt>
                <c:pt idx="4265">
                  <c:v>8.1390204966593382E-2</c:v>
                </c:pt>
                <c:pt idx="4266">
                  <c:v>8.1398859642952084E-2</c:v>
                </c:pt>
                <c:pt idx="4267">
                  <c:v>8.1420068801921111E-2</c:v>
                </c:pt>
                <c:pt idx="4268">
                  <c:v>8.1423602024164446E-2</c:v>
                </c:pt>
                <c:pt idx="4269">
                  <c:v>8.1424958379398643E-2</c:v>
                </c:pt>
                <c:pt idx="4270">
                  <c:v>8.1427082641582701E-2</c:v>
                </c:pt>
                <c:pt idx="4271">
                  <c:v>8.1431144254764234E-2</c:v>
                </c:pt>
                <c:pt idx="4272">
                  <c:v>8.143441817523954E-2</c:v>
                </c:pt>
                <c:pt idx="4273">
                  <c:v>8.144601157267263E-2</c:v>
                </c:pt>
                <c:pt idx="4274">
                  <c:v>8.144786353677759E-2</c:v>
                </c:pt>
                <c:pt idx="4275">
                  <c:v>8.1453370985504092E-2</c:v>
                </c:pt>
                <c:pt idx="4276">
                  <c:v>8.1465380557460831E-2</c:v>
                </c:pt>
                <c:pt idx="4277">
                  <c:v>8.1478522607956266E-2</c:v>
                </c:pt>
                <c:pt idx="4278">
                  <c:v>8.1488155586517605E-2</c:v>
                </c:pt>
                <c:pt idx="4279">
                  <c:v>8.1489507581604434E-2</c:v>
                </c:pt>
                <c:pt idx="4280">
                  <c:v>8.1509165915308532E-2</c:v>
                </c:pt>
                <c:pt idx="4281">
                  <c:v>8.1519075082372341E-2</c:v>
                </c:pt>
                <c:pt idx="4282">
                  <c:v>8.1535743050040785E-2</c:v>
                </c:pt>
                <c:pt idx="4283">
                  <c:v>8.1541291732588214E-2</c:v>
                </c:pt>
                <c:pt idx="4284">
                  <c:v>8.155354448483762E-2</c:v>
                </c:pt>
                <c:pt idx="4285">
                  <c:v>8.1557115275977754E-2</c:v>
                </c:pt>
                <c:pt idx="4286">
                  <c:v>8.1577521037293974E-2</c:v>
                </c:pt>
                <c:pt idx="4287">
                  <c:v>8.1579306326161588E-2</c:v>
                </c:pt>
                <c:pt idx="4288">
                  <c:v>8.1580362242704083E-2</c:v>
                </c:pt>
                <c:pt idx="4289">
                  <c:v>8.1581155320640711E-2</c:v>
                </c:pt>
                <c:pt idx="4290">
                  <c:v>8.1585073161295762E-2</c:v>
                </c:pt>
                <c:pt idx="4291">
                  <c:v>8.158745981372513E-2</c:v>
                </c:pt>
                <c:pt idx="4292">
                  <c:v>8.1609674651552874E-2</c:v>
                </c:pt>
                <c:pt idx="4293">
                  <c:v>8.1618776886334385E-2</c:v>
                </c:pt>
                <c:pt idx="4294">
                  <c:v>8.1619461940671267E-2</c:v>
                </c:pt>
                <c:pt idx="4295">
                  <c:v>8.162783730280726E-2</c:v>
                </c:pt>
                <c:pt idx="4296">
                  <c:v>8.1627849749208628E-2</c:v>
                </c:pt>
                <c:pt idx="4297">
                  <c:v>8.1627946218025438E-2</c:v>
                </c:pt>
                <c:pt idx="4298">
                  <c:v>8.162931842703891E-2</c:v>
                </c:pt>
                <c:pt idx="4299">
                  <c:v>8.1630022219944212E-2</c:v>
                </c:pt>
                <c:pt idx="4300">
                  <c:v>8.1667201155670402E-2</c:v>
                </c:pt>
                <c:pt idx="4301">
                  <c:v>8.1670242503086257E-2</c:v>
                </c:pt>
                <c:pt idx="4302">
                  <c:v>8.1680007396593382E-2</c:v>
                </c:pt>
                <c:pt idx="4303">
                  <c:v>8.168894127058117E-2</c:v>
                </c:pt>
                <c:pt idx="4304">
                  <c:v>8.1690014706069458E-2</c:v>
                </c:pt>
                <c:pt idx="4305">
                  <c:v>8.169989387762569E-2</c:v>
                </c:pt>
                <c:pt idx="4306">
                  <c:v>8.1709498153897192E-2</c:v>
                </c:pt>
                <c:pt idx="4307">
                  <c:v>8.1713853122815858E-2</c:v>
                </c:pt>
                <c:pt idx="4308">
                  <c:v>8.1714032322404401E-2</c:v>
                </c:pt>
                <c:pt idx="4309">
                  <c:v>8.1715731276244596E-2</c:v>
                </c:pt>
                <c:pt idx="4310">
                  <c:v>8.1729290614035111E-2</c:v>
                </c:pt>
                <c:pt idx="4311">
                  <c:v>8.1729688599462447E-2</c:v>
                </c:pt>
                <c:pt idx="4312">
                  <c:v>8.1736153556112481E-2</c:v>
                </c:pt>
                <c:pt idx="4313">
                  <c:v>8.1742381485073304E-2</c:v>
                </c:pt>
                <c:pt idx="4314">
                  <c:v>8.174401212060721E-2</c:v>
                </c:pt>
                <c:pt idx="4315">
                  <c:v>8.1754666472263884E-2</c:v>
                </c:pt>
                <c:pt idx="4316">
                  <c:v>8.1769305443326265E-2</c:v>
                </c:pt>
                <c:pt idx="4317">
                  <c:v>8.1780470799827601E-2</c:v>
                </c:pt>
                <c:pt idx="4318">
                  <c:v>8.1789936317010911E-2</c:v>
                </c:pt>
                <c:pt idx="4319">
                  <c:v>8.1813815746207164E-2</c:v>
                </c:pt>
                <c:pt idx="4320">
                  <c:v>8.1830989365206233E-2</c:v>
                </c:pt>
                <c:pt idx="4321">
                  <c:v>8.18344017642849E-2</c:v>
                </c:pt>
                <c:pt idx="4322">
                  <c:v>8.1835445844481186E-2</c:v>
                </c:pt>
                <c:pt idx="4323">
                  <c:v>8.1842221907042087E-2</c:v>
                </c:pt>
                <c:pt idx="4324">
                  <c:v>8.1852497289591306E-2</c:v>
                </c:pt>
                <c:pt idx="4325">
                  <c:v>8.1857431670578823E-2</c:v>
                </c:pt>
                <c:pt idx="4326">
                  <c:v>8.1860724990148848E-2</c:v>
                </c:pt>
                <c:pt idx="4327">
                  <c:v>8.1860965763409607E-2</c:v>
                </c:pt>
                <c:pt idx="4328">
                  <c:v>8.1872260785639417E-2</c:v>
                </c:pt>
                <c:pt idx="4329">
                  <c:v>8.1877413082010783E-2</c:v>
                </c:pt>
                <c:pt idx="4330">
                  <c:v>8.1901887616222094E-2</c:v>
                </c:pt>
                <c:pt idx="4331">
                  <c:v>8.1911187302188479E-2</c:v>
                </c:pt>
                <c:pt idx="4332">
                  <c:v>8.1925790209622054E-2</c:v>
                </c:pt>
                <c:pt idx="4333">
                  <c:v>8.1933879638502335E-2</c:v>
                </c:pt>
                <c:pt idx="4334">
                  <c:v>8.1941128550161363E-2</c:v>
                </c:pt>
                <c:pt idx="4335">
                  <c:v>8.1951698253455191E-2</c:v>
                </c:pt>
                <c:pt idx="4336">
                  <c:v>8.1968366449257798E-2</c:v>
                </c:pt>
                <c:pt idx="4337">
                  <c:v>8.1979636696567298E-2</c:v>
                </c:pt>
                <c:pt idx="4338">
                  <c:v>8.2016854146982635E-2</c:v>
                </c:pt>
                <c:pt idx="4339">
                  <c:v>8.2018529989837025E-2</c:v>
                </c:pt>
                <c:pt idx="4340">
                  <c:v>8.2037303379991766E-2</c:v>
                </c:pt>
                <c:pt idx="4341">
                  <c:v>8.2037330336429584E-2</c:v>
                </c:pt>
                <c:pt idx="4342">
                  <c:v>8.203828656119791E-2</c:v>
                </c:pt>
                <c:pt idx="4343">
                  <c:v>8.2042459311959443E-2</c:v>
                </c:pt>
                <c:pt idx="4344">
                  <c:v>8.2066571711359393E-2</c:v>
                </c:pt>
                <c:pt idx="4345">
                  <c:v>8.2077532487509888E-2</c:v>
                </c:pt>
                <c:pt idx="4346">
                  <c:v>8.2085389710977855E-2</c:v>
                </c:pt>
                <c:pt idx="4347">
                  <c:v>8.2091807591426147E-2</c:v>
                </c:pt>
                <c:pt idx="4348">
                  <c:v>8.2092491539196955E-2</c:v>
                </c:pt>
                <c:pt idx="4349">
                  <c:v>8.2098689882565065E-2</c:v>
                </c:pt>
                <c:pt idx="4350">
                  <c:v>8.2103918939717996E-2</c:v>
                </c:pt>
                <c:pt idx="4351">
                  <c:v>8.2119624495694502E-2</c:v>
                </c:pt>
                <c:pt idx="4352">
                  <c:v>8.2147709489182097E-2</c:v>
                </c:pt>
                <c:pt idx="4353">
                  <c:v>8.215288985822064E-2</c:v>
                </c:pt>
                <c:pt idx="4354">
                  <c:v>8.2169459370786374E-2</c:v>
                </c:pt>
                <c:pt idx="4355">
                  <c:v>8.2171957876448931E-2</c:v>
                </c:pt>
                <c:pt idx="4356">
                  <c:v>8.2175282329419133E-2</c:v>
                </c:pt>
                <c:pt idx="4357">
                  <c:v>8.218321331045142E-2</c:v>
                </c:pt>
                <c:pt idx="4358">
                  <c:v>8.2197067876882635E-2</c:v>
                </c:pt>
                <c:pt idx="4359">
                  <c:v>8.2210136421729571E-2</c:v>
                </c:pt>
                <c:pt idx="4360">
                  <c:v>8.2211840625426802E-2</c:v>
                </c:pt>
                <c:pt idx="4361">
                  <c:v>8.2227184693589958E-2</c:v>
                </c:pt>
                <c:pt idx="4362">
                  <c:v>8.2236134508410441E-2</c:v>
                </c:pt>
                <c:pt idx="4363">
                  <c:v>8.2238571997691259E-2</c:v>
                </c:pt>
                <c:pt idx="4364">
                  <c:v>8.226579822975244E-2</c:v>
                </c:pt>
                <c:pt idx="4365">
                  <c:v>8.228150947498522E-2</c:v>
                </c:pt>
                <c:pt idx="4366">
                  <c:v>8.2299508837016061E-2</c:v>
                </c:pt>
                <c:pt idx="4367">
                  <c:v>8.2312494902871999E-2</c:v>
                </c:pt>
                <c:pt idx="4368">
                  <c:v>8.2317753477347086E-2</c:v>
                </c:pt>
                <c:pt idx="4369">
                  <c:v>8.2330765891387311E-2</c:v>
                </c:pt>
                <c:pt idx="4370">
                  <c:v>8.2331850552009686E-2</c:v>
                </c:pt>
                <c:pt idx="4371">
                  <c:v>8.2338553233732625E-2</c:v>
                </c:pt>
                <c:pt idx="4372">
                  <c:v>8.2340476616109604E-2</c:v>
                </c:pt>
                <c:pt idx="4373">
                  <c:v>8.2346025438996218E-2</c:v>
                </c:pt>
                <c:pt idx="4374">
                  <c:v>8.2364361974892039E-2</c:v>
                </c:pt>
                <c:pt idx="4375">
                  <c:v>8.2378592601375825E-2</c:v>
                </c:pt>
                <c:pt idx="4376">
                  <c:v>8.2385051386152153E-2</c:v>
                </c:pt>
                <c:pt idx="4377">
                  <c:v>8.2385533115220219E-2</c:v>
                </c:pt>
                <c:pt idx="4378">
                  <c:v>8.2389787299765663E-2</c:v>
                </c:pt>
                <c:pt idx="4379">
                  <c:v>8.2400389759939602E-2</c:v>
                </c:pt>
                <c:pt idx="4380">
                  <c:v>8.2401019526496339E-2</c:v>
                </c:pt>
                <c:pt idx="4381">
                  <c:v>8.240392184926941E-2</c:v>
                </c:pt>
                <c:pt idx="4382">
                  <c:v>8.2417531813602882E-2</c:v>
                </c:pt>
                <c:pt idx="4383">
                  <c:v>8.2427621668594339E-2</c:v>
                </c:pt>
                <c:pt idx="4384">
                  <c:v>8.2437612775527122E-2</c:v>
                </c:pt>
                <c:pt idx="4385">
                  <c:v>8.2449764519453628E-2</c:v>
                </c:pt>
                <c:pt idx="4386">
                  <c:v>8.2466891839912099E-2</c:v>
                </c:pt>
                <c:pt idx="4387">
                  <c:v>8.2488144701852589E-2</c:v>
                </c:pt>
                <c:pt idx="4388">
                  <c:v>8.2492906992750512E-2</c:v>
                </c:pt>
                <c:pt idx="4389">
                  <c:v>8.2499846214092065E-2</c:v>
                </c:pt>
                <c:pt idx="4390">
                  <c:v>8.2504619979629393E-2</c:v>
                </c:pt>
                <c:pt idx="4391">
                  <c:v>8.2533890031932358E-2</c:v>
                </c:pt>
                <c:pt idx="4392">
                  <c:v>8.2551545116754485E-2</c:v>
                </c:pt>
                <c:pt idx="4393">
                  <c:v>8.2585512403018757E-2</c:v>
                </c:pt>
                <c:pt idx="4394">
                  <c:v>8.2609179441602745E-2</c:v>
                </c:pt>
                <c:pt idx="4395">
                  <c:v>8.2669374847027285E-2</c:v>
                </c:pt>
                <c:pt idx="4396">
                  <c:v>8.2674054419518819E-2</c:v>
                </c:pt>
                <c:pt idx="4397">
                  <c:v>8.2690938157537322E-2</c:v>
                </c:pt>
                <c:pt idx="4398">
                  <c:v>8.2691758997803552E-2</c:v>
                </c:pt>
                <c:pt idx="4399">
                  <c:v>8.2704825647225089E-2</c:v>
                </c:pt>
                <c:pt idx="4400">
                  <c:v>8.2712711759666574E-2</c:v>
                </c:pt>
                <c:pt idx="4401">
                  <c:v>8.2714034226092567E-2</c:v>
                </c:pt>
                <c:pt idx="4402">
                  <c:v>8.2716169708747178E-2</c:v>
                </c:pt>
                <c:pt idx="4403">
                  <c:v>8.271994713867159E-2</c:v>
                </c:pt>
                <c:pt idx="4404">
                  <c:v>8.2720194496922403E-2</c:v>
                </c:pt>
                <c:pt idx="4405">
                  <c:v>8.2735095460757677E-2</c:v>
                </c:pt>
                <c:pt idx="4406">
                  <c:v>8.2737412381655023E-2</c:v>
                </c:pt>
                <c:pt idx="4407">
                  <c:v>8.2747693241179532E-2</c:v>
                </c:pt>
                <c:pt idx="4408">
                  <c:v>8.2749795706433191E-2</c:v>
                </c:pt>
                <c:pt idx="4409">
                  <c:v>8.2760221742860879E-2</c:v>
                </c:pt>
                <c:pt idx="4410">
                  <c:v>8.2768262080013852E-2</c:v>
                </c:pt>
                <c:pt idx="4411">
                  <c:v>8.2769222244793245E-2</c:v>
                </c:pt>
                <c:pt idx="4412">
                  <c:v>8.2778313156588804E-2</c:v>
                </c:pt>
                <c:pt idx="4413">
                  <c:v>8.2789645947570115E-2</c:v>
                </c:pt>
                <c:pt idx="4414">
                  <c:v>8.2791351396671597E-2</c:v>
                </c:pt>
                <c:pt idx="4415">
                  <c:v>8.279416358035066E-2</c:v>
                </c:pt>
                <c:pt idx="4416">
                  <c:v>8.2798498099704784E-2</c:v>
                </c:pt>
                <c:pt idx="4417">
                  <c:v>8.2818675880038217E-2</c:v>
                </c:pt>
                <c:pt idx="4418">
                  <c:v>8.2820018092354161E-2</c:v>
                </c:pt>
                <c:pt idx="4419">
                  <c:v>8.2833372864920776E-2</c:v>
                </c:pt>
                <c:pt idx="4420">
                  <c:v>8.2834052516923246E-2</c:v>
                </c:pt>
                <c:pt idx="4421">
                  <c:v>8.2835534097774291E-2</c:v>
                </c:pt>
                <c:pt idx="4422">
                  <c:v>8.2836367370872091E-2</c:v>
                </c:pt>
                <c:pt idx="4423">
                  <c:v>8.2845533605827693E-2</c:v>
                </c:pt>
                <c:pt idx="4424">
                  <c:v>8.2846948849321686E-2</c:v>
                </c:pt>
                <c:pt idx="4425">
                  <c:v>8.2848112853151967E-2</c:v>
                </c:pt>
                <c:pt idx="4426">
                  <c:v>8.2860798485464127E-2</c:v>
                </c:pt>
                <c:pt idx="4427">
                  <c:v>8.286880605484237E-2</c:v>
                </c:pt>
                <c:pt idx="4428">
                  <c:v>8.2892076832330283E-2</c:v>
                </c:pt>
                <c:pt idx="4429">
                  <c:v>8.2911751540098597E-2</c:v>
                </c:pt>
                <c:pt idx="4430">
                  <c:v>8.2911908214474458E-2</c:v>
                </c:pt>
                <c:pt idx="4431">
                  <c:v>8.2912751711545385E-2</c:v>
                </c:pt>
                <c:pt idx="4432">
                  <c:v>8.2916264340428203E-2</c:v>
                </c:pt>
                <c:pt idx="4433">
                  <c:v>8.291830029219753E-2</c:v>
                </c:pt>
                <c:pt idx="4434">
                  <c:v>8.2922241585789189E-2</c:v>
                </c:pt>
                <c:pt idx="4435">
                  <c:v>8.2938931524068282E-2</c:v>
                </c:pt>
                <c:pt idx="4436">
                  <c:v>8.2941423571374559E-2</c:v>
                </c:pt>
                <c:pt idx="4437">
                  <c:v>8.2952223958441818E-2</c:v>
                </c:pt>
                <c:pt idx="4438">
                  <c:v>8.2953625174010864E-2</c:v>
                </c:pt>
                <c:pt idx="4439">
                  <c:v>8.2992996208112735E-2</c:v>
                </c:pt>
                <c:pt idx="4440">
                  <c:v>8.3008228455731831E-2</c:v>
                </c:pt>
                <c:pt idx="4441">
                  <c:v>8.3016693750602402E-2</c:v>
                </c:pt>
                <c:pt idx="4442">
                  <c:v>8.3018991801216885E-2</c:v>
                </c:pt>
                <c:pt idx="4443">
                  <c:v>8.3019309791595761E-2</c:v>
                </c:pt>
                <c:pt idx="4444">
                  <c:v>8.3024197788665002E-2</c:v>
                </c:pt>
                <c:pt idx="4445">
                  <c:v>8.3042401038061306E-2</c:v>
                </c:pt>
                <c:pt idx="4446">
                  <c:v>8.3043195705780296E-2</c:v>
                </c:pt>
                <c:pt idx="4447">
                  <c:v>8.3043297404972405E-2</c:v>
                </c:pt>
                <c:pt idx="4448">
                  <c:v>8.3064116438289648E-2</c:v>
                </c:pt>
                <c:pt idx="4449">
                  <c:v>8.3068021732287362E-2</c:v>
                </c:pt>
                <c:pt idx="4450">
                  <c:v>8.3069846342679624E-2</c:v>
                </c:pt>
                <c:pt idx="4451">
                  <c:v>8.3088891225141029E-2</c:v>
                </c:pt>
                <c:pt idx="4452">
                  <c:v>8.3097913992813965E-2</c:v>
                </c:pt>
                <c:pt idx="4453">
                  <c:v>8.3115375107601044E-2</c:v>
                </c:pt>
                <c:pt idx="4454">
                  <c:v>8.3120382238887305E-2</c:v>
                </c:pt>
                <c:pt idx="4455">
                  <c:v>8.3135293498992124E-2</c:v>
                </c:pt>
                <c:pt idx="4456">
                  <c:v>8.3148207825673129E-2</c:v>
                </c:pt>
                <c:pt idx="4457">
                  <c:v>8.3153249663477605E-2</c:v>
                </c:pt>
                <c:pt idx="4458">
                  <c:v>8.3154205071280671E-2</c:v>
                </c:pt>
                <c:pt idx="4459">
                  <c:v>8.316198196116191E-2</c:v>
                </c:pt>
                <c:pt idx="4460">
                  <c:v>8.316699162270845E-2</c:v>
                </c:pt>
                <c:pt idx="4461">
                  <c:v>8.3171317920302995E-2</c:v>
                </c:pt>
                <c:pt idx="4462">
                  <c:v>8.3176318913736266E-2</c:v>
                </c:pt>
                <c:pt idx="4463">
                  <c:v>8.3183662190767213E-2</c:v>
                </c:pt>
                <c:pt idx="4464">
                  <c:v>8.3215509368356866E-2</c:v>
                </c:pt>
                <c:pt idx="4465">
                  <c:v>8.3236158899785861E-2</c:v>
                </c:pt>
                <c:pt idx="4466">
                  <c:v>8.3239409807593992E-2</c:v>
                </c:pt>
                <c:pt idx="4467">
                  <c:v>8.3248457765667888E-2</c:v>
                </c:pt>
                <c:pt idx="4468">
                  <c:v>8.3248863602124565E-2</c:v>
                </c:pt>
                <c:pt idx="4469">
                  <c:v>8.325120166557945E-2</c:v>
                </c:pt>
                <c:pt idx="4470">
                  <c:v>8.3258883295376146E-2</c:v>
                </c:pt>
                <c:pt idx="4471">
                  <c:v>8.3261811169074357E-2</c:v>
                </c:pt>
                <c:pt idx="4472">
                  <c:v>8.3270027462334834E-2</c:v>
                </c:pt>
                <c:pt idx="4473">
                  <c:v>8.3272434784514807E-2</c:v>
                </c:pt>
                <c:pt idx="4474">
                  <c:v>8.3276708960610846E-2</c:v>
                </c:pt>
                <c:pt idx="4475">
                  <c:v>8.3277137323696335E-2</c:v>
                </c:pt>
                <c:pt idx="4476">
                  <c:v>8.3279161477918903E-2</c:v>
                </c:pt>
                <c:pt idx="4477">
                  <c:v>8.3281407179034081E-2</c:v>
                </c:pt>
                <c:pt idx="4478">
                  <c:v>8.329112881677124E-2</c:v>
                </c:pt>
                <c:pt idx="4479">
                  <c:v>8.3296393390622059E-2</c:v>
                </c:pt>
                <c:pt idx="4480">
                  <c:v>8.3298823642248637E-2</c:v>
                </c:pt>
                <c:pt idx="4481">
                  <c:v>8.3302248507422849E-2</c:v>
                </c:pt>
                <c:pt idx="4482">
                  <c:v>8.3306720482345081E-2</c:v>
                </c:pt>
                <c:pt idx="4483">
                  <c:v>8.3314933402009628E-2</c:v>
                </c:pt>
                <c:pt idx="4484">
                  <c:v>8.3325428774550278E-2</c:v>
                </c:pt>
                <c:pt idx="4485">
                  <c:v>8.3334883299848381E-2</c:v>
                </c:pt>
                <c:pt idx="4486">
                  <c:v>8.3335304233066385E-2</c:v>
                </c:pt>
                <c:pt idx="4487">
                  <c:v>8.3355215690945464E-2</c:v>
                </c:pt>
                <c:pt idx="4488">
                  <c:v>8.3357290735938214E-2</c:v>
                </c:pt>
                <c:pt idx="4489">
                  <c:v>8.3360623604166365E-2</c:v>
                </c:pt>
                <c:pt idx="4490">
                  <c:v>8.338327943421385E-2</c:v>
                </c:pt>
                <c:pt idx="4491">
                  <c:v>8.3394743443623326E-2</c:v>
                </c:pt>
                <c:pt idx="4492">
                  <c:v>8.340177718900503E-2</c:v>
                </c:pt>
                <c:pt idx="4493">
                  <c:v>8.3404244790225984E-2</c:v>
                </c:pt>
                <c:pt idx="4494">
                  <c:v>8.3419867247005633E-2</c:v>
                </c:pt>
                <c:pt idx="4495">
                  <c:v>8.343555441067993E-2</c:v>
                </c:pt>
                <c:pt idx="4496">
                  <c:v>8.344716349762929E-2</c:v>
                </c:pt>
                <c:pt idx="4497">
                  <c:v>8.3464123207368665E-2</c:v>
                </c:pt>
                <c:pt idx="4498">
                  <c:v>8.3475717701168392E-2</c:v>
                </c:pt>
                <c:pt idx="4499">
                  <c:v>8.3482966411164566E-2</c:v>
                </c:pt>
                <c:pt idx="4500">
                  <c:v>8.3496418459351449E-2</c:v>
                </c:pt>
                <c:pt idx="4501">
                  <c:v>8.3507499311176889E-2</c:v>
                </c:pt>
                <c:pt idx="4502">
                  <c:v>8.3528981938442132E-2</c:v>
                </c:pt>
                <c:pt idx="4503">
                  <c:v>8.3532648429736164E-2</c:v>
                </c:pt>
                <c:pt idx="4504">
                  <c:v>8.3533822098429453E-2</c:v>
                </c:pt>
                <c:pt idx="4505">
                  <c:v>8.3537624858187276E-2</c:v>
                </c:pt>
                <c:pt idx="4506">
                  <c:v>8.3542840216293254E-2</c:v>
                </c:pt>
                <c:pt idx="4507">
                  <c:v>8.3550978519455921E-2</c:v>
                </c:pt>
                <c:pt idx="4508">
                  <c:v>8.3552114650286113E-2</c:v>
                </c:pt>
                <c:pt idx="4509">
                  <c:v>8.3557833244131741E-2</c:v>
                </c:pt>
                <c:pt idx="4510">
                  <c:v>8.3559904457475062E-2</c:v>
                </c:pt>
                <c:pt idx="4511">
                  <c:v>8.3564638305540895E-2</c:v>
                </c:pt>
                <c:pt idx="4512">
                  <c:v>8.3570781466560065E-2</c:v>
                </c:pt>
                <c:pt idx="4513">
                  <c:v>8.3603253926451293E-2</c:v>
                </c:pt>
                <c:pt idx="4514">
                  <c:v>8.3605819551832744E-2</c:v>
                </c:pt>
                <c:pt idx="4515">
                  <c:v>8.3617253789754126E-2</c:v>
                </c:pt>
                <c:pt idx="4516">
                  <c:v>8.3625615941831086E-2</c:v>
                </c:pt>
                <c:pt idx="4517">
                  <c:v>8.3626064734746028E-2</c:v>
                </c:pt>
                <c:pt idx="4518">
                  <c:v>8.3627419860234073E-2</c:v>
                </c:pt>
                <c:pt idx="4519">
                  <c:v>8.3642905410254126E-2</c:v>
                </c:pt>
                <c:pt idx="4520">
                  <c:v>8.3652410593672025E-2</c:v>
                </c:pt>
                <c:pt idx="4521">
                  <c:v>8.3656568109002419E-2</c:v>
                </c:pt>
                <c:pt idx="4522">
                  <c:v>8.366352884163325E-2</c:v>
                </c:pt>
                <c:pt idx="4523">
                  <c:v>8.366413645186381E-2</c:v>
                </c:pt>
                <c:pt idx="4524">
                  <c:v>8.3665144231894056E-2</c:v>
                </c:pt>
                <c:pt idx="4525">
                  <c:v>8.3673135474247373E-2</c:v>
                </c:pt>
                <c:pt idx="4526">
                  <c:v>8.3688444326012745E-2</c:v>
                </c:pt>
                <c:pt idx="4527">
                  <c:v>8.3690214322497028E-2</c:v>
                </c:pt>
                <c:pt idx="4528">
                  <c:v>8.3696916280354472E-2</c:v>
                </c:pt>
                <c:pt idx="4529">
                  <c:v>8.3699807161665654E-2</c:v>
                </c:pt>
                <c:pt idx="4530">
                  <c:v>8.3702147980230929E-2</c:v>
                </c:pt>
                <c:pt idx="4531">
                  <c:v>8.3715629514901205E-2</c:v>
                </c:pt>
                <c:pt idx="4532">
                  <c:v>8.3734187934158211E-2</c:v>
                </c:pt>
                <c:pt idx="4533">
                  <c:v>8.3735483148525761E-2</c:v>
                </c:pt>
                <c:pt idx="4534">
                  <c:v>8.3738968593188967E-2</c:v>
                </c:pt>
                <c:pt idx="4535">
                  <c:v>8.3744066884885698E-2</c:v>
                </c:pt>
                <c:pt idx="4536">
                  <c:v>8.3752381486047217E-2</c:v>
                </c:pt>
                <c:pt idx="4537">
                  <c:v>8.3756464594210059E-2</c:v>
                </c:pt>
                <c:pt idx="4538">
                  <c:v>8.3757059641005549E-2</c:v>
                </c:pt>
                <c:pt idx="4539">
                  <c:v>8.3757245657564872E-2</c:v>
                </c:pt>
                <c:pt idx="4540">
                  <c:v>8.3763516552498724E-2</c:v>
                </c:pt>
                <c:pt idx="4541">
                  <c:v>8.3768809608573358E-2</c:v>
                </c:pt>
                <c:pt idx="4542">
                  <c:v>8.3773552480858063E-2</c:v>
                </c:pt>
                <c:pt idx="4543">
                  <c:v>8.3777771264572559E-2</c:v>
                </c:pt>
                <c:pt idx="4544">
                  <c:v>8.37800127868783E-2</c:v>
                </c:pt>
                <c:pt idx="4545">
                  <c:v>8.3788029134856376E-2</c:v>
                </c:pt>
                <c:pt idx="4546">
                  <c:v>8.3804411866260836E-2</c:v>
                </c:pt>
                <c:pt idx="4547">
                  <c:v>8.3810374025754017E-2</c:v>
                </c:pt>
                <c:pt idx="4548">
                  <c:v>8.3819426930873062E-2</c:v>
                </c:pt>
                <c:pt idx="4549">
                  <c:v>8.3829076966458874E-2</c:v>
                </c:pt>
                <c:pt idx="4550">
                  <c:v>8.383040211705603E-2</c:v>
                </c:pt>
                <c:pt idx="4551">
                  <c:v>8.3831951457081749E-2</c:v>
                </c:pt>
                <c:pt idx="4552">
                  <c:v>8.3835908930998834E-2</c:v>
                </c:pt>
                <c:pt idx="4553">
                  <c:v>8.3850943257628888E-2</c:v>
                </c:pt>
                <c:pt idx="4554">
                  <c:v>8.385383157266231E-2</c:v>
                </c:pt>
                <c:pt idx="4555">
                  <c:v>8.387862961172507E-2</c:v>
                </c:pt>
                <c:pt idx="4556">
                  <c:v>8.3920080977900879E-2</c:v>
                </c:pt>
                <c:pt idx="4557">
                  <c:v>8.3927518248001196E-2</c:v>
                </c:pt>
                <c:pt idx="4558">
                  <c:v>8.3930735867977904E-2</c:v>
                </c:pt>
                <c:pt idx="4559">
                  <c:v>8.3951910513325484E-2</c:v>
                </c:pt>
                <c:pt idx="4560">
                  <c:v>8.3959673759637435E-2</c:v>
                </c:pt>
                <c:pt idx="4561">
                  <c:v>8.3962210536411702E-2</c:v>
                </c:pt>
                <c:pt idx="4562">
                  <c:v>8.3963765051100356E-2</c:v>
                </c:pt>
                <c:pt idx="4563">
                  <c:v>8.3979114055582116E-2</c:v>
                </c:pt>
                <c:pt idx="4564">
                  <c:v>8.3992556570057303E-2</c:v>
                </c:pt>
                <c:pt idx="4565">
                  <c:v>8.3994710454572866E-2</c:v>
                </c:pt>
                <c:pt idx="4566">
                  <c:v>8.4006390186798952E-2</c:v>
                </c:pt>
                <c:pt idx="4567">
                  <c:v>8.4020755149373988E-2</c:v>
                </c:pt>
                <c:pt idx="4568">
                  <c:v>8.4030769707904962E-2</c:v>
                </c:pt>
                <c:pt idx="4569">
                  <c:v>8.40428517738218E-2</c:v>
                </c:pt>
                <c:pt idx="4570">
                  <c:v>8.4044199326569535E-2</c:v>
                </c:pt>
                <c:pt idx="4571">
                  <c:v>8.4044712564455726E-2</c:v>
                </c:pt>
                <c:pt idx="4572">
                  <c:v>8.4058416879420977E-2</c:v>
                </c:pt>
                <c:pt idx="4573">
                  <c:v>8.4074525124845048E-2</c:v>
                </c:pt>
                <c:pt idx="4574">
                  <c:v>8.4078809233114782E-2</c:v>
                </c:pt>
                <c:pt idx="4575">
                  <c:v>8.408722350901994E-2</c:v>
                </c:pt>
                <c:pt idx="4576">
                  <c:v>8.4090964848050676E-2</c:v>
                </c:pt>
                <c:pt idx="4577">
                  <c:v>8.4114447973847747E-2</c:v>
                </c:pt>
                <c:pt idx="4578">
                  <c:v>8.4114907972874325E-2</c:v>
                </c:pt>
                <c:pt idx="4579">
                  <c:v>8.4120531744436636E-2</c:v>
                </c:pt>
                <c:pt idx="4580">
                  <c:v>8.4126667353990617E-2</c:v>
                </c:pt>
                <c:pt idx="4581">
                  <c:v>8.4131802086525251E-2</c:v>
                </c:pt>
                <c:pt idx="4582">
                  <c:v>8.4136022982102626E-2</c:v>
                </c:pt>
                <c:pt idx="4583">
                  <c:v>8.4139256835743276E-2</c:v>
                </c:pt>
                <c:pt idx="4584">
                  <c:v>8.4143308656917382E-2</c:v>
                </c:pt>
                <c:pt idx="4585">
                  <c:v>8.4156366385872913E-2</c:v>
                </c:pt>
                <c:pt idx="4586">
                  <c:v>8.4169197176086008E-2</c:v>
                </c:pt>
                <c:pt idx="4587">
                  <c:v>8.4170046831768097E-2</c:v>
                </c:pt>
                <c:pt idx="4588">
                  <c:v>8.4172325378823104E-2</c:v>
                </c:pt>
                <c:pt idx="4589">
                  <c:v>8.4177235096783654E-2</c:v>
                </c:pt>
                <c:pt idx="4590">
                  <c:v>8.418384197821295E-2</c:v>
                </c:pt>
                <c:pt idx="4591">
                  <c:v>8.4215411197713738E-2</c:v>
                </c:pt>
                <c:pt idx="4592">
                  <c:v>8.4219110949736373E-2</c:v>
                </c:pt>
                <c:pt idx="4593">
                  <c:v>8.4223159828889838E-2</c:v>
                </c:pt>
                <c:pt idx="4594">
                  <c:v>8.4225397071625629E-2</c:v>
                </c:pt>
                <c:pt idx="4595">
                  <c:v>8.4226649816269233E-2</c:v>
                </c:pt>
                <c:pt idx="4596">
                  <c:v>8.4238071487455962E-2</c:v>
                </c:pt>
                <c:pt idx="4597">
                  <c:v>8.4240889984338943E-2</c:v>
                </c:pt>
                <c:pt idx="4598">
                  <c:v>8.4241327966508475E-2</c:v>
                </c:pt>
                <c:pt idx="4599">
                  <c:v>8.425072178727297E-2</c:v>
                </c:pt>
                <c:pt idx="4600">
                  <c:v>8.4268515690892581E-2</c:v>
                </c:pt>
                <c:pt idx="4601">
                  <c:v>8.4269533176871039E-2</c:v>
                </c:pt>
                <c:pt idx="4602">
                  <c:v>8.4272726190372821E-2</c:v>
                </c:pt>
                <c:pt idx="4603">
                  <c:v>8.4272758227986189E-2</c:v>
                </c:pt>
                <c:pt idx="4604">
                  <c:v>8.428508364868556E-2</c:v>
                </c:pt>
                <c:pt idx="4605">
                  <c:v>8.4302083801749791E-2</c:v>
                </c:pt>
                <c:pt idx="4606">
                  <c:v>8.4326093336885038E-2</c:v>
                </c:pt>
                <c:pt idx="4607">
                  <c:v>8.43385119704846E-2</c:v>
                </c:pt>
                <c:pt idx="4608">
                  <c:v>8.434951977640566E-2</c:v>
                </c:pt>
                <c:pt idx="4609">
                  <c:v>8.4350826638331808E-2</c:v>
                </c:pt>
                <c:pt idx="4610">
                  <c:v>8.4365150638621517E-2</c:v>
                </c:pt>
                <c:pt idx="4611">
                  <c:v>8.4366372640242424E-2</c:v>
                </c:pt>
                <c:pt idx="4612">
                  <c:v>8.4372961023909107E-2</c:v>
                </c:pt>
                <c:pt idx="4613">
                  <c:v>8.4389127779203876E-2</c:v>
                </c:pt>
                <c:pt idx="4614">
                  <c:v>8.4402937969067421E-2</c:v>
                </c:pt>
                <c:pt idx="4615">
                  <c:v>8.4409456439221292E-2</c:v>
                </c:pt>
                <c:pt idx="4616">
                  <c:v>8.4436743881545984E-2</c:v>
                </c:pt>
                <c:pt idx="4617">
                  <c:v>8.4438042545229186E-2</c:v>
                </c:pt>
                <c:pt idx="4618">
                  <c:v>8.4445805067825341E-2</c:v>
                </c:pt>
                <c:pt idx="4619">
                  <c:v>8.4451154872114562E-2</c:v>
                </c:pt>
                <c:pt idx="4620">
                  <c:v>8.4451867804383268E-2</c:v>
                </c:pt>
                <c:pt idx="4621">
                  <c:v>8.4458638324203777E-2</c:v>
                </c:pt>
                <c:pt idx="4622">
                  <c:v>8.4459202756299354E-2</c:v>
                </c:pt>
                <c:pt idx="4623">
                  <c:v>8.4472333035441619E-2</c:v>
                </c:pt>
                <c:pt idx="4624">
                  <c:v>8.4478981651462268E-2</c:v>
                </c:pt>
                <c:pt idx="4625">
                  <c:v>8.4480412203704683E-2</c:v>
                </c:pt>
                <c:pt idx="4626">
                  <c:v>8.4517111500463357E-2</c:v>
                </c:pt>
                <c:pt idx="4627">
                  <c:v>8.4523605636495927E-2</c:v>
                </c:pt>
                <c:pt idx="4628">
                  <c:v>8.4538004606050182E-2</c:v>
                </c:pt>
                <c:pt idx="4629">
                  <c:v>8.4539462683751912E-2</c:v>
                </c:pt>
                <c:pt idx="4630">
                  <c:v>8.4544964197761432E-2</c:v>
                </c:pt>
                <c:pt idx="4631">
                  <c:v>8.4551197296124384E-2</c:v>
                </c:pt>
                <c:pt idx="4632">
                  <c:v>8.4566112386628881E-2</c:v>
                </c:pt>
                <c:pt idx="4633">
                  <c:v>8.4566832036404166E-2</c:v>
                </c:pt>
                <c:pt idx="4634">
                  <c:v>8.4584099917604072E-2</c:v>
                </c:pt>
                <c:pt idx="4635">
                  <c:v>8.4591377806258972E-2</c:v>
                </c:pt>
                <c:pt idx="4636">
                  <c:v>8.4593173549816159E-2</c:v>
                </c:pt>
                <c:pt idx="4637">
                  <c:v>8.4593583353176349E-2</c:v>
                </c:pt>
                <c:pt idx="4638">
                  <c:v>8.4595918870127379E-2</c:v>
                </c:pt>
                <c:pt idx="4639">
                  <c:v>8.4599524114664856E-2</c:v>
                </c:pt>
                <c:pt idx="4640">
                  <c:v>8.4600547108565044E-2</c:v>
                </c:pt>
                <c:pt idx="4641">
                  <c:v>8.4607412137998217E-2</c:v>
                </c:pt>
                <c:pt idx="4642">
                  <c:v>8.4607931656833668E-2</c:v>
                </c:pt>
                <c:pt idx="4643">
                  <c:v>8.4633624338324456E-2</c:v>
                </c:pt>
                <c:pt idx="4644">
                  <c:v>8.4638128366491885E-2</c:v>
                </c:pt>
                <c:pt idx="4645">
                  <c:v>8.4649333064749241E-2</c:v>
                </c:pt>
                <c:pt idx="4646">
                  <c:v>8.4686798006291558E-2</c:v>
                </c:pt>
                <c:pt idx="4647">
                  <c:v>8.4720591533568215E-2</c:v>
                </c:pt>
                <c:pt idx="4648">
                  <c:v>8.4722181311495851E-2</c:v>
                </c:pt>
                <c:pt idx="4649">
                  <c:v>8.4738476847559432E-2</c:v>
                </c:pt>
                <c:pt idx="4650">
                  <c:v>8.47474792177694E-2</c:v>
                </c:pt>
                <c:pt idx="4651">
                  <c:v>8.4753401559550551E-2</c:v>
                </c:pt>
                <c:pt idx="4652">
                  <c:v>8.4772638198572836E-2</c:v>
                </c:pt>
                <c:pt idx="4653">
                  <c:v>8.4779137443398281E-2</c:v>
                </c:pt>
                <c:pt idx="4654">
                  <c:v>8.4781440433851038E-2</c:v>
                </c:pt>
                <c:pt idx="4655">
                  <c:v>8.4789750435417463E-2</c:v>
                </c:pt>
                <c:pt idx="4656">
                  <c:v>8.4796907123301887E-2</c:v>
                </c:pt>
                <c:pt idx="4657">
                  <c:v>8.4803279667613932E-2</c:v>
                </c:pt>
                <c:pt idx="4658">
                  <c:v>8.481918382410164E-2</c:v>
                </c:pt>
                <c:pt idx="4659">
                  <c:v>8.4824808468704244E-2</c:v>
                </c:pt>
                <c:pt idx="4660">
                  <c:v>8.4833896795758229E-2</c:v>
                </c:pt>
                <c:pt idx="4661">
                  <c:v>8.4835831424770053E-2</c:v>
                </c:pt>
                <c:pt idx="4662">
                  <c:v>8.4836928260638614E-2</c:v>
                </c:pt>
                <c:pt idx="4663">
                  <c:v>8.4867459061996012E-2</c:v>
                </c:pt>
                <c:pt idx="4664">
                  <c:v>8.4879869493670962E-2</c:v>
                </c:pt>
                <c:pt idx="4665">
                  <c:v>8.4885862133554646E-2</c:v>
                </c:pt>
                <c:pt idx="4666">
                  <c:v>8.4892128744578979E-2</c:v>
                </c:pt>
                <c:pt idx="4667">
                  <c:v>8.4913262881022231E-2</c:v>
                </c:pt>
                <c:pt idx="4668">
                  <c:v>8.4927616821415045E-2</c:v>
                </c:pt>
                <c:pt idx="4669">
                  <c:v>8.4933673096583576E-2</c:v>
                </c:pt>
                <c:pt idx="4670">
                  <c:v>8.4936755325143359E-2</c:v>
                </c:pt>
                <c:pt idx="4671">
                  <c:v>8.4946375601774829E-2</c:v>
                </c:pt>
                <c:pt idx="4672">
                  <c:v>8.4947994163011076E-2</c:v>
                </c:pt>
                <c:pt idx="4673">
                  <c:v>8.4952910478835186E-2</c:v>
                </c:pt>
                <c:pt idx="4674">
                  <c:v>8.4967722183951711E-2</c:v>
                </c:pt>
                <c:pt idx="4675">
                  <c:v>8.4968340327400291E-2</c:v>
                </c:pt>
                <c:pt idx="4676">
                  <c:v>8.4972408332245244E-2</c:v>
                </c:pt>
                <c:pt idx="4677">
                  <c:v>8.4974378584868657E-2</c:v>
                </c:pt>
                <c:pt idx="4678">
                  <c:v>8.4984148115795799E-2</c:v>
                </c:pt>
                <c:pt idx="4679">
                  <c:v>8.4994868911190818E-2</c:v>
                </c:pt>
                <c:pt idx="4680">
                  <c:v>8.4995097585021495E-2</c:v>
                </c:pt>
                <c:pt idx="4681">
                  <c:v>8.5003622717478217E-2</c:v>
                </c:pt>
                <c:pt idx="4682">
                  <c:v>8.5013783847481178E-2</c:v>
                </c:pt>
                <c:pt idx="4683">
                  <c:v>8.5013809036160778E-2</c:v>
                </c:pt>
                <c:pt idx="4684">
                  <c:v>8.5028739202478082E-2</c:v>
                </c:pt>
                <c:pt idx="4685">
                  <c:v>8.5037516871144012E-2</c:v>
                </c:pt>
                <c:pt idx="4686">
                  <c:v>8.5047881176160897E-2</c:v>
                </c:pt>
                <c:pt idx="4687">
                  <c:v>8.5058053205757503E-2</c:v>
                </c:pt>
                <c:pt idx="4688">
                  <c:v>8.5058730215038333E-2</c:v>
                </c:pt>
                <c:pt idx="4689">
                  <c:v>8.5063560343088027E-2</c:v>
                </c:pt>
                <c:pt idx="4690">
                  <c:v>8.5070637275582839E-2</c:v>
                </c:pt>
                <c:pt idx="4691">
                  <c:v>8.5079652699756231E-2</c:v>
                </c:pt>
                <c:pt idx="4692">
                  <c:v>8.5093290325496743E-2</c:v>
                </c:pt>
                <c:pt idx="4693">
                  <c:v>8.5095003832773297E-2</c:v>
                </c:pt>
                <c:pt idx="4694">
                  <c:v>8.5097059154106022E-2</c:v>
                </c:pt>
                <c:pt idx="4695">
                  <c:v>8.5104227866778598E-2</c:v>
                </c:pt>
                <c:pt idx="4696">
                  <c:v>8.5118272222198629E-2</c:v>
                </c:pt>
                <c:pt idx="4697">
                  <c:v>8.5138411295004837E-2</c:v>
                </c:pt>
                <c:pt idx="4698">
                  <c:v>8.5138769092101746E-2</c:v>
                </c:pt>
                <c:pt idx="4699">
                  <c:v>8.5142282744421136E-2</c:v>
                </c:pt>
                <c:pt idx="4700">
                  <c:v>8.5146834926980081E-2</c:v>
                </c:pt>
                <c:pt idx="4701">
                  <c:v>8.5168860227565577E-2</c:v>
                </c:pt>
                <c:pt idx="4702">
                  <c:v>8.5170601053487546E-2</c:v>
                </c:pt>
                <c:pt idx="4703">
                  <c:v>8.5173798950555768E-2</c:v>
                </c:pt>
                <c:pt idx="4704">
                  <c:v>8.520214755481266E-2</c:v>
                </c:pt>
                <c:pt idx="4705">
                  <c:v>8.5202748575412199E-2</c:v>
                </c:pt>
                <c:pt idx="4706">
                  <c:v>8.5209976138196156E-2</c:v>
                </c:pt>
                <c:pt idx="4707">
                  <c:v>8.5213298525608036E-2</c:v>
                </c:pt>
                <c:pt idx="4708">
                  <c:v>8.5215033504921892E-2</c:v>
                </c:pt>
                <c:pt idx="4709">
                  <c:v>8.5239292224009305E-2</c:v>
                </c:pt>
                <c:pt idx="4710">
                  <c:v>8.5239735389815233E-2</c:v>
                </c:pt>
                <c:pt idx="4711">
                  <c:v>8.524806153254133E-2</c:v>
                </c:pt>
                <c:pt idx="4712">
                  <c:v>8.5251803275840865E-2</c:v>
                </c:pt>
                <c:pt idx="4713">
                  <c:v>8.525315785042549E-2</c:v>
                </c:pt>
                <c:pt idx="4714">
                  <c:v>8.5257725246152063E-2</c:v>
                </c:pt>
                <c:pt idx="4715">
                  <c:v>8.5263680664757063E-2</c:v>
                </c:pt>
                <c:pt idx="4716">
                  <c:v>8.5266676379463183E-2</c:v>
                </c:pt>
                <c:pt idx="4717">
                  <c:v>8.527133726411118E-2</c:v>
                </c:pt>
                <c:pt idx="4718">
                  <c:v>8.5272575330579609E-2</c:v>
                </c:pt>
                <c:pt idx="4719">
                  <c:v>8.5288149257693138E-2</c:v>
                </c:pt>
                <c:pt idx="4720">
                  <c:v>8.529468344631698E-2</c:v>
                </c:pt>
                <c:pt idx="4721">
                  <c:v>8.5304880794796215E-2</c:v>
                </c:pt>
                <c:pt idx="4722">
                  <c:v>8.5313518065062668E-2</c:v>
                </c:pt>
                <c:pt idx="4723">
                  <c:v>8.5321234992306261E-2</c:v>
                </c:pt>
                <c:pt idx="4724">
                  <c:v>8.5340630083047569E-2</c:v>
                </c:pt>
                <c:pt idx="4725">
                  <c:v>8.5347515802194324E-2</c:v>
                </c:pt>
                <c:pt idx="4726">
                  <c:v>8.5354609876066467E-2</c:v>
                </c:pt>
                <c:pt idx="4727">
                  <c:v>8.5358373033219082E-2</c:v>
                </c:pt>
                <c:pt idx="4728">
                  <c:v>8.5366837411159871E-2</c:v>
                </c:pt>
                <c:pt idx="4729">
                  <c:v>8.5371829926404769E-2</c:v>
                </c:pt>
                <c:pt idx="4730">
                  <c:v>8.537561690436872E-2</c:v>
                </c:pt>
                <c:pt idx="4731">
                  <c:v>8.5379162742738879E-2</c:v>
                </c:pt>
                <c:pt idx="4732">
                  <c:v>8.5393837888535232E-2</c:v>
                </c:pt>
                <c:pt idx="4733">
                  <c:v>8.5402349570797564E-2</c:v>
                </c:pt>
                <c:pt idx="4734">
                  <c:v>8.5405744172897119E-2</c:v>
                </c:pt>
                <c:pt idx="4735">
                  <c:v>8.5413494176492799E-2</c:v>
                </c:pt>
                <c:pt idx="4736">
                  <c:v>8.541651072588291E-2</c:v>
                </c:pt>
                <c:pt idx="4737">
                  <c:v>8.5418709189885242E-2</c:v>
                </c:pt>
                <c:pt idx="4738">
                  <c:v>8.5459993866388431E-2</c:v>
                </c:pt>
                <c:pt idx="4739">
                  <c:v>8.5463921938801604E-2</c:v>
                </c:pt>
                <c:pt idx="4740">
                  <c:v>8.5464078124089585E-2</c:v>
                </c:pt>
                <c:pt idx="4741">
                  <c:v>8.5466349136361752E-2</c:v>
                </c:pt>
                <c:pt idx="4742">
                  <c:v>8.5483340593886681E-2</c:v>
                </c:pt>
                <c:pt idx="4743">
                  <c:v>8.548724107162875E-2</c:v>
                </c:pt>
                <c:pt idx="4744">
                  <c:v>8.5494403306123942E-2</c:v>
                </c:pt>
                <c:pt idx="4745">
                  <c:v>8.5499415382927185E-2</c:v>
                </c:pt>
                <c:pt idx="4746">
                  <c:v>8.5510172526116895E-2</c:v>
                </c:pt>
                <c:pt idx="4747">
                  <c:v>8.5519047093557912E-2</c:v>
                </c:pt>
                <c:pt idx="4748">
                  <c:v>8.5523024526332508E-2</c:v>
                </c:pt>
                <c:pt idx="4749">
                  <c:v>8.5529946210768204E-2</c:v>
                </c:pt>
                <c:pt idx="4750">
                  <c:v>8.5550363352322398E-2</c:v>
                </c:pt>
                <c:pt idx="4751">
                  <c:v>8.5552691641246223E-2</c:v>
                </c:pt>
                <c:pt idx="4752">
                  <c:v>8.5555460336348019E-2</c:v>
                </c:pt>
                <c:pt idx="4753">
                  <c:v>8.55599116365683E-2</c:v>
                </c:pt>
                <c:pt idx="4754">
                  <c:v>8.55605413226454E-2</c:v>
                </c:pt>
                <c:pt idx="4755">
                  <c:v>8.5569163925484887E-2</c:v>
                </c:pt>
                <c:pt idx="4756">
                  <c:v>8.5576948319664572E-2</c:v>
                </c:pt>
                <c:pt idx="4757">
                  <c:v>8.5578295735809079E-2</c:v>
                </c:pt>
                <c:pt idx="4758">
                  <c:v>8.5583895615809882E-2</c:v>
                </c:pt>
                <c:pt idx="4759">
                  <c:v>8.5588316187423935E-2</c:v>
                </c:pt>
                <c:pt idx="4760">
                  <c:v>8.5592807097925799E-2</c:v>
                </c:pt>
                <c:pt idx="4761">
                  <c:v>8.5608025791378467E-2</c:v>
                </c:pt>
                <c:pt idx="4762">
                  <c:v>8.5611842683351563E-2</c:v>
                </c:pt>
                <c:pt idx="4763">
                  <c:v>8.5612733003476521E-2</c:v>
                </c:pt>
                <c:pt idx="4764">
                  <c:v>8.5618442974938452E-2</c:v>
                </c:pt>
                <c:pt idx="4765">
                  <c:v>8.562287475432985E-2</c:v>
                </c:pt>
                <c:pt idx="4766">
                  <c:v>8.5628485544899435E-2</c:v>
                </c:pt>
                <c:pt idx="4767">
                  <c:v>8.5630804841033928E-2</c:v>
                </c:pt>
                <c:pt idx="4768">
                  <c:v>8.563119117426006E-2</c:v>
                </c:pt>
                <c:pt idx="4769">
                  <c:v>8.5639799277654333E-2</c:v>
                </c:pt>
                <c:pt idx="4770">
                  <c:v>8.5640098782420043E-2</c:v>
                </c:pt>
                <c:pt idx="4771">
                  <c:v>8.5653399925182588E-2</c:v>
                </c:pt>
                <c:pt idx="4772">
                  <c:v>8.5670140729459637E-2</c:v>
                </c:pt>
                <c:pt idx="4773">
                  <c:v>8.5679872084980291E-2</c:v>
                </c:pt>
                <c:pt idx="4774">
                  <c:v>8.5692706618864842E-2</c:v>
                </c:pt>
                <c:pt idx="4775">
                  <c:v>8.5695381957964459E-2</c:v>
                </c:pt>
                <c:pt idx="4776">
                  <c:v>8.5695529189266359E-2</c:v>
                </c:pt>
                <c:pt idx="4777">
                  <c:v>8.5701082483006966E-2</c:v>
                </c:pt>
                <c:pt idx="4778">
                  <c:v>8.5745447405405698E-2</c:v>
                </c:pt>
                <c:pt idx="4779">
                  <c:v>8.5747732963882536E-2</c:v>
                </c:pt>
                <c:pt idx="4780">
                  <c:v>8.5748413045739602E-2</c:v>
                </c:pt>
                <c:pt idx="4781">
                  <c:v>8.5752577516785375E-2</c:v>
                </c:pt>
                <c:pt idx="4782">
                  <c:v>8.5756982278438115E-2</c:v>
                </c:pt>
                <c:pt idx="4783">
                  <c:v>8.5771510100107862E-2</c:v>
                </c:pt>
                <c:pt idx="4784">
                  <c:v>8.5785169197915262E-2</c:v>
                </c:pt>
                <c:pt idx="4785">
                  <c:v>8.5787335970629E-2</c:v>
                </c:pt>
                <c:pt idx="4786">
                  <c:v>8.5790343101329672E-2</c:v>
                </c:pt>
                <c:pt idx="4787">
                  <c:v>8.5796070174109326E-2</c:v>
                </c:pt>
                <c:pt idx="4788">
                  <c:v>8.5828311580992661E-2</c:v>
                </c:pt>
                <c:pt idx="4789">
                  <c:v>8.5829265813636244E-2</c:v>
                </c:pt>
                <c:pt idx="4790">
                  <c:v>8.5843684338664836E-2</c:v>
                </c:pt>
                <c:pt idx="4791">
                  <c:v>8.5848638454024392E-2</c:v>
                </c:pt>
                <c:pt idx="4792">
                  <c:v>8.5856431308224346E-2</c:v>
                </c:pt>
                <c:pt idx="4793">
                  <c:v>8.5871441620101338E-2</c:v>
                </c:pt>
                <c:pt idx="4794">
                  <c:v>8.5884887601538742E-2</c:v>
                </c:pt>
                <c:pt idx="4795">
                  <c:v>8.5894549195059997E-2</c:v>
                </c:pt>
                <c:pt idx="4796">
                  <c:v>8.5912192583856933E-2</c:v>
                </c:pt>
                <c:pt idx="4797">
                  <c:v>8.5916930833140948E-2</c:v>
                </c:pt>
                <c:pt idx="4798">
                  <c:v>8.5922256560488547E-2</c:v>
                </c:pt>
                <c:pt idx="4799">
                  <c:v>8.5926298803927492E-2</c:v>
                </c:pt>
                <c:pt idx="4800">
                  <c:v>8.5931919683570487E-2</c:v>
                </c:pt>
                <c:pt idx="4801">
                  <c:v>8.5936444584633953E-2</c:v>
                </c:pt>
                <c:pt idx="4802">
                  <c:v>8.5937492502655727E-2</c:v>
                </c:pt>
                <c:pt idx="4803">
                  <c:v>8.5945450629266062E-2</c:v>
                </c:pt>
                <c:pt idx="4804">
                  <c:v>8.5945565033774915E-2</c:v>
                </c:pt>
                <c:pt idx="4805">
                  <c:v>8.5952754776899565E-2</c:v>
                </c:pt>
                <c:pt idx="4806">
                  <c:v>8.5957203640284294E-2</c:v>
                </c:pt>
                <c:pt idx="4807">
                  <c:v>8.5963988335095776E-2</c:v>
                </c:pt>
                <c:pt idx="4808">
                  <c:v>8.5975713161518585E-2</c:v>
                </c:pt>
                <c:pt idx="4809">
                  <c:v>8.5979205137139969E-2</c:v>
                </c:pt>
                <c:pt idx="4810">
                  <c:v>8.5984967725059203E-2</c:v>
                </c:pt>
                <c:pt idx="4811">
                  <c:v>8.599180601759239E-2</c:v>
                </c:pt>
                <c:pt idx="4812">
                  <c:v>8.5992907974979535E-2</c:v>
                </c:pt>
                <c:pt idx="4813">
                  <c:v>8.6016631584052566E-2</c:v>
                </c:pt>
                <c:pt idx="4814">
                  <c:v>8.6029576545513853E-2</c:v>
                </c:pt>
                <c:pt idx="4815">
                  <c:v>8.6031065317735661E-2</c:v>
                </c:pt>
                <c:pt idx="4816">
                  <c:v>8.603334837838765E-2</c:v>
                </c:pt>
                <c:pt idx="4817">
                  <c:v>8.605059649548577E-2</c:v>
                </c:pt>
                <c:pt idx="4818">
                  <c:v>8.6053351528911012E-2</c:v>
                </c:pt>
                <c:pt idx="4819">
                  <c:v>8.6066559978528565E-2</c:v>
                </c:pt>
                <c:pt idx="4820">
                  <c:v>8.606961809451423E-2</c:v>
                </c:pt>
                <c:pt idx="4821">
                  <c:v>8.6093468888992677E-2</c:v>
                </c:pt>
                <c:pt idx="4822">
                  <c:v>8.6101273669845074E-2</c:v>
                </c:pt>
                <c:pt idx="4823">
                  <c:v>8.6135586477604109E-2</c:v>
                </c:pt>
                <c:pt idx="4824">
                  <c:v>8.6155633121611577E-2</c:v>
                </c:pt>
                <c:pt idx="4825">
                  <c:v>8.6168277717081826E-2</c:v>
                </c:pt>
                <c:pt idx="4826">
                  <c:v>8.6178286465228585E-2</c:v>
                </c:pt>
                <c:pt idx="4827">
                  <c:v>8.6185050498134977E-2</c:v>
                </c:pt>
                <c:pt idx="4828">
                  <c:v>8.6185914871717173E-2</c:v>
                </c:pt>
                <c:pt idx="4829">
                  <c:v>8.6194909187607416E-2</c:v>
                </c:pt>
                <c:pt idx="4830">
                  <c:v>8.6199467640689767E-2</c:v>
                </c:pt>
                <c:pt idx="4831">
                  <c:v>8.6208897561771858E-2</c:v>
                </c:pt>
                <c:pt idx="4832">
                  <c:v>8.621642998138232E-2</c:v>
                </c:pt>
                <c:pt idx="4833">
                  <c:v>8.6221321318283181E-2</c:v>
                </c:pt>
                <c:pt idx="4834">
                  <c:v>8.6229413040296077E-2</c:v>
                </c:pt>
                <c:pt idx="4835">
                  <c:v>8.6236891270086519E-2</c:v>
                </c:pt>
                <c:pt idx="4836">
                  <c:v>8.6240311500942995E-2</c:v>
                </c:pt>
                <c:pt idx="4837">
                  <c:v>8.6272344842800677E-2</c:v>
                </c:pt>
                <c:pt idx="4838">
                  <c:v>8.6283176680400045E-2</c:v>
                </c:pt>
                <c:pt idx="4839">
                  <c:v>8.6284176502314611E-2</c:v>
                </c:pt>
                <c:pt idx="4840">
                  <c:v>8.6298206090090382E-2</c:v>
                </c:pt>
                <c:pt idx="4841">
                  <c:v>8.6305988411465126E-2</c:v>
                </c:pt>
                <c:pt idx="4842">
                  <c:v>8.6327570816218516E-2</c:v>
                </c:pt>
                <c:pt idx="4843">
                  <c:v>8.633312732894878E-2</c:v>
                </c:pt>
                <c:pt idx="4844">
                  <c:v>8.6336960257603498E-2</c:v>
                </c:pt>
                <c:pt idx="4845">
                  <c:v>8.6351031979174528E-2</c:v>
                </c:pt>
                <c:pt idx="4846">
                  <c:v>8.6358220332482291E-2</c:v>
                </c:pt>
                <c:pt idx="4847">
                  <c:v>8.636034358495398E-2</c:v>
                </c:pt>
                <c:pt idx="4848">
                  <c:v>8.6366252054773163E-2</c:v>
                </c:pt>
                <c:pt idx="4849">
                  <c:v>8.6369471109152468E-2</c:v>
                </c:pt>
                <c:pt idx="4850">
                  <c:v>8.6370433184232834E-2</c:v>
                </c:pt>
                <c:pt idx="4851">
                  <c:v>8.6385697244134793E-2</c:v>
                </c:pt>
                <c:pt idx="4852">
                  <c:v>8.6393274612133544E-2</c:v>
                </c:pt>
                <c:pt idx="4853">
                  <c:v>8.6418080989865892E-2</c:v>
                </c:pt>
                <c:pt idx="4854">
                  <c:v>8.6442445855781383E-2</c:v>
                </c:pt>
                <c:pt idx="4855">
                  <c:v>8.6450211697462601E-2</c:v>
                </c:pt>
                <c:pt idx="4856">
                  <c:v>8.6452681895237068E-2</c:v>
                </c:pt>
                <c:pt idx="4857">
                  <c:v>8.6462685347703891E-2</c:v>
                </c:pt>
                <c:pt idx="4858">
                  <c:v>8.6480401891349007E-2</c:v>
                </c:pt>
                <c:pt idx="4859">
                  <c:v>8.6509452895135161E-2</c:v>
                </c:pt>
                <c:pt idx="4860">
                  <c:v>8.6520331452175123E-2</c:v>
                </c:pt>
                <c:pt idx="4861">
                  <c:v>8.6535256080326861E-2</c:v>
                </c:pt>
                <c:pt idx="4862">
                  <c:v>8.6538022585495325E-2</c:v>
                </c:pt>
                <c:pt idx="4863">
                  <c:v>8.6553241669799691E-2</c:v>
                </c:pt>
                <c:pt idx="4864">
                  <c:v>8.6554145820802258E-2</c:v>
                </c:pt>
                <c:pt idx="4865">
                  <c:v>8.6557730257101936E-2</c:v>
                </c:pt>
                <c:pt idx="4866">
                  <c:v>8.6561734853414243E-2</c:v>
                </c:pt>
                <c:pt idx="4867">
                  <c:v>8.6565001165059496E-2</c:v>
                </c:pt>
                <c:pt idx="4868">
                  <c:v>8.6568189991551761E-2</c:v>
                </c:pt>
                <c:pt idx="4869">
                  <c:v>8.6570820758415476E-2</c:v>
                </c:pt>
                <c:pt idx="4870">
                  <c:v>8.6575862876135945E-2</c:v>
                </c:pt>
                <c:pt idx="4871">
                  <c:v>8.6592954653040038E-2</c:v>
                </c:pt>
                <c:pt idx="4872">
                  <c:v>8.6598514574359381E-2</c:v>
                </c:pt>
                <c:pt idx="4873">
                  <c:v>8.6630643177593392E-2</c:v>
                </c:pt>
                <c:pt idx="4874">
                  <c:v>8.663258458655855E-2</c:v>
                </c:pt>
                <c:pt idx="4875">
                  <c:v>8.6636501880564876E-2</c:v>
                </c:pt>
                <c:pt idx="4876">
                  <c:v>8.6636867880543353E-2</c:v>
                </c:pt>
                <c:pt idx="4877">
                  <c:v>8.6637301435484315E-2</c:v>
                </c:pt>
                <c:pt idx="4878">
                  <c:v>8.6655574096453122E-2</c:v>
                </c:pt>
                <c:pt idx="4879">
                  <c:v>8.6658708436020998E-2</c:v>
                </c:pt>
                <c:pt idx="4880">
                  <c:v>8.6659291537302133E-2</c:v>
                </c:pt>
                <c:pt idx="4881">
                  <c:v>8.6667315945032616E-2</c:v>
                </c:pt>
                <c:pt idx="4882">
                  <c:v>8.6668763296434165E-2</c:v>
                </c:pt>
                <c:pt idx="4883">
                  <c:v>8.6671739799405803E-2</c:v>
                </c:pt>
                <c:pt idx="4884">
                  <c:v>8.6673641641649216E-2</c:v>
                </c:pt>
                <c:pt idx="4885">
                  <c:v>8.6677757545532266E-2</c:v>
                </c:pt>
                <c:pt idx="4886">
                  <c:v>8.6684847430862869E-2</c:v>
                </c:pt>
                <c:pt idx="4887">
                  <c:v>8.6697264590986561E-2</c:v>
                </c:pt>
                <c:pt idx="4888">
                  <c:v>8.6706178238883644E-2</c:v>
                </c:pt>
                <c:pt idx="4889">
                  <c:v>8.6711610128001021E-2</c:v>
                </c:pt>
                <c:pt idx="4890">
                  <c:v>8.6722303822871605E-2</c:v>
                </c:pt>
                <c:pt idx="4891">
                  <c:v>8.6724033344736537E-2</c:v>
                </c:pt>
                <c:pt idx="4892">
                  <c:v>8.6731957190357131E-2</c:v>
                </c:pt>
                <c:pt idx="4893">
                  <c:v>8.6734853046619598E-2</c:v>
                </c:pt>
                <c:pt idx="4894">
                  <c:v>8.6739869186014257E-2</c:v>
                </c:pt>
                <c:pt idx="4895">
                  <c:v>8.676998635973443E-2</c:v>
                </c:pt>
                <c:pt idx="4896">
                  <c:v>8.6771157027545537E-2</c:v>
                </c:pt>
                <c:pt idx="4897">
                  <c:v>8.6774059612863705E-2</c:v>
                </c:pt>
                <c:pt idx="4898">
                  <c:v>8.6776584570546503E-2</c:v>
                </c:pt>
                <c:pt idx="4899">
                  <c:v>8.6777442749654515E-2</c:v>
                </c:pt>
                <c:pt idx="4900">
                  <c:v>8.6785799724540341E-2</c:v>
                </c:pt>
                <c:pt idx="4901">
                  <c:v>8.6786722599575497E-2</c:v>
                </c:pt>
                <c:pt idx="4902">
                  <c:v>8.6802859500926519E-2</c:v>
                </c:pt>
                <c:pt idx="4903">
                  <c:v>8.6807142482831501E-2</c:v>
                </c:pt>
                <c:pt idx="4904">
                  <c:v>8.6816339915445212E-2</c:v>
                </c:pt>
                <c:pt idx="4905">
                  <c:v>8.6818771727981123E-2</c:v>
                </c:pt>
                <c:pt idx="4906">
                  <c:v>8.683167700054846E-2</c:v>
                </c:pt>
                <c:pt idx="4907">
                  <c:v>8.6860508335496675E-2</c:v>
                </c:pt>
                <c:pt idx="4908">
                  <c:v>8.6867827053357022E-2</c:v>
                </c:pt>
                <c:pt idx="4909">
                  <c:v>8.6873557003947652E-2</c:v>
                </c:pt>
                <c:pt idx="4910">
                  <c:v>8.6905597215927541E-2</c:v>
                </c:pt>
                <c:pt idx="4911">
                  <c:v>8.6922849338278943E-2</c:v>
                </c:pt>
                <c:pt idx="4912">
                  <c:v>8.6922993578976787E-2</c:v>
                </c:pt>
                <c:pt idx="4913">
                  <c:v>8.692382132550408E-2</c:v>
                </c:pt>
                <c:pt idx="4914">
                  <c:v>8.6936770588737139E-2</c:v>
                </c:pt>
                <c:pt idx="4915">
                  <c:v>8.6949203479773904E-2</c:v>
                </c:pt>
                <c:pt idx="4916">
                  <c:v>8.69581144713506E-2</c:v>
                </c:pt>
                <c:pt idx="4917">
                  <c:v>8.6979900297072241E-2</c:v>
                </c:pt>
                <c:pt idx="4918">
                  <c:v>8.6983769588926979E-2</c:v>
                </c:pt>
                <c:pt idx="4919">
                  <c:v>8.7013101254151112E-2</c:v>
                </c:pt>
                <c:pt idx="4920">
                  <c:v>8.7026531997741338E-2</c:v>
                </c:pt>
                <c:pt idx="4921">
                  <c:v>8.7031779099239343E-2</c:v>
                </c:pt>
                <c:pt idx="4922">
                  <c:v>8.7042041337774725E-2</c:v>
                </c:pt>
                <c:pt idx="4923">
                  <c:v>8.7066152407853925E-2</c:v>
                </c:pt>
                <c:pt idx="4924">
                  <c:v>8.7075560536552812E-2</c:v>
                </c:pt>
                <c:pt idx="4925">
                  <c:v>8.7092497100981783E-2</c:v>
                </c:pt>
                <c:pt idx="4926">
                  <c:v>8.713620081275919E-2</c:v>
                </c:pt>
                <c:pt idx="4927">
                  <c:v>8.7136207618078554E-2</c:v>
                </c:pt>
                <c:pt idx="4928">
                  <c:v>8.7138184949379083E-2</c:v>
                </c:pt>
                <c:pt idx="4929">
                  <c:v>8.7142319684428884E-2</c:v>
                </c:pt>
                <c:pt idx="4930">
                  <c:v>8.7157619084455615E-2</c:v>
                </c:pt>
                <c:pt idx="4931">
                  <c:v>8.7164953221863253E-2</c:v>
                </c:pt>
                <c:pt idx="4932">
                  <c:v>8.7173394837303977E-2</c:v>
                </c:pt>
                <c:pt idx="4933">
                  <c:v>8.7182629642174728E-2</c:v>
                </c:pt>
                <c:pt idx="4934">
                  <c:v>8.7185847756765592E-2</c:v>
                </c:pt>
                <c:pt idx="4935">
                  <c:v>8.7187239861180099E-2</c:v>
                </c:pt>
                <c:pt idx="4936">
                  <c:v>8.719670110504614E-2</c:v>
                </c:pt>
                <c:pt idx="4937">
                  <c:v>8.7203714111130592E-2</c:v>
                </c:pt>
                <c:pt idx="4938">
                  <c:v>8.7204878478559802E-2</c:v>
                </c:pt>
                <c:pt idx="4939">
                  <c:v>8.722191657662462E-2</c:v>
                </c:pt>
                <c:pt idx="4940">
                  <c:v>8.722395132664186E-2</c:v>
                </c:pt>
                <c:pt idx="4941">
                  <c:v>8.7229712500806522E-2</c:v>
                </c:pt>
                <c:pt idx="4942">
                  <c:v>8.7242719182642633E-2</c:v>
                </c:pt>
                <c:pt idx="4943">
                  <c:v>8.7249953249900924E-2</c:v>
                </c:pt>
                <c:pt idx="4944">
                  <c:v>8.7259438713731777E-2</c:v>
                </c:pt>
                <c:pt idx="4945">
                  <c:v>8.7260295742809565E-2</c:v>
                </c:pt>
                <c:pt idx="4946">
                  <c:v>8.7263960564446505E-2</c:v>
                </c:pt>
                <c:pt idx="4947">
                  <c:v>8.7280690176411393E-2</c:v>
                </c:pt>
                <c:pt idx="4948">
                  <c:v>8.7281626816036822E-2</c:v>
                </c:pt>
                <c:pt idx="4949">
                  <c:v>8.7287956663055527E-2</c:v>
                </c:pt>
                <c:pt idx="4950">
                  <c:v>8.7289875683346882E-2</c:v>
                </c:pt>
                <c:pt idx="4951">
                  <c:v>8.7291555225508813E-2</c:v>
                </c:pt>
                <c:pt idx="4952">
                  <c:v>8.7310250603225614E-2</c:v>
                </c:pt>
                <c:pt idx="4953">
                  <c:v>8.7315174013230523E-2</c:v>
                </c:pt>
                <c:pt idx="4954">
                  <c:v>8.7332249038447871E-2</c:v>
                </c:pt>
                <c:pt idx="4955">
                  <c:v>8.7338410978388112E-2</c:v>
                </c:pt>
                <c:pt idx="4956">
                  <c:v>8.7352073495499144E-2</c:v>
                </c:pt>
                <c:pt idx="4957">
                  <c:v>8.7358648825279064E-2</c:v>
                </c:pt>
                <c:pt idx="4958">
                  <c:v>8.7359261985316211E-2</c:v>
                </c:pt>
                <c:pt idx="4959">
                  <c:v>8.7369831108491558E-2</c:v>
                </c:pt>
                <c:pt idx="4960">
                  <c:v>8.7372921320382435E-2</c:v>
                </c:pt>
                <c:pt idx="4961">
                  <c:v>8.7382652709900324E-2</c:v>
                </c:pt>
                <c:pt idx="4962">
                  <c:v>8.7393139314023358E-2</c:v>
                </c:pt>
                <c:pt idx="4963">
                  <c:v>8.7396454966635534E-2</c:v>
                </c:pt>
                <c:pt idx="4964">
                  <c:v>8.7402677037983351E-2</c:v>
                </c:pt>
                <c:pt idx="4965">
                  <c:v>8.7410021811949096E-2</c:v>
                </c:pt>
                <c:pt idx="4966">
                  <c:v>8.7412183630547632E-2</c:v>
                </c:pt>
                <c:pt idx="4967">
                  <c:v>8.7416076661312889E-2</c:v>
                </c:pt>
                <c:pt idx="4968">
                  <c:v>8.7427541801347347E-2</c:v>
                </c:pt>
                <c:pt idx="4969">
                  <c:v>8.7432425948196266E-2</c:v>
                </c:pt>
                <c:pt idx="4970">
                  <c:v>8.7436051264188228E-2</c:v>
                </c:pt>
                <c:pt idx="4971">
                  <c:v>8.7445865189668362E-2</c:v>
                </c:pt>
                <c:pt idx="4972">
                  <c:v>8.7449236593876739E-2</c:v>
                </c:pt>
                <c:pt idx="4973">
                  <c:v>8.7466079793096257E-2</c:v>
                </c:pt>
                <c:pt idx="4974">
                  <c:v>8.7469544354592019E-2</c:v>
                </c:pt>
                <c:pt idx="4975">
                  <c:v>8.7476650094342509E-2</c:v>
                </c:pt>
                <c:pt idx="4976">
                  <c:v>8.7496955655833694E-2</c:v>
                </c:pt>
                <c:pt idx="4977">
                  <c:v>8.7500718168929542E-2</c:v>
                </c:pt>
                <c:pt idx="4978">
                  <c:v>8.7511096697805754E-2</c:v>
                </c:pt>
                <c:pt idx="4979">
                  <c:v>8.7560746071667209E-2</c:v>
                </c:pt>
                <c:pt idx="4980">
                  <c:v>8.7579110865076609E-2</c:v>
                </c:pt>
                <c:pt idx="4981">
                  <c:v>8.7579837159622781E-2</c:v>
                </c:pt>
                <c:pt idx="4982">
                  <c:v>8.7581869366586254E-2</c:v>
                </c:pt>
                <c:pt idx="4983">
                  <c:v>8.7610533444236291E-2</c:v>
                </c:pt>
                <c:pt idx="4984">
                  <c:v>8.7616141782147508E-2</c:v>
                </c:pt>
                <c:pt idx="4985">
                  <c:v>8.7643854946146557E-2</c:v>
                </c:pt>
                <c:pt idx="4986">
                  <c:v>8.7645681634304015E-2</c:v>
                </c:pt>
                <c:pt idx="4987">
                  <c:v>8.7665880188685388E-2</c:v>
                </c:pt>
                <c:pt idx="4988">
                  <c:v>8.7665960148221048E-2</c:v>
                </c:pt>
                <c:pt idx="4989">
                  <c:v>8.7672125210392096E-2</c:v>
                </c:pt>
                <c:pt idx="4990">
                  <c:v>8.7699429388229361E-2</c:v>
                </c:pt>
                <c:pt idx="4991">
                  <c:v>8.7716561141882671E-2</c:v>
                </c:pt>
                <c:pt idx="4992">
                  <c:v>8.7727525753670391E-2</c:v>
                </c:pt>
                <c:pt idx="4993">
                  <c:v>8.773112642998486E-2</c:v>
                </c:pt>
                <c:pt idx="4994">
                  <c:v>8.7737831129554147E-2</c:v>
                </c:pt>
                <c:pt idx="4995">
                  <c:v>8.774261987019176E-2</c:v>
                </c:pt>
                <c:pt idx="4996">
                  <c:v>8.7751121115187306E-2</c:v>
                </c:pt>
                <c:pt idx="4997">
                  <c:v>8.7751527388120545E-2</c:v>
                </c:pt>
                <c:pt idx="4998">
                  <c:v>8.7758635380086825E-2</c:v>
                </c:pt>
                <c:pt idx="4999">
                  <c:v>8.776704670501484E-2</c:v>
                </c:pt>
                <c:pt idx="5000">
                  <c:v>8.7774988959581079E-2</c:v>
                </c:pt>
                <c:pt idx="5001">
                  <c:v>8.7786943224590783E-2</c:v>
                </c:pt>
                <c:pt idx="5002">
                  <c:v>8.7787904120511726E-2</c:v>
                </c:pt>
                <c:pt idx="5003">
                  <c:v>8.7792392455236901E-2</c:v>
                </c:pt>
                <c:pt idx="5004">
                  <c:v>8.7799439587525216E-2</c:v>
                </c:pt>
                <c:pt idx="5005">
                  <c:v>8.7809947859404214E-2</c:v>
                </c:pt>
                <c:pt idx="5006">
                  <c:v>8.7812482834956782E-2</c:v>
                </c:pt>
                <c:pt idx="5007">
                  <c:v>8.7815655285682553E-2</c:v>
                </c:pt>
                <c:pt idx="5008">
                  <c:v>8.7819456274765478E-2</c:v>
                </c:pt>
                <c:pt idx="5009">
                  <c:v>8.7820416811330015E-2</c:v>
                </c:pt>
                <c:pt idx="5010">
                  <c:v>8.7830090909217312E-2</c:v>
                </c:pt>
                <c:pt idx="5011">
                  <c:v>8.7830288442784926E-2</c:v>
                </c:pt>
                <c:pt idx="5012">
                  <c:v>8.7832342518642928E-2</c:v>
                </c:pt>
                <c:pt idx="5013">
                  <c:v>8.7832530526189098E-2</c:v>
                </c:pt>
                <c:pt idx="5014">
                  <c:v>8.7835710876169523E-2</c:v>
                </c:pt>
                <c:pt idx="5015">
                  <c:v>8.7852092119249298E-2</c:v>
                </c:pt>
                <c:pt idx="5016">
                  <c:v>8.7873230493536847E-2</c:v>
                </c:pt>
                <c:pt idx="5017">
                  <c:v>8.787507051112127E-2</c:v>
                </c:pt>
                <c:pt idx="5018">
                  <c:v>8.789865585259829E-2</c:v>
                </c:pt>
                <c:pt idx="5019">
                  <c:v>8.7910737599191976E-2</c:v>
                </c:pt>
                <c:pt idx="5020">
                  <c:v>8.7926326987875267E-2</c:v>
                </c:pt>
                <c:pt idx="5021">
                  <c:v>8.7933442984784629E-2</c:v>
                </c:pt>
                <c:pt idx="5022">
                  <c:v>8.7947675027677974E-2</c:v>
                </c:pt>
                <c:pt idx="5023">
                  <c:v>8.7948545383729981E-2</c:v>
                </c:pt>
                <c:pt idx="5024">
                  <c:v>8.7960874783158602E-2</c:v>
                </c:pt>
                <c:pt idx="5025">
                  <c:v>8.7979083959742396E-2</c:v>
                </c:pt>
                <c:pt idx="5026">
                  <c:v>8.8007214231998782E-2</c:v>
                </c:pt>
                <c:pt idx="5027">
                  <c:v>8.8019553162477115E-2</c:v>
                </c:pt>
                <c:pt idx="5028">
                  <c:v>8.8025261946345967E-2</c:v>
                </c:pt>
                <c:pt idx="5029">
                  <c:v>8.8029200275040437E-2</c:v>
                </c:pt>
                <c:pt idx="5030">
                  <c:v>8.8035210445152029E-2</c:v>
                </c:pt>
                <c:pt idx="5031">
                  <c:v>8.8041377276478996E-2</c:v>
                </c:pt>
                <c:pt idx="5032">
                  <c:v>8.8045150395974964E-2</c:v>
                </c:pt>
                <c:pt idx="5033">
                  <c:v>8.8045195524230846E-2</c:v>
                </c:pt>
                <c:pt idx="5034">
                  <c:v>8.8048649579885549E-2</c:v>
                </c:pt>
                <c:pt idx="5035">
                  <c:v>8.8081741170118397E-2</c:v>
                </c:pt>
                <c:pt idx="5036">
                  <c:v>8.8086276557501564E-2</c:v>
                </c:pt>
                <c:pt idx="5037">
                  <c:v>8.8093094823577384E-2</c:v>
                </c:pt>
                <c:pt idx="5038">
                  <c:v>8.8121274549433262E-2</c:v>
                </c:pt>
                <c:pt idx="5039">
                  <c:v>8.8127399676603005E-2</c:v>
                </c:pt>
                <c:pt idx="5040">
                  <c:v>8.8129388363790945E-2</c:v>
                </c:pt>
                <c:pt idx="5041">
                  <c:v>8.8142228125300426E-2</c:v>
                </c:pt>
                <c:pt idx="5042">
                  <c:v>8.8147844340786666E-2</c:v>
                </c:pt>
                <c:pt idx="5043">
                  <c:v>8.8158947138549826E-2</c:v>
                </c:pt>
                <c:pt idx="5044">
                  <c:v>8.8163272835379475E-2</c:v>
                </c:pt>
                <c:pt idx="5045">
                  <c:v>8.8174246742466947E-2</c:v>
                </c:pt>
                <c:pt idx="5046">
                  <c:v>8.8174907214558701E-2</c:v>
                </c:pt>
                <c:pt idx="5047">
                  <c:v>8.8185672525164849E-2</c:v>
                </c:pt>
                <c:pt idx="5048">
                  <c:v>8.8209150601837455E-2</c:v>
                </c:pt>
                <c:pt idx="5049">
                  <c:v>8.8215500017269799E-2</c:v>
                </c:pt>
                <c:pt idx="5050">
                  <c:v>8.8225691940400447E-2</c:v>
                </c:pt>
                <c:pt idx="5051">
                  <c:v>8.8235639241705327E-2</c:v>
                </c:pt>
                <c:pt idx="5052">
                  <c:v>8.8249828908097613E-2</c:v>
                </c:pt>
                <c:pt idx="5053">
                  <c:v>8.8252112876860161E-2</c:v>
                </c:pt>
                <c:pt idx="5054">
                  <c:v>8.8269514710957814E-2</c:v>
                </c:pt>
                <c:pt idx="5055">
                  <c:v>8.8299216717089304E-2</c:v>
                </c:pt>
                <c:pt idx="5056">
                  <c:v>8.8306164992228764E-2</c:v>
                </c:pt>
                <c:pt idx="5057">
                  <c:v>8.8306184504242075E-2</c:v>
                </c:pt>
                <c:pt idx="5058">
                  <c:v>8.8327579626651317E-2</c:v>
                </c:pt>
                <c:pt idx="5059">
                  <c:v>8.8331469058611806E-2</c:v>
                </c:pt>
                <c:pt idx="5060">
                  <c:v>8.8334669004750774E-2</c:v>
                </c:pt>
                <c:pt idx="5061">
                  <c:v>8.8336008888094744E-2</c:v>
                </c:pt>
                <c:pt idx="5062">
                  <c:v>8.836618754211506E-2</c:v>
                </c:pt>
                <c:pt idx="5063">
                  <c:v>8.8397506101738077E-2</c:v>
                </c:pt>
                <c:pt idx="5064">
                  <c:v>8.8408870806704162E-2</c:v>
                </c:pt>
                <c:pt idx="5065">
                  <c:v>8.8415141052935423E-2</c:v>
                </c:pt>
                <c:pt idx="5066">
                  <c:v>8.84153079856769E-2</c:v>
                </c:pt>
                <c:pt idx="5067">
                  <c:v>8.8426875637513933E-2</c:v>
                </c:pt>
                <c:pt idx="5068">
                  <c:v>8.8432162720798707E-2</c:v>
                </c:pt>
                <c:pt idx="5069">
                  <c:v>8.8435173505206313E-2</c:v>
                </c:pt>
                <c:pt idx="5070">
                  <c:v>8.8436122828097818E-2</c:v>
                </c:pt>
                <c:pt idx="5071">
                  <c:v>8.8437847691127641E-2</c:v>
                </c:pt>
                <c:pt idx="5072">
                  <c:v>8.8440686368649726E-2</c:v>
                </c:pt>
                <c:pt idx="5073">
                  <c:v>8.8444449000195477E-2</c:v>
                </c:pt>
                <c:pt idx="5074">
                  <c:v>8.8446851351435471E-2</c:v>
                </c:pt>
                <c:pt idx="5075">
                  <c:v>8.8449457350324612E-2</c:v>
                </c:pt>
                <c:pt idx="5076">
                  <c:v>8.8477466245838868E-2</c:v>
                </c:pt>
                <c:pt idx="5077">
                  <c:v>8.8478918910614032E-2</c:v>
                </c:pt>
                <c:pt idx="5078">
                  <c:v>8.849129700628651E-2</c:v>
                </c:pt>
                <c:pt idx="5079">
                  <c:v>8.8493485071851147E-2</c:v>
                </c:pt>
                <c:pt idx="5080">
                  <c:v>8.8517853564569329E-2</c:v>
                </c:pt>
                <c:pt idx="5081">
                  <c:v>8.8524999737117527E-2</c:v>
                </c:pt>
                <c:pt idx="5082">
                  <c:v>8.8535950926847781E-2</c:v>
                </c:pt>
                <c:pt idx="5083">
                  <c:v>8.8544219643522007E-2</c:v>
                </c:pt>
                <c:pt idx="5084">
                  <c:v>8.8544616104451107E-2</c:v>
                </c:pt>
                <c:pt idx="5085">
                  <c:v>8.8552770529095479E-2</c:v>
                </c:pt>
                <c:pt idx="5086">
                  <c:v>8.8557499078993199E-2</c:v>
                </c:pt>
                <c:pt idx="5087">
                  <c:v>8.8568999916402658E-2</c:v>
                </c:pt>
                <c:pt idx="5088">
                  <c:v>8.8580771229844008E-2</c:v>
                </c:pt>
                <c:pt idx="5089">
                  <c:v>8.8589187374583572E-2</c:v>
                </c:pt>
                <c:pt idx="5090">
                  <c:v>8.8606416005419603E-2</c:v>
                </c:pt>
                <c:pt idx="5091">
                  <c:v>8.861158540849734E-2</c:v>
                </c:pt>
                <c:pt idx="5092">
                  <c:v>8.8614763521135648E-2</c:v>
                </c:pt>
                <c:pt idx="5093">
                  <c:v>8.8616740057373522E-2</c:v>
                </c:pt>
                <c:pt idx="5094">
                  <c:v>8.8621453580690623E-2</c:v>
                </c:pt>
                <c:pt idx="5095">
                  <c:v>8.8626002330456588E-2</c:v>
                </c:pt>
                <c:pt idx="5096">
                  <c:v>8.8650858868351071E-2</c:v>
                </c:pt>
                <c:pt idx="5097">
                  <c:v>8.8651980303022626E-2</c:v>
                </c:pt>
                <c:pt idx="5098">
                  <c:v>8.8660860452639143E-2</c:v>
                </c:pt>
                <c:pt idx="5099">
                  <c:v>8.8670134208188242E-2</c:v>
                </c:pt>
                <c:pt idx="5100">
                  <c:v>8.8696265446248021E-2</c:v>
                </c:pt>
                <c:pt idx="5101">
                  <c:v>8.8704803483415667E-2</c:v>
                </c:pt>
                <c:pt idx="5102">
                  <c:v>8.8710624172214841E-2</c:v>
                </c:pt>
                <c:pt idx="5103">
                  <c:v>8.8723187795741135E-2</c:v>
                </c:pt>
                <c:pt idx="5104">
                  <c:v>8.8743205301956007E-2</c:v>
                </c:pt>
                <c:pt idx="5105">
                  <c:v>8.8760630354705272E-2</c:v>
                </c:pt>
                <c:pt idx="5106">
                  <c:v>8.878331159060214E-2</c:v>
                </c:pt>
                <c:pt idx="5107">
                  <c:v>8.880153959068636E-2</c:v>
                </c:pt>
                <c:pt idx="5108">
                  <c:v>8.8802569513615953E-2</c:v>
                </c:pt>
                <c:pt idx="5109">
                  <c:v>8.8804733368547856E-2</c:v>
                </c:pt>
                <c:pt idx="5110">
                  <c:v>8.8804979851539928E-2</c:v>
                </c:pt>
                <c:pt idx="5111">
                  <c:v>8.8808370896542504E-2</c:v>
                </c:pt>
                <c:pt idx="5112">
                  <c:v>8.8813569667078041E-2</c:v>
                </c:pt>
                <c:pt idx="5113">
                  <c:v>8.8819113124257248E-2</c:v>
                </c:pt>
                <c:pt idx="5114">
                  <c:v>8.884322940548163E-2</c:v>
                </c:pt>
                <c:pt idx="5115">
                  <c:v>8.8850992290278291E-2</c:v>
                </c:pt>
                <c:pt idx="5116">
                  <c:v>8.8852523277334117E-2</c:v>
                </c:pt>
                <c:pt idx="5117">
                  <c:v>8.8864526142638442E-2</c:v>
                </c:pt>
                <c:pt idx="5118">
                  <c:v>8.8872349415065971E-2</c:v>
                </c:pt>
                <c:pt idx="5119">
                  <c:v>8.8902149524123758E-2</c:v>
                </c:pt>
                <c:pt idx="5120">
                  <c:v>8.8919438699955042E-2</c:v>
                </c:pt>
                <c:pt idx="5121">
                  <c:v>8.8931474288081111E-2</c:v>
                </c:pt>
                <c:pt idx="5122">
                  <c:v>8.8933930635269789E-2</c:v>
                </c:pt>
                <c:pt idx="5123">
                  <c:v>8.8946725014303424E-2</c:v>
                </c:pt>
                <c:pt idx="5124">
                  <c:v>8.8954815418515104E-2</c:v>
                </c:pt>
                <c:pt idx="5125">
                  <c:v>8.896057023739018E-2</c:v>
                </c:pt>
                <c:pt idx="5126">
                  <c:v>8.8962665654410231E-2</c:v>
                </c:pt>
                <c:pt idx="5127">
                  <c:v>8.8981736633769487E-2</c:v>
                </c:pt>
                <c:pt idx="5128">
                  <c:v>8.8984457564172947E-2</c:v>
                </c:pt>
                <c:pt idx="5129">
                  <c:v>8.9009727404642414E-2</c:v>
                </c:pt>
                <c:pt idx="5130">
                  <c:v>8.9011758902968918E-2</c:v>
                </c:pt>
                <c:pt idx="5131">
                  <c:v>8.9013332736016221E-2</c:v>
                </c:pt>
                <c:pt idx="5132">
                  <c:v>8.9025919211360924E-2</c:v>
                </c:pt>
                <c:pt idx="5133">
                  <c:v>8.9034658445709902E-2</c:v>
                </c:pt>
                <c:pt idx="5134">
                  <c:v>8.9036644687726527E-2</c:v>
                </c:pt>
                <c:pt idx="5135">
                  <c:v>8.9052007959707219E-2</c:v>
                </c:pt>
                <c:pt idx="5136">
                  <c:v>8.9055455841639083E-2</c:v>
                </c:pt>
                <c:pt idx="5137">
                  <c:v>8.9056232477128849E-2</c:v>
                </c:pt>
                <c:pt idx="5138">
                  <c:v>8.9058793184309051E-2</c:v>
                </c:pt>
                <c:pt idx="5139">
                  <c:v>8.9059410022110305E-2</c:v>
                </c:pt>
                <c:pt idx="5140">
                  <c:v>8.9062307573861854E-2</c:v>
                </c:pt>
                <c:pt idx="5141">
                  <c:v>8.9067939552157235E-2</c:v>
                </c:pt>
                <c:pt idx="5142">
                  <c:v>8.9074551260808293E-2</c:v>
                </c:pt>
                <c:pt idx="5143">
                  <c:v>8.9078949138731156E-2</c:v>
                </c:pt>
                <c:pt idx="5144">
                  <c:v>8.9085687079407977E-2</c:v>
                </c:pt>
                <c:pt idx="5145">
                  <c:v>8.9086316700342533E-2</c:v>
                </c:pt>
                <c:pt idx="5146">
                  <c:v>8.9088660713520645E-2</c:v>
                </c:pt>
                <c:pt idx="5147">
                  <c:v>8.9090931853051628E-2</c:v>
                </c:pt>
                <c:pt idx="5148">
                  <c:v>8.912331099025135E-2</c:v>
                </c:pt>
                <c:pt idx="5149">
                  <c:v>8.9144705811348771E-2</c:v>
                </c:pt>
                <c:pt idx="5150">
                  <c:v>8.9156329903352649E-2</c:v>
                </c:pt>
                <c:pt idx="5151">
                  <c:v>8.9157212108089329E-2</c:v>
                </c:pt>
                <c:pt idx="5152">
                  <c:v>8.9157644810064426E-2</c:v>
                </c:pt>
                <c:pt idx="5153">
                  <c:v>8.9159848826183385E-2</c:v>
                </c:pt>
                <c:pt idx="5154">
                  <c:v>8.9161091200076648E-2</c:v>
                </c:pt>
                <c:pt idx="5155">
                  <c:v>8.9183976815947488E-2</c:v>
                </c:pt>
                <c:pt idx="5156">
                  <c:v>8.9190662151599889E-2</c:v>
                </c:pt>
                <c:pt idx="5157">
                  <c:v>8.9190772039403329E-2</c:v>
                </c:pt>
                <c:pt idx="5158">
                  <c:v>8.9192528284551167E-2</c:v>
                </c:pt>
                <c:pt idx="5159">
                  <c:v>8.9198469591960261E-2</c:v>
                </c:pt>
                <c:pt idx="5160">
                  <c:v>8.9204986431700009E-2</c:v>
                </c:pt>
                <c:pt idx="5161">
                  <c:v>8.9213517446547194E-2</c:v>
                </c:pt>
                <c:pt idx="5162">
                  <c:v>8.92142788269705E-2</c:v>
                </c:pt>
                <c:pt idx="5163">
                  <c:v>8.9229495901326186E-2</c:v>
                </c:pt>
                <c:pt idx="5164">
                  <c:v>8.9247814780239049E-2</c:v>
                </c:pt>
                <c:pt idx="5165">
                  <c:v>8.9276413640437299E-2</c:v>
                </c:pt>
                <c:pt idx="5166">
                  <c:v>8.9303237995791637E-2</c:v>
                </c:pt>
                <c:pt idx="5167">
                  <c:v>8.9303256328503763E-2</c:v>
                </c:pt>
                <c:pt idx="5168">
                  <c:v>8.9315795875595225E-2</c:v>
                </c:pt>
                <c:pt idx="5169">
                  <c:v>8.9319915118318355E-2</c:v>
                </c:pt>
                <c:pt idx="5170">
                  <c:v>8.9343234305860469E-2</c:v>
                </c:pt>
                <c:pt idx="5171">
                  <c:v>8.9350999023864064E-2</c:v>
                </c:pt>
                <c:pt idx="5172">
                  <c:v>8.9356062554513255E-2</c:v>
                </c:pt>
                <c:pt idx="5173">
                  <c:v>8.9379728471560491E-2</c:v>
                </c:pt>
                <c:pt idx="5174">
                  <c:v>8.9415165943761393E-2</c:v>
                </c:pt>
                <c:pt idx="5175">
                  <c:v>8.9426955370971409E-2</c:v>
                </c:pt>
                <c:pt idx="5176">
                  <c:v>8.943269192486511E-2</c:v>
                </c:pt>
                <c:pt idx="5177">
                  <c:v>8.9433197146169707E-2</c:v>
                </c:pt>
                <c:pt idx="5178">
                  <c:v>8.9433669640764282E-2</c:v>
                </c:pt>
                <c:pt idx="5179">
                  <c:v>8.9435934488540078E-2</c:v>
                </c:pt>
                <c:pt idx="5180">
                  <c:v>8.9444192108778395E-2</c:v>
                </c:pt>
                <c:pt idx="5181">
                  <c:v>8.944626897294379E-2</c:v>
                </c:pt>
                <c:pt idx="5182">
                  <c:v>8.9453207680895708E-2</c:v>
                </c:pt>
                <c:pt idx="5183">
                  <c:v>8.9465131635946021E-2</c:v>
                </c:pt>
                <c:pt idx="5184">
                  <c:v>8.9474509920000209E-2</c:v>
                </c:pt>
                <c:pt idx="5185">
                  <c:v>8.9475355885922411E-2</c:v>
                </c:pt>
                <c:pt idx="5186">
                  <c:v>8.948410397598161E-2</c:v>
                </c:pt>
                <c:pt idx="5187">
                  <c:v>8.9500542927515428E-2</c:v>
                </c:pt>
                <c:pt idx="5188">
                  <c:v>8.9512369255692711E-2</c:v>
                </c:pt>
                <c:pt idx="5189">
                  <c:v>8.9518340554261902E-2</c:v>
                </c:pt>
                <c:pt idx="5190">
                  <c:v>8.9520151585210761E-2</c:v>
                </c:pt>
                <c:pt idx="5191">
                  <c:v>8.9522176761919467E-2</c:v>
                </c:pt>
                <c:pt idx="5192">
                  <c:v>8.9526470011285053E-2</c:v>
                </c:pt>
                <c:pt idx="5193">
                  <c:v>8.9527514928867263E-2</c:v>
                </c:pt>
                <c:pt idx="5194">
                  <c:v>8.953286703490114E-2</c:v>
                </c:pt>
                <c:pt idx="5195">
                  <c:v>8.9534386115884421E-2</c:v>
                </c:pt>
                <c:pt idx="5196">
                  <c:v>8.9535111302874351E-2</c:v>
                </c:pt>
                <c:pt idx="5197">
                  <c:v>8.9537086729128967E-2</c:v>
                </c:pt>
                <c:pt idx="5198">
                  <c:v>8.9542982606348631E-2</c:v>
                </c:pt>
                <c:pt idx="5199">
                  <c:v>8.9568633118012275E-2</c:v>
                </c:pt>
                <c:pt idx="5200">
                  <c:v>8.9584261567295889E-2</c:v>
                </c:pt>
                <c:pt idx="5201">
                  <c:v>8.958928411100886E-2</c:v>
                </c:pt>
                <c:pt idx="5202">
                  <c:v>8.959585829767433E-2</c:v>
                </c:pt>
                <c:pt idx="5203">
                  <c:v>8.9596947688453665E-2</c:v>
                </c:pt>
                <c:pt idx="5204">
                  <c:v>8.9603984631520875E-2</c:v>
                </c:pt>
                <c:pt idx="5205">
                  <c:v>8.9614785334367952E-2</c:v>
                </c:pt>
                <c:pt idx="5206">
                  <c:v>8.9623231927129801E-2</c:v>
                </c:pt>
                <c:pt idx="5207">
                  <c:v>8.9624204246078892E-2</c:v>
                </c:pt>
                <c:pt idx="5208">
                  <c:v>8.9636576570016099E-2</c:v>
                </c:pt>
                <c:pt idx="5209">
                  <c:v>8.9638934236849266E-2</c:v>
                </c:pt>
                <c:pt idx="5210">
                  <c:v>8.964465502096404E-2</c:v>
                </c:pt>
                <c:pt idx="5211">
                  <c:v>8.9648939805829983E-2</c:v>
                </c:pt>
                <c:pt idx="5212">
                  <c:v>8.9650200792361689E-2</c:v>
                </c:pt>
                <c:pt idx="5213">
                  <c:v>8.9655534369506323E-2</c:v>
                </c:pt>
                <c:pt idx="5214">
                  <c:v>8.9669022291850489E-2</c:v>
                </c:pt>
                <c:pt idx="5215">
                  <c:v>8.9684061860378916E-2</c:v>
                </c:pt>
                <c:pt idx="5216">
                  <c:v>8.9704216572322928E-2</c:v>
                </c:pt>
                <c:pt idx="5217">
                  <c:v>8.9722984768005984E-2</c:v>
                </c:pt>
                <c:pt idx="5218">
                  <c:v>8.9734575659733612E-2</c:v>
                </c:pt>
                <c:pt idx="5219">
                  <c:v>8.9743010788427363E-2</c:v>
                </c:pt>
                <c:pt idx="5220">
                  <c:v>8.9744056004938275E-2</c:v>
                </c:pt>
                <c:pt idx="5221">
                  <c:v>8.9758153664710461E-2</c:v>
                </c:pt>
                <c:pt idx="5222">
                  <c:v>8.9769982241641566E-2</c:v>
                </c:pt>
                <c:pt idx="5223">
                  <c:v>8.9777461096775771E-2</c:v>
                </c:pt>
                <c:pt idx="5224">
                  <c:v>8.9798657065277801E-2</c:v>
                </c:pt>
                <c:pt idx="5225">
                  <c:v>8.9817354630079518E-2</c:v>
                </c:pt>
                <c:pt idx="5226">
                  <c:v>8.9834098309297603E-2</c:v>
                </c:pt>
                <c:pt idx="5227">
                  <c:v>8.9835101518717972E-2</c:v>
                </c:pt>
                <c:pt idx="5228">
                  <c:v>8.9838584397946564E-2</c:v>
                </c:pt>
                <c:pt idx="5229">
                  <c:v>8.9848646858093739E-2</c:v>
                </c:pt>
                <c:pt idx="5230">
                  <c:v>8.9852477144553633E-2</c:v>
                </c:pt>
                <c:pt idx="5231">
                  <c:v>8.9856130736776618E-2</c:v>
                </c:pt>
                <c:pt idx="5232">
                  <c:v>8.9861291730598356E-2</c:v>
                </c:pt>
                <c:pt idx="5233">
                  <c:v>8.9864971982151001E-2</c:v>
                </c:pt>
                <c:pt idx="5234">
                  <c:v>8.9866772488220517E-2</c:v>
                </c:pt>
                <c:pt idx="5235">
                  <c:v>8.9874948415326866E-2</c:v>
                </c:pt>
                <c:pt idx="5236">
                  <c:v>8.9891954816225875E-2</c:v>
                </c:pt>
                <c:pt idx="5237">
                  <c:v>8.990507452108483E-2</c:v>
                </c:pt>
                <c:pt idx="5238">
                  <c:v>8.9920155957993589E-2</c:v>
                </c:pt>
                <c:pt idx="5239">
                  <c:v>8.9922439554506656E-2</c:v>
                </c:pt>
                <c:pt idx="5240">
                  <c:v>8.9924396857764391E-2</c:v>
                </c:pt>
                <c:pt idx="5241">
                  <c:v>8.9929273831719433E-2</c:v>
                </c:pt>
                <c:pt idx="5242">
                  <c:v>8.9931739535113145E-2</c:v>
                </c:pt>
                <c:pt idx="5243">
                  <c:v>8.9937846267018812E-2</c:v>
                </c:pt>
                <c:pt idx="5244">
                  <c:v>8.9938950004101195E-2</c:v>
                </c:pt>
                <c:pt idx="5245">
                  <c:v>8.9958201511401215E-2</c:v>
                </c:pt>
                <c:pt idx="5246">
                  <c:v>8.9973744188472538E-2</c:v>
                </c:pt>
                <c:pt idx="5247">
                  <c:v>8.9977304045189971E-2</c:v>
                </c:pt>
                <c:pt idx="5248">
                  <c:v>8.9980379221808515E-2</c:v>
                </c:pt>
                <c:pt idx="5249">
                  <c:v>9.0014817457344021E-2</c:v>
                </c:pt>
                <c:pt idx="5250">
                  <c:v>9.0025878205894735E-2</c:v>
                </c:pt>
                <c:pt idx="5251">
                  <c:v>9.0031932865236503E-2</c:v>
                </c:pt>
                <c:pt idx="5252">
                  <c:v>9.0035602273302914E-2</c:v>
                </c:pt>
                <c:pt idx="5253">
                  <c:v>9.0036618354292303E-2</c:v>
                </c:pt>
                <c:pt idx="5254">
                  <c:v>9.0036791099410443E-2</c:v>
                </c:pt>
                <c:pt idx="5255">
                  <c:v>9.0044195193060256E-2</c:v>
                </c:pt>
                <c:pt idx="5256">
                  <c:v>9.0051479893052316E-2</c:v>
                </c:pt>
                <c:pt idx="5257">
                  <c:v>9.0070670681156026E-2</c:v>
                </c:pt>
                <c:pt idx="5258">
                  <c:v>9.0080520011646653E-2</c:v>
                </c:pt>
                <c:pt idx="5259">
                  <c:v>9.0108404311653165E-2</c:v>
                </c:pt>
                <c:pt idx="5260">
                  <c:v>9.0110298646151055E-2</c:v>
                </c:pt>
                <c:pt idx="5261">
                  <c:v>9.0123441720131245E-2</c:v>
                </c:pt>
                <c:pt idx="5262">
                  <c:v>9.015022663085083E-2</c:v>
                </c:pt>
                <c:pt idx="5263">
                  <c:v>9.0151710337795815E-2</c:v>
                </c:pt>
                <c:pt idx="5264">
                  <c:v>9.0161845199017959E-2</c:v>
                </c:pt>
                <c:pt idx="5265">
                  <c:v>9.0162829863350266E-2</c:v>
                </c:pt>
                <c:pt idx="5266">
                  <c:v>9.0163924790372774E-2</c:v>
                </c:pt>
                <c:pt idx="5267">
                  <c:v>9.0169132153751871E-2</c:v>
                </c:pt>
                <c:pt idx="5268">
                  <c:v>9.0180107842961904E-2</c:v>
                </c:pt>
                <c:pt idx="5269">
                  <c:v>9.0204868890569251E-2</c:v>
                </c:pt>
                <c:pt idx="5270">
                  <c:v>9.0206929055150431E-2</c:v>
                </c:pt>
                <c:pt idx="5271">
                  <c:v>9.0213686934316334E-2</c:v>
                </c:pt>
                <c:pt idx="5272">
                  <c:v>9.0220353478300971E-2</c:v>
                </c:pt>
                <c:pt idx="5273">
                  <c:v>9.0236730329769144E-2</c:v>
                </c:pt>
                <c:pt idx="5274">
                  <c:v>9.0240469038949694E-2</c:v>
                </c:pt>
                <c:pt idx="5275">
                  <c:v>9.0248403815711697E-2</c:v>
                </c:pt>
                <c:pt idx="5276">
                  <c:v>9.0266938072065345E-2</c:v>
                </c:pt>
                <c:pt idx="5277">
                  <c:v>9.0268693040870124E-2</c:v>
                </c:pt>
                <c:pt idx="5278">
                  <c:v>9.0273184098033046E-2</c:v>
                </c:pt>
                <c:pt idx="5279">
                  <c:v>9.0277127974850893E-2</c:v>
                </c:pt>
                <c:pt idx="5280">
                  <c:v>9.0285706741628668E-2</c:v>
                </c:pt>
                <c:pt idx="5281">
                  <c:v>9.0287955203334158E-2</c:v>
                </c:pt>
                <c:pt idx="5282">
                  <c:v>9.0292915491551287E-2</c:v>
                </c:pt>
                <c:pt idx="5283">
                  <c:v>9.0308532515459713E-2</c:v>
                </c:pt>
                <c:pt idx="5284">
                  <c:v>9.0311318600723958E-2</c:v>
                </c:pt>
                <c:pt idx="5285">
                  <c:v>9.0314578287236186E-2</c:v>
                </c:pt>
                <c:pt idx="5286">
                  <c:v>9.0320344930952451E-2</c:v>
                </c:pt>
                <c:pt idx="5287">
                  <c:v>9.032225840195135E-2</c:v>
                </c:pt>
                <c:pt idx="5288">
                  <c:v>9.033890386698154E-2</c:v>
                </c:pt>
                <c:pt idx="5289">
                  <c:v>9.0339148454362639E-2</c:v>
                </c:pt>
                <c:pt idx="5290">
                  <c:v>9.0368990193635604E-2</c:v>
                </c:pt>
                <c:pt idx="5291">
                  <c:v>9.0376353203434581E-2</c:v>
                </c:pt>
                <c:pt idx="5292">
                  <c:v>9.0395510133290835E-2</c:v>
                </c:pt>
                <c:pt idx="5293">
                  <c:v>9.0400827364806022E-2</c:v>
                </c:pt>
                <c:pt idx="5294">
                  <c:v>9.0420467730837006E-2</c:v>
                </c:pt>
                <c:pt idx="5295">
                  <c:v>9.0430404640483852E-2</c:v>
                </c:pt>
                <c:pt idx="5296">
                  <c:v>9.0431411877261433E-2</c:v>
                </c:pt>
                <c:pt idx="5297">
                  <c:v>9.0433786112219861E-2</c:v>
                </c:pt>
                <c:pt idx="5298">
                  <c:v>9.0435969998883342E-2</c:v>
                </c:pt>
                <c:pt idx="5299">
                  <c:v>9.0441015444948356E-2</c:v>
                </c:pt>
                <c:pt idx="5300">
                  <c:v>9.04421342556226E-2</c:v>
                </c:pt>
                <c:pt idx="5301">
                  <c:v>9.0466389480747963E-2</c:v>
                </c:pt>
                <c:pt idx="5302">
                  <c:v>9.0476344638787704E-2</c:v>
                </c:pt>
                <c:pt idx="5303">
                  <c:v>9.0486959789261634E-2</c:v>
                </c:pt>
                <c:pt idx="5304">
                  <c:v>9.0500657201071588E-2</c:v>
                </c:pt>
                <c:pt idx="5305">
                  <c:v>9.0516082154251415E-2</c:v>
                </c:pt>
                <c:pt idx="5306">
                  <c:v>9.0520697884020188E-2</c:v>
                </c:pt>
                <c:pt idx="5307">
                  <c:v>9.0531442582527419E-2</c:v>
                </c:pt>
                <c:pt idx="5308">
                  <c:v>9.0539108306298952E-2</c:v>
                </c:pt>
                <c:pt idx="5309">
                  <c:v>9.0542235340109051E-2</c:v>
                </c:pt>
                <c:pt idx="5310">
                  <c:v>9.0543745303287557E-2</c:v>
                </c:pt>
                <c:pt idx="5311">
                  <c:v>9.0544060110604882E-2</c:v>
                </c:pt>
                <c:pt idx="5312">
                  <c:v>9.0553598701016411E-2</c:v>
                </c:pt>
                <c:pt idx="5313">
                  <c:v>9.0574968819675403E-2</c:v>
                </c:pt>
                <c:pt idx="5314">
                  <c:v>9.059569498542859E-2</c:v>
                </c:pt>
                <c:pt idx="5315">
                  <c:v>9.060436231244974E-2</c:v>
                </c:pt>
                <c:pt idx="5316">
                  <c:v>9.0606750533548511E-2</c:v>
                </c:pt>
                <c:pt idx="5317">
                  <c:v>9.0606816605205753E-2</c:v>
                </c:pt>
                <c:pt idx="5318">
                  <c:v>9.0607974342626907E-2</c:v>
                </c:pt>
                <c:pt idx="5319">
                  <c:v>9.0613011864934104E-2</c:v>
                </c:pt>
                <c:pt idx="5320">
                  <c:v>9.0619849117065637E-2</c:v>
                </c:pt>
                <c:pt idx="5321">
                  <c:v>9.0624054836419013E-2</c:v>
                </c:pt>
                <c:pt idx="5322">
                  <c:v>9.0625308812038508E-2</c:v>
                </c:pt>
                <c:pt idx="5323">
                  <c:v>9.0629235580566334E-2</c:v>
                </c:pt>
                <c:pt idx="5324">
                  <c:v>9.0633780245406165E-2</c:v>
                </c:pt>
                <c:pt idx="5325">
                  <c:v>9.0669730316999514E-2</c:v>
                </c:pt>
                <c:pt idx="5326">
                  <c:v>9.0685421932975643E-2</c:v>
                </c:pt>
                <c:pt idx="5327">
                  <c:v>9.0690582544085477E-2</c:v>
                </c:pt>
                <c:pt idx="5328">
                  <c:v>9.069179580040812E-2</c:v>
                </c:pt>
                <c:pt idx="5329">
                  <c:v>9.070059598105927E-2</c:v>
                </c:pt>
                <c:pt idx="5330">
                  <c:v>9.0720393712162326E-2</c:v>
                </c:pt>
                <c:pt idx="5331">
                  <c:v>9.072237007269876E-2</c:v>
                </c:pt>
                <c:pt idx="5332">
                  <c:v>9.0735988884186256E-2</c:v>
                </c:pt>
                <c:pt idx="5333">
                  <c:v>9.0737430620472903E-2</c:v>
                </c:pt>
                <c:pt idx="5334">
                  <c:v>9.0752419893318378E-2</c:v>
                </c:pt>
                <c:pt idx="5335">
                  <c:v>9.0760337688151171E-2</c:v>
                </c:pt>
                <c:pt idx="5336">
                  <c:v>9.076270051320047E-2</c:v>
                </c:pt>
                <c:pt idx="5337">
                  <c:v>9.0773290118230904E-2</c:v>
                </c:pt>
                <c:pt idx="5338">
                  <c:v>9.0774511012997106E-2</c:v>
                </c:pt>
                <c:pt idx="5339">
                  <c:v>9.0784950344421259E-2</c:v>
                </c:pt>
                <c:pt idx="5340">
                  <c:v>9.0789650183554824E-2</c:v>
                </c:pt>
                <c:pt idx="5341">
                  <c:v>9.0798159098294681E-2</c:v>
                </c:pt>
                <c:pt idx="5342">
                  <c:v>9.0802081591385697E-2</c:v>
                </c:pt>
                <c:pt idx="5343">
                  <c:v>9.082404740469488E-2</c:v>
                </c:pt>
                <c:pt idx="5344">
                  <c:v>9.0838523032700846E-2</c:v>
                </c:pt>
                <c:pt idx="5345">
                  <c:v>9.0851836752585152E-2</c:v>
                </c:pt>
                <c:pt idx="5346">
                  <c:v>9.086513726513766E-2</c:v>
                </c:pt>
                <c:pt idx="5347">
                  <c:v>9.0871930898399123E-2</c:v>
                </c:pt>
                <c:pt idx="5348">
                  <c:v>9.0876146870155813E-2</c:v>
                </c:pt>
                <c:pt idx="5349">
                  <c:v>9.0881889793950607E-2</c:v>
                </c:pt>
                <c:pt idx="5350">
                  <c:v>9.0905131365795117E-2</c:v>
                </c:pt>
                <c:pt idx="5351">
                  <c:v>9.091232327478227E-2</c:v>
                </c:pt>
                <c:pt idx="5352">
                  <c:v>9.0913836890868654E-2</c:v>
                </c:pt>
                <c:pt idx="5353">
                  <c:v>9.0925969526580344E-2</c:v>
                </c:pt>
                <c:pt idx="5354">
                  <c:v>9.0944509046118435E-2</c:v>
                </c:pt>
                <c:pt idx="5355">
                  <c:v>9.0945471739467459E-2</c:v>
                </c:pt>
                <c:pt idx="5356">
                  <c:v>9.0952247355830615E-2</c:v>
                </c:pt>
                <c:pt idx="5357">
                  <c:v>9.0963730505144835E-2</c:v>
                </c:pt>
                <c:pt idx="5358">
                  <c:v>9.0971004666936847E-2</c:v>
                </c:pt>
                <c:pt idx="5359">
                  <c:v>9.0991387854737468E-2</c:v>
                </c:pt>
                <c:pt idx="5360">
                  <c:v>9.1003073386430933E-2</c:v>
                </c:pt>
                <c:pt idx="5361">
                  <c:v>9.1009131328039325E-2</c:v>
                </c:pt>
                <c:pt idx="5362">
                  <c:v>9.10246333885769E-2</c:v>
                </c:pt>
                <c:pt idx="5363">
                  <c:v>9.1035547620187715E-2</c:v>
                </c:pt>
                <c:pt idx="5364">
                  <c:v>9.1041495316815102E-2</c:v>
                </c:pt>
                <c:pt idx="5365">
                  <c:v>9.1044881410552628E-2</c:v>
                </c:pt>
                <c:pt idx="5366">
                  <c:v>9.1061341313757108E-2</c:v>
                </c:pt>
                <c:pt idx="5367">
                  <c:v>9.107011653343372E-2</c:v>
                </c:pt>
                <c:pt idx="5368">
                  <c:v>9.1078064669214448E-2</c:v>
                </c:pt>
                <c:pt idx="5369">
                  <c:v>9.1078740568878699E-2</c:v>
                </c:pt>
                <c:pt idx="5370">
                  <c:v>9.1093584055034316E-2</c:v>
                </c:pt>
                <c:pt idx="5371">
                  <c:v>9.1097420766257806E-2</c:v>
                </c:pt>
                <c:pt idx="5372">
                  <c:v>9.1118709187100369E-2</c:v>
                </c:pt>
                <c:pt idx="5373">
                  <c:v>9.1165968811147996E-2</c:v>
                </c:pt>
                <c:pt idx="5374">
                  <c:v>9.1190454079932579E-2</c:v>
                </c:pt>
                <c:pt idx="5375">
                  <c:v>9.1215374203881205E-2</c:v>
                </c:pt>
                <c:pt idx="5376">
                  <c:v>9.1224379686927801E-2</c:v>
                </c:pt>
                <c:pt idx="5377">
                  <c:v>9.124408114879673E-2</c:v>
                </c:pt>
                <c:pt idx="5378">
                  <c:v>9.1247985760186515E-2</c:v>
                </c:pt>
                <c:pt idx="5379">
                  <c:v>9.1250877618247364E-2</c:v>
                </c:pt>
                <c:pt idx="5380">
                  <c:v>9.1260304488150423E-2</c:v>
                </c:pt>
                <c:pt idx="5381">
                  <c:v>9.1290660072584226E-2</c:v>
                </c:pt>
                <c:pt idx="5382">
                  <c:v>9.1304334013282376E-2</c:v>
                </c:pt>
                <c:pt idx="5383">
                  <c:v>9.1311447657775671E-2</c:v>
                </c:pt>
                <c:pt idx="5384">
                  <c:v>9.1321485132787331E-2</c:v>
                </c:pt>
                <c:pt idx="5385">
                  <c:v>9.1321500895267735E-2</c:v>
                </c:pt>
                <c:pt idx="5386">
                  <c:v>9.1328222472313661E-2</c:v>
                </c:pt>
                <c:pt idx="5387">
                  <c:v>9.1328725121260348E-2</c:v>
                </c:pt>
                <c:pt idx="5388">
                  <c:v>9.1337007301961426E-2</c:v>
                </c:pt>
                <c:pt idx="5389">
                  <c:v>9.1337229266147735E-2</c:v>
                </c:pt>
                <c:pt idx="5390">
                  <c:v>9.1349980875863671E-2</c:v>
                </c:pt>
                <c:pt idx="5391">
                  <c:v>9.1360715675959811E-2</c:v>
                </c:pt>
                <c:pt idx="5392">
                  <c:v>9.1360861031473894E-2</c:v>
                </c:pt>
                <c:pt idx="5393">
                  <c:v>9.1364956167704639E-2</c:v>
                </c:pt>
                <c:pt idx="5394">
                  <c:v>9.1378100154867276E-2</c:v>
                </c:pt>
                <c:pt idx="5395">
                  <c:v>9.1388948414260915E-2</c:v>
                </c:pt>
                <c:pt idx="5396">
                  <c:v>9.1391250984363265E-2</c:v>
                </c:pt>
                <c:pt idx="5397">
                  <c:v>9.1398137522635689E-2</c:v>
                </c:pt>
                <c:pt idx="5398">
                  <c:v>9.1413303605617238E-2</c:v>
                </c:pt>
                <c:pt idx="5399">
                  <c:v>9.1418673276840182E-2</c:v>
                </c:pt>
                <c:pt idx="5400">
                  <c:v>9.1420998677203033E-2</c:v>
                </c:pt>
                <c:pt idx="5401">
                  <c:v>9.1421122127180246E-2</c:v>
                </c:pt>
                <c:pt idx="5402">
                  <c:v>9.1433261763652365E-2</c:v>
                </c:pt>
                <c:pt idx="5403">
                  <c:v>9.1437619605980097E-2</c:v>
                </c:pt>
                <c:pt idx="5404">
                  <c:v>9.1441500149382002E-2</c:v>
                </c:pt>
                <c:pt idx="5405">
                  <c:v>9.1442500923875916E-2</c:v>
                </c:pt>
                <c:pt idx="5406">
                  <c:v>9.1444819302844024E-2</c:v>
                </c:pt>
                <c:pt idx="5407">
                  <c:v>9.1455076981833472E-2</c:v>
                </c:pt>
                <c:pt idx="5408">
                  <c:v>9.1464914215024659E-2</c:v>
                </c:pt>
                <c:pt idx="5409">
                  <c:v>9.1466331856730448E-2</c:v>
                </c:pt>
                <c:pt idx="5410">
                  <c:v>9.1467766746677892E-2</c:v>
                </c:pt>
                <c:pt idx="5411">
                  <c:v>9.1468215711881434E-2</c:v>
                </c:pt>
                <c:pt idx="5412">
                  <c:v>9.1477269489369545E-2</c:v>
                </c:pt>
                <c:pt idx="5413">
                  <c:v>9.1483885326503117E-2</c:v>
                </c:pt>
                <c:pt idx="5414">
                  <c:v>9.1489104154867495E-2</c:v>
                </c:pt>
                <c:pt idx="5415">
                  <c:v>9.1496549506708783E-2</c:v>
                </c:pt>
                <c:pt idx="5416">
                  <c:v>9.1513382428026979E-2</c:v>
                </c:pt>
                <c:pt idx="5417">
                  <c:v>9.151481479743398E-2</c:v>
                </c:pt>
                <c:pt idx="5418">
                  <c:v>9.1514934718961008E-2</c:v>
                </c:pt>
                <c:pt idx="5419">
                  <c:v>9.1520747248791889E-2</c:v>
                </c:pt>
                <c:pt idx="5420">
                  <c:v>9.1538364338693612E-2</c:v>
                </c:pt>
                <c:pt idx="5421">
                  <c:v>9.1538851567118357E-2</c:v>
                </c:pt>
                <c:pt idx="5422">
                  <c:v>9.1554166179631691E-2</c:v>
                </c:pt>
                <c:pt idx="5423">
                  <c:v>9.1566275657550114E-2</c:v>
                </c:pt>
                <c:pt idx="5424">
                  <c:v>9.1571076610226065E-2</c:v>
                </c:pt>
                <c:pt idx="5425">
                  <c:v>9.1573058573418367E-2</c:v>
                </c:pt>
                <c:pt idx="5426">
                  <c:v>9.1575484108020133E-2</c:v>
                </c:pt>
                <c:pt idx="5427">
                  <c:v>9.1598087350184265E-2</c:v>
                </c:pt>
                <c:pt idx="5428">
                  <c:v>9.1610384506732187E-2</c:v>
                </c:pt>
                <c:pt idx="5429">
                  <c:v>9.1620880162339977E-2</c:v>
                </c:pt>
                <c:pt idx="5430">
                  <c:v>9.1623569307422589E-2</c:v>
                </c:pt>
                <c:pt idx="5431">
                  <c:v>9.1632506900015814E-2</c:v>
                </c:pt>
                <c:pt idx="5432">
                  <c:v>9.1638599055710174E-2</c:v>
                </c:pt>
                <c:pt idx="5433">
                  <c:v>9.1640425505233963E-2</c:v>
                </c:pt>
                <c:pt idx="5434">
                  <c:v>9.1646140638592374E-2</c:v>
                </c:pt>
                <c:pt idx="5435">
                  <c:v>9.1647463418636416E-2</c:v>
                </c:pt>
                <c:pt idx="5436">
                  <c:v>9.1649909268484028E-2</c:v>
                </c:pt>
                <c:pt idx="5437">
                  <c:v>9.1653503838374784E-2</c:v>
                </c:pt>
                <c:pt idx="5438">
                  <c:v>9.1659339184011007E-2</c:v>
                </c:pt>
                <c:pt idx="5439">
                  <c:v>9.1660192688390776E-2</c:v>
                </c:pt>
                <c:pt idx="5440">
                  <c:v>9.1667489522099632E-2</c:v>
                </c:pt>
                <c:pt idx="5441">
                  <c:v>9.1671964197217279E-2</c:v>
                </c:pt>
                <c:pt idx="5442">
                  <c:v>9.1677895603763979E-2</c:v>
                </c:pt>
                <c:pt idx="5443">
                  <c:v>9.1686075721046992E-2</c:v>
                </c:pt>
                <c:pt idx="5444">
                  <c:v>9.169328846347638E-2</c:v>
                </c:pt>
                <c:pt idx="5445">
                  <c:v>9.1707728471143946E-2</c:v>
                </c:pt>
                <c:pt idx="5446">
                  <c:v>9.1711715843471334E-2</c:v>
                </c:pt>
                <c:pt idx="5447">
                  <c:v>9.1717994417406176E-2</c:v>
                </c:pt>
                <c:pt idx="5448">
                  <c:v>9.1725691510077909E-2</c:v>
                </c:pt>
                <c:pt idx="5449">
                  <c:v>9.1727286279406101E-2</c:v>
                </c:pt>
                <c:pt idx="5450">
                  <c:v>9.173396487103401E-2</c:v>
                </c:pt>
                <c:pt idx="5451">
                  <c:v>9.1737050000761614E-2</c:v>
                </c:pt>
                <c:pt idx="5452">
                  <c:v>9.1741189931827602E-2</c:v>
                </c:pt>
                <c:pt idx="5453">
                  <c:v>9.1747701437158866E-2</c:v>
                </c:pt>
                <c:pt idx="5454">
                  <c:v>9.1750096009138554E-2</c:v>
                </c:pt>
                <c:pt idx="5455">
                  <c:v>9.1754930848156419E-2</c:v>
                </c:pt>
                <c:pt idx="5456">
                  <c:v>9.1761102756434024E-2</c:v>
                </c:pt>
                <c:pt idx="5457">
                  <c:v>9.1763451017183806E-2</c:v>
                </c:pt>
                <c:pt idx="5458">
                  <c:v>9.1766377121502499E-2</c:v>
                </c:pt>
                <c:pt idx="5459">
                  <c:v>9.1783676264287323E-2</c:v>
                </c:pt>
                <c:pt idx="5460">
                  <c:v>9.1788932915978103E-2</c:v>
                </c:pt>
                <c:pt idx="5461">
                  <c:v>9.179042424503385E-2</c:v>
                </c:pt>
                <c:pt idx="5462">
                  <c:v>9.1792620106712616E-2</c:v>
                </c:pt>
                <c:pt idx="5463">
                  <c:v>9.1806565194290257E-2</c:v>
                </c:pt>
                <c:pt idx="5464">
                  <c:v>9.1819838619115163E-2</c:v>
                </c:pt>
                <c:pt idx="5465">
                  <c:v>9.182486728891337E-2</c:v>
                </c:pt>
                <c:pt idx="5466">
                  <c:v>9.1827367953485645E-2</c:v>
                </c:pt>
                <c:pt idx="5467">
                  <c:v>9.1832188397104497E-2</c:v>
                </c:pt>
                <c:pt idx="5468">
                  <c:v>9.1839289343329869E-2</c:v>
                </c:pt>
                <c:pt idx="5469">
                  <c:v>9.1854945863806381E-2</c:v>
                </c:pt>
                <c:pt idx="5470">
                  <c:v>9.1871932306442E-2</c:v>
                </c:pt>
                <c:pt idx="5471">
                  <c:v>9.1876693103282003E-2</c:v>
                </c:pt>
                <c:pt idx="5472">
                  <c:v>9.1879274127752625E-2</c:v>
                </c:pt>
                <c:pt idx="5473">
                  <c:v>9.1881314812297124E-2</c:v>
                </c:pt>
                <c:pt idx="5474">
                  <c:v>9.1882581326475712E-2</c:v>
                </c:pt>
                <c:pt idx="5475">
                  <c:v>9.1888612201433517E-2</c:v>
                </c:pt>
                <c:pt idx="5476">
                  <c:v>9.1889825902251324E-2</c:v>
                </c:pt>
                <c:pt idx="5477">
                  <c:v>9.1897432822489467E-2</c:v>
                </c:pt>
                <c:pt idx="5478">
                  <c:v>9.1913606223352276E-2</c:v>
                </c:pt>
                <c:pt idx="5479">
                  <c:v>9.1925107189932298E-2</c:v>
                </c:pt>
                <c:pt idx="5480">
                  <c:v>9.1949704471890978E-2</c:v>
                </c:pt>
                <c:pt idx="5481">
                  <c:v>9.1967674404313235E-2</c:v>
                </c:pt>
                <c:pt idx="5482">
                  <c:v>9.1986889313653952E-2</c:v>
                </c:pt>
                <c:pt idx="5483">
                  <c:v>9.1996555249784631E-2</c:v>
                </c:pt>
                <c:pt idx="5484">
                  <c:v>9.2041361908151501E-2</c:v>
                </c:pt>
                <c:pt idx="5485">
                  <c:v>9.2042771601566653E-2</c:v>
                </c:pt>
                <c:pt idx="5486">
                  <c:v>9.20472046213099E-2</c:v>
                </c:pt>
                <c:pt idx="5487">
                  <c:v>9.204848424771804E-2</c:v>
                </c:pt>
                <c:pt idx="5488">
                  <c:v>9.2048658310869946E-2</c:v>
                </c:pt>
                <c:pt idx="5489">
                  <c:v>9.2051483318368543E-2</c:v>
                </c:pt>
                <c:pt idx="5490">
                  <c:v>9.2053524068779799E-2</c:v>
                </c:pt>
                <c:pt idx="5491">
                  <c:v>9.2061736401338259E-2</c:v>
                </c:pt>
                <c:pt idx="5492">
                  <c:v>9.2070683750397939E-2</c:v>
                </c:pt>
                <c:pt idx="5493">
                  <c:v>9.2074315459776346E-2</c:v>
                </c:pt>
                <c:pt idx="5494">
                  <c:v>9.207808170374665E-2</c:v>
                </c:pt>
                <c:pt idx="5495">
                  <c:v>9.2081792490823891E-2</c:v>
                </c:pt>
                <c:pt idx="5496">
                  <c:v>9.2104750747568839E-2</c:v>
                </c:pt>
                <c:pt idx="5497">
                  <c:v>9.2108751100838424E-2</c:v>
                </c:pt>
                <c:pt idx="5498">
                  <c:v>9.2129901423452162E-2</c:v>
                </c:pt>
                <c:pt idx="5499">
                  <c:v>9.2135044069019831E-2</c:v>
                </c:pt>
                <c:pt idx="5500">
                  <c:v>9.2144008490039078E-2</c:v>
                </c:pt>
                <c:pt idx="5501">
                  <c:v>9.2151579879926948E-2</c:v>
                </c:pt>
                <c:pt idx="5502">
                  <c:v>9.2158748946912977E-2</c:v>
                </c:pt>
                <c:pt idx="5503">
                  <c:v>9.2166777904182429E-2</c:v>
                </c:pt>
                <c:pt idx="5504">
                  <c:v>9.2183461559425944E-2</c:v>
                </c:pt>
                <c:pt idx="5505">
                  <c:v>9.2183607303106152E-2</c:v>
                </c:pt>
                <c:pt idx="5506">
                  <c:v>9.2185369614675855E-2</c:v>
                </c:pt>
                <c:pt idx="5507">
                  <c:v>9.2186502398726763E-2</c:v>
                </c:pt>
                <c:pt idx="5508">
                  <c:v>9.2192570961039041E-2</c:v>
                </c:pt>
                <c:pt idx="5509">
                  <c:v>9.2192746423112495E-2</c:v>
                </c:pt>
                <c:pt idx="5510">
                  <c:v>9.2199166735783461E-2</c:v>
                </c:pt>
                <c:pt idx="5511">
                  <c:v>9.2204104653505217E-2</c:v>
                </c:pt>
                <c:pt idx="5512">
                  <c:v>9.2206715542688153E-2</c:v>
                </c:pt>
                <c:pt idx="5513">
                  <c:v>9.2218612326199892E-2</c:v>
                </c:pt>
                <c:pt idx="5514">
                  <c:v>9.2225098278279641E-2</c:v>
                </c:pt>
                <c:pt idx="5515">
                  <c:v>9.2242754164384821E-2</c:v>
                </c:pt>
                <c:pt idx="5516">
                  <c:v>9.2256797124193865E-2</c:v>
                </c:pt>
                <c:pt idx="5517">
                  <c:v>9.2257091224807908E-2</c:v>
                </c:pt>
                <c:pt idx="5518">
                  <c:v>9.226586385578546E-2</c:v>
                </c:pt>
                <c:pt idx="5519">
                  <c:v>9.2278486929439574E-2</c:v>
                </c:pt>
                <c:pt idx="5520">
                  <c:v>9.2291245889365811E-2</c:v>
                </c:pt>
                <c:pt idx="5521">
                  <c:v>9.230372256222584E-2</c:v>
                </c:pt>
                <c:pt idx="5522">
                  <c:v>9.2307842640825574E-2</c:v>
                </c:pt>
                <c:pt idx="5523">
                  <c:v>9.2312104875728176E-2</c:v>
                </c:pt>
                <c:pt idx="5524">
                  <c:v>9.231272304567717E-2</c:v>
                </c:pt>
                <c:pt idx="5525">
                  <c:v>9.2317388043094153E-2</c:v>
                </c:pt>
                <c:pt idx="5526">
                  <c:v>9.2319116184858371E-2</c:v>
                </c:pt>
                <c:pt idx="5527">
                  <c:v>9.2323144327027304E-2</c:v>
                </c:pt>
                <c:pt idx="5528">
                  <c:v>9.232884524832223E-2</c:v>
                </c:pt>
                <c:pt idx="5529">
                  <c:v>9.2361952819584522E-2</c:v>
                </c:pt>
                <c:pt idx="5530">
                  <c:v>9.236317630746467E-2</c:v>
                </c:pt>
                <c:pt idx="5531">
                  <c:v>9.2365746850624236E-2</c:v>
                </c:pt>
                <c:pt idx="5532">
                  <c:v>9.2380128912101858E-2</c:v>
                </c:pt>
                <c:pt idx="5533">
                  <c:v>9.2381203027596129E-2</c:v>
                </c:pt>
                <c:pt idx="5534">
                  <c:v>9.2394363193802578E-2</c:v>
                </c:pt>
                <c:pt idx="5535">
                  <c:v>9.2396510058379344E-2</c:v>
                </c:pt>
                <c:pt idx="5536">
                  <c:v>9.2404597767549182E-2</c:v>
                </c:pt>
                <c:pt idx="5537">
                  <c:v>9.2442929505973229E-2</c:v>
                </c:pt>
                <c:pt idx="5538">
                  <c:v>9.2445828333589289E-2</c:v>
                </c:pt>
                <c:pt idx="5539">
                  <c:v>9.2458947659727855E-2</c:v>
                </c:pt>
                <c:pt idx="5540">
                  <c:v>9.2474570034162609E-2</c:v>
                </c:pt>
                <c:pt idx="5541">
                  <c:v>9.2477174412060173E-2</c:v>
                </c:pt>
                <c:pt idx="5542">
                  <c:v>9.2504442906047896E-2</c:v>
                </c:pt>
                <c:pt idx="5543">
                  <c:v>9.2522097946913046E-2</c:v>
                </c:pt>
                <c:pt idx="5544">
                  <c:v>9.2527580543674243E-2</c:v>
                </c:pt>
                <c:pt idx="5545">
                  <c:v>9.2546663433330498E-2</c:v>
                </c:pt>
                <c:pt idx="5546">
                  <c:v>9.2550854023815549E-2</c:v>
                </c:pt>
                <c:pt idx="5547">
                  <c:v>9.2562249522575885E-2</c:v>
                </c:pt>
                <c:pt idx="5548">
                  <c:v>9.2573733780738396E-2</c:v>
                </c:pt>
                <c:pt idx="5549">
                  <c:v>9.2580542685119144E-2</c:v>
                </c:pt>
                <c:pt idx="5550">
                  <c:v>9.2584617401300806E-2</c:v>
                </c:pt>
                <c:pt idx="5551">
                  <c:v>9.2597050576936055E-2</c:v>
                </c:pt>
                <c:pt idx="5552">
                  <c:v>9.261131715755011E-2</c:v>
                </c:pt>
                <c:pt idx="5553">
                  <c:v>9.2614999696005174E-2</c:v>
                </c:pt>
                <c:pt idx="5554">
                  <c:v>9.2619625174135925E-2</c:v>
                </c:pt>
                <c:pt idx="5555">
                  <c:v>9.2619889573484049E-2</c:v>
                </c:pt>
                <c:pt idx="5556">
                  <c:v>9.2619937052048268E-2</c:v>
                </c:pt>
                <c:pt idx="5557">
                  <c:v>9.2644876640056426E-2</c:v>
                </c:pt>
                <c:pt idx="5558">
                  <c:v>9.264688205039244E-2</c:v>
                </c:pt>
                <c:pt idx="5559">
                  <c:v>9.265825916302825E-2</c:v>
                </c:pt>
                <c:pt idx="5560">
                  <c:v>9.2664876246986688E-2</c:v>
                </c:pt>
                <c:pt idx="5561">
                  <c:v>9.2668872491276935E-2</c:v>
                </c:pt>
                <c:pt idx="5562">
                  <c:v>9.2675887825307557E-2</c:v>
                </c:pt>
                <c:pt idx="5563">
                  <c:v>9.2677742142120684E-2</c:v>
                </c:pt>
                <c:pt idx="5564">
                  <c:v>9.2680884783232748E-2</c:v>
                </c:pt>
                <c:pt idx="5565">
                  <c:v>9.268816662578401E-2</c:v>
                </c:pt>
                <c:pt idx="5566">
                  <c:v>9.2703466738205537E-2</c:v>
                </c:pt>
                <c:pt idx="5567">
                  <c:v>9.2712015702724429E-2</c:v>
                </c:pt>
                <c:pt idx="5568">
                  <c:v>9.2721688978474492E-2</c:v>
                </c:pt>
                <c:pt idx="5569">
                  <c:v>9.277272204676322E-2</c:v>
                </c:pt>
                <c:pt idx="5570">
                  <c:v>9.2779809863429194E-2</c:v>
                </c:pt>
                <c:pt idx="5571">
                  <c:v>9.2783851502374295E-2</c:v>
                </c:pt>
                <c:pt idx="5572">
                  <c:v>9.2789027113630476E-2</c:v>
                </c:pt>
                <c:pt idx="5573">
                  <c:v>9.2797788942007173E-2</c:v>
                </c:pt>
                <c:pt idx="5574">
                  <c:v>9.2828059766949619E-2</c:v>
                </c:pt>
                <c:pt idx="5575">
                  <c:v>9.2828459144258246E-2</c:v>
                </c:pt>
                <c:pt idx="5576">
                  <c:v>9.283080992865872E-2</c:v>
                </c:pt>
                <c:pt idx="5577">
                  <c:v>9.2833332963035919E-2</c:v>
                </c:pt>
                <c:pt idx="5578">
                  <c:v>9.2854734666231717E-2</c:v>
                </c:pt>
                <c:pt idx="5579">
                  <c:v>9.2882346885213629E-2</c:v>
                </c:pt>
                <c:pt idx="5580">
                  <c:v>9.2888086301012279E-2</c:v>
                </c:pt>
                <c:pt idx="5581">
                  <c:v>9.2888757066211317E-2</c:v>
                </c:pt>
                <c:pt idx="5582">
                  <c:v>9.2891379287855166E-2</c:v>
                </c:pt>
                <c:pt idx="5583">
                  <c:v>9.2895599410766833E-2</c:v>
                </c:pt>
                <c:pt idx="5584">
                  <c:v>9.2901818242712347E-2</c:v>
                </c:pt>
                <c:pt idx="5585">
                  <c:v>9.292234101408274E-2</c:v>
                </c:pt>
                <c:pt idx="5586">
                  <c:v>9.2963073384190423E-2</c:v>
                </c:pt>
                <c:pt idx="5587">
                  <c:v>9.2966940867877129E-2</c:v>
                </c:pt>
                <c:pt idx="5588">
                  <c:v>9.2985814671751765E-2</c:v>
                </c:pt>
                <c:pt idx="5589">
                  <c:v>9.2990544033107067E-2</c:v>
                </c:pt>
                <c:pt idx="5590">
                  <c:v>9.300337347557526E-2</c:v>
                </c:pt>
                <c:pt idx="5591">
                  <c:v>9.3004780247155902E-2</c:v>
                </c:pt>
                <c:pt idx="5592">
                  <c:v>9.3018975145010535E-2</c:v>
                </c:pt>
                <c:pt idx="5593">
                  <c:v>9.3020315652278848E-2</c:v>
                </c:pt>
                <c:pt idx="5594">
                  <c:v>9.3020513724863557E-2</c:v>
                </c:pt>
                <c:pt idx="5595">
                  <c:v>9.3023799534115437E-2</c:v>
                </c:pt>
                <c:pt idx="5596">
                  <c:v>9.3028839422898219E-2</c:v>
                </c:pt>
                <c:pt idx="5597">
                  <c:v>9.3081553495851663E-2</c:v>
                </c:pt>
                <c:pt idx="5598">
                  <c:v>9.3085908937756534E-2</c:v>
                </c:pt>
                <c:pt idx="5599">
                  <c:v>9.3112645384178697E-2</c:v>
                </c:pt>
                <c:pt idx="5600">
                  <c:v>9.3115707579230517E-2</c:v>
                </c:pt>
                <c:pt idx="5601">
                  <c:v>9.3127166272447715E-2</c:v>
                </c:pt>
                <c:pt idx="5602">
                  <c:v>9.313821199504492E-2</c:v>
                </c:pt>
                <c:pt idx="5603">
                  <c:v>9.3139420537408604E-2</c:v>
                </c:pt>
                <c:pt idx="5604">
                  <c:v>9.3147909665948492E-2</c:v>
                </c:pt>
                <c:pt idx="5605">
                  <c:v>9.3171357441337019E-2</c:v>
                </c:pt>
                <c:pt idx="5606">
                  <c:v>9.3172716929318958E-2</c:v>
                </c:pt>
                <c:pt idx="5607">
                  <c:v>9.3173059046899806E-2</c:v>
                </c:pt>
                <c:pt idx="5608">
                  <c:v>9.3177855711771881E-2</c:v>
                </c:pt>
                <c:pt idx="5609">
                  <c:v>9.3210291141747365E-2</c:v>
                </c:pt>
                <c:pt idx="5610">
                  <c:v>9.3240232641880055E-2</c:v>
                </c:pt>
                <c:pt idx="5611">
                  <c:v>9.3240669603521176E-2</c:v>
                </c:pt>
                <c:pt idx="5612">
                  <c:v>9.3244817826495657E-2</c:v>
                </c:pt>
                <c:pt idx="5613">
                  <c:v>9.3245431422092226E-2</c:v>
                </c:pt>
                <c:pt idx="5614">
                  <c:v>9.3250983015869301E-2</c:v>
                </c:pt>
                <c:pt idx="5615">
                  <c:v>9.3257457892704468E-2</c:v>
                </c:pt>
                <c:pt idx="5616">
                  <c:v>9.3270688213520192E-2</c:v>
                </c:pt>
                <c:pt idx="5617">
                  <c:v>9.3275635086935524E-2</c:v>
                </c:pt>
                <c:pt idx="5618">
                  <c:v>9.3283821269213432E-2</c:v>
                </c:pt>
                <c:pt idx="5619">
                  <c:v>9.328392317344282E-2</c:v>
                </c:pt>
                <c:pt idx="5620">
                  <c:v>9.3287717611755222E-2</c:v>
                </c:pt>
                <c:pt idx="5621">
                  <c:v>9.3293869203251487E-2</c:v>
                </c:pt>
                <c:pt idx="5622">
                  <c:v>9.3294629538467594E-2</c:v>
                </c:pt>
                <c:pt idx="5623">
                  <c:v>9.3295295021131236E-2</c:v>
                </c:pt>
                <c:pt idx="5624">
                  <c:v>9.3316145027441399E-2</c:v>
                </c:pt>
                <c:pt idx="5625">
                  <c:v>9.3340320405203778E-2</c:v>
                </c:pt>
                <c:pt idx="5626">
                  <c:v>9.33552917832422E-2</c:v>
                </c:pt>
                <c:pt idx="5627">
                  <c:v>9.33604988028406E-2</c:v>
                </c:pt>
                <c:pt idx="5628">
                  <c:v>9.3360653995409354E-2</c:v>
                </c:pt>
                <c:pt idx="5629">
                  <c:v>9.3378886007946013E-2</c:v>
                </c:pt>
                <c:pt idx="5630">
                  <c:v>9.3380616828044979E-2</c:v>
                </c:pt>
                <c:pt idx="5631">
                  <c:v>9.338531310677986E-2</c:v>
                </c:pt>
                <c:pt idx="5632">
                  <c:v>9.3400300367080524E-2</c:v>
                </c:pt>
                <c:pt idx="5633">
                  <c:v>9.3404903100971534E-2</c:v>
                </c:pt>
                <c:pt idx="5634">
                  <c:v>9.3405203698215811E-2</c:v>
                </c:pt>
                <c:pt idx="5635">
                  <c:v>9.3411984256118158E-2</c:v>
                </c:pt>
                <c:pt idx="5636">
                  <c:v>9.3419165513963801E-2</c:v>
                </c:pt>
                <c:pt idx="5637">
                  <c:v>9.3427637729493418E-2</c:v>
                </c:pt>
                <c:pt idx="5638">
                  <c:v>9.3433721454590932E-2</c:v>
                </c:pt>
                <c:pt idx="5639">
                  <c:v>9.3436750941411892E-2</c:v>
                </c:pt>
                <c:pt idx="5640">
                  <c:v>9.3444220205395001E-2</c:v>
                </c:pt>
                <c:pt idx="5641">
                  <c:v>9.3448023620187448E-2</c:v>
                </c:pt>
                <c:pt idx="5642">
                  <c:v>9.3453002290515827E-2</c:v>
                </c:pt>
                <c:pt idx="5643">
                  <c:v>9.3465454139941423E-2</c:v>
                </c:pt>
                <c:pt idx="5644">
                  <c:v>9.3467989237672966E-2</c:v>
                </c:pt>
                <c:pt idx="5645">
                  <c:v>9.3490865258039887E-2</c:v>
                </c:pt>
                <c:pt idx="5646">
                  <c:v>9.3494290718022066E-2</c:v>
                </c:pt>
                <c:pt idx="5647">
                  <c:v>9.3507051600216884E-2</c:v>
                </c:pt>
                <c:pt idx="5648">
                  <c:v>9.3512410115451861E-2</c:v>
                </c:pt>
                <c:pt idx="5649">
                  <c:v>9.3514694713450155E-2</c:v>
                </c:pt>
                <c:pt idx="5650">
                  <c:v>9.3517617228071934E-2</c:v>
                </c:pt>
                <c:pt idx="5651">
                  <c:v>9.3525998260108711E-2</c:v>
                </c:pt>
                <c:pt idx="5652">
                  <c:v>9.3532847112847636E-2</c:v>
                </c:pt>
                <c:pt idx="5653">
                  <c:v>9.353604463384016E-2</c:v>
                </c:pt>
                <c:pt idx="5654">
                  <c:v>9.3549687087557148E-2</c:v>
                </c:pt>
                <c:pt idx="5655">
                  <c:v>9.3558491452141609E-2</c:v>
                </c:pt>
                <c:pt idx="5656">
                  <c:v>9.3567095072600359E-2</c:v>
                </c:pt>
                <c:pt idx="5657">
                  <c:v>9.3579018217603185E-2</c:v>
                </c:pt>
                <c:pt idx="5658">
                  <c:v>9.3583523040623631E-2</c:v>
                </c:pt>
                <c:pt idx="5659">
                  <c:v>9.3585690921906911E-2</c:v>
                </c:pt>
                <c:pt idx="5660">
                  <c:v>9.3586306599431235E-2</c:v>
                </c:pt>
                <c:pt idx="5661">
                  <c:v>9.3590133204220244E-2</c:v>
                </c:pt>
                <c:pt idx="5662">
                  <c:v>9.3608674241705922E-2</c:v>
                </c:pt>
                <c:pt idx="5663">
                  <c:v>9.3620209326790618E-2</c:v>
                </c:pt>
                <c:pt idx="5664">
                  <c:v>9.3623679186821754E-2</c:v>
                </c:pt>
                <c:pt idx="5665">
                  <c:v>9.3623731221064752E-2</c:v>
                </c:pt>
                <c:pt idx="5666">
                  <c:v>9.363464349664917E-2</c:v>
                </c:pt>
                <c:pt idx="5667">
                  <c:v>9.3655448519233866E-2</c:v>
                </c:pt>
                <c:pt idx="5668">
                  <c:v>9.3660373569095748E-2</c:v>
                </c:pt>
                <c:pt idx="5669">
                  <c:v>9.3679231630493631E-2</c:v>
                </c:pt>
                <c:pt idx="5670">
                  <c:v>9.3692010899272329E-2</c:v>
                </c:pt>
                <c:pt idx="5671">
                  <c:v>9.3693632863542223E-2</c:v>
                </c:pt>
                <c:pt idx="5672">
                  <c:v>9.3704832391817067E-2</c:v>
                </c:pt>
                <c:pt idx="5673">
                  <c:v>9.371580934739368E-2</c:v>
                </c:pt>
                <c:pt idx="5674">
                  <c:v>9.3739105818692478E-2</c:v>
                </c:pt>
                <c:pt idx="5675">
                  <c:v>9.3772408592673814E-2</c:v>
                </c:pt>
                <c:pt idx="5676">
                  <c:v>9.3796756475884493E-2</c:v>
                </c:pt>
                <c:pt idx="5677">
                  <c:v>9.3805035270798379E-2</c:v>
                </c:pt>
                <c:pt idx="5678">
                  <c:v>9.3805718811526009E-2</c:v>
                </c:pt>
                <c:pt idx="5679">
                  <c:v>9.3809327424244998E-2</c:v>
                </c:pt>
                <c:pt idx="5680">
                  <c:v>9.3834324877929753E-2</c:v>
                </c:pt>
                <c:pt idx="5681">
                  <c:v>9.3835333935364057E-2</c:v>
                </c:pt>
                <c:pt idx="5682">
                  <c:v>9.3849993189220382E-2</c:v>
                </c:pt>
                <c:pt idx="5683">
                  <c:v>9.3850772340931116E-2</c:v>
                </c:pt>
                <c:pt idx="5684">
                  <c:v>9.3854758996135157E-2</c:v>
                </c:pt>
                <c:pt idx="5685">
                  <c:v>9.3874725301036577E-2</c:v>
                </c:pt>
                <c:pt idx="5686">
                  <c:v>9.3906424996506532E-2</c:v>
                </c:pt>
                <c:pt idx="5687">
                  <c:v>9.3909982473645709E-2</c:v>
                </c:pt>
                <c:pt idx="5688">
                  <c:v>9.3929061194059887E-2</c:v>
                </c:pt>
                <c:pt idx="5689">
                  <c:v>9.3929385875501606E-2</c:v>
                </c:pt>
                <c:pt idx="5690">
                  <c:v>9.3941232861588661E-2</c:v>
                </c:pt>
                <c:pt idx="5691">
                  <c:v>9.3951776554410268E-2</c:v>
                </c:pt>
                <c:pt idx="5692">
                  <c:v>9.3955842396747064E-2</c:v>
                </c:pt>
                <c:pt idx="5693">
                  <c:v>9.3957874050642806E-2</c:v>
                </c:pt>
                <c:pt idx="5694">
                  <c:v>9.3958033261138177E-2</c:v>
                </c:pt>
                <c:pt idx="5695">
                  <c:v>9.3960199036448713E-2</c:v>
                </c:pt>
                <c:pt idx="5696">
                  <c:v>9.396887202899469E-2</c:v>
                </c:pt>
                <c:pt idx="5697">
                  <c:v>9.3971151887738719E-2</c:v>
                </c:pt>
                <c:pt idx="5698">
                  <c:v>9.3976661282894045E-2</c:v>
                </c:pt>
                <c:pt idx="5699">
                  <c:v>9.3984290451719549E-2</c:v>
                </c:pt>
                <c:pt idx="5700">
                  <c:v>9.3989312518760276E-2</c:v>
                </c:pt>
                <c:pt idx="5701">
                  <c:v>9.3990154235882056E-2</c:v>
                </c:pt>
                <c:pt idx="5702">
                  <c:v>9.3996525619631691E-2</c:v>
                </c:pt>
                <c:pt idx="5703">
                  <c:v>9.3997163309342976E-2</c:v>
                </c:pt>
                <c:pt idx="5704">
                  <c:v>9.3998961666153069E-2</c:v>
                </c:pt>
                <c:pt idx="5705">
                  <c:v>9.4017375998152797E-2</c:v>
                </c:pt>
                <c:pt idx="5706">
                  <c:v>9.4017703256204899E-2</c:v>
                </c:pt>
                <c:pt idx="5707">
                  <c:v>9.4019433103076921E-2</c:v>
                </c:pt>
                <c:pt idx="5708">
                  <c:v>9.4020592471435668E-2</c:v>
                </c:pt>
                <c:pt idx="5709">
                  <c:v>9.4021378377185369E-2</c:v>
                </c:pt>
                <c:pt idx="5710">
                  <c:v>9.4031055841002437E-2</c:v>
                </c:pt>
                <c:pt idx="5711">
                  <c:v>9.4053044093047308E-2</c:v>
                </c:pt>
                <c:pt idx="5712">
                  <c:v>9.4057399841841069E-2</c:v>
                </c:pt>
                <c:pt idx="5713">
                  <c:v>9.4063519545323257E-2</c:v>
                </c:pt>
                <c:pt idx="5714">
                  <c:v>9.4065260243094001E-2</c:v>
                </c:pt>
                <c:pt idx="5715">
                  <c:v>9.407497408827982E-2</c:v>
                </c:pt>
                <c:pt idx="5716">
                  <c:v>9.4091895811536902E-2</c:v>
                </c:pt>
                <c:pt idx="5717">
                  <c:v>9.4099828594830806E-2</c:v>
                </c:pt>
                <c:pt idx="5718">
                  <c:v>9.4115161264041E-2</c:v>
                </c:pt>
                <c:pt idx="5719">
                  <c:v>9.4116450380963446E-2</c:v>
                </c:pt>
                <c:pt idx="5720">
                  <c:v>9.4139008105805083E-2</c:v>
                </c:pt>
                <c:pt idx="5721">
                  <c:v>9.4142825403742095E-2</c:v>
                </c:pt>
                <c:pt idx="5722">
                  <c:v>9.4152859963096164E-2</c:v>
                </c:pt>
                <c:pt idx="5723">
                  <c:v>9.4154532064950947E-2</c:v>
                </c:pt>
                <c:pt idx="5724">
                  <c:v>9.4155839960409188E-2</c:v>
                </c:pt>
                <c:pt idx="5725">
                  <c:v>9.4162914606742532E-2</c:v>
                </c:pt>
                <c:pt idx="5726">
                  <c:v>9.4170942496514351E-2</c:v>
                </c:pt>
                <c:pt idx="5727">
                  <c:v>9.418128155722591E-2</c:v>
                </c:pt>
                <c:pt idx="5728">
                  <c:v>9.4185446613771776E-2</c:v>
                </c:pt>
                <c:pt idx="5729">
                  <c:v>9.4205517725311272E-2</c:v>
                </c:pt>
                <c:pt idx="5730">
                  <c:v>9.4208453983213286E-2</c:v>
                </c:pt>
                <c:pt idx="5731">
                  <c:v>9.4210633211408087E-2</c:v>
                </c:pt>
                <c:pt idx="5732">
                  <c:v>9.4251031966555959E-2</c:v>
                </c:pt>
                <c:pt idx="5733">
                  <c:v>9.4253475523446539E-2</c:v>
                </c:pt>
                <c:pt idx="5734">
                  <c:v>9.4257640859510522E-2</c:v>
                </c:pt>
                <c:pt idx="5735">
                  <c:v>9.426140492591488E-2</c:v>
                </c:pt>
                <c:pt idx="5736">
                  <c:v>9.4263522562294019E-2</c:v>
                </c:pt>
                <c:pt idx="5737">
                  <c:v>9.4270990206831121E-2</c:v>
                </c:pt>
                <c:pt idx="5738">
                  <c:v>9.4282985538330824E-2</c:v>
                </c:pt>
                <c:pt idx="5739">
                  <c:v>9.4289748923028424E-2</c:v>
                </c:pt>
                <c:pt idx="5740">
                  <c:v>9.4290854196911009E-2</c:v>
                </c:pt>
                <c:pt idx="5741">
                  <c:v>9.4290855513090285E-2</c:v>
                </c:pt>
                <c:pt idx="5742">
                  <c:v>9.4304920836693951E-2</c:v>
                </c:pt>
                <c:pt idx="5743">
                  <c:v>9.4305092362446427E-2</c:v>
                </c:pt>
                <c:pt idx="5744">
                  <c:v>9.4307692992705944E-2</c:v>
                </c:pt>
                <c:pt idx="5745">
                  <c:v>9.4316321307728379E-2</c:v>
                </c:pt>
                <c:pt idx="5746">
                  <c:v>9.4317890201424961E-2</c:v>
                </c:pt>
                <c:pt idx="5747">
                  <c:v>9.4318637129552269E-2</c:v>
                </c:pt>
                <c:pt idx="5748">
                  <c:v>9.433612812922626E-2</c:v>
                </c:pt>
                <c:pt idx="5749">
                  <c:v>9.4361868773850097E-2</c:v>
                </c:pt>
                <c:pt idx="5750">
                  <c:v>9.436251099317558E-2</c:v>
                </c:pt>
                <c:pt idx="5751">
                  <c:v>9.4390650486195327E-2</c:v>
                </c:pt>
                <c:pt idx="5752">
                  <c:v>9.4396758358331015E-2</c:v>
                </c:pt>
                <c:pt idx="5753">
                  <c:v>9.4402314492198519E-2</c:v>
                </c:pt>
                <c:pt idx="5754">
                  <c:v>9.4412213649769025E-2</c:v>
                </c:pt>
                <c:pt idx="5755">
                  <c:v>9.4419177180383576E-2</c:v>
                </c:pt>
                <c:pt idx="5756">
                  <c:v>9.4429761866070175E-2</c:v>
                </c:pt>
                <c:pt idx="5757">
                  <c:v>9.4448266302425615E-2</c:v>
                </c:pt>
                <c:pt idx="5758">
                  <c:v>9.4460257295938571E-2</c:v>
                </c:pt>
                <c:pt idx="5759">
                  <c:v>9.4472225631155732E-2</c:v>
                </c:pt>
                <c:pt idx="5760">
                  <c:v>9.4477761927643719E-2</c:v>
                </c:pt>
                <c:pt idx="5761">
                  <c:v>9.4484734899634007E-2</c:v>
                </c:pt>
                <c:pt idx="5762">
                  <c:v>9.4485799670548806E-2</c:v>
                </c:pt>
                <c:pt idx="5763">
                  <c:v>9.4486846564661622E-2</c:v>
                </c:pt>
                <c:pt idx="5764">
                  <c:v>9.4494598026928861E-2</c:v>
                </c:pt>
                <c:pt idx="5765">
                  <c:v>9.4498926658489552E-2</c:v>
                </c:pt>
                <c:pt idx="5766">
                  <c:v>9.4504551506458784E-2</c:v>
                </c:pt>
                <c:pt idx="5767">
                  <c:v>9.4530778058413728E-2</c:v>
                </c:pt>
                <c:pt idx="5768">
                  <c:v>9.4532917034623715E-2</c:v>
                </c:pt>
                <c:pt idx="5769">
                  <c:v>9.4547370579307288E-2</c:v>
                </c:pt>
                <c:pt idx="5770">
                  <c:v>9.4554544271878815E-2</c:v>
                </c:pt>
                <c:pt idx="5771">
                  <c:v>9.4587595091341972E-2</c:v>
                </c:pt>
                <c:pt idx="5772">
                  <c:v>9.4600189615164254E-2</c:v>
                </c:pt>
                <c:pt idx="5773">
                  <c:v>9.461010877855168E-2</c:v>
                </c:pt>
                <c:pt idx="5774">
                  <c:v>9.4620897171583118E-2</c:v>
                </c:pt>
                <c:pt idx="5775">
                  <c:v>9.4637201525908432E-2</c:v>
                </c:pt>
                <c:pt idx="5776">
                  <c:v>9.4638065912219502E-2</c:v>
                </c:pt>
                <c:pt idx="5777">
                  <c:v>9.4650228383160576E-2</c:v>
                </c:pt>
                <c:pt idx="5778">
                  <c:v>9.4660493743647059E-2</c:v>
                </c:pt>
                <c:pt idx="5779">
                  <c:v>9.4673207115475291E-2</c:v>
                </c:pt>
                <c:pt idx="5780">
                  <c:v>9.4698956438237017E-2</c:v>
                </c:pt>
                <c:pt idx="5781">
                  <c:v>9.4725237770184864E-2</c:v>
                </c:pt>
                <c:pt idx="5782">
                  <c:v>9.4726497595666703E-2</c:v>
                </c:pt>
                <c:pt idx="5783">
                  <c:v>9.4733940274053352E-2</c:v>
                </c:pt>
                <c:pt idx="5784">
                  <c:v>9.4734876430542778E-2</c:v>
                </c:pt>
                <c:pt idx="5785">
                  <c:v>9.4739779626703199E-2</c:v>
                </c:pt>
                <c:pt idx="5786">
                  <c:v>9.4741489248374111E-2</c:v>
                </c:pt>
                <c:pt idx="5787">
                  <c:v>9.476270523130316E-2</c:v>
                </c:pt>
                <c:pt idx="5788">
                  <c:v>9.477116863659063E-2</c:v>
                </c:pt>
                <c:pt idx="5789">
                  <c:v>9.4773777275584781E-2</c:v>
                </c:pt>
                <c:pt idx="5790">
                  <c:v>9.4780410280626129E-2</c:v>
                </c:pt>
                <c:pt idx="5791">
                  <c:v>9.4785033492872983E-2</c:v>
                </c:pt>
                <c:pt idx="5792">
                  <c:v>9.4798674932201496E-2</c:v>
                </c:pt>
                <c:pt idx="5793">
                  <c:v>9.481727078974421E-2</c:v>
                </c:pt>
                <c:pt idx="5794">
                  <c:v>9.4844123190471558E-2</c:v>
                </c:pt>
                <c:pt idx="5795">
                  <c:v>9.4869588647219269E-2</c:v>
                </c:pt>
                <c:pt idx="5796">
                  <c:v>9.4871730918069955E-2</c:v>
                </c:pt>
                <c:pt idx="5797">
                  <c:v>9.4881750047906374E-2</c:v>
                </c:pt>
                <c:pt idx="5798">
                  <c:v>9.4889232824216616E-2</c:v>
                </c:pt>
                <c:pt idx="5799">
                  <c:v>9.4890485475179032E-2</c:v>
                </c:pt>
                <c:pt idx="5800">
                  <c:v>9.4901734904892537E-2</c:v>
                </c:pt>
                <c:pt idx="5801">
                  <c:v>9.4904693093114986E-2</c:v>
                </c:pt>
                <c:pt idx="5802">
                  <c:v>9.4914812079984132E-2</c:v>
                </c:pt>
                <c:pt idx="5803">
                  <c:v>9.4917774789382667E-2</c:v>
                </c:pt>
                <c:pt idx="5804">
                  <c:v>9.4925384402068214E-2</c:v>
                </c:pt>
                <c:pt idx="5805">
                  <c:v>9.4938483231308712E-2</c:v>
                </c:pt>
                <c:pt idx="5806">
                  <c:v>9.494751940674033E-2</c:v>
                </c:pt>
                <c:pt idx="5807">
                  <c:v>9.4962654198370466E-2</c:v>
                </c:pt>
                <c:pt idx="5808">
                  <c:v>9.4963233526599036E-2</c:v>
                </c:pt>
                <c:pt idx="5809">
                  <c:v>9.4966952685872297E-2</c:v>
                </c:pt>
                <c:pt idx="5810">
                  <c:v>9.4970424577912896E-2</c:v>
                </c:pt>
                <c:pt idx="5811">
                  <c:v>9.4970761985335272E-2</c:v>
                </c:pt>
                <c:pt idx="5812">
                  <c:v>9.498651287874528E-2</c:v>
                </c:pt>
                <c:pt idx="5813">
                  <c:v>9.4992275871661314E-2</c:v>
                </c:pt>
                <c:pt idx="5814">
                  <c:v>9.4995027640481414E-2</c:v>
                </c:pt>
                <c:pt idx="5815">
                  <c:v>9.4996518489565668E-2</c:v>
                </c:pt>
                <c:pt idx="5816">
                  <c:v>9.5002299441143703E-2</c:v>
                </c:pt>
                <c:pt idx="5817">
                  <c:v>9.5006097988587349E-2</c:v>
                </c:pt>
                <c:pt idx="5818">
                  <c:v>9.5006839764024076E-2</c:v>
                </c:pt>
                <c:pt idx="5819">
                  <c:v>9.5011550833563829E-2</c:v>
                </c:pt>
                <c:pt idx="5820">
                  <c:v>9.5011727366485346E-2</c:v>
                </c:pt>
                <c:pt idx="5821">
                  <c:v>9.5011889612976089E-2</c:v>
                </c:pt>
                <c:pt idx="5822">
                  <c:v>9.5039266655302268E-2</c:v>
                </c:pt>
                <c:pt idx="5823">
                  <c:v>9.5057122948660339E-2</c:v>
                </c:pt>
                <c:pt idx="5824">
                  <c:v>9.5079237127513885E-2</c:v>
                </c:pt>
                <c:pt idx="5825">
                  <c:v>9.5089820028863445E-2</c:v>
                </c:pt>
                <c:pt idx="5826">
                  <c:v>9.5098540548062285E-2</c:v>
                </c:pt>
                <c:pt idx="5827">
                  <c:v>9.5098645709138493E-2</c:v>
                </c:pt>
                <c:pt idx="5828">
                  <c:v>9.5105053982599788E-2</c:v>
                </c:pt>
                <c:pt idx="5829">
                  <c:v>9.5105181062996605E-2</c:v>
                </c:pt>
                <c:pt idx="5830">
                  <c:v>9.5108757078203793E-2</c:v>
                </c:pt>
                <c:pt idx="5831">
                  <c:v>9.5117813921607661E-2</c:v>
                </c:pt>
                <c:pt idx="5832">
                  <c:v>9.5120199675060232E-2</c:v>
                </c:pt>
                <c:pt idx="5833">
                  <c:v>9.5129281237563312E-2</c:v>
                </c:pt>
                <c:pt idx="5834">
                  <c:v>9.5132645519756628E-2</c:v>
                </c:pt>
                <c:pt idx="5835">
                  <c:v>9.5138277348577008E-2</c:v>
                </c:pt>
                <c:pt idx="5836">
                  <c:v>9.5145431283406051E-2</c:v>
                </c:pt>
                <c:pt idx="5837">
                  <c:v>9.5149548364026337E-2</c:v>
                </c:pt>
                <c:pt idx="5838">
                  <c:v>9.5156517815447622E-2</c:v>
                </c:pt>
                <c:pt idx="5839">
                  <c:v>9.5195904697781303E-2</c:v>
                </c:pt>
                <c:pt idx="5840">
                  <c:v>9.5197400596962578E-2</c:v>
                </c:pt>
                <c:pt idx="5841">
                  <c:v>9.5211654256792261E-2</c:v>
                </c:pt>
                <c:pt idx="5842">
                  <c:v>9.521431410119599E-2</c:v>
                </c:pt>
                <c:pt idx="5843">
                  <c:v>9.522706947616838E-2</c:v>
                </c:pt>
                <c:pt idx="5844">
                  <c:v>9.523002287137923E-2</c:v>
                </c:pt>
                <c:pt idx="5845">
                  <c:v>9.5249480593836519E-2</c:v>
                </c:pt>
                <c:pt idx="5846">
                  <c:v>9.5262572096995832E-2</c:v>
                </c:pt>
                <c:pt idx="5847">
                  <c:v>9.5281575115628611E-2</c:v>
                </c:pt>
                <c:pt idx="5848">
                  <c:v>9.5292957933414274E-2</c:v>
                </c:pt>
                <c:pt idx="5849">
                  <c:v>9.5298654433756652E-2</c:v>
                </c:pt>
                <c:pt idx="5850">
                  <c:v>9.5304520712000268E-2</c:v>
                </c:pt>
                <c:pt idx="5851">
                  <c:v>9.5304684128109746E-2</c:v>
                </c:pt>
                <c:pt idx="5852">
                  <c:v>9.5308062934917975E-2</c:v>
                </c:pt>
                <c:pt idx="5853">
                  <c:v>9.5312933710237566E-2</c:v>
                </c:pt>
                <c:pt idx="5854">
                  <c:v>9.5332706653847646E-2</c:v>
                </c:pt>
                <c:pt idx="5855">
                  <c:v>9.5341050471022162E-2</c:v>
                </c:pt>
                <c:pt idx="5856">
                  <c:v>9.5349515744302948E-2</c:v>
                </c:pt>
                <c:pt idx="5857">
                  <c:v>9.5350277783866372E-2</c:v>
                </c:pt>
                <c:pt idx="5858">
                  <c:v>9.5350868252575369E-2</c:v>
                </c:pt>
                <c:pt idx="5859">
                  <c:v>9.5353663909704872E-2</c:v>
                </c:pt>
                <c:pt idx="5860">
                  <c:v>9.5376509265980972E-2</c:v>
                </c:pt>
                <c:pt idx="5861">
                  <c:v>9.5384986082755918E-2</c:v>
                </c:pt>
                <c:pt idx="5862">
                  <c:v>9.5404045369430562E-2</c:v>
                </c:pt>
                <c:pt idx="5863">
                  <c:v>9.5423354102413122E-2</c:v>
                </c:pt>
                <c:pt idx="5864">
                  <c:v>9.5433873143624143E-2</c:v>
                </c:pt>
                <c:pt idx="5865">
                  <c:v>9.5446776017849441E-2</c:v>
                </c:pt>
                <c:pt idx="5866">
                  <c:v>9.5474162645460353E-2</c:v>
                </c:pt>
                <c:pt idx="5867">
                  <c:v>9.548653088788886E-2</c:v>
                </c:pt>
                <c:pt idx="5868">
                  <c:v>9.5496349304837566E-2</c:v>
                </c:pt>
                <c:pt idx="5869">
                  <c:v>9.5512665053348988E-2</c:v>
                </c:pt>
                <c:pt idx="5870">
                  <c:v>9.5514555201081555E-2</c:v>
                </c:pt>
                <c:pt idx="5871">
                  <c:v>9.5516110661086159E-2</c:v>
                </c:pt>
                <c:pt idx="5872">
                  <c:v>9.5519632774319782E-2</c:v>
                </c:pt>
                <c:pt idx="5873">
                  <c:v>9.5546820287893922E-2</c:v>
                </c:pt>
                <c:pt idx="5874">
                  <c:v>9.5559424166949E-2</c:v>
                </c:pt>
                <c:pt idx="5875">
                  <c:v>9.5579789777678378E-2</c:v>
                </c:pt>
                <c:pt idx="5876">
                  <c:v>9.5590951619015777E-2</c:v>
                </c:pt>
                <c:pt idx="5877">
                  <c:v>9.559205340146322E-2</c:v>
                </c:pt>
                <c:pt idx="5878">
                  <c:v>9.5594274798132761E-2</c:v>
                </c:pt>
                <c:pt idx="5879">
                  <c:v>9.5596734851361317E-2</c:v>
                </c:pt>
                <c:pt idx="5880">
                  <c:v>9.5598778626728539E-2</c:v>
                </c:pt>
                <c:pt idx="5881">
                  <c:v>9.5600008940014372E-2</c:v>
                </c:pt>
                <c:pt idx="5882">
                  <c:v>9.5607512576976389E-2</c:v>
                </c:pt>
                <c:pt idx="5883">
                  <c:v>9.5622339573972093E-2</c:v>
                </c:pt>
                <c:pt idx="5884">
                  <c:v>9.5649143683303989E-2</c:v>
                </c:pt>
                <c:pt idx="5885">
                  <c:v>9.5657580743061299E-2</c:v>
                </c:pt>
                <c:pt idx="5886">
                  <c:v>9.5671846201523789E-2</c:v>
                </c:pt>
                <c:pt idx="5887">
                  <c:v>9.5689492844229632E-2</c:v>
                </c:pt>
                <c:pt idx="5888">
                  <c:v>9.5696434867499347E-2</c:v>
                </c:pt>
                <c:pt idx="5889">
                  <c:v>9.5698902872984923E-2</c:v>
                </c:pt>
                <c:pt idx="5890">
                  <c:v>9.5699416487327646E-2</c:v>
                </c:pt>
                <c:pt idx="5891">
                  <c:v>9.570083724182879E-2</c:v>
                </c:pt>
                <c:pt idx="5892">
                  <c:v>9.5717758893956076E-2</c:v>
                </c:pt>
                <c:pt idx="5893">
                  <c:v>9.5721584412931757E-2</c:v>
                </c:pt>
                <c:pt idx="5894">
                  <c:v>9.5727284064240192E-2</c:v>
                </c:pt>
                <c:pt idx="5895">
                  <c:v>9.5735982191848576E-2</c:v>
                </c:pt>
                <c:pt idx="5896">
                  <c:v>9.5738923773609347E-2</c:v>
                </c:pt>
                <c:pt idx="5897">
                  <c:v>9.5752278432644902E-2</c:v>
                </c:pt>
                <c:pt idx="5898">
                  <c:v>9.5753249010645872E-2</c:v>
                </c:pt>
                <c:pt idx="5899">
                  <c:v>9.5753321934203467E-2</c:v>
                </c:pt>
                <c:pt idx="5900">
                  <c:v>9.5762250580216729E-2</c:v>
                </c:pt>
                <c:pt idx="5901">
                  <c:v>9.5767577908750318E-2</c:v>
                </c:pt>
                <c:pt idx="5902">
                  <c:v>9.5812343715515114E-2</c:v>
                </c:pt>
                <c:pt idx="5903">
                  <c:v>9.583770189675217E-2</c:v>
                </c:pt>
                <c:pt idx="5904">
                  <c:v>9.5856683583050981E-2</c:v>
                </c:pt>
                <c:pt idx="5905">
                  <c:v>9.5857821684704483E-2</c:v>
                </c:pt>
                <c:pt idx="5906">
                  <c:v>9.5871251158398285E-2</c:v>
                </c:pt>
                <c:pt idx="5907">
                  <c:v>9.5875336475301345E-2</c:v>
                </c:pt>
                <c:pt idx="5908">
                  <c:v>9.5884444031526697E-2</c:v>
                </c:pt>
                <c:pt idx="5909">
                  <c:v>9.5886367277879428E-2</c:v>
                </c:pt>
                <c:pt idx="5910">
                  <c:v>9.5889260369840468E-2</c:v>
                </c:pt>
                <c:pt idx="5911">
                  <c:v>9.5890799615478167E-2</c:v>
                </c:pt>
                <c:pt idx="5912">
                  <c:v>9.5902292963036498E-2</c:v>
                </c:pt>
                <c:pt idx="5913">
                  <c:v>9.5909777608130506E-2</c:v>
                </c:pt>
                <c:pt idx="5914">
                  <c:v>9.5913298145459125E-2</c:v>
                </c:pt>
                <c:pt idx="5915">
                  <c:v>9.5917841842014837E-2</c:v>
                </c:pt>
                <c:pt idx="5916">
                  <c:v>9.5927063030674456E-2</c:v>
                </c:pt>
                <c:pt idx="5917">
                  <c:v>9.5930759789164599E-2</c:v>
                </c:pt>
                <c:pt idx="5918">
                  <c:v>9.5961344284619512E-2</c:v>
                </c:pt>
                <c:pt idx="5919">
                  <c:v>9.6014042791373252E-2</c:v>
                </c:pt>
                <c:pt idx="5920">
                  <c:v>9.6017478135407272E-2</c:v>
                </c:pt>
                <c:pt idx="5921">
                  <c:v>9.6034006921018975E-2</c:v>
                </c:pt>
                <c:pt idx="5922">
                  <c:v>9.6047840335167514E-2</c:v>
                </c:pt>
                <c:pt idx="5923">
                  <c:v>9.606339213098114E-2</c:v>
                </c:pt>
                <c:pt idx="5924">
                  <c:v>9.6074605588883977E-2</c:v>
                </c:pt>
                <c:pt idx="5925">
                  <c:v>9.6076827946849741E-2</c:v>
                </c:pt>
                <c:pt idx="5926">
                  <c:v>9.6091577995529059E-2</c:v>
                </c:pt>
                <c:pt idx="5927">
                  <c:v>9.6094613319420111E-2</c:v>
                </c:pt>
                <c:pt idx="5928">
                  <c:v>9.6095772483910505E-2</c:v>
                </c:pt>
                <c:pt idx="5929">
                  <c:v>9.6112671678346029E-2</c:v>
                </c:pt>
                <c:pt idx="5930">
                  <c:v>9.6135059567742376E-2</c:v>
                </c:pt>
                <c:pt idx="5931">
                  <c:v>9.6139767055036449E-2</c:v>
                </c:pt>
                <c:pt idx="5932">
                  <c:v>9.615684896372112E-2</c:v>
                </c:pt>
                <c:pt idx="5933">
                  <c:v>9.6160319737164379E-2</c:v>
                </c:pt>
                <c:pt idx="5934">
                  <c:v>9.6167790547217774E-2</c:v>
                </c:pt>
                <c:pt idx="5935">
                  <c:v>9.6168624192659743E-2</c:v>
                </c:pt>
                <c:pt idx="5936">
                  <c:v>9.6174027993686545E-2</c:v>
                </c:pt>
                <c:pt idx="5937">
                  <c:v>9.6177652317163465E-2</c:v>
                </c:pt>
                <c:pt idx="5938">
                  <c:v>9.6206163153349969E-2</c:v>
                </c:pt>
                <c:pt idx="5939">
                  <c:v>9.6206459232623651E-2</c:v>
                </c:pt>
                <c:pt idx="5940">
                  <c:v>9.6211345257646186E-2</c:v>
                </c:pt>
                <c:pt idx="5941">
                  <c:v>9.6252101864790801E-2</c:v>
                </c:pt>
                <c:pt idx="5942">
                  <c:v>9.6292077255302838E-2</c:v>
                </c:pt>
                <c:pt idx="5943">
                  <c:v>9.6292691441609457E-2</c:v>
                </c:pt>
                <c:pt idx="5944">
                  <c:v>9.62974468345065E-2</c:v>
                </c:pt>
                <c:pt idx="5945">
                  <c:v>9.6315057275674257E-2</c:v>
                </c:pt>
                <c:pt idx="5946">
                  <c:v>9.6315240519965831E-2</c:v>
                </c:pt>
                <c:pt idx="5947">
                  <c:v>9.6315590367106671E-2</c:v>
                </c:pt>
                <c:pt idx="5948">
                  <c:v>9.631886056434881E-2</c:v>
                </c:pt>
                <c:pt idx="5949">
                  <c:v>9.6320941501354659E-2</c:v>
                </c:pt>
                <c:pt idx="5950">
                  <c:v>9.6326417844404683E-2</c:v>
                </c:pt>
                <c:pt idx="5951">
                  <c:v>9.6330949641462327E-2</c:v>
                </c:pt>
                <c:pt idx="5952">
                  <c:v>9.6332423891916499E-2</c:v>
                </c:pt>
                <c:pt idx="5953">
                  <c:v>9.6343255364674377E-2</c:v>
                </c:pt>
                <c:pt idx="5954">
                  <c:v>9.6345663636335607E-2</c:v>
                </c:pt>
                <c:pt idx="5955">
                  <c:v>9.6351186167425537E-2</c:v>
                </c:pt>
                <c:pt idx="5956">
                  <c:v>9.6358374535326377E-2</c:v>
                </c:pt>
                <c:pt idx="5957">
                  <c:v>9.6367789771205553E-2</c:v>
                </c:pt>
                <c:pt idx="5958">
                  <c:v>9.6367923280605561E-2</c:v>
                </c:pt>
                <c:pt idx="5959">
                  <c:v>9.636995707494711E-2</c:v>
                </c:pt>
                <c:pt idx="5960">
                  <c:v>9.6377015774835664E-2</c:v>
                </c:pt>
                <c:pt idx="5961">
                  <c:v>9.6396508384501076E-2</c:v>
                </c:pt>
                <c:pt idx="5962">
                  <c:v>9.6400266962628184E-2</c:v>
                </c:pt>
                <c:pt idx="5963">
                  <c:v>9.6402463604780095E-2</c:v>
                </c:pt>
                <c:pt idx="5964">
                  <c:v>9.6411312463394197E-2</c:v>
                </c:pt>
                <c:pt idx="5965">
                  <c:v>9.6432157962611634E-2</c:v>
                </c:pt>
                <c:pt idx="5966">
                  <c:v>9.6432365017201135E-2</c:v>
                </c:pt>
                <c:pt idx="5967">
                  <c:v>9.6433968181335469E-2</c:v>
                </c:pt>
                <c:pt idx="5968">
                  <c:v>9.6451835922612583E-2</c:v>
                </c:pt>
                <c:pt idx="5969">
                  <c:v>9.6461215139316492E-2</c:v>
                </c:pt>
                <c:pt idx="5970">
                  <c:v>9.6470648070394599E-2</c:v>
                </c:pt>
                <c:pt idx="5971">
                  <c:v>9.6472390105400443E-2</c:v>
                </c:pt>
                <c:pt idx="5972">
                  <c:v>9.649192043337404E-2</c:v>
                </c:pt>
                <c:pt idx="5973">
                  <c:v>9.6502521641735325E-2</c:v>
                </c:pt>
                <c:pt idx="5974">
                  <c:v>9.6507552117408288E-2</c:v>
                </c:pt>
                <c:pt idx="5975">
                  <c:v>9.6508271580651991E-2</c:v>
                </c:pt>
                <c:pt idx="5976">
                  <c:v>9.6510867358484728E-2</c:v>
                </c:pt>
                <c:pt idx="5977">
                  <c:v>9.6513873020111496E-2</c:v>
                </c:pt>
                <c:pt idx="5978">
                  <c:v>9.6528003430455978E-2</c:v>
                </c:pt>
                <c:pt idx="5979">
                  <c:v>9.65487307517265E-2</c:v>
                </c:pt>
                <c:pt idx="5980">
                  <c:v>9.6548795908876925E-2</c:v>
                </c:pt>
                <c:pt idx="5981">
                  <c:v>9.65614005843696E-2</c:v>
                </c:pt>
                <c:pt idx="5982">
                  <c:v>9.6569127853087286E-2</c:v>
                </c:pt>
                <c:pt idx="5983">
                  <c:v>9.6580237732253216E-2</c:v>
                </c:pt>
                <c:pt idx="5984">
                  <c:v>9.6582168156678333E-2</c:v>
                </c:pt>
                <c:pt idx="5985">
                  <c:v>9.6586748061506342E-2</c:v>
                </c:pt>
                <c:pt idx="5986">
                  <c:v>9.6590743062164863E-2</c:v>
                </c:pt>
                <c:pt idx="5987">
                  <c:v>9.6594321382820675E-2</c:v>
                </c:pt>
                <c:pt idx="5988">
                  <c:v>9.6602999054168803E-2</c:v>
                </c:pt>
                <c:pt idx="5989">
                  <c:v>9.6606875748076415E-2</c:v>
                </c:pt>
                <c:pt idx="5990">
                  <c:v>9.6608276172014756E-2</c:v>
                </c:pt>
                <c:pt idx="5991">
                  <c:v>9.6615394928402668E-2</c:v>
                </c:pt>
                <c:pt idx="5992">
                  <c:v>9.6621780549818959E-2</c:v>
                </c:pt>
                <c:pt idx="5993">
                  <c:v>9.6642235372809707E-2</c:v>
                </c:pt>
                <c:pt idx="5994">
                  <c:v>9.6652240577403237E-2</c:v>
                </c:pt>
                <c:pt idx="5995">
                  <c:v>9.6658916384774862E-2</c:v>
                </c:pt>
                <c:pt idx="5996">
                  <c:v>9.666172904226901E-2</c:v>
                </c:pt>
                <c:pt idx="5997">
                  <c:v>9.6667485894139746E-2</c:v>
                </c:pt>
                <c:pt idx="5998">
                  <c:v>9.667086978061179E-2</c:v>
                </c:pt>
                <c:pt idx="5999">
                  <c:v>9.6677952400258088E-2</c:v>
                </c:pt>
                <c:pt idx="6000">
                  <c:v>9.6684778591152168E-2</c:v>
                </c:pt>
                <c:pt idx="6001">
                  <c:v>9.6702608799528189E-2</c:v>
                </c:pt>
                <c:pt idx="6002">
                  <c:v>9.6712716705167068E-2</c:v>
                </c:pt>
                <c:pt idx="6003">
                  <c:v>9.6713015250079026E-2</c:v>
                </c:pt>
                <c:pt idx="6004">
                  <c:v>9.6713968969230596E-2</c:v>
                </c:pt>
                <c:pt idx="6005">
                  <c:v>9.6715847689679654E-2</c:v>
                </c:pt>
                <c:pt idx="6006">
                  <c:v>9.6718065238972445E-2</c:v>
                </c:pt>
                <c:pt idx="6007">
                  <c:v>9.6720221522733157E-2</c:v>
                </c:pt>
                <c:pt idx="6008">
                  <c:v>9.6726266101032327E-2</c:v>
                </c:pt>
                <c:pt idx="6009">
                  <c:v>9.6731690556703998E-2</c:v>
                </c:pt>
                <c:pt idx="6010">
                  <c:v>9.6774266350037386E-2</c:v>
                </c:pt>
                <c:pt idx="6011">
                  <c:v>9.6783803856200598E-2</c:v>
                </c:pt>
                <c:pt idx="6012">
                  <c:v>9.6785215503435926E-2</c:v>
                </c:pt>
                <c:pt idx="6013">
                  <c:v>9.6795421212232752E-2</c:v>
                </c:pt>
                <c:pt idx="6014">
                  <c:v>9.6800003039350199E-2</c:v>
                </c:pt>
                <c:pt idx="6015">
                  <c:v>9.6800737200755119E-2</c:v>
                </c:pt>
                <c:pt idx="6016">
                  <c:v>9.6801703818079621E-2</c:v>
                </c:pt>
                <c:pt idx="6017">
                  <c:v>9.6804320976024691E-2</c:v>
                </c:pt>
                <c:pt idx="6018">
                  <c:v>9.6804721704149166E-2</c:v>
                </c:pt>
                <c:pt idx="6019">
                  <c:v>9.6805746965981557E-2</c:v>
                </c:pt>
                <c:pt idx="6020">
                  <c:v>9.6825249537994748E-2</c:v>
                </c:pt>
                <c:pt idx="6021">
                  <c:v>9.6830468582300003E-2</c:v>
                </c:pt>
                <c:pt idx="6022">
                  <c:v>9.6840510080983364E-2</c:v>
                </c:pt>
                <c:pt idx="6023">
                  <c:v>9.6842263266057715E-2</c:v>
                </c:pt>
                <c:pt idx="6024">
                  <c:v>9.684898084807371E-2</c:v>
                </c:pt>
                <c:pt idx="6025">
                  <c:v>9.6862731398665053E-2</c:v>
                </c:pt>
                <c:pt idx="6026">
                  <c:v>9.6891808341588906E-2</c:v>
                </c:pt>
                <c:pt idx="6027">
                  <c:v>9.6892677119639489E-2</c:v>
                </c:pt>
                <c:pt idx="6028">
                  <c:v>9.689278993050647E-2</c:v>
                </c:pt>
                <c:pt idx="6029">
                  <c:v>9.6894755050263251E-2</c:v>
                </c:pt>
                <c:pt idx="6030">
                  <c:v>9.691156253798773E-2</c:v>
                </c:pt>
                <c:pt idx="6031">
                  <c:v>9.6913252137851416E-2</c:v>
                </c:pt>
                <c:pt idx="6032">
                  <c:v>9.6923837016346895E-2</c:v>
                </c:pt>
                <c:pt idx="6033">
                  <c:v>9.6939518620724766E-2</c:v>
                </c:pt>
                <c:pt idx="6034">
                  <c:v>9.6950649263163782E-2</c:v>
                </c:pt>
                <c:pt idx="6035">
                  <c:v>9.6952284264714639E-2</c:v>
                </c:pt>
                <c:pt idx="6036">
                  <c:v>9.6972959975749923E-2</c:v>
                </c:pt>
                <c:pt idx="6037">
                  <c:v>9.6979116358002229E-2</c:v>
                </c:pt>
                <c:pt idx="6038">
                  <c:v>9.6982360826410055E-2</c:v>
                </c:pt>
                <c:pt idx="6039">
                  <c:v>9.6995292498091162E-2</c:v>
                </c:pt>
                <c:pt idx="6040">
                  <c:v>9.6997542922313551E-2</c:v>
                </c:pt>
                <c:pt idx="6041">
                  <c:v>9.7000118112623365E-2</c:v>
                </c:pt>
                <c:pt idx="6042">
                  <c:v>9.7014615913087951E-2</c:v>
                </c:pt>
                <c:pt idx="6043">
                  <c:v>9.7024270553002848E-2</c:v>
                </c:pt>
                <c:pt idx="6044">
                  <c:v>9.7036409889766778E-2</c:v>
                </c:pt>
                <c:pt idx="6045">
                  <c:v>9.703854714346731E-2</c:v>
                </c:pt>
                <c:pt idx="6046">
                  <c:v>9.7039959684858373E-2</c:v>
                </c:pt>
                <c:pt idx="6047">
                  <c:v>9.704629219494014E-2</c:v>
                </c:pt>
                <c:pt idx="6048">
                  <c:v>9.7046751707754245E-2</c:v>
                </c:pt>
                <c:pt idx="6049">
                  <c:v>9.7046802721989761E-2</c:v>
                </c:pt>
                <c:pt idx="6050">
                  <c:v>9.7059404042126068E-2</c:v>
                </c:pt>
                <c:pt idx="6051">
                  <c:v>9.7060728473708668E-2</c:v>
                </c:pt>
                <c:pt idx="6052">
                  <c:v>9.7061028253014089E-2</c:v>
                </c:pt>
                <c:pt idx="6053">
                  <c:v>9.706320213210437E-2</c:v>
                </c:pt>
                <c:pt idx="6054">
                  <c:v>9.7063454198396806E-2</c:v>
                </c:pt>
                <c:pt idx="6055">
                  <c:v>9.7083167159048786E-2</c:v>
                </c:pt>
                <c:pt idx="6056">
                  <c:v>9.7083573754526087E-2</c:v>
                </c:pt>
                <c:pt idx="6057">
                  <c:v>9.7102264341475217E-2</c:v>
                </c:pt>
                <c:pt idx="6058">
                  <c:v>9.7102612237462638E-2</c:v>
                </c:pt>
                <c:pt idx="6059">
                  <c:v>9.7104431995678711E-2</c:v>
                </c:pt>
                <c:pt idx="6060">
                  <c:v>9.7109707924012828E-2</c:v>
                </c:pt>
                <c:pt idx="6061">
                  <c:v>9.7112131646268696E-2</c:v>
                </c:pt>
                <c:pt idx="6062">
                  <c:v>9.7132124245277118E-2</c:v>
                </c:pt>
                <c:pt idx="6063">
                  <c:v>9.7142663530413217E-2</c:v>
                </c:pt>
                <c:pt idx="6064">
                  <c:v>9.7153898804617458E-2</c:v>
                </c:pt>
                <c:pt idx="6065">
                  <c:v>9.7167059160967961E-2</c:v>
                </c:pt>
                <c:pt idx="6066">
                  <c:v>9.7168099324660709E-2</c:v>
                </c:pt>
                <c:pt idx="6067">
                  <c:v>9.7171599436205389E-2</c:v>
                </c:pt>
                <c:pt idx="6068">
                  <c:v>9.7175395224621125E-2</c:v>
                </c:pt>
                <c:pt idx="6069">
                  <c:v>9.7177638544374195E-2</c:v>
                </c:pt>
                <c:pt idx="6070">
                  <c:v>9.7179600304696828E-2</c:v>
                </c:pt>
                <c:pt idx="6071">
                  <c:v>9.7181491663434191E-2</c:v>
                </c:pt>
                <c:pt idx="6072">
                  <c:v>9.7185199401694108E-2</c:v>
                </c:pt>
                <c:pt idx="6073">
                  <c:v>9.7195738926239339E-2</c:v>
                </c:pt>
                <c:pt idx="6074">
                  <c:v>9.7211868940512508E-2</c:v>
                </c:pt>
                <c:pt idx="6075">
                  <c:v>9.7228666353667226E-2</c:v>
                </c:pt>
                <c:pt idx="6076">
                  <c:v>9.723363122161581E-2</c:v>
                </c:pt>
                <c:pt idx="6077">
                  <c:v>9.7235419117562907E-2</c:v>
                </c:pt>
                <c:pt idx="6078">
                  <c:v>9.7239647565174725E-2</c:v>
                </c:pt>
                <c:pt idx="6079">
                  <c:v>9.7244130888693853E-2</c:v>
                </c:pt>
                <c:pt idx="6080">
                  <c:v>9.7254282131141914E-2</c:v>
                </c:pt>
                <c:pt idx="6081">
                  <c:v>9.7256972742008202E-2</c:v>
                </c:pt>
                <c:pt idx="6082">
                  <c:v>9.7270663763416407E-2</c:v>
                </c:pt>
                <c:pt idx="6083">
                  <c:v>9.7282525006152129E-2</c:v>
                </c:pt>
                <c:pt idx="6084">
                  <c:v>9.7287240588792678E-2</c:v>
                </c:pt>
                <c:pt idx="6085">
                  <c:v>9.7295048028347944E-2</c:v>
                </c:pt>
                <c:pt idx="6086">
                  <c:v>9.7306035283705433E-2</c:v>
                </c:pt>
                <c:pt idx="6087">
                  <c:v>9.7306460054284741E-2</c:v>
                </c:pt>
                <c:pt idx="6088">
                  <c:v>9.7308268329412875E-2</c:v>
                </c:pt>
                <c:pt idx="6089">
                  <c:v>9.7312099480337672E-2</c:v>
                </c:pt>
                <c:pt idx="6090">
                  <c:v>9.7319702571872516E-2</c:v>
                </c:pt>
                <c:pt idx="6091">
                  <c:v>9.732202437737271E-2</c:v>
                </c:pt>
                <c:pt idx="6092">
                  <c:v>9.7336765341764941E-2</c:v>
                </c:pt>
                <c:pt idx="6093">
                  <c:v>9.7346447525244198E-2</c:v>
                </c:pt>
                <c:pt idx="6094">
                  <c:v>9.734674215357926E-2</c:v>
                </c:pt>
                <c:pt idx="6095">
                  <c:v>9.7359990910418484E-2</c:v>
                </c:pt>
                <c:pt idx="6096">
                  <c:v>9.7364646423493309E-2</c:v>
                </c:pt>
                <c:pt idx="6097">
                  <c:v>9.7381228738544892E-2</c:v>
                </c:pt>
                <c:pt idx="6098">
                  <c:v>9.7395434163710826E-2</c:v>
                </c:pt>
                <c:pt idx="6099">
                  <c:v>9.7396822935729196E-2</c:v>
                </c:pt>
                <c:pt idx="6100">
                  <c:v>9.7405968377688293E-2</c:v>
                </c:pt>
                <c:pt idx="6101">
                  <c:v>9.7409010228752757E-2</c:v>
                </c:pt>
                <c:pt idx="6102">
                  <c:v>9.7431240410818784E-2</c:v>
                </c:pt>
                <c:pt idx="6103">
                  <c:v>9.7443301038837485E-2</c:v>
                </c:pt>
                <c:pt idx="6104">
                  <c:v>9.7448252400680363E-2</c:v>
                </c:pt>
                <c:pt idx="6105">
                  <c:v>9.7449830051040687E-2</c:v>
                </c:pt>
                <c:pt idx="6106">
                  <c:v>9.7507171058176273E-2</c:v>
                </c:pt>
                <c:pt idx="6107">
                  <c:v>9.7511083521348282E-2</c:v>
                </c:pt>
                <c:pt idx="6108">
                  <c:v>9.7522086918854292E-2</c:v>
                </c:pt>
                <c:pt idx="6109">
                  <c:v>9.7541293182279762E-2</c:v>
                </c:pt>
                <c:pt idx="6110">
                  <c:v>9.7555236132217227E-2</c:v>
                </c:pt>
                <c:pt idx="6111">
                  <c:v>9.7567125101695865E-2</c:v>
                </c:pt>
                <c:pt idx="6112">
                  <c:v>9.7574451595846101E-2</c:v>
                </c:pt>
                <c:pt idx="6113">
                  <c:v>9.7586934467081235E-2</c:v>
                </c:pt>
                <c:pt idx="6114">
                  <c:v>9.7586950173553205E-2</c:v>
                </c:pt>
                <c:pt idx="6115">
                  <c:v>9.7597936454865877E-2</c:v>
                </c:pt>
                <c:pt idx="6116">
                  <c:v>9.7605882727306817E-2</c:v>
                </c:pt>
                <c:pt idx="6117">
                  <c:v>9.7606096313252552E-2</c:v>
                </c:pt>
                <c:pt idx="6118">
                  <c:v>9.7606500291159679E-2</c:v>
                </c:pt>
                <c:pt idx="6119">
                  <c:v>9.7609379010224012E-2</c:v>
                </c:pt>
                <c:pt idx="6120">
                  <c:v>9.7619770149213955E-2</c:v>
                </c:pt>
                <c:pt idx="6121">
                  <c:v>9.7625461272360048E-2</c:v>
                </c:pt>
                <c:pt idx="6122">
                  <c:v>9.7634026829013176E-2</c:v>
                </c:pt>
                <c:pt idx="6123">
                  <c:v>9.7636135488702078E-2</c:v>
                </c:pt>
                <c:pt idx="6124">
                  <c:v>9.7640610515204979E-2</c:v>
                </c:pt>
                <c:pt idx="6125">
                  <c:v>9.7648064498240955E-2</c:v>
                </c:pt>
                <c:pt idx="6126">
                  <c:v>9.7650414957974288E-2</c:v>
                </c:pt>
                <c:pt idx="6127">
                  <c:v>9.7665850612147109E-2</c:v>
                </c:pt>
                <c:pt idx="6128">
                  <c:v>9.7669548135181888E-2</c:v>
                </c:pt>
                <c:pt idx="6129">
                  <c:v>9.7675385724888361E-2</c:v>
                </c:pt>
                <c:pt idx="6130">
                  <c:v>9.7675713715658974E-2</c:v>
                </c:pt>
                <c:pt idx="6131">
                  <c:v>9.7686297241621214E-2</c:v>
                </c:pt>
                <c:pt idx="6132">
                  <c:v>9.7687554173165644E-2</c:v>
                </c:pt>
                <c:pt idx="6133">
                  <c:v>9.771129820644231E-2</c:v>
                </c:pt>
                <c:pt idx="6134">
                  <c:v>9.7759915668696726E-2</c:v>
                </c:pt>
                <c:pt idx="6135">
                  <c:v>9.7773246501909855E-2</c:v>
                </c:pt>
                <c:pt idx="6136">
                  <c:v>9.7778435581722056E-2</c:v>
                </c:pt>
                <c:pt idx="6137">
                  <c:v>9.7791846494129989E-2</c:v>
                </c:pt>
                <c:pt idx="6138">
                  <c:v>9.7793185011162825E-2</c:v>
                </c:pt>
                <c:pt idx="6139">
                  <c:v>9.7796530456262354E-2</c:v>
                </c:pt>
                <c:pt idx="6140">
                  <c:v>9.7804579761653201E-2</c:v>
                </c:pt>
                <c:pt idx="6141">
                  <c:v>9.7808661304501637E-2</c:v>
                </c:pt>
                <c:pt idx="6142">
                  <c:v>9.7820653584580308E-2</c:v>
                </c:pt>
                <c:pt idx="6143">
                  <c:v>9.7825023547012738E-2</c:v>
                </c:pt>
                <c:pt idx="6144">
                  <c:v>9.7832546750752189E-2</c:v>
                </c:pt>
                <c:pt idx="6145">
                  <c:v>9.784148278928799E-2</c:v>
                </c:pt>
                <c:pt idx="6146">
                  <c:v>9.7847148005325874E-2</c:v>
                </c:pt>
                <c:pt idx="6147">
                  <c:v>9.7849257563996289E-2</c:v>
                </c:pt>
                <c:pt idx="6148">
                  <c:v>9.7858654175438334E-2</c:v>
                </c:pt>
                <c:pt idx="6149">
                  <c:v>9.7859199984942746E-2</c:v>
                </c:pt>
                <c:pt idx="6150">
                  <c:v>9.7859362956583762E-2</c:v>
                </c:pt>
                <c:pt idx="6151">
                  <c:v>9.7884887964579476E-2</c:v>
                </c:pt>
                <c:pt idx="6152">
                  <c:v>9.7893373554814769E-2</c:v>
                </c:pt>
                <c:pt idx="6153">
                  <c:v>9.7901830573372428E-2</c:v>
                </c:pt>
                <c:pt idx="6154">
                  <c:v>9.7904346124582292E-2</c:v>
                </c:pt>
                <c:pt idx="6155">
                  <c:v>9.79099900664646E-2</c:v>
                </c:pt>
                <c:pt idx="6156">
                  <c:v>9.7927297630676396E-2</c:v>
                </c:pt>
                <c:pt idx="6157">
                  <c:v>9.7936856029992567E-2</c:v>
                </c:pt>
                <c:pt idx="6158">
                  <c:v>9.7954426920938864E-2</c:v>
                </c:pt>
                <c:pt idx="6159">
                  <c:v>9.7964103686157392E-2</c:v>
                </c:pt>
                <c:pt idx="6160">
                  <c:v>9.7967193276520578E-2</c:v>
                </c:pt>
                <c:pt idx="6161">
                  <c:v>9.7967636411351797E-2</c:v>
                </c:pt>
                <c:pt idx="6162">
                  <c:v>9.7971297231755017E-2</c:v>
                </c:pt>
                <c:pt idx="6163">
                  <c:v>9.7985770240035311E-2</c:v>
                </c:pt>
                <c:pt idx="6164">
                  <c:v>9.7986198220104639E-2</c:v>
                </c:pt>
                <c:pt idx="6165">
                  <c:v>9.7988044496237853E-2</c:v>
                </c:pt>
                <c:pt idx="6166">
                  <c:v>9.8001584350414103E-2</c:v>
                </c:pt>
                <c:pt idx="6167">
                  <c:v>9.8004634689000003E-2</c:v>
                </c:pt>
                <c:pt idx="6168">
                  <c:v>9.8005904925571055E-2</c:v>
                </c:pt>
                <c:pt idx="6169">
                  <c:v>9.8028618617829494E-2</c:v>
                </c:pt>
                <c:pt idx="6170">
                  <c:v>9.8028865915166921E-2</c:v>
                </c:pt>
                <c:pt idx="6171">
                  <c:v>9.8040573534571698E-2</c:v>
                </c:pt>
                <c:pt idx="6172">
                  <c:v>9.804155170087718E-2</c:v>
                </c:pt>
                <c:pt idx="6173">
                  <c:v>9.8045691408446697E-2</c:v>
                </c:pt>
                <c:pt idx="6174">
                  <c:v>9.8046817314550741E-2</c:v>
                </c:pt>
                <c:pt idx="6175">
                  <c:v>9.8053950391873965E-2</c:v>
                </c:pt>
                <c:pt idx="6176">
                  <c:v>9.8076129637541837E-2</c:v>
                </c:pt>
                <c:pt idx="6177">
                  <c:v>9.8097984692485193E-2</c:v>
                </c:pt>
                <c:pt idx="6178">
                  <c:v>9.811775369083349E-2</c:v>
                </c:pt>
                <c:pt idx="6179">
                  <c:v>9.8130577797807234E-2</c:v>
                </c:pt>
                <c:pt idx="6180">
                  <c:v>9.8134294121693E-2</c:v>
                </c:pt>
                <c:pt idx="6181">
                  <c:v>9.8137906274098366E-2</c:v>
                </c:pt>
                <c:pt idx="6182">
                  <c:v>9.813861009641632E-2</c:v>
                </c:pt>
                <c:pt idx="6183">
                  <c:v>9.8144603267317804E-2</c:v>
                </c:pt>
                <c:pt idx="6184">
                  <c:v>9.8162908010773819E-2</c:v>
                </c:pt>
                <c:pt idx="6185">
                  <c:v>9.8177246947194721E-2</c:v>
                </c:pt>
                <c:pt idx="6186">
                  <c:v>9.818010535962117E-2</c:v>
                </c:pt>
                <c:pt idx="6187">
                  <c:v>9.8182539950434924E-2</c:v>
                </c:pt>
                <c:pt idx="6188">
                  <c:v>9.8202366503482214E-2</c:v>
                </c:pt>
                <c:pt idx="6189">
                  <c:v>9.8203666068894191E-2</c:v>
                </c:pt>
                <c:pt idx="6190">
                  <c:v>9.822562435971878E-2</c:v>
                </c:pt>
                <c:pt idx="6191">
                  <c:v>9.8232616393340383E-2</c:v>
                </c:pt>
                <c:pt idx="6192">
                  <c:v>9.8243025140107063E-2</c:v>
                </c:pt>
                <c:pt idx="6193">
                  <c:v>9.8249230398457621E-2</c:v>
                </c:pt>
                <c:pt idx="6194">
                  <c:v>9.825707885206944E-2</c:v>
                </c:pt>
                <c:pt idx="6195">
                  <c:v>9.8266204339520269E-2</c:v>
                </c:pt>
                <c:pt idx="6196">
                  <c:v>9.8275845676326523E-2</c:v>
                </c:pt>
                <c:pt idx="6197">
                  <c:v>9.8300557001157168E-2</c:v>
                </c:pt>
                <c:pt idx="6198">
                  <c:v>9.8310122527630203E-2</c:v>
                </c:pt>
                <c:pt idx="6199">
                  <c:v>9.8371917604768364E-2</c:v>
                </c:pt>
                <c:pt idx="6200">
                  <c:v>9.8372915674389633E-2</c:v>
                </c:pt>
                <c:pt idx="6201">
                  <c:v>9.8375571067993953E-2</c:v>
                </c:pt>
                <c:pt idx="6202">
                  <c:v>9.8407290324407939E-2</c:v>
                </c:pt>
                <c:pt idx="6203">
                  <c:v>9.8429623726701027E-2</c:v>
                </c:pt>
                <c:pt idx="6204">
                  <c:v>9.8449410132053147E-2</c:v>
                </c:pt>
                <c:pt idx="6205">
                  <c:v>9.8456943116259216E-2</c:v>
                </c:pt>
                <c:pt idx="6206">
                  <c:v>9.8476393316080796E-2</c:v>
                </c:pt>
                <c:pt idx="6207">
                  <c:v>9.8507203475380042E-2</c:v>
                </c:pt>
                <c:pt idx="6208">
                  <c:v>9.8526844814323486E-2</c:v>
                </c:pt>
                <c:pt idx="6209">
                  <c:v>9.8530020297941237E-2</c:v>
                </c:pt>
                <c:pt idx="6210">
                  <c:v>9.8533430096916202E-2</c:v>
                </c:pt>
                <c:pt idx="6211">
                  <c:v>9.8547870892763761E-2</c:v>
                </c:pt>
                <c:pt idx="6212">
                  <c:v>9.8548332390246407E-2</c:v>
                </c:pt>
                <c:pt idx="6213">
                  <c:v>9.8550545684841048E-2</c:v>
                </c:pt>
                <c:pt idx="6214">
                  <c:v>9.85509431809308E-2</c:v>
                </c:pt>
                <c:pt idx="6215">
                  <c:v>9.8571743867509193E-2</c:v>
                </c:pt>
                <c:pt idx="6216">
                  <c:v>9.8577909777707334E-2</c:v>
                </c:pt>
                <c:pt idx="6217">
                  <c:v>9.8596443309883194E-2</c:v>
                </c:pt>
                <c:pt idx="6218">
                  <c:v>9.8597129586912122E-2</c:v>
                </c:pt>
                <c:pt idx="6219">
                  <c:v>9.8599907269655521E-2</c:v>
                </c:pt>
                <c:pt idx="6220">
                  <c:v>9.8600685984283246E-2</c:v>
                </c:pt>
                <c:pt idx="6221">
                  <c:v>9.8628353870496704E-2</c:v>
                </c:pt>
                <c:pt idx="6222">
                  <c:v>9.8635379572641027E-2</c:v>
                </c:pt>
                <c:pt idx="6223">
                  <c:v>9.8647196068497936E-2</c:v>
                </c:pt>
                <c:pt idx="6224">
                  <c:v>9.8650445747850257E-2</c:v>
                </c:pt>
                <c:pt idx="6225">
                  <c:v>9.8673485806341013E-2</c:v>
                </c:pt>
                <c:pt idx="6226">
                  <c:v>9.8680003008618344E-2</c:v>
                </c:pt>
                <c:pt idx="6227">
                  <c:v>9.8690237507376224E-2</c:v>
                </c:pt>
                <c:pt idx="6228">
                  <c:v>9.8720881942942901E-2</c:v>
                </c:pt>
                <c:pt idx="6229">
                  <c:v>9.8730258472426238E-2</c:v>
                </c:pt>
                <c:pt idx="6230">
                  <c:v>9.8732499841331839E-2</c:v>
                </c:pt>
                <c:pt idx="6231">
                  <c:v>9.8737723040946579E-2</c:v>
                </c:pt>
                <c:pt idx="6232">
                  <c:v>9.8743858854781916E-2</c:v>
                </c:pt>
                <c:pt idx="6233">
                  <c:v>9.8762055788937292E-2</c:v>
                </c:pt>
                <c:pt idx="6234">
                  <c:v>9.8786869759663595E-2</c:v>
                </c:pt>
                <c:pt idx="6235">
                  <c:v>9.878961451779987E-2</c:v>
                </c:pt>
                <c:pt idx="6236">
                  <c:v>9.8794677000095921E-2</c:v>
                </c:pt>
                <c:pt idx="6237">
                  <c:v>9.8853670086701956E-2</c:v>
                </c:pt>
                <c:pt idx="6238">
                  <c:v>9.8865353930305142E-2</c:v>
                </c:pt>
                <c:pt idx="6239">
                  <c:v>9.8875142875830838E-2</c:v>
                </c:pt>
                <c:pt idx="6240">
                  <c:v>9.8877534917039572E-2</c:v>
                </c:pt>
                <c:pt idx="6241">
                  <c:v>9.8885209799988327E-2</c:v>
                </c:pt>
                <c:pt idx="6242">
                  <c:v>9.8886291243099653E-2</c:v>
                </c:pt>
                <c:pt idx="6243">
                  <c:v>9.8895533640595862E-2</c:v>
                </c:pt>
                <c:pt idx="6244">
                  <c:v>9.8895950299031393E-2</c:v>
                </c:pt>
                <c:pt idx="6245">
                  <c:v>9.8899626243923969E-2</c:v>
                </c:pt>
                <c:pt idx="6246">
                  <c:v>9.8935023201680711E-2</c:v>
                </c:pt>
                <c:pt idx="6247">
                  <c:v>9.8959292414202801E-2</c:v>
                </c:pt>
                <c:pt idx="6248">
                  <c:v>9.8964432026965393E-2</c:v>
                </c:pt>
                <c:pt idx="6249">
                  <c:v>9.8967050803144926E-2</c:v>
                </c:pt>
                <c:pt idx="6250">
                  <c:v>9.8973416941926837E-2</c:v>
                </c:pt>
                <c:pt idx="6251">
                  <c:v>9.8975295470689256E-2</c:v>
                </c:pt>
                <c:pt idx="6252">
                  <c:v>9.8978869137987771E-2</c:v>
                </c:pt>
                <c:pt idx="6253">
                  <c:v>9.8981583313833263E-2</c:v>
                </c:pt>
                <c:pt idx="6254">
                  <c:v>9.8982433790323981E-2</c:v>
                </c:pt>
                <c:pt idx="6255">
                  <c:v>9.8993231561818024E-2</c:v>
                </c:pt>
                <c:pt idx="6256">
                  <c:v>9.8994638984032449E-2</c:v>
                </c:pt>
                <c:pt idx="6257">
                  <c:v>9.9002594551584264E-2</c:v>
                </c:pt>
                <c:pt idx="6258">
                  <c:v>9.9008397473806228E-2</c:v>
                </c:pt>
                <c:pt idx="6259">
                  <c:v>9.9008888140184645E-2</c:v>
                </c:pt>
                <c:pt idx="6260">
                  <c:v>9.9011854009486741E-2</c:v>
                </c:pt>
                <c:pt idx="6261">
                  <c:v>9.9017532878111353E-2</c:v>
                </c:pt>
                <c:pt idx="6262">
                  <c:v>9.9018642846185181E-2</c:v>
                </c:pt>
                <c:pt idx="6263">
                  <c:v>9.9020277076603838E-2</c:v>
                </c:pt>
                <c:pt idx="6264">
                  <c:v>9.9025817770986402E-2</c:v>
                </c:pt>
                <c:pt idx="6265">
                  <c:v>9.9031353119293147E-2</c:v>
                </c:pt>
                <c:pt idx="6266">
                  <c:v>9.9051504270368518E-2</c:v>
                </c:pt>
                <c:pt idx="6267">
                  <c:v>9.9059031795650704E-2</c:v>
                </c:pt>
                <c:pt idx="6268">
                  <c:v>9.908074942607846E-2</c:v>
                </c:pt>
                <c:pt idx="6269">
                  <c:v>9.908878502493125E-2</c:v>
                </c:pt>
                <c:pt idx="6270">
                  <c:v>9.909043295364045E-2</c:v>
                </c:pt>
                <c:pt idx="6271">
                  <c:v>9.9103792461797943E-2</c:v>
                </c:pt>
                <c:pt idx="6272">
                  <c:v>9.9117130258051078E-2</c:v>
                </c:pt>
                <c:pt idx="6273">
                  <c:v>9.9128739933983911E-2</c:v>
                </c:pt>
                <c:pt idx="6274">
                  <c:v>9.9132560358551183E-2</c:v>
                </c:pt>
                <c:pt idx="6275">
                  <c:v>9.9133932967042163E-2</c:v>
                </c:pt>
                <c:pt idx="6276">
                  <c:v>9.9140495435070738E-2</c:v>
                </c:pt>
                <c:pt idx="6277">
                  <c:v>9.9158569082348463E-2</c:v>
                </c:pt>
                <c:pt idx="6278">
                  <c:v>9.9178600812958331E-2</c:v>
                </c:pt>
                <c:pt idx="6279">
                  <c:v>9.9200443277758704E-2</c:v>
                </c:pt>
                <c:pt idx="6280">
                  <c:v>9.9203498863641201E-2</c:v>
                </c:pt>
                <c:pt idx="6281">
                  <c:v>9.9205048779986552E-2</c:v>
                </c:pt>
                <c:pt idx="6282">
                  <c:v>9.9219928635793778E-2</c:v>
                </c:pt>
                <c:pt idx="6283">
                  <c:v>9.9233608562804776E-2</c:v>
                </c:pt>
                <c:pt idx="6284">
                  <c:v>9.9237432077392315E-2</c:v>
                </c:pt>
                <c:pt idx="6285">
                  <c:v>9.9244033259079961E-2</c:v>
                </c:pt>
                <c:pt idx="6286">
                  <c:v>9.9251507440468248E-2</c:v>
                </c:pt>
                <c:pt idx="6287">
                  <c:v>9.925230166657828E-2</c:v>
                </c:pt>
                <c:pt idx="6288">
                  <c:v>9.9256813715955378E-2</c:v>
                </c:pt>
                <c:pt idx="6289">
                  <c:v>9.9265738522181957E-2</c:v>
                </c:pt>
                <c:pt idx="6290">
                  <c:v>9.9274204440607181E-2</c:v>
                </c:pt>
                <c:pt idx="6291">
                  <c:v>9.9277918039757149E-2</c:v>
                </c:pt>
                <c:pt idx="6292">
                  <c:v>9.9289188438432291E-2</c:v>
                </c:pt>
                <c:pt idx="6293">
                  <c:v>9.9291048023232187E-2</c:v>
                </c:pt>
                <c:pt idx="6294">
                  <c:v>9.9329588262169949E-2</c:v>
                </c:pt>
                <c:pt idx="6295">
                  <c:v>9.9337008143983316E-2</c:v>
                </c:pt>
                <c:pt idx="6296">
                  <c:v>9.9338627928343429E-2</c:v>
                </c:pt>
                <c:pt idx="6297">
                  <c:v>9.9340915093315954E-2</c:v>
                </c:pt>
                <c:pt idx="6298">
                  <c:v>9.9344871938812501E-2</c:v>
                </c:pt>
                <c:pt idx="6299">
                  <c:v>9.9348245113483183E-2</c:v>
                </c:pt>
                <c:pt idx="6300">
                  <c:v>9.9349606664708517E-2</c:v>
                </c:pt>
                <c:pt idx="6301">
                  <c:v>9.936093155314607E-2</c:v>
                </c:pt>
                <c:pt idx="6302">
                  <c:v>9.9397810317307184E-2</c:v>
                </c:pt>
                <c:pt idx="6303">
                  <c:v>9.9400037429397153E-2</c:v>
                </c:pt>
                <c:pt idx="6304">
                  <c:v>9.9416140910257952E-2</c:v>
                </c:pt>
                <c:pt idx="6305">
                  <c:v>9.9420560708209135E-2</c:v>
                </c:pt>
                <c:pt idx="6306">
                  <c:v>9.9426376891949858E-2</c:v>
                </c:pt>
                <c:pt idx="6307">
                  <c:v>9.9427250515651738E-2</c:v>
                </c:pt>
                <c:pt idx="6308">
                  <c:v>9.942886691093257E-2</c:v>
                </c:pt>
                <c:pt idx="6309">
                  <c:v>9.9430315523875587E-2</c:v>
                </c:pt>
                <c:pt idx="6310">
                  <c:v>9.9433021824086476E-2</c:v>
                </c:pt>
                <c:pt idx="6311">
                  <c:v>9.9444964647646267E-2</c:v>
                </c:pt>
                <c:pt idx="6312">
                  <c:v>9.9447465842071411E-2</c:v>
                </c:pt>
                <c:pt idx="6313">
                  <c:v>9.9463088984762207E-2</c:v>
                </c:pt>
                <c:pt idx="6314">
                  <c:v>9.9469938431595864E-2</c:v>
                </c:pt>
                <c:pt idx="6315">
                  <c:v>9.9473707613916246E-2</c:v>
                </c:pt>
                <c:pt idx="6316">
                  <c:v>9.9483203011023702E-2</c:v>
                </c:pt>
                <c:pt idx="6317">
                  <c:v>9.9486853241943299E-2</c:v>
                </c:pt>
                <c:pt idx="6318">
                  <c:v>9.9488230556307886E-2</c:v>
                </c:pt>
                <c:pt idx="6319">
                  <c:v>9.9488778096558539E-2</c:v>
                </c:pt>
                <c:pt idx="6320">
                  <c:v>9.9493096097918621E-2</c:v>
                </c:pt>
                <c:pt idx="6321">
                  <c:v>9.9503053681703327E-2</c:v>
                </c:pt>
                <c:pt idx="6322">
                  <c:v>9.9507734755999708E-2</c:v>
                </c:pt>
                <c:pt idx="6323">
                  <c:v>9.9508045255593924E-2</c:v>
                </c:pt>
                <c:pt idx="6324">
                  <c:v>9.9536519718299923E-2</c:v>
                </c:pt>
                <c:pt idx="6325">
                  <c:v>9.9541450631494582E-2</c:v>
                </c:pt>
                <c:pt idx="6326">
                  <c:v>9.9542018763967385E-2</c:v>
                </c:pt>
                <c:pt idx="6327">
                  <c:v>9.9547873781646729E-2</c:v>
                </c:pt>
                <c:pt idx="6328">
                  <c:v>9.9556185525389557E-2</c:v>
                </c:pt>
                <c:pt idx="6329">
                  <c:v>9.9558905225850008E-2</c:v>
                </c:pt>
                <c:pt idx="6330">
                  <c:v>9.9562460731708713E-2</c:v>
                </c:pt>
                <c:pt idx="6331">
                  <c:v>9.9571021300755097E-2</c:v>
                </c:pt>
                <c:pt idx="6332">
                  <c:v>9.9578050808807744E-2</c:v>
                </c:pt>
                <c:pt idx="6333">
                  <c:v>9.9593957488702076E-2</c:v>
                </c:pt>
                <c:pt idx="6334">
                  <c:v>9.9610164813245972E-2</c:v>
                </c:pt>
                <c:pt idx="6335">
                  <c:v>9.9610985640254252E-2</c:v>
                </c:pt>
                <c:pt idx="6336">
                  <c:v>9.9633854352401713E-2</c:v>
                </c:pt>
                <c:pt idx="6337">
                  <c:v>9.9653547884245755E-2</c:v>
                </c:pt>
                <c:pt idx="6338">
                  <c:v>9.9673307442624801E-2</c:v>
                </c:pt>
                <c:pt idx="6339">
                  <c:v>9.9676150523233836E-2</c:v>
                </c:pt>
                <c:pt idx="6340">
                  <c:v>9.9702475009339597E-2</c:v>
                </c:pt>
                <c:pt idx="6341">
                  <c:v>9.9706009311973126E-2</c:v>
                </c:pt>
                <c:pt idx="6342">
                  <c:v>9.9719261812558399E-2</c:v>
                </c:pt>
                <c:pt idx="6343">
                  <c:v>9.9723354249363266E-2</c:v>
                </c:pt>
                <c:pt idx="6344">
                  <c:v>9.973741842734897E-2</c:v>
                </c:pt>
                <c:pt idx="6345">
                  <c:v>9.9743957099992925E-2</c:v>
                </c:pt>
                <c:pt idx="6346">
                  <c:v>9.97611662001959E-2</c:v>
                </c:pt>
                <c:pt idx="6347">
                  <c:v>9.9775768319142533E-2</c:v>
                </c:pt>
                <c:pt idx="6348">
                  <c:v>9.9777624654561664E-2</c:v>
                </c:pt>
                <c:pt idx="6349">
                  <c:v>9.9786302382811276E-2</c:v>
                </c:pt>
                <c:pt idx="6350">
                  <c:v>9.9807638624803435E-2</c:v>
                </c:pt>
                <c:pt idx="6351">
                  <c:v>9.981082468280765E-2</c:v>
                </c:pt>
                <c:pt idx="6352">
                  <c:v>9.9823113678863762E-2</c:v>
                </c:pt>
                <c:pt idx="6353">
                  <c:v>9.9831508124127985E-2</c:v>
                </c:pt>
                <c:pt idx="6354">
                  <c:v>9.9833233798885382E-2</c:v>
                </c:pt>
                <c:pt idx="6355">
                  <c:v>9.9851414295846402E-2</c:v>
                </c:pt>
                <c:pt idx="6356">
                  <c:v>9.9855124845373247E-2</c:v>
                </c:pt>
                <c:pt idx="6357">
                  <c:v>9.986474997341159E-2</c:v>
                </c:pt>
                <c:pt idx="6358">
                  <c:v>9.9874673337610673E-2</c:v>
                </c:pt>
                <c:pt idx="6359">
                  <c:v>9.9879053399603096E-2</c:v>
                </c:pt>
                <c:pt idx="6360">
                  <c:v>9.9888249776972277E-2</c:v>
                </c:pt>
                <c:pt idx="6361">
                  <c:v>9.9894724619025543E-2</c:v>
                </c:pt>
                <c:pt idx="6362">
                  <c:v>9.9894735321001585E-2</c:v>
                </c:pt>
                <c:pt idx="6363">
                  <c:v>9.9903732648605317E-2</c:v>
                </c:pt>
                <c:pt idx="6364">
                  <c:v>9.9904979814902317E-2</c:v>
                </c:pt>
                <c:pt idx="6365">
                  <c:v>9.9907768899718391E-2</c:v>
                </c:pt>
                <c:pt idx="6366">
                  <c:v>9.9910095897272663E-2</c:v>
                </c:pt>
                <c:pt idx="6367">
                  <c:v>9.9914388100818555E-2</c:v>
                </c:pt>
                <c:pt idx="6368">
                  <c:v>9.9918339339780046E-2</c:v>
                </c:pt>
                <c:pt idx="6369">
                  <c:v>9.9934370219914234E-2</c:v>
                </c:pt>
                <c:pt idx="6370">
                  <c:v>9.9940587686691854E-2</c:v>
                </c:pt>
                <c:pt idx="6371">
                  <c:v>9.9959253273688806E-2</c:v>
                </c:pt>
                <c:pt idx="6372">
                  <c:v>9.9974420347701431E-2</c:v>
                </c:pt>
                <c:pt idx="6373">
                  <c:v>9.9985187584032381E-2</c:v>
                </c:pt>
                <c:pt idx="6374">
                  <c:v>9.9995045790700579E-2</c:v>
                </c:pt>
                <c:pt idx="6375">
                  <c:v>9.9996970015328396E-2</c:v>
                </c:pt>
                <c:pt idx="6376">
                  <c:v>0.1000014677068139</c:v>
                </c:pt>
                <c:pt idx="6377">
                  <c:v>0.1000017011920601</c:v>
                </c:pt>
                <c:pt idx="6378">
                  <c:v>0.1000033460124324</c:v>
                </c:pt>
                <c:pt idx="6379">
                  <c:v>0.10001297280846916</c:v>
                </c:pt>
                <c:pt idx="6380">
                  <c:v>0.10002430914979298</c:v>
                </c:pt>
                <c:pt idx="6381">
                  <c:v>0.10002662908772521</c:v>
                </c:pt>
                <c:pt idx="6382">
                  <c:v>0.10004074950194941</c:v>
                </c:pt>
                <c:pt idx="6383">
                  <c:v>0.10004443371002893</c:v>
                </c:pt>
                <c:pt idx="6384">
                  <c:v>0.10005985795104828</c:v>
                </c:pt>
                <c:pt idx="6385">
                  <c:v>0.10008758564449272</c:v>
                </c:pt>
                <c:pt idx="6386">
                  <c:v>0.10008952588764304</c:v>
                </c:pt>
                <c:pt idx="6387">
                  <c:v>0.1000952143961327</c:v>
                </c:pt>
                <c:pt idx="6388">
                  <c:v>0.10010606744329235</c:v>
                </c:pt>
                <c:pt idx="6389">
                  <c:v>0.1001076851234268</c:v>
                </c:pt>
                <c:pt idx="6390">
                  <c:v>0.10012334948339591</c:v>
                </c:pt>
                <c:pt idx="6391">
                  <c:v>0.10013741898513204</c:v>
                </c:pt>
                <c:pt idx="6392">
                  <c:v>0.1001378599013361</c:v>
                </c:pt>
                <c:pt idx="6393">
                  <c:v>0.10013904204671478</c:v>
                </c:pt>
                <c:pt idx="6394">
                  <c:v>0.10016424574848293</c:v>
                </c:pt>
                <c:pt idx="6395">
                  <c:v>0.10016451351667012</c:v>
                </c:pt>
                <c:pt idx="6396">
                  <c:v>0.1001721662618467</c:v>
                </c:pt>
                <c:pt idx="6397">
                  <c:v>0.1001769934554326</c:v>
                </c:pt>
                <c:pt idx="6398">
                  <c:v>0.10019429766618664</c:v>
                </c:pt>
                <c:pt idx="6399">
                  <c:v>0.1002103378183531</c:v>
                </c:pt>
                <c:pt idx="6400">
                  <c:v>0.10021797910885723</c:v>
                </c:pt>
                <c:pt idx="6401">
                  <c:v>0.10021977433803093</c:v>
                </c:pt>
                <c:pt idx="6402">
                  <c:v>0.10022656923085627</c:v>
                </c:pt>
                <c:pt idx="6403">
                  <c:v>0.10022731618006372</c:v>
                </c:pt>
                <c:pt idx="6404">
                  <c:v>0.10023212795373387</c:v>
                </c:pt>
                <c:pt idx="6405">
                  <c:v>0.10023903560117049</c:v>
                </c:pt>
                <c:pt idx="6406">
                  <c:v>0.10025235140617321</c:v>
                </c:pt>
                <c:pt idx="6407">
                  <c:v>0.10028041704752186</c:v>
                </c:pt>
                <c:pt idx="6408">
                  <c:v>0.10028402732511779</c:v>
                </c:pt>
                <c:pt idx="6409">
                  <c:v>0.10028611858900641</c:v>
                </c:pt>
                <c:pt idx="6410">
                  <c:v>0.10028612321957467</c:v>
                </c:pt>
                <c:pt idx="6411">
                  <c:v>0.10028877058038385</c:v>
                </c:pt>
                <c:pt idx="6412">
                  <c:v>0.10030462440158215</c:v>
                </c:pt>
                <c:pt idx="6413">
                  <c:v>0.10031750238286054</c:v>
                </c:pt>
                <c:pt idx="6414">
                  <c:v>0.10032349098716563</c:v>
                </c:pt>
                <c:pt idx="6415">
                  <c:v>0.10032552175853135</c:v>
                </c:pt>
                <c:pt idx="6416">
                  <c:v>0.10033358038018914</c:v>
                </c:pt>
                <c:pt idx="6417">
                  <c:v>0.10033944895123906</c:v>
                </c:pt>
                <c:pt idx="6418">
                  <c:v>0.10034164804683567</c:v>
                </c:pt>
                <c:pt idx="6419">
                  <c:v>0.10034683588826916</c:v>
                </c:pt>
                <c:pt idx="6420">
                  <c:v>0.10034866131459447</c:v>
                </c:pt>
                <c:pt idx="6421">
                  <c:v>0.10034960886632693</c:v>
                </c:pt>
                <c:pt idx="6422">
                  <c:v>0.10035346564293057</c:v>
                </c:pt>
                <c:pt idx="6423">
                  <c:v>0.10038534378611631</c:v>
                </c:pt>
                <c:pt idx="6424">
                  <c:v>0.10038766586783708</c:v>
                </c:pt>
                <c:pt idx="6425">
                  <c:v>0.10040411270927414</c:v>
                </c:pt>
                <c:pt idx="6426">
                  <c:v>0.10042199292520174</c:v>
                </c:pt>
                <c:pt idx="6427">
                  <c:v>0.10042557890952189</c:v>
                </c:pt>
                <c:pt idx="6428">
                  <c:v>0.10042889651140401</c:v>
                </c:pt>
                <c:pt idx="6429">
                  <c:v>0.10042918091424254</c:v>
                </c:pt>
                <c:pt idx="6430">
                  <c:v>0.10043505739009492</c:v>
                </c:pt>
                <c:pt idx="6431">
                  <c:v>0.10044407103214843</c:v>
                </c:pt>
                <c:pt idx="6432">
                  <c:v>0.10045561539920703</c:v>
                </c:pt>
                <c:pt idx="6433">
                  <c:v>0.10045854455268093</c:v>
                </c:pt>
                <c:pt idx="6434">
                  <c:v>0.10049570375082381</c:v>
                </c:pt>
                <c:pt idx="6435">
                  <c:v>0.10049973972763147</c:v>
                </c:pt>
                <c:pt idx="6436">
                  <c:v>0.10053859247011861</c:v>
                </c:pt>
                <c:pt idx="6437">
                  <c:v>0.10054273156314589</c:v>
                </c:pt>
                <c:pt idx="6438">
                  <c:v>0.10055932559160682</c:v>
                </c:pt>
                <c:pt idx="6439">
                  <c:v>0.10057274171689733</c:v>
                </c:pt>
                <c:pt idx="6440">
                  <c:v>0.10057515635019156</c:v>
                </c:pt>
                <c:pt idx="6441">
                  <c:v>0.10058307501536351</c:v>
                </c:pt>
                <c:pt idx="6442">
                  <c:v>0.10058406832734966</c:v>
                </c:pt>
                <c:pt idx="6443">
                  <c:v>0.10059319927169132</c:v>
                </c:pt>
                <c:pt idx="6444">
                  <c:v>0.10062490303865008</c:v>
                </c:pt>
                <c:pt idx="6445">
                  <c:v>0.10066420690282193</c:v>
                </c:pt>
                <c:pt idx="6446">
                  <c:v>0.10066670175440492</c:v>
                </c:pt>
                <c:pt idx="6447">
                  <c:v>0.10067930948974609</c:v>
                </c:pt>
                <c:pt idx="6448">
                  <c:v>0.10068216255556232</c:v>
                </c:pt>
                <c:pt idx="6449">
                  <c:v>0.10068276846146272</c:v>
                </c:pt>
                <c:pt idx="6450">
                  <c:v>0.10069602550312801</c:v>
                </c:pt>
                <c:pt idx="6451">
                  <c:v>0.10069657951048308</c:v>
                </c:pt>
                <c:pt idx="6452">
                  <c:v>0.10071743679130189</c:v>
                </c:pt>
                <c:pt idx="6453">
                  <c:v>0.10071880460722142</c:v>
                </c:pt>
                <c:pt idx="6454">
                  <c:v>0.10072167046653943</c:v>
                </c:pt>
                <c:pt idx="6455">
                  <c:v>0.10073687417605304</c:v>
                </c:pt>
                <c:pt idx="6456">
                  <c:v>0.10075084460046162</c:v>
                </c:pt>
                <c:pt idx="6457">
                  <c:v>0.10075423156734743</c:v>
                </c:pt>
                <c:pt idx="6458">
                  <c:v>0.10075483936252022</c:v>
                </c:pt>
                <c:pt idx="6459">
                  <c:v>0.10076930098550541</c:v>
                </c:pt>
                <c:pt idx="6460">
                  <c:v>0.10078170205610187</c:v>
                </c:pt>
                <c:pt idx="6461">
                  <c:v>0.10079276197914598</c:v>
                </c:pt>
                <c:pt idx="6462">
                  <c:v>0.1007932229353336</c:v>
                </c:pt>
                <c:pt idx="6463">
                  <c:v>0.10079343780914123</c:v>
                </c:pt>
                <c:pt idx="6464">
                  <c:v>0.10080204410676072</c:v>
                </c:pt>
                <c:pt idx="6465">
                  <c:v>0.10081417757756428</c:v>
                </c:pt>
                <c:pt idx="6466">
                  <c:v>0.10081440211562435</c:v>
                </c:pt>
                <c:pt idx="6467">
                  <c:v>0.10081697160562972</c:v>
                </c:pt>
                <c:pt idx="6468">
                  <c:v>0.10085353839400711</c:v>
                </c:pt>
                <c:pt idx="6469">
                  <c:v>0.10086386409736536</c:v>
                </c:pt>
                <c:pt idx="6470">
                  <c:v>0.10086998700639166</c:v>
                </c:pt>
                <c:pt idx="6471">
                  <c:v>0.10087704573605338</c:v>
                </c:pt>
                <c:pt idx="6472">
                  <c:v>0.10089903948498442</c:v>
                </c:pt>
                <c:pt idx="6473">
                  <c:v>0.10091350400141304</c:v>
                </c:pt>
                <c:pt idx="6474">
                  <c:v>0.10092919516204774</c:v>
                </c:pt>
                <c:pt idx="6475">
                  <c:v>0.10093251054807903</c:v>
                </c:pt>
                <c:pt idx="6476">
                  <c:v>0.10096624213716118</c:v>
                </c:pt>
                <c:pt idx="6477">
                  <c:v>0.10097745233567644</c:v>
                </c:pt>
                <c:pt idx="6478">
                  <c:v>0.10098618337166029</c:v>
                </c:pt>
                <c:pt idx="6479">
                  <c:v>0.10101884274290768</c:v>
                </c:pt>
                <c:pt idx="6480">
                  <c:v>0.10103126811165047</c:v>
                </c:pt>
                <c:pt idx="6481">
                  <c:v>0.10103868290124259</c:v>
                </c:pt>
                <c:pt idx="6482">
                  <c:v>0.10104949946914928</c:v>
                </c:pt>
                <c:pt idx="6483">
                  <c:v>0.10105299812528708</c:v>
                </c:pt>
                <c:pt idx="6484">
                  <c:v>0.10105393901253902</c:v>
                </c:pt>
                <c:pt idx="6485">
                  <c:v>0.10105442979837863</c:v>
                </c:pt>
                <c:pt idx="6486">
                  <c:v>0.10108776042238217</c:v>
                </c:pt>
                <c:pt idx="6487">
                  <c:v>0.10110712075491513</c:v>
                </c:pt>
                <c:pt idx="6488">
                  <c:v>0.10112298868500405</c:v>
                </c:pt>
                <c:pt idx="6489">
                  <c:v>0.10113068139998642</c:v>
                </c:pt>
                <c:pt idx="6490">
                  <c:v>0.10113124745886276</c:v>
                </c:pt>
                <c:pt idx="6491">
                  <c:v>0.10113134780920374</c:v>
                </c:pt>
                <c:pt idx="6492">
                  <c:v>0.10113154478377512</c:v>
                </c:pt>
                <c:pt idx="6493">
                  <c:v>0.10114390164290298</c:v>
                </c:pt>
                <c:pt idx="6494">
                  <c:v>0.10117076750008758</c:v>
                </c:pt>
                <c:pt idx="6495">
                  <c:v>0.10120922980477406</c:v>
                </c:pt>
                <c:pt idx="6496">
                  <c:v>0.10122300712456551</c:v>
                </c:pt>
                <c:pt idx="6497">
                  <c:v>0.10123701782814566</c:v>
                </c:pt>
                <c:pt idx="6498">
                  <c:v>0.10124968760234075</c:v>
                </c:pt>
                <c:pt idx="6499">
                  <c:v>0.10125982687248483</c:v>
                </c:pt>
                <c:pt idx="6500">
                  <c:v>0.10127219158920174</c:v>
                </c:pt>
                <c:pt idx="6501">
                  <c:v>0.10127963712918361</c:v>
                </c:pt>
                <c:pt idx="6502">
                  <c:v>0.10128854499472467</c:v>
                </c:pt>
                <c:pt idx="6503">
                  <c:v>0.10128862989955047</c:v>
                </c:pt>
                <c:pt idx="6504">
                  <c:v>0.10130010118380579</c:v>
                </c:pt>
                <c:pt idx="6505">
                  <c:v>0.10130046134674366</c:v>
                </c:pt>
                <c:pt idx="6506">
                  <c:v>0.10130225085372982</c:v>
                </c:pt>
                <c:pt idx="6507">
                  <c:v>0.10130539670034013</c:v>
                </c:pt>
                <c:pt idx="6508">
                  <c:v>0.10131411443800122</c:v>
                </c:pt>
                <c:pt idx="6509">
                  <c:v>0.10132347892793137</c:v>
                </c:pt>
                <c:pt idx="6510">
                  <c:v>0.1013474242949796</c:v>
                </c:pt>
                <c:pt idx="6511">
                  <c:v>0.10136191222488077</c:v>
                </c:pt>
                <c:pt idx="6512">
                  <c:v>0.10138251424991304</c:v>
                </c:pt>
                <c:pt idx="6513">
                  <c:v>0.10138423220404046</c:v>
                </c:pt>
                <c:pt idx="6514">
                  <c:v>0.10139156253594107</c:v>
                </c:pt>
                <c:pt idx="6515">
                  <c:v>0.10139537926074416</c:v>
                </c:pt>
                <c:pt idx="6516">
                  <c:v>0.10139558226471236</c:v>
                </c:pt>
                <c:pt idx="6517">
                  <c:v>0.10142027811281075</c:v>
                </c:pt>
                <c:pt idx="6518">
                  <c:v>0.10143296339285637</c:v>
                </c:pt>
                <c:pt idx="6519">
                  <c:v>0.10146287226904674</c:v>
                </c:pt>
                <c:pt idx="6520">
                  <c:v>0.10146675858671736</c:v>
                </c:pt>
                <c:pt idx="6521">
                  <c:v>0.10147663357842016</c:v>
                </c:pt>
                <c:pt idx="6522">
                  <c:v>0.1014817175497688</c:v>
                </c:pt>
                <c:pt idx="6523">
                  <c:v>0.10148213977787043</c:v>
                </c:pt>
                <c:pt idx="6524">
                  <c:v>0.10149763195681283</c:v>
                </c:pt>
                <c:pt idx="6525">
                  <c:v>0.10149767715932666</c:v>
                </c:pt>
                <c:pt idx="6526">
                  <c:v>0.10150260432461511</c:v>
                </c:pt>
                <c:pt idx="6527">
                  <c:v>0.10150921875262078</c:v>
                </c:pt>
                <c:pt idx="6528">
                  <c:v>0.10152267564242146</c:v>
                </c:pt>
                <c:pt idx="6529">
                  <c:v>0.10152540781476423</c:v>
                </c:pt>
                <c:pt idx="6530">
                  <c:v>0.10152742373648059</c:v>
                </c:pt>
                <c:pt idx="6531">
                  <c:v>0.1015495266722318</c:v>
                </c:pt>
                <c:pt idx="6532">
                  <c:v>0.10155040562840069</c:v>
                </c:pt>
                <c:pt idx="6533">
                  <c:v>0.1015672894090557</c:v>
                </c:pt>
                <c:pt idx="6534">
                  <c:v>0.10156732734707521</c:v>
                </c:pt>
                <c:pt idx="6535">
                  <c:v>0.10156896616619174</c:v>
                </c:pt>
                <c:pt idx="6536">
                  <c:v>0.10158522387495403</c:v>
                </c:pt>
                <c:pt idx="6537">
                  <c:v>0.10158925754432047</c:v>
                </c:pt>
                <c:pt idx="6538">
                  <c:v>0.10160323336060605</c:v>
                </c:pt>
                <c:pt idx="6539">
                  <c:v>0.10164320324663696</c:v>
                </c:pt>
                <c:pt idx="6540">
                  <c:v>0.10164595916519484</c:v>
                </c:pt>
                <c:pt idx="6541">
                  <c:v>0.10166092304287144</c:v>
                </c:pt>
                <c:pt idx="6542">
                  <c:v>0.1016678286797762</c:v>
                </c:pt>
                <c:pt idx="6543">
                  <c:v>0.10171873048862796</c:v>
                </c:pt>
                <c:pt idx="6544">
                  <c:v>0.10171948972330563</c:v>
                </c:pt>
                <c:pt idx="6545">
                  <c:v>0.10172674622700037</c:v>
                </c:pt>
                <c:pt idx="6546">
                  <c:v>0.10173976006383816</c:v>
                </c:pt>
                <c:pt idx="6547">
                  <c:v>0.10174306379606882</c:v>
                </c:pt>
                <c:pt idx="6548">
                  <c:v>0.1017456305095177</c:v>
                </c:pt>
                <c:pt idx="6549">
                  <c:v>0.10175168011159696</c:v>
                </c:pt>
                <c:pt idx="6550">
                  <c:v>0.1017565292446387</c:v>
                </c:pt>
                <c:pt idx="6551">
                  <c:v>0.10178327047777525</c:v>
                </c:pt>
                <c:pt idx="6552">
                  <c:v>0.10178763439456757</c:v>
                </c:pt>
                <c:pt idx="6553">
                  <c:v>0.10178998539237251</c:v>
                </c:pt>
                <c:pt idx="6554">
                  <c:v>0.10179613700662664</c:v>
                </c:pt>
                <c:pt idx="6555">
                  <c:v>0.10180376065084425</c:v>
                </c:pt>
                <c:pt idx="6556">
                  <c:v>0.10181044924653031</c:v>
                </c:pt>
                <c:pt idx="6557">
                  <c:v>0.10182104161021789</c:v>
                </c:pt>
                <c:pt idx="6558">
                  <c:v>0.10182365398609053</c:v>
                </c:pt>
                <c:pt idx="6559">
                  <c:v>0.10182515723701285</c:v>
                </c:pt>
                <c:pt idx="6560">
                  <c:v>0.10182794804224635</c:v>
                </c:pt>
                <c:pt idx="6561">
                  <c:v>0.10183694801828953</c:v>
                </c:pt>
                <c:pt idx="6562">
                  <c:v>0.10183941991133594</c:v>
                </c:pt>
                <c:pt idx="6563">
                  <c:v>0.10185630570279186</c:v>
                </c:pt>
                <c:pt idx="6564">
                  <c:v>0.10186211100504301</c:v>
                </c:pt>
                <c:pt idx="6565">
                  <c:v>0.10189164220426361</c:v>
                </c:pt>
                <c:pt idx="6566">
                  <c:v>0.1019085022919827</c:v>
                </c:pt>
                <c:pt idx="6567">
                  <c:v>0.1019091303301926</c:v>
                </c:pt>
                <c:pt idx="6568">
                  <c:v>0.10196768086945608</c:v>
                </c:pt>
                <c:pt idx="6569">
                  <c:v>0.10196776049286713</c:v>
                </c:pt>
                <c:pt idx="6570">
                  <c:v>0.10197803279583147</c:v>
                </c:pt>
                <c:pt idx="6571">
                  <c:v>0.1019899886395277</c:v>
                </c:pt>
                <c:pt idx="6572">
                  <c:v>0.10199129397381278</c:v>
                </c:pt>
                <c:pt idx="6573">
                  <c:v>0.10199450797092165</c:v>
                </c:pt>
                <c:pt idx="6574">
                  <c:v>0.10199698396949894</c:v>
                </c:pt>
                <c:pt idx="6575">
                  <c:v>0.1020102232711573</c:v>
                </c:pt>
                <c:pt idx="6576">
                  <c:v>0.10201538549048958</c:v>
                </c:pt>
                <c:pt idx="6577">
                  <c:v>0.10203002239692814</c:v>
                </c:pt>
                <c:pt idx="6578">
                  <c:v>0.10203579555830566</c:v>
                </c:pt>
                <c:pt idx="6579">
                  <c:v>0.10204008054475208</c:v>
                </c:pt>
                <c:pt idx="6580">
                  <c:v>0.10204535248978668</c:v>
                </c:pt>
                <c:pt idx="6581">
                  <c:v>0.10204603145658135</c:v>
                </c:pt>
                <c:pt idx="6582">
                  <c:v>0.10204966470913143</c:v>
                </c:pt>
                <c:pt idx="6583">
                  <c:v>0.10207273652944768</c:v>
                </c:pt>
                <c:pt idx="6584">
                  <c:v>0.10208163694109519</c:v>
                </c:pt>
                <c:pt idx="6585">
                  <c:v>0.10208304181709196</c:v>
                </c:pt>
                <c:pt idx="6586">
                  <c:v>0.10211518965262471</c:v>
                </c:pt>
                <c:pt idx="6587">
                  <c:v>0.10212144996454528</c:v>
                </c:pt>
                <c:pt idx="6588">
                  <c:v>0.10213791177387413</c:v>
                </c:pt>
                <c:pt idx="6589">
                  <c:v>0.10214146444093272</c:v>
                </c:pt>
                <c:pt idx="6590">
                  <c:v>0.10214582570044936</c:v>
                </c:pt>
                <c:pt idx="6591">
                  <c:v>0.10214776260179916</c:v>
                </c:pt>
                <c:pt idx="6592">
                  <c:v>0.10215467015962436</c:v>
                </c:pt>
                <c:pt idx="6593">
                  <c:v>0.10216532485035498</c:v>
                </c:pt>
                <c:pt idx="6594">
                  <c:v>0.10217395638048749</c:v>
                </c:pt>
                <c:pt idx="6595">
                  <c:v>0.1021806337087688</c:v>
                </c:pt>
                <c:pt idx="6596">
                  <c:v>0.10218117883158298</c:v>
                </c:pt>
                <c:pt idx="6597">
                  <c:v>0.10218504399394517</c:v>
                </c:pt>
                <c:pt idx="6598">
                  <c:v>0.10218974032855345</c:v>
                </c:pt>
                <c:pt idx="6599">
                  <c:v>0.10219329315240008</c:v>
                </c:pt>
                <c:pt idx="6600">
                  <c:v>0.10219660357212841</c:v>
                </c:pt>
                <c:pt idx="6601">
                  <c:v>0.10219779278195849</c:v>
                </c:pt>
                <c:pt idx="6602">
                  <c:v>0.10222645400944939</c:v>
                </c:pt>
                <c:pt idx="6603">
                  <c:v>0.10223590291856283</c:v>
                </c:pt>
                <c:pt idx="6604">
                  <c:v>0.10224451255732696</c:v>
                </c:pt>
                <c:pt idx="6605">
                  <c:v>0.10225227165993443</c:v>
                </c:pt>
                <c:pt idx="6606">
                  <c:v>0.10225394787341098</c:v>
                </c:pt>
                <c:pt idx="6607">
                  <c:v>0.10226244064910625</c:v>
                </c:pt>
                <c:pt idx="6608">
                  <c:v>0.10226825357109207</c:v>
                </c:pt>
                <c:pt idx="6609">
                  <c:v>0.10227131212147104</c:v>
                </c:pt>
                <c:pt idx="6610">
                  <c:v>0.10231070678461586</c:v>
                </c:pt>
                <c:pt idx="6611">
                  <c:v>0.10231811824958136</c:v>
                </c:pt>
                <c:pt idx="6612">
                  <c:v>0.10232059804324442</c:v>
                </c:pt>
                <c:pt idx="6613">
                  <c:v>0.10232776804543477</c:v>
                </c:pt>
                <c:pt idx="6614">
                  <c:v>0.10232876652908827</c:v>
                </c:pt>
                <c:pt idx="6615">
                  <c:v>0.10233274694860761</c:v>
                </c:pt>
                <c:pt idx="6616">
                  <c:v>0.10233348860366777</c:v>
                </c:pt>
                <c:pt idx="6617">
                  <c:v>0.10233629280092069</c:v>
                </c:pt>
                <c:pt idx="6618">
                  <c:v>0.1023592591081376</c:v>
                </c:pt>
                <c:pt idx="6619">
                  <c:v>0.10237762071050087</c:v>
                </c:pt>
                <c:pt idx="6620">
                  <c:v>0.10238561772541793</c:v>
                </c:pt>
                <c:pt idx="6621">
                  <c:v>0.1023879881861018</c:v>
                </c:pt>
                <c:pt idx="6622">
                  <c:v>0.10239601093862039</c:v>
                </c:pt>
                <c:pt idx="6623">
                  <c:v>0.10239617729494938</c:v>
                </c:pt>
                <c:pt idx="6624">
                  <c:v>0.10240538603555012</c:v>
                </c:pt>
                <c:pt idx="6625">
                  <c:v>0.10240926849683105</c:v>
                </c:pt>
                <c:pt idx="6626">
                  <c:v>0.10241419410239259</c:v>
                </c:pt>
                <c:pt idx="6627">
                  <c:v>0.10243167514187691</c:v>
                </c:pt>
                <c:pt idx="6628">
                  <c:v>0.10243412498140493</c:v>
                </c:pt>
                <c:pt idx="6629">
                  <c:v>0.10244858075752308</c:v>
                </c:pt>
                <c:pt idx="6630">
                  <c:v>0.10245346210595618</c:v>
                </c:pt>
                <c:pt idx="6631">
                  <c:v>0.10245355935976062</c:v>
                </c:pt>
                <c:pt idx="6632">
                  <c:v>0.10245654123106057</c:v>
                </c:pt>
                <c:pt idx="6633">
                  <c:v>0.10246354958516836</c:v>
                </c:pt>
                <c:pt idx="6634">
                  <c:v>0.10246388600882464</c:v>
                </c:pt>
                <c:pt idx="6635">
                  <c:v>0.10248685235975967</c:v>
                </c:pt>
                <c:pt idx="6636">
                  <c:v>0.10250762438840504</c:v>
                </c:pt>
                <c:pt idx="6637">
                  <c:v>0.10250825941628487</c:v>
                </c:pt>
                <c:pt idx="6638">
                  <c:v>0.10251189404287697</c:v>
                </c:pt>
                <c:pt idx="6639">
                  <c:v>0.1025148522701568</c:v>
                </c:pt>
                <c:pt idx="6640">
                  <c:v>0.10251574858065685</c:v>
                </c:pt>
                <c:pt idx="6641">
                  <c:v>0.10251714710906526</c:v>
                </c:pt>
                <c:pt idx="6642">
                  <c:v>0.10251744894740146</c:v>
                </c:pt>
                <c:pt idx="6643">
                  <c:v>0.10252716084487426</c:v>
                </c:pt>
                <c:pt idx="6644">
                  <c:v>0.10253886686361216</c:v>
                </c:pt>
                <c:pt idx="6645">
                  <c:v>0.10254174154489022</c:v>
                </c:pt>
                <c:pt idx="6646">
                  <c:v>0.10256036775158951</c:v>
                </c:pt>
                <c:pt idx="6647">
                  <c:v>0.10256114972304645</c:v>
                </c:pt>
                <c:pt idx="6648">
                  <c:v>0.10259881962921708</c:v>
                </c:pt>
                <c:pt idx="6649">
                  <c:v>0.10260236916311138</c:v>
                </c:pt>
                <c:pt idx="6650">
                  <c:v>0.10260348169903093</c:v>
                </c:pt>
                <c:pt idx="6651">
                  <c:v>0.10264131208658098</c:v>
                </c:pt>
                <c:pt idx="6652">
                  <c:v>0.10264334514100962</c:v>
                </c:pt>
                <c:pt idx="6653">
                  <c:v>0.1026455646016825</c:v>
                </c:pt>
                <c:pt idx="6654">
                  <c:v>0.1026517693103287</c:v>
                </c:pt>
                <c:pt idx="6655">
                  <c:v>0.10265663373456498</c:v>
                </c:pt>
                <c:pt idx="6656">
                  <c:v>0.10269492514515213</c:v>
                </c:pt>
                <c:pt idx="6657">
                  <c:v>0.10273950130992394</c:v>
                </c:pt>
                <c:pt idx="6658">
                  <c:v>0.10275358660065298</c:v>
                </c:pt>
                <c:pt idx="6659">
                  <c:v>0.10278921979870601</c:v>
                </c:pt>
                <c:pt idx="6660">
                  <c:v>0.10279278151862752</c:v>
                </c:pt>
                <c:pt idx="6661">
                  <c:v>0.1027979140049556</c:v>
                </c:pt>
                <c:pt idx="6662">
                  <c:v>0.10280764215378264</c:v>
                </c:pt>
                <c:pt idx="6663">
                  <c:v>0.10282171924240574</c:v>
                </c:pt>
                <c:pt idx="6664">
                  <c:v>0.10282181885012945</c:v>
                </c:pt>
                <c:pt idx="6665">
                  <c:v>0.10282397958057027</c:v>
                </c:pt>
                <c:pt idx="6666">
                  <c:v>0.10282495529237706</c:v>
                </c:pt>
                <c:pt idx="6667">
                  <c:v>0.10283025461443998</c:v>
                </c:pt>
                <c:pt idx="6668">
                  <c:v>0.10285032610792394</c:v>
                </c:pt>
                <c:pt idx="6669">
                  <c:v>0.10286076699025834</c:v>
                </c:pt>
                <c:pt idx="6670">
                  <c:v>0.10286655846818647</c:v>
                </c:pt>
                <c:pt idx="6671">
                  <c:v>0.10287698142333009</c:v>
                </c:pt>
                <c:pt idx="6672">
                  <c:v>0.10288031640396184</c:v>
                </c:pt>
                <c:pt idx="6673">
                  <c:v>0.10289087554093396</c:v>
                </c:pt>
                <c:pt idx="6674">
                  <c:v>0.1029084207009075</c:v>
                </c:pt>
                <c:pt idx="6675">
                  <c:v>0.10292765182412003</c:v>
                </c:pt>
                <c:pt idx="6676">
                  <c:v>0.10292942022334632</c:v>
                </c:pt>
                <c:pt idx="6677">
                  <c:v>0.10296302115170156</c:v>
                </c:pt>
                <c:pt idx="6678">
                  <c:v>0.10296416943833553</c:v>
                </c:pt>
                <c:pt idx="6679">
                  <c:v>0.10296672117414618</c:v>
                </c:pt>
                <c:pt idx="6680">
                  <c:v>0.10297310009279194</c:v>
                </c:pt>
                <c:pt idx="6681">
                  <c:v>0.10298309080331702</c:v>
                </c:pt>
                <c:pt idx="6682">
                  <c:v>0.10298436752976227</c:v>
                </c:pt>
                <c:pt idx="6683">
                  <c:v>0.10298529036354627</c:v>
                </c:pt>
                <c:pt idx="6684">
                  <c:v>0.10298610484976491</c:v>
                </c:pt>
                <c:pt idx="6685">
                  <c:v>0.10299241188214305</c:v>
                </c:pt>
                <c:pt idx="6686">
                  <c:v>0.10299741800612872</c:v>
                </c:pt>
                <c:pt idx="6687">
                  <c:v>0.1029979196823546</c:v>
                </c:pt>
                <c:pt idx="6688">
                  <c:v>0.10300804300613234</c:v>
                </c:pt>
                <c:pt idx="6689">
                  <c:v>0.10300818877759084</c:v>
                </c:pt>
                <c:pt idx="6690">
                  <c:v>0.10302094652741391</c:v>
                </c:pt>
                <c:pt idx="6691">
                  <c:v>0.10302157000481287</c:v>
                </c:pt>
                <c:pt idx="6692">
                  <c:v>0.10303534737289773</c:v>
                </c:pt>
                <c:pt idx="6693">
                  <c:v>0.1030445233921633</c:v>
                </c:pt>
                <c:pt idx="6694">
                  <c:v>0.10304846444596291</c:v>
                </c:pt>
                <c:pt idx="6695">
                  <c:v>0.10306235386949243</c:v>
                </c:pt>
                <c:pt idx="6696">
                  <c:v>0.10306389934357381</c:v>
                </c:pt>
                <c:pt idx="6697">
                  <c:v>0.10307882709279562</c:v>
                </c:pt>
                <c:pt idx="6698">
                  <c:v>0.10309096311056033</c:v>
                </c:pt>
                <c:pt idx="6699">
                  <c:v>0.10310373027754764</c:v>
                </c:pt>
                <c:pt idx="6700">
                  <c:v>0.10312642626688034</c:v>
                </c:pt>
                <c:pt idx="6701">
                  <c:v>0.10314189639725298</c:v>
                </c:pt>
                <c:pt idx="6702">
                  <c:v>0.10314342199269612</c:v>
                </c:pt>
                <c:pt idx="6703">
                  <c:v>0.10314575721988037</c:v>
                </c:pt>
                <c:pt idx="6704">
                  <c:v>0.10315013161975728</c:v>
                </c:pt>
                <c:pt idx="6705">
                  <c:v>0.10316187451780791</c:v>
                </c:pt>
                <c:pt idx="6706">
                  <c:v>0.10316819866338664</c:v>
                </c:pt>
                <c:pt idx="6707">
                  <c:v>0.1031978710154204</c:v>
                </c:pt>
                <c:pt idx="6708">
                  <c:v>0.10319933650143967</c:v>
                </c:pt>
                <c:pt idx="6709">
                  <c:v>0.10320013042537114</c:v>
                </c:pt>
                <c:pt idx="6710">
                  <c:v>0.10321529262693967</c:v>
                </c:pt>
                <c:pt idx="6711">
                  <c:v>0.10322288838480655</c:v>
                </c:pt>
                <c:pt idx="6712">
                  <c:v>0.10325836683755682</c:v>
                </c:pt>
                <c:pt idx="6713">
                  <c:v>0.10326380813072254</c:v>
                </c:pt>
                <c:pt idx="6714">
                  <c:v>0.10326947894130678</c:v>
                </c:pt>
                <c:pt idx="6715">
                  <c:v>0.10327312854113244</c:v>
                </c:pt>
                <c:pt idx="6716">
                  <c:v>0.10327881647635594</c:v>
                </c:pt>
                <c:pt idx="6717">
                  <c:v>0.10330168101180313</c:v>
                </c:pt>
                <c:pt idx="6718">
                  <c:v>0.10332859541602132</c:v>
                </c:pt>
                <c:pt idx="6719">
                  <c:v>0.10333651177591618</c:v>
                </c:pt>
                <c:pt idx="6720">
                  <c:v>0.10334163377913506</c:v>
                </c:pt>
                <c:pt idx="6721">
                  <c:v>0.10334382083779405</c:v>
                </c:pt>
                <c:pt idx="6722">
                  <c:v>0.10334658566534265</c:v>
                </c:pt>
                <c:pt idx="6723">
                  <c:v>0.10335080712362418</c:v>
                </c:pt>
                <c:pt idx="6724">
                  <c:v>0.10336090777384187</c:v>
                </c:pt>
                <c:pt idx="6725">
                  <c:v>0.10336812178890052</c:v>
                </c:pt>
                <c:pt idx="6726">
                  <c:v>0.10337460540255888</c:v>
                </c:pt>
                <c:pt idx="6727">
                  <c:v>0.10337858387740032</c:v>
                </c:pt>
                <c:pt idx="6728">
                  <c:v>0.10339063573338947</c:v>
                </c:pt>
                <c:pt idx="6729">
                  <c:v>0.1033961812227403</c:v>
                </c:pt>
                <c:pt idx="6730">
                  <c:v>0.10340052639058926</c:v>
                </c:pt>
                <c:pt idx="6731">
                  <c:v>0.1034049184456078</c:v>
                </c:pt>
                <c:pt idx="6732">
                  <c:v>0.10341154309202277</c:v>
                </c:pt>
                <c:pt idx="6733">
                  <c:v>0.10342216812767156</c:v>
                </c:pt>
                <c:pt idx="6734">
                  <c:v>0.10347552508899786</c:v>
                </c:pt>
                <c:pt idx="6735">
                  <c:v>0.10347607663847527</c:v>
                </c:pt>
                <c:pt idx="6736">
                  <c:v>0.10348833752004143</c:v>
                </c:pt>
                <c:pt idx="6737">
                  <c:v>0.10349226871466825</c:v>
                </c:pt>
                <c:pt idx="6738">
                  <c:v>0.10349879228360317</c:v>
                </c:pt>
                <c:pt idx="6739">
                  <c:v>0.10350724661782179</c:v>
                </c:pt>
                <c:pt idx="6740">
                  <c:v>0.1035124936694042</c:v>
                </c:pt>
                <c:pt idx="6741">
                  <c:v>0.10352750655525886</c:v>
                </c:pt>
                <c:pt idx="6742">
                  <c:v>0.10353411159722367</c:v>
                </c:pt>
                <c:pt idx="6743">
                  <c:v>0.10353471325296061</c:v>
                </c:pt>
                <c:pt idx="6744">
                  <c:v>0.10355155723906843</c:v>
                </c:pt>
                <c:pt idx="6745">
                  <c:v>0.10356331351593155</c:v>
                </c:pt>
                <c:pt idx="6746">
                  <c:v>0.10356640384293087</c:v>
                </c:pt>
                <c:pt idx="6747">
                  <c:v>0.10356798148431354</c:v>
                </c:pt>
                <c:pt idx="6748">
                  <c:v>0.10356912175373445</c:v>
                </c:pt>
                <c:pt idx="6749">
                  <c:v>0.10361749692743574</c:v>
                </c:pt>
                <c:pt idx="6750">
                  <c:v>0.10362430422226489</c:v>
                </c:pt>
                <c:pt idx="6751">
                  <c:v>0.10363189143524426</c:v>
                </c:pt>
                <c:pt idx="6752">
                  <c:v>0.10364413875772376</c:v>
                </c:pt>
                <c:pt idx="6753">
                  <c:v>0.10364533811496247</c:v>
                </c:pt>
                <c:pt idx="6754">
                  <c:v>0.10365413565611238</c:v>
                </c:pt>
                <c:pt idx="6755">
                  <c:v>0.10366289387862278</c:v>
                </c:pt>
                <c:pt idx="6756">
                  <c:v>0.10366605593419362</c:v>
                </c:pt>
                <c:pt idx="6757">
                  <c:v>0.10366990510090206</c:v>
                </c:pt>
                <c:pt idx="6758">
                  <c:v>0.1036811367426895</c:v>
                </c:pt>
                <c:pt idx="6759">
                  <c:v>0.10368845353386044</c:v>
                </c:pt>
                <c:pt idx="6760">
                  <c:v>0.10368989783907863</c:v>
                </c:pt>
                <c:pt idx="6761">
                  <c:v>0.10370287991351952</c:v>
                </c:pt>
                <c:pt idx="6762">
                  <c:v>0.10371641528542701</c:v>
                </c:pt>
                <c:pt idx="6763">
                  <c:v>0.10372134745965816</c:v>
                </c:pt>
                <c:pt idx="6764">
                  <c:v>0.10373207611844787</c:v>
                </c:pt>
                <c:pt idx="6765">
                  <c:v>0.10374312187043712</c:v>
                </c:pt>
                <c:pt idx="6766">
                  <c:v>0.10374312958941527</c:v>
                </c:pt>
                <c:pt idx="6767">
                  <c:v>0.10377671120952853</c:v>
                </c:pt>
                <c:pt idx="6768">
                  <c:v>0.10378718517713841</c:v>
                </c:pt>
                <c:pt idx="6769">
                  <c:v>0.10379662089742983</c:v>
                </c:pt>
                <c:pt idx="6770">
                  <c:v>0.10380294930940587</c:v>
                </c:pt>
                <c:pt idx="6771">
                  <c:v>0.10380650480000415</c:v>
                </c:pt>
                <c:pt idx="6772">
                  <c:v>0.10381281257314853</c:v>
                </c:pt>
                <c:pt idx="6773">
                  <c:v>0.10381401319899766</c:v>
                </c:pt>
                <c:pt idx="6774">
                  <c:v>0.10383600203153233</c:v>
                </c:pt>
                <c:pt idx="6775">
                  <c:v>0.10383633774614817</c:v>
                </c:pt>
                <c:pt idx="6776">
                  <c:v>0.10386878708112257</c:v>
                </c:pt>
                <c:pt idx="6777">
                  <c:v>0.10386965240328755</c:v>
                </c:pt>
                <c:pt idx="6778">
                  <c:v>0.10387805413544313</c:v>
                </c:pt>
                <c:pt idx="6779">
                  <c:v>0.10389117239982228</c:v>
                </c:pt>
                <c:pt idx="6780">
                  <c:v>0.1038911912832939</c:v>
                </c:pt>
                <c:pt idx="6781">
                  <c:v>0.10389647636967823</c:v>
                </c:pt>
                <c:pt idx="6782">
                  <c:v>0.10389809100568627</c:v>
                </c:pt>
                <c:pt idx="6783">
                  <c:v>0.10390740857092864</c:v>
                </c:pt>
                <c:pt idx="6784">
                  <c:v>0.10391615157991801</c:v>
                </c:pt>
                <c:pt idx="6785">
                  <c:v>0.10391885803778657</c:v>
                </c:pt>
                <c:pt idx="6786">
                  <c:v>0.10394264839600439</c:v>
                </c:pt>
                <c:pt idx="6787">
                  <c:v>0.10394916975146985</c:v>
                </c:pt>
                <c:pt idx="6788">
                  <c:v>0.10395823594598082</c:v>
                </c:pt>
                <c:pt idx="6789">
                  <c:v>0.1039629397217704</c:v>
                </c:pt>
                <c:pt idx="6790">
                  <c:v>0.10396370914483766</c:v>
                </c:pt>
                <c:pt idx="6791">
                  <c:v>0.10397802533255225</c:v>
                </c:pt>
                <c:pt idx="6792">
                  <c:v>0.10398342461861684</c:v>
                </c:pt>
                <c:pt idx="6793">
                  <c:v>0.1039952981319088</c:v>
                </c:pt>
                <c:pt idx="6794">
                  <c:v>0.10402540564283012</c:v>
                </c:pt>
                <c:pt idx="6795">
                  <c:v>0.10402582189966236</c:v>
                </c:pt>
                <c:pt idx="6796">
                  <c:v>0.10402675219614448</c:v>
                </c:pt>
                <c:pt idx="6797">
                  <c:v>0.10403971953965598</c:v>
                </c:pt>
                <c:pt idx="6798">
                  <c:v>0.10404510061901691</c:v>
                </c:pt>
                <c:pt idx="6799">
                  <c:v>0.10406827569711527</c:v>
                </c:pt>
                <c:pt idx="6800">
                  <c:v>0.10406940023784698</c:v>
                </c:pt>
                <c:pt idx="6801">
                  <c:v>0.10406970576883201</c:v>
                </c:pt>
                <c:pt idx="6802">
                  <c:v>0.10412477277334098</c:v>
                </c:pt>
                <c:pt idx="6803">
                  <c:v>0.10412616803759575</c:v>
                </c:pt>
                <c:pt idx="6804">
                  <c:v>0.10413362901851295</c:v>
                </c:pt>
                <c:pt idx="6805">
                  <c:v>0.10413689081300032</c:v>
                </c:pt>
                <c:pt idx="6806">
                  <c:v>0.10414870294039465</c:v>
                </c:pt>
                <c:pt idx="6807">
                  <c:v>0.10415624535167287</c:v>
                </c:pt>
                <c:pt idx="6808">
                  <c:v>0.10416190501919494</c:v>
                </c:pt>
                <c:pt idx="6809">
                  <c:v>0.1041635808454314</c:v>
                </c:pt>
                <c:pt idx="6810">
                  <c:v>0.10418183067590649</c:v>
                </c:pt>
                <c:pt idx="6811">
                  <c:v>0.10418428144230138</c:v>
                </c:pt>
                <c:pt idx="6812">
                  <c:v>0.10419765319769049</c:v>
                </c:pt>
                <c:pt idx="6813">
                  <c:v>0.10420381450064051</c:v>
                </c:pt>
                <c:pt idx="6814">
                  <c:v>0.1042064604372173</c:v>
                </c:pt>
                <c:pt idx="6815">
                  <c:v>0.10421694511748807</c:v>
                </c:pt>
                <c:pt idx="6816">
                  <c:v>0.10422596872126487</c:v>
                </c:pt>
                <c:pt idx="6817">
                  <c:v>0.10425038540114349</c:v>
                </c:pt>
                <c:pt idx="6818">
                  <c:v>0.10425556625546013</c:v>
                </c:pt>
                <c:pt idx="6819">
                  <c:v>0.10425607062060489</c:v>
                </c:pt>
                <c:pt idx="6820">
                  <c:v>0.10425786930757359</c:v>
                </c:pt>
                <c:pt idx="6821">
                  <c:v>0.10426727430548451</c:v>
                </c:pt>
                <c:pt idx="6822">
                  <c:v>0.10427075096409776</c:v>
                </c:pt>
                <c:pt idx="6823">
                  <c:v>0.10428321574667637</c:v>
                </c:pt>
                <c:pt idx="6824">
                  <c:v>0.10428562261989462</c:v>
                </c:pt>
                <c:pt idx="6825">
                  <c:v>0.10430096430445791</c:v>
                </c:pt>
                <c:pt idx="6826">
                  <c:v>0.10432596078416267</c:v>
                </c:pt>
                <c:pt idx="6827">
                  <c:v>0.10433468314218212</c:v>
                </c:pt>
                <c:pt idx="6828">
                  <c:v>0.10433623809614588</c:v>
                </c:pt>
                <c:pt idx="6829">
                  <c:v>0.10434109450416212</c:v>
                </c:pt>
                <c:pt idx="6830">
                  <c:v>0.10434114685866525</c:v>
                </c:pt>
                <c:pt idx="6831">
                  <c:v>0.1043430641301859</c:v>
                </c:pt>
                <c:pt idx="6832">
                  <c:v>0.10435062622806525</c:v>
                </c:pt>
                <c:pt idx="6833">
                  <c:v>0.10436858624036301</c:v>
                </c:pt>
                <c:pt idx="6834">
                  <c:v>0.10437695121296031</c:v>
                </c:pt>
                <c:pt idx="6835">
                  <c:v>0.1043824683040447</c:v>
                </c:pt>
                <c:pt idx="6836">
                  <c:v>0.10438624784588567</c:v>
                </c:pt>
                <c:pt idx="6837">
                  <c:v>0.1044178454739797</c:v>
                </c:pt>
                <c:pt idx="6838">
                  <c:v>0.10443357679033397</c:v>
                </c:pt>
                <c:pt idx="6839">
                  <c:v>0.10443571151982256</c:v>
                </c:pt>
                <c:pt idx="6840">
                  <c:v>0.10443749796396798</c:v>
                </c:pt>
                <c:pt idx="6841">
                  <c:v>0.10443987367022466</c:v>
                </c:pt>
                <c:pt idx="6842">
                  <c:v>0.10446591908738465</c:v>
                </c:pt>
                <c:pt idx="6843">
                  <c:v>0.10447387934525477</c:v>
                </c:pt>
                <c:pt idx="6844">
                  <c:v>0.1044756921608698</c:v>
                </c:pt>
                <c:pt idx="6845">
                  <c:v>0.10452249348564195</c:v>
                </c:pt>
                <c:pt idx="6846">
                  <c:v>0.10452513757349809</c:v>
                </c:pt>
                <c:pt idx="6847">
                  <c:v>0.1045266557334235</c:v>
                </c:pt>
                <c:pt idx="6848">
                  <c:v>0.10453204393325231</c:v>
                </c:pt>
                <c:pt idx="6849">
                  <c:v>0.10453411827813996</c:v>
                </c:pt>
                <c:pt idx="6850">
                  <c:v>0.10453704793170657</c:v>
                </c:pt>
                <c:pt idx="6851">
                  <c:v>0.10453819117776375</c:v>
                </c:pt>
                <c:pt idx="6852">
                  <c:v>0.10456260633762351</c:v>
                </c:pt>
                <c:pt idx="6853">
                  <c:v>0.10457635929336888</c:v>
                </c:pt>
                <c:pt idx="6854">
                  <c:v>0.10457960673209425</c:v>
                </c:pt>
                <c:pt idx="6855">
                  <c:v>0.10458899204923712</c:v>
                </c:pt>
                <c:pt idx="6856">
                  <c:v>0.10459220763866782</c:v>
                </c:pt>
                <c:pt idx="6857">
                  <c:v>0.10459954719470632</c:v>
                </c:pt>
                <c:pt idx="6858">
                  <c:v>0.10460063039956272</c:v>
                </c:pt>
                <c:pt idx="6859">
                  <c:v>0.10461373743447981</c:v>
                </c:pt>
                <c:pt idx="6860">
                  <c:v>0.10461507450340843</c:v>
                </c:pt>
                <c:pt idx="6861">
                  <c:v>0.10463924758495788</c:v>
                </c:pt>
                <c:pt idx="6862">
                  <c:v>0.1046434376432125</c:v>
                </c:pt>
                <c:pt idx="6863">
                  <c:v>0.10466582310524819</c:v>
                </c:pt>
                <c:pt idx="6864">
                  <c:v>0.10468005140187087</c:v>
                </c:pt>
                <c:pt idx="6865">
                  <c:v>0.10468412053430598</c:v>
                </c:pt>
                <c:pt idx="6866">
                  <c:v>0.10470613063577645</c:v>
                </c:pt>
                <c:pt idx="6867">
                  <c:v>0.1047102879397563</c:v>
                </c:pt>
                <c:pt idx="6868">
                  <c:v>0.10472583488472362</c:v>
                </c:pt>
                <c:pt idx="6869">
                  <c:v>0.10472870043423378</c:v>
                </c:pt>
                <c:pt idx="6870">
                  <c:v>0.10473111774208131</c:v>
                </c:pt>
                <c:pt idx="6871">
                  <c:v>0.10473780830473664</c:v>
                </c:pt>
                <c:pt idx="6872">
                  <c:v>0.10474300492292726</c:v>
                </c:pt>
                <c:pt idx="6873">
                  <c:v>0.10474928576869894</c:v>
                </c:pt>
                <c:pt idx="6874">
                  <c:v>0.10475506112235532</c:v>
                </c:pt>
                <c:pt idx="6875">
                  <c:v>0.10476164875612735</c:v>
                </c:pt>
                <c:pt idx="6876">
                  <c:v>0.10477442543782396</c:v>
                </c:pt>
                <c:pt idx="6877">
                  <c:v>0.10479562746668278</c:v>
                </c:pt>
                <c:pt idx="6878">
                  <c:v>0.10480555115514383</c:v>
                </c:pt>
                <c:pt idx="6879">
                  <c:v>0.10480773978101512</c:v>
                </c:pt>
                <c:pt idx="6880">
                  <c:v>0.10480802699815744</c:v>
                </c:pt>
                <c:pt idx="6881">
                  <c:v>0.10481374267125547</c:v>
                </c:pt>
                <c:pt idx="6882">
                  <c:v>0.10482521344922481</c:v>
                </c:pt>
                <c:pt idx="6883">
                  <c:v>0.10482731318839801</c:v>
                </c:pt>
                <c:pt idx="6884">
                  <c:v>0.10483185421633331</c:v>
                </c:pt>
                <c:pt idx="6885">
                  <c:v>0.10483937548560288</c:v>
                </c:pt>
                <c:pt idx="6886">
                  <c:v>0.1048616543212145</c:v>
                </c:pt>
                <c:pt idx="6887">
                  <c:v>0.10487967255932884</c:v>
                </c:pt>
                <c:pt idx="6888">
                  <c:v>0.10489427588743787</c:v>
                </c:pt>
                <c:pt idx="6889">
                  <c:v>0.10489772309531042</c:v>
                </c:pt>
                <c:pt idx="6890">
                  <c:v>0.10489807432838245</c:v>
                </c:pt>
                <c:pt idx="6891">
                  <c:v>0.10493496605216192</c:v>
                </c:pt>
                <c:pt idx="6892">
                  <c:v>0.10494484958282151</c:v>
                </c:pt>
                <c:pt idx="6893">
                  <c:v>0.10496727734448662</c:v>
                </c:pt>
                <c:pt idx="6894">
                  <c:v>0.10497098742543953</c:v>
                </c:pt>
                <c:pt idx="6895">
                  <c:v>0.1049748851238748</c:v>
                </c:pt>
                <c:pt idx="6896">
                  <c:v>0.10497720639042082</c:v>
                </c:pt>
                <c:pt idx="6897">
                  <c:v>0.10498704071838012</c:v>
                </c:pt>
                <c:pt idx="6898">
                  <c:v>0.1049957317317035</c:v>
                </c:pt>
                <c:pt idx="6899">
                  <c:v>0.10499604735303439</c:v>
                </c:pt>
                <c:pt idx="6900">
                  <c:v>0.10502167312165725</c:v>
                </c:pt>
                <c:pt idx="6901">
                  <c:v>0.10503066420804449</c:v>
                </c:pt>
                <c:pt idx="6902">
                  <c:v>0.10505386734632988</c:v>
                </c:pt>
                <c:pt idx="6903">
                  <c:v>0.10505677295298044</c:v>
                </c:pt>
                <c:pt idx="6904">
                  <c:v>0.10506359386517686</c:v>
                </c:pt>
                <c:pt idx="6905">
                  <c:v>0.10506481085412302</c:v>
                </c:pt>
                <c:pt idx="6906">
                  <c:v>0.10507422896803076</c:v>
                </c:pt>
                <c:pt idx="6907">
                  <c:v>0.10507922107248144</c:v>
                </c:pt>
                <c:pt idx="6908">
                  <c:v>0.10509803667885317</c:v>
                </c:pt>
                <c:pt idx="6909">
                  <c:v>0.10510305516610374</c:v>
                </c:pt>
                <c:pt idx="6910">
                  <c:v>0.10510399461751184</c:v>
                </c:pt>
                <c:pt idx="6911">
                  <c:v>0.1051105028994415</c:v>
                </c:pt>
                <c:pt idx="6912">
                  <c:v>0.10512009059915835</c:v>
                </c:pt>
                <c:pt idx="6913">
                  <c:v>0.10513354439227254</c:v>
                </c:pt>
                <c:pt idx="6914">
                  <c:v>0.10513974972122343</c:v>
                </c:pt>
                <c:pt idx="6915">
                  <c:v>0.10514229558586431</c:v>
                </c:pt>
                <c:pt idx="6916">
                  <c:v>0.10516216778718382</c:v>
                </c:pt>
                <c:pt idx="6917">
                  <c:v>0.10516225758732115</c:v>
                </c:pt>
                <c:pt idx="6918">
                  <c:v>0.10517115655818914</c:v>
                </c:pt>
                <c:pt idx="6919">
                  <c:v>0.10517197057241219</c:v>
                </c:pt>
                <c:pt idx="6920">
                  <c:v>0.10517269854539668</c:v>
                </c:pt>
                <c:pt idx="6921">
                  <c:v>0.10517612444700153</c:v>
                </c:pt>
                <c:pt idx="6922">
                  <c:v>0.10517995252160951</c:v>
                </c:pt>
                <c:pt idx="6923">
                  <c:v>0.10518886592283574</c:v>
                </c:pt>
                <c:pt idx="6924">
                  <c:v>0.10520363745578422</c:v>
                </c:pt>
                <c:pt idx="6925">
                  <c:v>0.10521160625825321</c:v>
                </c:pt>
                <c:pt idx="6926">
                  <c:v>0.10522572046755709</c:v>
                </c:pt>
                <c:pt idx="6927">
                  <c:v>0.10523217509165625</c:v>
                </c:pt>
                <c:pt idx="6928">
                  <c:v>0.10523441411190398</c:v>
                </c:pt>
                <c:pt idx="6929">
                  <c:v>0.10524779518922403</c:v>
                </c:pt>
                <c:pt idx="6930">
                  <c:v>0.10525487400438648</c:v>
                </c:pt>
                <c:pt idx="6931">
                  <c:v>0.10526451090680239</c:v>
                </c:pt>
                <c:pt idx="6932">
                  <c:v>0.10526657078031036</c:v>
                </c:pt>
                <c:pt idx="6933">
                  <c:v>0.10529027500070116</c:v>
                </c:pt>
                <c:pt idx="6934">
                  <c:v>0.10530224754853265</c:v>
                </c:pt>
                <c:pt idx="6935">
                  <c:v>0.10531152436863132</c:v>
                </c:pt>
                <c:pt idx="6936">
                  <c:v>0.1053199227801752</c:v>
                </c:pt>
                <c:pt idx="6937">
                  <c:v>0.10532880716476628</c:v>
                </c:pt>
                <c:pt idx="6938">
                  <c:v>0.10533311065881354</c:v>
                </c:pt>
                <c:pt idx="6939">
                  <c:v>0.10534220004534539</c:v>
                </c:pt>
                <c:pt idx="6940">
                  <c:v>0.10534412480069574</c:v>
                </c:pt>
                <c:pt idx="6941">
                  <c:v>0.10534772519053363</c:v>
                </c:pt>
                <c:pt idx="6942">
                  <c:v>0.10536872213787819</c:v>
                </c:pt>
                <c:pt idx="6943">
                  <c:v>0.10537970946576243</c:v>
                </c:pt>
                <c:pt idx="6944">
                  <c:v>0.10538882922748512</c:v>
                </c:pt>
                <c:pt idx="6945">
                  <c:v>0.10539097355773248</c:v>
                </c:pt>
                <c:pt idx="6946">
                  <c:v>0.10539099836381392</c:v>
                </c:pt>
                <c:pt idx="6947">
                  <c:v>0.10540096552930392</c:v>
                </c:pt>
                <c:pt idx="6948">
                  <c:v>0.10540175269770172</c:v>
                </c:pt>
                <c:pt idx="6949">
                  <c:v>0.10540489101212901</c:v>
                </c:pt>
                <c:pt idx="6950">
                  <c:v>0.10541542490369407</c:v>
                </c:pt>
                <c:pt idx="6951">
                  <c:v>0.10543493662600026</c:v>
                </c:pt>
                <c:pt idx="6952">
                  <c:v>0.10544140264830809</c:v>
                </c:pt>
                <c:pt idx="6953">
                  <c:v>0.10544854354013274</c:v>
                </c:pt>
                <c:pt idx="6954">
                  <c:v>0.10545161314409805</c:v>
                </c:pt>
                <c:pt idx="6955">
                  <c:v>0.10545776395536823</c:v>
                </c:pt>
                <c:pt idx="6956">
                  <c:v>0.10546505200902224</c:v>
                </c:pt>
                <c:pt idx="6957">
                  <c:v>0.10547084030919797</c:v>
                </c:pt>
                <c:pt idx="6958">
                  <c:v>0.10547209313632511</c:v>
                </c:pt>
                <c:pt idx="6959">
                  <c:v>0.10547521048552412</c:v>
                </c:pt>
                <c:pt idx="6960">
                  <c:v>0.10547905875569795</c:v>
                </c:pt>
                <c:pt idx="6961">
                  <c:v>0.10549681907068492</c:v>
                </c:pt>
                <c:pt idx="6962">
                  <c:v>0.10550023951391667</c:v>
                </c:pt>
                <c:pt idx="6963">
                  <c:v>0.10550041828920664</c:v>
                </c:pt>
                <c:pt idx="6964">
                  <c:v>0.10551528042544704</c:v>
                </c:pt>
                <c:pt idx="6965">
                  <c:v>0.10555249890320448</c:v>
                </c:pt>
                <c:pt idx="6966">
                  <c:v>0.1055663412480351</c:v>
                </c:pt>
                <c:pt idx="6967">
                  <c:v>0.10556979267079408</c:v>
                </c:pt>
                <c:pt idx="6968">
                  <c:v>0.10557490890784738</c:v>
                </c:pt>
                <c:pt idx="6969">
                  <c:v>0.10557615345652878</c:v>
                </c:pt>
                <c:pt idx="6970">
                  <c:v>0.10558290728346785</c:v>
                </c:pt>
                <c:pt idx="6971">
                  <c:v>0.10559044073998977</c:v>
                </c:pt>
                <c:pt idx="6972">
                  <c:v>0.10559314897485454</c:v>
                </c:pt>
                <c:pt idx="6973">
                  <c:v>0.10559673474667819</c:v>
                </c:pt>
                <c:pt idx="6974">
                  <c:v>0.10560835626134045</c:v>
                </c:pt>
                <c:pt idx="6975">
                  <c:v>0.10561140279104621</c:v>
                </c:pt>
                <c:pt idx="6976">
                  <c:v>0.10561588019266537</c:v>
                </c:pt>
                <c:pt idx="6977">
                  <c:v>0.10563052668927793</c:v>
                </c:pt>
                <c:pt idx="6978">
                  <c:v>0.10563303888358984</c:v>
                </c:pt>
                <c:pt idx="6979">
                  <c:v>0.10565495711217376</c:v>
                </c:pt>
                <c:pt idx="6980">
                  <c:v>0.10565976777358167</c:v>
                </c:pt>
                <c:pt idx="6981">
                  <c:v>0.10566108758290157</c:v>
                </c:pt>
                <c:pt idx="6982">
                  <c:v>0.1056625156231549</c:v>
                </c:pt>
                <c:pt idx="6983">
                  <c:v>0.105666279033323</c:v>
                </c:pt>
                <c:pt idx="6984">
                  <c:v>0.10566843717008007</c:v>
                </c:pt>
                <c:pt idx="6985">
                  <c:v>0.10567089829519254</c:v>
                </c:pt>
                <c:pt idx="6986">
                  <c:v>0.10569016516211481</c:v>
                </c:pt>
                <c:pt idx="6987">
                  <c:v>0.10569350937028558</c:v>
                </c:pt>
                <c:pt idx="6988">
                  <c:v>0.10569663834451018</c:v>
                </c:pt>
                <c:pt idx="6989">
                  <c:v>0.10570963959123995</c:v>
                </c:pt>
                <c:pt idx="6990">
                  <c:v>0.10571129043609455</c:v>
                </c:pt>
                <c:pt idx="6991">
                  <c:v>0.10571482649920616</c:v>
                </c:pt>
                <c:pt idx="6992">
                  <c:v>0.10573393140546239</c:v>
                </c:pt>
                <c:pt idx="6993">
                  <c:v>0.10573585778488173</c:v>
                </c:pt>
                <c:pt idx="6994">
                  <c:v>0.10573632253057814</c:v>
                </c:pt>
                <c:pt idx="6995">
                  <c:v>0.10576996700832456</c:v>
                </c:pt>
                <c:pt idx="6996">
                  <c:v>0.10577428461349681</c:v>
                </c:pt>
                <c:pt idx="6997">
                  <c:v>0.10581235579139768</c:v>
                </c:pt>
                <c:pt idx="6998">
                  <c:v>0.10581543136026023</c:v>
                </c:pt>
                <c:pt idx="6999">
                  <c:v>0.10584820322960077</c:v>
                </c:pt>
                <c:pt idx="7000">
                  <c:v>0.1058531544938266</c:v>
                </c:pt>
                <c:pt idx="7001">
                  <c:v>0.10585949222137614</c:v>
                </c:pt>
                <c:pt idx="7002">
                  <c:v>0.10586470161194603</c:v>
                </c:pt>
                <c:pt idx="7003">
                  <c:v>0.10587353804620424</c:v>
                </c:pt>
                <c:pt idx="7004">
                  <c:v>0.10587953290946051</c:v>
                </c:pt>
                <c:pt idx="7005">
                  <c:v>0.1058874668605464</c:v>
                </c:pt>
                <c:pt idx="7006">
                  <c:v>0.10589632365849738</c:v>
                </c:pt>
                <c:pt idx="7007">
                  <c:v>0.1059412840055948</c:v>
                </c:pt>
                <c:pt idx="7008">
                  <c:v>0.10594311406839277</c:v>
                </c:pt>
                <c:pt idx="7009">
                  <c:v>0.10594354476512913</c:v>
                </c:pt>
                <c:pt idx="7010">
                  <c:v>0.10595279811782542</c:v>
                </c:pt>
                <c:pt idx="7011">
                  <c:v>0.10595844146504549</c:v>
                </c:pt>
                <c:pt idx="7012">
                  <c:v>0.10596095875909516</c:v>
                </c:pt>
                <c:pt idx="7013">
                  <c:v>0.10597223997353013</c:v>
                </c:pt>
                <c:pt idx="7014">
                  <c:v>0.10597568660100617</c:v>
                </c:pt>
                <c:pt idx="7015">
                  <c:v>0.1059838614841051</c:v>
                </c:pt>
                <c:pt idx="7016">
                  <c:v>0.10598781223594771</c:v>
                </c:pt>
                <c:pt idx="7017">
                  <c:v>0.10599556865869467</c:v>
                </c:pt>
                <c:pt idx="7018">
                  <c:v>0.10600639117663517</c:v>
                </c:pt>
                <c:pt idx="7019">
                  <c:v>0.10601564259460537</c:v>
                </c:pt>
                <c:pt idx="7020">
                  <c:v>0.10602101141927565</c:v>
                </c:pt>
                <c:pt idx="7021">
                  <c:v>0.10602722722692166</c:v>
                </c:pt>
                <c:pt idx="7022">
                  <c:v>0.10602817079973935</c:v>
                </c:pt>
                <c:pt idx="7023">
                  <c:v>0.1060409516419287</c:v>
                </c:pt>
                <c:pt idx="7024">
                  <c:v>0.1060565590801452</c:v>
                </c:pt>
                <c:pt idx="7025">
                  <c:v>0.10605712297816462</c:v>
                </c:pt>
                <c:pt idx="7026">
                  <c:v>0.10606059466183573</c:v>
                </c:pt>
                <c:pt idx="7027">
                  <c:v>0.10607000606043858</c:v>
                </c:pt>
                <c:pt idx="7028">
                  <c:v>0.10607744188029769</c:v>
                </c:pt>
                <c:pt idx="7029">
                  <c:v>0.10608704890780539</c:v>
                </c:pt>
                <c:pt idx="7030">
                  <c:v>0.1060968267001525</c:v>
                </c:pt>
                <c:pt idx="7031">
                  <c:v>0.10609761425974142</c:v>
                </c:pt>
                <c:pt idx="7032">
                  <c:v>0.10610317740580713</c:v>
                </c:pt>
                <c:pt idx="7033">
                  <c:v>0.10610370457446103</c:v>
                </c:pt>
                <c:pt idx="7034">
                  <c:v>0.10611902109539932</c:v>
                </c:pt>
                <c:pt idx="7035">
                  <c:v>0.10614779470785958</c:v>
                </c:pt>
                <c:pt idx="7036">
                  <c:v>0.10614974757213566</c:v>
                </c:pt>
                <c:pt idx="7037">
                  <c:v>0.10616235123652822</c:v>
                </c:pt>
                <c:pt idx="7038">
                  <c:v>0.10617870725883675</c:v>
                </c:pt>
                <c:pt idx="7039">
                  <c:v>0.10619918748494922</c:v>
                </c:pt>
                <c:pt idx="7040">
                  <c:v>0.10621289929799256</c:v>
                </c:pt>
                <c:pt idx="7041">
                  <c:v>0.10622407708601593</c:v>
                </c:pt>
                <c:pt idx="7042">
                  <c:v>0.10622468352256147</c:v>
                </c:pt>
                <c:pt idx="7043">
                  <c:v>0.10623238105627029</c:v>
                </c:pt>
                <c:pt idx="7044">
                  <c:v>0.10623582921639048</c:v>
                </c:pt>
                <c:pt idx="7045">
                  <c:v>0.10623803883514819</c:v>
                </c:pt>
                <c:pt idx="7046">
                  <c:v>0.1062447567548986</c:v>
                </c:pt>
                <c:pt idx="7047">
                  <c:v>0.10625340892963971</c:v>
                </c:pt>
                <c:pt idx="7048">
                  <c:v>0.10625353211701277</c:v>
                </c:pt>
                <c:pt idx="7049">
                  <c:v>0.10625843610035085</c:v>
                </c:pt>
                <c:pt idx="7050">
                  <c:v>0.10629482966305066</c:v>
                </c:pt>
                <c:pt idx="7051">
                  <c:v>0.10629776226342966</c:v>
                </c:pt>
                <c:pt idx="7052">
                  <c:v>0.10629910614025007</c:v>
                </c:pt>
                <c:pt idx="7053">
                  <c:v>0.10630953362927104</c:v>
                </c:pt>
                <c:pt idx="7054">
                  <c:v>0.10631012143772423</c:v>
                </c:pt>
                <c:pt idx="7055">
                  <c:v>0.10633743528740093</c:v>
                </c:pt>
                <c:pt idx="7056">
                  <c:v>0.10633830101977174</c:v>
                </c:pt>
                <c:pt idx="7057">
                  <c:v>0.10633948909431773</c:v>
                </c:pt>
                <c:pt idx="7058">
                  <c:v>0.10634134862300808</c:v>
                </c:pt>
                <c:pt idx="7059">
                  <c:v>0.10634570943189255</c:v>
                </c:pt>
                <c:pt idx="7060">
                  <c:v>0.1063553291308188</c:v>
                </c:pt>
                <c:pt idx="7061">
                  <c:v>0.10636843282381347</c:v>
                </c:pt>
                <c:pt idx="7062">
                  <c:v>0.10637360355763038</c:v>
                </c:pt>
                <c:pt idx="7063">
                  <c:v>0.10637625450204334</c:v>
                </c:pt>
                <c:pt idx="7064">
                  <c:v>0.10637726129503662</c:v>
                </c:pt>
                <c:pt idx="7065">
                  <c:v>0.1063890899037411</c:v>
                </c:pt>
                <c:pt idx="7066">
                  <c:v>0.10640351385681777</c:v>
                </c:pt>
                <c:pt idx="7067">
                  <c:v>0.10640534873724733</c:v>
                </c:pt>
                <c:pt idx="7068">
                  <c:v>0.10641215929380132</c:v>
                </c:pt>
                <c:pt idx="7069">
                  <c:v>0.10641364225376737</c:v>
                </c:pt>
                <c:pt idx="7070">
                  <c:v>0.10641854728941648</c:v>
                </c:pt>
                <c:pt idx="7071">
                  <c:v>0.1064262187870403</c:v>
                </c:pt>
                <c:pt idx="7072">
                  <c:v>0.10644080752116121</c:v>
                </c:pt>
                <c:pt idx="7073">
                  <c:v>0.10644168096200517</c:v>
                </c:pt>
                <c:pt idx="7074">
                  <c:v>0.10646553290227158</c:v>
                </c:pt>
                <c:pt idx="7075">
                  <c:v>0.10648021422042225</c:v>
                </c:pt>
                <c:pt idx="7076">
                  <c:v>0.10648301581188592</c:v>
                </c:pt>
                <c:pt idx="7077">
                  <c:v>0.10648408948925116</c:v>
                </c:pt>
                <c:pt idx="7078">
                  <c:v>0.10649497021058019</c:v>
                </c:pt>
                <c:pt idx="7079">
                  <c:v>0.1064992702781884</c:v>
                </c:pt>
                <c:pt idx="7080">
                  <c:v>0.10651513291461846</c:v>
                </c:pt>
                <c:pt idx="7081">
                  <c:v>0.10651657165230222</c:v>
                </c:pt>
                <c:pt idx="7082">
                  <c:v>0.10651884440360002</c:v>
                </c:pt>
                <c:pt idx="7083">
                  <c:v>0.10652315374641307</c:v>
                </c:pt>
                <c:pt idx="7084">
                  <c:v>0.10653656638355516</c:v>
                </c:pt>
                <c:pt idx="7085">
                  <c:v>0.10654341428543146</c:v>
                </c:pt>
                <c:pt idx="7086">
                  <c:v>0.10654483715569459</c:v>
                </c:pt>
                <c:pt idx="7087">
                  <c:v>0.10654911959924367</c:v>
                </c:pt>
                <c:pt idx="7088">
                  <c:v>0.10655722578876436</c:v>
                </c:pt>
                <c:pt idx="7089">
                  <c:v>0.106600992565847</c:v>
                </c:pt>
                <c:pt idx="7090">
                  <c:v>0.1066080016911152</c:v>
                </c:pt>
                <c:pt idx="7091">
                  <c:v>0.10662699497294265</c:v>
                </c:pt>
                <c:pt idx="7092">
                  <c:v>0.10663115559207882</c:v>
                </c:pt>
                <c:pt idx="7093">
                  <c:v>0.10663351764160621</c:v>
                </c:pt>
                <c:pt idx="7094">
                  <c:v>0.10663680776001054</c:v>
                </c:pt>
                <c:pt idx="7095">
                  <c:v>0.10663688769927795</c:v>
                </c:pt>
                <c:pt idx="7096">
                  <c:v>0.10663883708205324</c:v>
                </c:pt>
                <c:pt idx="7097">
                  <c:v>0.10665539851211027</c:v>
                </c:pt>
                <c:pt idx="7098">
                  <c:v>0.10665772341177543</c:v>
                </c:pt>
                <c:pt idx="7099">
                  <c:v>0.10667153584257461</c:v>
                </c:pt>
                <c:pt idx="7100">
                  <c:v>0.10667603739701315</c:v>
                </c:pt>
                <c:pt idx="7101">
                  <c:v>0.10669035651979526</c:v>
                </c:pt>
                <c:pt idx="7102">
                  <c:v>0.10669182594467183</c:v>
                </c:pt>
                <c:pt idx="7103">
                  <c:v>0.10670206453840925</c:v>
                </c:pt>
                <c:pt idx="7104">
                  <c:v>0.10670610315395633</c:v>
                </c:pt>
                <c:pt idx="7105">
                  <c:v>0.10672514542030868</c:v>
                </c:pt>
                <c:pt idx="7106">
                  <c:v>0.10672561093519804</c:v>
                </c:pt>
                <c:pt idx="7107">
                  <c:v>0.10673723214937392</c:v>
                </c:pt>
                <c:pt idx="7108">
                  <c:v>0.10673957055024429</c:v>
                </c:pt>
                <c:pt idx="7109">
                  <c:v>0.1067517797614365</c:v>
                </c:pt>
                <c:pt idx="7110">
                  <c:v>0.10675550500669226</c:v>
                </c:pt>
                <c:pt idx="7111">
                  <c:v>0.10675823752442634</c:v>
                </c:pt>
                <c:pt idx="7112">
                  <c:v>0.10677683792748667</c:v>
                </c:pt>
                <c:pt idx="7113">
                  <c:v>0.10681517653901396</c:v>
                </c:pt>
                <c:pt idx="7114">
                  <c:v>0.10681964319521402</c:v>
                </c:pt>
                <c:pt idx="7115">
                  <c:v>0.10683412270649943</c:v>
                </c:pt>
                <c:pt idx="7116">
                  <c:v>0.10683916803350077</c:v>
                </c:pt>
                <c:pt idx="7117">
                  <c:v>0.10683974599835454</c:v>
                </c:pt>
                <c:pt idx="7118">
                  <c:v>0.10684356993937549</c:v>
                </c:pt>
                <c:pt idx="7119">
                  <c:v>0.10684400179640814</c:v>
                </c:pt>
                <c:pt idx="7120">
                  <c:v>0.10684956795493547</c:v>
                </c:pt>
                <c:pt idx="7121">
                  <c:v>0.10685170162166885</c:v>
                </c:pt>
                <c:pt idx="7122">
                  <c:v>0.10687892438672479</c:v>
                </c:pt>
                <c:pt idx="7123">
                  <c:v>0.10690262782231426</c:v>
                </c:pt>
                <c:pt idx="7124">
                  <c:v>0.10690379874323426</c:v>
                </c:pt>
                <c:pt idx="7125">
                  <c:v>0.10690799995910297</c:v>
                </c:pt>
                <c:pt idx="7126">
                  <c:v>0.10691877432025633</c:v>
                </c:pt>
                <c:pt idx="7127">
                  <c:v>0.10693476315836982</c:v>
                </c:pt>
                <c:pt idx="7128">
                  <c:v>0.10693806555583994</c:v>
                </c:pt>
                <c:pt idx="7129">
                  <c:v>0.10694540095552482</c:v>
                </c:pt>
                <c:pt idx="7130">
                  <c:v>0.1069723118210102</c:v>
                </c:pt>
                <c:pt idx="7131">
                  <c:v>0.10698548906118756</c:v>
                </c:pt>
                <c:pt idx="7132">
                  <c:v>0.10700308751899591</c:v>
                </c:pt>
                <c:pt idx="7133">
                  <c:v>0.10700369437889663</c:v>
                </c:pt>
                <c:pt idx="7134">
                  <c:v>0.10700483004695122</c:v>
                </c:pt>
                <c:pt idx="7135">
                  <c:v>0.10705062240757122</c:v>
                </c:pt>
                <c:pt idx="7136">
                  <c:v>0.10708469034160896</c:v>
                </c:pt>
                <c:pt idx="7137">
                  <c:v>0.10708555150582966</c:v>
                </c:pt>
                <c:pt idx="7138">
                  <c:v>0.10712265282137819</c:v>
                </c:pt>
                <c:pt idx="7139">
                  <c:v>0.10713125166267352</c:v>
                </c:pt>
                <c:pt idx="7140">
                  <c:v>0.1071460168440227</c:v>
                </c:pt>
                <c:pt idx="7141">
                  <c:v>0.10714988051917643</c:v>
                </c:pt>
                <c:pt idx="7142">
                  <c:v>0.10715349413366496</c:v>
                </c:pt>
                <c:pt idx="7143">
                  <c:v>0.10715716795613708</c:v>
                </c:pt>
                <c:pt idx="7144">
                  <c:v>0.10716002385635548</c:v>
                </c:pt>
                <c:pt idx="7145">
                  <c:v>0.10716775781198701</c:v>
                </c:pt>
                <c:pt idx="7146">
                  <c:v>0.10716922344113473</c:v>
                </c:pt>
                <c:pt idx="7147">
                  <c:v>0.10717835696615927</c:v>
                </c:pt>
                <c:pt idx="7148">
                  <c:v>0.10717889591585425</c:v>
                </c:pt>
                <c:pt idx="7149">
                  <c:v>0.10718318801800912</c:v>
                </c:pt>
                <c:pt idx="7150">
                  <c:v>0.10718842491471101</c:v>
                </c:pt>
                <c:pt idx="7151">
                  <c:v>0.10720423349457296</c:v>
                </c:pt>
                <c:pt idx="7152">
                  <c:v>0.1072062953717384</c:v>
                </c:pt>
                <c:pt idx="7153">
                  <c:v>0.10720810007863592</c:v>
                </c:pt>
                <c:pt idx="7154">
                  <c:v>0.10720910304661473</c:v>
                </c:pt>
                <c:pt idx="7155">
                  <c:v>0.10723941052409171</c:v>
                </c:pt>
                <c:pt idx="7156">
                  <c:v>0.10724664160641656</c:v>
                </c:pt>
                <c:pt idx="7157">
                  <c:v>0.10725294053783127</c:v>
                </c:pt>
                <c:pt idx="7158">
                  <c:v>0.10726203221171471</c:v>
                </c:pt>
                <c:pt idx="7159">
                  <c:v>0.10727009175677182</c:v>
                </c:pt>
                <c:pt idx="7160">
                  <c:v>0.10727445696203378</c:v>
                </c:pt>
                <c:pt idx="7161">
                  <c:v>0.10729126686013184</c:v>
                </c:pt>
                <c:pt idx="7162">
                  <c:v>0.10732864618399397</c:v>
                </c:pt>
                <c:pt idx="7163">
                  <c:v>0.10733100122842092</c:v>
                </c:pt>
                <c:pt idx="7164">
                  <c:v>0.10734531117760368</c:v>
                </c:pt>
                <c:pt idx="7165">
                  <c:v>0.10734807872454712</c:v>
                </c:pt>
                <c:pt idx="7166">
                  <c:v>0.10736001654441309</c:v>
                </c:pt>
                <c:pt idx="7167">
                  <c:v>0.10736209597956134</c:v>
                </c:pt>
                <c:pt idx="7168">
                  <c:v>0.10736522477851852</c:v>
                </c:pt>
                <c:pt idx="7169">
                  <c:v>0.10737688025952399</c:v>
                </c:pt>
                <c:pt idx="7170">
                  <c:v>0.10737720285881847</c:v>
                </c:pt>
                <c:pt idx="7171">
                  <c:v>0.10738674240057934</c:v>
                </c:pt>
                <c:pt idx="7172">
                  <c:v>0.10739899959949159</c:v>
                </c:pt>
                <c:pt idx="7173">
                  <c:v>0.10740135319837867</c:v>
                </c:pt>
                <c:pt idx="7174">
                  <c:v>0.10740164058800221</c:v>
                </c:pt>
                <c:pt idx="7175">
                  <c:v>0.10741071298785819</c:v>
                </c:pt>
                <c:pt idx="7176">
                  <c:v>0.10741477364375374</c:v>
                </c:pt>
                <c:pt idx="7177">
                  <c:v>0.10741694102275175</c:v>
                </c:pt>
                <c:pt idx="7178">
                  <c:v>0.10742663768566162</c:v>
                </c:pt>
                <c:pt idx="7179">
                  <c:v>0.10743421380712513</c:v>
                </c:pt>
                <c:pt idx="7180">
                  <c:v>0.10745015893509702</c:v>
                </c:pt>
                <c:pt idx="7181">
                  <c:v>0.10745552264153611</c:v>
                </c:pt>
                <c:pt idx="7182">
                  <c:v>0.10747105128895731</c:v>
                </c:pt>
                <c:pt idx="7183">
                  <c:v>0.10749608560827686</c:v>
                </c:pt>
                <c:pt idx="7184">
                  <c:v>0.10751003340748895</c:v>
                </c:pt>
                <c:pt idx="7185">
                  <c:v>0.10753635447630014</c:v>
                </c:pt>
                <c:pt idx="7186">
                  <c:v>0.1075471008060758</c:v>
                </c:pt>
                <c:pt idx="7187">
                  <c:v>0.10754840508417411</c:v>
                </c:pt>
                <c:pt idx="7188">
                  <c:v>0.10755086817159064</c:v>
                </c:pt>
                <c:pt idx="7189">
                  <c:v>0.10759204910455999</c:v>
                </c:pt>
                <c:pt idx="7190">
                  <c:v>0.10759345840804931</c:v>
                </c:pt>
                <c:pt idx="7191">
                  <c:v>0.10761820301520664</c:v>
                </c:pt>
                <c:pt idx="7192">
                  <c:v>0.10762271052438013</c:v>
                </c:pt>
                <c:pt idx="7193">
                  <c:v>0.10763050492174579</c:v>
                </c:pt>
                <c:pt idx="7194">
                  <c:v>0.10763336052441867</c:v>
                </c:pt>
                <c:pt idx="7195">
                  <c:v>0.10764332096328633</c:v>
                </c:pt>
                <c:pt idx="7196">
                  <c:v>0.10765914119533983</c:v>
                </c:pt>
                <c:pt idx="7197">
                  <c:v>0.10766183567480278</c:v>
                </c:pt>
                <c:pt idx="7198">
                  <c:v>0.10767840081628453</c:v>
                </c:pt>
                <c:pt idx="7199">
                  <c:v>0.10768569797318903</c:v>
                </c:pt>
                <c:pt idx="7200">
                  <c:v>0.1076956418673157</c:v>
                </c:pt>
                <c:pt idx="7201">
                  <c:v>0.10770078529320666</c:v>
                </c:pt>
                <c:pt idx="7202">
                  <c:v>0.10771391949814706</c:v>
                </c:pt>
                <c:pt idx="7203">
                  <c:v>0.10771462236359305</c:v>
                </c:pt>
                <c:pt idx="7204">
                  <c:v>0.10775254279027115</c:v>
                </c:pt>
                <c:pt idx="7205">
                  <c:v>0.10775802875536879</c:v>
                </c:pt>
                <c:pt idx="7206">
                  <c:v>0.10776348559121809</c:v>
                </c:pt>
                <c:pt idx="7207">
                  <c:v>0.10777496810067219</c:v>
                </c:pt>
                <c:pt idx="7208">
                  <c:v>0.10778632527899396</c:v>
                </c:pt>
                <c:pt idx="7209">
                  <c:v>0.10778878538324783</c:v>
                </c:pt>
                <c:pt idx="7210">
                  <c:v>0.10779116254438158</c:v>
                </c:pt>
                <c:pt idx="7211">
                  <c:v>0.10779542484235545</c:v>
                </c:pt>
                <c:pt idx="7212">
                  <c:v>0.10779603989512301</c:v>
                </c:pt>
                <c:pt idx="7213">
                  <c:v>0.10784084571616251</c:v>
                </c:pt>
                <c:pt idx="7214">
                  <c:v>0.10786952578702065</c:v>
                </c:pt>
                <c:pt idx="7215">
                  <c:v>0.10787396706435626</c:v>
                </c:pt>
                <c:pt idx="7216">
                  <c:v>0.10787782148414479</c:v>
                </c:pt>
                <c:pt idx="7217">
                  <c:v>0.10788188494936024</c:v>
                </c:pt>
                <c:pt idx="7218">
                  <c:v>0.10790311122995558</c:v>
                </c:pt>
                <c:pt idx="7219">
                  <c:v>0.10793023087674038</c:v>
                </c:pt>
                <c:pt idx="7220">
                  <c:v>0.10793591686587906</c:v>
                </c:pt>
                <c:pt idx="7221">
                  <c:v>0.10794297241090865</c:v>
                </c:pt>
                <c:pt idx="7222">
                  <c:v>0.1079524420580678</c:v>
                </c:pt>
                <c:pt idx="7223">
                  <c:v>0.10796974712578208</c:v>
                </c:pt>
                <c:pt idx="7224">
                  <c:v>0.10797279248756858</c:v>
                </c:pt>
                <c:pt idx="7225">
                  <c:v>0.10798642668908542</c:v>
                </c:pt>
                <c:pt idx="7226">
                  <c:v>0.10799524702504908</c:v>
                </c:pt>
                <c:pt idx="7227">
                  <c:v>0.107995677173493</c:v>
                </c:pt>
                <c:pt idx="7228">
                  <c:v>0.10800824252467806</c:v>
                </c:pt>
                <c:pt idx="7229">
                  <c:v>0.1080107441841769</c:v>
                </c:pt>
                <c:pt idx="7230">
                  <c:v>0.10801211121845464</c:v>
                </c:pt>
                <c:pt idx="7231">
                  <c:v>0.10801288271118845</c:v>
                </c:pt>
                <c:pt idx="7232">
                  <c:v>0.10801710719800468</c:v>
                </c:pt>
                <c:pt idx="7233">
                  <c:v>0.10801951242117368</c:v>
                </c:pt>
                <c:pt idx="7234">
                  <c:v>0.10802599028744511</c:v>
                </c:pt>
                <c:pt idx="7235">
                  <c:v>0.10803094318427034</c:v>
                </c:pt>
                <c:pt idx="7236">
                  <c:v>0.10803381289429774</c:v>
                </c:pt>
                <c:pt idx="7237">
                  <c:v>0.10804864623205845</c:v>
                </c:pt>
                <c:pt idx="7238">
                  <c:v>0.10804955814761241</c:v>
                </c:pt>
                <c:pt idx="7239">
                  <c:v>0.10805169188203174</c:v>
                </c:pt>
                <c:pt idx="7240">
                  <c:v>0.10806340161836279</c:v>
                </c:pt>
                <c:pt idx="7241">
                  <c:v>0.1080691395895077</c:v>
                </c:pt>
                <c:pt idx="7242">
                  <c:v>0.10807411278142294</c:v>
                </c:pt>
                <c:pt idx="7243">
                  <c:v>0.10807732307343698</c:v>
                </c:pt>
                <c:pt idx="7244">
                  <c:v>0.10809449268440169</c:v>
                </c:pt>
                <c:pt idx="7245">
                  <c:v>0.10809601985766999</c:v>
                </c:pt>
                <c:pt idx="7246">
                  <c:v>0.10812160149408918</c:v>
                </c:pt>
                <c:pt idx="7247">
                  <c:v>0.10813869672523969</c:v>
                </c:pt>
                <c:pt idx="7248">
                  <c:v>0.108165790228839</c:v>
                </c:pt>
                <c:pt idx="7249">
                  <c:v>0.10817261215975932</c:v>
                </c:pt>
                <c:pt idx="7250">
                  <c:v>0.10818456495576026</c:v>
                </c:pt>
                <c:pt idx="7251">
                  <c:v>0.10820312530151979</c:v>
                </c:pt>
                <c:pt idx="7252">
                  <c:v>0.10820792280428332</c:v>
                </c:pt>
                <c:pt idx="7253">
                  <c:v>0.10820951105350116</c:v>
                </c:pt>
                <c:pt idx="7254">
                  <c:v>0.10821408497036941</c:v>
                </c:pt>
                <c:pt idx="7255">
                  <c:v>0.10822683365742081</c:v>
                </c:pt>
                <c:pt idx="7256">
                  <c:v>0.10822780448505863</c:v>
                </c:pt>
                <c:pt idx="7257">
                  <c:v>0.10822848378713076</c:v>
                </c:pt>
                <c:pt idx="7258">
                  <c:v>0.10823121821833277</c:v>
                </c:pt>
                <c:pt idx="7259">
                  <c:v>0.10823306744260926</c:v>
                </c:pt>
                <c:pt idx="7260">
                  <c:v>0.10824129078174602</c:v>
                </c:pt>
                <c:pt idx="7261">
                  <c:v>0.10824617734724433</c:v>
                </c:pt>
                <c:pt idx="7262">
                  <c:v>0.10824771355762006</c:v>
                </c:pt>
                <c:pt idx="7263">
                  <c:v>0.10824809454089165</c:v>
                </c:pt>
                <c:pt idx="7264">
                  <c:v>0.10825697576961354</c:v>
                </c:pt>
                <c:pt idx="7265">
                  <c:v>0.10826659442195727</c:v>
                </c:pt>
                <c:pt idx="7266">
                  <c:v>0.10827447823466113</c:v>
                </c:pt>
                <c:pt idx="7267">
                  <c:v>0.10827635199261496</c:v>
                </c:pt>
                <c:pt idx="7268">
                  <c:v>0.10827670163097823</c:v>
                </c:pt>
                <c:pt idx="7269">
                  <c:v>0.10829304415203853</c:v>
                </c:pt>
                <c:pt idx="7270">
                  <c:v>0.10830298395923958</c:v>
                </c:pt>
                <c:pt idx="7271">
                  <c:v>0.10835352584275233</c:v>
                </c:pt>
                <c:pt idx="7272">
                  <c:v>0.10836793396159979</c:v>
                </c:pt>
                <c:pt idx="7273">
                  <c:v>0.1083734083910894</c:v>
                </c:pt>
                <c:pt idx="7274">
                  <c:v>0.10839943821635964</c:v>
                </c:pt>
                <c:pt idx="7275">
                  <c:v>0.10840497468201875</c:v>
                </c:pt>
                <c:pt idx="7276">
                  <c:v>0.10841054562644739</c:v>
                </c:pt>
                <c:pt idx="7277">
                  <c:v>0.1084254527246486</c:v>
                </c:pt>
                <c:pt idx="7278">
                  <c:v>0.10842789400175649</c:v>
                </c:pt>
                <c:pt idx="7279">
                  <c:v>0.1084344495923905</c:v>
                </c:pt>
                <c:pt idx="7280">
                  <c:v>0.10844218267507444</c:v>
                </c:pt>
                <c:pt idx="7281">
                  <c:v>0.10845236928055176</c:v>
                </c:pt>
                <c:pt idx="7282">
                  <c:v>0.10845506018729884</c:v>
                </c:pt>
                <c:pt idx="7283">
                  <c:v>0.10846759363685747</c:v>
                </c:pt>
                <c:pt idx="7284">
                  <c:v>0.10846767439643201</c:v>
                </c:pt>
                <c:pt idx="7285">
                  <c:v>0.10846855421982574</c:v>
                </c:pt>
                <c:pt idx="7286">
                  <c:v>0.10847152548896778</c:v>
                </c:pt>
                <c:pt idx="7287">
                  <c:v>0.10847156588684795</c:v>
                </c:pt>
                <c:pt idx="7288">
                  <c:v>0.1085122151850951</c:v>
                </c:pt>
                <c:pt idx="7289">
                  <c:v>0.10852347739667577</c:v>
                </c:pt>
                <c:pt idx="7290">
                  <c:v>0.1085302363395962</c:v>
                </c:pt>
                <c:pt idx="7291">
                  <c:v>0.10853157210065176</c:v>
                </c:pt>
                <c:pt idx="7292">
                  <c:v>0.10854464017654543</c:v>
                </c:pt>
                <c:pt idx="7293">
                  <c:v>0.1085460029080903</c:v>
                </c:pt>
                <c:pt idx="7294">
                  <c:v>0.10855332561083965</c:v>
                </c:pt>
                <c:pt idx="7295">
                  <c:v>0.10855820824074204</c:v>
                </c:pt>
                <c:pt idx="7296">
                  <c:v>0.10856368578016493</c:v>
                </c:pt>
                <c:pt idx="7297">
                  <c:v>0.10856937990740881</c:v>
                </c:pt>
                <c:pt idx="7298">
                  <c:v>0.10857640533029439</c:v>
                </c:pt>
                <c:pt idx="7299">
                  <c:v>0.10857648271964093</c:v>
                </c:pt>
                <c:pt idx="7300">
                  <c:v>0.1085797090327117</c:v>
                </c:pt>
                <c:pt idx="7301">
                  <c:v>0.10858763485359897</c:v>
                </c:pt>
                <c:pt idx="7302">
                  <c:v>0.10859648038865796</c:v>
                </c:pt>
                <c:pt idx="7303">
                  <c:v>0.10859657215987899</c:v>
                </c:pt>
                <c:pt idx="7304">
                  <c:v>0.10859752003501708</c:v>
                </c:pt>
                <c:pt idx="7305">
                  <c:v>0.1085990596868021</c:v>
                </c:pt>
                <c:pt idx="7306">
                  <c:v>0.10861897834537927</c:v>
                </c:pt>
                <c:pt idx="7307">
                  <c:v>0.10862668293707831</c:v>
                </c:pt>
                <c:pt idx="7308">
                  <c:v>0.10864420933901439</c:v>
                </c:pt>
                <c:pt idx="7309">
                  <c:v>0.10865362131388294</c:v>
                </c:pt>
                <c:pt idx="7310">
                  <c:v>0.1086557842315804</c:v>
                </c:pt>
                <c:pt idx="7311">
                  <c:v>0.10868870654684396</c:v>
                </c:pt>
                <c:pt idx="7312">
                  <c:v>0.10869169781723009</c:v>
                </c:pt>
                <c:pt idx="7313">
                  <c:v>0.10873401704662317</c:v>
                </c:pt>
                <c:pt idx="7314">
                  <c:v>0.10873818635025446</c:v>
                </c:pt>
                <c:pt idx="7315">
                  <c:v>0.10874693254000047</c:v>
                </c:pt>
                <c:pt idx="7316">
                  <c:v>0.10876010000647551</c:v>
                </c:pt>
                <c:pt idx="7317">
                  <c:v>0.10879193664939565</c:v>
                </c:pt>
                <c:pt idx="7318">
                  <c:v>0.10879884289029884</c:v>
                </c:pt>
                <c:pt idx="7319">
                  <c:v>0.10880805485866438</c:v>
                </c:pt>
                <c:pt idx="7320">
                  <c:v>0.10882152499505965</c:v>
                </c:pt>
                <c:pt idx="7321">
                  <c:v>0.1088237913758445</c:v>
                </c:pt>
                <c:pt idx="7322">
                  <c:v>0.108825838086916</c:v>
                </c:pt>
                <c:pt idx="7323">
                  <c:v>0.10882714549193864</c:v>
                </c:pt>
                <c:pt idx="7324">
                  <c:v>0.10882806785384143</c:v>
                </c:pt>
                <c:pt idx="7325">
                  <c:v>0.10883563820460579</c:v>
                </c:pt>
                <c:pt idx="7326">
                  <c:v>0.10884043054347446</c:v>
                </c:pt>
                <c:pt idx="7327">
                  <c:v>0.1088521300402943</c:v>
                </c:pt>
                <c:pt idx="7328">
                  <c:v>0.10885491056417965</c:v>
                </c:pt>
                <c:pt idx="7329">
                  <c:v>0.10887387344093806</c:v>
                </c:pt>
                <c:pt idx="7330">
                  <c:v>0.10887788082670294</c:v>
                </c:pt>
                <c:pt idx="7331">
                  <c:v>0.10888675442244511</c:v>
                </c:pt>
                <c:pt idx="7332">
                  <c:v>0.10889860230657543</c:v>
                </c:pt>
                <c:pt idx="7333">
                  <c:v>0.10891092914032399</c:v>
                </c:pt>
                <c:pt idx="7334">
                  <c:v>0.10892022382966079</c:v>
                </c:pt>
                <c:pt idx="7335">
                  <c:v>0.10892348266504306</c:v>
                </c:pt>
                <c:pt idx="7336">
                  <c:v>0.10893880122097624</c:v>
                </c:pt>
                <c:pt idx="7337">
                  <c:v>0.10896185040833217</c:v>
                </c:pt>
                <c:pt idx="7338">
                  <c:v>0.10896876140938205</c:v>
                </c:pt>
                <c:pt idx="7339">
                  <c:v>0.10897208263844479</c:v>
                </c:pt>
                <c:pt idx="7340">
                  <c:v>0.10897454908753003</c:v>
                </c:pt>
                <c:pt idx="7341">
                  <c:v>0.10897913953242985</c:v>
                </c:pt>
                <c:pt idx="7342">
                  <c:v>0.10899131291916141</c:v>
                </c:pt>
                <c:pt idx="7343">
                  <c:v>0.10899495509872732</c:v>
                </c:pt>
                <c:pt idx="7344">
                  <c:v>0.10903219099405097</c:v>
                </c:pt>
                <c:pt idx="7345">
                  <c:v>0.10904561376920704</c:v>
                </c:pt>
                <c:pt idx="7346">
                  <c:v>0.10905874518326143</c:v>
                </c:pt>
                <c:pt idx="7347">
                  <c:v>0.10906830831838203</c:v>
                </c:pt>
                <c:pt idx="7348">
                  <c:v>0.109072342177749</c:v>
                </c:pt>
                <c:pt idx="7349">
                  <c:v>0.10907454784179839</c:v>
                </c:pt>
                <c:pt idx="7350">
                  <c:v>0.10908264100972022</c:v>
                </c:pt>
                <c:pt idx="7351">
                  <c:v>0.10910587181561703</c:v>
                </c:pt>
                <c:pt idx="7352">
                  <c:v>0.10912058681263785</c:v>
                </c:pt>
                <c:pt idx="7353">
                  <c:v>0.10913519505060343</c:v>
                </c:pt>
                <c:pt idx="7354">
                  <c:v>0.10913795998863077</c:v>
                </c:pt>
                <c:pt idx="7355">
                  <c:v>0.10915375351683738</c:v>
                </c:pt>
                <c:pt idx="7356">
                  <c:v>0.10916422582667511</c:v>
                </c:pt>
                <c:pt idx="7357">
                  <c:v>0.10917318037702649</c:v>
                </c:pt>
                <c:pt idx="7358">
                  <c:v>0.10917942123191984</c:v>
                </c:pt>
                <c:pt idx="7359">
                  <c:v>0.10918919310230764</c:v>
                </c:pt>
                <c:pt idx="7360">
                  <c:v>0.1091893416325133</c:v>
                </c:pt>
                <c:pt idx="7361">
                  <c:v>0.10919775295271827</c:v>
                </c:pt>
                <c:pt idx="7362">
                  <c:v>0.10919978709325467</c:v>
                </c:pt>
                <c:pt idx="7363">
                  <c:v>0.10920409175268624</c:v>
                </c:pt>
                <c:pt idx="7364">
                  <c:v>0.10921430739885345</c:v>
                </c:pt>
                <c:pt idx="7365">
                  <c:v>0.10921636260032692</c:v>
                </c:pt>
                <c:pt idx="7366">
                  <c:v>0.10922766370218649</c:v>
                </c:pt>
                <c:pt idx="7367">
                  <c:v>0.10923734058223836</c:v>
                </c:pt>
                <c:pt idx="7368">
                  <c:v>0.10924911107943044</c:v>
                </c:pt>
                <c:pt idx="7369">
                  <c:v>0.10925364037618968</c:v>
                </c:pt>
                <c:pt idx="7370">
                  <c:v>0.10925758441241959</c:v>
                </c:pt>
                <c:pt idx="7371">
                  <c:v>0.1092644499562839</c:v>
                </c:pt>
                <c:pt idx="7372">
                  <c:v>0.10926580797737732</c:v>
                </c:pt>
                <c:pt idx="7373">
                  <c:v>0.10929101146473245</c:v>
                </c:pt>
                <c:pt idx="7374">
                  <c:v>0.10929904549107392</c:v>
                </c:pt>
                <c:pt idx="7375">
                  <c:v>0.10930036792300718</c:v>
                </c:pt>
                <c:pt idx="7376">
                  <c:v>0.10930470123352806</c:v>
                </c:pt>
                <c:pt idx="7377">
                  <c:v>0.10932920645556492</c:v>
                </c:pt>
                <c:pt idx="7378">
                  <c:v>0.10933224754362794</c:v>
                </c:pt>
                <c:pt idx="7379">
                  <c:v>0.10934279049825252</c:v>
                </c:pt>
                <c:pt idx="7380">
                  <c:v>0.10934366806652937</c:v>
                </c:pt>
                <c:pt idx="7381">
                  <c:v>0.10937388480287952</c:v>
                </c:pt>
                <c:pt idx="7382">
                  <c:v>0.10941199704186721</c:v>
                </c:pt>
                <c:pt idx="7383">
                  <c:v>0.10941729929829704</c:v>
                </c:pt>
                <c:pt idx="7384">
                  <c:v>0.10942745353829678</c:v>
                </c:pt>
                <c:pt idx="7385">
                  <c:v>0.10943023057677013</c:v>
                </c:pt>
                <c:pt idx="7386">
                  <c:v>0.10944825129762116</c:v>
                </c:pt>
                <c:pt idx="7387">
                  <c:v>0.10946140312954028</c:v>
                </c:pt>
                <c:pt idx="7388">
                  <c:v>0.10946436680758098</c:v>
                </c:pt>
                <c:pt idx="7389">
                  <c:v>0.1094922867738379</c:v>
                </c:pt>
                <c:pt idx="7390">
                  <c:v>0.1094940109649688</c:v>
                </c:pt>
                <c:pt idx="7391">
                  <c:v>0.10949786874634758</c:v>
                </c:pt>
                <c:pt idx="7392">
                  <c:v>0.10950457819933063</c:v>
                </c:pt>
                <c:pt idx="7393">
                  <c:v>0.10952736815577077</c:v>
                </c:pt>
                <c:pt idx="7394">
                  <c:v>0.10952983837732655</c:v>
                </c:pt>
                <c:pt idx="7395">
                  <c:v>0.10953642927385943</c:v>
                </c:pt>
                <c:pt idx="7396">
                  <c:v>0.1095478398165854</c:v>
                </c:pt>
                <c:pt idx="7397">
                  <c:v>0.10955065629597585</c:v>
                </c:pt>
                <c:pt idx="7398">
                  <c:v>0.10955483586432918</c:v>
                </c:pt>
                <c:pt idx="7399">
                  <c:v>0.10955494078181365</c:v>
                </c:pt>
                <c:pt idx="7400">
                  <c:v>0.10955538326951086</c:v>
                </c:pt>
                <c:pt idx="7401">
                  <c:v>0.10955655720890235</c:v>
                </c:pt>
                <c:pt idx="7402">
                  <c:v>0.10956951874461952</c:v>
                </c:pt>
                <c:pt idx="7403">
                  <c:v>0.10957950967515044</c:v>
                </c:pt>
                <c:pt idx="7404">
                  <c:v>0.10958015350369378</c:v>
                </c:pt>
                <c:pt idx="7405">
                  <c:v>0.10958098743566365</c:v>
                </c:pt>
                <c:pt idx="7406">
                  <c:v>0.10959615094449464</c:v>
                </c:pt>
                <c:pt idx="7407">
                  <c:v>0.10960678525582211</c:v>
                </c:pt>
                <c:pt idx="7408">
                  <c:v>0.10961905279680283</c:v>
                </c:pt>
                <c:pt idx="7409">
                  <c:v>0.10964306595584927</c:v>
                </c:pt>
                <c:pt idx="7410">
                  <c:v>0.10964960274661949</c:v>
                </c:pt>
                <c:pt idx="7411">
                  <c:v>0.10965693985750471</c:v>
                </c:pt>
                <c:pt idx="7412">
                  <c:v>0.10967174053738245</c:v>
                </c:pt>
                <c:pt idx="7413">
                  <c:v>0.10969710677924785</c:v>
                </c:pt>
                <c:pt idx="7414">
                  <c:v>0.1096976527247296</c:v>
                </c:pt>
                <c:pt idx="7415">
                  <c:v>0.1096979764864939</c:v>
                </c:pt>
                <c:pt idx="7416">
                  <c:v>0.10970176190094987</c:v>
                </c:pt>
                <c:pt idx="7417">
                  <c:v>0.10971133818371727</c:v>
                </c:pt>
                <c:pt idx="7418">
                  <c:v>0.10972464697787744</c:v>
                </c:pt>
                <c:pt idx="7419">
                  <c:v>0.10972746001379981</c:v>
                </c:pt>
                <c:pt idx="7420">
                  <c:v>0.1097486168004919</c:v>
                </c:pt>
                <c:pt idx="7421">
                  <c:v>0.10974996070039338</c:v>
                </c:pt>
                <c:pt idx="7422">
                  <c:v>0.10975010580622908</c:v>
                </c:pt>
                <c:pt idx="7423">
                  <c:v>0.10975415743180626</c:v>
                </c:pt>
                <c:pt idx="7424">
                  <c:v>0.10975947653311775</c:v>
                </c:pt>
                <c:pt idx="7425">
                  <c:v>0.10976861737275355</c:v>
                </c:pt>
                <c:pt idx="7426">
                  <c:v>0.10978725913685849</c:v>
                </c:pt>
                <c:pt idx="7427">
                  <c:v>0.10982751487225381</c:v>
                </c:pt>
                <c:pt idx="7428">
                  <c:v>0.10983673452500591</c:v>
                </c:pt>
                <c:pt idx="7429">
                  <c:v>0.10984201414478717</c:v>
                </c:pt>
                <c:pt idx="7430">
                  <c:v>0.10984973989958055</c:v>
                </c:pt>
                <c:pt idx="7431">
                  <c:v>0.10985395759119954</c:v>
                </c:pt>
                <c:pt idx="7432">
                  <c:v>0.10985904063648554</c:v>
                </c:pt>
                <c:pt idx="7433">
                  <c:v>0.10988270797540677</c:v>
                </c:pt>
                <c:pt idx="7434">
                  <c:v>0.10990150096491857</c:v>
                </c:pt>
                <c:pt idx="7435">
                  <c:v>0.10990512110953322</c:v>
                </c:pt>
                <c:pt idx="7436">
                  <c:v>0.10992137767404635</c:v>
                </c:pt>
                <c:pt idx="7437">
                  <c:v>0.1099267671310744</c:v>
                </c:pt>
                <c:pt idx="7438">
                  <c:v>0.10994387372904427</c:v>
                </c:pt>
                <c:pt idx="7439">
                  <c:v>0.10995918341419415</c:v>
                </c:pt>
                <c:pt idx="7440">
                  <c:v>0.10997052774777424</c:v>
                </c:pt>
                <c:pt idx="7441">
                  <c:v>0.10997417737450313</c:v>
                </c:pt>
                <c:pt idx="7442">
                  <c:v>0.11000486571852582</c:v>
                </c:pt>
                <c:pt idx="7443">
                  <c:v>0.11001163336672831</c:v>
                </c:pt>
                <c:pt idx="7444">
                  <c:v>0.11002477664460052</c:v>
                </c:pt>
                <c:pt idx="7445">
                  <c:v>0.11002702757072369</c:v>
                </c:pt>
                <c:pt idx="7446">
                  <c:v>0.11002795665645086</c:v>
                </c:pt>
                <c:pt idx="7447">
                  <c:v>0.11003017496659935</c:v>
                </c:pt>
                <c:pt idx="7448">
                  <c:v>0.11003430949324888</c:v>
                </c:pt>
                <c:pt idx="7449">
                  <c:v>0.11003701812078576</c:v>
                </c:pt>
                <c:pt idx="7450">
                  <c:v>0.11004856599695854</c:v>
                </c:pt>
                <c:pt idx="7451">
                  <c:v>0.11004887726641208</c:v>
                </c:pt>
                <c:pt idx="7452">
                  <c:v>0.11005106211917796</c:v>
                </c:pt>
                <c:pt idx="7453">
                  <c:v>0.11005849354730811</c:v>
                </c:pt>
                <c:pt idx="7454">
                  <c:v>0.11005883609905173</c:v>
                </c:pt>
                <c:pt idx="7455">
                  <c:v>0.11007971117682853</c:v>
                </c:pt>
                <c:pt idx="7456">
                  <c:v>0.11008182051608842</c:v>
                </c:pt>
                <c:pt idx="7457">
                  <c:v>0.11009181748167732</c:v>
                </c:pt>
                <c:pt idx="7458">
                  <c:v>0.11009254675441479</c:v>
                </c:pt>
                <c:pt idx="7459">
                  <c:v>0.1100975444097365</c:v>
                </c:pt>
                <c:pt idx="7460">
                  <c:v>0.11011689625713958</c:v>
                </c:pt>
                <c:pt idx="7461">
                  <c:v>0.11013081383600096</c:v>
                </c:pt>
                <c:pt idx="7462">
                  <c:v>0.11014672329425011</c:v>
                </c:pt>
                <c:pt idx="7463">
                  <c:v>0.11015136805660639</c:v>
                </c:pt>
                <c:pt idx="7464">
                  <c:v>0.11015377851085743</c:v>
                </c:pt>
                <c:pt idx="7465">
                  <c:v>0.11015740643467054</c:v>
                </c:pt>
                <c:pt idx="7466">
                  <c:v>0.11016622344695159</c:v>
                </c:pt>
                <c:pt idx="7467">
                  <c:v>0.11018205602728506</c:v>
                </c:pt>
                <c:pt idx="7468">
                  <c:v>0.11018441512922013</c:v>
                </c:pt>
                <c:pt idx="7469">
                  <c:v>0.11020698706338142</c:v>
                </c:pt>
                <c:pt idx="7470">
                  <c:v>0.11021556093949512</c:v>
                </c:pt>
                <c:pt idx="7471">
                  <c:v>0.11021889093335521</c:v>
                </c:pt>
                <c:pt idx="7472">
                  <c:v>0.11023839170117293</c:v>
                </c:pt>
                <c:pt idx="7473">
                  <c:v>0.11024062266346149</c:v>
                </c:pt>
                <c:pt idx="7474">
                  <c:v>0.11027864707768698</c:v>
                </c:pt>
                <c:pt idx="7475">
                  <c:v>0.11028154482248861</c:v>
                </c:pt>
                <c:pt idx="7476">
                  <c:v>0.11028878753749007</c:v>
                </c:pt>
                <c:pt idx="7477">
                  <c:v>0.11029144916754237</c:v>
                </c:pt>
                <c:pt idx="7478">
                  <c:v>0.11030192210330404</c:v>
                </c:pt>
                <c:pt idx="7479">
                  <c:v>0.11030907136961553</c:v>
                </c:pt>
                <c:pt idx="7480">
                  <c:v>0.11030992195513734</c:v>
                </c:pt>
                <c:pt idx="7481">
                  <c:v>0.11031059739981273</c:v>
                </c:pt>
                <c:pt idx="7482">
                  <c:v>0.11032335892735061</c:v>
                </c:pt>
                <c:pt idx="7483">
                  <c:v>0.11033201632759838</c:v>
                </c:pt>
                <c:pt idx="7484">
                  <c:v>0.11033501117745241</c:v>
                </c:pt>
                <c:pt idx="7485">
                  <c:v>0.11034363620403242</c:v>
                </c:pt>
                <c:pt idx="7486">
                  <c:v>0.11034450078978501</c:v>
                </c:pt>
                <c:pt idx="7487">
                  <c:v>0.11035946738837263</c:v>
                </c:pt>
                <c:pt idx="7488">
                  <c:v>0.11036347279910531</c:v>
                </c:pt>
                <c:pt idx="7489">
                  <c:v>0.1103726332178656</c:v>
                </c:pt>
                <c:pt idx="7490">
                  <c:v>0.11037631052230347</c:v>
                </c:pt>
                <c:pt idx="7491">
                  <c:v>0.11037734242247085</c:v>
                </c:pt>
                <c:pt idx="7492">
                  <c:v>0.11038379392487285</c:v>
                </c:pt>
                <c:pt idx="7493">
                  <c:v>0.11040894966660689</c:v>
                </c:pt>
                <c:pt idx="7494">
                  <c:v>0.11042119121695029</c:v>
                </c:pt>
                <c:pt idx="7495">
                  <c:v>0.11043175942317102</c:v>
                </c:pt>
                <c:pt idx="7496">
                  <c:v>0.11044396632292328</c:v>
                </c:pt>
                <c:pt idx="7497">
                  <c:v>0.11046686786796951</c:v>
                </c:pt>
                <c:pt idx="7498">
                  <c:v>0.11046878785550288</c:v>
                </c:pt>
                <c:pt idx="7499">
                  <c:v>0.1104692252393753</c:v>
                </c:pt>
                <c:pt idx="7500">
                  <c:v>0.11048876828534911</c:v>
                </c:pt>
                <c:pt idx="7501">
                  <c:v>0.11052974872369865</c:v>
                </c:pt>
                <c:pt idx="7502">
                  <c:v>0.11053546976588359</c:v>
                </c:pt>
                <c:pt idx="7503">
                  <c:v>0.11054132857920497</c:v>
                </c:pt>
                <c:pt idx="7504">
                  <c:v>0.11055088050387857</c:v>
                </c:pt>
                <c:pt idx="7505">
                  <c:v>0.11055752726481426</c:v>
                </c:pt>
                <c:pt idx="7506">
                  <c:v>0.11057054532453582</c:v>
                </c:pt>
                <c:pt idx="7507">
                  <c:v>0.11058941594446225</c:v>
                </c:pt>
                <c:pt idx="7508">
                  <c:v>0.11060339036692425</c:v>
                </c:pt>
                <c:pt idx="7509">
                  <c:v>0.11060545127185387</c:v>
                </c:pt>
                <c:pt idx="7510">
                  <c:v>0.11060974262541286</c:v>
                </c:pt>
                <c:pt idx="7511">
                  <c:v>0.1106100003424626</c:v>
                </c:pt>
                <c:pt idx="7512">
                  <c:v>0.11061201489420461</c:v>
                </c:pt>
                <c:pt idx="7513">
                  <c:v>0.1106133217377786</c:v>
                </c:pt>
                <c:pt idx="7514">
                  <c:v>0.11061668120346034</c:v>
                </c:pt>
                <c:pt idx="7515">
                  <c:v>0.11062927089599739</c:v>
                </c:pt>
                <c:pt idx="7516">
                  <c:v>0.11063639346965946</c:v>
                </c:pt>
                <c:pt idx="7517">
                  <c:v>0.11064041739522039</c:v>
                </c:pt>
                <c:pt idx="7518">
                  <c:v>0.11064502890869625</c:v>
                </c:pt>
                <c:pt idx="7519">
                  <c:v>0.110646099629228</c:v>
                </c:pt>
                <c:pt idx="7520">
                  <c:v>0.11064813346043424</c:v>
                </c:pt>
                <c:pt idx="7521">
                  <c:v>0.11067178852844065</c:v>
                </c:pt>
                <c:pt idx="7522">
                  <c:v>0.11067289549754604</c:v>
                </c:pt>
                <c:pt idx="7523">
                  <c:v>0.11068264208635238</c:v>
                </c:pt>
                <c:pt idx="7524">
                  <c:v>0.11070262916646291</c:v>
                </c:pt>
                <c:pt idx="7525">
                  <c:v>0.11072117059615785</c:v>
                </c:pt>
                <c:pt idx="7526">
                  <c:v>0.11072193941447819</c:v>
                </c:pt>
                <c:pt idx="7527">
                  <c:v>0.11073422621028857</c:v>
                </c:pt>
                <c:pt idx="7528">
                  <c:v>0.11073732610322243</c:v>
                </c:pt>
                <c:pt idx="7529">
                  <c:v>0.11074290522707593</c:v>
                </c:pt>
                <c:pt idx="7530">
                  <c:v>0.11077021364524529</c:v>
                </c:pt>
                <c:pt idx="7531">
                  <c:v>0.11078246847949509</c:v>
                </c:pt>
                <c:pt idx="7532">
                  <c:v>0.11078250133379818</c:v>
                </c:pt>
                <c:pt idx="7533">
                  <c:v>0.11079105488731254</c:v>
                </c:pt>
                <c:pt idx="7534">
                  <c:v>0.11079817798155192</c:v>
                </c:pt>
                <c:pt idx="7535">
                  <c:v>0.11080669137490734</c:v>
                </c:pt>
                <c:pt idx="7536">
                  <c:v>0.11082491242493839</c:v>
                </c:pt>
                <c:pt idx="7537">
                  <c:v>0.11082961016738491</c:v>
                </c:pt>
                <c:pt idx="7538">
                  <c:v>0.1108319044477878</c:v>
                </c:pt>
                <c:pt idx="7539">
                  <c:v>0.11083959081900202</c:v>
                </c:pt>
                <c:pt idx="7540">
                  <c:v>0.11085554830215204</c:v>
                </c:pt>
                <c:pt idx="7541">
                  <c:v>0.11087570084139357</c:v>
                </c:pt>
                <c:pt idx="7542">
                  <c:v>0.11087976608125973</c:v>
                </c:pt>
                <c:pt idx="7543">
                  <c:v>0.11089399356573622</c:v>
                </c:pt>
                <c:pt idx="7544">
                  <c:v>0.11091285726462687</c:v>
                </c:pt>
                <c:pt idx="7545">
                  <c:v>0.11091782432061079</c:v>
                </c:pt>
                <c:pt idx="7546">
                  <c:v>0.11092072419754409</c:v>
                </c:pt>
                <c:pt idx="7547">
                  <c:v>0.11092303531934886</c:v>
                </c:pt>
                <c:pt idx="7548">
                  <c:v>0.11092669441534546</c:v>
                </c:pt>
                <c:pt idx="7549">
                  <c:v>0.11092742670428322</c:v>
                </c:pt>
                <c:pt idx="7550">
                  <c:v>0.11096442454254293</c:v>
                </c:pt>
                <c:pt idx="7551">
                  <c:v>0.11097782856855228</c:v>
                </c:pt>
                <c:pt idx="7552">
                  <c:v>0.11098005047467964</c:v>
                </c:pt>
                <c:pt idx="7553">
                  <c:v>0.11098062516731495</c:v>
                </c:pt>
                <c:pt idx="7554">
                  <c:v>0.11098880899371213</c:v>
                </c:pt>
                <c:pt idx="7555">
                  <c:v>0.11101914992584556</c:v>
                </c:pt>
                <c:pt idx="7556">
                  <c:v>0.11102331163542783</c:v>
                </c:pt>
                <c:pt idx="7557">
                  <c:v>0.11105493436893613</c:v>
                </c:pt>
                <c:pt idx="7558">
                  <c:v>0.11105502274329365</c:v>
                </c:pt>
                <c:pt idx="7559">
                  <c:v>0.11105610661702606</c:v>
                </c:pt>
                <c:pt idx="7560">
                  <c:v>0.11106427009412603</c:v>
                </c:pt>
                <c:pt idx="7561">
                  <c:v>0.111081479307406</c:v>
                </c:pt>
                <c:pt idx="7562">
                  <c:v>0.11108552308061276</c:v>
                </c:pt>
                <c:pt idx="7563">
                  <c:v>0.11108705279173196</c:v>
                </c:pt>
                <c:pt idx="7564">
                  <c:v>0.11109313522582079</c:v>
                </c:pt>
                <c:pt idx="7565">
                  <c:v>0.11110302122812978</c:v>
                </c:pt>
                <c:pt idx="7566">
                  <c:v>0.11110530400970373</c:v>
                </c:pt>
                <c:pt idx="7567">
                  <c:v>0.11110572012059061</c:v>
                </c:pt>
                <c:pt idx="7568">
                  <c:v>0.11111157519409945</c:v>
                </c:pt>
                <c:pt idx="7569">
                  <c:v>0.11112653943050549</c:v>
                </c:pt>
                <c:pt idx="7570">
                  <c:v>0.11113464026926138</c:v>
                </c:pt>
                <c:pt idx="7571">
                  <c:v>0.11113620710590948</c:v>
                </c:pt>
                <c:pt idx="7572">
                  <c:v>0.11114403041338958</c:v>
                </c:pt>
                <c:pt idx="7573">
                  <c:v>0.11115400376545632</c:v>
                </c:pt>
                <c:pt idx="7574">
                  <c:v>0.11115876111470514</c:v>
                </c:pt>
                <c:pt idx="7575">
                  <c:v>0.11116225816516398</c:v>
                </c:pt>
                <c:pt idx="7576">
                  <c:v>0.11116237715791101</c:v>
                </c:pt>
                <c:pt idx="7577">
                  <c:v>0.11116680283949112</c:v>
                </c:pt>
                <c:pt idx="7578">
                  <c:v>0.11117447671147941</c:v>
                </c:pt>
                <c:pt idx="7579">
                  <c:v>0.11117791062351892</c:v>
                </c:pt>
                <c:pt idx="7580">
                  <c:v>0.11117996035306134</c:v>
                </c:pt>
                <c:pt idx="7581">
                  <c:v>0.11120391674904376</c:v>
                </c:pt>
                <c:pt idx="7582">
                  <c:v>0.11120878096879246</c:v>
                </c:pt>
                <c:pt idx="7583">
                  <c:v>0.11120882606962341</c:v>
                </c:pt>
                <c:pt idx="7584">
                  <c:v>0.11121354064191637</c:v>
                </c:pt>
                <c:pt idx="7585">
                  <c:v>0.11121532173565543</c:v>
                </c:pt>
                <c:pt idx="7586">
                  <c:v>0.11123003216031649</c:v>
                </c:pt>
                <c:pt idx="7587">
                  <c:v>0.11124590565850721</c:v>
                </c:pt>
                <c:pt idx="7588">
                  <c:v>0.11124733988199478</c:v>
                </c:pt>
                <c:pt idx="7589">
                  <c:v>0.11125341438990677</c:v>
                </c:pt>
                <c:pt idx="7590">
                  <c:v>0.11126791893519626</c:v>
                </c:pt>
                <c:pt idx="7591">
                  <c:v>0.11128016305644418</c:v>
                </c:pt>
                <c:pt idx="7592">
                  <c:v>0.11128749504652435</c:v>
                </c:pt>
                <c:pt idx="7593">
                  <c:v>0.11129197646625247</c:v>
                </c:pt>
                <c:pt idx="7594">
                  <c:v>0.11130349936212247</c:v>
                </c:pt>
                <c:pt idx="7595">
                  <c:v>0.11130966465351723</c:v>
                </c:pt>
                <c:pt idx="7596">
                  <c:v>0.11131219010167072</c:v>
                </c:pt>
                <c:pt idx="7597">
                  <c:v>0.11131885382862187</c:v>
                </c:pt>
                <c:pt idx="7598">
                  <c:v>0.11132717923636624</c:v>
                </c:pt>
                <c:pt idx="7599">
                  <c:v>0.11133111649818873</c:v>
                </c:pt>
                <c:pt idx="7600">
                  <c:v>0.11133207247675628</c:v>
                </c:pt>
                <c:pt idx="7601">
                  <c:v>0.11133252946347168</c:v>
                </c:pt>
                <c:pt idx="7602">
                  <c:v>0.11134420006186817</c:v>
                </c:pt>
                <c:pt idx="7603">
                  <c:v>0.11134540079397094</c:v>
                </c:pt>
                <c:pt idx="7604">
                  <c:v>0.11136220772473103</c:v>
                </c:pt>
                <c:pt idx="7605">
                  <c:v>0.11137147304929421</c:v>
                </c:pt>
                <c:pt idx="7606">
                  <c:v>0.11137922583023428</c:v>
                </c:pt>
                <c:pt idx="7607">
                  <c:v>0.11138253852623124</c:v>
                </c:pt>
                <c:pt idx="7608">
                  <c:v>0.11139819519110011</c:v>
                </c:pt>
                <c:pt idx="7609">
                  <c:v>0.11141683113638619</c:v>
                </c:pt>
                <c:pt idx="7610">
                  <c:v>0.11142665851528821</c:v>
                </c:pt>
                <c:pt idx="7611">
                  <c:v>0.11142795321839281</c:v>
                </c:pt>
                <c:pt idx="7612">
                  <c:v>0.111431631877252</c:v>
                </c:pt>
                <c:pt idx="7613">
                  <c:v>0.11143654911519667</c:v>
                </c:pt>
                <c:pt idx="7614">
                  <c:v>0.11144277647936737</c:v>
                </c:pt>
                <c:pt idx="7615">
                  <c:v>0.11145179809470694</c:v>
                </c:pt>
                <c:pt idx="7616">
                  <c:v>0.11148275218689103</c:v>
                </c:pt>
                <c:pt idx="7617">
                  <c:v>0.11148802424819783</c:v>
                </c:pt>
                <c:pt idx="7618">
                  <c:v>0.11149767977772096</c:v>
                </c:pt>
                <c:pt idx="7619">
                  <c:v>0.11150082374152077</c:v>
                </c:pt>
                <c:pt idx="7620">
                  <c:v>0.11150148047665021</c:v>
                </c:pt>
                <c:pt idx="7621">
                  <c:v>0.1115395254136845</c:v>
                </c:pt>
                <c:pt idx="7622">
                  <c:v>0.11154607196812558</c:v>
                </c:pt>
                <c:pt idx="7623">
                  <c:v>0.11154997002928424</c:v>
                </c:pt>
                <c:pt idx="7624">
                  <c:v>0.11155629961121098</c:v>
                </c:pt>
                <c:pt idx="7625">
                  <c:v>0.11155795644094776</c:v>
                </c:pt>
                <c:pt idx="7626">
                  <c:v>0.1115597266379597</c:v>
                </c:pt>
                <c:pt idx="7627">
                  <c:v>0.1115709515460773</c:v>
                </c:pt>
                <c:pt idx="7628">
                  <c:v>0.11157421876622621</c:v>
                </c:pt>
                <c:pt idx="7629">
                  <c:v>0.11159867739210488</c:v>
                </c:pt>
                <c:pt idx="7630">
                  <c:v>0.11160479967671874</c:v>
                </c:pt>
                <c:pt idx="7631">
                  <c:v>0.11161682789155206</c:v>
                </c:pt>
                <c:pt idx="7632">
                  <c:v>0.11162162522808701</c:v>
                </c:pt>
                <c:pt idx="7633">
                  <c:v>0.11162671785273341</c:v>
                </c:pt>
                <c:pt idx="7634">
                  <c:v>0.11164411271840698</c:v>
                </c:pt>
                <c:pt idx="7635">
                  <c:v>0.11164422036268631</c:v>
                </c:pt>
                <c:pt idx="7636">
                  <c:v>0.11166479444031567</c:v>
                </c:pt>
                <c:pt idx="7637">
                  <c:v>0.11167013709473289</c:v>
                </c:pt>
                <c:pt idx="7638">
                  <c:v>0.11168791725445955</c:v>
                </c:pt>
                <c:pt idx="7639">
                  <c:v>0.11168999395998408</c:v>
                </c:pt>
                <c:pt idx="7640">
                  <c:v>0.11169309669430508</c:v>
                </c:pt>
                <c:pt idx="7641">
                  <c:v>0.11169539620387593</c:v>
                </c:pt>
                <c:pt idx="7642">
                  <c:v>0.11172221402410684</c:v>
                </c:pt>
                <c:pt idx="7643">
                  <c:v>0.11173801347016422</c:v>
                </c:pt>
                <c:pt idx="7644">
                  <c:v>0.11173910738049879</c:v>
                </c:pt>
                <c:pt idx="7645">
                  <c:v>0.11174378008017352</c:v>
                </c:pt>
                <c:pt idx="7646">
                  <c:v>0.11175250206614074</c:v>
                </c:pt>
                <c:pt idx="7647">
                  <c:v>0.11175881872575325</c:v>
                </c:pt>
                <c:pt idx="7648">
                  <c:v>0.11177664141414394</c:v>
                </c:pt>
                <c:pt idx="7649">
                  <c:v>0.111780327493642</c:v>
                </c:pt>
                <c:pt idx="7650">
                  <c:v>0.11178477327159392</c:v>
                </c:pt>
                <c:pt idx="7651">
                  <c:v>0.1117868013494278</c:v>
                </c:pt>
                <c:pt idx="7652">
                  <c:v>0.11179807666330349</c:v>
                </c:pt>
                <c:pt idx="7653">
                  <c:v>0.11180079702630855</c:v>
                </c:pt>
                <c:pt idx="7654">
                  <c:v>0.11180478578366403</c:v>
                </c:pt>
                <c:pt idx="7655">
                  <c:v>0.11182892431774354</c:v>
                </c:pt>
                <c:pt idx="7656">
                  <c:v>0.11183694903470354</c:v>
                </c:pt>
                <c:pt idx="7657">
                  <c:v>0.11185979070596344</c:v>
                </c:pt>
                <c:pt idx="7658">
                  <c:v>0.11186845698270641</c:v>
                </c:pt>
                <c:pt idx="7659">
                  <c:v>0.11187639959732387</c:v>
                </c:pt>
                <c:pt idx="7660">
                  <c:v>0.11188205483284921</c:v>
                </c:pt>
                <c:pt idx="7661">
                  <c:v>0.11189124754698429</c:v>
                </c:pt>
                <c:pt idx="7662">
                  <c:v>0.11189251334853559</c:v>
                </c:pt>
                <c:pt idx="7663">
                  <c:v>0.11189281639816932</c:v>
                </c:pt>
                <c:pt idx="7664">
                  <c:v>0.111909218988183</c:v>
                </c:pt>
                <c:pt idx="7665">
                  <c:v>0.11193095789760417</c:v>
                </c:pt>
                <c:pt idx="7666">
                  <c:v>0.11195778195262258</c:v>
                </c:pt>
                <c:pt idx="7667">
                  <c:v>0.11196571987858939</c:v>
                </c:pt>
                <c:pt idx="7668">
                  <c:v>0.1119746068306898</c:v>
                </c:pt>
                <c:pt idx="7669">
                  <c:v>0.11198694867885126</c:v>
                </c:pt>
                <c:pt idx="7670">
                  <c:v>0.11199323974241206</c:v>
                </c:pt>
                <c:pt idx="7671">
                  <c:v>0.1119946809427889</c:v>
                </c:pt>
                <c:pt idx="7672">
                  <c:v>0.11199574789937437</c:v>
                </c:pt>
                <c:pt idx="7673">
                  <c:v>0.11200682192592638</c:v>
                </c:pt>
                <c:pt idx="7674">
                  <c:v>0.11203183320439236</c:v>
                </c:pt>
                <c:pt idx="7675">
                  <c:v>0.1120384720839456</c:v>
                </c:pt>
                <c:pt idx="7676">
                  <c:v>0.11205114206976793</c:v>
                </c:pt>
                <c:pt idx="7677">
                  <c:v>0.11207176254598958</c:v>
                </c:pt>
                <c:pt idx="7678">
                  <c:v>0.11207237473700084</c:v>
                </c:pt>
                <c:pt idx="7679">
                  <c:v>0.11208395828317179</c:v>
                </c:pt>
                <c:pt idx="7680">
                  <c:v>0.11209198761628537</c:v>
                </c:pt>
                <c:pt idx="7681">
                  <c:v>0.11210540800049608</c:v>
                </c:pt>
                <c:pt idx="7682">
                  <c:v>0.11212778102948832</c:v>
                </c:pt>
                <c:pt idx="7683">
                  <c:v>0.11213405848438801</c:v>
                </c:pt>
                <c:pt idx="7684">
                  <c:v>0.11216290057541824</c:v>
                </c:pt>
                <c:pt idx="7685">
                  <c:v>0.11217248484834953</c:v>
                </c:pt>
                <c:pt idx="7686">
                  <c:v>0.1121730373319343</c:v>
                </c:pt>
                <c:pt idx="7687">
                  <c:v>0.1121957530732839</c:v>
                </c:pt>
                <c:pt idx="7688">
                  <c:v>0.1122001316350052</c:v>
                </c:pt>
                <c:pt idx="7689">
                  <c:v>0.11220055161411266</c:v>
                </c:pt>
                <c:pt idx="7690">
                  <c:v>0.11222159428276189</c:v>
                </c:pt>
                <c:pt idx="7691">
                  <c:v>0.11223061946264051</c:v>
                </c:pt>
                <c:pt idx="7692">
                  <c:v>0.11223160593962414</c:v>
                </c:pt>
                <c:pt idx="7693">
                  <c:v>0.1122411625483066</c:v>
                </c:pt>
                <c:pt idx="7694">
                  <c:v>0.11224641553952225</c:v>
                </c:pt>
                <c:pt idx="7695">
                  <c:v>0.11224888950479124</c:v>
                </c:pt>
                <c:pt idx="7696">
                  <c:v>0.1122599391693246</c:v>
                </c:pt>
                <c:pt idx="7697">
                  <c:v>0.1122604507209133</c:v>
                </c:pt>
                <c:pt idx="7698">
                  <c:v>0.11226595959368905</c:v>
                </c:pt>
                <c:pt idx="7699">
                  <c:v>0.11227449381890112</c:v>
                </c:pt>
                <c:pt idx="7700">
                  <c:v>0.11229142059760532</c:v>
                </c:pt>
                <c:pt idx="7701">
                  <c:v>0.11229210650998139</c:v>
                </c:pt>
                <c:pt idx="7702">
                  <c:v>0.1122967044019849</c:v>
                </c:pt>
                <c:pt idx="7703">
                  <c:v>0.11230120362504052</c:v>
                </c:pt>
                <c:pt idx="7704">
                  <c:v>0.11230154193923997</c:v>
                </c:pt>
                <c:pt idx="7705">
                  <c:v>0.11231193021223669</c:v>
                </c:pt>
                <c:pt idx="7706">
                  <c:v>0.11233607382786127</c:v>
                </c:pt>
                <c:pt idx="7707">
                  <c:v>0.11235307727004348</c:v>
                </c:pt>
                <c:pt idx="7708">
                  <c:v>0.11235996150068951</c:v>
                </c:pt>
                <c:pt idx="7709">
                  <c:v>0.11237485638517632</c:v>
                </c:pt>
                <c:pt idx="7710">
                  <c:v>0.11238162679512972</c:v>
                </c:pt>
                <c:pt idx="7711">
                  <c:v>0.11239021775610443</c:v>
                </c:pt>
                <c:pt idx="7712">
                  <c:v>0.11241598334722352</c:v>
                </c:pt>
                <c:pt idx="7713">
                  <c:v>0.11243129239683669</c:v>
                </c:pt>
                <c:pt idx="7714">
                  <c:v>0.112446336287491</c:v>
                </c:pt>
                <c:pt idx="7715">
                  <c:v>0.11248192129648167</c:v>
                </c:pt>
                <c:pt idx="7716">
                  <c:v>0.11248532153147237</c:v>
                </c:pt>
                <c:pt idx="7717">
                  <c:v>0.11248819301494632</c:v>
                </c:pt>
                <c:pt idx="7718">
                  <c:v>0.11248870605139866</c:v>
                </c:pt>
                <c:pt idx="7719">
                  <c:v>0.11249863178460238</c:v>
                </c:pt>
                <c:pt idx="7720">
                  <c:v>0.11250350441493626</c:v>
                </c:pt>
                <c:pt idx="7721">
                  <c:v>0.1125042135227579</c:v>
                </c:pt>
                <c:pt idx="7722">
                  <c:v>0.11251523640164059</c:v>
                </c:pt>
                <c:pt idx="7723">
                  <c:v>0.11251892460115308</c:v>
                </c:pt>
                <c:pt idx="7724">
                  <c:v>0.11253547459264064</c:v>
                </c:pt>
                <c:pt idx="7725">
                  <c:v>0.11253809616846006</c:v>
                </c:pt>
                <c:pt idx="7726">
                  <c:v>0.11256339901139806</c:v>
                </c:pt>
                <c:pt idx="7727">
                  <c:v>0.11256399797613767</c:v>
                </c:pt>
                <c:pt idx="7728">
                  <c:v>0.11257327553475695</c:v>
                </c:pt>
                <c:pt idx="7729">
                  <c:v>0.11263066944639437</c:v>
                </c:pt>
                <c:pt idx="7730">
                  <c:v>0.11265093460182364</c:v>
                </c:pt>
                <c:pt idx="7731">
                  <c:v>0.11265207048513419</c:v>
                </c:pt>
                <c:pt idx="7732">
                  <c:v>0.11265843946578444</c:v>
                </c:pt>
                <c:pt idx="7733">
                  <c:v>0.1126711931881156</c:v>
                </c:pt>
                <c:pt idx="7734">
                  <c:v>0.11267391510378079</c:v>
                </c:pt>
                <c:pt idx="7735">
                  <c:v>0.11268786438277893</c:v>
                </c:pt>
                <c:pt idx="7736">
                  <c:v>0.11269133172161999</c:v>
                </c:pt>
                <c:pt idx="7737">
                  <c:v>0.11269426764900502</c:v>
                </c:pt>
                <c:pt idx="7738">
                  <c:v>0.11269982051114047</c:v>
                </c:pt>
                <c:pt idx="7739">
                  <c:v>0.11270194338612397</c:v>
                </c:pt>
                <c:pt idx="7740">
                  <c:v>0.11270503619623638</c:v>
                </c:pt>
                <c:pt idx="7741">
                  <c:v>0.11270829608416749</c:v>
                </c:pt>
                <c:pt idx="7742">
                  <c:v>0.11270936859628634</c:v>
                </c:pt>
                <c:pt idx="7743">
                  <c:v>0.11272006365276634</c:v>
                </c:pt>
                <c:pt idx="7744">
                  <c:v>0.11272752706683199</c:v>
                </c:pt>
                <c:pt idx="7745">
                  <c:v>0.11272848345593815</c:v>
                </c:pt>
                <c:pt idx="7746">
                  <c:v>0.11274824986947243</c:v>
                </c:pt>
                <c:pt idx="7747">
                  <c:v>0.11275722658093147</c:v>
                </c:pt>
                <c:pt idx="7748">
                  <c:v>0.11276612861651558</c:v>
                </c:pt>
                <c:pt idx="7749">
                  <c:v>0.11276666256475058</c:v>
                </c:pt>
                <c:pt idx="7750">
                  <c:v>0.11277125052074666</c:v>
                </c:pt>
                <c:pt idx="7751">
                  <c:v>0.1127738811827264</c:v>
                </c:pt>
                <c:pt idx="7752">
                  <c:v>0.11278003930588264</c:v>
                </c:pt>
                <c:pt idx="7753">
                  <c:v>0.11278366383140229</c:v>
                </c:pt>
                <c:pt idx="7754">
                  <c:v>0.11279261571360677</c:v>
                </c:pt>
                <c:pt idx="7755">
                  <c:v>0.11279840197424164</c:v>
                </c:pt>
                <c:pt idx="7756">
                  <c:v>0.11280028248463791</c:v>
                </c:pt>
                <c:pt idx="7757">
                  <c:v>0.11282954115758605</c:v>
                </c:pt>
                <c:pt idx="7758">
                  <c:v>0.11285330006272475</c:v>
                </c:pt>
                <c:pt idx="7759">
                  <c:v>0.11285694249370325</c:v>
                </c:pt>
                <c:pt idx="7760">
                  <c:v>0.112859778584358</c:v>
                </c:pt>
                <c:pt idx="7761">
                  <c:v>0.11286874672825728</c:v>
                </c:pt>
                <c:pt idx="7762">
                  <c:v>0.11287020390380441</c:v>
                </c:pt>
                <c:pt idx="7763">
                  <c:v>0.1128797898154176</c:v>
                </c:pt>
                <c:pt idx="7764">
                  <c:v>0.11288600721641959</c:v>
                </c:pt>
                <c:pt idx="7765">
                  <c:v>0.11289370105429798</c:v>
                </c:pt>
                <c:pt idx="7766">
                  <c:v>0.11290921855276753</c:v>
                </c:pt>
                <c:pt idx="7767">
                  <c:v>0.11292505682750317</c:v>
                </c:pt>
                <c:pt idx="7768">
                  <c:v>0.11292684446986533</c:v>
                </c:pt>
                <c:pt idx="7769">
                  <c:v>0.11293158657459454</c:v>
                </c:pt>
                <c:pt idx="7770">
                  <c:v>0.11293270156142064</c:v>
                </c:pt>
                <c:pt idx="7771">
                  <c:v>0.11294458701773151</c:v>
                </c:pt>
                <c:pt idx="7772">
                  <c:v>0.11295828195205689</c:v>
                </c:pt>
                <c:pt idx="7773">
                  <c:v>0.11296849748381887</c:v>
                </c:pt>
                <c:pt idx="7774">
                  <c:v>0.11297785353182223</c:v>
                </c:pt>
                <c:pt idx="7775">
                  <c:v>0.11297804774665977</c:v>
                </c:pt>
                <c:pt idx="7776">
                  <c:v>0.11297998338415771</c:v>
                </c:pt>
                <c:pt idx="7777">
                  <c:v>0.11299317972323307</c:v>
                </c:pt>
                <c:pt idx="7778">
                  <c:v>0.11302174000703696</c:v>
                </c:pt>
                <c:pt idx="7779">
                  <c:v>0.11303406206004465</c:v>
                </c:pt>
                <c:pt idx="7780">
                  <c:v>0.1130394056983767</c:v>
                </c:pt>
                <c:pt idx="7781">
                  <c:v>0.11305194279436528</c:v>
                </c:pt>
                <c:pt idx="7782">
                  <c:v>0.11307387777309345</c:v>
                </c:pt>
                <c:pt idx="7783">
                  <c:v>0.11307845799314378</c:v>
                </c:pt>
                <c:pt idx="7784">
                  <c:v>0.11308924030797202</c:v>
                </c:pt>
                <c:pt idx="7785">
                  <c:v>0.1131167470732615</c:v>
                </c:pt>
                <c:pt idx="7786">
                  <c:v>0.11311682371518132</c:v>
                </c:pt>
                <c:pt idx="7787">
                  <c:v>0.11311823511561327</c:v>
                </c:pt>
                <c:pt idx="7788">
                  <c:v>0.11312509244576949</c:v>
                </c:pt>
                <c:pt idx="7789">
                  <c:v>0.11314424675865414</c:v>
                </c:pt>
                <c:pt idx="7790">
                  <c:v>0.11316302900702387</c:v>
                </c:pt>
                <c:pt idx="7791">
                  <c:v>0.11316497549455498</c:v>
                </c:pt>
                <c:pt idx="7792">
                  <c:v>0.11317073345989062</c:v>
                </c:pt>
                <c:pt idx="7793">
                  <c:v>0.11318778419525473</c:v>
                </c:pt>
                <c:pt idx="7794">
                  <c:v>0.11319003204436857</c:v>
                </c:pt>
                <c:pt idx="7795">
                  <c:v>0.11320232109068019</c:v>
                </c:pt>
                <c:pt idx="7796">
                  <c:v>0.11321559007243984</c:v>
                </c:pt>
                <c:pt idx="7797">
                  <c:v>0.11322119057045779</c:v>
                </c:pt>
                <c:pt idx="7798">
                  <c:v>0.11323780515929341</c:v>
                </c:pt>
                <c:pt idx="7799">
                  <c:v>0.11324168101308243</c:v>
                </c:pt>
                <c:pt idx="7800">
                  <c:v>0.11325546213479724</c:v>
                </c:pt>
                <c:pt idx="7801">
                  <c:v>0.11325943511960493</c:v>
                </c:pt>
                <c:pt idx="7802">
                  <c:v>0.11326330674920393</c:v>
                </c:pt>
                <c:pt idx="7803">
                  <c:v>0.11328713487939721</c:v>
                </c:pt>
                <c:pt idx="7804">
                  <c:v>0.11329935797171052</c:v>
                </c:pt>
                <c:pt idx="7805">
                  <c:v>0.11330201781673223</c:v>
                </c:pt>
                <c:pt idx="7806">
                  <c:v>0.11330570113622238</c:v>
                </c:pt>
                <c:pt idx="7807">
                  <c:v>0.11333904734737089</c:v>
                </c:pt>
                <c:pt idx="7808">
                  <c:v>0.11335887856562267</c:v>
                </c:pt>
                <c:pt idx="7809">
                  <c:v>0.11340387267736021</c:v>
                </c:pt>
                <c:pt idx="7810">
                  <c:v>0.11340393299415065</c:v>
                </c:pt>
                <c:pt idx="7811">
                  <c:v>0.11342510245910387</c:v>
                </c:pt>
                <c:pt idx="7812">
                  <c:v>0.1134575066051806</c:v>
                </c:pt>
                <c:pt idx="7813">
                  <c:v>0.11347233041374355</c:v>
                </c:pt>
                <c:pt idx="7814">
                  <c:v>0.11349527248697019</c:v>
                </c:pt>
                <c:pt idx="7815">
                  <c:v>0.1135028618047494</c:v>
                </c:pt>
                <c:pt idx="7816">
                  <c:v>0.113518371750868</c:v>
                </c:pt>
                <c:pt idx="7817">
                  <c:v>0.1135286052225076</c:v>
                </c:pt>
                <c:pt idx="7818">
                  <c:v>0.11354025740016084</c:v>
                </c:pt>
                <c:pt idx="7819">
                  <c:v>0.11354631547113794</c:v>
                </c:pt>
                <c:pt idx="7820">
                  <c:v>0.1135681744373005</c:v>
                </c:pt>
                <c:pt idx="7821">
                  <c:v>0.11357761635854552</c:v>
                </c:pt>
                <c:pt idx="7822">
                  <c:v>0.11357940757180576</c:v>
                </c:pt>
                <c:pt idx="7823">
                  <c:v>0.11358036703847177</c:v>
                </c:pt>
                <c:pt idx="7824">
                  <c:v>0.11359132149911748</c:v>
                </c:pt>
                <c:pt idx="7825">
                  <c:v>0.11359231885263329</c:v>
                </c:pt>
                <c:pt idx="7826">
                  <c:v>0.1135926659806762</c:v>
                </c:pt>
                <c:pt idx="7827">
                  <c:v>0.11359558497815239</c:v>
                </c:pt>
                <c:pt idx="7828">
                  <c:v>0.11359610237627285</c:v>
                </c:pt>
                <c:pt idx="7829">
                  <c:v>0.11361608983471826</c:v>
                </c:pt>
                <c:pt idx="7830">
                  <c:v>0.11362090620580123</c:v>
                </c:pt>
                <c:pt idx="7831">
                  <c:v>0.11362562392172962</c:v>
                </c:pt>
                <c:pt idx="7832">
                  <c:v>0.11363001723632039</c:v>
                </c:pt>
                <c:pt idx="7833">
                  <c:v>0.11363629636276495</c:v>
                </c:pt>
                <c:pt idx="7834">
                  <c:v>0.11368475648599473</c:v>
                </c:pt>
                <c:pt idx="7835">
                  <c:v>0.11369151653254991</c:v>
                </c:pt>
                <c:pt idx="7836">
                  <c:v>0.11369666509666179</c:v>
                </c:pt>
                <c:pt idx="7837">
                  <c:v>0.11370299556360423</c:v>
                </c:pt>
                <c:pt idx="7838">
                  <c:v>0.11370538746429347</c:v>
                </c:pt>
                <c:pt idx="7839">
                  <c:v>0.11372132118693727</c:v>
                </c:pt>
                <c:pt idx="7840">
                  <c:v>0.11372383288901235</c:v>
                </c:pt>
                <c:pt idx="7841">
                  <c:v>0.11373622482403803</c:v>
                </c:pt>
                <c:pt idx="7842">
                  <c:v>0.11374793527359786</c:v>
                </c:pt>
                <c:pt idx="7843">
                  <c:v>0.11376484496048662</c:v>
                </c:pt>
                <c:pt idx="7844">
                  <c:v>0.11377874294111953</c:v>
                </c:pt>
                <c:pt idx="7845">
                  <c:v>0.1137920437043074</c:v>
                </c:pt>
                <c:pt idx="7846">
                  <c:v>0.11379646925688464</c:v>
                </c:pt>
                <c:pt idx="7847">
                  <c:v>0.11380758909229442</c:v>
                </c:pt>
                <c:pt idx="7848">
                  <c:v>0.11381257132273835</c:v>
                </c:pt>
                <c:pt idx="7849">
                  <c:v>0.11381894846278497</c:v>
                </c:pt>
                <c:pt idx="7850">
                  <c:v>0.11381961809384297</c:v>
                </c:pt>
                <c:pt idx="7851">
                  <c:v>0.1138384963122832</c:v>
                </c:pt>
                <c:pt idx="7852">
                  <c:v>0.11384588360189912</c:v>
                </c:pt>
                <c:pt idx="7853">
                  <c:v>0.11384628692188867</c:v>
                </c:pt>
                <c:pt idx="7854">
                  <c:v>0.11386192595574082</c:v>
                </c:pt>
                <c:pt idx="7855">
                  <c:v>0.11388137412456692</c:v>
                </c:pt>
                <c:pt idx="7856">
                  <c:v>0.11388971166224189</c:v>
                </c:pt>
                <c:pt idx="7857">
                  <c:v>0.11388976376578432</c:v>
                </c:pt>
                <c:pt idx="7858">
                  <c:v>0.11388993766589793</c:v>
                </c:pt>
                <c:pt idx="7859">
                  <c:v>0.11390007817038487</c:v>
                </c:pt>
                <c:pt idx="7860">
                  <c:v>0.11390282033301788</c:v>
                </c:pt>
                <c:pt idx="7861">
                  <c:v>0.11392109502703096</c:v>
                </c:pt>
                <c:pt idx="7862">
                  <c:v>0.11393016245461257</c:v>
                </c:pt>
                <c:pt idx="7863">
                  <c:v>0.11394347051603688</c:v>
                </c:pt>
                <c:pt idx="7864">
                  <c:v>0.11395680254690818</c:v>
                </c:pt>
                <c:pt idx="7865">
                  <c:v>0.11397734004083471</c:v>
                </c:pt>
                <c:pt idx="7866">
                  <c:v>0.1139789006097397</c:v>
                </c:pt>
                <c:pt idx="7867">
                  <c:v>0.11398719720441187</c:v>
                </c:pt>
                <c:pt idx="7868">
                  <c:v>0.11400353042364425</c:v>
                </c:pt>
                <c:pt idx="7869">
                  <c:v>0.11401387555825739</c:v>
                </c:pt>
                <c:pt idx="7870">
                  <c:v>0.11401987836838481</c:v>
                </c:pt>
                <c:pt idx="7871">
                  <c:v>0.11403667973188693</c:v>
                </c:pt>
                <c:pt idx="7872">
                  <c:v>0.11403973868375777</c:v>
                </c:pt>
                <c:pt idx="7873">
                  <c:v>0.11404432197855119</c:v>
                </c:pt>
                <c:pt idx="7874">
                  <c:v>0.11405628394888144</c:v>
                </c:pt>
                <c:pt idx="7875">
                  <c:v>0.11407248175124601</c:v>
                </c:pt>
                <c:pt idx="7876">
                  <c:v>0.11407356560013064</c:v>
                </c:pt>
                <c:pt idx="7877">
                  <c:v>0.11407879001990141</c:v>
                </c:pt>
                <c:pt idx="7878">
                  <c:v>0.11408966657795733</c:v>
                </c:pt>
                <c:pt idx="7879">
                  <c:v>0.11410149550839446</c:v>
                </c:pt>
                <c:pt idx="7880">
                  <c:v>0.11410594585749281</c:v>
                </c:pt>
                <c:pt idx="7881">
                  <c:v>0.11410924372894954</c:v>
                </c:pt>
                <c:pt idx="7882">
                  <c:v>0.11411369758404281</c:v>
                </c:pt>
                <c:pt idx="7883">
                  <c:v>0.11412050912283485</c:v>
                </c:pt>
                <c:pt idx="7884">
                  <c:v>0.11413153938716562</c:v>
                </c:pt>
                <c:pt idx="7885">
                  <c:v>0.11413504950953801</c:v>
                </c:pt>
                <c:pt idx="7886">
                  <c:v>0.11415609591425073</c:v>
                </c:pt>
                <c:pt idx="7887">
                  <c:v>0.11417453621850183</c:v>
                </c:pt>
                <c:pt idx="7888">
                  <c:v>0.11419646422975745</c:v>
                </c:pt>
                <c:pt idx="7889">
                  <c:v>0.11419867927283493</c:v>
                </c:pt>
                <c:pt idx="7890">
                  <c:v>0.11420129037347075</c:v>
                </c:pt>
                <c:pt idx="7891">
                  <c:v>0.11420277902732193</c:v>
                </c:pt>
                <c:pt idx="7892">
                  <c:v>0.11422119352610278</c:v>
                </c:pt>
                <c:pt idx="7893">
                  <c:v>0.11423125348126922</c:v>
                </c:pt>
                <c:pt idx="7894">
                  <c:v>0.11423332338133881</c:v>
                </c:pt>
                <c:pt idx="7895">
                  <c:v>0.11423688544145415</c:v>
                </c:pt>
                <c:pt idx="7896">
                  <c:v>0.11423949536174785</c:v>
                </c:pt>
                <c:pt idx="7897">
                  <c:v>0.11424332210242229</c:v>
                </c:pt>
                <c:pt idx="7898">
                  <c:v>0.11424912313798075</c:v>
                </c:pt>
                <c:pt idx="7899">
                  <c:v>0.11425618858963846</c:v>
                </c:pt>
                <c:pt idx="7900">
                  <c:v>0.11425852882297852</c:v>
                </c:pt>
                <c:pt idx="7901">
                  <c:v>0.11427751364069574</c:v>
                </c:pt>
                <c:pt idx="7902">
                  <c:v>0.1143160622504337</c:v>
                </c:pt>
                <c:pt idx="7903">
                  <c:v>0.11432780369230346</c:v>
                </c:pt>
                <c:pt idx="7904">
                  <c:v>0.11433038546413773</c:v>
                </c:pt>
                <c:pt idx="7905">
                  <c:v>0.11435420780803721</c:v>
                </c:pt>
                <c:pt idx="7906">
                  <c:v>0.11435421268534915</c:v>
                </c:pt>
                <c:pt idx="7907">
                  <c:v>0.11435462030514652</c:v>
                </c:pt>
                <c:pt idx="7908">
                  <c:v>0.11435510273968727</c:v>
                </c:pt>
                <c:pt idx="7909">
                  <c:v>0.11437327033161855</c:v>
                </c:pt>
                <c:pt idx="7910">
                  <c:v>0.11438619523705776</c:v>
                </c:pt>
                <c:pt idx="7911">
                  <c:v>0.11438711196041089</c:v>
                </c:pt>
                <c:pt idx="7912">
                  <c:v>0.11439050406074794</c:v>
                </c:pt>
                <c:pt idx="7913">
                  <c:v>0.11439202622404564</c:v>
                </c:pt>
                <c:pt idx="7914">
                  <c:v>0.11439921552403083</c:v>
                </c:pt>
                <c:pt idx="7915">
                  <c:v>0.11442394404398745</c:v>
                </c:pt>
                <c:pt idx="7916">
                  <c:v>0.11442417794025594</c:v>
                </c:pt>
                <c:pt idx="7917">
                  <c:v>0.11442477553206534</c:v>
                </c:pt>
                <c:pt idx="7918">
                  <c:v>0.11443406390277268</c:v>
                </c:pt>
                <c:pt idx="7919">
                  <c:v>0.11444813320046072</c:v>
                </c:pt>
                <c:pt idx="7920">
                  <c:v>0.11445106288466179</c:v>
                </c:pt>
                <c:pt idx="7921">
                  <c:v>0.11445214939760219</c:v>
                </c:pt>
                <c:pt idx="7922">
                  <c:v>0.11446031009864484</c:v>
                </c:pt>
                <c:pt idx="7923">
                  <c:v>0.11446627107010587</c:v>
                </c:pt>
                <c:pt idx="7924">
                  <c:v>0.11446843892676138</c:v>
                </c:pt>
                <c:pt idx="7925">
                  <c:v>0.11447123432321013</c:v>
                </c:pt>
                <c:pt idx="7926">
                  <c:v>0.11449693672261928</c:v>
                </c:pt>
                <c:pt idx="7927">
                  <c:v>0.1144987100374919</c:v>
                </c:pt>
                <c:pt idx="7928">
                  <c:v>0.11449914489631359</c:v>
                </c:pt>
                <c:pt idx="7929">
                  <c:v>0.11453487519906494</c:v>
                </c:pt>
                <c:pt idx="7930">
                  <c:v>0.11454009995660352</c:v>
                </c:pt>
                <c:pt idx="7931">
                  <c:v>0.11454495800537427</c:v>
                </c:pt>
                <c:pt idx="7932">
                  <c:v>0.11455330710126183</c:v>
                </c:pt>
                <c:pt idx="7933">
                  <c:v>0.11457549367461163</c:v>
                </c:pt>
                <c:pt idx="7934">
                  <c:v>0.11458289248646218</c:v>
                </c:pt>
                <c:pt idx="7935">
                  <c:v>0.11458300814196869</c:v>
                </c:pt>
                <c:pt idx="7936">
                  <c:v>0.11459285582051153</c:v>
                </c:pt>
                <c:pt idx="7937">
                  <c:v>0.11461757928408023</c:v>
                </c:pt>
                <c:pt idx="7938">
                  <c:v>0.11462875499605818</c:v>
                </c:pt>
                <c:pt idx="7939">
                  <c:v>0.11464127781466198</c:v>
                </c:pt>
                <c:pt idx="7940">
                  <c:v>0.11464566714888627</c:v>
                </c:pt>
                <c:pt idx="7941">
                  <c:v>0.11464812593039697</c:v>
                </c:pt>
                <c:pt idx="7942">
                  <c:v>0.11465410559953473</c:v>
                </c:pt>
                <c:pt idx="7943">
                  <c:v>0.11467100961181516</c:v>
                </c:pt>
                <c:pt idx="7944">
                  <c:v>0.11468567915984731</c:v>
                </c:pt>
                <c:pt idx="7945">
                  <c:v>0.11472389180372997</c:v>
                </c:pt>
                <c:pt idx="7946">
                  <c:v>0.1147301684444248</c:v>
                </c:pt>
                <c:pt idx="7947">
                  <c:v>0.11473289881770884</c:v>
                </c:pt>
                <c:pt idx="7948">
                  <c:v>0.11473924943763078</c:v>
                </c:pt>
                <c:pt idx="7949">
                  <c:v>0.11474135613080168</c:v>
                </c:pt>
                <c:pt idx="7950">
                  <c:v>0.11474960635851456</c:v>
                </c:pt>
                <c:pt idx="7951">
                  <c:v>0.11474971374648262</c:v>
                </c:pt>
                <c:pt idx="7952">
                  <c:v>0.11475436267295762</c:v>
                </c:pt>
                <c:pt idx="7953">
                  <c:v>0.11477917693203546</c:v>
                </c:pt>
                <c:pt idx="7954">
                  <c:v>0.11478036998364291</c:v>
                </c:pt>
                <c:pt idx="7955">
                  <c:v>0.11479533704958231</c:v>
                </c:pt>
                <c:pt idx="7956">
                  <c:v>0.1148033738423663</c:v>
                </c:pt>
                <c:pt idx="7957">
                  <c:v>0.11481380801336191</c:v>
                </c:pt>
                <c:pt idx="7958">
                  <c:v>0.11481938038859808</c:v>
                </c:pt>
                <c:pt idx="7959">
                  <c:v>0.11483110330995257</c:v>
                </c:pt>
                <c:pt idx="7960">
                  <c:v>0.11483547481879278</c:v>
                </c:pt>
                <c:pt idx="7961">
                  <c:v>0.11484447506853504</c:v>
                </c:pt>
                <c:pt idx="7962">
                  <c:v>0.11485718530185926</c:v>
                </c:pt>
                <c:pt idx="7963">
                  <c:v>0.11486498995845006</c:v>
                </c:pt>
                <c:pt idx="7964">
                  <c:v>0.1148699449904219</c:v>
                </c:pt>
                <c:pt idx="7965">
                  <c:v>0.11488417642061242</c:v>
                </c:pt>
                <c:pt idx="7966">
                  <c:v>0.11488671538327115</c:v>
                </c:pt>
                <c:pt idx="7967">
                  <c:v>0.11489521720399896</c:v>
                </c:pt>
                <c:pt idx="7968">
                  <c:v>0.11490453432675354</c:v>
                </c:pt>
                <c:pt idx="7969">
                  <c:v>0.11492671686846131</c:v>
                </c:pt>
                <c:pt idx="7970">
                  <c:v>0.114933872908777</c:v>
                </c:pt>
                <c:pt idx="7971">
                  <c:v>0.11494428303860631</c:v>
                </c:pt>
                <c:pt idx="7972">
                  <c:v>0.11494669956612967</c:v>
                </c:pt>
                <c:pt idx="7973">
                  <c:v>0.11494914870535237</c:v>
                </c:pt>
                <c:pt idx="7974">
                  <c:v>0.11496524826118094</c:v>
                </c:pt>
                <c:pt idx="7975">
                  <c:v>0.11496989276156586</c:v>
                </c:pt>
                <c:pt idx="7976">
                  <c:v>0.11498009646222766</c:v>
                </c:pt>
                <c:pt idx="7977">
                  <c:v>0.11498747582830182</c:v>
                </c:pt>
                <c:pt idx="7978">
                  <c:v>0.11498848255929889</c:v>
                </c:pt>
                <c:pt idx="7979">
                  <c:v>0.11499654571934516</c:v>
                </c:pt>
                <c:pt idx="7980">
                  <c:v>0.11501728311195079</c:v>
                </c:pt>
                <c:pt idx="7981">
                  <c:v>0.11504144512201304</c:v>
                </c:pt>
                <c:pt idx="7982">
                  <c:v>0.11504416924268235</c:v>
                </c:pt>
                <c:pt idx="7983">
                  <c:v>0.11508378035705394</c:v>
                </c:pt>
                <c:pt idx="7984">
                  <c:v>0.1150945099586268</c:v>
                </c:pt>
                <c:pt idx="7985">
                  <c:v>0.11509647882143621</c:v>
                </c:pt>
                <c:pt idx="7986">
                  <c:v>0.11510078196946043</c:v>
                </c:pt>
                <c:pt idx="7987">
                  <c:v>0.1151114932046214</c:v>
                </c:pt>
                <c:pt idx="7988">
                  <c:v>0.11512869886658299</c:v>
                </c:pt>
                <c:pt idx="7989">
                  <c:v>0.11513738339451807</c:v>
                </c:pt>
                <c:pt idx="7990">
                  <c:v>0.11514595402132617</c:v>
                </c:pt>
                <c:pt idx="7991">
                  <c:v>0.11514838956549489</c:v>
                </c:pt>
                <c:pt idx="7992">
                  <c:v>0.11514864707140758</c:v>
                </c:pt>
                <c:pt idx="7993">
                  <c:v>0.11515661770803687</c:v>
                </c:pt>
                <c:pt idx="7994">
                  <c:v>0.11516305152329719</c:v>
                </c:pt>
                <c:pt idx="7995">
                  <c:v>0.11516520883785214</c:v>
                </c:pt>
                <c:pt idx="7996">
                  <c:v>0.11517097106709212</c:v>
                </c:pt>
                <c:pt idx="7997">
                  <c:v>0.11518607432027715</c:v>
                </c:pt>
                <c:pt idx="7998">
                  <c:v>0.11518918345028224</c:v>
                </c:pt>
                <c:pt idx="7999">
                  <c:v>0.11520097465453502</c:v>
                </c:pt>
                <c:pt idx="8000">
                  <c:v>0.11520355965437082</c:v>
                </c:pt>
                <c:pt idx="8001">
                  <c:v>0.11523007239272595</c:v>
                </c:pt>
                <c:pt idx="8002">
                  <c:v>0.11526673925364511</c:v>
                </c:pt>
                <c:pt idx="8003">
                  <c:v>0.11528874913176135</c:v>
                </c:pt>
                <c:pt idx="8004">
                  <c:v>0.11529055784705684</c:v>
                </c:pt>
                <c:pt idx="8005">
                  <c:v>0.11529324405543324</c:v>
                </c:pt>
                <c:pt idx="8006">
                  <c:v>0.1152960081093235</c:v>
                </c:pt>
                <c:pt idx="8007">
                  <c:v>0.1153073188770702</c:v>
                </c:pt>
                <c:pt idx="8008">
                  <c:v>0.11531248422906529</c:v>
                </c:pt>
                <c:pt idx="8009">
                  <c:v>0.11531805145751421</c:v>
                </c:pt>
                <c:pt idx="8010">
                  <c:v>0.11531921878293437</c:v>
                </c:pt>
                <c:pt idx="8011">
                  <c:v>0.11532580879685371</c:v>
                </c:pt>
                <c:pt idx="8012">
                  <c:v>0.11534933010819633</c:v>
                </c:pt>
                <c:pt idx="8013">
                  <c:v>0.11536056872304265</c:v>
                </c:pt>
                <c:pt idx="8014">
                  <c:v>0.11538228780981492</c:v>
                </c:pt>
                <c:pt idx="8015">
                  <c:v>0.11538437242085506</c:v>
                </c:pt>
                <c:pt idx="8016">
                  <c:v>0.11539378119807026</c:v>
                </c:pt>
                <c:pt idx="8017">
                  <c:v>0.11542236268731011</c:v>
                </c:pt>
                <c:pt idx="8018">
                  <c:v>0.11542384722404544</c:v>
                </c:pt>
                <c:pt idx="8019">
                  <c:v>0.1154269680859539</c:v>
                </c:pt>
                <c:pt idx="8020">
                  <c:v>0.11542822852046648</c:v>
                </c:pt>
                <c:pt idx="8021">
                  <c:v>0.11543573122101175</c:v>
                </c:pt>
                <c:pt idx="8022">
                  <c:v>0.11543685332625095</c:v>
                </c:pt>
                <c:pt idx="8023">
                  <c:v>0.11546107341964254</c:v>
                </c:pt>
                <c:pt idx="8024">
                  <c:v>0.11548505591556676</c:v>
                </c:pt>
                <c:pt idx="8025">
                  <c:v>0.11548529572351127</c:v>
                </c:pt>
                <c:pt idx="8026">
                  <c:v>0.11549052542906935</c:v>
                </c:pt>
                <c:pt idx="8027">
                  <c:v>0.11549225111632544</c:v>
                </c:pt>
                <c:pt idx="8028">
                  <c:v>0.11549365347121084</c:v>
                </c:pt>
                <c:pt idx="8029">
                  <c:v>0.11550545184926041</c:v>
                </c:pt>
                <c:pt idx="8030">
                  <c:v>0.11550846068708659</c:v>
                </c:pt>
                <c:pt idx="8031">
                  <c:v>0.11551155200504977</c:v>
                </c:pt>
                <c:pt idx="8032">
                  <c:v>0.11551731101251882</c:v>
                </c:pt>
                <c:pt idx="8033">
                  <c:v>0.11552015992052182</c:v>
                </c:pt>
                <c:pt idx="8034">
                  <c:v>0.1155246039799394</c:v>
                </c:pt>
                <c:pt idx="8035">
                  <c:v>0.11554465768419024</c:v>
                </c:pt>
                <c:pt idx="8036">
                  <c:v>0.11554650005738812</c:v>
                </c:pt>
                <c:pt idx="8037">
                  <c:v>0.11554990699883916</c:v>
                </c:pt>
                <c:pt idx="8038">
                  <c:v>0.11557949847144866</c:v>
                </c:pt>
                <c:pt idx="8039">
                  <c:v>0.11558461902587154</c:v>
                </c:pt>
                <c:pt idx="8040">
                  <c:v>0.11560066003895343</c:v>
                </c:pt>
                <c:pt idx="8041">
                  <c:v>0.11562055295196998</c:v>
                </c:pt>
                <c:pt idx="8042">
                  <c:v>0.11562205157050663</c:v>
                </c:pt>
                <c:pt idx="8043">
                  <c:v>0.11562499680687825</c:v>
                </c:pt>
                <c:pt idx="8044">
                  <c:v>0.11563780882722895</c:v>
                </c:pt>
                <c:pt idx="8045">
                  <c:v>0.11563798139146421</c:v>
                </c:pt>
                <c:pt idx="8046">
                  <c:v>0.11565338109211465</c:v>
                </c:pt>
                <c:pt idx="8047">
                  <c:v>0.11565611308745925</c:v>
                </c:pt>
                <c:pt idx="8048">
                  <c:v>0.11566272425361394</c:v>
                </c:pt>
                <c:pt idx="8049">
                  <c:v>0.11566452728380999</c:v>
                </c:pt>
                <c:pt idx="8050">
                  <c:v>0.11567828436147651</c:v>
                </c:pt>
                <c:pt idx="8051">
                  <c:v>0.11569181590338846</c:v>
                </c:pt>
                <c:pt idx="8052">
                  <c:v>0.11569236533882393</c:v>
                </c:pt>
                <c:pt idx="8053">
                  <c:v>0.11569374571839838</c:v>
                </c:pt>
                <c:pt idx="8054">
                  <c:v>0.11570545848931291</c:v>
                </c:pt>
                <c:pt idx="8055">
                  <c:v>0.11573718900122396</c:v>
                </c:pt>
                <c:pt idx="8056">
                  <c:v>0.11576236511398182</c:v>
                </c:pt>
                <c:pt idx="8057">
                  <c:v>0.11578562458585792</c:v>
                </c:pt>
                <c:pt idx="8058">
                  <c:v>0.11579314172853344</c:v>
                </c:pt>
                <c:pt idx="8059">
                  <c:v>0.11579483375029107</c:v>
                </c:pt>
                <c:pt idx="8060">
                  <c:v>0.11580093945406721</c:v>
                </c:pt>
                <c:pt idx="8061">
                  <c:v>0.11580360604873889</c:v>
                </c:pt>
                <c:pt idx="8062">
                  <c:v>0.11580653006024393</c:v>
                </c:pt>
                <c:pt idx="8063">
                  <c:v>0.11581484743846733</c:v>
                </c:pt>
                <c:pt idx="8064">
                  <c:v>0.11581547620564203</c:v>
                </c:pt>
                <c:pt idx="8065">
                  <c:v>0.11581777077695163</c:v>
                </c:pt>
                <c:pt idx="8066">
                  <c:v>0.11585077786811128</c:v>
                </c:pt>
                <c:pt idx="8067">
                  <c:v>0.11585101020910332</c:v>
                </c:pt>
                <c:pt idx="8068">
                  <c:v>0.11585241514462181</c:v>
                </c:pt>
                <c:pt idx="8069">
                  <c:v>0.1158623084237774</c:v>
                </c:pt>
                <c:pt idx="8070">
                  <c:v>0.11586282018794193</c:v>
                </c:pt>
                <c:pt idx="8071">
                  <c:v>0.1158685051164543</c:v>
                </c:pt>
                <c:pt idx="8072">
                  <c:v>0.1158955044781548</c:v>
                </c:pt>
                <c:pt idx="8073">
                  <c:v>0.11589817260644529</c:v>
                </c:pt>
                <c:pt idx="8074">
                  <c:v>0.11591307366262561</c:v>
                </c:pt>
                <c:pt idx="8075">
                  <c:v>0.11591540618792241</c:v>
                </c:pt>
                <c:pt idx="8076">
                  <c:v>0.1159160866784103</c:v>
                </c:pt>
                <c:pt idx="8077">
                  <c:v>0.11592014027247718</c:v>
                </c:pt>
                <c:pt idx="8078">
                  <c:v>0.11592086958571179</c:v>
                </c:pt>
                <c:pt idx="8079">
                  <c:v>0.11592366555704468</c:v>
                </c:pt>
                <c:pt idx="8080">
                  <c:v>0.11592510600301267</c:v>
                </c:pt>
                <c:pt idx="8081">
                  <c:v>0.11593097195036511</c:v>
                </c:pt>
                <c:pt idx="8082">
                  <c:v>0.11594024077080729</c:v>
                </c:pt>
                <c:pt idx="8083">
                  <c:v>0.11594488043389899</c:v>
                </c:pt>
                <c:pt idx="8084">
                  <c:v>0.1160052802199488</c:v>
                </c:pt>
                <c:pt idx="8085">
                  <c:v>0.11600872818195219</c:v>
                </c:pt>
                <c:pt idx="8086">
                  <c:v>0.11602500466408197</c:v>
                </c:pt>
                <c:pt idx="8087">
                  <c:v>0.11604809926960696</c:v>
                </c:pt>
                <c:pt idx="8088">
                  <c:v>0.1160494609032124</c:v>
                </c:pt>
                <c:pt idx="8089">
                  <c:v>0.11606709594938067</c:v>
                </c:pt>
                <c:pt idx="8090">
                  <c:v>0.11607468227453167</c:v>
                </c:pt>
                <c:pt idx="8091">
                  <c:v>0.11608041752098086</c:v>
                </c:pt>
                <c:pt idx="8092">
                  <c:v>0.11609953483867456</c:v>
                </c:pt>
                <c:pt idx="8093">
                  <c:v>0.11613846453680775</c:v>
                </c:pt>
                <c:pt idx="8094">
                  <c:v>0.11614955972824377</c:v>
                </c:pt>
                <c:pt idx="8095">
                  <c:v>0.11616922234491042</c:v>
                </c:pt>
                <c:pt idx="8096">
                  <c:v>0.11617349135152533</c:v>
                </c:pt>
                <c:pt idx="8097">
                  <c:v>0.11617440438855131</c:v>
                </c:pt>
                <c:pt idx="8098">
                  <c:v>0.11618502274466717</c:v>
                </c:pt>
                <c:pt idx="8099">
                  <c:v>0.11619326311708013</c:v>
                </c:pt>
                <c:pt idx="8100">
                  <c:v>0.11620805927048557</c:v>
                </c:pt>
                <c:pt idx="8101">
                  <c:v>0.11620957942960125</c:v>
                </c:pt>
                <c:pt idx="8102">
                  <c:v>0.11624866597319565</c:v>
                </c:pt>
                <c:pt idx="8103">
                  <c:v>0.11625148752435586</c:v>
                </c:pt>
                <c:pt idx="8104">
                  <c:v>0.11625282171284423</c:v>
                </c:pt>
                <c:pt idx="8105">
                  <c:v>0.1162606707654322</c:v>
                </c:pt>
                <c:pt idx="8106">
                  <c:v>0.1162610272619832</c:v>
                </c:pt>
                <c:pt idx="8107">
                  <c:v>0.11626109297400525</c:v>
                </c:pt>
                <c:pt idx="8108">
                  <c:v>0.1162846614329428</c:v>
                </c:pt>
                <c:pt idx="8109">
                  <c:v>0.11630520486793731</c:v>
                </c:pt>
                <c:pt idx="8110">
                  <c:v>0.11631722093146295</c:v>
                </c:pt>
                <c:pt idx="8111">
                  <c:v>0.11633911515194201</c:v>
                </c:pt>
                <c:pt idx="8112">
                  <c:v>0.11634719016402557</c:v>
                </c:pt>
                <c:pt idx="8113">
                  <c:v>0.11635999077128671</c:v>
                </c:pt>
                <c:pt idx="8114">
                  <c:v>0.11637820056899882</c:v>
                </c:pt>
                <c:pt idx="8115">
                  <c:v>0.11639272109944253</c:v>
                </c:pt>
                <c:pt idx="8116">
                  <c:v>0.11639450597829304</c:v>
                </c:pt>
                <c:pt idx="8117">
                  <c:v>0.11639849263248024</c:v>
                </c:pt>
                <c:pt idx="8118">
                  <c:v>0.11641119636243961</c:v>
                </c:pt>
                <c:pt idx="8119">
                  <c:v>0.11641255230968188</c:v>
                </c:pt>
                <c:pt idx="8120">
                  <c:v>0.11641879350512364</c:v>
                </c:pt>
                <c:pt idx="8121">
                  <c:v>0.116429744621365</c:v>
                </c:pt>
                <c:pt idx="8122">
                  <c:v>0.11643704886705271</c:v>
                </c:pt>
                <c:pt idx="8123">
                  <c:v>0.11643795645361921</c:v>
                </c:pt>
                <c:pt idx="8124">
                  <c:v>0.11644136044183517</c:v>
                </c:pt>
                <c:pt idx="8125">
                  <c:v>0.11647225049642908</c:v>
                </c:pt>
                <c:pt idx="8126">
                  <c:v>0.11647666941374403</c:v>
                </c:pt>
                <c:pt idx="8127">
                  <c:v>0.11648630834631177</c:v>
                </c:pt>
                <c:pt idx="8128">
                  <c:v>0.11649440862976082</c:v>
                </c:pt>
                <c:pt idx="8129">
                  <c:v>0.11649752492606229</c:v>
                </c:pt>
                <c:pt idx="8130">
                  <c:v>0.11650978195860932</c:v>
                </c:pt>
                <c:pt idx="8131">
                  <c:v>0.11651706067620748</c:v>
                </c:pt>
                <c:pt idx="8132">
                  <c:v>0.11652236070806229</c:v>
                </c:pt>
                <c:pt idx="8133">
                  <c:v>0.11652512427506909</c:v>
                </c:pt>
                <c:pt idx="8134">
                  <c:v>0.11653066503896968</c:v>
                </c:pt>
                <c:pt idx="8135">
                  <c:v>0.11654545670657949</c:v>
                </c:pt>
                <c:pt idx="8136">
                  <c:v>0.11655223023272676</c:v>
                </c:pt>
                <c:pt idx="8137">
                  <c:v>0.11656490779786197</c:v>
                </c:pt>
                <c:pt idx="8138">
                  <c:v>0.11656864380467201</c:v>
                </c:pt>
                <c:pt idx="8139">
                  <c:v>0.11658361066357888</c:v>
                </c:pt>
                <c:pt idx="8140">
                  <c:v>0.11658972924127006</c:v>
                </c:pt>
                <c:pt idx="8141">
                  <c:v>0.11659255358322713</c:v>
                </c:pt>
                <c:pt idx="8142">
                  <c:v>0.11659260898103897</c:v>
                </c:pt>
                <c:pt idx="8143">
                  <c:v>0.11659902002353828</c:v>
                </c:pt>
                <c:pt idx="8144">
                  <c:v>0.11661578621300785</c:v>
                </c:pt>
                <c:pt idx="8145">
                  <c:v>0.11662668514470799</c:v>
                </c:pt>
                <c:pt idx="8146">
                  <c:v>0.11663060264733881</c:v>
                </c:pt>
                <c:pt idx="8147">
                  <c:v>0.11664326335262228</c:v>
                </c:pt>
                <c:pt idx="8148">
                  <c:v>0.11665098911529116</c:v>
                </c:pt>
                <c:pt idx="8149">
                  <c:v>0.11665140904739647</c:v>
                </c:pt>
                <c:pt idx="8150">
                  <c:v>0.11665285631385873</c:v>
                </c:pt>
                <c:pt idx="8151">
                  <c:v>0.11666152260222246</c:v>
                </c:pt>
                <c:pt idx="8152">
                  <c:v>0.11666863651120005</c:v>
                </c:pt>
                <c:pt idx="8153">
                  <c:v>0.11666898018437109</c:v>
                </c:pt>
                <c:pt idx="8154">
                  <c:v>0.11668264298746564</c:v>
                </c:pt>
                <c:pt idx="8155">
                  <c:v>0.11669899068840753</c:v>
                </c:pt>
                <c:pt idx="8156">
                  <c:v>0.11670278181204705</c:v>
                </c:pt>
                <c:pt idx="8157">
                  <c:v>0.11670426443054509</c:v>
                </c:pt>
                <c:pt idx="8158">
                  <c:v>0.11670558149543458</c:v>
                </c:pt>
                <c:pt idx="8159">
                  <c:v>0.11671685129994816</c:v>
                </c:pt>
                <c:pt idx="8160">
                  <c:v>0.11672554049098012</c:v>
                </c:pt>
                <c:pt idx="8161">
                  <c:v>0.11676528714970723</c:v>
                </c:pt>
                <c:pt idx="8162">
                  <c:v>0.11678860749120686</c:v>
                </c:pt>
                <c:pt idx="8163">
                  <c:v>0.11679383323644719</c:v>
                </c:pt>
                <c:pt idx="8164">
                  <c:v>0.11681158652205456</c:v>
                </c:pt>
                <c:pt idx="8165">
                  <c:v>0.11684048050138354</c:v>
                </c:pt>
                <c:pt idx="8166">
                  <c:v>0.11684284093137952</c:v>
                </c:pt>
                <c:pt idx="8167">
                  <c:v>0.1168462638316437</c:v>
                </c:pt>
                <c:pt idx="8168">
                  <c:v>0.11685754551805032</c:v>
                </c:pt>
                <c:pt idx="8169">
                  <c:v>0.11687057658761849</c:v>
                </c:pt>
                <c:pt idx="8170">
                  <c:v>0.11687373377007847</c:v>
                </c:pt>
                <c:pt idx="8171">
                  <c:v>0.11688282279985483</c:v>
                </c:pt>
                <c:pt idx="8172">
                  <c:v>0.11688639666480176</c:v>
                </c:pt>
                <c:pt idx="8173">
                  <c:v>0.11689246769491193</c:v>
                </c:pt>
                <c:pt idx="8174">
                  <c:v>0.11689419584899313</c:v>
                </c:pt>
                <c:pt idx="8175">
                  <c:v>0.11689923493175405</c:v>
                </c:pt>
                <c:pt idx="8176">
                  <c:v>0.11690622799777499</c:v>
                </c:pt>
                <c:pt idx="8177">
                  <c:v>0.11690982414453414</c:v>
                </c:pt>
                <c:pt idx="8178">
                  <c:v>0.11691604021614996</c:v>
                </c:pt>
                <c:pt idx="8179">
                  <c:v>0.11692370451126038</c:v>
                </c:pt>
                <c:pt idx="8180">
                  <c:v>0.11692502345610821</c:v>
                </c:pt>
                <c:pt idx="8181">
                  <c:v>0.11692532347038392</c:v>
                </c:pt>
                <c:pt idx="8182">
                  <c:v>0.11693787897429198</c:v>
                </c:pt>
                <c:pt idx="8183">
                  <c:v>0.11694819579757232</c:v>
                </c:pt>
                <c:pt idx="8184">
                  <c:v>0.11695306567397891</c:v>
                </c:pt>
                <c:pt idx="8185">
                  <c:v>0.11695415939251783</c:v>
                </c:pt>
                <c:pt idx="8186">
                  <c:v>0.11695971396498317</c:v>
                </c:pt>
                <c:pt idx="8187">
                  <c:v>0.11696605530294163</c:v>
                </c:pt>
                <c:pt idx="8188">
                  <c:v>0.11696916931933528</c:v>
                </c:pt>
                <c:pt idx="8189">
                  <c:v>0.11698789547797177</c:v>
                </c:pt>
                <c:pt idx="8190">
                  <c:v>0.116988380495664</c:v>
                </c:pt>
                <c:pt idx="8191">
                  <c:v>0.11698881307873459</c:v>
                </c:pt>
                <c:pt idx="8192">
                  <c:v>0.11700331953557419</c:v>
                </c:pt>
                <c:pt idx="8193">
                  <c:v>0.1170061346517989</c:v>
                </c:pt>
                <c:pt idx="8194">
                  <c:v>0.11702259468474203</c:v>
                </c:pt>
                <c:pt idx="8195">
                  <c:v>0.11703050397194363</c:v>
                </c:pt>
                <c:pt idx="8196">
                  <c:v>0.1170367560393072</c:v>
                </c:pt>
                <c:pt idx="8197">
                  <c:v>0.11704656848639422</c:v>
                </c:pt>
                <c:pt idx="8198">
                  <c:v>0.11704783455030129</c:v>
                </c:pt>
                <c:pt idx="8199">
                  <c:v>0.11705244120815654</c:v>
                </c:pt>
                <c:pt idx="8200">
                  <c:v>0.11705974611296098</c:v>
                </c:pt>
                <c:pt idx="8201">
                  <c:v>0.11706444223599759</c:v>
                </c:pt>
                <c:pt idx="8202">
                  <c:v>0.11706519094983392</c:v>
                </c:pt>
                <c:pt idx="8203">
                  <c:v>0.11706930119921755</c:v>
                </c:pt>
                <c:pt idx="8204">
                  <c:v>0.1170830564079034</c:v>
                </c:pt>
                <c:pt idx="8205">
                  <c:v>0.11708353812515951</c:v>
                </c:pt>
                <c:pt idx="8206">
                  <c:v>0.1170888796996955</c:v>
                </c:pt>
                <c:pt idx="8207">
                  <c:v>0.11710651503194809</c:v>
                </c:pt>
                <c:pt idx="8208">
                  <c:v>0.1171179385491707</c:v>
                </c:pt>
                <c:pt idx="8209">
                  <c:v>0.11713033990989155</c:v>
                </c:pt>
                <c:pt idx="8210">
                  <c:v>0.11713209133097333</c:v>
                </c:pt>
                <c:pt idx="8211">
                  <c:v>0.11713353870126812</c:v>
                </c:pt>
                <c:pt idx="8212">
                  <c:v>0.11715601818699752</c:v>
                </c:pt>
                <c:pt idx="8213">
                  <c:v>0.1171755404884281</c:v>
                </c:pt>
                <c:pt idx="8214">
                  <c:v>0.11720480637312518</c:v>
                </c:pt>
                <c:pt idx="8215">
                  <c:v>0.11722334846285948</c:v>
                </c:pt>
                <c:pt idx="8216">
                  <c:v>0.11722481964449311</c:v>
                </c:pt>
                <c:pt idx="8217">
                  <c:v>0.11723548107490195</c:v>
                </c:pt>
                <c:pt idx="8218">
                  <c:v>0.11724465358919053</c:v>
                </c:pt>
                <c:pt idx="8219">
                  <c:v>0.1172692903757992</c:v>
                </c:pt>
                <c:pt idx="8220">
                  <c:v>0.11728486978566333</c:v>
                </c:pt>
                <c:pt idx="8221">
                  <c:v>0.11729480471864728</c:v>
                </c:pt>
                <c:pt idx="8222">
                  <c:v>0.11731589653979295</c:v>
                </c:pt>
                <c:pt idx="8223">
                  <c:v>0.11732432586475385</c:v>
                </c:pt>
                <c:pt idx="8224">
                  <c:v>0.1173599290334454</c:v>
                </c:pt>
                <c:pt idx="8225">
                  <c:v>0.11736391936939887</c:v>
                </c:pt>
                <c:pt idx="8226">
                  <c:v>0.11738753509068214</c:v>
                </c:pt>
                <c:pt idx="8227">
                  <c:v>0.1174036650591785</c:v>
                </c:pt>
                <c:pt idx="8228">
                  <c:v>0.11740887655135132</c:v>
                </c:pt>
                <c:pt idx="8229">
                  <c:v>0.11741635831869018</c:v>
                </c:pt>
                <c:pt idx="8230">
                  <c:v>0.11743481989890153</c:v>
                </c:pt>
                <c:pt idx="8231">
                  <c:v>0.11743768860441881</c:v>
                </c:pt>
                <c:pt idx="8232">
                  <c:v>0.11745543201097076</c:v>
                </c:pt>
                <c:pt idx="8233">
                  <c:v>0.11746070971147848</c:v>
                </c:pt>
                <c:pt idx="8234">
                  <c:v>0.11746344849631271</c:v>
                </c:pt>
                <c:pt idx="8235">
                  <c:v>0.11747632777021935</c:v>
                </c:pt>
                <c:pt idx="8236">
                  <c:v>0.11748436431540708</c:v>
                </c:pt>
                <c:pt idx="8237">
                  <c:v>0.11749123791507939</c:v>
                </c:pt>
                <c:pt idx="8238">
                  <c:v>0.11749305388671681</c:v>
                </c:pt>
                <c:pt idx="8239">
                  <c:v>0.11749643553239655</c:v>
                </c:pt>
                <c:pt idx="8240">
                  <c:v>0.11749691931338811</c:v>
                </c:pt>
                <c:pt idx="8241">
                  <c:v>0.11754062154746921</c:v>
                </c:pt>
                <c:pt idx="8242">
                  <c:v>0.11754585115350114</c:v>
                </c:pt>
                <c:pt idx="8243">
                  <c:v>0.1175684149982857</c:v>
                </c:pt>
                <c:pt idx="8244">
                  <c:v>0.11757710013975102</c:v>
                </c:pt>
                <c:pt idx="8245">
                  <c:v>0.11758972993791277</c:v>
                </c:pt>
                <c:pt idx="8246">
                  <c:v>0.11759736807325041</c:v>
                </c:pt>
                <c:pt idx="8247">
                  <c:v>0.11761635144819524</c:v>
                </c:pt>
                <c:pt idx="8248">
                  <c:v>0.11762954794821209</c:v>
                </c:pt>
                <c:pt idx="8249">
                  <c:v>0.11764286645779834</c:v>
                </c:pt>
                <c:pt idx="8250">
                  <c:v>0.11764868166233644</c:v>
                </c:pt>
                <c:pt idx="8251">
                  <c:v>0.1176650404890493</c:v>
                </c:pt>
                <c:pt idx="8252">
                  <c:v>0.11767040698803119</c:v>
                </c:pt>
                <c:pt idx="8253">
                  <c:v>0.11767461642357024</c:v>
                </c:pt>
                <c:pt idx="8254">
                  <c:v>0.11770124176419193</c:v>
                </c:pt>
                <c:pt idx="8255">
                  <c:v>0.11771608254449099</c:v>
                </c:pt>
                <c:pt idx="8256">
                  <c:v>0.11772148559873034</c:v>
                </c:pt>
                <c:pt idx="8257">
                  <c:v>0.11775271088990362</c:v>
                </c:pt>
                <c:pt idx="8258">
                  <c:v>0.11776927637978356</c:v>
                </c:pt>
                <c:pt idx="8259">
                  <c:v>0.11777895097631266</c:v>
                </c:pt>
                <c:pt idx="8260">
                  <c:v>0.11782227491525618</c:v>
                </c:pt>
                <c:pt idx="8261">
                  <c:v>0.11782403435238292</c:v>
                </c:pt>
                <c:pt idx="8262">
                  <c:v>0.11782542107136137</c:v>
                </c:pt>
                <c:pt idx="8263">
                  <c:v>0.1178569381742075</c:v>
                </c:pt>
                <c:pt idx="8264">
                  <c:v>0.11787033634641077</c:v>
                </c:pt>
                <c:pt idx="8265">
                  <c:v>0.11787156931739386</c:v>
                </c:pt>
                <c:pt idx="8266">
                  <c:v>0.11787729084766824</c:v>
                </c:pt>
                <c:pt idx="8267">
                  <c:v>0.11788181194246466</c:v>
                </c:pt>
                <c:pt idx="8268">
                  <c:v>0.11788256999508337</c:v>
                </c:pt>
                <c:pt idx="8269">
                  <c:v>0.11788939733928584</c:v>
                </c:pt>
                <c:pt idx="8270">
                  <c:v>0.11790213424740199</c:v>
                </c:pt>
                <c:pt idx="8271">
                  <c:v>0.11791762365714466</c:v>
                </c:pt>
                <c:pt idx="8272">
                  <c:v>0.11795223919237663</c:v>
                </c:pt>
                <c:pt idx="8273">
                  <c:v>0.11796592668474018</c:v>
                </c:pt>
                <c:pt idx="8274">
                  <c:v>0.11798461968626235</c:v>
                </c:pt>
                <c:pt idx="8275">
                  <c:v>0.11798575007545205</c:v>
                </c:pt>
                <c:pt idx="8276">
                  <c:v>0.11800415928667908</c:v>
                </c:pt>
                <c:pt idx="8277">
                  <c:v>0.11801933483075158</c:v>
                </c:pt>
                <c:pt idx="8278">
                  <c:v>0.11802519680784418</c:v>
                </c:pt>
                <c:pt idx="8279">
                  <c:v>0.118026285808482</c:v>
                </c:pt>
                <c:pt idx="8280">
                  <c:v>0.11802922513682859</c:v>
                </c:pt>
                <c:pt idx="8281">
                  <c:v>0.11803086923641677</c:v>
                </c:pt>
                <c:pt idx="8282">
                  <c:v>0.11803583759669159</c:v>
                </c:pt>
                <c:pt idx="8283">
                  <c:v>0.11805201092024907</c:v>
                </c:pt>
                <c:pt idx="8284">
                  <c:v>0.1180544492168514</c:v>
                </c:pt>
                <c:pt idx="8285">
                  <c:v>0.11805621467088674</c:v>
                </c:pt>
                <c:pt idx="8286">
                  <c:v>0.11807250683173334</c:v>
                </c:pt>
                <c:pt idx="8287">
                  <c:v>0.11808370783663147</c:v>
                </c:pt>
                <c:pt idx="8288">
                  <c:v>0.11808503028661194</c:v>
                </c:pt>
                <c:pt idx="8289">
                  <c:v>0.11809065090738496</c:v>
                </c:pt>
                <c:pt idx="8290">
                  <c:v>0.11809924811660039</c:v>
                </c:pt>
                <c:pt idx="8291">
                  <c:v>0.11810006121596195</c:v>
                </c:pt>
                <c:pt idx="8292">
                  <c:v>0.11810558562256458</c:v>
                </c:pt>
                <c:pt idx="8293">
                  <c:v>0.11814249255352363</c:v>
                </c:pt>
                <c:pt idx="8294">
                  <c:v>0.11818023001510787</c:v>
                </c:pt>
                <c:pt idx="8295">
                  <c:v>0.11820182183393302</c:v>
                </c:pt>
                <c:pt idx="8296">
                  <c:v>0.11823097159442995</c:v>
                </c:pt>
                <c:pt idx="8297">
                  <c:v>0.1182310769819187</c:v>
                </c:pt>
                <c:pt idx="8298">
                  <c:v>0.11825211515526779</c:v>
                </c:pt>
                <c:pt idx="8299">
                  <c:v>0.11825315308706966</c:v>
                </c:pt>
                <c:pt idx="8300">
                  <c:v>0.1183039415444495</c:v>
                </c:pt>
                <c:pt idx="8301">
                  <c:v>0.11830395639578653</c:v>
                </c:pt>
                <c:pt idx="8302">
                  <c:v>0.11830942117933455</c:v>
                </c:pt>
                <c:pt idx="8303">
                  <c:v>0.1183110089755961</c:v>
                </c:pt>
                <c:pt idx="8304">
                  <c:v>0.11834882804692703</c:v>
                </c:pt>
                <c:pt idx="8305">
                  <c:v>0.11836351381324632</c:v>
                </c:pt>
                <c:pt idx="8306">
                  <c:v>0.11837057839427048</c:v>
                </c:pt>
                <c:pt idx="8307">
                  <c:v>0.11837462442028777</c:v>
                </c:pt>
                <c:pt idx="8308">
                  <c:v>0.11839155238550748</c:v>
                </c:pt>
                <c:pt idx="8309">
                  <c:v>0.11840780863828576</c:v>
                </c:pt>
                <c:pt idx="8310">
                  <c:v>0.11843598516181321</c:v>
                </c:pt>
                <c:pt idx="8311">
                  <c:v>0.11844906234303534</c:v>
                </c:pt>
                <c:pt idx="8312">
                  <c:v>0.11845441161141812</c:v>
                </c:pt>
                <c:pt idx="8313">
                  <c:v>0.11845508435056672</c:v>
                </c:pt>
                <c:pt idx="8314">
                  <c:v>0.11846790513484384</c:v>
                </c:pt>
                <c:pt idx="8315">
                  <c:v>0.118476536820094</c:v>
                </c:pt>
                <c:pt idx="8316">
                  <c:v>0.11848253801381355</c:v>
                </c:pt>
                <c:pt idx="8317">
                  <c:v>0.11849314056942849</c:v>
                </c:pt>
                <c:pt idx="8318">
                  <c:v>0.11849500512159118</c:v>
                </c:pt>
                <c:pt idx="8319">
                  <c:v>0.11850078334818533</c:v>
                </c:pt>
                <c:pt idx="8320">
                  <c:v>0.11850855221172137</c:v>
                </c:pt>
                <c:pt idx="8321">
                  <c:v>0.11851366858976742</c:v>
                </c:pt>
                <c:pt idx="8322">
                  <c:v>0.11852402046824667</c:v>
                </c:pt>
                <c:pt idx="8323">
                  <c:v>0.11852590278289674</c:v>
                </c:pt>
                <c:pt idx="8324">
                  <c:v>0.11854210299304353</c:v>
                </c:pt>
                <c:pt idx="8325">
                  <c:v>0.11855636468172563</c:v>
                </c:pt>
                <c:pt idx="8326">
                  <c:v>0.11856847957016907</c:v>
                </c:pt>
                <c:pt idx="8327">
                  <c:v>0.11856962523475263</c:v>
                </c:pt>
                <c:pt idx="8328">
                  <c:v>0.11857478584126256</c:v>
                </c:pt>
                <c:pt idx="8329">
                  <c:v>0.11860037330723594</c:v>
                </c:pt>
                <c:pt idx="8330">
                  <c:v>0.11860441597580677</c:v>
                </c:pt>
                <c:pt idx="8331">
                  <c:v>0.11860996166619051</c:v>
                </c:pt>
                <c:pt idx="8332">
                  <c:v>0.11861773727535853</c:v>
                </c:pt>
                <c:pt idx="8333">
                  <c:v>0.11862520942031321</c:v>
                </c:pt>
                <c:pt idx="8334">
                  <c:v>0.11863498243328563</c:v>
                </c:pt>
                <c:pt idx="8335">
                  <c:v>0.11864513590172411</c:v>
                </c:pt>
                <c:pt idx="8336">
                  <c:v>0.11866603674634207</c:v>
                </c:pt>
                <c:pt idx="8337">
                  <c:v>0.11866657621807743</c:v>
                </c:pt>
                <c:pt idx="8338">
                  <c:v>0.11870748345160832</c:v>
                </c:pt>
                <c:pt idx="8339">
                  <c:v>0.11872292524332366</c:v>
                </c:pt>
                <c:pt idx="8340">
                  <c:v>0.11875323576780764</c:v>
                </c:pt>
                <c:pt idx="8341">
                  <c:v>0.11876488925332879</c:v>
                </c:pt>
                <c:pt idx="8342">
                  <c:v>0.11879039281830379</c:v>
                </c:pt>
                <c:pt idx="8343">
                  <c:v>0.11881220454006972</c:v>
                </c:pt>
                <c:pt idx="8344">
                  <c:v>0.11882234098224895</c:v>
                </c:pt>
                <c:pt idx="8345">
                  <c:v>0.1188314434461982</c:v>
                </c:pt>
                <c:pt idx="8346">
                  <c:v>0.11883357949742614</c:v>
                </c:pt>
                <c:pt idx="8347">
                  <c:v>0.11885004851323773</c:v>
                </c:pt>
                <c:pt idx="8348">
                  <c:v>0.11887299522190174</c:v>
                </c:pt>
                <c:pt idx="8349">
                  <c:v>0.11888416747049189</c:v>
                </c:pt>
                <c:pt idx="8350">
                  <c:v>0.1188995060164296</c:v>
                </c:pt>
                <c:pt idx="8351">
                  <c:v>0.11890817996756174</c:v>
                </c:pt>
                <c:pt idx="8352">
                  <c:v>0.1189122158510599</c:v>
                </c:pt>
                <c:pt idx="8353">
                  <c:v>0.11893065155182428</c:v>
                </c:pt>
                <c:pt idx="8354">
                  <c:v>0.11894265262650783</c:v>
                </c:pt>
                <c:pt idx="8355">
                  <c:v>0.11895729291650228</c:v>
                </c:pt>
                <c:pt idx="8356">
                  <c:v>0.11896089323919484</c:v>
                </c:pt>
                <c:pt idx="8357">
                  <c:v>0.11896179818243743</c:v>
                </c:pt>
                <c:pt idx="8358">
                  <c:v>0.11896685633469306</c:v>
                </c:pt>
                <c:pt idx="8359">
                  <c:v>0.1189679501922304</c:v>
                </c:pt>
                <c:pt idx="8360">
                  <c:v>0.11898647314600691</c:v>
                </c:pt>
                <c:pt idx="8361">
                  <c:v>0.11900670777683435</c:v>
                </c:pt>
                <c:pt idx="8362">
                  <c:v>0.11901961226458092</c:v>
                </c:pt>
                <c:pt idx="8363">
                  <c:v>0.11904165403855402</c:v>
                </c:pt>
                <c:pt idx="8364">
                  <c:v>0.1190486336464537</c:v>
                </c:pt>
                <c:pt idx="8365">
                  <c:v>0.11905890508215539</c:v>
                </c:pt>
                <c:pt idx="8366">
                  <c:v>0.11905970299193287</c:v>
                </c:pt>
                <c:pt idx="8367">
                  <c:v>0.1190684344956769</c:v>
                </c:pt>
                <c:pt idx="8368">
                  <c:v>0.11906878019746203</c:v>
                </c:pt>
                <c:pt idx="8369">
                  <c:v>0.11907277209825111</c:v>
                </c:pt>
                <c:pt idx="8370">
                  <c:v>0.11908690369220103</c:v>
                </c:pt>
                <c:pt idx="8371">
                  <c:v>0.11909644317655026</c:v>
                </c:pt>
                <c:pt idx="8372">
                  <c:v>0.11911364458274649</c:v>
                </c:pt>
                <c:pt idx="8373">
                  <c:v>0.11912251860483918</c:v>
                </c:pt>
                <c:pt idx="8374">
                  <c:v>0.11913063060574165</c:v>
                </c:pt>
                <c:pt idx="8375">
                  <c:v>0.11914494779118691</c:v>
                </c:pt>
                <c:pt idx="8376">
                  <c:v>0.11914791787234541</c:v>
                </c:pt>
                <c:pt idx="8377">
                  <c:v>0.11916586923620462</c:v>
                </c:pt>
                <c:pt idx="8378">
                  <c:v>0.11917933190390598</c:v>
                </c:pt>
                <c:pt idx="8379">
                  <c:v>0.11919548547648544</c:v>
                </c:pt>
                <c:pt idx="8380">
                  <c:v>0.11920103898510169</c:v>
                </c:pt>
                <c:pt idx="8381">
                  <c:v>0.1192127742009455</c:v>
                </c:pt>
                <c:pt idx="8382">
                  <c:v>0.11923599431494944</c:v>
                </c:pt>
                <c:pt idx="8383">
                  <c:v>0.11925542611119022</c:v>
                </c:pt>
                <c:pt idx="8384">
                  <c:v>0.11925981182618678</c:v>
                </c:pt>
                <c:pt idx="8385">
                  <c:v>0.11926414164516251</c:v>
                </c:pt>
                <c:pt idx="8386">
                  <c:v>0.11926467280309533</c:v>
                </c:pt>
                <c:pt idx="8387">
                  <c:v>0.11927809203200476</c:v>
                </c:pt>
                <c:pt idx="8388">
                  <c:v>0.11928973240243049</c:v>
                </c:pt>
                <c:pt idx="8389">
                  <c:v>0.11929933481947139</c:v>
                </c:pt>
                <c:pt idx="8390">
                  <c:v>0.11931715599689698</c:v>
                </c:pt>
                <c:pt idx="8391">
                  <c:v>0.11933958052087121</c:v>
                </c:pt>
                <c:pt idx="8392">
                  <c:v>0.11934963016252775</c:v>
                </c:pt>
                <c:pt idx="8393">
                  <c:v>0.11935159956735515</c:v>
                </c:pt>
                <c:pt idx="8394">
                  <c:v>0.11935771059424723</c:v>
                </c:pt>
                <c:pt idx="8395">
                  <c:v>0.11935794840948977</c:v>
                </c:pt>
                <c:pt idx="8396">
                  <c:v>0.11936717606489514</c:v>
                </c:pt>
                <c:pt idx="8397">
                  <c:v>0.1193835810809855</c:v>
                </c:pt>
                <c:pt idx="8398">
                  <c:v>0.11938710333006844</c:v>
                </c:pt>
                <c:pt idx="8399">
                  <c:v>0.119415491159444</c:v>
                </c:pt>
                <c:pt idx="8400">
                  <c:v>0.11941872010093134</c:v>
                </c:pt>
                <c:pt idx="8401">
                  <c:v>0.11942394793397472</c:v>
                </c:pt>
                <c:pt idx="8402">
                  <c:v>0.11942719220763891</c:v>
                </c:pt>
                <c:pt idx="8403">
                  <c:v>0.11943060603984175</c:v>
                </c:pt>
                <c:pt idx="8404">
                  <c:v>0.11943153815819776</c:v>
                </c:pt>
                <c:pt idx="8405">
                  <c:v>0.11943156141542617</c:v>
                </c:pt>
                <c:pt idx="8406">
                  <c:v>0.11943981098379276</c:v>
                </c:pt>
                <c:pt idx="8407">
                  <c:v>0.11945125738937992</c:v>
                </c:pt>
                <c:pt idx="8408">
                  <c:v>0.11947522754394557</c:v>
                </c:pt>
                <c:pt idx="8409">
                  <c:v>0.11947709867100845</c:v>
                </c:pt>
                <c:pt idx="8410">
                  <c:v>0.11948581129245395</c:v>
                </c:pt>
                <c:pt idx="8411">
                  <c:v>0.1194936471293644</c:v>
                </c:pt>
                <c:pt idx="8412">
                  <c:v>0.11949599504835655</c:v>
                </c:pt>
                <c:pt idx="8413">
                  <c:v>0.1195195212283091</c:v>
                </c:pt>
                <c:pt idx="8414">
                  <c:v>0.1195256078135993</c:v>
                </c:pt>
                <c:pt idx="8415">
                  <c:v>0.11953706868313602</c:v>
                </c:pt>
                <c:pt idx="8416">
                  <c:v>0.11954442014107275</c:v>
                </c:pt>
                <c:pt idx="8417">
                  <c:v>0.11955632984517836</c:v>
                </c:pt>
                <c:pt idx="8418">
                  <c:v>0.11957397046010389</c:v>
                </c:pt>
                <c:pt idx="8419">
                  <c:v>0.11957879806464559</c:v>
                </c:pt>
                <c:pt idx="8420">
                  <c:v>0.11960983989294725</c:v>
                </c:pt>
                <c:pt idx="8421">
                  <c:v>0.11962124273284348</c:v>
                </c:pt>
                <c:pt idx="8422">
                  <c:v>0.11962368570563336</c:v>
                </c:pt>
                <c:pt idx="8423">
                  <c:v>0.11962963824871793</c:v>
                </c:pt>
                <c:pt idx="8424">
                  <c:v>0.11963595601953542</c:v>
                </c:pt>
                <c:pt idx="8425">
                  <c:v>0.11964393276499646</c:v>
                </c:pt>
                <c:pt idx="8426">
                  <c:v>0.11966043737190633</c:v>
                </c:pt>
                <c:pt idx="8427">
                  <c:v>0.11966358965852873</c:v>
                </c:pt>
                <c:pt idx="8428">
                  <c:v>0.11967615380013399</c:v>
                </c:pt>
                <c:pt idx="8429">
                  <c:v>0.11968385379020786</c:v>
                </c:pt>
                <c:pt idx="8430">
                  <c:v>0.11970229052905781</c:v>
                </c:pt>
                <c:pt idx="8431">
                  <c:v>0.11970742924763426</c:v>
                </c:pt>
                <c:pt idx="8432">
                  <c:v>0.11972287997168758</c:v>
                </c:pt>
                <c:pt idx="8433">
                  <c:v>0.11973603137354755</c:v>
                </c:pt>
                <c:pt idx="8434">
                  <c:v>0.11973949643891357</c:v>
                </c:pt>
                <c:pt idx="8435">
                  <c:v>0.11975536453067452</c:v>
                </c:pt>
                <c:pt idx="8436">
                  <c:v>0.11977052987081883</c:v>
                </c:pt>
                <c:pt idx="8437">
                  <c:v>0.11977877671915485</c:v>
                </c:pt>
                <c:pt idx="8438">
                  <c:v>0.119787302360865</c:v>
                </c:pt>
                <c:pt idx="8439">
                  <c:v>0.1197873469698108</c:v>
                </c:pt>
                <c:pt idx="8440">
                  <c:v>0.11979172898548202</c:v>
                </c:pt>
                <c:pt idx="8441">
                  <c:v>0.11980370897446076</c:v>
                </c:pt>
                <c:pt idx="8442">
                  <c:v>0.11981780528839954</c:v>
                </c:pt>
                <c:pt idx="8443">
                  <c:v>0.11982207892335009</c:v>
                </c:pt>
                <c:pt idx="8444">
                  <c:v>0.11982962719568449</c:v>
                </c:pt>
                <c:pt idx="8445">
                  <c:v>0.11984381827897357</c:v>
                </c:pt>
                <c:pt idx="8446">
                  <c:v>0.11985093750732648</c:v>
                </c:pt>
                <c:pt idx="8447">
                  <c:v>0.11986456973386876</c:v>
                </c:pt>
                <c:pt idx="8448">
                  <c:v>0.11987667206296707</c:v>
                </c:pt>
                <c:pt idx="8449">
                  <c:v>0.11987991104626028</c:v>
                </c:pt>
                <c:pt idx="8450">
                  <c:v>0.11988590192478969</c:v>
                </c:pt>
                <c:pt idx="8451">
                  <c:v>0.11989448530794675</c:v>
                </c:pt>
                <c:pt idx="8452">
                  <c:v>0.1198960060558138</c:v>
                </c:pt>
                <c:pt idx="8453">
                  <c:v>0.11991052139152887</c:v>
                </c:pt>
                <c:pt idx="8454">
                  <c:v>0.11992820409022863</c:v>
                </c:pt>
                <c:pt idx="8455">
                  <c:v>0.11993909801199606</c:v>
                </c:pt>
                <c:pt idx="8456">
                  <c:v>0.11995069581755093</c:v>
                </c:pt>
                <c:pt idx="8457">
                  <c:v>0.11997759354042202</c:v>
                </c:pt>
                <c:pt idx="8458">
                  <c:v>0.11998624008507011</c:v>
                </c:pt>
                <c:pt idx="8459">
                  <c:v>0.11998772562911467</c:v>
                </c:pt>
                <c:pt idx="8460">
                  <c:v>0.11998954984581117</c:v>
                </c:pt>
                <c:pt idx="8461">
                  <c:v>0.11999186811594857</c:v>
                </c:pt>
                <c:pt idx="8462">
                  <c:v>0.1200345219175505</c:v>
                </c:pt>
                <c:pt idx="8463">
                  <c:v>0.12003498610411369</c:v>
                </c:pt>
                <c:pt idx="8464">
                  <c:v>0.12004128016530807</c:v>
                </c:pt>
                <c:pt idx="8465">
                  <c:v>0.12005281864678623</c:v>
                </c:pt>
                <c:pt idx="8466">
                  <c:v>0.1200771355881424</c:v>
                </c:pt>
                <c:pt idx="8467">
                  <c:v>0.12007829909955287</c:v>
                </c:pt>
                <c:pt idx="8468">
                  <c:v>0.12007840184612821</c:v>
                </c:pt>
                <c:pt idx="8469">
                  <c:v>0.12008015508303786</c:v>
                </c:pt>
                <c:pt idx="8470">
                  <c:v>0.12010926171159358</c:v>
                </c:pt>
                <c:pt idx="8471">
                  <c:v>0.12011591699209813</c:v>
                </c:pt>
                <c:pt idx="8472">
                  <c:v>0.12012182793195604</c:v>
                </c:pt>
                <c:pt idx="8473">
                  <c:v>0.1201221654992065</c:v>
                </c:pt>
                <c:pt idx="8474">
                  <c:v>0.12012361887671921</c:v>
                </c:pt>
                <c:pt idx="8475">
                  <c:v>0.12012827053919593</c:v>
                </c:pt>
                <c:pt idx="8476">
                  <c:v>0.12014786327837773</c:v>
                </c:pt>
                <c:pt idx="8477">
                  <c:v>0.12015760777647935</c:v>
                </c:pt>
                <c:pt idx="8478">
                  <c:v>0.12017487876582472</c:v>
                </c:pt>
                <c:pt idx="8479">
                  <c:v>0.12017881539559301</c:v>
                </c:pt>
                <c:pt idx="8480">
                  <c:v>0.12018335213164094</c:v>
                </c:pt>
                <c:pt idx="8481">
                  <c:v>0.12018578004635921</c:v>
                </c:pt>
                <c:pt idx="8482">
                  <c:v>0.12019237766153699</c:v>
                </c:pt>
                <c:pt idx="8483">
                  <c:v>0.12021517519197518</c:v>
                </c:pt>
                <c:pt idx="8484">
                  <c:v>0.12022080314575057</c:v>
                </c:pt>
                <c:pt idx="8485">
                  <c:v>0.12022821503763449</c:v>
                </c:pt>
                <c:pt idx="8486">
                  <c:v>0.12022987590024102</c:v>
                </c:pt>
                <c:pt idx="8487">
                  <c:v>0.12024710897201529</c:v>
                </c:pt>
                <c:pt idx="8488">
                  <c:v>0.1202919598892371</c:v>
                </c:pt>
                <c:pt idx="8489">
                  <c:v>0.12029211393161339</c:v>
                </c:pt>
                <c:pt idx="8490">
                  <c:v>0.12029455848170034</c:v>
                </c:pt>
                <c:pt idx="8491">
                  <c:v>0.12029589281321156</c:v>
                </c:pt>
                <c:pt idx="8492">
                  <c:v>0.12029620378370399</c:v>
                </c:pt>
                <c:pt idx="8493">
                  <c:v>0.12031416690411464</c:v>
                </c:pt>
                <c:pt idx="8494">
                  <c:v>0.12031631940187516</c:v>
                </c:pt>
                <c:pt idx="8495">
                  <c:v>0.12032806889891325</c:v>
                </c:pt>
                <c:pt idx="8496">
                  <c:v>0.12032972161992497</c:v>
                </c:pt>
                <c:pt idx="8497">
                  <c:v>0.12033829925703408</c:v>
                </c:pt>
                <c:pt idx="8498">
                  <c:v>0.1203396187422979</c:v>
                </c:pt>
                <c:pt idx="8499">
                  <c:v>0.12034821786302709</c:v>
                </c:pt>
                <c:pt idx="8500">
                  <c:v>0.12035675449164644</c:v>
                </c:pt>
                <c:pt idx="8501">
                  <c:v>0.12036916003879915</c:v>
                </c:pt>
                <c:pt idx="8502">
                  <c:v>0.12037282474776534</c:v>
                </c:pt>
                <c:pt idx="8503">
                  <c:v>0.12039103276113149</c:v>
                </c:pt>
                <c:pt idx="8504">
                  <c:v>0.12041263218460238</c:v>
                </c:pt>
                <c:pt idx="8505">
                  <c:v>0.12041536317555374</c:v>
                </c:pt>
                <c:pt idx="8506">
                  <c:v>0.12043970549509718</c:v>
                </c:pt>
                <c:pt idx="8507">
                  <c:v>0.12045243998081945</c:v>
                </c:pt>
                <c:pt idx="8508">
                  <c:v>0.12045261038430022</c:v>
                </c:pt>
                <c:pt idx="8509">
                  <c:v>0.12046197178915241</c:v>
                </c:pt>
                <c:pt idx="8510">
                  <c:v>0.12046943319923877</c:v>
                </c:pt>
                <c:pt idx="8511">
                  <c:v>0.12047242028317985</c:v>
                </c:pt>
                <c:pt idx="8512">
                  <c:v>0.12048273811629089</c:v>
                </c:pt>
                <c:pt idx="8513">
                  <c:v>0.1204927135916849</c:v>
                </c:pt>
                <c:pt idx="8514">
                  <c:v>0.12049276371274131</c:v>
                </c:pt>
                <c:pt idx="8515">
                  <c:v>0.12051195757324691</c:v>
                </c:pt>
                <c:pt idx="8516">
                  <c:v>0.12051400377384509</c:v>
                </c:pt>
                <c:pt idx="8517">
                  <c:v>0.12054227631018062</c:v>
                </c:pt>
                <c:pt idx="8518">
                  <c:v>0.1205494259727368</c:v>
                </c:pt>
                <c:pt idx="8519">
                  <c:v>0.12056522041326243</c:v>
                </c:pt>
                <c:pt idx="8520">
                  <c:v>0.12057176904666114</c:v>
                </c:pt>
                <c:pt idx="8521">
                  <c:v>0.1205957932978996</c:v>
                </c:pt>
                <c:pt idx="8522">
                  <c:v>0.12060590837777592</c:v>
                </c:pt>
                <c:pt idx="8523">
                  <c:v>0.12060751782545059</c:v>
                </c:pt>
                <c:pt idx="8524">
                  <c:v>0.12060889933487284</c:v>
                </c:pt>
                <c:pt idx="8525">
                  <c:v>0.1206219979632111</c:v>
                </c:pt>
                <c:pt idx="8526">
                  <c:v>0.12064206072129308</c:v>
                </c:pt>
                <c:pt idx="8527">
                  <c:v>0.12064283800908772</c:v>
                </c:pt>
                <c:pt idx="8528">
                  <c:v>0.12065112289647149</c:v>
                </c:pt>
                <c:pt idx="8529">
                  <c:v>0.12066072792926515</c:v>
                </c:pt>
                <c:pt idx="8530">
                  <c:v>0.12066446285776031</c:v>
                </c:pt>
                <c:pt idx="8531">
                  <c:v>0.12067848742693184</c:v>
                </c:pt>
                <c:pt idx="8532">
                  <c:v>0.12068266873109314</c:v>
                </c:pt>
                <c:pt idx="8533">
                  <c:v>0.12068674936714477</c:v>
                </c:pt>
                <c:pt idx="8534">
                  <c:v>0.12068867624763539</c:v>
                </c:pt>
                <c:pt idx="8535">
                  <c:v>0.12068868750119896</c:v>
                </c:pt>
                <c:pt idx="8536">
                  <c:v>0.1206924396634947</c:v>
                </c:pt>
                <c:pt idx="8537">
                  <c:v>0.12069813722994707</c:v>
                </c:pt>
                <c:pt idx="8538">
                  <c:v>0.12070603112031236</c:v>
                </c:pt>
                <c:pt idx="8539">
                  <c:v>0.12071457765918173</c:v>
                </c:pt>
                <c:pt idx="8540">
                  <c:v>0.12072401327200231</c:v>
                </c:pt>
                <c:pt idx="8541">
                  <c:v>0.12072806585183987</c:v>
                </c:pt>
                <c:pt idx="8542">
                  <c:v>0.12073853213169337</c:v>
                </c:pt>
                <c:pt idx="8543">
                  <c:v>0.12076323048330277</c:v>
                </c:pt>
                <c:pt idx="8544">
                  <c:v>0.12076495219918311</c:v>
                </c:pt>
                <c:pt idx="8545">
                  <c:v>0.12079159668222866</c:v>
                </c:pt>
                <c:pt idx="8546">
                  <c:v>0.1208094130135673</c:v>
                </c:pt>
                <c:pt idx="8547">
                  <c:v>0.12081544332601238</c:v>
                </c:pt>
                <c:pt idx="8548">
                  <c:v>0.12083543939056163</c:v>
                </c:pt>
                <c:pt idx="8549">
                  <c:v>0.12083660393027415</c:v>
                </c:pt>
                <c:pt idx="8550">
                  <c:v>0.12084333095016937</c:v>
                </c:pt>
                <c:pt idx="8551">
                  <c:v>0.12084675198268396</c:v>
                </c:pt>
                <c:pt idx="8552">
                  <c:v>0.12084796032864868</c:v>
                </c:pt>
                <c:pt idx="8553">
                  <c:v>0.12085314066268006</c:v>
                </c:pt>
                <c:pt idx="8554">
                  <c:v>0.12086401711379831</c:v>
                </c:pt>
                <c:pt idx="8555">
                  <c:v>0.12087856515210046</c:v>
                </c:pt>
                <c:pt idx="8556">
                  <c:v>0.12087936426030134</c:v>
                </c:pt>
                <c:pt idx="8557">
                  <c:v>0.12090678018357445</c:v>
                </c:pt>
                <c:pt idx="8558">
                  <c:v>0.12091472477326388</c:v>
                </c:pt>
                <c:pt idx="8559">
                  <c:v>0.12091598488363954</c:v>
                </c:pt>
                <c:pt idx="8560">
                  <c:v>0.12092313757437403</c:v>
                </c:pt>
                <c:pt idx="8561">
                  <c:v>0.12094588454303885</c:v>
                </c:pt>
                <c:pt idx="8562">
                  <c:v>0.12094680598799347</c:v>
                </c:pt>
                <c:pt idx="8563">
                  <c:v>0.12095774076165433</c:v>
                </c:pt>
                <c:pt idx="8564">
                  <c:v>0.12095916222446505</c:v>
                </c:pt>
                <c:pt idx="8565">
                  <c:v>0.12096434137957662</c:v>
                </c:pt>
                <c:pt idx="8566">
                  <c:v>0.12098710194884522</c:v>
                </c:pt>
                <c:pt idx="8567">
                  <c:v>0.12099369596691993</c:v>
                </c:pt>
                <c:pt idx="8568">
                  <c:v>0.12099598698919851</c:v>
                </c:pt>
                <c:pt idx="8569">
                  <c:v>0.12099664855380403</c:v>
                </c:pt>
                <c:pt idx="8570">
                  <c:v>0.12100749395312943</c:v>
                </c:pt>
                <c:pt idx="8571">
                  <c:v>0.12101150158501192</c:v>
                </c:pt>
                <c:pt idx="8572">
                  <c:v>0.12103182702468769</c:v>
                </c:pt>
                <c:pt idx="8573">
                  <c:v>0.12103813462238107</c:v>
                </c:pt>
                <c:pt idx="8574">
                  <c:v>0.12108237596922908</c:v>
                </c:pt>
                <c:pt idx="8575">
                  <c:v>0.12111916070982418</c:v>
                </c:pt>
                <c:pt idx="8576">
                  <c:v>0.12112933379222586</c:v>
                </c:pt>
                <c:pt idx="8577">
                  <c:v>0.12113254568890978</c:v>
                </c:pt>
                <c:pt idx="8578">
                  <c:v>0.1211389457357991</c:v>
                </c:pt>
                <c:pt idx="8579">
                  <c:v>0.12116523851184834</c:v>
                </c:pt>
                <c:pt idx="8580">
                  <c:v>0.1211723904337047</c:v>
                </c:pt>
                <c:pt idx="8581">
                  <c:v>0.12118087990283233</c:v>
                </c:pt>
                <c:pt idx="8582">
                  <c:v>0.12119746506935249</c:v>
                </c:pt>
                <c:pt idx="8583">
                  <c:v>0.12119832821757173</c:v>
                </c:pt>
                <c:pt idx="8584">
                  <c:v>0.12120472543045439</c:v>
                </c:pt>
                <c:pt idx="8585">
                  <c:v>0.12120504457113947</c:v>
                </c:pt>
                <c:pt idx="8586">
                  <c:v>0.12121580051747033</c:v>
                </c:pt>
                <c:pt idx="8587">
                  <c:v>0.12122547121773215</c:v>
                </c:pt>
                <c:pt idx="8588">
                  <c:v>0.12123707302687409</c:v>
                </c:pt>
                <c:pt idx="8589">
                  <c:v>0.12124159454057534</c:v>
                </c:pt>
                <c:pt idx="8590">
                  <c:v>0.12125018969441378</c:v>
                </c:pt>
                <c:pt idx="8591">
                  <c:v>0.12126309434996441</c:v>
                </c:pt>
                <c:pt idx="8592">
                  <c:v>0.12127618727730842</c:v>
                </c:pt>
                <c:pt idx="8593">
                  <c:v>0.12128654608410498</c:v>
                </c:pt>
                <c:pt idx="8594">
                  <c:v>0.12130957405151627</c:v>
                </c:pt>
                <c:pt idx="8595">
                  <c:v>0.12131427657059508</c:v>
                </c:pt>
                <c:pt idx="8596">
                  <c:v>0.12131432973592017</c:v>
                </c:pt>
                <c:pt idx="8597">
                  <c:v>0.1213143935671714</c:v>
                </c:pt>
                <c:pt idx="8598">
                  <c:v>0.12131909696733005</c:v>
                </c:pt>
                <c:pt idx="8599">
                  <c:v>0.12132959146137554</c:v>
                </c:pt>
                <c:pt idx="8600">
                  <c:v>0.12133094103003322</c:v>
                </c:pt>
                <c:pt idx="8601">
                  <c:v>0.12133705184401249</c:v>
                </c:pt>
                <c:pt idx="8602">
                  <c:v>0.12134009781343134</c:v>
                </c:pt>
                <c:pt idx="8603">
                  <c:v>0.12138003617625341</c:v>
                </c:pt>
                <c:pt idx="8604">
                  <c:v>0.12139501882993223</c:v>
                </c:pt>
                <c:pt idx="8605">
                  <c:v>0.12140755473987995</c:v>
                </c:pt>
                <c:pt idx="8606">
                  <c:v>0.1214853307359664</c:v>
                </c:pt>
                <c:pt idx="8607">
                  <c:v>0.12149610462240561</c:v>
                </c:pt>
                <c:pt idx="8608">
                  <c:v>0.12151281459989539</c:v>
                </c:pt>
                <c:pt idx="8609">
                  <c:v>0.12153394271358978</c:v>
                </c:pt>
                <c:pt idx="8610">
                  <c:v>0.12155248495363616</c:v>
                </c:pt>
                <c:pt idx="8611">
                  <c:v>0.12155373655435356</c:v>
                </c:pt>
                <c:pt idx="8612">
                  <c:v>0.12157472798984241</c:v>
                </c:pt>
                <c:pt idx="8613">
                  <c:v>0.1215859353209944</c:v>
                </c:pt>
                <c:pt idx="8614">
                  <c:v>0.1215875989086658</c:v>
                </c:pt>
                <c:pt idx="8615">
                  <c:v>0.12158920633485677</c:v>
                </c:pt>
                <c:pt idx="8616">
                  <c:v>0.12160123322058519</c:v>
                </c:pt>
                <c:pt idx="8617">
                  <c:v>0.12160759796059498</c:v>
                </c:pt>
                <c:pt idx="8618">
                  <c:v>0.12160903515688205</c:v>
                </c:pt>
                <c:pt idx="8619">
                  <c:v>0.12162011550999158</c:v>
                </c:pt>
                <c:pt idx="8620">
                  <c:v>0.12164861484252708</c:v>
                </c:pt>
                <c:pt idx="8621">
                  <c:v>0.12166425243411222</c:v>
                </c:pt>
                <c:pt idx="8622">
                  <c:v>0.12166744879226837</c:v>
                </c:pt>
                <c:pt idx="8623">
                  <c:v>0.12168541191395307</c:v>
                </c:pt>
                <c:pt idx="8624">
                  <c:v>0.12168935671552505</c:v>
                </c:pt>
                <c:pt idx="8625">
                  <c:v>0.12169118280624047</c:v>
                </c:pt>
                <c:pt idx="8626">
                  <c:v>0.12169555219692127</c:v>
                </c:pt>
                <c:pt idx="8627">
                  <c:v>0.12171840851927909</c:v>
                </c:pt>
                <c:pt idx="8628">
                  <c:v>0.12172370783940141</c:v>
                </c:pt>
                <c:pt idx="8629">
                  <c:v>0.12173128249369612</c:v>
                </c:pt>
                <c:pt idx="8630">
                  <c:v>0.12173247072036641</c:v>
                </c:pt>
                <c:pt idx="8631">
                  <c:v>0.12173278214296133</c:v>
                </c:pt>
                <c:pt idx="8632">
                  <c:v>0.12173470857914515</c:v>
                </c:pt>
                <c:pt idx="8633">
                  <c:v>0.12173531139271088</c:v>
                </c:pt>
                <c:pt idx="8634">
                  <c:v>0.12176189844079985</c:v>
                </c:pt>
                <c:pt idx="8635">
                  <c:v>0.12176599113766476</c:v>
                </c:pt>
                <c:pt idx="8636">
                  <c:v>0.12176783649237471</c:v>
                </c:pt>
                <c:pt idx="8637">
                  <c:v>0.12176880959359987</c:v>
                </c:pt>
                <c:pt idx="8638">
                  <c:v>0.12177345927204093</c:v>
                </c:pt>
                <c:pt idx="8639">
                  <c:v>0.1217904657280596</c:v>
                </c:pt>
                <c:pt idx="8640">
                  <c:v>0.1217920607704016</c:v>
                </c:pt>
                <c:pt idx="8641">
                  <c:v>0.12179224456130333</c:v>
                </c:pt>
                <c:pt idx="8642">
                  <c:v>0.12180266266920783</c:v>
                </c:pt>
                <c:pt idx="8643">
                  <c:v>0.12181289408887133</c:v>
                </c:pt>
                <c:pt idx="8644">
                  <c:v>0.12181715044096186</c:v>
                </c:pt>
                <c:pt idx="8645">
                  <c:v>0.12182366485611688</c:v>
                </c:pt>
                <c:pt idx="8646">
                  <c:v>0.12183288640841361</c:v>
                </c:pt>
                <c:pt idx="8647">
                  <c:v>0.12185374664443799</c:v>
                </c:pt>
                <c:pt idx="8648">
                  <c:v>0.12187987546463352</c:v>
                </c:pt>
                <c:pt idx="8649">
                  <c:v>0.12189687914599831</c:v>
                </c:pt>
                <c:pt idx="8650">
                  <c:v>0.12191283662826828</c:v>
                </c:pt>
                <c:pt idx="8651">
                  <c:v>0.121915562734807</c:v>
                </c:pt>
                <c:pt idx="8652">
                  <c:v>0.12192317220313835</c:v>
                </c:pt>
                <c:pt idx="8653">
                  <c:v>0.12192525232309731</c:v>
                </c:pt>
                <c:pt idx="8654">
                  <c:v>0.1219321030629045</c:v>
                </c:pt>
                <c:pt idx="8655">
                  <c:v>0.12193530593687373</c:v>
                </c:pt>
                <c:pt idx="8656">
                  <c:v>0.12194396207901313</c:v>
                </c:pt>
                <c:pt idx="8657">
                  <c:v>0.12194661795266534</c:v>
                </c:pt>
                <c:pt idx="8658">
                  <c:v>0.12194775568217023</c:v>
                </c:pt>
                <c:pt idx="8659">
                  <c:v>0.1219594099691115</c:v>
                </c:pt>
                <c:pt idx="8660">
                  <c:v>0.12197045261185004</c:v>
                </c:pt>
                <c:pt idx="8661">
                  <c:v>0.1220355464378951</c:v>
                </c:pt>
                <c:pt idx="8662">
                  <c:v>0.12206852847775043</c:v>
                </c:pt>
                <c:pt idx="8663">
                  <c:v>0.12207163289083753</c:v>
                </c:pt>
                <c:pt idx="8664">
                  <c:v>0.12207546721319591</c:v>
                </c:pt>
                <c:pt idx="8665">
                  <c:v>0.12209265010771593</c:v>
                </c:pt>
                <c:pt idx="8666">
                  <c:v>0.12211007048301628</c:v>
                </c:pt>
                <c:pt idx="8667">
                  <c:v>0.12211385432272125</c:v>
                </c:pt>
                <c:pt idx="8668">
                  <c:v>0.12213091128254332</c:v>
                </c:pt>
                <c:pt idx="8669">
                  <c:v>0.12214957763303885</c:v>
                </c:pt>
                <c:pt idx="8670">
                  <c:v>0.12215404823954658</c:v>
                </c:pt>
                <c:pt idx="8671">
                  <c:v>0.12216047672096657</c:v>
                </c:pt>
                <c:pt idx="8672">
                  <c:v>0.12217314785268749</c:v>
                </c:pt>
                <c:pt idx="8673">
                  <c:v>0.12217334216027118</c:v>
                </c:pt>
                <c:pt idx="8674">
                  <c:v>0.12217633293637906</c:v>
                </c:pt>
                <c:pt idx="8675">
                  <c:v>0.12217993728271126</c:v>
                </c:pt>
                <c:pt idx="8676">
                  <c:v>0.12218494833334724</c:v>
                </c:pt>
                <c:pt idx="8677">
                  <c:v>0.12219915903268817</c:v>
                </c:pt>
                <c:pt idx="8678">
                  <c:v>0.12221940621265766</c:v>
                </c:pt>
                <c:pt idx="8679">
                  <c:v>0.12222509342564385</c:v>
                </c:pt>
                <c:pt idx="8680">
                  <c:v>0.12222556012562547</c:v>
                </c:pt>
                <c:pt idx="8681">
                  <c:v>0.12224326585095455</c:v>
                </c:pt>
                <c:pt idx="8682">
                  <c:v>0.12224926691732875</c:v>
                </c:pt>
                <c:pt idx="8683">
                  <c:v>0.12226292455571244</c:v>
                </c:pt>
                <c:pt idx="8684">
                  <c:v>0.12226731273061719</c:v>
                </c:pt>
                <c:pt idx="8685">
                  <c:v>0.12226851190413748</c:v>
                </c:pt>
                <c:pt idx="8686">
                  <c:v>0.12227230738873721</c:v>
                </c:pt>
                <c:pt idx="8687">
                  <c:v>0.12228097429590673</c:v>
                </c:pt>
                <c:pt idx="8688">
                  <c:v>0.12228820057127129</c:v>
                </c:pt>
                <c:pt idx="8689">
                  <c:v>0.12228844005331073</c:v>
                </c:pt>
                <c:pt idx="8690">
                  <c:v>0.12229915170198744</c:v>
                </c:pt>
                <c:pt idx="8691">
                  <c:v>0.12230629098257735</c:v>
                </c:pt>
                <c:pt idx="8692">
                  <c:v>0.12230678820659699</c:v>
                </c:pt>
                <c:pt idx="8693">
                  <c:v>0.12230908570351125</c:v>
                </c:pt>
                <c:pt idx="8694">
                  <c:v>0.12231977614675683</c:v>
                </c:pt>
                <c:pt idx="8695">
                  <c:v>0.12233642000100528</c:v>
                </c:pt>
                <c:pt idx="8696">
                  <c:v>0.12234003165232164</c:v>
                </c:pt>
                <c:pt idx="8697">
                  <c:v>0.12234115917332226</c:v>
                </c:pt>
                <c:pt idx="8698">
                  <c:v>0.1223424415152051</c:v>
                </c:pt>
                <c:pt idx="8699">
                  <c:v>0.12234980593430195</c:v>
                </c:pt>
                <c:pt idx="8700">
                  <c:v>0.1223509472733606</c:v>
                </c:pt>
                <c:pt idx="8701">
                  <c:v>0.12235449251940037</c:v>
                </c:pt>
                <c:pt idx="8702">
                  <c:v>0.12236239127777912</c:v>
                </c:pt>
                <c:pt idx="8703">
                  <c:v>0.12237499037159934</c:v>
                </c:pt>
                <c:pt idx="8704">
                  <c:v>0.12237851470857532</c:v>
                </c:pt>
                <c:pt idx="8705">
                  <c:v>0.12237925972254497</c:v>
                </c:pt>
                <c:pt idx="8706">
                  <c:v>0.12239924564483889</c:v>
                </c:pt>
                <c:pt idx="8707">
                  <c:v>0.12241428130819099</c:v>
                </c:pt>
                <c:pt idx="8708">
                  <c:v>0.12242406169885815</c:v>
                </c:pt>
                <c:pt idx="8709">
                  <c:v>0.12243138874644686</c:v>
                </c:pt>
                <c:pt idx="8710">
                  <c:v>0.12244262730157512</c:v>
                </c:pt>
                <c:pt idx="8711">
                  <c:v>0.12245555842433936</c:v>
                </c:pt>
                <c:pt idx="8712">
                  <c:v>0.12246724701135947</c:v>
                </c:pt>
                <c:pt idx="8713">
                  <c:v>0.12246742423461003</c:v>
                </c:pt>
                <c:pt idx="8714">
                  <c:v>0.12247224037562901</c:v>
                </c:pt>
                <c:pt idx="8715">
                  <c:v>0.1224825053746664</c:v>
                </c:pt>
                <c:pt idx="8716">
                  <c:v>0.12248899218887042</c:v>
                </c:pt>
                <c:pt idx="8717">
                  <c:v>0.12249122680149255</c:v>
                </c:pt>
                <c:pt idx="8718">
                  <c:v>0.12250395981793606</c:v>
                </c:pt>
                <c:pt idx="8719">
                  <c:v>0.12250885251945166</c:v>
                </c:pt>
                <c:pt idx="8720">
                  <c:v>0.12251624148931835</c:v>
                </c:pt>
                <c:pt idx="8721">
                  <c:v>0.12252407047010413</c:v>
                </c:pt>
                <c:pt idx="8722">
                  <c:v>0.122529452802921</c:v>
                </c:pt>
                <c:pt idx="8723">
                  <c:v>0.12255015089111322</c:v>
                </c:pt>
                <c:pt idx="8724">
                  <c:v>0.12255926169472094</c:v>
                </c:pt>
                <c:pt idx="8725">
                  <c:v>0.12256177422333094</c:v>
                </c:pt>
                <c:pt idx="8726">
                  <c:v>0.12256593510622622</c:v>
                </c:pt>
                <c:pt idx="8727">
                  <c:v>0.12257169123749347</c:v>
                </c:pt>
                <c:pt idx="8728">
                  <c:v>0.12257417970889527</c:v>
                </c:pt>
                <c:pt idx="8729">
                  <c:v>0.12258719638823018</c:v>
                </c:pt>
                <c:pt idx="8730">
                  <c:v>0.12259229807342083</c:v>
                </c:pt>
                <c:pt idx="8731">
                  <c:v>0.12259273376055227</c:v>
                </c:pt>
                <c:pt idx="8732">
                  <c:v>0.12261444961932248</c:v>
                </c:pt>
                <c:pt idx="8733">
                  <c:v>0.12265454190324356</c:v>
                </c:pt>
                <c:pt idx="8734">
                  <c:v>0.12265538060812857</c:v>
                </c:pt>
                <c:pt idx="8735">
                  <c:v>0.12266862556594468</c:v>
                </c:pt>
                <c:pt idx="8736">
                  <c:v>0.12266890319028523</c:v>
                </c:pt>
                <c:pt idx="8737">
                  <c:v>0.12267037371251546</c:v>
                </c:pt>
                <c:pt idx="8738">
                  <c:v>0.12272306155194097</c:v>
                </c:pt>
                <c:pt idx="8739">
                  <c:v>0.12273353278550722</c:v>
                </c:pt>
                <c:pt idx="8740">
                  <c:v>0.12273520143439665</c:v>
                </c:pt>
                <c:pt idx="8741">
                  <c:v>0.1227353729916898</c:v>
                </c:pt>
                <c:pt idx="8742">
                  <c:v>0.12273761117003384</c:v>
                </c:pt>
                <c:pt idx="8743">
                  <c:v>0.12275979745663219</c:v>
                </c:pt>
                <c:pt idx="8744">
                  <c:v>0.12276230880235313</c:v>
                </c:pt>
                <c:pt idx="8745">
                  <c:v>0.12276545870230395</c:v>
                </c:pt>
                <c:pt idx="8746">
                  <c:v>0.12278110797701589</c:v>
                </c:pt>
                <c:pt idx="8747">
                  <c:v>0.1227983067402573</c:v>
                </c:pt>
                <c:pt idx="8748">
                  <c:v>0.12280153505449418</c:v>
                </c:pt>
                <c:pt idx="8749">
                  <c:v>0.12282479172441257</c:v>
                </c:pt>
                <c:pt idx="8750">
                  <c:v>0.12283172853698994</c:v>
                </c:pt>
                <c:pt idx="8751">
                  <c:v>0.12284398161132561</c:v>
                </c:pt>
                <c:pt idx="8752">
                  <c:v>0.12285833877222795</c:v>
                </c:pt>
                <c:pt idx="8753">
                  <c:v>0.12288164036889854</c:v>
                </c:pt>
                <c:pt idx="8754">
                  <c:v>0.12289060125681676</c:v>
                </c:pt>
                <c:pt idx="8755">
                  <c:v>0.12289372599791784</c:v>
                </c:pt>
                <c:pt idx="8756">
                  <c:v>0.1228960544572858</c:v>
                </c:pt>
                <c:pt idx="8757">
                  <c:v>0.12289666076642783</c:v>
                </c:pt>
                <c:pt idx="8758">
                  <c:v>0.12289902387621494</c:v>
                </c:pt>
                <c:pt idx="8759">
                  <c:v>0.12292197600366839</c:v>
                </c:pt>
                <c:pt idx="8760">
                  <c:v>0.1229247228517177</c:v>
                </c:pt>
                <c:pt idx="8761">
                  <c:v>0.1229308269887216</c:v>
                </c:pt>
                <c:pt idx="8762">
                  <c:v>0.12293120182919816</c:v>
                </c:pt>
                <c:pt idx="8763">
                  <c:v>0.12294035201133251</c:v>
                </c:pt>
                <c:pt idx="8764">
                  <c:v>0.12294151748535054</c:v>
                </c:pt>
                <c:pt idx="8765">
                  <c:v>0.12294808036021887</c:v>
                </c:pt>
                <c:pt idx="8766">
                  <c:v>0.12295845099965114</c:v>
                </c:pt>
                <c:pt idx="8767">
                  <c:v>0.12297643787350243</c:v>
                </c:pt>
                <c:pt idx="8768">
                  <c:v>0.12299673914154748</c:v>
                </c:pt>
                <c:pt idx="8769">
                  <c:v>0.12301005454483822</c:v>
                </c:pt>
                <c:pt idx="8770">
                  <c:v>0.12301416239223616</c:v>
                </c:pt>
                <c:pt idx="8771">
                  <c:v>0.12302517831096101</c:v>
                </c:pt>
                <c:pt idx="8772">
                  <c:v>0.12302549512754951</c:v>
                </c:pt>
                <c:pt idx="8773">
                  <c:v>0.12303051128211999</c:v>
                </c:pt>
                <c:pt idx="8774">
                  <c:v>0.12305141068514833</c:v>
                </c:pt>
                <c:pt idx="8775">
                  <c:v>0.12306322673618067</c:v>
                </c:pt>
                <c:pt idx="8776">
                  <c:v>0.12306760555173975</c:v>
                </c:pt>
                <c:pt idx="8777">
                  <c:v>0.12307388467006054</c:v>
                </c:pt>
                <c:pt idx="8778">
                  <c:v>0.12307928041138806</c:v>
                </c:pt>
                <c:pt idx="8779">
                  <c:v>0.12310184628982515</c:v>
                </c:pt>
                <c:pt idx="8780">
                  <c:v>0.12311722541916625</c:v>
                </c:pt>
                <c:pt idx="8781">
                  <c:v>0.12313034706756823</c:v>
                </c:pt>
                <c:pt idx="8782">
                  <c:v>0.1231394545818582</c:v>
                </c:pt>
                <c:pt idx="8783">
                  <c:v>0.1231550358645897</c:v>
                </c:pt>
                <c:pt idx="8784">
                  <c:v>0.12318654313823577</c:v>
                </c:pt>
                <c:pt idx="8785">
                  <c:v>0.12318978582787354</c:v>
                </c:pt>
                <c:pt idx="8786">
                  <c:v>0.12320348162104784</c:v>
                </c:pt>
                <c:pt idx="8787">
                  <c:v>0.12321964731367153</c:v>
                </c:pt>
                <c:pt idx="8788">
                  <c:v>0.12322136398341672</c:v>
                </c:pt>
                <c:pt idx="8789">
                  <c:v>0.12323335420690361</c:v>
                </c:pt>
                <c:pt idx="8790">
                  <c:v>0.12325919983507047</c:v>
                </c:pt>
                <c:pt idx="8791">
                  <c:v>0.12326188765197102</c:v>
                </c:pt>
                <c:pt idx="8792">
                  <c:v>0.12326426326428867</c:v>
                </c:pt>
                <c:pt idx="8793">
                  <c:v>0.12327702124506441</c:v>
                </c:pt>
                <c:pt idx="8794">
                  <c:v>0.12327973548209836</c:v>
                </c:pt>
                <c:pt idx="8795">
                  <c:v>0.1232870818447724</c:v>
                </c:pt>
                <c:pt idx="8796">
                  <c:v>0.12330589803089234</c:v>
                </c:pt>
                <c:pt idx="8797">
                  <c:v>0.12332468073869687</c:v>
                </c:pt>
                <c:pt idx="8798">
                  <c:v>0.12335432100975524</c:v>
                </c:pt>
                <c:pt idx="8799">
                  <c:v>0.12336686570776265</c:v>
                </c:pt>
                <c:pt idx="8800">
                  <c:v>0.12339378084710101</c:v>
                </c:pt>
                <c:pt idx="8801">
                  <c:v>0.12339410404932011</c:v>
                </c:pt>
                <c:pt idx="8802">
                  <c:v>0.1234046503608098</c:v>
                </c:pt>
                <c:pt idx="8803">
                  <c:v>0.12340987723620338</c:v>
                </c:pt>
                <c:pt idx="8804">
                  <c:v>0.12341594206288267</c:v>
                </c:pt>
                <c:pt idx="8805">
                  <c:v>0.12341974344155167</c:v>
                </c:pt>
                <c:pt idx="8806">
                  <c:v>0.12344362838687595</c:v>
                </c:pt>
                <c:pt idx="8807">
                  <c:v>0.12345135679822684</c:v>
                </c:pt>
                <c:pt idx="8808">
                  <c:v>0.12345480009169896</c:v>
                </c:pt>
                <c:pt idx="8809">
                  <c:v>0.12346928537699881</c:v>
                </c:pt>
                <c:pt idx="8810">
                  <c:v>0.12348416415546208</c:v>
                </c:pt>
                <c:pt idx="8811">
                  <c:v>0.12351966255984889</c:v>
                </c:pt>
                <c:pt idx="8812">
                  <c:v>0.12356196303520464</c:v>
                </c:pt>
                <c:pt idx="8813">
                  <c:v>0.12356476722095038</c:v>
                </c:pt>
                <c:pt idx="8814">
                  <c:v>0.12356571421900053</c:v>
                </c:pt>
                <c:pt idx="8815">
                  <c:v>0.12356604486138413</c:v>
                </c:pt>
                <c:pt idx="8816">
                  <c:v>0.12356909512162176</c:v>
                </c:pt>
                <c:pt idx="8817">
                  <c:v>0.12357490024378727</c:v>
                </c:pt>
                <c:pt idx="8818">
                  <c:v>0.1235983739084909</c:v>
                </c:pt>
                <c:pt idx="8819">
                  <c:v>0.12360353455953378</c:v>
                </c:pt>
                <c:pt idx="8820">
                  <c:v>0.12363848653989519</c:v>
                </c:pt>
                <c:pt idx="8821">
                  <c:v>0.12364519669683677</c:v>
                </c:pt>
                <c:pt idx="8822">
                  <c:v>0.12364617042718389</c:v>
                </c:pt>
                <c:pt idx="8823">
                  <c:v>0.12365621005487605</c:v>
                </c:pt>
                <c:pt idx="8824">
                  <c:v>0.12368267493567205</c:v>
                </c:pt>
                <c:pt idx="8825">
                  <c:v>0.12368650034644174</c:v>
                </c:pt>
                <c:pt idx="8826">
                  <c:v>0.12369955037596937</c:v>
                </c:pt>
                <c:pt idx="8827">
                  <c:v>0.1237158002565554</c:v>
                </c:pt>
                <c:pt idx="8828">
                  <c:v>0.12372056692842549</c:v>
                </c:pt>
                <c:pt idx="8829">
                  <c:v>0.12373195794146397</c:v>
                </c:pt>
                <c:pt idx="8830">
                  <c:v>0.12374568065214488</c:v>
                </c:pt>
                <c:pt idx="8831">
                  <c:v>0.12375430698567173</c:v>
                </c:pt>
                <c:pt idx="8832">
                  <c:v>0.1237656954670264</c:v>
                </c:pt>
                <c:pt idx="8833">
                  <c:v>0.12377496618188881</c:v>
                </c:pt>
                <c:pt idx="8834">
                  <c:v>0.12377552710930111</c:v>
                </c:pt>
                <c:pt idx="8835">
                  <c:v>0.12378274022358382</c:v>
                </c:pt>
                <c:pt idx="8836">
                  <c:v>0.12378409658645831</c:v>
                </c:pt>
                <c:pt idx="8837">
                  <c:v>0.12379055493722704</c:v>
                </c:pt>
                <c:pt idx="8838">
                  <c:v>0.12379174046487933</c:v>
                </c:pt>
                <c:pt idx="8839">
                  <c:v>0.1237989905151502</c:v>
                </c:pt>
                <c:pt idx="8840">
                  <c:v>0.12380034138290492</c:v>
                </c:pt>
                <c:pt idx="8841">
                  <c:v>0.12380209059561516</c:v>
                </c:pt>
                <c:pt idx="8842">
                  <c:v>0.12382071837490653</c:v>
                </c:pt>
                <c:pt idx="8843">
                  <c:v>0.12382653659720727</c:v>
                </c:pt>
                <c:pt idx="8844">
                  <c:v>0.12384135044520103</c:v>
                </c:pt>
                <c:pt idx="8845">
                  <c:v>0.12384548213747268</c:v>
                </c:pt>
                <c:pt idx="8846">
                  <c:v>0.12387439882013972</c:v>
                </c:pt>
                <c:pt idx="8847">
                  <c:v>0.12388926087121857</c:v>
                </c:pt>
                <c:pt idx="8848">
                  <c:v>0.12389285865542128</c:v>
                </c:pt>
                <c:pt idx="8849">
                  <c:v>0.12393958634661777</c:v>
                </c:pt>
                <c:pt idx="8850">
                  <c:v>0.12396687807033806</c:v>
                </c:pt>
                <c:pt idx="8851">
                  <c:v>0.12397055311614534</c:v>
                </c:pt>
                <c:pt idx="8852">
                  <c:v>0.12398147624526726</c:v>
                </c:pt>
                <c:pt idx="8853">
                  <c:v>0.12399197930491686</c:v>
                </c:pt>
                <c:pt idx="8854">
                  <c:v>0.12399540960829644</c:v>
                </c:pt>
                <c:pt idx="8855">
                  <c:v>0.12399978949469784</c:v>
                </c:pt>
                <c:pt idx="8856">
                  <c:v>0.12401622970052542</c:v>
                </c:pt>
                <c:pt idx="8857">
                  <c:v>0.12402300122877054</c:v>
                </c:pt>
                <c:pt idx="8858">
                  <c:v>0.12405606477204661</c:v>
                </c:pt>
                <c:pt idx="8859">
                  <c:v>0.12406352985790793</c:v>
                </c:pt>
                <c:pt idx="8860">
                  <c:v>0.1240652170087793</c:v>
                </c:pt>
                <c:pt idx="8861">
                  <c:v>0.12406742989735514</c:v>
                </c:pt>
                <c:pt idx="8862">
                  <c:v>0.12407509084650949</c:v>
                </c:pt>
                <c:pt idx="8863">
                  <c:v>0.12407717788376092</c:v>
                </c:pt>
                <c:pt idx="8864">
                  <c:v>0.12410420910493984</c:v>
                </c:pt>
                <c:pt idx="8865">
                  <c:v>0.1241074980071966</c:v>
                </c:pt>
                <c:pt idx="8866">
                  <c:v>0.12410754211491343</c:v>
                </c:pt>
                <c:pt idx="8867">
                  <c:v>0.12411377109972667</c:v>
                </c:pt>
                <c:pt idx="8868">
                  <c:v>0.12411654640287791</c:v>
                </c:pt>
                <c:pt idx="8869">
                  <c:v>0.12412310357708019</c:v>
                </c:pt>
                <c:pt idx="8870">
                  <c:v>0.12418238040734884</c:v>
                </c:pt>
                <c:pt idx="8871">
                  <c:v>0.12418444627780485</c:v>
                </c:pt>
                <c:pt idx="8872">
                  <c:v>0.12420843975316688</c:v>
                </c:pt>
                <c:pt idx="8873">
                  <c:v>0.12421031681330835</c:v>
                </c:pt>
                <c:pt idx="8874">
                  <c:v>0.1242192822004245</c:v>
                </c:pt>
                <c:pt idx="8875">
                  <c:v>0.12422258850209054</c:v>
                </c:pt>
                <c:pt idx="8876">
                  <c:v>0.1242335217972706</c:v>
                </c:pt>
                <c:pt idx="8877">
                  <c:v>0.12425129158152037</c:v>
                </c:pt>
                <c:pt idx="8878">
                  <c:v>0.12428565762034988</c:v>
                </c:pt>
                <c:pt idx="8879">
                  <c:v>0.12429069393941879</c:v>
                </c:pt>
                <c:pt idx="8880">
                  <c:v>0.1242995795848169</c:v>
                </c:pt>
                <c:pt idx="8881">
                  <c:v>0.12433596417483489</c:v>
                </c:pt>
                <c:pt idx="8882">
                  <c:v>0.12434122167492065</c:v>
                </c:pt>
                <c:pt idx="8883">
                  <c:v>0.12435143103924379</c:v>
                </c:pt>
                <c:pt idx="8884">
                  <c:v>0.12436215215643501</c:v>
                </c:pt>
                <c:pt idx="8885">
                  <c:v>0.12436666692561363</c:v>
                </c:pt>
                <c:pt idx="8886">
                  <c:v>0.12438629648580721</c:v>
                </c:pt>
                <c:pt idx="8887">
                  <c:v>0.12439754623574972</c:v>
                </c:pt>
                <c:pt idx="8888">
                  <c:v>0.12441337194565155</c:v>
                </c:pt>
                <c:pt idx="8889">
                  <c:v>0.12442350594537936</c:v>
                </c:pt>
                <c:pt idx="8890">
                  <c:v>0.12443254755954959</c:v>
                </c:pt>
                <c:pt idx="8891">
                  <c:v>0.12443995332260993</c:v>
                </c:pt>
                <c:pt idx="8892">
                  <c:v>0.12444511440743496</c:v>
                </c:pt>
                <c:pt idx="8893">
                  <c:v>0.1244479169375004</c:v>
                </c:pt>
                <c:pt idx="8894">
                  <c:v>0.12445901305277761</c:v>
                </c:pt>
                <c:pt idx="8895">
                  <c:v>0.12446087026125106</c:v>
                </c:pt>
                <c:pt idx="8896">
                  <c:v>0.12447182912405007</c:v>
                </c:pt>
                <c:pt idx="8897">
                  <c:v>0.12447198066315045</c:v>
                </c:pt>
                <c:pt idx="8898">
                  <c:v>0.12448096869736892</c:v>
                </c:pt>
                <c:pt idx="8899">
                  <c:v>0.12449925931458235</c:v>
                </c:pt>
                <c:pt idx="8900">
                  <c:v>0.1245029489243666</c:v>
                </c:pt>
                <c:pt idx="8901">
                  <c:v>0.12450631496699253</c:v>
                </c:pt>
                <c:pt idx="8902">
                  <c:v>0.12452498328260711</c:v>
                </c:pt>
                <c:pt idx="8903">
                  <c:v>0.1245338313341274</c:v>
                </c:pt>
                <c:pt idx="8904">
                  <c:v>0.12453488119623396</c:v>
                </c:pt>
                <c:pt idx="8905">
                  <c:v>0.12456345550836112</c:v>
                </c:pt>
                <c:pt idx="8906">
                  <c:v>0.12456632971316332</c:v>
                </c:pt>
                <c:pt idx="8907">
                  <c:v>0.12457637511609822</c:v>
                </c:pt>
                <c:pt idx="8908">
                  <c:v>0.12457788032114325</c:v>
                </c:pt>
                <c:pt idx="8909">
                  <c:v>0.12458826867267336</c:v>
                </c:pt>
                <c:pt idx="8910">
                  <c:v>0.12459764349096722</c:v>
                </c:pt>
                <c:pt idx="8911">
                  <c:v>0.12460707963686739</c:v>
                </c:pt>
                <c:pt idx="8912">
                  <c:v>0.12462127132478995</c:v>
                </c:pt>
                <c:pt idx="8913">
                  <c:v>0.12462328440134425</c:v>
                </c:pt>
                <c:pt idx="8914">
                  <c:v>0.12462580306144504</c:v>
                </c:pt>
                <c:pt idx="8915">
                  <c:v>0.12463114882694817</c:v>
                </c:pt>
                <c:pt idx="8916">
                  <c:v>0.12464063952263871</c:v>
                </c:pt>
                <c:pt idx="8917">
                  <c:v>0.12464266351057414</c:v>
                </c:pt>
                <c:pt idx="8918">
                  <c:v>0.12464773553773559</c:v>
                </c:pt>
                <c:pt idx="8919">
                  <c:v>0.12464894666761903</c:v>
                </c:pt>
                <c:pt idx="8920">
                  <c:v>0.12465023121492178</c:v>
                </c:pt>
                <c:pt idx="8921">
                  <c:v>0.12465298603039311</c:v>
                </c:pt>
                <c:pt idx="8922">
                  <c:v>0.12465797241738601</c:v>
                </c:pt>
                <c:pt idx="8923">
                  <c:v>0.12467712282944537</c:v>
                </c:pt>
                <c:pt idx="8924">
                  <c:v>0.1246777611156855</c:v>
                </c:pt>
                <c:pt idx="8925">
                  <c:v>0.1247075681499283</c:v>
                </c:pt>
                <c:pt idx="8926">
                  <c:v>0.12471314912007443</c:v>
                </c:pt>
                <c:pt idx="8927">
                  <c:v>0.12471779068938683</c:v>
                </c:pt>
                <c:pt idx="8928">
                  <c:v>0.12473035452424792</c:v>
                </c:pt>
                <c:pt idx="8929">
                  <c:v>0.12475380357679887</c:v>
                </c:pt>
                <c:pt idx="8930">
                  <c:v>0.12476911367923779</c:v>
                </c:pt>
                <c:pt idx="8931">
                  <c:v>0.12478630851390411</c:v>
                </c:pt>
                <c:pt idx="8932">
                  <c:v>0.1247865916610895</c:v>
                </c:pt>
                <c:pt idx="8933">
                  <c:v>0.12479932598062174</c:v>
                </c:pt>
                <c:pt idx="8934">
                  <c:v>0.12480569964390031</c:v>
                </c:pt>
                <c:pt idx="8935">
                  <c:v>0.12481224416122193</c:v>
                </c:pt>
                <c:pt idx="8936">
                  <c:v>0.12481415339807256</c:v>
                </c:pt>
                <c:pt idx="8937">
                  <c:v>0.12482132404236269</c:v>
                </c:pt>
                <c:pt idx="8938">
                  <c:v>0.12482904745517116</c:v>
                </c:pt>
                <c:pt idx="8939">
                  <c:v>0.12484128080204956</c:v>
                </c:pt>
                <c:pt idx="8940">
                  <c:v>0.12485934470718332</c:v>
                </c:pt>
                <c:pt idx="8941">
                  <c:v>0.1248618408592547</c:v>
                </c:pt>
                <c:pt idx="8942">
                  <c:v>0.12487947000863174</c:v>
                </c:pt>
                <c:pt idx="8943">
                  <c:v>0.12492246907138289</c:v>
                </c:pt>
                <c:pt idx="8944">
                  <c:v>0.12495093158984572</c:v>
                </c:pt>
                <c:pt idx="8945">
                  <c:v>0.12495190091100908</c:v>
                </c:pt>
                <c:pt idx="8946">
                  <c:v>0.12496293442512962</c:v>
                </c:pt>
                <c:pt idx="8947">
                  <c:v>0.12499002881752275</c:v>
                </c:pt>
                <c:pt idx="8948">
                  <c:v>0.12500030205849005</c:v>
                </c:pt>
                <c:pt idx="8949">
                  <c:v>0.12500844841430209</c:v>
                </c:pt>
                <c:pt idx="8950">
                  <c:v>0.12501098068115746</c:v>
                </c:pt>
                <c:pt idx="8951">
                  <c:v>0.12501704458383275</c:v>
                </c:pt>
                <c:pt idx="8952">
                  <c:v>0.12502481628087173</c:v>
                </c:pt>
                <c:pt idx="8953">
                  <c:v>0.12502602608266522</c:v>
                </c:pt>
                <c:pt idx="8954">
                  <c:v>0.12502631499970077</c:v>
                </c:pt>
                <c:pt idx="8955">
                  <c:v>0.12503170471329272</c:v>
                </c:pt>
                <c:pt idx="8956">
                  <c:v>0.12503969114831273</c:v>
                </c:pt>
                <c:pt idx="8957">
                  <c:v>0.12505111631218294</c:v>
                </c:pt>
                <c:pt idx="8958">
                  <c:v>0.12505468871285544</c:v>
                </c:pt>
                <c:pt idx="8959">
                  <c:v>0.12505573897846198</c:v>
                </c:pt>
                <c:pt idx="8960">
                  <c:v>0.12505931959732547</c:v>
                </c:pt>
                <c:pt idx="8961">
                  <c:v>0.1250621644612521</c:v>
                </c:pt>
                <c:pt idx="8962">
                  <c:v>0.1250686213964402</c:v>
                </c:pt>
                <c:pt idx="8963">
                  <c:v>0.12507508520481037</c:v>
                </c:pt>
                <c:pt idx="8964">
                  <c:v>0.12507568559890267</c:v>
                </c:pt>
                <c:pt idx="8965">
                  <c:v>0.12508074380323947</c:v>
                </c:pt>
                <c:pt idx="8966">
                  <c:v>0.12510912280980024</c:v>
                </c:pt>
                <c:pt idx="8967">
                  <c:v>0.12511947883636398</c:v>
                </c:pt>
                <c:pt idx="8968">
                  <c:v>0.12512292647447515</c:v>
                </c:pt>
                <c:pt idx="8969">
                  <c:v>0.12512920671513222</c:v>
                </c:pt>
                <c:pt idx="8970">
                  <c:v>0.12513106234463325</c:v>
                </c:pt>
                <c:pt idx="8971">
                  <c:v>0.12513183813626666</c:v>
                </c:pt>
                <c:pt idx="8972">
                  <c:v>0.12514065062853125</c:v>
                </c:pt>
                <c:pt idx="8973">
                  <c:v>0.12514885145563323</c:v>
                </c:pt>
                <c:pt idx="8974">
                  <c:v>0.12516261498530118</c:v>
                </c:pt>
                <c:pt idx="8975">
                  <c:v>0.1251656761899185</c:v>
                </c:pt>
                <c:pt idx="8976">
                  <c:v>0.12518499621701151</c:v>
                </c:pt>
                <c:pt idx="8977">
                  <c:v>0.12519869240382217</c:v>
                </c:pt>
                <c:pt idx="8978">
                  <c:v>0.12520025158507372</c:v>
                </c:pt>
                <c:pt idx="8979">
                  <c:v>0.12520629655099799</c:v>
                </c:pt>
                <c:pt idx="8980">
                  <c:v>0.12521817666551613</c:v>
                </c:pt>
                <c:pt idx="8981">
                  <c:v>0.12523185882672105</c:v>
                </c:pt>
                <c:pt idx="8982">
                  <c:v>0.12523587559537799</c:v>
                </c:pt>
                <c:pt idx="8983">
                  <c:v>0.12523771081693852</c:v>
                </c:pt>
                <c:pt idx="8984">
                  <c:v>0.12524833526102686</c:v>
                </c:pt>
                <c:pt idx="8985">
                  <c:v>0.12526231523060305</c:v>
                </c:pt>
                <c:pt idx="8986">
                  <c:v>0.1252671601725098</c:v>
                </c:pt>
                <c:pt idx="8987">
                  <c:v>0.12529214478184209</c:v>
                </c:pt>
                <c:pt idx="8988">
                  <c:v>0.12529538737236534</c:v>
                </c:pt>
                <c:pt idx="8989">
                  <c:v>0.12529769206381755</c:v>
                </c:pt>
                <c:pt idx="8990">
                  <c:v>0.12530492257045267</c:v>
                </c:pt>
                <c:pt idx="8991">
                  <c:v>0.12530734244008615</c:v>
                </c:pt>
                <c:pt idx="8992">
                  <c:v>0.12531404332286838</c:v>
                </c:pt>
                <c:pt idx="8993">
                  <c:v>0.12533573977559376</c:v>
                </c:pt>
                <c:pt idx="8994">
                  <c:v>0.1253578112856408</c:v>
                </c:pt>
                <c:pt idx="8995">
                  <c:v>0.12535822274488725</c:v>
                </c:pt>
                <c:pt idx="8996">
                  <c:v>0.12537155433377939</c:v>
                </c:pt>
                <c:pt idx="8997">
                  <c:v>0.12538154107450489</c:v>
                </c:pt>
                <c:pt idx="8998">
                  <c:v>0.12538189897905269</c:v>
                </c:pt>
                <c:pt idx="8999">
                  <c:v>0.12538313745192253</c:v>
                </c:pt>
                <c:pt idx="9000">
                  <c:v>0.12539628337315131</c:v>
                </c:pt>
                <c:pt idx="9001">
                  <c:v>0.12539704749403374</c:v>
                </c:pt>
                <c:pt idx="9002">
                  <c:v>0.1253977016471024</c:v>
                </c:pt>
                <c:pt idx="9003">
                  <c:v>0.12540770933400991</c:v>
                </c:pt>
                <c:pt idx="9004">
                  <c:v>0.12540834870240747</c:v>
                </c:pt>
                <c:pt idx="9005">
                  <c:v>0.12541394819287302</c:v>
                </c:pt>
                <c:pt idx="9006">
                  <c:v>0.12542019254308434</c:v>
                </c:pt>
                <c:pt idx="9007">
                  <c:v>0.12542822700588438</c:v>
                </c:pt>
                <c:pt idx="9008">
                  <c:v>0.12544407334939628</c:v>
                </c:pt>
                <c:pt idx="9009">
                  <c:v>0.12544764753461249</c:v>
                </c:pt>
                <c:pt idx="9010">
                  <c:v>0.12545070483786228</c:v>
                </c:pt>
                <c:pt idx="9011">
                  <c:v>0.12545207033007882</c:v>
                </c:pt>
                <c:pt idx="9012">
                  <c:v>0.12545984531137863</c:v>
                </c:pt>
                <c:pt idx="9013">
                  <c:v>0.12548485604844795</c:v>
                </c:pt>
                <c:pt idx="9014">
                  <c:v>0.12549694043429921</c:v>
                </c:pt>
                <c:pt idx="9015">
                  <c:v>0.12550369391579083</c:v>
                </c:pt>
                <c:pt idx="9016">
                  <c:v>0.12551883891104987</c:v>
                </c:pt>
                <c:pt idx="9017">
                  <c:v>0.12552602572791285</c:v>
                </c:pt>
                <c:pt idx="9018">
                  <c:v>0.1255306561849833</c:v>
                </c:pt>
                <c:pt idx="9019">
                  <c:v>0.12553211564189246</c:v>
                </c:pt>
                <c:pt idx="9020">
                  <c:v>0.12554768586060916</c:v>
                </c:pt>
                <c:pt idx="9021">
                  <c:v>0.12556264929002528</c:v>
                </c:pt>
                <c:pt idx="9022">
                  <c:v>0.12557491114518685</c:v>
                </c:pt>
                <c:pt idx="9023">
                  <c:v>0.12558287795642176</c:v>
                </c:pt>
                <c:pt idx="9024">
                  <c:v>0.1255895364111774</c:v>
                </c:pt>
                <c:pt idx="9025">
                  <c:v>0.12559335653796899</c:v>
                </c:pt>
                <c:pt idx="9026">
                  <c:v>0.12559527601689474</c:v>
                </c:pt>
                <c:pt idx="9027">
                  <c:v>0.12560188465958075</c:v>
                </c:pt>
                <c:pt idx="9028">
                  <c:v>0.12560431642406855</c:v>
                </c:pt>
                <c:pt idx="9029">
                  <c:v>0.12560516848069433</c:v>
                </c:pt>
                <c:pt idx="9030">
                  <c:v>0.12560644130313614</c:v>
                </c:pt>
                <c:pt idx="9031">
                  <c:v>0.12561257882660457</c:v>
                </c:pt>
                <c:pt idx="9032">
                  <c:v>0.12561395793453953</c:v>
                </c:pt>
                <c:pt idx="9033">
                  <c:v>0.12561727330279629</c:v>
                </c:pt>
                <c:pt idx="9034">
                  <c:v>0.12563734275443017</c:v>
                </c:pt>
                <c:pt idx="9035">
                  <c:v>0.12563776608693772</c:v>
                </c:pt>
                <c:pt idx="9036">
                  <c:v>0.12564074288093238</c:v>
                </c:pt>
                <c:pt idx="9037">
                  <c:v>0.12564436654794886</c:v>
                </c:pt>
                <c:pt idx="9038">
                  <c:v>0.12565268114855049</c:v>
                </c:pt>
                <c:pt idx="9039">
                  <c:v>0.12565452522478465</c:v>
                </c:pt>
                <c:pt idx="9040">
                  <c:v>0.12569557593298575</c:v>
                </c:pt>
                <c:pt idx="9041">
                  <c:v>0.1257095143633806</c:v>
                </c:pt>
                <c:pt idx="9042">
                  <c:v>0.12572673740353035</c:v>
                </c:pt>
                <c:pt idx="9043">
                  <c:v>0.12572750738178767</c:v>
                </c:pt>
                <c:pt idx="9044">
                  <c:v>0.1257401375078076</c:v>
                </c:pt>
                <c:pt idx="9045">
                  <c:v>0.12574108023676842</c:v>
                </c:pt>
                <c:pt idx="9046">
                  <c:v>0.12575068059298608</c:v>
                </c:pt>
                <c:pt idx="9047">
                  <c:v>0.12576253813452964</c:v>
                </c:pt>
                <c:pt idx="9048">
                  <c:v>0.1257700984815911</c:v>
                </c:pt>
                <c:pt idx="9049">
                  <c:v>0.12577070121829098</c:v>
                </c:pt>
                <c:pt idx="9050">
                  <c:v>0.12577387615498231</c:v>
                </c:pt>
                <c:pt idx="9051">
                  <c:v>0.12577621965443489</c:v>
                </c:pt>
                <c:pt idx="9052">
                  <c:v>0.12578428150289123</c:v>
                </c:pt>
                <c:pt idx="9053">
                  <c:v>0.12578787873587452</c:v>
                </c:pt>
                <c:pt idx="9054">
                  <c:v>0.12579026530185408</c:v>
                </c:pt>
                <c:pt idx="9055">
                  <c:v>0.1258082423611519</c:v>
                </c:pt>
                <c:pt idx="9056">
                  <c:v>0.12582350535412279</c:v>
                </c:pt>
                <c:pt idx="9057">
                  <c:v>0.12583861888747733</c:v>
                </c:pt>
                <c:pt idx="9058">
                  <c:v>0.12583964078609364</c:v>
                </c:pt>
                <c:pt idx="9059">
                  <c:v>0.1258714227793834</c:v>
                </c:pt>
                <c:pt idx="9060">
                  <c:v>0.12587906906425148</c:v>
                </c:pt>
                <c:pt idx="9061">
                  <c:v>0.12588008078314394</c:v>
                </c:pt>
                <c:pt idx="9062">
                  <c:v>0.1258813762437363</c:v>
                </c:pt>
                <c:pt idx="9063">
                  <c:v>0.12588433663502921</c:v>
                </c:pt>
                <c:pt idx="9064">
                  <c:v>0.12588682461920439</c:v>
                </c:pt>
                <c:pt idx="9065">
                  <c:v>0.12589654837386582</c:v>
                </c:pt>
                <c:pt idx="9066">
                  <c:v>0.12589658894294464</c:v>
                </c:pt>
                <c:pt idx="9067">
                  <c:v>0.12591356831506234</c:v>
                </c:pt>
                <c:pt idx="9068">
                  <c:v>0.1259192026875619</c:v>
                </c:pt>
                <c:pt idx="9069">
                  <c:v>0.12592009291058975</c:v>
                </c:pt>
                <c:pt idx="9070">
                  <c:v>0.12593332639550101</c:v>
                </c:pt>
                <c:pt idx="9071">
                  <c:v>0.1259341302005185</c:v>
                </c:pt>
                <c:pt idx="9072">
                  <c:v>0.12593574110312533</c:v>
                </c:pt>
                <c:pt idx="9073">
                  <c:v>0.125938820082729</c:v>
                </c:pt>
                <c:pt idx="9074">
                  <c:v>0.12594667487211489</c:v>
                </c:pt>
                <c:pt idx="9075">
                  <c:v>0.12595438868450989</c:v>
                </c:pt>
                <c:pt idx="9076">
                  <c:v>0.12595784477503036</c:v>
                </c:pt>
                <c:pt idx="9077">
                  <c:v>0.12597038659908691</c:v>
                </c:pt>
                <c:pt idx="9078">
                  <c:v>0.12598535883081038</c:v>
                </c:pt>
                <c:pt idx="9079">
                  <c:v>0.12599466748848057</c:v>
                </c:pt>
                <c:pt idx="9080">
                  <c:v>0.12599734062599302</c:v>
                </c:pt>
                <c:pt idx="9081">
                  <c:v>0.1260048466640448</c:v>
                </c:pt>
                <c:pt idx="9082">
                  <c:v>0.12601673346546691</c:v>
                </c:pt>
                <c:pt idx="9083">
                  <c:v>0.12602977629071968</c:v>
                </c:pt>
                <c:pt idx="9084">
                  <c:v>0.12605595114853804</c:v>
                </c:pt>
                <c:pt idx="9085">
                  <c:v>0.12605624421813896</c:v>
                </c:pt>
                <c:pt idx="9086">
                  <c:v>0.12609433140010745</c:v>
                </c:pt>
                <c:pt idx="9087">
                  <c:v>0.12611058948912796</c:v>
                </c:pt>
                <c:pt idx="9088">
                  <c:v>0.12612937581647132</c:v>
                </c:pt>
                <c:pt idx="9089">
                  <c:v>0.1261344189296765</c:v>
                </c:pt>
                <c:pt idx="9090">
                  <c:v>0.12614042310659154</c:v>
                </c:pt>
                <c:pt idx="9091">
                  <c:v>0.12616165973427157</c:v>
                </c:pt>
                <c:pt idx="9092">
                  <c:v>0.12616999261961273</c:v>
                </c:pt>
                <c:pt idx="9093">
                  <c:v>0.12618195845559518</c:v>
                </c:pt>
                <c:pt idx="9094">
                  <c:v>0.12619758456544303</c:v>
                </c:pt>
                <c:pt idx="9095">
                  <c:v>0.12619968091321079</c:v>
                </c:pt>
                <c:pt idx="9096">
                  <c:v>0.12620065679541945</c:v>
                </c:pt>
                <c:pt idx="9097">
                  <c:v>0.12620932461616524</c:v>
                </c:pt>
                <c:pt idx="9098">
                  <c:v>0.12621482175579535</c:v>
                </c:pt>
                <c:pt idx="9099">
                  <c:v>0.12621508607643733</c:v>
                </c:pt>
                <c:pt idx="9100">
                  <c:v>0.12621679890006671</c:v>
                </c:pt>
                <c:pt idx="9101">
                  <c:v>0.1262344195496162</c:v>
                </c:pt>
                <c:pt idx="9102">
                  <c:v>0.12623673966176541</c:v>
                </c:pt>
                <c:pt idx="9103">
                  <c:v>0.1262439757050606</c:v>
                </c:pt>
                <c:pt idx="9104">
                  <c:v>0.12624466954996108</c:v>
                </c:pt>
                <c:pt idx="9105">
                  <c:v>0.12624931259909877</c:v>
                </c:pt>
                <c:pt idx="9106">
                  <c:v>0.1262493555406663</c:v>
                </c:pt>
                <c:pt idx="9107">
                  <c:v>0.12626538582323951</c:v>
                </c:pt>
                <c:pt idx="9108">
                  <c:v>0.12627113959493563</c:v>
                </c:pt>
                <c:pt idx="9109">
                  <c:v>0.12627746592778544</c:v>
                </c:pt>
                <c:pt idx="9110">
                  <c:v>0.12632165625099726</c:v>
                </c:pt>
                <c:pt idx="9111">
                  <c:v>0.1263248914579472</c:v>
                </c:pt>
                <c:pt idx="9112">
                  <c:v>0.12634955995356914</c:v>
                </c:pt>
                <c:pt idx="9113">
                  <c:v>0.12634991831077461</c:v>
                </c:pt>
                <c:pt idx="9114">
                  <c:v>0.12635284730795462</c:v>
                </c:pt>
                <c:pt idx="9115">
                  <c:v>0.12635717351551801</c:v>
                </c:pt>
                <c:pt idx="9116">
                  <c:v>0.12635759243358841</c:v>
                </c:pt>
                <c:pt idx="9117">
                  <c:v>0.12635941049883997</c:v>
                </c:pt>
                <c:pt idx="9118">
                  <c:v>0.12636393720855513</c:v>
                </c:pt>
                <c:pt idx="9119">
                  <c:v>0.12637118006452755</c:v>
                </c:pt>
                <c:pt idx="9120">
                  <c:v>0.12638874494782051</c:v>
                </c:pt>
                <c:pt idx="9121">
                  <c:v>0.12639864706592271</c:v>
                </c:pt>
                <c:pt idx="9122">
                  <c:v>0.12640886830439471</c:v>
                </c:pt>
                <c:pt idx="9123">
                  <c:v>0.12641237583303921</c:v>
                </c:pt>
                <c:pt idx="9124">
                  <c:v>0.12642388004795094</c:v>
                </c:pt>
                <c:pt idx="9125">
                  <c:v>0.12643158392382478</c:v>
                </c:pt>
                <c:pt idx="9126">
                  <c:v>0.12643326700538673</c:v>
                </c:pt>
                <c:pt idx="9127">
                  <c:v>0.12643805760511626</c:v>
                </c:pt>
                <c:pt idx="9128">
                  <c:v>0.12644221560832075</c:v>
                </c:pt>
                <c:pt idx="9129">
                  <c:v>0.12646392779342552</c:v>
                </c:pt>
                <c:pt idx="9130">
                  <c:v>0.12646772030608325</c:v>
                </c:pt>
                <c:pt idx="9131">
                  <c:v>0.12649728239680147</c:v>
                </c:pt>
                <c:pt idx="9132">
                  <c:v>0.12650174940441636</c:v>
                </c:pt>
                <c:pt idx="9133">
                  <c:v>0.12650883169471863</c:v>
                </c:pt>
                <c:pt idx="9134">
                  <c:v>0.12652418423339398</c:v>
                </c:pt>
                <c:pt idx="9135">
                  <c:v>0.12652617919296513</c:v>
                </c:pt>
                <c:pt idx="9136">
                  <c:v>0.12652704551759061</c:v>
                </c:pt>
                <c:pt idx="9137">
                  <c:v>0.12654058698045981</c:v>
                </c:pt>
                <c:pt idx="9138">
                  <c:v>0.12656726021041573</c:v>
                </c:pt>
                <c:pt idx="9139">
                  <c:v>0.12657791852133926</c:v>
                </c:pt>
                <c:pt idx="9140">
                  <c:v>0.12660059761050257</c:v>
                </c:pt>
                <c:pt idx="9141">
                  <c:v>0.12660958539257472</c:v>
                </c:pt>
                <c:pt idx="9142">
                  <c:v>0.12661534631454879</c:v>
                </c:pt>
                <c:pt idx="9143">
                  <c:v>0.12662221032952198</c:v>
                </c:pt>
                <c:pt idx="9144">
                  <c:v>0.12663590034117203</c:v>
                </c:pt>
                <c:pt idx="9145">
                  <c:v>0.12663694394108976</c:v>
                </c:pt>
                <c:pt idx="9146">
                  <c:v>0.12665466889449037</c:v>
                </c:pt>
                <c:pt idx="9147">
                  <c:v>0.12665683111058712</c:v>
                </c:pt>
                <c:pt idx="9148">
                  <c:v>0.12665778435969666</c:v>
                </c:pt>
                <c:pt idx="9149">
                  <c:v>0.12669027318063761</c:v>
                </c:pt>
                <c:pt idx="9150">
                  <c:v>0.12670451573467614</c:v>
                </c:pt>
                <c:pt idx="9151">
                  <c:v>0.12670618010581447</c:v>
                </c:pt>
                <c:pt idx="9152">
                  <c:v>0.12672472349214781</c:v>
                </c:pt>
                <c:pt idx="9153">
                  <c:v>0.12672610871121495</c:v>
                </c:pt>
                <c:pt idx="9154">
                  <c:v>0.1267310853281795</c:v>
                </c:pt>
                <c:pt idx="9155">
                  <c:v>0.12674933586788478</c:v>
                </c:pt>
                <c:pt idx="9156">
                  <c:v>0.1267626547815254</c:v>
                </c:pt>
                <c:pt idx="9157">
                  <c:v>0.1267759165221308</c:v>
                </c:pt>
                <c:pt idx="9158">
                  <c:v>0.126778487358889</c:v>
                </c:pt>
                <c:pt idx="9159">
                  <c:v>0.1267837197102277</c:v>
                </c:pt>
                <c:pt idx="9160">
                  <c:v>0.12678587797696961</c:v>
                </c:pt>
                <c:pt idx="9161">
                  <c:v>0.12681074104583268</c:v>
                </c:pt>
                <c:pt idx="9162">
                  <c:v>0.12681571588475099</c:v>
                </c:pt>
                <c:pt idx="9163">
                  <c:v>0.12683643127912739</c:v>
                </c:pt>
                <c:pt idx="9164">
                  <c:v>0.12686469121666255</c:v>
                </c:pt>
                <c:pt idx="9165">
                  <c:v>0.12687052953572059</c:v>
                </c:pt>
                <c:pt idx="9166">
                  <c:v>0.12688121372134703</c:v>
                </c:pt>
                <c:pt idx="9167">
                  <c:v>0.1268816043524888</c:v>
                </c:pt>
                <c:pt idx="9168">
                  <c:v>0.12688247126682953</c:v>
                </c:pt>
                <c:pt idx="9169">
                  <c:v>0.126893700359682</c:v>
                </c:pt>
                <c:pt idx="9170">
                  <c:v>0.12689529864521037</c:v>
                </c:pt>
                <c:pt idx="9171">
                  <c:v>0.12689822408697493</c:v>
                </c:pt>
                <c:pt idx="9172">
                  <c:v>0.12690446414731357</c:v>
                </c:pt>
                <c:pt idx="9173">
                  <c:v>0.12690895383553044</c:v>
                </c:pt>
                <c:pt idx="9174">
                  <c:v>0.12691046378315116</c:v>
                </c:pt>
                <c:pt idx="9175">
                  <c:v>0.1269168450435984</c:v>
                </c:pt>
                <c:pt idx="9176">
                  <c:v>0.12693505201406755</c:v>
                </c:pt>
                <c:pt idx="9177">
                  <c:v>0.12693543941396473</c:v>
                </c:pt>
                <c:pt idx="9178">
                  <c:v>0.12693707670727383</c:v>
                </c:pt>
                <c:pt idx="9179">
                  <c:v>0.12694714258576728</c:v>
                </c:pt>
                <c:pt idx="9180">
                  <c:v>0.12695673071982086</c:v>
                </c:pt>
                <c:pt idx="9181">
                  <c:v>0.12696310357853319</c:v>
                </c:pt>
                <c:pt idx="9182">
                  <c:v>0.12696680544700267</c:v>
                </c:pt>
                <c:pt idx="9183">
                  <c:v>0.12696770627054355</c:v>
                </c:pt>
                <c:pt idx="9184">
                  <c:v>0.12699925744578652</c:v>
                </c:pt>
                <c:pt idx="9185">
                  <c:v>0.1270147623436497</c:v>
                </c:pt>
                <c:pt idx="9186">
                  <c:v>0.12701680631584836</c:v>
                </c:pt>
                <c:pt idx="9187">
                  <c:v>0.12702140881343824</c:v>
                </c:pt>
                <c:pt idx="9188">
                  <c:v>0.12702448279236028</c:v>
                </c:pt>
                <c:pt idx="9189">
                  <c:v>0.12705526847070864</c:v>
                </c:pt>
                <c:pt idx="9190">
                  <c:v>0.12706219900697641</c:v>
                </c:pt>
                <c:pt idx="9191">
                  <c:v>0.12706651698103247</c:v>
                </c:pt>
                <c:pt idx="9192">
                  <c:v>0.1270680641052174</c:v>
                </c:pt>
                <c:pt idx="9193">
                  <c:v>0.12707723670601798</c:v>
                </c:pt>
                <c:pt idx="9194">
                  <c:v>0.12711116638483713</c:v>
                </c:pt>
                <c:pt idx="9195">
                  <c:v>0.12711433870856362</c:v>
                </c:pt>
                <c:pt idx="9196">
                  <c:v>0.12712197975610218</c:v>
                </c:pt>
                <c:pt idx="9197">
                  <c:v>0.12712331238542324</c:v>
                </c:pt>
                <c:pt idx="9198">
                  <c:v>0.12713186422112066</c:v>
                </c:pt>
                <c:pt idx="9199">
                  <c:v>0.12713962695062153</c:v>
                </c:pt>
                <c:pt idx="9200">
                  <c:v>0.12717577887375531</c:v>
                </c:pt>
                <c:pt idx="9201">
                  <c:v>0.12718086111388183</c:v>
                </c:pt>
                <c:pt idx="9202">
                  <c:v>0.12719857803731122</c:v>
                </c:pt>
                <c:pt idx="9203">
                  <c:v>0.12719878491516914</c:v>
                </c:pt>
                <c:pt idx="9204">
                  <c:v>0.12720294757597772</c:v>
                </c:pt>
                <c:pt idx="9205">
                  <c:v>0.12720710124593396</c:v>
                </c:pt>
                <c:pt idx="9206">
                  <c:v>0.12722158366253203</c:v>
                </c:pt>
                <c:pt idx="9207">
                  <c:v>0.12722746917645761</c:v>
                </c:pt>
                <c:pt idx="9208">
                  <c:v>0.12723867587652324</c:v>
                </c:pt>
                <c:pt idx="9209">
                  <c:v>0.12724401614389674</c:v>
                </c:pt>
                <c:pt idx="9210">
                  <c:v>0.12727584806041414</c:v>
                </c:pt>
                <c:pt idx="9211">
                  <c:v>0.12728637573943202</c:v>
                </c:pt>
                <c:pt idx="9212">
                  <c:v>0.12729165480578453</c:v>
                </c:pt>
                <c:pt idx="9213">
                  <c:v>0.12729379207911543</c:v>
                </c:pt>
                <c:pt idx="9214">
                  <c:v>0.127298284323838</c:v>
                </c:pt>
                <c:pt idx="9215">
                  <c:v>0.12730426959633853</c:v>
                </c:pt>
                <c:pt idx="9216">
                  <c:v>0.12730742797735503</c:v>
                </c:pt>
                <c:pt idx="9217">
                  <c:v>0.12731152429632259</c:v>
                </c:pt>
                <c:pt idx="9218">
                  <c:v>0.1273216005793438</c:v>
                </c:pt>
                <c:pt idx="9219">
                  <c:v>0.1273225396966588</c:v>
                </c:pt>
                <c:pt idx="9220">
                  <c:v>0.12732683552669785</c:v>
                </c:pt>
                <c:pt idx="9221">
                  <c:v>0.12732693896129535</c:v>
                </c:pt>
                <c:pt idx="9222">
                  <c:v>0.1273384099369391</c:v>
                </c:pt>
                <c:pt idx="9223">
                  <c:v>0.12734931251815568</c:v>
                </c:pt>
                <c:pt idx="9224">
                  <c:v>0.12737047703598864</c:v>
                </c:pt>
                <c:pt idx="9225">
                  <c:v>0.12737367836742425</c:v>
                </c:pt>
                <c:pt idx="9226">
                  <c:v>0.12739360244311357</c:v>
                </c:pt>
                <c:pt idx="9227">
                  <c:v>0.12739670893713909</c:v>
                </c:pt>
                <c:pt idx="9228">
                  <c:v>0.12741537284406029</c:v>
                </c:pt>
                <c:pt idx="9229">
                  <c:v>0.12742026945618198</c:v>
                </c:pt>
                <c:pt idx="9230">
                  <c:v>0.12744423969019147</c:v>
                </c:pt>
                <c:pt idx="9231">
                  <c:v>0.12744680923489099</c:v>
                </c:pt>
                <c:pt idx="9232">
                  <c:v>0.1274751023124977</c:v>
                </c:pt>
                <c:pt idx="9233">
                  <c:v>0.12749177339078716</c:v>
                </c:pt>
                <c:pt idx="9234">
                  <c:v>0.1274947998529801</c:v>
                </c:pt>
                <c:pt idx="9235">
                  <c:v>0.12751308632622479</c:v>
                </c:pt>
                <c:pt idx="9236">
                  <c:v>0.12752059255373391</c:v>
                </c:pt>
                <c:pt idx="9237">
                  <c:v>0.12754514505842482</c:v>
                </c:pt>
                <c:pt idx="9238">
                  <c:v>0.12755069577477116</c:v>
                </c:pt>
                <c:pt idx="9239">
                  <c:v>0.12755818286580306</c:v>
                </c:pt>
                <c:pt idx="9240">
                  <c:v>0.127580575935094</c:v>
                </c:pt>
                <c:pt idx="9241">
                  <c:v>0.12759282842631534</c:v>
                </c:pt>
                <c:pt idx="9242">
                  <c:v>0.12760296362917967</c:v>
                </c:pt>
                <c:pt idx="9243">
                  <c:v>0.12761674821604094</c:v>
                </c:pt>
                <c:pt idx="9244">
                  <c:v>0.12763170632579177</c:v>
                </c:pt>
                <c:pt idx="9245">
                  <c:v>0.12763686238799046</c:v>
                </c:pt>
                <c:pt idx="9246">
                  <c:v>0.12764762030309584</c:v>
                </c:pt>
                <c:pt idx="9247">
                  <c:v>0.12765427151571182</c:v>
                </c:pt>
                <c:pt idx="9248">
                  <c:v>0.12767115737127577</c:v>
                </c:pt>
                <c:pt idx="9249">
                  <c:v>0.1276784069407628</c:v>
                </c:pt>
                <c:pt idx="9250">
                  <c:v>0.12769606746463535</c:v>
                </c:pt>
                <c:pt idx="9251">
                  <c:v>0.12772747177582719</c:v>
                </c:pt>
                <c:pt idx="9252">
                  <c:v>0.12772910716519587</c:v>
                </c:pt>
                <c:pt idx="9253">
                  <c:v>0.12773143584262286</c:v>
                </c:pt>
                <c:pt idx="9254">
                  <c:v>0.12773866921349236</c:v>
                </c:pt>
                <c:pt idx="9255">
                  <c:v>0.12775440323373358</c:v>
                </c:pt>
                <c:pt idx="9256">
                  <c:v>0.12775616272191612</c:v>
                </c:pt>
                <c:pt idx="9257">
                  <c:v>0.12776369366328122</c:v>
                </c:pt>
                <c:pt idx="9258">
                  <c:v>0.12776844550508742</c:v>
                </c:pt>
                <c:pt idx="9259">
                  <c:v>0.12777370391328691</c:v>
                </c:pt>
                <c:pt idx="9260">
                  <c:v>0.12778078298234202</c:v>
                </c:pt>
                <c:pt idx="9261">
                  <c:v>0.12778297875000219</c:v>
                </c:pt>
                <c:pt idx="9262">
                  <c:v>0.12779458251497627</c:v>
                </c:pt>
                <c:pt idx="9263">
                  <c:v>0.12780295557668167</c:v>
                </c:pt>
                <c:pt idx="9264">
                  <c:v>0.12784178224068621</c:v>
                </c:pt>
                <c:pt idx="9265">
                  <c:v>0.12784970611262797</c:v>
                </c:pt>
                <c:pt idx="9266">
                  <c:v>0.12785258717816431</c:v>
                </c:pt>
                <c:pt idx="9267">
                  <c:v>0.12785342203922903</c:v>
                </c:pt>
                <c:pt idx="9268">
                  <c:v>0.12786436759344591</c:v>
                </c:pt>
                <c:pt idx="9269">
                  <c:v>0.12787544584464788</c:v>
                </c:pt>
                <c:pt idx="9270">
                  <c:v>0.12789971031383934</c:v>
                </c:pt>
                <c:pt idx="9271">
                  <c:v>0.12789985117319552</c:v>
                </c:pt>
                <c:pt idx="9272">
                  <c:v>0.12790998627178937</c:v>
                </c:pt>
                <c:pt idx="9273">
                  <c:v>0.12791025559684871</c:v>
                </c:pt>
                <c:pt idx="9274">
                  <c:v>0.12791417358572546</c:v>
                </c:pt>
                <c:pt idx="9275">
                  <c:v>0.12791931232718903</c:v>
                </c:pt>
                <c:pt idx="9276">
                  <c:v>0.12794669207098708</c:v>
                </c:pt>
                <c:pt idx="9277">
                  <c:v>0.12795276584422902</c:v>
                </c:pt>
                <c:pt idx="9278">
                  <c:v>0.12797034009227595</c:v>
                </c:pt>
                <c:pt idx="9279">
                  <c:v>0.12797409065048881</c:v>
                </c:pt>
                <c:pt idx="9280">
                  <c:v>0.1279800100930191</c:v>
                </c:pt>
                <c:pt idx="9281">
                  <c:v>0.12800665023939134</c:v>
                </c:pt>
                <c:pt idx="9282">
                  <c:v>0.12801020958300155</c:v>
                </c:pt>
                <c:pt idx="9283">
                  <c:v>0.12801815380918763</c:v>
                </c:pt>
                <c:pt idx="9284">
                  <c:v>0.12802476335726093</c:v>
                </c:pt>
                <c:pt idx="9285">
                  <c:v>0.12802546182369537</c:v>
                </c:pt>
                <c:pt idx="9286">
                  <c:v>0.12807899119432944</c:v>
                </c:pt>
                <c:pt idx="9287">
                  <c:v>0.12808259427475646</c:v>
                </c:pt>
                <c:pt idx="9288">
                  <c:v>0.12809109371668123</c:v>
                </c:pt>
                <c:pt idx="9289">
                  <c:v>0.12809688655796231</c:v>
                </c:pt>
                <c:pt idx="9290">
                  <c:v>0.12810666680547167</c:v>
                </c:pt>
                <c:pt idx="9291">
                  <c:v>0.12811650018490892</c:v>
                </c:pt>
                <c:pt idx="9292">
                  <c:v>0.12812118947684234</c:v>
                </c:pt>
                <c:pt idx="9293">
                  <c:v>0.12812223827460403</c:v>
                </c:pt>
                <c:pt idx="9294">
                  <c:v>0.12813075007291261</c:v>
                </c:pt>
                <c:pt idx="9295">
                  <c:v>0.12814892880587922</c:v>
                </c:pt>
                <c:pt idx="9296">
                  <c:v>0.12815750540069604</c:v>
                </c:pt>
                <c:pt idx="9297">
                  <c:v>0.12817643419834462</c:v>
                </c:pt>
                <c:pt idx="9298">
                  <c:v>0.12817847619467942</c:v>
                </c:pt>
                <c:pt idx="9299">
                  <c:v>0.1281846437588561</c:v>
                </c:pt>
                <c:pt idx="9300">
                  <c:v>0.12819767163659221</c:v>
                </c:pt>
                <c:pt idx="9301">
                  <c:v>0.1282161100692728</c:v>
                </c:pt>
                <c:pt idx="9302">
                  <c:v>0.12824261825177508</c:v>
                </c:pt>
                <c:pt idx="9303">
                  <c:v>0.12824441533382525</c:v>
                </c:pt>
                <c:pt idx="9304">
                  <c:v>0.12825001925036747</c:v>
                </c:pt>
                <c:pt idx="9305">
                  <c:v>0.12825604358935389</c:v>
                </c:pt>
                <c:pt idx="9306">
                  <c:v>0.12825847539884908</c:v>
                </c:pt>
                <c:pt idx="9307">
                  <c:v>0.12826018084927029</c:v>
                </c:pt>
                <c:pt idx="9308">
                  <c:v>0.12827428789817885</c:v>
                </c:pt>
                <c:pt idx="9309">
                  <c:v>0.12827465225267298</c:v>
                </c:pt>
                <c:pt idx="9310">
                  <c:v>0.12827530630342002</c:v>
                </c:pt>
                <c:pt idx="9311">
                  <c:v>0.12829108339479414</c:v>
                </c:pt>
                <c:pt idx="9312">
                  <c:v>0.12831295174432725</c:v>
                </c:pt>
                <c:pt idx="9313">
                  <c:v>0.12831390880992966</c:v>
                </c:pt>
                <c:pt idx="9314">
                  <c:v>0.12832063438151886</c:v>
                </c:pt>
                <c:pt idx="9315">
                  <c:v>0.12832780115362907</c:v>
                </c:pt>
                <c:pt idx="9316">
                  <c:v>0.12833777389245915</c:v>
                </c:pt>
                <c:pt idx="9317">
                  <c:v>0.12834025266915364</c:v>
                </c:pt>
                <c:pt idx="9318">
                  <c:v>0.12835071261125253</c:v>
                </c:pt>
                <c:pt idx="9319">
                  <c:v>0.12835477854619551</c:v>
                </c:pt>
                <c:pt idx="9320">
                  <c:v>0.12836614143025402</c:v>
                </c:pt>
                <c:pt idx="9321">
                  <c:v>0.12837962896708274</c:v>
                </c:pt>
                <c:pt idx="9322">
                  <c:v>0.12840338758648959</c:v>
                </c:pt>
                <c:pt idx="9323">
                  <c:v>0.12840799775768832</c:v>
                </c:pt>
                <c:pt idx="9324">
                  <c:v>0.12841518898167248</c:v>
                </c:pt>
                <c:pt idx="9325">
                  <c:v>0.12842920116966783</c:v>
                </c:pt>
                <c:pt idx="9326">
                  <c:v>0.12843573027398167</c:v>
                </c:pt>
                <c:pt idx="9327">
                  <c:v>0.12843849028815485</c:v>
                </c:pt>
                <c:pt idx="9328">
                  <c:v>0.12844032745129971</c:v>
                </c:pt>
                <c:pt idx="9329">
                  <c:v>0.12844479985646559</c:v>
                </c:pt>
                <c:pt idx="9330">
                  <c:v>0.12845365689443539</c:v>
                </c:pt>
                <c:pt idx="9331">
                  <c:v>0.12846585725526374</c:v>
                </c:pt>
                <c:pt idx="9332">
                  <c:v>0.12849142697789318</c:v>
                </c:pt>
                <c:pt idx="9333">
                  <c:v>0.12850855299957256</c:v>
                </c:pt>
                <c:pt idx="9334">
                  <c:v>0.12853592706966066</c:v>
                </c:pt>
                <c:pt idx="9335">
                  <c:v>0.12853830702896993</c:v>
                </c:pt>
                <c:pt idx="9336">
                  <c:v>0.12853855099966416</c:v>
                </c:pt>
                <c:pt idx="9337">
                  <c:v>0.1285414071358684</c:v>
                </c:pt>
                <c:pt idx="9338">
                  <c:v>0.12854205673445701</c:v>
                </c:pt>
                <c:pt idx="9339">
                  <c:v>0.12856888218496115</c:v>
                </c:pt>
                <c:pt idx="9340">
                  <c:v>0.12857306537185881</c:v>
                </c:pt>
                <c:pt idx="9341">
                  <c:v>0.12857935562010731</c:v>
                </c:pt>
                <c:pt idx="9342">
                  <c:v>0.12860380625967283</c:v>
                </c:pt>
                <c:pt idx="9343">
                  <c:v>0.12863474619491086</c:v>
                </c:pt>
                <c:pt idx="9344">
                  <c:v>0.1286454095871756</c:v>
                </c:pt>
                <c:pt idx="9345">
                  <c:v>0.12866059815783684</c:v>
                </c:pt>
                <c:pt idx="9346">
                  <c:v>0.12867032795315128</c:v>
                </c:pt>
                <c:pt idx="9347">
                  <c:v>0.12867427375667143</c:v>
                </c:pt>
                <c:pt idx="9348">
                  <c:v>0.12868286569852416</c:v>
                </c:pt>
                <c:pt idx="9349">
                  <c:v>0.12869528255288565</c:v>
                </c:pt>
                <c:pt idx="9350">
                  <c:v>0.12869592705259358</c:v>
                </c:pt>
                <c:pt idx="9351">
                  <c:v>0.12874395202054448</c:v>
                </c:pt>
                <c:pt idx="9352">
                  <c:v>0.12874770155903287</c:v>
                </c:pt>
                <c:pt idx="9353">
                  <c:v>0.12874776265423307</c:v>
                </c:pt>
                <c:pt idx="9354">
                  <c:v>0.12875354616386084</c:v>
                </c:pt>
                <c:pt idx="9355">
                  <c:v>0.12876029848366752</c:v>
                </c:pt>
                <c:pt idx="9356">
                  <c:v>0.12876374407169316</c:v>
                </c:pt>
                <c:pt idx="9357">
                  <c:v>0.12876928009012123</c:v>
                </c:pt>
                <c:pt idx="9358">
                  <c:v>0.12877148593136342</c:v>
                </c:pt>
                <c:pt idx="9359">
                  <c:v>0.12877838024204888</c:v>
                </c:pt>
                <c:pt idx="9360">
                  <c:v>0.12878127469312584</c:v>
                </c:pt>
                <c:pt idx="9361">
                  <c:v>0.128783446077502</c:v>
                </c:pt>
                <c:pt idx="9362">
                  <c:v>0.12878954156329636</c:v>
                </c:pt>
                <c:pt idx="9363">
                  <c:v>0.1287899995551475</c:v>
                </c:pt>
                <c:pt idx="9364">
                  <c:v>0.12881027242155094</c:v>
                </c:pt>
                <c:pt idx="9365">
                  <c:v>0.12882794018305363</c:v>
                </c:pt>
                <c:pt idx="9366">
                  <c:v>0.12883415793060357</c:v>
                </c:pt>
                <c:pt idx="9367">
                  <c:v>0.12883768091253556</c:v>
                </c:pt>
                <c:pt idx="9368">
                  <c:v>0.12883997887211038</c:v>
                </c:pt>
                <c:pt idx="9369">
                  <c:v>0.12885088689135096</c:v>
                </c:pt>
                <c:pt idx="9370">
                  <c:v>0.12888170714945371</c:v>
                </c:pt>
                <c:pt idx="9371">
                  <c:v>0.1289044072613576</c:v>
                </c:pt>
                <c:pt idx="9372">
                  <c:v>0.12891036329995775</c:v>
                </c:pt>
                <c:pt idx="9373">
                  <c:v>0.12892110023666689</c:v>
                </c:pt>
                <c:pt idx="9374">
                  <c:v>0.12893658977118883</c:v>
                </c:pt>
                <c:pt idx="9375">
                  <c:v>0.12894184018803975</c:v>
                </c:pt>
                <c:pt idx="9376">
                  <c:v>0.12894944740782366</c:v>
                </c:pt>
                <c:pt idx="9377">
                  <c:v>0.12896582229771722</c:v>
                </c:pt>
                <c:pt idx="9378">
                  <c:v>0.1289697146205992</c:v>
                </c:pt>
                <c:pt idx="9379">
                  <c:v>0.12898039527447872</c:v>
                </c:pt>
                <c:pt idx="9380">
                  <c:v>0.12899393216807242</c:v>
                </c:pt>
                <c:pt idx="9381">
                  <c:v>0.12899511394572058</c:v>
                </c:pt>
                <c:pt idx="9382">
                  <c:v>0.12900030734251886</c:v>
                </c:pt>
                <c:pt idx="9383">
                  <c:v>0.12900238932938954</c:v>
                </c:pt>
                <c:pt idx="9384">
                  <c:v>0.12900313168358707</c:v>
                </c:pt>
                <c:pt idx="9385">
                  <c:v>0.12900645180489223</c:v>
                </c:pt>
                <c:pt idx="9386">
                  <c:v>0.12904619994216748</c:v>
                </c:pt>
                <c:pt idx="9387">
                  <c:v>0.12906766590689447</c:v>
                </c:pt>
                <c:pt idx="9388">
                  <c:v>0.12909468907619664</c:v>
                </c:pt>
                <c:pt idx="9389">
                  <c:v>0.12910058621058121</c:v>
                </c:pt>
                <c:pt idx="9390">
                  <c:v>0.12911750034964758</c:v>
                </c:pt>
                <c:pt idx="9391">
                  <c:v>0.12914861729679075</c:v>
                </c:pt>
                <c:pt idx="9392">
                  <c:v>0.12916302245526487</c:v>
                </c:pt>
                <c:pt idx="9393">
                  <c:v>0.12917801559423336</c:v>
                </c:pt>
                <c:pt idx="9394">
                  <c:v>0.12917874851069003</c:v>
                </c:pt>
                <c:pt idx="9395">
                  <c:v>0.12920896553583497</c:v>
                </c:pt>
                <c:pt idx="9396">
                  <c:v>0.12921783991372499</c:v>
                </c:pt>
                <c:pt idx="9397">
                  <c:v>0.12923097209831605</c:v>
                </c:pt>
                <c:pt idx="9398">
                  <c:v>0.12923769548380937</c:v>
                </c:pt>
                <c:pt idx="9399">
                  <c:v>0.12923983454612747</c:v>
                </c:pt>
                <c:pt idx="9400">
                  <c:v>0.12925261296481644</c:v>
                </c:pt>
                <c:pt idx="9401">
                  <c:v>0.12926131153225009</c:v>
                </c:pt>
                <c:pt idx="9402">
                  <c:v>0.1292817877023853</c:v>
                </c:pt>
                <c:pt idx="9403">
                  <c:v>0.1292875913711572</c:v>
                </c:pt>
                <c:pt idx="9404">
                  <c:v>0.12929491017647929</c:v>
                </c:pt>
                <c:pt idx="9405">
                  <c:v>0.12930999793920298</c:v>
                </c:pt>
                <c:pt idx="9406">
                  <c:v>0.12931254860232644</c:v>
                </c:pt>
                <c:pt idx="9407">
                  <c:v>0.12931872641938677</c:v>
                </c:pt>
                <c:pt idx="9408">
                  <c:v>0.1293240473013291</c:v>
                </c:pt>
                <c:pt idx="9409">
                  <c:v>0.12934861389988961</c:v>
                </c:pt>
                <c:pt idx="9410">
                  <c:v>0.12935069606038577</c:v>
                </c:pt>
                <c:pt idx="9411">
                  <c:v>0.12936494271407861</c:v>
                </c:pt>
                <c:pt idx="9412">
                  <c:v>0.12937463554046216</c:v>
                </c:pt>
                <c:pt idx="9413">
                  <c:v>0.1293929599435997</c:v>
                </c:pt>
                <c:pt idx="9414">
                  <c:v>0.12939882050683676</c:v>
                </c:pt>
                <c:pt idx="9415">
                  <c:v>0.12940369488048384</c:v>
                </c:pt>
                <c:pt idx="9416">
                  <c:v>0.12940812258253839</c:v>
                </c:pt>
                <c:pt idx="9417">
                  <c:v>0.12941157803082853</c:v>
                </c:pt>
                <c:pt idx="9418">
                  <c:v>0.12942891272527471</c:v>
                </c:pt>
                <c:pt idx="9419">
                  <c:v>0.12943183326311772</c:v>
                </c:pt>
                <c:pt idx="9420">
                  <c:v>0.12946960653394027</c:v>
                </c:pt>
                <c:pt idx="9421">
                  <c:v>0.12947527807174522</c:v>
                </c:pt>
                <c:pt idx="9422">
                  <c:v>0.12947956929579299</c:v>
                </c:pt>
                <c:pt idx="9423">
                  <c:v>0.12950934735006159</c:v>
                </c:pt>
                <c:pt idx="9424">
                  <c:v>0.12953730295868987</c:v>
                </c:pt>
                <c:pt idx="9425">
                  <c:v>0.12956024012603787</c:v>
                </c:pt>
                <c:pt idx="9426">
                  <c:v>0.12957166786174232</c:v>
                </c:pt>
                <c:pt idx="9427">
                  <c:v>0.12957669948776757</c:v>
                </c:pt>
                <c:pt idx="9428">
                  <c:v>0.12960453453148141</c:v>
                </c:pt>
                <c:pt idx="9429">
                  <c:v>0.1296169157290683</c:v>
                </c:pt>
                <c:pt idx="9430">
                  <c:v>0.12962939393638764</c:v>
                </c:pt>
                <c:pt idx="9431">
                  <c:v>0.12963024510597887</c:v>
                </c:pt>
                <c:pt idx="9432">
                  <c:v>0.12963699641571058</c:v>
                </c:pt>
                <c:pt idx="9433">
                  <c:v>0.12963899130798587</c:v>
                </c:pt>
                <c:pt idx="9434">
                  <c:v>0.12964284659081401</c:v>
                </c:pt>
                <c:pt idx="9435">
                  <c:v>0.12965027819386027</c:v>
                </c:pt>
                <c:pt idx="9436">
                  <c:v>0.12967622553737035</c:v>
                </c:pt>
                <c:pt idx="9437">
                  <c:v>0.12970156700468968</c:v>
                </c:pt>
                <c:pt idx="9438">
                  <c:v>0.12971076023371095</c:v>
                </c:pt>
                <c:pt idx="9439">
                  <c:v>0.12971418711987995</c:v>
                </c:pt>
                <c:pt idx="9440">
                  <c:v>0.12972984206542953</c:v>
                </c:pt>
                <c:pt idx="9441">
                  <c:v>0.12974887030082899</c:v>
                </c:pt>
                <c:pt idx="9442">
                  <c:v>0.12974956115332012</c:v>
                </c:pt>
                <c:pt idx="9443">
                  <c:v>0.12975054430894079</c:v>
                </c:pt>
                <c:pt idx="9444">
                  <c:v>0.1297829181154132</c:v>
                </c:pt>
                <c:pt idx="9445">
                  <c:v>0.12981508791701871</c:v>
                </c:pt>
                <c:pt idx="9446">
                  <c:v>0.12981824856919788</c:v>
                </c:pt>
                <c:pt idx="9447">
                  <c:v>0.1298205380402537</c:v>
                </c:pt>
                <c:pt idx="9448">
                  <c:v>0.12982504131348468</c:v>
                </c:pt>
                <c:pt idx="9449">
                  <c:v>0.12984575551710892</c:v>
                </c:pt>
                <c:pt idx="9450">
                  <c:v>0.12984713079007293</c:v>
                </c:pt>
                <c:pt idx="9451">
                  <c:v>0.129849389462597</c:v>
                </c:pt>
                <c:pt idx="9452">
                  <c:v>0.12985055684711752</c:v>
                </c:pt>
                <c:pt idx="9453">
                  <c:v>0.12987209382954182</c:v>
                </c:pt>
                <c:pt idx="9454">
                  <c:v>0.12987287998126151</c:v>
                </c:pt>
                <c:pt idx="9455">
                  <c:v>0.12988486183779444</c:v>
                </c:pt>
                <c:pt idx="9456">
                  <c:v>0.12988729358373405</c:v>
                </c:pt>
                <c:pt idx="9457">
                  <c:v>0.12991542848892926</c:v>
                </c:pt>
                <c:pt idx="9458">
                  <c:v>0.12991658941989534</c:v>
                </c:pt>
                <c:pt idx="9459">
                  <c:v>0.12992010389221348</c:v>
                </c:pt>
                <c:pt idx="9460">
                  <c:v>0.12992273090501297</c:v>
                </c:pt>
                <c:pt idx="9461">
                  <c:v>0.12994564282463167</c:v>
                </c:pt>
                <c:pt idx="9462">
                  <c:v>0.12997771029171679</c:v>
                </c:pt>
                <c:pt idx="9463">
                  <c:v>0.12998107266394907</c:v>
                </c:pt>
                <c:pt idx="9464">
                  <c:v>0.12998617409252303</c:v>
                </c:pt>
                <c:pt idx="9465">
                  <c:v>0.12998891838783161</c:v>
                </c:pt>
                <c:pt idx="9466">
                  <c:v>0.12999556571615575</c:v>
                </c:pt>
                <c:pt idx="9467">
                  <c:v>0.13000114555907619</c:v>
                </c:pt>
                <c:pt idx="9468">
                  <c:v>0.13000374085079813</c:v>
                </c:pt>
                <c:pt idx="9469">
                  <c:v>0.13002462770474457</c:v>
                </c:pt>
                <c:pt idx="9470">
                  <c:v>0.13002892392006019</c:v>
                </c:pt>
                <c:pt idx="9471">
                  <c:v>0.13003162093812753</c:v>
                </c:pt>
                <c:pt idx="9472">
                  <c:v>0.13003259168994227</c:v>
                </c:pt>
                <c:pt idx="9473">
                  <c:v>0.13004423154609038</c:v>
                </c:pt>
                <c:pt idx="9474">
                  <c:v>0.13005666568631705</c:v>
                </c:pt>
                <c:pt idx="9475">
                  <c:v>0.13006954369031584</c:v>
                </c:pt>
                <c:pt idx="9476">
                  <c:v>0.13007283691831323</c:v>
                </c:pt>
                <c:pt idx="9477">
                  <c:v>0.13007366477174873</c:v>
                </c:pt>
                <c:pt idx="9478">
                  <c:v>0.13007928265908986</c:v>
                </c:pt>
                <c:pt idx="9479">
                  <c:v>0.13009483145760176</c:v>
                </c:pt>
                <c:pt idx="9480">
                  <c:v>0.1301180805461854</c:v>
                </c:pt>
                <c:pt idx="9481">
                  <c:v>0.13011920335525487</c:v>
                </c:pt>
                <c:pt idx="9482">
                  <c:v>0.1301231935350908</c:v>
                </c:pt>
                <c:pt idx="9483">
                  <c:v>0.13013800402580081</c:v>
                </c:pt>
                <c:pt idx="9484">
                  <c:v>0.13015177142197809</c:v>
                </c:pt>
                <c:pt idx="9485">
                  <c:v>0.13016196094437188</c:v>
                </c:pt>
                <c:pt idx="9486">
                  <c:v>0.13016521377779905</c:v>
                </c:pt>
                <c:pt idx="9487">
                  <c:v>0.13017421026912965</c:v>
                </c:pt>
                <c:pt idx="9488">
                  <c:v>0.1301854371552342</c:v>
                </c:pt>
                <c:pt idx="9489">
                  <c:v>0.13019279960546354</c:v>
                </c:pt>
                <c:pt idx="9490">
                  <c:v>0.13019550991644169</c:v>
                </c:pt>
                <c:pt idx="9491">
                  <c:v>0.13019599714637231</c:v>
                </c:pt>
                <c:pt idx="9492">
                  <c:v>0.13021216903225252</c:v>
                </c:pt>
                <c:pt idx="9493">
                  <c:v>0.13023955482431232</c:v>
                </c:pt>
                <c:pt idx="9494">
                  <c:v>0.13024091950695327</c:v>
                </c:pt>
                <c:pt idx="9495">
                  <c:v>0.13024558708799724</c:v>
                </c:pt>
                <c:pt idx="9496">
                  <c:v>0.13025178582754657</c:v>
                </c:pt>
                <c:pt idx="9497">
                  <c:v>0.13025639441512432</c:v>
                </c:pt>
                <c:pt idx="9498">
                  <c:v>0.13025855138643314</c:v>
                </c:pt>
                <c:pt idx="9499">
                  <c:v>0.13026942912627679</c:v>
                </c:pt>
                <c:pt idx="9500">
                  <c:v>0.13027124777702434</c:v>
                </c:pt>
                <c:pt idx="9501">
                  <c:v>0.13028858981498712</c:v>
                </c:pt>
                <c:pt idx="9502">
                  <c:v>0.13029053041022248</c:v>
                </c:pt>
                <c:pt idx="9503">
                  <c:v>0.13029383620983201</c:v>
                </c:pt>
                <c:pt idx="9504">
                  <c:v>0.13029878314254575</c:v>
                </c:pt>
                <c:pt idx="9505">
                  <c:v>0.13032079453357515</c:v>
                </c:pt>
                <c:pt idx="9506">
                  <c:v>0.13032625929058231</c:v>
                </c:pt>
                <c:pt idx="9507">
                  <c:v>0.13032684524705321</c:v>
                </c:pt>
                <c:pt idx="9508">
                  <c:v>0.13032685617593107</c:v>
                </c:pt>
                <c:pt idx="9509">
                  <c:v>0.13034520065865932</c:v>
                </c:pt>
                <c:pt idx="9510">
                  <c:v>0.13036091176185655</c:v>
                </c:pt>
                <c:pt idx="9511">
                  <c:v>0.13037501217761141</c:v>
                </c:pt>
                <c:pt idx="9512">
                  <c:v>0.13037731181907158</c:v>
                </c:pt>
                <c:pt idx="9513">
                  <c:v>0.13037734935859885</c:v>
                </c:pt>
                <c:pt idx="9514">
                  <c:v>0.13038726541343787</c:v>
                </c:pt>
                <c:pt idx="9515">
                  <c:v>0.13039154171289083</c:v>
                </c:pt>
                <c:pt idx="9516">
                  <c:v>0.13040192740190654</c:v>
                </c:pt>
                <c:pt idx="9517">
                  <c:v>0.13041512172076247</c:v>
                </c:pt>
                <c:pt idx="9518">
                  <c:v>0.13042899505753108</c:v>
                </c:pt>
                <c:pt idx="9519">
                  <c:v>0.13042938978371976</c:v>
                </c:pt>
                <c:pt idx="9520">
                  <c:v>0.13043319136349935</c:v>
                </c:pt>
                <c:pt idx="9521">
                  <c:v>0.13043595392242327</c:v>
                </c:pt>
                <c:pt idx="9522">
                  <c:v>0.13043735870988485</c:v>
                </c:pt>
                <c:pt idx="9523">
                  <c:v>0.13045150213814519</c:v>
                </c:pt>
                <c:pt idx="9524">
                  <c:v>0.13045868819120082</c:v>
                </c:pt>
                <c:pt idx="9525">
                  <c:v>0.13045977401025574</c:v>
                </c:pt>
                <c:pt idx="9526">
                  <c:v>0.13046391483811956</c:v>
                </c:pt>
                <c:pt idx="9527">
                  <c:v>0.13048219379667494</c:v>
                </c:pt>
                <c:pt idx="9528">
                  <c:v>0.13048288270536162</c:v>
                </c:pt>
                <c:pt idx="9529">
                  <c:v>0.13048532084109382</c:v>
                </c:pt>
                <c:pt idx="9530">
                  <c:v>0.13049006101893887</c:v>
                </c:pt>
                <c:pt idx="9531">
                  <c:v>0.13049407411442643</c:v>
                </c:pt>
                <c:pt idx="9532">
                  <c:v>0.1304998872538741</c:v>
                </c:pt>
                <c:pt idx="9533">
                  <c:v>0.13049991364612817</c:v>
                </c:pt>
                <c:pt idx="9534">
                  <c:v>0.13050754914200965</c:v>
                </c:pt>
                <c:pt idx="9535">
                  <c:v>0.13050819204628569</c:v>
                </c:pt>
                <c:pt idx="9536">
                  <c:v>0.13050928191876521</c:v>
                </c:pt>
                <c:pt idx="9537">
                  <c:v>0.1305098663518364</c:v>
                </c:pt>
                <c:pt idx="9538">
                  <c:v>0.13052603802772883</c:v>
                </c:pt>
                <c:pt idx="9539">
                  <c:v>0.13053651012769085</c:v>
                </c:pt>
                <c:pt idx="9540">
                  <c:v>0.1305564602054046</c:v>
                </c:pt>
                <c:pt idx="9541">
                  <c:v>0.13055793506724506</c:v>
                </c:pt>
                <c:pt idx="9542">
                  <c:v>0.13055987978901867</c:v>
                </c:pt>
                <c:pt idx="9543">
                  <c:v>0.13057512663574528</c:v>
                </c:pt>
                <c:pt idx="9544">
                  <c:v>0.13058365756696089</c:v>
                </c:pt>
                <c:pt idx="9545">
                  <c:v>0.13062528548365882</c:v>
                </c:pt>
                <c:pt idx="9546">
                  <c:v>0.13062865482549604</c:v>
                </c:pt>
                <c:pt idx="9547">
                  <c:v>0.13063237951851922</c:v>
                </c:pt>
                <c:pt idx="9548">
                  <c:v>0.13064541073974709</c:v>
                </c:pt>
                <c:pt idx="9549">
                  <c:v>0.13067024030161115</c:v>
                </c:pt>
                <c:pt idx="9550">
                  <c:v>0.13069186506165978</c:v>
                </c:pt>
                <c:pt idx="9551">
                  <c:v>0.13070160699468411</c:v>
                </c:pt>
                <c:pt idx="9552">
                  <c:v>0.13070880345062069</c:v>
                </c:pt>
                <c:pt idx="9553">
                  <c:v>0.13072861079812767</c:v>
                </c:pt>
                <c:pt idx="9554">
                  <c:v>0.13072897679728876</c:v>
                </c:pt>
                <c:pt idx="9555">
                  <c:v>0.13074354967229604</c:v>
                </c:pt>
                <c:pt idx="9556">
                  <c:v>0.13075752125363194</c:v>
                </c:pt>
                <c:pt idx="9557">
                  <c:v>0.13076416059706503</c:v>
                </c:pt>
                <c:pt idx="9558">
                  <c:v>0.13076505083000656</c:v>
                </c:pt>
                <c:pt idx="9559">
                  <c:v>0.13080031564618586</c:v>
                </c:pt>
                <c:pt idx="9560">
                  <c:v>0.13080395343796103</c:v>
                </c:pt>
                <c:pt idx="9561">
                  <c:v>0.13088651420301042</c:v>
                </c:pt>
                <c:pt idx="9562">
                  <c:v>0.13088883836722087</c:v>
                </c:pt>
                <c:pt idx="9563">
                  <c:v>0.13090672778090923</c:v>
                </c:pt>
                <c:pt idx="9564">
                  <c:v>0.13091591217209092</c:v>
                </c:pt>
                <c:pt idx="9565">
                  <c:v>0.13096410341038905</c:v>
                </c:pt>
                <c:pt idx="9566">
                  <c:v>0.13096860663906984</c:v>
                </c:pt>
                <c:pt idx="9567">
                  <c:v>0.13097926922291109</c:v>
                </c:pt>
                <c:pt idx="9568">
                  <c:v>0.13098946073554538</c:v>
                </c:pt>
                <c:pt idx="9569">
                  <c:v>0.13099890348733315</c:v>
                </c:pt>
                <c:pt idx="9570">
                  <c:v>0.13101055794492625</c:v>
                </c:pt>
                <c:pt idx="9571">
                  <c:v>0.1310160117926491</c:v>
                </c:pt>
                <c:pt idx="9572">
                  <c:v>0.13104664292382201</c:v>
                </c:pt>
                <c:pt idx="9573">
                  <c:v>0.1310617319187854</c:v>
                </c:pt>
                <c:pt idx="9574">
                  <c:v>0.13106412256730723</c:v>
                </c:pt>
                <c:pt idx="9575">
                  <c:v>0.13107868016828042</c:v>
                </c:pt>
                <c:pt idx="9576">
                  <c:v>0.13108140714579483</c:v>
                </c:pt>
                <c:pt idx="9577">
                  <c:v>0.13108307247589857</c:v>
                </c:pt>
                <c:pt idx="9578">
                  <c:v>0.13108419186299405</c:v>
                </c:pt>
                <c:pt idx="9579">
                  <c:v>0.13109451408522846</c:v>
                </c:pt>
                <c:pt idx="9580">
                  <c:v>0.13110421582569889</c:v>
                </c:pt>
                <c:pt idx="9581">
                  <c:v>0.13110856407782345</c:v>
                </c:pt>
                <c:pt idx="9582">
                  <c:v>0.13111816201560489</c:v>
                </c:pt>
                <c:pt idx="9583">
                  <c:v>0.13112567289673033</c:v>
                </c:pt>
                <c:pt idx="9584">
                  <c:v>0.13114004673104684</c:v>
                </c:pt>
                <c:pt idx="9585">
                  <c:v>0.1311496199416107</c:v>
                </c:pt>
                <c:pt idx="9586">
                  <c:v>0.13118828582975842</c:v>
                </c:pt>
                <c:pt idx="9587">
                  <c:v>0.13119200307853934</c:v>
                </c:pt>
                <c:pt idx="9588">
                  <c:v>0.13120842298564694</c:v>
                </c:pt>
                <c:pt idx="9589">
                  <c:v>0.1312130936910732</c:v>
                </c:pt>
                <c:pt idx="9590">
                  <c:v>0.1312258194393274</c:v>
                </c:pt>
                <c:pt idx="9591">
                  <c:v>0.1312584607331625</c:v>
                </c:pt>
                <c:pt idx="9592">
                  <c:v>0.13126147749970182</c:v>
                </c:pt>
                <c:pt idx="9593">
                  <c:v>0.13127247234022754</c:v>
                </c:pt>
                <c:pt idx="9594">
                  <c:v>0.13127705831355962</c:v>
                </c:pt>
                <c:pt idx="9595">
                  <c:v>0.13128295208027199</c:v>
                </c:pt>
                <c:pt idx="9596">
                  <c:v>0.13128729598987846</c:v>
                </c:pt>
                <c:pt idx="9597">
                  <c:v>0.1312899799899514</c:v>
                </c:pt>
                <c:pt idx="9598">
                  <c:v>0.13129266328155226</c:v>
                </c:pt>
                <c:pt idx="9599">
                  <c:v>0.13129341962083566</c:v>
                </c:pt>
                <c:pt idx="9600">
                  <c:v>0.13129704532389358</c:v>
                </c:pt>
                <c:pt idx="9601">
                  <c:v>0.13130109678475074</c:v>
                </c:pt>
                <c:pt idx="9602">
                  <c:v>0.13130745936169727</c:v>
                </c:pt>
                <c:pt idx="9603">
                  <c:v>0.13130958168211357</c:v>
                </c:pt>
                <c:pt idx="9604">
                  <c:v>0.13132579845393011</c:v>
                </c:pt>
                <c:pt idx="9605">
                  <c:v>0.13132744243849076</c:v>
                </c:pt>
                <c:pt idx="9606">
                  <c:v>0.13133954800870543</c:v>
                </c:pt>
                <c:pt idx="9607">
                  <c:v>0.13135601142948405</c:v>
                </c:pt>
                <c:pt idx="9608">
                  <c:v>0.13135881090901827</c:v>
                </c:pt>
                <c:pt idx="9609">
                  <c:v>0.13137367074455991</c:v>
                </c:pt>
                <c:pt idx="9610">
                  <c:v>0.13138588809137672</c:v>
                </c:pt>
                <c:pt idx="9611">
                  <c:v>0.13138724174858007</c:v>
                </c:pt>
                <c:pt idx="9612">
                  <c:v>0.13139020990668784</c:v>
                </c:pt>
                <c:pt idx="9613">
                  <c:v>0.13140656049419769</c:v>
                </c:pt>
                <c:pt idx="9614">
                  <c:v>0.13142542345602362</c:v>
                </c:pt>
                <c:pt idx="9615">
                  <c:v>0.13143724408060053</c:v>
                </c:pt>
                <c:pt idx="9616">
                  <c:v>0.13143835266216983</c:v>
                </c:pt>
                <c:pt idx="9617">
                  <c:v>0.13145258067632812</c:v>
                </c:pt>
                <c:pt idx="9618">
                  <c:v>0.13146039618258015</c:v>
                </c:pt>
                <c:pt idx="9619">
                  <c:v>0.13147318405210998</c:v>
                </c:pt>
                <c:pt idx="9620">
                  <c:v>0.13147394897731804</c:v>
                </c:pt>
                <c:pt idx="9621">
                  <c:v>0.13148257638181818</c:v>
                </c:pt>
                <c:pt idx="9622">
                  <c:v>0.13149331007868781</c:v>
                </c:pt>
                <c:pt idx="9623">
                  <c:v>0.13151000673681848</c:v>
                </c:pt>
                <c:pt idx="9624">
                  <c:v>0.13152266743352412</c:v>
                </c:pt>
                <c:pt idx="9625">
                  <c:v>0.13153394270250024</c:v>
                </c:pt>
                <c:pt idx="9626">
                  <c:v>0.13153620128429186</c:v>
                </c:pt>
                <c:pt idx="9627">
                  <c:v>0.13155943808683632</c:v>
                </c:pt>
                <c:pt idx="9628">
                  <c:v>0.13157037439931538</c:v>
                </c:pt>
                <c:pt idx="9629">
                  <c:v>0.13157076565360074</c:v>
                </c:pt>
                <c:pt idx="9630">
                  <c:v>0.13157355632160653</c:v>
                </c:pt>
                <c:pt idx="9631">
                  <c:v>0.13157586697158224</c:v>
                </c:pt>
                <c:pt idx="9632">
                  <c:v>0.13158548683125906</c:v>
                </c:pt>
                <c:pt idx="9633">
                  <c:v>0.13159746280993814</c:v>
                </c:pt>
                <c:pt idx="9634">
                  <c:v>0.13160726303504516</c:v>
                </c:pt>
                <c:pt idx="9635">
                  <c:v>0.13160890881822859</c:v>
                </c:pt>
                <c:pt idx="9636">
                  <c:v>0.13160895324929589</c:v>
                </c:pt>
                <c:pt idx="9637">
                  <c:v>0.1316102298465878</c:v>
                </c:pt>
                <c:pt idx="9638">
                  <c:v>0.13161436378417021</c:v>
                </c:pt>
                <c:pt idx="9639">
                  <c:v>0.13162215398113153</c:v>
                </c:pt>
                <c:pt idx="9640">
                  <c:v>0.13163349445613828</c:v>
                </c:pt>
                <c:pt idx="9641">
                  <c:v>0.13163584858368241</c:v>
                </c:pt>
                <c:pt idx="9642">
                  <c:v>0.13165130343273476</c:v>
                </c:pt>
                <c:pt idx="9643">
                  <c:v>0.13165307764266765</c:v>
                </c:pt>
                <c:pt idx="9644">
                  <c:v>0.13165689225545471</c:v>
                </c:pt>
                <c:pt idx="9645">
                  <c:v>0.13167941832748337</c:v>
                </c:pt>
                <c:pt idx="9646">
                  <c:v>0.13168815830480055</c:v>
                </c:pt>
                <c:pt idx="9647">
                  <c:v>0.13169818161908467</c:v>
                </c:pt>
                <c:pt idx="9648">
                  <c:v>0.13170491506016291</c:v>
                </c:pt>
                <c:pt idx="9649">
                  <c:v>0.1317280719707401</c:v>
                </c:pt>
                <c:pt idx="9650">
                  <c:v>0.13173202408029391</c:v>
                </c:pt>
                <c:pt idx="9651">
                  <c:v>0.13174652376452578</c:v>
                </c:pt>
                <c:pt idx="9652">
                  <c:v>0.13174922377571852</c:v>
                </c:pt>
                <c:pt idx="9653">
                  <c:v>0.1317576985046755</c:v>
                </c:pt>
                <c:pt idx="9654">
                  <c:v>0.13176763202839079</c:v>
                </c:pt>
                <c:pt idx="9655">
                  <c:v>0.13179032820584644</c:v>
                </c:pt>
                <c:pt idx="9656">
                  <c:v>0.13182283016549959</c:v>
                </c:pt>
                <c:pt idx="9657">
                  <c:v>0.13182614693549305</c:v>
                </c:pt>
                <c:pt idx="9658">
                  <c:v>0.13187154661090256</c:v>
                </c:pt>
                <c:pt idx="9659">
                  <c:v>0.13188739951464937</c:v>
                </c:pt>
                <c:pt idx="9660">
                  <c:v>0.13189460492073601</c:v>
                </c:pt>
                <c:pt idx="9661">
                  <c:v>0.13189862122321827</c:v>
                </c:pt>
                <c:pt idx="9662">
                  <c:v>0.13190248010918132</c:v>
                </c:pt>
                <c:pt idx="9663">
                  <c:v>0.13192016654423561</c:v>
                </c:pt>
                <c:pt idx="9664">
                  <c:v>0.13192952901667737</c:v>
                </c:pt>
                <c:pt idx="9665">
                  <c:v>0.13194698144497369</c:v>
                </c:pt>
                <c:pt idx="9666">
                  <c:v>0.13196084952147039</c:v>
                </c:pt>
                <c:pt idx="9667">
                  <c:v>0.13197067276902677</c:v>
                </c:pt>
                <c:pt idx="9668">
                  <c:v>0.13197100325443589</c:v>
                </c:pt>
                <c:pt idx="9669">
                  <c:v>0.13198481827607217</c:v>
                </c:pt>
                <c:pt idx="9670">
                  <c:v>0.13199067206881698</c:v>
                </c:pt>
                <c:pt idx="9671">
                  <c:v>0.13199659977582298</c:v>
                </c:pt>
                <c:pt idx="9672">
                  <c:v>0.13201105194967333</c:v>
                </c:pt>
                <c:pt idx="9673">
                  <c:v>0.13201371586298935</c:v>
                </c:pt>
                <c:pt idx="9674">
                  <c:v>0.13202707625042301</c:v>
                </c:pt>
                <c:pt idx="9675">
                  <c:v>0.13202874838311834</c:v>
                </c:pt>
                <c:pt idx="9676">
                  <c:v>0.13203558968282908</c:v>
                </c:pt>
                <c:pt idx="9677">
                  <c:v>0.13203584813149433</c:v>
                </c:pt>
                <c:pt idx="9678">
                  <c:v>0.13206792451705621</c:v>
                </c:pt>
                <c:pt idx="9679">
                  <c:v>0.1320797913166106</c:v>
                </c:pt>
                <c:pt idx="9680">
                  <c:v>0.13208986967958034</c:v>
                </c:pt>
                <c:pt idx="9681">
                  <c:v>0.13209803138423251</c:v>
                </c:pt>
                <c:pt idx="9682">
                  <c:v>0.13210936485689986</c:v>
                </c:pt>
                <c:pt idx="9683">
                  <c:v>0.13213569914102447</c:v>
                </c:pt>
                <c:pt idx="9684">
                  <c:v>0.13216317614236206</c:v>
                </c:pt>
                <c:pt idx="9685">
                  <c:v>0.13216626055013475</c:v>
                </c:pt>
                <c:pt idx="9686">
                  <c:v>0.13217774867473922</c:v>
                </c:pt>
                <c:pt idx="9687">
                  <c:v>0.13222581041720227</c:v>
                </c:pt>
                <c:pt idx="9688">
                  <c:v>0.1322265567101075</c:v>
                </c:pt>
                <c:pt idx="9689">
                  <c:v>0.13223306870551604</c:v>
                </c:pt>
                <c:pt idx="9690">
                  <c:v>0.13223371705026585</c:v>
                </c:pt>
                <c:pt idx="9691">
                  <c:v>0.132239125371032</c:v>
                </c:pt>
                <c:pt idx="9692">
                  <c:v>0.13224470985470863</c:v>
                </c:pt>
                <c:pt idx="9693">
                  <c:v>0.13225001973344483</c:v>
                </c:pt>
                <c:pt idx="9694">
                  <c:v>0.13227322719350282</c:v>
                </c:pt>
                <c:pt idx="9695">
                  <c:v>0.13227682502924229</c:v>
                </c:pt>
                <c:pt idx="9696">
                  <c:v>0.13227764457726007</c:v>
                </c:pt>
                <c:pt idx="9697">
                  <c:v>0.13228435097881322</c:v>
                </c:pt>
                <c:pt idx="9698">
                  <c:v>0.13228563295701964</c:v>
                </c:pt>
                <c:pt idx="9699">
                  <c:v>0.13228790984909214</c:v>
                </c:pt>
                <c:pt idx="9700">
                  <c:v>0.13229587182092981</c:v>
                </c:pt>
                <c:pt idx="9701">
                  <c:v>0.13230304466094411</c:v>
                </c:pt>
                <c:pt idx="9702">
                  <c:v>0.13231039359309188</c:v>
                </c:pt>
                <c:pt idx="9703">
                  <c:v>0.13231188569952693</c:v>
                </c:pt>
                <c:pt idx="9704">
                  <c:v>0.13231511917337921</c:v>
                </c:pt>
                <c:pt idx="9705">
                  <c:v>0.13233154464488123</c:v>
                </c:pt>
                <c:pt idx="9706">
                  <c:v>0.13233676845520229</c:v>
                </c:pt>
                <c:pt idx="9707">
                  <c:v>0.132370477799966</c:v>
                </c:pt>
                <c:pt idx="9708">
                  <c:v>0.13239710071693703</c:v>
                </c:pt>
                <c:pt idx="9709">
                  <c:v>0.13241749121543239</c:v>
                </c:pt>
                <c:pt idx="9710">
                  <c:v>0.13242269187260061</c:v>
                </c:pt>
                <c:pt idx="9711">
                  <c:v>0.13242421990102715</c:v>
                </c:pt>
                <c:pt idx="9712">
                  <c:v>0.13245753011952047</c:v>
                </c:pt>
                <c:pt idx="9713">
                  <c:v>0.13248235355480489</c:v>
                </c:pt>
                <c:pt idx="9714">
                  <c:v>0.13248823859191233</c:v>
                </c:pt>
                <c:pt idx="9715">
                  <c:v>0.13249172723157893</c:v>
                </c:pt>
                <c:pt idx="9716">
                  <c:v>0.1325129609350926</c:v>
                </c:pt>
                <c:pt idx="9717">
                  <c:v>0.13252442767409953</c:v>
                </c:pt>
                <c:pt idx="9718">
                  <c:v>0.13252851222685694</c:v>
                </c:pt>
                <c:pt idx="9719">
                  <c:v>0.13253449246681412</c:v>
                </c:pt>
                <c:pt idx="9720">
                  <c:v>0.13253626401570989</c:v>
                </c:pt>
                <c:pt idx="9721">
                  <c:v>0.13254136508988534</c:v>
                </c:pt>
                <c:pt idx="9722">
                  <c:v>0.13254804179232893</c:v>
                </c:pt>
                <c:pt idx="9723">
                  <c:v>0.13254845821052516</c:v>
                </c:pt>
                <c:pt idx="9724">
                  <c:v>0.13256211836959655</c:v>
                </c:pt>
                <c:pt idx="9725">
                  <c:v>0.13256998868621359</c:v>
                </c:pt>
                <c:pt idx="9726">
                  <c:v>0.13257281189074996</c:v>
                </c:pt>
                <c:pt idx="9727">
                  <c:v>0.13261540848875553</c:v>
                </c:pt>
                <c:pt idx="9728">
                  <c:v>0.13265831637617431</c:v>
                </c:pt>
                <c:pt idx="9729">
                  <c:v>0.13267044917081594</c:v>
                </c:pt>
                <c:pt idx="9730">
                  <c:v>0.13267304344450737</c:v>
                </c:pt>
                <c:pt idx="9731">
                  <c:v>0.13267652757397025</c:v>
                </c:pt>
                <c:pt idx="9732">
                  <c:v>0.13268192849298238</c:v>
                </c:pt>
                <c:pt idx="9733">
                  <c:v>0.13268705057600441</c:v>
                </c:pt>
                <c:pt idx="9734">
                  <c:v>0.13268762531237832</c:v>
                </c:pt>
                <c:pt idx="9735">
                  <c:v>0.13270668649019676</c:v>
                </c:pt>
                <c:pt idx="9736">
                  <c:v>0.1327145869274656</c:v>
                </c:pt>
                <c:pt idx="9737">
                  <c:v>0.13271805870442641</c:v>
                </c:pt>
                <c:pt idx="9738">
                  <c:v>0.1327221701150221</c:v>
                </c:pt>
                <c:pt idx="9739">
                  <c:v>0.13272422328761727</c:v>
                </c:pt>
                <c:pt idx="9740">
                  <c:v>0.13272810985162872</c:v>
                </c:pt>
                <c:pt idx="9741">
                  <c:v>0.13272987557027252</c:v>
                </c:pt>
                <c:pt idx="9742">
                  <c:v>0.13273101806605894</c:v>
                </c:pt>
                <c:pt idx="9743">
                  <c:v>0.13274338549349898</c:v>
                </c:pt>
                <c:pt idx="9744">
                  <c:v>0.13274524154002321</c:v>
                </c:pt>
                <c:pt idx="9745">
                  <c:v>0.13275006551582441</c:v>
                </c:pt>
                <c:pt idx="9746">
                  <c:v>0.13275792082431964</c:v>
                </c:pt>
                <c:pt idx="9747">
                  <c:v>0.1327593222116013</c:v>
                </c:pt>
                <c:pt idx="9748">
                  <c:v>0.13276830183174851</c:v>
                </c:pt>
                <c:pt idx="9749">
                  <c:v>0.13277131585321805</c:v>
                </c:pt>
                <c:pt idx="9750">
                  <c:v>0.13278889386650375</c:v>
                </c:pt>
                <c:pt idx="9751">
                  <c:v>0.13279756181262445</c:v>
                </c:pt>
                <c:pt idx="9752">
                  <c:v>0.13280809769827367</c:v>
                </c:pt>
                <c:pt idx="9753">
                  <c:v>0.13281271343196355</c:v>
                </c:pt>
                <c:pt idx="9754">
                  <c:v>0.13281335902600411</c:v>
                </c:pt>
                <c:pt idx="9755">
                  <c:v>0.13282231370883302</c:v>
                </c:pt>
                <c:pt idx="9756">
                  <c:v>0.13282632284323595</c:v>
                </c:pt>
                <c:pt idx="9757">
                  <c:v>0.13284117727976016</c:v>
                </c:pt>
                <c:pt idx="9758">
                  <c:v>0.13285605451893695</c:v>
                </c:pt>
                <c:pt idx="9759">
                  <c:v>0.1328564135925743</c:v>
                </c:pt>
                <c:pt idx="9760">
                  <c:v>0.13287194653496154</c:v>
                </c:pt>
                <c:pt idx="9761">
                  <c:v>0.13288191206309716</c:v>
                </c:pt>
                <c:pt idx="9762">
                  <c:v>0.13288474496431871</c:v>
                </c:pt>
                <c:pt idx="9763">
                  <c:v>0.13289977175541454</c:v>
                </c:pt>
                <c:pt idx="9764">
                  <c:v>0.13290480680387995</c:v>
                </c:pt>
                <c:pt idx="9765">
                  <c:v>0.1329281559558888</c:v>
                </c:pt>
                <c:pt idx="9766">
                  <c:v>0.13293021197548965</c:v>
                </c:pt>
                <c:pt idx="9767">
                  <c:v>0.13293721101047751</c:v>
                </c:pt>
                <c:pt idx="9768">
                  <c:v>0.13293951915624075</c:v>
                </c:pt>
                <c:pt idx="9769">
                  <c:v>0.13294436314098113</c:v>
                </c:pt>
                <c:pt idx="9770">
                  <c:v>0.13295728833030207</c:v>
                </c:pt>
                <c:pt idx="9771">
                  <c:v>0.13296287022579006</c:v>
                </c:pt>
                <c:pt idx="9772">
                  <c:v>0.13296423583184294</c:v>
                </c:pt>
                <c:pt idx="9773">
                  <c:v>0.13297655086723356</c:v>
                </c:pt>
                <c:pt idx="9774">
                  <c:v>0.13298453750828462</c:v>
                </c:pt>
                <c:pt idx="9775">
                  <c:v>0.13299683665062298</c:v>
                </c:pt>
                <c:pt idx="9776">
                  <c:v>0.13300423052991539</c:v>
                </c:pt>
                <c:pt idx="9777">
                  <c:v>0.1330045104177332</c:v>
                </c:pt>
                <c:pt idx="9778">
                  <c:v>0.1330051719222626</c:v>
                </c:pt>
                <c:pt idx="9779">
                  <c:v>0.13302942237012311</c:v>
                </c:pt>
                <c:pt idx="9780">
                  <c:v>0.13303272000801966</c:v>
                </c:pt>
                <c:pt idx="9781">
                  <c:v>0.13303728786013194</c:v>
                </c:pt>
                <c:pt idx="9782">
                  <c:v>0.13304582498949741</c:v>
                </c:pt>
                <c:pt idx="9783">
                  <c:v>0.1330461940207868</c:v>
                </c:pt>
                <c:pt idx="9784">
                  <c:v>0.13305397739492097</c:v>
                </c:pt>
                <c:pt idx="9785">
                  <c:v>0.13306427099135315</c:v>
                </c:pt>
                <c:pt idx="9786">
                  <c:v>0.13307484351209373</c:v>
                </c:pt>
                <c:pt idx="9787">
                  <c:v>0.13307717152761031</c:v>
                </c:pt>
                <c:pt idx="9788">
                  <c:v>0.13307959686130932</c:v>
                </c:pt>
                <c:pt idx="9789">
                  <c:v>0.13308913545860357</c:v>
                </c:pt>
                <c:pt idx="9790">
                  <c:v>0.13310345833016149</c:v>
                </c:pt>
                <c:pt idx="9791">
                  <c:v>0.1331047497662978</c:v>
                </c:pt>
                <c:pt idx="9792">
                  <c:v>0.13310950048954853</c:v>
                </c:pt>
                <c:pt idx="9793">
                  <c:v>0.13312852612843909</c:v>
                </c:pt>
                <c:pt idx="9794">
                  <c:v>0.13313771152932788</c:v>
                </c:pt>
                <c:pt idx="9795">
                  <c:v>0.13315764026627278</c:v>
                </c:pt>
                <c:pt idx="9796">
                  <c:v>0.13317558475759253</c:v>
                </c:pt>
                <c:pt idx="9797">
                  <c:v>0.13320268525465861</c:v>
                </c:pt>
                <c:pt idx="9798">
                  <c:v>0.13322118851500434</c:v>
                </c:pt>
                <c:pt idx="9799">
                  <c:v>0.1332300445096086</c:v>
                </c:pt>
                <c:pt idx="9800">
                  <c:v>0.13323348752692682</c:v>
                </c:pt>
                <c:pt idx="9801">
                  <c:v>0.13324326785357907</c:v>
                </c:pt>
                <c:pt idx="9802">
                  <c:v>0.13326819459937617</c:v>
                </c:pt>
                <c:pt idx="9803">
                  <c:v>0.13327895420440838</c:v>
                </c:pt>
                <c:pt idx="9804">
                  <c:v>0.1332810828630325</c:v>
                </c:pt>
                <c:pt idx="9805">
                  <c:v>0.13329780668168406</c:v>
                </c:pt>
                <c:pt idx="9806">
                  <c:v>0.13329931977341533</c:v>
                </c:pt>
                <c:pt idx="9807">
                  <c:v>0.13330708860242596</c:v>
                </c:pt>
                <c:pt idx="9808">
                  <c:v>0.13331347574005015</c:v>
                </c:pt>
                <c:pt idx="9809">
                  <c:v>0.13331776292840308</c:v>
                </c:pt>
                <c:pt idx="9810">
                  <c:v>0.1333209738006248</c:v>
                </c:pt>
                <c:pt idx="9811">
                  <c:v>0.13332148381974898</c:v>
                </c:pt>
                <c:pt idx="9812">
                  <c:v>0.13332408476553911</c:v>
                </c:pt>
                <c:pt idx="9813">
                  <c:v>0.13333200782481819</c:v>
                </c:pt>
                <c:pt idx="9814">
                  <c:v>0.133339291212484</c:v>
                </c:pt>
                <c:pt idx="9815">
                  <c:v>0.13334059199873149</c:v>
                </c:pt>
                <c:pt idx="9816">
                  <c:v>0.13334691416632877</c:v>
                </c:pt>
                <c:pt idx="9817">
                  <c:v>0.13339256647418812</c:v>
                </c:pt>
                <c:pt idx="9818">
                  <c:v>0.13342971254978461</c:v>
                </c:pt>
                <c:pt idx="9819">
                  <c:v>0.13345176908369319</c:v>
                </c:pt>
                <c:pt idx="9820">
                  <c:v>0.13345663400156729</c:v>
                </c:pt>
                <c:pt idx="9821">
                  <c:v>0.13346048854954684</c:v>
                </c:pt>
                <c:pt idx="9822">
                  <c:v>0.13346693930959125</c:v>
                </c:pt>
                <c:pt idx="9823">
                  <c:v>0.13346833945815803</c:v>
                </c:pt>
                <c:pt idx="9824">
                  <c:v>0.13348245713647286</c:v>
                </c:pt>
                <c:pt idx="9825">
                  <c:v>0.13349864463269914</c:v>
                </c:pt>
                <c:pt idx="9826">
                  <c:v>0.13350636080466263</c:v>
                </c:pt>
                <c:pt idx="9827">
                  <c:v>0.1335195184727313</c:v>
                </c:pt>
                <c:pt idx="9828">
                  <c:v>0.13352362316795324</c:v>
                </c:pt>
                <c:pt idx="9829">
                  <c:v>0.13352936035210458</c:v>
                </c:pt>
                <c:pt idx="9830">
                  <c:v>0.1335298002396498</c:v>
                </c:pt>
                <c:pt idx="9831">
                  <c:v>0.13353088859983767</c:v>
                </c:pt>
                <c:pt idx="9832">
                  <c:v>0.13355417833815644</c:v>
                </c:pt>
                <c:pt idx="9833">
                  <c:v>0.13356002635574504</c:v>
                </c:pt>
                <c:pt idx="9834">
                  <c:v>0.13356259024043149</c:v>
                </c:pt>
                <c:pt idx="9835">
                  <c:v>0.13356417514429142</c:v>
                </c:pt>
                <c:pt idx="9836">
                  <c:v>0.13356925413220894</c:v>
                </c:pt>
                <c:pt idx="9837">
                  <c:v>0.13359099926446347</c:v>
                </c:pt>
                <c:pt idx="9838">
                  <c:v>0.13359884665576791</c:v>
                </c:pt>
                <c:pt idx="9839">
                  <c:v>0.13360143244620684</c:v>
                </c:pt>
                <c:pt idx="9840">
                  <c:v>0.13361310609597027</c:v>
                </c:pt>
                <c:pt idx="9841">
                  <c:v>0.13361434395883676</c:v>
                </c:pt>
                <c:pt idx="9842">
                  <c:v>0.1336144133575724</c:v>
                </c:pt>
                <c:pt idx="9843">
                  <c:v>0.13362142383365666</c:v>
                </c:pt>
                <c:pt idx="9844">
                  <c:v>0.13362978043424237</c:v>
                </c:pt>
                <c:pt idx="9845">
                  <c:v>0.13364943664958456</c:v>
                </c:pt>
                <c:pt idx="9846">
                  <c:v>0.13365798802990084</c:v>
                </c:pt>
                <c:pt idx="9847">
                  <c:v>0.13367261618410087</c:v>
                </c:pt>
                <c:pt idx="9848">
                  <c:v>0.13367284954197747</c:v>
                </c:pt>
                <c:pt idx="9849">
                  <c:v>0.13367386766076919</c:v>
                </c:pt>
                <c:pt idx="9850">
                  <c:v>0.13369039805275393</c:v>
                </c:pt>
                <c:pt idx="9851">
                  <c:v>0.13369304157275069</c:v>
                </c:pt>
                <c:pt idx="9852">
                  <c:v>0.13370092382278698</c:v>
                </c:pt>
                <c:pt idx="9853">
                  <c:v>0.13370629470113798</c:v>
                </c:pt>
                <c:pt idx="9854">
                  <c:v>0.13370872213387519</c:v>
                </c:pt>
                <c:pt idx="9855">
                  <c:v>0.13371122412680189</c:v>
                </c:pt>
                <c:pt idx="9856">
                  <c:v>0.13373825872960862</c:v>
                </c:pt>
                <c:pt idx="9857">
                  <c:v>0.13376830140217319</c:v>
                </c:pt>
                <c:pt idx="9858">
                  <c:v>0.13377430374044294</c:v>
                </c:pt>
                <c:pt idx="9859">
                  <c:v>0.13378180922619234</c:v>
                </c:pt>
                <c:pt idx="9860">
                  <c:v>0.13378985918558736</c:v>
                </c:pt>
                <c:pt idx="9861">
                  <c:v>0.13379784565764899</c:v>
                </c:pt>
                <c:pt idx="9862">
                  <c:v>0.13380245472454491</c:v>
                </c:pt>
                <c:pt idx="9863">
                  <c:v>0.13380354049786511</c:v>
                </c:pt>
                <c:pt idx="9864">
                  <c:v>0.13380425496070247</c:v>
                </c:pt>
                <c:pt idx="9865">
                  <c:v>0.13380910999109644</c:v>
                </c:pt>
                <c:pt idx="9866">
                  <c:v>0.13382364734062227</c:v>
                </c:pt>
                <c:pt idx="9867">
                  <c:v>0.13383535145912034</c:v>
                </c:pt>
                <c:pt idx="9868">
                  <c:v>0.13383609069932015</c:v>
                </c:pt>
                <c:pt idx="9869">
                  <c:v>0.13384488804178965</c:v>
                </c:pt>
                <c:pt idx="9870">
                  <c:v>0.13384536176391193</c:v>
                </c:pt>
                <c:pt idx="9871">
                  <c:v>0.13385069267110558</c:v>
                </c:pt>
                <c:pt idx="9872">
                  <c:v>0.13385658265035777</c:v>
                </c:pt>
                <c:pt idx="9873">
                  <c:v>0.13386278453911218</c:v>
                </c:pt>
                <c:pt idx="9874">
                  <c:v>0.13386689484724315</c:v>
                </c:pt>
                <c:pt idx="9875">
                  <c:v>0.13386791025444247</c:v>
                </c:pt>
                <c:pt idx="9876">
                  <c:v>0.13387191445949878</c:v>
                </c:pt>
                <c:pt idx="9877">
                  <c:v>0.1338781998697206</c:v>
                </c:pt>
                <c:pt idx="9878">
                  <c:v>0.13387924889806466</c:v>
                </c:pt>
                <c:pt idx="9879">
                  <c:v>0.1338817132557443</c:v>
                </c:pt>
                <c:pt idx="9880">
                  <c:v>0.13388238838268371</c:v>
                </c:pt>
                <c:pt idx="9881">
                  <c:v>0.13388691316292975</c:v>
                </c:pt>
                <c:pt idx="9882">
                  <c:v>0.13389355777855921</c:v>
                </c:pt>
                <c:pt idx="9883">
                  <c:v>0.13389585740681337</c:v>
                </c:pt>
                <c:pt idx="9884">
                  <c:v>0.13393980214557935</c:v>
                </c:pt>
                <c:pt idx="9885">
                  <c:v>0.13394381420192661</c:v>
                </c:pt>
                <c:pt idx="9886">
                  <c:v>0.13395178422371998</c:v>
                </c:pt>
                <c:pt idx="9887">
                  <c:v>0.13399200592546498</c:v>
                </c:pt>
                <c:pt idx="9888">
                  <c:v>0.13400317651649082</c:v>
                </c:pt>
                <c:pt idx="9889">
                  <c:v>0.13400354088877689</c:v>
                </c:pt>
                <c:pt idx="9890">
                  <c:v>0.13402204577858479</c:v>
                </c:pt>
                <c:pt idx="9891">
                  <c:v>0.13402322192622781</c:v>
                </c:pt>
                <c:pt idx="9892">
                  <c:v>0.13402655351308132</c:v>
                </c:pt>
                <c:pt idx="9893">
                  <c:v>0.13404928603246805</c:v>
                </c:pt>
                <c:pt idx="9894">
                  <c:v>0.1340718056758784</c:v>
                </c:pt>
                <c:pt idx="9895">
                  <c:v>0.13407980366753622</c:v>
                </c:pt>
                <c:pt idx="9896">
                  <c:v>0.13408368493652373</c:v>
                </c:pt>
                <c:pt idx="9897">
                  <c:v>0.13408912797214129</c:v>
                </c:pt>
                <c:pt idx="9898">
                  <c:v>0.13409515169033953</c:v>
                </c:pt>
                <c:pt idx="9899">
                  <c:v>0.13411181982911807</c:v>
                </c:pt>
                <c:pt idx="9900">
                  <c:v>0.13411217433019698</c:v>
                </c:pt>
                <c:pt idx="9901">
                  <c:v>0.13411944758853417</c:v>
                </c:pt>
                <c:pt idx="9902">
                  <c:v>0.13412636659744867</c:v>
                </c:pt>
                <c:pt idx="9903">
                  <c:v>0.13415282337499174</c:v>
                </c:pt>
                <c:pt idx="9904">
                  <c:v>0.13415849540852517</c:v>
                </c:pt>
                <c:pt idx="9905">
                  <c:v>0.13420952815553833</c:v>
                </c:pt>
                <c:pt idx="9906">
                  <c:v>0.13421294628465089</c:v>
                </c:pt>
                <c:pt idx="9907">
                  <c:v>0.13422055540552932</c:v>
                </c:pt>
                <c:pt idx="9908">
                  <c:v>0.13422078090946093</c:v>
                </c:pt>
                <c:pt idx="9909">
                  <c:v>0.13423427728701681</c:v>
                </c:pt>
                <c:pt idx="9910">
                  <c:v>0.13424032450746345</c:v>
                </c:pt>
                <c:pt idx="9911">
                  <c:v>0.13424164041987299</c:v>
                </c:pt>
                <c:pt idx="9912">
                  <c:v>0.1342452452547262</c:v>
                </c:pt>
                <c:pt idx="9913">
                  <c:v>0.13425617739958368</c:v>
                </c:pt>
                <c:pt idx="9914">
                  <c:v>0.13425997007287527</c:v>
                </c:pt>
                <c:pt idx="9915">
                  <c:v>0.13428232334656509</c:v>
                </c:pt>
                <c:pt idx="9916">
                  <c:v>0.13428600237045071</c:v>
                </c:pt>
                <c:pt idx="9917">
                  <c:v>0.13432162120727137</c:v>
                </c:pt>
                <c:pt idx="9918">
                  <c:v>0.13432169634172555</c:v>
                </c:pt>
                <c:pt idx="9919">
                  <c:v>0.13432176816611949</c:v>
                </c:pt>
                <c:pt idx="9920">
                  <c:v>0.13432533298591193</c:v>
                </c:pt>
                <c:pt idx="9921">
                  <c:v>0.13432760104698793</c:v>
                </c:pt>
                <c:pt idx="9922">
                  <c:v>0.13433668547998392</c:v>
                </c:pt>
                <c:pt idx="9923">
                  <c:v>0.13433687797422206</c:v>
                </c:pt>
                <c:pt idx="9924">
                  <c:v>0.13433742791015579</c:v>
                </c:pt>
                <c:pt idx="9925">
                  <c:v>0.13434273944932223</c:v>
                </c:pt>
                <c:pt idx="9926">
                  <c:v>0.13435395851865206</c:v>
                </c:pt>
                <c:pt idx="9927">
                  <c:v>0.13436717249688265</c:v>
                </c:pt>
                <c:pt idx="9928">
                  <c:v>0.1343704348510735</c:v>
                </c:pt>
                <c:pt idx="9929">
                  <c:v>0.13441324179062333</c:v>
                </c:pt>
                <c:pt idx="9930">
                  <c:v>0.13442094196509979</c:v>
                </c:pt>
                <c:pt idx="9931">
                  <c:v>0.13442919739374498</c:v>
                </c:pt>
                <c:pt idx="9932">
                  <c:v>0.13443618712392519</c:v>
                </c:pt>
                <c:pt idx="9933">
                  <c:v>0.13443720278747126</c:v>
                </c:pt>
                <c:pt idx="9934">
                  <c:v>0.13443817108257256</c:v>
                </c:pt>
                <c:pt idx="9935">
                  <c:v>0.13445386086380737</c:v>
                </c:pt>
                <c:pt idx="9936">
                  <c:v>0.13445417178860333</c:v>
                </c:pt>
                <c:pt idx="9937">
                  <c:v>0.13446306143568637</c:v>
                </c:pt>
                <c:pt idx="9938">
                  <c:v>0.1344714141170579</c:v>
                </c:pt>
                <c:pt idx="9939">
                  <c:v>0.13449621994567629</c:v>
                </c:pt>
                <c:pt idx="9940">
                  <c:v>0.13449664096452557</c:v>
                </c:pt>
                <c:pt idx="9941">
                  <c:v>0.13449677865471044</c:v>
                </c:pt>
                <c:pt idx="9942">
                  <c:v>0.13449827994106217</c:v>
                </c:pt>
                <c:pt idx="9943">
                  <c:v>0.13450593795330493</c:v>
                </c:pt>
                <c:pt idx="9944">
                  <c:v>0.13451565221284911</c:v>
                </c:pt>
                <c:pt idx="9945">
                  <c:v>0.13451922949475606</c:v>
                </c:pt>
                <c:pt idx="9946">
                  <c:v>0.13454474502491162</c:v>
                </c:pt>
                <c:pt idx="9947">
                  <c:v>0.13455513549558815</c:v>
                </c:pt>
                <c:pt idx="9948">
                  <c:v>0.1345648918454645</c:v>
                </c:pt>
                <c:pt idx="9949">
                  <c:v>0.13457424977386359</c:v>
                </c:pt>
                <c:pt idx="9950">
                  <c:v>0.13457508901388132</c:v>
                </c:pt>
                <c:pt idx="9951">
                  <c:v>0.13458211270570375</c:v>
                </c:pt>
                <c:pt idx="9952">
                  <c:v>0.13458234010404549</c:v>
                </c:pt>
                <c:pt idx="9953">
                  <c:v>0.13458342977282051</c:v>
                </c:pt>
                <c:pt idx="9954">
                  <c:v>0.13458426148358757</c:v>
                </c:pt>
                <c:pt idx="9955">
                  <c:v>0.13459535234264511</c:v>
                </c:pt>
                <c:pt idx="9956">
                  <c:v>0.13462704042846291</c:v>
                </c:pt>
                <c:pt idx="9957">
                  <c:v>0.13464803590265487</c:v>
                </c:pt>
                <c:pt idx="9958">
                  <c:v>0.13466490155937347</c:v>
                </c:pt>
                <c:pt idx="9959">
                  <c:v>0.1346651383008888</c:v>
                </c:pt>
                <c:pt idx="9960">
                  <c:v>0.13467300567343596</c:v>
                </c:pt>
                <c:pt idx="9961">
                  <c:v>0.1346846450822935</c:v>
                </c:pt>
                <c:pt idx="9962">
                  <c:v>0.13471949140061537</c:v>
                </c:pt>
                <c:pt idx="9963">
                  <c:v>0.13472142100109263</c:v>
                </c:pt>
                <c:pt idx="9964">
                  <c:v>0.134722872874873</c:v>
                </c:pt>
                <c:pt idx="9965">
                  <c:v>0.13472579647840477</c:v>
                </c:pt>
                <c:pt idx="9966">
                  <c:v>0.13472652151860859</c:v>
                </c:pt>
                <c:pt idx="9967">
                  <c:v>0.13475755776539466</c:v>
                </c:pt>
                <c:pt idx="9968">
                  <c:v>0.13477389799569336</c:v>
                </c:pt>
                <c:pt idx="9969">
                  <c:v>0.13477849437729822</c:v>
                </c:pt>
                <c:pt idx="9970">
                  <c:v>0.13478335315735682</c:v>
                </c:pt>
                <c:pt idx="9971">
                  <c:v>0.13478362012111048</c:v>
                </c:pt>
                <c:pt idx="9972">
                  <c:v>0.13478604183807341</c:v>
                </c:pt>
                <c:pt idx="9973">
                  <c:v>0.13480653882669849</c:v>
                </c:pt>
                <c:pt idx="9974">
                  <c:v>0.13481674241562983</c:v>
                </c:pt>
                <c:pt idx="9975">
                  <c:v>0.13482118777118504</c:v>
                </c:pt>
                <c:pt idx="9976">
                  <c:v>0.13483712281302429</c:v>
                </c:pt>
                <c:pt idx="9977">
                  <c:v>0.13485052701631453</c:v>
                </c:pt>
                <c:pt idx="9978">
                  <c:v>0.13486172195202592</c:v>
                </c:pt>
                <c:pt idx="9979">
                  <c:v>0.13488074707086045</c:v>
                </c:pt>
                <c:pt idx="9980">
                  <c:v>0.1348809992092464</c:v>
                </c:pt>
                <c:pt idx="9981">
                  <c:v>0.13488241626613073</c:v>
                </c:pt>
                <c:pt idx="9982">
                  <c:v>0.13489121165484147</c:v>
                </c:pt>
                <c:pt idx="9983">
                  <c:v>0.13490591006229677</c:v>
                </c:pt>
                <c:pt idx="9984">
                  <c:v>0.13490891802204508</c:v>
                </c:pt>
                <c:pt idx="9985">
                  <c:v>0.13491415226554943</c:v>
                </c:pt>
                <c:pt idx="9986">
                  <c:v>0.13493100692481702</c:v>
                </c:pt>
                <c:pt idx="9987">
                  <c:v>0.13493115399899736</c:v>
                </c:pt>
                <c:pt idx="9988">
                  <c:v>0.13494123531792121</c:v>
                </c:pt>
                <c:pt idx="9989">
                  <c:v>0.13496083173550916</c:v>
                </c:pt>
                <c:pt idx="9990">
                  <c:v>0.13497104370147864</c:v>
                </c:pt>
                <c:pt idx="9991">
                  <c:v>0.13500758757164527</c:v>
                </c:pt>
                <c:pt idx="9992">
                  <c:v>0.13501083328959368</c:v>
                </c:pt>
                <c:pt idx="9993">
                  <c:v>0.1350164417422054</c:v>
                </c:pt>
                <c:pt idx="9994">
                  <c:v>0.13502189449081756</c:v>
                </c:pt>
                <c:pt idx="9995">
                  <c:v>0.13504703446157587</c:v>
                </c:pt>
                <c:pt idx="9996">
                  <c:v>0.13505237162031522</c:v>
                </c:pt>
                <c:pt idx="9997">
                  <c:v>0.13506862512901605</c:v>
                </c:pt>
                <c:pt idx="9998">
                  <c:v>0.13507514790207351</c:v>
                </c:pt>
                <c:pt idx="9999">
                  <c:v>0.13507643871649772</c:v>
                </c:pt>
                <c:pt idx="10000">
                  <c:v>0.13508021328082023</c:v>
                </c:pt>
                <c:pt idx="10001">
                  <c:v>0.13509606354722586</c:v>
                </c:pt>
                <c:pt idx="10002">
                  <c:v>0.13509970022953033</c:v>
                </c:pt>
                <c:pt idx="10003">
                  <c:v>0.13511754230970438</c:v>
                </c:pt>
                <c:pt idx="10004">
                  <c:v>0.1351229932244499</c:v>
                </c:pt>
                <c:pt idx="10005">
                  <c:v>0.13512716103604169</c:v>
                </c:pt>
                <c:pt idx="10006">
                  <c:v>0.13513707013600385</c:v>
                </c:pt>
                <c:pt idx="10007">
                  <c:v>0.13514493235086658</c:v>
                </c:pt>
                <c:pt idx="10008">
                  <c:v>0.13514621751828876</c:v>
                </c:pt>
                <c:pt idx="10009">
                  <c:v>0.13514747604565733</c:v>
                </c:pt>
                <c:pt idx="10010">
                  <c:v>0.13515381512559152</c:v>
                </c:pt>
                <c:pt idx="10011">
                  <c:v>0.13517495037308688</c:v>
                </c:pt>
                <c:pt idx="10012">
                  <c:v>0.13517792719622701</c:v>
                </c:pt>
                <c:pt idx="10013">
                  <c:v>0.13518050950090538</c:v>
                </c:pt>
                <c:pt idx="10014">
                  <c:v>0.13518296382744163</c:v>
                </c:pt>
                <c:pt idx="10015">
                  <c:v>0.13518653533480873</c:v>
                </c:pt>
                <c:pt idx="10016">
                  <c:v>0.13518757987593949</c:v>
                </c:pt>
                <c:pt idx="10017">
                  <c:v>0.13519160441251513</c:v>
                </c:pt>
                <c:pt idx="10018">
                  <c:v>0.13523068240790667</c:v>
                </c:pt>
                <c:pt idx="10019">
                  <c:v>0.13523740221517466</c:v>
                </c:pt>
                <c:pt idx="10020">
                  <c:v>0.13525399847056177</c:v>
                </c:pt>
                <c:pt idx="10021">
                  <c:v>0.13527514005991248</c:v>
                </c:pt>
                <c:pt idx="10022">
                  <c:v>0.13528761775134779</c:v>
                </c:pt>
                <c:pt idx="10023">
                  <c:v>0.13528977108241902</c:v>
                </c:pt>
                <c:pt idx="10024">
                  <c:v>0.13529042004806968</c:v>
                </c:pt>
                <c:pt idx="10025">
                  <c:v>0.13529415442296611</c:v>
                </c:pt>
                <c:pt idx="10026">
                  <c:v>0.13531314834062302</c:v>
                </c:pt>
                <c:pt idx="10027">
                  <c:v>0.13531729266960016</c:v>
                </c:pt>
                <c:pt idx="10028">
                  <c:v>0.13531864818543513</c:v>
                </c:pt>
                <c:pt idx="10029">
                  <c:v>0.13532633606544714</c:v>
                </c:pt>
                <c:pt idx="10030">
                  <c:v>0.13532716132183181</c:v>
                </c:pt>
                <c:pt idx="10031">
                  <c:v>0.13533001155814381</c:v>
                </c:pt>
                <c:pt idx="10032">
                  <c:v>0.13533765593882113</c:v>
                </c:pt>
                <c:pt idx="10033">
                  <c:v>0.13534174786790371</c:v>
                </c:pt>
                <c:pt idx="10034">
                  <c:v>0.13535665451066872</c:v>
                </c:pt>
                <c:pt idx="10035">
                  <c:v>0.13536222024272587</c:v>
                </c:pt>
                <c:pt idx="10036">
                  <c:v>0.1353731093301524</c:v>
                </c:pt>
                <c:pt idx="10037">
                  <c:v>0.13538124844238833</c:v>
                </c:pt>
                <c:pt idx="10038">
                  <c:v>0.1354044810109126</c:v>
                </c:pt>
                <c:pt idx="10039">
                  <c:v>0.13541380321270735</c:v>
                </c:pt>
                <c:pt idx="10040">
                  <c:v>0.13541703265585478</c:v>
                </c:pt>
                <c:pt idx="10041">
                  <c:v>0.13542715709851905</c:v>
                </c:pt>
                <c:pt idx="10042">
                  <c:v>0.13544109264657184</c:v>
                </c:pt>
                <c:pt idx="10043">
                  <c:v>0.13544485784446927</c:v>
                </c:pt>
                <c:pt idx="10044">
                  <c:v>0.13546334649066374</c:v>
                </c:pt>
                <c:pt idx="10045">
                  <c:v>0.13546749184976892</c:v>
                </c:pt>
                <c:pt idx="10046">
                  <c:v>0.13547636207750235</c:v>
                </c:pt>
                <c:pt idx="10047">
                  <c:v>0.13547776290500557</c:v>
                </c:pt>
                <c:pt idx="10048">
                  <c:v>0.13548697709103022</c:v>
                </c:pt>
                <c:pt idx="10049">
                  <c:v>0.13549396118102691</c:v>
                </c:pt>
                <c:pt idx="10050">
                  <c:v>0.13549905430188661</c:v>
                </c:pt>
                <c:pt idx="10051">
                  <c:v>0.13550640300694181</c:v>
                </c:pt>
                <c:pt idx="10052">
                  <c:v>0.13550825066647523</c:v>
                </c:pt>
                <c:pt idx="10053">
                  <c:v>0.13551348783704234</c:v>
                </c:pt>
                <c:pt idx="10054">
                  <c:v>0.13553453373114252</c:v>
                </c:pt>
                <c:pt idx="10055">
                  <c:v>0.13557450522648606</c:v>
                </c:pt>
                <c:pt idx="10056">
                  <c:v>0.13557827009474971</c:v>
                </c:pt>
                <c:pt idx="10057">
                  <c:v>0.13560138608725561</c:v>
                </c:pt>
                <c:pt idx="10058">
                  <c:v>0.13560361258880996</c:v>
                </c:pt>
                <c:pt idx="10059">
                  <c:v>0.13560976618508946</c:v>
                </c:pt>
                <c:pt idx="10060">
                  <c:v>0.13561323932540365</c:v>
                </c:pt>
                <c:pt idx="10061">
                  <c:v>0.13563679393524905</c:v>
                </c:pt>
                <c:pt idx="10062">
                  <c:v>0.13565603065958831</c:v>
                </c:pt>
                <c:pt idx="10063">
                  <c:v>0.13565747034210179</c:v>
                </c:pt>
                <c:pt idx="10064">
                  <c:v>0.13566012215267401</c:v>
                </c:pt>
                <c:pt idx="10065">
                  <c:v>0.13567616549101127</c:v>
                </c:pt>
                <c:pt idx="10066">
                  <c:v>0.13571261346898703</c:v>
                </c:pt>
                <c:pt idx="10067">
                  <c:v>0.13572372046881598</c:v>
                </c:pt>
                <c:pt idx="10068">
                  <c:v>0.13573531072803854</c:v>
                </c:pt>
                <c:pt idx="10069">
                  <c:v>0.13574723798239474</c:v>
                </c:pt>
                <c:pt idx="10070">
                  <c:v>0.13576073860537485</c:v>
                </c:pt>
                <c:pt idx="10071">
                  <c:v>0.13576440402142484</c:v>
                </c:pt>
                <c:pt idx="10072">
                  <c:v>0.13576506907244465</c:v>
                </c:pt>
                <c:pt idx="10073">
                  <c:v>0.13576577237443266</c:v>
                </c:pt>
                <c:pt idx="10074">
                  <c:v>0.13577643904077849</c:v>
                </c:pt>
                <c:pt idx="10075">
                  <c:v>0.13578367756762036</c:v>
                </c:pt>
                <c:pt idx="10076">
                  <c:v>0.13578935852971499</c:v>
                </c:pt>
                <c:pt idx="10077">
                  <c:v>0.13579021724729839</c:v>
                </c:pt>
                <c:pt idx="10078">
                  <c:v>0.1357941109406563</c:v>
                </c:pt>
                <c:pt idx="10079">
                  <c:v>0.13581457017944815</c:v>
                </c:pt>
                <c:pt idx="10080">
                  <c:v>0.13581674495154272</c:v>
                </c:pt>
                <c:pt idx="10081">
                  <c:v>0.13582315428555491</c:v>
                </c:pt>
                <c:pt idx="10082">
                  <c:v>0.13582581426729942</c:v>
                </c:pt>
                <c:pt idx="10083">
                  <c:v>0.13584086005897419</c:v>
                </c:pt>
                <c:pt idx="10084">
                  <c:v>0.13584778420580967</c:v>
                </c:pt>
                <c:pt idx="10085">
                  <c:v>0.13584885597006316</c:v>
                </c:pt>
                <c:pt idx="10086">
                  <c:v>0.13585689385172414</c:v>
                </c:pt>
                <c:pt idx="10087">
                  <c:v>0.1358688243702223</c:v>
                </c:pt>
                <c:pt idx="10088">
                  <c:v>0.13586996157585871</c:v>
                </c:pt>
                <c:pt idx="10089">
                  <c:v>0.13587211132264188</c:v>
                </c:pt>
                <c:pt idx="10090">
                  <c:v>0.13588523120466781</c:v>
                </c:pt>
                <c:pt idx="10091">
                  <c:v>0.13589644336778189</c:v>
                </c:pt>
                <c:pt idx="10092">
                  <c:v>0.1358988609024106</c:v>
                </c:pt>
                <c:pt idx="10093">
                  <c:v>0.13590325845908802</c:v>
                </c:pt>
                <c:pt idx="10094">
                  <c:v>0.1359345606611285</c:v>
                </c:pt>
                <c:pt idx="10095">
                  <c:v>0.13593939206393507</c:v>
                </c:pt>
                <c:pt idx="10096">
                  <c:v>0.13594670798978659</c:v>
                </c:pt>
                <c:pt idx="10097">
                  <c:v>0.13595694972980132</c:v>
                </c:pt>
                <c:pt idx="10098">
                  <c:v>0.13596473447775487</c:v>
                </c:pt>
                <c:pt idx="10099">
                  <c:v>0.13596872973599142</c:v>
                </c:pt>
                <c:pt idx="10100">
                  <c:v>0.13597322967974418</c:v>
                </c:pt>
                <c:pt idx="10101">
                  <c:v>0.13598206375077984</c:v>
                </c:pt>
                <c:pt idx="10102">
                  <c:v>0.13599296221956167</c:v>
                </c:pt>
                <c:pt idx="10103">
                  <c:v>0.13600272435505761</c:v>
                </c:pt>
                <c:pt idx="10104">
                  <c:v>0.13600774377774216</c:v>
                </c:pt>
                <c:pt idx="10105">
                  <c:v>0.13602076601334986</c:v>
                </c:pt>
                <c:pt idx="10106">
                  <c:v>0.13603345810324455</c:v>
                </c:pt>
                <c:pt idx="10107">
                  <c:v>0.13604049883950778</c:v>
                </c:pt>
                <c:pt idx="10108">
                  <c:v>0.13604305461075014</c:v>
                </c:pt>
                <c:pt idx="10109">
                  <c:v>0.13606149806604889</c:v>
                </c:pt>
                <c:pt idx="10110">
                  <c:v>0.13607662979139437</c:v>
                </c:pt>
                <c:pt idx="10111">
                  <c:v>0.13609354061961507</c:v>
                </c:pt>
                <c:pt idx="10112">
                  <c:v>0.13609736579703557</c:v>
                </c:pt>
                <c:pt idx="10113">
                  <c:v>0.13611365849687013</c:v>
                </c:pt>
                <c:pt idx="10114">
                  <c:v>0.13611441333978172</c:v>
                </c:pt>
                <c:pt idx="10115">
                  <c:v>0.1361158826992733</c:v>
                </c:pt>
                <c:pt idx="10116">
                  <c:v>0.13612370994796125</c:v>
                </c:pt>
                <c:pt idx="10117">
                  <c:v>0.13613125596875211</c:v>
                </c:pt>
                <c:pt idx="10118">
                  <c:v>0.13613710497740122</c:v>
                </c:pt>
                <c:pt idx="10119">
                  <c:v>0.13615846673504792</c:v>
                </c:pt>
                <c:pt idx="10120">
                  <c:v>0.13616054814917911</c:v>
                </c:pt>
                <c:pt idx="10121">
                  <c:v>0.13618980331985395</c:v>
                </c:pt>
                <c:pt idx="10122">
                  <c:v>0.13620843052465445</c:v>
                </c:pt>
                <c:pt idx="10123">
                  <c:v>0.13621464421799037</c:v>
                </c:pt>
                <c:pt idx="10124">
                  <c:v>0.1362175613273697</c:v>
                </c:pt>
                <c:pt idx="10125">
                  <c:v>0.13622374647644928</c:v>
                </c:pt>
                <c:pt idx="10126">
                  <c:v>0.13622466969367256</c:v>
                </c:pt>
                <c:pt idx="10127">
                  <c:v>0.13623232748831776</c:v>
                </c:pt>
                <c:pt idx="10128">
                  <c:v>0.13626930382226085</c:v>
                </c:pt>
                <c:pt idx="10129">
                  <c:v>0.13627878469400628</c:v>
                </c:pt>
                <c:pt idx="10130">
                  <c:v>0.13628889607279099</c:v>
                </c:pt>
                <c:pt idx="10131">
                  <c:v>0.13628972130799313</c:v>
                </c:pt>
                <c:pt idx="10132">
                  <c:v>0.1363032517174812</c:v>
                </c:pt>
                <c:pt idx="10133">
                  <c:v>0.13630716324404149</c:v>
                </c:pt>
                <c:pt idx="10134">
                  <c:v>0.1363183921804127</c:v>
                </c:pt>
                <c:pt idx="10135">
                  <c:v>0.13632459545663383</c:v>
                </c:pt>
                <c:pt idx="10136">
                  <c:v>0.1363247761002018</c:v>
                </c:pt>
                <c:pt idx="10137">
                  <c:v>0.13632718101565613</c:v>
                </c:pt>
                <c:pt idx="10138">
                  <c:v>0.13633112157393501</c:v>
                </c:pt>
                <c:pt idx="10139">
                  <c:v>0.13634776511175764</c:v>
                </c:pt>
                <c:pt idx="10140">
                  <c:v>0.13634932689167212</c:v>
                </c:pt>
                <c:pt idx="10141">
                  <c:v>0.13635830168277518</c:v>
                </c:pt>
                <c:pt idx="10142">
                  <c:v>0.1363643421680383</c:v>
                </c:pt>
                <c:pt idx="10143">
                  <c:v>0.1363886226334402</c:v>
                </c:pt>
                <c:pt idx="10144">
                  <c:v>0.13638912828362651</c:v>
                </c:pt>
                <c:pt idx="10145">
                  <c:v>0.13641022259834701</c:v>
                </c:pt>
                <c:pt idx="10146">
                  <c:v>0.13642356462298855</c:v>
                </c:pt>
                <c:pt idx="10147">
                  <c:v>0.13642436910933126</c:v>
                </c:pt>
                <c:pt idx="10148">
                  <c:v>0.13644214117146927</c:v>
                </c:pt>
                <c:pt idx="10149">
                  <c:v>0.13645414059716204</c:v>
                </c:pt>
                <c:pt idx="10150">
                  <c:v>0.13650603564116517</c:v>
                </c:pt>
                <c:pt idx="10151">
                  <c:v>0.13651266393796277</c:v>
                </c:pt>
                <c:pt idx="10152">
                  <c:v>0.13651302473265428</c:v>
                </c:pt>
                <c:pt idx="10153">
                  <c:v>0.13651748694744004</c:v>
                </c:pt>
                <c:pt idx="10154">
                  <c:v>0.13654868540681778</c:v>
                </c:pt>
                <c:pt idx="10155">
                  <c:v>0.13655002533397786</c:v>
                </c:pt>
                <c:pt idx="10156">
                  <c:v>0.13655019786153924</c:v>
                </c:pt>
                <c:pt idx="10157">
                  <c:v>0.13655109619967729</c:v>
                </c:pt>
                <c:pt idx="10158">
                  <c:v>0.13655695827567696</c:v>
                </c:pt>
                <c:pt idx="10159">
                  <c:v>0.13656493348238097</c:v>
                </c:pt>
                <c:pt idx="10160">
                  <c:v>0.13658284080549998</c:v>
                </c:pt>
                <c:pt idx="10161">
                  <c:v>0.13660197481257433</c:v>
                </c:pt>
                <c:pt idx="10162">
                  <c:v>0.13662438443345615</c:v>
                </c:pt>
                <c:pt idx="10163">
                  <c:v>0.13664210756969525</c:v>
                </c:pt>
                <c:pt idx="10164">
                  <c:v>0.13667164707727134</c:v>
                </c:pt>
                <c:pt idx="10165">
                  <c:v>0.13669455318258353</c:v>
                </c:pt>
                <c:pt idx="10166">
                  <c:v>0.13673151058140179</c:v>
                </c:pt>
                <c:pt idx="10167">
                  <c:v>0.1367371925235272</c:v>
                </c:pt>
                <c:pt idx="10168">
                  <c:v>0.13674727980337334</c:v>
                </c:pt>
                <c:pt idx="10169">
                  <c:v>0.13674810141361221</c:v>
                </c:pt>
                <c:pt idx="10170">
                  <c:v>0.13675706769935531</c:v>
                </c:pt>
                <c:pt idx="10171">
                  <c:v>0.13675824115838739</c:v>
                </c:pt>
                <c:pt idx="10172">
                  <c:v>0.13676028779876481</c:v>
                </c:pt>
                <c:pt idx="10173">
                  <c:v>0.13678583318653489</c:v>
                </c:pt>
                <c:pt idx="10174">
                  <c:v>0.13679133573082949</c:v>
                </c:pt>
                <c:pt idx="10175">
                  <c:v>0.13679289518533883</c:v>
                </c:pt>
                <c:pt idx="10176">
                  <c:v>0.13681446504425063</c:v>
                </c:pt>
                <c:pt idx="10177">
                  <c:v>0.13681538063469154</c:v>
                </c:pt>
                <c:pt idx="10178">
                  <c:v>0.13681573786210435</c:v>
                </c:pt>
                <c:pt idx="10179">
                  <c:v>0.13683202124862306</c:v>
                </c:pt>
                <c:pt idx="10180">
                  <c:v>0.1368323702786213</c:v>
                </c:pt>
                <c:pt idx="10181">
                  <c:v>0.13685045174327701</c:v>
                </c:pt>
                <c:pt idx="10182">
                  <c:v>0.1368705649058426</c:v>
                </c:pt>
                <c:pt idx="10183">
                  <c:v>0.13687170352155592</c:v>
                </c:pt>
                <c:pt idx="10184">
                  <c:v>0.13687734025805881</c:v>
                </c:pt>
                <c:pt idx="10185">
                  <c:v>0.13691040325115567</c:v>
                </c:pt>
                <c:pt idx="10186">
                  <c:v>0.13691968441889726</c:v>
                </c:pt>
                <c:pt idx="10187">
                  <c:v>0.13692642791980461</c:v>
                </c:pt>
                <c:pt idx="10188">
                  <c:v>0.13693098913272553</c:v>
                </c:pt>
                <c:pt idx="10189">
                  <c:v>0.13693386605413937</c:v>
                </c:pt>
                <c:pt idx="10190">
                  <c:v>0.13694836165456262</c:v>
                </c:pt>
                <c:pt idx="10191">
                  <c:v>0.1369577867825508</c:v>
                </c:pt>
                <c:pt idx="10192">
                  <c:v>0.13697992324731212</c:v>
                </c:pt>
                <c:pt idx="10193">
                  <c:v>0.13698521438508754</c:v>
                </c:pt>
                <c:pt idx="10194">
                  <c:v>0.13699455534303981</c:v>
                </c:pt>
                <c:pt idx="10195">
                  <c:v>0.13699984643630667</c:v>
                </c:pt>
                <c:pt idx="10196">
                  <c:v>0.13702265073927219</c:v>
                </c:pt>
                <c:pt idx="10197">
                  <c:v>0.1370254782667942</c:v>
                </c:pt>
                <c:pt idx="10198">
                  <c:v>0.13704342980932685</c:v>
                </c:pt>
                <c:pt idx="10199">
                  <c:v>0.13705879503757368</c:v>
                </c:pt>
                <c:pt idx="10200">
                  <c:v>0.13706108080006663</c:v>
                </c:pt>
                <c:pt idx="10201">
                  <c:v>0.1370657885991137</c:v>
                </c:pt>
                <c:pt idx="10202">
                  <c:v>0.1370743710624123</c:v>
                </c:pt>
                <c:pt idx="10203">
                  <c:v>0.13707914261865531</c:v>
                </c:pt>
                <c:pt idx="10204">
                  <c:v>0.13709792817682648</c:v>
                </c:pt>
                <c:pt idx="10205">
                  <c:v>0.13710358928142749</c:v>
                </c:pt>
                <c:pt idx="10206">
                  <c:v>0.1371190433183872</c:v>
                </c:pt>
                <c:pt idx="10207">
                  <c:v>0.13712787302611207</c:v>
                </c:pt>
                <c:pt idx="10208">
                  <c:v>0.13713216352897206</c:v>
                </c:pt>
                <c:pt idx="10209">
                  <c:v>0.13714400882828495</c:v>
                </c:pt>
                <c:pt idx="10210">
                  <c:v>0.13714496409647567</c:v>
                </c:pt>
                <c:pt idx="10211">
                  <c:v>0.13716470621153862</c:v>
                </c:pt>
                <c:pt idx="10212">
                  <c:v>0.1371747037187909</c:v>
                </c:pt>
                <c:pt idx="10213">
                  <c:v>0.13718359698648333</c:v>
                </c:pt>
                <c:pt idx="10214">
                  <c:v>0.13719113220731016</c:v>
                </c:pt>
                <c:pt idx="10215">
                  <c:v>0.13720248446325428</c:v>
                </c:pt>
                <c:pt idx="10216">
                  <c:v>0.13721045143000496</c:v>
                </c:pt>
                <c:pt idx="10217">
                  <c:v>0.13722588645675368</c:v>
                </c:pt>
                <c:pt idx="10218">
                  <c:v>0.13722702664441755</c:v>
                </c:pt>
                <c:pt idx="10219">
                  <c:v>0.13722828779182489</c:v>
                </c:pt>
                <c:pt idx="10220">
                  <c:v>0.13723929862686551</c:v>
                </c:pt>
                <c:pt idx="10221">
                  <c:v>0.13724372809624974</c:v>
                </c:pt>
                <c:pt idx="10222">
                  <c:v>0.13727429708924963</c:v>
                </c:pt>
                <c:pt idx="10223">
                  <c:v>0.13727583520407927</c:v>
                </c:pt>
                <c:pt idx="10224">
                  <c:v>0.13733435371944983</c:v>
                </c:pt>
                <c:pt idx="10225">
                  <c:v>0.13733613773031406</c:v>
                </c:pt>
                <c:pt idx="10226">
                  <c:v>0.13734260540896073</c:v>
                </c:pt>
                <c:pt idx="10227">
                  <c:v>0.13735087364734888</c:v>
                </c:pt>
                <c:pt idx="10228">
                  <c:v>0.13735782941986502</c:v>
                </c:pt>
                <c:pt idx="10229">
                  <c:v>0.13735914180080794</c:v>
                </c:pt>
                <c:pt idx="10230">
                  <c:v>0.13736793486502319</c:v>
                </c:pt>
                <c:pt idx="10231">
                  <c:v>0.13737831501381609</c:v>
                </c:pt>
                <c:pt idx="10232">
                  <c:v>0.13738724085088821</c:v>
                </c:pt>
                <c:pt idx="10233">
                  <c:v>0.13738727387890023</c:v>
                </c:pt>
                <c:pt idx="10234">
                  <c:v>0.1374020280815606</c:v>
                </c:pt>
                <c:pt idx="10235">
                  <c:v>0.13741098463427132</c:v>
                </c:pt>
                <c:pt idx="10236">
                  <c:v>0.13741109807383384</c:v>
                </c:pt>
                <c:pt idx="10237">
                  <c:v>0.13742470672614104</c:v>
                </c:pt>
                <c:pt idx="10238">
                  <c:v>0.13742861934269016</c:v>
                </c:pt>
                <c:pt idx="10239">
                  <c:v>0.13743439506626626</c:v>
                </c:pt>
                <c:pt idx="10240">
                  <c:v>0.13744825437352137</c:v>
                </c:pt>
                <c:pt idx="10241">
                  <c:v>0.13744875073725044</c:v>
                </c:pt>
                <c:pt idx="10242">
                  <c:v>0.13745851666977363</c:v>
                </c:pt>
                <c:pt idx="10243">
                  <c:v>0.13748567616655372</c:v>
                </c:pt>
                <c:pt idx="10244">
                  <c:v>0.13748680397812424</c:v>
                </c:pt>
                <c:pt idx="10245">
                  <c:v>0.13749055443879915</c:v>
                </c:pt>
                <c:pt idx="10246">
                  <c:v>0.13750305716520464</c:v>
                </c:pt>
                <c:pt idx="10247">
                  <c:v>0.13750454379498453</c:v>
                </c:pt>
                <c:pt idx="10248">
                  <c:v>0.13751030659567542</c:v>
                </c:pt>
                <c:pt idx="10249">
                  <c:v>0.13751537211898612</c:v>
                </c:pt>
                <c:pt idx="10250">
                  <c:v>0.13753004414475709</c:v>
                </c:pt>
                <c:pt idx="10251">
                  <c:v>0.13754874784200705</c:v>
                </c:pt>
                <c:pt idx="10252">
                  <c:v>0.13755155295149235</c:v>
                </c:pt>
                <c:pt idx="10253">
                  <c:v>0.13755655652776019</c:v>
                </c:pt>
                <c:pt idx="10254">
                  <c:v>0.13757560852348305</c:v>
                </c:pt>
                <c:pt idx="10255">
                  <c:v>0.13757774666216332</c:v>
                </c:pt>
                <c:pt idx="10256">
                  <c:v>0.13757994509478449</c:v>
                </c:pt>
                <c:pt idx="10257">
                  <c:v>0.13760092407398575</c:v>
                </c:pt>
                <c:pt idx="10258">
                  <c:v>0.13760213230144969</c:v>
                </c:pt>
                <c:pt idx="10259">
                  <c:v>0.13762685737511085</c:v>
                </c:pt>
                <c:pt idx="10260">
                  <c:v>0.1376364647272646</c:v>
                </c:pt>
                <c:pt idx="10261">
                  <c:v>0.13765852824515101</c:v>
                </c:pt>
                <c:pt idx="10262">
                  <c:v>0.13766953892518366</c:v>
                </c:pt>
                <c:pt idx="10263">
                  <c:v>0.13767774934653221</c:v>
                </c:pt>
                <c:pt idx="10264">
                  <c:v>0.13768322960355697</c:v>
                </c:pt>
                <c:pt idx="10265">
                  <c:v>0.13768918673346087</c:v>
                </c:pt>
                <c:pt idx="10266">
                  <c:v>0.13770369023802534</c:v>
                </c:pt>
                <c:pt idx="10267">
                  <c:v>0.13771958547586849</c:v>
                </c:pt>
                <c:pt idx="10268">
                  <c:v>0.13772001772859796</c:v>
                </c:pt>
                <c:pt idx="10269">
                  <c:v>0.13772891882444768</c:v>
                </c:pt>
                <c:pt idx="10270">
                  <c:v>0.13773603658211461</c:v>
                </c:pt>
                <c:pt idx="10271">
                  <c:v>0.13773723331643953</c:v>
                </c:pt>
                <c:pt idx="10272">
                  <c:v>0.13775695759849263</c:v>
                </c:pt>
                <c:pt idx="10273">
                  <c:v>0.13776195287135473</c:v>
                </c:pt>
                <c:pt idx="10274">
                  <c:v>0.1377865679000653</c:v>
                </c:pt>
                <c:pt idx="10275">
                  <c:v>0.13780363412505492</c:v>
                </c:pt>
                <c:pt idx="10276">
                  <c:v>0.13780920376356831</c:v>
                </c:pt>
                <c:pt idx="10277">
                  <c:v>0.137821593002317</c:v>
                </c:pt>
                <c:pt idx="10278">
                  <c:v>0.13782813852953388</c:v>
                </c:pt>
                <c:pt idx="10279">
                  <c:v>0.13784442426285601</c:v>
                </c:pt>
                <c:pt idx="10280">
                  <c:v>0.13784703894716605</c:v>
                </c:pt>
                <c:pt idx="10281">
                  <c:v>0.13785383915515961</c:v>
                </c:pt>
                <c:pt idx="10282">
                  <c:v>0.13785473736105103</c:v>
                </c:pt>
                <c:pt idx="10283">
                  <c:v>0.13786181449983714</c:v>
                </c:pt>
                <c:pt idx="10284">
                  <c:v>0.13786357795887519</c:v>
                </c:pt>
                <c:pt idx="10285">
                  <c:v>0.13787056458867755</c:v>
                </c:pt>
                <c:pt idx="10286">
                  <c:v>0.13787155788316835</c:v>
                </c:pt>
                <c:pt idx="10287">
                  <c:v>0.13787623142887084</c:v>
                </c:pt>
                <c:pt idx="10288">
                  <c:v>0.13787809747738591</c:v>
                </c:pt>
                <c:pt idx="10289">
                  <c:v>0.13788087305959459</c:v>
                </c:pt>
                <c:pt idx="10290">
                  <c:v>0.13788890302893431</c:v>
                </c:pt>
                <c:pt idx="10291">
                  <c:v>0.1378999611285342</c:v>
                </c:pt>
                <c:pt idx="10292">
                  <c:v>0.13790288486861821</c:v>
                </c:pt>
                <c:pt idx="10293">
                  <c:v>0.13790464892108031</c:v>
                </c:pt>
                <c:pt idx="10294">
                  <c:v>0.13790725709868104</c:v>
                </c:pt>
                <c:pt idx="10295">
                  <c:v>0.13791785124738457</c:v>
                </c:pt>
                <c:pt idx="10296">
                  <c:v>0.13792603654340665</c:v>
                </c:pt>
                <c:pt idx="10297">
                  <c:v>0.13792955208868041</c:v>
                </c:pt>
                <c:pt idx="10298">
                  <c:v>0.13796771514867126</c:v>
                </c:pt>
                <c:pt idx="10299">
                  <c:v>0.13799248657438482</c:v>
                </c:pt>
                <c:pt idx="10300">
                  <c:v>0.13802528022885804</c:v>
                </c:pt>
                <c:pt idx="10301">
                  <c:v>0.13802609907419219</c:v>
                </c:pt>
                <c:pt idx="10302">
                  <c:v>0.13803701362112852</c:v>
                </c:pt>
                <c:pt idx="10303">
                  <c:v>0.13803917637215554</c:v>
                </c:pt>
                <c:pt idx="10304">
                  <c:v>0.1380505341530259</c:v>
                </c:pt>
                <c:pt idx="10305">
                  <c:v>0.13805113675803224</c:v>
                </c:pt>
                <c:pt idx="10306">
                  <c:v>0.13805259546869758</c:v>
                </c:pt>
                <c:pt idx="10307">
                  <c:v>0.13809605840934688</c:v>
                </c:pt>
                <c:pt idx="10308">
                  <c:v>0.13810261638289478</c:v>
                </c:pt>
                <c:pt idx="10309">
                  <c:v>0.1381100075075643</c:v>
                </c:pt>
                <c:pt idx="10310">
                  <c:v>0.13813913973683614</c:v>
                </c:pt>
                <c:pt idx="10311">
                  <c:v>0.13814330979828318</c:v>
                </c:pt>
                <c:pt idx="10312">
                  <c:v>0.13814601857324751</c:v>
                </c:pt>
                <c:pt idx="10313">
                  <c:v>0.13815762336440296</c:v>
                </c:pt>
                <c:pt idx="10314">
                  <c:v>0.13816060093221197</c:v>
                </c:pt>
                <c:pt idx="10315">
                  <c:v>0.13817784003715189</c:v>
                </c:pt>
                <c:pt idx="10316">
                  <c:v>0.13818011258003837</c:v>
                </c:pt>
                <c:pt idx="10317">
                  <c:v>0.13821476188088369</c:v>
                </c:pt>
                <c:pt idx="10318">
                  <c:v>0.13822842378775951</c:v>
                </c:pt>
                <c:pt idx="10319">
                  <c:v>0.13824343134980527</c:v>
                </c:pt>
                <c:pt idx="10320">
                  <c:v>0.13825284190009393</c:v>
                </c:pt>
                <c:pt idx="10321">
                  <c:v>0.1382546902637907</c:v>
                </c:pt>
                <c:pt idx="10322">
                  <c:v>0.138265309476167</c:v>
                </c:pt>
                <c:pt idx="10323">
                  <c:v>0.13827367283111974</c:v>
                </c:pt>
                <c:pt idx="10324">
                  <c:v>0.13827431325920311</c:v>
                </c:pt>
                <c:pt idx="10325">
                  <c:v>0.13828009461666069</c:v>
                </c:pt>
                <c:pt idx="10326">
                  <c:v>0.13828469089512849</c:v>
                </c:pt>
                <c:pt idx="10327">
                  <c:v>0.13828500301614338</c:v>
                </c:pt>
                <c:pt idx="10328">
                  <c:v>0.13830284172333657</c:v>
                </c:pt>
                <c:pt idx="10329">
                  <c:v>0.1383033040817</c:v>
                </c:pt>
                <c:pt idx="10330">
                  <c:v>0.13830781099347389</c:v>
                </c:pt>
                <c:pt idx="10331">
                  <c:v>0.13830847633522905</c:v>
                </c:pt>
                <c:pt idx="10332">
                  <c:v>0.1383142057800987</c:v>
                </c:pt>
                <c:pt idx="10333">
                  <c:v>0.13831815057663158</c:v>
                </c:pt>
                <c:pt idx="10334">
                  <c:v>0.1383488743140871</c:v>
                </c:pt>
                <c:pt idx="10335">
                  <c:v>0.13836897736909901</c:v>
                </c:pt>
                <c:pt idx="10336">
                  <c:v>0.13837413814870908</c:v>
                </c:pt>
                <c:pt idx="10337">
                  <c:v>0.13838521999347483</c:v>
                </c:pt>
                <c:pt idx="10338">
                  <c:v>0.13838551997492235</c:v>
                </c:pt>
                <c:pt idx="10339">
                  <c:v>0.13838967134960189</c:v>
                </c:pt>
                <c:pt idx="10340">
                  <c:v>0.13841653616155508</c:v>
                </c:pt>
                <c:pt idx="10341">
                  <c:v>0.1384235925879406</c:v>
                </c:pt>
                <c:pt idx="10342">
                  <c:v>0.13843364136569677</c:v>
                </c:pt>
                <c:pt idx="10343">
                  <c:v>0.13843682842811539</c:v>
                </c:pt>
                <c:pt idx="10344">
                  <c:v>0.13844551840827429</c:v>
                </c:pt>
                <c:pt idx="10345">
                  <c:v>0.13845387160973466</c:v>
                </c:pt>
                <c:pt idx="10346">
                  <c:v>0.13845579188061069</c:v>
                </c:pt>
                <c:pt idx="10347">
                  <c:v>0.13846654048074378</c:v>
                </c:pt>
                <c:pt idx="10348">
                  <c:v>0.13847327804150042</c:v>
                </c:pt>
                <c:pt idx="10349">
                  <c:v>0.13848129104410048</c:v>
                </c:pt>
                <c:pt idx="10350">
                  <c:v>0.1384851756367714</c:v>
                </c:pt>
                <c:pt idx="10351">
                  <c:v>0.13849255163020588</c:v>
                </c:pt>
                <c:pt idx="10352">
                  <c:v>0.13849632788188096</c:v>
                </c:pt>
                <c:pt idx="10353">
                  <c:v>0.13850896261555007</c:v>
                </c:pt>
                <c:pt idx="10354">
                  <c:v>0.13851318455851064</c:v>
                </c:pt>
                <c:pt idx="10355">
                  <c:v>0.13851325433741044</c:v>
                </c:pt>
                <c:pt idx="10356">
                  <c:v>0.13852353167107243</c:v>
                </c:pt>
                <c:pt idx="10357">
                  <c:v>0.13852461414152545</c:v>
                </c:pt>
                <c:pt idx="10358">
                  <c:v>0.13853379386645254</c:v>
                </c:pt>
                <c:pt idx="10359">
                  <c:v>0.13853469705856647</c:v>
                </c:pt>
                <c:pt idx="10360">
                  <c:v>0.13853967447336588</c:v>
                </c:pt>
                <c:pt idx="10361">
                  <c:v>0.13856299712285144</c:v>
                </c:pt>
                <c:pt idx="10362">
                  <c:v>0.13857600275704837</c:v>
                </c:pt>
                <c:pt idx="10363">
                  <c:v>0.13857825837640847</c:v>
                </c:pt>
                <c:pt idx="10364">
                  <c:v>0.13859257524069923</c:v>
                </c:pt>
                <c:pt idx="10365">
                  <c:v>0.13860455704463764</c:v>
                </c:pt>
                <c:pt idx="10366">
                  <c:v>0.1386139414444649</c:v>
                </c:pt>
                <c:pt idx="10367">
                  <c:v>0.13861982395203204</c:v>
                </c:pt>
                <c:pt idx="10368">
                  <c:v>0.13864163291467257</c:v>
                </c:pt>
                <c:pt idx="10369">
                  <c:v>0.13865104302855066</c:v>
                </c:pt>
                <c:pt idx="10370">
                  <c:v>0.13865211349781073</c:v>
                </c:pt>
                <c:pt idx="10371">
                  <c:v>0.13865738305931635</c:v>
                </c:pt>
                <c:pt idx="10372">
                  <c:v>0.13866842531422724</c:v>
                </c:pt>
                <c:pt idx="10373">
                  <c:v>0.13866876150632595</c:v>
                </c:pt>
                <c:pt idx="10374">
                  <c:v>0.13870032748937672</c:v>
                </c:pt>
                <c:pt idx="10375">
                  <c:v>0.13871019429631692</c:v>
                </c:pt>
                <c:pt idx="10376">
                  <c:v>0.13872585882469909</c:v>
                </c:pt>
                <c:pt idx="10377">
                  <c:v>0.1387276889793396</c:v>
                </c:pt>
                <c:pt idx="10378">
                  <c:v>0.13874412444292575</c:v>
                </c:pt>
                <c:pt idx="10379">
                  <c:v>0.13875498919441648</c:v>
                </c:pt>
                <c:pt idx="10380">
                  <c:v>0.13876308747811408</c:v>
                </c:pt>
                <c:pt idx="10381">
                  <c:v>0.1387651965002307</c:v>
                </c:pt>
                <c:pt idx="10382">
                  <c:v>0.13876982934456208</c:v>
                </c:pt>
                <c:pt idx="10383">
                  <c:v>0.13877905987780684</c:v>
                </c:pt>
                <c:pt idx="10384">
                  <c:v>0.1387795377308077</c:v>
                </c:pt>
                <c:pt idx="10385">
                  <c:v>0.1387863758961137</c:v>
                </c:pt>
                <c:pt idx="10386">
                  <c:v>0.13879270481813219</c:v>
                </c:pt>
                <c:pt idx="10387">
                  <c:v>0.13879277306039176</c:v>
                </c:pt>
                <c:pt idx="10388">
                  <c:v>0.13879769388251353</c:v>
                </c:pt>
                <c:pt idx="10389">
                  <c:v>0.13880789960444181</c:v>
                </c:pt>
                <c:pt idx="10390">
                  <c:v>0.13881616749983819</c:v>
                </c:pt>
                <c:pt idx="10391">
                  <c:v>0.13883174843981871</c:v>
                </c:pt>
                <c:pt idx="10392">
                  <c:v>0.13884429962402661</c:v>
                </c:pt>
                <c:pt idx="10393">
                  <c:v>0.13884438743989991</c:v>
                </c:pt>
                <c:pt idx="10394">
                  <c:v>0.13885281649400352</c:v>
                </c:pt>
                <c:pt idx="10395">
                  <c:v>0.13886563177848493</c:v>
                </c:pt>
                <c:pt idx="10396">
                  <c:v>0.138879198088562</c:v>
                </c:pt>
                <c:pt idx="10397">
                  <c:v>0.13888012454100512</c:v>
                </c:pt>
                <c:pt idx="10398">
                  <c:v>0.13888091140993983</c:v>
                </c:pt>
                <c:pt idx="10399">
                  <c:v>0.13889463980186934</c:v>
                </c:pt>
                <c:pt idx="10400">
                  <c:v>0.13892785976686706</c:v>
                </c:pt>
                <c:pt idx="10401">
                  <c:v>0.13894781229316178</c:v>
                </c:pt>
                <c:pt idx="10402">
                  <c:v>0.13897326026718748</c:v>
                </c:pt>
                <c:pt idx="10403">
                  <c:v>0.13897745535709105</c:v>
                </c:pt>
                <c:pt idx="10404">
                  <c:v>0.13898559660023108</c:v>
                </c:pt>
                <c:pt idx="10405">
                  <c:v>0.13900220966001553</c:v>
                </c:pt>
                <c:pt idx="10406">
                  <c:v>0.13902516530802705</c:v>
                </c:pt>
                <c:pt idx="10407">
                  <c:v>0.13904766147541586</c:v>
                </c:pt>
                <c:pt idx="10408">
                  <c:v>0.13906552524608989</c:v>
                </c:pt>
                <c:pt idx="10409">
                  <c:v>0.13906849945158631</c:v>
                </c:pt>
                <c:pt idx="10410">
                  <c:v>0.13908246437465091</c:v>
                </c:pt>
                <c:pt idx="10411">
                  <c:v>0.13909829718076208</c:v>
                </c:pt>
                <c:pt idx="10412">
                  <c:v>0.13910507405068423</c:v>
                </c:pt>
                <c:pt idx="10413">
                  <c:v>0.13911668368724153</c:v>
                </c:pt>
                <c:pt idx="10414">
                  <c:v>0.13912291519407155</c:v>
                </c:pt>
                <c:pt idx="10415">
                  <c:v>0.13912347873616093</c:v>
                </c:pt>
                <c:pt idx="10416">
                  <c:v>0.13913663097889631</c:v>
                </c:pt>
                <c:pt idx="10417">
                  <c:v>0.1391463330114015</c:v>
                </c:pt>
                <c:pt idx="10418">
                  <c:v>0.13915529553189776</c:v>
                </c:pt>
                <c:pt idx="10419">
                  <c:v>0.13919253887305516</c:v>
                </c:pt>
                <c:pt idx="10420">
                  <c:v>0.13919354725521241</c:v>
                </c:pt>
                <c:pt idx="10421">
                  <c:v>0.13920861870277029</c:v>
                </c:pt>
                <c:pt idx="10422">
                  <c:v>0.13920951526979153</c:v>
                </c:pt>
                <c:pt idx="10423">
                  <c:v>0.13921348330908798</c:v>
                </c:pt>
                <c:pt idx="10424">
                  <c:v>0.13921724210585068</c:v>
                </c:pt>
                <c:pt idx="10425">
                  <c:v>0.13921904494361481</c:v>
                </c:pt>
                <c:pt idx="10426">
                  <c:v>0.13926250712428911</c:v>
                </c:pt>
                <c:pt idx="10427">
                  <c:v>0.13927959976292428</c:v>
                </c:pt>
                <c:pt idx="10428">
                  <c:v>0.13928222842633384</c:v>
                </c:pt>
                <c:pt idx="10429">
                  <c:v>0.1392901465397359</c:v>
                </c:pt>
                <c:pt idx="10430">
                  <c:v>0.13929088915012583</c:v>
                </c:pt>
                <c:pt idx="10431">
                  <c:v>0.1392952215481143</c:v>
                </c:pt>
                <c:pt idx="10432">
                  <c:v>0.13929592784268224</c:v>
                </c:pt>
                <c:pt idx="10433">
                  <c:v>0.13929914576071728</c:v>
                </c:pt>
                <c:pt idx="10434">
                  <c:v>0.13932213376520672</c:v>
                </c:pt>
                <c:pt idx="10435">
                  <c:v>0.13932984500649745</c:v>
                </c:pt>
                <c:pt idx="10436">
                  <c:v>0.13933440563662761</c:v>
                </c:pt>
                <c:pt idx="10437">
                  <c:v>0.13936366089006513</c:v>
                </c:pt>
                <c:pt idx="10438">
                  <c:v>0.13936503197842454</c:v>
                </c:pt>
                <c:pt idx="10439">
                  <c:v>0.13936875221584863</c:v>
                </c:pt>
                <c:pt idx="10440">
                  <c:v>0.13937244075952826</c:v>
                </c:pt>
                <c:pt idx="10441">
                  <c:v>0.13937618444634642</c:v>
                </c:pt>
                <c:pt idx="10442">
                  <c:v>0.13939197669970749</c:v>
                </c:pt>
                <c:pt idx="10443">
                  <c:v>0.13940389138296755</c:v>
                </c:pt>
                <c:pt idx="10444">
                  <c:v>0.13942197717962232</c:v>
                </c:pt>
                <c:pt idx="10445">
                  <c:v>0.13942841002376463</c:v>
                </c:pt>
                <c:pt idx="10446">
                  <c:v>0.1394297872611639</c:v>
                </c:pt>
                <c:pt idx="10447">
                  <c:v>0.13943097585586914</c:v>
                </c:pt>
                <c:pt idx="10448">
                  <c:v>0.13944087230590921</c:v>
                </c:pt>
                <c:pt idx="10449">
                  <c:v>0.13945954460203513</c:v>
                </c:pt>
                <c:pt idx="10450">
                  <c:v>0.13949021362138839</c:v>
                </c:pt>
                <c:pt idx="10451">
                  <c:v>0.13949424005514813</c:v>
                </c:pt>
                <c:pt idx="10452">
                  <c:v>0.13950926327747443</c:v>
                </c:pt>
                <c:pt idx="10453">
                  <c:v>0.13951096074451957</c:v>
                </c:pt>
                <c:pt idx="10454">
                  <c:v>0.13951278405327475</c:v>
                </c:pt>
                <c:pt idx="10455">
                  <c:v>0.13952167568422796</c:v>
                </c:pt>
                <c:pt idx="10456">
                  <c:v>0.13952718177048029</c:v>
                </c:pt>
                <c:pt idx="10457">
                  <c:v>0.13953186884784802</c:v>
                </c:pt>
                <c:pt idx="10458">
                  <c:v>0.13954652791066338</c:v>
                </c:pt>
                <c:pt idx="10459">
                  <c:v>0.13955164894026015</c:v>
                </c:pt>
                <c:pt idx="10460">
                  <c:v>0.13955354235110612</c:v>
                </c:pt>
                <c:pt idx="10461">
                  <c:v>0.13956255880645699</c:v>
                </c:pt>
                <c:pt idx="10462">
                  <c:v>0.13957082756666075</c:v>
                </c:pt>
                <c:pt idx="10463">
                  <c:v>0.13957597408640354</c:v>
                </c:pt>
                <c:pt idx="10464">
                  <c:v>0.13961322371336315</c:v>
                </c:pt>
                <c:pt idx="10465">
                  <c:v>0.13962878215258662</c:v>
                </c:pt>
                <c:pt idx="10466">
                  <c:v>0.13963317475826034</c:v>
                </c:pt>
                <c:pt idx="10467">
                  <c:v>0.13963658584331615</c:v>
                </c:pt>
                <c:pt idx="10468">
                  <c:v>0.13963865279072998</c:v>
                </c:pt>
                <c:pt idx="10469">
                  <c:v>0.13963994864228593</c:v>
                </c:pt>
                <c:pt idx="10470">
                  <c:v>0.13964470250766234</c:v>
                </c:pt>
                <c:pt idx="10471">
                  <c:v>0.13965010599275474</c:v>
                </c:pt>
                <c:pt idx="10472">
                  <c:v>0.13966312164782219</c:v>
                </c:pt>
                <c:pt idx="10473">
                  <c:v>0.1396921609623428</c:v>
                </c:pt>
                <c:pt idx="10474">
                  <c:v>0.13970086521361438</c:v>
                </c:pt>
                <c:pt idx="10475">
                  <c:v>0.13970850238644233</c:v>
                </c:pt>
                <c:pt idx="10476">
                  <c:v>0.13971431042347587</c:v>
                </c:pt>
                <c:pt idx="10477">
                  <c:v>0.13972367714164735</c:v>
                </c:pt>
                <c:pt idx="10478">
                  <c:v>0.1397336646311709</c:v>
                </c:pt>
                <c:pt idx="10479">
                  <c:v>0.13975191611008708</c:v>
                </c:pt>
                <c:pt idx="10480">
                  <c:v>0.1397560180851255</c:v>
                </c:pt>
                <c:pt idx="10481">
                  <c:v>0.13977418084222346</c:v>
                </c:pt>
                <c:pt idx="10482">
                  <c:v>0.13977484734374226</c:v>
                </c:pt>
                <c:pt idx="10483">
                  <c:v>0.13979475945814904</c:v>
                </c:pt>
                <c:pt idx="10484">
                  <c:v>0.13983351168942459</c:v>
                </c:pt>
                <c:pt idx="10485">
                  <c:v>0.1398469246011233</c:v>
                </c:pt>
                <c:pt idx="10486">
                  <c:v>0.13985476051895179</c:v>
                </c:pt>
                <c:pt idx="10487">
                  <c:v>0.13985542534499815</c:v>
                </c:pt>
                <c:pt idx="10488">
                  <c:v>0.13986522963480913</c:v>
                </c:pt>
                <c:pt idx="10489">
                  <c:v>0.13988168221267863</c:v>
                </c:pt>
                <c:pt idx="10490">
                  <c:v>0.13989840557649319</c:v>
                </c:pt>
                <c:pt idx="10491">
                  <c:v>0.1398987682130757</c:v>
                </c:pt>
                <c:pt idx="10492">
                  <c:v>0.13991426224297615</c:v>
                </c:pt>
                <c:pt idx="10493">
                  <c:v>0.1399239367004316</c:v>
                </c:pt>
                <c:pt idx="10494">
                  <c:v>0.13993596120591925</c:v>
                </c:pt>
                <c:pt idx="10495">
                  <c:v>0.13995324189064592</c:v>
                </c:pt>
                <c:pt idx="10496">
                  <c:v>0.13997996421191941</c:v>
                </c:pt>
                <c:pt idx="10497">
                  <c:v>0.1400060177839568</c:v>
                </c:pt>
                <c:pt idx="10498">
                  <c:v>0.14001905012273405</c:v>
                </c:pt>
                <c:pt idx="10499">
                  <c:v>0.1400201666946721</c:v>
                </c:pt>
                <c:pt idx="10500">
                  <c:v>0.14002388879147032</c:v>
                </c:pt>
                <c:pt idx="10501">
                  <c:v>0.14002657038686522</c:v>
                </c:pt>
                <c:pt idx="10502">
                  <c:v>0.1400363407708359</c:v>
                </c:pt>
                <c:pt idx="10503">
                  <c:v>0.14005043492319386</c:v>
                </c:pt>
                <c:pt idx="10504">
                  <c:v>0.14005660349857901</c:v>
                </c:pt>
                <c:pt idx="10505">
                  <c:v>0.1400609285046199</c:v>
                </c:pt>
                <c:pt idx="10506">
                  <c:v>0.14006659396097246</c:v>
                </c:pt>
                <c:pt idx="10507">
                  <c:v>0.14007528183059353</c:v>
                </c:pt>
                <c:pt idx="10508">
                  <c:v>0.14009332025794657</c:v>
                </c:pt>
                <c:pt idx="10509">
                  <c:v>0.14010396471022424</c:v>
                </c:pt>
                <c:pt idx="10510">
                  <c:v>0.14012097481561109</c:v>
                </c:pt>
                <c:pt idx="10511">
                  <c:v>0.14012240210022198</c:v>
                </c:pt>
                <c:pt idx="10512">
                  <c:v>0.1401238506795629</c:v>
                </c:pt>
                <c:pt idx="10513">
                  <c:v>0.14014886551579039</c:v>
                </c:pt>
                <c:pt idx="10514">
                  <c:v>0.14017008175699042</c:v>
                </c:pt>
                <c:pt idx="10515">
                  <c:v>0.14019219415567533</c:v>
                </c:pt>
                <c:pt idx="10516">
                  <c:v>0.14021309948797364</c:v>
                </c:pt>
                <c:pt idx="10517">
                  <c:v>0.14022166946946413</c:v>
                </c:pt>
                <c:pt idx="10518">
                  <c:v>0.14022602211962296</c:v>
                </c:pt>
                <c:pt idx="10519">
                  <c:v>0.14024257989404637</c:v>
                </c:pt>
                <c:pt idx="10520">
                  <c:v>0.14024761876326702</c:v>
                </c:pt>
                <c:pt idx="10521">
                  <c:v>0.14026566618043487</c:v>
                </c:pt>
                <c:pt idx="10522">
                  <c:v>0.14026677796703294</c:v>
                </c:pt>
                <c:pt idx="10523">
                  <c:v>0.14026720326540218</c:v>
                </c:pt>
                <c:pt idx="10524">
                  <c:v>0.14027976709320428</c:v>
                </c:pt>
                <c:pt idx="10525">
                  <c:v>0.14028633980800595</c:v>
                </c:pt>
                <c:pt idx="10526">
                  <c:v>0.14030029142876757</c:v>
                </c:pt>
                <c:pt idx="10527">
                  <c:v>0.14030730746497616</c:v>
                </c:pt>
                <c:pt idx="10528">
                  <c:v>0.14030821100496288</c:v>
                </c:pt>
                <c:pt idx="10529">
                  <c:v>0.14031302584450028</c:v>
                </c:pt>
                <c:pt idx="10530">
                  <c:v>0.1403141227992655</c:v>
                </c:pt>
                <c:pt idx="10531">
                  <c:v>0.14032372702978477</c:v>
                </c:pt>
                <c:pt idx="10532">
                  <c:v>0.14032378299315887</c:v>
                </c:pt>
                <c:pt idx="10533">
                  <c:v>0.1403372747759771</c:v>
                </c:pt>
                <c:pt idx="10534">
                  <c:v>0.14035478845926372</c:v>
                </c:pt>
                <c:pt idx="10535">
                  <c:v>0.14035699033723026</c:v>
                </c:pt>
                <c:pt idx="10536">
                  <c:v>0.14037864348673124</c:v>
                </c:pt>
                <c:pt idx="10537">
                  <c:v>0.14038191418736759</c:v>
                </c:pt>
                <c:pt idx="10538">
                  <c:v>0.14038217780790874</c:v>
                </c:pt>
                <c:pt idx="10539">
                  <c:v>0.14038447990262784</c:v>
                </c:pt>
                <c:pt idx="10540">
                  <c:v>0.14039045782763221</c:v>
                </c:pt>
                <c:pt idx="10541">
                  <c:v>0.1403921935576205</c:v>
                </c:pt>
                <c:pt idx="10542">
                  <c:v>0.14040367288515676</c:v>
                </c:pt>
                <c:pt idx="10543">
                  <c:v>0.14041143459386857</c:v>
                </c:pt>
                <c:pt idx="10544">
                  <c:v>0.14043349844141756</c:v>
                </c:pt>
                <c:pt idx="10545">
                  <c:v>0.14044509653332729</c:v>
                </c:pt>
                <c:pt idx="10546">
                  <c:v>0.14044620740558295</c:v>
                </c:pt>
                <c:pt idx="10547">
                  <c:v>0.14045222170388458</c:v>
                </c:pt>
                <c:pt idx="10548">
                  <c:v>0.14046075781298895</c:v>
                </c:pt>
                <c:pt idx="10549">
                  <c:v>0.14046479643783905</c:v>
                </c:pt>
                <c:pt idx="10550">
                  <c:v>0.14046654399659486</c:v>
                </c:pt>
                <c:pt idx="10551">
                  <c:v>0.14047674707444971</c:v>
                </c:pt>
                <c:pt idx="10552">
                  <c:v>0.1404837069109614</c:v>
                </c:pt>
                <c:pt idx="10553">
                  <c:v>0.14050143662764755</c:v>
                </c:pt>
                <c:pt idx="10554">
                  <c:v>0.14051050040141985</c:v>
                </c:pt>
                <c:pt idx="10555">
                  <c:v>0.14051588403812484</c:v>
                </c:pt>
                <c:pt idx="10556">
                  <c:v>0.14052087543844574</c:v>
                </c:pt>
                <c:pt idx="10557">
                  <c:v>0.14053121942772426</c:v>
                </c:pt>
                <c:pt idx="10558">
                  <c:v>0.14056411507522074</c:v>
                </c:pt>
                <c:pt idx="10559">
                  <c:v>0.14056520129947145</c:v>
                </c:pt>
                <c:pt idx="10560">
                  <c:v>0.14056690114671272</c:v>
                </c:pt>
                <c:pt idx="10561">
                  <c:v>0.14058414812455267</c:v>
                </c:pt>
                <c:pt idx="10562">
                  <c:v>0.14058597464517567</c:v>
                </c:pt>
                <c:pt idx="10563">
                  <c:v>0.14059964513242187</c:v>
                </c:pt>
                <c:pt idx="10564">
                  <c:v>0.14061823922614702</c:v>
                </c:pt>
                <c:pt idx="10565">
                  <c:v>0.14063035842382507</c:v>
                </c:pt>
                <c:pt idx="10566">
                  <c:v>0.14063079184516963</c:v>
                </c:pt>
                <c:pt idx="10567">
                  <c:v>0.14064530803659056</c:v>
                </c:pt>
                <c:pt idx="10568">
                  <c:v>0.14065591548397449</c:v>
                </c:pt>
                <c:pt idx="10569">
                  <c:v>0.14066019109267588</c:v>
                </c:pt>
                <c:pt idx="10570">
                  <c:v>0.14067354035052132</c:v>
                </c:pt>
                <c:pt idx="10571">
                  <c:v>0.14068103838505225</c:v>
                </c:pt>
                <c:pt idx="10572">
                  <c:v>0.14068223109532538</c:v>
                </c:pt>
                <c:pt idx="10573">
                  <c:v>0.14068663743244844</c:v>
                </c:pt>
                <c:pt idx="10574">
                  <c:v>0.1407144151513943</c:v>
                </c:pt>
                <c:pt idx="10575">
                  <c:v>0.14072121699220674</c:v>
                </c:pt>
                <c:pt idx="10576">
                  <c:v>0.14072190897142947</c:v>
                </c:pt>
                <c:pt idx="10577">
                  <c:v>0.14073820842317467</c:v>
                </c:pt>
                <c:pt idx="10578">
                  <c:v>0.14074853249283129</c:v>
                </c:pt>
                <c:pt idx="10579">
                  <c:v>0.14075077111570439</c:v>
                </c:pt>
                <c:pt idx="10580">
                  <c:v>0.14076375461342572</c:v>
                </c:pt>
                <c:pt idx="10581">
                  <c:v>0.14077285431977862</c:v>
                </c:pt>
                <c:pt idx="10582">
                  <c:v>0.14077566916470893</c:v>
                </c:pt>
                <c:pt idx="10583">
                  <c:v>0.14078832187811585</c:v>
                </c:pt>
                <c:pt idx="10584">
                  <c:v>0.14081960474965649</c:v>
                </c:pt>
                <c:pt idx="10585">
                  <c:v>0.14085088793429285</c:v>
                </c:pt>
                <c:pt idx="10586">
                  <c:v>0.14085753803251683</c:v>
                </c:pt>
                <c:pt idx="10587">
                  <c:v>0.14086183477894568</c:v>
                </c:pt>
                <c:pt idx="10588">
                  <c:v>0.14086968410339226</c:v>
                </c:pt>
                <c:pt idx="10589">
                  <c:v>0.14086980754350523</c:v>
                </c:pt>
                <c:pt idx="10590">
                  <c:v>0.14087327922100792</c:v>
                </c:pt>
                <c:pt idx="10591">
                  <c:v>0.14088143766039277</c:v>
                </c:pt>
                <c:pt idx="10592">
                  <c:v>0.14088662114187817</c:v>
                </c:pt>
                <c:pt idx="10593">
                  <c:v>0.14090389425614896</c:v>
                </c:pt>
                <c:pt idx="10594">
                  <c:v>0.14093619758443449</c:v>
                </c:pt>
                <c:pt idx="10595">
                  <c:v>0.14095277049642346</c:v>
                </c:pt>
                <c:pt idx="10596">
                  <c:v>0.14095517922412876</c:v>
                </c:pt>
                <c:pt idx="10597">
                  <c:v>0.14095571380217206</c:v>
                </c:pt>
                <c:pt idx="10598">
                  <c:v>0.14095619776988816</c:v>
                </c:pt>
                <c:pt idx="10599">
                  <c:v>0.14096560857533616</c:v>
                </c:pt>
                <c:pt idx="10600">
                  <c:v>0.14099176950119643</c:v>
                </c:pt>
                <c:pt idx="10601">
                  <c:v>0.14099553644927573</c:v>
                </c:pt>
                <c:pt idx="10602">
                  <c:v>0.14100217273928989</c:v>
                </c:pt>
                <c:pt idx="10603">
                  <c:v>0.14100631286199308</c:v>
                </c:pt>
                <c:pt idx="10604">
                  <c:v>0.14101635773263821</c:v>
                </c:pt>
                <c:pt idx="10605">
                  <c:v>0.14102499935716503</c:v>
                </c:pt>
                <c:pt idx="10606">
                  <c:v>0.14102974622120504</c:v>
                </c:pt>
                <c:pt idx="10607">
                  <c:v>0.1410391179896659</c:v>
                </c:pt>
                <c:pt idx="10608">
                  <c:v>0.14104143369324054</c:v>
                </c:pt>
                <c:pt idx="10609">
                  <c:v>0.14105259177699422</c:v>
                </c:pt>
                <c:pt idx="10610">
                  <c:v>0.14107189280148005</c:v>
                </c:pt>
                <c:pt idx="10611">
                  <c:v>0.14107534224863555</c:v>
                </c:pt>
                <c:pt idx="10612">
                  <c:v>0.1410779734285896</c:v>
                </c:pt>
                <c:pt idx="10613">
                  <c:v>0.14108035385834286</c:v>
                </c:pt>
                <c:pt idx="10614">
                  <c:v>0.14110363031806056</c:v>
                </c:pt>
                <c:pt idx="10615">
                  <c:v>0.1411069748005078</c:v>
                </c:pt>
                <c:pt idx="10616">
                  <c:v>0.14111685969259699</c:v>
                </c:pt>
                <c:pt idx="10617">
                  <c:v>0.14111980236550639</c:v>
                </c:pt>
                <c:pt idx="10618">
                  <c:v>0.14112111717319406</c:v>
                </c:pt>
                <c:pt idx="10619">
                  <c:v>0.14112792024548862</c:v>
                </c:pt>
                <c:pt idx="10620">
                  <c:v>0.14114037477886174</c:v>
                </c:pt>
                <c:pt idx="10621">
                  <c:v>0.1411442643225683</c:v>
                </c:pt>
                <c:pt idx="10622">
                  <c:v>0.141153626427933</c:v>
                </c:pt>
                <c:pt idx="10623">
                  <c:v>0.14116618649818083</c:v>
                </c:pt>
                <c:pt idx="10624">
                  <c:v>0.14118351468244916</c:v>
                </c:pt>
                <c:pt idx="10625">
                  <c:v>0.14118728753825627</c:v>
                </c:pt>
                <c:pt idx="10626">
                  <c:v>0.14121787618730833</c:v>
                </c:pt>
                <c:pt idx="10627">
                  <c:v>0.14121819755304427</c:v>
                </c:pt>
                <c:pt idx="10628">
                  <c:v>0.14130266906448005</c:v>
                </c:pt>
                <c:pt idx="10629">
                  <c:v>0.14130908367641171</c:v>
                </c:pt>
                <c:pt idx="10630">
                  <c:v>0.14132777701212426</c:v>
                </c:pt>
                <c:pt idx="10631">
                  <c:v>0.14134272760744612</c:v>
                </c:pt>
                <c:pt idx="10632">
                  <c:v>0.14137209999273878</c:v>
                </c:pt>
                <c:pt idx="10633">
                  <c:v>0.14138118227049701</c:v>
                </c:pt>
                <c:pt idx="10634">
                  <c:v>0.14138656383357665</c:v>
                </c:pt>
                <c:pt idx="10635">
                  <c:v>0.14139661203207907</c:v>
                </c:pt>
                <c:pt idx="10636">
                  <c:v>0.14141822147548319</c:v>
                </c:pt>
                <c:pt idx="10637">
                  <c:v>0.14142258019328593</c:v>
                </c:pt>
                <c:pt idx="10638">
                  <c:v>0.14142354868784809</c:v>
                </c:pt>
                <c:pt idx="10639">
                  <c:v>0.14144530999915023</c:v>
                </c:pt>
                <c:pt idx="10640">
                  <c:v>0.14145559764216911</c:v>
                </c:pt>
                <c:pt idx="10641">
                  <c:v>0.14146805751332814</c:v>
                </c:pt>
                <c:pt idx="10642">
                  <c:v>0.14147724336880313</c:v>
                </c:pt>
                <c:pt idx="10643">
                  <c:v>0.14148122020311285</c:v>
                </c:pt>
                <c:pt idx="10644">
                  <c:v>0.14151145071582016</c:v>
                </c:pt>
                <c:pt idx="10645">
                  <c:v>0.1415126959692628</c:v>
                </c:pt>
                <c:pt idx="10646">
                  <c:v>0.14151680210734477</c:v>
                </c:pt>
                <c:pt idx="10647">
                  <c:v>0.1415204408944167</c:v>
                </c:pt>
                <c:pt idx="10648">
                  <c:v>0.14152204561380724</c:v>
                </c:pt>
                <c:pt idx="10649">
                  <c:v>0.14156565655263514</c:v>
                </c:pt>
                <c:pt idx="10650">
                  <c:v>0.14158536013424786</c:v>
                </c:pt>
                <c:pt idx="10651">
                  <c:v>0.14159389578672968</c:v>
                </c:pt>
                <c:pt idx="10652">
                  <c:v>0.14160006226347721</c:v>
                </c:pt>
                <c:pt idx="10653">
                  <c:v>0.14161243398044454</c:v>
                </c:pt>
                <c:pt idx="10654">
                  <c:v>0.14163180213968077</c:v>
                </c:pt>
                <c:pt idx="10655">
                  <c:v>0.14163399006998964</c:v>
                </c:pt>
                <c:pt idx="10656">
                  <c:v>0.14163943553802918</c:v>
                </c:pt>
                <c:pt idx="10657">
                  <c:v>0.14164318799708039</c:v>
                </c:pt>
                <c:pt idx="10658">
                  <c:v>0.14167796139196887</c:v>
                </c:pt>
                <c:pt idx="10659">
                  <c:v>0.14168138098407179</c:v>
                </c:pt>
                <c:pt idx="10660">
                  <c:v>0.14168886218330476</c:v>
                </c:pt>
                <c:pt idx="10661">
                  <c:v>0.14169217853635571</c:v>
                </c:pt>
                <c:pt idx="10662">
                  <c:v>0.14169484298718715</c:v>
                </c:pt>
                <c:pt idx="10663">
                  <c:v>0.1417353728468905</c:v>
                </c:pt>
                <c:pt idx="10664">
                  <c:v>0.14173680126993821</c:v>
                </c:pt>
                <c:pt idx="10665">
                  <c:v>0.14174005037824808</c:v>
                </c:pt>
                <c:pt idx="10666">
                  <c:v>0.14174476268336236</c:v>
                </c:pt>
                <c:pt idx="10667">
                  <c:v>0.14176068430158312</c:v>
                </c:pt>
                <c:pt idx="10668">
                  <c:v>0.14177283936777652</c:v>
                </c:pt>
                <c:pt idx="10669">
                  <c:v>0.14178607411688227</c:v>
                </c:pt>
                <c:pt idx="10670">
                  <c:v>0.14179339905888697</c:v>
                </c:pt>
                <c:pt idx="10671">
                  <c:v>0.14179620908518728</c:v>
                </c:pt>
                <c:pt idx="10672">
                  <c:v>0.14180461432150754</c:v>
                </c:pt>
                <c:pt idx="10673">
                  <c:v>0.14180924590192179</c:v>
                </c:pt>
                <c:pt idx="10674">
                  <c:v>0.14184415363876027</c:v>
                </c:pt>
                <c:pt idx="10675">
                  <c:v>0.14185216798804837</c:v>
                </c:pt>
                <c:pt idx="10676">
                  <c:v>0.14185390109852772</c:v>
                </c:pt>
                <c:pt idx="10677">
                  <c:v>0.14185606302220252</c:v>
                </c:pt>
                <c:pt idx="10678">
                  <c:v>0.1418683732156526</c:v>
                </c:pt>
                <c:pt idx="10679">
                  <c:v>0.14188262929287798</c:v>
                </c:pt>
                <c:pt idx="10680">
                  <c:v>0.14189022676326959</c:v>
                </c:pt>
                <c:pt idx="10681">
                  <c:v>0.14189795529985177</c:v>
                </c:pt>
                <c:pt idx="10682">
                  <c:v>0.14190499521950298</c:v>
                </c:pt>
                <c:pt idx="10683">
                  <c:v>0.14191496352912941</c:v>
                </c:pt>
                <c:pt idx="10684">
                  <c:v>0.14194711788393707</c:v>
                </c:pt>
                <c:pt idx="10685">
                  <c:v>0.14198290871079991</c:v>
                </c:pt>
                <c:pt idx="10686">
                  <c:v>0.14198307847279282</c:v>
                </c:pt>
                <c:pt idx="10687">
                  <c:v>0.14199953950466773</c:v>
                </c:pt>
                <c:pt idx="10688">
                  <c:v>0.14203007996162592</c:v>
                </c:pt>
                <c:pt idx="10689">
                  <c:v>0.14203447036785891</c:v>
                </c:pt>
                <c:pt idx="10690">
                  <c:v>0.14205306202060786</c:v>
                </c:pt>
                <c:pt idx="10691">
                  <c:v>0.14206447594607272</c:v>
                </c:pt>
                <c:pt idx="10692">
                  <c:v>0.14208790397045021</c:v>
                </c:pt>
                <c:pt idx="10693">
                  <c:v>0.14209135152852784</c:v>
                </c:pt>
                <c:pt idx="10694">
                  <c:v>0.14210898779571349</c:v>
                </c:pt>
                <c:pt idx="10695">
                  <c:v>0.14211078131561314</c:v>
                </c:pt>
                <c:pt idx="10696">
                  <c:v>0.14211272128781954</c:v>
                </c:pt>
                <c:pt idx="10697">
                  <c:v>0.14211344043760735</c:v>
                </c:pt>
                <c:pt idx="10698">
                  <c:v>0.14211857495725708</c:v>
                </c:pt>
                <c:pt idx="10699">
                  <c:v>0.14212726879447524</c:v>
                </c:pt>
                <c:pt idx="10700">
                  <c:v>0.14213177720680722</c:v>
                </c:pt>
                <c:pt idx="10701">
                  <c:v>0.14213343720933189</c:v>
                </c:pt>
                <c:pt idx="10702">
                  <c:v>0.14213530357991422</c:v>
                </c:pt>
                <c:pt idx="10703">
                  <c:v>0.14213809666146254</c:v>
                </c:pt>
                <c:pt idx="10704">
                  <c:v>0.14214055706000991</c:v>
                </c:pt>
                <c:pt idx="10705">
                  <c:v>0.14214408569040698</c:v>
                </c:pt>
                <c:pt idx="10706">
                  <c:v>0.14215348789823865</c:v>
                </c:pt>
                <c:pt idx="10707">
                  <c:v>0.14216394864624862</c:v>
                </c:pt>
                <c:pt idx="10708">
                  <c:v>0.14216412296699513</c:v>
                </c:pt>
                <c:pt idx="10709">
                  <c:v>0.14217372937666603</c:v>
                </c:pt>
                <c:pt idx="10710">
                  <c:v>0.14218973118096009</c:v>
                </c:pt>
                <c:pt idx="10711">
                  <c:v>0.14219041416002637</c:v>
                </c:pt>
                <c:pt idx="10712">
                  <c:v>0.1421973880298727</c:v>
                </c:pt>
                <c:pt idx="10713">
                  <c:v>0.14220059037241864</c:v>
                </c:pt>
                <c:pt idx="10714">
                  <c:v>0.14221936260103551</c:v>
                </c:pt>
                <c:pt idx="10715">
                  <c:v>0.14222717587702272</c:v>
                </c:pt>
                <c:pt idx="10716">
                  <c:v>0.14224255341090869</c:v>
                </c:pt>
                <c:pt idx="10717">
                  <c:v>0.14226878729599934</c:v>
                </c:pt>
                <c:pt idx="10718">
                  <c:v>0.14227352812582655</c:v>
                </c:pt>
                <c:pt idx="10719">
                  <c:v>0.14227757471582583</c:v>
                </c:pt>
                <c:pt idx="10720">
                  <c:v>0.1422798640477988</c:v>
                </c:pt>
                <c:pt idx="10721">
                  <c:v>0.14228049483842078</c:v>
                </c:pt>
                <c:pt idx="10722">
                  <c:v>0.14228231949334103</c:v>
                </c:pt>
                <c:pt idx="10723">
                  <c:v>0.14228824625832873</c:v>
                </c:pt>
                <c:pt idx="10724">
                  <c:v>0.14229769599425207</c:v>
                </c:pt>
                <c:pt idx="10725">
                  <c:v>0.14230268001967269</c:v>
                </c:pt>
                <c:pt idx="10726">
                  <c:v>0.14232063681954632</c:v>
                </c:pt>
                <c:pt idx="10727">
                  <c:v>0.14232930558506482</c:v>
                </c:pt>
                <c:pt idx="10728">
                  <c:v>0.14233317998882272</c:v>
                </c:pt>
                <c:pt idx="10729">
                  <c:v>0.14233573279732217</c:v>
                </c:pt>
                <c:pt idx="10730">
                  <c:v>0.14233633964560471</c:v>
                </c:pt>
                <c:pt idx="10731">
                  <c:v>0.14234188068699702</c:v>
                </c:pt>
                <c:pt idx="10732">
                  <c:v>0.14234450356139949</c:v>
                </c:pt>
                <c:pt idx="10733">
                  <c:v>0.14234768706409623</c:v>
                </c:pt>
                <c:pt idx="10734">
                  <c:v>0.14237715219188002</c:v>
                </c:pt>
                <c:pt idx="10735">
                  <c:v>0.14239255969085987</c:v>
                </c:pt>
                <c:pt idx="10736">
                  <c:v>0.14240419156105166</c:v>
                </c:pt>
                <c:pt idx="10737">
                  <c:v>0.14240909786277894</c:v>
                </c:pt>
                <c:pt idx="10738">
                  <c:v>0.14241614247435216</c:v>
                </c:pt>
                <c:pt idx="10739">
                  <c:v>0.14242437506019934</c:v>
                </c:pt>
                <c:pt idx="10740">
                  <c:v>0.14243133049212162</c:v>
                </c:pt>
                <c:pt idx="10741">
                  <c:v>0.1424336387824876</c:v>
                </c:pt>
                <c:pt idx="10742">
                  <c:v>0.14243834593493182</c:v>
                </c:pt>
                <c:pt idx="10743">
                  <c:v>0.14244753276664129</c:v>
                </c:pt>
                <c:pt idx="10744">
                  <c:v>0.14245458052982679</c:v>
                </c:pt>
                <c:pt idx="10745">
                  <c:v>0.14246533660582511</c:v>
                </c:pt>
                <c:pt idx="10746">
                  <c:v>0.1424733666157017</c:v>
                </c:pt>
                <c:pt idx="10747">
                  <c:v>0.14247632083336981</c:v>
                </c:pt>
                <c:pt idx="10748">
                  <c:v>0.14250205119093434</c:v>
                </c:pt>
                <c:pt idx="10749">
                  <c:v>0.14251084008480297</c:v>
                </c:pt>
                <c:pt idx="10750">
                  <c:v>0.1425164739549854</c:v>
                </c:pt>
                <c:pt idx="10751">
                  <c:v>0.14252503168565522</c:v>
                </c:pt>
                <c:pt idx="10752">
                  <c:v>0.14254716895662065</c:v>
                </c:pt>
                <c:pt idx="10753">
                  <c:v>0.1425737457512376</c:v>
                </c:pt>
                <c:pt idx="10754">
                  <c:v>0.14258620632103194</c:v>
                </c:pt>
                <c:pt idx="10755">
                  <c:v>0.14259077294263336</c:v>
                </c:pt>
                <c:pt idx="10756">
                  <c:v>0.142597622558815</c:v>
                </c:pt>
                <c:pt idx="10757">
                  <c:v>0.14259949449732667</c:v>
                </c:pt>
                <c:pt idx="10758">
                  <c:v>0.14259999104404367</c:v>
                </c:pt>
                <c:pt idx="10759">
                  <c:v>0.1426070036743266</c:v>
                </c:pt>
                <c:pt idx="10760">
                  <c:v>0.1426089571860947</c:v>
                </c:pt>
                <c:pt idx="10761">
                  <c:v>0.14261602434707854</c:v>
                </c:pt>
                <c:pt idx="10762">
                  <c:v>0.14262023795093129</c:v>
                </c:pt>
                <c:pt idx="10763">
                  <c:v>0.14263956002503395</c:v>
                </c:pt>
                <c:pt idx="10764">
                  <c:v>0.1426742482342063</c:v>
                </c:pt>
                <c:pt idx="10765">
                  <c:v>0.14268326375683965</c:v>
                </c:pt>
                <c:pt idx="10766">
                  <c:v>0.14268550204526076</c:v>
                </c:pt>
                <c:pt idx="10767">
                  <c:v>0.14269980588590056</c:v>
                </c:pt>
                <c:pt idx="10768">
                  <c:v>0.14270358561568094</c:v>
                </c:pt>
                <c:pt idx="10769">
                  <c:v>0.14271322747769441</c:v>
                </c:pt>
                <c:pt idx="10770">
                  <c:v>0.14274081649791717</c:v>
                </c:pt>
                <c:pt idx="10771">
                  <c:v>0.14274772798038579</c:v>
                </c:pt>
                <c:pt idx="10772">
                  <c:v>0.14275502900854201</c:v>
                </c:pt>
                <c:pt idx="10773">
                  <c:v>0.14276488801012013</c:v>
                </c:pt>
                <c:pt idx="10774">
                  <c:v>0.14276579001927617</c:v>
                </c:pt>
                <c:pt idx="10775">
                  <c:v>0.14277307063826183</c:v>
                </c:pt>
                <c:pt idx="10776">
                  <c:v>0.14277346137772495</c:v>
                </c:pt>
                <c:pt idx="10777">
                  <c:v>0.14277872598668701</c:v>
                </c:pt>
                <c:pt idx="10778">
                  <c:v>0.14278291596671758</c:v>
                </c:pt>
                <c:pt idx="10779">
                  <c:v>0.14278309326926758</c:v>
                </c:pt>
                <c:pt idx="10780">
                  <c:v>0.14278917371909963</c:v>
                </c:pt>
                <c:pt idx="10781">
                  <c:v>0.14281192829739975</c:v>
                </c:pt>
                <c:pt idx="10782">
                  <c:v>0.142823824988942</c:v>
                </c:pt>
                <c:pt idx="10783">
                  <c:v>0.14283016580452396</c:v>
                </c:pt>
                <c:pt idx="10784">
                  <c:v>0.14283346557147836</c:v>
                </c:pt>
                <c:pt idx="10785">
                  <c:v>0.14283637521971718</c:v>
                </c:pt>
                <c:pt idx="10786">
                  <c:v>0.1428579472264935</c:v>
                </c:pt>
                <c:pt idx="10787">
                  <c:v>0.142892627020382</c:v>
                </c:pt>
                <c:pt idx="10788">
                  <c:v>0.14290521977582976</c:v>
                </c:pt>
                <c:pt idx="10789">
                  <c:v>0.14292474936337715</c:v>
                </c:pt>
                <c:pt idx="10790">
                  <c:v>0.14293757548458205</c:v>
                </c:pt>
                <c:pt idx="10791">
                  <c:v>0.14294539580129875</c:v>
                </c:pt>
                <c:pt idx="10792">
                  <c:v>0.14294850982565999</c:v>
                </c:pt>
                <c:pt idx="10793">
                  <c:v>0.14296335527959636</c:v>
                </c:pt>
                <c:pt idx="10794">
                  <c:v>0.14296429308458466</c:v>
                </c:pt>
                <c:pt idx="10795">
                  <c:v>0.14297035095322949</c:v>
                </c:pt>
                <c:pt idx="10796">
                  <c:v>0.14297787409208818</c:v>
                </c:pt>
                <c:pt idx="10797">
                  <c:v>0.14299371051207693</c:v>
                </c:pt>
                <c:pt idx="10798">
                  <c:v>0.14300323230823936</c:v>
                </c:pt>
                <c:pt idx="10799">
                  <c:v>0.14300520719510229</c:v>
                </c:pt>
                <c:pt idx="10800">
                  <c:v>0.14303359553865835</c:v>
                </c:pt>
                <c:pt idx="10801">
                  <c:v>0.1430436189825775</c:v>
                </c:pt>
                <c:pt idx="10802">
                  <c:v>0.14304626785440891</c:v>
                </c:pt>
                <c:pt idx="10803">
                  <c:v>0.14305196215329727</c:v>
                </c:pt>
                <c:pt idx="10804">
                  <c:v>0.14305628784713723</c:v>
                </c:pt>
                <c:pt idx="10805">
                  <c:v>0.14305973126427052</c:v>
                </c:pt>
                <c:pt idx="10806">
                  <c:v>0.14306038779160909</c:v>
                </c:pt>
                <c:pt idx="10807">
                  <c:v>0.1430690106796027</c:v>
                </c:pt>
                <c:pt idx="10808">
                  <c:v>0.14307386355474838</c:v>
                </c:pt>
                <c:pt idx="10809">
                  <c:v>0.14309097118340813</c:v>
                </c:pt>
                <c:pt idx="10810">
                  <c:v>0.14309180461033535</c:v>
                </c:pt>
                <c:pt idx="10811">
                  <c:v>0.14311586351243169</c:v>
                </c:pt>
                <c:pt idx="10812">
                  <c:v>0.14311847139335587</c:v>
                </c:pt>
                <c:pt idx="10813">
                  <c:v>0.14314333831346146</c:v>
                </c:pt>
                <c:pt idx="10814">
                  <c:v>0.14317259435077065</c:v>
                </c:pt>
                <c:pt idx="10815">
                  <c:v>0.14323871726176562</c:v>
                </c:pt>
                <c:pt idx="10816">
                  <c:v>0.14324342951771671</c:v>
                </c:pt>
                <c:pt idx="10817">
                  <c:v>0.14325750746172991</c:v>
                </c:pt>
                <c:pt idx="10818">
                  <c:v>0.14326565942246733</c:v>
                </c:pt>
                <c:pt idx="10819">
                  <c:v>0.14331556075856755</c:v>
                </c:pt>
                <c:pt idx="10820">
                  <c:v>0.14335689631166812</c:v>
                </c:pt>
                <c:pt idx="10821">
                  <c:v>0.14336769774361025</c:v>
                </c:pt>
                <c:pt idx="10822">
                  <c:v>0.14337599483503374</c:v>
                </c:pt>
                <c:pt idx="10823">
                  <c:v>0.1433904200550187</c:v>
                </c:pt>
                <c:pt idx="10824">
                  <c:v>0.14339386113836133</c:v>
                </c:pt>
                <c:pt idx="10825">
                  <c:v>0.14341297039074449</c:v>
                </c:pt>
                <c:pt idx="10826">
                  <c:v>0.14341652184335829</c:v>
                </c:pt>
                <c:pt idx="10827">
                  <c:v>0.14342163623091417</c:v>
                </c:pt>
                <c:pt idx="10828">
                  <c:v>0.14342802267768964</c:v>
                </c:pt>
                <c:pt idx="10829">
                  <c:v>0.14342839135901742</c:v>
                </c:pt>
                <c:pt idx="10830">
                  <c:v>0.1434630981285249</c:v>
                </c:pt>
                <c:pt idx="10831">
                  <c:v>0.14346449239467679</c:v>
                </c:pt>
                <c:pt idx="10832">
                  <c:v>0.14346617713005944</c:v>
                </c:pt>
                <c:pt idx="10833">
                  <c:v>0.14350494208280168</c:v>
                </c:pt>
                <c:pt idx="10834">
                  <c:v>0.14350663362013333</c:v>
                </c:pt>
                <c:pt idx="10835">
                  <c:v>0.14350936653806032</c:v>
                </c:pt>
                <c:pt idx="10836">
                  <c:v>0.14351698786721934</c:v>
                </c:pt>
                <c:pt idx="10837">
                  <c:v>0.14351775957954863</c:v>
                </c:pt>
                <c:pt idx="10838">
                  <c:v>0.14352027185600616</c:v>
                </c:pt>
                <c:pt idx="10839">
                  <c:v>0.14353922434563418</c:v>
                </c:pt>
                <c:pt idx="10840">
                  <c:v>0.1435523365997261</c:v>
                </c:pt>
                <c:pt idx="10841">
                  <c:v>0.14355957416684728</c:v>
                </c:pt>
                <c:pt idx="10842">
                  <c:v>0.14356864058287877</c:v>
                </c:pt>
                <c:pt idx="10843">
                  <c:v>0.14358340743159889</c:v>
                </c:pt>
                <c:pt idx="10844">
                  <c:v>0.1435959440017181</c:v>
                </c:pt>
                <c:pt idx="10845">
                  <c:v>0.14360900503891297</c:v>
                </c:pt>
                <c:pt idx="10846">
                  <c:v>0.14361922005034991</c:v>
                </c:pt>
                <c:pt idx="10847">
                  <c:v>0.14362300957180957</c:v>
                </c:pt>
                <c:pt idx="10848">
                  <c:v>0.14362311822090648</c:v>
                </c:pt>
                <c:pt idx="10849">
                  <c:v>0.14362801977125186</c:v>
                </c:pt>
                <c:pt idx="10850">
                  <c:v>0.14365288040845856</c:v>
                </c:pt>
                <c:pt idx="10851">
                  <c:v>0.14368933275437529</c:v>
                </c:pt>
                <c:pt idx="10852">
                  <c:v>0.14369353877464947</c:v>
                </c:pt>
                <c:pt idx="10853">
                  <c:v>0.14369437787081937</c:v>
                </c:pt>
                <c:pt idx="10854">
                  <c:v>0.1437009694117681</c:v>
                </c:pt>
                <c:pt idx="10855">
                  <c:v>0.14370410428726099</c:v>
                </c:pt>
                <c:pt idx="10856">
                  <c:v>0.14371056776648153</c:v>
                </c:pt>
                <c:pt idx="10857">
                  <c:v>0.14371450500182262</c:v>
                </c:pt>
                <c:pt idx="10858">
                  <c:v>0.14372465307560939</c:v>
                </c:pt>
                <c:pt idx="10859">
                  <c:v>0.14374051078813246</c:v>
                </c:pt>
                <c:pt idx="10860">
                  <c:v>0.14375081807001625</c:v>
                </c:pt>
                <c:pt idx="10861">
                  <c:v>0.14376822050773311</c:v>
                </c:pt>
                <c:pt idx="10862">
                  <c:v>0.1437710993931049</c:v>
                </c:pt>
                <c:pt idx="10863">
                  <c:v>0.14377443973758378</c:v>
                </c:pt>
                <c:pt idx="10864">
                  <c:v>0.14379798093433718</c:v>
                </c:pt>
                <c:pt idx="10865">
                  <c:v>0.14381645153062414</c:v>
                </c:pt>
                <c:pt idx="10866">
                  <c:v>0.14381821603167969</c:v>
                </c:pt>
                <c:pt idx="10867">
                  <c:v>0.14383295907670393</c:v>
                </c:pt>
                <c:pt idx="10868">
                  <c:v>0.14384139603860441</c:v>
                </c:pt>
                <c:pt idx="10869">
                  <c:v>0.14385443559815</c:v>
                </c:pt>
                <c:pt idx="10870">
                  <c:v>0.14387168492786587</c:v>
                </c:pt>
                <c:pt idx="10871">
                  <c:v>0.14388523052760718</c:v>
                </c:pt>
                <c:pt idx="10872">
                  <c:v>0.14388645488043761</c:v>
                </c:pt>
                <c:pt idx="10873">
                  <c:v>0.14388987306432921</c:v>
                </c:pt>
                <c:pt idx="10874">
                  <c:v>0.14389445495031319</c:v>
                </c:pt>
                <c:pt idx="10875">
                  <c:v>0.14389824300391771</c:v>
                </c:pt>
                <c:pt idx="10876">
                  <c:v>0.14390552951907093</c:v>
                </c:pt>
                <c:pt idx="10877">
                  <c:v>0.14390761877618877</c:v>
                </c:pt>
                <c:pt idx="10878">
                  <c:v>0.14393000433389899</c:v>
                </c:pt>
                <c:pt idx="10879">
                  <c:v>0.14393421203955017</c:v>
                </c:pt>
                <c:pt idx="10880">
                  <c:v>0.14393520367731716</c:v>
                </c:pt>
                <c:pt idx="10881">
                  <c:v>0.14393873561976045</c:v>
                </c:pt>
                <c:pt idx="10882">
                  <c:v>0.14394709872655084</c:v>
                </c:pt>
                <c:pt idx="10883">
                  <c:v>0.14396229708556882</c:v>
                </c:pt>
                <c:pt idx="10884">
                  <c:v>0.14396673820797484</c:v>
                </c:pt>
                <c:pt idx="10885">
                  <c:v>0.14396807607018783</c:v>
                </c:pt>
                <c:pt idx="10886">
                  <c:v>0.14397440538293488</c:v>
                </c:pt>
                <c:pt idx="10887">
                  <c:v>0.14398842617560006</c:v>
                </c:pt>
                <c:pt idx="10888">
                  <c:v>0.14399226668821499</c:v>
                </c:pt>
                <c:pt idx="10889">
                  <c:v>0.14400034007703011</c:v>
                </c:pt>
                <c:pt idx="10890">
                  <c:v>0.14402996336888446</c:v>
                </c:pt>
                <c:pt idx="10891">
                  <c:v>0.14404377107750524</c:v>
                </c:pt>
                <c:pt idx="10892">
                  <c:v>0.144053672370411</c:v>
                </c:pt>
                <c:pt idx="10893">
                  <c:v>0.14405655495244868</c:v>
                </c:pt>
                <c:pt idx="10894">
                  <c:v>0.14406233431398779</c:v>
                </c:pt>
                <c:pt idx="10895">
                  <c:v>0.14407710938608914</c:v>
                </c:pt>
                <c:pt idx="10896">
                  <c:v>0.14408703363694497</c:v>
                </c:pt>
                <c:pt idx="10897">
                  <c:v>0.14408824792897984</c:v>
                </c:pt>
                <c:pt idx="10898">
                  <c:v>0.14409462739694565</c:v>
                </c:pt>
                <c:pt idx="10899">
                  <c:v>0.14409589400471279</c:v>
                </c:pt>
                <c:pt idx="10900">
                  <c:v>0.1440964039365841</c:v>
                </c:pt>
                <c:pt idx="10901">
                  <c:v>0.14409880433542746</c:v>
                </c:pt>
                <c:pt idx="10902">
                  <c:v>0.14410364182815913</c:v>
                </c:pt>
                <c:pt idx="10903">
                  <c:v>0.14410432939028323</c:v>
                </c:pt>
                <c:pt idx="10904">
                  <c:v>0.14411334578654023</c:v>
                </c:pt>
                <c:pt idx="10905">
                  <c:v>0.14411577229416184</c:v>
                </c:pt>
                <c:pt idx="10906">
                  <c:v>0.14411863441013267</c:v>
                </c:pt>
                <c:pt idx="10907">
                  <c:v>0.14412681270938268</c:v>
                </c:pt>
                <c:pt idx="10908">
                  <c:v>0.14413158028990794</c:v>
                </c:pt>
                <c:pt idx="10909">
                  <c:v>0.14413184961494818</c:v>
                </c:pt>
                <c:pt idx="10910">
                  <c:v>0.14414836968576669</c:v>
                </c:pt>
                <c:pt idx="10911">
                  <c:v>0.1441566499993869</c:v>
                </c:pt>
                <c:pt idx="10912">
                  <c:v>0.14416012122227054</c:v>
                </c:pt>
                <c:pt idx="10913">
                  <c:v>0.14416103102575886</c:v>
                </c:pt>
                <c:pt idx="10914">
                  <c:v>0.14416189400021479</c:v>
                </c:pt>
                <c:pt idx="10915">
                  <c:v>0.14417257803944564</c:v>
                </c:pt>
                <c:pt idx="10916">
                  <c:v>0.14418349948643652</c:v>
                </c:pt>
                <c:pt idx="10917">
                  <c:v>0.14420563721487978</c:v>
                </c:pt>
                <c:pt idx="10918">
                  <c:v>0.1442190390819815</c:v>
                </c:pt>
                <c:pt idx="10919">
                  <c:v>0.14423497303078539</c:v>
                </c:pt>
                <c:pt idx="10920">
                  <c:v>0.14424283261119258</c:v>
                </c:pt>
                <c:pt idx="10921">
                  <c:v>0.14426251478289268</c:v>
                </c:pt>
                <c:pt idx="10922">
                  <c:v>0.14426465819478507</c:v>
                </c:pt>
                <c:pt idx="10923">
                  <c:v>0.14426521765696662</c:v>
                </c:pt>
                <c:pt idx="10924">
                  <c:v>0.14426563133117951</c:v>
                </c:pt>
                <c:pt idx="10925">
                  <c:v>0.14427032916401691</c:v>
                </c:pt>
                <c:pt idx="10926">
                  <c:v>0.14427395622208616</c:v>
                </c:pt>
                <c:pt idx="10927">
                  <c:v>0.144276803896356</c:v>
                </c:pt>
                <c:pt idx="10928">
                  <c:v>0.14428463793279941</c:v>
                </c:pt>
                <c:pt idx="10929">
                  <c:v>0.14429408232758353</c:v>
                </c:pt>
                <c:pt idx="10930">
                  <c:v>0.14430008855960644</c:v>
                </c:pt>
                <c:pt idx="10931">
                  <c:v>0.1443036179593731</c:v>
                </c:pt>
                <c:pt idx="10932">
                  <c:v>0.14430957242674824</c:v>
                </c:pt>
                <c:pt idx="10933">
                  <c:v>0.14434355381978242</c:v>
                </c:pt>
                <c:pt idx="10934">
                  <c:v>0.14434600717448753</c:v>
                </c:pt>
                <c:pt idx="10935">
                  <c:v>0.14435013969504401</c:v>
                </c:pt>
                <c:pt idx="10936">
                  <c:v>0.14435759616039473</c:v>
                </c:pt>
                <c:pt idx="10937">
                  <c:v>0.14436072309213502</c:v>
                </c:pt>
                <c:pt idx="10938">
                  <c:v>0.14436874181487278</c:v>
                </c:pt>
                <c:pt idx="10939">
                  <c:v>0.14437602126537288</c:v>
                </c:pt>
                <c:pt idx="10940">
                  <c:v>0.14438693963916208</c:v>
                </c:pt>
                <c:pt idx="10941">
                  <c:v>0.14439249928868095</c:v>
                </c:pt>
                <c:pt idx="10942">
                  <c:v>0.1443933787917247</c:v>
                </c:pt>
                <c:pt idx="10943">
                  <c:v>0.14440162513050933</c:v>
                </c:pt>
                <c:pt idx="10944">
                  <c:v>0.14441106205148346</c:v>
                </c:pt>
                <c:pt idx="10945">
                  <c:v>0.14441948148516337</c:v>
                </c:pt>
                <c:pt idx="10946">
                  <c:v>0.14442704869149514</c:v>
                </c:pt>
                <c:pt idx="10947">
                  <c:v>0.1444334896054478</c:v>
                </c:pt>
                <c:pt idx="10948">
                  <c:v>0.14443413119583409</c:v>
                </c:pt>
                <c:pt idx="10949">
                  <c:v>0.14445560310961542</c:v>
                </c:pt>
                <c:pt idx="10950">
                  <c:v>0.1444583076471854</c:v>
                </c:pt>
                <c:pt idx="10951">
                  <c:v>0.1444712365027889</c:v>
                </c:pt>
                <c:pt idx="10952">
                  <c:v>0.14447932861632468</c:v>
                </c:pt>
                <c:pt idx="10953">
                  <c:v>0.14448395885223533</c:v>
                </c:pt>
                <c:pt idx="10954">
                  <c:v>0.14448717413441228</c:v>
                </c:pt>
                <c:pt idx="10955">
                  <c:v>0.14450683057697367</c:v>
                </c:pt>
                <c:pt idx="10956">
                  <c:v>0.1445220477691547</c:v>
                </c:pt>
                <c:pt idx="10957">
                  <c:v>0.14452204923112336</c:v>
                </c:pt>
                <c:pt idx="10958">
                  <c:v>0.14452430983365736</c:v>
                </c:pt>
                <c:pt idx="10959">
                  <c:v>0.14453357816963758</c:v>
                </c:pt>
                <c:pt idx="10960">
                  <c:v>0.14458544576655374</c:v>
                </c:pt>
                <c:pt idx="10961">
                  <c:v>0.14459418569915405</c:v>
                </c:pt>
                <c:pt idx="10962">
                  <c:v>0.14461175025049799</c:v>
                </c:pt>
                <c:pt idx="10963">
                  <c:v>0.1446118817696157</c:v>
                </c:pt>
                <c:pt idx="10964">
                  <c:v>0.14462474662831054</c:v>
                </c:pt>
                <c:pt idx="10965">
                  <c:v>0.14462814628544884</c:v>
                </c:pt>
                <c:pt idx="10966">
                  <c:v>0.14462832904071393</c:v>
                </c:pt>
                <c:pt idx="10967">
                  <c:v>0.14462860816762815</c:v>
                </c:pt>
                <c:pt idx="10968">
                  <c:v>0.1446296678854917</c:v>
                </c:pt>
                <c:pt idx="10969">
                  <c:v>0.14463207500318809</c:v>
                </c:pt>
                <c:pt idx="10970">
                  <c:v>0.14465013044201755</c:v>
                </c:pt>
                <c:pt idx="10971">
                  <c:v>0.14465108211167238</c:v>
                </c:pt>
                <c:pt idx="10972">
                  <c:v>0.14466422031429962</c:v>
                </c:pt>
                <c:pt idx="10973">
                  <c:v>0.14468254341646342</c:v>
                </c:pt>
                <c:pt idx="10974">
                  <c:v>0.14468344422221138</c:v>
                </c:pt>
                <c:pt idx="10975">
                  <c:v>0.1446921269620414</c:v>
                </c:pt>
                <c:pt idx="10976">
                  <c:v>0.14469618085448838</c:v>
                </c:pt>
                <c:pt idx="10977">
                  <c:v>0.14469993090894276</c:v>
                </c:pt>
                <c:pt idx="10978">
                  <c:v>0.14471250160416918</c:v>
                </c:pt>
                <c:pt idx="10979">
                  <c:v>0.14471741055396964</c:v>
                </c:pt>
                <c:pt idx="10980">
                  <c:v>0.14474325113014802</c:v>
                </c:pt>
                <c:pt idx="10981">
                  <c:v>0.14474835180785459</c:v>
                </c:pt>
                <c:pt idx="10982">
                  <c:v>0.14475375607049012</c:v>
                </c:pt>
                <c:pt idx="10983">
                  <c:v>0.14475435370750525</c:v>
                </c:pt>
                <c:pt idx="10984">
                  <c:v>0.14475503048289795</c:v>
                </c:pt>
                <c:pt idx="10985">
                  <c:v>0.14476350119910208</c:v>
                </c:pt>
                <c:pt idx="10986">
                  <c:v>0.14482392281437262</c:v>
                </c:pt>
                <c:pt idx="10987">
                  <c:v>0.14482625321194686</c:v>
                </c:pt>
                <c:pt idx="10988">
                  <c:v>0.14483084172305344</c:v>
                </c:pt>
                <c:pt idx="10989">
                  <c:v>0.14483157674999131</c:v>
                </c:pt>
                <c:pt idx="10990">
                  <c:v>0.14485121689868086</c:v>
                </c:pt>
                <c:pt idx="10991">
                  <c:v>0.14485766719467158</c:v>
                </c:pt>
                <c:pt idx="10992">
                  <c:v>0.14490156689193612</c:v>
                </c:pt>
                <c:pt idx="10993">
                  <c:v>0.14490886411753484</c:v>
                </c:pt>
                <c:pt idx="10994">
                  <c:v>0.14491044130115557</c:v>
                </c:pt>
                <c:pt idx="10995">
                  <c:v>0.14491133896084749</c:v>
                </c:pt>
                <c:pt idx="10996">
                  <c:v>0.14493473889132855</c:v>
                </c:pt>
                <c:pt idx="10997">
                  <c:v>0.14494640430095634</c:v>
                </c:pt>
                <c:pt idx="10998">
                  <c:v>0.14495388365272205</c:v>
                </c:pt>
                <c:pt idx="10999">
                  <c:v>0.14495559661758312</c:v>
                </c:pt>
                <c:pt idx="11000">
                  <c:v>0.14497193042329623</c:v>
                </c:pt>
                <c:pt idx="11001">
                  <c:v>0.14497486091720849</c:v>
                </c:pt>
                <c:pt idx="11002">
                  <c:v>0.14498327178295273</c:v>
                </c:pt>
                <c:pt idx="11003">
                  <c:v>0.14499797388666943</c:v>
                </c:pt>
                <c:pt idx="11004">
                  <c:v>0.14500163819323145</c:v>
                </c:pt>
                <c:pt idx="11005">
                  <c:v>0.14504119601011159</c:v>
                </c:pt>
                <c:pt idx="11006">
                  <c:v>0.1450588316534096</c:v>
                </c:pt>
                <c:pt idx="11007">
                  <c:v>0.14506266801108611</c:v>
                </c:pt>
                <c:pt idx="11008">
                  <c:v>0.14506328295111048</c:v>
                </c:pt>
                <c:pt idx="11009">
                  <c:v>0.14506713934700485</c:v>
                </c:pt>
                <c:pt idx="11010">
                  <c:v>0.14507582994342144</c:v>
                </c:pt>
                <c:pt idx="11011">
                  <c:v>0.14507961744726022</c:v>
                </c:pt>
                <c:pt idx="11012">
                  <c:v>0.14508105355526904</c:v>
                </c:pt>
                <c:pt idx="11013">
                  <c:v>0.14508474032708807</c:v>
                </c:pt>
                <c:pt idx="11014">
                  <c:v>0.14508963017962029</c:v>
                </c:pt>
                <c:pt idx="11015">
                  <c:v>0.14509165906079699</c:v>
                </c:pt>
                <c:pt idx="11016">
                  <c:v>0.14509811842266804</c:v>
                </c:pt>
                <c:pt idx="11017">
                  <c:v>0.14510583315068387</c:v>
                </c:pt>
                <c:pt idx="11018">
                  <c:v>0.14511073382284123</c:v>
                </c:pt>
                <c:pt idx="11019">
                  <c:v>0.14511609530577657</c:v>
                </c:pt>
                <c:pt idx="11020">
                  <c:v>0.14511657960332486</c:v>
                </c:pt>
                <c:pt idx="11021">
                  <c:v>0.14513865084199548</c:v>
                </c:pt>
                <c:pt idx="11022">
                  <c:v>0.14520085638183741</c:v>
                </c:pt>
                <c:pt idx="11023">
                  <c:v>0.14521427114279287</c:v>
                </c:pt>
                <c:pt idx="11024">
                  <c:v>0.14521957241729247</c:v>
                </c:pt>
                <c:pt idx="11025">
                  <c:v>0.14523135622920061</c:v>
                </c:pt>
                <c:pt idx="11026">
                  <c:v>0.14523555583331985</c:v>
                </c:pt>
                <c:pt idx="11027">
                  <c:v>0.14524130167576263</c:v>
                </c:pt>
                <c:pt idx="11028">
                  <c:v>0.14525621377580733</c:v>
                </c:pt>
                <c:pt idx="11029">
                  <c:v>0.14528748136224212</c:v>
                </c:pt>
                <c:pt idx="11030">
                  <c:v>0.14528813195795182</c:v>
                </c:pt>
                <c:pt idx="11031">
                  <c:v>0.1452896160981936</c:v>
                </c:pt>
                <c:pt idx="11032">
                  <c:v>0.14531044879404681</c:v>
                </c:pt>
                <c:pt idx="11033">
                  <c:v>0.14531539690655412</c:v>
                </c:pt>
                <c:pt idx="11034">
                  <c:v>0.14532018452428305</c:v>
                </c:pt>
                <c:pt idx="11035">
                  <c:v>0.14532589470286478</c:v>
                </c:pt>
                <c:pt idx="11036">
                  <c:v>0.14532706910524815</c:v>
                </c:pt>
                <c:pt idx="11037">
                  <c:v>0.14532706922754798</c:v>
                </c:pt>
                <c:pt idx="11038">
                  <c:v>0.14532824423388727</c:v>
                </c:pt>
                <c:pt idx="11039">
                  <c:v>0.14534930316959338</c:v>
                </c:pt>
                <c:pt idx="11040">
                  <c:v>0.14536382235632758</c:v>
                </c:pt>
                <c:pt idx="11041">
                  <c:v>0.1453643414757379</c:v>
                </c:pt>
                <c:pt idx="11042">
                  <c:v>0.14536665957298267</c:v>
                </c:pt>
                <c:pt idx="11043">
                  <c:v>0.14537834773052086</c:v>
                </c:pt>
                <c:pt idx="11044">
                  <c:v>0.14538331427465875</c:v>
                </c:pt>
                <c:pt idx="11045">
                  <c:v>0.14543595600376566</c:v>
                </c:pt>
                <c:pt idx="11046">
                  <c:v>0.14543679402869719</c:v>
                </c:pt>
                <c:pt idx="11047">
                  <c:v>0.14544655274111123</c:v>
                </c:pt>
                <c:pt idx="11048">
                  <c:v>0.14545755276371822</c:v>
                </c:pt>
                <c:pt idx="11049">
                  <c:v>0.1454610673487097</c:v>
                </c:pt>
                <c:pt idx="11050">
                  <c:v>0.14548351531024811</c:v>
                </c:pt>
                <c:pt idx="11051">
                  <c:v>0.1454900164134412</c:v>
                </c:pt>
                <c:pt idx="11052">
                  <c:v>0.14554216512394083</c:v>
                </c:pt>
                <c:pt idx="11053">
                  <c:v>0.14554584534943737</c:v>
                </c:pt>
                <c:pt idx="11054">
                  <c:v>0.14554918822062682</c:v>
                </c:pt>
                <c:pt idx="11055">
                  <c:v>0.14556280135976254</c:v>
                </c:pt>
                <c:pt idx="11056">
                  <c:v>0.14558325776686876</c:v>
                </c:pt>
                <c:pt idx="11057">
                  <c:v>0.14559485769367284</c:v>
                </c:pt>
                <c:pt idx="11058">
                  <c:v>0.14559897906714028</c:v>
                </c:pt>
                <c:pt idx="11059">
                  <c:v>0.14560141194899545</c:v>
                </c:pt>
                <c:pt idx="11060">
                  <c:v>0.14560191671184669</c:v>
                </c:pt>
                <c:pt idx="11061">
                  <c:v>0.14562464551961138</c:v>
                </c:pt>
                <c:pt idx="11062">
                  <c:v>0.14565218568151531</c:v>
                </c:pt>
                <c:pt idx="11063">
                  <c:v>0.14565470482241577</c:v>
                </c:pt>
                <c:pt idx="11064">
                  <c:v>0.14567367080758012</c:v>
                </c:pt>
                <c:pt idx="11065">
                  <c:v>0.14567802178493328</c:v>
                </c:pt>
                <c:pt idx="11066">
                  <c:v>0.14568398120714821</c:v>
                </c:pt>
                <c:pt idx="11067">
                  <c:v>0.14568640549266115</c:v>
                </c:pt>
                <c:pt idx="11068">
                  <c:v>0.14570130241990698</c:v>
                </c:pt>
                <c:pt idx="11069">
                  <c:v>0.14571871002220158</c:v>
                </c:pt>
                <c:pt idx="11070">
                  <c:v>0.14572569861864071</c:v>
                </c:pt>
                <c:pt idx="11071">
                  <c:v>0.14572575699081389</c:v>
                </c:pt>
                <c:pt idx="11072">
                  <c:v>0.14573430826795508</c:v>
                </c:pt>
                <c:pt idx="11073">
                  <c:v>0.14574559452095556</c:v>
                </c:pt>
                <c:pt idx="11074">
                  <c:v>0.14575345349494412</c:v>
                </c:pt>
                <c:pt idx="11075">
                  <c:v>0.14575840190880049</c:v>
                </c:pt>
                <c:pt idx="11076">
                  <c:v>0.14575880489968296</c:v>
                </c:pt>
                <c:pt idx="11077">
                  <c:v>0.14576591306683453</c:v>
                </c:pt>
                <c:pt idx="11078">
                  <c:v>0.1457841437304794</c:v>
                </c:pt>
                <c:pt idx="11079">
                  <c:v>0.14579742942733789</c:v>
                </c:pt>
                <c:pt idx="11080">
                  <c:v>0.14580813726435773</c:v>
                </c:pt>
                <c:pt idx="11081">
                  <c:v>0.14582310367923293</c:v>
                </c:pt>
                <c:pt idx="11082">
                  <c:v>0.14582740774995698</c:v>
                </c:pt>
                <c:pt idx="11083">
                  <c:v>0.14583335423005356</c:v>
                </c:pt>
                <c:pt idx="11084">
                  <c:v>0.14584892589777287</c:v>
                </c:pt>
                <c:pt idx="11085">
                  <c:v>0.14586776404523968</c:v>
                </c:pt>
                <c:pt idx="11086">
                  <c:v>0.14588303015137161</c:v>
                </c:pt>
                <c:pt idx="11087">
                  <c:v>0.14588995403373881</c:v>
                </c:pt>
                <c:pt idx="11088">
                  <c:v>0.14589928882036837</c:v>
                </c:pt>
                <c:pt idx="11089">
                  <c:v>0.14590041143839691</c:v>
                </c:pt>
                <c:pt idx="11090">
                  <c:v>0.14590311523239247</c:v>
                </c:pt>
                <c:pt idx="11091">
                  <c:v>0.14592639508603808</c:v>
                </c:pt>
                <c:pt idx="11092">
                  <c:v>0.1459287234271838</c:v>
                </c:pt>
                <c:pt idx="11093">
                  <c:v>0.14593802328476399</c:v>
                </c:pt>
                <c:pt idx="11094">
                  <c:v>0.14594535354047053</c:v>
                </c:pt>
                <c:pt idx="11095">
                  <c:v>0.14595223014428046</c:v>
                </c:pt>
                <c:pt idx="11096">
                  <c:v>0.14597008777680731</c:v>
                </c:pt>
                <c:pt idx="11097">
                  <c:v>0.14598492403282276</c:v>
                </c:pt>
                <c:pt idx="11098">
                  <c:v>0.14599351486165479</c:v>
                </c:pt>
                <c:pt idx="11099">
                  <c:v>0.14600111464662424</c:v>
                </c:pt>
                <c:pt idx="11100">
                  <c:v>0.14600751391925257</c:v>
                </c:pt>
                <c:pt idx="11101">
                  <c:v>0.14600790505002934</c:v>
                </c:pt>
                <c:pt idx="11102">
                  <c:v>0.1460148766322148</c:v>
                </c:pt>
                <c:pt idx="11103">
                  <c:v>0.14602522146026875</c:v>
                </c:pt>
                <c:pt idx="11104">
                  <c:v>0.14602947834121374</c:v>
                </c:pt>
                <c:pt idx="11105">
                  <c:v>0.14603342212772788</c:v>
                </c:pt>
                <c:pt idx="11106">
                  <c:v>0.14603682695592254</c:v>
                </c:pt>
                <c:pt idx="11107">
                  <c:v>0.14604839131642297</c:v>
                </c:pt>
                <c:pt idx="11108">
                  <c:v>0.14605377055568694</c:v>
                </c:pt>
                <c:pt idx="11109">
                  <c:v>0.14605551611290646</c:v>
                </c:pt>
                <c:pt idx="11110">
                  <c:v>0.14607862438198813</c:v>
                </c:pt>
                <c:pt idx="11111">
                  <c:v>0.14609871700641291</c:v>
                </c:pt>
                <c:pt idx="11112">
                  <c:v>0.14610812345008406</c:v>
                </c:pt>
                <c:pt idx="11113">
                  <c:v>0.14613633348274679</c:v>
                </c:pt>
                <c:pt idx="11114">
                  <c:v>0.14614622201437982</c:v>
                </c:pt>
                <c:pt idx="11115">
                  <c:v>0.14617035572296483</c:v>
                </c:pt>
                <c:pt idx="11116">
                  <c:v>0.14617278692984831</c:v>
                </c:pt>
                <c:pt idx="11117">
                  <c:v>0.14618993821598772</c:v>
                </c:pt>
                <c:pt idx="11118">
                  <c:v>0.14621142975456261</c:v>
                </c:pt>
                <c:pt idx="11119">
                  <c:v>0.1462396522408986</c:v>
                </c:pt>
                <c:pt idx="11120">
                  <c:v>0.14624475684939042</c:v>
                </c:pt>
                <c:pt idx="11121">
                  <c:v>0.14624870734102732</c:v>
                </c:pt>
                <c:pt idx="11122">
                  <c:v>0.14625886406946226</c:v>
                </c:pt>
                <c:pt idx="11123">
                  <c:v>0.14626266484203637</c:v>
                </c:pt>
                <c:pt idx="11124">
                  <c:v>0.14626753159090147</c:v>
                </c:pt>
                <c:pt idx="11125">
                  <c:v>0.14626909539966071</c:v>
                </c:pt>
                <c:pt idx="11126">
                  <c:v>0.1462793086260786</c:v>
                </c:pt>
                <c:pt idx="11127">
                  <c:v>0.14629295907430681</c:v>
                </c:pt>
                <c:pt idx="11128">
                  <c:v>0.14629822927355174</c:v>
                </c:pt>
                <c:pt idx="11129">
                  <c:v>0.14630449755428124</c:v>
                </c:pt>
                <c:pt idx="11130">
                  <c:v>0.14631186292352985</c:v>
                </c:pt>
                <c:pt idx="11131">
                  <c:v>0.14632041173007601</c:v>
                </c:pt>
                <c:pt idx="11132">
                  <c:v>0.14632061649748609</c:v>
                </c:pt>
                <c:pt idx="11133">
                  <c:v>0.14633900389942683</c:v>
                </c:pt>
                <c:pt idx="11134">
                  <c:v>0.1463489011553657</c:v>
                </c:pt>
                <c:pt idx="11135">
                  <c:v>0.14640197676056493</c:v>
                </c:pt>
                <c:pt idx="11136">
                  <c:v>0.14641708563613662</c:v>
                </c:pt>
                <c:pt idx="11137">
                  <c:v>0.1464212668583823</c:v>
                </c:pt>
                <c:pt idx="11138">
                  <c:v>0.14643666210196435</c:v>
                </c:pt>
                <c:pt idx="11139">
                  <c:v>0.14643980083323996</c:v>
                </c:pt>
                <c:pt idx="11140">
                  <c:v>0.14648905464681766</c:v>
                </c:pt>
                <c:pt idx="11141">
                  <c:v>0.14650002947272805</c:v>
                </c:pt>
                <c:pt idx="11142">
                  <c:v>0.14650523887545339</c:v>
                </c:pt>
                <c:pt idx="11143">
                  <c:v>0.14651629979564476</c:v>
                </c:pt>
                <c:pt idx="11144">
                  <c:v>0.14651863828673103</c:v>
                </c:pt>
                <c:pt idx="11145">
                  <c:v>0.14653921284736784</c:v>
                </c:pt>
                <c:pt idx="11146">
                  <c:v>0.14654085646052087</c:v>
                </c:pt>
                <c:pt idx="11147">
                  <c:v>0.14657352865504233</c:v>
                </c:pt>
                <c:pt idx="11148">
                  <c:v>0.14657541983010017</c:v>
                </c:pt>
                <c:pt idx="11149">
                  <c:v>0.14658497914813914</c:v>
                </c:pt>
                <c:pt idx="11150">
                  <c:v>0.14660444346825771</c:v>
                </c:pt>
                <c:pt idx="11151">
                  <c:v>0.14661832281462803</c:v>
                </c:pt>
                <c:pt idx="11152">
                  <c:v>0.14665106935692601</c:v>
                </c:pt>
                <c:pt idx="11153">
                  <c:v>0.14665887069519362</c:v>
                </c:pt>
                <c:pt idx="11154">
                  <c:v>0.14666853711532896</c:v>
                </c:pt>
                <c:pt idx="11155">
                  <c:v>0.14668740806881761</c:v>
                </c:pt>
                <c:pt idx="11156">
                  <c:v>0.14668881113088855</c:v>
                </c:pt>
                <c:pt idx="11157">
                  <c:v>0.14671315997282913</c:v>
                </c:pt>
                <c:pt idx="11158">
                  <c:v>0.14671538936758644</c:v>
                </c:pt>
                <c:pt idx="11159">
                  <c:v>0.1467181716857838</c:v>
                </c:pt>
                <c:pt idx="11160">
                  <c:v>0.14672802305244642</c:v>
                </c:pt>
                <c:pt idx="11161">
                  <c:v>0.14675232999634558</c:v>
                </c:pt>
                <c:pt idx="11162">
                  <c:v>0.14675374382260928</c:v>
                </c:pt>
                <c:pt idx="11163">
                  <c:v>0.14675901741222747</c:v>
                </c:pt>
                <c:pt idx="11164">
                  <c:v>0.14676504514389269</c:v>
                </c:pt>
                <c:pt idx="11165">
                  <c:v>0.14676768412780916</c:v>
                </c:pt>
                <c:pt idx="11166">
                  <c:v>0.14678583067300388</c:v>
                </c:pt>
                <c:pt idx="11167">
                  <c:v>0.14680137514557917</c:v>
                </c:pt>
                <c:pt idx="11168">
                  <c:v>0.14682386241656722</c:v>
                </c:pt>
                <c:pt idx="11169">
                  <c:v>0.14684929009488035</c:v>
                </c:pt>
                <c:pt idx="11170">
                  <c:v>0.14686169282898029</c:v>
                </c:pt>
                <c:pt idx="11171">
                  <c:v>0.14686543517432382</c:v>
                </c:pt>
                <c:pt idx="11172">
                  <c:v>0.1468793764989009</c:v>
                </c:pt>
                <c:pt idx="11173">
                  <c:v>0.14691560463843473</c:v>
                </c:pt>
                <c:pt idx="11174">
                  <c:v>0.14691631716020775</c:v>
                </c:pt>
                <c:pt idx="11175">
                  <c:v>0.14691895091894899</c:v>
                </c:pt>
                <c:pt idx="11176">
                  <c:v>0.14692265178479108</c:v>
                </c:pt>
                <c:pt idx="11177">
                  <c:v>0.14692402228806692</c:v>
                </c:pt>
                <c:pt idx="11178">
                  <c:v>0.14694406344957303</c:v>
                </c:pt>
                <c:pt idx="11179">
                  <c:v>0.14694829419549241</c:v>
                </c:pt>
                <c:pt idx="11180">
                  <c:v>0.14696459291006947</c:v>
                </c:pt>
                <c:pt idx="11181">
                  <c:v>0.14697286308144117</c:v>
                </c:pt>
                <c:pt idx="11182">
                  <c:v>0.14698890936732001</c:v>
                </c:pt>
                <c:pt idx="11183">
                  <c:v>0.14699083534020124</c:v>
                </c:pt>
                <c:pt idx="11184">
                  <c:v>0.14699568390152495</c:v>
                </c:pt>
                <c:pt idx="11185">
                  <c:v>0.14701399098136436</c:v>
                </c:pt>
                <c:pt idx="11186">
                  <c:v>0.1470160101092465</c:v>
                </c:pt>
                <c:pt idx="11187">
                  <c:v>0.1470168090768629</c:v>
                </c:pt>
                <c:pt idx="11188">
                  <c:v>0.14701734513916917</c:v>
                </c:pt>
                <c:pt idx="11189">
                  <c:v>0.14702828976445914</c:v>
                </c:pt>
                <c:pt idx="11190">
                  <c:v>0.14702943840836766</c:v>
                </c:pt>
                <c:pt idx="11191">
                  <c:v>0.14703066831273687</c:v>
                </c:pt>
                <c:pt idx="11192">
                  <c:v>0.14704354584973245</c:v>
                </c:pt>
                <c:pt idx="11193">
                  <c:v>0.1470454241173208</c:v>
                </c:pt>
                <c:pt idx="11194">
                  <c:v>0.14705092501049696</c:v>
                </c:pt>
                <c:pt idx="11195">
                  <c:v>0.14706283882440355</c:v>
                </c:pt>
                <c:pt idx="11196">
                  <c:v>0.14706352458035354</c:v>
                </c:pt>
                <c:pt idx="11197">
                  <c:v>0.14707445180653844</c:v>
                </c:pt>
                <c:pt idx="11198">
                  <c:v>0.14708237120993162</c:v>
                </c:pt>
                <c:pt idx="11199">
                  <c:v>0.14708668632225025</c:v>
                </c:pt>
                <c:pt idx="11200">
                  <c:v>0.14709967489929868</c:v>
                </c:pt>
                <c:pt idx="11201">
                  <c:v>0.14713509783470086</c:v>
                </c:pt>
                <c:pt idx="11202">
                  <c:v>0.14718417128341257</c:v>
                </c:pt>
                <c:pt idx="11203">
                  <c:v>0.14719338448587796</c:v>
                </c:pt>
                <c:pt idx="11204">
                  <c:v>0.1471938204912315</c:v>
                </c:pt>
                <c:pt idx="11205">
                  <c:v>0.14719502094625359</c:v>
                </c:pt>
                <c:pt idx="11206">
                  <c:v>0.14719885867784799</c:v>
                </c:pt>
                <c:pt idx="11207">
                  <c:v>0.14720645321880441</c:v>
                </c:pt>
                <c:pt idx="11208">
                  <c:v>0.14721723050332877</c:v>
                </c:pt>
                <c:pt idx="11209">
                  <c:v>0.1472463799133534</c:v>
                </c:pt>
                <c:pt idx="11210">
                  <c:v>0.14726892155088062</c:v>
                </c:pt>
                <c:pt idx="11211">
                  <c:v>0.14730100181961212</c:v>
                </c:pt>
                <c:pt idx="11212">
                  <c:v>0.14731614481610655</c:v>
                </c:pt>
                <c:pt idx="11213">
                  <c:v>0.14732684560369352</c:v>
                </c:pt>
                <c:pt idx="11214">
                  <c:v>0.14735553080811356</c:v>
                </c:pt>
                <c:pt idx="11215">
                  <c:v>0.14738350936641675</c:v>
                </c:pt>
                <c:pt idx="11216">
                  <c:v>0.14739198903683498</c:v>
                </c:pt>
                <c:pt idx="11217">
                  <c:v>0.14739507443433558</c:v>
                </c:pt>
                <c:pt idx="11218">
                  <c:v>0.14741092652876125</c:v>
                </c:pt>
                <c:pt idx="11219">
                  <c:v>0.14744528410299151</c:v>
                </c:pt>
                <c:pt idx="11220">
                  <c:v>0.14745426374141463</c:v>
                </c:pt>
                <c:pt idx="11221">
                  <c:v>0.14747567876305362</c:v>
                </c:pt>
                <c:pt idx="11222">
                  <c:v>0.14748165786374332</c:v>
                </c:pt>
                <c:pt idx="11223">
                  <c:v>0.14748852766602272</c:v>
                </c:pt>
                <c:pt idx="11224">
                  <c:v>0.14749083660638992</c:v>
                </c:pt>
                <c:pt idx="11225">
                  <c:v>0.14749843246370981</c:v>
                </c:pt>
                <c:pt idx="11226">
                  <c:v>0.14750194348300036</c:v>
                </c:pt>
                <c:pt idx="11227">
                  <c:v>0.14751270444607043</c:v>
                </c:pt>
                <c:pt idx="11228">
                  <c:v>0.14754098170736035</c:v>
                </c:pt>
                <c:pt idx="11229">
                  <c:v>0.14754424697981233</c:v>
                </c:pt>
                <c:pt idx="11230">
                  <c:v>0.14754637755073827</c:v>
                </c:pt>
                <c:pt idx="11231">
                  <c:v>0.14755760363034884</c:v>
                </c:pt>
                <c:pt idx="11232">
                  <c:v>0.14756176647159011</c:v>
                </c:pt>
                <c:pt idx="11233">
                  <c:v>0.14756891508527889</c:v>
                </c:pt>
                <c:pt idx="11234">
                  <c:v>0.14757716590103973</c:v>
                </c:pt>
                <c:pt idx="11235">
                  <c:v>0.14759516414680837</c:v>
                </c:pt>
                <c:pt idx="11236">
                  <c:v>0.14762753780368984</c:v>
                </c:pt>
                <c:pt idx="11237">
                  <c:v>0.14763542009969341</c:v>
                </c:pt>
                <c:pt idx="11238">
                  <c:v>0.14767009035570403</c:v>
                </c:pt>
                <c:pt idx="11239">
                  <c:v>0.14767356691422362</c:v>
                </c:pt>
                <c:pt idx="11240">
                  <c:v>0.14767442912297338</c:v>
                </c:pt>
                <c:pt idx="11241">
                  <c:v>0.14768135488198075</c:v>
                </c:pt>
                <c:pt idx="11242">
                  <c:v>0.14772569735351113</c:v>
                </c:pt>
                <c:pt idx="11243">
                  <c:v>0.14772822584925316</c:v>
                </c:pt>
                <c:pt idx="11244">
                  <c:v>0.14773880589034474</c:v>
                </c:pt>
                <c:pt idx="11245">
                  <c:v>0.14775562173090226</c:v>
                </c:pt>
                <c:pt idx="11246">
                  <c:v>0.14776117229040911</c:v>
                </c:pt>
                <c:pt idx="11247">
                  <c:v>0.14777430249391618</c:v>
                </c:pt>
                <c:pt idx="11248">
                  <c:v>0.14777764753847111</c:v>
                </c:pt>
                <c:pt idx="11249">
                  <c:v>0.14778517169762365</c:v>
                </c:pt>
                <c:pt idx="11250">
                  <c:v>0.14781444155443935</c:v>
                </c:pt>
                <c:pt idx="11251">
                  <c:v>0.14782573947335573</c:v>
                </c:pt>
                <c:pt idx="11252">
                  <c:v>0.14783624359627048</c:v>
                </c:pt>
                <c:pt idx="11253">
                  <c:v>0.14784934490957691</c:v>
                </c:pt>
                <c:pt idx="11254">
                  <c:v>0.14785173108377006</c:v>
                </c:pt>
                <c:pt idx="11255">
                  <c:v>0.14787430704798668</c:v>
                </c:pt>
                <c:pt idx="11256">
                  <c:v>0.14787745908097125</c:v>
                </c:pt>
                <c:pt idx="11257">
                  <c:v>0.14787807746877654</c:v>
                </c:pt>
                <c:pt idx="11258">
                  <c:v>0.14788431341020045</c:v>
                </c:pt>
                <c:pt idx="11259">
                  <c:v>0.14789033960689793</c:v>
                </c:pt>
                <c:pt idx="11260">
                  <c:v>0.14789553445986911</c:v>
                </c:pt>
                <c:pt idx="11261">
                  <c:v>0.14789654160006091</c:v>
                </c:pt>
                <c:pt idx="11262">
                  <c:v>0.14792149185152623</c:v>
                </c:pt>
                <c:pt idx="11263">
                  <c:v>0.1479227667079836</c:v>
                </c:pt>
                <c:pt idx="11264">
                  <c:v>0.14793319792565104</c:v>
                </c:pt>
                <c:pt idx="11265">
                  <c:v>0.1479428873629352</c:v>
                </c:pt>
                <c:pt idx="11266">
                  <c:v>0.14795635856641615</c:v>
                </c:pt>
                <c:pt idx="11267">
                  <c:v>0.14795995881523871</c:v>
                </c:pt>
                <c:pt idx="11268">
                  <c:v>0.1479717304996879</c:v>
                </c:pt>
                <c:pt idx="11269">
                  <c:v>0.14798449131288885</c:v>
                </c:pt>
                <c:pt idx="11270">
                  <c:v>0.14799451056478385</c:v>
                </c:pt>
                <c:pt idx="11271">
                  <c:v>0.14799673783459058</c:v>
                </c:pt>
                <c:pt idx="11272">
                  <c:v>0.14799830327489755</c:v>
                </c:pt>
                <c:pt idx="11273">
                  <c:v>0.14800028570959273</c:v>
                </c:pt>
                <c:pt idx="11274">
                  <c:v>0.14800381923908715</c:v>
                </c:pt>
                <c:pt idx="11275">
                  <c:v>0.14801906402862247</c:v>
                </c:pt>
                <c:pt idx="11276">
                  <c:v>0.14802397647602242</c:v>
                </c:pt>
                <c:pt idx="11277">
                  <c:v>0.14804847759557802</c:v>
                </c:pt>
                <c:pt idx="11278">
                  <c:v>0.14810101851042584</c:v>
                </c:pt>
                <c:pt idx="11279">
                  <c:v>0.1481046819543341</c:v>
                </c:pt>
                <c:pt idx="11280">
                  <c:v>0.14812992155185145</c:v>
                </c:pt>
                <c:pt idx="11281">
                  <c:v>0.14813630818895249</c:v>
                </c:pt>
                <c:pt idx="11282">
                  <c:v>0.14814415316299942</c:v>
                </c:pt>
                <c:pt idx="11283">
                  <c:v>0.14816001892560254</c:v>
                </c:pt>
                <c:pt idx="11284">
                  <c:v>0.14816954189832307</c:v>
                </c:pt>
                <c:pt idx="11285">
                  <c:v>0.14817258644429016</c:v>
                </c:pt>
                <c:pt idx="11286">
                  <c:v>0.14818414411941658</c:v>
                </c:pt>
                <c:pt idx="11287">
                  <c:v>0.14819318697316858</c:v>
                </c:pt>
                <c:pt idx="11288">
                  <c:v>0.14820629753428383</c:v>
                </c:pt>
                <c:pt idx="11289">
                  <c:v>0.14820651810136284</c:v>
                </c:pt>
                <c:pt idx="11290">
                  <c:v>0.14821046507407776</c:v>
                </c:pt>
                <c:pt idx="11291">
                  <c:v>0.14823479855092209</c:v>
                </c:pt>
                <c:pt idx="11292">
                  <c:v>0.14823928566602204</c:v>
                </c:pt>
                <c:pt idx="11293">
                  <c:v>0.14824279049420186</c:v>
                </c:pt>
                <c:pt idx="11294">
                  <c:v>0.14826593099918439</c:v>
                </c:pt>
                <c:pt idx="11295">
                  <c:v>0.1482813275153414</c:v>
                </c:pt>
                <c:pt idx="11296">
                  <c:v>0.14828510904303899</c:v>
                </c:pt>
                <c:pt idx="11297">
                  <c:v>0.14831069227303831</c:v>
                </c:pt>
                <c:pt idx="11298">
                  <c:v>0.1483425082448897</c:v>
                </c:pt>
                <c:pt idx="11299">
                  <c:v>0.14834425199528647</c:v>
                </c:pt>
                <c:pt idx="11300">
                  <c:v>0.14836733169622898</c:v>
                </c:pt>
                <c:pt idx="11301">
                  <c:v>0.14838758806423233</c:v>
                </c:pt>
                <c:pt idx="11302">
                  <c:v>0.14839753704131223</c:v>
                </c:pt>
                <c:pt idx="11303">
                  <c:v>0.14842627684922427</c:v>
                </c:pt>
                <c:pt idx="11304">
                  <c:v>0.14844322616345265</c:v>
                </c:pt>
                <c:pt idx="11305">
                  <c:v>0.1484756800976357</c:v>
                </c:pt>
                <c:pt idx="11306">
                  <c:v>0.14848950608337588</c:v>
                </c:pt>
                <c:pt idx="11307">
                  <c:v>0.14851042928219932</c:v>
                </c:pt>
                <c:pt idx="11308">
                  <c:v>0.1485394953562551</c:v>
                </c:pt>
                <c:pt idx="11309">
                  <c:v>0.14857584966700599</c:v>
                </c:pt>
                <c:pt idx="11310">
                  <c:v>0.14859738745683551</c:v>
                </c:pt>
                <c:pt idx="11311">
                  <c:v>0.14860884545588873</c:v>
                </c:pt>
                <c:pt idx="11312">
                  <c:v>0.14861116108399816</c:v>
                </c:pt>
                <c:pt idx="11313">
                  <c:v>0.14861274408471245</c:v>
                </c:pt>
                <c:pt idx="11314">
                  <c:v>0.14862744353425794</c:v>
                </c:pt>
                <c:pt idx="11315">
                  <c:v>0.14866081852655771</c:v>
                </c:pt>
                <c:pt idx="11316">
                  <c:v>0.14868275143656259</c:v>
                </c:pt>
                <c:pt idx="11317">
                  <c:v>0.14868904046715342</c:v>
                </c:pt>
                <c:pt idx="11318">
                  <c:v>0.14869151743405956</c:v>
                </c:pt>
                <c:pt idx="11319">
                  <c:v>0.14869166591147032</c:v>
                </c:pt>
                <c:pt idx="11320">
                  <c:v>0.14869731309884138</c:v>
                </c:pt>
                <c:pt idx="11321">
                  <c:v>0.14870689505916884</c:v>
                </c:pt>
                <c:pt idx="11322">
                  <c:v>0.14871094574807686</c:v>
                </c:pt>
                <c:pt idx="11323">
                  <c:v>0.14871297748779377</c:v>
                </c:pt>
                <c:pt idx="11324">
                  <c:v>0.14871873997313359</c:v>
                </c:pt>
                <c:pt idx="11325">
                  <c:v>0.14872295202173325</c:v>
                </c:pt>
                <c:pt idx="11326">
                  <c:v>0.14873075512721731</c:v>
                </c:pt>
                <c:pt idx="11327">
                  <c:v>0.14873236634654424</c:v>
                </c:pt>
                <c:pt idx="11328">
                  <c:v>0.14877129096928859</c:v>
                </c:pt>
                <c:pt idx="11329">
                  <c:v>0.14877301055964329</c:v>
                </c:pt>
                <c:pt idx="11330">
                  <c:v>0.14879448875853984</c:v>
                </c:pt>
                <c:pt idx="11331">
                  <c:v>0.14880439219864611</c:v>
                </c:pt>
                <c:pt idx="11332">
                  <c:v>0.14883094039389066</c:v>
                </c:pt>
                <c:pt idx="11333">
                  <c:v>0.14884979101128842</c:v>
                </c:pt>
                <c:pt idx="11334">
                  <c:v>0.14888169353352751</c:v>
                </c:pt>
                <c:pt idx="11335">
                  <c:v>0.14888246047372969</c:v>
                </c:pt>
                <c:pt idx="11336">
                  <c:v>0.14888534930313294</c:v>
                </c:pt>
                <c:pt idx="11337">
                  <c:v>0.14889895548500093</c:v>
                </c:pt>
                <c:pt idx="11338">
                  <c:v>0.1489121363901125</c:v>
                </c:pt>
                <c:pt idx="11339">
                  <c:v>0.14893264014108448</c:v>
                </c:pt>
                <c:pt idx="11340">
                  <c:v>0.14894100606742372</c:v>
                </c:pt>
                <c:pt idx="11341">
                  <c:v>0.14896147502663509</c:v>
                </c:pt>
                <c:pt idx="11342">
                  <c:v>0.14898013098689822</c:v>
                </c:pt>
                <c:pt idx="11343">
                  <c:v>0.14898014542181612</c:v>
                </c:pt>
                <c:pt idx="11344">
                  <c:v>0.14899696054800574</c:v>
                </c:pt>
                <c:pt idx="11345">
                  <c:v>0.14899782145614421</c:v>
                </c:pt>
                <c:pt idx="11346">
                  <c:v>0.14901060005093694</c:v>
                </c:pt>
                <c:pt idx="11347">
                  <c:v>0.14901419907274541</c:v>
                </c:pt>
                <c:pt idx="11348">
                  <c:v>0.1490146369307119</c:v>
                </c:pt>
                <c:pt idx="11349">
                  <c:v>0.14904896890877978</c:v>
                </c:pt>
                <c:pt idx="11350">
                  <c:v>0.14905131013753273</c:v>
                </c:pt>
                <c:pt idx="11351">
                  <c:v>0.14907018726189511</c:v>
                </c:pt>
                <c:pt idx="11352">
                  <c:v>0.14907185382719657</c:v>
                </c:pt>
                <c:pt idx="11353">
                  <c:v>0.14909092925634956</c:v>
                </c:pt>
                <c:pt idx="11354">
                  <c:v>0.14909645826801002</c:v>
                </c:pt>
                <c:pt idx="11355">
                  <c:v>0.14910607055268563</c:v>
                </c:pt>
                <c:pt idx="11356">
                  <c:v>0.14911167862335964</c:v>
                </c:pt>
                <c:pt idx="11357">
                  <c:v>0.14911442520620419</c:v>
                </c:pt>
                <c:pt idx="11358">
                  <c:v>0.14912763023739034</c:v>
                </c:pt>
                <c:pt idx="11359">
                  <c:v>0.14913266373543466</c:v>
                </c:pt>
                <c:pt idx="11360">
                  <c:v>0.14914261956659766</c:v>
                </c:pt>
                <c:pt idx="11361">
                  <c:v>0.1491426485975188</c:v>
                </c:pt>
                <c:pt idx="11362">
                  <c:v>0.14914358610064801</c:v>
                </c:pt>
                <c:pt idx="11363">
                  <c:v>0.1491607146616567</c:v>
                </c:pt>
                <c:pt idx="11364">
                  <c:v>0.14916749557706752</c:v>
                </c:pt>
                <c:pt idx="11365">
                  <c:v>0.1491722876164252</c:v>
                </c:pt>
                <c:pt idx="11366">
                  <c:v>0.14917558298731476</c:v>
                </c:pt>
                <c:pt idx="11367">
                  <c:v>0.14918462660226883</c:v>
                </c:pt>
                <c:pt idx="11368">
                  <c:v>0.14920470975231215</c:v>
                </c:pt>
                <c:pt idx="11369">
                  <c:v>0.14920770902501529</c:v>
                </c:pt>
                <c:pt idx="11370">
                  <c:v>0.14921323319385518</c:v>
                </c:pt>
                <c:pt idx="11371">
                  <c:v>0.14922553827684606</c:v>
                </c:pt>
                <c:pt idx="11372">
                  <c:v>0.14923667114696665</c:v>
                </c:pt>
                <c:pt idx="11373">
                  <c:v>0.14924309247125253</c:v>
                </c:pt>
                <c:pt idx="11374">
                  <c:v>0.14925126952062479</c:v>
                </c:pt>
                <c:pt idx="11375">
                  <c:v>0.14925840696588785</c:v>
                </c:pt>
                <c:pt idx="11376">
                  <c:v>0.14926411276450649</c:v>
                </c:pt>
                <c:pt idx="11377">
                  <c:v>0.14926436009444158</c:v>
                </c:pt>
                <c:pt idx="11378">
                  <c:v>0.14928996959376889</c:v>
                </c:pt>
                <c:pt idx="11379">
                  <c:v>0.14929075819884804</c:v>
                </c:pt>
                <c:pt idx="11380">
                  <c:v>0.14931104283024263</c:v>
                </c:pt>
                <c:pt idx="11381">
                  <c:v>0.14931465684418041</c:v>
                </c:pt>
                <c:pt idx="11382">
                  <c:v>0.14933279877334732</c:v>
                </c:pt>
                <c:pt idx="11383">
                  <c:v>0.14933440357457167</c:v>
                </c:pt>
                <c:pt idx="11384">
                  <c:v>0.14934268880116969</c:v>
                </c:pt>
                <c:pt idx="11385">
                  <c:v>0.14936912765594845</c:v>
                </c:pt>
                <c:pt idx="11386">
                  <c:v>0.14937419862916795</c:v>
                </c:pt>
                <c:pt idx="11387">
                  <c:v>0.14938153078166205</c:v>
                </c:pt>
                <c:pt idx="11388">
                  <c:v>0.14939664876850081</c:v>
                </c:pt>
                <c:pt idx="11389">
                  <c:v>0.14939851573366425</c:v>
                </c:pt>
                <c:pt idx="11390">
                  <c:v>0.14940515077286193</c:v>
                </c:pt>
                <c:pt idx="11391">
                  <c:v>0.14943368948357746</c:v>
                </c:pt>
                <c:pt idx="11392">
                  <c:v>0.14943667983113954</c:v>
                </c:pt>
                <c:pt idx="11393">
                  <c:v>0.14945499005254698</c:v>
                </c:pt>
                <c:pt idx="11394">
                  <c:v>0.14947011232357491</c:v>
                </c:pt>
                <c:pt idx="11395">
                  <c:v>0.14947042859791468</c:v>
                </c:pt>
                <c:pt idx="11396">
                  <c:v>0.14948180955158455</c:v>
                </c:pt>
                <c:pt idx="11397">
                  <c:v>0.14948247105650206</c:v>
                </c:pt>
                <c:pt idx="11398">
                  <c:v>0.14949587720629415</c:v>
                </c:pt>
                <c:pt idx="11399">
                  <c:v>0.14950035425627162</c:v>
                </c:pt>
                <c:pt idx="11400">
                  <c:v>0.14950109571154116</c:v>
                </c:pt>
                <c:pt idx="11401">
                  <c:v>0.14950185309449127</c:v>
                </c:pt>
                <c:pt idx="11402">
                  <c:v>0.14950892379417433</c:v>
                </c:pt>
                <c:pt idx="11403">
                  <c:v>0.14951105703160744</c:v>
                </c:pt>
                <c:pt idx="11404">
                  <c:v>0.14951191751935763</c:v>
                </c:pt>
                <c:pt idx="11405">
                  <c:v>0.14951700983560795</c:v>
                </c:pt>
                <c:pt idx="11406">
                  <c:v>0.14951853752715819</c:v>
                </c:pt>
                <c:pt idx="11407">
                  <c:v>0.14953148436382407</c:v>
                </c:pt>
                <c:pt idx="11408">
                  <c:v>0.14953179198326336</c:v>
                </c:pt>
                <c:pt idx="11409">
                  <c:v>0.14953407165369945</c:v>
                </c:pt>
                <c:pt idx="11410">
                  <c:v>0.14953514379399391</c:v>
                </c:pt>
                <c:pt idx="11411">
                  <c:v>0.14953985858713345</c:v>
                </c:pt>
                <c:pt idx="11412">
                  <c:v>0.1495457411011725</c:v>
                </c:pt>
                <c:pt idx="11413">
                  <c:v>0.14957735663264193</c:v>
                </c:pt>
                <c:pt idx="11414">
                  <c:v>0.14958657556615282</c:v>
                </c:pt>
                <c:pt idx="11415">
                  <c:v>0.14959520728318662</c:v>
                </c:pt>
                <c:pt idx="11416">
                  <c:v>0.14960983291146979</c:v>
                </c:pt>
                <c:pt idx="11417">
                  <c:v>0.14962058149868124</c:v>
                </c:pt>
                <c:pt idx="11418">
                  <c:v>0.14966598806138889</c:v>
                </c:pt>
                <c:pt idx="11419">
                  <c:v>0.14967252359884806</c:v>
                </c:pt>
                <c:pt idx="11420">
                  <c:v>0.14967827715336193</c:v>
                </c:pt>
                <c:pt idx="11421">
                  <c:v>0.14969717296910559</c:v>
                </c:pt>
                <c:pt idx="11422">
                  <c:v>0.14970262625724698</c:v>
                </c:pt>
                <c:pt idx="11423">
                  <c:v>0.14972543300359467</c:v>
                </c:pt>
                <c:pt idx="11424">
                  <c:v>0.14974020468791877</c:v>
                </c:pt>
                <c:pt idx="11425">
                  <c:v>0.14974211770458254</c:v>
                </c:pt>
                <c:pt idx="11426">
                  <c:v>0.14974222272035992</c:v>
                </c:pt>
                <c:pt idx="11427">
                  <c:v>0.1497724659571707</c:v>
                </c:pt>
                <c:pt idx="11428">
                  <c:v>0.14979342273797872</c:v>
                </c:pt>
                <c:pt idx="11429">
                  <c:v>0.14982153857556055</c:v>
                </c:pt>
                <c:pt idx="11430">
                  <c:v>0.14982350398041117</c:v>
                </c:pt>
                <c:pt idx="11431">
                  <c:v>0.14983310313864429</c:v>
                </c:pt>
                <c:pt idx="11432">
                  <c:v>0.14984145284307304</c:v>
                </c:pt>
                <c:pt idx="11433">
                  <c:v>0.14985388924820073</c:v>
                </c:pt>
                <c:pt idx="11434">
                  <c:v>0.14986306511227412</c:v>
                </c:pt>
                <c:pt idx="11435">
                  <c:v>0.14988314885551787</c:v>
                </c:pt>
                <c:pt idx="11436">
                  <c:v>0.14988766980604445</c:v>
                </c:pt>
                <c:pt idx="11437">
                  <c:v>0.14989854167122829</c:v>
                </c:pt>
                <c:pt idx="11438">
                  <c:v>0.14992171041964225</c:v>
                </c:pt>
                <c:pt idx="11439">
                  <c:v>0.14992398982418065</c:v>
                </c:pt>
                <c:pt idx="11440">
                  <c:v>0.14992883995404083</c:v>
                </c:pt>
                <c:pt idx="11441">
                  <c:v>0.14994816494324209</c:v>
                </c:pt>
                <c:pt idx="11442">
                  <c:v>0.15000592994190734</c:v>
                </c:pt>
                <c:pt idx="11443">
                  <c:v>0.15002342547934081</c:v>
                </c:pt>
                <c:pt idx="11444">
                  <c:v>0.1500395680734882</c:v>
                </c:pt>
                <c:pt idx="11445">
                  <c:v>0.15006353626772953</c:v>
                </c:pt>
                <c:pt idx="11446">
                  <c:v>0.15007777266745681</c:v>
                </c:pt>
                <c:pt idx="11447">
                  <c:v>0.15009477523375184</c:v>
                </c:pt>
                <c:pt idx="11448">
                  <c:v>0.15009951447081094</c:v>
                </c:pt>
                <c:pt idx="11449">
                  <c:v>0.15010020356651846</c:v>
                </c:pt>
                <c:pt idx="11450">
                  <c:v>0.15011295868915164</c:v>
                </c:pt>
                <c:pt idx="11451">
                  <c:v>0.15012885031374451</c:v>
                </c:pt>
                <c:pt idx="11452">
                  <c:v>0.15015886611900189</c:v>
                </c:pt>
                <c:pt idx="11453">
                  <c:v>0.15015886778484461</c:v>
                </c:pt>
                <c:pt idx="11454">
                  <c:v>0.15019454031746102</c:v>
                </c:pt>
                <c:pt idx="11455">
                  <c:v>0.15020257442484328</c:v>
                </c:pt>
                <c:pt idx="11456">
                  <c:v>0.15020684459771799</c:v>
                </c:pt>
                <c:pt idx="11457">
                  <c:v>0.15021467417479389</c:v>
                </c:pt>
                <c:pt idx="11458">
                  <c:v>0.15022968432907571</c:v>
                </c:pt>
                <c:pt idx="11459">
                  <c:v>0.15023401637237183</c:v>
                </c:pt>
                <c:pt idx="11460">
                  <c:v>0.15024088658454515</c:v>
                </c:pt>
                <c:pt idx="11461">
                  <c:v>0.15024647864704177</c:v>
                </c:pt>
                <c:pt idx="11462">
                  <c:v>0.15024786682400637</c:v>
                </c:pt>
                <c:pt idx="11463">
                  <c:v>0.15026141910687157</c:v>
                </c:pt>
                <c:pt idx="11464">
                  <c:v>0.15026179031006826</c:v>
                </c:pt>
                <c:pt idx="11465">
                  <c:v>0.15026679357237938</c:v>
                </c:pt>
                <c:pt idx="11466">
                  <c:v>0.15028339978184976</c:v>
                </c:pt>
                <c:pt idx="11467">
                  <c:v>0.15030245449308416</c:v>
                </c:pt>
                <c:pt idx="11468">
                  <c:v>0.15030797820758765</c:v>
                </c:pt>
                <c:pt idx="11469">
                  <c:v>0.15033394905322686</c:v>
                </c:pt>
                <c:pt idx="11470">
                  <c:v>0.15033477008473803</c:v>
                </c:pt>
                <c:pt idx="11471">
                  <c:v>0.15034086440771835</c:v>
                </c:pt>
                <c:pt idx="11472">
                  <c:v>0.15034753008799115</c:v>
                </c:pt>
                <c:pt idx="11473">
                  <c:v>0.15035366728569735</c:v>
                </c:pt>
                <c:pt idx="11474">
                  <c:v>0.15035663284015158</c:v>
                </c:pt>
                <c:pt idx="11475">
                  <c:v>0.15036399100720743</c:v>
                </c:pt>
                <c:pt idx="11476">
                  <c:v>0.15039859013512352</c:v>
                </c:pt>
                <c:pt idx="11477">
                  <c:v>0.15041475879558033</c:v>
                </c:pt>
                <c:pt idx="11478">
                  <c:v>0.15041532381148193</c:v>
                </c:pt>
                <c:pt idx="11479">
                  <c:v>0.15042314389994854</c:v>
                </c:pt>
                <c:pt idx="11480">
                  <c:v>0.15042667788473005</c:v>
                </c:pt>
                <c:pt idx="11481">
                  <c:v>0.1504315819212442</c:v>
                </c:pt>
                <c:pt idx="11482">
                  <c:v>0.15045431677258672</c:v>
                </c:pt>
                <c:pt idx="11483">
                  <c:v>0.15045928178361773</c:v>
                </c:pt>
                <c:pt idx="11484">
                  <c:v>0.15047022887912645</c:v>
                </c:pt>
                <c:pt idx="11485">
                  <c:v>0.15047118884693478</c:v>
                </c:pt>
                <c:pt idx="11486">
                  <c:v>0.15056977242814182</c:v>
                </c:pt>
                <c:pt idx="11487">
                  <c:v>0.15057949015397509</c:v>
                </c:pt>
                <c:pt idx="11488">
                  <c:v>0.15059209524467965</c:v>
                </c:pt>
                <c:pt idx="11489">
                  <c:v>0.15059641099949125</c:v>
                </c:pt>
                <c:pt idx="11490">
                  <c:v>0.15060817673631419</c:v>
                </c:pt>
                <c:pt idx="11491">
                  <c:v>0.15060836792147972</c:v>
                </c:pt>
                <c:pt idx="11492">
                  <c:v>0.15062200946808132</c:v>
                </c:pt>
                <c:pt idx="11493">
                  <c:v>0.15064537134959322</c:v>
                </c:pt>
                <c:pt idx="11494">
                  <c:v>0.15064539243217578</c:v>
                </c:pt>
                <c:pt idx="11495">
                  <c:v>0.1506538183628483</c:v>
                </c:pt>
                <c:pt idx="11496">
                  <c:v>0.1506540606270895</c:v>
                </c:pt>
                <c:pt idx="11497">
                  <c:v>0.15067672367558285</c:v>
                </c:pt>
                <c:pt idx="11498">
                  <c:v>0.1506824510235423</c:v>
                </c:pt>
                <c:pt idx="11499">
                  <c:v>0.15069505673355271</c:v>
                </c:pt>
                <c:pt idx="11500">
                  <c:v>0.15071146696306278</c:v>
                </c:pt>
                <c:pt idx="11501">
                  <c:v>0.15071530951381926</c:v>
                </c:pt>
                <c:pt idx="11502">
                  <c:v>0.15071795933344673</c:v>
                </c:pt>
                <c:pt idx="11503">
                  <c:v>0.15072255390848094</c:v>
                </c:pt>
                <c:pt idx="11504">
                  <c:v>0.15075044198350462</c:v>
                </c:pt>
                <c:pt idx="11505">
                  <c:v>0.15075477182066227</c:v>
                </c:pt>
                <c:pt idx="11506">
                  <c:v>0.15076885276230467</c:v>
                </c:pt>
                <c:pt idx="11507">
                  <c:v>0.15077539019406891</c:v>
                </c:pt>
                <c:pt idx="11508">
                  <c:v>0.15077904847946416</c:v>
                </c:pt>
                <c:pt idx="11509">
                  <c:v>0.15078238468683738</c:v>
                </c:pt>
                <c:pt idx="11510">
                  <c:v>0.15078682157815892</c:v>
                </c:pt>
                <c:pt idx="11511">
                  <c:v>0.15081482733947943</c:v>
                </c:pt>
                <c:pt idx="11512">
                  <c:v>0.15082352787417858</c:v>
                </c:pt>
                <c:pt idx="11513">
                  <c:v>0.15082480380485278</c:v>
                </c:pt>
                <c:pt idx="11514">
                  <c:v>0.15083820529383055</c:v>
                </c:pt>
                <c:pt idx="11515">
                  <c:v>0.15084374969109357</c:v>
                </c:pt>
                <c:pt idx="11516">
                  <c:v>0.15086408847318275</c:v>
                </c:pt>
                <c:pt idx="11517">
                  <c:v>0.15086457780093732</c:v>
                </c:pt>
                <c:pt idx="11518">
                  <c:v>0.15088453923917863</c:v>
                </c:pt>
                <c:pt idx="11519">
                  <c:v>0.15089013441018218</c:v>
                </c:pt>
                <c:pt idx="11520">
                  <c:v>0.15089297742685828</c:v>
                </c:pt>
                <c:pt idx="11521">
                  <c:v>0.1509106788170933</c:v>
                </c:pt>
                <c:pt idx="11522">
                  <c:v>0.15093603650675577</c:v>
                </c:pt>
                <c:pt idx="11523">
                  <c:v>0.1509437388607224</c:v>
                </c:pt>
                <c:pt idx="11524">
                  <c:v>0.15094931561862085</c:v>
                </c:pt>
                <c:pt idx="11525">
                  <c:v>0.15095025311021559</c:v>
                </c:pt>
                <c:pt idx="11526">
                  <c:v>0.15096954759197498</c:v>
                </c:pt>
                <c:pt idx="11527">
                  <c:v>0.15098535197600871</c:v>
                </c:pt>
                <c:pt idx="11528">
                  <c:v>0.15098897026151714</c:v>
                </c:pt>
                <c:pt idx="11529">
                  <c:v>0.15099704917587092</c:v>
                </c:pt>
                <c:pt idx="11530">
                  <c:v>0.15100923692067691</c:v>
                </c:pt>
                <c:pt idx="11531">
                  <c:v>0.15101214667228988</c:v>
                </c:pt>
                <c:pt idx="11532">
                  <c:v>0.1510377924712257</c:v>
                </c:pt>
                <c:pt idx="11533">
                  <c:v>0.15104546102952499</c:v>
                </c:pt>
                <c:pt idx="11534">
                  <c:v>0.15104764158883721</c:v>
                </c:pt>
                <c:pt idx="11535">
                  <c:v>0.1510598369274419</c:v>
                </c:pt>
                <c:pt idx="11536">
                  <c:v>0.15107470472594486</c:v>
                </c:pt>
                <c:pt idx="11537">
                  <c:v>0.15107853643633437</c:v>
                </c:pt>
                <c:pt idx="11538">
                  <c:v>0.15108889782406429</c:v>
                </c:pt>
                <c:pt idx="11539">
                  <c:v>0.15110302545049292</c:v>
                </c:pt>
                <c:pt idx="11540">
                  <c:v>0.15111508011553101</c:v>
                </c:pt>
                <c:pt idx="11541">
                  <c:v>0.15113565051707339</c:v>
                </c:pt>
                <c:pt idx="11542">
                  <c:v>0.15113626902720967</c:v>
                </c:pt>
                <c:pt idx="11543">
                  <c:v>0.151142927519194</c:v>
                </c:pt>
                <c:pt idx="11544">
                  <c:v>0.15116103194781247</c:v>
                </c:pt>
                <c:pt idx="11545">
                  <c:v>0.15116138703056228</c:v>
                </c:pt>
                <c:pt idx="11546">
                  <c:v>0.15116273071871289</c:v>
                </c:pt>
                <c:pt idx="11547">
                  <c:v>0.1511646011918443</c:v>
                </c:pt>
                <c:pt idx="11548">
                  <c:v>0.15117949329951</c:v>
                </c:pt>
                <c:pt idx="11549">
                  <c:v>0.15121658836865129</c:v>
                </c:pt>
                <c:pt idx="11550">
                  <c:v>0.15124768486361304</c:v>
                </c:pt>
                <c:pt idx="11551">
                  <c:v>0.1512477480048805</c:v>
                </c:pt>
                <c:pt idx="11552">
                  <c:v>0.15126680623206665</c:v>
                </c:pt>
                <c:pt idx="11553">
                  <c:v>0.1512737811807067</c:v>
                </c:pt>
                <c:pt idx="11554">
                  <c:v>0.15127934191698286</c:v>
                </c:pt>
                <c:pt idx="11555">
                  <c:v>0.15132229811487327</c:v>
                </c:pt>
                <c:pt idx="11556">
                  <c:v>0.15133760316957037</c:v>
                </c:pt>
                <c:pt idx="11557">
                  <c:v>0.15136462296583883</c:v>
                </c:pt>
                <c:pt idx="11558">
                  <c:v>0.15136948810817713</c:v>
                </c:pt>
                <c:pt idx="11559">
                  <c:v>0.15137343268713133</c:v>
                </c:pt>
                <c:pt idx="11560">
                  <c:v>0.15137837947345817</c:v>
                </c:pt>
                <c:pt idx="11561">
                  <c:v>0.15139525928179701</c:v>
                </c:pt>
                <c:pt idx="11562">
                  <c:v>0.1514230152840261</c:v>
                </c:pt>
                <c:pt idx="11563">
                  <c:v>0.15143809439751776</c:v>
                </c:pt>
                <c:pt idx="11564">
                  <c:v>0.15145491261041802</c:v>
                </c:pt>
                <c:pt idx="11565">
                  <c:v>0.15146071992516402</c:v>
                </c:pt>
                <c:pt idx="11566">
                  <c:v>0.15148885947585858</c:v>
                </c:pt>
                <c:pt idx="11567">
                  <c:v>0.15151443479817084</c:v>
                </c:pt>
                <c:pt idx="11568">
                  <c:v>0.15151792346011439</c:v>
                </c:pt>
                <c:pt idx="11569">
                  <c:v>0.1515190693761243</c:v>
                </c:pt>
                <c:pt idx="11570">
                  <c:v>0.15153829100077973</c:v>
                </c:pt>
                <c:pt idx="11571">
                  <c:v>0.15154280505023654</c:v>
                </c:pt>
                <c:pt idx="11572">
                  <c:v>0.15157776555014355</c:v>
                </c:pt>
                <c:pt idx="11573">
                  <c:v>0.15158859020023002</c:v>
                </c:pt>
                <c:pt idx="11574">
                  <c:v>0.15162169217037699</c:v>
                </c:pt>
                <c:pt idx="11575">
                  <c:v>0.15163752719850465</c:v>
                </c:pt>
                <c:pt idx="11576">
                  <c:v>0.15164553461358191</c:v>
                </c:pt>
                <c:pt idx="11577">
                  <c:v>0.15164956004263455</c:v>
                </c:pt>
                <c:pt idx="11578">
                  <c:v>0.15167065736945359</c:v>
                </c:pt>
                <c:pt idx="11579">
                  <c:v>0.15170009031957118</c:v>
                </c:pt>
                <c:pt idx="11580">
                  <c:v>0.15171960229193721</c:v>
                </c:pt>
                <c:pt idx="11581">
                  <c:v>0.15173497937432803</c:v>
                </c:pt>
                <c:pt idx="11582">
                  <c:v>0.15173785918353289</c:v>
                </c:pt>
                <c:pt idx="11583">
                  <c:v>0.15174986157904968</c:v>
                </c:pt>
                <c:pt idx="11584">
                  <c:v>0.15175781536142857</c:v>
                </c:pt>
                <c:pt idx="11585">
                  <c:v>0.15176297925088744</c:v>
                </c:pt>
                <c:pt idx="11586">
                  <c:v>0.15176429086322113</c:v>
                </c:pt>
                <c:pt idx="11587">
                  <c:v>0.15176613689605101</c:v>
                </c:pt>
                <c:pt idx="11588">
                  <c:v>0.15178604301694409</c:v>
                </c:pt>
                <c:pt idx="11589">
                  <c:v>0.15179498053429444</c:v>
                </c:pt>
                <c:pt idx="11590">
                  <c:v>0.15181388874649993</c:v>
                </c:pt>
                <c:pt idx="11591">
                  <c:v>0.15181572122533588</c:v>
                </c:pt>
                <c:pt idx="11592">
                  <c:v>0.15182941109204634</c:v>
                </c:pt>
                <c:pt idx="11593">
                  <c:v>0.15183544080317596</c:v>
                </c:pt>
                <c:pt idx="11594">
                  <c:v>0.15184966458927809</c:v>
                </c:pt>
                <c:pt idx="11595">
                  <c:v>0.15186087092762993</c:v>
                </c:pt>
                <c:pt idx="11596">
                  <c:v>0.15187508722739126</c:v>
                </c:pt>
                <c:pt idx="11597">
                  <c:v>0.15189196791153675</c:v>
                </c:pt>
                <c:pt idx="11598">
                  <c:v>0.15190112744439466</c:v>
                </c:pt>
                <c:pt idx="11599">
                  <c:v>0.15190742611783087</c:v>
                </c:pt>
                <c:pt idx="11600">
                  <c:v>0.15191366070008824</c:v>
                </c:pt>
                <c:pt idx="11601">
                  <c:v>0.15193204537962363</c:v>
                </c:pt>
                <c:pt idx="11602">
                  <c:v>0.15193714462636698</c:v>
                </c:pt>
                <c:pt idx="11603">
                  <c:v>0.15193752474051209</c:v>
                </c:pt>
                <c:pt idx="11604">
                  <c:v>0.15196175354959132</c:v>
                </c:pt>
                <c:pt idx="11605">
                  <c:v>0.15196646184249513</c:v>
                </c:pt>
                <c:pt idx="11606">
                  <c:v>0.15197721708408146</c:v>
                </c:pt>
                <c:pt idx="11607">
                  <c:v>0.15199367587346638</c:v>
                </c:pt>
                <c:pt idx="11608">
                  <c:v>0.15201021667550188</c:v>
                </c:pt>
                <c:pt idx="11609">
                  <c:v>0.15202103857726879</c:v>
                </c:pt>
                <c:pt idx="11610">
                  <c:v>0.15203250052970296</c:v>
                </c:pt>
                <c:pt idx="11611">
                  <c:v>0.1520479823012259</c:v>
                </c:pt>
                <c:pt idx="11612">
                  <c:v>0.1520564186761795</c:v>
                </c:pt>
                <c:pt idx="11613">
                  <c:v>0.15205841262053829</c:v>
                </c:pt>
                <c:pt idx="11614">
                  <c:v>0.15209535977002897</c:v>
                </c:pt>
                <c:pt idx="11615">
                  <c:v>0.15213658041530792</c:v>
                </c:pt>
                <c:pt idx="11616">
                  <c:v>0.1521512287367108</c:v>
                </c:pt>
                <c:pt idx="11617">
                  <c:v>0.15215224679295819</c:v>
                </c:pt>
                <c:pt idx="11618">
                  <c:v>0.15215408585450577</c:v>
                </c:pt>
                <c:pt idx="11619">
                  <c:v>0.15219881018815595</c:v>
                </c:pt>
                <c:pt idx="11620">
                  <c:v>0.15220168203382314</c:v>
                </c:pt>
                <c:pt idx="11621">
                  <c:v>0.15221045479518983</c:v>
                </c:pt>
                <c:pt idx="11622">
                  <c:v>0.15222498407623647</c:v>
                </c:pt>
                <c:pt idx="11623">
                  <c:v>0.15224201175282331</c:v>
                </c:pt>
                <c:pt idx="11624">
                  <c:v>0.15224950990825364</c:v>
                </c:pt>
                <c:pt idx="11625">
                  <c:v>0.15226157981798899</c:v>
                </c:pt>
                <c:pt idx="11626">
                  <c:v>0.15226953862708356</c:v>
                </c:pt>
                <c:pt idx="11627">
                  <c:v>0.15227403989680074</c:v>
                </c:pt>
                <c:pt idx="11628">
                  <c:v>0.15227416394159987</c:v>
                </c:pt>
                <c:pt idx="11629">
                  <c:v>0.152281215208599</c:v>
                </c:pt>
                <c:pt idx="11630">
                  <c:v>0.15233158103854705</c:v>
                </c:pt>
                <c:pt idx="11631">
                  <c:v>0.15234827010952728</c:v>
                </c:pt>
                <c:pt idx="11632">
                  <c:v>0.15237963516377445</c:v>
                </c:pt>
                <c:pt idx="11633">
                  <c:v>0.15238028830876116</c:v>
                </c:pt>
                <c:pt idx="11634">
                  <c:v>0.15238224524618427</c:v>
                </c:pt>
                <c:pt idx="11635">
                  <c:v>0.15238306522339984</c:v>
                </c:pt>
                <c:pt idx="11636">
                  <c:v>0.15238946503572093</c:v>
                </c:pt>
                <c:pt idx="11637">
                  <c:v>0.15241285074826869</c:v>
                </c:pt>
                <c:pt idx="11638">
                  <c:v>0.15242852822768013</c:v>
                </c:pt>
                <c:pt idx="11639">
                  <c:v>0.15243151364391655</c:v>
                </c:pt>
                <c:pt idx="11640">
                  <c:v>0.15245768618561495</c:v>
                </c:pt>
                <c:pt idx="11641">
                  <c:v>0.15252710310187587</c:v>
                </c:pt>
                <c:pt idx="11642">
                  <c:v>0.15253076785325606</c:v>
                </c:pt>
                <c:pt idx="11643">
                  <c:v>0.15253292783445721</c:v>
                </c:pt>
                <c:pt idx="11644">
                  <c:v>0.15253711103697684</c:v>
                </c:pt>
                <c:pt idx="11645">
                  <c:v>0.15254132352813815</c:v>
                </c:pt>
                <c:pt idx="11646">
                  <c:v>0.15256093689737524</c:v>
                </c:pt>
                <c:pt idx="11647">
                  <c:v>0.1525799239361981</c:v>
                </c:pt>
                <c:pt idx="11648">
                  <c:v>0.15258156479054305</c:v>
                </c:pt>
                <c:pt idx="11649">
                  <c:v>0.15258974958881549</c:v>
                </c:pt>
                <c:pt idx="11650">
                  <c:v>0.15260245385744506</c:v>
                </c:pt>
                <c:pt idx="11651">
                  <c:v>0.15260854936783816</c:v>
                </c:pt>
                <c:pt idx="11652">
                  <c:v>0.15261586286230591</c:v>
                </c:pt>
                <c:pt idx="11653">
                  <c:v>0.15262143305588913</c:v>
                </c:pt>
                <c:pt idx="11654">
                  <c:v>0.15263869317588324</c:v>
                </c:pt>
                <c:pt idx="11655">
                  <c:v>0.1526429027349418</c:v>
                </c:pt>
                <c:pt idx="11656">
                  <c:v>0.15264345362165074</c:v>
                </c:pt>
                <c:pt idx="11657">
                  <c:v>0.15267738579534965</c:v>
                </c:pt>
                <c:pt idx="11658">
                  <c:v>0.15269909921352387</c:v>
                </c:pt>
                <c:pt idx="11659">
                  <c:v>0.15270406057435046</c:v>
                </c:pt>
                <c:pt idx="11660">
                  <c:v>0.15275354513890954</c:v>
                </c:pt>
                <c:pt idx="11661">
                  <c:v>0.1527559986086687</c:v>
                </c:pt>
                <c:pt idx="11662">
                  <c:v>0.1527696429926389</c:v>
                </c:pt>
                <c:pt idx="11663">
                  <c:v>0.15278192480499833</c:v>
                </c:pt>
                <c:pt idx="11664">
                  <c:v>0.15280063211488862</c:v>
                </c:pt>
                <c:pt idx="11665">
                  <c:v>0.15281257262390405</c:v>
                </c:pt>
                <c:pt idx="11666">
                  <c:v>0.1528496906601845</c:v>
                </c:pt>
                <c:pt idx="11667">
                  <c:v>0.15286357626142666</c:v>
                </c:pt>
                <c:pt idx="11668">
                  <c:v>0.15291594862604377</c:v>
                </c:pt>
                <c:pt idx="11669">
                  <c:v>0.15291723790116246</c:v>
                </c:pt>
                <c:pt idx="11670">
                  <c:v>0.15292781074354544</c:v>
                </c:pt>
                <c:pt idx="11671">
                  <c:v>0.15293039494892632</c:v>
                </c:pt>
                <c:pt idx="11672">
                  <c:v>0.15293236898977841</c:v>
                </c:pt>
                <c:pt idx="11673">
                  <c:v>0.15294999644345761</c:v>
                </c:pt>
                <c:pt idx="11674">
                  <c:v>0.15296220712204034</c:v>
                </c:pt>
                <c:pt idx="11675">
                  <c:v>0.15296862101496447</c:v>
                </c:pt>
                <c:pt idx="11676">
                  <c:v>0.15296979746183328</c:v>
                </c:pt>
                <c:pt idx="11677">
                  <c:v>0.15297436737951742</c:v>
                </c:pt>
                <c:pt idx="11678">
                  <c:v>0.15299044328809222</c:v>
                </c:pt>
                <c:pt idx="11679">
                  <c:v>0.1530013104029177</c:v>
                </c:pt>
                <c:pt idx="11680">
                  <c:v>0.15301784973690322</c:v>
                </c:pt>
                <c:pt idx="11681">
                  <c:v>0.15302649028717047</c:v>
                </c:pt>
                <c:pt idx="11682">
                  <c:v>0.1530265798300795</c:v>
                </c:pt>
                <c:pt idx="11683">
                  <c:v>0.15309239477665226</c:v>
                </c:pt>
                <c:pt idx="11684">
                  <c:v>0.15309373207424257</c:v>
                </c:pt>
                <c:pt idx="11685">
                  <c:v>0.15311604332363804</c:v>
                </c:pt>
                <c:pt idx="11686">
                  <c:v>0.15313141759568502</c:v>
                </c:pt>
                <c:pt idx="11687">
                  <c:v>0.15315182891374704</c:v>
                </c:pt>
                <c:pt idx="11688">
                  <c:v>0.15315982977661835</c:v>
                </c:pt>
                <c:pt idx="11689">
                  <c:v>0.15317626306643228</c:v>
                </c:pt>
                <c:pt idx="11690">
                  <c:v>0.15317820710542518</c:v>
                </c:pt>
                <c:pt idx="11691">
                  <c:v>0.15319541108617679</c:v>
                </c:pt>
                <c:pt idx="11692">
                  <c:v>0.15319901755784007</c:v>
                </c:pt>
                <c:pt idx="11693">
                  <c:v>0.15322972715795821</c:v>
                </c:pt>
                <c:pt idx="11694">
                  <c:v>0.15324429071126444</c:v>
                </c:pt>
                <c:pt idx="11695">
                  <c:v>0.15324926900119146</c:v>
                </c:pt>
                <c:pt idx="11696">
                  <c:v>0.15325088811190438</c:v>
                </c:pt>
                <c:pt idx="11697">
                  <c:v>0.15327593364116709</c:v>
                </c:pt>
                <c:pt idx="11698">
                  <c:v>0.15327832655362247</c:v>
                </c:pt>
                <c:pt idx="11699">
                  <c:v>0.1532931130215012</c:v>
                </c:pt>
                <c:pt idx="11700">
                  <c:v>0.15332543570637477</c:v>
                </c:pt>
                <c:pt idx="11701">
                  <c:v>0.15335289600800006</c:v>
                </c:pt>
                <c:pt idx="11702">
                  <c:v>0.1533534603173185</c:v>
                </c:pt>
                <c:pt idx="11703">
                  <c:v>0.15335618434414486</c:v>
                </c:pt>
                <c:pt idx="11704">
                  <c:v>0.1533569021100693</c:v>
                </c:pt>
                <c:pt idx="11705">
                  <c:v>0.15336031361468577</c:v>
                </c:pt>
                <c:pt idx="11706">
                  <c:v>0.15339005878157186</c:v>
                </c:pt>
                <c:pt idx="11707">
                  <c:v>0.1534032743963531</c:v>
                </c:pt>
                <c:pt idx="11708">
                  <c:v>0.15341019835460334</c:v>
                </c:pt>
                <c:pt idx="11709">
                  <c:v>0.15341584152188401</c:v>
                </c:pt>
                <c:pt idx="11710">
                  <c:v>0.15341778337479209</c:v>
                </c:pt>
                <c:pt idx="11711">
                  <c:v>0.15343885179036834</c:v>
                </c:pt>
                <c:pt idx="11712">
                  <c:v>0.15345076172337407</c:v>
                </c:pt>
                <c:pt idx="11713">
                  <c:v>0.15345931325128315</c:v>
                </c:pt>
                <c:pt idx="11714">
                  <c:v>0.15346464281404476</c:v>
                </c:pt>
                <c:pt idx="11715">
                  <c:v>0.15347654707708727</c:v>
                </c:pt>
                <c:pt idx="11716">
                  <c:v>0.15349358570373972</c:v>
                </c:pt>
                <c:pt idx="11717">
                  <c:v>0.15351144098350103</c:v>
                </c:pt>
                <c:pt idx="11718">
                  <c:v>0.15351964780287874</c:v>
                </c:pt>
                <c:pt idx="11719">
                  <c:v>0.15352138892788647</c:v>
                </c:pt>
                <c:pt idx="11720">
                  <c:v>0.15354900895689014</c:v>
                </c:pt>
                <c:pt idx="11721">
                  <c:v>0.15355013546298937</c:v>
                </c:pt>
                <c:pt idx="11722">
                  <c:v>0.15355648169627373</c:v>
                </c:pt>
                <c:pt idx="11723">
                  <c:v>0.15358968079187491</c:v>
                </c:pt>
                <c:pt idx="11724">
                  <c:v>0.1536043736097788</c:v>
                </c:pt>
                <c:pt idx="11725">
                  <c:v>0.15360557422385784</c:v>
                </c:pt>
                <c:pt idx="11726">
                  <c:v>0.15361900317814628</c:v>
                </c:pt>
                <c:pt idx="11727">
                  <c:v>0.15362060247321485</c:v>
                </c:pt>
                <c:pt idx="11728">
                  <c:v>0.15362726015735087</c:v>
                </c:pt>
                <c:pt idx="11729">
                  <c:v>0.15362892954280288</c:v>
                </c:pt>
                <c:pt idx="11730">
                  <c:v>0.15363801294157228</c:v>
                </c:pt>
                <c:pt idx="11731">
                  <c:v>0.15364953539232043</c:v>
                </c:pt>
                <c:pt idx="11732">
                  <c:v>0.15365108449858345</c:v>
                </c:pt>
                <c:pt idx="11733">
                  <c:v>0.15365674904876472</c:v>
                </c:pt>
                <c:pt idx="11734">
                  <c:v>0.15366693746872417</c:v>
                </c:pt>
                <c:pt idx="11735">
                  <c:v>0.1536672854564764</c:v>
                </c:pt>
                <c:pt idx="11736">
                  <c:v>0.15370122915483064</c:v>
                </c:pt>
                <c:pt idx="11737">
                  <c:v>0.15373153684502663</c:v>
                </c:pt>
                <c:pt idx="11738">
                  <c:v>0.15375160661230042</c:v>
                </c:pt>
                <c:pt idx="11739">
                  <c:v>0.15375798282236941</c:v>
                </c:pt>
                <c:pt idx="11740">
                  <c:v>0.1537597327171662</c:v>
                </c:pt>
                <c:pt idx="11741">
                  <c:v>0.15376027969050604</c:v>
                </c:pt>
                <c:pt idx="11742">
                  <c:v>0.1537657287589296</c:v>
                </c:pt>
                <c:pt idx="11743">
                  <c:v>0.15376802987058208</c:v>
                </c:pt>
                <c:pt idx="11744">
                  <c:v>0.15377029285114518</c:v>
                </c:pt>
                <c:pt idx="11745">
                  <c:v>0.15385658110397563</c:v>
                </c:pt>
                <c:pt idx="11746">
                  <c:v>0.15386993982702896</c:v>
                </c:pt>
                <c:pt idx="11747">
                  <c:v>0.15388095138599769</c:v>
                </c:pt>
                <c:pt idx="11748">
                  <c:v>0.15388836884585919</c:v>
                </c:pt>
                <c:pt idx="11749">
                  <c:v>0.15390182499566663</c:v>
                </c:pt>
                <c:pt idx="11750">
                  <c:v>0.15392993899571794</c:v>
                </c:pt>
                <c:pt idx="11751">
                  <c:v>0.15394742072889697</c:v>
                </c:pt>
                <c:pt idx="11752">
                  <c:v>0.15395530187631509</c:v>
                </c:pt>
                <c:pt idx="11753">
                  <c:v>0.15396916584922937</c:v>
                </c:pt>
                <c:pt idx="11754">
                  <c:v>0.15397945418302114</c:v>
                </c:pt>
                <c:pt idx="11755">
                  <c:v>0.15398770363487674</c:v>
                </c:pt>
                <c:pt idx="11756">
                  <c:v>0.15402898701295695</c:v>
                </c:pt>
                <c:pt idx="11757">
                  <c:v>0.15403086817922867</c:v>
                </c:pt>
                <c:pt idx="11758">
                  <c:v>0.15404181257941144</c:v>
                </c:pt>
                <c:pt idx="11759">
                  <c:v>0.15409417233558947</c:v>
                </c:pt>
                <c:pt idx="11760">
                  <c:v>0.15410208727527133</c:v>
                </c:pt>
                <c:pt idx="11761">
                  <c:v>0.15411603825884984</c:v>
                </c:pt>
                <c:pt idx="11762">
                  <c:v>0.15413777075507565</c:v>
                </c:pt>
                <c:pt idx="11763">
                  <c:v>0.15413883187108776</c:v>
                </c:pt>
                <c:pt idx="11764">
                  <c:v>0.15415080480012205</c:v>
                </c:pt>
                <c:pt idx="11765">
                  <c:v>0.15415083452154918</c:v>
                </c:pt>
                <c:pt idx="11766">
                  <c:v>0.15415615380674894</c:v>
                </c:pt>
                <c:pt idx="11767">
                  <c:v>0.15416166533862682</c:v>
                </c:pt>
                <c:pt idx="11768">
                  <c:v>0.15419341170186546</c:v>
                </c:pt>
                <c:pt idx="11769">
                  <c:v>0.15422104404274078</c:v>
                </c:pt>
                <c:pt idx="11770">
                  <c:v>0.15424457134204342</c:v>
                </c:pt>
                <c:pt idx="11771">
                  <c:v>0.15425189234305534</c:v>
                </c:pt>
                <c:pt idx="11772">
                  <c:v>0.15426217557037633</c:v>
                </c:pt>
                <c:pt idx="11773">
                  <c:v>0.15426685746995975</c:v>
                </c:pt>
                <c:pt idx="11774">
                  <c:v>0.15429993381827503</c:v>
                </c:pt>
                <c:pt idx="11775">
                  <c:v>0.15432170342567689</c:v>
                </c:pt>
                <c:pt idx="11776">
                  <c:v>0.15434512338707701</c:v>
                </c:pt>
                <c:pt idx="11777">
                  <c:v>0.15438242052632262</c:v>
                </c:pt>
                <c:pt idx="11778">
                  <c:v>0.15438953398247499</c:v>
                </c:pt>
                <c:pt idx="11779">
                  <c:v>0.15439777778146507</c:v>
                </c:pt>
                <c:pt idx="11780">
                  <c:v>0.15440321522018377</c:v>
                </c:pt>
                <c:pt idx="11781">
                  <c:v>0.15440383972137067</c:v>
                </c:pt>
                <c:pt idx="11782">
                  <c:v>0.15440717645411886</c:v>
                </c:pt>
                <c:pt idx="11783">
                  <c:v>0.15441065144374191</c:v>
                </c:pt>
                <c:pt idx="11784">
                  <c:v>0.1544116119580573</c:v>
                </c:pt>
                <c:pt idx="11785">
                  <c:v>0.15441858110336265</c:v>
                </c:pt>
                <c:pt idx="11786">
                  <c:v>0.15442294637464374</c:v>
                </c:pt>
                <c:pt idx="11787">
                  <c:v>0.1544398326470095</c:v>
                </c:pt>
                <c:pt idx="11788">
                  <c:v>0.15444050861475692</c:v>
                </c:pt>
                <c:pt idx="11789">
                  <c:v>0.15444890510134576</c:v>
                </c:pt>
                <c:pt idx="11790">
                  <c:v>0.15446688815335954</c:v>
                </c:pt>
                <c:pt idx="11791">
                  <c:v>0.15448526619838851</c:v>
                </c:pt>
                <c:pt idx="11792">
                  <c:v>0.15448857633460311</c:v>
                </c:pt>
                <c:pt idx="11793">
                  <c:v>0.15448977900962368</c:v>
                </c:pt>
                <c:pt idx="11794">
                  <c:v>0.15449231636201469</c:v>
                </c:pt>
                <c:pt idx="11795">
                  <c:v>0.15449362380892021</c:v>
                </c:pt>
                <c:pt idx="11796">
                  <c:v>0.1544938757506891</c:v>
                </c:pt>
                <c:pt idx="11797">
                  <c:v>0.15449429475786053</c:v>
                </c:pt>
                <c:pt idx="11798">
                  <c:v>0.15450948674894488</c:v>
                </c:pt>
                <c:pt idx="11799">
                  <c:v>0.15451493139920519</c:v>
                </c:pt>
                <c:pt idx="11800">
                  <c:v>0.1545240679583989</c:v>
                </c:pt>
                <c:pt idx="11801">
                  <c:v>0.15452697920413405</c:v>
                </c:pt>
                <c:pt idx="11802">
                  <c:v>0.15453152321692357</c:v>
                </c:pt>
                <c:pt idx="11803">
                  <c:v>0.15453943108443413</c:v>
                </c:pt>
                <c:pt idx="11804">
                  <c:v>0.15454214591624085</c:v>
                </c:pt>
                <c:pt idx="11805">
                  <c:v>0.15456811135940374</c:v>
                </c:pt>
                <c:pt idx="11806">
                  <c:v>0.15459753709851992</c:v>
                </c:pt>
                <c:pt idx="11807">
                  <c:v>0.15460159472347912</c:v>
                </c:pt>
                <c:pt idx="11808">
                  <c:v>0.15464862876287319</c:v>
                </c:pt>
                <c:pt idx="11809">
                  <c:v>0.15465208792275076</c:v>
                </c:pt>
                <c:pt idx="11810">
                  <c:v>0.15465980667503115</c:v>
                </c:pt>
                <c:pt idx="11811">
                  <c:v>0.15468562472501673</c:v>
                </c:pt>
                <c:pt idx="11812">
                  <c:v>0.15469637762040539</c:v>
                </c:pt>
                <c:pt idx="11813">
                  <c:v>0.15470535021885179</c:v>
                </c:pt>
                <c:pt idx="11814">
                  <c:v>0.15471046283597409</c:v>
                </c:pt>
                <c:pt idx="11815">
                  <c:v>0.1547351788115183</c:v>
                </c:pt>
                <c:pt idx="11816">
                  <c:v>0.15475520833779974</c:v>
                </c:pt>
                <c:pt idx="11817">
                  <c:v>0.1547583538107736</c:v>
                </c:pt>
                <c:pt idx="11818">
                  <c:v>0.15476503069640288</c:v>
                </c:pt>
                <c:pt idx="11819">
                  <c:v>0.15478225365296336</c:v>
                </c:pt>
                <c:pt idx="11820">
                  <c:v>0.15479785375992938</c:v>
                </c:pt>
                <c:pt idx="11821">
                  <c:v>0.15481514662155293</c:v>
                </c:pt>
                <c:pt idx="11822">
                  <c:v>0.15483230554169466</c:v>
                </c:pt>
                <c:pt idx="11823">
                  <c:v>0.15486926067926476</c:v>
                </c:pt>
                <c:pt idx="11824">
                  <c:v>0.15487511522049235</c:v>
                </c:pt>
                <c:pt idx="11825">
                  <c:v>0.15490058054548583</c:v>
                </c:pt>
                <c:pt idx="11826">
                  <c:v>0.15492551081536476</c:v>
                </c:pt>
                <c:pt idx="11827">
                  <c:v>0.15493246877296232</c:v>
                </c:pt>
                <c:pt idx="11828">
                  <c:v>0.15494503093233172</c:v>
                </c:pt>
                <c:pt idx="11829">
                  <c:v>0.15496842011381159</c:v>
                </c:pt>
                <c:pt idx="11830">
                  <c:v>0.15498217997751898</c:v>
                </c:pt>
                <c:pt idx="11831">
                  <c:v>0.15500424860967085</c:v>
                </c:pt>
                <c:pt idx="11832">
                  <c:v>0.15503905473258636</c:v>
                </c:pt>
                <c:pt idx="11833">
                  <c:v>0.15505629638340812</c:v>
                </c:pt>
                <c:pt idx="11834">
                  <c:v>0.15507276081483276</c:v>
                </c:pt>
                <c:pt idx="11835">
                  <c:v>0.15507753126156296</c:v>
                </c:pt>
                <c:pt idx="11836">
                  <c:v>0.15509112363887637</c:v>
                </c:pt>
                <c:pt idx="11837">
                  <c:v>0.15511038514849793</c:v>
                </c:pt>
                <c:pt idx="11838">
                  <c:v>0.15511618811888758</c:v>
                </c:pt>
                <c:pt idx="11839">
                  <c:v>0.15512693584555348</c:v>
                </c:pt>
                <c:pt idx="11840">
                  <c:v>0.15512820622440723</c:v>
                </c:pt>
                <c:pt idx="11841">
                  <c:v>0.15516189092607408</c:v>
                </c:pt>
                <c:pt idx="11842">
                  <c:v>0.15516484747470816</c:v>
                </c:pt>
                <c:pt idx="11843">
                  <c:v>0.15517616757183689</c:v>
                </c:pt>
                <c:pt idx="11844">
                  <c:v>0.15521619358686062</c:v>
                </c:pt>
                <c:pt idx="11845">
                  <c:v>0.15521929217389657</c:v>
                </c:pt>
                <c:pt idx="11846">
                  <c:v>0.15522298175498339</c:v>
                </c:pt>
                <c:pt idx="11847">
                  <c:v>0.1552305720375616</c:v>
                </c:pt>
                <c:pt idx="11848">
                  <c:v>0.15523692430375177</c:v>
                </c:pt>
                <c:pt idx="11849">
                  <c:v>0.15524576282507699</c:v>
                </c:pt>
                <c:pt idx="11850">
                  <c:v>0.155248829872323</c:v>
                </c:pt>
                <c:pt idx="11851">
                  <c:v>0.15525107689398535</c:v>
                </c:pt>
                <c:pt idx="11852">
                  <c:v>0.15526242993391645</c:v>
                </c:pt>
                <c:pt idx="11853">
                  <c:v>0.15526743157005152</c:v>
                </c:pt>
                <c:pt idx="11854">
                  <c:v>0.15529591531550865</c:v>
                </c:pt>
                <c:pt idx="11855">
                  <c:v>0.15530195431789287</c:v>
                </c:pt>
                <c:pt idx="11856">
                  <c:v>0.15530720984449473</c:v>
                </c:pt>
                <c:pt idx="11857">
                  <c:v>0.1553088887286507</c:v>
                </c:pt>
                <c:pt idx="11858">
                  <c:v>0.15530916269720246</c:v>
                </c:pt>
                <c:pt idx="11859">
                  <c:v>0.15532667706373937</c:v>
                </c:pt>
                <c:pt idx="11860">
                  <c:v>0.15532862273748865</c:v>
                </c:pt>
                <c:pt idx="11861">
                  <c:v>0.1553310640378936</c:v>
                </c:pt>
                <c:pt idx="11862">
                  <c:v>0.15533832898901401</c:v>
                </c:pt>
                <c:pt idx="11863">
                  <c:v>0.15534238265626785</c:v>
                </c:pt>
                <c:pt idx="11864">
                  <c:v>0.15534785511307694</c:v>
                </c:pt>
                <c:pt idx="11865">
                  <c:v>0.15535838486563303</c:v>
                </c:pt>
                <c:pt idx="11866">
                  <c:v>0.1553616051476619</c:v>
                </c:pt>
                <c:pt idx="11867">
                  <c:v>0.1553705347495826</c:v>
                </c:pt>
                <c:pt idx="11868">
                  <c:v>0.15538502099788543</c:v>
                </c:pt>
                <c:pt idx="11869">
                  <c:v>0.15539243609880515</c:v>
                </c:pt>
                <c:pt idx="11870">
                  <c:v>0.15542405399508108</c:v>
                </c:pt>
                <c:pt idx="11871">
                  <c:v>0.15542715935000337</c:v>
                </c:pt>
                <c:pt idx="11872">
                  <c:v>0.15544355093468681</c:v>
                </c:pt>
                <c:pt idx="11873">
                  <c:v>0.15544398672334137</c:v>
                </c:pt>
                <c:pt idx="11874">
                  <c:v>0.15545373268530202</c:v>
                </c:pt>
                <c:pt idx="11875">
                  <c:v>0.15547307710166752</c:v>
                </c:pt>
                <c:pt idx="11876">
                  <c:v>0.15547926390924952</c:v>
                </c:pt>
                <c:pt idx="11877">
                  <c:v>0.1554856157074436</c:v>
                </c:pt>
                <c:pt idx="11878">
                  <c:v>0.15549311803108354</c:v>
                </c:pt>
                <c:pt idx="11879">
                  <c:v>0.15549830876055515</c:v>
                </c:pt>
                <c:pt idx="11880">
                  <c:v>0.15550817396469971</c:v>
                </c:pt>
                <c:pt idx="11881">
                  <c:v>0.15552261204605433</c:v>
                </c:pt>
                <c:pt idx="11882">
                  <c:v>0.15552669206677089</c:v>
                </c:pt>
                <c:pt idx="11883">
                  <c:v>0.15556425395596038</c:v>
                </c:pt>
                <c:pt idx="11884">
                  <c:v>0.15557839893021194</c:v>
                </c:pt>
                <c:pt idx="11885">
                  <c:v>0.15562819353518628</c:v>
                </c:pt>
                <c:pt idx="11886">
                  <c:v>0.15563459883809866</c:v>
                </c:pt>
                <c:pt idx="11887">
                  <c:v>0.15564731748935018</c:v>
                </c:pt>
                <c:pt idx="11888">
                  <c:v>0.15565686123347364</c:v>
                </c:pt>
                <c:pt idx="11889">
                  <c:v>0.15567026821645819</c:v>
                </c:pt>
                <c:pt idx="11890">
                  <c:v>0.1556959833325193</c:v>
                </c:pt>
                <c:pt idx="11891">
                  <c:v>0.15570846563283797</c:v>
                </c:pt>
                <c:pt idx="11892">
                  <c:v>0.15571106984702057</c:v>
                </c:pt>
                <c:pt idx="11893">
                  <c:v>0.15571426842820954</c:v>
                </c:pt>
                <c:pt idx="11894">
                  <c:v>0.15574109300472902</c:v>
                </c:pt>
                <c:pt idx="11895">
                  <c:v>0.1557419104619974</c:v>
                </c:pt>
                <c:pt idx="11896">
                  <c:v>0.15575439957603177</c:v>
                </c:pt>
                <c:pt idx="11897">
                  <c:v>0.15576396599809719</c:v>
                </c:pt>
                <c:pt idx="11898">
                  <c:v>0.15576681677808651</c:v>
                </c:pt>
                <c:pt idx="11899">
                  <c:v>0.15577918701624752</c:v>
                </c:pt>
                <c:pt idx="11900">
                  <c:v>0.1557971481340574</c:v>
                </c:pt>
                <c:pt idx="11901">
                  <c:v>0.15580025256890709</c:v>
                </c:pt>
                <c:pt idx="11902">
                  <c:v>0.1558068737923286</c:v>
                </c:pt>
                <c:pt idx="11903">
                  <c:v>0.15581154400510439</c:v>
                </c:pt>
                <c:pt idx="11904">
                  <c:v>0.15583366088632222</c:v>
                </c:pt>
                <c:pt idx="11905">
                  <c:v>0.1558360139464357</c:v>
                </c:pt>
                <c:pt idx="11906">
                  <c:v>0.15584278367704929</c:v>
                </c:pt>
                <c:pt idx="11907">
                  <c:v>0.15588627026884375</c:v>
                </c:pt>
                <c:pt idx="11908">
                  <c:v>0.15589100035650505</c:v>
                </c:pt>
                <c:pt idx="11909">
                  <c:v>0.15590931023113583</c:v>
                </c:pt>
                <c:pt idx="11910">
                  <c:v>0.15594887549496392</c:v>
                </c:pt>
                <c:pt idx="11911">
                  <c:v>0.15595525135933019</c:v>
                </c:pt>
                <c:pt idx="11912">
                  <c:v>0.15595694311902905</c:v>
                </c:pt>
                <c:pt idx="11913">
                  <c:v>0.15595700306606031</c:v>
                </c:pt>
                <c:pt idx="11914">
                  <c:v>0.15595861764620683</c:v>
                </c:pt>
                <c:pt idx="11915">
                  <c:v>0.15596320646471321</c:v>
                </c:pt>
                <c:pt idx="11916">
                  <c:v>0.15596373357741661</c:v>
                </c:pt>
                <c:pt idx="11917">
                  <c:v>0.15598886315878988</c:v>
                </c:pt>
                <c:pt idx="11918">
                  <c:v>0.15599854492896306</c:v>
                </c:pt>
                <c:pt idx="11919">
                  <c:v>0.1560188279807142</c:v>
                </c:pt>
                <c:pt idx="11920">
                  <c:v>0.15601948064027182</c:v>
                </c:pt>
                <c:pt idx="11921">
                  <c:v>0.15602577266210543</c:v>
                </c:pt>
                <c:pt idx="11922">
                  <c:v>0.15602830248859378</c:v>
                </c:pt>
                <c:pt idx="11923">
                  <c:v>0.156033627432837</c:v>
                </c:pt>
                <c:pt idx="11924">
                  <c:v>0.15603650470943717</c:v>
                </c:pt>
                <c:pt idx="11925">
                  <c:v>0.15604463950623845</c:v>
                </c:pt>
                <c:pt idx="11926">
                  <c:v>0.15606520122655734</c:v>
                </c:pt>
                <c:pt idx="11927">
                  <c:v>0.15607787874689302</c:v>
                </c:pt>
                <c:pt idx="11928">
                  <c:v>0.15610175148115943</c:v>
                </c:pt>
                <c:pt idx="11929">
                  <c:v>0.15611242356722455</c:v>
                </c:pt>
                <c:pt idx="11930">
                  <c:v>0.15611651445007865</c:v>
                </c:pt>
                <c:pt idx="11931">
                  <c:v>0.15611658009437476</c:v>
                </c:pt>
                <c:pt idx="11932">
                  <c:v>0.15614590415073409</c:v>
                </c:pt>
                <c:pt idx="11933">
                  <c:v>0.15614797971090111</c:v>
                </c:pt>
                <c:pt idx="11934">
                  <c:v>0.15615528513598753</c:v>
                </c:pt>
                <c:pt idx="11935">
                  <c:v>0.15617932051058975</c:v>
                </c:pt>
                <c:pt idx="11936">
                  <c:v>0.15622384535161846</c:v>
                </c:pt>
                <c:pt idx="11937">
                  <c:v>0.15626317182799673</c:v>
                </c:pt>
                <c:pt idx="11938">
                  <c:v>0.15627222849886843</c:v>
                </c:pt>
                <c:pt idx="11939">
                  <c:v>0.15629349221682218</c:v>
                </c:pt>
                <c:pt idx="11940">
                  <c:v>0.15630137521657908</c:v>
                </c:pt>
                <c:pt idx="11941">
                  <c:v>0.15630337122380536</c:v>
                </c:pt>
                <c:pt idx="11942">
                  <c:v>0.15632525437534511</c:v>
                </c:pt>
                <c:pt idx="11943">
                  <c:v>0.15633056599260739</c:v>
                </c:pt>
                <c:pt idx="11944">
                  <c:v>0.15633093716321558</c:v>
                </c:pt>
                <c:pt idx="11945">
                  <c:v>0.15633556218893865</c:v>
                </c:pt>
                <c:pt idx="11946">
                  <c:v>0.15634107566713859</c:v>
                </c:pt>
                <c:pt idx="11947">
                  <c:v>0.15634393134137048</c:v>
                </c:pt>
                <c:pt idx="11948">
                  <c:v>0.15635507143509025</c:v>
                </c:pt>
                <c:pt idx="11949">
                  <c:v>0.15637358029122558</c:v>
                </c:pt>
                <c:pt idx="11950">
                  <c:v>0.15638470001180743</c:v>
                </c:pt>
                <c:pt idx="11951">
                  <c:v>0.15639164280411413</c:v>
                </c:pt>
                <c:pt idx="11952">
                  <c:v>0.15644242886929491</c:v>
                </c:pt>
                <c:pt idx="11953">
                  <c:v>0.15644732039079864</c:v>
                </c:pt>
                <c:pt idx="11954">
                  <c:v>0.15646901454863468</c:v>
                </c:pt>
                <c:pt idx="11955">
                  <c:v>0.15646901832913088</c:v>
                </c:pt>
                <c:pt idx="11956">
                  <c:v>0.15647027755166429</c:v>
                </c:pt>
                <c:pt idx="11957">
                  <c:v>0.15647674888930529</c:v>
                </c:pt>
                <c:pt idx="11958">
                  <c:v>0.15649569319806636</c:v>
                </c:pt>
                <c:pt idx="11959">
                  <c:v>0.15650192895987017</c:v>
                </c:pt>
                <c:pt idx="11960">
                  <c:v>0.15650394058051453</c:v>
                </c:pt>
                <c:pt idx="11961">
                  <c:v>0.15652680924081397</c:v>
                </c:pt>
                <c:pt idx="11962">
                  <c:v>0.15652751209931651</c:v>
                </c:pt>
                <c:pt idx="11963">
                  <c:v>0.15653549106802936</c:v>
                </c:pt>
                <c:pt idx="11964">
                  <c:v>0.15654817687192804</c:v>
                </c:pt>
                <c:pt idx="11965">
                  <c:v>0.15655154697578577</c:v>
                </c:pt>
                <c:pt idx="11966">
                  <c:v>0.15655501718177822</c:v>
                </c:pt>
                <c:pt idx="11967">
                  <c:v>0.15659741877437722</c:v>
                </c:pt>
                <c:pt idx="11968">
                  <c:v>0.15659896646188159</c:v>
                </c:pt>
                <c:pt idx="11969">
                  <c:v>0.156609726022857</c:v>
                </c:pt>
                <c:pt idx="11970">
                  <c:v>0.15661205153670332</c:v>
                </c:pt>
                <c:pt idx="11971">
                  <c:v>0.15662966139762699</c:v>
                </c:pt>
                <c:pt idx="11972">
                  <c:v>0.15665383833198274</c:v>
                </c:pt>
                <c:pt idx="11973">
                  <c:v>0.15665861063147535</c:v>
                </c:pt>
                <c:pt idx="11974">
                  <c:v>0.15666678268866291</c:v>
                </c:pt>
                <c:pt idx="11975">
                  <c:v>0.1566821778289206</c:v>
                </c:pt>
                <c:pt idx="11976">
                  <c:v>0.15670042448937149</c:v>
                </c:pt>
                <c:pt idx="11977">
                  <c:v>0.15670437043012755</c:v>
                </c:pt>
                <c:pt idx="11978">
                  <c:v>0.15672136186341376</c:v>
                </c:pt>
                <c:pt idx="11979">
                  <c:v>0.15673409532847074</c:v>
                </c:pt>
                <c:pt idx="11980">
                  <c:v>0.15673750867788666</c:v>
                </c:pt>
                <c:pt idx="11981">
                  <c:v>0.1567605920841561</c:v>
                </c:pt>
                <c:pt idx="11982">
                  <c:v>0.15677212052188874</c:v>
                </c:pt>
                <c:pt idx="11983">
                  <c:v>0.15678491188815977</c:v>
                </c:pt>
                <c:pt idx="11984">
                  <c:v>0.15680103462765427</c:v>
                </c:pt>
                <c:pt idx="11985">
                  <c:v>0.15680512330835619</c:v>
                </c:pt>
                <c:pt idx="11986">
                  <c:v>0.1568162090413327</c:v>
                </c:pt>
                <c:pt idx="11987">
                  <c:v>0.15681892534937894</c:v>
                </c:pt>
                <c:pt idx="11988">
                  <c:v>0.15682841335777464</c:v>
                </c:pt>
                <c:pt idx="11989">
                  <c:v>0.15683472548060265</c:v>
                </c:pt>
                <c:pt idx="11990">
                  <c:v>0.15685178175490497</c:v>
                </c:pt>
                <c:pt idx="11991">
                  <c:v>0.15687285755508482</c:v>
                </c:pt>
                <c:pt idx="11992">
                  <c:v>0.15689440837477647</c:v>
                </c:pt>
                <c:pt idx="11993">
                  <c:v>0.15690772992153729</c:v>
                </c:pt>
                <c:pt idx="11994">
                  <c:v>0.1569111064708362</c:v>
                </c:pt>
                <c:pt idx="11995">
                  <c:v>0.15696734525768546</c:v>
                </c:pt>
                <c:pt idx="11996">
                  <c:v>0.15697512438189778</c:v>
                </c:pt>
                <c:pt idx="11997">
                  <c:v>0.15697579623413757</c:v>
                </c:pt>
                <c:pt idx="11998">
                  <c:v>0.15698590916300154</c:v>
                </c:pt>
                <c:pt idx="11999">
                  <c:v>0.15700166275710498</c:v>
                </c:pt>
                <c:pt idx="12000">
                  <c:v>0.1570093725068033</c:v>
                </c:pt>
                <c:pt idx="12001">
                  <c:v>0.15702550300532409</c:v>
                </c:pt>
                <c:pt idx="12002">
                  <c:v>0.1570280759786204</c:v>
                </c:pt>
                <c:pt idx="12003">
                  <c:v>0.15703934931723207</c:v>
                </c:pt>
                <c:pt idx="12004">
                  <c:v>0.15706061467400587</c:v>
                </c:pt>
                <c:pt idx="12005">
                  <c:v>0.15706601800574288</c:v>
                </c:pt>
                <c:pt idx="12006">
                  <c:v>0.15706849023673686</c:v>
                </c:pt>
                <c:pt idx="12007">
                  <c:v>0.15707151961917379</c:v>
                </c:pt>
                <c:pt idx="12008">
                  <c:v>0.15711355552936607</c:v>
                </c:pt>
                <c:pt idx="12009">
                  <c:v>0.15712514315437537</c:v>
                </c:pt>
                <c:pt idx="12010">
                  <c:v>0.15713962150378702</c:v>
                </c:pt>
                <c:pt idx="12011">
                  <c:v>0.15714191857871132</c:v>
                </c:pt>
                <c:pt idx="12012">
                  <c:v>0.15714841520771228</c:v>
                </c:pt>
                <c:pt idx="12013">
                  <c:v>0.15714953507737364</c:v>
                </c:pt>
                <c:pt idx="12014">
                  <c:v>0.15719109087911606</c:v>
                </c:pt>
                <c:pt idx="12015">
                  <c:v>0.15719370869640989</c:v>
                </c:pt>
                <c:pt idx="12016">
                  <c:v>0.15719544152443696</c:v>
                </c:pt>
                <c:pt idx="12017">
                  <c:v>0.15720295070896662</c:v>
                </c:pt>
                <c:pt idx="12018">
                  <c:v>0.1572156458853215</c:v>
                </c:pt>
                <c:pt idx="12019">
                  <c:v>0.15724199079777323</c:v>
                </c:pt>
                <c:pt idx="12020">
                  <c:v>0.15724787097407217</c:v>
                </c:pt>
                <c:pt idx="12021">
                  <c:v>0.15727420504417489</c:v>
                </c:pt>
                <c:pt idx="12022">
                  <c:v>0.15728903561651431</c:v>
                </c:pt>
                <c:pt idx="12023">
                  <c:v>0.15729345604619249</c:v>
                </c:pt>
                <c:pt idx="12024">
                  <c:v>0.15731808944268738</c:v>
                </c:pt>
                <c:pt idx="12025">
                  <c:v>0.15732253165680379</c:v>
                </c:pt>
                <c:pt idx="12026">
                  <c:v>0.157334273314543</c:v>
                </c:pt>
                <c:pt idx="12027">
                  <c:v>0.15734136814870128</c:v>
                </c:pt>
                <c:pt idx="12028">
                  <c:v>0.15734474935894818</c:v>
                </c:pt>
                <c:pt idx="12029">
                  <c:v>0.15735080607670382</c:v>
                </c:pt>
                <c:pt idx="12030">
                  <c:v>0.15735932817457715</c:v>
                </c:pt>
                <c:pt idx="12031">
                  <c:v>0.15735992628291201</c:v>
                </c:pt>
                <c:pt idx="12032">
                  <c:v>0.15740263938791862</c:v>
                </c:pt>
                <c:pt idx="12033">
                  <c:v>0.15740537047778957</c:v>
                </c:pt>
                <c:pt idx="12034">
                  <c:v>0.15741445275712357</c:v>
                </c:pt>
                <c:pt idx="12035">
                  <c:v>0.15742216666709408</c:v>
                </c:pt>
                <c:pt idx="12036">
                  <c:v>0.15743861266075504</c:v>
                </c:pt>
                <c:pt idx="12037">
                  <c:v>0.15744920367335546</c:v>
                </c:pt>
                <c:pt idx="12038">
                  <c:v>0.15745458580142116</c:v>
                </c:pt>
                <c:pt idx="12039">
                  <c:v>0.15745866530674985</c:v>
                </c:pt>
                <c:pt idx="12040">
                  <c:v>0.15746509129630024</c:v>
                </c:pt>
                <c:pt idx="12041">
                  <c:v>0.1574673022924471</c:v>
                </c:pt>
                <c:pt idx="12042">
                  <c:v>0.15747838137518766</c:v>
                </c:pt>
                <c:pt idx="12043">
                  <c:v>0.15751864154234604</c:v>
                </c:pt>
                <c:pt idx="12044">
                  <c:v>0.1575205960381251</c:v>
                </c:pt>
                <c:pt idx="12045">
                  <c:v>0.15752911562804367</c:v>
                </c:pt>
                <c:pt idx="12046">
                  <c:v>0.15753361387299303</c:v>
                </c:pt>
                <c:pt idx="12047">
                  <c:v>0.15753734740903985</c:v>
                </c:pt>
                <c:pt idx="12048">
                  <c:v>0.15754129864698932</c:v>
                </c:pt>
                <c:pt idx="12049">
                  <c:v>0.15754887866874939</c:v>
                </c:pt>
                <c:pt idx="12050">
                  <c:v>0.15755569856600724</c:v>
                </c:pt>
                <c:pt idx="12051">
                  <c:v>0.15755765704779651</c:v>
                </c:pt>
                <c:pt idx="12052">
                  <c:v>0.15757075581606267</c:v>
                </c:pt>
                <c:pt idx="12053">
                  <c:v>0.15757763594373</c:v>
                </c:pt>
                <c:pt idx="12054">
                  <c:v>0.15757810918612439</c:v>
                </c:pt>
                <c:pt idx="12055">
                  <c:v>0.15759043292196359</c:v>
                </c:pt>
                <c:pt idx="12056">
                  <c:v>0.15759376971361133</c:v>
                </c:pt>
                <c:pt idx="12057">
                  <c:v>0.15759851606597702</c:v>
                </c:pt>
                <c:pt idx="12058">
                  <c:v>0.15763082543112172</c:v>
                </c:pt>
                <c:pt idx="12059">
                  <c:v>0.15764519400972066</c:v>
                </c:pt>
                <c:pt idx="12060">
                  <c:v>0.15765116245603586</c:v>
                </c:pt>
                <c:pt idx="12061">
                  <c:v>0.1576513339415869</c:v>
                </c:pt>
                <c:pt idx="12062">
                  <c:v>0.15765793516550067</c:v>
                </c:pt>
                <c:pt idx="12063">
                  <c:v>0.15767060959124732</c:v>
                </c:pt>
                <c:pt idx="12064">
                  <c:v>0.15767380399653882</c:v>
                </c:pt>
                <c:pt idx="12065">
                  <c:v>0.15767467196722587</c:v>
                </c:pt>
                <c:pt idx="12066">
                  <c:v>0.15768942470896247</c:v>
                </c:pt>
                <c:pt idx="12067">
                  <c:v>0.15770365574282094</c:v>
                </c:pt>
                <c:pt idx="12068">
                  <c:v>0.15770501508215223</c:v>
                </c:pt>
                <c:pt idx="12069">
                  <c:v>0.15772249462017388</c:v>
                </c:pt>
                <c:pt idx="12070">
                  <c:v>0.15775117213640605</c:v>
                </c:pt>
                <c:pt idx="12071">
                  <c:v>0.15775142625828148</c:v>
                </c:pt>
                <c:pt idx="12072">
                  <c:v>0.15775642076545907</c:v>
                </c:pt>
                <c:pt idx="12073">
                  <c:v>0.157756801734975</c:v>
                </c:pt>
                <c:pt idx="12074">
                  <c:v>0.15775920990724476</c:v>
                </c:pt>
                <c:pt idx="12075">
                  <c:v>0.15777066520422875</c:v>
                </c:pt>
                <c:pt idx="12076">
                  <c:v>0.15779042131970591</c:v>
                </c:pt>
                <c:pt idx="12077">
                  <c:v>0.1578020641727341</c:v>
                </c:pt>
                <c:pt idx="12078">
                  <c:v>0.15780514525979356</c:v>
                </c:pt>
                <c:pt idx="12079">
                  <c:v>0.15782087213539436</c:v>
                </c:pt>
                <c:pt idx="12080">
                  <c:v>0.15782144311643057</c:v>
                </c:pt>
                <c:pt idx="12081">
                  <c:v>0.1578410582943498</c:v>
                </c:pt>
                <c:pt idx="12082">
                  <c:v>0.15787666385596771</c:v>
                </c:pt>
                <c:pt idx="12083">
                  <c:v>0.15789892798622709</c:v>
                </c:pt>
                <c:pt idx="12084">
                  <c:v>0.15792042166428033</c:v>
                </c:pt>
                <c:pt idx="12085">
                  <c:v>0.15792274739533627</c:v>
                </c:pt>
                <c:pt idx="12086">
                  <c:v>0.15792304864200266</c:v>
                </c:pt>
                <c:pt idx="12087">
                  <c:v>0.15794215412839802</c:v>
                </c:pt>
                <c:pt idx="12088">
                  <c:v>0.15794489328940023</c:v>
                </c:pt>
                <c:pt idx="12089">
                  <c:v>0.15794520707150933</c:v>
                </c:pt>
                <c:pt idx="12090">
                  <c:v>0.15795086726991919</c:v>
                </c:pt>
                <c:pt idx="12091">
                  <c:v>0.15795754516294236</c:v>
                </c:pt>
                <c:pt idx="12092">
                  <c:v>0.15796111283852848</c:v>
                </c:pt>
                <c:pt idx="12093">
                  <c:v>0.15796211657790035</c:v>
                </c:pt>
                <c:pt idx="12094">
                  <c:v>0.15796257113668746</c:v>
                </c:pt>
                <c:pt idx="12095">
                  <c:v>0.15796424939121037</c:v>
                </c:pt>
                <c:pt idx="12096">
                  <c:v>0.15797027606395017</c:v>
                </c:pt>
                <c:pt idx="12097">
                  <c:v>0.15799206377857303</c:v>
                </c:pt>
                <c:pt idx="12098">
                  <c:v>0.15799522935519666</c:v>
                </c:pt>
                <c:pt idx="12099">
                  <c:v>0.15800470057458679</c:v>
                </c:pt>
                <c:pt idx="12100">
                  <c:v>0.15802466895217152</c:v>
                </c:pt>
                <c:pt idx="12101">
                  <c:v>0.15803002316691209</c:v>
                </c:pt>
                <c:pt idx="12102">
                  <c:v>0.15803508534237032</c:v>
                </c:pt>
                <c:pt idx="12103">
                  <c:v>0.15804266464968095</c:v>
                </c:pt>
                <c:pt idx="12104">
                  <c:v>0.15805369280908524</c:v>
                </c:pt>
                <c:pt idx="12105">
                  <c:v>0.15805476722123482</c:v>
                </c:pt>
                <c:pt idx="12106">
                  <c:v>0.15806529222045151</c:v>
                </c:pt>
                <c:pt idx="12107">
                  <c:v>0.15807265391684028</c:v>
                </c:pt>
                <c:pt idx="12108">
                  <c:v>0.15807336485742615</c:v>
                </c:pt>
                <c:pt idx="12109">
                  <c:v>0.15812869667282428</c:v>
                </c:pt>
                <c:pt idx="12110">
                  <c:v>0.15813416234945954</c:v>
                </c:pt>
                <c:pt idx="12111">
                  <c:v>0.15814605394064699</c:v>
                </c:pt>
                <c:pt idx="12112">
                  <c:v>0.15815660616748567</c:v>
                </c:pt>
                <c:pt idx="12113">
                  <c:v>0.15818236480542294</c:v>
                </c:pt>
                <c:pt idx="12114">
                  <c:v>0.15819036783591425</c:v>
                </c:pt>
                <c:pt idx="12115">
                  <c:v>0.15820989421951362</c:v>
                </c:pt>
                <c:pt idx="12116">
                  <c:v>0.15823202786968688</c:v>
                </c:pt>
                <c:pt idx="12117">
                  <c:v>0.15824364406092273</c:v>
                </c:pt>
                <c:pt idx="12118">
                  <c:v>0.15824587336147128</c:v>
                </c:pt>
                <c:pt idx="12119">
                  <c:v>0.15824679504545794</c:v>
                </c:pt>
                <c:pt idx="12120">
                  <c:v>0.15825650113142364</c:v>
                </c:pt>
                <c:pt idx="12121">
                  <c:v>0.15825971243823503</c:v>
                </c:pt>
                <c:pt idx="12122">
                  <c:v>0.15826579929286794</c:v>
                </c:pt>
                <c:pt idx="12123">
                  <c:v>0.15828163986637123</c:v>
                </c:pt>
                <c:pt idx="12124">
                  <c:v>0.15829669044420253</c:v>
                </c:pt>
                <c:pt idx="12125">
                  <c:v>0.1583021828559627</c:v>
                </c:pt>
                <c:pt idx="12126">
                  <c:v>0.15838613694406098</c:v>
                </c:pt>
                <c:pt idx="12127">
                  <c:v>0.15838737637267819</c:v>
                </c:pt>
                <c:pt idx="12128">
                  <c:v>0.15840567058535107</c:v>
                </c:pt>
                <c:pt idx="12129">
                  <c:v>0.15840628085106859</c:v>
                </c:pt>
                <c:pt idx="12130">
                  <c:v>0.15840855871696832</c:v>
                </c:pt>
                <c:pt idx="12131">
                  <c:v>0.15841810466902562</c:v>
                </c:pt>
                <c:pt idx="12132">
                  <c:v>0.1584359866684964</c:v>
                </c:pt>
                <c:pt idx="12133">
                  <c:v>0.15843725334631895</c:v>
                </c:pt>
                <c:pt idx="12134">
                  <c:v>0.15847632277878793</c:v>
                </c:pt>
                <c:pt idx="12135">
                  <c:v>0.15847967366501586</c:v>
                </c:pt>
                <c:pt idx="12136">
                  <c:v>0.15848521546528446</c:v>
                </c:pt>
                <c:pt idx="12137">
                  <c:v>0.15848737022272733</c:v>
                </c:pt>
                <c:pt idx="12138">
                  <c:v>0.15848808388693381</c:v>
                </c:pt>
                <c:pt idx="12139">
                  <c:v>0.15851347454740489</c:v>
                </c:pt>
                <c:pt idx="12140">
                  <c:v>0.15853536505256977</c:v>
                </c:pt>
                <c:pt idx="12141">
                  <c:v>0.15853580627198102</c:v>
                </c:pt>
                <c:pt idx="12142">
                  <c:v>0.15853612835708655</c:v>
                </c:pt>
                <c:pt idx="12143">
                  <c:v>0.15853745999341834</c:v>
                </c:pt>
                <c:pt idx="12144">
                  <c:v>0.15853782413044074</c:v>
                </c:pt>
                <c:pt idx="12145">
                  <c:v>0.15856738825630085</c:v>
                </c:pt>
                <c:pt idx="12146">
                  <c:v>0.15856905010348976</c:v>
                </c:pt>
                <c:pt idx="12147">
                  <c:v>0.15857131286705078</c:v>
                </c:pt>
                <c:pt idx="12148">
                  <c:v>0.1585725276106833</c:v>
                </c:pt>
                <c:pt idx="12149">
                  <c:v>0.1585905653040332</c:v>
                </c:pt>
                <c:pt idx="12150">
                  <c:v>0.15859599228253954</c:v>
                </c:pt>
                <c:pt idx="12151">
                  <c:v>0.1586118862322814</c:v>
                </c:pt>
                <c:pt idx="12152">
                  <c:v>0.15861844902948621</c:v>
                </c:pt>
                <c:pt idx="12153">
                  <c:v>0.15863914657701844</c:v>
                </c:pt>
                <c:pt idx="12154">
                  <c:v>0.15864040827185596</c:v>
                </c:pt>
                <c:pt idx="12155">
                  <c:v>0.15867525031109281</c:v>
                </c:pt>
                <c:pt idx="12156">
                  <c:v>0.15868051513754275</c:v>
                </c:pt>
                <c:pt idx="12157">
                  <c:v>0.158683936266894</c:v>
                </c:pt>
                <c:pt idx="12158">
                  <c:v>0.15870074222850977</c:v>
                </c:pt>
                <c:pt idx="12159">
                  <c:v>0.15870801214229918</c:v>
                </c:pt>
                <c:pt idx="12160">
                  <c:v>0.15874957271802911</c:v>
                </c:pt>
                <c:pt idx="12161">
                  <c:v>0.15881949062197551</c:v>
                </c:pt>
                <c:pt idx="12162">
                  <c:v>0.15881985951860944</c:v>
                </c:pt>
                <c:pt idx="12163">
                  <c:v>0.15882012019904987</c:v>
                </c:pt>
                <c:pt idx="12164">
                  <c:v>0.15883013115529265</c:v>
                </c:pt>
                <c:pt idx="12165">
                  <c:v>0.15885658244144862</c:v>
                </c:pt>
                <c:pt idx="12166">
                  <c:v>0.15886368078063709</c:v>
                </c:pt>
                <c:pt idx="12167">
                  <c:v>0.15890740867595984</c:v>
                </c:pt>
                <c:pt idx="12168">
                  <c:v>0.15892498888509757</c:v>
                </c:pt>
                <c:pt idx="12169">
                  <c:v>0.15893424151559077</c:v>
                </c:pt>
                <c:pt idx="12170">
                  <c:v>0.15893526852999076</c:v>
                </c:pt>
                <c:pt idx="12171">
                  <c:v>0.15894686385674955</c:v>
                </c:pt>
                <c:pt idx="12172">
                  <c:v>0.1589673368849828</c:v>
                </c:pt>
                <c:pt idx="12173">
                  <c:v>0.15899085349994879</c:v>
                </c:pt>
                <c:pt idx="12174">
                  <c:v>0.15902171969916598</c:v>
                </c:pt>
                <c:pt idx="12175">
                  <c:v>0.15902307568040547</c:v>
                </c:pt>
                <c:pt idx="12176">
                  <c:v>0.15903007494464519</c:v>
                </c:pt>
                <c:pt idx="12177">
                  <c:v>0.15905128314763065</c:v>
                </c:pt>
                <c:pt idx="12178">
                  <c:v>0.15906929541930481</c:v>
                </c:pt>
                <c:pt idx="12179">
                  <c:v>0.15907600515759557</c:v>
                </c:pt>
                <c:pt idx="12180">
                  <c:v>0.15909333483198596</c:v>
                </c:pt>
                <c:pt idx="12181">
                  <c:v>0.15912518573611334</c:v>
                </c:pt>
                <c:pt idx="12182">
                  <c:v>0.15914370120691793</c:v>
                </c:pt>
                <c:pt idx="12183">
                  <c:v>0.15915564894106762</c:v>
                </c:pt>
                <c:pt idx="12184">
                  <c:v>0.15915567982346376</c:v>
                </c:pt>
                <c:pt idx="12185">
                  <c:v>0.15916463180716986</c:v>
                </c:pt>
                <c:pt idx="12186">
                  <c:v>0.15917274352844674</c:v>
                </c:pt>
                <c:pt idx="12187">
                  <c:v>0.15917610096469759</c:v>
                </c:pt>
                <c:pt idx="12188">
                  <c:v>0.15919953573093265</c:v>
                </c:pt>
                <c:pt idx="12189">
                  <c:v>0.15922730221066195</c:v>
                </c:pt>
                <c:pt idx="12190">
                  <c:v>0.1592381651349869</c:v>
                </c:pt>
                <c:pt idx="12191">
                  <c:v>0.1592461085357651</c:v>
                </c:pt>
                <c:pt idx="12192">
                  <c:v>0.15927435941294227</c:v>
                </c:pt>
                <c:pt idx="12193">
                  <c:v>0.15928376400963179</c:v>
                </c:pt>
                <c:pt idx="12194">
                  <c:v>0.15928696010119894</c:v>
                </c:pt>
                <c:pt idx="12195">
                  <c:v>0.15929708158399231</c:v>
                </c:pt>
                <c:pt idx="12196">
                  <c:v>0.15930625855074823</c:v>
                </c:pt>
                <c:pt idx="12197">
                  <c:v>0.15930628097879854</c:v>
                </c:pt>
                <c:pt idx="12198">
                  <c:v>0.15931645373118472</c:v>
                </c:pt>
                <c:pt idx="12199">
                  <c:v>0.15933066628120973</c:v>
                </c:pt>
                <c:pt idx="12200">
                  <c:v>0.15933950988510365</c:v>
                </c:pt>
                <c:pt idx="12201">
                  <c:v>0.15934715970101954</c:v>
                </c:pt>
                <c:pt idx="12202">
                  <c:v>0.15936105068027429</c:v>
                </c:pt>
                <c:pt idx="12203">
                  <c:v>0.15936857782626837</c:v>
                </c:pt>
                <c:pt idx="12204">
                  <c:v>0.15937670895800726</c:v>
                </c:pt>
                <c:pt idx="12205">
                  <c:v>0.15937942310175998</c:v>
                </c:pt>
                <c:pt idx="12206">
                  <c:v>0.15938130959026478</c:v>
                </c:pt>
                <c:pt idx="12207">
                  <c:v>0.15938419601605294</c:v>
                </c:pt>
                <c:pt idx="12208">
                  <c:v>0.15938571636326634</c:v>
                </c:pt>
                <c:pt idx="12209">
                  <c:v>0.15939190808232478</c:v>
                </c:pt>
                <c:pt idx="12210">
                  <c:v>0.15942946318028325</c:v>
                </c:pt>
                <c:pt idx="12211">
                  <c:v>0.15943496694935591</c:v>
                </c:pt>
                <c:pt idx="12212">
                  <c:v>0.15943579535106273</c:v>
                </c:pt>
                <c:pt idx="12213">
                  <c:v>0.15944334020657655</c:v>
                </c:pt>
                <c:pt idx="12214">
                  <c:v>0.15947671563257543</c:v>
                </c:pt>
                <c:pt idx="12215">
                  <c:v>0.1594818493039564</c:v>
                </c:pt>
                <c:pt idx="12216">
                  <c:v>0.15949241173703826</c:v>
                </c:pt>
                <c:pt idx="12217">
                  <c:v>0.15950042821247207</c:v>
                </c:pt>
                <c:pt idx="12218">
                  <c:v>0.15952693947620156</c:v>
                </c:pt>
                <c:pt idx="12219">
                  <c:v>0.15952811335586614</c:v>
                </c:pt>
                <c:pt idx="12220">
                  <c:v>0.15956129347236434</c:v>
                </c:pt>
                <c:pt idx="12221">
                  <c:v>0.15956832342411528</c:v>
                </c:pt>
                <c:pt idx="12222">
                  <c:v>0.15961112128654648</c:v>
                </c:pt>
                <c:pt idx="12223">
                  <c:v>0.15961166180012204</c:v>
                </c:pt>
                <c:pt idx="12224">
                  <c:v>0.15961376727594548</c:v>
                </c:pt>
                <c:pt idx="12225">
                  <c:v>0.15963041368818262</c:v>
                </c:pt>
                <c:pt idx="12226">
                  <c:v>0.15963428949312949</c:v>
                </c:pt>
                <c:pt idx="12227">
                  <c:v>0.15965125244743178</c:v>
                </c:pt>
                <c:pt idx="12228">
                  <c:v>0.1596766684141796</c:v>
                </c:pt>
                <c:pt idx="12229">
                  <c:v>0.15967689388520007</c:v>
                </c:pt>
                <c:pt idx="12230">
                  <c:v>0.15968332906542201</c:v>
                </c:pt>
                <c:pt idx="12231">
                  <c:v>0.15970956049349261</c:v>
                </c:pt>
                <c:pt idx="12232">
                  <c:v>0.15971749726423429</c:v>
                </c:pt>
                <c:pt idx="12233">
                  <c:v>0.15971768078290113</c:v>
                </c:pt>
                <c:pt idx="12234">
                  <c:v>0.15972180744209286</c:v>
                </c:pt>
                <c:pt idx="12235">
                  <c:v>0.15974338178483</c:v>
                </c:pt>
                <c:pt idx="12236">
                  <c:v>0.15974903789383046</c:v>
                </c:pt>
                <c:pt idx="12237">
                  <c:v>0.15977148161710245</c:v>
                </c:pt>
                <c:pt idx="12238">
                  <c:v>0.15978380163132608</c:v>
                </c:pt>
                <c:pt idx="12239">
                  <c:v>0.15979480061645521</c:v>
                </c:pt>
                <c:pt idx="12240">
                  <c:v>0.15980830712010338</c:v>
                </c:pt>
                <c:pt idx="12241">
                  <c:v>0.15983491402506866</c:v>
                </c:pt>
                <c:pt idx="12242">
                  <c:v>0.15984366712635464</c:v>
                </c:pt>
                <c:pt idx="12243">
                  <c:v>0.15984762765412233</c:v>
                </c:pt>
                <c:pt idx="12244">
                  <c:v>0.15985328840877075</c:v>
                </c:pt>
                <c:pt idx="12245">
                  <c:v>0.15985346994442468</c:v>
                </c:pt>
                <c:pt idx="12246">
                  <c:v>0.15987146434713487</c:v>
                </c:pt>
                <c:pt idx="12247">
                  <c:v>0.15987241641218417</c:v>
                </c:pt>
                <c:pt idx="12248">
                  <c:v>0.15990526699849542</c:v>
                </c:pt>
                <c:pt idx="12249">
                  <c:v>0.15990766190100253</c:v>
                </c:pt>
                <c:pt idx="12250">
                  <c:v>0.15991179956507595</c:v>
                </c:pt>
                <c:pt idx="12251">
                  <c:v>0.15991836007365268</c:v>
                </c:pt>
                <c:pt idx="12252">
                  <c:v>0.15993233773186694</c:v>
                </c:pt>
                <c:pt idx="12253">
                  <c:v>0.15993783899426048</c:v>
                </c:pt>
                <c:pt idx="12254">
                  <c:v>0.1599512192195395</c:v>
                </c:pt>
                <c:pt idx="12255">
                  <c:v>0.15995663181922731</c:v>
                </c:pt>
                <c:pt idx="12256">
                  <c:v>0.15995927645273536</c:v>
                </c:pt>
                <c:pt idx="12257">
                  <c:v>0.15997268577390611</c:v>
                </c:pt>
                <c:pt idx="12258">
                  <c:v>0.15999508647025165</c:v>
                </c:pt>
                <c:pt idx="12259">
                  <c:v>0.16000657809747695</c:v>
                </c:pt>
                <c:pt idx="12260">
                  <c:v>0.16001075481632354</c:v>
                </c:pt>
                <c:pt idx="12261">
                  <c:v>0.16003679535187196</c:v>
                </c:pt>
                <c:pt idx="12262">
                  <c:v>0.16004470167022727</c:v>
                </c:pt>
                <c:pt idx="12263">
                  <c:v>0.16006485630726836</c:v>
                </c:pt>
                <c:pt idx="12264">
                  <c:v>0.1600744942515398</c:v>
                </c:pt>
                <c:pt idx="12265">
                  <c:v>0.16009492649665094</c:v>
                </c:pt>
                <c:pt idx="12266">
                  <c:v>0.16011693116624415</c:v>
                </c:pt>
                <c:pt idx="12267">
                  <c:v>0.16012157383222481</c:v>
                </c:pt>
                <c:pt idx="12268">
                  <c:v>0.16012362148841319</c:v>
                </c:pt>
                <c:pt idx="12269">
                  <c:v>0.16015374197861473</c:v>
                </c:pt>
                <c:pt idx="12270">
                  <c:v>0.16015776073767388</c:v>
                </c:pt>
                <c:pt idx="12271">
                  <c:v>0.16017223166739611</c:v>
                </c:pt>
                <c:pt idx="12272">
                  <c:v>0.16018132756308329</c:v>
                </c:pt>
                <c:pt idx="12273">
                  <c:v>0.16018726510749576</c:v>
                </c:pt>
                <c:pt idx="12274">
                  <c:v>0.16019237334800115</c:v>
                </c:pt>
                <c:pt idx="12275">
                  <c:v>0.16020164475205198</c:v>
                </c:pt>
                <c:pt idx="12276">
                  <c:v>0.16020713042770932</c:v>
                </c:pt>
                <c:pt idx="12277">
                  <c:v>0.16020730415165677</c:v>
                </c:pt>
                <c:pt idx="12278">
                  <c:v>0.16021285511666392</c:v>
                </c:pt>
                <c:pt idx="12279">
                  <c:v>0.16021322339857125</c:v>
                </c:pt>
                <c:pt idx="12280">
                  <c:v>0.16021624247723909</c:v>
                </c:pt>
                <c:pt idx="12281">
                  <c:v>0.16022880442571558</c:v>
                </c:pt>
                <c:pt idx="12282">
                  <c:v>0.16023626323714998</c:v>
                </c:pt>
                <c:pt idx="12283">
                  <c:v>0.16024600645643822</c:v>
                </c:pt>
                <c:pt idx="12284">
                  <c:v>0.16024879806184295</c:v>
                </c:pt>
                <c:pt idx="12285">
                  <c:v>0.16025227549594745</c:v>
                </c:pt>
                <c:pt idx="12286">
                  <c:v>0.16026377145987605</c:v>
                </c:pt>
                <c:pt idx="12287">
                  <c:v>0.16027640514002656</c:v>
                </c:pt>
                <c:pt idx="12288">
                  <c:v>0.16029326233206853</c:v>
                </c:pt>
                <c:pt idx="12289">
                  <c:v>0.16030118096336468</c:v>
                </c:pt>
                <c:pt idx="12290">
                  <c:v>0.1603023037621924</c:v>
                </c:pt>
                <c:pt idx="12291">
                  <c:v>0.16030507166900457</c:v>
                </c:pt>
                <c:pt idx="12292">
                  <c:v>0.1603184678108959</c:v>
                </c:pt>
                <c:pt idx="12293">
                  <c:v>0.16032725353589591</c:v>
                </c:pt>
                <c:pt idx="12294">
                  <c:v>0.16033789766150366</c:v>
                </c:pt>
                <c:pt idx="12295">
                  <c:v>0.16035760717465841</c:v>
                </c:pt>
                <c:pt idx="12296">
                  <c:v>0.1603603130372841</c:v>
                </c:pt>
                <c:pt idx="12297">
                  <c:v>0.16036138389891408</c:v>
                </c:pt>
                <c:pt idx="12298">
                  <c:v>0.16036187535342386</c:v>
                </c:pt>
                <c:pt idx="12299">
                  <c:v>0.16036819470367064</c:v>
                </c:pt>
                <c:pt idx="12300">
                  <c:v>0.16039135137599086</c:v>
                </c:pt>
                <c:pt idx="12301">
                  <c:v>0.16039326945881813</c:v>
                </c:pt>
                <c:pt idx="12302">
                  <c:v>0.16039441172081095</c:v>
                </c:pt>
                <c:pt idx="12303">
                  <c:v>0.16040231430249643</c:v>
                </c:pt>
                <c:pt idx="12304">
                  <c:v>0.16042207872321551</c:v>
                </c:pt>
                <c:pt idx="12305">
                  <c:v>0.16042740146270687</c:v>
                </c:pt>
                <c:pt idx="12306">
                  <c:v>0.16043324147900651</c:v>
                </c:pt>
                <c:pt idx="12307">
                  <c:v>0.16043946618911986</c:v>
                </c:pt>
                <c:pt idx="12308">
                  <c:v>0.16046218452056166</c:v>
                </c:pt>
                <c:pt idx="12309">
                  <c:v>0.1604671449514446</c:v>
                </c:pt>
                <c:pt idx="12310">
                  <c:v>0.16047087542144858</c:v>
                </c:pt>
                <c:pt idx="12311">
                  <c:v>0.16047200484698826</c:v>
                </c:pt>
                <c:pt idx="12312">
                  <c:v>0.16047849156732527</c:v>
                </c:pt>
                <c:pt idx="12313">
                  <c:v>0.16048107113333085</c:v>
                </c:pt>
                <c:pt idx="12314">
                  <c:v>0.16048868949419634</c:v>
                </c:pt>
                <c:pt idx="12315">
                  <c:v>0.16050525335274354</c:v>
                </c:pt>
                <c:pt idx="12316">
                  <c:v>0.16051037457605158</c:v>
                </c:pt>
                <c:pt idx="12317">
                  <c:v>0.16052382008597751</c:v>
                </c:pt>
                <c:pt idx="12318">
                  <c:v>0.16053300135358539</c:v>
                </c:pt>
                <c:pt idx="12319">
                  <c:v>0.16053520223487067</c:v>
                </c:pt>
                <c:pt idx="12320">
                  <c:v>0.16053653444441715</c:v>
                </c:pt>
                <c:pt idx="12321">
                  <c:v>0.16054303044007012</c:v>
                </c:pt>
                <c:pt idx="12322">
                  <c:v>0.16057432736909466</c:v>
                </c:pt>
                <c:pt idx="12323">
                  <c:v>0.16058624607725744</c:v>
                </c:pt>
                <c:pt idx="12324">
                  <c:v>0.16059297801475853</c:v>
                </c:pt>
                <c:pt idx="12325">
                  <c:v>0.16059575693982031</c:v>
                </c:pt>
                <c:pt idx="12326">
                  <c:v>0.16060005408745834</c:v>
                </c:pt>
                <c:pt idx="12327">
                  <c:v>0.16060022829966628</c:v>
                </c:pt>
                <c:pt idx="12328">
                  <c:v>0.1606038243723335</c:v>
                </c:pt>
                <c:pt idx="12329">
                  <c:v>0.16060543785906206</c:v>
                </c:pt>
                <c:pt idx="12330">
                  <c:v>0.16061681913024212</c:v>
                </c:pt>
                <c:pt idx="12331">
                  <c:v>0.16062723147316804</c:v>
                </c:pt>
                <c:pt idx="12332">
                  <c:v>0.16062954179272221</c:v>
                </c:pt>
                <c:pt idx="12333">
                  <c:v>0.16063307714139549</c:v>
                </c:pt>
                <c:pt idx="12334">
                  <c:v>0.16064995470522309</c:v>
                </c:pt>
                <c:pt idx="12335">
                  <c:v>0.16065828972373686</c:v>
                </c:pt>
                <c:pt idx="12336">
                  <c:v>0.16067518244817186</c:v>
                </c:pt>
                <c:pt idx="12337">
                  <c:v>0.16072054626822804</c:v>
                </c:pt>
                <c:pt idx="12338">
                  <c:v>0.16072478097465731</c:v>
                </c:pt>
                <c:pt idx="12339">
                  <c:v>0.16072761955284845</c:v>
                </c:pt>
                <c:pt idx="12340">
                  <c:v>0.16074206158790608</c:v>
                </c:pt>
                <c:pt idx="12341">
                  <c:v>0.16074808230599702</c:v>
                </c:pt>
                <c:pt idx="12342">
                  <c:v>0.16075722412571961</c:v>
                </c:pt>
                <c:pt idx="12343">
                  <c:v>0.16077146397295156</c:v>
                </c:pt>
                <c:pt idx="12344">
                  <c:v>0.16077320537556439</c:v>
                </c:pt>
                <c:pt idx="12345">
                  <c:v>0.16079198358130475</c:v>
                </c:pt>
                <c:pt idx="12346">
                  <c:v>0.16079359293763013</c:v>
                </c:pt>
                <c:pt idx="12347">
                  <c:v>0.1607986049455056</c:v>
                </c:pt>
                <c:pt idx="12348">
                  <c:v>0.16084345851516207</c:v>
                </c:pt>
                <c:pt idx="12349">
                  <c:v>0.16084487896005228</c:v>
                </c:pt>
                <c:pt idx="12350">
                  <c:v>0.16085204798288893</c:v>
                </c:pt>
                <c:pt idx="12351">
                  <c:v>0.16087203740326839</c:v>
                </c:pt>
                <c:pt idx="12352">
                  <c:v>0.16087726317137879</c:v>
                </c:pt>
                <c:pt idx="12353">
                  <c:v>0.16087769437431437</c:v>
                </c:pt>
                <c:pt idx="12354">
                  <c:v>0.16088530813215279</c:v>
                </c:pt>
                <c:pt idx="12355">
                  <c:v>0.16089203796713353</c:v>
                </c:pt>
                <c:pt idx="12356">
                  <c:v>0.16089405537012391</c:v>
                </c:pt>
                <c:pt idx="12357">
                  <c:v>0.16089424305049707</c:v>
                </c:pt>
                <c:pt idx="12358">
                  <c:v>0.16090715042998746</c:v>
                </c:pt>
                <c:pt idx="12359">
                  <c:v>0.16090816808049932</c:v>
                </c:pt>
                <c:pt idx="12360">
                  <c:v>0.16091469976464171</c:v>
                </c:pt>
                <c:pt idx="12361">
                  <c:v>0.160936698432357</c:v>
                </c:pt>
                <c:pt idx="12362">
                  <c:v>0.1609422271633876</c:v>
                </c:pt>
                <c:pt idx="12363">
                  <c:v>0.16094975903782671</c:v>
                </c:pt>
                <c:pt idx="12364">
                  <c:v>0.16095187075554807</c:v>
                </c:pt>
                <c:pt idx="12365">
                  <c:v>0.16095458002966206</c:v>
                </c:pt>
                <c:pt idx="12366">
                  <c:v>0.160955962618715</c:v>
                </c:pt>
                <c:pt idx="12367">
                  <c:v>0.16098199791809822</c:v>
                </c:pt>
                <c:pt idx="12368">
                  <c:v>0.16100714395600862</c:v>
                </c:pt>
                <c:pt idx="12369">
                  <c:v>0.16101765669066162</c:v>
                </c:pt>
                <c:pt idx="12370">
                  <c:v>0.16101949850622177</c:v>
                </c:pt>
                <c:pt idx="12371">
                  <c:v>0.16103890719191719</c:v>
                </c:pt>
                <c:pt idx="12372">
                  <c:v>0.16104106681792116</c:v>
                </c:pt>
                <c:pt idx="12373">
                  <c:v>0.16104719709195153</c:v>
                </c:pt>
                <c:pt idx="12374">
                  <c:v>0.1610557459822845</c:v>
                </c:pt>
                <c:pt idx="12375">
                  <c:v>0.16105723556835547</c:v>
                </c:pt>
                <c:pt idx="12376">
                  <c:v>0.16106002587217955</c:v>
                </c:pt>
                <c:pt idx="12377">
                  <c:v>0.16106262969109192</c:v>
                </c:pt>
                <c:pt idx="12378">
                  <c:v>0.16107497926434294</c:v>
                </c:pt>
                <c:pt idx="12379">
                  <c:v>0.16109567586159637</c:v>
                </c:pt>
                <c:pt idx="12380">
                  <c:v>0.16109685660031614</c:v>
                </c:pt>
                <c:pt idx="12381">
                  <c:v>0.16111552047236738</c:v>
                </c:pt>
                <c:pt idx="12382">
                  <c:v>0.16111590336010248</c:v>
                </c:pt>
                <c:pt idx="12383">
                  <c:v>0.16113856919546779</c:v>
                </c:pt>
                <c:pt idx="12384">
                  <c:v>0.16115340023312066</c:v>
                </c:pt>
                <c:pt idx="12385">
                  <c:v>0.161174149538483</c:v>
                </c:pt>
                <c:pt idx="12386">
                  <c:v>0.16120352585301234</c:v>
                </c:pt>
                <c:pt idx="12387">
                  <c:v>0.1612076096271739</c:v>
                </c:pt>
                <c:pt idx="12388">
                  <c:v>0.16121017695978945</c:v>
                </c:pt>
                <c:pt idx="12389">
                  <c:v>0.16121289586340151</c:v>
                </c:pt>
                <c:pt idx="12390">
                  <c:v>0.16121360342350224</c:v>
                </c:pt>
                <c:pt idx="12391">
                  <c:v>0.16121361843665619</c:v>
                </c:pt>
                <c:pt idx="12392">
                  <c:v>0.16125311596810457</c:v>
                </c:pt>
                <c:pt idx="12393">
                  <c:v>0.16127012260379847</c:v>
                </c:pt>
                <c:pt idx="12394">
                  <c:v>0.16127099348681614</c:v>
                </c:pt>
                <c:pt idx="12395">
                  <c:v>0.16128435536814584</c:v>
                </c:pt>
                <c:pt idx="12396">
                  <c:v>0.16130007581232392</c:v>
                </c:pt>
                <c:pt idx="12397">
                  <c:v>0.16131618488442676</c:v>
                </c:pt>
                <c:pt idx="12398">
                  <c:v>0.16131650159959304</c:v>
                </c:pt>
                <c:pt idx="12399">
                  <c:v>0.16132052857270776</c:v>
                </c:pt>
                <c:pt idx="12400">
                  <c:v>0.16136945194514049</c:v>
                </c:pt>
                <c:pt idx="12401">
                  <c:v>0.16137988654369162</c:v>
                </c:pt>
                <c:pt idx="12402">
                  <c:v>0.1613887818053831</c:v>
                </c:pt>
                <c:pt idx="12403">
                  <c:v>0.16140464368182131</c:v>
                </c:pt>
                <c:pt idx="12404">
                  <c:v>0.16142753607226132</c:v>
                </c:pt>
                <c:pt idx="12405">
                  <c:v>0.16144133196956834</c:v>
                </c:pt>
                <c:pt idx="12406">
                  <c:v>0.16145907015886746</c:v>
                </c:pt>
                <c:pt idx="12407">
                  <c:v>0.1614713235353559</c:v>
                </c:pt>
                <c:pt idx="12408">
                  <c:v>0.16149251739476544</c:v>
                </c:pt>
                <c:pt idx="12409">
                  <c:v>0.16149457826160762</c:v>
                </c:pt>
                <c:pt idx="12410">
                  <c:v>0.16150079418837041</c:v>
                </c:pt>
                <c:pt idx="12411">
                  <c:v>0.16150899916278519</c:v>
                </c:pt>
                <c:pt idx="12412">
                  <c:v>0.16150944153302049</c:v>
                </c:pt>
                <c:pt idx="12413">
                  <c:v>0.16151802169130888</c:v>
                </c:pt>
                <c:pt idx="12414">
                  <c:v>0.16151919058751291</c:v>
                </c:pt>
                <c:pt idx="12415">
                  <c:v>0.16153245688635076</c:v>
                </c:pt>
                <c:pt idx="12416">
                  <c:v>0.16154766353079247</c:v>
                </c:pt>
                <c:pt idx="12417">
                  <c:v>0.16157078738483663</c:v>
                </c:pt>
                <c:pt idx="12418">
                  <c:v>0.16157342640734226</c:v>
                </c:pt>
                <c:pt idx="12419">
                  <c:v>0.16157783674401738</c:v>
                </c:pt>
                <c:pt idx="12420">
                  <c:v>0.16158044143549349</c:v>
                </c:pt>
                <c:pt idx="12421">
                  <c:v>0.16159260416235682</c:v>
                </c:pt>
                <c:pt idx="12422">
                  <c:v>0.16159475702420451</c:v>
                </c:pt>
                <c:pt idx="12423">
                  <c:v>0.16162526861335946</c:v>
                </c:pt>
                <c:pt idx="12424">
                  <c:v>0.16163173579336765</c:v>
                </c:pt>
                <c:pt idx="12425">
                  <c:v>0.16165076774158618</c:v>
                </c:pt>
                <c:pt idx="12426">
                  <c:v>0.16166803389868734</c:v>
                </c:pt>
                <c:pt idx="12427">
                  <c:v>0.16167913209909676</c:v>
                </c:pt>
                <c:pt idx="12428">
                  <c:v>0.1616817656197429</c:v>
                </c:pt>
                <c:pt idx="12429">
                  <c:v>0.16170807706608584</c:v>
                </c:pt>
                <c:pt idx="12430">
                  <c:v>0.16171149480619718</c:v>
                </c:pt>
                <c:pt idx="12431">
                  <c:v>0.16171883258084158</c:v>
                </c:pt>
                <c:pt idx="12432">
                  <c:v>0.1617196114745871</c:v>
                </c:pt>
                <c:pt idx="12433">
                  <c:v>0.16173722092645695</c:v>
                </c:pt>
                <c:pt idx="12434">
                  <c:v>0.1617555750027751</c:v>
                </c:pt>
                <c:pt idx="12435">
                  <c:v>0.16175599494155979</c:v>
                </c:pt>
                <c:pt idx="12436">
                  <c:v>0.1617597241254724</c:v>
                </c:pt>
                <c:pt idx="12437">
                  <c:v>0.16176076832755051</c:v>
                </c:pt>
                <c:pt idx="12438">
                  <c:v>0.16177493107235413</c:v>
                </c:pt>
                <c:pt idx="12439">
                  <c:v>0.1617851898810867</c:v>
                </c:pt>
                <c:pt idx="12440">
                  <c:v>0.16179538156683515</c:v>
                </c:pt>
                <c:pt idx="12441">
                  <c:v>0.16180043608335029</c:v>
                </c:pt>
                <c:pt idx="12442">
                  <c:v>0.16180375335226785</c:v>
                </c:pt>
                <c:pt idx="12443">
                  <c:v>0.16181109689925632</c:v>
                </c:pt>
                <c:pt idx="12444">
                  <c:v>0.16183928067926112</c:v>
                </c:pt>
                <c:pt idx="12445">
                  <c:v>0.16185920074176083</c:v>
                </c:pt>
                <c:pt idx="12446">
                  <c:v>0.16186503610739342</c:v>
                </c:pt>
                <c:pt idx="12447">
                  <c:v>0.1618682332639039</c:v>
                </c:pt>
                <c:pt idx="12448">
                  <c:v>0.16186916323284847</c:v>
                </c:pt>
                <c:pt idx="12449">
                  <c:v>0.16187214246513018</c:v>
                </c:pt>
                <c:pt idx="12450">
                  <c:v>0.1618766838021265</c:v>
                </c:pt>
                <c:pt idx="12451">
                  <c:v>0.1618885038969948</c:v>
                </c:pt>
                <c:pt idx="12452">
                  <c:v>0.1619215638257393</c:v>
                </c:pt>
                <c:pt idx="12453">
                  <c:v>0.16193530925464647</c:v>
                </c:pt>
                <c:pt idx="12454">
                  <c:v>0.16196684839444603</c:v>
                </c:pt>
                <c:pt idx="12455">
                  <c:v>0.16197148148866369</c:v>
                </c:pt>
                <c:pt idx="12456">
                  <c:v>0.16199417194609422</c:v>
                </c:pt>
                <c:pt idx="12457">
                  <c:v>0.16201144312710145</c:v>
                </c:pt>
                <c:pt idx="12458">
                  <c:v>0.16202742823973398</c:v>
                </c:pt>
                <c:pt idx="12459">
                  <c:v>0.16203739350375099</c:v>
                </c:pt>
                <c:pt idx="12460">
                  <c:v>0.16205020587889343</c:v>
                </c:pt>
                <c:pt idx="12461">
                  <c:v>0.1620574802841086</c:v>
                </c:pt>
                <c:pt idx="12462">
                  <c:v>0.16209159726087977</c:v>
                </c:pt>
                <c:pt idx="12463">
                  <c:v>0.16209486375638094</c:v>
                </c:pt>
                <c:pt idx="12464">
                  <c:v>0.16212983864167993</c:v>
                </c:pt>
                <c:pt idx="12465">
                  <c:v>0.16215082872684966</c:v>
                </c:pt>
                <c:pt idx="12466">
                  <c:v>0.16215793877567586</c:v>
                </c:pt>
                <c:pt idx="12467">
                  <c:v>0.16216564705076106</c:v>
                </c:pt>
                <c:pt idx="12468">
                  <c:v>0.16216626134942699</c:v>
                </c:pt>
                <c:pt idx="12469">
                  <c:v>0.16217051398001697</c:v>
                </c:pt>
                <c:pt idx="12470">
                  <c:v>0.16217403010807313</c:v>
                </c:pt>
                <c:pt idx="12471">
                  <c:v>0.1621837846023543</c:v>
                </c:pt>
                <c:pt idx="12472">
                  <c:v>0.16220621739693972</c:v>
                </c:pt>
                <c:pt idx="12473">
                  <c:v>0.16220982895542452</c:v>
                </c:pt>
                <c:pt idx="12474">
                  <c:v>0.16221303258075667</c:v>
                </c:pt>
                <c:pt idx="12475">
                  <c:v>0.16222893631658933</c:v>
                </c:pt>
                <c:pt idx="12476">
                  <c:v>0.1622459103651524</c:v>
                </c:pt>
                <c:pt idx="12477">
                  <c:v>0.16226766948111476</c:v>
                </c:pt>
                <c:pt idx="12478">
                  <c:v>0.16232153004701819</c:v>
                </c:pt>
                <c:pt idx="12479">
                  <c:v>0.16236869218274635</c:v>
                </c:pt>
                <c:pt idx="12480">
                  <c:v>0.16237767801698161</c:v>
                </c:pt>
                <c:pt idx="12481">
                  <c:v>0.16238908077244774</c:v>
                </c:pt>
                <c:pt idx="12482">
                  <c:v>0.16239981125776137</c:v>
                </c:pt>
                <c:pt idx="12483">
                  <c:v>0.16242505413205888</c:v>
                </c:pt>
                <c:pt idx="12484">
                  <c:v>0.16243269465811219</c:v>
                </c:pt>
                <c:pt idx="12485">
                  <c:v>0.16243541001591436</c:v>
                </c:pt>
                <c:pt idx="12486">
                  <c:v>0.16243738424406493</c:v>
                </c:pt>
                <c:pt idx="12487">
                  <c:v>0.16244739537264669</c:v>
                </c:pt>
                <c:pt idx="12488">
                  <c:v>0.1624575862733881</c:v>
                </c:pt>
                <c:pt idx="12489">
                  <c:v>0.16245945558434685</c:v>
                </c:pt>
                <c:pt idx="12490">
                  <c:v>0.16246431725801125</c:v>
                </c:pt>
                <c:pt idx="12491">
                  <c:v>0.16246634428459308</c:v>
                </c:pt>
                <c:pt idx="12492">
                  <c:v>0.16247036806790649</c:v>
                </c:pt>
                <c:pt idx="12493">
                  <c:v>0.16248321999476165</c:v>
                </c:pt>
                <c:pt idx="12494">
                  <c:v>0.16248963777329173</c:v>
                </c:pt>
                <c:pt idx="12495">
                  <c:v>0.16250961844444109</c:v>
                </c:pt>
                <c:pt idx="12496">
                  <c:v>0.16251415073462389</c:v>
                </c:pt>
                <c:pt idx="12497">
                  <c:v>0.16252171595922796</c:v>
                </c:pt>
                <c:pt idx="12498">
                  <c:v>0.16253794364451551</c:v>
                </c:pt>
                <c:pt idx="12499">
                  <c:v>0.16258456267995652</c:v>
                </c:pt>
                <c:pt idx="12500">
                  <c:v>0.16258741076362204</c:v>
                </c:pt>
                <c:pt idx="12501">
                  <c:v>0.16259391226640382</c:v>
                </c:pt>
                <c:pt idx="12502">
                  <c:v>0.16259940917074292</c:v>
                </c:pt>
                <c:pt idx="12503">
                  <c:v>0.16260197567752827</c:v>
                </c:pt>
                <c:pt idx="12504">
                  <c:v>0.16261133704878453</c:v>
                </c:pt>
                <c:pt idx="12505">
                  <c:v>0.16261242654467753</c:v>
                </c:pt>
                <c:pt idx="12506">
                  <c:v>0.16264159832258804</c:v>
                </c:pt>
                <c:pt idx="12507">
                  <c:v>0.16264697961482882</c:v>
                </c:pt>
                <c:pt idx="12508">
                  <c:v>0.16266746702477416</c:v>
                </c:pt>
                <c:pt idx="12509">
                  <c:v>0.16267993136639594</c:v>
                </c:pt>
                <c:pt idx="12510">
                  <c:v>0.16268135426123181</c:v>
                </c:pt>
                <c:pt idx="12511">
                  <c:v>0.16268403142272236</c:v>
                </c:pt>
                <c:pt idx="12512">
                  <c:v>0.16270566500954067</c:v>
                </c:pt>
                <c:pt idx="12513">
                  <c:v>0.16271758769907654</c:v>
                </c:pt>
                <c:pt idx="12514">
                  <c:v>0.16272008471238905</c:v>
                </c:pt>
                <c:pt idx="12515">
                  <c:v>0.16272687191891422</c:v>
                </c:pt>
                <c:pt idx="12516">
                  <c:v>0.16275621919986916</c:v>
                </c:pt>
                <c:pt idx="12517">
                  <c:v>0.16275793030333854</c:v>
                </c:pt>
                <c:pt idx="12518">
                  <c:v>0.16276036134316105</c:v>
                </c:pt>
                <c:pt idx="12519">
                  <c:v>0.16278050899449253</c:v>
                </c:pt>
                <c:pt idx="12520">
                  <c:v>0.16278569304758156</c:v>
                </c:pt>
                <c:pt idx="12521">
                  <c:v>0.16279360718908942</c:v>
                </c:pt>
                <c:pt idx="12522">
                  <c:v>0.16279834923552342</c:v>
                </c:pt>
                <c:pt idx="12523">
                  <c:v>0.16280872734806584</c:v>
                </c:pt>
                <c:pt idx="12524">
                  <c:v>0.16281901565804335</c:v>
                </c:pt>
                <c:pt idx="12525">
                  <c:v>0.16282626419793186</c:v>
                </c:pt>
                <c:pt idx="12526">
                  <c:v>0.162887500306409</c:v>
                </c:pt>
                <c:pt idx="12527">
                  <c:v>0.16289833370948598</c:v>
                </c:pt>
                <c:pt idx="12528">
                  <c:v>0.1629321062840805</c:v>
                </c:pt>
                <c:pt idx="12529">
                  <c:v>0.16294214319410805</c:v>
                </c:pt>
                <c:pt idx="12530">
                  <c:v>0.16294567384030986</c:v>
                </c:pt>
                <c:pt idx="12531">
                  <c:v>0.16294845100297153</c:v>
                </c:pt>
                <c:pt idx="12532">
                  <c:v>0.16297145841059624</c:v>
                </c:pt>
                <c:pt idx="12533">
                  <c:v>0.16299345293514267</c:v>
                </c:pt>
                <c:pt idx="12534">
                  <c:v>0.16302167802051587</c:v>
                </c:pt>
                <c:pt idx="12535">
                  <c:v>0.16302246923806776</c:v>
                </c:pt>
                <c:pt idx="12536">
                  <c:v>0.16302589038647705</c:v>
                </c:pt>
                <c:pt idx="12537">
                  <c:v>0.16303055784380124</c:v>
                </c:pt>
                <c:pt idx="12538">
                  <c:v>0.16307837332512895</c:v>
                </c:pt>
                <c:pt idx="12539">
                  <c:v>0.1630943162466213</c:v>
                </c:pt>
                <c:pt idx="12540">
                  <c:v>0.16312959445504821</c:v>
                </c:pt>
                <c:pt idx="12541">
                  <c:v>0.16313090751400114</c:v>
                </c:pt>
                <c:pt idx="12542">
                  <c:v>0.16314496091042013</c:v>
                </c:pt>
                <c:pt idx="12543">
                  <c:v>0.16316342345103493</c:v>
                </c:pt>
                <c:pt idx="12544">
                  <c:v>0.16316568044399729</c:v>
                </c:pt>
                <c:pt idx="12545">
                  <c:v>0.16318127851943895</c:v>
                </c:pt>
                <c:pt idx="12546">
                  <c:v>0.16318501006620001</c:v>
                </c:pt>
                <c:pt idx="12547">
                  <c:v>0.16318572634102871</c:v>
                </c:pt>
                <c:pt idx="12548">
                  <c:v>0.16318961721674896</c:v>
                </c:pt>
                <c:pt idx="12549">
                  <c:v>0.16320961342715443</c:v>
                </c:pt>
                <c:pt idx="12550">
                  <c:v>0.16321768360534328</c:v>
                </c:pt>
                <c:pt idx="12551">
                  <c:v>0.16323399274460099</c:v>
                </c:pt>
                <c:pt idx="12552">
                  <c:v>0.16323979553998788</c:v>
                </c:pt>
                <c:pt idx="12553">
                  <c:v>0.16324622678858819</c:v>
                </c:pt>
                <c:pt idx="12554">
                  <c:v>0.16325005359858646</c:v>
                </c:pt>
                <c:pt idx="12555">
                  <c:v>0.16326140588711108</c:v>
                </c:pt>
                <c:pt idx="12556">
                  <c:v>0.16326647619973519</c:v>
                </c:pt>
                <c:pt idx="12557">
                  <c:v>0.16326668162564614</c:v>
                </c:pt>
                <c:pt idx="12558">
                  <c:v>0.16327502710330966</c:v>
                </c:pt>
                <c:pt idx="12559">
                  <c:v>0.16328171612133405</c:v>
                </c:pt>
                <c:pt idx="12560">
                  <c:v>0.16328294147438235</c:v>
                </c:pt>
                <c:pt idx="12561">
                  <c:v>0.16328377306649541</c:v>
                </c:pt>
                <c:pt idx="12562">
                  <c:v>0.16329212836585216</c:v>
                </c:pt>
                <c:pt idx="12563">
                  <c:v>0.16330215055370367</c:v>
                </c:pt>
                <c:pt idx="12564">
                  <c:v>0.16330297068830432</c:v>
                </c:pt>
                <c:pt idx="12565">
                  <c:v>0.16331421947541447</c:v>
                </c:pt>
                <c:pt idx="12566">
                  <c:v>0.16332645441510457</c:v>
                </c:pt>
                <c:pt idx="12567">
                  <c:v>0.16333382986465439</c:v>
                </c:pt>
                <c:pt idx="12568">
                  <c:v>0.16333700895915368</c:v>
                </c:pt>
                <c:pt idx="12569">
                  <c:v>0.16334861450712035</c:v>
                </c:pt>
                <c:pt idx="12570">
                  <c:v>0.16336785457072853</c:v>
                </c:pt>
                <c:pt idx="12571">
                  <c:v>0.16338011806326916</c:v>
                </c:pt>
                <c:pt idx="12572">
                  <c:v>0.16338684123273145</c:v>
                </c:pt>
                <c:pt idx="12573">
                  <c:v>0.16339556864372254</c:v>
                </c:pt>
                <c:pt idx="12574">
                  <c:v>0.16340110069362129</c:v>
                </c:pt>
                <c:pt idx="12575">
                  <c:v>0.16340844989949077</c:v>
                </c:pt>
                <c:pt idx="12576">
                  <c:v>0.1634272444353991</c:v>
                </c:pt>
                <c:pt idx="12577">
                  <c:v>0.16343262481732349</c:v>
                </c:pt>
                <c:pt idx="12578">
                  <c:v>0.16346858766909481</c:v>
                </c:pt>
                <c:pt idx="12579">
                  <c:v>0.16347368409217686</c:v>
                </c:pt>
                <c:pt idx="12580">
                  <c:v>0.16347765136341985</c:v>
                </c:pt>
                <c:pt idx="12581">
                  <c:v>0.16348443780580935</c:v>
                </c:pt>
                <c:pt idx="12582">
                  <c:v>0.1634912231011813</c:v>
                </c:pt>
                <c:pt idx="12583">
                  <c:v>0.16349292820445172</c:v>
                </c:pt>
                <c:pt idx="12584">
                  <c:v>0.16351015623089252</c:v>
                </c:pt>
                <c:pt idx="12585">
                  <c:v>0.16351329736662706</c:v>
                </c:pt>
                <c:pt idx="12586">
                  <c:v>0.16352715112793606</c:v>
                </c:pt>
                <c:pt idx="12587">
                  <c:v>0.16353278794273787</c:v>
                </c:pt>
                <c:pt idx="12588">
                  <c:v>0.16353859620457428</c:v>
                </c:pt>
                <c:pt idx="12589">
                  <c:v>0.16355114337000318</c:v>
                </c:pt>
                <c:pt idx="12590">
                  <c:v>0.16355116349157137</c:v>
                </c:pt>
                <c:pt idx="12591">
                  <c:v>0.16356145798452365</c:v>
                </c:pt>
                <c:pt idx="12592">
                  <c:v>0.16356983774963194</c:v>
                </c:pt>
                <c:pt idx="12593">
                  <c:v>0.16358677091688945</c:v>
                </c:pt>
                <c:pt idx="12594">
                  <c:v>0.16358766715247525</c:v>
                </c:pt>
                <c:pt idx="12595">
                  <c:v>0.16359575273904103</c:v>
                </c:pt>
                <c:pt idx="12596">
                  <c:v>0.16360255774296614</c:v>
                </c:pt>
                <c:pt idx="12597">
                  <c:v>0.16360277710548193</c:v>
                </c:pt>
                <c:pt idx="12598">
                  <c:v>0.16360420456761735</c:v>
                </c:pt>
                <c:pt idx="12599">
                  <c:v>0.163606340476877</c:v>
                </c:pt>
                <c:pt idx="12600">
                  <c:v>0.16361270301453282</c:v>
                </c:pt>
                <c:pt idx="12601">
                  <c:v>0.16363424131435342</c:v>
                </c:pt>
                <c:pt idx="12602">
                  <c:v>0.16365859522761494</c:v>
                </c:pt>
                <c:pt idx="12603">
                  <c:v>0.16368136015529886</c:v>
                </c:pt>
                <c:pt idx="12604">
                  <c:v>0.16368845332547008</c:v>
                </c:pt>
                <c:pt idx="12605">
                  <c:v>0.16369537395037323</c:v>
                </c:pt>
                <c:pt idx="12606">
                  <c:v>0.16370349082381166</c:v>
                </c:pt>
                <c:pt idx="12607">
                  <c:v>0.16371327831070859</c:v>
                </c:pt>
                <c:pt idx="12608">
                  <c:v>0.1637247306831402</c:v>
                </c:pt>
                <c:pt idx="12609">
                  <c:v>0.16373776682097826</c:v>
                </c:pt>
                <c:pt idx="12610">
                  <c:v>0.16375093300458546</c:v>
                </c:pt>
                <c:pt idx="12611">
                  <c:v>0.16375532629118916</c:v>
                </c:pt>
                <c:pt idx="12612">
                  <c:v>0.16378280360800357</c:v>
                </c:pt>
                <c:pt idx="12613">
                  <c:v>0.16379089476365399</c:v>
                </c:pt>
                <c:pt idx="12614">
                  <c:v>0.16381772460623381</c:v>
                </c:pt>
                <c:pt idx="12615">
                  <c:v>0.16384390483453309</c:v>
                </c:pt>
                <c:pt idx="12616">
                  <c:v>0.16385714076823141</c:v>
                </c:pt>
                <c:pt idx="12617">
                  <c:v>0.16386378664095716</c:v>
                </c:pt>
                <c:pt idx="12618">
                  <c:v>0.16386466940049266</c:v>
                </c:pt>
                <c:pt idx="12619">
                  <c:v>0.16387002060387637</c:v>
                </c:pt>
                <c:pt idx="12620">
                  <c:v>0.16389672022097629</c:v>
                </c:pt>
                <c:pt idx="12621">
                  <c:v>0.16390466818217711</c:v>
                </c:pt>
                <c:pt idx="12622">
                  <c:v>0.16391465025328442</c:v>
                </c:pt>
                <c:pt idx="12623">
                  <c:v>0.1639218952684609</c:v>
                </c:pt>
                <c:pt idx="12624">
                  <c:v>0.16395217785670776</c:v>
                </c:pt>
                <c:pt idx="12625">
                  <c:v>0.1639579730053029</c:v>
                </c:pt>
                <c:pt idx="12626">
                  <c:v>0.16396429342049285</c:v>
                </c:pt>
                <c:pt idx="12627">
                  <c:v>0.16397952413890721</c:v>
                </c:pt>
                <c:pt idx="12628">
                  <c:v>0.16398119118370938</c:v>
                </c:pt>
                <c:pt idx="12629">
                  <c:v>0.16400136526298539</c:v>
                </c:pt>
                <c:pt idx="12630">
                  <c:v>0.16400641657371048</c:v>
                </c:pt>
                <c:pt idx="12631">
                  <c:v>0.1640089632632441</c:v>
                </c:pt>
                <c:pt idx="12632">
                  <c:v>0.16401755199182286</c:v>
                </c:pt>
                <c:pt idx="12633">
                  <c:v>0.16402238503408673</c:v>
                </c:pt>
                <c:pt idx="12634">
                  <c:v>0.16405914590816184</c:v>
                </c:pt>
                <c:pt idx="12635">
                  <c:v>0.1640716673062943</c:v>
                </c:pt>
                <c:pt idx="12636">
                  <c:v>0.16409118972167569</c:v>
                </c:pt>
                <c:pt idx="12637">
                  <c:v>0.1641085231752242</c:v>
                </c:pt>
                <c:pt idx="12638">
                  <c:v>0.16410989589999675</c:v>
                </c:pt>
                <c:pt idx="12639">
                  <c:v>0.16412614582039237</c:v>
                </c:pt>
                <c:pt idx="12640">
                  <c:v>0.16413358643741385</c:v>
                </c:pt>
                <c:pt idx="12641">
                  <c:v>0.16415333566853541</c:v>
                </c:pt>
                <c:pt idx="12642">
                  <c:v>0.16416635355606291</c:v>
                </c:pt>
                <c:pt idx="12643">
                  <c:v>0.16417858828566589</c:v>
                </c:pt>
                <c:pt idx="12644">
                  <c:v>0.16418433691018758</c:v>
                </c:pt>
                <c:pt idx="12645">
                  <c:v>0.16420728329024828</c:v>
                </c:pt>
                <c:pt idx="12646">
                  <c:v>0.16421744688368495</c:v>
                </c:pt>
                <c:pt idx="12647">
                  <c:v>0.16422894287157569</c:v>
                </c:pt>
                <c:pt idx="12648">
                  <c:v>0.16423120485404991</c:v>
                </c:pt>
                <c:pt idx="12649">
                  <c:v>0.16424283067896359</c:v>
                </c:pt>
                <c:pt idx="12650">
                  <c:v>0.16424478428197334</c:v>
                </c:pt>
                <c:pt idx="12651">
                  <c:v>0.16425252927216721</c:v>
                </c:pt>
                <c:pt idx="12652">
                  <c:v>0.16426620859723129</c:v>
                </c:pt>
                <c:pt idx="12653">
                  <c:v>0.16432777547874927</c:v>
                </c:pt>
                <c:pt idx="12654">
                  <c:v>0.16433544412266582</c:v>
                </c:pt>
                <c:pt idx="12655">
                  <c:v>0.16434295971258339</c:v>
                </c:pt>
                <c:pt idx="12656">
                  <c:v>0.16434525765437275</c:v>
                </c:pt>
                <c:pt idx="12657">
                  <c:v>0.1643730880011478</c:v>
                </c:pt>
                <c:pt idx="12658">
                  <c:v>0.16438003054261921</c:v>
                </c:pt>
                <c:pt idx="12659">
                  <c:v>0.16438616596344838</c:v>
                </c:pt>
                <c:pt idx="12660">
                  <c:v>0.16438961418471507</c:v>
                </c:pt>
                <c:pt idx="12661">
                  <c:v>0.16439191820820542</c:v>
                </c:pt>
                <c:pt idx="12662">
                  <c:v>0.16439866808171891</c:v>
                </c:pt>
                <c:pt idx="12663">
                  <c:v>0.164416250033175</c:v>
                </c:pt>
                <c:pt idx="12664">
                  <c:v>0.16442071010664708</c:v>
                </c:pt>
                <c:pt idx="12665">
                  <c:v>0.16443517112178388</c:v>
                </c:pt>
                <c:pt idx="12666">
                  <c:v>0.16444188207794239</c:v>
                </c:pt>
                <c:pt idx="12667">
                  <c:v>0.16447751364944688</c:v>
                </c:pt>
                <c:pt idx="12668">
                  <c:v>0.16447973676097694</c:v>
                </c:pt>
                <c:pt idx="12669">
                  <c:v>0.16450564594566039</c:v>
                </c:pt>
                <c:pt idx="12670">
                  <c:v>0.16450954689069788</c:v>
                </c:pt>
                <c:pt idx="12671">
                  <c:v>0.16452104835051443</c:v>
                </c:pt>
                <c:pt idx="12672">
                  <c:v>0.16453131520367251</c:v>
                </c:pt>
                <c:pt idx="12673">
                  <c:v>0.16453582788209592</c:v>
                </c:pt>
                <c:pt idx="12674">
                  <c:v>0.16454335614085333</c:v>
                </c:pt>
                <c:pt idx="12675">
                  <c:v>0.16454572066150891</c:v>
                </c:pt>
                <c:pt idx="12676">
                  <c:v>0.16454774792357604</c:v>
                </c:pt>
                <c:pt idx="12677">
                  <c:v>0.16456369552883657</c:v>
                </c:pt>
                <c:pt idx="12678">
                  <c:v>0.16457890653472776</c:v>
                </c:pt>
                <c:pt idx="12679">
                  <c:v>0.16458262590859238</c:v>
                </c:pt>
                <c:pt idx="12680">
                  <c:v>0.16459920320128976</c:v>
                </c:pt>
                <c:pt idx="12681">
                  <c:v>0.16460023711096397</c:v>
                </c:pt>
                <c:pt idx="12682">
                  <c:v>0.16460791338014985</c:v>
                </c:pt>
                <c:pt idx="12683">
                  <c:v>0.1646107121276528</c:v>
                </c:pt>
                <c:pt idx="12684">
                  <c:v>0.16461118139559641</c:v>
                </c:pt>
                <c:pt idx="12685">
                  <c:v>0.16461756158761065</c:v>
                </c:pt>
                <c:pt idx="12686">
                  <c:v>0.1646358874711944</c:v>
                </c:pt>
                <c:pt idx="12687">
                  <c:v>0.16464117597388581</c:v>
                </c:pt>
                <c:pt idx="12688">
                  <c:v>0.16464258792018036</c:v>
                </c:pt>
                <c:pt idx="12689">
                  <c:v>0.16464524578501782</c:v>
                </c:pt>
                <c:pt idx="12690">
                  <c:v>0.1646509489008042</c:v>
                </c:pt>
                <c:pt idx="12691">
                  <c:v>0.16470986774968052</c:v>
                </c:pt>
                <c:pt idx="12692">
                  <c:v>0.16471217798336724</c:v>
                </c:pt>
                <c:pt idx="12693">
                  <c:v>0.16471819466276832</c:v>
                </c:pt>
                <c:pt idx="12694">
                  <c:v>0.16472430545522712</c:v>
                </c:pt>
                <c:pt idx="12695">
                  <c:v>0.16473491338979759</c:v>
                </c:pt>
                <c:pt idx="12696">
                  <c:v>0.16475292426925014</c:v>
                </c:pt>
                <c:pt idx="12697">
                  <c:v>0.1647629800840763</c:v>
                </c:pt>
                <c:pt idx="12698">
                  <c:v>0.16477728732582009</c:v>
                </c:pt>
                <c:pt idx="12699">
                  <c:v>0.16477813911401509</c:v>
                </c:pt>
                <c:pt idx="12700">
                  <c:v>0.16478380099787013</c:v>
                </c:pt>
                <c:pt idx="12701">
                  <c:v>0.16479783868968775</c:v>
                </c:pt>
                <c:pt idx="12702">
                  <c:v>0.16484004269846386</c:v>
                </c:pt>
                <c:pt idx="12703">
                  <c:v>0.16484252266391985</c:v>
                </c:pt>
                <c:pt idx="12704">
                  <c:v>0.16486732513034236</c:v>
                </c:pt>
                <c:pt idx="12705">
                  <c:v>0.1648820997971068</c:v>
                </c:pt>
                <c:pt idx="12706">
                  <c:v>0.16488739493037577</c:v>
                </c:pt>
                <c:pt idx="12707">
                  <c:v>0.1648884172711747</c:v>
                </c:pt>
                <c:pt idx="12708">
                  <c:v>0.16492000443388324</c:v>
                </c:pt>
                <c:pt idx="12709">
                  <c:v>0.16493651659138539</c:v>
                </c:pt>
                <c:pt idx="12710">
                  <c:v>0.1649414133072066</c:v>
                </c:pt>
                <c:pt idx="12711">
                  <c:v>0.16495124107928505</c:v>
                </c:pt>
                <c:pt idx="12712">
                  <c:v>0.16496429676442137</c:v>
                </c:pt>
                <c:pt idx="12713">
                  <c:v>0.16496646401679857</c:v>
                </c:pt>
                <c:pt idx="12714">
                  <c:v>0.16497446268148214</c:v>
                </c:pt>
                <c:pt idx="12715">
                  <c:v>0.16500197142328754</c:v>
                </c:pt>
                <c:pt idx="12716">
                  <c:v>0.16500829900179143</c:v>
                </c:pt>
                <c:pt idx="12717">
                  <c:v>0.16500862160884255</c:v>
                </c:pt>
                <c:pt idx="12718">
                  <c:v>0.16500894402291549</c:v>
                </c:pt>
                <c:pt idx="12719">
                  <c:v>0.16501713398365694</c:v>
                </c:pt>
                <c:pt idx="12720">
                  <c:v>0.16501935251787575</c:v>
                </c:pt>
                <c:pt idx="12721">
                  <c:v>0.16502341544959467</c:v>
                </c:pt>
                <c:pt idx="12722">
                  <c:v>0.16503486485893698</c:v>
                </c:pt>
                <c:pt idx="12723">
                  <c:v>0.16503709945461892</c:v>
                </c:pt>
                <c:pt idx="12724">
                  <c:v>0.16503951184238982</c:v>
                </c:pt>
                <c:pt idx="12725">
                  <c:v>0.16504695345443077</c:v>
                </c:pt>
                <c:pt idx="12726">
                  <c:v>0.16507521804992803</c:v>
                </c:pt>
                <c:pt idx="12727">
                  <c:v>0.16507753372766532</c:v>
                </c:pt>
                <c:pt idx="12728">
                  <c:v>0.1650926377760564</c:v>
                </c:pt>
                <c:pt idx="12729">
                  <c:v>0.16510240582951352</c:v>
                </c:pt>
                <c:pt idx="12730">
                  <c:v>0.16512096969168424</c:v>
                </c:pt>
                <c:pt idx="12731">
                  <c:v>0.16515171026537898</c:v>
                </c:pt>
                <c:pt idx="12732">
                  <c:v>0.16515478875114786</c:v>
                </c:pt>
                <c:pt idx="12733">
                  <c:v>0.16516361720651115</c:v>
                </c:pt>
                <c:pt idx="12734">
                  <c:v>0.16516611127540298</c:v>
                </c:pt>
                <c:pt idx="12735">
                  <c:v>0.16517307345785112</c:v>
                </c:pt>
                <c:pt idx="12736">
                  <c:v>0.16520480952003322</c:v>
                </c:pt>
                <c:pt idx="12737">
                  <c:v>0.16520790159046472</c:v>
                </c:pt>
                <c:pt idx="12738">
                  <c:v>0.16521897113478615</c:v>
                </c:pt>
                <c:pt idx="12739">
                  <c:v>0.16524144363890053</c:v>
                </c:pt>
                <c:pt idx="12740">
                  <c:v>0.16524341832332476</c:v>
                </c:pt>
                <c:pt idx="12741">
                  <c:v>0.16524374499176162</c:v>
                </c:pt>
                <c:pt idx="12742">
                  <c:v>0.16524969699653735</c:v>
                </c:pt>
                <c:pt idx="12743">
                  <c:v>0.16525993490928059</c:v>
                </c:pt>
                <c:pt idx="12744">
                  <c:v>0.16526066223709243</c:v>
                </c:pt>
                <c:pt idx="12745">
                  <c:v>0.16527045699398216</c:v>
                </c:pt>
                <c:pt idx="12746">
                  <c:v>0.16527157143019564</c:v>
                </c:pt>
                <c:pt idx="12747">
                  <c:v>0.16527348252787219</c:v>
                </c:pt>
                <c:pt idx="12748">
                  <c:v>0.16528734412936913</c:v>
                </c:pt>
                <c:pt idx="12749">
                  <c:v>0.16529456099114748</c:v>
                </c:pt>
                <c:pt idx="12750">
                  <c:v>0.16531595957606038</c:v>
                </c:pt>
                <c:pt idx="12751">
                  <c:v>0.1653261788716994</c:v>
                </c:pt>
                <c:pt idx="12752">
                  <c:v>0.16534458473488256</c:v>
                </c:pt>
                <c:pt idx="12753">
                  <c:v>0.16535669820060969</c:v>
                </c:pt>
                <c:pt idx="12754">
                  <c:v>0.16535786446447487</c:v>
                </c:pt>
                <c:pt idx="12755">
                  <c:v>0.16536094750909733</c:v>
                </c:pt>
                <c:pt idx="12756">
                  <c:v>0.16537416302415994</c:v>
                </c:pt>
                <c:pt idx="12757">
                  <c:v>0.16539258103945217</c:v>
                </c:pt>
                <c:pt idx="12758">
                  <c:v>0.16542057748861741</c:v>
                </c:pt>
                <c:pt idx="12759">
                  <c:v>0.16545195879183316</c:v>
                </c:pt>
                <c:pt idx="12760">
                  <c:v>0.16545731726877633</c:v>
                </c:pt>
                <c:pt idx="12761">
                  <c:v>0.16546847944903945</c:v>
                </c:pt>
                <c:pt idx="12762">
                  <c:v>0.16547524036765127</c:v>
                </c:pt>
                <c:pt idx="12763">
                  <c:v>0.16551983107163504</c:v>
                </c:pt>
                <c:pt idx="12764">
                  <c:v>0.16555344431376112</c:v>
                </c:pt>
                <c:pt idx="12765">
                  <c:v>0.1655634653423865</c:v>
                </c:pt>
                <c:pt idx="12766">
                  <c:v>0.16557743013722478</c:v>
                </c:pt>
                <c:pt idx="12767">
                  <c:v>0.16559247443545869</c:v>
                </c:pt>
                <c:pt idx="12768">
                  <c:v>0.16560321695046964</c:v>
                </c:pt>
                <c:pt idx="12769">
                  <c:v>0.16561270085775198</c:v>
                </c:pt>
                <c:pt idx="12770">
                  <c:v>0.16562617918256178</c:v>
                </c:pt>
                <c:pt idx="12771">
                  <c:v>0.16563878345935157</c:v>
                </c:pt>
                <c:pt idx="12772">
                  <c:v>0.16564076992500884</c:v>
                </c:pt>
                <c:pt idx="12773">
                  <c:v>0.16565227865829921</c:v>
                </c:pt>
                <c:pt idx="12774">
                  <c:v>0.16569647954075623</c:v>
                </c:pt>
                <c:pt idx="12775">
                  <c:v>0.16570432876398375</c:v>
                </c:pt>
                <c:pt idx="12776">
                  <c:v>0.16571698305902216</c:v>
                </c:pt>
                <c:pt idx="12777">
                  <c:v>0.165725985468481</c:v>
                </c:pt>
                <c:pt idx="12778">
                  <c:v>0.16573288139242839</c:v>
                </c:pt>
                <c:pt idx="12779">
                  <c:v>0.16576723134492041</c:v>
                </c:pt>
                <c:pt idx="12780">
                  <c:v>0.16578033936673961</c:v>
                </c:pt>
                <c:pt idx="12781">
                  <c:v>0.16578103708927849</c:v>
                </c:pt>
                <c:pt idx="12782">
                  <c:v>0.16580347285123317</c:v>
                </c:pt>
                <c:pt idx="12783">
                  <c:v>0.16581029511706499</c:v>
                </c:pt>
                <c:pt idx="12784">
                  <c:v>0.1658122802936231</c:v>
                </c:pt>
                <c:pt idx="12785">
                  <c:v>0.16581404010788053</c:v>
                </c:pt>
                <c:pt idx="12786">
                  <c:v>0.16582603927182121</c:v>
                </c:pt>
                <c:pt idx="12787">
                  <c:v>0.16583884088852563</c:v>
                </c:pt>
                <c:pt idx="12788">
                  <c:v>0.16584032720997346</c:v>
                </c:pt>
                <c:pt idx="12789">
                  <c:v>0.16584270849562902</c:v>
                </c:pt>
                <c:pt idx="12790">
                  <c:v>0.16584414489789681</c:v>
                </c:pt>
                <c:pt idx="12791">
                  <c:v>0.16584700351303797</c:v>
                </c:pt>
                <c:pt idx="12792">
                  <c:v>0.16585295454050189</c:v>
                </c:pt>
                <c:pt idx="12793">
                  <c:v>0.16587094937126978</c:v>
                </c:pt>
                <c:pt idx="12794">
                  <c:v>0.16588132088849428</c:v>
                </c:pt>
                <c:pt idx="12795">
                  <c:v>0.1659076423543229</c:v>
                </c:pt>
                <c:pt idx="12796">
                  <c:v>0.16591312950922832</c:v>
                </c:pt>
                <c:pt idx="12797">
                  <c:v>0.16592696255136821</c:v>
                </c:pt>
                <c:pt idx="12798">
                  <c:v>0.16594894598825724</c:v>
                </c:pt>
                <c:pt idx="12799">
                  <c:v>0.16595674876487457</c:v>
                </c:pt>
                <c:pt idx="12800">
                  <c:v>0.16596275139328984</c:v>
                </c:pt>
                <c:pt idx="12801">
                  <c:v>0.16596331323042188</c:v>
                </c:pt>
                <c:pt idx="12802">
                  <c:v>0.16596860421667439</c:v>
                </c:pt>
                <c:pt idx="12803">
                  <c:v>0.16596962366875187</c:v>
                </c:pt>
                <c:pt idx="12804">
                  <c:v>0.16598114791555607</c:v>
                </c:pt>
                <c:pt idx="12805">
                  <c:v>0.16598480209040414</c:v>
                </c:pt>
                <c:pt idx="12806">
                  <c:v>0.16598711871791885</c:v>
                </c:pt>
                <c:pt idx="12807">
                  <c:v>0.16599052873474965</c:v>
                </c:pt>
                <c:pt idx="12808">
                  <c:v>0.16601363543628464</c:v>
                </c:pt>
                <c:pt idx="12809">
                  <c:v>0.1660349498728512</c:v>
                </c:pt>
                <c:pt idx="12810">
                  <c:v>0.16604686190354145</c:v>
                </c:pt>
                <c:pt idx="12811">
                  <c:v>0.16606624080133342</c:v>
                </c:pt>
                <c:pt idx="12812">
                  <c:v>0.16608315188430059</c:v>
                </c:pt>
                <c:pt idx="12813">
                  <c:v>0.16613314325636422</c:v>
                </c:pt>
                <c:pt idx="12814">
                  <c:v>0.16614355439970416</c:v>
                </c:pt>
                <c:pt idx="12815">
                  <c:v>0.16614566504980216</c:v>
                </c:pt>
                <c:pt idx="12816">
                  <c:v>0.1661508069224891</c:v>
                </c:pt>
                <c:pt idx="12817">
                  <c:v>0.16615108788298211</c:v>
                </c:pt>
                <c:pt idx="12818">
                  <c:v>0.16615527731146501</c:v>
                </c:pt>
                <c:pt idx="12819">
                  <c:v>0.16618409934978526</c:v>
                </c:pt>
                <c:pt idx="12820">
                  <c:v>0.16618920690277922</c:v>
                </c:pt>
                <c:pt idx="12821">
                  <c:v>0.16620348848553942</c:v>
                </c:pt>
                <c:pt idx="12822">
                  <c:v>0.1662164865387116</c:v>
                </c:pt>
                <c:pt idx="12823">
                  <c:v>0.16624783852152922</c:v>
                </c:pt>
                <c:pt idx="12824">
                  <c:v>0.16625035315302528</c:v>
                </c:pt>
                <c:pt idx="12825">
                  <c:v>0.16625155714993095</c:v>
                </c:pt>
                <c:pt idx="12826">
                  <c:v>0.1662561188629926</c:v>
                </c:pt>
                <c:pt idx="12827">
                  <c:v>0.16627131501288842</c:v>
                </c:pt>
                <c:pt idx="12828">
                  <c:v>0.16630997832441866</c:v>
                </c:pt>
                <c:pt idx="12829">
                  <c:v>0.16632271992966344</c:v>
                </c:pt>
                <c:pt idx="12830">
                  <c:v>0.16633174590889821</c:v>
                </c:pt>
                <c:pt idx="12831">
                  <c:v>0.16634040000141151</c:v>
                </c:pt>
                <c:pt idx="12832">
                  <c:v>0.16635044654935432</c:v>
                </c:pt>
                <c:pt idx="12833">
                  <c:v>0.16637813162841347</c:v>
                </c:pt>
                <c:pt idx="12834">
                  <c:v>0.16638415161390677</c:v>
                </c:pt>
                <c:pt idx="12835">
                  <c:v>0.16638456360758017</c:v>
                </c:pt>
                <c:pt idx="12836">
                  <c:v>0.16639373665969701</c:v>
                </c:pt>
                <c:pt idx="12837">
                  <c:v>0.16640197070915169</c:v>
                </c:pt>
                <c:pt idx="12838">
                  <c:v>0.1664049279793787</c:v>
                </c:pt>
                <c:pt idx="12839">
                  <c:v>0.16640560203727037</c:v>
                </c:pt>
                <c:pt idx="12840">
                  <c:v>0.16641776476954678</c:v>
                </c:pt>
                <c:pt idx="12841">
                  <c:v>0.16642337321668912</c:v>
                </c:pt>
                <c:pt idx="12842">
                  <c:v>0.16643947026593295</c:v>
                </c:pt>
                <c:pt idx="12843">
                  <c:v>0.16644137914917081</c:v>
                </c:pt>
                <c:pt idx="12844">
                  <c:v>0.16646049612636737</c:v>
                </c:pt>
                <c:pt idx="12845">
                  <c:v>0.16647827161643955</c:v>
                </c:pt>
                <c:pt idx="12846">
                  <c:v>0.16650548012099481</c:v>
                </c:pt>
                <c:pt idx="12847">
                  <c:v>0.16653697073744816</c:v>
                </c:pt>
                <c:pt idx="12848">
                  <c:v>0.16653934974196097</c:v>
                </c:pt>
                <c:pt idx="12849">
                  <c:v>0.16655844305387768</c:v>
                </c:pt>
                <c:pt idx="12850">
                  <c:v>0.16656297496323533</c:v>
                </c:pt>
                <c:pt idx="12851">
                  <c:v>0.16656696768221288</c:v>
                </c:pt>
                <c:pt idx="12852">
                  <c:v>0.16656917131551968</c:v>
                </c:pt>
                <c:pt idx="12853">
                  <c:v>0.16660100925317606</c:v>
                </c:pt>
                <c:pt idx="12854">
                  <c:v>0.1666136624113172</c:v>
                </c:pt>
                <c:pt idx="12855">
                  <c:v>0.16662872024385258</c:v>
                </c:pt>
                <c:pt idx="12856">
                  <c:v>0.16664751880457193</c:v>
                </c:pt>
                <c:pt idx="12857">
                  <c:v>0.16666355850623193</c:v>
                </c:pt>
                <c:pt idx="12858">
                  <c:v>0.166668669648559</c:v>
                </c:pt>
                <c:pt idx="12859">
                  <c:v>0.16667238512542179</c:v>
                </c:pt>
                <c:pt idx="12860">
                  <c:v>0.16668375651042402</c:v>
                </c:pt>
                <c:pt idx="12861">
                  <c:v>0.16669092434974614</c:v>
                </c:pt>
                <c:pt idx="12862">
                  <c:v>0.16669461384468748</c:v>
                </c:pt>
                <c:pt idx="12863">
                  <c:v>0.16669505215496006</c:v>
                </c:pt>
                <c:pt idx="12864">
                  <c:v>0.16671575247397316</c:v>
                </c:pt>
                <c:pt idx="12865">
                  <c:v>0.16673031585695289</c:v>
                </c:pt>
                <c:pt idx="12866">
                  <c:v>0.16674292159984308</c:v>
                </c:pt>
                <c:pt idx="12867">
                  <c:v>0.16675341083034545</c:v>
                </c:pt>
                <c:pt idx="12868">
                  <c:v>0.16675696283936248</c:v>
                </c:pt>
                <c:pt idx="12869">
                  <c:v>0.16676930218291416</c:v>
                </c:pt>
                <c:pt idx="12870">
                  <c:v>0.16676995581424284</c:v>
                </c:pt>
                <c:pt idx="12871">
                  <c:v>0.16677885338275997</c:v>
                </c:pt>
                <c:pt idx="12872">
                  <c:v>0.16677900050064867</c:v>
                </c:pt>
                <c:pt idx="12873">
                  <c:v>0.16678373967510385</c:v>
                </c:pt>
                <c:pt idx="12874">
                  <c:v>0.16678777400173325</c:v>
                </c:pt>
                <c:pt idx="12875">
                  <c:v>0.16680040315261985</c:v>
                </c:pt>
                <c:pt idx="12876">
                  <c:v>0.16680087605422245</c:v>
                </c:pt>
                <c:pt idx="12877">
                  <c:v>0.16680641853145803</c:v>
                </c:pt>
                <c:pt idx="12878">
                  <c:v>0.16681530387506341</c:v>
                </c:pt>
                <c:pt idx="12879">
                  <c:v>0.16681593712110993</c:v>
                </c:pt>
                <c:pt idx="12880">
                  <c:v>0.16683509992214912</c:v>
                </c:pt>
                <c:pt idx="12881">
                  <c:v>0.16683758294784309</c:v>
                </c:pt>
                <c:pt idx="12882">
                  <c:v>0.16684653541249139</c:v>
                </c:pt>
                <c:pt idx="12883">
                  <c:v>0.16686624764014971</c:v>
                </c:pt>
                <c:pt idx="12884">
                  <c:v>0.16687378710079639</c:v>
                </c:pt>
                <c:pt idx="12885">
                  <c:v>0.16691036603934387</c:v>
                </c:pt>
                <c:pt idx="12886">
                  <c:v>0.16693723567187263</c:v>
                </c:pt>
                <c:pt idx="12887">
                  <c:v>0.16694418433956082</c:v>
                </c:pt>
                <c:pt idx="12888">
                  <c:v>0.16696582556101297</c:v>
                </c:pt>
                <c:pt idx="12889">
                  <c:v>0.16698031577142475</c:v>
                </c:pt>
                <c:pt idx="12890">
                  <c:v>0.1670174804929348</c:v>
                </c:pt>
                <c:pt idx="12891">
                  <c:v>0.16702888808917929</c:v>
                </c:pt>
                <c:pt idx="12892">
                  <c:v>0.16704825573729568</c:v>
                </c:pt>
                <c:pt idx="12893">
                  <c:v>0.16705588932519233</c:v>
                </c:pt>
                <c:pt idx="12894">
                  <c:v>0.16705836168771296</c:v>
                </c:pt>
                <c:pt idx="12895">
                  <c:v>0.1670625247874232</c:v>
                </c:pt>
                <c:pt idx="12896">
                  <c:v>0.16708660342531792</c:v>
                </c:pt>
                <c:pt idx="12897">
                  <c:v>0.16710538008906556</c:v>
                </c:pt>
                <c:pt idx="12898">
                  <c:v>0.16710574303344722</c:v>
                </c:pt>
                <c:pt idx="12899">
                  <c:v>0.16710787834081778</c:v>
                </c:pt>
                <c:pt idx="12900">
                  <c:v>0.16711976245241078</c:v>
                </c:pt>
                <c:pt idx="12901">
                  <c:v>0.16712117310568964</c:v>
                </c:pt>
                <c:pt idx="12902">
                  <c:v>0.16712725291501179</c:v>
                </c:pt>
                <c:pt idx="12903">
                  <c:v>0.1671448327408285</c:v>
                </c:pt>
                <c:pt idx="12904">
                  <c:v>0.16714642648545874</c:v>
                </c:pt>
                <c:pt idx="12905">
                  <c:v>0.16717131980255859</c:v>
                </c:pt>
                <c:pt idx="12906">
                  <c:v>0.16717165219625815</c:v>
                </c:pt>
                <c:pt idx="12907">
                  <c:v>0.16717355877012247</c:v>
                </c:pt>
                <c:pt idx="12908">
                  <c:v>0.16717657681891929</c:v>
                </c:pt>
                <c:pt idx="12909">
                  <c:v>0.16718006002516664</c:v>
                </c:pt>
                <c:pt idx="12910">
                  <c:v>0.16719547845100755</c:v>
                </c:pt>
                <c:pt idx="12911">
                  <c:v>0.1672065297171233</c:v>
                </c:pt>
                <c:pt idx="12912">
                  <c:v>0.16720726949202361</c:v>
                </c:pt>
                <c:pt idx="12913">
                  <c:v>0.16722330587543061</c:v>
                </c:pt>
                <c:pt idx="12914">
                  <c:v>0.16722403172567377</c:v>
                </c:pt>
                <c:pt idx="12915">
                  <c:v>0.16722811504490501</c:v>
                </c:pt>
                <c:pt idx="12916">
                  <c:v>0.16724512094724281</c:v>
                </c:pt>
                <c:pt idx="12917">
                  <c:v>0.16724963666341416</c:v>
                </c:pt>
                <c:pt idx="12918">
                  <c:v>0.16726705680174772</c:v>
                </c:pt>
                <c:pt idx="12919">
                  <c:v>0.16727992786168755</c:v>
                </c:pt>
                <c:pt idx="12920">
                  <c:v>0.16729547708387035</c:v>
                </c:pt>
                <c:pt idx="12921">
                  <c:v>0.16732334265743812</c:v>
                </c:pt>
                <c:pt idx="12922">
                  <c:v>0.16733515493422499</c:v>
                </c:pt>
                <c:pt idx="12923">
                  <c:v>0.16736220838108468</c:v>
                </c:pt>
                <c:pt idx="12924">
                  <c:v>0.16736629625746038</c:v>
                </c:pt>
                <c:pt idx="12925">
                  <c:v>0.16740085509178432</c:v>
                </c:pt>
                <c:pt idx="12926">
                  <c:v>0.16740119156676103</c:v>
                </c:pt>
                <c:pt idx="12927">
                  <c:v>0.16740556598161727</c:v>
                </c:pt>
                <c:pt idx="12928">
                  <c:v>0.16740699918311777</c:v>
                </c:pt>
                <c:pt idx="12929">
                  <c:v>0.16740722228275803</c:v>
                </c:pt>
                <c:pt idx="12930">
                  <c:v>0.16740776715365033</c:v>
                </c:pt>
                <c:pt idx="12931">
                  <c:v>0.16743061637697615</c:v>
                </c:pt>
                <c:pt idx="12932">
                  <c:v>0.16743356351560409</c:v>
                </c:pt>
                <c:pt idx="12933">
                  <c:v>0.16744231397363951</c:v>
                </c:pt>
                <c:pt idx="12934">
                  <c:v>0.16744367432828255</c:v>
                </c:pt>
                <c:pt idx="12935">
                  <c:v>0.16745333593076334</c:v>
                </c:pt>
                <c:pt idx="12936">
                  <c:v>0.16745412038268881</c:v>
                </c:pt>
                <c:pt idx="12937">
                  <c:v>0.16746758108940699</c:v>
                </c:pt>
                <c:pt idx="12938">
                  <c:v>0.16748528550322511</c:v>
                </c:pt>
                <c:pt idx="12939">
                  <c:v>0.16749058303823816</c:v>
                </c:pt>
                <c:pt idx="12940">
                  <c:v>0.16749507314289055</c:v>
                </c:pt>
                <c:pt idx="12941">
                  <c:v>0.16749678273760624</c:v>
                </c:pt>
                <c:pt idx="12942">
                  <c:v>0.16751326039036124</c:v>
                </c:pt>
                <c:pt idx="12943">
                  <c:v>0.1675204942503207</c:v>
                </c:pt>
                <c:pt idx="12944">
                  <c:v>0.1675205729787364</c:v>
                </c:pt>
                <c:pt idx="12945">
                  <c:v>0.16752118498619933</c:v>
                </c:pt>
                <c:pt idx="12946">
                  <c:v>0.16752804722999509</c:v>
                </c:pt>
                <c:pt idx="12947">
                  <c:v>0.16753979066422822</c:v>
                </c:pt>
                <c:pt idx="12948">
                  <c:v>0.16755251826454481</c:v>
                </c:pt>
                <c:pt idx="12949">
                  <c:v>0.16755259801166961</c:v>
                </c:pt>
                <c:pt idx="12950">
                  <c:v>0.16755294320307157</c:v>
                </c:pt>
                <c:pt idx="12951">
                  <c:v>0.16758324441306899</c:v>
                </c:pt>
                <c:pt idx="12952">
                  <c:v>0.16758466053125748</c:v>
                </c:pt>
                <c:pt idx="12953">
                  <c:v>0.16758772076538012</c:v>
                </c:pt>
                <c:pt idx="12954">
                  <c:v>0.1675929328872014</c:v>
                </c:pt>
                <c:pt idx="12955">
                  <c:v>0.16759757289240118</c:v>
                </c:pt>
                <c:pt idx="12956">
                  <c:v>0.16759970205076027</c:v>
                </c:pt>
                <c:pt idx="12957">
                  <c:v>0.16760681741263669</c:v>
                </c:pt>
                <c:pt idx="12958">
                  <c:v>0.16760978328102621</c:v>
                </c:pt>
                <c:pt idx="12959">
                  <c:v>0.16761216485119648</c:v>
                </c:pt>
                <c:pt idx="12960">
                  <c:v>0.16764283753171377</c:v>
                </c:pt>
                <c:pt idx="12961">
                  <c:v>0.16765105232539129</c:v>
                </c:pt>
                <c:pt idx="12962">
                  <c:v>0.16765717550925169</c:v>
                </c:pt>
                <c:pt idx="12963">
                  <c:v>0.1676653965361049</c:v>
                </c:pt>
                <c:pt idx="12964">
                  <c:v>0.16767851977903592</c:v>
                </c:pt>
                <c:pt idx="12965">
                  <c:v>0.1676917661614627</c:v>
                </c:pt>
                <c:pt idx="12966">
                  <c:v>0.16769594558947384</c:v>
                </c:pt>
                <c:pt idx="12967">
                  <c:v>0.1677180299206894</c:v>
                </c:pt>
                <c:pt idx="12968">
                  <c:v>0.16772868330686441</c:v>
                </c:pt>
                <c:pt idx="12969">
                  <c:v>0.16773653325030613</c:v>
                </c:pt>
                <c:pt idx="12970">
                  <c:v>0.16773657566332745</c:v>
                </c:pt>
                <c:pt idx="12971">
                  <c:v>0.16773751758983893</c:v>
                </c:pt>
                <c:pt idx="12972">
                  <c:v>0.16775026067321705</c:v>
                </c:pt>
                <c:pt idx="12973">
                  <c:v>0.16775344478361681</c:v>
                </c:pt>
                <c:pt idx="12974">
                  <c:v>0.16777418159994587</c:v>
                </c:pt>
                <c:pt idx="12975">
                  <c:v>0.16778705423215748</c:v>
                </c:pt>
                <c:pt idx="12976">
                  <c:v>0.16779026009066761</c:v>
                </c:pt>
                <c:pt idx="12977">
                  <c:v>0.16779633685157966</c:v>
                </c:pt>
                <c:pt idx="12978">
                  <c:v>0.16781814036642478</c:v>
                </c:pt>
                <c:pt idx="12979">
                  <c:v>0.16782694417180011</c:v>
                </c:pt>
                <c:pt idx="12980">
                  <c:v>0.16784049024598907</c:v>
                </c:pt>
                <c:pt idx="12981">
                  <c:v>0.16784624748616089</c:v>
                </c:pt>
                <c:pt idx="12982">
                  <c:v>0.16785763353897393</c:v>
                </c:pt>
                <c:pt idx="12983">
                  <c:v>0.16786867436778352</c:v>
                </c:pt>
                <c:pt idx="12984">
                  <c:v>0.16787396060403079</c:v>
                </c:pt>
                <c:pt idx="12985">
                  <c:v>0.16787679962897503</c:v>
                </c:pt>
                <c:pt idx="12986">
                  <c:v>0.16788581673012767</c:v>
                </c:pt>
                <c:pt idx="12987">
                  <c:v>0.167911387180949</c:v>
                </c:pt>
                <c:pt idx="12988">
                  <c:v>0.16793426349720306</c:v>
                </c:pt>
                <c:pt idx="12989">
                  <c:v>0.16794519389564036</c:v>
                </c:pt>
                <c:pt idx="12990">
                  <c:v>0.16795301725476786</c:v>
                </c:pt>
                <c:pt idx="12991">
                  <c:v>0.16795904763013914</c:v>
                </c:pt>
                <c:pt idx="12992">
                  <c:v>0.16799664656770238</c:v>
                </c:pt>
                <c:pt idx="12993">
                  <c:v>0.16800384017394193</c:v>
                </c:pt>
                <c:pt idx="12994">
                  <c:v>0.16801358522796173</c:v>
                </c:pt>
                <c:pt idx="12995">
                  <c:v>0.1680184694714025</c:v>
                </c:pt>
                <c:pt idx="12996">
                  <c:v>0.16802940933787638</c:v>
                </c:pt>
                <c:pt idx="12997">
                  <c:v>0.16803034606167053</c:v>
                </c:pt>
                <c:pt idx="12998">
                  <c:v>0.16805854621211117</c:v>
                </c:pt>
                <c:pt idx="12999">
                  <c:v>0.16806935779558979</c:v>
                </c:pt>
                <c:pt idx="13000">
                  <c:v>0.16807715326388803</c:v>
                </c:pt>
                <c:pt idx="13001">
                  <c:v>0.16809020661751603</c:v>
                </c:pt>
                <c:pt idx="13002">
                  <c:v>0.16810256995794196</c:v>
                </c:pt>
                <c:pt idx="13003">
                  <c:v>0.16814080903158068</c:v>
                </c:pt>
                <c:pt idx="13004">
                  <c:v>0.16815130653031951</c:v>
                </c:pt>
                <c:pt idx="13005">
                  <c:v>0.16815971424079321</c:v>
                </c:pt>
                <c:pt idx="13006">
                  <c:v>0.1682106550083034</c:v>
                </c:pt>
                <c:pt idx="13007">
                  <c:v>0.16822426147269029</c:v>
                </c:pt>
                <c:pt idx="13008">
                  <c:v>0.16822567328373872</c:v>
                </c:pt>
                <c:pt idx="13009">
                  <c:v>0.1682349174310549</c:v>
                </c:pt>
                <c:pt idx="13010">
                  <c:v>0.16823979826891544</c:v>
                </c:pt>
                <c:pt idx="13011">
                  <c:v>0.16825434520461444</c:v>
                </c:pt>
                <c:pt idx="13012">
                  <c:v>0.16829290417304243</c:v>
                </c:pt>
                <c:pt idx="13013">
                  <c:v>0.16829319559674041</c:v>
                </c:pt>
                <c:pt idx="13014">
                  <c:v>0.16829486028230925</c:v>
                </c:pt>
                <c:pt idx="13015">
                  <c:v>0.16830062166882059</c:v>
                </c:pt>
                <c:pt idx="13016">
                  <c:v>0.16834936524132163</c:v>
                </c:pt>
                <c:pt idx="13017">
                  <c:v>0.16836055085710019</c:v>
                </c:pt>
                <c:pt idx="13018">
                  <c:v>0.16837014414946933</c:v>
                </c:pt>
                <c:pt idx="13019">
                  <c:v>0.16837548499724053</c:v>
                </c:pt>
                <c:pt idx="13020">
                  <c:v>0.16839748649041333</c:v>
                </c:pt>
                <c:pt idx="13021">
                  <c:v>0.16840262271480427</c:v>
                </c:pt>
                <c:pt idx="13022">
                  <c:v>0.16840866667800533</c:v>
                </c:pt>
                <c:pt idx="13023">
                  <c:v>0.16842216591665865</c:v>
                </c:pt>
                <c:pt idx="13024">
                  <c:v>0.16846266935022189</c:v>
                </c:pt>
                <c:pt idx="13025">
                  <c:v>0.16846514176244565</c:v>
                </c:pt>
                <c:pt idx="13026">
                  <c:v>0.16846532341279621</c:v>
                </c:pt>
                <c:pt idx="13027">
                  <c:v>0.16847452840493898</c:v>
                </c:pt>
                <c:pt idx="13028">
                  <c:v>0.16847909030216779</c:v>
                </c:pt>
                <c:pt idx="13029">
                  <c:v>0.16848560518228348</c:v>
                </c:pt>
                <c:pt idx="13030">
                  <c:v>0.16848922382534823</c:v>
                </c:pt>
                <c:pt idx="13031">
                  <c:v>0.16849703348618192</c:v>
                </c:pt>
                <c:pt idx="13032">
                  <c:v>0.16849760483358894</c:v>
                </c:pt>
                <c:pt idx="13033">
                  <c:v>0.16850813450627442</c:v>
                </c:pt>
                <c:pt idx="13034">
                  <c:v>0.16851516150476578</c:v>
                </c:pt>
                <c:pt idx="13035">
                  <c:v>0.16851698916970451</c:v>
                </c:pt>
                <c:pt idx="13036">
                  <c:v>0.1685256520989217</c:v>
                </c:pt>
                <c:pt idx="13037">
                  <c:v>0.1685288874508698</c:v>
                </c:pt>
                <c:pt idx="13038">
                  <c:v>0.16852925054881579</c:v>
                </c:pt>
                <c:pt idx="13039">
                  <c:v>0.16854258202893296</c:v>
                </c:pt>
                <c:pt idx="13040">
                  <c:v>0.16855320107091162</c:v>
                </c:pt>
                <c:pt idx="13041">
                  <c:v>0.16855358021343486</c:v>
                </c:pt>
                <c:pt idx="13042">
                  <c:v>0.168573650809973</c:v>
                </c:pt>
                <c:pt idx="13043">
                  <c:v>0.16857915981935298</c:v>
                </c:pt>
                <c:pt idx="13044">
                  <c:v>0.16858045603640273</c:v>
                </c:pt>
                <c:pt idx="13045">
                  <c:v>0.16859192933187203</c:v>
                </c:pt>
                <c:pt idx="13046">
                  <c:v>0.16861995392169804</c:v>
                </c:pt>
                <c:pt idx="13047">
                  <c:v>0.16863809914474914</c:v>
                </c:pt>
                <c:pt idx="13048">
                  <c:v>0.16864849757050768</c:v>
                </c:pt>
                <c:pt idx="13049">
                  <c:v>0.16867877747441021</c:v>
                </c:pt>
                <c:pt idx="13050">
                  <c:v>0.16869516060485221</c:v>
                </c:pt>
                <c:pt idx="13051">
                  <c:v>0.16870143076178129</c:v>
                </c:pt>
                <c:pt idx="13052">
                  <c:v>0.16870484095486343</c:v>
                </c:pt>
                <c:pt idx="13053">
                  <c:v>0.16872929802643863</c:v>
                </c:pt>
                <c:pt idx="13054">
                  <c:v>0.16873498097415568</c:v>
                </c:pt>
                <c:pt idx="13055">
                  <c:v>0.16873804741393733</c:v>
                </c:pt>
                <c:pt idx="13056">
                  <c:v>0.16875289462302073</c:v>
                </c:pt>
                <c:pt idx="13057">
                  <c:v>0.16875430521919937</c:v>
                </c:pt>
                <c:pt idx="13058">
                  <c:v>0.16876005924347276</c:v>
                </c:pt>
                <c:pt idx="13059">
                  <c:v>0.1687639470297834</c:v>
                </c:pt>
                <c:pt idx="13060">
                  <c:v>0.16876432693997478</c:v>
                </c:pt>
                <c:pt idx="13061">
                  <c:v>0.16876645048634892</c:v>
                </c:pt>
                <c:pt idx="13062">
                  <c:v>0.16880104266199819</c:v>
                </c:pt>
                <c:pt idx="13063">
                  <c:v>0.16881700965446911</c:v>
                </c:pt>
                <c:pt idx="13064">
                  <c:v>0.16885048590832927</c:v>
                </c:pt>
                <c:pt idx="13065">
                  <c:v>0.16885574571165385</c:v>
                </c:pt>
                <c:pt idx="13066">
                  <c:v>0.16888699137009111</c:v>
                </c:pt>
                <c:pt idx="13067">
                  <c:v>0.16892167905108976</c:v>
                </c:pt>
                <c:pt idx="13068">
                  <c:v>0.16893327174036002</c:v>
                </c:pt>
                <c:pt idx="13069">
                  <c:v>0.16893578580013446</c:v>
                </c:pt>
                <c:pt idx="13070">
                  <c:v>0.16893925170998969</c:v>
                </c:pt>
                <c:pt idx="13071">
                  <c:v>0.16894122826890876</c:v>
                </c:pt>
                <c:pt idx="13072">
                  <c:v>0.16895337600023114</c:v>
                </c:pt>
                <c:pt idx="13073">
                  <c:v>0.16896430437536231</c:v>
                </c:pt>
                <c:pt idx="13074">
                  <c:v>0.16899300619528143</c:v>
                </c:pt>
                <c:pt idx="13075">
                  <c:v>0.16902356358958759</c:v>
                </c:pt>
                <c:pt idx="13076">
                  <c:v>0.16904068054317789</c:v>
                </c:pt>
                <c:pt idx="13077">
                  <c:v>0.16906548135029389</c:v>
                </c:pt>
                <c:pt idx="13078">
                  <c:v>0.16907206289418628</c:v>
                </c:pt>
                <c:pt idx="13079">
                  <c:v>0.16907964028287836</c:v>
                </c:pt>
                <c:pt idx="13080">
                  <c:v>0.16909026690922599</c:v>
                </c:pt>
                <c:pt idx="13081">
                  <c:v>0.16911108217849377</c:v>
                </c:pt>
                <c:pt idx="13082">
                  <c:v>0.16912698670537638</c:v>
                </c:pt>
                <c:pt idx="13083">
                  <c:v>0.16912945686377126</c:v>
                </c:pt>
                <c:pt idx="13084">
                  <c:v>0.16916249604135694</c:v>
                </c:pt>
                <c:pt idx="13085">
                  <c:v>0.16916583167474089</c:v>
                </c:pt>
                <c:pt idx="13086">
                  <c:v>0.16918625739685839</c:v>
                </c:pt>
                <c:pt idx="13087">
                  <c:v>0.16920474723582707</c:v>
                </c:pt>
                <c:pt idx="13088">
                  <c:v>0.16920951697903938</c:v>
                </c:pt>
                <c:pt idx="13089">
                  <c:v>0.1692149123990507</c:v>
                </c:pt>
                <c:pt idx="13090">
                  <c:v>0.16922016444042184</c:v>
                </c:pt>
                <c:pt idx="13091">
                  <c:v>0.16923778726759656</c:v>
                </c:pt>
                <c:pt idx="13092">
                  <c:v>0.16924364525659394</c:v>
                </c:pt>
                <c:pt idx="13093">
                  <c:v>0.16925176010970502</c:v>
                </c:pt>
                <c:pt idx="13094">
                  <c:v>0.16929448904404951</c:v>
                </c:pt>
                <c:pt idx="13095">
                  <c:v>0.16931474187109607</c:v>
                </c:pt>
                <c:pt idx="13096">
                  <c:v>0.16932594180279092</c:v>
                </c:pt>
                <c:pt idx="13097">
                  <c:v>0.16936667230555341</c:v>
                </c:pt>
                <c:pt idx="13098">
                  <c:v>0.16939346750264586</c:v>
                </c:pt>
                <c:pt idx="13099">
                  <c:v>0.16940513244821762</c:v>
                </c:pt>
                <c:pt idx="13100">
                  <c:v>0.16945013216864874</c:v>
                </c:pt>
                <c:pt idx="13101">
                  <c:v>0.16945568873517763</c:v>
                </c:pt>
                <c:pt idx="13102">
                  <c:v>0.16946686626234736</c:v>
                </c:pt>
                <c:pt idx="13103">
                  <c:v>0.16946861680229</c:v>
                </c:pt>
                <c:pt idx="13104">
                  <c:v>0.16947904409426715</c:v>
                </c:pt>
                <c:pt idx="13105">
                  <c:v>0.16948702807094798</c:v>
                </c:pt>
                <c:pt idx="13106">
                  <c:v>0.16950162102602676</c:v>
                </c:pt>
                <c:pt idx="13107">
                  <c:v>0.16950302382586899</c:v>
                </c:pt>
                <c:pt idx="13108">
                  <c:v>0.16951720280532701</c:v>
                </c:pt>
                <c:pt idx="13109">
                  <c:v>0.16954032772296443</c:v>
                </c:pt>
                <c:pt idx="13110">
                  <c:v>0.16954139193408913</c:v>
                </c:pt>
                <c:pt idx="13111">
                  <c:v>0.16954377460934786</c:v>
                </c:pt>
                <c:pt idx="13112">
                  <c:v>0.16955454170519871</c:v>
                </c:pt>
                <c:pt idx="13113">
                  <c:v>0.16955826911482172</c:v>
                </c:pt>
                <c:pt idx="13114">
                  <c:v>0.16957101921170989</c:v>
                </c:pt>
                <c:pt idx="13115">
                  <c:v>0.16957694104430043</c:v>
                </c:pt>
                <c:pt idx="13116">
                  <c:v>0.16959742531097638</c:v>
                </c:pt>
                <c:pt idx="13117">
                  <c:v>0.16961820782673515</c:v>
                </c:pt>
                <c:pt idx="13118">
                  <c:v>0.16962993650550351</c:v>
                </c:pt>
                <c:pt idx="13119">
                  <c:v>0.16963524126960061</c:v>
                </c:pt>
                <c:pt idx="13120">
                  <c:v>0.16963885581227667</c:v>
                </c:pt>
                <c:pt idx="13121">
                  <c:v>0.16964757461353383</c:v>
                </c:pt>
                <c:pt idx="13122">
                  <c:v>0.16968102933059351</c:v>
                </c:pt>
                <c:pt idx="13123">
                  <c:v>0.16968619872406046</c:v>
                </c:pt>
                <c:pt idx="13124">
                  <c:v>0.16968741616667868</c:v>
                </c:pt>
                <c:pt idx="13125">
                  <c:v>0.1696950057268565</c:v>
                </c:pt>
                <c:pt idx="13126">
                  <c:v>0.16969875989328956</c:v>
                </c:pt>
                <c:pt idx="13127">
                  <c:v>0.16970432490994497</c:v>
                </c:pt>
                <c:pt idx="13128">
                  <c:v>0.16970893950481131</c:v>
                </c:pt>
                <c:pt idx="13129">
                  <c:v>0.16970999121252101</c:v>
                </c:pt>
                <c:pt idx="13130">
                  <c:v>0.16971992881886014</c:v>
                </c:pt>
                <c:pt idx="13131">
                  <c:v>0.16978274933359372</c:v>
                </c:pt>
                <c:pt idx="13132">
                  <c:v>0.16979271006371011</c:v>
                </c:pt>
                <c:pt idx="13133">
                  <c:v>0.1698211038023513</c:v>
                </c:pt>
                <c:pt idx="13134">
                  <c:v>0.16983128388078961</c:v>
                </c:pt>
                <c:pt idx="13135">
                  <c:v>0.16983240305853553</c:v>
                </c:pt>
                <c:pt idx="13136">
                  <c:v>0.16983648297073398</c:v>
                </c:pt>
                <c:pt idx="13137">
                  <c:v>0.16983937182126865</c:v>
                </c:pt>
                <c:pt idx="13138">
                  <c:v>0.1698455803124477</c:v>
                </c:pt>
                <c:pt idx="13139">
                  <c:v>0.16985499709489024</c:v>
                </c:pt>
                <c:pt idx="13140">
                  <c:v>0.16985804360414877</c:v>
                </c:pt>
                <c:pt idx="13141">
                  <c:v>0.16993626153645852</c:v>
                </c:pt>
                <c:pt idx="13142">
                  <c:v>0.16995112004927468</c:v>
                </c:pt>
                <c:pt idx="13143">
                  <c:v>0.1699700953934162</c:v>
                </c:pt>
                <c:pt idx="13144">
                  <c:v>0.16998141459724825</c:v>
                </c:pt>
                <c:pt idx="13145">
                  <c:v>0.16998732185396845</c:v>
                </c:pt>
                <c:pt idx="13146">
                  <c:v>0.16999418412801151</c:v>
                </c:pt>
                <c:pt idx="13147">
                  <c:v>0.17001274628871824</c:v>
                </c:pt>
                <c:pt idx="13148">
                  <c:v>0.17002201404691708</c:v>
                </c:pt>
                <c:pt idx="13149">
                  <c:v>0.17002747769955454</c:v>
                </c:pt>
                <c:pt idx="13150">
                  <c:v>0.17003089262166668</c:v>
                </c:pt>
                <c:pt idx="13151">
                  <c:v>0.17003631305801681</c:v>
                </c:pt>
                <c:pt idx="13152">
                  <c:v>0.17004742489679811</c:v>
                </c:pt>
                <c:pt idx="13153">
                  <c:v>0.17006099777055028</c:v>
                </c:pt>
                <c:pt idx="13154">
                  <c:v>0.17006544400227766</c:v>
                </c:pt>
                <c:pt idx="13155">
                  <c:v>0.17008428594492855</c:v>
                </c:pt>
                <c:pt idx="13156">
                  <c:v>0.17012104837049191</c:v>
                </c:pt>
                <c:pt idx="13157">
                  <c:v>0.17015534872640978</c:v>
                </c:pt>
                <c:pt idx="13158">
                  <c:v>0.17016573532478205</c:v>
                </c:pt>
                <c:pt idx="13159">
                  <c:v>0.17018919697174334</c:v>
                </c:pt>
                <c:pt idx="13160">
                  <c:v>0.17023102391987963</c:v>
                </c:pt>
                <c:pt idx="13161">
                  <c:v>0.17024547807794982</c:v>
                </c:pt>
                <c:pt idx="13162">
                  <c:v>0.17026582503783985</c:v>
                </c:pt>
                <c:pt idx="13163">
                  <c:v>0.1702672557571453</c:v>
                </c:pt>
                <c:pt idx="13164">
                  <c:v>0.17027063522439692</c:v>
                </c:pt>
                <c:pt idx="13165">
                  <c:v>0.17027597767223515</c:v>
                </c:pt>
                <c:pt idx="13166">
                  <c:v>0.17030566081751547</c:v>
                </c:pt>
                <c:pt idx="13167">
                  <c:v>0.17032283407884685</c:v>
                </c:pt>
                <c:pt idx="13168">
                  <c:v>0.17033708513033236</c:v>
                </c:pt>
                <c:pt idx="13169">
                  <c:v>0.17034299486678442</c:v>
                </c:pt>
                <c:pt idx="13170">
                  <c:v>0.17035373127697132</c:v>
                </c:pt>
                <c:pt idx="13171">
                  <c:v>0.17036194732380822</c:v>
                </c:pt>
                <c:pt idx="13172">
                  <c:v>0.17040510340908202</c:v>
                </c:pt>
                <c:pt idx="13173">
                  <c:v>0.17041506024575415</c:v>
                </c:pt>
                <c:pt idx="13174">
                  <c:v>0.17041858946772906</c:v>
                </c:pt>
                <c:pt idx="13175">
                  <c:v>0.17045893299024126</c:v>
                </c:pt>
                <c:pt idx="13176">
                  <c:v>0.17046364251742366</c:v>
                </c:pt>
                <c:pt idx="13177">
                  <c:v>0.17047628393069475</c:v>
                </c:pt>
                <c:pt idx="13178">
                  <c:v>0.17048015027944971</c:v>
                </c:pt>
                <c:pt idx="13179">
                  <c:v>0.17048989875748535</c:v>
                </c:pt>
                <c:pt idx="13180">
                  <c:v>0.17050126332880922</c:v>
                </c:pt>
                <c:pt idx="13181">
                  <c:v>0.17050720708598582</c:v>
                </c:pt>
                <c:pt idx="13182">
                  <c:v>0.1705098276761573</c:v>
                </c:pt>
                <c:pt idx="13183">
                  <c:v>0.17053346779417394</c:v>
                </c:pt>
                <c:pt idx="13184">
                  <c:v>0.17054190715546672</c:v>
                </c:pt>
                <c:pt idx="13185">
                  <c:v>0.17054247657311303</c:v>
                </c:pt>
                <c:pt idx="13186">
                  <c:v>0.17054431993122479</c:v>
                </c:pt>
                <c:pt idx="13187">
                  <c:v>0.17056475529287787</c:v>
                </c:pt>
                <c:pt idx="13188">
                  <c:v>0.17060006855165755</c:v>
                </c:pt>
                <c:pt idx="13189">
                  <c:v>0.17060832379590851</c:v>
                </c:pt>
                <c:pt idx="13190">
                  <c:v>0.1706096366686764</c:v>
                </c:pt>
                <c:pt idx="13191">
                  <c:v>0.17066484842887475</c:v>
                </c:pt>
                <c:pt idx="13192">
                  <c:v>0.17066614551546924</c:v>
                </c:pt>
                <c:pt idx="13193">
                  <c:v>0.17066708219530494</c:v>
                </c:pt>
                <c:pt idx="13194">
                  <c:v>0.17068143772504951</c:v>
                </c:pt>
                <c:pt idx="13195">
                  <c:v>0.17070896251676895</c:v>
                </c:pt>
                <c:pt idx="13196">
                  <c:v>0.17071700057308531</c:v>
                </c:pt>
                <c:pt idx="13197">
                  <c:v>0.17072082685693329</c:v>
                </c:pt>
                <c:pt idx="13198">
                  <c:v>0.17072533961034717</c:v>
                </c:pt>
                <c:pt idx="13199">
                  <c:v>0.17072836002383546</c:v>
                </c:pt>
                <c:pt idx="13200">
                  <c:v>0.17072861265388611</c:v>
                </c:pt>
                <c:pt idx="13201">
                  <c:v>0.17072867068284234</c:v>
                </c:pt>
                <c:pt idx="13202">
                  <c:v>0.17073176307962964</c:v>
                </c:pt>
                <c:pt idx="13203">
                  <c:v>0.17075124389468907</c:v>
                </c:pt>
                <c:pt idx="13204">
                  <c:v>0.17076266434868534</c:v>
                </c:pt>
                <c:pt idx="13205">
                  <c:v>0.17076299718500146</c:v>
                </c:pt>
                <c:pt idx="13206">
                  <c:v>0.17078092099745187</c:v>
                </c:pt>
                <c:pt idx="13207">
                  <c:v>0.17078391337487281</c:v>
                </c:pt>
                <c:pt idx="13208">
                  <c:v>0.17078498720393767</c:v>
                </c:pt>
                <c:pt idx="13209">
                  <c:v>0.17080846279318707</c:v>
                </c:pt>
                <c:pt idx="13210">
                  <c:v>0.17081278748572035</c:v>
                </c:pt>
                <c:pt idx="13211">
                  <c:v>0.17082262416967875</c:v>
                </c:pt>
                <c:pt idx="13212">
                  <c:v>0.17083708069152947</c:v>
                </c:pt>
                <c:pt idx="13213">
                  <c:v>0.17085282616793632</c:v>
                </c:pt>
                <c:pt idx="13214">
                  <c:v>0.17085381355777043</c:v>
                </c:pt>
                <c:pt idx="13215">
                  <c:v>0.17085792928474183</c:v>
                </c:pt>
                <c:pt idx="13216">
                  <c:v>0.17086627533997292</c:v>
                </c:pt>
                <c:pt idx="13217">
                  <c:v>0.17086826282764311</c:v>
                </c:pt>
                <c:pt idx="13218">
                  <c:v>0.17088810944336499</c:v>
                </c:pt>
                <c:pt idx="13219">
                  <c:v>0.17089268856080506</c:v>
                </c:pt>
                <c:pt idx="13220">
                  <c:v>0.17093994602249843</c:v>
                </c:pt>
                <c:pt idx="13221">
                  <c:v>0.17093996258727137</c:v>
                </c:pt>
                <c:pt idx="13222">
                  <c:v>0.17094573301499508</c:v>
                </c:pt>
                <c:pt idx="13223">
                  <c:v>0.17095915207374818</c:v>
                </c:pt>
                <c:pt idx="13224">
                  <c:v>0.17098859671414968</c:v>
                </c:pt>
                <c:pt idx="13225">
                  <c:v>0.17100411820396955</c:v>
                </c:pt>
                <c:pt idx="13226">
                  <c:v>0.17100564033473611</c:v>
                </c:pt>
                <c:pt idx="13227">
                  <c:v>0.17101191054683415</c:v>
                </c:pt>
                <c:pt idx="13228">
                  <c:v>0.17101883400808499</c:v>
                </c:pt>
                <c:pt idx="13229">
                  <c:v>0.17103989431375397</c:v>
                </c:pt>
                <c:pt idx="13230">
                  <c:v>0.1710549142076763</c:v>
                </c:pt>
                <c:pt idx="13231">
                  <c:v>0.17107499260642642</c:v>
                </c:pt>
                <c:pt idx="13232">
                  <c:v>0.17107550961304721</c:v>
                </c:pt>
                <c:pt idx="13233">
                  <c:v>0.17108018364909738</c:v>
                </c:pt>
                <c:pt idx="13234">
                  <c:v>0.17108793209140835</c:v>
                </c:pt>
                <c:pt idx="13235">
                  <c:v>0.17110049628705465</c:v>
                </c:pt>
                <c:pt idx="13236">
                  <c:v>0.17110581697923152</c:v>
                </c:pt>
                <c:pt idx="13237">
                  <c:v>0.17114204924146145</c:v>
                </c:pt>
                <c:pt idx="13238">
                  <c:v>0.17115758451637669</c:v>
                </c:pt>
                <c:pt idx="13239">
                  <c:v>0.17117274971109084</c:v>
                </c:pt>
                <c:pt idx="13240">
                  <c:v>0.17117495715263034</c:v>
                </c:pt>
                <c:pt idx="13241">
                  <c:v>0.17119375950089402</c:v>
                </c:pt>
                <c:pt idx="13242">
                  <c:v>0.17120382945344945</c:v>
                </c:pt>
                <c:pt idx="13243">
                  <c:v>0.17121024275314531</c:v>
                </c:pt>
                <c:pt idx="13244">
                  <c:v>0.17121575092884508</c:v>
                </c:pt>
                <c:pt idx="13245">
                  <c:v>0.1712203428932062</c:v>
                </c:pt>
                <c:pt idx="13246">
                  <c:v>0.17122921498996702</c:v>
                </c:pt>
                <c:pt idx="13247">
                  <c:v>0.17123189483760107</c:v>
                </c:pt>
                <c:pt idx="13248">
                  <c:v>0.17123776004743069</c:v>
                </c:pt>
                <c:pt idx="13249">
                  <c:v>0.17126060521778907</c:v>
                </c:pt>
                <c:pt idx="13250">
                  <c:v>0.17127852253910872</c:v>
                </c:pt>
                <c:pt idx="13251">
                  <c:v>0.17131645897888487</c:v>
                </c:pt>
                <c:pt idx="13252">
                  <c:v>0.17133871507851567</c:v>
                </c:pt>
                <c:pt idx="13253">
                  <c:v>0.17133972324855992</c:v>
                </c:pt>
                <c:pt idx="13254">
                  <c:v>0.17134092285289682</c:v>
                </c:pt>
                <c:pt idx="13255">
                  <c:v>0.17134403305139156</c:v>
                </c:pt>
                <c:pt idx="13256">
                  <c:v>0.17135901798480713</c:v>
                </c:pt>
                <c:pt idx="13257">
                  <c:v>0.17136723491800218</c:v>
                </c:pt>
                <c:pt idx="13258">
                  <c:v>0.17138848492499389</c:v>
                </c:pt>
                <c:pt idx="13259">
                  <c:v>0.17140196848790584</c:v>
                </c:pt>
                <c:pt idx="13260">
                  <c:v>0.17144333513559046</c:v>
                </c:pt>
                <c:pt idx="13261">
                  <c:v>0.17145506752180503</c:v>
                </c:pt>
                <c:pt idx="13262">
                  <c:v>0.17146010986546939</c:v>
                </c:pt>
                <c:pt idx="13263">
                  <c:v>0.17146163730007924</c:v>
                </c:pt>
                <c:pt idx="13264">
                  <c:v>0.1714626238917393</c:v>
                </c:pt>
                <c:pt idx="13265">
                  <c:v>0.17149666026019056</c:v>
                </c:pt>
                <c:pt idx="13266">
                  <c:v>0.17150104871995606</c:v>
                </c:pt>
                <c:pt idx="13267">
                  <c:v>0.17150908797695308</c:v>
                </c:pt>
                <c:pt idx="13268">
                  <c:v>0.17154998180878928</c:v>
                </c:pt>
                <c:pt idx="13269">
                  <c:v>0.17155464145769161</c:v>
                </c:pt>
                <c:pt idx="13270">
                  <c:v>0.17155979487396175</c:v>
                </c:pt>
                <c:pt idx="13271">
                  <c:v>0.17156303419703173</c:v>
                </c:pt>
                <c:pt idx="13272">
                  <c:v>0.17157597230429988</c:v>
                </c:pt>
                <c:pt idx="13273">
                  <c:v>0.17158153405897381</c:v>
                </c:pt>
                <c:pt idx="13274">
                  <c:v>0.17158728090675188</c:v>
                </c:pt>
                <c:pt idx="13275">
                  <c:v>0.17160642823618422</c:v>
                </c:pt>
                <c:pt idx="13276">
                  <c:v>0.17160805683688518</c:v>
                </c:pt>
                <c:pt idx="13277">
                  <c:v>0.17162373987595508</c:v>
                </c:pt>
                <c:pt idx="13278">
                  <c:v>0.17164683675813638</c:v>
                </c:pt>
                <c:pt idx="13279">
                  <c:v>0.17166728850296098</c:v>
                </c:pt>
                <c:pt idx="13280">
                  <c:v>0.17168421778161175</c:v>
                </c:pt>
                <c:pt idx="13281">
                  <c:v>0.17168608596125901</c:v>
                </c:pt>
                <c:pt idx="13282">
                  <c:v>0.17168745404257235</c:v>
                </c:pt>
                <c:pt idx="13283">
                  <c:v>0.17168828104263295</c:v>
                </c:pt>
                <c:pt idx="13284">
                  <c:v>0.17169275508543197</c:v>
                </c:pt>
                <c:pt idx="13285">
                  <c:v>0.1717145817314143</c:v>
                </c:pt>
                <c:pt idx="13286">
                  <c:v>0.17172267374135047</c:v>
                </c:pt>
                <c:pt idx="13287">
                  <c:v>0.17175519721352275</c:v>
                </c:pt>
                <c:pt idx="13288">
                  <c:v>0.17176012575794533</c:v>
                </c:pt>
                <c:pt idx="13289">
                  <c:v>0.1717644816785209</c:v>
                </c:pt>
                <c:pt idx="13290">
                  <c:v>0.1717666879132588</c:v>
                </c:pt>
                <c:pt idx="13291">
                  <c:v>0.17177894127264809</c:v>
                </c:pt>
                <c:pt idx="13292">
                  <c:v>0.17179633213565887</c:v>
                </c:pt>
                <c:pt idx="13293">
                  <c:v>0.17180982234125705</c:v>
                </c:pt>
                <c:pt idx="13294">
                  <c:v>0.17183101689160329</c:v>
                </c:pt>
                <c:pt idx="13295">
                  <c:v>0.17184028398733914</c:v>
                </c:pt>
                <c:pt idx="13296">
                  <c:v>0.17185828166191816</c:v>
                </c:pt>
                <c:pt idx="13297">
                  <c:v>0.17186597189209279</c:v>
                </c:pt>
                <c:pt idx="13298">
                  <c:v>0.17186889082609358</c:v>
                </c:pt>
                <c:pt idx="13299">
                  <c:v>0.17188255174159894</c:v>
                </c:pt>
                <c:pt idx="13300">
                  <c:v>0.17188539251569829</c:v>
                </c:pt>
                <c:pt idx="13301">
                  <c:v>0.17188581193525482</c:v>
                </c:pt>
                <c:pt idx="13302">
                  <c:v>0.17189178341662278</c:v>
                </c:pt>
                <c:pt idx="13303">
                  <c:v>0.17189206392536791</c:v>
                </c:pt>
                <c:pt idx="13304">
                  <c:v>0.17189403961228455</c:v>
                </c:pt>
                <c:pt idx="13305">
                  <c:v>0.17189549957605602</c:v>
                </c:pt>
                <c:pt idx="13306">
                  <c:v>0.1719068071309916</c:v>
                </c:pt>
                <c:pt idx="13307">
                  <c:v>0.17190829966516324</c:v>
                </c:pt>
                <c:pt idx="13308">
                  <c:v>0.17191440098241101</c:v>
                </c:pt>
                <c:pt idx="13309">
                  <c:v>0.17192693100635995</c:v>
                </c:pt>
                <c:pt idx="13310">
                  <c:v>0.17193701393675034</c:v>
                </c:pt>
                <c:pt idx="13311">
                  <c:v>0.17199593497980756</c:v>
                </c:pt>
                <c:pt idx="13312">
                  <c:v>0.17201885649009682</c:v>
                </c:pt>
                <c:pt idx="13313">
                  <c:v>0.17203752780905279</c:v>
                </c:pt>
                <c:pt idx="13314">
                  <c:v>0.17205054334967274</c:v>
                </c:pt>
                <c:pt idx="13315">
                  <c:v>0.17205430647063022</c:v>
                </c:pt>
                <c:pt idx="13316">
                  <c:v>0.17206339263142739</c:v>
                </c:pt>
                <c:pt idx="13317">
                  <c:v>0.17207037059920569</c:v>
                </c:pt>
                <c:pt idx="13318">
                  <c:v>0.17207751215098721</c:v>
                </c:pt>
                <c:pt idx="13319">
                  <c:v>0.17207802051297391</c:v>
                </c:pt>
                <c:pt idx="13320">
                  <c:v>0.17208060478808182</c:v>
                </c:pt>
                <c:pt idx="13321">
                  <c:v>0.17208637385035336</c:v>
                </c:pt>
                <c:pt idx="13322">
                  <c:v>0.1720898150169288</c:v>
                </c:pt>
                <c:pt idx="13323">
                  <c:v>0.17209643852744785</c:v>
                </c:pt>
                <c:pt idx="13324">
                  <c:v>0.17210281742717337</c:v>
                </c:pt>
                <c:pt idx="13325">
                  <c:v>0.17210498839281052</c:v>
                </c:pt>
                <c:pt idx="13326">
                  <c:v>0.17210645877904329</c:v>
                </c:pt>
                <c:pt idx="13327">
                  <c:v>0.17211385861291434</c:v>
                </c:pt>
                <c:pt idx="13328">
                  <c:v>0.17212612417809786</c:v>
                </c:pt>
                <c:pt idx="13329">
                  <c:v>0.17213504538430746</c:v>
                </c:pt>
                <c:pt idx="13330">
                  <c:v>0.17214773067513472</c:v>
                </c:pt>
                <c:pt idx="13331">
                  <c:v>0.17216846800067159</c:v>
                </c:pt>
                <c:pt idx="13332">
                  <c:v>0.17217311831554677</c:v>
                </c:pt>
                <c:pt idx="13333">
                  <c:v>0.17217526167870972</c:v>
                </c:pt>
                <c:pt idx="13334">
                  <c:v>0.17218436724676023</c:v>
                </c:pt>
                <c:pt idx="13335">
                  <c:v>0.17218902694989052</c:v>
                </c:pt>
                <c:pt idx="13336">
                  <c:v>0.1721944735875495</c:v>
                </c:pt>
                <c:pt idx="13337">
                  <c:v>0.17219839348233598</c:v>
                </c:pt>
                <c:pt idx="13338">
                  <c:v>0.17227480698344913</c:v>
                </c:pt>
                <c:pt idx="13339">
                  <c:v>0.17230713311171686</c:v>
                </c:pt>
                <c:pt idx="13340">
                  <c:v>0.17230765757077909</c:v>
                </c:pt>
                <c:pt idx="13341">
                  <c:v>0.17233592001777759</c:v>
                </c:pt>
                <c:pt idx="13342">
                  <c:v>0.17234356795837086</c:v>
                </c:pt>
                <c:pt idx="13343">
                  <c:v>0.17234455055860562</c:v>
                </c:pt>
                <c:pt idx="13344">
                  <c:v>0.17234667639717921</c:v>
                </c:pt>
                <c:pt idx="13345">
                  <c:v>0.17234689578253704</c:v>
                </c:pt>
                <c:pt idx="13346">
                  <c:v>0.17237416281455256</c:v>
                </c:pt>
                <c:pt idx="13347">
                  <c:v>0.17238059933916464</c:v>
                </c:pt>
                <c:pt idx="13348">
                  <c:v>0.17242474995109461</c:v>
                </c:pt>
                <c:pt idx="13349">
                  <c:v>0.17243634932108781</c:v>
                </c:pt>
                <c:pt idx="13350">
                  <c:v>0.17244581861838795</c:v>
                </c:pt>
                <c:pt idx="13351">
                  <c:v>0.1724480520814172</c:v>
                </c:pt>
                <c:pt idx="13352">
                  <c:v>0.17245551496479228</c:v>
                </c:pt>
                <c:pt idx="13353">
                  <c:v>0.17246008239561181</c:v>
                </c:pt>
                <c:pt idx="13354">
                  <c:v>0.17246420254937506</c:v>
                </c:pt>
                <c:pt idx="13355">
                  <c:v>0.17246695922090888</c:v>
                </c:pt>
                <c:pt idx="13356">
                  <c:v>0.17247341610036951</c:v>
                </c:pt>
                <c:pt idx="13357">
                  <c:v>0.17248048911152067</c:v>
                </c:pt>
                <c:pt idx="13358">
                  <c:v>0.17248941993421824</c:v>
                </c:pt>
                <c:pt idx="13359">
                  <c:v>0.17249187333717847</c:v>
                </c:pt>
                <c:pt idx="13360">
                  <c:v>0.17249230601775389</c:v>
                </c:pt>
                <c:pt idx="13361">
                  <c:v>0.17250568338715835</c:v>
                </c:pt>
                <c:pt idx="13362">
                  <c:v>0.17251611391685404</c:v>
                </c:pt>
                <c:pt idx="13363">
                  <c:v>0.17252085457593866</c:v>
                </c:pt>
                <c:pt idx="13364">
                  <c:v>0.17256508240681495</c:v>
                </c:pt>
                <c:pt idx="13365">
                  <c:v>0.17257580495479807</c:v>
                </c:pt>
                <c:pt idx="13366">
                  <c:v>0.17258982433033804</c:v>
                </c:pt>
                <c:pt idx="13367">
                  <c:v>0.17259253324446558</c:v>
                </c:pt>
                <c:pt idx="13368">
                  <c:v>0.17261275752503413</c:v>
                </c:pt>
                <c:pt idx="13369">
                  <c:v>0.17261350005761536</c:v>
                </c:pt>
                <c:pt idx="13370">
                  <c:v>0.17261515644483114</c:v>
                </c:pt>
                <c:pt idx="13371">
                  <c:v>0.17265433632285013</c:v>
                </c:pt>
                <c:pt idx="13372">
                  <c:v>0.17265479196762781</c:v>
                </c:pt>
                <c:pt idx="13373">
                  <c:v>0.17267122852656103</c:v>
                </c:pt>
                <c:pt idx="13374">
                  <c:v>0.17268116766627475</c:v>
                </c:pt>
                <c:pt idx="13375">
                  <c:v>0.17270648515455372</c:v>
                </c:pt>
                <c:pt idx="13376">
                  <c:v>0.17270738981761755</c:v>
                </c:pt>
                <c:pt idx="13377">
                  <c:v>0.17271656757829942</c:v>
                </c:pt>
                <c:pt idx="13378">
                  <c:v>0.17272643550585395</c:v>
                </c:pt>
                <c:pt idx="13379">
                  <c:v>0.17272666697376571</c:v>
                </c:pt>
                <c:pt idx="13380">
                  <c:v>0.17274002606959779</c:v>
                </c:pt>
                <c:pt idx="13381">
                  <c:v>0.17274237340053361</c:v>
                </c:pt>
                <c:pt idx="13382">
                  <c:v>0.17276903443663935</c:v>
                </c:pt>
                <c:pt idx="13383">
                  <c:v>0.17277189779172578</c:v>
                </c:pt>
                <c:pt idx="13384">
                  <c:v>0.17278863917012166</c:v>
                </c:pt>
                <c:pt idx="13385">
                  <c:v>0.1728168581622456</c:v>
                </c:pt>
                <c:pt idx="13386">
                  <c:v>0.17285812805664796</c:v>
                </c:pt>
                <c:pt idx="13387">
                  <c:v>0.17288725255116927</c:v>
                </c:pt>
                <c:pt idx="13388">
                  <c:v>0.17289443635281321</c:v>
                </c:pt>
                <c:pt idx="13389">
                  <c:v>0.17290667458658276</c:v>
                </c:pt>
                <c:pt idx="13390">
                  <c:v>0.17293956245024289</c:v>
                </c:pt>
                <c:pt idx="13391">
                  <c:v>0.17294964920472894</c:v>
                </c:pt>
                <c:pt idx="13392">
                  <c:v>0.17294983911267314</c:v>
                </c:pt>
                <c:pt idx="13393">
                  <c:v>0.17295822452878845</c:v>
                </c:pt>
                <c:pt idx="13394">
                  <c:v>0.17299044599648042</c:v>
                </c:pt>
                <c:pt idx="13395">
                  <c:v>0.1729926946016607</c:v>
                </c:pt>
                <c:pt idx="13396">
                  <c:v>0.17302529494752772</c:v>
                </c:pt>
                <c:pt idx="13397">
                  <c:v>0.17303613051313832</c:v>
                </c:pt>
                <c:pt idx="13398">
                  <c:v>0.17304744455899682</c:v>
                </c:pt>
                <c:pt idx="13399">
                  <c:v>0.17306772495718681</c:v>
                </c:pt>
                <c:pt idx="13400">
                  <c:v>0.17306832693987129</c:v>
                </c:pt>
                <c:pt idx="13401">
                  <c:v>0.17308201206215643</c:v>
                </c:pt>
                <c:pt idx="13402">
                  <c:v>0.17309717886363371</c:v>
                </c:pt>
                <c:pt idx="13403">
                  <c:v>0.17312682338659213</c:v>
                </c:pt>
                <c:pt idx="13404">
                  <c:v>0.17312945728673679</c:v>
                </c:pt>
                <c:pt idx="13405">
                  <c:v>0.17314002169858092</c:v>
                </c:pt>
                <c:pt idx="13406">
                  <c:v>0.1731449746332458</c:v>
                </c:pt>
                <c:pt idx="13407">
                  <c:v>0.17315369382998957</c:v>
                </c:pt>
                <c:pt idx="13408">
                  <c:v>0.17318922663941985</c:v>
                </c:pt>
                <c:pt idx="13409">
                  <c:v>0.17320771980045527</c:v>
                </c:pt>
                <c:pt idx="13410">
                  <c:v>0.17322276233915884</c:v>
                </c:pt>
                <c:pt idx="13411">
                  <c:v>0.17323342191557242</c:v>
                </c:pt>
                <c:pt idx="13412">
                  <c:v>0.17325069585524824</c:v>
                </c:pt>
                <c:pt idx="13413">
                  <c:v>0.17326480718326717</c:v>
                </c:pt>
                <c:pt idx="13414">
                  <c:v>0.17327639360687278</c:v>
                </c:pt>
                <c:pt idx="13415">
                  <c:v>0.17327660935115427</c:v>
                </c:pt>
                <c:pt idx="13416">
                  <c:v>0.17330136285955827</c:v>
                </c:pt>
                <c:pt idx="13417">
                  <c:v>0.17331413153002143</c:v>
                </c:pt>
                <c:pt idx="13418">
                  <c:v>0.17332297697506532</c:v>
                </c:pt>
                <c:pt idx="13419">
                  <c:v>0.17332372731125767</c:v>
                </c:pt>
                <c:pt idx="13420">
                  <c:v>0.17332436394676162</c:v>
                </c:pt>
                <c:pt idx="13421">
                  <c:v>0.17334378392307628</c:v>
                </c:pt>
                <c:pt idx="13422">
                  <c:v>0.17334567168882148</c:v>
                </c:pt>
                <c:pt idx="13423">
                  <c:v>0.17337260250598649</c:v>
                </c:pt>
                <c:pt idx="13424">
                  <c:v>0.17341761301778688</c:v>
                </c:pt>
                <c:pt idx="13425">
                  <c:v>0.17342279079889733</c:v>
                </c:pt>
                <c:pt idx="13426">
                  <c:v>0.17343812010300147</c:v>
                </c:pt>
                <c:pt idx="13427">
                  <c:v>0.17346297537355299</c:v>
                </c:pt>
                <c:pt idx="13428">
                  <c:v>0.17347134581907644</c:v>
                </c:pt>
                <c:pt idx="13429">
                  <c:v>0.17349035220610418</c:v>
                </c:pt>
                <c:pt idx="13430">
                  <c:v>0.17351705404678544</c:v>
                </c:pt>
                <c:pt idx="13431">
                  <c:v>0.17351860125993268</c:v>
                </c:pt>
                <c:pt idx="13432">
                  <c:v>0.17355039136554187</c:v>
                </c:pt>
                <c:pt idx="13433">
                  <c:v>0.17355529860823157</c:v>
                </c:pt>
                <c:pt idx="13434">
                  <c:v>0.17360020356583508</c:v>
                </c:pt>
                <c:pt idx="13435">
                  <c:v>0.17360748081593322</c:v>
                </c:pt>
                <c:pt idx="13436">
                  <c:v>0.17361569431713256</c:v>
                </c:pt>
                <c:pt idx="13437">
                  <c:v>0.17363712599158557</c:v>
                </c:pt>
                <c:pt idx="13438">
                  <c:v>0.17363925780212794</c:v>
                </c:pt>
                <c:pt idx="13439">
                  <c:v>0.17364191449047681</c:v>
                </c:pt>
                <c:pt idx="13440">
                  <c:v>0.1736463484314108</c:v>
                </c:pt>
                <c:pt idx="13441">
                  <c:v>0.17364718425078654</c:v>
                </c:pt>
                <c:pt idx="13442">
                  <c:v>0.17365082122292944</c:v>
                </c:pt>
                <c:pt idx="13443">
                  <c:v>0.17366290449633012</c:v>
                </c:pt>
                <c:pt idx="13444">
                  <c:v>0.17369193105975603</c:v>
                </c:pt>
                <c:pt idx="13445">
                  <c:v>0.1737118288463497</c:v>
                </c:pt>
                <c:pt idx="13446">
                  <c:v>0.17372221186834183</c:v>
                </c:pt>
                <c:pt idx="13447">
                  <c:v>0.17373969221473201</c:v>
                </c:pt>
                <c:pt idx="13448">
                  <c:v>0.17375196502077941</c:v>
                </c:pt>
                <c:pt idx="13449">
                  <c:v>0.17377210258179168</c:v>
                </c:pt>
                <c:pt idx="13450">
                  <c:v>0.17377476978981024</c:v>
                </c:pt>
                <c:pt idx="13451">
                  <c:v>0.17377988502496253</c:v>
                </c:pt>
                <c:pt idx="13452">
                  <c:v>0.17378844033135377</c:v>
                </c:pt>
                <c:pt idx="13453">
                  <c:v>0.17379643965000383</c:v>
                </c:pt>
                <c:pt idx="13454">
                  <c:v>0.17381200278124131</c:v>
                </c:pt>
                <c:pt idx="13455">
                  <c:v>0.17383943017803696</c:v>
                </c:pt>
                <c:pt idx="13456">
                  <c:v>0.1738404249975998</c:v>
                </c:pt>
                <c:pt idx="13457">
                  <c:v>0.17384622648687939</c:v>
                </c:pt>
                <c:pt idx="13458">
                  <c:v>0.17385451130099872</c:v>
                </c:pt>
                <c:pt idx="13459">
                  <c:v>0.17386791261342821</c:v>
                </c:pt>
                <c:pt idx="13460">
                  <c:v>0.17390677611083075</c:v>
                </c:pt>
                <c:pt idx="13461">
                  <c:v>0.17391882865407085</c:v>
                </c:pt>
                <c:pt idx="13462">
                  <c:v>0.17393258613352061</c:v>
                </c:pt>
                <c:pt idx="13463">
                  <c:v>0.17394163759363943</c:v>
                </c:pt>
                <c:pt idx="13464">
                  <c:v>0.17394745661561833</c:v>
                </c:pt>
                <c:pt idx="13465">
                  <c:v>0.17395246605494075</c:v>
                </c:pt>
                <c:pt idx="13466">
                  <c:v>0.17395930892643599</c:v>
                </c:pt>
                <c:pt idx="13467">
                  <c:v>0.17396342135378037</c:v>
                </c:pt>
                <c:pt idx="13468">
                  <c:v>0.17397791724054898</c:v>
                </c:pt>
                <c:pt idx="13469">
                  <c:v>0.17399297537466091</c:v>
                </c:pt>
                <c:pt idx="13470">
                  <c:v>0.17399838138625545</c:v>
                </c:pt>
                <c:pt idx="13471">
                  <c:v>0.17400031269971236</c:v>
                </c:pt>
                <c:pt idx="13472">
                  <c:v>0.17400093671033259</c:v>
                </c:pt>
                <c:pt idx="13473">
                  <c:v>0.17401318873362881</c:v>
                </c:pt>
                <c:pt idx="13474">
                  <c:v>0.1740209155587196</c:v>
                </c:pt>
                <c:pt idx="13475">
                  <c:v>0.17404554750197887</c:v>
                </c:pt>
                <c:pt idx="13476">
                  <c:v>0.17404659318447874</c:v>
                </c:pt>
                <c:pt idx="13477">
                  <c:v>0.17405063397667339</c:v>
                </c:pt>
                <c:pt idx="13478">
                  <c:v>0.17405560497284364</c:v>
                </c:pt>
                <c:pt idx="13479">
                  <c:v>0.17405627399162621</c:v>
                </c:pt>
                <c:pt idx="13480">
                  <c:v>0.17408643818009245</c:v>
                </c:pt>
                <c:pt idx="13481">
                  <c:v>0.17410437796630868</c:v>
                </c:pt>
                <c:pt idx="13482">
                  <c:v>0.1741080726607582</c:v>
                </c:pt>
                <c:pt idx="13483">
                  <c:v>0.17411769742249583</c:v>
                </c:pt>
                <c:pt idx="13484">
                  <c:v>0.17412342591191288</c:v>
                </c:pt>
                <c:pt idx="13485">
                  <c:v>0.17415488334865503</c:v>
                </c:pt>
                <c:pt idx="13486">
                  <c:v>0.1741595232623091</c:v>
                </c:pt>
                <c:pt idx="13487">
                  <c:v>0.17417029909872633</c:v>
                </c:pt>
                <c:pt idx="13488">
                  <c:v>0.17418165624013771</c:v>
                </c:pt>
                <c:pt idx="13489">
                  <c:v>0.17420976055321488</c:v>
                </c:pt>
                <c:pt idx="13490">
                  <c:v>0.17421421404241619</c:v>
                </c:pt>
                <c:pt idx="13491">
                  <c:v>0.17422945518077962</c:v>
                </c:pt>
                <c:pt idx="13492">
                  <c:v>0.17425698723824887</c:v>
                </c:pt>
                <c:pt idx="13493">
                  <c:v>0.17428779492236288</c:v>
                </c:pt>
                <c:pt idx="13494">
                  <c:v>0.17429070739350033</c:v>
                </c:pt>
                <c:pt idx="13495">
                  <c:v>0.17431130124409966</c:v>
                </c:pt>
                <c:pt idx="13496">
                  <c:v>0.17432911963694647</c:v>
                </c:pt>
                <c:pt idx="13497">
                  <c:v>0.17434739243114786</c:v>
                </c:pt>
                <c:pt idx="13498">
                  <c:v>0.17435182490502849</c:v>
                </c:pt>
                <c:pt idx="13499">
                  <c:v>0.17436604586160845</c:v>
                </c:pt>
                <c:pt idx="13500">
                  <c:v>0.17437627670339351</c:v>
                </c:pt>
                <c:pt idx="13501">
                  <c:v>0.1743795310011779</c:v>
                </c:pt>
                <c:pt idx="13502">
                  <c:v>0.17445807348861747</c:v>
                </c:pt>
                <c:pt idx="13503">
                  <c:v>0.1744658152065936</c:v>
                </c:pt>
                <c:pt idx="13504">
                  <c:v>0.17446894754407635</c:v>
                </c:pt>
                <c:pt idx="13505">
                  <c:v>0.17447793857624361</c:v>
                </c:pt>
                <c:pt idx="13506">
                  <c:v>0.17448148550021469</c:v>
                </c:pt>
                <c:pt idx="13507">
                  <c:v>0.17449114897412987</c:v>
                </c:pt>
                <c:pt idx="13508">
                  <c:v>0.17456151289748603</c:v>
                </c:pt>
                <c:pt idx="13509">
                  <c:v>0.1745631812256635</c:v>
                </c:pt>
                <c:pt idx="13510">
                  <c:v>0.17457783198107327</c:v>
                </c:pt>
                <c:pt idx="13511">
                  <c:v>0.17458312952523433</c:v>
                </c:pt>
                <c:pt idx="13512">
                  <c:v>0.17458518645699761</c:v>
                </c:pt>
                <c:pt idx="13513">
                  <c:v>0.1745877498756894</c:v>
                </c:pt>
                <c:pt idx="13514">
                  <c:v>0.17458823316501443</c:v>
                </c:pt>
                <c:pt idx="13515">
                  <c:v>0.17463558646084057</c:v>
                </c:pt>
                <c:pt idx="13516">
                  <c:v>0.17464287822879784</c:v>
                </c:pt>
                <c:pt idx="13517">
                  <c:v>0.17466264019693931</c:v>
                </c:pt>
                <c:pt idx="13518">
                  <c:v>0.17469503727816205</c:v>
                </c:pt>
                <c:pt idx="13519">
                  <c:v>0.17471427044043455</c:v>
                </c:pt>
                <c:pt idx="13520">
                  <c:v>0.17471443508409246</c:v>
                </c:pt>
                <c:pt idx="13521">
                  <c:v>0.17471629528672503</c:v>
                </c:pt>
                <c:pt idx="13522">
                  <c:v>0.17473172249023541</c:v>
                </c:pt>
                <c:pt idx="13523">
                  <c:v>0.17473431715223114</c:v>
                </c:pt>
                <c:pt idx="13524">
                  <c:v>0.17473997036158712</c:v>
                </c:pt>
                <c:pt idx="13525">
                  <c:v>0.17474165137998401</c:v>
                </c:pt>
                <c:pt idx="13526">
                  <c:v>0.1747438388399519</c:v>
                </c:pt>
                <c:pt idx="13527">
                  <c:v>0.17474602750164819</c:v>
                </c:pt>
                <c:pt idx="13528">
                  <c:v>0.1747540083598558</c:v>
                </c:pt>
                <c:pt idx="13529">
                  <c:v>0.17479388673019297</c:v>
                </c:pt>
                <c:pt idx="13530">
                  <c:v>0.17480823081836158</c:v>
                </c:pt>
                <c:pt idx="13531">
                  <c:v>0.17481062433872074</c:v>
                </c:pt>
                <c:pt idx="13532">
                  <c:v>0.1748424660900435</c:v>
                </c:pt>
                <c:pt idx="13533">
                  <c:v>0.17484445530030276</c:v>
                </c:pt>
                <c:pt idx="13534">
                  <c:v>0.17486746345527815</c:v>
                </c:pt>
                <c:pt idx="13535">
                  <c:v>0.17487475676767766</c:v>
                </c:pt>
                <c:pt idx="13536">
                  <c:v>0.17487731378398561</c:v>
                </c:pt>
                <c:pt idx="13537">
                  <c:v>0.17490247392456698</c:v>
                </c:pt>
                <c:pt idx="13538">
                  <c:v>0.17492285178857653</c:v>
                </c:pt>
                <c:pt idx="13539">
                  <c:v>0.17493020697646769</c:v>
                </c:pt>
                <c:pt idx="13540">
                  <c:v>0.17493810033314783</c:v>
                </c:pt>
                <c:pt idx="13541">
                  <c:v>0.17494740552498636</c:v>
                </c:pt>
                <c:pt idx="13542">
                  <c:v>0.17498916164889472</c:v>
                </c:pt>
                <c:pt idx="13543">
                  <c:v>0.1749894668947547</c:v>
                </c:pt>
                <c:pt idx="13544">
                  <c:v>0.17499155660994134</c:v>
                </c:pt>
                <c:pt idx="13545">
                  <c:v>0.17501728509597633</c:v>
                </c:pt>
                <c:pt idx="13546">
                  <c:v>0.17501824270704799</c:v>
                </c:pt>
                <c:pt idx="13547">
                  <c:v>0.17502654098901449</c:v>
                </c:pt>
                <c:pt idx="13548">
                  <c:v>0.17504703253579956</c:v>
                </c:pt>
                <c:pt idx="13549">
                  <c:v>0.17505204670310998</c:v>
                </c:pt>
                <c:pt idx="13550">
                  <c:v>0.17505919663122621</c:v>
                </c:pt>
                <c:pt idx="13551">
                  <c:v>0.17506121895275556</c:v>
                </c:pt>
                <c:pt idx="13552">
                  <c:v>0.1750649625371874</c:v>
                </c:pt>
                <c:pt idx="13553">
                  <c:v>0.17510772365209723</c:v>
                </c:pt>
                <c:pt idx="13554">
                  <c:v>0.17510990347280558</c:v>
                </c:pt>
                <c:pt idx="13555">
                  <c:v>0.17511791007396024</c:v>
                </c:pt>
                <c:pt idx="13556">
                  <c:v>0.17512128797477763</c:v>
                </c:pt>
                <c:pt idx="13557">
                  <c:v>0.17512186511964714</c:v>
                </c:pt>
                <c:pt idx="13558">
                  <c:v>0.17513938786648692</c:v>
                </c:pt>
                <c:pt idx="13559">
                  <c:v>0.17514152246061546</c:v>
                </c:pt>
                <c:pt idx="13560">
                  <c:v>0.17515145868629992</c:v>
                </c:pt>
                <c:pt idx="13561">
                  <c:v>0.17519385418349118</c:v>
                </c:pt>
                <c:pt idx="13562">
                  <c:v>0.17519681126627462</c:v>
                </c:pt>
                <c:pt idx="13563">
                  <c:v>0.17520405696343222</c:v>
                </c:pt>
                <c:pt idx="13564">
                  <c:v>0.17520438577393374</c:v>
                </c:pt>
                <c:pt idx="13565">
                  <c:v>0.1752463334646939</c:v>
                </c:pt>
                <c:pt idx="13566">
                  <c:v>0.17526708953341422</c:v>
                </c:pt>
                <c:pt idx="13567">
                  <c:v>0.17527084860529532</c:v>
                </c:pt>
                <c:pt idx="13568">
                  <c:v>0.17528330683888163</c:v>
                </c:pt>
                <c:pt idx="13569">
                  <c:v>0.17530972016190335</c:v>
                </c:pt>
                <c:pt idx="13570">
                  <c:v>0.1753113633938588</c:v>
                </c:pt>
                <c:pt idx="13571">
                  <c:v>0.17532462594532397</c:v>
                </c:pt>
                <c:pt idx="13572">
                  <c:v>0.17532496677693241</c:v>
                </c:pt>
                <c:pt idx="13573">
                  <c:v>0.17532749801975944</c:v>
                </c:pt>
                <c:pt idx="13574">
                  <c:v>0.17536134267372677</c:v>
                </c:pt>
                <c:pt idx="13575">
                  <c:v>0.17538429210568948</c:v>
                </c:pt>
                <c:pt idx="13576">
                  <c:v>0.175397136286053</c:v>
                </c:pt>
                <c:pt idx="13577">
                  <c:v>0.17540133373710387</c:v>
                </c:pt>
                <c:pt idx="13578">
                  <c:v>0.1754356330619119</c:v>
                </c:pt>
                <c:pt idx="13579">
                  <c:v>0.17544702225486053</c:v>
                </c:pt>
                <c:pt idx="13580">
                  <c:v>0.17546976178085844</c:v>
                </c:pt>
                <c:pt idx="13581">
                  <c:v>0.17547265341941493</c:v>
                </c:pt>
                <c:pt idx="13582">
                  <c:v>0.17549336488334283</c:v>
                </c:pt>
                <c:pt idx="13583">
                  <c:v>0.17549696805181375</c:v>
                </c:pt>
                <c:pt idx="13584">
                  <c:v>0.17551685951564089</c:v>
                </c:pt>
                <c:pt idx="13585">
                  <c:v>0.17556211455176557</c:v>
                </c:pt>
                <c:pt idx="13586">
                  <c:v>0.1755839421712066</c:v>
                </c:pt>
                <c:pt idx="13587">
                  <c:v>0.175602781638067</c:v>
                </c:pt>
                <c:pt idx="13588">
                  <c:v>0.17564999318769847</c:v>
                </c:pt>
                <c:pt idx="13589">
                  <c:v>0.17565710630323436</c:v>
                </c:pt>
                <c:pt idx="13590">
                  <c:v>0.17568014102654755</c:v>
                </c:pt>
                <c:pt idx="13591">
                  <c:v>0.17568091718187484</c:v>
                </c:pt>
                <c:pt idx="13592">
                  <c:v>0.17571498424898449</c:v>
                </c:pt>
                <c:pt idx="13593">
                  <c:v>0.17571878988601156</c:v>
                </c:pt>
                <c:pt idx="13594">
                  <c:v>0.1757358195919517</c:v>
                </c:pt>
                <c:pt idx="13595">
                  <c:v>0.17573696426855936</c:v>
                </c:pt>
                <c:pt idx="13596">
                  <c:v>0.17573955277641162</c:v>
                </c:pt>
                <c:pt idx="13597">
                  <c:v>0.17573963667696921</c:v>
                </c:pt>
                <c:pt idx="13598">
                  <c:v>0.1757505955181288</c:v>
                </c:pt>
                <c:pt idx="13599">
                  <c:v>0.17576540622380729</c:v>
                </c:pt>
                <c:pt idx="13600">
                  <c:v>0.17578334637076901</c:v>
                </c:pt>
                <c:pt idx="13601">
                  <c:v>0.17578345333080586</c:v>
                </c:pt>
                <c:pt idx="13602">
                  <c:v>0.17579048067728029</c:v>
                </c:pt>
                <c:pt idx="13603">
                  <c:v>0.17579088009871779</c:v>
                </c:pt>
                <c:pt idx="13604">
                  <c:v>0.17581663750964155</c:v>
                </c:pt>
                <c:pt idx="13605">
                  <c:v>0.1758287679393763</c:v>
                </c:pt>
                <c:pt idx="13606">
                  <c:v>0.17583809200938866</c:v>
                </c:pt>
                <c:pt idx="13607">
                  <c:v>0.1758471236178421</c:v>
                </c:pt>
                <c:pt idx="13608">
                  <c:v>0.17585887850615495</c:v>
                </c:pt>
                <c:pt idx="13609">
                  <c:v>0.17585981195597786</c:v>
                </c:pt>
                <c:pt idx="13610">
                  <c:v>0.17587633184897172</c:v>
                </c:pt>
                <c:pt idx="13611">
                  <c:v>0.17589776352953299</c:v>
                </c:pt>
                <c:pt idx="13612">
                  <c:v>0.17592955652977343</c:v>
                </c:pt>
                <c:pt idx="13613">
                  <c:v>0.17595075859401099</c:v>
                </c:pt>
                <c:pt idx="13614">
                  <c:v>0.17595198092586847</c:v>
                </c:pt>
                <c:pt idx="13615">
                  <c:v>0.17599570771290235</c:v>
                </c:pt>
                <c:pt idx="13616">
                  <c:v>0.17601814392684431</c:v>
                </c:pt>
                <c:pt idx="13617">
                  <c:v>0.17601825673697019</c:v>
                </c:pt>
                <c:pt idx="13618">
                  <c:v>0.17602628735454318</c:v>
                </c:pt>
                <c:pt idx="13619">
                  <c:v>0.17604247425312294</c:v>
                </c:pt>
                <c:pt idx="13620">
                  <c:v>0.17604521113110488</c:v>
                </c:pt>
                <c:pt idx="13621">
                  <c:v>0.17607693569092889</c:v>
                </c:pt>
                <c:pt idx="13622">
                  <c:v>0.17607890385194694</c:v>
                </c:pt>
                <c:pt idx="13623">
                  <c:v>0.17608105078876446</c:v>
                </c:pt>
                <c:pt idx="13624">
                  <c:v>0.17610438818766183</c:v>
                </c:pt>
                <c:pt idx="13625">
                  <c:v>0.17614488641559545</c:v>
                </c:pt>
                <c:pt idx="13626">
                  <c:v>0.17615698177079372</c:v>
                </c:pt>
                <c:pt idx="13627">
                  <c:v>0.17616780560773609</c:v>
                </c:pt>
                <c:pt idx="13628">
                  <c:v>0.17618258240862325</c:v>
                </c:pt>
                <c:pt idx="13629">
                  <c:v>0.17620624641685539</c:v>
                </c:pt>
                <c:pt idx="13630">
                  <c:v>0.17621619924370324</c:v>
                </c:pt>
                <c:pt idx="13631">
                  <c:v>0.17622278815766873</c:v>
                </c:pt>
                <c:pt idx="13632">
                  <c:v>0.1762341523973836</c:v>
                </c:pt>
                <c:pt idx="13633">
                  <c:v>0.17623467861306261</c:v>
                </c:pt>
                <c:pt idx="13634">
                  <c:v>0.17623772426129145</c:v>
                </c:pt>
                <c:pt idx="13635">
                  <c:v>0.17624069153082941</c:v>
                </c:pt>
                <c:pt idx="13636">
                  <c:v>0.1762519791571969</c:v>
                </c:pt>
                <c:pt idx="13637">
                  <c:v>0.17625207459715711</c:v>
                </c:pt>
                <c:pt idx="13638">
                  <c:v>0.17625441887023252</c:v>
                </c:pt>
                <c:pt idx="13639">
                  <c:v>0.17625664099947266</c:v>
                </c:pt>
                <c:pt idx="13640">
                  <c:v>0.17631099785563797</c:v>
                </c:pt>
                <c:pt idx="13641">
                  <c:v>0.17635596746810689</c:v>
                </c:pt>
                <c:pt idx="13642">
                  <c:v>0.1763598034281387</c:v>
                </c:pt>
                <c:pt idx="13643">
                  <c:v>0.17637195250828414</c:v>
                </c:pt>
                <c:pt idx="13644">
                  <c:v>0.17637716463912773</c:v>
                </c:pt>
                <c:pt idx="13645">
                  <c:v>0.17638350733250116</c:v>
                </c:pt>
                <c:pt idx="13646">
                  <c:v>0.17639106178285241</c:v>
                </c:pt>
                <c:pt idx="13647">
                  <c:v>0.17640827575698517</c:v>
                </c:pt>
                <c:pt idx="13648">
                  <c:v>0.17643566610960809</c:v>
                </c:pt>
                <c:pt idx="13649">
                  <c:v>0.17647552765214092</c:v>
                </c:pt>
                <c:pt idx="13650">
                  <c:v>0.17648657604340237</c:v>
                </c:pt>
                <c:pt idx="13651">
                  <c:v>0.1765201462761137</c:v>
                </c:pt>
                <c:pt idx="13652">
                  <c:v>0.17652459939892229</c:v>
                </c:pt>
                <c:pt idx="13653">
                  <c:v>0.17653424335055073</c:v>
                </c:pt>
                <c:pt idx="13654">
                  <c:v>0.17658432600472812</c:v>
                </c:pt>
                <c:pt idx="13655">
                  <c:v>0.17659273884642274</c:v>
                </c:pt>
                <c:pt idx="13656">
                  <c:v>0.1765997662117921</c:v>
                </c:pt>
                <c:pt idx="13657">
                  <c:v>0.17660975857065073</c:v>
                </c:pt>
                <c:pt idx="13658">
                  <c:v>0.17665273186291322</c:v>
                </c:pt>
                <c:pt idx="13659">
                  <c:v>0.17665353187241611</c:v>
                </c:pt>
                <c:pt idx="13660">
                  <c:v>0.17665525139427399</c:v>
                </c:pt>
                <c:pt idx="13661">
                  <c:v>0.17667717920806358</c:v>
                </c:pt>
                <c:pt idx="13662">
                  <c:v>0.17669293082972815</c:v>
                </c:pt>
                <c:pt idx="13663">
                  <c:v>0.17671022115069604</c:v>
                </c:pt>
                <c:pt idx="13664">
                  <c:v>0.17671500503483034</c:v>
                </c:pt>
                <c:pt idx="13665">
                  <c:v>0.17674735811433795</c:v>
                </c:pt>
                <c:pt idx="13666">
                  <c:v>0.17675103835780423</c:v>
                </c:pt>
                <c:pt idx="13667">
                  <c:v>0.17675830559659947</c:v>
                </c:pt>
                <c:pt idx="13668">
                  <c:v>0.17675871129116047</c:v>
                </c:pt>
                <c:pt idx="13669">
                  <c:v>0.17676333824387871</c:v>
                </c:pt>
                <c:pt idx="13670">
                  <c:v>0.1767641918881106</c:v>
                </c:pt>
                <c:pt idx="13671">
                  <c:v>0.17682276865146362</c:v>
                </c:pt>
                <c:pt idx="13672">
                  <c:v>0.17684631430275127</c:v>
                </c:pt>
                <c:pt idx="13673">
                  <c:v>0.17685369060709477</c:v>
                </c:pt>
                <c:pt idx="13674">
                  <c:v>0.17685988894920066</c:v>
                </c:pt>
                <c:pt idx="13675">
                  <c:v>0.1768652155119903</c:v>
                </c:pt>
                <c:pt idx="13676">
                  <c:v>0.17686531689173249</c:v>
                </c:pt>
                <c:pt idx="13677">
                  <c:v>0.17689451701322498</c:v>
                </c:pt>
                <c:pt idx="13678">
                  <c:v>0.17689573163016106</c:v>
                </c:pt>
                <c:pt idx="13679">
                  <c:v>0.17689886963399745</c:v>
                </c:pt>
                <c:pt idx="13680">
                  <c:v>0.17689923802342122</c:v>
                </c:pt>
                <c:pt idx="13681">
                  <c:v>0.17690418314900527</c:v>
                </c:pt>
                <c:pt idx="13682">
                  <c:v>0.17693008508137745</c:v>
                </c:pt>
                <c:pt idx="13683">
                  <c:v>0.17693554988282234</c:v>
                </c:pt>
                <c:pt idx="13684">
                  <c:v>0.17695326879295667</c:v>
                </c:pt>
                <c:pt idx="13685">
                  <c:v>0.17696484562108203</c:v>
                </c:pt>
                <c:pt idx="13686">
                  <c:v>0.17701314166122675</c:v>
                </c:pt>
                <c:pt idx="13687">
                  <c:v>0.1770272560997421</c:v>
                </c:pt>
                <c:pt idx="13688">
                  <c:v>0.17704627716508661</c:v>
                </c:pt>
                <c:pt idx="13689">
                  <c:v>0.17706684973397602</c:v>
                </c:pt>
                <c:pt idx="13690">
                  <c:v>0.17707205492400124</c:v>
                </c:pt>
                <c:pt idx="13691">
                  <c:v>0.17707208918904679</c:v>
                </c:pt>
                <c:pt idx="13692">
                  <c:v>0.17708716737082003</c:v>
                </c:pt>
                <c:pt idx="13693">
                  <c:v>0.17712069113697446</c:v>
                </c:pt>
                <c:pt idx="13694">
                  <c:v>0.17713044083744056</c:v>
                </c:pt>
                <c:pt idx="13695">
                  <c:v>0.17713265585230301</c:v>
                </c:pt>
                <c:pt idx="13696">
                  <c:v>0.17713298140069947</c:v>
                </c:pt>
                <c:pt idx="13697">
                  <c:v>0.17714427104358324</c:v>
                </c:pt>
                <c:pt idx="13698">
                  <c:v>0.17715803039546904</c:v>
                </c:pt>
                <c:pt idx="13699">
                  <c:v>0.17717658144089779</c:v>
                </c:pt>
                <c:pt idx="13700">
                  <c:v>0.17720460150571576</c:v>
                </c:pt>
                <c:pt idx="13701">
                  <c:v>0.17723484127131034</c:v>
                </c:pt>
                <c:pt idx="13702">
                  <c:v>0.17723664167543096</c:v>
                </c:pt>
                <c:pt idx="13703">
                  <c:v>0.17724066072342601</c:v>
                </c:pt>
                <c:pt idx="13704">
                  <c:v>0.17724511059949488</c:v>
                </c:pt>
                <c:pt idx="13705">
                  <c:v>0.17727562519891793</c:v>
                </c:pt>
                <c:pt idx="13706">
                  <c:v>0.17727686839404888</c:v>
                </c:pt>
                <c:pt idx="13707">
                  <c:v>0.17732866369920386</c:v>
                </c:pt>
                <c:pt idx="13708">
                  <c:v>0.17733553489407169</c:v>
                </c:pt>
                <c:pt idx="13709">
                  <c:v>0.17734722038943077</c:v>
                </c:pt>
                <c:pt idx="13710">
                  <c:v>0.17735218454139975</c:v>
                </c:pt>
                <c:pt idx="13711">
                  <c:v>0.17736051576582396</c:v>
                </c:pt>
                <c:pt idx="13712">
                  <c:v>0.17736161607651357</c:v>
                </c:pt>
                <c:pt idx="13713">
                  <c:v>0.17741017278479423</c:v>
                </c:pt>
                <c:pt idx="13714">
                  <c:v>0.17741371285548341</c:v>
                </c:pt>
                <c:pt idx="13715">
                  <c:v>0.17742183229476871</c:v>
                </c:pt>
                <c:pt idx="13716">
                  <c:v>0.17742693363995468</c:v>
                </c:pt>
                <c:pt idx="13717">
                  <c:v>0.17743087543033845</c:v>
                </c:pt>
                <c:pt idx="13718">
                  <c:v>0.17744105086377937</c:v>
                </c:pt>
                <c:pt idx="13719">
                  <c:v>0.1774519283048106</c:v>
                </c:pt>
                <c:pt idx="13720">
                  <c:v>0.17746318015870244</c:v>
                </c:pt>
                <c:pt idx="13721">
                  <c:v>0.17749888742668557</c:v>
                </c:pt>
                <c:pt idx="13722">
                  <c:v>0.17752222052122024</c:v>
                </c:pt>
                <c:pt idx="13723">
                  <c:v>0.17752440899770969</c:v>
                </c:pt>
                <c:pt idx="13724">
                  <c:v>0.17752783311791751</c:v>
                </c:pt>
                <c:pt idx="13725">
                  <c:v>0.17754004305911023</c:v>
                </c:pt>
                <c:pt idx="13726">
                  <c:v>0.1775512617258799</c:v>
                </c:pt>
                <c:pt idx="13727">
                  <c:v>0.17756070956635259</c:v>
                </c:pt>
                <c:pt idx="13728">
                  <c:v>0.17761435375961679</c:v>
                </c:pt>
                <c:pt idx="13729">
                  <c:v>0.17761698647197952</c:v>
                </c:pt>
                <c:pt idx="13730">
                  <c:v>0.17762095593272884</c:v>
                </c:pt>
                <c:pt idx="13731">
                  <c:v>0.17763117173660606</c:v>
                </c:pt>
                <c:pt idx="13732">
                  <c:v>0.17763527900279397</c:v>
                </c:pt>
                <c:pt idx="13733">
                  <c:v>0.17763867148003346</c:v>
                </c:pt>
                <c:pt idx="13734">
                  <c:v>0.17764251249988483</c:v>
                </c:pt>
                <c:pt idx="13735">
                  <c:v>0.17765131483401403</c:v>
                </c:pt>
                <c:pt idx="13736">
                  <c:v>0.17765783875378785</c:v>
                </c:pt>
                <c:pt idx="13737">
                  <c:v>0.17766121358220785</c:v>
                </c:pt>
                <c:pt idx="13738">
                  <c:v>0.17768119292281212</c:v>
                </c:pt>
                <c:pt idx="13739">
                  <c:v>0.17768571045765319</c:v>
                </c:pt>
                <c:pt idx="13740">
                  <c:v>0.17769790280180628</c:v>
                </c:pt>
                <c:pt idx="13741">
                  <c:v>0.17772151334356034</c:v>
                </c:pt>
                <c:pt idx="13742">
                  <c:v>0.17773523340177202</c:v>
                </c:pt>
                <c:pt idx="13743">
                  <c:v>0.17776030942214091</c:v>
                </c:pt>
                <c:pt idx="13744">
                  <c:v>0.17776601826567601</c:v>
                </c:pt>
                <c:pt idx="13745">
                  <c:v>0.17776611884164514</c:v>
                </c:pt>
                <c:pt idx="13746">
                  <c:v>0.17778661689909578</c:v>
                </c:pt>
                <c:pt idx="13747">
                  <c:v>0.17779257345744551</c:v>
                </c:pt>
                <c:pt idx="13748">
                  <c:v>0.17779454309560846</c:v>
                </c:pt>
                <c:pt idx="13749">
                  <c:v>0.17781700023370639</c:v>
                </c:pt>
                <c:pt idx="13750">
                  <c:v>0.17782050976722946</c:v>
                </c:pt>
                <c:pt idx="13751">
                  <c:v>0.17782527563453887</c:v>
                </c:pt>
                <c:pt idx="13752">
                  <c:v>0.17782941271908281</c:v>
                </c:pt>
                <c:pt idx="13753">
                  <c:v>0.17783012887899216</c:v>
                </c:pt>
                <c:pt idx="13754">
                  <c:v>0.1778332943240867</c:v>
                </c:pt>
                <c:pt idx="13755">
                  <c:v>0.17784358985402551</c:v>
                </c:pt>
                <c:pt idx="13756">
                  <c:v>0.17784501827319801</c:v>
                </c:pt>
                <c:pt idx="13757">
                  <c:v>0.17785548193807876</c:v>
                </c:pt>
                <c:pt idx="13758">
                  <c:v>0.17785867799304958</c:v>
                </c:pt>
                <c:pt idx="13759">
                  <c:v>0.17787305311973678</c:v>
                </c:pt>
                <c:pt idx="13760">
                  <c:v>0.17787702895903904</c:v>
                </c:pt>
                <c:pt idx="13761">
                  <c:v>0.17787880817222915</c:v>
                </c:pt>
                <c:pt idx="13762">
                  <c:v>0.17788005796518847</c:v>
                </c:pt>
                <c:pt idx="13763">
                  <c:v>0.17788008895381252</c:v>
                </c:pt>
                <c:pt idx="13764">
                  <c:v>0.17788718409719029</c:v>
                </c:pt>
                <c:pt idx="13765">
                  <c:v>0.17789431468430766</c:v>
                </c:pt>
                <c:pt idx="13766">
                  <c:v>0.17789667920229366</c:v>
                </c:pt>
                <c:pt idx="13767">
                  <c:v>0.17791451141383624</c:v>
                </c:pt>
                <c:pt idx="13768">
                  <c:v>0.17793104893344105</c:v>
                </c:pt>
                <c:pt idx="13769">
                  <c:v>0.17793907085995894</c:v>
                </c:pt>
                <c:pt idx="13770">
                  <c:v>0.17795022291284213</c:v>
                </c:pt>
                <c:pt idx="13771">
                  <c:v>0.17798124750542796</c:v>
                </c:pt>
                <c:pt idx="13772">
                  <c:v>0.17798767033263285</c:v>
                </c:pt>
                <c:pt idx="13773">
                  <c:v>0.17802226138302624</c:v>
                </c:pt>
                <c:pt idx="13774">
                  <c:v>0.17802727928235015</c:v>
                </c:pt>
                <c:pt idx="13775">
                  <c:v>0.17803189627933019</c:v>
                </c:pt>
                <c:pt idx="13776">
                  <c:v>0.17804558446501056</c:v>
                </c:pt>
                <c:pt idx="13777">
                  <c:v>0.17807769817137065</c:v>
                </c:pt>
                <c:pt idx="13778">
                  <c:v>0.17811169326833665</c:v>
                </c:pt>
                <c:pt idx="13779">
                  <c:v>0.17811509505051776</c:v>
                </c:pt>
                <c:pt idx="13780">
                  <c:v>0.17811999519948771</c:v>
                </c:pt>
                <c:pt idx="13781">
                  <c:v>0.17814965690288517</c:v>
                </c:pt>
                <c:pt idx="13782">
                  <c:v>0.17815639170977526</c:v>
                </c:pt>
                <c:pt idx="13783">
                  <c:v>0.17817012321747741</c:v>
                </c:pt>
                <c:pt idx="13784">
                  <c:v>0.17818011876864703</c:v>
                </c:pt>
                <c:pt idx="13785">
                  <c:v>0.1781872505948017</c:v>
                </c:pt>
                <c:pt idx="13786">
                  <c:v>0.17819384985865117</c:v>
                </c:pt>
                <c:pt idx="13787">
                  <c:v>0.17820254390641241</c:v>
                </c:pt>
                <c:pt idx="13788">
                  <c:v>0.17822371230953687</c:v>
                </c:pt>
                <c:pt idx="13789">
                  <c:v>0.17824454451603977</c:v>
                </c:pt>
                <c:pt idx="13790">
                  <c:v>0.17827863705045835</c:v>
                </c:pt>
                <c:pt idx="13791">
                  <c:v>0.17829239274716988</c:v>
                </c:pt>
                <c:pt idx="13792">
                  <c:v>0.17829659874511494</c:v>
                </c:pt>
                <c:pt idx="13793">
                  <c:v>0.1782990509013373</c:v>
                </c:pt>
                <c:pt idx="13794">
                  <c:v>0.17831315582085952</c:v>
                </c:pt>
                <c:pt idx="13795">
                  <c:v>0.17831493152919214</c:v>
                </c:pt>
                <c:pt idx="13796">
                  <c:v>0.17835220240311764</c:v>
                </c:pt>
                <c:pt idx="13797">
                  <c:v>0.17836488168292847</c:v>
                </c:pt>
                <c:pt idx="13798">
                  <c:v>0.17836696970957966</c:v>
                </c:pt>
                <c:pt idx="13799">
                  <c:v>0.17838107373389556</c:v>
                </c:pt>
                <c:pt idx="13800">
                  <c:v>0.17839825398382872</c:v>
                </c:pt>
                <c:pt idx="13801">
                  <c:v>0.17842488627673267</c:v>
                </c:pt>
                <c:pt idx="13802">
                  <c:v>0.17843025227615553</c:v>
                </c:pt>
                <c:pt idx="13803">
                  <c:v>0.17844230759785223</c:v>
                </c:pt>
                <c:pt idx="13804">
                  <c:v>0.17845980208382967</c:v>
                </c:pt>
                <c:pt idx="13805">
                  <c:v>0.17846058580624327</c:v>
                </c:pt>
                <c:pt idx="13806">
                  <c:v>0.17849329250501775</c:v>
                </c:pt>
                <c:pt idx="13807">
                  <c:v>0.17850788670232356</c:v>
                </c:pt>
                <c:pt idx="13808">
                  <c:v>0.17850893782540003</c:v>
                </c:pt>
                <c:pt idx="13809">
                  <c:v>0.17851321350423277</c:v>
                </c:pt>
                <c:pt idx="13810">
                  <c:v>0.17851324283048378</c:v>
                </c:pt>
                <c:pt idx="13811">
                  <c:v>0.17852948754054268</c:v>
                </c:pt>
                <c:pt idx="13812">
                  <c:v>0.17853280618108516</c:v>
                </c:pt>
                <c:pt idx="13813">
                  <c:v>0.17855551338067507</c:v>
                </c:pt>
                <c:pt idx="13814">
                  <c:v>0.17855772987767601</c:v>
                </c:pt>
                <c:pt idx="13815">
                  <c:v>0.17855819183289362</c:v>
                </c:pt>
                <c:pt idx="13816">
                  <c:v>0.17856691836855923</c:v>
                </c:pt>
                <c:pt idx="13817">
                  <c:v>0.17857928103996715</c:v>
                </c:pt>
                <c:pt idx="13818">
                  <c:v>0.17858012675886142</c:v>
                </c:pt>
                <c:pt idx="13819">
                  <c:v>0.17858679682852729</c:v>
                </c:pt>
                <c:pt idx="13820">
                  <c:v>0.17860361375645356</c:v>
                </c:pt>
                <c:pt idx="13821">
                  <c:v>0.17860563797207921</c:v>
                </c:pt>
                <c:pt idx="13822">
                  <c:v>0.17861230699151806</c:v>
                </c:pt>
                <c:pt idx="13823">
                  <c:v>0.17862187698510068</c:v>
                </c:pt>
                <c:pt idx="13824">
                  <c:v>0.17864013163718606</c:v>
                </c:pt>
                <c:pt idx="13825">
                  <c:v>0.17866044658149319</c:v>
                </c:pt>
                <c:pt idx="13826">
                  <c:v>0.17866839083059297</c:v>
                </c:pt>
                <c:pt idx="13827">
                  <c:v>0.17867386792743292</c:v>
                </c:pt>
                <c:pt idx="13828">
                  <c:v>0.17869356008688214</c:v>
                </c:pt>
                <c:pt idx="13829">
                  <c:v>0.17872155755792643</c:v>
                </c:pt>
                <c:pt idx="13830">
                  <c:v>0.17873369411786866</c:v>
                </c:pt>
                <c:pt idx="13831">
                  <c:v>0.17873598562151272</c:v>
                </c:pt>
                <c:pt idx="13832">
                  <c:v>0.17873824829068721</c:v>
                </c:pt>
                <c:pt idx="13833">
                  <c:v>0.17875003329075911</c:v>
                </c:pt>
                <c:pt idx="13834">
                  <c:v>0.17877429331154471</c:v>
                </c:pt>
                <c:pt idx="13835">
                  <c:v>0.17877492821256696</c:v>
                </c:pt>
                <c:pt idx="13836">
                  <c:v>0.1787855294628857</c:v>
                </c:pt>
                <c:pt idx="13837">
                  <c:v>0.17878913570506072</c:v>
                </c:pt>
                <c:pt idx="13838">
                  <c:v>0.17880709861835581</c:v>
                </c:pt>
                <c:pt idx="13839">
                  <c:v>0.17881373089623803</c:v>
                </c:pt>
                <c:pt idx="13840">
                  <c:v>0.17882781399680925</c:v>
                </c:pt>
                <c:pt idx="13841">
                  <c:v>0.17884519956383033</c:v>
                </c:pt>
                <c:pt idx="13842">
                  <c:v>0.17884538753008322</c:v>
                </c:pt>
                <c:pt idx="13843">
                  <c:v>0.17885722591443035</c:v>
                </c:pt>
                <c:pt idx="13844">
                  <c:v>0.17886484893129659</c:v>
                </c:pt>
                <c:pt idx="13845">
                  <c:v>0.1788720485525474</c:v>
                </c:pt>
                <c:pt idx="13846">
                  <c:v>0.17887608240895761</c:v>
                </c:pt>
                <c:pt idx="13847">
                  <c:v>0.17889164395586321</c:v>
                </c:pt>
                <c:pt idx="13848">
                  <c:v>0.17890420433721982</c:v>
                </c:pt>
                <c:pt idx="13849">
                  <c:v>0.17890462707370322</c:v>
                </c:pt>
                <c:pt idx="13850">
                  <c:v>0.17892016004790454</c:v>
                </c:pt>
                <c:pt idx="13851">
                  <c:v>0.17893202910470848</c:v>
                </c:pt>
                <c:pt idx="13852">
                  <c:v>0.17895679821907742</c:v>
                </c:pt>
                <c:pt idx="13853">
                  <c:v>0.17898874699557549</c:v>
                </c:pt>
                <c:pt idx="13854">
                  <c:v>0.1790103529835656</c:v>
                </c:pt>
                <c:pt idx="13855">
                  <c:v>0.17902310034948984</c:v>
                </c:pt>
                <c:pt idx="13856">
                  <c:v>0.17903066877650237</c:v>
                </c:pt>
                <c:pt idx="13857">
                  <c:v>0.17904050669821042</c:v>
                </c:pt>
                <c:pt idx="13858">
                  <c:v>0.17904112374774672</c:v>
                </c:pt>
                <c:pt idx="13859">
                  <c:v>0.17904149389465196</c:v>
                </c:pt>
                <c:pt idx="13860">
                  <c:v>0.17907558697441261</c:v>
                </c:pt>
                <c:pt idx="13861">
                  <c:v>0.17907565652740531</c:v>
                </c:pt>
                <c:pt idx="13862">
                  <c:v>0.17908174510460398</c:v>
                </c:pt>
                <c:pt idx="13863">
                  <c:v>0.1790843276803071</c:v>
                </c:pt>
                <c:pt idx="13864">
                  <c:v>0.17913288523570947</c:v>
                </c:pt>
                <c:pt idx="13865">
                  <c:v>0.17915025401229132</c:v>
                </c:pt>
                <c:pt idx="13866">
                  <c:v>0.17917455063144219</c:v>
                </c:pt>
                <c:pt idx="13867">
                  <c:v>0.17918447733761012</c:v>
                </c:pt>
                <c:pt idx="13868">
                  <c:v>0.17919473162389279</c:v>
                </c:pt>
                <c:pt idx="13869">
                  <c:v>0.17920891765970937</c:v>
                </c:pt>
                <c:pt idx="13870">
                  <c:v>0.17923469446522061</c:v>
                </c:pt>
                <c:pt idx="13871">
                  <c:v>0.17923710380228539</c:v>
                </c:pt>
                <c:pt idx="13872">
                  <c:v>0.17924500039441887</c:v>
                </c:pt>
                <c:pt idx="13873">
                  <c:v>0.1792506803283834</c:v>
                </c:pt>
                <c:pt idx="13874">
                  <c:v>0.17927280829962752</c:v>
                </c:pt>
                <c:pt idx="13875">
                  <c:v>0.17928219835681874</c:v>
                </c:pt>
                <c:pt idx="13876">
                  <c:v>0.17932068475187157</c:v>
                </c:pt>
                <c:pt idx="13877">
                  <c:v>0.1793414808898964</c:v>
                </c:pt>
                <c:pt idx="13878">
                  <c:v>0.1793683244429464</c:v>
                </c:pt>
                <c:pt idx="13879">
                  <c:v>0.17942236122876878</c:v>
                </c:pt>
                <c:pt idx="13880">
                  <c:v>0.17946105794544345</c:v>
                </c:pt>
                <c:pt idx="13881">
                  <c:v>0.17946629242411513</c:v>
                </c:pt>
                <c:pt idx="13882">
                  <c:v>0.17946739721730456</c:v>
                </c:pt>
                <c:pt idx="13883">
                  <c:v>0.17948256972879606</c:v>
                </c:pt>
                <c:pt idx="13884">
                  <c:v>0.17951131153803518</c:v>
                </c:pt>
                <c:pt idx="13885">
                  <c:v>0.17951602580702875</c:v>
                </c:pt>
                <c:pt idx="13886">
                  <c:v>0.17951742136592352</c:v>
                </c:pt>
                <c:pt idx="13887">
                  <c:v>0.17951910521701728</c:v>
                </c:pt>
                <c:pt idx="13888">
                  <c:v>0.17952260048279919</c:v>
                </c:pt>
                <c:pt idx="13889">
                  <c:v>0.17954047968461073</c:v>
                </c:pt>
                <c:pt idx="13890">
                  <c:v>0.17955799449193621</c:v>
                </c:pt>
                <c:pt idx="13891">
                  <c:v>0.1795640306512174</c:v>
                </c:pt>
                <c:pt idx="13892">
                  <c:v>0.17957883072565969</c:v>
                </c:pt>
                <c:pt idx="13893">
                  <c:v>0.17961507062033483</c:v>
                </c:pt>
                <c:pt idx="13894">
                  <c:v>0.17961771158050827</c:v>
                </c:pt>
                <c:pt idx="13895">
                  <c:v>0.17962445001694977</c:v>
                </c:pt>
                <c:pt idx="13896">
                  <c:v>0.17963012563293015</c:v>
                </c:pt>
                <c:pt idx="13897">
                  <c:v>0.17965526892557526</c:v>
                </c:pt>
                <c:pt idx="13898">
                  <c:v>0.17965576410020659</c:v>
                </c:pt>
                <c:pt idx="13899">
                  <c:v>0.17966483737083427</c:v>
                </c:pt>
                <c:pt idx="13900">
                  <c:v>0.17967940343157018</c:v>
                </c:pt>
                <c:pt idx="13901">
                  <c:v>0.17970313657840845</c:v>
                </c:pt>
                <c:pt idx="13902">
                  <c:v>0.17971040598652224</c:v>
                </c:pt>
                <c:pt idx="13903">
                  <c:v>0.17972385242085304</c:v>
                </c:pt>
                <c:pt idx="13904">
                  <c:v>0.17974351607966937</c:v>
                </c:pt>
                <c:pt idx="13905">
                  <c:v>0.1797499163927655</c:v>
                </c:pt>
                <c:pt idx="13906">
                  <c:v>0.17976702399188629</c:v>
                </c:pt>
                <c:pt idx="13907">
                  <c:v>0.17980118992322691</c:v>
                </c:pt>
                <c:pt idx="13908">
                  <c:v>0.17980376552621069</c:v>
                </c:pt>
                <c:pt idx="13909">
                  <c:v>0.17983411256228146</c:v>
                </c:pt>
                <c:pt idx="13910">
                  <c:v>0.17983773368182604</c:v>
                </c:pt>
                <c:pt idx="13911">
                  <c:v>0.17985027333815254</c:v>
                </c:pt>
                <c:pt idx="13912">
                  <c:v>0.17987725438438504</c:v>
                </c:pt>
                <c:pt idx="13913">
                  <c:v>0.17989466879166652</c:v>
                </c:pt>
                <c:pt idx="13914">
                  <c:v>0.17991740669384332</c:v>
                </c:pt>
                <c:pt idx="13915">
                  <c:v>0.1799383813276432</c:v>
                </c:pt>
                <c:pt idx="13916">
                  <c:v>0.17994965162722323</c:v>
                </c:pt>
                <c:pt idx="13917">
                  <c:v>0.17995138340436403</c:v>
                </c:pt>
                <c:pt idx="13918">
                  <c:v>0.17997312527297848</c:v>
                </c:pt>
                <c:pt idx="13919">
                  <c:v>0.17998487041906003</c:v>
                </c:pt>
                <c:pt idx="13920">
                  <c:v>0.18001172877828692</c:v>
                </c:pt>
                <c:pt idx="13921">
                  <c:v>0.18004544587727656</c:v>
                </c:pt>
                <c:pt idx="13922">
                  <c:v>0.18005139762301448</c:v>
                </c:pt>
                <c:pt idx="13923">
                  <c:v>0.1800590228849788</c:v>
                </c:pt>
                <c:pt idx="13924">
                  <c:v>0.18005923449382888</c:v>
                </c:pt>
                <c:pt idx="13925">
                  <c:v>0.18006652716357441</c:v>
                </c:pt>
                <c:pt idx="13926">
                  <c:v>0.18009146609087973</c:v>
                </c:pt>
                <c:pt idx="13927">
                  <c:v>0.18010984993570053</c:v>
                </c:pt>
                <c:pt idx="13928">
                  <c:v>0.18011791236613009</c:v>
                </c:pt>
                <c:pt idx="13929">
                  <c:v>0.1801202476720008</c:v>
                </c:pt>
                <c:pt idx="13930">
                  <c:v>0.18012155795354889</c:v>
                </c:pt>
                <c:pt idx="13931">
                  <c:v>0.1801284565794673</c:v>
                </c:pt>
                <c:pt idx="13932">
                  <c:v>0.18016174878168753</c:v>
                </c:pt>
                <c:pt idx="13933">
                  <c:v>0.18016298902830194</c:v>
                </c:pt>
                <c:pt idx="13934">
                  <c:v>0.18017263174022954</c:v>
                </c:pt>
                <c:pt idx="13935">
                  <c:v>0.18018910751471651</c:v>
                </c:pt>
                <c:pt idx="13936">
                  <c:v>0.1801970384102255</c:v>
                </c:pt>
                <c:pt idx="13937">
                  <c:v>0.1801990705006403</c:v>
                </c:pt>
                <c:pt idx="13938">
                  <c:v>0.1802020141396721</c:v>
                </c:pt>
                <c:pt idx="13939">
                  <c:v>0.18020664018787477</c:v>
                </c:pt>
                <c:pt idx="13940">
                  <c:v>0.180211493546825</c:v>
                </c:pt>
                <c:pt idx="13941">
                  <c:v>0.18021753515252403</c:v>
                </c:pt>
                <c:pt idx="13942">
                  <c:v>0.18021816468848945</c:v>
                </c:pt>
                <c:pt idx="13943">
                  <c:v>0.18022010288903392</c:v>
                </c:pt>
                <c:pt idx="13944">
                  <c:v>0.1802575942256518</c:v>
                </c:pt>
                <c:pt idx="13945">
                  <c:v>0.18028779706932554</c:v>
                </c:pt>
                <c:pt idx="13946">
                  <c:v>0.18029264742510262</c:v>
                </c:pt>
                <c:pt idx="13947">
                  <c:v>0.18030016399777637</c:v>
                </c:pt>
                <c:pt idx="13948">
                  <c:v>0.18030970635386601</c:v>
                </c:pt>
                <c:pt idx="13949">
                  <c:v>0.18031236146162227</c:v>
                </c:pt>
                <c:pt idx="13950">
                  <c:v>0.18031681321430015</c:v>
                </c:pt>
                <c:pt idx="13951">
                  <c:v>0.18032706787892849</c:v>
                </c:pt>
                <c:pt idx="13952">
                  <c:v>0.1803695716063026</c:v>
                </c:pt>
                <c:pt idx="13953">
                  <c:v>0.18037607904955677</c:v>
                </c:pt>
                <c:pt idx="13954">
                  <c:v>0.18038861563353692</c:v>
                </c:pt>
                <c:pt idx="13955">
                  <c:v>0.18041291104937771</c:v>
                </c:pt>
                <c:pt idx="13956">
                  <c:v>0.18043188258133905</c:v>
                </c:pt>
                <c:pt idx="13957">
                  <c:v>0.18046921101768645</c:v>
                </c:pt>
                <c:pt idx="13958">
                  <c:v>0.18048114900633722</c:v>
                </c:pt>
                <c:pt idx="13959">
                  <c:v>0.18048172616931785</c:v>
                </c:pt>
                <c:pt idx="13960">
                  <c:v>0.18048565418231693</c:v>
                </c:pt>
                <c:pt idx="13961">
                  <c:v>0.18049268978569349</c:v>
                </c:pt>
                <c:pt idx="13962">
                  <c:v>0.18050194670804978</c:v>
                </c:pt>
                <c:pt idx="13963">
                  <c:v>0.18050562750519134</c:v>
                </c:pt>
                <c:pt idx="13964">
                  <c:v>0.18054362433569501</c:v>
                </c:pt>
                <c:pt idx="13965">
                  <c:v>0.18054724754673238</c:v>
                </c:pt>
                <c:pt idx="13966">
                  <c:v>0.1805551214134278</c:v>
                </c:pt>
                <c:pt idx="13967">
                  <c:v>0.18056080899279561</c:v>
                </c:pt>
                <c:pt idx="13968">
                  <c:v>0.18056529559265774</c:v>
                </c:pt>
                <c:pt idx="13969">
                  <c:v>0.18057745247278353</c:v>
                </c:pt>
                <c:pt idx="13970">
                  <c:v>0.18058476909767299</c:v>
                </c:pt>
                <c:pt idx="13971">
                  <c:v>0.18059077377979371</c:v>
                </c:pt>
                <c:pt idx="13972">
                  <c:v>0.18060088537057908</c:v>
                </c:pt>
                <c:pt idx="13973">
                  <c:v>0.18063447546727379</c:v>
                </c:pt>
                <c:pt idx="13974">
                  <c:v>0.18064680288199617</c:v>
                </c:pt>
                <c:pt idx="13975">
                  <c:v>0.18065544471038986</c:v>
                </c:pt>
                <c:pt idx="13976">
                  <c:v>0.18066253091672052</c:v>
                </c:pt>
                <c:pt idx="13977">
                  <c:v>0.18066690567625254</c:v>
                </c:pt>
                <c:pt idx="13978">
                  <c:v>0.18068578312114345</c:v>
                </c:pt>
                <c:pt idx="13979">
                  <c:v>0.18068643085856512</c:v>
                </c:pt>
                <c:pt idx="13980">
                  <c:v>0.18069437140852559</c:v>
                </c:pt>
                <c:pt idx="13981">
                  <c:v>0.18070101682311016</c:v>
                </c:pt>
                <c:pt idx="13982">
                  <c:v>0.18072388954410096</c:v>
                </c:pt>
                <c:pt idx="13983">
                  <c:v>0.18075585711722106</c:v>
                </c:pt>
                <c:pt idx="13984">
                  <c:v>0.18078903151391046</c:v>
                </c:pt>
                <c:pt idx="13985">
                  <c:v>0.18079944897309833</c:v>
                </c:pt>
                <c:pt idx="13986">
                  <c:v>0.18082227542843943</c:v>
                </c:pt>
                <c:pt idx="13987">
                  <c:v>0.18083808953938421</c:v>
                </c:pt>
                <c:pt idx="13988">
                  <c:v>0.18084139310134367</c:v>
                </c:pt>
                <c:pt idx="13989">
                  <c:v>0.18084549890892487</c:v>
                </c:pt>
                <c:pt idx="13990">
                  <c:v>0.18086214822615224</c:v>
                </c:pt>
                <c:pt idx="13991">
                  <c:v>0.18087575902173125</c:v>
                </c:pt>
                <c:pt idx="13992">
                  <c:v>0.18089436894872166</c:v>
                </c:pt>
                <c:pt idx="13993">
                  <c:v>0.18094102766864273</c:v>
                </c:pt>
                <c:pt idx="13994">
                  <c:v>0.1809428101141462</c:v>
                </c:pt>
                <c:pt idx="13995">
                  <c:v>0.18099416497378407</c:v>
                </c:pt>
                <c:pt idx="13996">
                  <c:v>0.1810007845491314</c:v>
                </c:pt>
                <c:pt idx="13997">
                  <c:v>0.18101330871545473</c:v>
                </c:pt>
                <c:pt idx="13998">
                  <c:v>0.1810368720752506</c:v>
                </c:pt>
                <c:pt idx="13999">
                  <c:v>0.18103982938421229</c:v>
                </c:pt>
                <c:pt idx="14000">
                  <c:v>0.18105084620875583</c:v>
                </c:pt>
                <c:pt idx="14001">
                  <c:v>0.18110838783316482</c:v>
                </c:pt>
                <c:pt idx="14002">
                  <c:v>0.18119168663009613</c:v>
                </c:pt>
                <c:pt idx="14003">
                  <c:v>0.18120652016847291</c:v>
                </c:pt>
                <c:pt idx="14004">
                  <c:v>0.18120967987355857</c:v>
                </c:pt>
                <c:pt idx="14005">
                  <c:v>0.18123640143309128</c:v>
                </c:pt>
                <c:pt idx="14006">
                  <c:v>0.18124277230255426</c:v>
                </c:pt>
                <c:pt idx="14007">
                  <c:v>0.18125508869112866</c:v>
                </c:pt>
                <c:pt idx="14008">
                  <c:v>0.18126379530572378</c:v>
                </c:pt>
                <c:pt idx="14009">
                  <c:v>0.1812984438916293</c:v>
                </c:pt>
                <c:pt idx="14010">
                  <c:v>0.18130009836633906</c:v>
                </c:pt>
                <c:pt idx="14011">
                  <c:v>0.18131113276327876</c:v>
                </c:pt>
                <c:pt idx="14012">
                  <c:v>0.18132023962285321</c:v>
                </c:pt>
                <c:pt idx="14013">
                  <c:v>0.18133168587163717</c:v>
                </c:pt>
                <c:pt idx="14014">
                  <c:v>0.18135771376223672</c:v>
                </c:pt>
                <c:pt idx="14015">
                  <c:v>0.18138444003340456</c:v>
                </c:pt>
                <c:pt idx="14016">
                  <c:v>0.18139941399228959</c:v>
                </c:pt>
                <c:pt idx="14017">
                  <c:v>0.18140795631579598</c:v>
                </c:pt>
                <c:pt idx="14018">
                  <c:v>0.18142340282423808</c:v>
                </c:pt>
                <c:pt idx="14019">
                  <c:v>0.18142462794748085</c:v>
                </c:pt>
                <c:pt idx="14020">
                  <c:v>0.18144078803593786</c:v>
                </c:pt>
                <c:pt idx="14021">
                  <c:v>0.18144128576945634</c:v>
                </c:pt>
                <c:pt idx="14022">
                  <c:v>0.18144165923395686</c:v>
                </c:pt>
                <c:pt idx="14023">
                  <c:v>0.18144238349957256</c:v>
                </c:pt>
                <c:pt idx="14024">
                  <c:v>0.18145171067811933</c:v>
                </c:pt>
                <c:pt idx="14025">
                  <c:v>0.18147145226042122</c:v>
                </c:pt>
                <c:pt idx="14026">
                  <c:v>0.18147497973057261</c:v>
                </c:pt>
                <c:pt idx="14027">
                  <c:v>0.18148961798912147</c:v>
                </c:pt>
                <c:pt idx="14028">
                  <c:v>0.18149322306425991</c:v>
                </c:pt>
                <c:pt idx="14029">
                  <c:v>0.18152660406176679</c:v>
                </c:pt>
                <c:pt idx="14030">
                  <c:v>0.18153674735503098</c:v>
                </c:pt>
                <c:pt idx="14031">
                  <c:v>0.18156883339708393</c:v>
                </c:pt>
                <c:pt idx="14032">
                  <c:v>0.18158779518086562</c:v>
                </c:pt>
                <c:pt idx="14033">
                  <c:v>0.18160698225425706</c:v>
                </c:pt>
                <c:pt idx="14034">
                  <c:v>0.18161225470179618</c:v>
                </c:pt>
                <c:pt idx="14035">
                  <c:v>0.1816367238119832</c:v>
                </c:pt>
                <c:pt idx="14036">
                  <c:v>0.18165577947858352</c:v>
                </c:pt>
                <c:pt idx="14037">
                  <c:v>0.18172066510135126</c:v>
                </c:pt>
                <c:pt idx="14038">
                  <c:v>0.18175931499215775</c:v>
                </c:pt>
                <c:pt idx="14039">
                  <c:v>0.18177491330240572</c:v>
                </c:pt>
                <c:pt idx="14040">
                  <c:v>0.18177760967217829</c:v>
                </c:pt>
                <c:pt idx="14041">
                  <c:v>0.18178013014461855</c:v>
                </c:pt>
                <c:pt idx="14042">
                  <c:v>0.18182280653642621</c:v>
                </c:pt>
                <c:pt idx="14043">
                  <c:v>0.18182435337677338</c:v>
                </c:pt>
                <c:pt idx="14044">
                  <c:v>0.18183157996348517</c:v>
                </c:pt>
                <c:pt idx="14045">
                  <c:v>0.18183796290212578</c:v>
                </c:pt>
                <c:pt idx="14046">
                  <c:v>0.18186966354911896</c:v>
                </c:pt>
                <c:pt idx="14047">
                  <c:v>0.18187093149913525</c:v>
                </c:pt>
                <c:pt idx="14048">
                  <c:v>0.18189393829599934</c:v>
                </c:pt>
                <c:pt idx="14049">
                  <c:v>0.18191492194172917</c:v>
                </c:pt>
                <c:pt idx="14050">
                  <c:v>0.18192386593920701</c:v>
                </c:pt>
                <c:pt idx="14051">
                  <c:v>0.18193349355036059</c:v>
                </c:pt>
                <c:pt idx="14052">
                  <c:v>0.18195865291210941</c:v>
                </c:pt>
                <c:pt idx="14053">
                  <c:v>0.18198422609331191</c:v>
                </c:pt>
                <c:pt idx="14054">
                  <c:v>0.18199491185202282</c:v>
                </c:pt>
                <c:pt idx="14055">
                  <c:v>0.18201881567131831</c:v>
                </c:pt>
                <c:pt idx="14056">
                  <c:v>0.18202983188426292</c:v>
                </c:pt>
                <c:pt idx="14057">
                  <c:v>0.18205840849915797</c:v>
                </c:pt>
                <c:pt idx="14058">
                  <c:v>0.18206865341130443</c:v>
                </c:pt>
                <c:pt idx="14059">
                  <c:v>0.18208779648559179</c:v>
                </c:pt>
                <c:pt idx="14060">
                  <c:v>0.18208882639499058</c:v>
                </c:pt>
                <c:pt idx="14061">
                  <c:v>0.18210988014652013</c:v>
                </c:pt>
                <c:pt idx="14062">
                  <c:v>0.18212605951180588</c:v>
                </c:pt>
                <c:pt idx="14063">
                  <c:v>0.18212850371832121</c:v>
                </c:pt>
                <c:pt idx="14064">
                  <c:v>0.18213567167142822</c:v>
                </c:pt>
                <c:pt idx="14065">
                  <c:v>0.18215659433046402</c:v>
                </c:pt>
                <c:pt idx="14066">
                  <c:v>0.18219112508323385</c:v>
                </c:pt>
                <c:pt idx="14067">
                  <c:v>0.1821926261503774</c:v>
                </c:pt>
                <c:pt idx="14068">
                  <c:v>0.18219612416170761</c:v>
                </c:pt>
                <c:pt idx="14069">
                  <c:v>0.18222616515657314</c:v>
                </c:pt>
                <c:pt idx="14070">
                  <c:v>0.18224644423768291</c:v>
                </c:pt>
                <c:pt idx="14071">
                  <c:v>0.18225949426109417</c:v>
                </c:pt>
                <c:pt idx="14072">
                  <c:v>0.18226905979206318</c:v>
                </c:pt>
                <c:pt idx="14073">
                  <c:v>0.18227336870037575</c:v>
                </c:pt>
                <c:pt idx="14074">
                  <c:v>0.18229549642147475</c:v>
                </c:pt>
                <c:pt idx="14075">
                  <c:v>0.18229817970153531</c:v>
                </c:pt>
                <c:pt idx="14076">
                  <c:v>0.182309941120257</c:v>
                </c:pt>
                <c:pt idx="14077">
                  <c:v>0.18231386569089569</c:v>
                </c:pt>
                <c:pt idx="14078">
                  <c:v>0.18231489766593614</c:v>
                </c:pt>
                <c:pt idx="14079">
                  <c:v>0.18232541538906757</c:v>
                </c:pt>
                <c:pt idx="14080">
                  <c:v>0.18234898873769786</c:v>
                </c:pt>
                <c:pt idx="14081">
                  <c:v>0.18235523566615283</c:v>
                </c:pt>
                <c:pt idx="14082">
                  <c:v>0.18237530027611629</c:v>
                </c:pt>
                <c:pt idx="14083">
                  <c:v>0.18238270750837537</c:v>
                </c:pt>
                <c:pt idx="14084">
                  <c:v>0.18240972055498758</c:v>
                </c:pt>
                <c:pt idx="14085">
                  <c:v>0.18241125968541411</c:v>
                </c:pt>
                <c:pt idx="14086">
                  <c:v>0.18241467132762457</c:v>
                </c:pt>
                <c:pt idx="14087">
                  <c:v>0.18243202358368596</c:v>
                </c:pt>
                <c:pt idx="14088">
                  <c:v>0.18243341036153579</c:v>
                </c:pt>
                <c:pt idx="14089">
                  <c:v>0.18248542676261517</c:v>
                </c:pt>
                <c:pt idx="14090">
                  <c:v>0.18249061245135978</c:v>
                </c:pt>
                <c:pt idx="14091">
                  <c:v>0.18250565851158335</c:v>
                </c:pt>
                <c:pt idx="14092">
                  <c:v>0.18250585095055924</c:v>
                </c:pt>
                <c:pt idx="14093">
                  <c:v>0.18251199162602388</c:v>
                </c:pt>
                <c:pt idx="14094">
                  <c:v>0.18251229624913021</c:v>
                </c:pt>
                <c:pt idx="14095">
                  <c:v>0.18256945006566039</c:v>
                </c:pt>
                <c:pt idx="14096">
                  <c:v>0.18256970614466372</c:v>
                </c:pt>
                <c:pt idx="14097">
                  <c:v>0.18257830771729011</c:v>
                </c:pt>
                <c:pt idx="14098">
                  <c:v>0.1825821414540886</c:v>
                </c:pt>
                <c:pt idx="14099">
                  <c:v>0.1825976338864374</c:v>
                </c:pt>
                <c:pt idx="14100">
                  <c:v>0.18261616038109479</c:v>
                </c:pt>
                <c:pt idx="14101">
                  <c:v>0.18262503462439744</c:v>
                </c:pt>
                <c:pt idx="14102">
                  <c:v>0.18265356577431716</c:v>
                </c:pt>
                <c:pt idx="14103">
                  <c:v>0.18265617839073303</c:v>
                </c:pt>
                <c:pt idx="14104">
                  <c:v>0.18265908542456355</c:v>
                </c:pt>
                <c:pt idx="14105">
                  <c:v>0.18266512937605994</c:v>
                </c:pt>
                <c:pt idx="14106">
                  <c:v>0.18267794228802156</c:v>
                </c:pt>
                <c:pt idx="14107">
                  <c:v>0.18268209582534861</c:v>
                </c:pt>
                <c:pt idx="14108">
                  <c:v>0.18268316243463523</c:v>
                </c:pt>
                <c:pt idx="14109">
                  <c:v>0.18269544068924939</c:v>
                </c:pt>
                <c:pt idx="14110">
                  <c:v>0.18270565959359694</c:v>
                </c:pt>
                <c:pt idx="14111">
                  <c:v>0.18273497219001439</c:v>
                </c:pt>
                <c:pt idx="14112">
                  <c:v>0.18273558348973232</c:v>
                </c:pt>
                <c:pt idx="14113">
                  <c:v>0.18274977163625125</c:v>
                </c:pt>
                <c:pt idx="14114">
                  <c:v>0.18276559488947361</c:v>
                </c:pt>
                <c:pt idx="14115">
                  <c:v>0.18277692752876007</c:v>
                </c:pt>
                <c:pt idx="14116">
                  <c:v>0.18278198099343029</c:v>
                </c:pt>
                <c:pt idx="14117">
                  <c:v>0.18278255523392412</c:v>
                </c:pt>
                <c:pt idx="14118">
                  <c:v>0.18278472443990912</c:v>
                </c:pt>
                <c:pt idx="14119">
                  <c:v>0.18279461761962321</c:v>
                </c:pt>
                <c:pt idx="14120">
                  <c:v>0.18280064243059163</c:v>
                </c:pt>
                <c:pt idx="14121">
                  <c:v>0.18280615033748426</c:v>
                </c:pt>
                <c:pt idx="14122">
                  <c:v>0.1828130969605907</c:v>
                </c:pt>
                <c:pt idx="14123">
                  <c:v>0.18281610697965894</c:v>
                </c:pt>
                <c:pt idx="14124">
                  <c:v>0.18282935536656203</c:v>
                </c:pt>
                <c:pt idx="14125">
                  <c:v>0.18283269485627832</c:v>
                </c:pt>
                <c:pt idx="14126">
                  <c:v>0.18289492972067137</c:v>
                </c:pt>
                <c:pt idx="14127">
                  <c:v>0.18289931455628203</c:v>
                </c:pt>
                <c:pt idx="14128">
                  <c:v>0.1828999303848127</c:v>
                </c:pt>
                <c:pt idx="14129">
                  <c:v>0.1829079640612328</c:v>
                </c:pt>
                <c:pt idx="14130">
                  <c:v>0.1829220994400676</c:v>
                </c:pt>
                <c:pt idx="14131">
                  <c:v>0.18294638796079452</c:v>
                </c:pt>
                <c:pt idx="14132">
                  <c:v>0.18295920156030321</c:v>
                </c:pt>
                <c:pt idx="14133">
                  <c:v>0.18295945477240605</c:v>
                </c:pt>
                <c:pt idx="14134">
                  <c:v>0.1829878243495722</c:v>
                </c:pt>
                <c:pt idx="14135">
                  <c:v>0.18299021329808651</c:v>
                </c:pt>
                <c:pt idx="14136">
                  <c:v>0.18299384868202964</c:v>
                </c:pt>
                <c:pt idx="14137">
                  <c:v>0.18299528330320627</c:v>
                </c:pt>
                <c:pt idx="14138">
                  <c:v>0.18302494757335686</c:v>
                </c:pt>
                <c:pt idx="14139">
                  <c:v>0.18302558757046267</c:v>
                </c:pt>
                <c:pt idx="14140">
                  <c:v>0.18305490509800687</c:v>
                </c:pt>
                <c:pt idx="14141">
                  <c:v>0.18310336459176688</c:v>
                </c:pt>
                <c:pt idx="14142">
                  <c:v>0.1831078977307373</c:v>
                </c:pt>
                <c:pt idx="14143">
                  <c:v>0.18310830999618888</c:v>
                </c:pt>
                <c:pt idx="14144">
                  <c:v>0.18311997356082821</c:v>
                </c:pt>
                <c:pt idx="14145">
                  <c:v>0.18313482673160761</c:v>
                </c:pt>
                <c:pt idx="14146">
                  <c:v>0.18318464832899223</c:v>
                </c:pt>
                <c:pt idx="14147">
                  <c:v>0.18322748555650495</c:v>
                </c:pt>
                <c:pt idx="14148">
                  <c:v>0.18325107571781407</c:v>
                </c:pt>
                <c:pt idx="14149">
                  <c:v>0.18325424161862089</c:v>
                </c:pt>
                <c:pt idx="14150">
                  <c:v>0.1832578489566582</c:v>
                </c:pt>
                <c:pt idx="14151">
                  <c:v>0.18325864015160584</c:v>
                </c:pt>
                <c:pt idx="14152">
                  <c:v>0.18326308803197541</c:v>
                </c:pt>
                <c:pt idx="14153">
                  <c:v>0.18326441990640077</c:v>
                </c:pt>
                <c:pt idx="14154">
                  <c:v>0.18327567973820857</c:v>
                </c:pt>
                <c:pt idx="14155">
                  <c:v>0.18330193138547288</c:v>
                </c:pt>
                <c:pt idx="14156">
                  <c:v>0.18330369715688657</c:v>
                </c:pt>
                <c:pt idx="14157">
                  <c:v>0.18332631437206046</c:v>
                </c:pt>
                <c:pt idx="14158">
                  <c:v>0.18333120760866067</c:v>
                </c:pt>
                <c:pt idx="14159">
                  <c:v>0.18333832447397613</c:v>
                </c:pt>
                <c:pt idx="14160">
                  <c:v>0.18335853016383813</c:v>
                </c:pt>
                <c:pt idx="14161">
                  <c:v>0.18336257434571876</c:v>
                </c:pt>
                <c:pt idx="14162">
                  <c:v>0.18337348589939453</c:v>
                </c:pt>
                <c:pt idx="14163">
                  <c:v>0.18337823339503748</c:v>
                </c:pt>
                <c:pt idx="14164">
                  <c:v>0.18338320461350424</c:v>
                </c:pt>
                <c:pt idx="14165">
                  <c:v>0.18341411212562839</c:v>
                </c:pt>
                <c:pt idx="14166">
                  <c:v>0.18341797181157624</c:v>
                </c:pt>
                <c:pt idx="14167">
                  <c:v>0.18342912311084036</c:v>
                </c:pt>
                <c:pt idx="14168">
                  <c:v>0.18343108439319833</c:v>
                </c:pt>
                <c:pt idx="14169">
                  <c:v>0.18345211088679522</c:v>
                </c:pt>
                <c:pt idx="14170">
                  <c:v>0.18346727717800337</c:v>
                </c:pt>
                <c:pt idx="14171">
                  <c:v>0.18346777541764045</c:v>
                </c:pt>
                <c:pt idx="14172">
                  <c:v>0.18346863893993404</c:v>
                </c:pt>
                <c:pt idx="14173">
                  <c:v>0.18348070324874313</c:v>
                </c:pt>
                <c:pt idx="14174">
                  <c:v>0.18349837043729547</c:v>
                </c:pt>
                <c:pt idx="14175">
                  <c:v>0.18350006085550213</c:v>
                </c:pt>
                <c:pt idx="14176">
                  <c:v>0.18352877285967859</c:v>
                </c:pt>
                <c:pt idx="14177">
                  <c:v>0.18354262123715898</c:v>
                </c:pt>
                <c:pt idx="14178">
                  <c:v>0.18355705950691303</c:v>
                </c:pt>
                <c:pt idx="14179">
                  <c:v>0.1836181338132071</c:v>
                </c:pt>
                <c:pt idx="14180">
                  <c:v>0.18364987158388063</c:v>
                </c:pt>
                <c:pt idx="14181">
                  <c:v>0.18365865565534198</c:v>
                </c:pt>
                <c:pt idx="14182">
                  <c:v>0.18368115276668004</c:v>
                </c:pt>
                <c:pt idx="14183">
                  <c:v>0.18371202740519338</c:v>
                </c:pt>
                <c:pt idx="14184">
                  <c:v>0.1837207676534364</c:v>
                </c:pt>
                <c:pt idx="14185">
                  <c:v>0.1837322213404517</c:v>
                </c:pt>
                <c:pt idx="14186">
                  <c:v>0.1837473726206012</c:v>
                </c:pt>
                <c:pt idx="14187">
                  <c:v>0.18376690955673788</c:v>
                </c:pt>
                <c:pt idx="14188">
                  <c:v>0.18377006465689244</c:v>
                </c:pt>
                <c:pt idx="14189">
                  <c:v>0.18377213365537737</c:v>
                </c:pt>
                <c:pt idx="14190">
                  <c:v>0.18378810967730239</c:v>
                </c:pt>
                <c:pt idx="14191">
                  <c:v>0.18380130645444848</c:v>
                </c:pt>
                <c:pt idx="14192">
                  <c:v>0.18380274231912866</c:v>
                </c:pt>
                <c:pt idx="14193">
                  <c:v>0.18382398500055433</c:v>
                </c:pt>
                <c:pt idx="14194">
                  <c:v>0.18386716804900063</c:v>
                </c:pt>
                <c:pt idx="14195">
                  <c:v>0.18387488270734104</c:v>
                </c:pt>
                <c:pt idx="14196">
                  <c:v>0.18391548796190674</c:v>
                </c:pt>
                <c:pt idx="14197">
                  <c:v>0.18393790292212278</c:v>
                </c:pt>
                <c:pt idx="14198">
                  <c:v>0.18393914088778143</c:v>
                </c:pt>
                <c:pt idx="14199">
                  <c:v>0.18394015925021168</c:v>
                </c:pt>
                <c:pt idx="14200">
                  <c:v>0.18394340303488901</c:v>
                </c:pt>
                <c:pt idx="14201">
                  <c:v>0.18394906153056978</c:v>
                </c:pt>
                <c:pt idx="14202">
                  <c:v>0.1839531707802354</c:v>
                </c:pt>
                <c:pt idx="14203">
                  <c:v>0.18397683059411291</c:v>
                </c:pt>
                <c:pt idx="14204">
                  <c:v>0.18397851150423214</c:v>
                </c:pt>
                <c:pt idx="14205">
                  <c:v>0.18398060553370807</c:v>
                </c:pt>
                <c:pt idx="14206">
                  <c:v>0.18398876388162644</c:v>
                </c:pt>
                <c:pt idx="14207">
                  <c:v>0.18402517548056199</c:v>
                </c:pt>
                <c:pt idx="14208">
                  <c:v>0.1840349580423622</c:v>
                </c:pt>
                <c:pt idx="14209">
                  <c:v>0.18404043417700597</c:v>
                </c:pt>
                <c:pt idx="14210">
                  <c:v>0.18406348450525947</c:v>
                </c:pt>
                <c:pt idx="14211">
                  <c:v>0.18408997028556859</c:v>
                </c:pt>
                <c:pt idx="14212">
                  <c:v>0.18409062913471738</c:v>
                </c:pt>
                <c:pt idx="14213">
                  <c:v>0.18409918422465585</c:v>
                </c:pt>
                <c:pt idx="14214">
                  <c:v>0.18410409732329996</c:v>
                </c:pt>
                <c:pt idx="14215">
                  <c:v>0.18410751007680115</c:v>
                </c:pt>
                <c:pt idx="14216">
                  <c:v>0.18412512922792945</c:v>
                </c:pt>
                <c:pt idx="14217">
                  <c:v>0.18414677303563834</c:v>
                </c:pt>
                <c:pt idx="14218">
                  <c:v>0.18414902430181979</c:v>
                </c:pt>
                <c:pt idx="14219">
                  <c:v>0.18415657357578877</c:v>
                </c:pt>
                <c:pt idx="14220">
                  <c:v>0.18416646783391991</c:v>
                </c:pt>
                <c:pt idx="14221">
                  <c:v>0.1841714879187025</c:v>
                </c:pt>
                <c:pt idx="14222">
                  <c:v>0.18419737004215522</c:v>
                </c:pt>
                <c:pt idx="14223">
                  <c:v>0.18419787573431584</c:v>
                </c:pt>
                <c:pt idx="14224">
                  <c:v>0.18419987526053277</c:v>
                </c:pt>
                <c:pt idx="14225">
                  <c:v>0.18420232120003069</c:v>
                </c:pt>
                <c:pt idx="14226">
                  <c:v>0.18420780069463782</c:v>
                </c:pt>
                <c:pt idx="14227">
                  <c:v>0.1842144211100406</c:v>
                </c:pt>
                <c:pt idx="14228">
                  <c:v>0.18424009314457127</c:v>
                </c:pt>
                <c:pt idx="14229">
                  <c:v>0.18424465827684677</c:v>
                </c:pt>
                <c:pt idx="14230">
                  <c:v>0.18426643554767105</c:v>
                </c:pt>
                <c:pt idx="14231">
                  <c:v>0.18426951093858029</c:v>
                </c:pt>
                <c:pt idx="14232">
                  <c:v>0.18427049789884933</c:v>
                </c:pt>
                <c:pt idx="14233">
                  <c:v>0.18427972158838524</c:v>
                </c:pt>
                <c:pt idx="14234">
                  <c:v>0.18429422629938447</c:v>
                </c:pt>
                <c:pt idx="14235">
                  <c:v>0.18429723228433509</c:v>
                </c:pt>
                <c:pt idx="14236">
                  <c:v>0.18429775443653687</c:v>
                </c:pt>
                <c:pt idx="14237">
                  <c:v>0.18430213351244606</c:v>
                </c:pt>
                <c:pt idx="14238">
                  <c:v>0.18430487385086666</c:v>
                </c:pt>
                <c:pt idx="14239">
                  <c:v>0.184329333846874</c:v>
                </c:pt>
                <c:pt idx="14240">
                  <c:v>0.18433420337889328</c:v>
                </c:pt>
                <c:pt idx="14241">
                  <c:v>0.18433679740243739</c:v>
                </c:pt>
                <c:pt idx="14242">
                  <c:v>0.18436938876972303</c:v>
                </c:pt>
                <c:pt idx="14243">
                  <c:v>0.18437971456577137</c:v>
                </c:pt>
                <c:pt idx="14244">
                  <c:v>0.18438420199117075</c:v>
                </c:pt>
                <c:pt idx="14245">
                  <c:v>0.1844117754177439</c:v>
                </c:pt>
                <c:pt idx="14246">
                  <c:v>0.18442798142494934</c:v>
                </c:pt>
                <c:pt idx="14247">
                  <c:v>0.18445604674050281</c:v>
                </c:pt>
                <c:pt idx="14248">
                  <c:v>0.18445988848361269</c:v>
                </c:pt>
                <c:pt idx="14249">
                  <c:v>0.18448107381233217</c:v>
                </c:pt>
                <c:pt idx="14250">
                  <c:v>0.18448197610625228</c:v>
                </c:pt>
                <c:pt idx="14251">
                  <c:v>0.18451156367266755</c:v>
                </c:pt>
                <c:pt idx="14252">
                  <c:v>0.18451776421870592</c:v>
                </c:pt>
                <c:pt idx="14253">
                  <c:v>0.18452584380248455</c:v>
                </c:pt>
                <c:pt idx="14254">
                  <c:v>0.18454209362996962</c:v>
                </c:pt>
                <c:pt idx="14255">
                  <c:v>0.1845629758674108</c:v>
                </c:pt>
                <c:pt idx="14256">
                  <c:v>0.18457956227995648</c:v>
                </c:pt>
                <c:pt idx="14257">
                  <c:v>0.18458136904152808</c:v>
                </c:pt>
                <c:pt idx="14258">
                  <c:v>0.18458563310833473</c:v>
                </c:pt>
                <c:pt idx="14259">
                  <c:v>0.18462022465151084</c:v>
                </c:pt>
                <c:pt idx="14260">
                  <c:v>0.1846283691295873</c:v>
                </c:pt>
                <c:pt idx="14261">
                  <c:v>0.18464070949170175</c:v>
                </c:pt>
                <c:pt idx="14262">
                  <c:v>0.18464147526427949</c:v>
                </c:pt>
                <c:pt idx="14263">
                  <c:v>0.18464282004675703</c:v>
                </c:pt>
                <c:pt idx="14264">
                  <c:v>0.18465814649136905</c:v>
                </c:pt>
                <c:pt idx="14265">
                  <c:v>0.18466686101328816</c:v>
                </c:pt>
                <c:pt idx="14266">
                  <c:v>0.18468391695854647</c:v>
                </c:pt>
                <c:pt idx="14267">
                  <c:v>0.18470177463218462</c:v>
                </c:pt>
                <c:pt idx="14268">
                  <c:v>0.18472085315363546</c:v>
                </c:pt>
                <c:pt idx="14269">
                  <c:v>0.18472173212248991</c:v>
                </c:pt>
                <c:pt idx="14270">
                  <c:v>0.18473219047780312</c:v>
                </c:pt>
                <c:pt idx="14271">
                  <c:v>0.18475188574732648</c:v>
                </c:pt>
                <c:pt idx="14272">
                  <c:v>0.18475237018819274</c:v>
                </c:pt>
                <c:pt idx="14273">
                  <c:v>0.18475419850522537</c:v>
                </c:pt>
                <c:pt idx="14274">
                  <c:v>0.18478599387969763</c:v>
                </c:pt>
                <c:pt idx="14275">
                  <c:v>0.18480538610536354</c:v>
                </c:pt>
                <c:pt idx="14276">
                  <c:v>0.18480580417846537</c:v>
                </c:pt>
                <c:pt idx="14277">
                  <c:v>0.18484371408607464</c:v>
                </c:pt>
                <c:pt idx="14278">
                  <c:v>0.18484785332367065</c:v>
                </c:pt>
                <c:pt idx="14279">
                  <c:v>0.18485776903823276</c:v>
                </c:pt>
                <c:pt idx="14280">
                  <c:v>0.1848794547552387</c:v>
                </c:pt>
                <c:pt idx="14281">
                  <c:v>0.18488401425648188</c:v>
                </c:pt>
                <c:pt idx="14282">
                  <c:v>0.18491771425712919</c:v>
                </c:pt>
                <c:pt idx="14283">
                  <c:v>0.18492329809975019</c:v>
                </c:pt>
                <c:pt idx="14284">
                  <c:v>0.18492989381026442</c:v>
                </c:pt>
                <c:pt idx="14285">
                  <c:v>0.18493094759432063</c:v>
                </c:pt>
                <c:pt idx="14286">
                  <c:v>0.18493456041175943</c:v>
                </c:pt>
                <c:pt idx="14287">
                  <c:v>0.18496343710036342</c:v>
                </c:pt>
                <c:pt idx="14288">
                  <c:v>0.18496444862544573</c:v>
                </c:pt>
                <c:pt idx="14289">
                  <c:v>0.18498925527364038</c:v>
                </c:pt>
                <c:pt idx="14290">
                  <c:v>0.18499113614266949</c:v>
                </c:pt>
                <c:pt idx="14291">
                  <c:v>0.18499728981414448</c:v>
                </c:pt>
                <c:pt idx="14292">
                  <c:v>0.1850051078609197</c:v>
                </c:pt>
                <c:pt idx="14293">
                  <c:v>0.1850167977909965</c:v>
                </c:pt>
                <c:pt idx="14294">
                  <c:v>0.18502301581481398</c:v>
                </c:pt>
                <c:pt idx="14295">
                  <c:v>0.18502429495409445</c:v>
                </c:pt>
                <c:pt idx="14296">
                  <c:v>0.18507049041419096</c:v>
                </c:pt>
                <c:pt idx="14297">
                  <c:v>0.18509013098897012</c:v>
                </c:pt>
                <c:pt idx="14298">
                  <c:v>0.18509719694576635</c:v>
                </c:pt>
                <c:pt idx="14299">
                  <c:v>0.18511398413531427</c:v>
                </c:pt>
                <c:pt idx="14300">
                  <c:v>0.18518297167649414</c:v>
                </c:pt>
                <c:pt idx="14301">
                  <c:v>0.18519441882020704</c:v>
                </c:pt>
                <c:pt idx="14302">
                  <c:v>0.18519844132217153</c:v>
                </c:pt>
                <c:pt idx="14303">
                  <c:v>0.18519872373957619</c:v>
                </c:pt>
                <c:pt idx="14304">
                  <c:v>0.18522859553447996</c:v>
                </c:pt>
                <c:pt idx="14305">
                  <c:v>0.18525406002840797</c:v>
                </c:pt>
                <c:pt idx="14306">
                  <c:v>0.18525965883042866</c:v>
                </c:pt>
                <c:pt idx="14307">
                  <c:v>0.18526591697421224</c:v>
                </c:pt>
                <c:pt idx="14308">
                  <c:v>0.18528028482295478</c:v>
                </c:pt>
                <c:pt idx="14309">
                  <c:v>0.18534211616174706</c:v>
                </c:pt>
                <c:pt idx="14310">
                  <c:v>0.18535480885140918</c:v>
                </c:pt>
                <c:pt idx="14311">
                  <c:v>0.18536121308974995</c:v>
                </c:pt>
                <c:pt idx="14312">
                  <c:v>0.18536658154980407</c:v>
                </c:pt>
                <c:pt idx="14313">
                  <c:v>0.18537006264398467</c:v>
                </c:pt>
                <c:pt idx="14314">
                  <c:v>0.18537774637331147</c:v>
                </c:pt>
                <c:pt idx="14315">
                  <c:v>0.18539022365141589</c:v>
                </c:pt>
                <c:pt idx="14316">
                  <c:v>0.18539968061824635</c:v>
                </c:pt>
                <c:pt idx="14317">
                  <c:v>0.1854178321775887</c:v>
                </c:pt>
                <c:pt idx="14318">
                  <c:v>0.18544349953530687</c:v>
                </c:pt>
                <c:pt idx="14319">
                  <c:v>0.18546098723790397</c:v>
                </c:pt>
                <c:pt idx="14320">
                  <c:v>0.18548272131536642</c:v>
                </c:pt>
                <c:pt idx="14321">
                  <c:v>0.18549349601604459</c:v>
                </c:pt>
                <c:pt idx="14322">
                  <c:v>0.18552435680410748</c:v>
                </c:pt>
                <c:pt idx="14323">
                  <c:v>0.18552575505589153</c:v>
                </c:pt>
                <c:pt idx="14324">
                  <c:v>0.18553378380651178</c:v>
                </c:pt>
                <c:pt idx="14325">
                  <c:v>0.18555505277220485</c:v>
                </c:pt>
                <c:pt idx="14326">
                  <c:v>0.18555928906579658</c:v>
                </c:pt>
                <c:pt idx="14327">
                  <c:v>0.18556700520203517</c:v>
                </c:pt>
                <c:pt idx="14328">
                  <c:v>0.18557335785619711</c:v>
                </c:pt>
                <c:pt idx="14329">
                  <c:v>0.18558918687094389</c:v>
                </c:pt>
                <c:pt idx="14330">
                  <c:v>0.18559603448100906</c:v>
                </c:pt>
                <c:pt idx="14331">
                  <c:v>0.18559684691009257</c:v>
                </c:pt>
                <c:pt idx="14332">
                  <c:v>0.18559787739633643</c:v>
                </c:pt>
                <c:pt idx="14333">
                  <c:v>0.18561384753240315</c:v>
                </c:pt>
                <c:pt idx="14334">
                  <c:v>0.18562766902688793</c:v>
                </c:pt>
                <c:pt idx="14335">
                  <c:v>0.18564355084725664</c:v>
                </c:pt>
                <c:pt idx="14336">
                  <c:v>0.18565414699856411</c:v>
                </c:pt>
                <c:pt idx="14337">
                  <c:v>0.1856588431825606</c:v>
                </c:pt>
                <c:pt idx="14338">
                  <c:v>0.18566161407202644</c:v>
                </c:pt>
                <c:pt idx="14339">
                  <c:v>0.18569802076548667</c:v>
                </c:pt>
                <c:pt idx="14340">
                  <c:v>0.18570551830631238</c:v>
                </c:pt>
                <c:pt idx="14341">
                  <c:v>0.18572083554599514</c:v>
                </c:pt>
                <c:pt idx="14342">
                  <c:v>0.18573070551045034</c:v>
                </c:pt>
                <c:pt idx="14343">
                  <c:v>0.1857318620070415</c:v>
                </c:pt>
                <c:pt idx="14344">
                  <c:v>0.18576549575289864</c:v>
                </c:pt>
                <c:pt idx="14345">
                  <c:v>0.18576795177862496</c:v>
                </c:pt>
                <c:pt idx="14346">
                  <c:v>0.18576818502572279</c:v>
                </c:pt>
                <c:pt idx="14347">
                  <c:v>0.1857765233313704</c:v>
                </c:pt>
                <c:pt idx="14348">
                  <c:v>0.18578195660158914</c:v>
                </c:pt>
                <c:pt idx="14349">
                  <c:v>0.18578826718808605</c:v>
                </c:pt>
                <c:pt idx="14350">
                  <c:v>0.18581613879314501</c:v>
                </c:pt>
                <c:pt idx="14351">
                  <c:v>0.18582256738865782</c:v>
                </c:pt>
                <c:pt idx="14352">
                  <c:v>0.18584898425407059</c:v>
                </c:pt>
                <c:pt idx="14353">
                  <c:v>0.1858686978700142</c:v>
                </c:pt>
                <c:pt idx="14354">
                  <c:v>0.18587811648299005</c:v>
                </c:pt>
                <c:pt idx="14355">
                  <c:v>0.18588589017955878</c:v>
                </c:pt>
                <c:pt idx="14356">
                  <c:v>0.18590028020131064</c:v>
                </c:pt>
                <c:pt idx="14357">
                  <c:v>0.18590265498530872</c:v>
                </c:pt>
                <c:pt idx="14358">
                  <c:v>0.18592054230760408</c:v>
                </c:pt>
                <c:pt idx="14359">
                  <c:v>0.18594437449637086</c:v>
                </c:pt>
                <c:pt idx="14360">
                  <c:v>0.18595206901654571</c:v>
                </c:pt>
                <c:pt idx="14361">
                  <c:v>0.18596974653299594</c:v>
                </c:pt>
                <c:pt idx="14362">
                  <c:v>0.18599370318584391</c:v>
                </c:pt>
                <c:pt idx="14363">
                  <c:v>0.18599561439982157</c:v>
                </c:pt>
                <c:pt idx="14364">
                  <c:v>0.18600306372910527</c:v>
                </c:pt>
                <c:pt idx="14365">
                  <c:v>0.18602716857531854</c:v>
                </c:pt>
                <c:pt idx="14366">
                  <c:v>0.18607923328034154</c:v>
                </c:pt>
                <c:pt idx="14367">
                  <c:v>0.18608010544300757</c:v>
                </c:pt>
                <c:pt idx="14368">
                  <c:v>0.18609381495593924</c:v>
                </c:pt>
                <c:pt idx="14369">
                  <c:v>0.18609986857844127</c:v>
                </c:pt>
                <c:pt idx="14370">
                  <c:v>0.18611657054815026</c:v>
                </c:pt>
                <c:pt idx="14371">
                  <c:v>0.18612103067049338</c:v>
                </c:pt>
                <c:pt idx="14372">
                  <c:v>0.18614665747407688</c:v>
                </c:pt>
                <c:pt idx="14373">
                  <c:v>0.18619473144487866</c:v>
                </c:pt>
                <c:pt idx="14374">
                  <c:v>0.18619864736106681</c:v>
                </c:pt>
                <c:pt idx="14375">
                  <c:v>0.18621665410901167</c:v>
                </c:pt>
                <c:pt idx="14376">
                  <c:v>0.18622055249220901</c:v>
                </c:pt>
                <c:pt idx="14377">
                  <c:v>0.18623331506322269</c:v>
                </c:pt>
                <c:pt idx="14378">
                  <c:v>0.186235089600856</c:v>
                </c:pt>
                <c:pt idx="14379">
                  <c:v>0.1862364014046701</c:v>
                </c:pt>
                <c:pt idx="14380">
                  <c:v>0.18623827490290215</c:v>
                </c:pt>
                <c:pt idx="14381">
                  <c:v>0.18624504473241926</c:v>
                </c:pt>
                <c:pt idx="14382">
                  <c:v>0.18624905747227821</c:v>
                </c:pt>
                <c:pt idx="14383">
                  <c:v>0.18625351436094886</c:v>
                </c:pt>
                <c:pt idx="14384">
                  <c:v>0.18626330488223314</c:v>
                </c:pt>
                <c:pt idx="14385">
                  <c:v>0.18629012318097948</c:v>
                </c:pt>
                <c:pt idx="14386">
                  <c:v>0.18630621565098918</c:v>
                </c:pt>
                <c:pt idx="14387">
                  <c:v>0.18631060815545539</c:v>
                </c:pt>
                <c:pt idx="14388">
                  <c:v>0.18633560095274027</c:v>
                </c:pt>
                <c:pt idx="14389">
                  <c:v>0.18633680128031546</c:v>
                </c:pt>
                <c:pt idx="14390">
                  <c:v>0.18633761470122046</c:v>
                </c:pt>
                <c:pt idx="14391">
                  <c:v>0.18634108496711832</c:v>
                </c:pt>
                <c:pt idx="14392">
                  <c:v>0.18634572454018553</c:v>
                </c:pt>
                <c:pt idx="14393">
                  <c:v>0.18635675241971858</c:v>
                </c:pt>
                <c:pt idx="14394">
                  <c:v>0.18636662038048105</c:v>
                </c:pt>
                <c:pt idx="14395">
                  <c:v>0.1863715884794441</c:v>
                </c:pt>
                <c:pt idx="14396">
                  <c:v>0.18638106403893992</c:v>
                </c:pt>
                <c:pt idx="14397">
                  <c:v>0.18642232128023678</c:v>
                </c:pt>
                <c:pt idx="14398">
                  <c:v>0.18643196430272271</c:v>
                </c:pt>
                <c:pt idx="14399">
                  <c:v>0.18644892313110217</c:v>
                </c:pt>
                <c:pt idx="14400">
                  <c:v>0.18647628231118826</c:v>
                </c:pt>
                <c:pt idx="14401">
                  <c:v>0.18649133249903213</c:v>
                </c:pt>
                <c:pt idx="14402">
                  <c:v>0.18649389929230706</c:v>
                </c:pt>
                <c:pt idx="14403">
                  <c:v>0.18650555636112975</c:v>
                </c:pt>
                <c:pt idx="14404">
                  <c:v>0.18650681587899803</c:v>
                </c:pt>
                <c:pt idx="14405">
                  <c:v>0.18650810544121729</c:v>
                </c:pt>
                <c:pt idx="14406">
                  <c:v>0.18652417244711872</c:v>
                </c:pt>
                <c:pt idx="14407">
                  <c:v>0.18655446507905424</c:v>
                </c:pt>
                <c:pt idx="14408">
                  <c:v>0.18655622218238319</c:v>
                </c:pt>
                <c:pt idx="14409">
                  <c:v>0.18656029983515768</c:v>
                </c:pt>
                <c:pt idx="14410">
                  <c:v>0.18657179791876627</c:v>
                </c:pt>
                <c:pt idx="14411">
                  <c:v>0.18658549512813555</c:v>
                </c:pt>
                <c:pt idx="14412">
                  <c:v>0.18658979931684277</c:v>
                </c:pt>
                <c:pt idx="14413">
                  <c:v>0.18659587585267701</c:v>
                </c:pt>
                <c:pt idx="14414">
                  <c:v>0.18659859883509697</c:v>
                </c:pt>
                <c:pt idx="14415">
                  <c:v>0.18662681068712994</c:v>
                </c:pt>
                <c:pt idx="14416">
                  <c:v>0.18663710398806879</c:v>
                </c:pt>
                <c:pt idx="14417">
                  <c:v>0.18665919528953395</c:v>
                </c:pt>
                <c:pt idx="14418">
                  <c:v>0.1866853653639734</c:v>
                </c:pt>
                <c:pt idx="14419">
                  <c:v>0.18670934416257515</c:v>
                </c:pt>
                <c:pt idx="14420">
                  <c:v>0.18671621756647094</c:v>
                </c:pt>
                <c:pt idx="14421">
                  <c:v>0.18673372327267784</c:v>
                </c:pt>
                <c:pt idx="14422">
                  <c:v>0.1867399770503993</c:v>
                </c:pt>
                <c:pt idx="14423">
                  <c:v>0.18674755257801898</c:v>
                </c:pt>
                <c:pt idx="14424">
                  <c:v>0.18675147526578931</c:v>
                </c:pt>
                <c:pt idx="14425">
                  <c:v>0.1867517073581122</c:v>
                </c:pt>
                <c:pt idx="14426">
                  <c:v>0.18676883365300548</c:v>
                </c:pt>
                <c:pt idx="14427">
                  <c:v>0.18676938052365463</c:v>
                </c:pt>
                <c:pt idx="14428">
                  <c:v>0.1867734730471006</c:v>
                </c:pt>
                <c:pt idx="14429">
                  <c:v>0.18679717250395356</c:v>
                </c:pt>
                <c:pt idx="14430">
                  <c:v>0.1868225319136087</c:v>
                </c:pt>
                <c:pt idx="14431">
                  <c:v>0.18686628970937019</c:v>
                </c:pt>
                <c:pt idx="14432">
                  <c:v>0.18690169387196431</c:v>
                </c:pt>
                <c:pt idx="14433">
                  <c:v>0.18691506726466742</c:v>
                </c:pt>
                <c:pt idx="14434">
                  <c:v>0.1869249659253886</c:v>
                </c:pt>
                <c:pt idx="14435">
                  <c:v>0.18694445810376276</c:v>
                </c:pt>
                <c:pt idx="14436">
                  <c:v>0.18698503541620726</c:v>
                </c:pt>
                <c:pt idx="14437">
                  <c:v>0.18700062504943579</c:v>
                </c:pt>
                <c:pt idx="14438">
                  <c:v>0.1870291701532793</c:v>
                </c:pt>
                <c:pt idx="14439">
                  <c:v>0.18703636561213902</c:v>
                </c:pt>
                <c:pt idx="14440">
                  <c:v>0.18704607229056164</c:v>
                </c:pt>
                <c:pt idx="14441">
                  <c:v>0.18706580746142537</c:v>
                </c:pt>
                <c:pt idx="14442">
                  <c:v>0.18707276471899856</c:v>
                </c:pt>
                <c:pt idx="14443">
                  <c:v>0.18708093498362346</c:v>
                </c:pt>
                <c:pt idx="14444">
                  <c:v>0.18709070934815283</c:v>
                </c:pt>
                <c:pt idx="14445">
                  <c:v>0.18710463667283117</c:v>
                </c:pt>
                <c:pt idx="14446">
                  <c:v>0.18710526587876949</c:v>
                </c:pt>
                <c:pt idx="14447">
                  <c:v>0.18713110490230647</c:v>
                </c:pt>
                <c:pt idx="14448">
                  <c:v>0.18717275059763969</c:v>
                </c:pt>
                <c:pt idx="14449">
                  <c:v>0.18717362623484077</c:v>
                </c:pt>
                <c:pt idx="14450">
                  <c:v>0.1872059647200752</c:v>
                </c:pt>
                <c:pt idx="14451">
                  <c:v>0.18721343478675548</c:v>
                </c:pt>
                <c:pt idx="14452">
                  <c:v>0.18722007915805167</c:v>
                </c:pt>
                <c:pt idx="14453">
                  <c:v>0.18723390629409201</c:v>
                </c:pt>
                <c:pt idx="14454">
                  <c:v>0.18724404863654934</c:v>
                </c:pt>
                <c:pt idx="14455">
                  <c:v>0.18724669958290077</c:v>
                </c:pt>
                <c:pt idx="14456">
                  <c:v>0.18724757629546576</c:v>
                </c:pt>
                <c:pt idx="14457">
                  <c:v>0.18726021203057758</c:v>
                </c:pt>
                <c:pt idx="14458">
                  <c:v>0.18728015991863839</c:v>
                </c:pt>
                <c:pt idx="14459">
                  <c:v>0.18728711474845694</c:v>
                </c:pt>
                <c:pt idx="14460">
                  <c:v>0.18731504085521206</c:v>
                </c:pt>
                <c:pt idx="14461">
                  <c:v>0.18732436019100088</c:v>
                </c:pt>
                <c:pt idx="14462">
                  <c:v>0.18732473714821865</c:v>
                </c:pt>
                <c:pt idx="14463">
                  <c:v>0.18735492007617666</c:v>
                </c:pt>
                <c:pt idx="14464">
                  <c:v>0.18735551868391515</c:v>
                </c:pt>
                <c:pt idx="14465">
                  <c:v>0.18735867191810443</c:v>
                </c:pt>
                <c:pt idx="14466">
                  <c:v>0.18738338425906409</c:v>
                </c:pt>
                <c:pt idx="14467">
                  <c:v>0.18738710945748577</c:v>
                </c:pt>
                <c:pt idx="14468">
                  <c:v>0.18740171061116781</c:v>
                </c:pt>
                <c:pt idx="14469">
                  <c:v>0.18741380443756794</c:v>
                </c:pt>
                <c:pt idx="14470">
                  <c:v>0.18742067025325454</c:v>
                </c:pt>
                <c:pt idx="14471">
                  <c:v>0.18743200928160078</c:v>
                </c:pt>
                <c:pt idx="14472">
                  <c:v>0.18743923185228523</c:v>
                </c:pt>
                <c:pt idx="14473">
                  <c:v>0.18745332111750174</c:v>
                </c:pt>
                <c:pt idx="14474">
                  <c:v>0.18746480836208212</c:v>
                </c:pt>
                <c:pt idx="14475">
                  <c:v>0.18746922251683243</c:v>
                </c:pt>
                <c:pt idx="14476">
                  <c:v>0.18747487877325858</c:v>
                </c:pt>
                <c:pt idx="14477">
                  <c:v>0.18747872588714729</c:v>
                </c:pt>
                <c:pt idx="14478">
                  <c:v>0.18748211426049866</c:v>
                </c:pt>
                <c:pt idx="14479">
                  <c:v>0.18748713605892778</c:v>
                </c:pt>
                <c:pt idx="14480">
                  <c:v>0.18749124589073332</c:v>
                </c:pt>
                <c:pt idx="14481">
                  <c:v>0.18749518663155967</c:v>
                </c:pt>
                <c:pt idx="14482">
                  <c:v>0.18751189079404704</c:v>
                </c:pt>
                <c:pt idx="14483">
                  <c:v>0.18753542769395051</c:v>
                </c:pt>
                <c:pt idx="14484">
                  <c:v>0.18753743509757256</c:v>
                </c:pt>
                <c:pt idx="14485">
                  <c:v>0.18755679672601477</c:v>
                </c:pt>
                <c:pt idx="14486">
                  <c:v>0.18757586047552957</c:v>
                </c:pt>
                <c:pt idx="14487">
                  <c:v>0.18757766424775033</c:v>
                </c:pt>
                <c:pt idx="14488">
                  <c:v>0.18758011403563118</c:v>
                </c:pt>
                <c:pt idx="14489">
                  <c:v>0.1875899473659921</c:v>
                </c:pt>
                <c:pt idx="14490">
                  <c:v>0.18759366405511613</c:v>
                </c:pt>
                <c:pt idx="14491">
                  <c:v>0.18762748149538211</c:v>
                </c:pt>
                <c:pt idx="14492">
                  <c:v>0.18763665644516589</c:v>
                </c:pt>
                <c:pt idx="14493">
                  <c:v>0.18764312732374572</c:v>
                </c:pt>
                <c:pt idx="14494">
                  <c:v>0.18766670518464754</c:v>
                </c:pt>
                <c:pt idx="14495">
                  <c:v>0.18767045807050389</c:v>
                </c:pt>
                <c:pt idx="14496">
                  <c:v>0.18767179337182335</c:v>
                </c:pt>
                <c:pt idx="14497">
                  <c:v>0.18770851976594369</c:v>
                </c:pt>
                <c:pt idx="14498">
                  <c:v>0.18772378836436052</c:v>
                </c:pt>
                <c:pt idx="14499">
                  <c:v>0.18773280894144306</c:v>
                </c:pt>
                <c:pt idx="14500">
                  <c:v>0.18776587917539184</c:v>
                </c:pt>
                <c:pt idx="14501">
                  <c:v>0.18776593072053915</c:v>
                </c:pt>
                <c:pt idx="14502">
                  <c:v>0.18776734672613912</c:v>
                </c:pt>
                <c:pt idx="14503">
                  <c:v>0.18779808930161346</c:v>
                </c:pt>
                <c:pt idx="14504">
                  <c:v>0.18783548380101162</c:v>
                </c:pt>
                <c:pt idx="14505">
                  <c:v>0.18784683245447178</c:v>
                </c:pt>
                <c:pt idx="14506">
                  <c:v>0.18784775114297389</c:v>
                </c:pt>
                <c:pt idx="14507">
                  <c:v>0.18788956786676364</c:v>
                </c:pt>
                <c:pt idx="14508">
                  <c:v>0.18789057777549795</c:v>
                </c:pt>
                <c:pt idx="14509">
                  <c:v>0.18790500444886432</c:v>
                </c:pt>
                <c:pt idx="14510">
                  <c:v>0.18792410384388827</c:v>
                </c:pt>
                <c:pt idx="14511">
                  <c:v>0.18792514282474182</c:v>
                </c:pt>
                <c:pt idx="14512">
                  <c:v>0.1879445967278805</c:v>
                </c:pt>
                <c:pt idx="14513">
                  <c:v>0.1879579739941051</c:v>
                </c:pt>
                <c:pt idx="14514">
                  <c:v>0.18797097421083639</c:v>
                </c:pt>
                <c:pt idx="14515">
                  <c:v>0.18798051554417308</c:v>
                </c:pt>
                <c:pt idx="14516">
                  <c:v>0.1879884505562785</c:v>
                </c:pt>
                <c:pt idx="14517">
                  <c:v>0.18799425663890376</c:v>
                </c:pt>
                <c:pt idx="14518">
                  <c:v>0.18800075378317629</c:v>
                </c:pt>
                <c:pt idx="14519">
                  <c:v>0.18800099392934241</c:v>
                </c:pt>
                <c:pt idx="14520">
                  <c:v>0.18804530838001748</c:v>
                </c:pt>
                <c:pt idx="14521">
                  <c:v>0.18804718847777063</c:v>
                </c:pt>
                <c:pt idx="14522">
                  <c:v>0.18805101006518588</c:v>
                </c:pt>
                <c:pt idx="14523">
                  <c:v>0.18805366963177236</c:v>
                </c:pt>
                <c:pt idx="14524">
                  <c:v>0.18805622180365544</c:v>
                </c:pt>
                <c:pt idx="14525">
                  <c:v>0.18806300894864231</c:v>
                </c:pt>
                <c:pt idx="14526">
                  <c:v>0.18807433229413364</c:v>
                </c:pt>
                <c:pt idx="14527">
                  <c:v>0.18807727950174097</c:v>
                </c:pt>
                <c:pt idx="14528">
                  <c:v>0.18807748585042317</c:v>
                </c:pt>
                <c:pt idx="14529">
                  <c:v>0.18808689755207539</c:v>
                </c:pt>
                <c:pt idx="14530">
                  <c:v>0.18811109736485734</c:v>
                </c:pt>
                <c:pt idx="14531">
                  <c:v>0.18815568398730928</c:v>
                </c:pt>
                <c:pt idx="14532">
                  <c:v>0.18819436538141449</c:v>
                </c:pt>
                <c:pt idx="14533">
                  <c:v>0.18822080283885406</c:v>
                </c:pt>
                <c:pt idx="14534">
                  <c:v>0.1882303494531358</c:v>
                </c:pt>
                <c:pt idx="14535">
                  <c:v>0.18824397261399833</c:v>
                </c:pt>
                <c:pt idx="14536">
                  <c:v>0.18824759808718924</c:v>
                </c:pt>
                <c:pt idx="14537">
                  <c:v>0.18825527031218356</c:v>
                </c:pt>
                <c:pt idx="14538">
                  <c:v>0.18827354105595059</c:v>
                </c:pt>
                <c:pt idx="14539">
                  <c:v>0.18828294106078969</c:v>
                </c:pt>
                <c:pt idx="14540">
                  <c:v>0.18831314066496715</c:v>
                </c:pt>
                <c:pt idx="14541">
                  <c:v>0.1883282455822472</c:v>
                </c:pt>
                <c:pt idx="14542">
                  <c:v>0.18835063961108045</c:v>
                </c:pt>
                <c:pt idx="14543">
                  <c:v>0.18835178004475392</c:v>
                </c:pt>
                <c:pt idx="14544">
                  <c:v>0.18837943210524791</c:v>
                </c:pt>
                <c:pt idx="14545">
                  <c:v>0.18839264929546062</c:v>
                </c:pt>
                <c:pt idx="14546">
                  <c:v>0.18841659147777409</c:v>
                </c:pt>
                <c:pt idx="14547">
                  <c:v>0.18842457113939873</c:v>
                </c:pt>
                <c:pt idx="14548">
                  <c:v>0.18843101066124385</c:v>
                </c:pt>
                <c:pt idx="14549">
                  <c:v>0.18843182983563295</c:v>
                </c:pt>
                <c:pt idx="14550">
                  <c:v>0.1884351873108186</c:v>
                </c:pt>
                <c:pt idx="14551">
                  <c:v>0.18844042395307031</c:v>
                </c:pt>
                <c:pt idx="14552">
                  <c:v>0.1884606245863743</c:v>
                </c:pt>
                <c:pt idx="14553">
                  <c:v>0.18846207805686407</c:v>
                </c:pt>
                <c:pt idx="14554">
                  <c:v>0.18849078809603567</c:v>
                </c:pt>
                <c:pt idx="14555">
                  <c:v>0.18849726372385614</c:v>
                </c:pt>
                <c:pt idx="14556">
                  <c:v>0.18851123069418615</c:v>
                </c:pt>
                <c:pt idx="14557">
                  <c:v>0.18856928195794997</c:v>
                </c:pt>
                <c:pt idx="14558">
                  <c:v>0.18858228569584226</c:v>
                </c:pt>
                <c:pt idx="14559">
                  <c:v>0.18858702050942366</c:v>
                </c:pt>
                <c:pt idx="14560">
                  <c:v>0.18858985272828424</c:v>
                </c:pt>
                <c:pt idx="14561">
                  <c:v>0.1886019125966861</c:v>
                </c:pt>
                <c:pt idx="14562">
                  <c:v>0.18860209446177048</c:v>
                </c:pt>
                <c:pt idx="14563">
                  <c:v>0.18861188223305994</c:v>
                </c:pt>
                <c:pt idx="14564">
                  <c:v>0.18861214630133238</c:v>
                </c:pt>
                <c:pt idx="14565">
                  <c:v>0.18861444764319843</c:v>
                </c:pt>
                <c:pt idx="14566">
                  <c:v>0.18863269541549682</c:v>
                </c:pt>
                <c:pt idx="14567">
                  <c:v>0.18863867815173316</c:v>
                </c:pt>
                <c:pt idx="14568">
                  <c:v>0.18864369087324998</c:v>
                </c:pt>
                <c:pt idx="14569">
                  <c:v>0.18865252999242851</c:v>
                </c:pt>
                <c:pt idx="14570">
                  <c:v>0.18865679099432131</c:v>
                </c:pt>
                <c:pt idx="14571">
                  <c:v>0.18865814425646044</c:v>
                </c:pt>
                <c:pt idx="14572">
                  <c:v>0.18867826712407629</c:v>
                </c:pt>
                <c:pt idx="14573">
                  <c:v>0.18867859964079955</c:v>
                </c:pt>
                <c:pt idx="14574">
                  <c:v>0.188715423394544</c:v>
                </c:pt>
                <c:pt idx="14575">
                  <c:v>0.18873219341472516</c:v>
                </c:pt>
                <c:pt idx="14576">
                  <c:v>0.18875678433250273</c:v>
                </c:pt>
                <c:pt idx="14577">
                  <c:v>0.18877890118346802</c:v>
                </c:pt>
                <c:pt idx="14578">
                  <c:v>0.18878683666655827</c:v>
                </c:pt>
                <c:pt idx="14579">
                  <c:v>0.18879129125675045</c:v>
                </c:pt>
                <c:pt idx="14580">
                  <c:v>0.18880842583198176</c:v>
                </c:pt>
                <c:pt idx="14581">
                  <c:v>0.18882391395672074</c:v>
                </c:pt>
                <c:pt idx="14582">
                  <c:v>0.18882643175054939</c:v>
                </c:pt>
                <c:pt idx="14583">
                  <c:v>0.18882710423810686</c:v>
                </c:pt>
                <c:pt idx="14584">
                  <c:v>0.18885053201691182</c:v>
                </c:pt>
                <c:pt idx="14585">
                  <c:v>0.18885466637010062</c:v>
                </c:pt>
                <c:pt idx="14586">
                  <c:v>0.18886390345376636</c:v>
                </c:pt>
                <c:pt idx="14587">
                  <c:v>0.18886995774905563</c:v>
                </c:pt>
                <c:pt idx="14588">
                  <c:v>0.1888703257630604</c:v>
                </c:pt>
                <c:pt idx="14589">
                  <c:v>0.18888305592348328</c:v>
                </c:pt>
                <c:pt idx="14590">
                  <c:v>0.18888381423835049</c:v>
                </c:pt>
                <c:pt idx="14591">
                  <c:v>0.18891733572184874</c:v>
                </c:pt>
                <c:pt idx="14592">
                  <c:v>0.18892635748269843</c:v>
                </c:pt>
                <c:pt idx="14593">
                  <c:v>0.18893824851544863</c:v>
                </c:pt>
                <c:pt idx="14594">
                  <c:v>0.18897611308660084</c:v>
                </c:pt>
                <c:pt idx="14595">
                  <c:v>0.18897679185464966</c:v>
                </c:pt>
                <c:pt idx="14596">
                  <c:v>0.18900134584967526</c:v>
                </c:pt>
                <c:pt idx="14597">
                  <c:v>0.18901830018563393</c:v>
                </c:pt>
                <c:pt idx="14598">
                  <c:v>0.18903001210930473</c:v>
                </c:pt>
                <c:pt idx="14599">
                  <c:v>0.18905628285014134</c:v>
                </c:pt>
                <c:pt idx="14600">
                  <c:v>0.18908692625307455</c:v>
                </c:pt>
                <c:pt idx="14601">
                  <c:v>0.18909070540052209</c:v>
                </c:pt>
                <c:pt idx="14602">
                  <c:v>0.18909352696356629</c:v>
                </c:pt>
                <c:pt idx="14603">
                  <c:v>0.18910553259375454</c:v>
                </c:pt>
                <c:pt idx="14604">
                  <c:v>0.1891375195364513</c:v>
                </c:pt>
                <c:pt idx="14605">
                  <c:v>0.18915178749956221</c:v>
                </c:pt>
                <c:pt idx="14606">
                  <c:v>0.18915527187005032</c:v>
                </c:pt>
                <c:pt idx="14607">
                  <c:v>0.18916732678028994</c:v>
                </c:pt>
                <c:pt idx="14608">
                  <c:v>0.18916785712498982</c:v>
                </c:pt>
                <c:pt idx="14609">
                  <c:v>0.18918253822724335</c:v>
                </c:pt>
                <c:pt idx="14610">
                  <c:v>0.189201689144125</c:v>
                </c:pt>
                <c:pt idx="14611">
                  <c:v>0.1892098227014227</c:v>
                </c:pt>
                <c:pt idx="14612">
                  <c:v>0.18921204209933279</c:v>
                </c:pt>
                <c:pt idx="14613">
                  <c:v>0.18921889728962119</c:v>
                </c:pt>
                <c:pt idx="14614">
                  <c:v>0.18923130946073224</c:v>
                </c:pt>
                <c:pt idx="14615">
                  <c:v>0.18924042819861361</c:v>
                </c:pt>
                <c:pt idx="14616">
                  <c:v>0.18926819731906369</c:v>
                </c:pt>
                <c:pt idx="14617">
                  <c:v>0.18928705107634516</c:v>
                </c:pt>
                <c:pt idx="14618">
                  <c:v>0.18929241592233428</c:v>
                </c:pt>
                <c:pt idx="14619">
                  <c:v>0.18929659912710356</c:v>
                </c:pt>
                <c:pt idx="14620">
                  <c:v>0.18935431865161992</c:v>
                </c:pt>
                <c:pt idx="14621">
                  <c:v>0.18936438048768864</c:v>
                </c:pt>
                <c:pt idx="14622">
                  <c:v>0.18937470585462945</c:v>
                </c:pt>
                <c:pt idx="14623">
                  <c:v>0.18938223865444359</c:v>
                </c:pt>
                <c:pt idx="14624">
                  <c:v>0.18938790055203694</c:v>
                </c:pt>
                <c:pt idx="14625">
                  <c:v>0.18941762528431072</c:v>
                </c:pt>
                <c:pt idx="14626">
                  <c:v>0.18943431831345342</c:v>
                </c:pt>
                <c:pt idx="14627">
                  <c:v>0.18945735407722566</c:v>
                </c:pt>
                <c:pt idx="14628">
                  <c:v>0.1894788871821465</c:v>
                </c:pt>
                <c:pt idx="14629">
                  <c:v>0.18949062817030088</c:v>
                </c:pt>
                <c:pt idx="14630">
                  <c:v>0.18949876166455157</c:v>
                </c:pt>
                <c:pt idx="14631">
                  <c:v>0.18950542475413182</c:v>
                </c:pt>
                <c:pt idx="14632">
                  <c:v>0.18950925067284102</c:v>
                </c:pt>
                <c:pt idx="14633">
                  <c:v>0.18952468381748397</c:v>
                </c:pt>
                <c:pt idx="14634">
                  <c:v>0.1895406388282746</c:v>
                </c:pt>
                <c:pt idx="14635">
                  <c:v>0.18955900987026111</c:v>
                </c:pt>
                <c:pt idx="14636">
                  <c:v>0.18956036019820385</c:v>
                </c:pt>
                <c:pt idx="14637">
                  <c:v>0.189600546912361</c:v>
                </c:pt>
                <c:pt idx="14638">
                  <c:v>0.18961271561357201</c:v>
                </c:pt>
                <c:pt idx="14639">
                  <c:v>0.1896205436089286</c:v>
                </c:pt>
                <c:pt idx="14640">
                  <c:v>0.18962074494769041</c:v>
                </c:pt>
                <c:pt idx="14641">
                  <c:v>0.18962452699910612</c:v>
                </c:pt>
                <c:pt idx="14642">
                  <c:v>0.18963408327763118</c:v>
                </c:pt>
                <c:pt idx="14643">
                  <c:v>0.18964758800144133</c:v>
                </c:pt>
                <c:pt idx="14644">
                  <c:v>0.18965888374837295</c:v>
                </c:pt>
                <c:pt idx="14645">
                  <c:v>0.18966455713773839</c:v>
                </c:pt>
                <c:pt idx="14646">
                  <c:v>0.18967899552176989</c:v>
                </c:pt>
                <c:pt idx="14647">
                  <c:v>0.18968527932511101</c:v>
                </c:pt>
                <c:pt idx="14648">
                  <c:v>0.18969015833120784</c:v>
                </c:pt>
                <c:pt idx="14649">
                  <c:v>0.189721781686471</c:v>
                </c:pt>
                <c:pt idx="14650">
                  <c:v>0.18972712762608898</c:v>
                </c:pt>
                <c:pt idx="14651">
                  <c:v>0.18973041900439894</c:v>
                </c:pt>
                <c:pt idx="14652">
                  <c:v>0.18974339972080759</c:v>
                </c:pt>
                <c:pt idx="14653">
                  <c:v>0.18975163033079454</c:v>
                </c:pt>
                <c:pt idx="14654">
                  <c:v>0.18975228102259961</c:v>
                </c:pt>
                <c:pt idx="14655">
                  <c:v>0.18975432782573881</c:v>
                </c:pt>
                <c:pt idx="14656">
                  <c:v>0.18976044334051925</c:v>
                </c:pt>
                <c:pt idx="14657">
                  <c:v>0.18978240909980301</c:v>
                </c:pt>
                <c:pt idx="14658">
                  <c:v>0.18984399200927563</c:v>
                </c:pt>
                <c:pt idx="14659">
                  <c:v>0.1898504953850374</c:v>
                </c:pt>
                <c:pt idx="14660">
                  <c:v>0.18986844504704284</c:v>
                </c:pt>
                <c:pt idx="14661">
                  <c:v>0.18991509532288639</c:v>
                </c:pt>
                <c:pt idx="14662">
                  <c:v>0.1899235843886089</c:v>
                </c:pt>
                <c:pt idx="14663">
                  <c:v>0.18992390319825839</c:v>
                </c:pt>
                <c:pt idx="14664">
                  <c:v>0.1899496086823626</c:v>
                </c:pt>
                <c:pt idx="14665">
                  <c:v>0.18994984865304221</c:v>
                </c:pt>
                <c:pt idx="14666">
                  <c:v>0.18995171511951872</c:v>
                </c:pt>
                <c:pt idx="14667">
                  <c:v>0.18995657240947098</c:v>
                </c:pt>
                <c:pt idx="14668">
                  <c:v>0.18997760304890868</c:v>
                </c:pt>
                <c:pt idx="14669">
                  <c:v>0.18997963644359694</c:v>
                </c:pt>
                <c:pt idx="14670">
                  <c:v>0.18999329364975892</c:v>
                </c:pt>
                <c:pt idx="14671">
                  <c:v>0.19002148265452756</c:v>
                </c:pt>
                <c:pt idx="14672">
                  <c:v>0.19003325878072969</c:v>
                </c:pt>
                <c:pt idx="14673">
                  <c:v>0.19009704779907141</c:v>
                </c:pt>
                <c:pt idx="14674">
                  <c:v>0.19011357748506133</c:v>
                </c:pt>
                <c:pt idx="14675">
                  <c:v>0.19013022504535204</c:v>
                </c:pt>
                <c:pt idx="14676">
                  <c:v>0.19016497087194403</c:v>
                </c:pt>
                <c:pt idx="14677">
                  <c:v>0.1901990612625768</c:v>
                </c:pt>
                <c:pt idx="14678">
                  <c:v>0.19021379285701884</c:v>
                </c:pt>
                <c:pt idx="14679">
                  <c:v>0.19021774928062132</c:v>
                </c:pt>
                <c:pt idx="14680">
                  <c:v>0.19022129100334031</c:v>
                </c:pt>
                <c:pt idx="14681">
                  <c:v>0.19023634177079018</c:v>
                </c:pt>
                <c:pt idx="14682">
                  <c:v>0.19026374175279231</c:v>
                </c:pt>
                <c:pt idx="14683">
                  <c:v>0.19030337380843276</c:v>
                </c:pt>
                <c:pt idx="14684">
                  <c:v>0.19032381783333358</c:v>
                </c:pt>
                <c:pt idx="14685">
                  <c:v>0.19033604292382481</c:v>
                </c:pt>
                <c:pt idx="14686">
                  <c:v>0.19033604496662088</c:v>
                </c:pt>
                <c:pt idx="14687">
                  <c:v>0.19034777870163655</c:v>
                </c:pt>
                <c:pt idx="14688">
                  <c:v>0.19035450920272776</c:v>
                </c:pt>
                <c:pt idx="14689">
                  <c:v>0.19035809600691841</c:v>
                </c:pt>
                <c:pt idx="14690">
                  <c:v>0.1903714755748408</c:v>
                </c:pt>
                <c:pt idx="14691">
                  <c:v>0.19037281899378139</c:v>
                </c:pt>
                <c:pt idx="14692">
                  <c:v>0.19037534378542764</c:v>
                </c:pt>
                <c:pt idx="14693">
                  <c:v>0.19038722752091716</c:v>
                </c:pt>
                <c:pt idx="14694">
                  <c:v>0.19040283862542223</c:v>
                </c:pt>
                <c:pt idx="14695">
                  <c:v>0.19041035240759635</c:v>
                </c:pt>
                <c:pt idx="14696">
                  <c:v>0.19043278612654019</c:v>
                </c:pt>
                <c:pt idx="14697">
                  <c:v>0.19044105569149578</c:v>
                </c:pt>
                <c:pt idx="14698">
                  <c:v>0.19045499420209322</c:v>
                </c:pt>
                <c:pt idx="14699">
                  <c:v>0.19045777030880606</c:v>
                </c:pt>
                <c:pt idx="14700">
                  <c:v>0.19047971884867734</c:v>
                </c:pt>
                <c:pt idx="14701">
                  <c:v>0.19047984938310417</c:v>
                </c:pt>
                <c:pt idx="14702">
                  <c:v>0.19048463498969251</c:v>
                </c:pt>
                <c:pt idx="14703">
                  <c:v>0.19051595173917668</c:v>
                </c:pt>
                <c:pt idx="14704">
                  <c:v>0.19052420384209953</c:v>
                </c:pt>
                <c:pt idx="14705">
                  <c:v>0.19053674794010481</c:v>
                </c:pt>
                <c:pt idx="14706">
                  <c:v>0.19053690810571239</c:v>
                </c:pt>
                <c:pt idx="14707">
                  <c:v>0.19054890095834259</c:v>
                </c:pt>
                <c:pt idx="14708">
                  <c:v>0.19055092253058656</c:v>
                </c:pt>
                <c:pt idx="14709">
                  <c:v>0.19055356837856874</c:v>
                </c:pt>
                <c:pt idx="14710">
                  <c:v>0.19056015280175376</c:v>
                </c:pt>
                <c:pt idx="14711">
                  <c:v>0.19057643959926363</c:v>
                </c:pt>
                <c:pt idx="14712">
                  <c:v>0.19060722822382417</c:v>
                </c:pt>
                <c:pt idx="14713">
                  <c:v>0.19062015827950624</c:v>
                </c:pt>
                <c:pt idx="14714">
                  <c:v>0.1906309049668479</c:v>
                </c:pt>
                <c:pt idx="14715">
                  <c:v>0.19063476471328028</c:v>
                </c:pt>
                <c:pt idx="14716">
                  <c:v>0.19064694905978377</c:v>
                </c:pt>
                <c:pt idx="14717">
                  <c:v>0.19066032133363453</c:v>
                </c:pt>
                <c:pt idx="14718">
                  <c:v>0.19068376292717676</c:v>
                </c:pt>
                <c:pt idx="14719">
                  <c:v>0.19071281540230153</c:v>
                </c:pt>
                <c:pt idx="14720">
                  <c:v>0.19071911704440875</c:v>
                </c:pt>
                <c:pt idx="14721">
                  <c:v>0.19072014721585639</c:v>
                </c:pt>
                <c:pt idx="14722">
                  <c:v>0.19072810951022717</c:v>
                </c:pt>
                <c:pt idx="14723">
                  <c:v>0.1907438045848113</c:v>
                </c:pt>
                <c:pt idx="14724">
                  <c:v>0.19074882676846733</c:v>
                </c:pt>
                <c:pt idx="14725">
                  <c:v>0.19075952757568398</c:v>
                </c:pt>
                <c:pt idx="14726">
                  <c:v>0.19076589634804633</c:v>
                </c:pt>
                <c:pt idx="14727">
                  <c:v>0.19078702328150995</c:v>
                </c:pt>
                <c:pt idx="14728">
                  <c:v>0.19079043693775052</c:v>
                </c:pt>
                <c:pt idx="14729">
                  <c:v>0.19081719729517532</c:v>
                </c:pt>
                <c:pt idx="14730">
                  <c:v>0.19082392855456923</c:v>
                </c:pt>
                <c:pt idx="14731">
                  <c:v>0.19082413885379745</c:v>
                </c:pt>
                <c:pt idx="14732">
                  <c:v>0.19083331435723508</c:v>
                </c:pt>
                <c:pt idx="14733">
                  <c:v>0.19084522321332675</c:v>
                </c:pt>
                <c:pt idx="14734">
                  <c:v>0.19086412416474707</c:v>
                </c:pt>
                <c:pt idx="14735">
                  <c:v>0.19086697676827835</c:v>
                </c:pt>
                <c:pt idx="14736">
                  <c:v>0.19087160478530973</c:v>
                </c:pt>
                <c:pt idx="14737">
                  <c:v>0.19087766068614592</c:v>
                </c:pt>
                <c:pt idx="14738">
                  <c:v>0.19088330909726128</c:v>
                </c:pt>
                <c:pt idx="14739">
                  <c:v>0.19089474555556885</c:v>
                </c:pt>
                <c:pt idx="14740">
                  <c:v>0.19096157485503784</c:v>
                </c:pt>
                <c:pt idx="14741">
                  <c:v>0.19098701934704229</c:v>
                </c:pt>
                <c:pt idx="14742">
                  <c:v>0.19098702024073042</c:v>
                </c:pt>
                <c:pt idx="14743">
                  <c:v>0.19098843881608907</c:v>
                </c:pt>
                <c:pt idx="14744">
                  <c:v>0.19100006032860453</c:v>
                </c:pt>
                <c:pt idx="14745">
                  <c:v>0.1910068820744639</c:v>
                </c:pt>
                <c:pt idx="14746">
                  <c:v>0.19101133538068132</c:v>
                </c:pt>
                <c:pt idx="14747">
                  <c:v>0.1910143733755921</c:v>
                </c:pt>
                <c:pt idx="14748">
                  <c:v>0.19101611815253114</c:v>
                </c:pt>
                <c:pt idx="14749">
                  <c:v>0.19106797478639476</c:v>
                </c:pt>
                <c:pt idx="14750">
                  <c:v>0.19107077941299852</c:v>
                </c:pt>
                <c:pt idx="14751">
                  <c:v>0.19107604492114749</c:v>
                </c:pt>
                <c:pt idx="14752">
                  <c:v>0.19110005054013368</c:v>
                </c:pt>
                <c:pt idx="14753">
                  <c:v>0.19110192776519466</c:v>
                </c:pt>
                <c:pt idx="14754">
                  <c:v>0.19111263685791838</c:v>
                </c:pt>
                <c:pt idx="14755">
                  <c:v>0.19112561961411501</c:v>
                </c:pt>
                <c:pt idx="14756">
                  <c:v>0.19112841684055992</c:v>
                </c:pt>
                <c:pt idx="14757">
                  <c:v>0.19113704501597659</c:v>
                </c:pt>
                <c:pt idx="14758">
                  <c:v>0.19115468671360777</c:v>
                </c:pt>
                <c:pt idx="14759">
                  <c:v>0.19115571082289343</c:v>
                </c:pt>
                <c:pt idx="14760">
                  <c:v>0.19115781168700685</c:v>
                </c:pt>
                <c:pt idx="14761">
                  <c:v>0.19117079731318365</c:v>
                </c:pt>
                <c:pt idx="14762">
                  <c:v>0.19118032435611274</c:v>
                </c:pt>
                <c:pt idx="14763">
                  <c:v>0.19119223812357136</c:v>
                </c:pt>
                <c:pt idx="14764">
                  <c:v>0.19122350176642097</c:v>
                </c:pt>
                <c:pt idx="14765">
                  <c:v>0.19122548073190884</c:v>
                </c:pt>
                <c:pt idx="14766">
                  <c:v>0.19123059887905888</c:v>
                </c:pt>
                <c:pt idx="14767">
                  <c:v>0.19124140745418747</c:v>
                </c:pt>
                <c:pt idx="14768">
                  <c:v>0.19126304907623348</c:v>
                </c:pt>
                <c:pt idx="14769">
                  <c:v>0.19126350256875405</c:v>
                </c:pt>
                <c:pt idx="14770">
                  <c:v>0.19130117982142256</c:v>
                </c:pt>
                <c:pt idx="14771">
                  <c:v>0.19130350181578901</c:v>
                </c:pt>
                <c:pt idx="14772">
                  <c:v>0.191319108780799</c:v>
                </c:pt>
                <c:pt idx="14773">
                  <c:v>0.19131999156723775</c:v>
                </c:pt>
                <c:pt idx="14774">
                  <c:v>0.19135523814272487</c:v>
                </c:pt>
                <c:pt idx="14775">
                  <c:v>0.19135805489173197</c:v>
                </c:pt>
                <c:pt idx="14776">
                  <c:v>0.19138428265859697</c:v>
                </c:pt>
                <c:pt idx="14777">
                  <c:v>0.1913864964305288</c:v>
                </c:pt>
                <c:pt idx="14778">
                  <c:v>0.19143020291473034</c:v>
                </c:pt>
                <c:pt idx="14779">
                  <c:v>0.19143154524637193</c:v>
                </c:pt>
                <c:pt idx="14780">
                  <c:v>0.19143214188873556</c:v>
                </c:pt>
                <c:pt idx="14781">
                  <c:v>0.19143328497573128</c:v>
                </c:pt>
                <c:pt idx="14782">
                  <c:v>0.19144839264340224</c:v>
                </c:pt>
                <c:pt idx="14783">
                  <c:v>0.19146107997486192</c:v>
                </c:pt>
                <c:pt idx="14784">
                  <c:v>0.19146365315294045</c:v>
                </c:pt>
                <c:pt idx="14785">
                  <c:v>0.19147876545816708</c:v>
                </c:pt>
                <c:pt idx="14786">
                  <c:v>0.19148867429818606</c:v>
                </c:pt>
                <c:pt idx="14787">
                  <c:v>0.19152209743559603</c:v>
                </c:pt>
                <c:pt idx="14788">
                  <c:v>0.19155097311090336</c:v>
                </c:pt>
                <c:pt idx="14789">
                  <c:v>0.19155374768233702</c:v>
                </c:pt>
                <c:pt idx="14790">
                  <c:v>0.19156076570102426</c:v>
                </c:pt>
                <c:pt idx="14791">
                  <c:v>0.19156157343848948</c:v>
                </c:pt>
                <c:pt idx="14792">
                  <c:v>0.19158077530062886</c:v>
                </c:pt>
                <c:pt idx="14793">
                  <c:v>0.19158896664514455</c:v>
                </c:pt>
                <c:pt idx="14794">
                  <c:v>0.19160939644433764</c:v>
                </c:pt>
                <c:pt idx="14795">
                  <c:v>0.19161904964116841</c:v>
                </c:pt>
                <c:pt idx="14796">
                  <c:v>0.19162866205548718</c:v>
                </c:pt>
                <c:pt idx="14797">
                  <c:v>0.19162880287539416</c:v>
                </c:pt>
                <c:pt idx="14798">
                  <c:v>0.19165051325281862</c:v>
                </c:pt>
                <c:pt idx="14799">
                  <c:v>0.19166118606294255</c:v>
                </c:pt>
                <c:pt idx="14800">
                  <c:v>0.19167675998425973</c:v>
                </c:pt>
                <c:pt idx="14801">
                  <c:v>0.19168307744470636</c:v>
                </c:pt>
                <c:pt idx="14802">
                  <c:v>0.19168883334940257</c:v>
                </c:pt>
                <c:pt idx="14803">
                  <c:v>0.19175213568625002</c:v>
                </c:pt>
                <c:pt idx="14804">
                  <c:v>0.19176122431889753</c:v>
                </c:pt>
                <c:pt idx="14805">
                  <c:v>0.19178876276791493</c:v>
                </c:pt>
                <c:pt idx="14806">
                  <c:v>0.19181039030979277</c:v>
                </c:pt>
                <c:pt idx="14807">
                  <c:v>0.19183793458040596</c:v>
                </c:pt>
                <c:pt idx="14808">
                  <c:v>0.19184957156873847</c:v>
                </c:pt>
                <c:pt idx="14809">
                  <c:v>0.19188325309704718</c:v>
                </c:pt>
                <c:pt idx="14810">
                  <c:v>0.19190124742940937</c:v>
                </c:pt>
                <c:pt idx="14811">
                  <c:v>0.19191244388640213</c:v>
                </c:pt>
                <c:pt idx="14812">
                  <c:v>0.19192675551137947</c:v>
                </c:pt>
                <c:pt idx="14813">
                  <c:v>0.19194070064178856</c:v>
                </c:pt>
                <c:pt idx="14814">
                  <c:v>0.19194244972168131</c:v>
                </c:pt>
                <c:pt idx="14815">
                  <c:v>0.1919437552749404</c:v>
                </c:pt>
                <c:pt idx="14816">
                  <c:v>0.19199952762926525</c:v>
                </c:pt>
                <c:pt idx="14817">
                  <c:v>0.19201210038689784</c:v>
                </c:pt>
                <c:pt idx="14818">
                  <c:v>0.19202550328767856</c:v>
                </c:pt>
                <c:pt idx="14819">
                  <c:v>0.19203431753847708</c:v>
                </c:pt>
                <c:pt idx="14820">
                  <c:v>0.19203837793922796</c:v>
                </c:pt>
                <c:pt idx="14821">
                  <c:v>0.19204211808294122</c:v>
                </c:pt>
                <c:pt idx="14822">
                  <c:v>0.1920731527245913</c:v>
                </c:pt>
                <c:pt idx="14823">
                  <c:v>0.19208110940389456</c:v>
                </c:pt>
                <c:pt idx="14824">
                  <c:v>0.19213819466603507</c:v>
                </c:pt>
                <c:pt idx="14825">
                  <c:v>0.19215409110668302</c:v>
                </c:pt>
                <c:pt idx="14826">
                  <c:v>0.19218298587935922</c:v>
                </c:pt>
                <c:pt idx="14827">
                  <c:v>0.19221281105208815</c:v>
                </c:pt>
                <c:pt idx="14828">
                  <c:v>0.19222230683620087</c:v>
                </c:pt>
                <c:pt idx="14829">
                  <c:v>0.19223631185369833</c:v>
                </c:pt>
                <c:pt idx="14830">
                  <c:v>0.19223989418728066</c:v>
                </c:pt>
                <c:pt idx="14831">
                  <c:v>0.19228003702355864</c:v>
                </c:pt>
                <c:pt idx="14832">
                  <c:v>0.19228875776363361</c:v>
                </c:pt>
                <c:pt idx="14833">
                  <c:v>0.19229860597395337</c:v>
                </c:pt>
                <c:pt idx="14834">
                  <c:v>0.19230194853972696</c:v>
                </c:pt>
                <c:pt idx="14835">
                  <c:v>0.19231696307764082</c:v>
                </c:pt>
                <c:pt idx="14836">
                  <c:v>0.19231903113069351</c:v>
                </c:pt>
                <c:pt idx="14837">
                  <c:v>0.19232162603058692</c:v>
                </c:pt>
                <c:pt idx="14838">
                  <c:v>0.1923296279487435</c:v>
                </c:pt>
                <c:pt idx="14839">
                  <c:v>0.19233388568220572</c:v>
                </c:pt>
                <c:pt idx="14840">
                  <c:v>0.19233863921084182</c:v>
                </c:pt>
                <c:pt idx="14841">
                  <c:v>0.19235643249444478</c:v>
                </c:pt>
                <c:pt idx="14842">
                  <c:v>0.19236259388505675</c:v>
                </c:pt>
                <c:pt idx="14843">
                  <c:v>0.19236317943268777</c:v>
                </c:pt>
                <c:pt idx="14844">
                  <c:v>0.19238117625383885</c:v>
                </c:pt>
                <c:pt idx="14845">
                  <c:v>0.19239666053829704</c:v>
                </c:pt>
                <c:pt idx="14846">
                  <c:v>0.19243220861998639</c:v>
                </c:pt>
                <c:pt idx="14847">
                  <c:v>0.19244344115506226</c:v>
                </c:pt>
                <c:pt idx="14848">
                  <c:v>0.19244405304387835</c:v>
                </c:pt>
                <c:pt idx="14849">
                  <c:v>0.19245096577391954</c:v>
                </c:pt>
                <c:pt idx="14850">
                  <c:v>0.19246403032432111</c:v>
                </c:pt>
                <c:pt idx="14851">
                  <c:v>0.19248101624794731</c:v>
                </c:pt>
                <c:pt idx="14852">
                  <c:v>0.19248218289082086</c:v>
                </c:pt>
                <c:pt idx="14853">
                  <c:v>0.19255656347511022</c:v>
                </c:pt>
                <c:pt idx="14854">
                  <c:v>0.1925669497809292</c:v>
                </c:pt>
                <c:pt idx="14855">
                  <c:v>0.19257603611815072</c:v>
                </c:pt>
                <c:pt idx="14856">
                  <c:v>0.19259611653131892</c:v>
                </c:pt>
                <c:pt idx="14857">
                  <c:v>0.19261540506300942</c:v>
                </c:pt>
                <c:pt idx="14858">
                  <c:v>0.19264112556412311</c:v>
                </c:pt>
                <c:pt idx="14859">
                  <c:v>0.1926496907641802</c:v>
                </c:pt>
                <c:pt idx="14860">
                  <c:v>0.19265799763536537</c:v>
                </c:pt>
                <c:pt idx="14861">
                  <c:v>0.19266265741816174</c:v>
                </c:pt>
                <c:pt idx="14862">
                  <c:v>0.19266991431483343</c:v>
                </c:pt>
                <c:pt idx="14863">
                  <c:v>0.1926765378350532</c:v>
                </c:pt>
                <c:pt idx="14864">
                  <c:v>0.19267917230918627</c:v>
                </c:pt>
                <c:pt idx="14865">
                  <c:v>0.19272538933183866</c:v>
                </c:pt>
                <c:pt idx="14866">
                  <c:v>0.19274041150498009</c:v>
                </c:pt>
                <c:pt idx="14867">
                  <c:v>0.19274158784376227</c:v>
                </c:pt>
                <c:pt idx="14868">
                  <c:v>0.19274661050966152</c:v>
                </c:pt>
                <c:pt idx="14869">
                  <c:v>0.192749623898234</c:v>
                </c:pt>
                <c:pt idx="14870">
                  <c:v>0.19277057726797767</c:v>
                </c:pt>
                <c:pt idx="14871">
                  <c:v>0.19279976516584207</c:v>
                </c:pt>
                <c:pt idx="14872">
                  <c:v>0.19280354385431953</c:v>
                </c:pt>
                <c:pt idx="14873">
                  <c:v>0.19281772779985334</c:v>
                </c:pt>
                <c:pt idx="14874">
                  <c:v>0.19281878565731267</c:v>
                </c:pt>
                <c:pt idx="14875">
                  <c:v>0.19282110452522916</c:v>
                </c:pt>
                <c:pt idx="14876">
                  <c:v>0.19282273301661712</c:v>
                </c:pt>
                <c:pt idx="14877">
                  <c:v>0.19282640229992495</c:v>
                </c:pt>
                <c:pt idx="14878">
                  <c:v>0.19283389295049205</c:v>
                </c:pt>
                <c:pt idx="14879">
                  <c:v>0.1928603164210064</c:v>
                </c:pt>
                <c:pt idx="14880">
                  <c:v>0.19286535425367698</c:v>
                </c:pt>
                <c:pt idx="14881">
                  <c:v>0.19286773118306008</c:v>
                </c:pt>
                <c:pt idx="14882">
                  <c:v>0.19287483230246658</c:v>
                </c:pt>
                <c:pt idx="14883">
                  <c:v>0.19289481542266967</c:v>
                </c:pt>
                <c:pt idx="14884">
                  <c:v>0.19290914555823893</c:v>
                </c:pt>
                <c:pt idx="14885">
                  <c:v>0.19292509256144699</c:v>
                </c:pt>
                <c:pt idx="14886">
                  <c:v>0.19293734198546086</c:v>
                </c:pt>
                <c:pt idx="14887">
                  <c:v>0.19293892028453871</c:v>
                </c:pt>
                <c:pt idx="14888">
                  <c:v>0.19294235122845749</c:v>
                </c:pt>
                <c:pt idx="14889">
                  <c:v>0.1929662417260789</c:v>
                </c:pt>
                <c:pt idx="14890">
                  <c:v>0.19296955635555785</c:v>
                </c:pt>
                <c:pt idx="14891">
                  <c:v>0.1929869958010165</c:v>
                </c:pt>
                <c:pt idx="14892">
                  <c:v>0.19300297285667051</c:v>
                </c:pt>
                <c:pt idx="14893">
                  <c:v>0.19300592690570417</c:v>
                </c:pt>
                <c:pt idx="14894">
                  <c:v>0.19300768501663912</c:v>
                </c:pt>
                <c:pt idx="14895">
                  <c:v>0.19301720757889149</c:v>
                </c:pt>
                <c:pt idx="14896">
                  <c:v>0.19302214319502231</c:v>
                </c:pt>
                <c:pt idx="14897">
                  <c:v>0.19302603710959668</c:v>
                </c:pt>
                <c:pt idx="14898">
                  <c:v>0.19302624982079838</c:v>
                </c:pt>
                <c:pt idx="14899">
                  <c:v>0.19303129950342085</c:v>
                </c:pt>
                <c:pt idx="14900">
                  <c:v>0.19304468722319673</c:v>
                </c:pt>
                <c:pt idx="14901">
                  <c:v>0.19306318652188945</c:v>
                </c:pt>
                <c:pt idx="14902">
                  <c:v>0.19307595647096026</c:v>
                </c:pt>
                <c:pt idx="14903">
                  <c:v>0.19308441464707971</c:v>
                </c:pt>
                <c:pt idx="14904">
                  <c:v>0.19309272447371512</c:v>
                </c:pt>
                <c:pt idx="14905">
                  <c:v>0.1930969225538631</c:v>
                </c:pt>
                <c:pt idx="14906">
                  <c:v>0.19312646018198754</c:v>
                </c:pt>
                <c:pt idx="14907">
                  <c:v>0.1931373308433299</c:v>
                </c:pt>
                <c:pt idx="14908">
                  <c:v>0.19314141015314223</c:v>
                </c:pt>
                <c:pt idx="14909">
                  <c:v>0.19314408075696862</c:v>
                </c:pt>
                <c:pt idx="14910">
                  <c:v>0.19315204362866922</c:v>
                </c:pt>
                <c:pt idx="14911">
                  <c:v>0.19315961087771386</c:v>
                </c:pt>
                <c:pt idx="14912">
                  <c:v>0.19316857211211788</c:v>
                </c:pt>
                <c:pt idx="14913">
                  <c:v>0.19318768297414107</c:v>
                </c:pt>
                <c:pt idx="14914">
                  <c:v>0.19319090012603179</c:v>
                </c:pt>
                <c:pt idx="14915">
                  <c:v>0.19321440578280408</c:v>
                </c:pt>
                <c:pt idx="14916">
                  <c:v>0.19321561639326376</c:v>
                </c:pt>
                <c:pt idx="14917">
                  <c:v>0.19324728586131013</c:v>
                </c:pt>
                <c:pt idx="14918">
                  <c:v>0.1932550252182462</c:v>
                </c:pt>
                <c:pt idx="14919">
                  <c:v>0.19325644130309713</c:v>
                </c:pt>
                <c:pt idx="14920">
                  <c:v>0.19325666221743704</c:v>
                </c:pt>
                <c:pt idx="14921">
                  <c:v>0.19332151521294738</c:v>
                </c:pt>
                <c:pt idx="14922">
                  <c:v>0.19334132529919254</c:v>
                </c:pt>
                <c:pt idx="14923">
                  <c:v>0.19334139848826259</c:v>
                </c:pt>
                <c:pt idx="14924">
                  <c:v>0.19334177220608564</c:v>
                </c:pt>
                <c:pt idx="14925">
                  <c:v>0.19335227602829569</c:v>
                </c:pt>
                <c:pt idx="14926">
                  <c:v>0.19335716745474407</c:v>
                </c:pt>
                <c:pt idx="14927">
                  <c:v>0.19336625752979145</c:v>
                </c:pt>
                <c:pt idx="14928">
                  <c:v>0.19337081659878624</c:v>
                </c:pt>
                <c:pt idx="14929">
                  <c:v>0.19337520230666577</c:v>
                </c:pt>
                <c:pt idx="14930">
                  <c:v>0.19338329650376096</c:v>
                </c:pt>
                <c:pt idx="14931">
                  <c:v>0.19339185921282603</c:v>
                </c:pt>
                <c:pt idx="14932">
                  <c:v>0.19340958524975768</c:v>
                </c:pt>
                <c:pt idx="14933">
                  <c:v>0.1934105243037863</c:v>
                </c:pt>
                <c:pt idx="14934">
                  <c:v>0.19341490209327034</c:v>
                </c:pt>
                <c:pt idx="14935">
                  <c:v>0.19342908325607572</c:v>
                </c:pt>
                <c:pt idx="14936">
                  <c:v>0.19344105368558159</c:v>
                </c:pt>
                <c:pt idx="14937">
                  <c:v>0.19346986988371689</c:v>
                </c:pt>
                <c:pt idx="14938">
                  <c:v>0.19347448559917019</c:v>
                </c:pt>
                <c:pt idx="14939">
                  <c:v>0.19350042100980913</c:v>
                </c:pt>
                <c:pt idx="14940">
                  <c:v>0.19350103530129009</c:v>
                </c:pt>
                <c:pt idx="14941">
                  <c:v>0.1935162182324846</c:v>
                </c:pt>
                <c:pt idx="14942">
                  <c:v>0.19351768105183434</c:v>
                </c:pt>
                <c:pt idx="14943">
                  <c:v>0.19352624078653974</c:v>
                </c:pt>
                <c:pt idx="14944">
                  <c:v>0.19352799632251524</c:v>
                </c:pt>
                <c:pt idx="14945">
                  <c:v>0.19353747695452092</c:v>
                </c:pt>
                <c:pt idx="14946">
                  <c:v>0.19355342864076763</c:v>
                </c:pt>
                <c:pt idx="14947">
                  <c:v>0.19355857083379013</c:v>
                </c:pt>
                <c:pt idx="14948">
                  <c:v>0.19356177941575511</c:v>
                </c:pt>
                <c:pt idx="14949">
                  <c:v>0.1935992770043139</c:v>
                </c:pt>
                <c:pt idx="14950">
                  <c:v>0.19361256626253309</c:v>
                </c:pt>
                <c:pt idx="14951">
                  <c:v>0.19364426299701043</c:v>
                </c:pt>
                <c:pt idx="14952">
                  <c:v>0.193645013973402</c:v>
                </c:pt>
                <c:pt idx="14953">
                  <c:v>0.19367079997184419</c:v>
                </c:pt>
                <c:pt idx="14954">
                  <c:v>0.19367566566761107</c:v>
                </c:pt>
                <c:pt idx="14955">
                  <c:v>0.19368887763652806</c:v>
                </c:pt>
                <c:pt idx="14956">
                  <c:v>0.19369183795147449</c:v>
                </c:pt>
                <c:pt idx="14957">
                  <c:v>0.19370185817297428</c:v>
                </c:pt>
                <c:pt idx="14958">
                  <c:v>0.19370669297358031</c:v>
                </c:pt>
                <c:pt idx="14959">
                  <c:v>0.19371502515027103</c:v>
                </c:pt>
                <c:pt idx="14960">
                  <c:v>0.19372315265824266</c:v>
                </c:pt>
                <c:pt idx="14961">
                  <c:v>0.19374279908794484</c:v>
                </c:pt>
                <c:pt idx="14962">
                  <c:v>0.19374484896825689</c:v>
                </c:pt>
                <c:pt idx="14963">
                  <c:v>0.19378028606048073</c:v>
                </c:pt>
                <c:pt idx="14964">
                  <c:v>0.19378094699151804</c:v>
                </c:pt>
                <c:pt idx="14965">
                  <c:v>0.1937875551565936</c:v>
                </c:pt>
                <c:pt idx="14966">
                  <c:v>0.1937919115064225</c:v>
                </c:pt>
                <c:pt idx="14967">
                  <c:v>0.19379750644927632</c:v>
                </c:pt>
                <c:pt idx="14968">
                  <c:v>0.19379754361790777</c:v>
                </c:pt>
                <c:pt idx="14969">
                  <c:v>0.19380886824700749</c:v>
                </c:pt>
                <c:pt idx="14970">
                  <c:v>0.19380999051688325</c:v>
                </c:pt>
                <c:pt idx="14971">
                  <c:v>0.19381467806425676</c:v>
                </c:pt>
                <c:pt idx="14972">
                  <c:v>0.19381645510735127</c:v>
                </c:pt>
                <c:pt idx="14973">
                  <c:v>0.19381654158961395</c:v>
                </c:pt>
                <c:pt idx="14974">
                  <c:v>0.19381798880177503</c:v>
                </c:pt>
                <c:pt idx="14975">
                  <c:v>0.19382164739293614</c:v>
                </c:pt>
                <c:pt idx="14976">
                  <c:v>0.19383559956842011</c:v>
                </c:pt>
                <c:pt idx="14977">
                  <c:v>0.19383642507138801</c:v>
                </c:pt>
                <c:pt idx="14978">
                  <c:v>0.19385126151198204</c:v>
                </c:pt>
                <c:pt idx="14979">
                  <c:v>0.19388284875031231</c:v>
                </c:pt>
                <c:pt idx="14980">
                  <c:v>0.19388843682589998</c:v>
                </c:pt>
                <c:pt idx="14981">
                  <c:v>0.19390074000013921</c:v>
                </c:pt>
                <c:pt idx="14982">
                  <c:v>0.19393740970204457</c:v>
                </c:pt>
                <c:pt idx="14983">
                  <c:v>0.19396690494268143</c:v>
                </c:pt>
                <c:pt idx="14984">
                  <c:v>0.19398494478318515</c:v>
                </c:pt>
                <c:pt idx="14985">
                  <c:v>0.1939917764916286</c:v>
                </c:pt>
                <c:pt idx="14986">
                  <c:v>0.19399766082021067</c:v>
                </c:pt>
                <c:pt idx="14987">
                  <c:v>0.19400785330969461</c:v>
                </c:pt>
                <c:pt idx="14988">
                  <c:v>0.1940235435906594</c:v>
                </c:pt>
                <c:pt idx="14989">
                  <c:v>0.19402642192446232</c:v>
                </c:pt>
                <c:pt idx="14990">
                  <c:v>0.19404610369898581</c:v>
                </c:pt>
                <c:pt idx="14991">
                  <c:v>0.19404835814332089</c:v>
                </c:pt>
                <c:pt idx="14992">
                  <c:v>0.19406149616525778</c:v>
                </c:pt>
                <c:pt idx="14993">
                  <c:v>0.19406613537080886</c:v>
                </c:pt>
                <c:pt idx="14994">
                  <c:v>0.1940829831523386</c:v>
                </c:pt>
                <c:pt idx="14995">
                  <c:v>0.19408563904170792</c:v>
                </c:pt>
                <c:pt idx="14996">
                  <c:v>0.19408866499434432</c:v>
                </c:pt>
                <c:pt idx="14997">
                  <c:v>0.19409129891727875</c:v>
                </c:pt>
                <c:pt idx="14998">
                  <c:v>0.1941255789411801</c:v>
                </c:pt>
                <c:pt idx="14999">
                  <c:v>0.19413867328590034</c:v>
                </c:pt>
                <c:pt idx="15000">
                  <c:v>0.19416741382486793</c:v>
                </c:pt>
                <c:pt idx="15001">
                  <c:v>0.19417177499241892</c:v>
                </c:pt>
                <c:pt idx="15002">
                  <c:v>0.19419285542033277</c:v>
                </c:pt>
                <c:pt idx="15003">
                  <c:v>0.19419797376552694</c:v>
                </c:pt>
                <c:pt idx="15004">
                  <c:v>0.1942041853712671</c:v>
                </c:pt>
                <c:pt idx="15005">
                  <c:v>0.19424573130925865</c:v>
                </c:pt>
                <c:pt idx="15006">
                  <c:v>0.19425149520414656</c:v>
                </c:pt>
                <c:pt idx="15007">
                  <c:v>0.19425631029484933</c:v>
                </c:pt>
                <c:pt idx="15008">
                  <c:v>0.19426948108761741</c:v>
                </c:pt>
                <c:pt idx="15009">
                  <c:v>0.19429025732727878</c:v>
                </c:pt>
                <c:pt idx="15010">
                  <c:v>0.19429079647793113</c:v>
                </c:pt>
                <c:pt idx="15011">
                  <c:v>0.19429644887791039</c:v>
                </c:pt>
                <c:pt idx="15012">
                  <c:v>0.19430410948250779</c:v>
                </c:pt>
                <c:pt idx="15013">
                  <c:v>0.19431221379054428</c:v>
                </c:pt>
                <c:pt idx="15014">
                  <c:v>0.19434047106495114</c:v>
                </c:pt>
                <c:pt idx="15015">
                  <c:v>0.19434778825216306</c:v>
                </c:pt>
                <c:pt idx="15016">
                  <c:v>0.19435660648717179</c:v>
                </c:pt>
                <c:pt idx="15017">
                  <c:v>0.19440927160350288</c:v>
                </c:pt>
                <c:pt idx="15018">
                  <c:v>0.19441761887722689</c:v>
                </c:pt>
                <c:pt idx="15019">
                  <c:v>0.19442046167626631</c:v>
                </c:pt>
                <c:pt idx="15020">
                  <c:v>0.19446289452755749</c:v>
                </c:pt>
                <c:pt idx="15021">
                  <c:v>0.19447052747652946</c:v>
                </c:pt>
                <c:pt idx="15022">
                  <c:v>0.19448637851782749</c:v>
                </c:pt>
                <c:pt idx="15023">
                  <c:v>0.19453058186375513</c:v>
                </c:pt>
                <c:pt idx="15024">
                  <c:v>0.19453917504451451</c:v>
                </c:pt>
                <c:pt idx="15025">
                  <c:v>0.194548565805225</c:v>
                </c:pt>
                <c:pt idx="15026">
                  <c:v>0.19455318030634278</c:v>
                </c:pt>
                <c:pt idx="15027">
                  <c:v>0.19456466925120577</c:v>
                </c:pt>
                <c:pt idx="15028">
                  <c:v>0.1945683090367604</c:v>
                </c:pt>
                <c:pt idx="15029">
                  <c:v>0.19457810256335917</c:v>
                </c:pt>
                <c:pt idx="15030">
                  <c:v>0.1945911944360223</c:v>
                </c:pt>
                <c:pt idx="15031">
                  <c:v>0.19460317037849739</c:v>
                </c:pt>
                <c:pt idx="15032">
                  <c:v>0.19463230327458594</c:v>
                </c:pt>
                <c:pt idx="15033">
                  <c:v>0.19463635742689345</c:v>
                </c:pt>
                <c:pt idx="15034">
                  <c:v>0.19465928709569974</c:v>
                </c:pt>
                <c:pt idx="15035">
                  <c:v>0.19467074030935574</c:v>
                </c:pt>
                <c:pt idx="15036">
                  <c:v>0.19468615508590228</c:v>
                </c:pt>
                <c:pt idx="15037">
                  <c:v>0.19469053517629933</c:v>
                </c:pt>
                <c:pt idx="15038">
                  <c:v>0.19470194851872538</c:v>
                </c:pt>
                <c:pt idx="15039">
                  <c:v>0.19471574816969475</c:v>
                </c:pt>
                <c:pt idx="15040">
                  <c:v>0.1947256200931369</c:v>
                </c:pt>
                <c:pt idx="15041">
                  <c:v>0.19473268605011348</c:v>
                </c:pt>
                <c:pt idx="15042">
                  <c:v>0.19473969718336734</c:v>
                </c:pt>
                <c:pt idx="15043">
                  <c:v>0.19473996843755909</c:v>
                </c:pt>
                <c:pt idx="15044">
                  <c:v>0.19478519060351829</c:v>
                </c:pt>
                <c:pt idx="15045">
                  <c:v>0.19479639594974915</c:v>
                </c:pt>
                <c:pt idx="15046">
                  <c:v>0.19482058619233508</c:v>
                </c:pt>
                <c:pt idx="15047">
                  <c:v>0.19482699096052677</c:v>
                </c:pt>
                <c:pt idx="15048">
                  <c:v>0.19484611457784443</c:v>
                </c:pt>
                <c:pt idx="15049">
                  <c:v>0.19485890252703286</c:v>
                </c:pt>
                <c:pt idx="15050">
                  <c:v>0.19486047445221411</c:v>
                </c:pt>
                <c:pt idx="15051">
                  <c:v>0.19486179607604731</c:v>
                </c:pt>
                <c:pt idx="15052">
                  <c:v>0.19486334557429699</c:v>
                </c:pt>
                <c:pt idx="15053">
                  <c:v>0.19486685675759582</c:v>
                </c:pt>
                <c:pt idx="15054">
                  <c:v>0.19487671121292377</c:v>
                </c:pt>
                <c:pt idx="15055">
                  <c:v>0.19488959743071632</c:v>
                </c:pt>
                <c:pt idx="15056">
                  <c:v>0.19489134429853028</c:v>
                </c:pt>
                <c:pt idx="15057">
                  <c:v>0.19492752341215352</c:v>
                </c:pt>
                <c:pt idx="15058">
                  <c:v>0.19494193226457793</c:v>
                </c:pt>
                <c:pt idx="15059">
                  <c:v>0.19495544813343954</c:v>
                </c:pt>
                <c:pt idx="15060">
                  <c:v>0.19496592267869936</c:v>
                </c:pt>
                <c:pt idx="15061">
                  <c:v>0.19500635590463367</c:v>
                </c:pt>
                <c:pt idx="15062">
                  <c:v>0.19500658936127774</c:v>
                </c:pt>
                <c:pt idx="15063">
                  <c:v>0.19501596205113483</c:v>
                </c:pt>
                <c:pt idx="15064">
                  <c:v>0.19503473937104798</c:v>
                </c:pt>
                <c:pt idx="15065">
                  <c:v>0.19506735912757464</c:v>
                </c:pt>
                <c:pt idx="15066">
                  <c:v>0.19507112841933053</c:v>
                </c:pt>
                <c:pt idx="15067">
                  <c:v>0.19507674480303122</c:v>
                </c:pt>
                <c:pt idx="15068">
                  <c:v>0.19508185543074352</c:v>
                </c:pt>
                <c:pt idx="15069">
                  <c:v>0.19510130109081228</c:v>
                </c:pt>
                <c:pt idx="15070">
                  <c:v>0.19511974120958878</c:v>
                </c:pt>
                <c:pt idx="15071">
                  <c:v>0.19513384988797677</c:v>
                </c:pt>
                <c:pt idx="15072">
                  <c:v>0.1951685252442906</c:v>
                </c:pt>
                <c:pt idx="15073">
                  <c:v>0.19518190770879368</c:v>
                </c:pt>
                <c:pt idx="15074">
                  <c:v>0.19520244100952747</c:v>
                </c:pt>
                <c:pt idx="15075">
                  <c:v>0.19520336616641787</c:v>
                </c:pt>
                <c:pt idx="15076">
                  <c:v>0.19521527129974281</c:v>
                </c:pt>
                <c:pt idx="15077">
                  <c:v>0.19522592844720391</c:v>
                </c:pt>
                <c:pt idx="15078">
                  <c:v>0.19524543314768358</c:v>
                </c:pt>
                <c:pt idx="15079">
                  <c:v>0.19524693254391737</c:v>
                </c:pt>
                <c:pt idx="15080">
                  <c:v>0.19528298383392842</c:v>
                </c:pt>
                <c:pt idx="15081">
                  <c:v>0.19530300737639494</c:v>
                </c:pt>
                <c:pt idx="15082">
                  <c:v>0.19532092014755795</c:v>
                </c:pt>
                <c:pt idx="15083">
                  <c:v>0.19532767093924649</c:v>
                </c:pt>
                <c:pt idx="15084">
                  <c:v>0.19535779986045446</c:v>
                </c:pt>
                <c:pt idx="15085">
                  <c:v>0.19539807270995993</c:v>
                </c:pt>
                <c:pt idx="15086">
                  <c:v>0.19539972473915568</c:v>
                </c:pt>
                <c:pt idx="15087">
                  <c:v>0.19540239379803906</c:v>
                </c:pt>
                <c:pt idx="15088">
                  <c:v>0.19541546687304892</c:v>
                </c:pt>
                <c:pt idx="15089">
                  <c:v>0.19542230210305542</c:v>
                </c:pt>
                <c:pt idx="15090">
                  <c:v>0.19543101567423668</c:v>
                </c:pt>
                <c:pt idx="15091">
                  <c:v>0.19543372019383742</c:v>
                </c:pt>
                <c:pt idx="15092">
                  <c:v>0.1954457743858817</c:v>
                </c:pt>
                <c:pt idx="15093">
                  <c:v>0.19547311941004558</c:v>
                </c:pt>
                <c:pt idx="15094">
                  <c:v>0.19548072161782923</c:v>
                </c:pt>
                <c:pt idx="15095">
                  <c:v>0.19548983867482367</c:v>
                </c:pt>
                <c:pt idx="15096">
                  <c:v>0.19551355819749724</c:v>
                </c:pt>
                <c:pt idx="15097">
                  <c:v>0.19553237838974907</c:v>
                </c:pt>
                <c:pt idx="15098">
                  <c:v>0.19553894630900051</c:v>
                </c:pt>
                <c:pt idx="15099">
                  <c:v>0.19554616146953382</c:v>
                </c:pt>
                <c:pt idx="15100">
                  <c:v>0.19555568178892416</c:v>
                </c:pt>
                <c:pt idx="15101">
                  <c:v>0.19557430626977887</c:v>
                </c:pt>
                <c:pt idx="15102">
                  <c:v>0.1955868654314642</c:v>
                </c:pt>
                <c:pt idx="15103">
                  <c:v>0.19558760857220159</c:v>
                </c:pt>
                <c:pt idx="15104">
                  <c:v>0.1956315067392371</c:v>
                </c:pt>
                <c:pt idx="15105">
                  <c:v>0.19564373687114997</c:v>
                </c:pt>
                <c:pt idx="15106">
                  <c:v>0.19565634997113232</c:v>
                </c:pt>
                <c:pt idx="15107">
                  <c:v>0.19565639778968758</c:v>
                </c:pt>
                <c:pt idx="15108">
                  <c:v>0.19567290563234596</c:v>
                </c:pt>
                <c:pt idx="15109">
                  <c:v>0.19569943922170413</c:v>
                </c:pt>
                <c:pt idx="15110">
                  <c:v>0.19570610645720168</c:v>
                </c:pt>
                <c:pt idx="15111">
                  <c:v>0.19572612526099709</c:v>
                </c:pt>
                <c:pt idx="15112">
                  <c:v>0.19576472113764581</c:v>
                </c:pt>
                <c:pt idx="15113">
                  <c:v>0.19576647459561178</c:v>
                </c:pt>
                <c:pt idx="15114">
                  <c:v>0.19576957355587929</c:v>
                </c:pt>
                <c:pt idx="15115">
                  <c:v>0.19578293250022497</c:v>
                </c:pt>
                <c:pt idx="15116">
                  <c:v>0.19581102770513156</c:v>
                </c:pt>
                <c:pt idx="15117">
                  <c:v>0.19581358174762015</c:v>
                </c:pt>
                <c:pt idx="15118">
                  <c:v>0.19581508708523812</c:v>
                </c:pt>
                <c:pt idx="15119">
                  <c:v>0.19582238639806457</c:v>
                </c:pt>
                <c:pt idx="15120">
                  <c:v>0.19582534970942528</c:v>
                </c:pt>
                <c:pt idx="15121">
                  <c:v>0.19582816260988151</c:v>
                </c:pt>
                <c:pt idx="15122">
                  <c:v>0.19584678777178735</c:v>
                </c:pt>
                <c:pt idx="15123">
                  <c:v>0.19585003912970886</c:v>
                </c:pt>
                <c:pt idx="15124">
                  <c:v>0.19586783667900318</c:v>
                </c:pt>
                <c:pt idx="15125">
                  <c:v>0.19587578677876666</c:v>
                </c:pt>
                <c:pt idx="15126">
                  <c:v>0.19589201194503467</c:v>
                </c:pt>
                <c:pt idx="15127">
                  <c:v>0.1958954807879654</c:v>
                </c:pt>
                <c:pt idx="15128">
                  <c:v>0.19589804891022999</c:v>
                </c:pt>
                <c:pt idx="15129">
                  <c:v>0.1959142680284712</c:v>
                </c:pt>
                <c:pt idx="15130">
                  <c:v>0.19591678846400976</c:v>
                </c:pt>
                <c:pt idx="15131">
                  <c:v>0.19592968955664974</c:v>
                </c:pt>
                <c:pt idx="15132">
                  <c:v>0.1959437609547956</c:v>
                </c:pt>
                <c:pt idx="15133">
                  <c:v>0.19595577366735215</c:v>
                </c:pt>
                <c:pt idx="15134">
                  <c:v>0.19596095103070665</c:v>
                </c:pt>
                <c:pt idx="15135">
                  <c:v>0.19597394944648133</c:v>
                </c:pt>
                <c:pt idx="15136">
                  <c:v>0.19598896657902878</c:v>
                </c:pt>
                <c:pt idx="15137">
                  <c:v>0.1960198403739104</c:v>
                </c:pt>
                <c:pt idx="15138">
                  <c:v>0.19606492666838179</c:v>
                </c:pt>
                <c:pt idx="15139">
                  <c:v>0.19609751706856887</c:v>
                </c:pt>
                <c:pt idx="15140">
                  <c:v>0.19610863861697317</c:v>
                </c:pt>
                <c:pt idx="15141">
                  <c:v>0.19611502011686885</c:v>
                </c:pt>
                <c:pt idx="15142">
                  <c:v>0.19612091996753556</c:v>
                </c:pt>
                <c:pt idx="15143">
                  <c:v>0.19614345802929534</c:v>
                </c:pt>
                <c:pt idx="15144">
                  <c:v>0.19615418319340183</c:v>
                </c:pt>
                <c:pt idx="15145">
                  <c:v>0.19619839646445764</c:v>
                </c:pt>
                <c:pt idx="15146">
                  <c:v>0.19621364715980283</c:v>
                </c:pt>
                <c:pt idx="15147">
                  <c:v>0.19621880986065435</c:v>
                </c:pt>
                <c:pt idx="15148">
                  <c:v>0.19623636543247633</c:v>
                </c:pt>
                <c:pt idx="15149">
                  <c:v>0.1962375397486481</c:v>
                </c:pt>
                <c:pt idx="15150">
                  <c:v>0.19625057525142495</c:v>
                </c:pt>
                <c:pt idx="15151">
                  <c:v>0.1962710126155984</c:v>
                </c:pt>
                <c:pt idx="15152">
                  <c:v>0.19627391138872755</c:v>
                </c:pt>
                <c:pt idx="15153">
                  <c:v>0.19627786881807768</c:v>
                </c:pt>
                <c:pt idx="15154">
                  <c:v>0.19627982865661331</c:v>
                </c:pt>
                <c:pt idx="15155">
                  <c:v>0.1962979359327266</c:v>
                </c:pt>
                <c:pt idx="15156">
                  <c:v>0.19630231777670443</c:v>
                </c:pt>
                <c:pt idx="15157">
                  <c:v>0.19630475401863726</c:v>
                </c:pt>
                <c:pt idx="15158">
                  <c:v>0.19630964409139143</c:v>
                </c:pt>
                <c:pt idx="15159">
                  <c:v>0.19633130789426273</c:v>
                </c:pt>
                <c:pt idx="15160">
                  <c:v>0.19633327514632479</c:v>
                </c:pt>
                <c:pt idx="15161">
                  <c:v>0.19634078244766118</c:v>
                </c:pt>
                <c:pt idx="15162">
                  <c:v>0.19634488310572029</c:v>
                </c:pt>
                <c:pt idx="15163">
                  <c:v>0.19635224817782643</c:v>
                </c:pt>
                <c:pt idx="15164">
                  <c:v>0.19638404073637247</c:v>
                </c:pt>
                <c:pt idx="15165">
                  <c:v>0.19640003222189262</c:v>
                </c:pt>
                <c:pt idx="15166">
                  <c:v>0.19640784961005464</c:v>
                </c:pt>
                <c:pt idx="15167">
                  <c:v>0.19643128519439373</c:v>
                </c:pt>
                <c:pt idx="15168">
                  <c:v>0.19643760993738607</c:v>
                </c:pt>
                <c:pt idx="15169">
                  <c:v>0.19644463465195441</c:v>
                </c:pt>
                <c:pt idx="15170">
                  <c:v>0.19645300375042854</c:v>
                </c:pt>
                <c:pt idx="15171">
                  <c:v>0.19645996791124345</c:v>
                </c:pt>
                <c:pt idx="15172">
                  <c:v>0.19649995115101168</c:v>
                </c:pt>
                <c:pt idx="15173">
                  <c:v>0.19650300115543745</c:v>
                </c:pt>
                <c:pt idx="15174">
                  <c:v>0.19653816411177283</c:v>
                </c:pt>
                <c:pt idx="15175">
                  <c:v>0.19654117604521734</c:v>
                </c:pt>
                <c:pt idx="15176">
                  <c:v>0.19657350363478904</c:v>
                </c:pt>
                <c:pt idx="15177">
                  <c:v>0.19657732093151661</c:v>
                </c:pt>
                <c:pt idx="15178">
                  <c:v>0.1965812508526763</c:v>
                </c:pt>
                <c:pt idx="15179">
                  <c:v>0.19659556427310201</c:v>
                </c:pt>
                <c:pt idx="15180">
                  <c:v>0.19662032900458579</c:v>
                </c:pt>
                <c:pt idx="15181">
                  <c:v>0.19663650325338267</c:v>
                </c:pt>
                <c:pt idx="15182">
                  <c:v>0.19663694116781069</c:v>
                </c:pt>
                <c:pt idx="15183">
                  <c:v>0.19663818501832889</c:v>
                </c:pt>
                <c:pt idx="15184">
                  <c:v>0.19664735403115291</c:v>
                </c:pt>
                <c:pt idx="15185">
                  <c:v>0.19665774602360947</c:v>
                </c:pt>
                <c:pt idx="15186">
                  <c:v>0.19666320206916493</c:v>
                </c:pt>
                <c:pt idx="15187">
                  <c:v>0.19666401113825746</c:v>
                </c:pt>
                <c:pt idx="15188">
                  <c:v>0.19668670604534572</c:v>
                </c:pt>
                <c:pt idx="15189">
                  <c:v>0.19669187651707842</c:v>
                </c:pt>
                <c:pt idx="15190">
                  <c:v>0.19669771812876677</c:v>
                </c:pt>
                <c:pt idx="15191">
                  <c:v>0.1967069315666575</c:v>
                </c:pt>
                <c:pt idx="15192">
                  <c:v>0.19670880433271798</c:v>
                </c:pt>
                <c:pt idx="15193">
                  <c:v>0.19671676185866244</c:v>
                </c:pt>
                <c:pt idx="15194">
                  <c:v>0.19677079629115746</c:v>
                </c:pt>
                <c:pt idx="15195">
                  <c:v>0.19677630022622525</c:v>
                </c:pt>
                <c:pt idx="15196">
                  <c:v>0.19678332543398699</c:v>
                </c:pt>
                <c:pt idx="15197">
                  <c:v>0.19682609431681247</c:v>
                </c:pt>
                <c:pt idx="15198">
                  <c:v>0.19685599269351564</c:v>
                </c:pt>
                <c:pt idx="15199">
                  <c:v>0.19686620893177401</c:v>
                </c:pt>
                <c:pt idx="15200">
                  <c:v>0.19688743683576079</c:v>
                </c:pt>
                <c:pt idx="15201">
                  <c:v>0.19691169009651976</c:v>
                </c:pt>
                <c:pt idx="15202">
                  <c:v>0.19692032205368609</c:v>
                </c:pt>
                <c:pt idx="15203">
                  <c:v>0.19692099719416353</c:v>
                </c:pt>
                <c:pt idx="15204">
                  <c:v>0.19693185933393922</c:v>
                </c:pt>
                <c:pt idx="15205">
                  <c:v>0.19695247352401005</c:v>
                </c:pt>
                <c:pt idx="15206">
                  <c:v>0.19695813197755493</c:v>
                </c:pt>
                <c:pt idx="15207">
                  <c:v>0.19696915592166192</c:v>
                </c:pt>
                <c:pt idx="15208">
                  <c:v>0.1969765715552487</c:v>
                </c:pt>
                <c:pt idx="15209">
                  <c:v>0.19699768697457268</c:v>
                </c:pt>
                <c:pt idx="15210">
                  <c:v>0.19702726231606224</c:v>
                </c:pt>
                <c:pt idx="15211">
                  <c:v>0.19705773477885277</c:v>
                </c:pt>
                <c:pt idx="15212">
                  <c:v>0.19706183877080416</c:v>
                </c:pt>
                <c:pt idx="15213">
                  <c:v>0.19707214016601904</c:v>
                </c:pt>
                <c:pt idx="15214">
                  <c:v>0.19707221264591954</c:v>
                </c:pt>
                <c:pt idx="15215">
                  <c:v>0.19708061132037244</c:v>
                </c:pt>
                <c:pt idx="15216">
                  <c:v>0.197095678973434</c:v>
                </c:pt>
                <c:pt idx="15217">
                  <c:v>0.19710786672772326</c:v>
                </c:pt>
                <c:pt idx="15218">
                  <c:v>0.19711444979235659</c:v>
                </c:pt>
                <c:pt idx="15219">
                  <c:v>0.19712385784074618</c:v>
                </c:pt>
                <c:pt idx="15220">
                  <c:v>0.19712854994380516</c:v>
                </c:pt>
                <c:pt idx="15221">
                  <c:v>0.19712898376345642</c:v>
                </c:pt>
                <c:pt idx="15222">
                  <c:v>0.19713652744591001</c:v>
                </c:pt>
                <c:pt idx="15223">
                  <c:v>0.1971678950688312</c:v>
                </c:pt>
                <c:pt idx="15224">
                  <c:v>0.19717054043630278</c:v>
                </c:pt>
                <c:pt idx="15225">
                  <c:v>0.19718693992171027</c:v>
                </c:pt>
                <c:pt idx="15226">
                  <c:v>0.19719371939576694</c:v>
                </c:pt>
                <c:pt idx="15227">
                  <c:v>0.1972166195662961</c:v>
                </c:pt>
                <c:pt idx="15228">
                  <c:v>0.19721977504683519</c:v>
                </c:pt>
                <c:pt idx="15229">
                  <c:v>0.19724377218175657</c:v>
                </c:pt>
                <c:pt idx="15230">
                  <c:v>0.19727310075755011</c:v>
                </c:pt>
                <c:pt idx="15231">
                  <c:v>0.19731323634119521</c:v>
                </c:pt>
                <c:pt idx="15232">
                  <c:v>0.19732154174421135</c:v>
                </c:pt>
                <c:pt idx="15233">
                  <c:v>0.19733419677374192</c:v>
                </c:pt>
                <c:pt idx="15234">
                  <c:v>0.19734028869432738</c:v>
                </c:pt>
                <c:pt idx="15235">
                  <c:v>0.1973509081684319</c:v>
                </c:pt>
                <c:pt idx="15236">
                  <c:v>0.19737017581114122</c:v>
                </c:pt>
                <c:pt idx="15237">
                  <c:v>0.19738614213868605</c:v>
                </c:pt>
                <c:pt idx="15238">
                  <c:v>0.19739288834849811</c:v>
                </c:pt>
                <c:pt idx="15239">
                  <c:v>0.19739923086153224</c:v>
                </c:pt>
                <c:pt idx="15240">
                  <c:v>0.19745414843879919</c:v>
                </c:pt>
                <c:pt idx="15241">
                  <c:v>0.1974674262060126</c:v>
                </c:pt>
                <c:pt idx="15242">
                  <c:v>0.19746749385852294</c:v>
                </c:pt>
                <c:pt idx="15243">
                  <c:v>0.19747132934674635</c:v>
                </c:pt>
                <c:pt idx="15244">
                  <c:v>0.19750225505780333</c:v>
                </c:pt>
                <c:pt idx="15245">
                  <c:v>0.19750421341533006</c:v>
                </c:pt>
                <c:pt idx="15246">
                  <c:v>0.19751132895855947</c:v>
                </c:pt>
                <c:pt idx="15247">
                  <c:v>0.19751647678683482</c:v>
                </c:pt>
                <c:pt idx="15248">
                  <c:v>0.1975227727384308</c:v>
                </c:pt>
                <c:pt idx="15249">
                  <c:v>0.19752747244780788</c:v>
                </c:pt>
                <c:pt idx="15250">
                  <c:v>0.19757929018330442</c:v>
                </c:pt>
                <c:pt idx="15251">
                  <c:v>0.19758538196702619</c:v>
                </c:pt>
                <c:pt idx="15252">
                  <c:v>0.19758838374405852</c:v>
                </c:pt>
                <c:pt idx="15253">
                  <c:v>0.19758870104236903</c:v>
                </c:pt>
                <c:pt idx="15254">
                  <c:v>0.19759986476834945</c:v>
                </c:pt>
                <c:pt idx="15255">
                  <c:v>0.19760149761583942</c:v>
                </c:pt>
                <c:pt idx="15256">
                  <c:v>0.19760313150995942</c:v>
                </c:pt>
                <c:pt idx="15257">
                  <c:v>0.19760462269361137</c:v>
                </c:pt>
                <c:pt idx="15258">
                  <c:v>0.19760686668974156</c:v>
                </c:pt>
                <c:pt idx="15259">
                  <c:v>0.19763918667387162</c:v>
                </c:pt>
                <c:pt idx="15260">
                  <c:v>0.19763957631557647</c:v>
                </c:pt>
                <c:pt idx="15261">
                  <c:v>0.19764492927615468</c:v>
                </c:pt>
                <c:pt idx="15262">
                  <c:v>0.1976494761835019</c:v>
                </c:pt>
                <c:pt idx="15263">
                  <c:v>0.19765232165427918</c:v>
                </c:pt>
                <c:pt idx="15264">
                  <c:v>0.19768724042407279</c:v>
                </c:pt>
                <c:pt idx="15265">
                  <c:v>0.19769863550797193</c:v>
                </c:pt>
                <c:pt idx="15266">
                  <c:v>0.19769993673734229</c:v>
                </c:pt>
                <c:pt idx="15267">
                  <c:v>0.19775044799118072</c:v>
                </c:pt>
                <c:pt idx="15268">
                  <c:v>0.19775713897233163</c:v>
                </c:pt>
                <c:pt idx="15269">
                  <c:v>0.19776033080032682</c:v>
                </c:pt>
                <c:pt idx="15270">
                  <c:v>0.19777630331515389</c:v>
                </c:pt>
                <c:pt idx="15271">
                  <c:v>0.19779777230264114</c:v>
                </c:pt>
                <c:pt idx="15272">
                  <c:v>0.19780975337078943</c:v>
                </c:pt>
                <c:pt idx="15273">
                  <c:v>0.19781613922733871</c:v>
                </c:pt>
                <c:pt idx="15274">
                  <c:v>0.19783448904505971</c:v>
                </c:pt>
                <c:pt idx="15275">
                  <c:v>0.1978467436817252</c:v>
                </c:pt>
                <c:pt idx="15276">
                  <c:v>0.19786099848298724</c:v>
                </c:pt>
                <c:pt idx="15277">
                  <c:v>0.1978917569426823</c:v>
                </c:pt>
                <c:pt idx="15278">
                  <c:v>0.19789420296671922</c:v>
                </c:pt>
                <c:pt idx="15279">
                  <c:v>0.19790726297521119</c:v>
                </c:pt>
                <c:pt idx="15280">
                  <c:v>0.19790902761417761</c:v>
                </c:pt>
                <c:pt idx="15281">
                  <c:v>0.19792264168402912</c:v>
                </c:pt>
                <c:pt idx="15282">
                  <c:v>0.19794069132936548</c:v>
                </c:pt>
                <c:pt idx="15283">
                  <c:v>0.19799443106213965</c:v>
                </c:pt>
                <c:pt idx="15284">
                  <c:v>0.19800447014559117</c:v>
                </c:pt>
                <c:pt idx="15285">
                  <c:v>0.19800584063070081</c:v>
                </c:pt>
                <c:pt idx="15286">
                  <c:v>0.19802661575222472</c:v>
                </c:pt>
                <c:pt idx="15287">
                  <c:v>0.19808833611260027</c:v>
                </c:pt>
                <c:pt idx="15288">
                  <c:v>0.19810035993213335</c:v>
                </c:pt>
                <c:pt idx="15289">
                  <c:v>0.19810142124171415</c:v>
                </c:pt>
                <c:pt idx="15290">
                  <c:v>0.1981342592352438</c:v>
                </c:pt>
                <c:pt idx="15291">
                  <c:v>0.19815379665232077</c:v>
                </c:pt>
                <c:pt idx="15292">
                  <c:v>0.19816021497888847</c:v>
                </c:pt>
                <c:pt idx="15293">
                  <c:v>0.19816246074777361</c:v>
                </c:pt>
                <c:pt idx="15294">
                  <c:v>0.19816468311281762</c:v>
                </c:pt>
                <c:pt idx="15295">
                  <c:v>0.19819778994147561</c:v>
                </c:pt>
                <c:pt idx="15296">
                  <c:v>0.19820995112156356</c:v>
                </c:pt>
                <c:pt idx="15297">
                  <c:v>0.19822222298997605</c:v>
                </c:pt>
                <c:pt idx="15298">
                  <c:v>0.19822318411513129</c:v>
                </c:pt>
                <c:pt idx="15299">
                  <c:v>0.19822657824693662</c:v>
                </c:pt>
                <c:pt idx="15300">
                  <c:v>0.19823325206925524</c:v>
                </c:pt>
                <c:pt idx="15301">
                  <c:v>0.19826946800281539</c:v>
                </c:pt>
                <c:pt idx="15302">
                  <c:v>0.1982872038339282</c:v>
                </c:pt>
                <c:pt idx="15303">
                  <c:v>0.19834878394722305</c:v>
                </c:pt>
                <c:pt idx="15304">
                  <c:v>0.19836705239896879</c:v>
                </c:pt>
                <c:pt idx="15305">
                  <c:v>0.19838193385723399</c:v>
                </c:pt>
                <c:pt idx="15306">
                  <c:v>0.1983845998403998</c:v>
                </c:pt>
                <c:pt idx="15307">
                  <c:v>0.1984987180450335</c:v>
                </c:pt>
                <c:pt idx="15308">
                  <c:v>0.19851547660358382</c:v>
                </c:pt>
                <c:pt idx="15309">
                  <c:v>0.19852125332225179</c:v>
                </c:pt>
                <c:pt idx="15310">
                  <c:v>0.19855032820207208</c:v>
                </c:pt>
                <c:pt idx="15311">
                  <c:v>0.19855609828443144</c:v>
                </c:pt>
                <c:pt idx="15312">
                  <c:v>0.19855945787687043</c:v>
                </c:pt>
                <c:pt idx="15313">
                  <c:v>0.1986214972094405</c:v>
                </c:pt>
                <c:pt idx="15314">
                  <c:v>0.19863159586008891</c:v>
                </c:pt>
                <c:pt idx="15315">
                  <c:v>0.19863314862877071</c:v>
                </c:pt>
                <c:pt idx="15316">
                  <c:v>0.19863888843098332</c:v>
                </c:pt>
                <c:pt idx="15317">
                  <c:v>0.19868139665359427</c:v>
                </c:pt>
                <c:pt idx="15318">
                  <c:v>0.19868154048530581</c:v>
                </c:pt>
                <c:pt idx="15319">
                  <c:v>0.19868317233761656</c:v>
                </c:pt>
                <c:pt idx="15320">
                  <c:v>0.19869103682292263</c:v>
                </c:pt>
                <c:pt idx="15321">
                  <c:v>0.19870371285667016</c:v>
                </c:pt>
                <c:pt idx="15322">
                  <c:v>0.19870900776218919</c:v>
                </c:pt>
                <c:pt idx="15323">
                  <c:v>0.1987164658991166</c:v>
                </c:pt>
                <c:pt idx="15324">
                  <c:v>0.19871832360195671</c:v>
                </c:pt>
                <c:pt idx="15325">
                  <c:v>0.19872211512585786</c:v>
                </c:pt>
                <c:pt idx="15326">
                  <c:v>0.19873612627569798</c:v>
                </c:pt>
                <c:pt idx="15327">
                  <c:v>0.19874481468554792</c:v>
                </c:pt>
                <c:pt idx="15328">
                  <c:v>0.19876124569663337</c:v>
                </c:pt>
                <c:pt idx="15329">
                  <c:v>0.19877762479936284</c:v>
                </c:pt>
                <c:pt idx="15330">
                  <c:v>0.19881015029597432</c:v>
                </c:pt>
                <c:pt idx="15331">
                  <c:v>0.19881677774413398</c:v>
                </c:pt>
                <c:pt idx="15332">
                  <c:v>0.19883123509354006</c:v>
                </c:pt>
                <c:pt idx="15333">
                  <c:v>0.19883541944202035</c:v>
                </c:pt>
                <c:pt idx="15334">
                  <c:v>0.19885981543002937</c:v>
                </c:pt>
                <c:pt idx="15335">
                  <c:v>0.19886335247064882</c:v>
                </c:pt>
                <c:pt idx="15336">
                  <c:v>0.19888188090553052</c:v>
                </c:pt>
                <c:pt idx="15337">
                  <c:v>0.19890438133620034</c:v>
                </c:pt>
                <c:pt idx="15338">
                  <c:v>0.19891246203135468</c:v>
                </c:pt>
                <c:pt idx="15339">
                  <c:v>0.19893306356105309</c:v>
                </c:pt>
                <c:pt idx="15340">
                  <c:v>0.19894388397069107</c:v>
                </c:pt>
                <c:pt idx="15341">
                  <c:v>0.19895174546474065</c:v>
                </c:pt>
                <c:pt idx="15342">
                  <c:v>0.19895680537986773</c:v>
                </c:pt>
                <c:pt idx="15343">
                  <c:v>0.19896283125251626</c:v>
                </c:pt>
                <c:pt idx="15344">
                  <c:v>0.19897896063899631</c:v>
                </c:pt>
                <c:pt idx="15345">
                  <c:v>0.19898435399886036</c:v>
                </c:pt>
                <c:pt idx="15346">
                  <c:v>0.19899020631909131</c:v>
                </c:pt>
                <c:pt idx="15347">
                  <c:v>0.19903218904854841</c:v>
                </c:pt>
                <c:pt idx="15348">
                  <c:v>0.19904176867926737</c:v>
                </c:pt>
                <c:pt idx="15349">
                  <c:v>0.19904534733071363</c:v>
                </c:pt>
                <c:pt idx="15350">
                  <c:v>0.19904758370632125</c:v>
                </c:pt>
                <c:pt idx="15351">
                  <c:v>0.19905114026005352</c:v>
                </c:pt>
                <c:pt idx="15352">
                  <c:v>0.19906211935380475</c:v>
                </c:pt>
                <c:pt idx="15353">
                  <c:v>0.19906223135849402</c:v>
                </c:pt>
                <c:pt idx="15354">
                  <c:v>0.19907194389892593</c:v>
                </c:pt>
                <c:pt idx="15355">
                  <c:v>0.19907890033292436</c:v>
                </c:pt>
                <c:pt idx="15356">
                  <c:v>0.19912587203306659</c:v>
                </c:pt>
                <c:pt idx="15357">
                  <c:v>0.19912743210593717</c:v>
                </c:pt>
                <c:pt idx="15358">
                  <c:v>0.19912947132792125</c:v>
                </c:pt>
                <c:pt idx="15359">
                  <c:v>0.19913970396083186</c:v>
                </c:pt>
                <c:pt idx="15360">
                  <c:v>0.19914577450135276</c:v>
                </c:pt>
                <c:pt idx="15361">
                  <c:v>0.19915189756457199</c:v>
                </c:pt>
                <c:pt idx="15362">
                  <c:v>0.19916791025210603</c:v>
                </c:pt>
                <c:pt idx="15363">
                  <c:v>0.19918286680849745</c:v>
                </c:pt>
                <c:pt idx="15364">
                  <c:v>0.19918447810951745</c:v>
                </c:pt>
                <c:pt idx="15365">
                  <c:v>0.19919902799555758</c:v>
                </c:pt>
                <c:pt idx="15366">
                  <c:v>0.19920746767799624</c:v>
                </c:pt>
                <c:pt idx="15367">
                  <c:v>0.19921632612993037</c:v>
                </c:pt>
                <c:pt idx="15368">
                  <c:v>0.19922078734028992</c:v>
                </c:pt>
                <c:pt idx="15369">
                  <c:v>0.19922819863384086</c:v>
                </c:pt>
                <c:pt idx="15370">
                  <c:v>0.19924733922437216</c:v>
                </c:pt>
                <c:pt idx="15371">
                  <c:v>0.19926320329767847</c:v>
                </c:pt>
                <c:pt idx="15372">
                  <c:v>0.19929627068496375</c:v>
                </c:pt>
                <c:pt idx="15373">
                  <c:v>0.19930007406879077</c:v>
                </c:pt>
                <c:pt idx="15374">
                  <c:v>0.19930510294488837</c:v>
                </c:pt>
                <c:pt idx="15375">
                  <c:v>0.19930573369431029</c:v>
                </c:pt>
                <c:pt idx="15376">
                  <c:v>0.19934947102952899</c:v>
                </c:pt>
                <c:pt idx="15377">
                  <c:v>0.19935860931157695</c:v>
                </c:pt>
                <c:pt idx="15378">
                  <c:v>0.1993793788107093</c:v>
                </c:pt>
                <c:pt idx="15379">
                  <c:v>0.19938308554794087</c:v>
                </c:pt>
                <c:pt idx="15380">
                  <c:v>0.19938511943029746</c:v>
                </c:pt>
                <c:pt idx="15381">
                  <c:v>0.19940548919001036</c:v>
                </c:pt>
                <c:pt idx="15382">
                  <c:v>0.19942118411045706</c:v>
                </c:pt>
                <c:pt idx="15383">
                  <c:v>0.19946966682473768</c:v>
                </c:pt>
                <c:pt idx="15384">
                  <c:v>0.19948585538445826</c:v>
                </c:pt>
                <c:pt idx="15385">
                  <c:v>0.19951802658522097</c:v>
                </c:pt>
                <c:pt idx="15386">
                  <c:v>0.19952352692528963</c:v>
                </c:pt>
                <c:pt idx="15387">
                  <c:v>0.19953823756744826</c:v>
                </c:pt>
                <c:pt idx="15388">
                  <c:v>0.19954701140632403</c:v>
                </c:pt>
                <c:pt idx="15389">
                  <c:v>0.19954828736655081</c:v>
                </c:pt>
                <c:pt idx="15390">
                  <c:v>0.19954953616870907</c:v>
                </c:pt>
                <c:pt idx="15391">
                  <c:v>0.19955260283257581</c:v>
                </c:pt>
                <c:pt idx="15392">
                  <c:v>0.19955555591764756</c:v>
                </c:pt>
                <c:pt idx="15393">
                  <c:v>0.19956401354803119</c:v>
                </c:pt>
                <c:pt idx="15394">
                  <c:v>0.19957059076054814</c:v>
                </c:pt>
                <c:pt idx="15395">
                  <c:v>0.19960428237344841</c:v>
                </c:pt>
                <c:pt idx="15396">
                  <c:v>0.19960677393269374</c:v>
                </c:pt>
                <c:pt idx="15397">
                  <c:v>0.19962777052914554</c:v>
                </c:pt>
                <c:pt idx="15398">
                  <c:v>0.19963950466788805</c:v>
                </c:pt>
                <c:pt idx="15399">
                  <c:v>0.19964579931085535</c:v>
                </c:pt>
                <c:pt idx="15400">
                  <c:v>0.19966177757900272</c:v>
                </c:pt>
                <c:pt idx="15401">
                  <c:v>0.19966815678253</c:v>
                </c:pt>
                <c:pt idx="15402">
                  <c:v>0.19970426802524116</c:v>
                </c:pt>
                <c:pt idx="15403">
                  <c:v>0.1997058482904189</c:v>
                </c:pt>
                <c:pt idx="15404">
                  <c:v>0.19970968151433607</c:v>
                </c:pt>
                <c:pt idx="15405">
                  <c:v>0.19973259589483822</c:v>
                </c:pt>
                <c:pt idx="15406">
                  <c:v>0.19983915079844355</c:v>
                </c:pt>
                <c:pt idx="15407">
                  <c:v>0.19984814259707487</c:v>
                </c:pt>
                <c:pt idx="15408">
                  <c:v>0.19985580139942641</c:v>
                </c:pt>
                <c:pt idx="15409">
                  <c:v>0.19986971827362349</c:v>
                </c:pt>
                <c:pt idx="15410">
                  <c:v>0.19988457231386739</c:v>
                </c:pt>
                <c:pt idx="15411">
                  <c:v>0.19993255017142303</c:v>
                </c:pt>
                <c:pt idx="15412">
                  <c:v>0.19995344879627572</c:v>
                </c:pt>
                <c:pt idx="15413">
                  <c:v>0.19996459216099466</c:v>
                </c:pt>
                <c:pt idx="15414">
                  <c:v>0.19996799483047772</c:v>
                </c:pt>
                <c:pt idx="15415">
                  <c:v>0.20000353729005863</c:v>
                </c:pt>
                <c:pt idx="15416">
                  <c:v>0.20001284891434876</c:v>
                </c:pt>
                <c:pt idx="15417">
                  <c:v>0.20001339212999561</c:v>
                </c:pt>
                <c:pt idx="15418">
                  <c:v>0.20001372336221024</c:v>
                </c:pt>
                <c:pt idx="15419">
                  <c:v>0.20002878820553016</c:v>
                </c:pt>
                <c:pt idx="15420">
                  <c:v>0.2000312346295221</c:v>
                </c:pt>
                <c:pt idx="15421">
                  <c:v>0.20003166415233095</c:v>
                </c:pt>
                <c:pt idx="15422">
                  <c:v>0.20004330203841519</c:v>
                </c:pt>
                <c:pt idx="15423">
                  <c:v>0.20005431177605806</c:v>
                </c:pt>
                <c:pt idx="15424">
                  <c:v>0.2000635310601459</c:v>
                </c:pt>
                <c:pt idx="15425">
                  <c:v>0.20007172173343041</c:v>
                </c:pt>
                <c:pt idx="15426">
                  <c:v>0.20010007368184235</c:v>
                </c:pt>
                <c:pt idx="15427">
                  <c:v>0.20010803765440741</c:v>
                </c:pt>
                <c:pt idx="15428">
                  <c:v>0.20011191068902581</c:v>
                </c:pt>
                <c:pt idx="15429">
                  <c:v>0.20011532723989511</c:v>
                </c:pt>
                <c:pt idx="15430">
                  <c:v>0.20011764467563886</c:v>
                </c:pt>
                <c:pt idx="15431">
                  <c:v>0.20011852812519501</c:v>
                </c:pt>
                <c:pt idx="15432">
                  <c:v>0.20012002927824496</c:v>
                </c:pt>
                <c:pt idx="15433">
                  <c:v>0.20013658237051563</c:v>
                </c:pt>
                <c:pt idx="15434">
                  <c:v>0.20014315806823962</c:v>
                </c:pt>
                <c:pt idx="15435">
                  <c:v>0.20014393994979426</c:v>
                </c:pt>
                <c:pt idx="15436">
                  <c:v>0.20015007943637039</c:v>
                </c:pt>
                <c:pt idx="15437">
                  <c:v>0.20017290494822382</c:v>
                </c:pt>
                <c:pt idx="15438">
                  <c:v>0.20018665372608371</c:v>
                </c:pt>
                <c:pt idx="15439">
                  <c:v>0.20019557464636131</c:v>
                </c:pt>
                <c:pt idx="15440">
                  <c:v>0.2002033263786249</c:v>
                </c:pt>
                <c:pt idx="15441">
                  <c:v>0.20020837765557761</c:v>
                </c:pt>
                <c:pt idx="15442">
                  <c:v>0.20023153489437309</c:v>
                </c:pt>
                <c:pt idx="15443">
                  <c:v>0.20025034251113966</c:v>
                </c:pt>
                <c:pt idx="15444">
                  <c:v>0.20025048645875612</c:v>
                </c:pt>
                <c:pt idx="15445">
                  <c:v>0.20027909234159411</c:v>
                </c:pt>
                <c:pt idx="15446">
                  <c:v>0.2003037069237078</c:v>
                </c:pt>
                <c:pt idx="15447">
                  <c:v>0.20032548108686618</c:v>
                </c:pt>
                <c:pt idx="15448">
                  <c:v>0.20032954351357343</c:v>
                </c:pt>
                <c:pt idx="15449">
                  <c:v>0.20033871230318936</c:v>
                </c:pt>
                <c:pt idx="15450">
                  <c:v>0.20034485821086886</c:v>
                </c:pt>
                <c:pt idx="15451">
                  <c:v>0.20034857036223683</c:v>
                </c:pt>
                <c:pt idx="15452">
                  <c:v>0.20037109222657187</c:v>
                </c:pt>
                <c:pt idx="15453">
                  <c:v>0.20037325018623442</c:v>
                </c:pt>
                <c:pt idx="15454">
                  <c:v>0.20037361034046844</c:v>
                </c:pt>
                <c:pt idx="15455">
                  <c:v>0.20038015888784755</c:v>
                </c:pt>
                <c:pt idx="15456">
                  <c:v>0.20039149630434108</c:v>
                </c:pt>
                <c:pt idx="15457">
                  <c:v>0.20040223664289888</c:v>
                </c:pt>
                <c:pt idx="15458">
                  <c:v>0.20040846619650129</c:v>
                </c:pt>
                <c:pt idx="15459">
                  <c:v>0.20043618331661875</c:v>
                </c:pt>
                <c:pt idx="15460">
                  <c:v>0.20047997858769898</c:v>
                </c:pt>
                <c:pt idx="15461">
                  <c:v>0.20049086291845555</c:v>
                </c:pt>
                <c:pt idx="15462">
                  <c:v>0.20050148589991876</c:v>
                </c:pt>
                <c:pt idx="15463">
                  <c:v>0.20051531250428725</c:v>
                </c:pt>
                <c:pt idx="15464">
                  <c:v>0.20053542766270241</c:v>
                </c:pt>
                <c:pt idx="15465">
                  <c:v>0.20054716517127419</c:v>
                </c:pt>
                <c:pt idx="15466">
                  <c:v>0.20054921684118984</c:v>
                </c:pt>
                <c:pt idx="15467">
                  <c:v>0.20057740231799781</c:v>
                </c:pt>
                <c:pt idx="15468">
                  <c:v>0.20057840502567917</c:v>
                </c:pt>
                <c:pt idx="15469">
                  <c:v>0.20058292699334598</c:v>
                </c:pt>
                <c:pt idx="15470">
                  <c:v>0.20060329248295575</c:v>
                </c:pt>
                <c:pt idx="15471">
                  <c:v>0.20060503073440411</c:v>
                </c:pt>
                <c:pt idx="15472">
                  <c:v>0.20063625320330145</c:v>
                </c:pt>
                <c:pt idx="15473">
                  <c:v>0.20065690325431351</c:v>
                </c:pt>
                <c:pt idx="15474">
                  <c:v>0.20067220648846534</c:v>
                </c:pt>
                <c:pt idx="15475">
                  <c:v>0.20067288456918633</c:v>
                </c:pt>
                <c:pt idx="15476">
                  <c:v>0.20069664995482647</c:v>
                </c:pt>
                <c:pt idx="15477">
                  <c:v>0.2007015307767048</c:v>
                </c:pt>
                <c:pt idx="15478">
                  <c:v>0.20072518146139062</c:v>
                </c:pt>
                <c:pt idx="15479">
                  <c:v>0.20072641335211916</c:v>
                </c:pt>
                <c:pt idx="15480">
                  <c:v>0.20073741743854423</c:v>
                </c:pt>
                <c:pt idx="15481">
                  <c:v>0.20075431577358649</c:v>
                </c:pt>
                <c:pt idx="15482">
                  <c:v>0.20076734296477841</c:v>
                </c:pt>
                <c:pt idx="15483">
                  <c:v>0.20076936491943026</c:v>
                </c:pt>
                <c:pt idx="15484">
                  <c:v>0.20077200754207106</c:v>
                </c:pt>
                <c:pt idx="15485">
                  <c:v>0.20078138528910183</c:v>
                </c:pt>
                <c:pt idx="15486">
                  <c:v>0.20079721085120331</c:v>
                </c:pt>
                <c:pt idx="15487">
                  <c:v>0.2008386399292893</c:v>
                </c:pt>
                <c:pt idx="15488">
                  <c:v>0.20084320134158226</c:v>
                </c:pt>
                <c:pt idx="15489">
                  <c:v>0.20084762339121701</c:v>
                </c:pt>
                <c:pt idx="15490">
                  <c:v>0.20086249815721102</c:v>
                </c:pt>
                <c:pt idx="15491">
                  <c:v>0.20086972779124104</c:v>
                </c:pt>
                <c:pt idx="15492">
                  <c:v>0.20089886914226199</c:v>
                </c:pt>
                <c:pt idx="15493">
                  <c:v>0.20090076702319223</c:v>
                </c:pt>
                <c:pt idx="15494">
                  <c:v>0.20090178575232412</c:v>
                </c:pt>
                <c:pt idx="15495">
                  <c:v>0.20093331009825338</c:v>
                </c:pt>
                <c:pt idx="15496">
                  <c:v>0.20093932915438439</c:v>
                </c:pt>
                <c:pt idx="15497">
                  <c:v>0.20093943687444024</c:v>
                </c:pt>
                <c:pt idx="15498">
                  <c:v>0.20095044432711931</c:v>
                </c:pt>
                <c:pt idx="15499">
                  <c:v>0.2009523476231066</c:v>
                </c:pt>
                <c:pt idx="15500">
                  <c:v>0.20097968760239765</c:v>
                </c:pt>
                <c:pt idx="15501">
                  <c:v>0.20099477886898792</c:v>
                </c:pt>
                <c:pt idx="15502">
                  <c:v>0.20100344958351327</c:v>
                </c:pt>
                <c:pt idx="15503">
                  <c:v>0.20101335408632975</c:v>
                </c:pt>
                <c:pt idx="15504">
                  <c:v>0.20101480359460194</c:v>
                </c:pt>
                <c:pt idx="15505">
                  <c:v>0.20104022009201458</c:v>
                </c:pt>
                <c:pt idx="15506">
                  <c:v>0.20107091784215936</c:v>
                </c:pt>
                <c:pt idx="15507">
                  <c:v>0.20107816938448478</c:v>
                </c:pt>
                <c:pt idx="15508">
                  <c:v>0.20108146803678456</c:v>
                </c:pt>
                <c:pt idx="15509">
                  <c:v>0.20109135076452125</c:v>
                </c:pt>
                <c:pt idx="15510">
                  <c:v>0.20109340516972168</c:v>
                </c:pt>
                <c:pt idx="15511">
                  <c:v>0.2011062561662422</c:v>
                </c:pt>
                <c:pt idx="15512">
                  <c:v>0.20111467912780162</c:v>
                </c:pt>
                <c:pt idx="15513">
                  <c:v>0.20111756890539567</c:v>
                </c:pt>
                <c:pt idx="15514">
                  <c:v>0.20111902105148211</c:v>
                </c:pt>
                <c:pt idx="15515">
                  <c:v>0.20113022466638247</c:v>
                </c:pt>
                <c:pt idx="15516">
                  <c:v>0.20115817152872417</c:v>
                </c:pt>
                <c:pt idx="15517">
                  <c:v>0.20119240855622211</c:v>
                </c:pt>
                <c:pt idx="15518">
                  <c:v>0.20120098196540084</c:v>
                </c:pt>
                <c:pt idx="15519">
                  <c:v>0.20120693896202618</c:v>
                </c:pt>
                <c:pt idx="15520">
                  <c:v>0.20120796584288039</c:v>
                </c:pt>
                <c:pt idx="15521">
                  <c:v>0.20123215096313032</c:v>
                </c:pt>
                <c:pt idx="15522">
                  <c:v>0.20123930281151248</c:v>
                </c:pt>
                <c:pt idx="15523">
                  <c:v>0.20123971734966628</c:v>
                </c:pt>
                <c:pt idx="15524">
                  <c:v>0.20124129764934393</c:v>
                </c:pt>
                <c:pt idx="15525">
                  <c:v>0.20124325862465828</c:v>
                </c:pt>
                <c:pt idx="15526">
                  <c:v>0.20124925522700088</c:v>
                </c:pt>
                <c:pt idx="15527">
                  <c:v>0.20125075424404895</c:v>
                </c:pt>
                <c:pt idx="15528">
                  <c:v>0.20125841790473534</c:v>
                </c:pt>
                <c:pt idx="15529">
                  <c:v>0.20127553973712153</c:v>
                </c:pt>
                <c:pt idx="15530">
                  <c:v>0.20127779159567877</c:v>
                </c:pt>
                <c:pt idx="15531">
                  <c:v>0.20127950719767654</c:v>
                </c:pt>
                <c:pt idx="15532">
                  <c:v>0.20128122194170314</c:v>
                </c:pt>
                <c:pt idx="15533">
                  <c:v>0.20128300129670304</c:v>
                </c:pt>
                <c:pt idx="15534">
                  <c:v>0.20129071725363862</c:v>
                </c:pt>
                <c:pt idx="15535">
                  <c:v>0.20130101360009706</c:v>
                </c:pt>
                <c:pt idx="15536">
                  <c:v>0.20130109331950294</c:v>
                </c:pt>
                <c:pt idx="15537">
                  <c:v>0.20133567558213347</c:v>
                </c:pt>
                <c:pt idx="15538">
                  <c:v>0.20137491524515136</c:v>
                </c:pt>
                <c:pt idx="15539">
                  <c:v>0.2014091552380268</c:v>
                </c:pt>
                <c:pt idx="15540">
                  <c:v>0.20141176155865448</c:v>
                </c:pt>
                <c:pt idx="15541">
                  <c:v>0.20141273072679075</c:v>
                </c:pt>
                <c:pt idx="15542">
                  <c:v>0.20144997411828858</c:v>
                </c:pt>
                <c:pt idx="15543">
                  <c:v>0.20145414340508214</c:v>
                </c:pt>
                <c:pt idx="15544">
                  <c:v>0.20146329121608231</c:v>
                </c:pt>
                <c:pt idx="15545">
                  <c:v>0.20148992555422107</c:v>
                </c:pt>
                <c:pt idx="15546">
                  <c:v>0.20150449756475569</c:v>
                </c:pt>
                <c:pt idx="15547">
                  <c:v>0.20152919465105046</c:v>
                </c:pt>
                <c:pt idx="15548">
                  <c:v>0.20155877665293509</c:v>
                </c:pt>
                <c:pt idx="15549">
                  <c:v>0.20156812810515967</c:v>
                </c:pt>
                <c:pt idx="15550">
                  <c:v>0.20157050402433166</c:v>
                </c:pt>
                <c:pt idx="15551">
                  <c:v>0.20157572654926206</c:v>
                </c:pt>
                <c:pt idx="15552">
                  <c:v>0.20158470229094513</c:v>
                </c:pt>
                <c:pt idx="15553">
                  <c:v>0.20160864209889776</c:v>
                </c:pt>
                <c:pt idx="15554">
                  <c:v>0.20161357056802581</c:v>
                </c:pt>
                <c:pt idx="15555">
                  <c:v>0.20162198164555725</c:v>
                </c:pt>
                <c:pt idx="15556">
                  <c:v>0.20162820250318875</c:v>
                </c:pt>
                <c:pt idx="15557">
                  <c:v>0.20165366310991581</c:v>
                </c:pt>
                <c:pt idx="15558">
                  <c:v>0.20167584347193596</c:v>
                </c:pt>
                <c:pt idx="15559">
                  <c:v>0.20169119863913626</c:v>
                </c:pt>
                <c:pt idx="15560">
                  <c:v>0.20171474756539554</c:v>
                </c:pt>
                <c:pt idx="15561">
                  <c:v>0.20172433079121613</c:v>
                </c:pt>
                <c:pt idx="15562">
                  <c:v>0.2017377832242799</c:v>
                </c:pt>
                <c:pt idx="15563">
                  <c:v>0.20175104830228877</c:v>
                </c:pt>
                <c:pt idx="15564">
                  <c:v>0.20175275859118544</c:v>
                </c:pt>
                <c:pt idx="15565">
                  <c:v>0.20175770398160214</c:v>
                </c:pt>
                <c:pt idx="15566">
                  <c:v>0.2017870671554553</c:v>
                </c:pt>
                <c:pt idx="15567">
                  <c:v>0.20178826361555072</c:v>
                </c:pt>
                <c:pt idx="15568">
                  <c:v>0.20181936177487497</c:v>
                </c:pt>
                <c:pt idx="15569">
                  <c:v>0.20182621895613398</c:v>
                </c:pt>
                <c:pt idx="15570">
                  <c:v>0.20182736640711427</c:v>
                </c:pt>
                <c:pt idx="15571">
                  <c:v>0.20183693312623782</c:v>
                </c:pt>
                <c:pt idx="15572">
                  <c:v>0.20184375786298203</c:v>
                </c:pt>
                <c:pt idx="15573">
                  <c:v>0.20184454425773288</c:v>
                </c:pt>
                <c:pt idx="15574">
                  <c:v>0.20185940795021692</c:v>
                </c:pt>
                <c:pt idx="15575">
                  <c:v>0.20186714519385374</c:v>
                </c:pt>
                <c:pt idx="15576">
                  <c:v>0.20189852686839455</c:v>
                </c:pt>
                <c:pt idx="15577">
                  <c:v>0.20190649195486909</c:v>
                </c:pt>
                <c:pt idx="15578">
                  <c:v>0.2019076722944857</c:v>
                </c:pt>
                <c:pt idx="15579">
                  <c:v>0.2019291939327274</c:v>
                </c:pt>
                <c:pt idx="15580">
                  <c:v>0.20200124822593729</c:v>
                </c:pt>
                <c:pt idx="15581">
                  <c:v>0.20201444000679114</c:v>
                </c:pt>
                <c:pt idx="15582">
                  <c:v>0.20203430293702834</c:v>
                </c:pt>
                <c:pt idx="15583">
                  <c:v>0.2020349899675036</c:v>
                </c:pt>
                <c:pt idx="15584">
                  <c:v>0.20204056649661337</c:v>
                </c:pt>
                <c:pt idx="15585">
                  <c:v>0.20207423358173177</c:v>
                </c:pt>
                <c:pt idx="15586">
                  <c:v>0.20208124579816267</c:v>
                </c:pt>
                <c:pt idx="15587">
                  <c:v>0.20213790771042683</c:v>
                </c:pt>
                <c:pt idx="15588">
                  <c:v>0.20213966758199803</c:v>
                </c:pt>
                <c:pt idx="15589">
                  <c:v>0.20218015077416265</c:v>
                </c:pt>
                <c:pt idx="15590">
                  <c:v>0.20221618627321467</c:v>
                </c:pt>
                <c:pt idx="15591">
                  <c:v>0.20222258658466319</c:v>
                </c:pt>
                <c:pt idx="15592">
                  <c:v>0.20222813946996351</c:v>
                </c:pt>
                <c:pt idx="15593">
                  <c:v>0.20223565820032571</c:v>
                </c:pt>
                <c:pt idx="15594">
                  <c:v>0.20224355097768487</c:v>
                </c:pt>
                <c:pt idx="15595">
                  <c:v>0.20224501479598236</c:v>
                </c:pt>
                <c:pt idx="15596">
                  <c:v>0.20226603449072345</c:v>
                </c:pt>
                <c:pt idx="15597">
                  <c:v>0.20228251836692843</c:v>
                </c:pt>
                <c:pt idx="15598">
                  <c:v>0.20229353133523242</c:v>
                </c:pt>
                <c:pt idx="15599">
                  <c:v>0.20232897481503917</c:v>
                </c:pt>
                <c:pt idx="15600">
                  <c:v>0.20234929402147045</c:v>
                </c:pt>
                <c:pt idx="15601">
                  <c:v>0.20236602934990769</c:v>
                </c:pt>
                <c:pt idx="15602">
                  <c:v>0.20236691659119665</c:v>
                </c:pt>
                <c:pt idx="15603">
                  <c:v>0.20236777748963325</c:v>
                </c:pt>
                <c:pt idx="15604">
                  <c:v>0.2023696395985633</c:v>
                </c:pt>
                <c:pt idx="15605">
                  <c:v>0.20239330341261363</c:v>
                </c:pt>
                <c:pt idx="15606">
                  <c:v>0.20246228977012898</c:v>
                </c:pt>
                <c:pt idx="15607">
                  <c:v>0.20247407195524322</c:v>
                </c:pt>
                <c:pt idx="15608">
                  <c:v>0.20251355334640714</c:v>
                </c:pt>
                <c:pt idx="15609">
                  <c:v>0.20256045104582709</c:v>
                </c:pt>
                <c:pt idx="15610">
                  <c:v>0.20262932068744999</c:v>
                </c:pt>
                <c:pt idx="15611">
                  <c:v>0.20264361211304177</c:v>
                </c:pt>
                <c:pt idx="15612">
                  <c:v>0.20264517921684319</c:v>
                </c:pt>
                <c:pt idx="15613">
                  <c:v>0.20271566414060663</c:v>
                </c:pt>
                <c:pt idx="15614">
                  <c:v>0.20274048957208504</c:v>
                </c:pt>
                <c:pt idx="15615">
                  <c:v>0.20274382861036297</c:v>
                </c:pt>
                <c:pt idx="15616">
                  <c:v>0.20274468456696071</c:v>
                </c:pt>
                <c:pt idx="15617">
                  <c:v>0.20275147155666529</c:v>
                </c:pt>
                <c:pt idx="15618">
                  <c:v>0.20277424367260344</c:v>
                </c:pt>
                <c:pt idx="15619">
                  <c:v>0.2028078564910625</c:v>
                </c:pt>
                <c:pt idx="15620">
                  <c:v>0.20281188592316626</c:v>
                </c:pt>
                <c:pt idx="15621">
                  <c:v>0.20281225923192228</c:v>
                </c:pt>
                <c:pt idx="15622">
                  <c:v>0.20283947777178016</c:v>
                </c:pt>
                <c:pt idx="15623">
                  <c:v>0.20284361381173854</c:v>
                </c:pt>
                <c:pt idx="15624">
                  <c:v>0.20285896458309272</c:v>
                </c:pt>
                <c:pt idx="15625">
                  <c:v>0.20287936840787618</c:v>
                </c:pt>
                <c:pt idx="15626">
                  <c:v>0.20292870161110282</c:v>
                </c:pt>
                <c:pt idx="15627">
                  <c:v>0.20296219799248916</c:v>
                </c:pt>
                <c:pt idx="15628">
                  <c:v>0.20296365025763244</c:v>
                </c:pt>
                <c:pt idx="15629">
                  <c:v>0.20296365951412237</c:v>
                </c:pt>
                <c:pt idx="15630">
                  <c:v>0.20299189596711645</c:v>
                </c:pt>
                <c:pt idx="15631">
                  <c:v>0.20301448563637201</c:v>
                </c:pt>
                <c:pt idx="15632">
                  <c:v>0.20302421275768973</c:v>
                </c:pt>
                <c:pt idx="15633">
                  <c:v>0.20302631987808045</c:v>
                </c:pt>
                <c:pt idx="15634">
                  <c:v>0.20310737515378169</c:v>
                </c:pt>
                <c:pt idx="15635">
                  <c:v>0.20311164103284229</c:v>
                </c:pt>
                <c:pt idx="15636">
                  <c:v>0.20311503932278599</c:v>
                </c:pt>
                <c:pt idx="15637">
                  <c:v>0.20312426073581519</c:v>
                </c:pt>
                <c:pt idx="15638">
                  <c:v>0.20312725951233662</c:v>
                </c:pt>
                <c:pt idx="15639">
                  <c:v>0.20312737370240752</c:v>
                </c:pt>
                <c:pt idx="15640">
                  <c:v>0.20313191874826164</c:v>
                </c:pt>
                <c:pt idx="15641">
                  <c:v>0.20313747185455786</c:v>
                </c:pt>
                <c:pt idx="15642">
                  <c:v>0.20319034073855993</c:v>
                </c:pt>
                <c:pt idx="15643">
                  <c:v>0.20320649633530261</c:v>
                </c:pt>
                <c:pt idx="15644">
                  <c:v>0.20321716566270023</c:v>
                </c:pt>
                <c:pt idx="15645">
                  <c:v>0.20325469582485528</c:v>
                </c:pt>
                <c:pt idx="15646">
                  <c:v>0.2032564965494284</c:v>
                </c:pt>
                <c:pt idx="15647">
                  <c:v>0.20325916047926548</c:v>
                </c:pt>
                <c:pt idx="15648">
                  <c:v>0.20328257318694903</c:v>
                </c:pt>
                <c:pt idx="15649">
                  <c:v>0.20329837376226223</c:v>
                </c:pt>
                <c:pt idx="15650">
                  <c:v>0.20330593540998826</c:v>
                </c:pt>
                <c:pt idx="15651">
                  <c:v>0.20331010131750624</c:v>
                </c:pt>
                <c:pt idx="15652">
                  <c:v>0.20332302065484395</c:v>
                </c:pt>
                <c:pt idx="15653">
                  <c:v>0.20334011651801331</c:v>
                </c:pt>
                <c:pt idx="15654">
                  <c:v>0.20335778863859214</c:v>
                </c:pt>
                <c:pt idx="15655">
                  <c:v>0.20336341538787184</c:v>
                </c:pt>
                <c:pt idx="15656">
                  <c:v>0.20336455829890801</c:v>
                </c:pt>
                <c:pt idx="15657">
                  <c:v>0.20336777997844266</c:v>
                </c:pt>
                <c:pt idx="15658">
                  <c:v>0.20337639437224839</c:v>
                </c:pt>
                <c:pt idx="15659">
                  <c:v>0.20338476641959227</c:v>
                </c:pt>
                <c:pt idx="15660">
                  <c:v>0.20339485044508004</c:v>
                </c:pt>
                <c:pt idx="15661">
                  <c:v>0.20340497051404846</c:v>
                </c:pt>
                <c:pt idx="15662">
                  <c:v>0.20341174853289978</c:v>
                </c:pt>
                <c:pt idx="15663">
                  <c:v>0.20345267817561868</c:v>
                </c:pt>
                <c:pt idx="15664">
                  <c:v>0.20345270518289776</c:v>
                </c:pt>
                <c:pt idx="15665">
                  <c:v>0.20345593357233657</c:v>
                </c:pt>
                <c:pt idx="15666">
                  <c:v>0.20347007135673828</c:v>
                </c:pt>
                <c:pt idx="15667">
                  <c:v>0.20347568992100037</c:v>
                </c:pt>
                <c:pt idx="15668">
                  <c:v>0.20350161533438876</c:v>
                </c:pt>
                <c:pt idx="15669">
                  <c:v>0.20350183810291497</c:v>
                </c:pt>
                <c:pt idx="15670">
                  <c:v>0.20351347128155112</c:v>
                </c:pt>
                <c:pt idx="15671">
                  <c:v>0.203529910786139</c:v>
                </c:pt>
                <c:pt idx="15672">
                  <c:v>0.20353647407724818</c:v>
                </c:pt>
                <c:pt idx="15673">
                  <c:v>0.20357329449125841</c:v>
                </c:pt>
                <c:pt idx="15674">
                  <c:v>0.20357613895481244</c:v>
                </c:pt>
                <c:pt idx="15675">
                  <c:v>0.20357811692313083</c:v>
                </c:pt>
                <c:pt idx="15676">
                  <c:v>0.20359482832484185</c:v>
                </c:pt>
                <c:pt idx="15677">
                  <c:v>0.20359943959730709</c:v>
                </c:pt>
                <c:pt idx="15678">
                  <c:v>0.20363277149145004</c:v>
                </c:pt>
                <c:pt idx="15679">
                  <c:v>0.20364221530410995</c:v>
                </c:pt>
                <c:pt idx="15680">
                  <c:v>0.20364519368764258</c:v>
                </c:pt>
                <c:pt idx="15681">
                  <c:v>0.20366534422152266</c:v>
                </c:pt>
                <c:pt idx="15682">
                  <c:v>0.20373096228323145</c:v>
                </c:pt>
                <c:pt idx="15683">
                  <c:v>0.20374300187274333</c:v>
                </c:pt>
                <c:pt idx="15684">
                  <c:v>0.20374671249291457</c:v>
                </c:pt>
                <c:pt idx="15685">
                  <c:v>0.2037527743517884</c:v>
                </c:pt>
                <c:pt idx="15686">
                  <c:v>0.20377763101651855</c:v>
                </c:pt>
                <c:pt idx="15687">
                  <c:v>0.20377959083047942</c:v>
                </c:pt>
                <c:pt idx="15688">
                  <c:v>0.20379657811937738</c:v>
                </c:pt>
                <c:pt idx="15689">
                  <c:v>0.20381833385977169</c:v>
                </c:pt>
                <c:pt idx="15690">
                  <c:v>0.20382613177616338</c:v>
                </c:pt>
                <c:pt idx="15691">
                  <c:v>0.20385134341117772</c:v>
                </c:pt>
                <c:pt idx="15692">
                  <c:v>0.20385711933252129</c:v>
                </c:pt>
                <c:pt idx="15693">
                  <c:v>0.20388959965508019</c:v>
                </c:pt>
                <c:pt idx="15694">
                  <c:v>0.20393397418521134</c:v>
                </c:pt>
                <c:pt idx="15695">
                  <c:v>0.20396647632267401</c:v>
                </c:pt>
                <c:pt idx="15696">
                  <c:v>0.20398327993256274</c:v>
                </c:pt>
                <c:pt idx="15697">
                  <c:v>0.20402284554364147</c:v>
                </c:pt>
                <c:pt idx="15698">
                  <c:v>0.20404657458578618</c:v>
                </c:pt>
                <c:pt idx="15699">
                  <c:v>0.20409373442583578</c:v>
                </c:pt>
                <c:pt idx="15700">
                  <c:v>0.2041222830320116</c:v>
                </c:pt>
                <c:pt idx="15701">
                  <c:v>0.20413111916985055</c:v>
                </c:pt>
                <c:pt idx="15702">
                  <c:v>0.20413265445030676</c:v>
                </c:pt>
                <c:pt idx="15703">
                  <c:v>0.2041335137767411</c:v>
                </c:pt>
                <c:pt idx="15704">
                  <c:v>0.20414117599430956</c:v>
                </c:pt>
                <c:pt idx="15705">
                  <c:v>0.20416608991131033</c:v>
                </c:pt>
                <c:pt idx="15706">
                  <c:v>0.20418412039039474</c:v>
                </c:pt>
                <c:pt idx="15707">
                  <c:v>0.20418792210365314</c:v>
                </c:pt>
                <c:pt idx="15708">
                  <c:v>0.20419548459899839</c:v>
                </c:pt>
                <c:pt idx="15709">
                  <c:v>0.20420366976760909</c:v>
                </c:pt>
                <c:pt idx="15710">
                  <c:v>0.20422811940791005</c:v>
                </c:pt>
                <c:pt idx="15711">
                  <c:v>0.20428638581239089</c:v>
                </c:pt>
                <c:pt idx="15712">
                  <c:v>0.20429482874284863</c:v>
                </c:pt>
                <c:pt idx="15713">
                  <c:v>0.20437030647976678</c:v>
                </c:pt>
                <c:pt idx="15714">
                  <c:v>0.20437783359222778</c:v>
                </c:pt>
                <c:pt idx="15715">
                  <c:v>0.20437864083291243</c:v>
                </c:pt>
                <c:pt idx="15716">
                  <c:v>0.20438468038982074</c:v>
                </c:pt>
                <c:pt idx="15717">
                  <c:v>0.20439152835998156</c:v>
                </c:pt>
                <c:pt idx="15718">
                  <c:v>0.2043926357843521</c:v>
                </c:pt>
                <c:pt idx="15719">
                  <c:v>0.20442337766928159</c:v>
                </c:pt>
                <c:pt idx="15720">
                  <c:v>0.2044238560391147</c:v>
                </c:pt>
                <c:pt idx="15721">
                  <c:v>0.20443645735396057</c:v>
                </c:pt>
                <c:pt idx="15722">
                  <c:v>0.20445924592157644</c:v>
                </c:pt>
                <c:pt idx="15723">
                  <c:v>0.20447026072213528</c:v>
                </c:pt>
                <c:pt idx="15724">
                  <c:v>0.20448805016756513</c:v>
                </c:pt>
                <c:pt idx="15725">
                  <c:v>0.20449895565877216</c:v>
                </c:pt>
                <c:pt idx="15726">
                  <c:v>0.20450841087942476</c:v>
                </c:pt>
                <c:pt idx="15727">
                  <c:v>0.20451674531793582</c:v>
                </c:pt>
                <c:pt idx="15728">
                  <c:v>0.20453943846879924</c:v>
                </c:pt>
                <c:pt idx="15729">
                  <c:v>0.20454048482435561</c:v>
                </c:pt>
                <c:pt idx="15730">
                  <c:v>0.20458023999438191</c:v>
                </c:pt>
                <c:pt idx="15731">
                  <c:v>0.20458686535578827</c:v>
                </c:pt>
                <c:pt idx="15732">
                  <c:v>0.20459949762631827</c:v>
                </c:pt>
                <c:pt idx="15733">
                  <c:v>0.20461413584151414</c:v>
                </c:pt>
                <c:pt idx="15734">
                  <c:v>0.20467120658277149</c:v>
                </c:pt>
                <c:pt idx="15735">
                  <c:v>0.20472537009886344</c:v>
                </c:pt>
                <c:pt idx="15736">
                  <c:v>0.20472744574878113</c:v>
                </c:pt>
                <c:pt idx="15737">
                  <c:v>0.20476014713991458</c:v>
                </c:pt>
                <c:pt idx="15738">
                  <c:v>0.20479331312065222</c:v>
                </c:pt>
                <c:pt idx="15739">
                  <c:v>0.2048029233400501</c:v>
                </c:pt>
                <c:pt idx="15740">
                  <c:v>0.20482038406942391</c:v>
                </c:pt>
                <c:pt idx="15741">
                  <c:v>0.20482670000095396</c:v>
                </c:pt>
                <c:pt idx="15742">
                  <c:v>0.20482996139243781</c:v>
                </c:pt>
                <c:pt idx="15743">
                  <c:v>0.20490306563822688</c:v>
                </c:pt>
                <c:pt idx="15744">
                  <c:v>0.20492574634823171</c:v>
                </c:pt>
                <c:pt idx="15745">
                  <c:v>0.20493508338486327</c:v>
                </c:pt>
                <c:pt idx="15746">
                  <c:v>0.20494627175804758</c:v>
                </c:pt>
                <c:pt idx="15747">
                  <c:v>0.20495017011377081</c:v>
                </c:pt>
                <c:pt idx="15748">
                  <c:v>0.20496388043425726</c:v>
                </c:pt>
                <c:pt idx="15749">
                  <c:v>0.20499572515934594</c:v>
                </c:pt>
                <c:pt idx="15750">
                  <c:v>0.20501208582822733</c:v>
                </c:pt>
                <c:pt idx="15751">
                  <c:v>0.20503326784069947</c:v>
                </c:pt>
                <c:pt idx="15752">
                  <c:v>0.20507029741049373</c:v>
                </c:pt>
                <c:pt idx="15753">
                  <c:v>0.20509093072209511</c:v>
                </c:pt>
                <c:pt idx="15754">
                  <c:v>0.20509324458774869</c:v>
                </c:pt>
                <c:pt idx="15755">
                  <c:v>0.20512087909462037</c:v>
                </c:pt>
                <c:pt idx="15756">
                  <c:v>0.20513644551131349</c:v>
                </c:pt>
                <c:pt idx="15757">
                  <c:v>0.20514476924956956</c:v>
                </c:pt>
                <c:pt idx="15758">
                  <c:v>0.20518845412213327</c:v>
                </c:pt>
                <c:pt idx="15759">
                  <c:v>0.2052139607678147</c:v>
                </c:pt>
                <c:pt idx="15760">
                  <c:v>0.20524077445896977</c:v>
                </c:pt>
                <c:pt idx="15761">
                  <c:v>0.20524391607368064</c:v>
                </c:pt>
                <c:pt idx="15762">
                  <c:v>0.20524944731500699</c:v>
                </c:pt>
                <c:pt idx="15763">
                  <c:v>0.20525628945288626</c:v>
                </c:pt>
                <c:pt idx="15764">
                  <c:v>0.2052587931652145</c:v>
                </c:pt>
                <c:pt idx="15765">
                  <c:v>0.20528677741010756</c:v>
                </c:pt>
                <c:pt idx="15766">
                  <c:v>0.20530351767493271</c:v>
                </c:pt>
                <c:pt idx="15767">
                  <c:v>0.2053104216513997</c:v>
                </c:pt>
                <c:pt idx="15768">
                  <c:v>0.20534986107405054</c:v>
                </c:pt>
                <c:pt idx="15769">
                  <c:v>0.20535288504253491</c:v>
                </c:pt>
                <c:pt idx="15770">
                  <c:v>0.20536876852905761</c:v>
                </c:pt>
                <c:pt idx="15771">
                  <c:v>0.20536901088490897</c:v>
                </c:pt>
                <c:pt idx="15772">
                  <c:v>0.20537059942771732</c:v>
                </c:pt>
                <c:pt idx="15773">
                  <c:v>0.20537909756579503</c:v>
                </c:pt>
                <c:pt idx="15774">
                  <c:v>0.20539062881603895</c:v>
                </c:pt>
                <c:pt idx="15775">
                  <c:v>0.2053923146981845</c:v>
                </c:pt>
                <c:pt idx="15776">
                  <c:v>0.20539971950044245</c:v>
                </c:pt>
                <c:pt idx="15777">
                  <c:v>0.20540418116277176</c:v>
                </c:pt>
                <c:pt idx="15778">
                  <c:v>0.20542523109314914</c:v>
                </c:pt>
                <c:pt idx="15779">
                  <c:v>0.20543009628422113</c:v>
                </c:pt>
                <c:pt idx="15780">
                  <c:v>0.2054621158716449</c:v>
                </c:pt>
                <c:pt idx="15781">
                  <c:v>0.20546560069203751</c:v>
                </c:pt>
                <c:pt idx="15782">
                  <c:v>0.20547585342139091</c:v>
                </c:pt>
                <c:pt idx="15783">
                  <c:v>0.20550508676546392</c:v>
                </c:pt>
                <c:pt idx="15784">
                  <c:v>0.20550719569067599</c:v>
                </c:pt>
                <c:pt idx="15785">
                  <c:v>0.20551069356687873</c:v>
                </c:pt>
                <c:pt idx="15786">
                  <c:v>0.20552033476536119</c:v>
                </c:pt>
                <c:pt idx="15787">
                  <c:v>0.20556714513014823</c:v>
                </c:pt>
                <c:pt idx="15788">
                  <c:v>0.20556849862156795</c:v>
                </c:pt>
                <c:pt idx="15789">
                  <c:v>0.20559066290275874</c:v>
                </c:pt>
                <c:pt idx="15790">
                  <c:v>0.2055939358078514</c:v>
                </c:pt>
                <c:pt idx="15791">
                  <c:v>0.20564383734319586</c:v>
                </c:pt>
                <c:pt idx="15792">
                  <c:v>0.20565483244630683</c:v>
                </c:pt>
                <c:pt idx="15793">
                  <c:v>0.20568208344256125</c:v>
                </c:pt>
                <c:pt idx="15794">
                  <c:v>0.2056845784559358</c:v>
                </c:pt>
                <c:pt idx="15795">
                  <c:v>0.20573832409490661</c:v>
                </c:pt>
                <c:pt idx="15796">
                  <c:v>0.20574117441103953</c:v>
                </c:pt>
                <c:pt idx="15797">
                  <c:v>0.20575532247532294</c:v>
                </c:pt>
                <c:pt idx="15798">
                  <c:v>0.20576928236556871</c:v>
                </c:pt>
                <c:pt idx="15799">
                  <c:v>0.20577466597819208</c:v>
                </c:pt>
                <c:pt idx="15800">
                  <c:v>0.20581750144275207</c:v>
                </c:pt>
                <c:pt idx="15801">
                  <c:v>0.20583954301185528</c:v>
                </c:pt>
                <c:pt idx="15802">
                  <c:v>0.20585314426394863</c:v>
                </c:pt>
                <c:pt idx="15803">
                  <c:v>0.20585653338886747</c:v>
                </c:pt>
                <c:pt idx="15804">
                  <c:v>0.20585715894747333</c:v>
                </c:pt>
                <c:pt idx="15805">
                  <c:v>0.20586879830758414</c:v>
                </c:pt>
                <c:pt idx="15806">
                  <c:v>0.20588677817685516</c:v>
                </c:pt>
                <c:pt idx="15807">
                  <c:v>0.20589509737827646</c:v>
                </c:pt>
                <c:pt idx="15808">
                  <c:v>0.20593273184494351</c:v>
                </c:pt>
                <c:pt idx="15809">
                  <c:v>0.20595166445783722</c:v>
                </c:pt>
                <c:pt idx="15810">
                  <c:v>0.20597298165417544</c:v>
                </c:pt>
                <c:pt idx="15811">
                  <c:v>0.20597523262471398</c:v>
                </c:pt>
                <c:pt idx="15812">
                  <c:v>0.20597580621328598</c:v>
                </c:pt>
                <c:pt idx="15813">
                  <c:v>0.20598664216109461</c:v>
                </c:pt>
                <c:pt idx="15814">
                  <c:v>0.20601136280855772</c:v>
                </c:pt>
                <c:pt idx="15815">
                  <c:v>0.20602506581526692</c:v>
                </c:pt>
                <c:pt idx="15816">
                  <c:v>0.20602535035737324</c:v>
                </c:pt>
                <c:pt idx="15817">
                  <c:v>0.20603574238274988</c:v>
                </c:pt>
                <c:pt idx="15818">
                  <c:v>0.20605654024255196</c:v>
                </c:pt>
                <c:pt idx="15819">
                  <c:v>0.20605921943426353</c:v>
                </c:pt>
                <c:pt idx="15820">
                  <c:v>0.2060704822244131</c:v>
                </c:pt>
                <c:pt idx="15821">
                  <c:v>0.20609265768730153</c:v>
                </c:pt>
                <c:pt idx="15822">
                  <c:v>0.20609453153939308</c:v>
                </c:pt>
                <c:pt idx="15823">
                  <c:v>0.20611477943716786</c:v>
                </c:pt>
                <c:pt idx="15824">
                  <c:v>0.20612648208132781</c:v>
                </c:pt>
                <c:pt idx="15825">
                  <c:v>0.20615235790998784</c:v>
                </c:pt>
                <c:pt idx="15826">
                  <c:v>0.2061738820424634</c:v>
                </c:pt>
                <c:pt idx="15827">
                  <c:v>0.20618136673697918</c:v>
                </c:pt>
                <c:pt idx="15828">
                  <c:v>0.20618977203426253</c:v>
                </c:pt>
                <c:pt idx="15829">
                  <c:v>0.20619865984337865</c:v>
                </c:pt>
                <c:pt idx="15830">
                  <c:v>0.20620651681470123</c:v>
                </c:pt>
                <c:pt idx="15831">
                  <c:v>0.20621049127894892</c:v>
                </c:pt>
                <c:pt idx="15832">
                  <c:v>0.20621374048592986</c:v>
                </c:pt>
                <c:pt idx="15833">
                  <c:v>0.2062597863828694</c:v>
                </c:pt>
                <c:pt idx="15834">
                  <c:v>0.20628944236517943</c:v>
                </c:pt>
                <c:pt idx="15835">
                  <c:v>0.20630485793758066</c:v>
                </c:pt>
                <c:pt idx="15836">
                  <c:v>0.20632734760187776</c:v>
                </c:pt>
                <c:pt idx="15837">
                  <c:v>0.20633881743513671</c:v>
                </c:pt>
                <c:pt idx="15838">
                  <c:v>0.2063950083694932</c:v>
                </c:pt>
                <c:pt idx="15839">
                  <c:v>0.20639677942254914</c:v>
                </c:pt>
                <c:pt idx="15840">
                  <c:v>0.20640436278567495</c:v>
                </c:pt>
                <c:pt idx="15841">
                  <c:v>0.2064136713988943</c:v>
                </c:pt>
                <c:pt idx="15842">
                  <c:v>0.2064194259724145</c:v>
                </c:pt>
                <c:pt idx="15843">
                  <c:v>0.20644928360534254</c:v>
                </c:pt>
                <c:pt idx="15844">
                  <c:v>0.20646016224847089</c:v>
                </c:pt>
                <c:pt idx="15845">
                  <c:v>0.20648679472116482</c:v>
                </c:pt>
                <c:pt idx="15846">
                  <c:v>0.20648850261405038</c:v>
                </c:pt>
                <c:pt idx="15847">
                  <c:v>0.20648955625032889</c:v>
                </c:pt>
                <c:pt idx="15848">
                  <c:v>0.20649530163617807</c:v>
                </c:pt>
                <c:pt idx="15849">
                  <c:v>0.20651103059478312</c:v>
                </c:pt>
                <c:pt idx="15850">
                  <c:v>0.20651458264320885</c:v>
                </c:pt>
                <c:pt idx="15851">
                  <c:v>0.20653147403836367</c:v>
                </c:pt>
                <c:pt idx="15852">
                  <c:v>0.20658174131568052</c:v>
                </c:pt>
                <c:pt idx="15853">
                  <c:v>0.20658373707680155</c:v>
                </c:pt>
                <c:pt idx="15854">
                  <c:v>0.20663535821916271</c:v>
                </c:pt>
                <c:pt idx="15855">
                  <c:v>0.20664541824523869</c:v>
                </c:pt>
                <c:pt idx="15856">
                  <c:v>0.20665867265131765</c:v>
                </c:pt>
                <c:pt idx="15857">
                  <c:v>0.20667128274133037</c:v>
                </c:pt>
                <c:pt idx="15858">
                  <c:v>0.20668355212885561</c:v>
                </c:pt>
                <c:pt idx="15859">
                  <c:v>0.20669179682163921</c:v>
                </c:pt>
                <c:pt idx="15860">
                  <c:v>0.20669819998628658</c:v>
                </c:pt>
                <c:pt idx="15861">
                  <c:v>0.20672806455518414</c:v>
                </c:pt>
                <c:pt idx="15862">
                  <c:v>0.20672875784005879</c:v>
                </c:pt>
                <c:pt idx="15863">
                  <c:v>0.2067571039891786</c:v>
                </c:pt>
                <c:pt idx="15864">
                  <c:v>0.20678634467027257</c:v>
                </c:pt>
                <c:pt idx="15865">
                  <c:v>0.20680885714284106</c:v>
                </c:pt>
                <c:pt idx="15866">
                  <c:v>0.2068135492463202</c:v>
                </c:pt>
                <c:pt idx="15867">
                  <c:v>0.20682956933306965</c:v>
                </c:pt>
                <c:pt idx="15868">
                  <c:v>0.20690907455351934</c:v>
                </c:pt>
                <c:pt idx="15869">
                  <c:v>0.20693607097161393</c:v>
                </c:pt>
                <c:pt idx="15870">
                  <c:v>0.20694166362345995</c:v>
                </c:pt>
                <c:pt idx="15871">
                  <c:v>0.2069425187607469</c:v>
                </c:pt>
                <c:pt idx="15872">
                  <c:v>0.20695156550663044</c:v>
                </c:pt>
                <c:pt idx="15873">
                  <c:v>0.20695720915376475</c:v>
                </c:pt>
                <c:pt idx="15874">
                  <c:v>0.20695774331499842</c:v>
                </c:pt>
                <c:pt idx="15875">
                  <c:v>0.20697595604107019</c:v>
                </c:pt>
                <c:pt idx="15876">
                  <c:v>0.20699606339088455</c:v>
                </c:pt>
                <c:pt idx="15877">
                  <c:v>0.20700901174865041</c:v>
                </c:pt>
                <c:pt idx="15878">
                  <c:v>0.20701064938015939</c:v>
                </c:pt>
                <c:pt idx="15879">
                  <c:v>0.20703472402846115</c:v>
                </c:pt>
                <c:pt idx="15880">
                  <c:v>0.20705268581097236</c:v>
                </c:pt>
                <c:pt idx="15881">
                  <c:v>0.20705367468945346</c:v>
                </c:pt>
                <c:pt idx="15882">
                  <c:v>0.20706150979839485</c:v>
                </c:pt>
                <c:pt idx="15883">
                  <c:v>0.20707986451868793</c:v>
                </c:pt>
                <c:pt idx="15884">
                  <c:v>0.20707988314208142</c:v>
                </c:pt>
                <c:pt idx="15885">
                  <c:v>0.20709002097124954</c:v>
                </c:pt>
                <c:pt idx="15886">
                  <c:v>0.2070912431293685</c:v>
                </c:pt>
                <c:pt idx="15887">
                  <c:v>0.20709351631756776</c:v>
                </c:pt>
                <c:pt idx="15888">
                  <c:v>0.20711047152321183</c:v>
                </c:pt>
                <c:pt idx="15889">
                  <c:v>0.207120845161197</c:v>
                </c:pt>
                <c:pt idx="15890">
                  <c:v>0.20713744303025533</c:v>
                </c:pt>
                <c:pt idx="15891">
                  <c:v>0.20716180781560364</c:v>
                </c:pt>
                <c:pt idx="15892">
                  <c:v>0.20716829845174994</c:v>
                </c:pt>
                <c:pt idx="15893">
                  <c:v>0.20716881648471017</c:v>
                </c:pt>
                <c:pt idx="15894">
                  <c:v>0.20718999370211158</c:v>
                </c:pt>
                <c:pt idx="15895">
                  <c:v>0.20720821636779879</c:v>
                </c:pt>
                <c:pt idx="15896">
                  <c:v>0.20723219071169108</c:v>
                </c:pt>
                <c:pt idx="15897">
                  <c:v>0.207256394902255</c:v>
                </c:pt>
                <c:pt idx="15898">
                  <c:v>0.20726271643895477</c:v>
                </c:pt>
                <c:pt idx="15899">
                  <c:v>0.20727196921743923</c:v>
                </c:pt>
                <c:pt idx="15900">
                  <c:v>0.20727995135309615</c:v>
                </c:pt>
                <c:pt idx="15901">
                  <c:v>0.20728056289881969</c:v>
                </c:pt>
                <c:pt idx="15902">
                  <c:v>0.20729451957281639</c:v>
                </c:pt>
                <c:pt idx="15903">
                  <c:v>0.20729884256677225</c:v>
                </c:pt>
                <c:pt idx="15904">
                  <c:v>0.20730117193685341</c:v>
                </c:pt>
                <c:pt idx="15905">
                  <c:v>0.2073095086862399</c:v>
                </c:pt>
                <c:pt idx="15906">
                  <c:v>0.2073183897475856</c:v>
                </c:pt>
                <c:pt idx="15907">
                  <c:v>0.20732244254838486</c:v>
                </c:pt>
                <c:pt idx="15908">
                  <c:v>0.20735170969403058</c:v>
                </c:pt>
                <c:pt idx="15909">
                  <c:v>0.20735371163214442</c:v>
                </c:pt>
                <c:pt idx="15910">
                  <c:v>0.20736595743530711</c:v>
                </c:pt>
                <c:pt idx="15911">
                  <c:v>0.20738815493397172</c:v>
                </c:pt>
                <c:pt idx="15912">
                  <c:v>0.2074117289611945</c:v>
                </c:pt>
                <c:pt idx="15913">
                  <c:v>0.2074361475043339</c:v>
                </c:pt>
                <c:pt idx="15914">
                  <c:v>0.20745457974938311</c:v>
                </c:pt>
                <c:pt idx="15915">
                  <c:v>0.20750842290958571</c:v>
                </c:pt>
                <c:pt idx="15916">
                  <c:v>0.20751686373031925</c:v>
                </c:pt>
                <c:pt idx="15917">
                  <c:v>0.20753137570415048</c:v>
                </c:pt>
                <c:pt idx="15918">
                  <c:v>0.20754873257715134</c:v>
                </c:pt>
                <c:pt idx="15919">
                  <c:v>0.20757196054189761</c:v>
                </c:pt>
                <c:pt idx="15920">
                  <c:v>0.20757600834104681</c:v>
                </c:pt>
                <c:pt idx="15921">
                  <c:v>0.20765336045366972</c:v>
                </c:pt>
                <c:pt idx="15922">
                  <c:v>0.20769076183857615</c:v>
                </c:pt>
                <c:pt idx="15923">
                  <c:v>0.20770180136491823</c:v>
                </c:pt>
                <c:pt idx="15924">
                  <c:v>0.20770430206312304</c:v>
                </c:pt>
                <c:pt idx="15925">
                  <c:v>0.20772395272874794</c:v>
                </c:pt>
                <c:pt idx="15926">
                  <c:v>0.20772505589741297</c:v>
                </c:pt>
                <c:pt idx="15927">
                  <c:v>0.20774850747813345</c:v>
                </c:pt>
                <c:pt idx="15928">
                  <c:v>0.20775928962092677</c:v>
                </c:pt>
                <c:pt idx="15929">
                  <c:v>0.20779564398030892</c:v>
                </c:pt>
                <c:pt idx="15930">
                  <c:v>0.20784702931343058</c:v>
                </c:pt>
                <c:pt idx="15931">
                  <c:v>0.2078613225674287</c:v>
                </c:pt>
                <c:pt idx="15932">
                  <c:v>0.20787975000361777</c:v>
                </c:pt>
                <c:pt idx="15933">
                  <c:v>0.20791152561578943</c:v>
                </c:pt>
                <c:pt idx="15934">
                  <c:v>0.20791182023198387</c:v>
                </c:pt>
                <c:pt idx="15935">
                  <c:v>0.20791643376425561</c:v>
                </c:pt>
                <c:pt idx="15936">
                  <c:v>0.20794644066347054</c:v>
                </c:pt>
                <c:pt idx="15937">
                  <c:v>0.20796110732930786</c:v>
                </c:pt>
                <c:pt idx="15938">
                  <c:v>0.20797327153017486</c:v>
                </c:pt>
                <c:pt idx="15939">
                  <c:v>0.20797681878020974</c:v>
                </c:pt>
                <c:pt idx="15940">
                  <c:v>0.20801125821756172</c:v>
                </c:pt>
                <c:pt idx="15941">
                  <c:v>0.20801344310848999</c:v>
                </c:pt>
                <c:pt idx="15942">
                  <c:v>0.20802010526805792</c:v>
                </c:pt>
                <c:pt idx="15943">
                  <c:v>0.2080468296787987</c:v>
                </c:pt>
                <c:pt idx="15944">
                  <c:v>0.20811448082039261</c:v>
                </c:pt>
                <c:pt idx="15945">
                  <c:v>0.20811830588243777</c:v>
                </c:pt>
                <c:pt idx="15946">
                  <c:v>0.20812180243678075</c:v>
                </c:pt>
                <c:pt idx="15947">
                  <c:v>0.20814367410349011</c:v>
                </c:pt>
                <c:pt idx="15948">
                  <c:v>0.20814510086075477</c:v>
                </c:pt>
                <c:pt idx="15949">
                  <c:v>0.20815470057319196</c:v>
                </c:pt>
                <c:pt idx="15950">
                  <c:v>0.20816269460504477</c:v>
                </c:pt>
                <c:pt idx="15951">
                  <c:v>0.20818631168334109</c:v>
                </c:pt>
                <c:pt idx="15952">
                  <c:v>0.20818771115522691</c:v>
                </c:pt>
                <c:pt idx="15953">
                  <c:v>0.20819266564552566</c:v>
                </c:pt>
                <c:pt idx="15954">
                  <c:v>0.208205162263078</c:v>
                </c:pt>
                <c:pt idx="15955">
                  <c:v>0.20823485641005565</c:v>
                </c:pt>
                <c:pt idx="15956">
                  <c:v>0.20824945367808362</c:v>
                </c:pt>
                <c:pt idx="15957">
                  <c:v>0.20825264809748018</c:v>
                </c:pt>
                <c:pt idx="15958">
                  <c:v>0.20826268195892003</c:v>
                </c:pt>
                <c:pt idx="15959">
                  <c:v>0.2082707728379162</c:v>
                </c:pt>
                <c:pt idx="15960">
                  <c:v>0.20831892186474626</c:v>
                </c:pt>
                <c:pt idx="15961">
                  <c:v>0.20832593400832525</c:v>
                </c:pt>
                <c:pt idx="15962">
                  <c:v>0.20833109948593564</c:v>
                </c:pt>
                <c:pt idx="15963">
                  <c:v>0.20833965501310633</c:v>
                </c:pt>
                <c:pt idx="15964">
                  <c:v>0.20834861211553038</c:v>
                </c:pt>
                <c:pt idx="15965">
                  <c:v>0.2083548873168741</c:v>
                </c:pt>
                <c:pt idx="15966">
                  <c:v>0.20840848792492858</c:v>
                </c:pt>
                <c:pt idx="15967">
                  <c:v>0.20841231055367246</c:v>
                </c:pt>
                <c:pt idx="15968">
                  <c:v>0.20842775346810438</c:v>
                </c:pt>
                <c:pt idx="15969">
                  <c:v>0.20842932025582087</c:v>
                </c:pt>
                <c:pt idx="15970">
                  <c:v>0.20843269140556997</c:v>
                </c:pt>
                <c:pt idx="15971">
                  <c:v>0.20844487951025906</c:v>
                </c:pt>
                <c:pt idx="15972">
                  <c:v>0.20849884361328189</c:v>
                </c:pt>
                <c:pt idx="15973">
                  <c:v>0.20851294614295976</c:v>
                </c:pt>
                <c:pt idx="15974">
                  <c:v>0.2085329132062663</c:v>
                </c:pt>
                <c:pt idx="15975">
                  <c:v>0.20854368268841555</c:v>
                </c:pt>
                <c:pt idx="15976">
                  <c:v>0.20856281963858964</c:v>
                </c:pt>
                <c:pt idx="15977">
                  <c:v>0.20856305849624091</c:v>
                </c:pt>
                <c:pt idx="15978">
                  <c:v>0.20856887625946113</c:v>
                </c:pt>
                <c:pt idx="15979">
                  <c:v>0.20857676074950213</c:v>
                </c:pt>
                <c:pt idx="15980">
                  <c:v>0.20859139625085957</c:v>
                </c:pt>
                <c:pt idx="15981">
                  <c:v>0.20859184289850027</c:v>
                </c:pt>
                <c:pt idx="15982">
                  <c:v>0.20865683686760145</c:v>
                </c:pt>
                <c:pt idx="15983">
                  <c:v>0.20866522864806827</c:v>
                </c:pt>
                <c:pt idx="15984">
                  <c:v>0.20866859811285371</c:v>
                </c:pt>
                <c:pt idx="15985">
                  <c:v>0.20873306155001128</c:v>
                </c:pt>
                <c:pt idx="15986">
                  <c:v>0.20874899333458002</c:v>
                </c:pt>
                <c:pt idx="15987">
                  <c:v>0.20875328814054137</c:v>
                </c:pt>
                <c:pt idx="15988">
                  <c:v>0.20875376400319764</c:v>
                </c:pt>
                <c:pt idx="15989">
                  <c:v>0.20877555977313617</c:v>
                </c:pt>
                <c:pt idx="15990">
                  <c:v>0.20878292235316714</c:v>
                </c:pt>
                <c:pt idx="15991">
                  <c:v>0.20879237270944076</c:v>
                </c:pt>
                <c:pt idx="15992">
                  <c:v>0.20880348048576447</c:v>
                </c:pt>
                <c:pt idx="15993">
                  <c:v>0.20880371685138027</c:v>
                </c:pt>
                <c:pt idx="15994">
                  <c:v>0.20880535211779205</c:v>
                </c:pt>
                <c:pt idx="15995">
                  <c:v>0.20881411934958052</c:v>
                </c:pt>
                <c:pt idx="15996">
                  <c:v>0.20884234483513225</c:v>
                </c:pt>
                <c:pt idx="15997">
                  <c:v>0.2088563857920557</c:v>
                </c:pt>
                <c:pt idx="15998">
                  <c:v>0.20885952395836327</c:v>
                </c:pt>
                <c:pt idx="15999">
                  <c:v>0.20891707307698407</c:v>
                </c:pt>
                <c:pt idx="16000">
                  <c:v>0.20892210212521078</c:v>
                </c:pt>
                <c:pt idx="16001">
                  <c:v>0.2089645357034261</c:v>
                </c:pt>
                <c:pt idx="16002">
                  <c:v>0.20899138650494906</c:v>
                </c:pt>
                <c:pt idx="16003">
                  <c:v>0.20900255519009656</c:v>
                </c:pt>
                <c:pt idx="16004">
                  <c:v>0.20900594348940474</c:v>
                </c:pt>
                <c:pt idx="16005">
                  <c:v>0.20900788058414707</c:v>
                </c:pt>
                <c:pt idx="16006">
                  <c:v>0.20902059304010898</c:v>
                </c:pt>
                <c:pt idx="16007">
                  <c:v>0.20905802310008592</c:v>
                </c:pt>
                <c:pt idx="16008">
                  <c:v>0.20907733613768961</c:v>
                </c:pt>
                <c:pt idx="16009">
                  <c:v>0.20907863927736356</c:v>
                </c:pt>
                <c:pt idx="16010">
                  <c:v>0.20908599946066395</c:v>
                </c:pt>
                <c:pt idx="16011">
                  <c:v>0.20909141618430718</c:v>
                </c:pt>
                <c:pt idx="16012">
                  <c:v>0.2090994113915538</c:v>
                </c:pt>
                <c:pt idx="16013">
                  <c:v>0.20910518722909219</c:v>
                </c:pt>
                <c:pt idx="16014">
                  <c:v>0.20915702013521659</c:v>
                </c:pt>
                <c:pt idx="16015">
                  <c:v>0.20916112690344843</c:v>
                </c:pt>
                <c:pt idx="16016">
                  <c:v>0.20916715608674175</c:v>
                </c:pt>
                <c:pt idx="16017">
                  <c:v>0.20917211116378198</c:v>
                </c:pt>
                <c:pt idx="16018">
                  <c:v>0.20918556415958209</c:v>
                </c:pt>
                <c:pt idx="16019">
                  <c:v>0.20920277788230501</c:v>
                </c:pt>
                <c:pt idx="16020">
                  <c:v>0.2092319146466613</c:v>
                </c:pt>
                <c:pt idx="16021">
                  <c:v>0.20924207985094687</c:v>
                </c:pt>
                <c:pt idx="16022">
                  <c:v>0.20925036602943187</c:v>
                </c:pt>
                <c:pt idx="16023">
                  <c:v>0.20926049043447079</c:v>
                </c:pt>
                <c:pt idx="16024">
                  <c:v>0.20929115117801733</c:v>
                </c:pt>
                <c:pt idx="16025">
                  <c:v>0.20929538820089283</c:v>
                </c:pt>
                <c:pt idx="16026">
                  <c:v>0.20930759680339817</c:v>
                </c:pt>
                <c:pt idx="16027">
                  <c:v>0.20932985335180324</c:v>
                </c:pt>
                <c:pt idx="16028">
                  <c:v>0.20933003989721652</c:v>
                </c:pt>
                <c:pt idx="16029">
                  <c:v>0.20934894041570051</c:v>
                </c:pt>
                <c:pt idx="16030">
                  <c:v>0.209388575989473</c:v>
                </c:pt>
                <c:pt idx="16031">
                  <c:v>0.20939444498730159</c:v>
                </c:pt>
                <c:pt idx="16032">
                  <c:v>0.2094083290998206</c:v>
                </c:pt>
                <c:pt idx="16033">
                  <c:v>0.20941423342280868</c:v>
                </c:pt>
                <c:pt idx="16034">
                  <c:v>0.20942013962682499</c:v>
                </c:pt>
                <c:pt idx="16035">
                  <c:v>0.2094252071503496</c:v>
                </c:pt>
                <c:pt idx="16036">
                  <c:v>0.20943354374319612</c:v>
                </c:pt>
                <c:pt idx="16037">
                  <c:v>0.20945965245638246</c:v>
                </c:pt>
                <c:pt idx="16038">
                  <c:v>0.20946712187761637</c:v>
                </c:pt>
                <c:pt idx="16039">
                  <c:v>0.2094899771755431</c:v>
                </c:pt>
                <c:pt idx="16040">
                  <c:v>0.20951827023154046</c:v>
                </c:pt>
                <c:pt idx="16041">
                  <c:v>0.2095451711578995</c:v>
                </c:pt>
                <c:pt idx="16042">
                  <c:v>0.20954801339169871</c:v>
                </c:pt>
                <c:pt idx="16043">
                  <c:v>0.20958884158479921</c:v>
                </c:pt>
                <c:pt idx="16044">
                  <c:v>0.20959604173050334</c:v>
                </c:pt>
                <c:pt idx="16045">
                  <c:v>0.20961096292737344</c:v>
                </c:pt>
                <c:pt idx="16046">
                  <c:v>0.20963710516866646</c:v>
                </c:pt>
                <c:pt idx="16047">
                  <c:v>0.20963780322574779</c:v>
                </c:pt>
                <c:pt idx="16048">
                  <c:v>0.20966288906781305</c:v>
                </c:pt>
                <c:pt idx="16049">
                  <c:v>0.2096790497105816</c:v>
                </c:pt>
                <c:pt idx="16050">
                  <c:v>0.20970880119661831</c:v>
                </c:pt>
                <c:pt idx="16051">
                  <c:v>0.20971240271744604</c:v>
                </c:pt>
                <c:pt idx="16052">
                  <c:v>0.20975779321301818</c:v>
                </c:pt>
                <c:pt idx="16053">
                  <c:v>0.20977377071428427</c:v>
                </c:pt>
                <c:pt idx="16054">
                  <c:v>0.20978109512180892</c:v>
                </c:pt>
                <c:pt idx="16055">
                  <c:v>0.20979855770200423</c:v>
                </c:pt>
                <c:pt idx="16056">
                  <c:v>0.20980326999203758</c:v>
                </c:pt>
                <c:pt idx="16057">
                  <c:v>0.20980332368014992</c:v>
                </c:pt>
                <c:pt idx="16058">
                  <c:v>0.20980983137841047</c:v>
                </c:pt>
                <c:pt idx="16059">
                  <c:v>0.20981465401727728</c:v>
                </c:pt>
                <c:pt idx="16060">
                  <c:v>0.20981541252212438</c:v>
                </c:pt>
                <c:pt idx="16061">
                  <c:v>0.20983129779994567</c:v>
                </c:pt>
                <c:pt idx="16062">
                  <c:v>0.20983766375136009</c:v>
                </c:pt>
                <c:pt idx="16063">
                  <c:v>0.2098505228142265</c:v>
                </c:pt>
                <c:pt idx="16064">
                  <c:v>0.20989175321973416</c:v>
                </c:pt>
                <c:pt idx="16065">
                  <c:v>0.2098960757871213</c:v>
                </c:pt>
                <c:pt idx="16066">
                  <c:v>0.2099101742356187</c:v>
                </c:pt>
                <c:pt idx="16067">
                  <c:v>0.20991070093503339</c:v>
                </c:pt>
                <c:pt idx="16068">
                  <c:v>0.20996745633539124</c:v>
                </c:pt>
                <c:pt idx="16069">
                  <c:v>0.20997802748391478</c:v>
                </c:pt>
                <c:pt idx="16070">
                  <c:v>0.20998619185991871</c:v>
                </c:pt>
                <c:pt idx="16071">
                  <c:v>0.21002591902373569</c:v>
                </c:pt>
                <c:pt idx="16072">
                  <c:v>0.21003424908816606</c:v>
                </c:pt>
                <c:pt idx="16073">
                  <c:v>0.21003595587505697</c:v>
                </c:pt>
                <c:pt idx="16074">
                  <c:v>0.21005281696819506</c:v>
                </c:pt>
                <c:pt idx="16075">
                  <c:v>0.21007918989130328</c:v>
                </c:pt>
                <c:pt idx="16076">
                  <c:v>0.21009098750380392</c:v>
                </c:pt>
                <c:pt idx="16077">
                  <c:v>0.21009502765943788</c:v>
                </c:pt>
                <c:pt idx="16078">
                  <c:v>0.21010403873186545</c:v>
                </c:pt>
                <c:pt idx="16079">
                  <c:v>0.21012083180716437</c:v>
                </c:pt>
                <c:pt idx="16080">
                  <c:v>0.21012187689321674</c:v>
                </c:pt>
                <c:pt idx="16081">
                  <c:v>0.21014190475024164</c:v>
                </c:pt>
                <c:pt idx="16082">
                  <c:v>0.2101705843941418</c:v>
                </c:pt>
                <c:pt idx="16083">
                  <c:v>0.21017889922480584</c:v>
                </c:pt>
                <c:pt idx="16084">
                  <c:v>0.21018633855358854</c:v>
                </c:pt>
                <c:pt idx="16085">
                  <c:v>0.21020420809194201</c:v>
                </c:pt>
                <c:pt idx="16086">
                  <c:v>0.21021144948502896</c:v>
                </c:pt>
                <c:pt idx="16087">
                  <c:v>0.21024250108229103</c:v>
                </c:pt>
                <c:pt idx="16088">
                  <c:v>0.21026872651232464</c:v>
                </c:pt>
                <c:pt idx="16089">
                  <c:v>0.21029768282471195</c:v>
                </c:pt>
                <c:pt idx="16090">
                  <c:v>0.21031458906291095</c:v>
                </c:pt>
                <c:pt idx="16091">
                  <c:v>0.21032518007920731</c:v>
                </c:pt>
                <c:pt idx="16092">
                  <c:v>0.21033102337619006</c:v>
                </c:pt>
                <c:pt idx="16093">
                  <c:v>0.21033826668353078</c:v>
                </c:pt>
                <c:pt idx="16094">
                  <c:v>0.21035299812687283</c:v>
                </c:pt>
                <c:pt idx="16095">
                  <c:v>0.21036644855909253</c:v>
                </c:pt>
                <c:pt idx="16096">
                  <c:v>0.2103964567747664</c:v>
                </c:pt>
                <c:pt idx="16097">
                  <c:v>0.21039729165377774</c:v>
                </c:pt>
                <c:pt idx="16098">
                  <c:v>0.21041412728843942</c:v>
                </c:pt>
                <c:pt idx="16099">
                  <c:v>0.2104156810600582</c:v>
                </c:pt>
                <c:pt idx="16100">
                  <c:v>0.21047484571951983</c:v>
                </c:pt>
                <c:pt idx="16101">
                  <c:v>0.21048701072413281</c:v>
                </c:pt>
                <c:pt idx="16102">
                  <c:v>0.21052288757089341</c:v>
                </c:pt>
                <c:pt idx="16103">
                  <c:v>0.21055442789642825</c:v>
                </c:pt>
                <c:pt idx="16104">
                  <c:v>0.21055487918473592</c:v>
                </c:pt>
                <c:pt idx="16105">
                  <c:v>0.21058367809304698</c:v>
                </c:pt>
                <c:pt idx="16106">
                  <c:v>0.21062005509077164</c:v>
                </c:pt>
                <c:pt idx="16107">
                  <c:v>0.21062533501764938</c:v>
                </c:pt>
                <c:pt idx="16108">
                  <c:v>0.21063202955229829</c:v>
                </c:pt>
                <c:pt idx="16109">
                  <c:v>0.21063554337661181</c:v>
                </c:pt>
                <c:pt idx="16110">
                  <c:v>0.21063712754001115</c:v>
                </c:pt>
                <c:pt idx="16111">
                  <c:v>0.21064549964375137</c:v>
                </c:pt>
                <c:pt idx="16112">
                  <c:v>0.21065096788199891</c:v>
                </c:pt>
                <c:pt idx="16113">
                  <c:v>0.21066703518028118</c:v>
                </c:pt>
                <c:pt idx="16114">
                  <c:v>0.21066786863252271</c:v>
                </c:pt>
                <c:pt idx="16115">
                  <c:v>0.21068142655910918</c:v>
                </c:pt>
                <c:pt idx="16116">
                  <c:v>0.2106870162046669</c:v>
                </c:pt>
                <c:pt idx="16117">
                  <c:v>0.21068920389514109</c:v>
                </c:pt>
                <c:pt idx="16118">
                  <c:v>0.21071860190913896</c:v>
                </c:pt>
                <c:pt idx="16119">
                  <c:v>0.21072663378096829</c:v>
                </c:pt>
                <c:pt idx="16120">
                  <c:v>0.21075015114296541</c:v>
                </c:pt>
                <c:pt idx="16121">
                  <c:v>0.21078214590489822</c:v>
                </c:pt>
                <c:pt idx="16122">
                  <c:v>0.21079466860721605</c:v>
                </c:pt>
                <c:pt idx="16123">
                  <c:v>0.21081075990847897</c:v>
                </c:pt>
                <c:pt idx="16124">
                  <c:v>0.21082365261866765</c:v>
                </c:pt>
                <c:pt idx="16125">
                  <c:v>0.21084198297398191</c:v>
                </c:pt>
                <c:pt idx="16126">
                  <c:v>0.21084489622211866</c:v>
                </c:pt>
                <c:pt idx="16127">
                  <c:v>0.21084768659562816</c:v>
                </c:pt>
                <c:pt idx="16128">
                  <c:v>0.21088445702074377</c:v>
                </c:pt>
                <c:pt idx="16129">
                  <c:v>0.21089321279782675</c:v>
                </c:pt>
                <c:pt idx="16130">
                  <c:v>0.21090179310706894</c:v>
                </c:pt>
                <c:pt idx="16131">
                  <c:v>0.21092654587562376</c:v>
                </c:pt>
                <c:pt idx="16132">
                  <c:v>0.21099018985601944</c:v>
                </c:pt>
                <c:pt idx="16133">
                  <c:v>0.21099803079293139</c:v>
                </c:pt>
                <c:pt idx="16134">
                  <c:v>0.2110170791927771</c:v>
                </c:pt>
                <c:pt idx="16135">
                  <c:v>0.21106886651872309</c:v>
                </c:pt>
                <c:pt idx="16136">
                  <c:v>0.21107286270345749</c:v>
                </c:pt>
                <c:pt idx="16137">
                  <c:v>0.21112352085396677</c:v>
                </c:pt>
                <c:pt idx="16138">
                  <c:v>0.21113907141008831</c:v>
                </c:pt>
                <c:pt idx="16139">
                  <c:v>0.21114505741082298</c:v>
                </c:pt>
                <c:pt idx="16140">
                  <c:v>0.21114649508415434</c:v>
                </c:pt>
                <c:pt idx="16141">
                  <c:v>0.21114863604074968</c:v>
                </c:pt>
                <c:pt idx="16142">
                  <c:v>0.21118122279365745</c:v>
                </c:pt>
                <c:pt idx="16143">
                  <c:v>0.21118259748167414</c:v>
                </c:pt>
                <c:pt idx="16144">
                  <c:v>0.21118862697257926</c:v>
                </c:pt>
                <c:pt idx="16145">
                  <c:v>0.21123045763392509</c:v>
                </c:pt>
                <c:pt idx="16146">
                  <c:v>0.21126815254465212</c:v>
                </c:pt>
                <c:pt idx="16147">
                  <c:v>0.21126980162773024</c:v>
                </c:pt>
                <c:pt idx="16148">
                  <c:v>0.2112822317628911</c:v>
                </c:pt>
                <c:pt idx="16149">
                  <c:v>0.211316457429787</c:v>
                </c:pt>
                <c:pt idx="16150">
                  <c:v>0.21133046279673029</c:v>
                </c:pt>
                <c:pt idx="16151">
                  <c:v>0.21133384946034481</c:v>
                </c:pt>
                <c:pt idx="16152">
                  <c:v>0.21134959657670438</c:v>
                </c:pt>
                <c:pt idx="16153">
                  <c:v>0.21139768740252707</c:v>
                </c:pt>
                <c:pt idx="16154">
                  <c:v>0.21140289675634433</c:v>
                </c:pt>
                <c:pt idx="16155">
                  <c:v>0.21140953759376399</c:v>
                </c:pt>
                <c:pt idx="16156">
                  <c:v>0.21141155916612614</c:v>
                </c:pt>
                <c:pt idx="16157">
                  <c:v>0.21141313091458769</c:v>
                </c:pt>
                <c:pt idx="16158">
                  <c:v>0.21142234877666313</c:v>
                </c:pt>
                <c:pt idx="16159">
                  <c:v>0.21143343084392877</c:v>
                </c:pt>
                <c:pt idx="16160">
                  <c:v>0.2114633712197117</c:v>
                </c:pt>
                <c:pt idx="16161">
                  <c:v>0.21147889739948217</c:v>
                </c:pt>
                <c:pt idx="16162">
                  <c:v>0.21150124054460137</c:v>
                </c:pt>
                <c:pt idx="16163">
                  <c:v>0.21150980019523358</c:v>
                </c:pt>
                <c:pt idx="16164">
                  <c:v>0.21152730615714097</c:v>
                </c:pt>
                <c:pt idx="16165">
                  <c:v>0.21152824192257264</c:v>
                </c:pt>
                <c:pt idx="16166">
                  <c:v>0.21153368568285461</c:v>
                </c:pt>
                <c:pt idx="16167">
                  <c:v>0.21154114781738098</c:v>
                </c:pt>
                <c:pt idx="16168">
                  <c:v>0.2115516239603176</c:v>
                </c:pt>
                <c:pt idx="16169">
                  <c:v>0.21155215942636654</c:v>
                </c:pt>
                <c:pt idx="16170">
                  <c:v>0.2115694433127828</c:v>
                </c:pt>
                <c:pt idx="16171">
                  <c:v>0.21158146710630388</c:v>
                </c:pt>
                <c:pt idx="16172">
                  <c:v>0.21159798955618006</c:v>
                </c:pt>
                <c:pt idx="16173">
                  <c:v>0.21162644518292478</c:v>
                </c:pt>
                <c:pt idx="16174">
                  <c:v>0.21162830768190116</c:v>
                </c:pt>
                <c:pt idx="16175">
                  <c:v>0.21164819325832782</c:v>
                </c:pt>
                <c:pt idx="16176">
                  <c:v>0.21170339687720716</c:v>
                </c:pt>
                <c:pt idx="16177">
                  <c:v>0.21171439955268631</c:v>
                </c:pt>
                <c:pt idx="16178">
                  <c:v>0.21173977608822847</c:v>
                </c:pt>
                <c:pt idx="16179">
                  <c:v>0.21174839933494932</c:v>
                </c:pt>
                <c:pt idx="16180">
                  <c:v>0.21176820071992111</c:v>
                </c:pt>
                <c:pt idx="16181">
                  <c:v>0.21177736192249308</c:v>
                </c:pt>
                <c:pt idx="16182">
                  <c:v>0.21178273966478461</c:v>
                </c:pt>
                <c:pt idx="16183">
                  <c:v>0.21181268608315704</c:v>
                </c:pt>
                <c:pt idx="16184">
                  <c:v>0.21183904673626963</c:v>
                </c:pt>
                <c:pt idx="16185">
                  <c:v>0.21186714305375998</c:v>
                </c:pt>
                <c:pt idx="16186">
                  <c:v>0.21186981844448802</c:v>
                </c:pt>
                <c:pt idx="16187">
                  <c:v>0.21189655892483489</c:v>
                </c:pt>
                <c:pt idx="16188">
                  <c:v>0.21192524961618153</c:v>
                </c:pt>
                <c:pt idx="16189">
                  <c:v>0.21199138942337351</c:v>
                </c:pt>
                <c:pt idx="16190">
                  <c:v>0.21199547487843726</c:v>
                </c:pt>
                <c:pt idx="16191">
                  <c:v>0.21199687753083818</c:v>
                </c:pt>
                <c:pt idx="16192">
                  <c:v>0.21201236570946472</c:v>
                </c:pt>
                <c:pt idx="16193">
                  <c:v>0.21201573670363422</c:v>
                </c:pt>
                <c:pt idx="16194">
                  <c:v>0.21201743235859385</c:v>
                </c:pt>
                <c:pt idx="16195">
                  <c:v>0.21202283275045417</c:v>
                </c:pt>
                <c:pt idx="16196">
                  <c:v>0.21202305556292494</c:v>
                </c:pt>
                <c:pt idx="16197">
                  <c:v>0.21203551432474899</c:v>
                </c:pt>
                <c:pt idx="16198">
                  <c:v>0.2120378600313573</c:v>
                </c:pt>
                <c:pt idx="16199">
                  <c:v>0.21209110925707556</c:v>
                </c:pt>
                <c:pt idx="16200">
                  <c:v>0.21212216834878234</c:v>
                </c:pt>
                <c:pt idx="16201">
                  <c:v>0.21214606279806453</c:v>
                </c:pt>
                <c:pt idx="16202">
                  <c:v>0.21215402178006987</c:v>
                </c:pt>
                <c:pt idx="16203">
                  <c:v>0.21218892816782353</c:v>
                </c:pt>
                <c:pt idx="16204">
                  <c:v>0.21219806191450283</c:v>
                </c:pt>
                <c:pt idx="16205">
                  <c:v>0.212234549961372</c:v>
                </c:pt>
                <c:pt idx="16206">
                  <c:v>0.2122408843547717</c:v>
                </c:pt>
                <c:pt idx="16207">
                  <c:v>0.21224858821416945</c:v>
                </c:pt>
                <c:pt idx="16208">
                  <c:v>0.21228518200816845</c:v>
                </c:pt>
                <c:pt idx="16209">
                  <c:v>0.2123007847112168</c:v>
                </c:pt>
                <c:pt idx="16210">
                  <c:v>0.21231505893436306</c:v>
                </c:pt>
                <c:pt idx="16211">
                  <c:v>0.21231757299255014</c:v>
                </c:pt>
                <c:pt idx="16212">
                  <c:v>0.212319298911742</c:v>
                </c:pt>
                <c:pt idx="16213">
                  <c:v>0.21233114734568415</c:v>
                </c:pt>
                <c:pt idx="16214">
                  <c:v>0.21233815784139201</c:v>
                </c:pt>
                <c:pt idx="16215">
                  <c:v>0.2123777052411687</c:v>
                </c:pt>
                <c:pt idx="16216">
                  <c:v>0.21243352110256436</c:v>
                </c:pt>
                <c:pt idx="16217">
                  <c:v>0.21243930661209848</c:v>
                </c:pt>
                <c:pt idx="16218">
                  <c:v>0.21244538772615509</c:v>
                </c:pt>
                <c:pt idx="16219">
                  <c:v>0.21245142809159898</c:v>
                </c:pt>
                <c:pt idx="16220">
                  <c:v>0.21247512790790307</c:v>
                </c:pt>
                <c:pt idx="16221">
                  <c:v>0.21248045228458701</c:v>
                </c:pt>
                <c:pt idx="16222">
                  <c:v>0.21249116332733367</c:v>
                </c:pt>
                <c:pt idx="16223">
                  <c:v>0.21251387263450872</c:v>
                </c:pt>
                <c:pt idx="16224">
                  <c:v>0.21256382265636689</c:v>
                </c:pt>
                <c:pt idx="16225">
                  <c:v>0.21257224622804297</c:v>
                </c:pt>
                <c:pt idx="16226">
                  <c:v>0.21261526125833433</c:v>
                </c:pt>
                <c:pt idx="16227">
                  <c:v>0.21263508562737327</c:v>
                </c:pt>
                <c:pt idx="16228">
                  <c:v>0.21266528834853429</c:v>
                </c:pt>
                <c:pt idx="16229">
                  <c:v>0.21267717783487952</c:v>
                </c:pt>
                <c:pt idx="16230">
                  <c:v>0.21267802578935507</c:v>
                </c:pt>
                <c:pt idx="16231">
                  <c:v>0.21268110406866803</c:v>
                </c:pt>
                <c:pt idx="16232">
                  <c:v>0.2127063571926715</c:v>
                </c:pt>
                <c:pt idx="16233">
                  <c:v>0.21271106115841251</c:v>
                </c:pt>
                <c:pt idx="16234">
                  <c:v>0.21272327058853283</c:v>
                </c:pt>
                <c:pt idx="16235">
                  <c:v>0.21277482717770785</c:v>
                </c:pt>
                <c:pt idx="16236">
                  <c:v>0.21277663154951926</c:v>
                </c:pt>
                <c:pt idx="16237">
                  <c:v>0.21278464112230408</c:v>
                </c:pt>
                <c:pt idx="16238">
                  <c:v>0.21282763924744832</c:v>
                </c:pt>
                <c:pt idx="16239">
                  <c:v>0.21285090451376573</c:v>
                </c:pt>
                <c:pt idx="16240">
                  <c:v>0.21285803974282738</c:v>
                </c:pt>
                <c:pt idx="16241">
                  <c:v>0.21286007263909443</c:v>
                </c:pt>
                <c:pt idx="16242">
                  <c:v>0.21286008481897012</c:v>
                </c:pt>
                <c:pt idx="16243">
                  <c:v>0.21288767605198108</c:v>
                </c:pt>
                <c:pt idx="16244">
                  <c:v>0.21290159675680562</c:v>
                </c:pt>
                <c:pt idx="16245">
                  <c:v>0.21292980129446235</c:v>
                </c:pt>
                <c:pt idx="16246">
                  <c:v>0.21293226086809647</c:v>
                </c:pt>
                <c:pt idx="16247">
                  <c:v>0.21296806463542023</c:v>
                </c:pt>
                <c:pt idx="16248">
                  <c:v>0.21299019822648019</c:v>
                </c:pt>
                <c:pt idx="16249">
                  <c:v>0.21299313788094648</c:v>
                </c:pt>
                <c:pt idx="16250">
                  <c:v>0.21300499084539601</c:v>
                </c:pt>
                <c:pt idx="16251">
                  <c:v>0.21301235906417229</c:v>
                </c:pt>
                <c:pt idx="16252">
                  <c:v>0.21301439935916502</c:v>
                </c:pt>
                <c:pt idx="16253">
                  <c:v>0.21302646139137507</c:v>
                </c:pt>
                <c:pt idx="16254">
                  <c:v>0.21302863593703814</c:v>
                </c:pt>
                <c:pt idx="16255">
                  <c:v>0.21307108118558621</c:v>
                </c:pt>
                <c:pt idx="16256">
                  <c:v>0.21309952216231048</c:v>
                </c:pt>
                <c:pt idx="16257">
                  <c:v>0.21310821685986098</c:v>
                </c:pt>
                <c:pt idx="16258">
                  <c:v>0.21317336116674593</c:v>
                </c:pt>
                <c:pt idx="16259">
                  <c:v>0.21318735862120425</c:v>
                </c:pt>
                <c:pt idx="16260">
                  <c:v>0.21325472370146212</c:v>
                </c:pt>
                <c:pt idx="16261">
                  <c:v>0.21326504028656079</c:v>
                </c:pt>
                <c:pt idx="16262">
                  <c:v>0.21327870331570475</c:v>
                </c:pt>
                <c:pt idx="16263">
                  <c:v>0.21328378976662329</c:v>
                </c:pt>
                <c:pt idx="16264">
                  <c:v>0.21332251445259243</c:v>
                </c:pt>
                <c:pt idx="16265">
                  <c:v>0.21332253664740114</c:v>
                </c:pt>
                <c:pt idx="16266">
                  <c:v>0.21333232250726766</c:v>
                </c:pt>
                <c:pt idx="16267">
                  <c:v>0.21333296121481646</c:v>
                </c:pt>
                <c:pt idx="16268">
                  <c:v>0.21334771673837186</c:v>
                </c:pt>
                <c:pt idx="16269">
                  <c:v>0.21335702517888638</c:v>
                </c:pt>
                <c:pt idx="16270">
                  <c:v>0.2133624469719011</c:v>
                </c:pt>
                <c:pt idx="16271">
                  <c:v>0.21339386612068156</c:v>
                </c:pt>
                <c:pt idx="16272">
                  <c:v>0.21343956622627333</c:v>
                </c:pt>
                <c:pt idx="16273">
                  <c:v>0.21346643530494275</c:v>
                </c:pt>
                <c:pt idx="16274">
                  <c:v>0.21346695260568141</c:v>
                </c:pt>
                <c:pt idx="16275">
                  <c:v>0.21347256733042325</c:v>
                </c:pt>
                <c:pt idx="16276">
                  <c:v>0.21347826087571856</c:v>
                </c:pt>
                <c:pt idx="16277">
                  <c:v>0.21350896780249715</c:v>
                </c:pt>
                <c:pt idx="16278">
                  <c:v>0.21353840482725395</c:v>
                </c:pt>
                <c:pt idx="16279">
                  <c:v>0.21354278854600711</c:v>
                </c:pt>
                <c:pt idx="16280">
                  <c:v>0.21354400683131877</c:v>
                </c:pt>
                <c:pt idx="16281">
                  <c:v>0.21355602237530341</c:v>
                </c:pt>
                <c:pt idx="16282">
                  <c:v>0.21357269431611728</c:v>
                </c:pt>
                <c:pt idx="16283">
                  <c:v>0.21358169615853939</c:v>
                </c:pt>
                <c:pt idx="16284">
                  <c:v>0.21361024792706276</c:v>
                </c:pt>
                <c:pt idx="16285">
                  <c:v>0.21364061885477409</c:v>
                </c:pt>
                <c:pt idx="16286">
                  <c:v>0.21366676515844221</c:v>
                </c:pt>
                <c:pt idx="16287">
                  <c:v>0.2136668169062039</c:v>
                </c:pt>
                <c:pt idx="16288">
                  <c:v>0.2136692904794342</c:v>
                </c:pt>
                <c:pt idx="16289">
                  <c:v>0.21368486774834655</c:v>
                </c:pt>
                <c:pt idx="16290">
                  <c:v>0.21369463298877725</c:v>
                </c:pt>
                <c:pt idx="16291">
                  <c:v>0.21369809707722207</c:v>
                </c:pt>
                <c:pt idx="16292">
                  <c:v>0.21371297522624688</c:v>
                </c:pt>
                <c:pt idx="16293">
                  <c:v>0.21374442525433404</c:v>
                </c:pt>
                <c:pt idx="16294">
                  <c:v>0.21375029020602726</c:v>
                </c:pt>
                <c:pt idx="16295">
                  <c:v>0.21376667640227087</c:v>
                </c:pt>
                <c:pt idx="16296">
                  <c:v>0.21378633456665627</c:v>
                </c:pt>
                <c:pt idx="16297">
                  <c:v>0.21378679370861475</c:v>
                </c:pt>
                <c:pt idx="16298">
                  <c:v>0.21379858230791671</c:v>
                </c:pt>
                <c:pt idx="16299">
                  <c:v>0.21381638742169426</c:v>
                </c:pt>
                <c:pt idx="16300">
                  <c:v>0.21383062948846518</c:v>
                </c:pt>
                <c:pt idx="16301">
                  <c:v>0.21383670246124523</c:v>
                </c:pt>
                <c:pt idx="16302">
                  <c:v>0.21383796641937838</c:v>
                </c:pt>
                <c:pt idx="16303">
                  <c:v>0.21385048996824685</c:v>
                </c:pt>
                <c:pt idx="16304">
                  <c:v>0.21386091195311346</c:v>
                </c:pt>
                <c:pt idx="16305">
                  <c:v>0.21390834161321412</c:v>
                </c:pt>
                <c:pt idx="16306">
                  <c:v>0.21392092967779541</c:v>
                </c:pt>
                <c:pt idx="16307">
                  <c:v>0.21392132985437254</c:v>
                </c:pt>
                <c:pt idx="16308">
                  <c:v>0.21392791099935093</c:v>
                </c:pt>
                <c:pt idx="16309">
                  <c:v>0.21395570171047354</c:v>
                </c:pt>
                <c:pt idx="16310">
                  <c:v>0.21403030056502562</c:v>
                </c:pt>
                <c:pt idx="16311">
                  <c:v>0.21403478836941275</c:v>
                </c:pt>
                <c:pt idx="16312">
                  <c:v>0.21404668066533059</c:v>
                </c:pt>
                <c:pt idx="16313">
                  <c:v>0.21407476318892829</c:v>
                </c:pt>
                <c:pt idx="16314">
                  <c:v>0.21408548450898199</c:v>
                </c:pt>
                <c:pt idx="16315">
                  <c:v>0.21409607534328778</c:v>
                </c:pt>
                <c:pt idx="16316">
                  <c:v>0.21410194997296886</c:v>
                </c:pt>
                <c:pt idx="16317">
                  <c:v>0.21412087434461369</c:v>
                </c:pt>
                <c:pt idx="16318">
                  <c:v>0.21412662580643871</c:v>
                </c:pt>
                <c:pt idx="16319">
                  <c:v>0.21413551537736819</c:v>
                </c:pt>
                <c:pt idx="16320">
                  <c:v>0.21414415701163117</c:v>
                </c:pt>
                <c:pt idx="16321">
                  <c:v>0.21416813432659981</c:v>
                </c:pt>
                <c:pt idx="16322">
                  <c:v>0.21418197327154243</c:v>
                </c:pt>
                <c:pt idx="16323">
                  <c:v>0.21418849117658129</c:v>
                </c:pt>
                <c:pt idx="16324">
                  <c:v>0.21420780586409699</c:v>
                </c:pt>
                <c:pt idx="16325">
                  <c:v>0.21423278142027941</c:v>
                </c:pt>
                <c:pt idx="16326">
                  <c:v>0.21423650832991176</c:v>
                </c:pt>
                <c:pt idx="16327">
                  <c:v>0.21423840434392494</c:v>
                </c:pt>
                <c:pt idx="16328">
                  <c:v>0.21423939440449238</c:v>
                </c:pt>
                <c:pt idx="16329">
                  <c:v>0.21424377470031561</c:v>
                </c:pt>
                <c:pt idx="16330">
                  <c:v>0.21426119803357271</c:v>
                </c:pt>
                <c:pt idx="16331">
                  <c:v>0.21427161204300135</c:v>
                </c:pt>
                <c:pt idx="16332">
                  <c:v>0.21429213880138029</c:v>
                </c:pt>
                <c:pt idx="16333">
                  <c:v>0.21429548535265713</c:v>
                </c:pt>
                <c:pt idx="16334">
                  <c:v>0.21430861133054863</c:v>
                </c:pt>
                <c:pt idx="16335">
                  <c:v>0.2143153259695722</c:v>
                </c:pt>
                <c:pt idx="16336">
                  <c:v>0.21432066272919276</c:v>
                </c:pt>
                <c:pt idx="16337">
                  <c:v>0.21432478285000525</c:v>
                </c:pt>
                <c:pt idx="16338">
                  <c:v>0.21433711074401285</c:v>
                </c:pt>
                <c:pt idx="16339">
                  <c:v>0.21435702078856028</c:v>
                </c:pt>
                <c:pt idx="16340">
                  <c:v>0.21437069284378862</c:v>
                </c:pt>
                <c:pt idx="16341">
                  <c:v>0.21437789242648578</c:v>
                </c:pt>
                <c:pt idx="16342">
                  <c:v>0.21438036353644682</c:v>
                </c:pt>
                <c:pt idx="16343">
                  <c:v>0.21438387012672716</c:v>
                </c:pt>
                <c:pt idx="16344">
                  <c:v>0.21438586227091988</c:v>
                </c:pt>
                <c:pt idx="16345">
                  <c:v>0.21438721607030514</c:v>
                </c:pt>
                <c:pt idx="16346">
                  <c:v>0.21439542861027736</c:v>
                </c:pt>
                <c:pt idx="16347">
                  <c:v>0.21440382717129905</c:v>
                </c:pt>
                <c:pt idx="16348">
                  <c:v>0.21440448814969396</c:v>
                </c:pt>
                <c:pt idx="16349">
                  <c:v>0.21441736223450292</c:v>
                </c:pt>
                <c:pt idx="16350">
                  <c:v>0.21442124285388026</c:v>
                </c:pt>
                <c:pt idx="16351">
                  <c:v>0.21443003173022965</c:v>
                </c:pt>
                <c:pt idx="16352">
                  <c:v>0.21443512706494239</c:v>
                </c:pt>
                <c:pt idx="16353">
                  <c:v>0.21444852989450131</c:v>
                </c:pt>
                <c:pt idx="16354">
                  <c:v>0.2144995606924309</c:v>
                </c:pt>
                <c:pt idx="16355">
                  <c:v>0.21450371539538904</c:v>
                </c:pt>
                <c:pt idx="16356">
                  <c:v>0.21450922489287735</c:v>
                </c:pt>
                <c:pt idx="16357">
                  <c:v>0.2145092430702018</c:v>
                </c:pt>
                <c:pt idx="16358">
                  <c:v>0.2145259852786689</c:v>
                </c:pt>
                <c:pt idx="16359">
                  <c:v>0.2145404329903744</c:v>
                </c:pt>
                <c:pt idx="16360">
                  <c:v>0.21455577333235179</c:v>
                </c:pt>
                <c:pt idx="16361">
                  <c:v>0.21457520058981552</c:v>
                </c:pt>
                <c:pt idx="16362">
                  <c:v>0.21458718321549619</c:v>
                </c:pt>
                <c:pt idx="16363">
                  <c:v>0.21459977201718591</c:v>
                </c:pt>
                <c:pt idx="16364">
                  <c:v>0.21461863577599086</c:v>
                </c:pt>
                <c:pt idx="16365">
                  <c:v>0.21463930749807689</c:v>
                </c:pt>
                <c:pt idx="16366">
                  <c:v>0.21464664353793944</c:v>
                </c:pt>
                <c:pt idx="16367">
                  <c:v>0.2146619331912438</c:v>
                </c:pt>
                <c:pt idx="16368">
                  <c:v>0.21468325623271212</c:v>
                </c:pt>
                <c:pt idx="16369">
                  <c:v>0.21469569323046825</c:v>
                </c:pt>
                <c:pt idx="16370">
                  <c:v>0.21472582929765066</c:v>
                </c:pt>
                <c:pt idx="16371">
                  <c:v>0.21473216132390263</c:v>
                </c:pt>
                <c:pt idx="16372">
                  <c:v>0.21473435678718736</c:v>
                </c:pt>
                <c:pt idx="16373">
                  <c:v>0.21473483282429853</c:v>
                </c:pt>
                <c:pt idx="16374">
                  <c:v>0.21474726723480231</c:v>
                </c:pt>
                <c:pt idx="16375">
                  <c:v>0.21475450926717018</c:v>
                </c:pt>
                <c:pt idx="16376">
                  <c:v>0.21477592244589724</c:v>
                </c:pt>
                <c:pt idx="16377">
                  <c:v>0.21478235880392907</c:v>
                </c:pt>
                <c:pt idx="16378">
                  <c:v>0.214821864787267</c:v>
                </c:pt>
                <c:pt idx="16379">
                  <c:v>0.21486918674858155</c:v>
                </c:pt>
                <c:pt idx="16380">
                  <c:v>0.21487084006522883</c:v>
                </c:pt>
                <c:pt idx="16381">
                  <c:v>0.21487371487179444</c:v>
                </c:pt>
                <c:pt idx="16382">
                  <c:v>0.21490358425812217</c:v>
                </c:pt>
                <c:pt idx="16383">
                  <c:v>0.21491775023681936</c:v>
                </c:pt>
                <c:pt idx="16384">
                  <c:v>0.21496821092732349</c:v>
                </c:pt>
                <c:pt idx="16385">
                  <c:v>0.21496984743134179</c:v>
                </c:pt>
                <c:pt idx="16386">
                  <c:v>0.21498316025015679</c:v>
                </c:pt>
                <c:pt idx="16387">
                  <c:v>0.21498988625735127</c:v>
                </c:pt>
                <c:pt idx="16388">
                  <c:v>0.2150073603175828</c:v>
                </c:pt>
                <c:pt idx="16389">
                  <c:v>0.21502046129320987</c:v>
                </c:pt>
                <c:pt idx="16390">
                  <c:v>0.21502076155250871</c:v>
                </c:pt>
                <c:pt idx="16391">
                  <c:v>0.21502207496329201</c:v>
                </c:pt>
                <c:pt idx="16392">
                  <c:v>0.21502482384790686</c:v>
                </c:pt>
                <c:pt idx="16393">
                  <c:v>0.21503408639443011</c:v>
                </c:pt>
                <c:pt idx="16394">
                  <c:v>0.21504626284184178</c:v>
                </c:pt>
                <c:pt idx="16395">
                  <c:v>0.21505906908706612</c:v>
                </c:pt>
                <c:pt idx="16396">
                  <c:v>0.21509307314505963</c:v>
                </c:pt>
                <c:pt idx="16397">
                  <c:v>0.21513830039744891</c:v>
                </c:pt>
                <c:pt idx="16398">
                  <c:v>0.21514748315622367</c:v>
                </c:pt>
                <c:pt idx="16399">
                  <c:v>0.21516314779814474</c:v>
                </c:pt>
                <c:pt idx="16400">
                  <c:v>0.21519548995938595</c:v>
                </c:pt>
                <c:pt idx="16401">
                  <c:v>0.21528526101790849</c:v>
                </c:pt>
                <c:pt idx="16402">
                  <c:v>0.21529194451255967</c:v>
                </c:pt>
                <c:pt idx="16403">
                  <c:v>0.21531007803882041</c:v>
                </c:pt>
                <c:pt idx="16404">
                  <c:v>0.21534003950928621</c:v>
                </c:pt>
                <c:pt idx="16405">
                  <c:v>0.21535006883728</c:v>
                </c:pt>
                <c:pt idx="16406">
                  <c:v>0.21538346877029496</c:v>
                </c:pt>
                <c:pt idx="16407">
                  <c:v>0.21540618473092613</c:v>
                </c:pt>
                <c:pt idx="16408">
                  <c:v>0.21542617128998676</c:v>
                </c:pt>
                <c:pt idx="16409">
                  <c:v>0.21542692831178367</c:v>
                </c:pt>
                <c:pt idx="16410">
                  <c:v>0.21543617381615063</c:v>
                </c:pt>
                <c:pt idx="16411">
                  <c:v>0.21544096597264226</c:v>
                </c:pt>
                <c:pt idx="16412">
                  <c:v>0.21545162520487915</c:v>
                </c:pt>
                <c:pt idx="16413">
                  <c:v>0.21548322424888311</c:v>
                </c:pt>
                <c:pt idx="16414">
                  <c:v>0.21549621292705803</c:v>
                </c:pt>
                <c:pt idx="16415">
                  <c:v>0.21550350139029234</c:v>
                </c:pt>
                <c:pt idx="16416">
                  <c:v>0.21551670671447573</c:v>
                </c:pt>
                <c:pt idx="16417">
                  <c:v>0.21551967503446443</c:v>
                </c:pt>
                <c:pt idx="16418">
                  <c:v>0.21552863392828062</c:v>
                </c:pt>
                <c:pt idx="16419">
                  <c:v>0.21556640255107934</c:v>
                </c:pt>
                <c:pt idx="16420">
                  <c:v>0.21557912581946509</c:v>
                </c:pt>
                <c:pt idx="16421">
                  <c:v>0.21561765450995155</c:v>
                </c:pt>
                <c:pt idx="16422">
                  <c:v>0.21562670082844848</c:v>
                </c:pt>
                <c:pt idx="16423">
                  <c:v>0.21563655399098497</c:v>
                </c:pt>
                <c:pt idx="16424">
                  <c:v>0.21568401840945486</c:v>
                </c:pt>
                <c:pt idx="16425">
                  <c:v>0.21571901394136531</c:v>
                </c:pt>
                <c:pt idx="16426">
                  <c:v>0.21573456936052926</c:v>
                </c:pt>
                <c:pt idx="16427">
                  <c:v>0.21573591372338086</c:v>
                </c:pt>
                <c:pt idx="16428">
                  <c:v>0.21578706604956266</c:v>
                </c:pt>
                <c:pt idx="16429">
                  <c:v>0.21579018159078503</c:v>
                </c:pt>
                <c:pt idx="16430">
                  <c:v>0.21580038796014225</c:v>
                </c:pt>
                <c:pt idx="16431">
                  <c:v>0.21580688881009788</c:v>
                </c:pt>
                <c:pt idx="16432">
                  <c:v>0.21582870178150196</c:v>
                </c:pt>
                <c:pt idx="16433">
                  <c:v>0.21584099138316887</c:v>
                </c:pt>
                <c:pt idx="16434">
                  <c:v>0.2158465833758747</c:v>
                </c:pt>
                <c:pt idx="16435">
                  <c:v>0.21585068931733273</c:v>
                </c:pt>
                <c:pt idx="16436">
                  <c:v>0.21585363662949753</c:v>
                </c:pt>
                <c:pt idx="16437">
                  <c:v>0.21585907638593335</c:v>
                </c:pt>
                <c:pt idx="16438">
                  <c:v>0.21586565205828717</c:v>
                </c:pt>
                <c:pt idx="16439">
                  <c:v>0.21588243491084422</c:v>
                </c:pt>
                <c:pt idx="16440">
                  <c:v>0.21591241525879648</c:v>
                </c:pt>
                <c:pt idx="16441">
                  <c:v>0.21600060767490648</c:v>
                </c:pt>
                <c:pt idx="16442">
                  <c:v>0.21601136926663664</c:v>
                </c:pt>
                <c:pt idx="16443">
                  <c:v>0.21603618006112429</c:v>
                </c:pt>
                <c:pt idx="16444">
                  <c:v>0.21606641476643432</c:v>
                </c:pt>
                <c:pt idx="16445">
                  <c:v>0.21606775528522937</c:v>
                </c:pt>
                <c:pt idx="16446">
                  <c:v>0.21607375517753782</c:v>
                </c:pt>
                <c:pt idx="16447">
                  <c:v>0.21608550668448304</c:v>
                </c:pt>
                <c:pt idx="16448">
                  <c:v>0.21609245316984135</c:v>
                </c:pt>
                <c:pt idx="16449">
                  <c:v>0.21612342326733905</c:v>
                </c:pt>
                <c:pt idx="16450">
                  <c:v>0.21613210749861253</c:v>
                </c:pt>
                <c:pt idx="16451">
                  <c:v>0.21614617184068971</c:v>
                </c:pt>
                <c:pt idx="16452">
                  <c:v>0.2161614111833586</c:v>
                </c:pt>
                <c:pt idx="16453">
                  <c:v>0.21616402039101046</c:v>
                </c:pt>
                <c:pt idx="16454">
                  <c:v>0.2161777744096966</c:v>
                </c:pt>
                <c:pt idx="16455">
                  <c:v>0.21618267164085414</c:v>
                </c:pt>
                <c:pt idx="16456">
                  <c:v>0.21620299604327062</c:v>
                </c:pt>
                <c:pt idx="16457">
                  <c:v>0.21621118462514041</c:v>
                </c:pt>
                <c:pt idx="16458">
                  <c:v>0.21623540709614683</c:v>
                </c:pt>
                <c:pt idx="16459">
                  <c:v>0.21623828802304923</c:v>
                </c:pt>
                <c:pt idx="16460">
                  <c:v>0.21626231501772333</c:v>
                </c:pt>
                <c:pt idx="16461">
                  <c:v>0.21627549127511966</c:v>
                </c:pt>
                <c:pt idx="16462">
                  <c:v>0.21629055950156956</c:v>
                </c:pt>
                <c:pt idx="16463">
                  <c:v>0.21629574858789169</c:v>
                </c:pt>
                <c:pt idx="16464">
                  <c:v>0.21630084985420678</c:v>
                </c:pt>
                <c:pt idx="16465">
                  <c:v>0.21630528659707682</c:v>
                </c:pt>
                <c:pt idx="16466">
                  <c:v>0.2163116285783096</c:v>
                </c:pt>
                <c:pt idx="16467">
                  <c:v>0.21632298998915606</c:v>
                </c:pt>
                <c:pt idx="16468">
                  <c:v>0.21632684437947591</c:v>
                </c:pt>
                <c:pt idx="16469">
                  <c:v>0.21632830817341836</c:v>
                </c:pt>
                <c:pt idx="16470">
                  <c:v>0.21635964581159492</c:v>
                </c:pt>
                <c:pt idx="16471">
                  <c:v>0.21642304034317572</c:v>
                </c:pt>
                <c:pt idx="16472">
                  <c:v>0.2164428467871852</c:v>
                </c:pt>
                <c:pt idx="16473">
                  <c:v>0.21650034701229454</c:v>
                </c:pt>
                <c:pt idx="16474">
                  <c:v>0.21655285585435324</c:v>
                </c:pt>
                <c:pt idx="16475">
                  <c:v>0.216580870623652</c:v>
                </c:pt>
                <c:pt idx="16476">
                  <c:v>0.21658186519144015</c:v>
                </c:pt>
                <c:pt idx="16477">
                  <c:v>0.21661444131496399</c:v>
                </c:pt>
                <c:pt idx="16478">
                  <c:v>0.21662676919608426</c:v>
                </c:pt>
                <c:pt idx="16479">
                  <c:v>0.21663398304164871</c:v>
                </c:pt>
                <c:pt idx="16480">
                  <c:v>0.21663856313466837</c:v>
                </c:pt>
                <c:pt idx="16481">
                  <c:v>0.21665611315092395</c:v>
                </c:pt>
                <c:pt idx="16482">
                  <c:v>0.21669563600090475</c:v>
                </c:pt>
                <c:pt idx="16483">
                  <c:v>0.21671905890156815</c:v>
                </c:pt>
                <c:pt idx="16484">
                  <c:v>0.21672520293393607</c:v>
                </c:pt>
                <c:pt idx="16485">
                  <c:v>0.21673128389229993</c:v>
                </c:pt>
                <c:pt idx="16486">
                  <c:v>0.21678538568944608</c:v>
                </c:pt>
                <c:pt idx="16487">
                  <c:v>0.21680109117643664</c:v>
                </c:pt>
                <c:pt idx="16488">
                  <c:v>0.21680225335450634</c:v>
                </c:pt>
                <c:pt idx="16489">
                  <c:v>0.21683065397621601</c:v>
                </c:pt>
                <c:pt idx="16490">
                  <c:v>0.21683711296979152</c:v>
                </c:pt>
                <c:pt idx="16491">
                  <c:v>0.2168430494209756</c:v>
                </c:pt>
                <c:pt idx="16492">
                  <c:v>0.21685461765487865</c:v>
                </c:pt>
                <c:pt idx="16493">
                  <c:v>0.21686075850312883</c:v>
                </c:pt>
                <c:pt idx="16494">
                  <c:v>0.21690974080755362</c:v>
                </c:pt>
                <c:pt idx="16495">
                  <c:v>0.21691021791177623</c:v>
                </c:pt>
                <c:pt idx="16496">
                  <c:v>0.21691595856954346</c:v>
                </c:pt>
                <c:pt idx="16497">
                  <c:v>0.21693380873402976</c:v>
                </c:pt>
                <c:pt idx="16498">
                  <c:v>0.21693827764788157</c:v>
                </c:pt>
                <c:pt idx="16499">
                  <c:v>0.21694442340898423</c:v>
                </c:pt>
                <c:pt idx="16500">
                  <c:v>0.21695905709308166</c:v>
                </c:pt>
                <c:pt idx="16501">
                  <c:v>0.216983215214409</c:v>
                </c:pt>
                <c:pt idx="16502">
                  <c:v>0.21699951772446588</c:v>
                </c:pt>
                <c:pt idx="16503">
                  <c:v>0.21700266252077391</c:v>
                </c:pt>
                <c:pt idx="16504">
                  <c:v>0.21700380818516538</c:v>
                </c:pt>
                <c:pt idx="16505">
                  <c:v>0.21700966633496171</c:v>
                </c:pt>
                <c:pt idx="16506">
                  <c:v>0.21705913729082171</c:v>
                </c:pt>
                <c:pt idx="16507">
                  <c:v>0.21706152942406448</c:v>
                </c:pt>
                <c:pt idx="16508">
                  <c:v>0.21706550784822118</c:v>
                </c:pt>
                <c:pt idx="16509">
                  <c:v>0.21706749228293798</c:v>
                </c:pt>
                <c:pt idx="16510">
                  <c:v>0.21707034808077116</c:v>
                </c:pt>
                <c:pt idx="16511">
                  <c:v>0.21710989768053721</c:v>
                </c:pt>
                <c:pt idx="16512">
                  <c:v>0.21712897622632976</c:v>
                </c:pt>
                <c:pt idx="16513">
                  <c:v>0.21719063501204072</c:v>
                </c:pt>
                <c:pt idx="16514">
                  <c:v>0.21719727754663806</c:v>
                </c:pt>
                <c:pt idx="16515">
                  <c:v>0.21720003446740635</c:v>
                </c:pt>
                <c:pt idx="16516">
                  <c:v>0.21721005527272813</c:v>
                </c:pt>
                <c:pt idx="16517">
                  <c:v>0.21721922801290727</c:v>
                </c:pt>
                <c:pt idx="16518">
                  <c:v>0.21723073614359067</c:v>
                </c:pt>
                <c:pt idx="16519">
                  <c:v>0.2172432411073042</c:v>
                </c:pt>
                <c:pt idx="16520">
                  <c:v>0.21727029462557515</c:v>
                </c:pt>
                <c:pt idx="16521">
                  <c:v>0.21727683533347553</c:v>
                </c:pt>
                <c:pt idx="16522">
                  <c:v>0.21728958346808253</c:v>
                </c:pt>
                <c:pt idx="16523">
                  <c:v>0.2172934151796001</c:v>
                </c:pt>
                <c:pt idx="16524">
                  <c:v>0.21729345448085305</c:v>
                </c:pt>
                <c:pt idx="16525">
                  <c:v>0.2173008519697055</c:v>
                </c:pt>
                <c:pt idx="16526">
                  <c:v>0.21733419372791662</c:v>
                </c:pt>
                <c:pt idx="16527">
                  <c:v>0.21736543240762862</c:v>
                </c:pt>
                <c:pt idx="16528">
                  <c:v>0.21737139308036316</c:v>
                </c:pt>
                <c:pt idx="16529">
                  <c:v>0.21737570649476137</c:v>
                </c:pt>
                <c:pt idx="16530">
                  <c:v>0.21739956480106554</c:v>
                </c:pt>
                <c:pt idx="16531">
                  <c:v>0.21742594824015135</c:v>
                </c:pt>
                <c:pt idx="16532">
                  <c:v>0.21742830041507075</c:v>
                </c:pt>
                <c:pt idx="16533">
                  <c:v>0.21743652848263975</c:v>
                </c:pt>
                <c:pt idx="16534">
                  <c:v>0.21744274912537362</c:v>
                </c:pt>
                <c:pt idx="16535">
                  <c:v>0.21745179508236256</c:v>
                </c:pt>
                <c:pt idx="16536">
                  <c:v>0.21745486417485979</c:v>
                </c:pt>
                <c:pt idx="16537">
                  <c:v>0.21748329298704336</c:v>
                </c:pt>
                <c:pt idx="16538">
                  <c:v>0.21753367367640453</c:v>
                </c:pt>
                <c:pt idx="16539">
                  <c:v>0.2175410768375084</c:v>
                </c:pt>
                <c:pt idx="16540">
                  <c:v>0.21756867671142355</c:v>
                </c:pt>
                <c:pt idx="16541">
                  <c:v>0.2175847707920977</c:v>
                </c:pt>
                <c:pt idx="16542">
                  <c:v>0.21758675459373603</c:v>
                </c:pt>
                <c:pt idx="16543">
                  <c:v>0.2175892707777502</c:v>
                </c:pt>
                <c:pt idx="16544">
                  <c:v>0.21761675485444948</c:v>
                </c:pt>
                <c:pt idx="16545">
                  <c:v>0.2176212617283356</c:v>
                </c:pt>
                <c:pt idx="16546">
                  <c:v>0.21762344990529883</c:v>
                </c:pt>
                <c:pt idx="16547">
                  <c:v>0.21763391699405663</c:v>
                </c:pt>
                <c:pt idx="16548">
                  <c:v>0.2176395933500522</c:v>
                </c:pt>
                <c:pt idx="16549">
                  <c:v>0.21764022037954439</c:v>
                </c:pt>
                <c:pt idx="16550">
                  <c:v>0.21764266845516317</c:v>
                </c:pt>
                <c:pt idx="16551">
                  <c:v>0.21764556353340364</c:v>
                </c:pt>
                <c:pt idx="16552">
                  <c:v>0.2176495822262885</c:v>
                </c:pt>
                <c:pt idx="16553">
                  <c:v>0.21765435555848728</c:v>
                </c:pt>
                <c:pt idx="16554">
                  <c:v>0.2176555537580363</c:v>
                </c:pt>
                <c:pt idx="16555">
                  <c:v>0.21767146404790078</c:v>
                </c:pt>
                <c:pt idx="16556">
                  <c:v>0.21767182643061175</c:v>
                </c:pt>
                <c:pt idx="16557">
                  <c:v>0.21767969510817406</c:v>
                </c:pt>
                <c:pt idx="16558">
                  <c:v>0.21771421606192737</c:v>
                </c:pt>
                <c:pt idx="16559">
                  <c:v>0.21773842542376648</c:v>
                </c:pt>
                <c:pt idx="16560">
                  <c:v>0.21775760267468758</c:v>
                </c:pt>
                <c:pt idx="16561">
                  <c:v>0.21784383965221277</c:v>
                </c:pt>
                <c:pt idx="16562">
                  <c:v>0.21787267240122571</c:v>
                </c:pt>
                <c:pt idx="16563">
                  <c:v>0.21790577788841364</c:v>
                </c:pt>
                <c:pt idx="16564">
                  <c:v>0.21798511040111843</c:v>
                </c:pt>
                <c:pt idx="16565">
                  <c:v>0.21799637601176644</c:v>
                </c:pt>
                <c:pt idx="16566">
                  <c:v>0.21804137383025199</c:v>
                </c:pt>
                <c:pt idx="16567">
                  <c:v>0.21806308353787318</c:v>
                </c:pt>
                <c:pt idx="16568">
                  <c:v>0.2180677821995573</c:v>
                </c:pt>
                <c:pt idx="16569">
                  <c:v>0.21815099387254833</c:v>
                </c:pt>
                <c:pt idx="16570">
                  <c:v>0.2181529674209689</c:v>
                </c:pt>
                <c:pt idx="16571">
                  <c:v>0.21816145306177767</c:v>
                </c:pt>
                <c:pt idx="16572">
                  <c:v>0.21819023509005342</c:v>
                </c:pt>
                <c:pt idx="16573">
                  <c:v>0.2182094570103488</c:v>
                </c:pt>
                <c:pt idx="16574">
                  <c:v>0.21821278670662084</c:v>
                </c:pt>
                <c:pt idx="16575">
                  <c:v>0.21821294124985313</c:v>
                </c:pt>
                <c:pt idx="16576">
                  <c:v>0.21822363431305436</c:v>
                </c:pt>
                <c:pt idx="16577">
                  <c:v>0.2182593609948151</c:v>
                </c:pt>
                <c:pt idx="16578">
                  <c:v>0.21826046514958963</c:v>
                </c:pt>
                <c:pt idx="16579">
                  <c:v>0.21826178034046037</c:v>
                </c:pt>
                <c:pt idx="16580">
                  <c:v>0.21828024598295664</c:v>
                </c:pt>
                <c:pt idx="16581">
                  <c:v>0.21829077700934557</c:v>
                </c:pt>
                <c:pt idx="16582">
                  <c:v>0.21832624602995251</c:v>
                </c:pt>
                <c:pt idx="16583">
                  <c:v>0.21835127930557613</c:v>
                </c:pt>
                <c:pt idx="16584">
                  <c:v>0.21837244276035947</c:v>
                </c:pt>
                <c:pt idx="16585">
                  <c:v>0.21837312627712144</c:v>
                </c:pt>
                <c:pt idx="16586">
                  <c:v>0.21837593568667277</c:v>
                </c:pt>
                <c:pt idx="16587">
                  <c:v>0.21840094990427514</c:v>
                </c:pt>
                <c:pt idx="16588">
                  <c:v>0.21842194073263854</c:v>
                </c:pt>
                <c:pt idx="16589">
                  <c:v>0.21843359529900735</c:v>
                </c:pt>
                <c:pt idx="16590">
                  <c:v>0.21844574731553384</c:v>
                </c:pt>
                <c:pt idx="16591">
                  <c:v>0.21845006492707708</c:v>
                </c:pt>
                <c:pt idx="16592">
                  <c:v>0.21848458698628179</c:v>
                </c:pt>
                <c:pt idx="16593">
                  <c:v>0.21853211015227439</c:v>
                </c:pt>
                <c:pt idx="16594">
                  <c:v>0.21856780986516575</c:v>
                </c:pt>
                <c:pt idx="16595">
                  <c:v>0.21858931001004858</c:v>
                </c:pt>
                <c:pt idx="16596">
                  <c:v>0.21859459992425795</c:v>
                </c:pt>
                <c:pt idx="16597">
                  <c:v>0.21860133212488397</c:v>
                </c:pt>
                <c:pt idx="16598">
                  <c:v>0.21861862424649472</c:v>
                </c:pt>
                <c:pt idx="16599">
                  <c:v>0.2186187285182557</c:v>
                </c:pt>
                <c:pt idx="16600">
                  <c:v>0.21862131446383556</c:v>
                </c:pt>
                <c:pt idx="16601">
                  <c:v>0.21862270863293301</c:v>
                </c:pt>
                <c:pt idx="16602">
                  <c:v>0.21865639915469906</c:v>
                </c:pt>
                <c:pt idx="16603">
                  <c:v>0.21868899951493276</c:v>
                </c:pt>
                <c:pt idx="16604">
                  <c:v>0.2186955780034506</c:v>
                </c:pt>
                <c:pt idx="16605">
                  <c:v>0.21869637981867565</c:v>
                </c:pt>
                <c:pt idx="16606">
                  <c:v>0.21872846882580146</c:v>
                </c:pt>
                <c:pt idx="16607">
                  <c:v>0.21872869224836358</c:v>
                </c:pt>
                <c:pt idx="16608">
                  <c:v>0.21876346829340315</c:v>
                </c:pt>
                <c:pt idx="16609">
                  <c:v>0.21883335850588376</c:v>
                </c:pt>
                <c:pt idx="16610">
                  <c:v>0.21883832272825979</c:v>
                </c:pt>
                <c:pt idx="16611">
                  <c:v>0.21885511954942422</c:v>
                </c:pt>
                <c:pt idx="16612">
                  <c:v>0.21886336243185592</c:v>
                </c:pt>
                <c:pt idx="16613">
                  <c:v>0.21887395236187085</c:v>
                </c:pt>
                <c:pt idx="16614">
                  <c:v>0.21887961940669487</c:v>
                </c:pt>
                <c:pt idx="16615">
                  <c:v>0.21889075413350859</c:v>
                </c:pt>
                <c:pt idx="16616">
                  <c:v>0.21889931620848357</c:v>
                </c:pt>
                <c:pt idx="16617">
                  <c:v>0.21890332429806306</c:v>
                </c:pt>
                <c:pt idx="16618">
                  <c:v>0.21890939335789361</c:v>
                </c:pt>
                <c:pt idx="16619">
                  <c:v>0.2189731503432282</c:v>
                </c:pt>
                <c:pt idx="16620">
                  <c:v>0.2189768460581108</c:v>
                </c:pt>
                <c:pt idx="16621">
                  <c:v>0.21898859100384932</c:v>
                </c:pt>
                <c:pt idx="16622">
                  <c:v>0.21900030741896057</c:v>
                </c:pt>
                <c:pt idx="16623">
                  <c:v>0.21902857178645399</c:v>
                </c:pt>
                <c:pt idx="16624">
                  <c:v>0.21904820360414515</c:v>
                </c:pt>
                <c:pt idx="16625">
                  <c:v>0.21904948439704647</c:v>
                </c:pt>
                <c:pt idx="16626">
                  <c:v>0.21906266567024271</c:v>
                </c:pt>
                <c:pt idx="16627">
                  <c:v>0.21907040964712413</c:v>
                </c:pt>
                <c:pt idx="16628">
                  <c:v>0.21908785608558093</c:v>
                </c:pt>
                <c:pt idx="16629">
                  <c:v>0.21909746013872961</c:v>
                </c:pt>
                <c:pt idx="16630">
                  <c:v>0.21910373005599065</c:v>
                </c:pt>
                <c:pt idx="16631">
                  <c:v>0.21912521852231817</c:v>
                </c:pt>
                <c:pt idx="16632">
                  <c:v>0.21913831365202349</c:v>
                </c:pt>
                <c:pt idx="16633">
                  <c:v>0.21914585330174635</c:v>
                </c:pt>
                <c:pt idx="16634">
                  <c:v>0.21921108395551001</c:v>
                </c:pt>
                <c:pt idx="16635">
                  <c:v>0.21922160673268845</c:v>
                </c:pt>
                <c:pt idx="16636">
                  <c:v>0.21926563149161232</c:v>
                </c:pt>
                <c:pt idx="16637">
                  <c:v>0.21927158370291261</c:v>
                </c:pt>
                <c:pt idx="16638">
                  <c:v>0.21927700516344362</c:v>
                </c:pt>
                <c:pt idx="16639">
                  <c:v>0.21928576333110203</c:v>
                </c:pt>
                <c:pt idx="16640">
                  <c:v>0.21930887309282746</c:v>
                </c:pt>
                <c:pt idx="16641">
                  <c:v>0.21936703204201721</c:v>
                </c:pt>
                <c:pt idx="16642">
                  <c:v>0.21937656311381873</c:v>
                </c:pt>
                <c:pt idx="16643">
                  <c:v>0.21938595670810623</c:v>
                </c:pt>
                <c:pt idx="16644">
                  <c:v>0.21943652338045988</c:v>
                </c:pt>
                <c:pt idx="16645">
                  <c:v>0.21948378493143778</c:v>
                </c:pt>
                <c:pt idx="16646">
                  <c:v>0.21948483532513186</c:v>
                </c:pt>
                <c:pt idx="16647">
                  <c:v>0.21949067463709956</c:v>
                </c:pt>
                <c:pt idx="16648">
                  <c:v>0.21951314210212391</c:v>
                </c:pt>
                <c:pt idx="16649">
                  <c:v>0.219514017452348</c:v>
                </c:pt>
                <c:pt idx="16650">
                  <c:v>0.2195186455665786</c:v>
                </c:pt>
                <c:pt idx="16651">
                  <c:v>0.2195339915809264</c:v>
                </c:pt>
                <c:pt idx="16652">
                  <c:v>0.21960831965137514</c:v>
                </c:pt>
                <c:pt idx="16653">
                  <c:v>0.21961750445786818</c:v>
                </c:pt>
                <c:pt idx="16654">
                  <c:v>0.21961824375756112</c:v>
                </c:pt>
                <c:pt idx="16655">
                  <c:v>0.21961891806458733</c:v>
                </c:pt>
                <c:pt idx="16656">
                  <c:v>0.21962628080001803</c:v>
                </c:pt>
                <c:pt idx="16657">
                  <c:v>0.21967315477764976</c:v>
                </c:pt>
                <c:pt idx="16658">
                  <c:v>0.21970854548470939</c:v>
                </c:pt>
                <c:pt idx="16659">
                  <c:v>0.2197308926109231</c:v>
                </c:pt>
                <c:pt idx="16660">
                  <c:v>0.21974999314780264</c:v>
                </c:pt>
                <c:pt idx="16661">
                  <c:v>0.21975146711795202</c:v>
                </c:pt>
                <c:pt idx="16662">
                  <c:v>0.21975990496411174</c:v>
                </c:pt>
                <c:pt idx="16663">
                  <c:v>0.21976019703778243</c:v>
                </c:pt>
                <c:pt idx="16664">
                  <c:v>0.21979026638729049</c:v>
                </c:pt>
                <c:pt idx="16665">
                  <c:v>0.21981767250854267</c:v>
                </c:pt>
                <c:pt idx="16666">
                  <c:v>0.21984549890612309</c:v>
                </c:pt>
                <c:pt idx="16667">
                  <c:v>0.21985284576392836</c:v>
                </c:pt>
                <c:pt idx="16668">
                  <c:v>0.219879593200587</c:v>
                </c:pt>
                <c:pt idx="16669">
                  <c:v>0.21992400947144355</c:v>
                </c:pt>
                <c:pt idx="16670">
                  <c:v>0.2199444936766887</c:v>
                </c:pt>
                <c:pt idx="16671">
                  <c:v>0.21995243488083735</c:v>
                </c:pt>
                <c:pt idx="16672">
                  <c:v>0.21996265867986564</c:v>
                </c:pt>
                <c:pt idx="16673">
                  <c:v>0.21998253652860134</c:v>
                </c:pt>
                <c:pt idx="16674">
                  <c:v>0.22002157926793683</c:v>
                </c:pt>
                <c:pt idx="16675">
                  <c:v>0.22004938793750656</c:v>
                </c:pt>
                <c:pt idx="16676">
                  <c:v>0.22005305850832127</c:v>
                </c:pt>
                <c:pt idx="16677">
                  <c:v>0.22010959710213357</c:v>
                </c:pt>
                <c:pt idx="16678">
                  <c:v>0.22012121327259199</c:v>
                </c:pt>
                <c:pt idx="16679">
                  <c:v>0.22015081628611485</c:v>
                </c:pt>
                <c:pt idx="16680">
                  <c:v>0.22015481243665255</c:v>
                </c:pt>
                <c:pt idx="16681">
                  <c:v>0.22020166962780635</c:v>
                </c:pt>
                <c:pt idx="16682">
                  <c:v>0.22022179310164733</c:v>
                </c:pt>
                <c:pt idx="16683">
                  <c:v>0.22024109453998642</c:v>
                </c:pt>
                <c:pt idx="16684">
                  <c:v>0.22024625589410218</c:v>
                </c:pt>
                <c:pt idx="16685">
                  <c:v>0.22027541749183202</c:v>
                </c:pt>
                <c:pt idx="16686">
                  <c:v>0.22027696988249545</c:v>
                </c:pt>
                <c:pt idx="16687">
                  <c:v>0.22028532727354094</c:v>
                </c:pt>
                <c:pt idx="16688">
                  <c:v>0.22029196600496062</c:v>
                </c:pt>
                <c:pt idx="16689">
                  <c:v>0.22030379114939375</c:v>
                </c:pt>
                <c:pt idx="16690">
                  <c:v>0.22031546375078834</c:v>
                </c:pt>
                <c:pt idx="16691">
                  <c:v>0.22036250241092331</c:v>
                </c:pt>
                <c:pt idx="16692">
                  <c:v>0.22036729215685136</c:v>
                </c:pt>
                <c:pt idx="16693">
                  <c:v>0.22037569579137248</c:v>
                </c:pt>
                <c:pt idx="16694">
                  <c:v>0.22039988767076216</c:v>
                </c:pt>
                <c:pt idx="16695">
                  <c:v>0.22040374678647354</c:v>
                </c:pt>
                <c:pt idx="16696">
                  <c:v>0.22044965685163637</c:v>
                </c:pt>
                <c:pt idx="16697">
                  <c:v>0.22046345947923368</c:v>
                </c:pt>
                <c:pt idx="16698">
                  <c:v>0.22048384278142846</c:v>
                </c:pt>
                <c:pt idx="16699">
                  <c:v>0.22048542200055399</c:v>
                </c:pt>
                <c:pt idx="16700">
                  <c:v>0.22052682115201211</c:v>
                </c:pt>
                <c:pt idx="16701">
                  <c:v>0.22052756078934818</c:v>
                </c:pt>
                <c:pt idx="16702">
                  <c:v>0.22053167524477185</c:v>
                </c:pt>
                <c:pt idx="16703">
                  <c:v>0.2205371844581889</c:v>
                </c:pt>
                <c:pt idx="16704">
                  <c:v>0.22055668039230056</c:v>
                </c:pt>
                <c:pt idx="16705">
                  <c:v>0.220624688010324</c:v>
                </c:pt>
                <c:pt idx="16706">
                  <c:v>0.22062507058590755</c:v>
                </c:pt>
                <c:pt idx="16707">
                  <c:v>0.22062519282039722</c:v>
                </c:pt>
                <c:pt idx="16708">
                  <c:v>0.22062996189055345</c:v>
                </c:pt>
                <c:pt idx="16709">
                  <c:v>0.22063350312170793</c:v>
                </c:pt>
                <c:pt idx="16710">
                  <c:v>0.22065411235412527</c:v>
                </c:pt>
                <c:pt idx="16711">
                  <c:v>0.22067133906410175</c:v>
                </c:pt>
                <c:pt idx="16712">
                  <c:v>0.22069225638446538</c:v>
                </c:pt>
                <c:pt idx="16713">
                  <c:v>0.22072819474399225</c:v>
                </c:pt>
                <c:pt idx="16714">
                  <c:v>0.22076846168633468</c:v>
                </c:pt>
                <c:pt idx="16715">
                  <c:v>0.22076995181179868</c:v>
                </c:pt>
                <c:pt idx="16716">
                  <c:v>0.22078693071170033</c:v>
                </c:pt>
                <c:pt idx="16717">
                  <c:v>0.22080986287790094</c:v>
                </c:pt>
                <c:pt idx="16718">
                  <c:v>0.22081470749108451</c:v>
                </c:pt>
                <c:pt idx="16719">
                  <c:v>0.22082423311863963</c:v>
                </c:pt>
                <c:pt idx="16720">
                  <c:v>0.22082598571331746</c:v>
                </c:pt>
                <c:pt idx="16721">
                  <c:v>0.22083122752744969</c:v>
                </c:pt>
                <c:pt idx="16722">
                  <c:v>0.22083197258109405</c:v>
                </c:pt>
                <c:pt idx="16723">
                  <c:v>0.22086797721627346</c:v>
                </c:pt>
                <c:pt idx="16724">
                  <c:v>0.22089757186001632</c:v>
                </c:pt>
                <c:pt idx="16725">
                  <c:v>0.22092944698825601</c:v>
                </c:pt>
                <c:pt idx="16726">
                  <c:v>0.22096751076793417</c:v>
                </c:pt>
                <c:pt idx="16727">
                  <c:v>0.22100120254561242</c:v>
                </c:pt>
                <c:pt idx="16728">
                  <c:v>0.22100332596946154</c:v>
                </c:pt>
                <c:pt idx="16729">
                  <c:v>0.22102727808562356</c:v>
                </c:pt>
                <c:pt idx="16730">
                  <c:v>0.22104219893180288</c:v>
                </c:pt>
                <c:pt idx="16731">
                  <c:v>0.22104704051893495</c:v>
                </c:pt>
                <c:pt idx="16732">
                  <c:v>0.22106567049680506</c:v>
                </c:pt>
                <c:pt idx="16733">
                  <c:v>0.22108273081524346</c:v>
                </c:pt>
                <c:pt idx="16734">
                  <c:v>0.22111882525490564</c:v>
                </c:pt>
                <c:pt idx="16735">
                  <c:v>0.22114726182840985</c:v>
                </c:pt>
                <c:pt idx="16736">
                  <c:v>0.22118598397686853</c:v>
                </c:pt>
                <c:pt idx="16737">
                  <c:v>0.22120550915440124</c:v>
                </c:pt>
                <c:pt idx="16738">
                  <c:v>0.22124234374978044</c:v>
                </c:pt>
                <c:pt idx="16739">
                  <c:v>0.22125547885319388</c:v>
                </c:pt>
                <c:pt idx="16740">
                  <c:v>0.22126224871745317</c:v>
                </c:pt>
                <c:pt idx="16741">
                  <c:v>0.22127437860204652</c:v>
                </c:pt>
                <c:pt idx="16742">
                  <c:v>0.22129547764089158</c:v>
                </c:pt>
                <c:pt idx="16743">
                  <c:v>0.22129986549966632</c:v>
                </c:pt>
                <c:pt idx="16744">
                  <c:v>0.22130021284433843</c:v>
                </c:pt>
                <c:pt idx="16745">
                  <c:v>0.22130361232554938</c:v>
                </c:pt>
                <c:pt idx="16746">
                  <c:v>0.22132886847734037</c:v>
                </c:pt>
                <c:pt idx="16747">
                  <c:v>0.22132940890494474</c:v>
                </c:pt>
                <c:pt idx="16748">
                  <c:v>0.22134053124391886</c:v>
                </c:pt>
                <c:pt idx="16749">
                  <c:v>0.2213459377339668</c:v>
                </c:pt>
                <c:pt idx="16750">
                  <c:v>0.22134610385671472</c:v>
                </c:pt>
                <c:pt idx="16751">
                  <c:v>0.22134756481943124</c:v>
                </c:pt>
                <c:pt idx="16752">
                  <c:v>0.22135250018958416</c:v>
                </c:pt>
                <c:pt idx="16753">
                  <c:v>0.22135679104618181</c:v>
                </c:pt>
                <c:pt idx="16754">
                  <c:v>0.22137205055253198</c:v>
                </c:pt>
                <c:pt idx="16755">
                  <c:v>0.22137928673727003</c:v>
                </c:pt>
                <c:pt idx="16756">
                  <c:v>0.2213892113779132</c:v>
                </c:pt>
                <c:pt idx="16757">
                  <c:v>0.22140577206133313</c:v>
                </c:pt>
                <c:pt idx="16758">
                  <c:v>0.22142930738245389</c:v>
                </c:pt>
                <c:pt idx="16759">
                  <c:v>0.22145794991138074</c:v>
                </c:pt>
                <c:pt idx="16760">
                  <c:v>0.22147785975969989</c:v>
                </c:pt>
                <c:pt idx="16761">
                  <c:v>0.22148042240798257</c:v>
                </c:pt>
                <c:pt idx="16762">
                  <c:v>0.22149608601370738</c:v>
                </c:pt>
                <c:pt idx="16763">
                  <c:v>0.22150044828298426</c:v>
                </c:pt>
                <c:pt idx="16764">
                  <c:v>0.22150173131892809</c:v>
                </c:pt>
                <c:pt idx="16765">
                  <c:v>0.22150615127175519</c:v>
                </c:pt>
                <c:pt idx="16766">
                  <c:v>0.22152253720201062</c:v>
                </c:pt>
                <c:pt idx="16767">
                  <c:v>0.2215284847221686</c:v>
                </c:pt>
                <c:pt idx="16768">
                  <c:v>0.22153375440863787</c:v>
                </c:pt>
                <c:pt idx="16769">
                  <c:v>0.22153833397121864</c:v>
                </c:pt>
                <c:pt idx="16770">
                  <c:v>0.22155534433956428</c:v>
                </c:pt>
                <c:pt idx="16771">
                  <c:v>0.2215561965214061</c:v>
                </c:pt>
                <c:pt idx="16772">
                  <c:v>0.22158049587217377</c:v>
                </c:pt>
                <c:pt idx="16773">
                  <c:v>0.22158399376561688</c:v>
                </c:pt>
                <c:pt idx="16774">
                  <c:v>0.2215868738063817</c:v>
                </c:pt>
                <c:pt idx="16775">
                  <c:v>0.22159918523894775</c:v>
                </c:pt>
                <c:pt idx="16776">
                  <c:v>0.22161060971075555</c:v>
                </c:pt>
                <c:pt idx="16777">
                  <c:v>0.22161827189760508</c:v>
                </c:pt>
                <c:pt idx="16778">
                  <c:v>0.22163774533846253</c:v>
                </c:pt>
                <c:pt idx="16779">
                  <c:v>0.22165686196646844</c:v>
                </c:pt>
                <c:pt idx="16780">
                  <c:v>0.2216617371075407</c:v>
                </c:pt>
                <c:pt idx="16781">
                  <c:v>0.22168336456350687</c:v>
                </c:pt>
                <c:pt idx="16782">
                  <c:v>0.22169003786015032</c:v>
                </c:pt>
                <c:pt idx="16783">
                  <c:v>0.22169572086140896</c:v>
                </c:pt>
                <c:pt idx="16784">
                  <c:v>0.22169636578331964</c:v>
                </c:pt>
                <c:pt idx="16785">
                  <c:v>0.22171635357375508</c:v>
                </c:pt>
                <c:pt idx="16786">
                  <c:v>0.22172163566647926</c:v>
                </c:pt>
                <c:pt idx="16787">
                  <c:v>0.22172282537746596</c:v>
                </c:pt>
                <c:pt idx="16788">
                  <c:v>0.22173438736702683</c:v>
                </c:pt>
                <c:pt idx="16789">
                  <c:v>0.22177115090112526</c:v>
                </c:pt>
                <c:pt idx="16790">
                  <c:v>0.22177675152363499</c:v>
                </c:pt>
                <c:pt idx="16791">
                  <c:v>0.22177899592322697</c:v>
                </c:pt>
                <c:pt idx="16792">
                  <c:v>0.22180582884664926</c:v>
                </c:pt>
                <c:pt idx="16793">
                  <c:v>0.22180803459351031</c:v>
                </c:pt>
                <c:pt idx="16794">
                  <c:v>0.22181408394595492</c:v>
                </c:pt>
                <c:pt idx="16795">
                  <c:v>0.2218399242790586</c:v>
                </c:pt>
                <c:pt idx="16796">
                  <c:v>0.22185042712444308</c:v>
                </c:pt>
                <c:pt idx="16797">
                  <c:v>0.22185995803355751</c:v>
                </c:pt>
                <c:pt idx="16798">
                  <c:v>0.22187153632921311</c:v>
                </c:pt>
                <c:pt idx="16799">
                  <c:v>0.22187747554415946</c:v>
                </c:pt>
                <c:pt idx="16800">
                  <c:v>0.22188991912436698</c:v>
                </c:pt>
                <c:pt idx="16801">
                  <c:v>0.2218969911010362</c:v>
                </c:pt>
                <c:pt idx="16802">
                  <c:v>0.22192334782193576</c:v>
                </c:pt>
                <c:pt idx="16803">
                  <c:v>0.22194377351063041</c:v>
                </c:pt>
                <c:pt idx="16804">
                  <c:v>0.22195252623697581</c:v>
                </c:pt>
                <c:pt idx="16805">
                  <c:v>0.22195993032960856</c:v>
                </c:pt>
                <c:pt idx="16806">
                  <c:v>0.22196858755985346</c:v>
                </c:pt>
                <c:pt idx="16807">
                  <c:v>0.22198712935241535</c:v>
                </c:pt>
                <c:pt idx="16808">
                  <c:v>0.2219931256839083</c:v>
                </c:pt>
                <c:pt idx="16809">
                  <c:v>0.22200098965887513</c:v>
                </c:pt>
                <c:pt idx="16810">
                  <c:v>0.22204602747538504</c:v>
                </c:pt>
                <c:pt idx="16811">
                  <c:v>0.22208012155229276</c:v>
                </c:pt>
                <c:pt idx="16812">
                  <c:v>0.22214625887540909</c:v>
                </c:pt>
                <c:pt idx="16813">
                  <c:v>0.22218638531194565</c:v>
                </c:pt>
                <c:pt idx="16814">
                  <c:v>0.22219562970060902</c:v>
                </c:pt>
                <c:pt idx="16815">
                  <c:v>0.22221803683803143</c:v>
                </c:pt>
                <c:pt idx="16816">
                  <c:v>0.22224745684214092</c:v>
                </c:pt>
                <c:pt idx="16817">
                  <c:v>0.22227375837999541</c:v>
                </c:pt>
                <c:pt idx="16818">
                  <c:v>0.22232418846503535</c:v>
                </c:pt>
                <c:pt idx="16819">
                  <c:v>0.22235902585255571</c:v>
                </c:pt>
                <c:pt idx="16820">
                  <c:v>0.22237774769029725</c:v>
                </c:pt>
                <c:pt idx="16821">
                  <c:v>0.22238221970344418</c:v>
                </c:pt>
                <c:pt idx="16822">
                  <c:v>0.22238862976757165</c:v>
                </c:pt>
                <c:pt idx="16823">
                  <c:v>0.2223920720595628</c:v>
                </c:pt>
                <c:pt idx="16824">
                  <c:v>0.22239794826773124</c:v>
                </c:pt>
                <c:pt idx="16825">
                  <c:v>0.22241333283579287</c:v>
                </c:pt>
                <c:pt idx="16826">
                  <c:v>0.22243200312817771</c:v>
                </c:pt>
                <c:pt idx="16827">
                  <c:v>0.22243281074699114</c:v>
                </c:pt>
                <c:pt idx="16828">
                  <c:v>0.22243514251466437</c:v>
                </c:pt>
                <c:pt idx="16829">
                  <c:v>0.22243649448818686</c:v>
                </c:pt>
                <c:pt idx="16830">
                  <c:v>0.2224490528717197</c:v>
                </c:pt>
                <c:pt idx="16831">
                  <c:v>0.22246331206512202</c:v>
                </c:pt>
                <c:pt idx="16832">
                  <c:v>0.22247002234291369</c:v>
                </c:pt>
                <c:pt idx="16833">
                  <c:v>0.2224739382554618</c:v>
                </c:pt>
                <c:pt idx="16834">
                  <c:v>0.22248030603212376</c:v>
                </c:pt>
                <c:pt idx="16835">
                  <c:v>0.22248522148310707</c:v>
                </c:pt>
                <c:pt idx="16836">
                  <c:v>0.22249647092764707</c:v>
                </c:pt>
                <c:pt idx="16837">
                  <c:v>0.22251459565838572</c:v>
                </c:pt>
                <c:pt idx="16838">
                  <c:v>0.22255606906024109</c:v>
                </c:pt>
                <c:pt idx="16839">
                  <c:v>0.22258050485734904</c:v>
                </c:pt>
                <c:pt idx="16840">
                  <c:v>0.22258093852643385</c:v>
                </c:pt>
                <c:pt idx="16841">
                  <c:v>0.22261504621765127</c:v>
                </c:pt>
                <c:pt idx="16842">
                  <c:v>0.2226162406293857</c:v>
                </c:pt>
                <c:pt idx="16843">
                  <c:v>0.22262015925068815</c:v>
                </c:pt>
                <c:pt idx="16844">
                  <c:v>0.22264450071599221</c:v>
                </c:pt>
                <c:pt idx="16845">
                  <c:v>0.22264623641298437</c:v>
                </c:pt>
                <c:pt idx="16846">
                  <c:v>0.22267355187906318</c:v>
                </c:pt>
                <c:pt idx="16847">
                  <c:v>0.22268257990058554</c:v>
                </c:pt>
                <c:pt idx="16848">
                  <c:v>0.22268395522113182</c:v>
                </c:pt>
                <c:pt idx="16849">
                  <c:v>0.2227022665862263</c:v>
                </c:pt>
                <c:pt idx="16850">
                  <c:v>0.22271932151994558</c:v>
                </c:pt>
                <c:pt idx="16851">
                  <c:v>0.22273210894509601</c:v>
                </c:pt>
                <c:pt idx="16852">
                  <c:v>0.22275448876493303</c:v>
                </c:pt>
                <c:pt idx="16853">
                  <c:v>0.22278017283096643</c:v>
                </c:pt>
                <c:pt idx="16854">
                  <c:v>0.22279468816678849</c:v>
                </c:pt>
                <c:pt idx="16855">
                  <c:v>0.22281694539380142</c:v>
                </c:pt>
                <c:pt idx="16856">
                  <c:v>0.22282887247591013</c:v>
                </c:pt>
                <c:pt idx="16857">
                  <c:v>0.2228538782366267</c:v>
                </c:pt>
                <c:pt idx="16858">
                  <c:v>0.22288584634199687</c:v>
                </c:pt>
                <c:pt idx="16859">
                  <c:v>0.22288749389054743</c:v>
                </c:pt>
                <c:pt idx="16860">
                  <c:v>0.22292330269774058</c:v>
                </c:pt>
                <c:pt idx="16861">
                  <c:v>0.22292379310343485</c:v>
                </c:pt>
                <c:pt idx="16862">
                  <c:v>0.22293025016019144</c:v>
                </c:pt>
                <c:pt idx="16863">
                  <c:v>0.22293473842528685</c:v>
                </c:pt>
                <c:pt idx="16864">
                  <c:v>0.22296206683570283</c:v>
                </c:pt>
                <c:pt idx="16865">
                  <c:v>0.2230580492757529</c:v>
                </c:pt>
                <c:pt idx="16866">
                  <c:v>0.2230581706187422</c:v>
                </c:pt>
                <c:pt idx="16867">
                  <c:v>0.22308121597757952</c:v>
                </c:pt>
                <c:pt idx="16868">
                  <c:v>0.22314383362312157</c:v>
                </c:pt>
                <c:pt idx="16869">
                  <c:v>0.22314621268222382</c:v>
                </c:pt>
                <c:pt idx="16870">
                  <c:v>0.22314930387685603</c:v>
                </c:pt>
                <c:pt idx="16871">
                  <c:v>0.22318183959585625</c:v>
                </c:pt>
                <c:pt idx="16872">
                  <c:v>0.22321834698454449</c:v>
                </c:pt>
                <c:pt idx="16873">
                  <c:v>0.2232196574881824</c:v>
                </c:pt>
                <c:pt idx="16874">
                  <c:v>0.22322201610927006</c:v>
                </c:pt>
                <c:pt idx="16875">
                  <c:v>0.22323637538528832</c:v>
                </c:pt>
                <c:pt idx="16876">
                  <c:v>0.2232396625965633</c:v>
                </c:pt>
                <c:pt idx="16877">
                  <c:v>0.22324074170764324</c:v>
                </c:pt>
                <c:pt idx="16878">
                  <c:v>0.22325010479001473</c:v>
                </c:pt>
                <c:pt idx="16879">
                  <c:v>0.22326745760268737</c:v>
                </c:pt>
                <c:pt idx="16880">
                  <c:v>0.22328122224851588</c:v>
                </c:pt>
                <c:pt idx="16881">
                  <c:v>0.22329009407460604</c:v>
                </c:pt>
                <c:pt idx="16882">
                  <c:v>0.22331782580126464</c:v>
                </c:pt>
                <c:pt idx="16883">
                  <c:v>0.22333723402399897</c:v>
                </c:pt>
                <c:pt idx="16884">
                  <c:v>0.22335899096915784</c:v>
                </c:pt>
                <c:pt idx="16885">
                  <c:v>0.22335985584799109</c:v>
                </c:pt>
                <c:pt idx="16886">
                  <c:v>0.22336318443788133</c:v>
                </c:pt>
                <c:pt idx="16887">
                  <c:v>0.22337054764697478</c:v>
                </c:pt>
                <c:pt idx="16888">
                  <c:v>0.22338743240920428</c:v>
                </c:pt>
                <c:pt idx="16889">
                  <c:v>0.22342391024227284</c:v>
                </c:pt>
                <c:pt idx="16890">
                  <c:v>0.22342622497939477</c:v>
                </c:pt>
                <c:pt idx="16891">
                  <c:v>0.22347764383744159</c:v>
                </c:pt>
                <c:pt idx="16892">
                  <c:v>0.2234849185371956</c:v>
                </c:pt>
                <c:pt idx="16893">
                  <c:v>0.22349066764737063</c:v>
                </c:pt>
                <c:pt idx="16894">
                  <c:v>0.22349118834600445</c:v>
                </c:pt>
                <c:pt idx="16895">
                  <c:v>0.22349140218623642</c:v>
                </c:pt>
                <c:pt idx="16896">
                  <c:v>0.22349383418426949</c:v>
                </c:pt>
                <c:pt idx="16897">
                  <c:v>0.22349643853547166</c:v>
                </c:pt>
                <c:pt idx="16898">
                  <c:v>0.22355109513340993</c:v>
                </c:pt>
                <c:pt idx="16899">
                  <c:v>0.22357900576708703</c:v>
                </c:pt>
                <c:pt idx="16900">
                  <c:v>0.22359221717400704</c:v>
                </c:pt>
                <c:pt idx="16901">
                  <c:v>0.22359942130761135</c:v>
                </c:pt>
                <c:pt idx="16902">
                  <c:v>0.22360587036936141</c:v>
                </c:pt>
                <c:pt idx="16903">
                  <c:v>0.22363365755675263</c:v>
                </c:pt>
                <c:pt idx="16904">
                  <c:v>0.2236410699181938</c:v>
                </c:pt>
                <c:pt idx="16905">
                  <c:v>0.22365372531667313</c:v>
                </c:pt>
                <c:pt idx="16906">
                  <c:v>0.22366388277172469</c:v>
                </c:pt>
                <c:pt idx="16907">
                  <c:v>0.22367705114360745</c:v>
                </c:pt>
                <c:pt idx="16908">
                  <c:v>0.22369052996301586</c:v>
                </c:pt>
                <c:pt idx="16909">
                  <c:v>0.22371052019554521</c:v>
                </c:pt>
                <c:pt idx="16910">
                  <c:v>0.22372531791861031</c:v>
                </c:pt>
                <c:pt idx="16911">
                  <c:v>0.22373274660558479</c:v>
                </c:pt>
                <c:pt idx="16912">
                  <c:v>0.2237425754304673</c:v>
                </c:pt>
                <c:pt idx="16913">
                  <c:v>0.22375298960954121</c:v>
                </c:pt>
                <c:pt idx="16914">
                  <c:v>0.2237655646521523</c:v>
                </c:pt>
                <c:pt idx="16915">
                  <c:v>0.22377401776525563</c:v>
                </c:pt>
                <c:pt idx="16916">
                  <c:v>0.22378591070650436</c:v>
                </c:pt>
                <c:pt idx="16917">
                  <c:v>0.2237935167754822</c:v>
                </c:pt>
                <c:pt idx="16918">
                  <c:v>0.22380105712599954</c:v>
                </c:pt>
                <c:pt idx="16919">
                  <c:v>0.22381453818795208</c:v>
                </c:pt>
                <c:pt idx="16920">
                  <c:v>0.22383509050217246</c:v>
                </c:pt>
                <c:pt idx="16921">
                  <c:v>0.22384265443860463</c:v>
                </c:pt>
                <c:pt idx="16922">
                  <c:v>0.22384466607120862</c:v>
                </c:pt>
                <c:pt idx="16923">
                  <c:v>0.22385915554006769</c:v>
                </c:pt>
                <c:pt idx="16924">
                  <c:v>0.22387146278257655</c:v>
                </c:pt>
                <c:pt idx="16925">
                  <c:v>0.22389413372350428</c:v>
                </c:pt>
                <c:pt idx="16926">
                  <c:v>0.22389653515417204</c:v>
                </c:pt>
                <c:pt idx="16927">
                  <c:v>0.22390397531787115</c:v>
                </c:pt>
                <c:pt idx="16928">
                  <c:v>0.22390638937785584</c:v>
                </c:pt>
                <c:pt idx="16929">
                  <c:v>0.2239330383799899</c:v>
                </c:pt>
                <c:pt idx="16930">
                  <c:v>0.2239357280224839</c:v>
                </c:pt>
                <c:pt idx="16931">
                  <c:v>0.22395851174996975</c:v>
                </c:pt>
                <c:pt idx="16932">
                  <c:v>0.22397926076099775</c:v>
                </c:pt>
                <c:pt idx="16933">
                  <c:v>0.22398242140414173</c:v>
                </c:pt>
                <c:pt idx="16934">
                  <c:v>0.22399834843798849</c:v>
                </c:pt>
                <c:pt idx="16935">
                  <c:v>0.22400990864236375</c:v>
                </c:pt>
                <c:pt idx="16936">
                  <c:v>0.22401070684878291</c:v>
                </c:pt>
                <c:pt idx="16937">
                  <c:v>0.22406372167254424</c:v>
                </c:pt>
                <c:pt idx="16938">
                  <c:v>0.22406983157532451</c:v>
                </c:pt>
                <c:pt idx="16939">
                  <c:v>0.22407437736657318</c:v>
                </c:pt>
                <c:pt idx="16940">
                  <c:v>0.22410345209689736</c:v>
                </c:pt>
                <c:pt idx="16941">
                  <c:v>0.22410437731093436</c:v>
                </c:pt>
                <c:pt idx="16942">
                  <c:v>0.22411651744710948</c:v>
                </c:pt>
                <c:pt idx="16943">
                  <c:v>0.22412243622915415</c:v>
                </c:pt>
                <c:pt idx="16944">
                  <c:v>0.2241260436098389</c:v>
                </c:pt>
                <c:pt idx="16945">
                  <c:v>0.22413396642441008</c:v>
                </c:pt>
                <c:pt idx="16946">
                  <c:v>0.22413947851067367</c:v>
                </c:pt>
                <c:pt idx="16947">
                  <c:v>0.22415061560876992</c:v>
                </c:pt>
                <c:pt idx="16948">
                  <c:v>0.22417734168920278</c:v>
                </c:pt>
                <c:pt idx="16949">
                  <c:v>0.22418226665192736</c:v>
                </c:pt>
                <c:pt idx="16950">
                  <c:v>0.22419858582777644</c:v>
                </c:pt>
                <c:pt idx="16951">
                  <c:v>0.22421652615853169</c:v>
                </c:pt>
                <c:pt idx="16952">
                  <c:v>0.22423194127364837</c:v>
                </c:pt>
                <c:pt idx="16953">
                  <c:v>0.22424049460146742</c:v>
                </c:pt>
                <c:pt idx="16954">
                  <c:v>0.22425562093857951</c:v>
                </c:pt>
                <c:pt idx="16955">
                  <c:v>0.22430484913131707</c:v>
                </c:pt>
                <c:pt idx="16956">
                  <c:v>0.2243111879756976</c:v>
                </c:pt>
                <c:pt idx="16957">
                  <c:v>0.22431742677557698</c:v>
                </c:pt>
                <c:pt idx="16958">
                  <c:v>0.22434202091506772</c:v>
                </c:pt>
                <c:pt idx="16959">
                  <c:v>0.22436961174775991</c:v>
                </c:pt>
                <c:pt idx="16960">
                  <c:v>0.22437214607780165</c:v>
                </c:pt>
                <c:pt idx="16961">
                  <c:v>0.22439250453537327</c:v>
                </c:pt>
                <c:pt idx="16962">
                  <c:v>0.22439291657633767</c:v>
                </c:pt>
                <c:pt idx="16963">
                  <c:v>0.22443327782346398</c:v>
                </c:pt>
                <c:pt idx="16964">
                  <c:v>0.22445474847818372</c:v>
                </c:pt>
                <c:pt idx="16965">
                  <c:v>0.22445512311953369</c:v>
                </c:pt>
                <c:pt idx="16966">
                  <c:v>0.2244570946396349</c:v>
                </c:pt>
                <c:pt idx="16967">
                  <c:v>0.22446780799775065</c:v>
                </c:pt>
                <c:pt idx="16968">
                  <c:v>0.22448279758623774</c:v>
                </c:pt>
                <c:pt idx="16969">
                  <c:v>0.2245401781155443</c:v>
                </c:pt>
                <c:pt idx="16970">
                  <c:v>0.22458535568706267</c:v>
                </c:pt>
                <c:pt idx="16971">
                  <c:v>0.22458914112026571</c:v>
                </c:pt>
                <c:pt idx="16972">
                  <c:v>0.22459653323776277</c:v>
                </c:pt>
                <c:pt idx="16973">
                  <c:v>0.22459683844016465</c:v>
                </c:pt>
                <c:pt idx="16974">
                  <c:v>0.22461191992267754</c:v>
                </c:pt>
                <c:pt idx="16975">
                  <c:v>0.22461419059385815</c:v>
                </c:pt>
                <c:pt idx="16976">
                  <c:v>0.22462966578967639</c:v>
                </c:pt>
                <c:pt idx="16977">
                  <c:v>0.22463772177961527</c:v>
                </c:pt>
                <c:pt idx="16978">
                  <c:v>0.22463950826096735</c:v>
                </c:pt>
                <c:pt idx="16979">
                  <c:v>0.22464222159664585</c:v>
                </c:pt>
                <c:pt idx="16980">
                  <c:v>0.22464596120778491</c:v>
                </c:pt>
                <c:pt idx="16981">
                  <c:v>0.22465301389511397</c:v>
                </c:pt>
                <c:pt idx="16982">
                  <c:v>0.22465832678256165</c:v>
                </c:pt>
                <c:pt idx="16983">
                  <c:v>0.22468547429181149</c:v>
                </c:pt>
                <c:pt idx="16984">
                  <c:v>0.22468819885256827</c:v>
                </c:pt>
                <c:pt idx="16985">
                  <c:v>0.22469059690951479</c:v>
                </c:pt>
                <c:pt idx="16986">
                  <c:v>0.22470291012181234</c:v>
                </c:pt>
                <c:pt idx="16987">
                  <c:v>0.22472866948253778</c:v>
                </c:pt>
                <c:pt idx="16988">
                  <c:v>0.22475506569495929</c:v>
                </c:pt>
                <c:pt idx="16989">
                  <c:v>0.22478546238506431</c:v>
                </c:pt>
                <c:pt idx="16990">
                  <c:v>0.22479769683682641</c:v>
                </c:pt>
                <c:pt idx="16991">
                  <c:v>0.22480603295307072</c:v>
                </c:pt>
                <c:pt idx="16992">
                  <c:v>0.22480668136995854</c:v>
                </c:pt>
                <c:pt idx="16993">
                  <c:v>0.22484062580307479</c:v>
                </c:pt>
                <c:pt idx="16994">
                  <c:v>0.22484326689924378</c:v>
                </c:pt>
                <c:pt idx="16995">
                  <c:v>0.22484632366650611</c:v>
                </c:pt>
                <c:pt idx="16996">
                  <c:v>0.22487641646820541</c:v>
                </c:pt>
                <c:pt idx="16997">
                  <c:v>0.22487765272733107</c:v>
                </c:pt>
                <c:pt idx="16998">
                  <c:v>0.22487885384858125</c:v>
                </c:pt>
                <c:pt idx="16999">
                  <c:v>0.22489655654129126</c:v>
                </c:pt>
                <c:pt idx="17000">
                  <c:v>0.22492161944976741</c:v>
                </c:pt>
                <c:pt idx="17001">
                  <c:v>0.22493278443975551</c:v>
                </c:pt>
                <c:pt idx="17002">
                  <c:v>0.22493968413893706</c:v>
                </c:pt>
                <c:pt idx="17003">
                  <c:v>0.22494207416689702</c:v>
                </c:pt>
                <c:pt idx="17004">
                  <c:v>0.22494282155985321</c:v>
                </c:pt>
                <c:pt idx="17005">
                  <c:v>0.22498362133893102</c:v>
                </c:pt>
                <c:pt idx="17006">
                  <c:v>0.22503568356506329</c:v>
                </c:pt>
                <c:pt idx="17007">
                  <c:v>0.22503903606974365</c:v>
                </c:pt>
                <c:pt idx="17008">
                  <c:v>0.22504295557312964</c:v>
                </c:pt>
                <c:pt idx="17009">
                  <c:v>0.2250620222654994</c:v>
                </c:pt>
                <c:pt idx="17010">
                  <c:v>0.22506565416819846</c:v>
                </c:pt>
                <c:pt idx="17011">
                  <c:v>0.225069298661117</c:v>
                </c:pt>
                <c:pt idx="17012">
                  <c:v>0.22508314380715796</c:v>
                </c:pt>
                <c:pt idx="17013">
                  <c:v>0.22508777436012192</c:v>
                </c:pt>
                <c:pt idx="17014">
                  <c:v>0.22509092785639129</c:v>
                </c:pt>
                <c:pt idx="17015">
                  <c:v>0.22512639526653705</c:v>
                </c:pt>
                <c:pt idx="17016">
                  <c:v>0.22513086114379519</c:v>
                </c:pt>
                <c:pt idx="17017">
                  <c:v>0.22513141277875121</c:v>
                </c:pt>
                <c:pt idx="17018">
                  <c:v>0.22513167738383003</c:v>
                </c:pt>
                <c:pt idx="17019">
                  <c:v>0.22514792379410473</c:v>
                </c:pt>
                <c:pt idx="17020">
                  <c:v>0.22514806229461631</c:v>
                </c:pt>
                <c:pt idx="17021">
                  <c:v>0.22515269842708691</c:v>
                </c:pt>
                <c:pt idx="17022">
                  <c:v>0.22515993155597153</c:v>
                </c:pt>
                <c:pt idx="17023">
                  <c:v>0.2251701752977282</c:v>
                </c:pt>
                <c:pt idx="17024">
                  <c:v>0.22521242356869184</c:v>
                </c:pt>
                <c:pt idx="17025">
                  <c:v>0.225219975156631</c:v>
                </c:pt>
                <c:pt idx="17026">
                  <c:v>0.22523730932507627</c:v>
                </c:pt>
                <c:pt idx="17027">
                  <c:v>0.22530074559496321</c:v>
                </c:pt>
                <c:pt idx="17028">
                  <c:v>0.22533047809785303</c:v>
                </c:pt>
                <c:pt idx="17029">
                  <c:v>0.22533395358875352</c:v>
                </c:pt>
                <c:pt idx="17030">
                  <c:v>0.22534170192516054</c:v>
                </c:pt>
                <c:pt idx="17031">
                  <c:v>0.22535165656595663</c:v>
                </c:pt>
                <c:pt idx="17032">
                  <c:v>0.22535944654635462</c:v>
                </c:pt>
                <c:pt idx="17033">
                  <c:v>0.22536133199850583</c:v>
                </c:pt>
                <c:pt idx="17034">
                  <c:v>0.22538950469164884</c:v>
                </c:pt>
                <c:pt idx="17035">
                  <c:v>0.22540798245647928</c:v>
                </c:pt>
                <c:pt idx="17036">
                  <c:v>0.22542264268544759</c:v>
                </c:pt>
                <c:pt idx="17037">
                  <c:v>0.2254915876177912</c:v>
                </c:pt>
                <c:pt idx="17038">
                  <c:v>0.22549347624328742</c:v>
                </c:pt>
                <c:pt idx="17039">
                  <c:v>0.22549435163922274</c:v>
                </c:pt>
                <c:pt idx="17040">
                  <c:v>0.22551757422103325</c:v>
                </c:pt>
                <c:pt idx="17041">
                  <c:v>0.22552429577490132</c:v>
                </c:pt>
                <c:pt idx="17042">
                  <c:v>0.22558650829979729</c:v>
                </c:pt>
                <c:pt idx="17043">
                  <c:v>0.2256056351309069</c:v>
                </c:pt>
                <c:pt idx="17044">
                  <c:v>0.22561056309342403</c:v>
                </c:pt>
                <c:pt idx="17045">
                  <c:v>0.22565220603999828</c:v>
                </c:pt>
                <c:pt idx="17046">
                  <c:v>0.22565660121045386</c:v>
                </c:pt>
                <c:pt idx="17047">
                  <c:v>0.22568967575953827</c:v>
                </c:pt>
                <c:pt idx="17048">
                  <c:v>0.22574919148724648</c:v>
                </c:pt>
                <c:pt idx="17049">
                  <c:v>0.22575241045563058</c:v>
                </c:pt>
                <c:pt idx="17050">
                  <c:v>0.22577138313025286</c:v>
                </c:pt>
                <c:pt idx="17051">
                  <c:v>0.22577502776068489</c:v>
                </c:pt>
                <c:pt idx="17052">
                  <c:v>0.22577843967234407</c:v>
                </c:pt>
                <c:pt idx="17053">
                  <c:v>0.22578006223304894</c:v>
                </c:pt>
                <c:pt idx="17054">
                  <c:v>0.2257849843910158</c:v>
                </c:pt>
                <c:pt idx="17055">
                  <c:v>0.22578672787998771</c:v>
                </c:pt>
                <c:pt idx="17056">
                  <c:v>0.2257950722792253</c:v>
                </c:pt>
                <c:pt idx="17057">
                  <c:v>0.22580525006201269</c:v>
                </c:pt>
                <c:pt idx="17058">
                  <c:v>0.22581135248563428</c:v>
                </c:pt>
                <c:pt idx="17059">
                  <c:v>0.2258158508823622</c:v>
                </c:pt>
                <c:pt idx="17060">
                  <c:v>0.22582221172279049</c:v>
                </c:pt>
                <c:pt idx="17061">
                  <c:v>0.22583144840348499</c:v>
                </c:pt>
                <c:pt idx="17062">
                  <c:v>0.22589760069816642</c:v>
                </c:pt>
                <c:pt idx="17063">
                  <c:v>0.22592221346191857</c:v>
                </c:pt>
                <c:pt idx="17064">
                  <c:v>0.22597877381572792</c:v>
                </c:pt>
                <c:pt idx="17065">
                  <c:v>0.22597945044809492</c:v>
                </c:pt>
                <c:pt idx="17066">
                  <c:v>0.2259988084660032</c:v>
                </c:pt>
                <c:pt idx="17067">
                  <c:v>0.22601055092642822</c:v>
                </c:pt>
                <c:pt idx="17068">
                  <c:v>0.22602505591494651</c:v>
                </c:pt>
                <c:pt idx="17069">
                  <c:v>0.22603995449148523</c:v>
                </c:pt>
                <c:pt idx="17070">
                  <c:v>0.22605554091791502</c:v>
                </c:pt>
                <c:pt idx="17071">
                  <c:v>0.22606942057203672</c:v>
                </c:pt>
                <c:pt idx="17072">
                  <c:v>0.22607834036653146</c:v>
                </c:pt>
                <c:pt idx="17073">
                  <c:v>0.22607922569912531</c:v>
                </c:pt>
                <c:pt idx="17074">
                  <c:v>0.22609791070579158</c:v>
                </c:pt>
                <c:pt idx="17075">
                  <c:v>0.22609838368458113</c:v>
                </c:pt>
                <c:pt idx="17076">
                  <c:v>0.22610016366748348</c:v>
                </c:pt>
                <c:pt idx="17077">
                  <c:v>0.22610500219395838</c:v>
                </c:pt>
                <c:pt idx="17078">
                  <c:v>0.22611500936308765</c:v>
                </c:pt>
                <c:pt idx="17079">
                  <c:v>0.22612109456652224</c:v>
                </c:pt>
                <c:pt idx="17080">
                  <c:v>0.22612739972248366</c:v>
                </c:pt>
                <c:pt idx="17081">
                  <c:v>0.22623301240165111</c:v>
                </c:pt>
                <c:pt idx="17082">
                  <c:v>0.22626607587983483</c:v>
                </c:pt>
                <c:pt idx="17083">
                  <c:v>0.22626707674748583</c:v>
                </c:pt>
                <c:pt idx="17084">
                  <c:v>0.22626861573784071</c:v>
                </c:pt>
                <c:pt idx="17085">
                  <c:v>0.22628996389240585</c:v>
                </c:pt>
                <c:pt idx="17086">
                  <c:v>0.22630548096391923</c:v>
                </c:pt>
                <c:pt idx="17087">
                  <c:v>0.22633131872273465</c:v>
                </c:pt>
                <c:pt idx="17088">
                  <c:v>0.22637002839732401</c:v>
                </c:pt>
                <c:pt idx="17089">
                  <c:v>0.22637061068375419</c:v>
                </c:pt>
                <c:pt idx="17090">
                  <c:v>0.2263898883326671</c:v>
                </c:pt>
                <c:pt idx="17091">
                  <c:v>0.22639512748763044</c:v>
                </c:pt>
                <c:pt idx="17092">
                  <c:v>0.22642094637709159</c:v>
                </c:pt>
                <c:pt idx="17093">
                  <c:v>0.22642432800900342</c:v>
                </c:pt>
                <c:pt idx="17094">
                  <c:v>0.22645203562459304</c:v>
                </c:pt>
                <c:pt idx="17095">
                  <c:v>0.22645553852248021</c:v>
                </c:pt>
                <c:pt idx="17096">
                  <c:v>0.22645743922075948</c:v>
                </c:pt>
                <c:pt idx="17097">
                  <c:v>0.22646373758835869</c:v>
                </c:pt>
                <c:pt idx="17098">
                  <c:v>0.22646691860808768</c:v>
                </c:pt>
                <c:pt idx="17099">
                  <c:v>0.22648736363394617</c:v>
                </c:pt>
                <c:pt idx="17100">
                  <c:v>0.22650617762750466</c:v>
                </c:pt>
                <c:pt idx="17101">
                  <c:v>0.22652475273317096</c:v>
                </c:pt>
                <c:pt idx="17102">
                  <c:v>0.22653600299217475</c:v>
                </c:pt>
                <c:pt idx="17103">
                  <c:v>0.22657208264727055</c:v>
                </c:pt>
                <c:pt idx="17104">
                  <c:v>0.22658253850298096</c:v>
                </c:pt>
                <c:pt idx="17105">
                  <c:v>0.22660137282895251</c:v>
                </c:pt>
                <c:pt idx="17106">
                  <c:v>0.22660650252943443</c:v>
                </c:pt>
                <c:pt idx="17107">
                  <c:v>0.22661011343992996</c:v>
                </c:pt>
                <c:pt idx="17108">
                  <c:v>0.22661309392055873</c:v>
                </c:pt>
                <c:pt idx="17109">
                  <c:v>0.2266202341272274</c:v>
                </c:pt>
                <c:pt idx="17110">
                  <c:v>0.22663782310864508</c:v>
                </c:pt>
                <c:pt idx="17111">
                  <c:v>0.22664341113909567</c:v>
                </c:pt>
                <c:pt idx="17112">
                  <c:v>0.22665529946660101</c:v>
                </c:pt>
                <c:pt idx="17113">
                  <c:v>0.22666922162974751</c:v>
                </c:pt>
                <c:pt idx="17114">
                  <c:v>0.22668182846989446</c:v>
                </c:pt>
                <c:pt idx="17115">
                  <c:v>0.22670499905953606</c:v>
                </c:pt>
                <c:pt idx="17116">
                  <c:v>0.22672645939951816</c:v>
                </c:pt>
                <c:pt idx="17117">
                  <c:v>0.2267398331648233</c:v>
                </c:pt>
                <c:pt idx="17118">
                  <c:v>0.22677223536658275</c:v>
                </c:pt>
                <c:pt idx="17119">
                  <c:v>0.22677853724510888</c:v>
                </c:pt>
                <c:pt idx="17120">
                  <c:v>0.22682306168920888</c:v>
                </c:pt>
                <c:pt idx="17121">
                  <c:v>0.22683226671723952</c:v>
                </c:pt>
                <c:pt idx="17122">
                  <c:v>0.22683795750214109</c:v>
                </c:pt>
                <c:pt idx="17123">
                  <c:v>0.22686873410830299</c:v>
                </c:pt>
                <c:pt idx="17124">
                  <c:v>0.22688562176556898</c:v>
                </c:pt>
                <c:pt idx="17125">
                  <c:v>0.22689741344250455</c:v>
                </c:pt>
                <c:pt idx="17126">
                  <c:v>0.22691138811359704</c:v>
                </c:pt>
                <c:pt idx="17127">
                  <c:v>0.22691489492810846</c:v>
                </c:pt>
                <c:pt idx="17128">
                  <c:v>0.22693664502997574</c:v>
                </c:pt>
                <c:pt idx="17129">
                  <c:v>0.22697101558151966</c:v>
                </c:pt>
                <c:pt idx="17130">
                  <c:v>0.2269956358660889</c:v>
                </c:pt>
                <c:pt idx="17131">
                  <c:v>0.22700917623308306</c:v>
                </c:pt>
                <c:pt idx="17132">
                  <c:v>0.2270421042145937</c:v>
                </c:pt>
                <c:pt idx="17133">
                  <c:v>0.2270667264709762</c:v>
                </c:pt>
                <c:pt idx="17134">
                  <c:v>0.22707248629145624</c:v>
                </c:pt>
                <c:pt idx="17135">
                  <c:v>0.22710594430580991</c:v>
                </c:pt>
                <c:pt idx="17136">
                  <c:v>0.22712063825004564</c:v>
                </c:pt>
                <c:pt idx="17137">
                  <c:v>0.22712328840879001</c:v>
                </c:pt>
                <c:pt idx="17138">
                  <c:v>0.22716484636047063</c:v>
                </c:pt>
                <c:pt idx="17139">
                  <c:v>0.22716855932908139</c:v>
                </c:pt>
                <c:pt idx="17140">
                  <c:v>0.22718336122821703</c:v>
                </c:pt>
                <c:pt idx="17141">
                  <c:v>0.22719805499385629</c:v>
                </c:pt>
                <c:pt idx="17142">
                  <c:v>0.2272052154199416</c:v>
                </c:pt>
                <c:pt idx="17143">
                  <c:v>0.2272222831462371</c:v>
                </c:pt>
                <c:pt idx="17144">
                  <c:v>0.22723171662265856</c:v>
                </c:pt>
                <c:pt idx="17145">
                  <c:v>0.22724271903006718</c:v>
                </c:pt>
                <c:pt idx="17146">
                  <c:v>0.22725004076126284</c:v>
                </c:pt>
                <c:pt idx="17147">
                  <c:v>0.22726911247036241</c:v>
                </c:pt>
                <c:pt idx="17148">
                  <c:v>0.22727362081481972</c:v>
                </c:pt>
                <c:pt idx="17149">
                  <c:v>0.22727654965114641</c:v>
                </c:pt>
                <c:pt idx="17150">
                  <c:v>0.22730828259388924</c:v>
                </c:pt>
                <c:pt idx="17151">
                  <c:v>0.22732418585474062</c:v>
                </c:pt>
                <c:pt idx="17152">
                  <c:v>0.22733231044022495</c:v>
                </c:pt>
                <c:pt idx="17153">
                  <c:v>0.22733724706593558</c:v>
                </c:pt>
                <c:pt idx="17154">
                  <c:v>0.22741559941003434</c:v>
                </c:pt>
                <c:pt idx="17155">
                  <c:v>0.22742244752942506</c:v>
                </c:pt>
                <c:pt idx="17156">
                  <c:v>0.22747447180679697</c:v>
                </c:pt>
                <c:pt idx="17157">
                  <c:v>0.22749056731023484</c:v>
                </c:pt>
                <c:pt idx="17158">
                  <c:v>0.22750748169456503</c:v>
                </c:pt>
                <c:pt idx="17159">
                  <c:v>0.22755152647891075</c:v>
                </c:pt>
                <c:pt idx="17160">
                  <c:v>0.22757423043186817</c:v>
                </c:pt>
                <c:pt idx="17161">
                  <c:v>0.22758610639456914</c:v>
                </c:pt>
                <c:pt idx="17162">
                  <c:v>0.22759713320803135</c:v>
                </c:pt>
                <c:pt idx="17163">
                  <c:v>0.22761755820176169</c:v>
                </c:pt>
                <c:pt idx="17164">
                  <c:v>0.22762205022150742</c:v>
                </c:pt>
                <c:pt idx="17165">
                  <c:v>0.22762739725427661</c:v>
                </c:pt>
                <c:pt idx="17166">
                  <c:v>0.22765523505283294</c:v>
                </c:pt>
                <c:pt idx="17167">
                  <c:v>0.22769678586683337</c:v>
                </c:pt>
                <c:pt idx="17168">
                  <c:v>0.22770488436242386</c:v>
                </c:pt>
                <c:pt idx="17169">
                  <c:v>0.22770668747758702</c:v>
                </c:pt>
                <c:pt idx="17170">
                  <c:v>0.22771006008091732</c:v>
                </c:pt>
                <c:pt idx="17171">
                  <c:v>0.22774519037152424</c:v>
                </c:pt>
                <c:pt idx="17172">
                  <c:v>0.22775881636543824</c:v>
                </c:pt>
                <c:pt idx="17173">
                  <c:v>0.22778990053962164</c:v>
                </c:pt>
                <c:pt idx="17174">
                  <c:v>0.22780616240762588</c:v>
                </c:pt>
                <c:pt idx="17175">
                  <c:v>0.22781504061281097</c:v>
                </c:pt>
                <c:pt idx="17176">
                  <c:v>0.22783281696333821</c:v>
                </c:pt>
                <c:pt idx="17177">
                  <c:v>0.22783518381266671</c:v>
                </c:pt>
                <c:pt idx="17178">
                  <c:v>0.22789806392929962</c:v>
                </c:pt>
                <c:pt idx="17179">
                  <c:v>0.22789883232157646</c:v>
                </c:pt>
                <c:pt idx="17180">
                  <c:v>0.22790838939977276</c:v>
                </c:pt>
                <c:pt idx="17181">
                  <c:v>0.2279248100537489</c:v>
                </c:pt>
                <c:pt idx="17182">
                  <c:v>0.22795261133395331</c:v>
                </c:pt>
                <c:pt idx="17183">
                  <c:v>0.22796542010601364</c:v>
                </c:pt>
                <c:pt idx="17184">
                  <c:v>0.2279899720488224</c:v>
                </c:pt>
                <c:pt idx="17185">
                  <c:v>0.22799164961144308</c:v>
                </c:pt>
                <c:pt idx="17186">
                  <c:v>0.22804139539633242</c:v>
                </c:pt>
                <c:pt idx="17187">
                  <c:v>0.22804759943928665</c:v>
                </c:pt>
                <c:pt idx="17188">
                  <c:v>0.22804928191858892</c:v>
                </c:pt>
                <c:pt idx="17189">
                  <c:v>0.22805278047539496</c:v>
                </c:pt>
                <c:pt idx="17190">
                  <c:v>0.22805991565259176</c:v>
                </c:pt>
                <c:pt idx="17191">
                  <c:v>0.22809245247113294</c:v>
                </c:pt>
                <c:pt idx="17192">
                  <c:v>0.22810476510553701</c:v>
                </c:pt>
                <c:pt idx="17193">
                  <c:v>0.22811343511704452</c:v>
                </c:pt>
                <c:pt idx="17194">
                  <c:v>0.22813461868146809</c:v>
                </c:pt>
                <c:pt idx="17195">
                  <c:v>0.22814582731062613</c:v>
                </c:pt>
                <c:pt idx="17196">
                  <c:v>0.22820372118676535</c:v>
                </c:pt>
                <c:pt idx="17197">
                  <c:v>0.22822428238215656</c:v>
                </c:pt>
                <c:pt idx="17198">
                  <c:v>0.22823223281872845</c:v>
                </c:pt>
                <c:pt idx="17199">
                  <c:v>0.22826613757611894</c:v>
                </c:pt>
                <c:pt idx="17200">
                  <c:v>0.22833384344897381</c:v>
                </c:pt>
                <c:pt idx="17201">
                  <c:v>0.22833672102610461</c:v>
                </c:pt>
                <c:pt idx="17202">
                  <c:v>0.2283571884419219</c:v>
                </c:pt>
                <c:pt idx="17203">
                  <c:v>0.22837483742600448</c:v>
                </c:pt>
                <c:pt idx="17204">
                  <c:v>0.22838901642441556</c:v>
                </c:pt>
                <c:pt idx="17205">
                  <c:v>0.2284144448970287</c:v>
                </c:pt>
                <c:pt idx="17206">
                  <c:v>0.22841757838174459</c:v>
                </c:pt>
                <c:pt idx="17207">
                  <c:v>0.22842145928399205</c:v>
                </c:pt>
                <c:pt idx="17208">
                  <c:v>0.22842670419500663</c:v>
                </c:pt>
                <c:pt idx="17209">
                  <c:v>0.22846147045434489</c:v>
                </c:pt>
                <c:pt idx="17210">
                  <c:v>0.22846524458369036</c:v>
                </c:pt>
                <c:pt idx="17211">
                  <c:v>0.22849784935443698</c:v>
                </c:pt>
                <c:pt idx="17212">
                  <c:v>0.22852143772848901</c:v>
                </c:pt>
                <c:pt idx="17213">
                  <c:v>0.22855087573917085</c:v>
                </c:pt>
                <c:pt idx="17214">
                  <c:v>0.2285609616416972</c:v>
                </c:pt>
                <c:pt idx="17215">
                  <c:v>0.22861578722102849</c:v>
                </c:pt>
                <c:pt idx="17216">
                  <c:v>0.2286463697973512</c:v>
                </c:pt>
                <c:pt idx="17217">
                  <c:v>0.22867376333883815</c:v>
                </c:pt>
                <c:pt idx="17218">
                  <c:v>0.22867911148558159</c:v>
                </c:pt>
                <c:pt idx="17219">
                  <c:v>0.22869969857877478</c:v>
                </c:pt>
                <c:pt idx="17220">
                  <c:v>0.22870744189563952</c:v>
                </c:pt>
                <c:pt idx="17221">
                  <c:v>0.22871977932202736</c:v>
                </c:pt>
                <c:pt idx="17222">
                  <c:v>0.22873843296955049</c:v>
                </c:pt>
                <c:pt idx="17223">
                  <c:v>0.22880280109747522</c:v>
                </c:pt>
                <c:pt idx="17224">
                  <c:v>0.22880820496959614</c:v>
                </c:pt>
                <c:pt idx="17225">
                  <c:v>0.22881708478530516</c:v>
                </c:pt>
                <c:pt idx="17226">
                  <c:v>0.22885731206692378</c:v>
                </c:pt>
                <c:pt idx="17227">
                  <c:v>0.22887582862544195</c:v>
                </c:pt>
                <c:pt idx="17228">
                  <c:v>0.22887930682754795</c:v>
                </c:pt>
                <c:pt idx="17229">
                  <c:v>0.22888318892790951</c:v>
                </c:pt>
                <c:pt idx="17230">
                  <c:v>0.22889421013127814</c:v>
                </c:pt>
                <c:pt idx="17231">
                  <c:v>0.22895348718862107</c:v>
                </c:pt>
                <c:pt idx="17232">
                  <c:v>0.22895400721034137</c:v>
                </c:pt>
                <c:pt idx="17233">
                  <c:v>0.22895421137508382</c:v>
                </c:pt>
                <c:pt idx="17234">
                  <c:v>0.22897826128466547</c:v>
                </c:pt>
                <c:pt idx="17235">
                  <c:v>0.22899312143959175</c:v>
                </c:pt>
                <c:pt idx="17236">
                  <c:v>0.2290022541854046</c:v>
                </c:pt>
                <c:pt idx="17237">
                  <c:v>0.22903204116817097</c:v>
                </c:pt>
                <c:pt idx="17238">
                  <c:v>0.22903470020350777</c:v>
                </c:pt>
                <c:pt idx="17239">
                  <c:v>0.22904608179107602</c:v>
                </c:pt>
                <c:pt idx="17240">
                  <c:v>0.22907857602920734</c:v>
                </c:pt>
                <c:pt idx="17241">
                  <c:v>0.22908495524766181</c:v>
                </c:pt>
                <c:pt idx="17242">
                  <c:v>0.22910002090600759</c:v>
                </c:pt>
                <c:pt idx="17243">
                  <c:v>0.22913394849500113</c:v>
                </c:pt>
                <c:pt idx="17244">
                  <c:v>0.2291710650212635</c:v>
                </c:pt>
                <c:pt idx="17245">
                  <c:v>0.22919765239485124</c:v>
                </c:pt>
                <c:pt idx="17246">
                  <c:v>0.22920542411783176</c:v>
                </c:pt>
                <c:pt idx="17247">
                  <c:v>0.22923122823572403</c:v>
                </c:pt>
                <c:pt idx="17248">
                  <c:v>0.22927218369874744</c:v>
                </c:pt>
                <c:pt idx="17249">
                  <c:v>0.22931346201171962</c:v>
                </c:pt>
                <c:pt idx="17250">
                  <c:v>0.229322165121878</c:v>
                </c:pt>
                <c:pt idx="17251">
                  <c:v>0.22934667314806101</c:v>
                </c:pt>
                <c:pt idx="17252">
                  <c:v>0.22940419005854315</c:v>
                </c:pt>
                <c:pt idx="17253">
                  <c:v>0.22941548339943793</c:v>
                </c:pt>
                <c:pt idx="17254">
                  <c:v>0.22942414694360452</c:v>
                </c:pt>
                <c:pt idx="17255">
                  <c:v>0.22943891215626119</c:v>
                </c:pt>
                <c:pt idx="17256">
                  <c:v>0.22944892448010451</c:v>
                </c:pt>
                <c:pt idx="17257">
                  <c:v>0.22948233190520156</c:v>
                </c:pt>
                <c:pt idx="17258">
                  <c:v>0.2295148615449957</c:v>
                </c:pt>
                <c:pt idx="17259">
                  <c:v>0.22951567996093877</c:v>
                </c:pt>
                <c:pt idx="17260">
                  <c:v>0.22952532328663464</c:v>
                </c:pt>
                <c:pt idx="17261">
                  <c:v>0.22952583341671112</c:v>
                </c:pt>
                <c:pt idx="17262">
                  <c:v>0.2295331161579027</c:v>
                </c:pt>
                <c:pt idx="17263">
                  <c:v>0.22959120766697941</c:v>
                </c:pt>
                <c:pt idx="17264">
                  <c:v>0.22960527559376523</c:v>
                </c:pt>
                <c:pt idx="17265">
                  <c:v>0.22963258264628733</c:v>
                </c:pt>
                <c:pt idx="17266">
                  <c:v>0.22963847007595597</c:v>
                </c:pt>
                <c:pt idx="17267">
                  <c:v>0.22963912428607108</c:v>
                </c:pt>
                <c:pt idx="17268">
                  <c:v>0.22968684917977328</c:v>
                </c:pt>
                <c:pt idx="17269">
                  <c:v>0.22971632693689165</c:v>
                </c:pt>
                <c:pt idx="17270">
                  <c:v>0.22972627560141926</c:v>
                </c:pt>
                <c:pt idx="17271">
                  <c:v>0.22972724458834104</c:v>
                </c:pt>
                <c:pt idx="17272">
                  <c:v>0.22977660055469731</c:v>
                </c:pt>
                <c:pt idx="17273">
                  <c:v>0.22979529647287952</c:v>
                </c:pt>
                <c:pt idx="17274">
                  <c:v>0.22980706079634786</c:v>
                </c:pt>
                <c:pt idx="17275">
                  <c:v>0.22982723438085917</c:v>
                </c:pt>
                <c:pt idx="17276">
                  <c:v>0.22983156591998913</c:v>
                </c:pt>
                <c:pt idx="17277">
                  <c:v>0.2298403602119824</c:v>
                </c:pt>
                <c:pt idx="17278">
                  <c:v>0.22986587206775122</c:v>
                </c:pt>
                <c:pt idx="17279">
                  <c:v>0.22986753136872964</c:v>
                </c:pt>
                <c:pt idx="17280">
                  <c:v>0.2299036396295881</c:v>
                </c:pt>
                <c:pt idx="17281">
                  <c:v>0.22990746184146277</c:v>
                </c:pt>
                <c:pt idx="17282">
                  <c:v>0.22991586878718662</c:v>
                </c:pt>
                <c:pt idx="17283">
                  <c:v>0.22995444691452527</c:v>
                </c:pt>
                <c:pt idx="17284">
                  <c:v>0.22996166353723033</c:v>
                </c:pt>
                <c:pt idx="17285">
                  <c:v>0.22997884457188864</c:v>
                </c:pt>
                <c:pt idx="17286">
                  <c:v>0.23000013633131258</c:v>
                </c:pt>
                <c:pt idx="17287">
                  <c:v>0.23001189987468001</c:v>
                </c:pt>
                <c:pt idx="17288">
                  <c:v>0.2300345662292996</c:v>
                </c:pt>
                <c:pt idx="17289">
                  <c:v>0.23004245091954487</c:v>
                </c:pt>
                <c:pt idx="17290">
                  <c:v>0.23004660722818795</c:v>
                </c:pt>
                <c:pt idx="17291">
                  <c:v>0.23005366307610803</c:v>
                </c:pt>
                <c:pt idx="17292">
                  <c:v>0.23010178749322252</c:v>
                </c:pt>
                <c:pt idx="17293">
                  <c:v>0.23010455007421787</c:v>
                </c:pt>
                <c:pt idx="17294">
                  <c:v>0.23012933089643556</c:v>
                </c:pt>
                <c:pt idx="17295">
                  <c:v>0.23014633613888838</c:v>
                </c:pt>
                <c:pt idx="17296">
                  <c:v>0.23015218752976033</c:v>
                </c:pt>
                <c:pt idx="17297">
                  <c:v>0.23015743491642693</c:v>
                </c:pt>
                <c:pt idx="17298">
                  <c:v>0.23017019964861798</c:v>
                </c:pt>
                <c:pt idx="17299">
                  <c:v>0.23017997060533901</c:v>
                </c:pt>
                <c:pt idx="17300">
                  <c:v>0.23018371901102797</c:v>
                </c:pt>
                <c:pt idx="17301">
                  <c:v>0.23019050723857548</c:v>
                </c:pt>
                <c:pt idx="17302">
                  <c:v>0.23019240752460909</c:v>
                </c:pt>
                <c:pt idx="17303">
                  <c:v>0.23022451588805903</c:v>
                </c:pt>
                <c:pt idx="17304">
                  <c:v>0.23022838505511073</c:v>
                </c:pt>
                <c:pt idx="17305">
                  <c:v>0.23024749621718621</c:v>
                </c:pt>
                <c:pt idx="17306">
                  <c:v>0.23025797006761267</c:v>
                </c:pt>
                <c:pt idx="17307">
                  <c:v>0.2302965775413591</c:v>
                </c:pt>
                <c:pt idx="17308">
                  <c:v>0.2303022782207205</c:v>
                </c:pt>
                <c:pt idx="17309">
                  <c:v>0.23031506080078243</c:v>
                </c:pt>
                <c:pt idx="17310">
                  <c:v>0.23032276398786161</c:v>
                </c:pt>
                <c:pt idx="17311">
                  <c:v>0.23033382759221646</c:v>
                </c:pt>
                <c:pt idx="17312">
                  <c:v>0.230337634482982</c:v>
                </c:pt>
                <c:pt idx="17313">
                  <c:v>0.23033956839048517</c:v>
                </c:pt>
                <c:pt idx="17314">
                  <c:v>0.23034612260437923</c:v>
                </c:pt>
                <c:pt idx="17315">
                  <c:v>0.23035942437186888</c:v>
                </c:pt>
                <c:pt idx="17316">
                  <c:v>0.23036995654717896</c:v>
                </c:pt>
                <c:pt idx="17317">
                  <c:v>0.23037482624317149</c:v>
                </c:pt>
                <c:pt idx="17318">
                  <c:v>0.23039073205370891</c:v>
                </c:pt>
                <c:pt idx="17319">
                  <c:v>0.23040557047854301</c:v>
                </c:pt>
                <c:pt idx="17320">
                  <c:v>0.23040688138391388</c:v>
                </c:pt>
                <c:pt idx="17321">
                  <c:v>0.23043389360526711</c:v>
                </c:pt>
                <c:pt idx="17322">
                  <c:v>0.23043521340461676</c:v>
                </c:pt>
                <c:pt idx="17323">
                  <c:v>0.2304640341249122</c:v>
                </c:pt>
                <c:pt idx="17324">
                  <c:v>0.23047453091413481</c:v>
                </c:pt>
                <c:pt idx="17325">
                  <c:v>0.23050601612828031</c:v>
                </c:pt>
                <c:pt idx="17326">
                  <c:v>0.23051492240091129</c:v>
                </c:pt>
                <c:pt idx="17327">
                  <c:v>0.23057166271906485</c:v>
                </c:pt>
                <c:pt idx="17328">
                  <c:v>0.23057340392332715</c:v>
                </c:pt>
                <c:pt idx="17329">
                  <c:v>0.230577630144329</c:v>
                </c:pt>
                <c:pt idx="17330">
                  <c:v>0.2305850920613112</c:v>
                </c:pt>
                <c:pt idx="17331">
                  <c:v>0.23058732887037611</c:v>
                </c:pt>
                <c:pt idx="17332">
                  <c:v>0.23062145602720177</c:v>
                </c:pt>
                <c:pt idx="17333">
                  <c:v>0.23063321314317306</c:v>
                </c:pt>
                <c:pt idx="17334">
                  <c:v>0.23063411800418049</c:v>
                </c:pt>
                <c:pt idx="17335">
                  <c:v>0.23063867832432214</c:v>
                </c:pt>
                <c:pt idx="17336">
                  <c:v>0.23064187909152481</c:v>
                </c:pt>
                <c:pt idx="17337">
                  <c:v>0.23065839620104947</c:v>
                </c:pt>
                <c:pt idx="17338">
                  <c:v>0.23066140495471629</c:v>
                </c:pt>
                <c:pt idx="17339">
                  <c:v>0.23067344167320877</c:v>
                </c:pt>
                <c:pt idx="17340">
                  <c:v>0.23067924278451787</c:v>
                </c:pt>
                <c:pt idx="17341">
                  <c:v>0.23069527967954928</c:v>
                </c:pt>
                <c:pt idx="17342">
                  <c:v>0.23070097144422022</c:v>
                </c:pt>
                <c:pt idx="17343">
                  <c:v>0.23070259886363786</c:v>
                </c:pt>
                <c:pt idx="17344">
                  <c:v>0.2307243426812462</c:v>
                </c:pt>
                <c:pt idx="17345">
                  <c:v>0.230732131732828</c:v>
                </c:pt>
                <c:pt idx="17346">
                  <c:v>0.23079190543993836</c:v>
                </c:pt>
                <c:pt idx="17347">
                  <c:v>0.23080671263018201</c:v>
                </c:pt>
                <c:pt idx="17348">
                  <c:v>0.23081319268105732</c:v>
                </c:pt>
                <c:pt idx="17349">
                  <c:v>0.23087095732069951</c:v>
                </c:pt>
                <c:pt idx="17350">
                  <c:v>0.23087361974764667</c:v>
                </c:pt>
                <c:pt idx="17351">
                  <c:v>0.23087826635853156</c:v>
                </c:pt>
                <c:pt idx="17352">
                  <c:v>0.23088268096206477</c:v>
                </c:pt>
                <c:pt idx="17353">
                  <c:v>0.23089223080110555</c:v>
                </c:pt>
                <c:pt idx="17354">
                  <c:v>0.23089458186177753</c:v>
                </c:pt>
                <c:pt idx="17355">
                  <c:v>0.23096869738460737</c:v>
                </c:pt>
                <c:pt idx="17356">
                  <c:v>0.23100023266593889</c:v>
                </c:pt>
                <c:pt idx="17357">
                  <c:v>0.23100356051207985</c:v>
                </c:pt>
                <c:pt idx="17358">
                  <c:v>0.23101044383662561</c:v>
                </c:pt>
                <c:pt idx="17359">
                  <c:v>0.23101612673409738</c:v>
                </c:pt>
                <c:pt idx="17360">
                  <c:v>0.23102927714007931</c:v>
                </c:pt>
                <c:pt idx="17361">
                  <c:v>0.23103300317356751</c:v>
                </c:pt>
                <c:pt idx="17362">
                  <c:v>0.23108437782369906</c:v>
                </c:pt>
                <c:pt idx="17363">
                  <c:v>0.23109780918557388</c:v>
                </c:pt>
                <c:pt idx="17364">
                  <c:v>0.23111511765819806</c:v>
                </c:pt>
                <c:pt idx="17365">
                  <c:v>0.23113521746166088</c:v>
                </c:pt>
                <c:pt idx="17366">
                  <c:v>0.23113765891179586</c:v>
                </c:pt>
                <c:pt idx="17367">
                  <c:v>0.23118258738247663</c:v>
                </c:pt>
                <c:pt idx="17368">
                  <c:v>0.23122353137384516</c:v>
                </c:pt>
                <c:pt idx="17369">
                  <c:v>0.23122866881664447</c:v>
                </c:pt>
                <c:pt idx="17370">
                  <c:v>0.23123268145519971</c:v>
                </c:pt>
                <c:pt idx="17371">
                  <c:v>0.23123386516352479</c:v>
                </c:pt>
                <c:pt idx="17372">
                  <c:v>0.23124450575522024</c:v>
                </c:pt>
                <c:pt idx="17373">
                  <c:v>0.23125502347722987</c:v>
                </c:pt>
                <c:pt idx="17374">
                  <c:v>0.23127299716414165</c:v>
                </c:pt>
                <c:pt idx="17375">
                  <c:v>0.23128338455049019</c:v>
                </c:pt>
                <c:pt idx="17376">
                  <c:v>0.23131918311344171</c:v>
                </c:pt>
                <c:pt idx="17377">
                  <c:v>0.23131951409232898</c:v>
                </c:pt>
                <c:pt idx="17378">
                  <c:v>0.23138045038153351</c:v>
                </c:pt>
                <c:pt idx="17379">
                  <c:v>0.23139120925487433</c:v>
                </c:pt>
                <c:pt idx="17380">
                  <c:v>0.23142854865804083</c:v>
                </c:pt>
                <c:pt idx="17381">
                  <c:v>0.2314528219848318</c:v>
                </c:pt>
                <c:pt idx="17382">
                  <c:v>0.23148108425153779</c:v>
                </c:pt>
                <c:pt idx="17383">
                  <c:v>0.23148263317846382</c:v>
                </c:pt>
                <c:pt idx="17384">
                  <c:v>0.23149793087774179</c:v>
                </c:pt>
                <c:pt idx="17385">
                  <c:v>0.23154636515608701</c:v>
                </c:pt>
                <c:pt idx="17386">
                  <c:v>0.23162141472789971</c:v>
                </c:pt>
                <c:pt idx="17387">
                  <c:v>0.23165820099370543</c:v>
                </c:pt>
                <c:pt idx="17388">
                  <c:v>0.23168180537236244</c:v>
                </c:pt>
                <c:pt idx="17389">
                  <c:v>0.2316895935089637</c:v>
                </c:pt>
                <c:pt idx="17390">
                  <c:v>0.23169338922228297</c:v>
                </c:pt>
                <c:pt idx="17391">
                  <c:v>0.2317116661351987</c:v>
                </c:pt>
                <c:pt idx="17392">
                  <c:v>0.23172137155210459</c:v>
                </c:pt>
                <c:pt idx="17393">
                  <c:v>0.23175750997456351</c:v>
                </c:pt>
                <c:pt idx="17394">
                  <c:v>0.23177588460347504</c:v>
                </c:pt>
                <c:pt idx="17395">
                  <c:v>0.23183192073121522</c:v>
                </c:pt>
                <c:pt idx="17396">
                  <c:v>0.23186475520190342</c:v>
                </c:pt>
                <c:pt idx="17397">
                  <c:v>0.23190674141289813</c:v>
                </c:pt>
                <c:pt idx="17398">
                  <c:v>0.23190707172656966</c:v>
                </c:pt>
                <c:pt idx="17399">
                  <c:v>0.23192712785327296</c:v>
                </c:pt>
                <c:pt idx="17400">
                  <c:v>0.23192963441454609</c:v>
                </c:pt>
                <c:pt idx="17401">
                  <c:v>0.23194148658455005</c:v>
                </c:pt>
                <c:pt idx="17402">
                  <c:v>0.23197079074029545</c:v>
                </c:pt>
                <c:pt idx="17403">
                  <c:v>0.23198603531699477</c:v>
                </c:pt>
                <c:pt idx="17404">
                  <c:v>0.23199825119618811</c:v>
                </c:pt>
                <c:pt idx="17405">
                  <c:v>0.23200364879076879</c:v>
                </c:pt>
                <c:pt idx="17406">
                  <c:v>0.2320162463452928</c:v>
                </c:pt>
                <c:pt idx="17407">
                  <c:v>0.23202247953542746</c:v>
                </c:pt>
                <c:pt idx="17408">
                  <c:v>0.23203068526651849</c:v>
                </c:pt>
                <c:pt idx="17409">
                  <c:v>0.23206269338408125</c:v>
                </c:pt>
                <c:pt idx="17410">
                  <c:v>0.23206541595936436</c:v>
                </c:pt>
                <c:pt idx="17411">
                  <c:v>0.23210406908787573</c:v>
                </c:pt>
                <c:pt idx="17412">
                  <c:v>0.23212075687417705</c:v>
                </c:pt>
                <c:pt idx="17413">
                  <c:v>0.23212519216117736</c:v>
                </c:pt>
                <c:pt idx="17414">
                  <c:v>0.23215030911087661</c:v>
                </c:pt>
                <c:pt idx="17415">
                  <c:v>0.23217545056896094</c:v>
                </c:pt>
                <c:pt idx="17416">
                  <c:v>0.23217613316626379</c:v>
                </c:pt>
                <c:pt idx="17417">
                  <c:v>0.23219296577479653</c:v>
                </c:pt>
                <c:pt idx="17418">
                  <c:v>0.23221929748682957</c:v>
                </c:pt>
                <c:pt idx="17419">
                  <c:v>0.23222706587579561</c:v>
                </c:pt>
                <c:pt idx="17420">
                  <c:v>0.23224320871907095</c:v>
                </c:pt>
                <c:pt idx="17421">
                  <c:v>0.23224641437626861</c:v>
                </c:pt>
                <c:pt idx="17422">
                  <c:v>0.23226061842895263</c:v>
                </c:pt>
                <c:pt idx="17423">
                  <c:v>0.23229953246154278</c:v>
                </c:pt>
                <c:pt idx="17424">
                  <c:v>0.23230706847496096</c:v>
                </c:pt>
                <c:pt idx="17425">
                  <c:v>0.23231039109876345</c:v>
                </c:pt>
                <c:pt idx="17426">
                  <c:v>0.23231570641385896</c:v>
                </c:pt>
                <c:pt idx="17427">
                  <c:v>0.23233206818215379</c:v>
                </c:pt>
                <c:pt idx="17428">
                  <c:v>0.23233836549697759</c:v>
                </c:pt>
                <c:pt idx="17429">
                  <c:v>0.23236058459682898</c:v>
                </c:pt>
                <c:pt idx="17430">
                  <c:v>0.23239465532421053</c:v>
                </c:pt>
                <c:pt idx="17431">
                  <c:v>0.23240678431850278</c:v>
                </c:pt>
                <c:pt idx="17432">
                  <c:v>0.23241219029984964</c:v>
                </c:pt>
                <c:pt idx="17433">
                  <c:v>0.23248513030254639</c:v>
                </c:pt>
                <c:pt idx="17434">
                  <c:v>0.23255000498116801</c:v>
                </c:pt>
                <c:pt idx="17435">
                  <c:v>0.23255810070025071</c:v>
                </c:pt>
                <c:pt idx="17436">
                  <c:v>0.23255835984971568</c:v>
                </c:pt>
                <c:pt idx="17437">
                  <c:v>0.23256694673476</c:v>
                </c:pt>
                <c:pt idx="17438">
                  <c:v>0.23258091407785994</c:v>
                </c:pt>
                <c:pt idx="17439">
                  <c:v>0.23258521864453255</c:v>
                </c:pt>
                <c:pt idx="17440">
                  <c:v>0.23261441250170936</c:v>
                </c:pt>
                <c:pt idx="17441">
                  <c:v>0.23262317071758151</c:v>
                </c:pt>
                <c:pt idx="17442">
                  <c:v>0.23262427340651301</c:v>
                </c:pt>
                <c:pt idx="17443">
                  <c:v>0.2326285870540617</c:v>
                </c:pt>
                <c:pt idx="17444">
                  <c:v>0.2326493237474429</c:v>
                </c:pt>
                <c:pt idx="17445">
                  <c:v>0.23266272836379046</c:v>
                </c:pt>
                <c:pt idx="17446">
                  <c:v>0.23267604268307943</c:v>
                </c:pt>
                <c:pt idx="17447">
                  <c:v>0.23268326458141683</c:v>
                </c:pt>
                <c:pt idx="17448">
                  <c:v>0.23268974027644287</c:v>
                </c:pt>
                <c:pt idx="17449">
                  <c:v>0.23270838938911489</c:v>
                </c:pt>
                <c:pt idx="17450">
                  <c:v>0.23271213457930429</c:v>
                </c:pt>
                <c:pt idx="17451">
                  <c:v>0.23271933438016146</c:v>
                </c:pt>
                <c:pt idx="17452">
                  <c:v>0.23275947376560244</c:v>
                </c:pt>
                <c:pt idx="17453">
                  <c:v>0.23276955513109124</c:v>
                </c:pt>
                <c:pt idx="17454">
                  <c:v>0.23280339610063855</c:v>
                </c:pt>
                <c:pt idx="17455">
                  <c:v>0.23282049419886136</c:v>
                </c:pt>
                <c:pt idx="17456">
                  <c:v>0.23285159994972754</c:v>
                </c:pt>
                <c:pt idx="17457">
                  <c:v>0.23286805705600519</c:v>
                </c:pt>
                <c:pt idx="17458">
                  <c:v>0.23288416956052543</c:v>
                </c:pt>
                <c:pt idx="17459">
                  <c:v>0.23289224814518009</c:v>
                </c:pt>
                <c:pt idx="17460">
                  <c:v>0.23293370379489634</c:v>
                </c:pt>
                <c:pt idx="17461">
                  <c:v>0.23296529160642102</c:v>
                </c:pt>
                <c:pt idx="17462">
                  <c:v>0.2329999488664469</c:v>
                </c:pt>
                <c:pt idx="17463">
                  <c:v>0.23304911209173737</c:v>
                </c:pt>
                <c:pt idx="17464">
                  <c:v>0.23306170317502561</c:v>
                </c:pt>
                <c:pt idx="17465">
                  <c:v>0.23307409192750267</c:v>
                </c:pt>
                <c:pt idx="17466">
                  <c:v>0.23307608269545269</c:v>
                </c:pt>
                <c:pt idx="17467">
                  <c:v>0.23308867993299573</c:v>
                </c:pt>
                <c:pt idx="17468">
                  <c:v>0.23311031363093182</c:v>
                </c:pt>
                <c:pt idx="17469">
                  <c:v>0.23311799230345656</c:v>
                </c:pt>
                <c:pt idx="17470">
                  <c:v>0.23313618815060921</c:v>
                </c:pt>
                <c:pt idx="17471">
                  <c:v>0.23316954559722922</c:v>
                </c:pt>
                <c:pt idx="17472">
                  <c:v>0.23318375016831341</c:v>
                </c:pt>
                <c:pt idx="17473">
                  <c:v>0.23318677168890786</c:v>
                </c:pt>
                <c:pt idx="17474">
                  <c:v>0.23318693050608252</c:v>
                </c:pt>
                <c:pt idx="17475">
                  <c:v>0.23319575036100229</c:v>
                </c:pt>
                <c:pt idx="17476">
                  <c:v>0.23321683476660771</c:v>
                </c:pt>
                <c:pt idx="17477">
                  <c:v>0.23323803968727919</c:v>
                </c:pt>
                <c:pt idx="17478">
                  <c:v>0.23324435712145172</c:v>
                </c:pt>
                <c:pt idx="17479">
                  <c:v>0.23326351705114337</c:v>
                </c:pt>
                <c:pt idx="17480">
                  <c:v>0.23331008252916632</c:v>
                </c:pt>
                <c:pt idx="17481">
                  <c:v>0.23333596756389327</c:v>
                </c:pt>
                <c:pt idx="17482">
                  <c:v>0.23333627630503848</c:v>
                </c:pt>
                <c:pt idx="17483">
                  <c:v>0.23336968802106997</c:v>
                </c:pt>
                <c:pt idx="17484">
                  <c:v>0.23342378138135431</c:v>
                </c:pt>
                <c:pt idx="17485">
                  <c:v>0.23343153979920375</c:v>
                </c:pt>
                <c:pt idx="17486">
                  <c:v>0.23348697099938706</c:v>
                </c:pt>
                <c:pt idx="17487">
                  <c:v>0.23349162690059605</c:v>
                </c:pt>
                <c:pt idx="17488">
                  <c:v>0.23349363886437291</c:v>
                </c:pt>
                <c:pt idx="17489">
                  <c:v>0.23350695327345497</c:v>
                </c:pt>
                <c:pt idx="17490">
                  <c:v>0.23355197095604971</c:v>
                </c:pt>
                <c:pt idx="17491">
                  <c:v>0.23357647645275884</c:v>
                </c:pt>
                <c:pt idx="17492">
                  <c:v>0.23358025181649966</c:v>
                </c:pt>
                <c:pt idx="17493">
                  <c:v>0.23362238492877924</c:v>
                </c:pt>
                <c:pt idx="17494">
                  <c:v>0.2336621916343446</c:v>
                </c:pt>
                <c:pt idx="17495">
                  <c:v>0.23370018726431924</c:v>
                </c:pt>
                <c:pt idx="17496">
                  <c:v>0.23372650369313841</c:v>
                </c:pt>
                <c:pt idx="17497">
                  <c:v>0.23372848618239261</c:v>
                </c:pt>
                <c:pt idx="17498">
                  <c:v>0.23372992210382498</c:v>
                </c:pt>
                <c:pt idx="17499">
                  <c:v>0.23374209904257398</c:v>
                </c:pt>
                <c:pt idx="17500">
                  <c:v>0.23375623451841038</c:v>
                </c:pt>
                <c:pt idx="17501">
                  <c:v>0.23375838483626576</c:v>
                </c:pt>
                <c:pt idx="17502">
                  <c:v>0.2337653114925565</c:v>
                </c:pt>
                <c:pt idx="17503">
                  <c:v>0.23376586265806362</c:v>
                </c:pt>
                <c:pt idx="17504">
                  <c:v>0.23381425285860996</c:v>
                </c:pt>
                <c:pt idx="17505">
                  <c:v>0.23384213570903276</c:v>
                </c:pt>
                <c:pt idx="17506">
                  <c:v>0.23385146273183546</c:v>
                </c:pt>
                <c:pt idx="17507">
                  <c:v>0.23386390004106863</c:v>
                </c:pt>
                <c:pt idx="17508">
                  <c:v>0.23388211389854752</c:v>
                </c:pt>
                <c:pt idx="17509">
                  <c:v>0.23389447921822307</c:v>
                </c:pt>
                <c:pt idx="17510">
                  <c:v>0.23390394321330923</c:v>
                </c:pt>
                <c:pt idx="17511">
                  <c:v>0.23390809869754822</c:v>
                </c:pt>
                <c:pt idx="17512">
                  <c:v>0.23391634593159233</c:v>
                </c:pt>
                <c:pt idx="17513">
                  <c:v>0.23391753432189583</c:v>
                </c:pt>
                <c:pt idx="17514">
                  <c:v>0.23392263517657241</c:v>
                </c:pt>
                <c:pt idx="17515">
                  <c:v>0.23393542986534391</c:v>
                </c:pt>
                <c:pt idx="17516">
                  <c:v>0.2339626019653992</c:v>
                </c:pt>
                <c:pt idx="17517">
                  <c:v>0.23398267998715963</c:v>
                </c:pt>
                <c:pt idx="17518">
                  <c:v>0.23398358367701252</c:v>
                </c:pt>
                <c:pt idx="17519">
                  <c:v>0.23398656825323919</c:v>
                </c:pt>
                <c:pt idx="17520">
                  <c:v>0.23401780910412254</c:v>
                </c:pt>
                <c:pt idx="17521">
                  <c:v>0.23402056995185228</c:v>
                </c:pt>
                <c:pt idx="17522">
                  <c:v>0.23404346166586446</c:v>
                </c:pt>
                <c:pt idx="17523">
                  <c:v>0.23405815635632379</c:v>
                </c:pt>
                <c:pt idx="17524">
                  <c:v>0.23407314484636974</c:v>
                </c:pt>
                <c:pt idx="17525">
                  <c:v>0.23408593808295453</c:v>
                </c:pt>
                <c:pt idx="17526">
                  <c:v>0.23410070236880504</c:v>
                </c:pt>
                <c:pt idx="17527">
                  <c:v>0.23412627101960598</c:v>
                </c:pt>
                <c:pt idx="17528">
                  <c:v>0.23415144020338347</c:v>
                </c:pt>
                <c:pt idx="17529">
                  <c:v>0.23419285148883687</c:v>
                </c:pt>
                <c:pt idx="17530">
                  <c:v>0.23422031168528951</c:v>
                </c:pt>
                <c:pt idx="17531">
                  <c:v>0.23424344591009935</c:v>
                </c:pt>
                <c:pt idx="17532">
                  <c:v>0.23424760831531286</c:v>
                </c:pt>
                <c:pt idx="17533">
                  <c:v>0.23425661204776241</c:v>
                </c:pt>
                <c:pt idx="17534">
                  <c:v>0.23427532697517434</c:v>
                </c:pt>
                <c:pt idx="17535">
                  <c:v>0.23429288563358955</c:v>
                </c:pt>
                <c:pt idx="17536">
                  <c:v>0.23429441913683027</c:v>
                </c:pt>
                <c:pt idx="17537">
                  <c:v>0.23431343201967494</c:v>
                </c:pt>
                <c:pt idx="17538">
                  <c:v>0.23432289275670082</c:v>
                </c:pt>
                <c:pt idx="17539">
                  <c:v>0.2343301673319145</c:v>
                </c:pt>
                <c:pt idx="17540">
                  <c:v>0.23433464442192151</c:v>
                </c:pt>
                <c:pt idx="17541">
                  <c:v>0.23434641301565864</c:v>
                </c:pt>
                <c:pt idx="17542">
                  <c:v>0.23434754101947922</c:v>
                </c:pt>
                <c:pt idx="17543">
                  <c:v>0.23435822344859653</c:v>
                </c:pt>
                <c:pt idx="17544">
                  <c:v>0.23437614388009245</c:v>
                </c:pt>
                <c:pt idx="17545">
                  <c:v>0.23438330393205378</c:v>
                </c:pt>
                <c:pt idx="17546">
                  <c:v>0.23441360545992687</c:v>
                </c:pt>
                <c:pt idx="17547">
                  <c:v>0.2344615738129486</c:v>
                </c:pt>
                <c:pt idx="17548">
                  <c:v>0.23447504521548307</c:v>
                </c:pt>
                <c:pt idx="17549">
                  <c:v>0.23451317624772669</c:v>
                </c:pt>
                <c:pt idx="17550">
                  <c:v>0.23452754207121737</c:v>
                </c:pt>
                <c:pt idx="17551">
                  <c:v>0.23456705134963379</c:v>
                </c:pt>
                <c:pt idx="17552">
                  <c:v>0.23457523371346972</c:v>
                </c:pt>
                <c:pt idx="17553">
                  <c:v>0.2345925863379294</c:v>
                </c:pt>
                <c:pt idx="17554">
                  <c:v>0.23461673965142868</c:v>
                </c:pt>
                <c:pt idx="17555">
                  <c:v>0.23464536101428504</c:v>
                </c:pt>
                <c:pt idx="17556">
                  <c:v>0.23467468251897336</c:v>
                </c:pt>
                <c:pt idx="17557">
                  <c:v>0.23468943110465224</c:v>
                </c:pt>
                <c:pt idx="17558">
                  <c:v>0.23470458772808825</c:v>
                </c:pt>
                <c:pt idx="17559">
                  <c:v>0.23473357413378362</c:v>
                </c:pt>
                <c:pt idx="17560">
                  <c:v>0.23474941786943387</c:v>
                </c:pt>
                <c:pt idx="17561">
                  <c:v>0.23477631922682538</c:v>
                </c:pt>
                <c:pt idx="17562">
                  <c:v>0.23477972464834299</c:v>
                </c:pt>
                <c:pt idx="17563">
                  <c:v>0.23479926636341678</c:v>
                </c:pt>
                <c:pt idx="17564">
                  <c:v>0.23482532493759098</c:v>
                </c:pt>
                <c:pt idx="17565">
                  <c:v>0.23482610818228236</c:v>
                </c:pt>
                <c:pt idx="17566">
                  <c:v>0.2348280869124178</c:v>
                </c:pt>
                <c:pt idx="17567">
                  <c:v>0.23482959126190101</c:v>
                </c:pt>
                <c:pt idx="17568">
                  <c:v>0.23488754451576521</c:v>
                </c:pt>
                <c:pt idx="17569">
                  <c:v>0.2348907435843709</c:v>
                </c:pt>
                <c:pt idx="17570">
                  <c:v>0.23489568447243159</c:v>
                </c:pt>
                <c:pt idx="17571">
                  <c:v>0.23492715439065523</c:v>
                </c:pt>
                <c:pt idx="17572">
                  <c:v>0.23494108025256943</c:v>
                </c:pt>
                <c:pt idx="17573">
                  <c:v>0.23498144268331647</c:v>
                </c:pt>
                <c:pt idx="17574">
                  <c:v>0.23498489490818381</c:v>
                </c:pt>
                <c:pt idx="17575">
                  <c:v>0.2349912346568255</c:v>
                </c:pt>
                <c:pt idx="17576">
                  <c:v>0.23500004216673817</c:v>
                </c:pt>
                <c:pt idx="17577">
                  <c:v>0.23500439501498932</c:v>
                </c:pt>
                <c:pt idx="17578">
                  <c:v>0.23508248999098788</c:v>
                </c:pt>
                <c:pt idx="17579">
                  <c:v>0.23509577843230808</c:v>
                </c:pt>
                <c:pt idx="17580">
                  <c:v>0.23511059858953481</c:v>
                </c:pt>
                <c:pt idx="17581">
                  <c:v>0.23511272886867665</c:v>
                </c:pt>
                <c:pt idx="17582">
                  <c:v>0.23511344154866987</c:v>
                </c:pt>
                <c:pt idx="17583">
                  <c:v>0.23513752881098338</c:v>
                </c:pt>
                <c:pt idx="17584">
                  <c:v>0.23515439416901077</c:v>
                </c:pt>
                <c:pt idx="17585">
                  <c:v>0.2351725479328774</c:v>
                </c:pt>
                <c:pt idx="17586">
                  <c:v>0.23517341731737856</c:v>
                </c:pt>
                <c:pt idx="17587">
                  <c:v>0.23517539141709787</c:v>
                </c:pt>
                <c:pt idx="17588">
                  <c:v>0.2351966872913652</c:v>
                </c:pt>
                <c:pt idx="17589">
                  <c:v>0.23523069994271245</c:v>
                </c:pt>
                <c:pt idx="17590">
                  <c:v>0.23523280179286998</c:v>
                </c:pt>
                <c:pt idx="17591">
                  <c:v>0.23524746466144503</c:v>
                </c:pt>
                <c:pt idx="17592">
                  <c:v>0.23528122800236889</c:v>
                </c:pt>
                <c:pt idx="17593">
                  <c:v>0.23529118173965194</c:v>
                </c:pt>
                <c:pt idx="17594">
                  <c:v>0.235316785110913</c:v>
                </c:pt>
                <c:pt idx="17595">
                  <c:v>0.23536049703136522</c:v>
                </c:pt>
                <c:pt idx="17596">
                  <c:v>0.23537033826736681</c:v>
                </c:pt>
                <c:pt idx="17597">
                  <c:v>0.23538331373148175</c:v>
                </c:pt>
                <c:pt idx="17598">
                  <c:v>0.23539766177959295</c:v>
                </c:pt>
                <c:pt idx="17599">
                  <c:v>0.23541429846751702</c:v>
                </c:pt>
                <c:pt idx="17600">
                  <c:v>0.23541698425123131</c:v>
                </c:pt>
                <c:pt idx="17601">
                  <c:v>0.23545085122924517</c:v>
                </c:pt>
                <c:pt idx="17602">
                  <c:v>0.23548370663250387</c:v>
                </c:pt>
                <c:pt idx="17603">
                  <c:v>0.23552852208014322</c:v>
                </c:pt>
                <c:pt idx="17604">
                  <c:v>0.23553685451006473</c:v>
                </c:pt>
                <c:pt idx="17605">
                  <c:v>0.23555374190983949</c:v>
                </c:pt>
                <c:pt idx="17606">
                  <c:v>0.23555811839166127</c:v>
                </c:pt>
                <c:pt idx="17607">
                  <c:v>0.2355703786943959</c:v>
                </c:pt>
                <c:pt idx="17608">
                  <c:v>0.23557449244222547</c:v>
                </c:pt>
                <c:pt idx="17609">
                  <c:v>0.23557935789521117</c:v>
                </c:pt>
                <c:pt idx="17610">
                  <c:v>0.23568210237715556</c:v>
                </c:pt>
                <c:pt idx="17611">
                  <c:v>0.23569515679981806</c:v>
                </c:pt>
                <c:pt idx="17612">
                  <c:v>0.23571303789407566</c:v>
                </c:pt>
                <c:pt idx="17613">
                  <c:v>0.23571485973765674</c:v>
                </c:pt>
                <c:pt idx="17614">
                  <c:v>0.23574049330026103</c:v>
                </c:pt>
                <c:pt idx="17615">
                  <c:v>0.23574690439355578</c:v>
                </c:pt>
                <c:pt idx="17616">
                  <c:v>0.23576051793615121</c:v>
                </c:pt>
                <c:pt idx="17617">
                  <c:v>0.2357954387514416</c:v>
                </c:pt>
                <c:pt idx="17618">
                  <c:v>0.2358553411005733</c:v>
                </c:pt>
                <c:pt idx="17619">
                  <c:v>0.23586524995597122</c:v>
                </c:pt>
                <c:pt idx="17620">
                  <c:v>0.23586906905884994</c:v>
                </c:pt>
                <c:pt idx="17621">
                  <c:v>0.235875886838735</c:v>
                </c:pt>
                <c:pt idx="17622">
                  <c:v>0.23588432666542045</c:v>
                </c:pt>
                <c:pt idx="17623">
                  <c:v>0.23588696020755953</c:v>
                </c:pt>
                <c:pt idx="17624">
                  <c:v>0.23590351036000035</c:v>
                </c:pt>
                <c:pt idx="17625">
                  <c:v>0.2359393651713759</c:v>
                </c:pt>
                <c:pt idx="17626">
                  <c:v>0.23594611626825104</c:v>
                </c:pt>
                <c:pt idx="17627">
                  <c:v>0.23596336063470269</c:v>
                </c:pt>
                <c:pt idx="17628">
                  <c:v>0.23597059262843911</c:v>
                </c:pt>
                <c:pt idx="17629">
                  <c:v>0.23598116449448017</c:v>
                </c:pt>
                <c:pt idx="17630">
                  <c:v>0.23602415774708765</c:v>
                </c:pt>
                <c:pt idx="17631">
                  <c:v>0.23604655594941457</c:v>
                </c:pt>
                <c:pt idx="17632">
                  <c:v>0.23605533347745689</c:v>
                </c:pt>
                <c:pt idx="17633">
                  <c:v>0.23606036806709077</c:v>
                </c:pt>
                <c:pt idx="17634">
                  <c:v>0.23615558989141358</c:v>
                </c:pt>
                <c:pt idx="17635">
                  <c:v>0.23616144958932742</c:v>
                </c:pt>
                <c:pt idx="17636">
                  <c:v>0.23618320052380032</c:v>
                </c:pt>
                <c:pt idx="17637">
                  <c:v>0.23620264424189408</c:v>
                </c:pt>
                <c:pt idx="17638">
                  <c:v>0.2362283822363235</c:v>
                </c:pt>
                <c:pt idx="17639">
                  <c:v>0.23622863646658954</c:v>
                </c:pt>
                <c:pt idx="17640">
                  <c:v>0.23625046084053725</c:v>
                </c:pt>
                <c:pt idx="17641">
                  <c:v>0.23631628944695404</c:v>
                </c:pt>
                <c:pt idx="17642">
                  <c:v>0.2363275625186286</c:v>
                </c:pt>
                <c:pt idx="17643">
                  <c:v>0.23633754754792324</c:v>
                </c:pt>
                <c:pt idx="17644">
                  <c:v>0.23637232100079866</c:v>
                </c:pt>
                <c:pt idx="17645">
                  <c:v>0.23638055096637828</c:v>
                </c:pt>
                <c:pt idx="17646">
                  <c:v>0.23639448456385304</c:v>
                </c:pt>
                <c:pt idx="17647">
                  <c:v>0.23640096559112528</c:v>
                </c:pt>
                <c:pt idx="17648">
                  <c:v>0.23640177708971205</c:v>
                </c:pt>
                <c:pt idx="17649">
                  <c:v>0.23640190761730856</c:v>
                </c:pt>
                <c:pt idx="17650">
                  <c:v>0.23645708686121381</c:v>
                </c:pt>
                <c:pt idx="17651">
                  <c:v>0.23646121605122339</c:v>
                </c:pt>
                <c:pt idx="17652">
                  <c:v>0.23650761887728236</c:v>
                </c:pt>
                <c:pt idx="17653">
                  <c:v>0.23663127495568881</c:v>
                </c:pt>
                <c:pt idx="17654">
                  <c:v>0.23665416556194444</c:v>
                </c:pt>
                <c:pt idx="17655">
                  <c:v>0.23666467157157897</c:v>
                </c:pt>
                <c:pt idx="17656">
                  <c:v>0.23666494721553835</c:v>
                </c:pt>
                <c:pt idx="17657">
                  <c:v>0.23667699601499534</c:v>
                </c:pt>
                <c:pt idx="17658">
                  <c:v>0.2366833600790253</c:v>
                </c:pt>
                <c:pt idx="17659">
                  <c:v>0.23669183133199315</c:v>
                </c:pt>
                <c:pt idx="17660">
                  <c:v>0.23670182575444959</c:v>
                </c:pt>
                <c:pt idx="17661">
                  <c:v>0.23670941310542831</c:v>
                </c:pt>
                <c:pt idx="17662">
                  <c:v>0.23673023482562658</c:v>
                </c:pt>
                <c:pt idx="17663">
                  <c:v>0.2367304241800256</c:v>
                </c:pt>
                <c:pt idx="17664">
                  <c:v>0.23676348126062177</c:v>
                </c:pt>
                <c:pt idx="17665">
                  <c:v>0.23676383529054096</c:v>
                </c:pt>
                <c:pt idx="17666">
                  <c:v>0.2367706160217713</c:v>
                </c:pt>
                <c:pt idx="17667">
                  <c:v>0.23680369312706903</c:v>
                </c:pt>
                <c:pt idx="17668">
                  <c:v>0.23681001671532667</c:v>
                </c:pt>
                <c:pt idx="17669">
                  <c:v>0.23681023467513346</c:v>
                </c:pt>
                <c:pt idx="17670">
                  <c:v>0.23683589623872975</c:v>
                </c:pt>
                <c:pt idx="17671">
                  <c:v>0.23684236875989673</c:v>
                </c:pt>
                <c:pt idx="17672">
                  <c:v>0.23684343774897676</c:v>
                </c:pt>
                <c:pt idx="17673">
                  <c:v>0.23684790458110916</c:v>
                </c:pt>
                <c:pt idx="17674">
                  <c:v>0.23685596644963935</c:v>
                </c:pt>
                <c:pt idx="17675">
                  <c:v>0.23690723146962184</c:v>
                </c:pt>
                <c:pt idx="17676">
                  <c:v>0.23699866328112235</c:v>
                </c:pt>
                <c:pt idx="17677">
                  <c:v>0.23701278532537273</c:v>
                </c:pt>
                <c:pt idx="17678">
                  <c:v>0.23701292310881278</c:v>
                </c:pt>
                <c:pt idx="17679">
                  <c:v>0.23704623855573986</c:v>
                </c:pt>
                <c:pt idx="17680">
                  <c:v>0.23709033841700214</c:v>
                </c:pt>
                <c:pt idx="17681">
                  <c:v>0.23709197486455916</c:v>
                </c:pt>
                <c:pt idx="17682">
                  <c:v>0.23710832174547367</c:v>
                </c:pt>
                <c:pt idx="17683">
                  <c:v>0.23714942158119023</c:v>
                </c:pt>
                <c:pt idx="17684">
                  <c:v>0.23718524265339888</c:v>
                </c:pt>
                <c:pt idx="17685">
                  <c:v>0.23718621563688486</c:v>
                </c:pt>
                <c:pt idx="17686">
                  <c:v>0.23718723941178321</c:v>
                </c:pt>
                <c:pt idx="17687">
                  <c:v>0.2372040776723367</c:v>
                </c:pt>
                <c:pt idx="17688">
                  <c:v>0.23721153240280632</c:v>
                </c:pt>
                <c:pt idx="17689">
                  <c:v>0.23722426965958959</c:v>
                </c:pt>
                <c:pt idx="17690">
                  <c:v>0.23722672004356782</c:v>
                </c:pt>
                <c:pt idx="17691">
                  <c:v>0.23722897952179897</c:v>
                </c:pt>
                <c:pt idx="17692">
                  <c:v>0.23723005700031888</c:v>
                </c:pt>
                <c:pt idx="17693">
                  <c:v>0.23723090895518184</c:v>
                </c:pt>
                <c:pt idx="17694">
                  <c:v>0.23724150250165843</c:v>
                </c:pt>
                <c:pt idx="17695">
                  <c:v>0.23725286587515929</c:v>
                </c:pt>
                <c:pt idx="17696">
                  <c:v>0.23727070389745061</c:v>
                </c:pt>
                <c:pt idx="17697">
                  <c:v>0.23730365761829622</c:v>
                </c:pt>
                <c:pt idx="17698">
                  <c:v>0.23733255200970366</c:v>
                </c:pt>
                <c:pt idx="17699">
                  <c:v>0.23736039859850538</c:v>
                </c:pt>
                <c:pt idx="17700">
                  <c:v>0.23742668364667291</c:v>
                </c:pt>
                <c:pt idx="17701">
                  <c:v>0.23743474241084736</c:v>
                </c:pt>
                <c:pt idx="17702">
                  <c:v>0.23746217034258515</c:v>
                </c:pt>
                <c:pt idx="17703">
                  <c:v>0.2374634205793289</c:v>
                </c:pt>
                <c:pt idx="17704">
                  <c:v>0.23749361815748404</c:v>
                </c:pt>
                <c:pt idx="17705">
                  <c:v>0.23749695995950224</c:v>
                </c:pt>
                <c:pt idx="17706">
                  <c:v>0.2375254960440103</c:v>
                </c:pt>
                <c:pt idx="17707">
                  <c:v>0.23758672480284534</c:v>
                </c:pt>
                <c:pt idx="17708">
                  <c:v>0.23763685294080136</c:v>
                </c:pt>
                <c:pt idx="17709">
                  <c:v>0.23764941457436736</c:v>
                </c:pt>
                <c:pt idx="17710">
                  <c:v>0.23765050705205579</c:v>
                </c:pt>
                <c:pt idx="17711">
                  <c:v>0.23766539129707587</c:v>
                </c:pt>
                <c:pt idx="17712">
                  <c:v>0.23769618026184533</c:v>
                </c:pt>
                <c:pt idx="17713">
                  <c:v>0.23770482285510638</c:v>
                </c:pt>
                <c:pt idx="17714">
                  <c:v>0.23774953228483797</c:v>
                </c:pt>
                <c:pt idx="17715">
                  <c:v>0.23775214665888941</c:v>
                </c:pt>
                <c:pt idx="17716">
                  <c:v>0.23775402254603856</c:v>
                </c:pt>
                <c:pt idx="17717">
                  <c:v>0.23776842047224525</c:v>
                </c:pt>
                <c:pt idx="17718">
                  <c:v>0.23781736576834792</c:v>
                </c:pt>
                <c:pt idx="17719">
                  <c:v>0.23782171855099499</c:v>
                </c:pt>
                <c:pt idx="17720">
                  <c:v>0.23788109527492807</c:v>
                </c:pt>
                <c:pt idx="17721">
                  <c:v>0.23788904650451678</c:v>
                </c:pt>
                <c:pt idx="17722">
                  <c:v>0.2379209570082543</c:v>
                </c:pt>
                <c:pt idx="17723">
                  <c:v>0.23792536365178155</c:v>
                </c:pt>
                <c:pt idx="17724">
                  <c:v>0.2379422035166644</c:v>
                </c:pt>
                <c:pt idx="17725">
                  <c:v>0.23794431565193164</c:v>
                </c:pt>
                <c:pt idx="17726">
                  <c:v>0.23794616515456266</c:v>
                </c:pt>
                <c:pt idx="17727">
                  <c:v>0.23796097927580451</c:v>
                </c:pt>
                <c:pt idx="17728">
                  <c:v>0.2379929885347008</c:v>
                </c:pt>
                <c:pt idx="17729">
                  <c:v>0.23804548463308689</c:v>
                </c:pt>
                <c:pt idx="17730">
                  <c:v>0.23805309313745357</c:v>
                </c:pt>
                <c:pt idx="17731">
                  <c:v>0.23805458665683768</c:v>
                </c:pt>
                <c:pt idx="17732">
                  <c:v>0.23805572885399329</c:v>
                </c:pt>
                <c:pt idx="17733">
                  <c:v>0.23812573117686966</c:v>
                </c:pt>
                <c:pt idx="17734">
                  <c:v>0.23814863875480241</c:v>
                </c:pt>
                <c:pt idx="17735">
                  <c:v>0.23821966302617212</c:v>
                </c:pt>
                <c:pt idx="17736">
                  <c:v>0.23822466009624424</c:v>
                </c:pt>
                <c:pt idx="17737">
                  <c:v>0.23823089128916461</c:v>
                </c:pt>
                <c:pt idx="17738">
                  <c:v>0.2382313572289112</c:v>
                </c:pt>
                <c:pt idx="17739">
                  <c:v>0.23825722580272071</c:v>
                </c:pt>
                <c:pt idx="17740">
                  <c:v>0.23828468633267005</c:v>
                </c:pt>
                <c:pt idx="17741">
                  <c:v>0.23832545239146999</c:v>
                </c:pt>
                <c:pt idx="17742">
                  <c:v>0.23833059435976323</c:v>
                </c:pt>
                <c:pt idx="17743">
                  <c:v>0.23834524311290187</c:v>
                </c:pt>
                <c:pt idx="17744">
                  <c:v>0.23836379348541548</c:v>
                </c:pt>
                <c:pt idx="17745">
                  <c:v>0.23837231269115491</c:v>
                </c:pt>
                <c:pt idx="17746">
                  <c:v>0.23839071217887819</c:v>
                </c:pt>
                <c:pt idx="17747">
                  <c:v>0.23839612493256718</c:v>
                </c:pt>
                <c:pt idx="17748">
                  <c:v>0.2384036373102949</c:v>
                </c:pt>
                <c:pt idx="17749">
                  <c:v>0.23841902583013044</c:v>
                </c:pt>
                <c:pt idx="17750">
                  <c:v>0.23842018309804042</c:v>
                </c:pt>
                <c:pt idx="17751">
                  <c:v>0.23844371502361711</c:v>
                </c:pt>
                <c:pt idx="17752">
                  <c:v>0.23847900455875365</c:v>
                </c:pt>
                <c:pt idx="17753">
                  <c:v>0.23848171335131516</c:v>
                </c:pt>
                <c:pt idx="17754">
                  <c:v>0.23851239108836964</c:v>
                </c:pt>
                <c:pt idx="17755">
                  <c:v>0.23851971944992875</c:v>
                </c:pt>
                <c:pt idx="17756">
                  <c:v>0.23852642062508184</c:v>
                </c:pt>
                <c:pt idx="17757">
                  <c:v>0.23853947931189165</c:v>
                </c:pt>
                <c:pt idx="17758">
                  <c:v>0.23863687547008813</c:v>
                </c:pt>
                <c:pt idx="17759">
                  <c:v>0.2386566045384397</c:v>
                </c:pt>
                <c:pt idx="17760">
                  <c:v>0.23866422888715164</c:v>
                </c:pt>
                <c:pt idx="17761">
                  <c:v>0.23867408795032094</c:v>
                </c:pt>
                <c:pt idx="17762">
                  <c:v>0.23870457385681373</c:v>
                </c:pt>
                <c:pt idx="17763">
                  <c:v>0.23871222041618614</c:v>
                </c:pt>
                <c:pt idx="17764">
                  <c:v>0.23873786746990633</c:v>
                </c:pt>
                <c:pt idx="17765">
                  <c:v>0.23875037091793302</c:v>
                </c:pt>
                <c:pt idx="17766">
                  <c:v>0.23875390229716212</c:v>
                </c:pt>
                <c:pt idx="17767">
                  <c:v>0.23877216501858248</c:v>
                </c:pt>
                <c:pt idx="17768">
                  <c:v>0.23877846445082776</c:v>
                </c:pt>
                <c:pt idx="17769">
                  <c:v>0.23879840534205765</c:v>
                </c:pt>
                <c:pt idx="17770">
                  <c:v>0.23879900698303722</c:v>
                </c:pt>
                <c:pt idx="17771">
                  <c:v>0.23881211132359356</c:v>
                </c:pt>
                <c:pt idx="17772">
                  <c:v>0.23888679383810382</c:v>
                </c:pt>
                <c:pt idx="17773">
                  <c:v>0.23890061299059329</c:v>
                </c:pt>
                <c:pt idx="17774">
                  <c:v>0.23892740443065738</c:v>
                </c:pt>
                <c:pt idx="17775">
                  <c:v>0.23893520288375591</c:v>
                </c:pt>
                <c:pt idx="17776">
                  <c:v>0.23894850639158127</c:v>
                </c:pt>
                <c:pt idx="17777">
                  <c:v>0.238968738616675</c:v>
                </c:pt>
                <c:pt idx="17778">
                  <c:v>0.23897125217292445</c:v>
                </c:pt>
                <c:pt idx="17779">
                  <c:v>0.2389809612706694</c:v>
                </c:pt>
                <c:pt idx="17780">
                  <c:v>0.23900602104918506</c:v>
                </c:pt>
                <c:pt idx="17781">
                  <c:v>0.23903256975308632</c:v>
                </c:pt>
                <c:pt idx="17782">
                  <c:v>0.23904223464115562</c:v>
                </c:pt>
                <c:pt idx="17783">
                  <c:v>0.23909382906125487</c:v>
                </c:pt>
                <c:pt idx="17784">
                  <c:v>0.2391341367998103</c:v>
                </c:pt>
                <c:pt idx="17785">
                  <c:v>0.23915436320355782</c:v>
                </c:pt>
                <c:pt idx="17786">
                  <c:v>0.23918742630143935</c:v>
                </c:pt>
                <c:pt idx="17787">
                  <c:v>0.23919482855439397</c:v>
                </c:pt>
                <c:pt idx="17788">
                  <c:v>0.23922795892734544</c:v>
                </c:pt>
                <c:pt idx="17789">
                  <c:v>0.23925941418791566</c:v>
                </c:pt>
                <c:pt idx="17790">
                  <c:v>0.23929003259143958</c:v>
                </c:pt>
                <c:pt idx="17791">
                  <c:v>0.23934034319755659</c:v>
                </c:pt>
                <c:pt idx="17792">
                  <c:v>0.23936925397253611</c:v>
                </c:pt>
                <c:pt idx="17793">
                  <c:v>0.23937377702832316</c:v>
                </c:pt>
                <c:pt idx="17794">
                  <c:v>0.23939701218093548</c:v>
                </c:pt>
                <c:pt idx="17795">
                  <c:v>0.23940507486942017</c:v>
                </c:pt>
                <c:pt idx="17796">
                  <c:v>0.23942804195805487</c:v>
                </c:pt>
                <c:pt idx="17797">
                  <c:v>0.2394581884212916</c:v>
                </c:pt>
                <c:pt idx="17798">
                  <c:v>0.23949791860287503</c:v>
                </c:pt>
                <c:pt idx="17799">
                  <c:v>0.23951228081149301</c:v>
                </c:pt>
                <c:pt idx="17800">
                  <c:v>0.2395385018641801</c:v>
                </c:pt>
                <c:pt idx="17801">
                  <c:v>0.23954679958497757</c:v>
                </c:pt>
                <c:pt idx="17802">
                  <c:v>0.23955686457127495</c:v>
                </c:pt>
                <c:pt idx="17803">
                  <c:v>0.23960102280560838</c:v>
                </c:pt>
                <c:pt idx="17804">
                  <c:v>0.23960318692159571</c:v>
                </c:pt>
                <c:pt idx="17805">
                  <c:v>0.23962513369795929</c:v>
                </c:pt>
                <c:pt idx="17806">
                  <c:v>0.23963969225117351</c:v>
                </c:pt>
                <c:pt idx="17807">
                  <c:v>0.23964676049727701</c:v>
                </c:pt>
                <c:pt idx="17808">
                  <c:v>0.23969124392084681</c:v>
                </c:pt>
                <c:pt idx="17809">
                  <c:v>0.23971117016373863</c:v>
                </c:pt>
                <c:pt idx="17810">
                  <c:v>0.23973655558577989</c:v>
                </c:pt>
                <c:pt idx="17811">
                  <c:v>0.23973879641278698</c:v>
                </c:pt>
                <c:pt idx="17812">
                  <c:v>0.23974130499056848</c:v>
                </c:pt>
                <c:pt idx="17813">
                  <c:v>0.2397467371500058</c:v>
                </c:pt>
                <c:pt idx="17814">
                  <c:v>0.23975992442234881</c:v>
                </c:pt>
                <c:pt idx="17815">
                  <c:v>0.23979231838619816</c:v>
                </c:pt>
                <c:pt idx="17816">
                  <c:v>0.23984400798699382</c:v>
                </c:pt>
                <c:pt idx="17817">
                  <c:v>0.23985196974754985</c:v>
                </c:pt>
                <c:pt idx="17818">
                  <c:v>0.23992686702708041</c:v>
                </c:pt>
                <c:pt idx="17819">
                  <c:v>0.23993894674418986</c:v>
                </c:pt>
                <c:pt idx="17820">
                  <c:v>0.23996417078589682</c:v>
                </c:pt>
                <c:pt idx="17821">
                  <c:v>0.23997049641939358</c:v>
                </c:pt>
                <c:pt idx="17822">
                  <c:v>0.23997240896609653</c:v>
                </c:pt>
                <c:pt idx="17823">
                  <c:v>0.23997503602226719</c:v>
                </c:pt>
                <c:pt idx="17824">
                  <c:v>0.24000228801870283</c:v>
                </c:pt>
                <c:pt idx="17825">
                  <c:v>0.24000963746781909</c:v>
                </c:pt>
                <c:pt idx="17826">
                  <c:v>0.2400154438768603</c:v>
                </c:pt>
                <c:pt idx="17827">
                  <c:v>0.2400344050150913</c:v>
                </c:pt>
                <c:pt idx="17828">
                  <c:v>0.24004824579845602</c:v>
                </c:pt>
                <c:pt idx="17829">
                  <c:v>0.24007882896355637</c:v>
                </c:pt>
                <c:pt idx="17830">
                  <c:v>0.24008920821658078</c:v>
                </c:pt>
                <c:pt idx="17831">
                  <c:v>0.24013063850018615</c:v>
                </c:pt>
                <c:pt idx="17832">
                  <c:v>0.24015862725474046</c:v>
                </c:pt>
                <c:pt idx="17833">
                  <c:v>0.24016949472294255</c:v>
                </c:pt>
                <c:pt idx="17834">
                  <c:v>0.24017725931986153</c:v>
                </c:pt>
                <c:pt idx="17835">
                  <c:v>0.24019886763494144</c:v>
                </c:pt>
                <c:pt idx="17836">
                  <c:v>0.24022102887963781</c:v>
                </c:pt>
                <c:pt idx="17837">
                  <c:v>0.24025461073702095</c:v>
                </c:pt>
                <c:pt idx="17838">
                  <c:v>0.2403261406980714</c:v>
                </c:pt>
                <c:pt idx="17839">
                  <c:v>0.24033601252258319</c:v>
                </c:pt>
                <c:pt idx="17840">
                  <c:v>0.24036277608508819</c:v>
                </c:pt>
                <c:pt idx="17841">
                  <c:v>0.24036748374905725</c:v>
                </c:pt>
                <c:pt idx="17842">
                  <c:v>0.24037982374711347</c:v>
                </c:pt>
                <c:pt idx="17843">
                  <c:v>0.24040893589994908</c:v>
                </c:pt>
                <c:pt idx="17844">
                  <c:v>0.24041595380137376</c:v>
                </c:pt>
                <c:pt idx="17845">
                  <c:v>0.24042729971598145</c:v>
                </c:pt>
                <c:pt idx="17846">
                  <c:v>0.24044288922328252</c:v>
                </c:pt>
                <c:pt idx="17847">
                  <c:v>0.24047339122874034</c:v>
                </c:pt>
                <c:pt idx="17848">
                  <c:v>0.24048681921908868</c:v>
                </c:pt>
                <c:pt idx="17849">
                  <c:v>0.24050207019407521</c:v>
                </c:pt>
                <c:pt idx="17850">
                  <c:v>0.24051681589289983</c:v>
                </c:pt>
                <c:pt idx="17851">
                  <c:v>0.24052799284966217</c:v>
                </c:pt>
                <c:pt idx="17852">
                  <c:v>0.24053590871250652</c:v>
                </c:pt>
                <c:pt idx="17853">
                  <c:v>0.24053673718827395</c:v>
                </c:pt>
                <c:pt idx="17854">
                  <c:v>0.24053867446201319</c:v>
                </c:pt>
                <c:pt idx="17855">
                  <c:v>0.24054106295286987</c:v>
                </c:pt>
                <c:pt idx="17856">
                  <c:v>0.24054666503667296</c:v>
                </c:pt>
                <c:pt idx="17857">
                  <c:v>0.24054666519580403</c:v>
                </c:pt>
                <c:pt idx="17858">
                  <c:v>0.2405916726145593</c:v>
                </c:pt>
                <c:pt idx="17859">
                  <c:v>0.24060495673963378</c:v>
                </c:pt>
                <c:pt idx="17860">
                  <c:v>0.24061854726215939</c:v>
                </c:pt>
                <c:pt idx="17861">
                  <c:v>0.24063382619927259</c:v>
                </c:pt>
                <c:pt idx="17862">
                  <c:v>0.24065329253260007</c:v>
                </c:pt>
                <c:pt idx="17863">
                  <c:v>0.24065548483347665</c:v>
                </c:pt>
                <c:pt idx="17864">
                  <c:v>0.24066406499721599</c:v>
                </c:pt>
                <c:pt idx="17865">
                  <c:v>0.24067416864988864</c:v>
                </c:pt>
                <c:pt idx="17866">
                  <c:v>0.24069718778322058</c:v>
                </c:pt>
                <c:pt idx="17867">
                  <c:v>0.24070264217098561</c:v>
                </c:pt>
                <c:pt idx="17868">
                  <c:v>0.24072393955715246</c:v>
                </c:pt>
                <c:pt idx="17869">
                  <c:v>0.2407340841909103</c:v>
                </c:pt>
                <c:pt idx="17870">
                  <c:v>0.24074085942820531</c:v>
                </c:pt>
                <c:pt idx="17871">
                  <c:v>0.24074490251874014</c:v>
                </c:pt>
                <c:pt idx="17872">
                  <c:v>0.24080056670640979</c:v>
                </c:pt>
                <c:pt idx="17873">
                  <c:v>0.24081283503738782</c:v>
                </c:pt>
                <c:pt idx="17874">
                  <c:v>0.240859988743822</c:v>
                </c:pt>
                <c:pt idx="17875">
                  <c:v>0.24086113936462777</c:v>
                </c:pt>
                <c:pt idx="17876">
                  <c:v>0.24087886367987663</c:v>
                </c:pt>
                <c:pt idx="17877">
                  <c:v>0.24091693737869346</c:v>
                </c:pt>
                <c:pt idx="17878">
                  <c:v>0.24094451614893819</c:v>
                </c:pt>
                <c:pt idx="17879">
                  <c:v>0.2409637124834266</c:v>
                </c:pt>
                <c:pt idx="17880">
                  <c:v>0.24104721574539476</c:v>
                </c:pt>
                <c:pt idx="17881">
                  <c:v>0.24104815393214674</c:v>
                </c:pt>
                <c:pt idx="17882">
                  <c:v>0.24106181160843626</c:v>
                </c:pt>
                <c:pt idx="17883">
                  <c:v>0.24109184077591617</c:v>
                </c:pt>
                <c:pt idx="17884">
                  <c:v>0.24110119167677521</c:v>
                </c:pt>
                <c:pt idx="17885">
                  <c:v>0.24113189175848582</c:v>
                </c:pt>
                <c:pt idx="17886">
                  <c:v>0.24113268283026579</c:v>
                </c:pt>
                <c:pt idx="17887">
                  <c:v>0.24113915260654351</c:v>
                </c:pt>
                <c:pt idx="17888">
                  <c:v>0.24114304750922486</c:v>
                </c:pt>
                <c:pt idx="17889">
                  <c:v>0.24114384498232611</c:v>
                </c:pt>
                <c:pt idx="17890">
                  <c:v>0.24116538818631869</c:v>
                </c:pt>
                <c:pt idx="17891">
                  <c:v>0.24116634822987662</c:v>
                </c:pt>
                <c:pt idx="17892">
                  <c:v>0.24116950540255239</c:v>
                </c:pt>
                <c:pt idx="17893">
                  <c:v>0.24117662926140684</c:v>
                </c:pt>
                <c:pt idx="17894">
                  <c:v>0.24120801622743548</c:v>
                </c:pt>
                <c:pt idx="17895">
                  <c:v>0.24123623481766224</c:v>
                </c:pt>
                <c:pt idx="17896">
                  <c:v>0.24126855653052837</c:v>
                </c:pt>
                <c:pt idx="17897">
                  <c:v>0.24127224846704828</c:v>
                </c:pt>
                <c:pt idx="17898">
                  <c:v>0.24130964065248264</c:v>
                </c:pt>
                <c:pt idx="17899">
                  <c:v>0.2413260486797183</c:v>
                </c:pt>
                <c:pt idx="17900">
                  <c:v>0.24133870991198941</c:v>
                </c:pt>
                <c:pt idx="17901">
                  <c:v>0.24134943393035121</c:v>
                </c:pt>
                <c:pt idx="17902">
                  <c:v>0.24135159438129367</c:v>
                </c:pt>
                <c:pt idx="17903">
                  <c:v>0.24138776242408652</c:v>
                </c:pt>
                <c:pt idx="17904">
                  <c:v>0.24140110367667431</c:v>
                </c:pt>
                <c:pt idx="17905">
                  <c:v>0.24142802979498371</c:v>
                </c:pt>
                <c:pt idx="17906">
                  <c:v>0.24145816851416996</c:v>
                </c:pt>
                <c:pt idx="17907">
                  <c:v>0.24145866233374755</c:v>
                </c:pt>
                <c:pt idx="17908">
                  <c:v>0.24146052011887395</c:v>
                </c:pt>
                <c:pt idx="17909">
                  <c:v>0.2414633726553751</c:v>
                </c:pt>
                <c:pt idx="17910">
                  <c:v>0.2414655408260786</c:v>
                </c:pt>
                <c:pt idx="17911">
                  <c:v>0.24147270143961413</c:v>
                </c:pt>
                <c:pt idx="17912">
                  <c:v>0.24148336840115711</c:v>
                </c:pt>
                <c:pt idx="17913">
                  <c:v>0.24157253725448993</c:v>
                </c:pt>
                <c:pt idx="17914">
                  <c:v>0.24157911413208663</c:v>
                </c:pt>
                <c:pt idx="17915">
                  <c:v>0.24160776413478757</c:v>
                </c:pt>
                <c:pt idx="17916">
                  <c:v>0.24165294478324278</c:v>
                </c:pt>
                <c:pt idx="17917">
                  <c:v>0.24165638936093953</c:v>
                </c:pt>
                <c:pt idx="17918">
                  <c:v>0.24166512841674867</c:v>
                </c:pt>
                <c:pt idx="17919">
                  <c:v>0.24166547053794366</c:v>
                </c:pt>
                <c:pt idx="17920">
                  <c:v>0.24168971465776584</c:v>
                </c:pt>
                <c:pt idx="17921">
                  <c:v>0.24169779855015044</c:v>
                </c:pt>
                <c:pt idx="17922">
                  <c:v>0.24171089687071109</c:v>
                </c:pt>
                <c:pt idx="17923">
                  <c:v>0.24173329443033675</c:v>
                </c:pt>
                <c:pt idx="17924">
                  <c:v>0.24178686691669182</c:v>
                </c:pt>
                <c:pt idx="17925">
                  <c:v>0.24178768523339861</c:v>
                </c:pt>
                <c:pt idx="17926">
                  <c:v>0.24180407719359034</c:v>
                </c:pt>
                <c:pt idx="17927">
                  <c:v>0.24181470800126575</c:v>
                </c:pt>
                <c:pt idx="17928">
                  <c:v>0.24182678243968456</c:v>
                </c:pt>
                <c:pt idx="17929">
                  <c:v>0.24185911356230677</c:v>
                </c:pt>
                <c:pt idx="17930">
                  <c:v>0.24186088227190508</c:v>
                </c:pt>
                <c:pt idx="17931">
                  <c:v>0.24186541569238995</c:v>
                </c:pt>
                <c:pt idx="17932">
                  <c:v>0.24188289727080495</c:v>
                </c:pt>
                <c:pt idx="17933">
                  <c:v>0.2418960330044975</c:v>
                </c:pt>
                <c:pt idx="17934">
                  <c:v>0.24191244064655121</c:v>
                </c:pt>
                <c:pt idx="17935">
                  <c:v>0.24191361701361988</c:v>
                </c:pt>
                <c:pt idx="17936">
                  <c:v>0.24192740854576769</c:v>
                </c:pt>
                <c:pt idx="17937">
                  <c:v>0.2419414729295048</c:v>
                </c:pt>
                <c:pt idx="17938">
                  <c:v>0.24194864752817982</c:v>
                </c:pt>
                <c:pt idx="17939">
                  <c:v>0.24195017609835962</c:v>
                </c:pt>
                <c:pt idx="17940">
                  <c:v>0.24195287890235151</c:v>
                </c:pt>
                <c:pt idx="17941">
                  <c:v>0.24195547169939971</c:v>
                </c:pt>
                <c:pt idx="17942">
                  <c:v>0.24197831141117374</c:v>
                </c:pt>
                <c:pt idx="17943">
                  <c:v>0.24198076527734064</c:v>
                </c:pt>
                <c:pt idx="17944">
                  <c:v>0.24198866570584443</c:v>
                </c:pt>
                <c:pt idx="17945">
                  <c:v>0.24199255235761929</c:v>
                </c:pt>
                <c:pt idx="17946">
                  <c:v>0.24199336325467818</c:v>
                </c:pt>
                <c:pt idx="17947">
                  <c:v>0.24201418316087508</c:v>
                </c:pt>
                <c:pt idx="17948">
                  <c:v>0.24203276105704968</c:v>
                </c:pt>
                <c:pt idx="17949">
                  <c:v>0.24204045252132805</c:v>
                </c:pt>
                <c:pt idx="17950">
                  <c:v>0.24205165803728074</c:v>
                </c:pt>
                <c:pt idx="17951">
                  <c:v>0.24213895320917375</c:v>
                </c:pt>
                <c:pt idx="17952">
                  <c:v>0.24213979447512124</c:v>
                </c:pt>
                <c:pt idx="17953">
                  <c:v>0.2421430121941742</c:v>
                </c:pt>
                <c:pt idx="17954">
                  <c:v>0.24215476109148248</c:v>
                </c:pt>
                <c:pt idx="17955">
                  <c:v>0.24217207901496624</c:v>
                </c:pt>
                <c:pt idx="17956">
                  <c:v>0.24219550617505475</c:v>
                </c:pt>
                <c:pt idx="17957">
                  <c:v>0.24221032343560209</c:v>
                </c:pt>
                <c:pt idx="17958">
                  <c:v>0.24221636571908062</c:v>
                </c:pt>
                <c:pt idx="17959">
                  <c:v>0.24223876339341238</c:v>
                </c:pt>
                <c:pt idx="17960">
                  <c:v>0.24224438732197687</c:v>
                </c:pt>
                <c:pt idx="17961">
                  <c:v>0.24227939168889367</c:v>
                </c:pt>
                <c:pt idx="17962">
                  <c:v>0.24229228964201668</c:v>
                </c:pt>
                <c:pt idx="17963">
                  <c:v>0.24229961020023896</c:v>
                </c:pt>
                <c:pt idx="17964">
                  <c:v>0.24229988418289949</c:v>
                </c:pt>
                <c:pt idx="17965">
                  <c:v>0.24231258997011232</c:v>
                </c:pt>
                <c:pt idx="17966">
                  <c:v>0.2423318346803035</c:v>
                </c:pt>
                <c:pt idx="17967">
                  <c:v>0.24235886541491153</c:v>
                </c:pt>
                <c:pt idx="17968">
                  <c:v>0.24236821721207372</c:v>
                </c:pt>
                <c:pt idx="17969">
                  <c:v>0.24237878121781053</c:v>
                </c:pt>
                <c:pt idx="17970">
                  <c:v>0.24239136065811748</c:v>
                </c:pt>
                <c:pt idx="17971">
                  <c:v>0.24243411950005403</c:v>
                </c:pt>
                <c:pt idx="17972">
                  <c:v>0.24243464668650491</c:v>
                </c:pt>
                <c:pt idx="17973">
                  <c:v>0.24245508202693569</c:v>
                </c:pt>
                <c:pt idx="17974">
                  <c:v>0.24248076937317892</c:v>
                </c:pt>
                <c:pt idx="17975">
                  <c:v>0.24248232486244886</c:v>
                </c:pt>
                <c:pt idx="17976">
                  <c:v>0.24249948987029604</c:v>
                </c:pt>
                <c:pt idx="17977">
                  <c:v>0.24249981584951052</c:v>
                </c:pt>
                <c:pt idx="17978">
                  <c:v>0.24252514799355934</c:v>
                </c:pt>
                <c:pt idx="17979">
                  <c:v>0.24252606787345485</c:v>
                </c:pt>
                <c:pt idx="17980">
                  <c:v>0.24252619424089611</c:v>
                </c:pt>
                <c:pt idx="17981">
                  <c:v>0.2425263307431135</c:v>
                </c:pt>
                <c:pt idx="17982">
                  <c:v>0.24254104202062596</c:v>
                </c:pt>
                <c:pt idx="17983">
                  <c:v>0.24263183187945195</c:v>
                </c:pt>
                <c:pt idx="17984">
                  <c:v>0.24264226434488098</c:v>
                </c:pt>
                <c:pt idx="17985">
                  <c:v>0.24264261080741847</c:v>
                </c:pt>
                <c:pt idx="17986">
                  <c:v>0.24265579040970045</c:v>
                </c:pt>
                <c:pt idx="17987">
                  <c:v>0.24267672231312759</c:v>
                </c:pt>
                <c:pt idx="17988">
                  <c:v>0.24268669959771527</c:v>
                </c:pt>
                <c:pt idx="17989">
                  <c:v>0.24270677856567541</c:v>
                </c:pt>
                <c:pt idx="17990">
                  <c:v>0.24275644115339981</c:v>
                </c:pt>
                <c:pt idx="17991">
                  <c:v>0.24276240642195634</c:v>
                </c:pt>
                <c:pt idx="17992">
                  <c:v>0.24276441310859176</c:v>
                </c:pt>
                <c:pt idx="17993">
                  <c:v>0.24278875464231442</c:v>
                </c:pt>
                <c:pt idx="17994">
                  <c:v>0.24279691941419917</c:v>
                </c:pt>
                <c:pt idx="17995">
                  <c:v>0.24281194199773173</c:v>
                </c:pt>
                <c:pt idx="17996">
                  <c:v>0.24281499278267854</c:v>
                </c:pt>
                <c:pt idx="17997">
                  <c:v>0.24282423780719312</c:v>
                </c:pt>
                <c:pt idx="17998">
                  <c:v>0.24285962713399989</c:v>
                </c:pt>
                <c:pt idx="17999">
                  <c:v>0.24286036648432241</c:v>
                </c:pt>
                <c:pt idx="18000">
                  <c:v>0.24288216090295142</c:v>
                </c:pt>
                <c:pt idx="18001">
                  <c:v>0.24288636949865611</c:v>
                </c:pt>
                <c:pt idx="18002">
                  <c:v>0.24288834113851895</c:v>
                </c:pt>
                <c:pt idx="18003">
                  <c:v>0.24288865929398545</c:v>
                </c:pt>
                <c:pt idx="18004">
                  <c:v>0.24289092453532818</c:v>
                </c:pt>
                <c:pt idx="18005">
                  <c:v>0.24290784089952822</c:v>
                </c:pt>
                <c:pt idx="18006">
                  <c:v>0.2429152256197388</c:v>
                </c:pt>
                <c:pt idx="18007">
                  <c:v>0.24292532444950382</c:v>
                </c:pt>
                <c:pt idx="18008">
                  <c:v>0.24293229835239785</c:v>
                </c:pt>
                <c:pt idx="18009">
                  <c:v>0.2429418932908923</c:v>
                </c:pt>
                <c:pt idx="18010">
                  <c:v>0.24294724145155649</c:v>
                </c:pt>
                <c:pt idx="18011">
                  <c:v>0.24296569321669348</c:v>
                </c:pt>
                <c:pt idx="18012">
                  <c:v>0.24296638639334259</c:v>
                </c:pt>
                <c:pt idx="18013">
                  <c:v>0.24299014712902409</c:v>
                </c:pt>
                <c:pt idx="18014">
                  <c:v>0.24299288527973997</c:v>
                </c:pt>
                <c:pt idx="18015">
                  <c:v>0.24300455576736046</c:v>
                </c:pt>
                <c:pt idx="18016">
                  <c:v>0.24300492420592415</c:v>
                </c:pt>
                <c:pt idx="18017">
                  <c:v>0.24304330220624426</c:v>
                </c:pt>
                <c:pt idx="18018">
                  <c:v>0.24305678442956333</c:v>
                </c:pt>
                <c:pt idx="18019">
                  <c:v>0.24306609407397964</c:v>
                </c:pt>
                <c:pt idx="18020">
                  <c:v>0.24309662928809259</c:v>
                </c:pt>
                <c:pt idx="18021">
                  <c:v>0.24312779057009232</c:v>
                </c:pt>
                <c:pt idx="18022">
                  <c:v>0.24316857292473401</c:v>
                </c:pt>
                <c:pt idx="18023">
                  <c:v>0.24322095449755241</c:v>
                </c:pt>
                <c:pt idx="18024">
                  <c:v>0.24327747888275064</c:v>
                </c:pt>
                <c:pt idx="18025">
                  <c:v>0.24335817445172592</c:v>
                </c:pt>
                <c:pt idx="18026">
                  <c:v>0.24343188286910369</c:v>
                </c:pt>
                <c:pt idx="18027">
                  <c:v>0.2434356339151664</c:v>
                </c:pt>
                <c:pt idx="18028">
                  <c:v>0.2434645205537366</c:v>
                </c:pt>
                <c:pt idx="18029">
                  <c:v>0.24350220914432152</c:v>
                </c:pt>
                <c:pt idx="18030">
                  <c:v>0.24352318964530753</c:v>
                </c:pt>
                <c:pt idx="18031">
                  <c:v>0.24355035635241001</c:v>
                </c:pt>
                <c:pt idx="18032">
                  <c:v>0.24360659746264618</c:v>
                </c:pt>
                <c:pt idx="18033">
                  <c:v>0.24361658182224677</c:v>
                </c:pt>
                <c:pt idx="18034">
                  <c:v>0.24361959368930711</c:v>
                </c:pt>
                <c:pt idx="18035">
                  <c:v>0.24366763062034277</c:v>
                </c:pt>
                <c:pt idx="18036">
                  <c:v>0.24373806953692143</c:v>
                </c:pt>
                <c:pt idx="18037">
                  <c:v>0.24374090784525826</c:v>
                </c:pt>
                <c:pt idx="18038">
                  <c:v>0.24378093850125312</c:v>
                </c:pt>
                <c:pt idx="18039">
                  <c:v>0.24381058334042532</c:v>
                </c:pt>
                <c:pt idx="18040">
                  <c:v>0.24384411466264266</c:v>
                </c:pt>
                <c:pt idx="18041">
                  <c:v>0.24385678611838077</c:v>
                </c:pt>
                <c:pt idx="18042">
                  <c:v>0.24387103190438467</c:v>
                </c:pt>
                <c:pt idx="18043">
                  <c:v>0.24387260560423119</c:v>
                </c:pt>
                <c:pt idx="18044">
                  <c:v>0.24388254638229662</c:v>
                </c:pt>
                <c:pt idx="18045">
                  <c:v>0.24390378093451567</c:v>
                </c:pt>
                <c:pt idx="18046">
                  <c:v>0.24392437170882386</c:v>
                </c:pt>
                <c:pt idx="18047">
                  <c:v>0.24395194329235975</c:v>
                </c:pt>
                <c:pt idx="18048">
                  <c:v>0.24404967960351123</c:v>
                </c:pt>
                <c:pt idx="18049">
                  <c:v>0.24407735272112974</c:v>
                </c:pt>
                <c:pt idx="18050">
                  <c:v>0.24410757375275721</c:v>
                </c:pt>
                <c:pt idx="18051">
                  <c:v>0.24412006890987609</c:v>
                </c:pt>
                <c:pt idx="18052">
                  <c:v>0.24412438116987528</c:v>
                </c:pt>
                <c:pt idx="18053">
                  <c:v>0.24413039513219284</c:v>
                </c:pt>
                <c:pt idx="18054">
                  <c:v>0.24414975589287347</c:v>
                </c:pt>
                <c:pt idx="18055">
                  <c:v>0.24417509421840211</c:v>
                </c:pt>
                <c:pt idx="18056">
                  <c:v>0.24418454962896899</c:v>
                </c:pt>
                <c:pt idx="18057">
                  <c:v>0.24418690812814597</c:v>
                </c:pt>
                <c:pt idx="18058">
                  <c:v>0.24420310299232051</c:v>
                </c:pt>
                <c:pt idx="18059">
                  <c:v>0.24421837506257069</c:v>
                </c:pt>
                <c:pt idx="18060">
                  <c:v>0.24427778365967279</c:v>
                </c:pt>
                <c:pt idx="18061">
                  <c:v>0.24430172682966628</c:v>
                </c:pt>
                <c:pt idx="18062">
                  <c:v>0.24435162364368962</c:v>
                </c:pt>
                <c:pt idx="18063">
                  <c:v>0.24435621716040806</c:v>
                </c:pt>
                <c:pt idx="18064">
                  <c:v>0.24437242190607289</c:v>
                </c:pt>
                <c:pt idx="18065">
                  <c:v>0.24438975092206036</c:v>
                </c:pt>
                <c:pt idx="18066">
                  <c:v>0.24441706187711179</c:v>
                </c:pt>
                <c:pt idx="18067">
                  <c:v>0.24443351113212336</c:v>
                </c:pt>
                <c:pt idx="18068">
                  <c:v>0.24444757887623225</c:v>
                </c:pt>
                <c:pt idx="18069">
                  <c:v>0.24447824873152393</c:v>
                </c:pt>
                <c:pt idx="18070">
                  <c:v>0.24448439210435549</c:v>
                </c:pt>
                <c:pt idx="18071">
                  <c:v>0.24449645888048085</c:v>
                </c:pt>
                <c:pt idx="18072">
                  <c:v>0.24450901898564889</c:v>
                </c:pt>
                <c:pt idx="18073">
                  <c:v>0.24452217639623947</c:v>
                </c:pt>
                <c:pt idx="18074">
                  <c:v>0.24455276508135251</c:v>
                </c:pt>
                <c:pt idx="18075">
                  <c:v>0.24455704148658078</c:v>
                </c:pt>
                <c:pt idx="18076">
                  <c:v>0.24465299947133939</c:v>
                </c:pt>
                <c:pt idx="18077">
                  <c:v>0.24466724463965067</c:v>
                </c:pt>
                <c:pt idx="18078">
                  <c:v>0.24467301757312437</c:v>
                </c:pt>
                <c:pt idx="18079">
                  <c:v>0.24468841533216898</c:v>
                </c:pt>
                <c:pt idx="18080">
                  <c:v>0.24469875738441721</c:v>
                </c:pt>
                <c:pt idx="18081">
                  <c:v>0.24472481846649102</c:v>
                </c:pt>
                <c:pt idx="18082">
                  <c:v>0.24472623458509801</c:v>
                </c:pt>
                <c:pt idx="18083">
                  <c:v>0.24476052236536905</c:v>
                </c:pt>
                <c:pt idx="18084">
                  <c:v>0.24483890900139255</c:v>
                </c:pt>
                <c:pt idx="18085">
                  <c:v>0.24484877088888607</c:v>
                </c:pt>
                <c:pt idx="18086">
                  <c:v>0.24485930840902148</c:v>
                </c:pt>
                <c:pt idx="18087">
                  <c:v>0.24488168583091022</c:v>
                </c:pt>
                <c:pt idx="18088">
                  <c:v>0.24490902189817546</c:v>
                </c:pt>
                <c:pt idx="18089">
                  <c:v>0.24491355944833593</c:v>
                </c:pt>
                <c:pt idx="18090">
                  <c:v>0.2449200434280594</c:v>
                </c:pt>
                <c:pt idx="18091">
                  <c:v>0.24495390711462864</c:v>
                </c:pt>
                <c:pt idx="18092">
                  <c:v>0.24495609581617456</c:v>
                </c:pt>
                <c:pt idx="18093">
                  <c:v>0.24496954613807978</c:v>
                </c:pt>
                <c:pt idx="18094">
                  <c:v>0.2449810263657615</c:v>
                </c:pt>
                <c:pt idx="18095">
                  <c:v>0.24500886688906001</c:v>
                </c:pt>
                <c:pt idx="18096">
                  <c:v>0.24500893837947391</c:v>
                </c:pt>
                <c:pt idx="18097">
                  <c:v>0.2450459783974869</c:v>
                </c:pt>
                <c:pt idx="18098">
                  <c:v>0.24504759420400934</c:v>
                </c:pt>
                <c:pt idx="18099">
                  <c:v>0.24505339049702513</c:v>
                </c:pt>
                <c:pt idx="18100">
                  <c:v>0.24506641935306805</c:v>
                </c:pt>
                <c:pt idx="18101">
                  <c:v>0.24509012062468949</c:v>
                </c:pt>
                <c:pt idx="18102">
                  <c:v>0.24510597462849409</c:v>
                </c:pt>
                <c:pt idx="18103">
                  <c:v>0.24512285734283532</c:v>
                </c:pt>
                <c:pt idx="18104">
                  <c:v>0.24519466213190827</c:v>
                </c:pt>
                <c:pt idx="18105">
                  <c:v>0.24523734796786706</c:v>
                </c:pt>
                <c:pt idx="18106">
                  <c:v>0.24525184110327367</c:v>
                </c:pt>
                <c:pt idx="18107">
                  <c:v>0.24525989872650097</c:v>
                </c:pt>
                <c:pt idx="18108">
                  <c:v>0.24526175512042989</c:v>
                </c:pt>
                <c:pt idx="18109">
                  <c:v>0.24526502928684507</c:v>
                </c:pt>
                <c:pt idx="18110">
                  <c:v>0.2452733927781971</c:v>
                </c:pt>
                <c:pt idx="18111">
                  <c:v>0.24527447500902638</c:v>
                </c:pt>
                <c:pt idx="18112">
                  <c:v>0.24528030372056581</c:v>
                </c:pt>
                <c:pt idx="18113">
                  <c:v>0.24528269606046857</c:v>
                </c:pt>
                <c:pt idx="18114">
                  <c:v>0.24530883277546617</c:v>
                </c:pt>
                <c:pt idx="18115">
                  <c:v>0.24534168667882861</c:v>
                </c:pt>
                <c:pt idx="18116">
                  <c:v>0.24535538039946181</c:v>
                </c:pt>
                <c:pt idx="18117">
                  <c:v>0.24538017302264173</c:v>
                </c:pt>
                <c:pt idx="18118">
                  <c:v>0.24539158982319714</c:v>
                </c:pt>
                <c:pt idx="18119">
                  <c:v>0.24543879517775977</c:v>
                </c:pt>
                <c:pt idx="18120">
                  <c:v>0.2454450273245361</c:v>
                </c:pt>
                <c:pt idx="18121">
                  <c:v>0.24548908622065926</c:v>
                </c:pt>
                <c:pt idx="18122">
                  <c:v>0.24552443652693495</c:v>
                </c:pt>
                <c:pt idx="18123">
                  <c:v>0.24556214462414777</c:v>
                </c:pt>
                <c:pt idx="18124">
                  <c:v>0.24557006912082707</c:v>
                </c:pt>
                <c:pt idx="18125">
                  <c:v>0.24557730799868349</c:v>
                </c:pt>
                <c:pt idx="18126">
                  <c:v>0.245608431724402</c:v>
                </c:pt>
                <c:pt idx="18127">
                  <c:v>0.2456325110804371</c:v>
                </c:pt>
                <c:pt idx="18128">
                  <c:v>0.24564440235114463</c:v>
                </c:pt>
                <c:pt idx="18129">
                  <c:v>0.24564762775181243</c:v>
                </c:pt>
                <c:pt idx="18130">
                  <c:v>0.24567370782860748</c:v>
                </c:pt>
                <c:pt idx="18131">
                  <c:v>0.24567789133765119</c:v>
                </c:pt>
                <c:pt idx="18132">
                  <c:v>0.24570133097218932</c:v>
                </c:pt>
                <c:pt idx="18133">
                  <c:v>0.2457073635043652</c:v>
                </c:pt>
                <c:pt idx="18134">
                  <c:v>0.24571640859421673</c:v>
                </c:pt>
                <c:pt idx="18135">
                  <c:v>0.24573300854980148</c:v>
                </c:pt>
                <c:pt idx="18136">
                  <c:v>0.24575619916145539</c:v>
                </c:pt>
                <c:pt idx="18137">
                  <c:v>0.24580811991155163</c:v>
                </c:pt>
                <c:pt idx="18138">
                  <c:v>0.24584099726000147</c:v>
                </c:pt>
                <c:pt idx="18139">
                  <c:v>0.24584624927718979</c:v>
                </c:pt>
                <c:pt idx="18140">
                  <c:v>0.24586323010574015</c:v>
                </c:pt>
                <c:pt idx="18141">
                  <c:v>0.24593745078157359</c:v>
                </c:pt>
                <c:pt idx="18142">
                  <c:v>0.24594807158414173</c:v>
                </c:pt>
                <c:pt idx="18143">
                  <c:v>0.24606176540872088</c:v>
                </c:pt>
                <c:pt idx="18144">
                  <c:v>0.24608021853971845</c:v>
                </c:pt>
                <c:pt idx="18145">
                  <c:v>0.24610502898154688</c:v>
                </c:pt>
                <c:pt idx="18146">
                  <c:v>0.24611241737473569</c:v>
                </c:pt>
                <c:pt idx="18147">
                  <c:v>0.24611268700208505</c:v>
                </c:pt>
                <c:pt idx="18148">
                  <c:v>0.2461995534967539</c:v>
                </c:pt>
                <c:pt idx="18149">
                  <c:v>0.24621553766390877</c:v>
                </c:pt>
                <c:pt idx="18150">
                  <c:v>0.24622121963404192</c:v>
                </c:pt>
                <c:pt idx="18151">
                  <c:v>0.24623014568110874</c:v>
                </c:pt>
                <c:pt idx="18152">
                  <c:v>0.24623015447602115</c:v>
                </c:pt>
                <c:pt idx="18153">
                  <c:v>0.2462399816964973</c:v>
                </c:pt>
                <c:pt idx="18154">
                  <c:v>0.24626767812973424</c:v>
                </c:pt>
                <c:pt idx="18155">
                  <c:v>0.24628448035661576</c:v>
                </c:pt>
                <c:pt idx="18156">
                  <c:v>0.2462987402621917</c:v>
                </c:pt>
                <c:pt idx="18157">
                  <c:v>0.24630242758331519</c:v>
                </c:pt>
                <c:pt idx="18158">
                  <c:v>0.24631391201857952</c:v>
                </c:pt>
                <c:pt idx="18159">
                  <c:v>0.24631518537466826</c:v>
                </c:pt>
                <c:pt idx="18160">
                  <c:v>0.24631737352983801</c:v>
                </c:pt>
                <c:pt idx="18161">
                  <c:v>0.24634468640369803</c:v>
                </c:pt>
                <c:pt idx="18162">
                  <c:v>0.24634656765003557</c:v>
                </c:pt>
                <c:pt idx="18163">
                  <c:v>0.24636393792366937</c:v>
                </c:pt>
                <c:pt idx="18164">
                  <c:v>0.24639378644143492</c:v>
                </c:pt>
                <c:pt idx="18165">
                  <c:v>0.24641366042720608</c:v>
                </c:pt>
                <c:pt idx="18166">
                  <c:v>0.24647527442898187</c:v>
                </c:pt>
                <c:pt idx="18167">
                  <c:v>0.24649497311153412</c:v>
                </c:pt>
                <c:pt idx="18168">
                  <c:v>0.24650076893017608</c:v>
                </c:pt>
                <c:pt idx="18169">
                  <c:v>0.24651805889119593</c:v>
                </c:pt>
                <c:pt idx="18170">
                  <c:v>0.24653548050383475</c:v>
                </c:pt>
                <c:pt idx="18171">
                  <c:v>0.24653924825884185</c:v>
                </c:pt>
                <c:pt idx="18172">
                  <c:v>0.24660373602765645</c:v>
                </c:pt>
                <c:pt idx="18173">
                  <c:v>0.24662183469911353</c:v>
                </c:pt>
                <c:pt idx="18174">
                  <c:v>0.24664458762949074</c:v>
                </c:pt>
                <c:pt idx="18175">
                  <c:v>0.24666274982668043</c:v>
                </c:pt>
                <c:pt idx="18176">
                  <c:v>0.24666650664039311</c:v>
                </c:pt>
                <c:pt idx="18177">
                  <c:v>0.24666870933564503</c:v>
                </c:pt>
                <c:pt idx="18178">
                  <c:v>0.24669297605885604</c:v>
                </c:pt>
                <c:pt idx="18179">
                  <c:v>0.24669405286144247</c:v>
                </c:pt>
                <c:pt idx="18180">
                  <c:v>0.24671272138837178</c:v>
                </c:pt>
                <c:pt idx="18181">
                  <c:v>0.24672235659662894</c:v>
                </c:pt>
                <c:pt idx="18182">
                  <c:v>0.24674374355028195</c:v>
                </c:pt>
                <c:pt idx="18183">
                  <c:v>0.24680281119188979</c:v>
                </c:pt>
                <c:pt idx="18184">
                  <c:v>0.2468279771939132</c:v>
                </c:pt>
                <c:pt idx="18185">
                  <c:v>0.2468286025390849</c:v>
                </c:pt>
                <c:pt idx="18186">
                  <c:v>0.24683382324947817</c:v>
                </c:pt>
                <c:pt idx="18187">
                  <c:v>0.24683928754624385</c:v>
                </c:pt>
                <c:pt idx="18188">
                  <c:v>0.24684887707579112</c:v>
                </c:pt>
                <c:pt idx="18189">
                  <c:v>0.24694379589360374</c:v>
                </c:pt>
                <c:pt idx="18190">
                  <c:v>0.24695399538513843</c:v>
                </c:pt>
                <c:pt idx="18191">
                  <c:v>0.24698066240219729</c:v>
                </c:pt>
                <c:pt idx="18192">
                  <c:v>0.24698491879809206</c:v>
                </c:pt>
                <c:pt idx="18193">
                  <c:v>0.24699141048378956</c:v>
                </c:pt>
                <c:pt idx="18194">
                  <c:v>0.24700534147287653</c:v>
                </c:pt>
                <c:pt idx="18195">
                  <c:v>0.24701657491879542</c:v>
                </c:pt>
                <c:pt idx="18196">
                  <c:v>0.24702203791918156</c:v>
                </c:pt>
                <c:pt idx="18197">
                  <c:v>0.24705127840618851</c:v>
                </c:pt>
                <c:pt idx="18198">
                  <c:v>0.24708275621529668</c:v>
                </c:pt>
                <c:pt idx="18199">
                  <c:v>0.2470828145004936</c:v>
                </c:pt>
                <c:pt idx="18200">
                  <c:v>0.24709562683721112</c:v>
                </c:pt>
                <c:pt idx="18201">
                  <c:v>0.2471005466913786</c:v>
                </c:pt>
                <c:pt idx="18202">
                  <c:v>0.24711130102176965</c:v>
                </c:pt>
                <c:pt idx="18203">
                  <c:v>0.24715603918268619</c:v>
                </c:pt>
                <c:pt idx="18204">
                  <c:v>0.24717444971545263</c:v>
                </c:pt>
                <c:pt idx="18205">
                  <c:v>0.24718898323016175</c:v>
                </c:pt>
                <c:pt idx="18206">
                  <c:v>0.24720154095157584</c:v>
                </c:pt>
                <c:pt idx="18207">
                  <c:v>0.2472725981528579</c:v>
                </c:pt>
                <c:pt idx="18208">
                  <c:v>0.24727402242314858</c:v>
                </c:pt>
                <c:pt idx="18209">
                  <c:v>0.24730770976371172</c:v>
                </c:pt>
                <c:pt idx="18210">
                  <c:v>0.24733263645202075</c:v>
                </c:pt>
                <c:pt idx="18211">
                  <c:v>0.24739086308336475</c:v>
                </c:pt>
                <c:pt idx="18212">
                  <c:v>0.2473923251255013</c:v>
                </c:pt>
                <c:pt idx="18213">
                  <c:v>0.24742583719857034</c:v>
                </c:pt>
                <c:pt idx="18214">
                  <c:v>0.24743007775713127</c:v>
                </c:pt>
                <c:pt idx="18215">
                  <c:v>0.24747540747856894</c:v>
                </c:pt>
                <c:pt idx="18216">
                  <c:v>0.24747555348128877</c:v>
                </c:pt>
                <c:pt idx="18217">
                  <c:v>0.24750792808610192</c:v>
                </c:pt>
                <c:pt idx="18218">
                  <c:v>0.24751112198837788</c:v>
                </c:pt>
                <c:pt idx="18219">
                  <c:v>0.24753554557334279</c:v>
                </c:pt>
                <c:pt idx="18220">
                  <c:v>0.24753651214929959</c:v>
                </c:pt>
                <c:pt idx="18221">
                  <c:v>0.24758203277885543</c:v>
                </c:pt>
                <c:pt idx="18222">
                  <c:v>0.2475976883062477</c:v>
                </c:pt>
                <c:pt idx="18223">
                  <c:v>0.24761773985204508</c:v>
                </c:pt>
                <c:pt idx="18224">
                  <c:v>0.24762085864259425</c:v>
                </c:pt>
                <c:pt idx="18225">
                  <c:v>0.2476216307594474</c:v>
                </c:pt>
                <c:pt idx="18226">
                  <c:v>0.24763036922097498</c:v>
                </c:pt>
                <c:pt idx="18227">
                  <c:v>0.24764109544340776</c:v>
                </c:pt>
                <c:pt idx="18228">
                  <c:v>0.2476552231156097</c:v>
                </c:pt>
                <c:pt idx="18229">
                  <c:v>0.24769655894006984</c:v>
                </c:pt>
                <c:pt idx="18230">
                  <c:v>0.24770675266959671</c:v>
                </c:pt>
                <c:pt idx="18231">
                  <c:v>0.2477092707797581</c:v>
                </c:pt>
                <c:pt idx="18232">
                  <c:v>0.24771936448884349</c:v>
                </c:pt>
                <c:pt idx="18233">
                  <c:v>0.24772129338805024</c:v>
                </c:pt>
                <c:pt idx="18234">
                  <c:v>0.24773998188597673</c:v>
                </c:pt>
                <c:pt idx="18235">
                  <c:v>0.24778056873027848</c:v>
                </c:pt>
                <c:pt idx="18236">
                  <c:v>0.24778285935562255</c:v>
                </c:pt>
                <c:pt idx="18237">
                  <c:v>0.24778957583707439</c:v>
                </c:pt>
                <c:pt idx="18238">
                  <c:v>0.24785199742219705</c:v>
                </c:pt>
                <c:pt idx="18239">
                  <c:v>0.2478694501126576</c:v>
                </c:pt>
                <c:pt idx="18240">
                  <c:v>0.24787899341280303</c:v>
                </c:pt>
                <c:pt idx="18241">
                  <c:v>0.24788110263406002</c:v>
                </c:pt>
                <c:pt idx="18242">
                  <c:v>0.24788697233151938</c:v>
                </c:pt>
                <c:pt idx="18243">
                  <c:v>0.24788831206846387</c:v>
                </c:pt>
                <c:pt idx="18244">
                  <c:v>0.24792157810744711</c:v>
                </c:pt>
                <c:pt idx="18245">
                  <c:v>0.24794958300111228</c:v>
                </c:pt>
                <c:pt idx="18246">
                  <c:v>0.24796676596039458</c:v>
                </c:pt>
                <c:pt idx="18247">
                  <c:v>0.24799187394182498</c:v>
                </c:pt>
                <c:pt idx="18248">
                  <c:v>0.24801794786471756</c:v>
                </c:pt>
                <c:pt idx="18249">
                  <c:v>0.2480556286758904</c:v>
                </c:pt>
                <c:pt idx="18250">
                  <c:v>0.24807608440523188</c:v>
                </c:pt>
                <c:pt idx="18251">
                  <c:v>0.24807681185593169</c:v>
                </c:pt>
                <c:pt idx="18252">
                  <c:v>0.24808439902608503</c:v>
                </c:pt>
                <c:pt idx="18253">
                  <c:v>0.24809047196416575</c:v>
                </c:pt>
                <c:pt idx="18254">
                  <c:v>0.24810311944461677</c:v>
                </c:pt>
                <c:pt idx="18255">
                  <c:v>0.24812341274200919</c:v>
                </c:pt>
                <c:pt idx="18256">
                  <c:v>0.24818461167817468</c:v>
                </c:pt>
                <c:pt idx="18257">
                  <c:v>0.24820085179601242</c:v>
                </c:pt>
                <c:pt idx="18258">
                  <c:v>0.24820184164344097</c:v>
                </c:pt>
                <c:pt idx="18259">
                  <c:v>0.24821405609135047</c:v>
                </c:pt>
                <c:pt idx="18260">
                  <c:v>0.24828467576030525</c:v>
                </c:pt>
                <c:pt idx="18261">
                  <c:v>0.24829632258083834</c:v>
                </c:pt>
                <c:pt idx="18262">
                  <c:v>0.24829997768522163</c:v>
                </c:pt>
                <c:pt idx="18263">
                  <c:v>0.24831679663471667</c:v>
                </c:pt>
                <c:pt idx="18264">
                  <c:v>0.24831735572634991</c:v>
                </c:pt>
                <c:pt idx="18265">
                  <c:v>0.24839220532919712</c:v>
                </c:pt>
                <c:pt idx="18266">
                  <c:v>0.24840740265076378</c:v>
                </c:pt>
                <c:pt idx="18267">
                  <c:v>0.24841356011030047</c:v>
                </c:pt>
                <c:pt idx="18268">
                  <c:v>0.24843969432787064</c:v>
                </c:pt>
                <c:pt idx="18269">
                  <c:v>0.24847137714160489</c:v>
                </c:pt>
                <c:pt idx="18270">
                  <c:v>0.24851638287130365</c:v>
                </c:pt>
                <c:pt idx="18271">
                  <c:v>0.24851742917527755</c:v>
                </c:pt>
                <c:pt idx="18272">
                  <c:v>0.2485448648816535</c:v>
                </c:pt>
                <c:pt idx="18273">
                  <c:v>0.24855862501331427</c:v>
                </c:pt>
                <c:pt idx="18274">
                  <c:v>0.24855975567703528</c:v>
                </c:pt>
                <c:pt idx="18275">
                  <c:v>0.24860279321280937</c:v>
                </c:pt>
                <c:pt idx="18276">
                  <c:v>0.24864161104968527</c:v>
                </c:pt>
                <c:pt idx="18277">
                  <c:v>0.24865123264479408</c:v>
                </c:pt>
                <c:pt idx="18278">
                  <c:v>0.2486657893782831</c:v>
                </c:pt>
                <c:pt idx="18279">
                  <c:v>0.24872001656174819</c:v>
                </c:pt>
                <c:pt idx="18280">
                  <c:v>0.2487205076545303</c:v>
                </c:pt>
                <c:pt idx="18281">
                  <c:v>0.24883679643979434</c:v>
                </c:pt>
                <c:pt idx="18282">
                  <c:v>0.24886991238871481</c:v>
                </c:pt>
                <c:pt idx="18283">
                  <c:v>0.24891284646767228</c:v>
                </c:pt>
                <c:pt idx="18284">
                  <c:v>0.24896859705553112</c:v>
                </c:pt>
                <c:pt idx="18285">
                  <c:v>0.24897514132793122</c:v>
                </c:pt>
                <c:pt idx="18286">
                  <c:v>0.24899271283456978</c:v>
                </c:pt>
                <c:pt idx="18287">
                  <c:v>0.24899609027490574</c:v>
                </c:pt>
                <c:pt idx="18288">
                  <c:v>0.24899614378105892</c:v>
                </c:pt>
                <c:pt idx="18289">
                  <c:v>0.24900898842281083</c:v>
                </c:pt>
                <c:pt idx="18290">
                  <c:v>0.24904289783509406</c:v>
                </c:pt>
                <c:pt idx="18291">
                  <c:v>0.24905080849760031</c:v>
                </c:pt>
                <c:pt idx="18292">
                  <c:v>0.24906009238445614</c:v>
                </c:pt>
                <c:pt idx="18293">
                  <c:v>0.24906115571968043</c:v>
                </c:pt>
                <c:pt idx="18294">
                  <c:v>0.24907081247665919</c:v>
                </c:pt>
                <c:pt idx="18295">
                  <c:v>0.24909387070297648</c:v>
                </c:pt>
                <c:pt idx="18296">
                  <c:v>0.2490976903863166</c:v>
                </c:pt>
                <c:pt idx="18297">
                  <c:v>0.24911354488961726</c:v>
                </c:pt>
                <c:pt idx="18298">
                  <c:v>0.24911559893878582</c:v>
                </c:pt>
                <c:pt idx="18299">
                  <c:v>0.24914408225519344</c:v>
                </c:pt>
                <c:pt idx="18300">
                  <c:v>0.24915556845346279</c:v>
                </c:pt>
                <c:pt idx="18301">
                  <c:v>0.2491676346214044</c:v>
                </c:pt>
                <c:pt idx="18302">
                  <c:v>0.24918115472614541</c:v>
                </c:pt>
                <c:pt idx="18303">
                  <c:v>0.24923214843054894</c:v>
                </c:pt>
                <c:pt idx="18304">
                  <c:v>0.24923644331617792</c:v>
                </c:pt>
                <c:pt idx="18305">
                  <c:v>0.2492535821890777</c:v>
                </c:pt>
                <c:pt idx="18306">
                  <c:v>0.24927650582462912</c:v>
                </c:pt>
                <c:pt idx="18307">
                  <c:v>0.24928048841713263</c:v>
                </c:pt>
                <c:pt idx="18308">
                  <c:v>0.24929276603875572</c:v>
                </c:pt>
                <c:pt idx="18309">
                  <c:v>0.24931907704533743</c:v>
                </c:pt>
                <c:pt idx="18310">
                  <c:v>0.24933740808076932</c:v>
                </c:pt>
                <c:pt idx="18311">
                  <c:v>0.24934676511290688</c:v>
                </c:pt>
                <c:pt idx="18312">
                  <c:v>0.24940873177797038</c:v>
                </c:pt>
                <c:pt idx="18313">
                  <c:v>0.24942126032783538</c:v>
                </c:pt>
                <c:pt idx="18314">
                  <c:v>0.24943888955413837</c:v>
                </c:pt>
                <c:pt idx="18315">
                  <c:v>0.24949252976697936</c:v>
                </c:pt>
                <c:pt idx="18316">
                  <c:v>0.24949406761315743</c:v>
                </c:pt>
                <c:pt idx="18317">
                  <c:v>0.24956066537492189</c:v>
                </c:pt>
                <c:pt idx="18318">
                  <c:v>0.24959628102200829</c:v>
                </c:pt>
                <c:pt idx="18319">
                  <c:v>0.24961929234954219</c:v>
                </c:pt>
                <c:pt idx="18320">
                  <c:v>0.24962131416356614</c:v>
                </c:pt>
                <c:pt idx="18321">
                  <c:v>0.24963937471177666</c:v>
                </c:pt>
                <c:pt idx="18322">
                  <c:v>0.24964065532437843</c:v>
                </c:pt>
                <c:pt idx="18323">
                  <c:v>0.24965358197880186</c:v>
                </c:pt>
                <c:pt idx="18324">
                  <c:v>0.24968492483923213</c:v>
                </c:pt>
                <c:pt idx="18325">
                  <c:v>0.24969228870020602</c:v>
                </c:pt>
                <c:pt idx="18326">
                  <c:v>0.24969445755155151</c:v>
                </c:pt>
                <c:pt idx="18327">
                  <c:v>0.24969877282559019</c:v>
                </c:pt>
                <c:pt idx="18328">
                  <c:v>0.24970215698283216</c:v>
                </c:pt>
                <c:pt idx="18329">
                  <c:v>0.24971032177995856</c:v>
                </c:pt>
                <c:pt idx="18330">
                  <c:v>0.24975077185481331</c:v>
                </c:pt>
                <c:pt idx="18331">
                  <c:v>0.24975662150688621</c:v>
                </c:pt>
                <c:pt idx="18332">
                  <c:v>0.24978882447729722</c:v>
                </c:pt>
                <c:pt idx="18333">
                  <c:v>0.24981177797459683</c:v>
                </c:pt>
                <c:pt idx="18334">
                  <c:v>0.24982509496930677</c:v>
                </c:pt>
                <c:pt idx="18335">
                  <c:v>0.24988130035133474</c:v>
                </c:pt>
                <c:pt idx="18336">
                  <c:v>0.24988244797770087</c:v>
                </c:pt>
                <c:pt idx="18337">
                  <c:v>0.24991968761284894</c:v>
                </c:pt>
                <c:pt idx="18338">
                  <c:v>0.24991972113337521</c:v>
                </c:pt>
                <c:pt idx="18339">
                  <c:v>0.24992577273996924</c:v>
                </c:pt>
                <c:pt idx="18340">
                  <c:v>0.24998602147923879</c:v>
                </c:pt>
                <c:pt idx="18341">
                  <c:v>0.24999812585178585</c:v>
                </c:pt>
                <c:pt idx="18342">
                  <c:v>0.25002541954952684</c:v>
                </c:pt>
                <c:pt idx="18343">
                  <c:v>0.25007638574348262</c:v>
                </c:pt>
                <c:pt idx="18344">
                  <c:v>0.25007987659326891</c:v>
                </c:pt>
                <c:pt idx="18345">
                  <c:v>0.25011457799153386</c:v>
                </c:pt>
                <c:pt idx="18346">
                  <c:v>0.25011483849047872</c:v>
                </c:pt>
                <c:pt idx="18347">
                  <c:v>0.25012332884587457</c:v>
                </c:pt>
                <c:pt idx="18348">
                  <c:v>0.25013984274497975</c:v>
                </c:pt>
                <c:pt idx="18349">
                  <c:v>0.25016395825849752</c:v>
                </c:pt>
                <c:pt idx="18350">
                  <c:v>0.25017242307807808</c:v>
                </c:pt>
                <c:pt idx="18351">
                  <c:v>0.25019947080579275</c:v>
                </c:pt>
                <c:pt idx="18352">
                  <c:v>0.2502320699263112</c:v>
                </c:pt>
                <c:pt idx="18353">
                  <c:v>0.25023464261920297</c:v>
                </c:pt>
                <c:pt idx="18354">
                  <c:v>0.25023993854418813</c:v>
                </c:pt>
                <c:pt idx="18355">
                  <c:v>0.25024113589652625</c:v>
                </c:pt>
                <c:pt idx="18356">
                  <c:v>0.25025104313599061</c:v>
                </c:pt>
                <c:pt idx="18357">
                  <c:v>0.25030842476111004</c:v>
                </c:pt>
                <c:pt idx="18358">
                  <c:v>0.25032299099371452</c:v>
                </c:pt>
                <c:pt idx="18359">
                  <c:v>0.25033725466385359</c:v>
                </c:pt>
                <c:pt idx="18360">
                  <c:v>0.25033844819865497</c:v>
                </c:pt>
                <c:pt idx="18361">
                  <c:v>0.2503459233857</c:v>
                </c:pt>
                <c:pt idx="18362">
                  <c:v>0.25037180433335304</c:v>
                </c:pt>
                <c:pt idx="18363">
                  <c:v>0.25038379347503492</c:v>
                </c:pt>
                <c:pt idx="18364">
                  <c:v>0.25040889896732116</c:v>
                </c:pt>
                <c:pt idx="18365">
                  <c:v>0.25041305993810681</c:v>
                </c:pt>
                <c:pt idx="18366">
                  <c:v>0.25042975867111933</c:v>
                </c:pt>
                <c:pt idx="18367">
                  <c:v>0.25043771053596958</c:v>
                </c:pt>
                <c:pt idx="18368">
                  <c:v>0.25044049219228376</c:v>
                </c:pt>
                <c:pt idx="18369">
                  <c:v>0.25044994187058051</c:v>
                </c:pt>
                <c:pt idx="18370">
                  <c:v>0.25045514170124883</c:v>
                </c:pt>
                <c:pt idx="18371">
                  <c:v>0.25046292918119173</c:v>
                </c:pt>
                <c:pt idx="18372">
                  <c:v>0.25046490995130116</c:v>
                </c:pt>
                <c:pt idx="18373">
                  <c:v>0.25048151192232276</c:v>
                </c:pt>
                <c:pt idx="18374">
                  <c:v>0.25048244230109484</c:v>
                </c:pt>
                <c:pt idx="18375">
                  <c:v>0.2505356581094636</c:v>
                </c:pt>
                <c:pt idx="18376">
                  <c:v>0.25054976765328801</c:v>
                </c:pt>
                <c:pt idx="18377">
                  <c:v>0.25055069453180367</c:v>
                </c:pt>
                <c:pt idx="18378">
                  <c:v>0.25055272591986288</c:v>
                </c:pt>
                <c:pt idx="18379">
                  <c:v>0.25060336634926667</c:v>
                </c:pt>
                <c:pt idx="18380">
                  <c:v>0.25061075255338972</c:v>
                </c:pt>
                <c:pt idx="18381">
                  <c:v>0.25061565001616881</c:v>
                </c:pt>
                <c:pt idx="18382">
                  <c:v>0.25062593454244025</c:v>
                </c:pt>
                <c:pt idx="18383">
                  <c:v>0.25063066089347341</c:v>
                </c:pt>
                <c:pt idx="18384">
                  <c:v>0.25063737659852514</c:v>
                </c:pt>
                <c:pt idx="18385">
                  <c:v>0.2506484802657053</c:v>
                </c:pt>
                <c:pt idx="18386">
                  <c:v>0.25065128463977132</c:v>
                </c:pt>
                <c:pt idx="18387">
                  <c:v>0.25065950284566463</c:v>
                </c:pt>
                <c:pt idx="18388">
                  <c:v>0.25067055619507245</c:v>
                </c:pt>
                <c:pt idx="18389">
                  <c:v>0.250741759331706</c:v>
                </c:pt>
                <c:pt idx="18390">
                  <c:v>0.25078966402484132</c:v>
                </c:pt>
                <c:pt idx="18391">
                  <c:v>0.25079150558164659</c:v>
                </c:pt>
                <c:pt idx="18392">
                  <c:v>0.25079688720898347</c:v>
                </c:pt>
                <c:pt idx="18393">
                  <c:v>0.25084210528410683</c:v>
                </c:pt>
                <c:pt idx="18394">
                  <c:v>0.25085314559582217</c:v>
                </c:pt>
                <c:pt idx="18395">
                  <c:v>0.2508741441206766</c:v>
                </c:pt>
                <c:pt idx="18396">
                  <c:v>0.25090174862350473</c:v>
                </c:pt>
                <c:pt idx="18397">
                  <c:v>0.25092514766490304</c:v>
                </c:pt>
                <c:pt idx="18398">
                  <c:v>0.25094906655445587</c:v>
                </c:pt>
                <c:pt idx="18399">
                  <c:v>0.25095001663750532</c:v>
                </c:pt>
                <c:pt idx="18400">
                  <c:v>0.25095225401741078</c:v>
                </c:pt>
                <c:pt idx="18401">
                  <c:v>0.25098483498634905</c:v>
                </c:pt>
                <c:pt idx="18402">
                  <c:v>0.25109143365604519</c:v>
                </c:pt>
                <c:pt idx="18403">
                  <c:v>0.25112072747478148</c:v>
                </c:pt>
                <c:pt idx="18404">
                  <c:v>0.25115301177994187</c:v>
                </c:pt>
                <c:pt idx="18405">
                  <c:v>0.25116721303376133</c:v>
                </c:pt>
                <c:pt idx="18406">
                  <c:v>0.25118499195770921</c:v>
                </c:pt>
                <c:pt idx="18407">
                  <c:v>0.25119976139860567</c:v>
                </c:pt>
                <c:pt idx="18408">
                  <c:v>0.2512112079977567</c:v>
                </c:pt>
                <c:pt idx="18409">
                  <c:v>0.25121224771342648</c:v>
                </c:pt>
                <c:pt idx="18410">
                  <c:v>0.25121898433694939</c:v>
                </c:pt>
                <c:pt idx="18411">
                  <c:v>0.25122028963461401</c:v>
                </c:pt>
                <c:pt idx="18412">
                  <c:v>0.25122305286806018</c:v>
                </c:pt>
                <c:pt idx="18413">
                  <c:v>0.25122748939964956</c:v>
                </c:pt>
                <c:pt idx="18414">
                  <c:v>0.25123388149699244</c:v>
                </c:pt>
                <c:pt idx="18415">
                  <c:v>0.25123633317197086</c:v>
                </c:pt>
                <c:pt idx="18416">
                  <c:v>0.25127203353348926</c:v>
                </c:pt>
                <c:pt idx="18417">
                  <c:v>0.25127807129407381</c:v>
                </c:pt>
                <c:pt idx="18418">
                  <c:v>0.25128045497759466</c:v>
                </c:pt>
                <c:pt idx="18419">
                  <c:v>0.25128490630533978</c:v>
                </c:pt>
                <c:pt idx="18420">
                  <c:v>0.25129184116356457</c:v>
                </c:pt>
                <c:pt idx="18421">
                  <c:v>0.25131016088257141</c:v>
                </c:pt>
                <c:pt idx="18422">
                  <c:v>0.2513530337398886</c:v>
                </c:pt>
                <c:pt idx="18423">
                  <c:v>0.25142046164128812</c:v>
                </c:pt>
                <c:pt idx="18424">
                  <c:v>0.2514289687843087</c:v>
                </c:pt>
                <c:pt idx="18425">
                  <c:v>0.25145799941484437</c:v>
                </c:pt>
                <c:pt idx="18426">
                  <c:v>0.25152445395406214</c:v>
                </c:pt>
                <c:pt idx="18427">
                  <c:v>0.2515322515514285</c:v>
                </c:pt>
                <c:pt idx="18428">
                  <c:v>0.25157325447067441</c:v>
                </c:pt>
                <c:pt idx="18429">
                  <c:v>0.25157932204066613</c:v>
                </c:pt>
                <c:pt idx="18430">
                  <c:v>0.25159318089618332</c:v>
                </c:pt>
                <c:pt idx="18431">
                  <c:v>0.25161404388419117</c:v>
                </c:pt>
                <c:pt idx="18432">
                  <c:v>0.25162827937140919</c:v>
                </c:pt>
                <c:pt idx="18433">
                  <c:v>0.25166294561857216</c:v>
                </c:pt>
                <c:pt idx="18434">
                  <c:v>0.25168476935258338</c:v>
                </c:pt>
                <c:pt idx="18435">
                  <c:v>0.25169814149660646</c:v>
                </c:pt>
                <c:pt idx="18436">
                  <c:v>0.25170556130818922</c:v>
                </c:pt>
                <c:pt idx="18437">
                  <c:v>0.25171521360063559</c:v>
                </c:pt>
                <c:pt idx="18438">
                  <c:v>0.25171852566282282</c:v>
                </c:pt>
                <c:pt idx="18439">
                  <c:v>0.25172558304033649</c:v>
                </c:pt>
                <c:pt idx="18440">
                  <c:v>0.25172930679839417</c:v>
                </c:pt>
                <c:pt idx="18441">
                  <c:v>0.2517494696834538</c:v>
                </c:pt>
                <c:pt idx="18442">
                  <c:v>0.25175475407019371</c:v>
                </c:pt>
                <c:pt idx="18443">
                  <c:v>0.25176999504234288</c:v>
                </c:pt>
                <c:pt idx="18444">
                  <c:v>0.25178112400483493</c:v>
                </c:pt>
                <c:pt idx="18445">
                  <c:v>0.2517820794676261</c:v>
                </c:pt>
                <c:pt idx="18446">
                  <c:v>0.25182358377768005</c:v>
                </c:pt>
                <c:pt idx="18447">
                  <c:v>0.25182520761088889</c:v>
                </c:pt>
                <c:pt idx="18448">
                  <c:v>0.25182692541664725</c:v>
                </c:pt>
                <c:pt idx="18449">
                  <c:v>0.25184444319513472</c:v>
                </c:pt>
                <c:pt idx="18450">
                  <c:v>0.25186909525836265</c:v>
                </c:pt>
                <c:pt idx="18451">
                  <c:v>0.2518805458400471</c:v>
                </c:pt>
                <c:pt idx="18452">
                  <c:v>0.25190379775778104</c:v>
                </c:pt>
                <c:pt idx="18453">
                  <c:v>0.25192154360364583</c:v>
                </c:pt>
                <c:pt idx="18454">
                  <c:v>0.25192912811155072</c:v>
                </c:pt>
                <c:pt idx="18455">
                  <c:v>0.25195496897151554</c:v>
                </c:pt>
                <c:pt idx="18456">
                  <c:v>0.25195741992413212</c:v>
                </c:pt>
                <c:pt idx="18457">
                  <c:v>0.25197803575396749</c:v>
                </c:pt>
                <c:pt idx="18458">
                  <c:v>0.25198432737399795</c:v>
                </c:pt>
                <c:pt idx="18459">
                  <c:v>0.25198975576508026</c:v>
                </c:pt>
                <c:pt idx="18460">
                  <c:v>0.25203342228512388</c:v>
                </c:pt>
                <c:pt idx="18461">
                  <c:v>0.25207170818358565</c:v>
                </c:pt>
                <c:pt idx="18462">
                  <c:v>0.25212064468511458</c:v>
                </c:pt>
                <c:pt idx="18463">
                  <c:v>0.25214036504805498</c:v>
                </c:pt>
                <c:pt idx="18464">
                  <c:v>0.25218399017972959</c:v>
                </c:pt>
                <c:pt idx="18465">
                  <c:v>0.25218778138927511</c:v>
                </c:pt>
                <c:pt idx="18466">
                  <c:v>0.25224175321124936</c:v>
                </c:pt>
                <c:pt idx="18467">
                  <c:v>0.2522644009885795</c:v>
                </c:pt>
                <c:pt idx="18468">
                  <c:v>0.25227003076305932</c:v>
                </c:pt>
                <c:pt idx="18469">
                  <c:v>0.25228648852284447</c:v>
                </c:pt>
                <c:pt idx="18470">
                  <c:v>0.25231284170191526</c:v>
                </c:pt>
                <c:pt idx="18471">
                  <c:v>0.2523334486063098</c:v>
                </c:pt>
                <c:pt idx="18472">
                  <c:v>0.25235898584821187</c:v>
                </c:pt>
                <c:pt idx="18473">
                  <c:v>0.25238459231353438</c:v>
                </c:pt>
                <c:pt idx="18474">
                  <c:v>0.25239789432772902</c:v>
                </c:pt>
                <c:pt idx="18475">
                  <c:v>0.25240505073440078</c:v>
                </c:pt>
                <c:pt idx="18476">
                  <c:v>0.2524077987254752</c:v>
                </c:pt>
                <c:pt idx="18477">
                  <c:v>0.25241811385147189</c:v>
                </c:pt>
                <c:pt idx="18478">
                  <c:v>0.25243175742496088</c:v>
                </c:pt>
                <c:pt idx="18479">
                  <c:v>0.25243349817204158</c:v>
                </c:pt>
                <c:pt idx="18480">
                  <c:v>0.25245468962152079</c:v>
                </c:pt>
                <c:pt idx="18481">
                  <c:v>0.2524565491336771</c:v>
                </c:pt>
                <c:pt idx="18482">
                  <c:v>0.25248942845613448</c:v>
                </c:pt>
                <c:pt idx="18483">
                  <c:v>0.25249457478668097</c:v>
                </c:pt>
                <c:pt idx="18484">
                  <c:v>0.2524971072478035</c:v>
                </c:pt>
                <c:pt idx="18485">
                  <c:v>0.25250129617832417</c:v>
                </c:pt>
                <c:pt idx="18486">
                  <c:v>0.25255500949527193</c:v>
                </c:pt>
                <c:pt idx="18487">
                  <c:v>0.25255814274944244</c:v>
                </c:pt>
                <c:pt idx="18488">
                  <c:v>0.25261601043089632</c:v>
                </c:pt>
                <c:pt idx="18489">
                  <c:v>0.25266453226023911</c:v>
                </c:pt>
                <c:pt idx="18490">
                  <c:v>0.25270351422579312</c:v>
                </c:pt>
                <c:pt idx="18491">
                  <c:v>0.25273746014896553</c:v>
                </c:pt>
                <c:pt idx="18492">
                  <c:v>0.25274293336130277</c:v>
                </c:pt>
                <c:pt idx="18493">
                  <c:v>0.25274355683465971</c:v>
                </c:pt>
                <c:pt idx="18494">
                  <c:v>0.25274682401439069</c:v>
                </c:pt>
                <c:pt idx="18495">
                  <c:v>0.25275532840309373</c:v>
                </c:pt>
                <c:pt idx="18496">
                  <c:v>0.25278256630328727</c:v>
                </c:pt>
                <c:pt idx="18497">
                  <c:v>0.25278752682091915</c:v>
                </c:pt>
                <c:pt idx="18498">
                  <c:v>0.25279161979123382</c:v>
                </c:pt>
                <c:pt idx="18499">
                  <c:v>0.25280796550047885</c:v>
                </c:pt>
                <c:pt idx="18500">
                  <c:v>0.25284538195880146</c:v>
                </c:pt>
                <c:pt idx="18501">
                  <c:v>0.25287010735218107</c:v>
                </c:pt>
                <c:pt idx="18502">
                  <c:v>0.25289286417444767</c:v>
                </c:pt>
                <c:pt idx="18503">
                  <c:v>0.25298554105953763</c:v>
                </c:pt>
                <c:pt idx="18504">
                  <c:v>0.25300514016154607</c:v>
                </c:pt>
                <c:pt idx="18505">
                  <c:v>0.25302042610347614</c:v>
                </c:pt>
                <c:pt idx="18506">
                  <c:v>0.25302064539678432</c:v>
                </c:pt>
                <c:pt idx="18507">
                  <c:v>0.25306023980139708</c:v>
                </c:pt>
                <c:pt idx="18508">
                  <c:v>0.25306452750170388</c:v>
                </c:pt>
                <c:pt idx="18509">
                  <c:v>0.25306985828321882</c:v>
                </c:pt>
                <c:pt idx="18510">
                  <c:v>0.25308621823708749</c:v>
                </c:pt>
                <c:pt idx="18511">
                  <c:v>0.25311030444697347</c:v>
                </c:pt>
                <c:pt idx="18512">
                  <c:v>0.25311052347207597</c:v>
                </c:pt>
                <c:pt idx="18513">
                  <c:v>0.25314890086364428</c:v>
                </c:pt>
                <c:pt idx="18514">
                  <c:v>0.25317531529183102</c:v>
                </c:pt>
                <c:pt idx="18515">
                  <c:v>0.25321276029590001</c:v>
                </c:pt>
                <c:pt idx="18516">
                  <c:v>0.25323697511229398</c:v>
                </c:pt>
                <c:pt idx="18517">
                  <c:v>0.25324588904069351</c:v>
                </c:pt>
                <c:pt idx="18518">
                  <c:v>0.25327380841893243</c:v>
                </c:pt>
                <c:pt idx="18519">
                  <c:v>0.25328361769000696</c:v>
                </c:pt>
                <c:pt idx="18520">
                  <c:v>0.25329082254926799</c:v>
                </c:pt>
                <c:pt idx="18521">
                  <c:v>0.25329331119797732</c:v>
                </c:pt>
                <c:pt idx="18522">
                  <c:v>0.25330996643024006</c:v>
                </c:pt>
                <c:pt idx="18523">
                  <c:v>0.25341205467279226</c:v>
                </c:pt>
                <c:pt idx="18524">
                  <c:v>0.25345808152942495</c:v>
                </c:pt>
                <c:pt idx="18525">
                  <c:v>0.25350366596662971</c:v>
                </c:pt>
                <c:pt idx="18526">
                  <c:v>0.25356905718096084</c:v>
                </c:pt>
                <c:pt idx="18527">
                  <c:v>0.25357741198894584</c:v>
                </c:pt>
                <c:pt idx="18528">
                  <c:v>0.2535795168178781</c:v>
                </c:pt>
                <c:pt idx="18529">
                  <c:v>0.25358705335547793</c:v>
                </c:pt>
                <c:pt idx="18530">
                  <c:v>0.25359373204207702</c:v>
                </c:pt>
                <c:pt idx="18531">
                  <c:v>0.25359751854058177</c:v>
                </c:pt>
                <c:pt idx="18532">
                  <c:v>0.25360038664558576</c:v>
                </c:pt>
                <c:pt idx="18533">
                  <c:v>0.25363938413117365</c:v>
                </c:pt>
                <c:pt idx="18534">
                  <c:v>0.25367624962080637</c:v>
                </c:pt>
                <c:pt idx="18535">
                  <c:v>0.25376379586664799</c:v>
                </c:pt>
                <c:pt idx="18536">
                  <c:v>0.25376827813993907</c:v>
                </c:pt>
                <c:pt idx="18537">
                  <c:v>0.25379838688801365</c:v>
                </c:pt>
                <c:pt idx="18538">
                  <c:v>0.2538049135030484</c:v>
                </c:pt>
                <c:pt idx="18539">
                  <c:v>0.25385995797035454</c:v>
                </c:pt>
                <c:pt idx="18540">
                  <c:v>0.25388354402884616</c:v>
                </c:pt>
                <c:pt idx="18541">
                  <c:v>0.25388670586055551</c:v>
                </c:pt>
                <c:pt idx="18542">
                  <c:v>0.25389706672162055</c:v>
                </c:pt>
                <c:pt idx="18543">
                  <c:v>0.25390405042388048</c:v>
                </c:pt>
                <c:pt idx="18544">
                  <c:v>0.25394181250877851</c:v>
                </c:pt>
                <c:pt idx="18545">
                  <c:v>0.25394237810146325</c:v>
                </c:pt>
                <c:pt idx="18546">
                  <c:v>0.2539450814794002</c:v>
                </c:pt>
                <c:pt idx="18547">
                  <c:v>0.25395150049298171</c:v>
                </c:pt>
                <c:pt idx="18548">
                  <c:v>0.25402295246477741</c:v>
                </c:pt>
                <c:pt idx="18549">
                  <c:v>0.25405957573852861</c:v>
                </c:pt>
                <c:pt idx="18550">
                  <c:v>0.25408925325480214</c:v>
                </c:pt>
                <c:pt idx="18551">
                  <c:v>0.25410007284466124</c:v>
                </c:pt>
                <c:pt idx="18552">
                  <c:v>0.2541001501308281</c:v>
                </c:pt>
                <c:pt idx="18553">
                  <c:v>0.25410206504566896</c:v>
                </c:pt>
                <c:pt idx="18554">
                  <c:v>0.25412885180461403</c:v>
                </c:pt>
                <c:pt idx="18555">
                  <c:v>0.25413080920753228</c:v>
                </c:pt>
                <c:pt idx="18556">
                  <c:v>0.25422016936577713</c:v>
                </c:pt>
                <c:pt idx="18557">
                  <c:v>0.25423394299142693</c:v>
                </c:pt>
                <c:pt idx="18558">
                  <c:v>0.25423532840484447</c:v>
                </c:pt>
                <c:pt idx="18559">
                  <c:v>0.25424051283315824</c:v>
                </c:pt>
                <c:pt idx="18560">
                  <c:v>0.25426853451487968</c:v>
                </c:pt>
                <c:pt idx="18561">
                  <c:v>0.25434956473638221</c:v>
                </c:pt>
                <c:pt idx="18562">
                  <c:v>0.25435054787542105</c:v>
                </c:pt>
                <c:pt idx="18563">
                  <c:v>0.25438019893848451</c:v>
                </c:pt>
                <c:pt idx="18564">
                  <c:v>0.25438253045026732</c:v>
                </c:pt>
                <c:pt idx="18565">
                  <c:v>0.25446766175497487</c:v>
                </c:pt>
                <c:pt idx="18566">
                  <c:v>0.2544711637678867</c:v>
                </c:pt>
                <c:pt idx="18567">
                  <c:v>0.25447311414300672</c:v>
                </c:pt>
                <c:pt idx="18568">
                  <c:v>0.25448779764246465</c:v>
                </c:pt>
                <c:pt idx="18569">
                  <c:v>0.25450041222159964</c:v>
                </c:pt>
                <c:pt idx="18570">
                  <c:v>0.2545359958002546</c:v>
                </c:pt>
                <c:pt idx="18571">
                  <c:v>0.25456807067700649</c:v>
                </c:pt>
                <c:pt idx="18572">
                  <c:v>0.25457007203758708</c:v>
                </c:pt>
                <c:pt idx="18573">
                  <c:v>0.25459863673105437</c:v>
                </c:pt>
                <c:pt idx="18574">
                  <c:v>0.25465921996027308</c:v>
                </c:pt>
                <c:pt idx="18575">
                  <c:v>0.25467643560972097</c:v>
                </c:pt>
                <c:pt idx="18576">
                  <c:v>0.25468112652578229</c:v>
                </c:pt>
                <c:pt idx="18577">
                  <c:v>0.25468652105589823</c:v>
                </c:pt>
                <c:pt idx="18578">
                  <c:v>0.2547123703241238</c:v>
                </c:pt>
                <c:pt idx="18579">
                  <c:v>0.25472152271859738</c:v>
                </c:pt>
                <c:pt idx="18580">
                  <c:v>0.25476358781949204</c:v>
                </c:pt>
                <c:pt idx="18581">
                  <c:v>0.25479148197223245</c:v>
                </c:pt>
                <c:pt idx="18582">
                  <c:v>0.25480274719479867</c:v>
                </c:pt>
                <c:pt idx="18583">
                  <c:v>0.25483229246660627</c:v>
                </c:pt>
                <c:pt idx="18584">
                  <c:v>0.25490922246845032</c:v>
                </c:pt>
                <c:pt idx="18585">
                  <c:v>0.25492263570764806</c:v>
                </c:pt>
                <c:pt idx="18586">
                  <c:v>0.25496585705655522</c:v>
                </c:pt>
                <c:pt idx="18587">
                  <c:v>0.25498866950152893</c:v>
                </c:pt>
                <c:pt idx="18588">
                  <c:v>0.25502813909038369</c:v>
                </c:pt>
                <c:pt idx="18589">
                  <c:v>0.25504957730715183</c:v>
                </c:pt>
                <c:pt idx="18590">
                  <c:v>0.25506378528924639</c:v>
                </c:pt>
                <c:pt idx="18591">
                  <c:v>0.25506784361402379</c:v>
                </c:pt>
                <c:pt idx="18592">
                  <c:v>0.25511996734695697</c:v>
                </c:pt>
                <c:pt idx="18593">
                  <c:v>0.25514817332727507</c:v>
                </c:pt>
                <c:pt idx="18594">
                  <c:v>0.25515999174459597</c:v>
                </c:pt>
                <c:pt idx="18595">
                  <c:v>0.25519128418268111</c:v>
                </c:pt>
                <c:pt idx="18596">
                  <c:v>0.2551914203393249</c:v>
                </c:pt>
                <c:pt idx="18597">
                  <c:v>0.2552017838509143</c:v>
                </c:pt>
                <c:pt idx="18598">
                  <c:v>0.2552103441706946</c:v>
                </c:pt>
                <c:pt idx="18599">
                  <c:v>0.2552164248215999</c:v>
                </c:pt>
                <c:pt idx="18600">
                  <c:v>0.25522037658557417</c:v>
                </c:pt>
                <c:pt idx="18601">
                  <c:v>0.2552489166673475</c:v>
                </c:pt>
                <c:pt idx="18602">
                  <c:v>0.25525457324689976</c:v>
                </c:pt>
                <c:pt idx="18603">
                  <c:v>0.25526056197566493</c:v>
                </c:pt>
                <c:pt idx="18604">
                  <c:v>0.2553007118998904</c:v>
                </c:pt>
                <c:pt idx="18605">
                  <c:v>0.25530132070988254</c:v>
                </c:pt>
                <c:pt idx="18606">
                  <c:v>0.25534647479687866</c:v>
                </c:pt>
                <c:pt idx="18607">
                  <c:v>0.25538101793986623</c:v>
                </c:pt>
                <c:pt idx="18608">
                  <c:v>0.25541621198687581</c:v>
                </c:pt>
                <c:pt idx="18609">
                  <c:v>0.25546297338767104</c:v>
                </c:pt>
                <c:pt idx="18610">
                  <c:v>0.25549965500842498</c:v>
                </c:pt>
                <c:pt idx="18611">
                  <c:v>0.25556058960055256</c:v>
                </c:pt>
                <c:pt idx="18612">
                  <c:v>0.25556901213330668</c:v>
                </c:pt>
                <c:pt idx="18613">
                  <c:v>0.255583351789341</c:v>
                </c:pt>
                <c:pt idx="18614">
                  <c:v>0.25560898737069748</c:v>
                </c:pt>
                <c:pt idx="18615">
                  <c:v>0.25563485248319828</c:v>
                </c:pt>
                <c:pt idx="18616">
                  <c:v>0.25563495289036819</c:v>
                </c:pt>
                <c:pt idx="18617">
                  <c:v>0.25568399551313198</c:v>
                </c:pt>
                <c:pt idx="18618">
                  <c:v>0.25570758825582568</c:v>
                </c:pt>
                <c:pt idx="18619">
                  <c:v>0.25571843529347932</c:v>
                </c:pt>
                <c:pt idx="18620">
                  <c:v>0.2557216955650054</c:v>
                </c:pt>
                <c:pt idx="18621">
                  <c:v>0.25578221394505396</c:v>
                </c:pt>
                <c:pt idx="18622">
                  <c:v>0.25580223067627811</c:v>
                </c:pt>
                <c:pt idx="18623">
                  <c:v>0.25581418423347113</c:v>
                </c:pt>
                <c:pt idx="18624">
                  <c:v>0.25585737882702408</c:v>
                </c:pt>
                <c:pt idx="18625">
                  <c:v>0.25587003529578761</c:v>
                </c:pt>
                <c:pt idx="18626">
                  <c:v>0.25589435084762113</c:v>
                </c:pt>
                <c:pt idx="18627">
                  <c:v>0.25589504222887355</c:v>
                </c:pt>
                <c:pt idx="18628">
                  <c:v>0.25594329858344883</c:v>
                </c:pt>
                <c:pt idx="18629">
                  <c:v>0.25595699457183624</c:v>
                </c:pt>
                <c:pt idx="18630">
                  <c:v>0.25596298512111815</c:v>
                </c:pt>
                <c:pt idx="18631">
                  <c:v>0.25597989049238901</c:v>
                </c:pt>
                <c:pt idx="18632">
                  <c:v>0.25599270986241562</c:v>
                </c:pt>
                <c:pt idx="18633">
                  <c:v>0.25602528616742326</c:v>
                </c:pt>
                <c:pt idx="18634">
                  <c:v>0.25602782718839429</c:v>
                </c:pt>
                <c:pt idx="18635">
                  <c:v>0.2560661151505757</c:v>
                </c:pt>
                <c:pt idx="18636">
                  <c:v>0.25607798904171564</c:v>
                </c:pt>
                <c:pt idx="18637">
                  <c:v>0.25612118755351504</c:v>
                </c:pt>
                <c:pt idx="18638">
                  <c:v>0.25612785143595879</c:v>
                </c:pt>
                <c:pt idx="18639">
                  <c:v>0.25613880493929125</c:v>
                </c:pt>
                <c:pt idx="18640">
                  <c:v>0.2561719610243437</c:v>
                </c:pt>
                <c:pt idx="18641">
                  <c:v>0.25617949532884787</c:v>
                </c:pt>
                <c:pt idx="18642">
                  <c:v>0.25618695251483276</c:v>
                </c:pt>
                <c:pt idx="18643">
                  <c:v>0.25621130432782807</c:v>
                </c:pt>
                <c:pt idx="18644">
                  <c:v>0.25621594131881764</c:v>
                </c:pt>
                <c:pt idx="18645">
                  <c:v>0.25621872593974843</c:v>
                </c:pt>
                <c:pt idx="18646">
                  <c:v>0.25622506110549453</c:v>
                </c:pt>
                <c:pt idx="18647">
                  <c:v>0.25626875602147764</c:v>
                </c:pt>
                <c:pt idx="18648">
                  <c:v>0.25633516644834042</c:v>
                </c:pt>
                <c:pt idx="18649">
                  <c:v>0.25634099524658788</c:v>
                </c:pt>
                <c:pt idx="18650">
                  <c:v>0.25635940425638404</c:v>
                </c:pt>
                <c:pt idx="18651">
                  <c:v>0.25636070884487944</c:v>
                </c:pt>
                <c:pt idx="18652">
                  <c:v>0.25636187559914581</c:v>
                </c:pt>
                <c:pt idx="18653">
                  <c:v>0.25636300065260181</c:v>
                </c:pt>
                <c:pt idx="18654">
                  <c:v>0.25638787952300957</c:v>
                </c:pt>
                <c:pt idx="18655">
                  <c:v>0.25641753669869904</c:v>
                </c:pt>
                <c:pt idx="18656">
                  <c:v>0.2564200373555186</c:v>
                </c:pt>
                <c:pt idx="18657">
                  <c:v>0.25643953359207983</c:v>
                </c:pt>
                <c:pt idx="18658">
                  <c:v>0.2564482933320863</c:v>
                </c:pt>
                <c:pt idx="18659">
                  <c:v>0.25647971969830646</c:v>
                </c:pt>
                <c:pt idx="18660">
                  <c:v>0.25649950296198382</c:v>
                </c:pt>
                <c:pt idx="18661">
                  <c:v>0.25652407897233215</c:v>
                </c:pt>
                <c:pt idx="18662">
                  <c:v>0.25653118902203964</c:v>
                </c:pt>
                <c:pt idx="18663">
                  <c:v>0.25655715670474799</c:v>
                </c:pt>
                <c:pt idx="18664">
                  <c:v>0.25656850841421863</c:v>
                </c:pt>
                <c:pt idx="18665">
                  <c:v>0.25662348052440537</c:v>
                </c:pt>
                <c:pt idx="18666">
                  <c:v>0.25663485207631243</c:v>
                </c:pt>
                <c:pt idx="18667">
                  <c:v>0.2566703825200965</c:v>
                </c:pt>
                <c:pt idx="18668">
                  <c:v>0.25672127154642016</c:v>
                </c:pt>
                <c:pt idx="18669">
                  <c:v>0.25685040631522332</c:v>
                </c:pt>
                <c:pt idx="18670">
                  <c:v>0.25685054200472213</c:v>
                </c:pt>
                <c:pt idx="18671">
                  <c:v>0.25685416037664244</c:v>
                </c:pt>
                <c:pt idx="18672">
                  <c:v>0.2568618292288859</c:v>
                </c:pt>
                <c:pt idx="18673">
                  <c:v>0.25691024491027886</c:v>
                </c:pt>
                <c:pt idx="18674">
                  <c:v>0.25691166135545745</c:v>
                </c:pt>
                <c:pt idx="18675">
                  <c:v>0.25691506627928207</c:v>
                </c:pt>
                <c:pt idx="18676">
                  <c:v>0.25692329827013211</c:v>
                </c:pt>
                <c:pt idx="18677">
                  <c:v>0.25692590837401702</c:v>
                </c:pt>
                <c:pt idx="18678">
                  <c:v>0.25694609357685139</c:v>
                </c:pt>
                <c:pt idx="18679">
                  <c:v>0.25694957528401019</c:v>
                </c:pt>
                <c:pt idx="18680">
                  <c:v>0.25698667197318353</c:v>
                </c:pt>
                <c:pt idx="18681">
                  <c:v>0.25703091061915101</c:v>
                </c:pt>
                <c:pt idx="18682">
                  <c:v>0.25705664288328411</c:v>
                </c:pt>
                <c:pt idx="18683">
                  <c:v>0.25707454249877099</c:v>
                </c:pt>
                <c:pt idx="18684">
                  <c:v>0.25709993042063439</c:v>
                </c:pt>
                <c:pt idx="18685">
                  <c:v>0.25710330983787777</c:v>
                </c:pt>
                <c:pt idx="18686">
                  <c:v>0.25712862522920682</c:v>
                </c:pt>
                <c:pt idx="18687">
                  <c:v>0.25713446910592885</c:v>
                </c:pt>
                <c:pt idx="18688">
                  <c:v>0.25714593534012542</c:v>
                </c:pt>
                <c:pt idx="18689">
                  <c:v>0.25714608346039791</c:v>
                </c:pt>
                <c:pt idx="18690">
                  <c:v>0.25714809371609765</c:v>
                </c:pt>
                <c:pt idx="18691">
                  <c:v>0.25715491842935045</c:v>
                </c:pt>
                <c:pt idx="18692">
                  <c:v>0.25719016585731252</c:v>
                </c:pt>
                <c:pt idx="18693">
                  <c:v>0.25721046600246816</c:v>
                </c:pt>
                <c:pt idx="18694">
                  <c:v>0.25721770480115452</c:v>
                </c:pt>
                <c:pt idx="18695">
                  <c:v>0.25722001285960083</c:v>
                </c:pt>
                <c:pt idx="18696">
                  <c:v>0.25728973797236754</c:v>
                </c:pt>
                <c:pt idx="18697">
                  <c:v>0.25741322638116459</c:v>
                </c:pt>
                <c:pt idx="18698">
                  <c:v>0.25745576016122984</c:v>
                </c:pt>
                <c:pt idx="18699">
                  <c:v>0.25746028260981496</c:v>
                </c:pt>
                <c:pt idx="18700">
                  <c:v>0.2574688133912556</c:v>
                </c:pt>
                <c:pt idx="18701">
                  <c:v>0.25747063168885709</c:v>
                </c:pt>
                <c:pt idx="18702">
                  <c:v>0.25747094639232238</c:v>
                </c:pt>
                <c:pt idx="18703">
                  <c:v>0.25750203668571231</c:v>
                </c:pt>
                <c:pt idx="18704">
                  <c:v>0.25751049871021198</c:v>
                </c:pt>
                <c:pt idx="18705">
                  <c:v>0.25756835564944836</c:v>
                </c:pt>
                <c:pt idx="18706">
                  <c:v>0.25758301209885071</c:v>
                </c:pt>
                <c:pt idx="18707">
                  <c:v>0.25763322104413949</c:v>
                </c:pt>
                <c:pt idx="18708">
                  <c:v>0.25765662975524495</c:v>
                </c:pt>
                <c:pt idx="18709">
                  <c:v>0.25768898550375119</c:v>
                </c:pt>
                <c:pt idx="18710">
                  <c:v>0.25770289492288195</c:v>
                </c:pt>
                <c:pt idx="18711">
                  <c:v>0.25772457244678482</c:v>
                </c:pt>
                <c:pt idx="18712">
                  <c:v>0.25777158613207285</c:v>
                </c:pt>
                <c:pt idx="18713">
                  <c:v>0.25777713658618012</c:v>
                </c:pt>
                <c:pt idx="18714">
                  <c:v>0.25779728873531604</c:v>
                </c:pt>
                <c:pt idx="18715">
                  <c:v>0.25781796064452206</c:v>
                </c:pt>
                <c:pt idx="18716">
                  <c:v>0.25785318033141574</c:v>
                </c:pt>
                <c:pt idx="18717">
                  <c:v>0.25790912294445678</c:v>
                </c:pt>
                <c:pt idx="18718">
                  <c:v>0.2579363479958483</c:v>
                </c:pt>
                <c:pt idx="18719">
                  <c:v>0.25795119215099033</c:v>
                </c:pt>
                <c:pt idx="18720">
                  <c:v>0.25797063012127036</c:v>
                </c:pt>
                <c:pt idx="18721">
                  <c:v>0.25798465652426178</c:v>
                </c:pt>
                <c:pt idx="18722">
                  <c:v>0.25801117038008853</c:v>
                </c:pt>
                <c:pt idx="18723">
                  <c:v>0.25802172904626441</c:v>
                </c:pt>
                <c:pt idx="18724">
                  <c:v>0.25802515904205353</c:v>
                </c:pt>
                <c:pt idx="18725">
                  <c:v>0.2580290678846841</c:v>
                </c:pt>
                <c:pt idx="18726">
                  <c:v>0.25805761734040439</c:v>
                </c:pt>
                <c:pt idx="18727">
                  <c:v>0.25805816071737003</c:v>
                </c:pt>
                <c:pt idx="18728">
                  <c:v>0.25806048591878594</c:v>
                </c:pt>
                <c:pt idx="18729">
                  <c:v>0.2580614546511471</c:v>
                </c:pt>
                <c:pt idx="18730">
                  <c:v>0.25810449674190189</c:v>
                </c:pt>
                <c:pt idx="18731">
                  <c:v>0.25813923310161679</c:v>
                </c:pt>
                <c:pt idx="18732">
                  <c:v>0.25816834184695736</c:v>
                </c:pt>
                <c:pt idx="18733">
                  <c:v>0.25828150490752666</c:v>
                </c:pt>
                <c:pt idx="18734">
                  <c:v>0.25829085009108382</c:v>
                </c:pt>
                <c:pt idx="18735">
                  <c:v>0.25831319430847072</c:v>
                </c:pt>
                <c:pt idx="18736">
                  <c:v>0.25835455079054598</c:v>
                </c:pt>
                <c:pt idx="18737">
                  <c:v>0.25837770800738458</c:v>
                </c:pt>
                <c:pt idx="18738">
                  <c:v>0.25839157135225627</c:v>
                </c:pt>
                <c:pt idx="18739">
                  <c:v>0.25840287503302017</c:v>
                </c:pt>
                <c:pt idx="18740">
                  <c:v>0.25842217396826589</c:v>
                </c:pt>
                <c:pt idx="18741">
                  <c:v>0.25842583015591131</c:v>
                </c:pt>
                <c:pt idx="18742">
                  <c:v>0.25843874204429046</c:v>
                </c:pt>
                <c:pt idx="18743">
                  <c:v>0.25845723884698374</c:v>
                </c:pt>
                <c:pt idx="18744">
                  <c:v>0.25846786068493377</c:v>
                </c:pt>
                <c:pt idx="18745">
                  <c:v>0.25847337513974411</c:v>
                </c:pt>
                <c:pt idx="18746">
                  <c:v>0.25849001382299663</c:v>
                </c:pt>
                <c:pt idx="18747">
                  <c:v>0.25851459302138713</c:v>
                </c:pt>
                <c:pt idx="18748">
                  <c:v>0.25853296580755442</c:v>
                </c:pt>
                <c:pt idx="18749">
                  <c:v>0.25853580850702584</c:v>
                </c:pt>
                <c:pt idx="18750">
                  <c:v>0.25854035949524679</c:v>
                </c:pt>
                <c:pt idx="18751">
                  <c:v>0.25855460018003529</c:v>
                </c:pt>
                <c:pt idx="18752">
                  <c:v>0.25856715068644626</c:v>
                </c:pt>
                <c:pt idx="18753">
                  <c:v>0.25858144319038529</c:v>
                </c:pt>
                <c:pt idx="18754">
                  <c:v>0.25866524405041902</c:v>
                </c:pt>
                <c:pt idx="18755">
                  <c:v>0.25871007975996119</c:v>
                </c:pt>
                <c:pt idx="18756">
                  <c:v>0.25872754909310397</c:v>
                </c:pt>
                <c:pt idx="18757">
                  <c:v>0.25874325629935557</c:v>
                </c:pt>
                <c:pt idx="18758">
                  <c:v>0.25875498912418093</c:v>
                </c:pt>
                <c:pt idx="18759">
                  <c:v>0.25882211692622437</c:v>
                </c:pt>
                <c:pt idx="18760">
                  <c:v>0.25882413464447029</c:v>
                </c:pt>
                <c:pt idx="18761">
                  <c:v>0.25887697722897501</c:v>
                </c:pt>
                <c:pt idx="18762">
                  <c:v>0.2589001365515447</c:v>
                </c:pt>
                <c:pt idx="18763">
                  <c:v>0.25890673289507826</c:v>
                </c:pt>
                <c:pt idx="18764">
                  <c:v>0.25890828529476978</c:v>
                </c:pt>
                <c:pt idx="18765">
                  <c:v>0.25890874778585238</c:v>
                </c:pt>
                <c:pt idx="18766">
                  <c:v>0.25891503959444939</c:v>
                </c:pt>
                <c:pt idx="18767">
                  <c:v>0.25896695586752461</c:v>
                </c:pt>
                <c:pt idx="18768">
                  <c:v>0.25900305307415494</c:v>
                </c:pt>
                <c:pt idx="18769">
                  <c:v>0.25900743149263894</c:v>
                </c:pt>
                <c:pt idx="18770">
                  <c:v>0.25904712030326843</c:v>
                </c:pt>
                <c:pt idx="18771">
                  <c:v>0.25904838911601347</c:v>
                </c:pt>
                <c:pt idx="18772">
                  <c:v>0.25909561083824856</c:v>
                </c:pt>
                <c:pt idx="18773">
                  <c:v>0.25922972339001232</c:v>
                </c:pt>
                <c:pt idx="18774">
                  <c:v>0.25925283313373571</c:v>
                </c:pt>
                <c:pt idx="18775">
                  <c:v>0.2592963951171755</c:v>
                </c:pt>
                <c:pt idx="18776">
                  <c:v>0.25930118369738858</c:v>
                </c:pt>
                <c:pt idx="18777">
                  <c:v>0.25930195079423607</c:v>
                </c:pt>
                <c:pt idx="18778">
                  <c:v>0.25930791287806659</c:v>
                </c:pt>
                <c:pt idx="18779">
                  <c:v>0.25934657082138368</c:v>
                </c:pt>
                <c:pt idx="18780">
                  <c:v>0.25949199412673818</c:v>
                </c:pt>
                <c:pt idx="18781">
                  <c:v>0.25954593999663383</c:v>
                </c:pt>
                <c:pt idx="18782">
                  <c:v>0.25954894402143303</c:v>
                </c:pt>
                <c:pt idx="18783">
                  <c:v>0.25955605120881187</c:v>
                </c:pt>
                <c:pt idx="18784">
                  <c:v>0.25956808765098938</c:v>
                </c:pt>
                <c:pt idx="18785">
                  <c:v>0.25957267480769275</c:v>
                </c:pt>
                <c:pt idx="18786">
                  <c:v>0.25959067838268635</c:v>
                </c:pt>
                <c:pt idx="18787">
                  <c:v>0.2596053094592764</c:v>
                </c:pt>
                <c:pt idx="18788">
                  <c:v>0.25961520571749536</c:v>
                </c:pt>
                <c:pt idx="18789">
                  <c:v>0.25969027678549711</c:v>
                </c:pt>
                <c:pt idx="18790">
                  <c:v>0.25969927258408299</c:v>
                </c:pt>
                <c:pt idx="18791">
                  <c:v>0.25971262010300777</c:v>
                </c:pt>
                <c:pt idx="18792">
                  <c:v>0.25972815823205275</c:v>
                </c:pt>
                <c:pt idx="18793">
                  <c:v>0.25972926492391912</c:v>
                </c:pt>
                <c:pt idx="18794">
                  <c:v>0.2597362402169146</c:v>
                </c:pt>
                <c:pt idx="18795">
                  <c:v>0.2597615843790283</c:v>
                </c:pt>
                <c:pt idx="18796">
                  <c:v>0.25976511879415842</c:v>
                </c:pt>
                <c:pt idx="18797">
                  <c:v>0.25979228101794194</c:v>
                </c:pt>
                <c:pt idx="18798">
                  <c:v>0.25985803762098536</c:v>
                </c:pt>
                <c:pt idx="18799">
                  <c:v>0.25987407205840091</c:v>
                </c:pt>
                <c:pt idx="18800">
                  <c:v>0.25992044343538845</c:v>
                </c:pt>
                <c:pt idx="18801">
                  <c:v>0.25993158070344197</c:v>
                </c:pt>
                <c:pt idx="18802">
                  <c:v>0.25994011456048571</c:v>
                </c:pt>
                <c:pt idx="18803">
                  <c:v>0.25994460404493913</c:v>
                </c:pt>
                <c:pt idx="18804">
                  <c:v>0.25998075852714497</c:v>
                </c:pt>
                <c:pt idx="18805">
                  <c:v>0.25998791371969782</c:v>
                </c:pt>
                <c:pt idx="18806">
                  <c:v>0.26004462719156524</c:v>
                </c:pt>
                <c:pt idx="18807">
                  <c:v>0.2600506608492773</c:v>
                </c:pt>
                <c:pt idx="18808">
                  <c:v>0.2600747280790402</c:v>
                </c:pt>
                <c:pt idx="18809">
                  <c:v>0.26012110982891357</c:v>
                </c:pt>
                <c:pt idx="18810">
                  <c:v>0.26016244514019249</c:v>
                </c:pt>
                <c:pt idx="18811">
                  <c:v>0.26016313356918114</c:v>
                </c:pt>
                <c:pt idx="18812">
                  <c:v>0.2601982925267759</c:v>
                </c:pt>
                <c:pt idx="18813">
                  <c:v>0.26019883267585542</c:v>
                </c:pt>
                <c:pt idx="18814">
                  <c:v>0.26020277956336318</c:v>
                </c:pt>
                <c:pt idx="18815">
                  <c:v>0.26022478094174945</c:v>
                </c:pt>
                <c:pt idx="18816">
                  <c:v>0.26023586436900698</c:v>
                </c:pt>
                <c:pt idx="18817">
                  <c:v>0.2602496163176094</c:v>
                </c:pt>
                <c:pt idx="18818">
                  <c:v>0.2602508156401333</c:v>
                </c:pt>
                <c:pt idx="18819">
                  <c:v>0.26025287159884947</c:v>
                </c:pt>
                <c:pt idx="18820">
                  <c:v>0.26027127964281138</c:v>
                </c:pt>
                <c:pt idx="18821">
                  <c:v>0.26028434848820869</c:v>
                </c:pt>
                <c:pt idx="18822">
                  <c:v>0.26029707626031856</c:v>
                </c:pt>
                <c:pt idx="18823">
                  <c:v>0.26031827268665447</c:v>
                </c:pt>
                <c:pt idx="18824">
                  <c:v>0.26036400165213147</c:v>
                </c:pt>
                <c:pt idx="18825">
                  <c:v>0.26037674001351607</c:v>
                </c:pt>
                <c:pt idx="18826">
                  <c:v>0.26043225683750898</c:v>
                </c:pt>
                <c:pt idx="18827">
                  <c:v>0.26045982101667359</c:v>
                </c:pt>
                <c:pt idx="18828">
                  <c:v>0.2604812413106935</c:v>
                </c:pt>
                <c:pt idx="18829">
                  <c:v>0.26049956848960276</c:v>
                </c:pt>
                <c:pt idx="18830">
                  <c:v>0.26051144958438127</c:v>
                </c:pt>
                <c:pt idx="18831">
                  <c:v>0.26051687443750315</c:v>
                </c:pt>
                <c:pt idx="18832">
                  <c:v>0.26056721359916324</c:v>
                </c:pt>
                <c:pt idx="18833">
                  <c:v>0.26056754583358444</c:v>
                </c:pt>
                <c:pt idx="18834">
                  <c:v>0.26057777415404854</c:v>
                </c:pt>
                <c:pt idx="18835">
                  <c:v>0.26059100500515214</c:v>
                </c:pt>
                <c:pt idx="18836">
                  <c:v>0.26060544944429215</c:v>
                </c:pt>
                <c:pt idx="18837">
                  <c:v>0.26067655760180558</c:v>
                </c:pt>
                <c:pt idx="18838">
                  <c:v>0.2606789830733498</c:v>
                </c:pt>
                <c:pt idx="18839">
                  <c:v>0.26068574670837913</c:v>
                </c:pt>
                <c:pt idx="18840">
                  <c:v>0.26070067938904717</c:v>
                </c:pt>
                <c:pt idx="18841">
                  <c:v>0.26073716223879007</c:v>
                </c:pt>
                <c:pt idx="18842">
                  <c:v>0.26077454210978351</c:v>
                </c:pt>
                <c:pt idx="18843">
                  <c:v>0.26077919633379354</c:v>
                </c:pt>
                <c:pt idx="18844">
                  <c:v>0.26081346285105306</c:v>
                </c:pt>
                <c:pt idx="18845">
                  <c:v>0.26082751995755599</c:v>
                </c:pt>
                <c:pt idx="18846">
                  <c:v>0.26084201014139352</c:v>
                </c:pt>
                <c:pt idx="18847">
                  <c:v>0.26084811200068586</c:v>
                </c:pt>
                <c:pt idx="18848">
                  <c:v>0.26085498975271926</c:v>
                </c:pt>
                <c:pt idx="18849">
                  <c:v>0.26085701672017542</c:v>
                </c:pt>
                <c:pt idx="18850">
                  <c:v>0.26089059863939001</c:v>
                </c:pt>
                <c:pt idx="18851">
                  <c:v>0.26091314675245575</c:v>
                </c:pt>
                <c:pt idx="18852">
                  <c:v>0.26091357732270476</c:v>
                </c:pt>
                <c:pt idx="18853">
                  <c:v>0.26097341945189684</c:v>
                </c:pt>
                <c:pt idx="18854">
                  <c:v>0.26099245272666705</c:v>
                </c:pt>
                <c:pt idx="18855">
                  <c:v>0.2610198551448592</c:v>
                </c:pt>
                <c:pt idx="18856">
                  <c:v>0.26103251245803782</c:v>
                </c:pt>
                <c:pt idx="18857">
                  <c:v>0.26103782417770105</c:v>
                </c:pt>
                <c:pt idx="18858">
                  <c:v>0.2610407541814862</c:v>
                </c:pt>
                <c:pt idx="18859">
                  <c:v>0.26109300933450325</c:v>
                </c:pt>
                <c:pt idx="18860">
                  <c:v>0.26110882080161807</c:v>
                </c:pt>
                <c:pt idx="18861">
                  <c:v>0.26113659251953003</c:v>
                </c:pt>
                <c:pt idx="18862">
                  <c:v>0.26116329030697516</c:v>
                </c:pt>
                <c:pt idx="18863">
                  <c:v>0.26118203883990193</c:v>
                </c:pt>
                <c:pt idx="18864">
                  <c:v>0.26119997580318344</c:v>
                </c:pt>
                <c:pt idx="18865">
                  <c:v>0.26123684793781043</c:v>
                </c:pt>
                <c:pt idx="18866">
                  <c:v>0.26126371255915448</c:v>
                </c:pt>
                <c:pt idx="18867">
                  <c:v>0.26128500102890273</c:v>
                </c:pt>
                <c:pt idx="18868">
                  <c:v>0.26137098521313545</c:v>
                </c:pt>
                <c:pt idx="18869">
                  <c:v>0.26137698378308383</c:v>
                </c:pt>
                <c:pt idx="18870">
                  <c:v>0.26137949366690222</c:v>
                </c:pt>
                <c:pt idx="18871">
                  <c:v>0.26139279297687662</c:v>
                </c:pt>
                <c:pt idx="18872">
                  <c:v>0.26143460936767926</c:v>
                </c:pt>
                <c:pt idx="18873">
                  <c:v>0.26144606789365182</c:v>
                </c:pt>
                <c:pt idx="18874">
                  <c:v>0.26147263354857797</c:v>
                </c:pt>
                <c:pt idx="18875">
                  <c:v>0.2614992755160872</c:v>
                </c:pt>
                <c:pt idx="18876">
                  <c:v>0.26150936410468667</c:v>
                </c:pt>
                <c:pt idx="18877">
                  <c:v>0.26157033963902537</c:v>
                </c:pt>
                <c:pt idx="18878">
                  <c:v>0.2615770946772018</c:v>
                </c:pt>
                <c:pt idx="18879">
                  <c:v>0.26157745799126902</c:v>
                </c:pt>
                <c:pt idx="18880">
                  <c:v>0.26162416354600043</c:v>
                </c:pt>
                <c:pt idx="18881">
                  <c:v>0.26164229418634333</c:v>
                </c:pt>
                <c:pt idx="18882">
                  <c:v>0.26166021767357772</c:v>
                </c:pt>
                <c:pt idx="18883">
                  <c:v>0.26166459949828025</c:v>
                </c:pt>
                <c:pt idx="18884">
                  <c:v>0.26167591663284778</c:v>
                </c:pt>
                <c:pt idx="18885">
                  <c:v>0.26168167263284786</c:v>
                </c:pt>
                <c:pt idx="18886">
                  <c:v>0.26169227273829726</c:v>
                </c:pt>
                <c:pt idx="18887">
                  <c:v>0.26178523536974657</c:v>
                </c:pt>
                <c:pt idx="18888">
                  <c:v>0.26183557533040491</c:v>
                </c:pt>
                <c:pt idx="18889">
                  <c:v>0.26185145706705121</c:v>
                </c:pt>
                <c:pt idx="18890">
                  <c:v>0.26185506076355247</c:v>
                </c:pt>
                <c:pt idx="18891">
                  <c:v>0.26186698727461299</c:v>
                </c:pt>
                <c:pt idx="18892">
                  <c:v>0.26187020489908536</c:v>
                </c:pt>
                <c:pt idx="18893">
                  <c:v>0.26187309284950172</c:v>
                </c:pt>
                <c:pt idx="18894">
                  <c:v>0.26191943139616075</c:v>
                </c:pt>
                <c:pt idx="18895">
                  <c:v>0.2619263746430423</c:v>
                </c:pt>
                <c:pt idx="18896">
                  <c:v>0.26197367138877153</c:v>
                </c:pt>
                <c:pt idx="18897">
                  <c:v>0.26197926343953737</c:v>
                </c:pt>
                <c:pt idx="18898">
                  <c:v>0.26198567308532333</c:v>
                </c:pt>
                <c:pt idx="18899">
                  <c:v>0.26199680232764211</c:v>
                </c:pt>
                <c:pt idx="18900">
                  <c:v>0.26206607066711307</c:v>
                </c:pt>
                <c:pt idx="18901">
                  <c:v>0.26207619756220191</c:v>
                </c:pt>
                <c:pt idx="18902">
                  <c:v>0.26207939162658928</c:v>
                </c:pt>
                <c:pt idx="18903">
                  <c:v>0.26209692114836675</c:v>
                </c:pt>
                <c:pt idx="18904">
                  <c:v>0.26210236195036174</c:v>
                </c:pt>
                <c:pt idx="18905">
                  <c:v>0.26211881919564312</c:v>
                </c:pt>
                <c:pt idx="18906">
                  <c:v>0.26212478928765015</c:v>
                </c:pt>
                <c:pt idx="18907">
                  <c:v>0.26213129891860359</c:v>
                </c:pt>
                <c:pt idx="18908">
                  <c:v>0.26214869353867259</c:v>
                </c:pt>
                <c:pt idx="18909">
                  <c:v>0.26219609609404182</c:v>
                </c:pt>
                <c:pt idx="18910">
                  <c:v>0.26220179856426207</c:v>
                </c:pt>
                <c:pt idx="18911">
                  <c:v>0.26223367932978819</c:v>
                </c:pt>
                <c:pt idx="18912">
                  <c:v>0.26224414723073353</c:v>
                </c:pt>
                <c:pt idx="18913">
                  <c:v>0.26225555990754873</c:v>
                </c:pt>
                <c:pt idx="18914">
                  <c:v>0.26228078929593984</c:v>
                </c:pt>
                <c:pt idx="18915">
                  <c:v>0.2622871065589446</c:v>
                </c:pt>
                <c:pt idx="18916">
                  <c:v>0.26240466798176632</c:v>
                </c:pt>
                <c:pt idx="18917">
                  <c:v>0.26240527963829918</c:v>
                </c:pt>
                <c:pt idx="18918">
                  <c:v>0.26242515203223565</c:v>
                </c:pt>
                <c:pt idx="18919">
                  <c:v>0.26243207557895021</c:v>
                </c:pt>
                <c:pt idx="18920">
                  <c:v>0.2624505203180057</c:v>
                </c:pt>
                <c:pt idx="18921">
                  <c:v>0.26245593152497892</c:v>
                </c:pt>
                <c:pt idx="18922">
                  <c:v>0.26245665998909318</c:v>
                </c:pt>
                <c:pt idx="18923">
                  <c:v>0.26246087682305014</c:v>
                </c:pt>
                <c:pt idx="18924">
                  <c:v>0.26248941261785874</c:v>
                </c:pt>
                <c:pt idx="18925">
                  <c:v>0.2624971816684763</c:v>
                </c:pt>
                <c:pt idx="18926">
                  <c:v>0.2625108984382632</c:v>
                </c:pt>
                <c:pt idx="18927">
                  <c:v>0.26251803431860959</c:v>
                </c:pt>
                <c:pt idx="18928">
                  <c:v>0.26260512245836282</c:v>
                </c:pt>
                <c:pt idx="18929">
                  <c:v>0.26261215955105505</c:v>
                </c:pt>
                <c:pt idx="18930">
                  <c:v>0.26262047198763749</c:v>
                </c:pt>
                <c:pt idx="18931">
                  <c:v>0.26272503576756367</c:v>
                </c:pt>
                <c:pt idx="18932">
                  <c:v>0.2627676107531573</c:v>
                </c:pt>
                <c:pt idx="18933">
                  <c:v>0.26278255909961917</c:v>
                </c:pt>
                <c:pt idx="18934">
                  <c:v>0.26278831195704788</c:v>
                </c:pt>
                <c:pt idx="18935">
                  <c:v>0.26279017460822868</c:v>
                </c:pt>
                <c:pt idx="18936">
                  <c:v>0.26280802839240996</c:v>
                </c:pt>
                <c:pt idx="18937">
                  <c:v>0.26288821628541353</c:v>
                </c:pt>
                <c:pt idx="18938">
                  <c:v>0.26289696384396888</c:v>
                </c:pt>
                <c:pt idx="18939">
                  <c:v>0.26294891244853852</c:v>
                </c:pt>
                <c:pt idx="18940">
                  <c:v>0.26294906866915296</c:v>
                </c:pt>
                <c:pt idx="18941">
                  <c:v>0.26295854335993307</c:v>
                </c:pt>
                <c:pt idx="18942">
                  <c:v>0.26296504642267454</c:v>
                </c:pt>
                <c:pt idx="18943">
                  <c:v>0.26296991302416312</c:v>
                </c:pt>
                <c:pt idx="18944">
                  <c:v>0.26298298561730005</c:v>
                </c:pt>
                <c:pt idx="18945">
                  <c:v>0.26298376577881244</c:v>
                </c:pt>
                <c:pt idx="18946">
                  <c:v>0.26303137717950681</c:v>
                </c:pt>
                <c:pt idx="18947">
                  <c:v>0.26304699883238836</c:v>
                </c:pt>
                <c:pt idx="18948">
                  <c:v>0.26306477263461869</c:v>
                </c:pt>
                <c:pt idx="18949">
                  <c:v>0.26311716793534101</c:v>
                </c:pt>
                <c:pt idx="18950">
                  <c:v>0.26313542591126898</c:v>
                </c:pt>
                <c:pt idx="18951">
                  <c:v>0.26316295397767681</c:v>
                </c:pt>
                <c:pt idx="18952">
                  <c:v>0.26323584232144515</c:v>
                </c:pt>
                <c:pt idx="18953">
                  <c:v>0.26325390975537777</c:v>
                </c:pt>
                <c:pt idx="18954">
                  <c:v>0.26338653354401809</c:v>
                </c:pt>
                <c:pt idx="18955">
                  <c:v>0.2633884600099104</c:v>
                </c:pt>
                <c:pt idx="18956">
                  <c:v>0.26339457669796335</c:v>
                </c:pt>
                <c:pt idx="18957">
                  <c:v>0.26341930413608172</c:v>
                </c:pt>
                <c:pt idx="18958">
                  <c:v>0.26342966853710204</c:v>
                </c:pt>
                <c:pt idx="18959">
                  <c:v>0.26347405969167853</c:v>
                </c:pt>
                <c:pt idx="18960">
                  <c:v>0.2634981826032583</c:v>
                </c:pt>
                <c:pt idx="18961">
                  <c:v>0.26355437410280586</c:v>
                </c:pt>
                <c:pt idx="18962">
                  <c:v>0.26356825981068271</c:v>
                </c:pt>
                <c:pt idx="18963">
                  <c:v>0.26362469251313625</c:v>
                </c:pt>
                <c:pt idx="18964">
                  <c:v>0.2636518757609716</c:v>
                </c:pt>
                <c:pt idx="18965">
                  <c:v>0.26369597326558875</c:v>
                </c:pt>
                <c:pt idx="18966">
                  <c:v>0.26370389710691355</c:v>
                </c:pt>
                <c:pt idx="18967">
                  <c:v>0.26370416165275462</c:v>
                </c:pt>
                <c:pt idx="18968">
                  <c:v>0.263716432617983</c:v>
                </c:pt>
                <c:pt idx="18969">
                  <c:v>0.2637999967448289</c:v>
                </c:pt>
                <c:pt idx="18970">
                  <c:v>0.26382421655800264</c:v>
                </c:pt>
                <c:pt idx="18971">
                  <c:v>0.26383257061274501</c:v>
                </c:pt>
                <c:pt idx="18972">
                  <c:v>0.26385437072538831</c:v>
                </c:pt>
                <c:pt idx="18973">
                  <c:v>0.26389540518930671</c:v>
                </c:pt>
                <c:pt idx="18974">
                  <c:v>0.26390785340348488</c:v>
                </c:pt>
                <c:pt idx="18975">
                  <c:v>0.26393967514913991</c:v>
                </c:pt>
                <c:pt idx="18976">
                  <c:v>0.26397120709711369</c:v>
                </c:pt>
                <c:pt idx="18977">
                  <c:v>0.26406173803166105</c:v>
                </c:pt>
                <c:pt idx="18978">
                  <c:v>0.26410218823713744</c:v>
                </c:pt>
                <c:pt idx="18979">
                  <c:v>0.26412026343481515</c:v>
                </c:pt>
                <c:pt idx="18980">
                  <c:v>0.26413024333626617</c:v>
                </c:pt>
                <c:pt idx="18981">
                  <c:v>0.26414272556817137</c:v>
                </c:pt>
                <c:pt idx="18982">
                  <c:v>0.26419389131064691</c:v>
                </c:pt>
                <c:pt idx="18983">
                  <c:v>0.26421669691866834</c:v>
                </c:pt>
                <c:pt idx="18984">
                  <c:v>0.26424516772128215</c:v>
                </c:pt>
                <c:pt idx="18985">
                  <c:v>0.26425299282029957</c:v>
                </c:pt>
                <c:pt idx="18986">
                  <c:v>0.26425880694899423</c:v>
                </c:pt>
                <c:pt idx="18987">
                  <c:v>0.26426402005338151</c:v>
                </c:pt>
                <c:pt idx="18988">
                  <c:v>0.26427298117712716</c:v>
                </c:pt>
                <c:pt idx="18989">
                  <c:v>0.2642856895695152</c:v>
                </c:pt>
                <c:pt idx="18990">
                  <c:v>0.26430756508355824</c:v>
                </c:pt>
                <c:pt idx="18991">
                  <c:v>0.26432705364730635</c:v>
                </c:pt>
                <c:pt idx="18992">
                  <c:v>0.26433920953405882</c:v>
                </c:pt>
                <c:pt idx="18993">
                  <c:v>0.26441182530048329</c:v>
                </c:pt>
                <c:pt idx="18994">
                  <c:v>0.26441443652299623</c:v>
                </c:pt>
                <c:pt idx="18995">
                  <c:v>0.26450334647124779</c:v>
                </c:pt>
                <c:pt idx="18996">
                  <c:v>0.26450965687059669</c:v>
                </c:pt>
                <c:pt idx="18997">
                  <c:v>0.2645231465571331</c:v>
                </c:pt>
                <c:pt idx="18998">
                  <c:v>0.26456660473539623</c:v>
                </c:pt>
                <c:pt idx="18999">
                  <c:v>0.26462714946046956</c:v>
                </c:pt>
                <c:pt idx="19000">
                  <c:v>0.26463697328384694</c:v>
                </c:pt>
                <c:pt idx="19001">
                  <c:v>0.26464162160897081</c:v>
                </c:pt>
                <c:pt idx="19002">
                  <c:v>0.26465027238989075</c:v>
                </c:pt>
                <c:pt idx="19003">
                  <c:v>0.26466327166467007</c:v>
                </c:pt>
                <c:pt idx="19004">
                  <c:v>0.26470632490472351</c:v>
                </c:pt>
                <c:pt idx="19005">
                  <c:v>0.26470656239317608</c:v>
                </c:pt>
                <c:pt idx="19006">
                  <c:v>0.2647174342424452</c:v>
                </c:pt>
                <c:pt idx="19007">
                  <c:v>0.26474282394873055</c:v>
                </c:pt>
                <c:pt idx="19008">
                  <c:v>0.26477531084490713</c:v>
                </c:pt>
                <c:pt idx="19009">
                  <c:v>0.26478969912740685</c:v>
                </c:pt>
                <c:pt idx="19010">
                  <c:v>0.26482512287120064</c:v>
                </c:pt>
                <c:pt idx="19011">
                  <c:v>0.26483348302396631</c:v>
                </c:pt>
                <c:pt idx="19012">
                  <c:v>0.26489339153206437</c:v>
                </c:pt>
                <c:pt idx="19013">
                  <c:v>0.26490847967593767</c:v>
                </c:pt>
                <c:pt idx="19014">
                  <c:v>0.26501445587170175</c:v>
                </c:pt>
                <c:pt idx="19015">
                  <c:v>0.26503200637706975</c:v>
                </c:pt>
                <c:pt idx="19016">
                  <c:v>0.26503376614283614</c:v>
                </c:pt>
                <c:pt idx="19017">
                  <c:v>0.2650598306518584</c:v>
                </c:pt>
                <c:pt idx="19018">
                  <c:v>0.26509584969890443</c:v>
                </c:pt>
                <c:pt idx="19019">
                  <c:v>0.26509671398760398</c:v>
                </c:pt>
                <c:pt idx="19020">
                  <c:v>0.26513757720533471</c:v>
                </c:pt>
                <c:pt idx="19021">
                  <c:v>0.26514237036222515</c:v>
                </c:pt>
                <c:pt idx="19022">
                  <c:v>0.2651527122277661</c:v>
                </c:pt>
                <c:pt idx="19023">
                  <c:v>0.26517326901415239</c:v>
                </c:pt>
                <c:pt idx="19024">
                  <c:v>0.26519164567834291</c:v>
                </c:pt>
                <c:pt idx="19025">
                  <c:v>0.26519414030037231</c:v>
                </c:pt>
                <c:pt idx="19026">
                  <c:v>0.26521977172726602</c:v>
                </c:pt>
                <c:pt idx="19027">
                  <c:v>0.26524791951582527</c:v>
                </c:pt>
                <c:pt idx="19028">
                  <c:v>0.26525298176372336</c:v>
                </c:pt>
                <c:pt idx="19029">
                  <c:v>0.26526588637520249</c:v>
                </c:pt>
                <c:pt idx="19030">
                  <c:v>0.26527566650115597</c:v>
                </c:pt>
                <c:pt idx="19031">
                  <c:v>0.26528473744322623</c:v>
                </c:pt>
                <c:pt idx="19032">
                  <c:v>0.26529941287596431</c:v>
                </c:pt>
                <c:pt idx="19033">
                  <c:v>0.26534360908047394</c:v>
                </c:pt>
                <c:pt idx="19034">
                  <c:v>0.26534916465126157</c:v>
                </c:pt>
                <c:pt idx="19035">
                  <c:v>0.265360054007796</c:v>
                </c:pt>
                <c:pt idx="19036">
                  <c:v>0.26536306055292863</c:v>
                </c:pt>
                <c:pt idx="19037">
                  <c:v>0.26541248865144285</c:v>
                </c:pt>
                <c:pt idx="19038">
                  <c:v>0.26544859576056296</c:v>
                </c:pt>
                <c:pt idx="19039">
                  <c:v>0.26546353455624394</c:v>
                </c:pt>
                <c:pt idx="19040">
                  <c:v>0.26547443710277729</c:v>
                </c:pt>
                <c:pt idx="19041">
                  <c:v>0.26547535733508992</c:v>
                </c:pt>
                <c:pt idx="19042">
                  <c:v>0.2654879985210285</c:v>
                </c:pt>
                <c:pt idx="19043">
                  <c:v>0.26549873899809362</c:v>
                </c:pt>
                <c:pt idx="19044">
                  <c:v>0.26550579002476837</c:v>
                </c:pt>
                <c:pt idx="19045">
                  <c:v>0.26553089609631148</c:v>
                </c:pt>
                <c:pt idx="19046">
                  <c:v>0.26553275624398953</c:v>
                </c:pt>
                <c:pt idx="19047">
                  <c:v>0.26555320725026643</c:v>
                </c:pt>
                <c:pt idx="19048">
                  <c:v>0.26556594817132945</c:v>
                </c:pt>
                <c:pt idx="19049">
                  <c:v>0.26560839126348595</c:v>
                </c:pt>
                <c:pt idx="19050">
                  <c:v>0.26561242367454085</c:v>
                </c:pt>
                <c:pt idx="19051">
                  <c:v>0.26565703703459853</c:v>
                </c:pt>
                <c:pt idx="19052">
                  <c:v>0.26567090473304861</c:v>
                </c:pt>
                <c:pt idx="19053">
                  <c:v>0.26568431123369579</c:v>
                </c:pt>
                <c:pt idx="19054">
                  <c:v>0.26569811975010998</c:v>
                </c:pt>
                <c:pt idx="19055">
                  <c:v>0.26578222935139811</c:v>
                </c:pt>
                <c:pt idx="19056">
                  <c:v>0.26581156443133025</c:v>
                </c:pt>
                <c:pt idx="19057">
                  <c:v>0.26582249252397849</c:v>
                </c:pt>
                <c:pt idx="19058">
                  <c:v>0.26587017770450805</c:v>
                </c:pt>
                <c:pt idx="19059">
                  <c:v>0.26587130037082424</c:v>
                </c:pt>
                <c:pt idx="19060">
                  <c:v>0.26587303605717422</c:v>
                </c:pt>
                <c:pt idx="19061">
                  <c:v>0.26588138843228487</c:v>
                </c:pt>
                <c:pt idx="19062">
                  <c:v>0.26599764831685324</c:v>
                </c:pt>
                <c:pt idx="19063">
                  <c:v>0.26600255335784356</c:v>
                </c:pt>
                <c:pt idx="19064">
                  <c:v>0.2660262093361534</c:v>
                </c:pt>
                <c:pt idx="19065">
                  <c:v>0.26604199477359686</c:v>
                </c:pt>
                <c:pt idx="19066">
                  <c:v>0.26608616147400049</c:v>
                </c:pt>
                <c:pt idx="19067">
                  <c:v>0.26608761832173017</c:v>
                </c:pt>
                <c:pt idx="19068">
                  <c:v>0.2660876289547221</c:v>
                </c:pt>
                <c:pt idx="19069">
                  <c:v>0.26615293377773525</c:v>
                </c:pt>
                <c:pt idx="19070">
                  <c:v>0.26618415648600036</c:v>
                </c:pt>
                <c:pt idx="19071">
                  <c:v>0.26618537740607984</c:v>
                </c:pt>
                <c:pt idx="19072">
                  <c:v>0.26621439880905517</c:v>
                </c:pt>
                <c:pt idx="19073">
                  <c:v>0.2662207416710935</c:v>
                </c:pt>
                <c:pt idx="19074">
                  <c:v>0.26622520185402693</c:v>
                </c:pt>
                <c:pt idx="19075">
                  <c:v>0.26625350401080877</c:v>
                </c:pt>
                <c:pt idx="19076">
                  <c:v>0.26625502575770127</c:v>
                </c:pt>
                <c:pt idx="19077">
                  <c:v>0.26626879298032413</c:v>
                </c:pt>
                <c:pt idx="19078">
                  <c:v>0.26628223833884512</c:v>
                </c:pt>
                <c:pt idx="19079">
                  <c:v>0.26628445687469349</c:v>
                </c:pt>
                <c:pt idx="19080">
                  <c:v>0.26629664448407508</c:v>
                </c:pt>
                <c:pt idx="19081">
                  <c:v>0.26630609947717565</c:v>
                </c:pt>
                <c:pt idx="19082">
                  <c:v>0.26633204534814064</c:v>
                </c:pt>
                <c:pt idx="19083">
                  <c:v>0.2664383424461827</c:v>
                </c:pt>
                <c:pt idx="19084">
                  <c:v>0.26644832717104272</c:v>
                </c:pt>
                <c:pt idx="19085">
                  <c:v>0.26646368483774485</c:v>
                </c:pt>
                <c:pt idx="19086">
                  <c:v>0.26646830202360305</c:v>
                </c:pt>
                <c:pt idx="19087">
                  <c:v>0.2664844577616976</c:v>
                </c:pt>
                <c:pt idx="19088">
                  <c:v>0.26648817502573718</c:v>
                </c:pt>
                <c:pt idx="19089">
                  <c:v>0.26652327483480831</c:v>
                </c:pt>
                <c:pt idx="19090">
                  <c:v>0.26652366686646217</c:v>
                </c:pt>
                <c:pt idx="19091">
                  <c:v>0.26653473198401717</c:v>
                </c:pt>
                <c:pt idx="19092">
                  <c:v>0.26655596916786861</c:v>
                </c:pt>
                <c:pt idx="19093">
                  <c:v>0.26657559372810369</c:v>
                </c:pt>
                <c:pt idx="19094">
                  <c:v>0.26665221350741319</c:v>
                </c:pt>
                <c:pt idx="19095">
                  <c:v>0.26670825429532141</c:v>
                </c:pt>
                <c:pt idx="19096">
                  <c:v>0.26672847704578367</c:v>
                </c:pt>
                <c:pt idx="19097">
                  <c:v>0.26673942776642651</c:v>
                </c:pt>
                <c:pt idx="19098">
                  <c:v>0.26675496948049415</c:v>
                </c:pt>
                <c:pt idx="19099">
                  <c:v>0.26676135353560937</c:v>
                </c:pt>
                <c:pt idx="19100">
                  <c:v>0.26677774582870145</c:v>
                </c:pt>
                <c:pt idx="19101">
                  <c:v>0.26678817089584295</c:v>
                </c:pt>
                <c:pt idx="19102">
                  <c:v>0.26680711029459747</c:v>
                </c:pt>
                <c:pt idx="19103">
                  <c:v>0.26688984060403459</c:v>
                </c:pt>
                <c:pt idx="19104">
                  <c:v>0.26689112627625483</c:v>
                </c:pt>
                <c:pt idx="19105">
                  <c:v>0.26689294841313999</c:v>
                </c:pt>
                <c:pt idx="19106">
                  <c:v>0.26690936042724089</c:v>
                </c:pt>
                <c:pt idx="19107">
                  <c:v>0.26691354074422596</c:v>
                </c:pt>
                <c:pt idx="19108">
                  <c:v>0.26693636139790916</c:v>
                </c:pt>
                <c:pt idx="19109">
                  <c:v>0.26693919692915019</c:v>
                </c:pt>
                <c:pt idx="19110">
                  <c:v>0.26699237181084151</c:v>
                </c:pt>
                <c:pt idx="19111">
                  <c:v>0.26701125277584314</c:v>
                </c:pt>
                <c:pt idx="19112">
                  <c:v>0.26705430581011558</c:v>
                </c:pt>
                <c:pt idx="19113">
                  <c:v>0.2670839873753646</c:v>
                </c:pt>
                <c:pt idx="19114">
                  <c:v>0.26712527467543568</c:v>
                </c:pt>
                <c:pt idx="19115">
                  <c:v>0.26715853802106115</c:v>
                </c:pt>
                <c:pt idx="19116">
                  <c:v>0.26719544254302985</c:v>
                </c:pt>
                <c:pt idx="19117">
                  <c:v>0.26719627017169711</c:v>
                </c:pt>
                <c:pt idx="19118">
                  <c:v>0.2672026556669449</c:v>
                </c:pt>
                <c:pt idx="19119">
                  <c:v>0.26729574633912545</c:v>
                </c:pt>
                <c:pt idx="19120">
                  <c:v>0.26734874558498833</c:v>
                </c:pt>
                <c:pt idx="19121">
                  <c:v>0.2673600682886012</c:v>
                </c:pt>
                <c:pt idx="19122">
                  <c:v>0.26736790229219376</c:v>
                </c:pt>
                <c:pt idx="19123">
                  <c:v>0.26738057769915191</c:v>
                </c:pt>
                <c:pt idx="19124">
                  <c:v>0.26738617923986746</c:v>
                </c:pt>
                <c:pt idx="19125">
                  <c:v>0.26738682795103558</c:v>
                </c:pt>
                <c:pt idx="19126">
                  <c:v>0.26741525297533802</c:v>
                </c:pt>
                <c:pt idx="19127">
                  <c:v>0.26742309651050866</c:v>
                </c:pt>
                <c:pt idx="19128">
                  <c:v>0.26743127106629416</c:v>
                </c:pt>
                <c:pt idx="19129">
                  <c:v>0.26743565492195581</c:v>
                </c:pt>
                <c:pt idx="19130">
                  <c:v>0.2674508627177668</c:v>
                </c:pt>
                <c:pt idx="19131">
                  <c:v>0.26759853886342327</c:v>
                </c:pt>
                <c:pt idx="19132">
                  <c:v>0.26765690654256624</c:v>
                </c:pt>
                <c:pt idx="19133">
                  <c:v>0.26765714318081835</c:v>
                </c:pt>
                <c:pt idx="19134">
                  <c:v>0.26769622903636314</c:v>
                </c:pt>
                <c:pt idx="19135">
                  <c:v>0.2677391598439755</c:v>
                </c:pt>
                <c:pt idx="19136">
                  <c:v>0.26774899025015325</c:v>
                </c:pt>
                <c:pt idx="19137">
                  <c:v>0.26776975016817767</c:v>
                </c:pt>
                <c:pt idx="19138">
                  <c:v>0.26780201188418806</c:v>
                </c:pt>
                <c:pt idx="19139">
                  <c:v>0.26781600337958983</c:v>
                </c:pt>
                <c:pt idx="19140">
                  <c:v>0.26781874218359325</c:v>
                </c:pt>
                <c:pt idx="19141">
                  <c:v>0.26792578275419909</c:v>
                </c:pt>
                <c:pt idx="19142">
                  <c:v>0.26795501350560125</c:v>
                </c:pt>
                <c:pt idx="19143">
                  <c:v>0.26800926361832306</c:v>
                </c:pt>
                <c:pt idx="19144">
                  <c:v>0.26801183779820803</c:v>
                </c:pt>
                <c:pt idx="19145">
                  <c:v>0.26805494799680452</c:v>
                </c:pt>
                <c:pt idx="19146">
                  <c:v>0.26807022081101628</c:v>
                </c:pt>
                <c:pt idx="19147">
                  <c:v>0.26809234723398107</c:v>
                </c:pt>
                <c:pt idx="19148">
                  <c:v>0.26809243536700439</c:v>
                </c:pt>
                <c:pt idx="19149">
                  <c:v>0.26812537826152461</c:v>
                </c:pt>
                <c:pt idx="19150">
                  <c:v>0.2681713701698033</c:v>
                </c:pt>
                <c:pt idx="19151">
                  <c:v>0.2682381895924239</c:v>
                </c:pt>
                <c:pt idx="19152">
                  <c:v>0.26826221802083544</c:v>
                </c:pt>
                <c:pt idx="19153">
                  <c:v>0.26829461582440628</c:v>
                </c:pt>
                <c:pt idx="19154">
                  <c:v>0.26834881254877729</c:v>
                </c:pt>
                <c:pt idx="19155">
                  <c:v>0.26835905919259617</c:v>
                </c:pt>
                <c:pt idx="19156">
                  <c:v>0.26836505892055534</c:v>
                </c:pt>
                <c:pt idx="19157">
                  <c:v>0.26838362433623369</c:v>
                </c:pt>
                <c:pt idx="19158">
                  <c:v>0.26841726791688664</c:v>
                </c:pt>
                <c:pt idx="19159">
                  <c:v>0.26843371753672068</c:v>
                </c:pt>
                <c:pt idx="19160">
                  <c:v>0.26847099459477464</c:v>
                </c:pt>
                <c:pt idx="19161">
                  <c:v>0.26847731573347527</c:v>
                </c:pt>
                <c:pt idx="19162">
                  <c:v>0.26848401466894734</c:v>
                </c:pt>
                <c:pt idx="19163">
                  <c:v>0.26851620722816449</c:v>
                </c:pt>
                <c:pt idx="19164">
                  <c:v>0.2685186767275462</c:v>
                </c:pt>
                <c:pt idx="19165">
                  <c:v>0.26853243125993032</c:v>
                </c:pt>
                <c:pt idx="19166">
                  <c:v>0.26853686419349715</c:v>
                </c:pt>
                <c:pt idx="19167">
                  <c:v>0.26854315542326873</c:v>
                </c:pt>
                <c:pt idx="19168">
                  <c:v>0.26855832118520095</c:v>
                </c:pt>
                <c:pt idx="19169">
                  <c:v>0.26856660912881725</c:v>
                </c:pt>
                <c:pt idx="19170">
                  <c:v>0.26865071109339911</c:v>
                </c:pt>
                <c:pt idx="19171">
                  <c:v>0.2686606648684734</c:v>
                </c:pt>
                <c:pt idx="19172">
                  <c:v>0.26868514129945381</c:v>
                </c:pt>
                <c:pt idx="19173">
                  <c:v>0.26870287755241301</c:v>
                </c:pt>
                <c:pt idx="19174">
                  <c:v>0.26871978591967877</c:v>
                </c:pt>
                <c:pt idx="19175">
                  <c:v>0.26873106188437779</c:v>
                </c:pt>
                <c:pt idx="19176">
                  <c:v>0.26875412526184617</c:v>
                </c:pt>
                <c:pt idx="19177">
                  <c:v>0.26875581780929397</c:v>
                </c:pt>
                <c:pt idx="19178">
                  <c:v>0.26876130476945048</c:v>
                </c:pt>
                <c:pt idx="19179">
                  <c:v>0.2687777448284327</c:v>
                </c:pt>
                <c:pt idx="19180">
                  <c:v>0.26879043325744861</c:v>
                </c:pt>
                <c:pt idx="19181">
                  <c:v>0.26882467103003793</c:v>
                </c:pt>
                <c:pt idx="19182">
                  <c:v>0.26887991299282143</c:v>
                </c:pt>
                <c:pt idx="19183">
                  <c:v>0.26888870757166028</c:v>
                </c:pt>
                <c:pt idx="19184">
                  <c:v>0.26892400505157393</c:v>
                </c:pt>
                <c:pt idx="19185">
                  <c:v>0.26893426134649639</c:v>
                </c:pt>
                <c:pt idx="19186">
                  <c:v>0.26893640933573604</c:v>
                </c:pt>
                <c:pt idx="19187">
                  <c:v>0.26894400141673702</c:v>
                </c:pt>
                <c:pt idx="19188">
                  <c:v>0.26904538388052029</c:v>
                </c:pt>
                <c:pt idx="19189">
                  <c:v>0.26905719275911344</c:v>
                </c:pt>
                <c:pt idx="19190">
                  <c:v>0.2690574886190305</c:v>
                </c:pt>
                <c:pt idx="19191">
                  <c:v>0.26907629016881668</c:v>
                </c:pt>
                <c:pt idx="19192">
                  <c:v>0.26908848971822896</c:v>
                </c:pt>
                <c:pt idx="19193">
                  <c:v>0.26913112882547247</c:v>
                </c:pt>
                <c:pt idx="19194">
                  <c:v>0.26915434822796019</c:v>
                </c:pt>
                <c:pt idx="19195">
                  <c:v>0.2692304331010742</c:v>
                </c:pt>
                <c:pt idx="19196">
                  <c:v>0.26924103083077638</c:v>
                </c:pt>
                <c:pt idx="19197">
                  <c:v>0.26924293368229307</c:v>
                </c:pt>
                <c:pt idx="19198">
                  <c:v>0.26929622928606134</c:v>
                </c:pt>
                <c:pt idx="19199">
                  <c:v>0.26932989887910458</c:v>
                </c:pt>
                <c:pt idx="19200">
                  <c:v>0.26934654138762809</c:v>
                </c:pt>
                <c:pt idx="19201">
                  <c:v>0.26934740394482354</c:v>
                </c:pt>
                <c:pt idx="19202">
                  <c:v>0.26937565995317259</c:v>
                </c:pt>
                <c:pt idx="19203">
                  <c:v>0.2693774855489795</c:v>
                </c:pt>
                <c:pt idx="19204">
                  <c:v>0.26942243956434353</c:v>
                </c:pt>
                <c:pt idx="19205">
                  <c:v>0.26948134161927173</c:v>
                </c:pt>
                <c:pt idx="19206">
                  <c:v>0.26948781030633434</c:v>
                </c:pt>
                <c:pt idx="19207">
                  <c:v>0.2695016736817416</c:v>
                </c:pt>
                <c:pt idx="19208">
                  <c:v>0.26951272472372373</c:v>
                </c:pt>
                <c:pt idx="19209">
                  <c:v>0.26953287106329149</c:v>
                </c:pt>
                <c:pt idx="19210">
                  <c:v>0.26954152524274355</c:v>
                </c:pt>
                <c:pt idx="19211">
                  <c:v>0.26954625655415831</c:v>
                </c:pt>
                <c:pt idx="19212">
                  <c:v>0.26958856485550459</c:v>
                </c:pt>
                <c:pt idx="19213">
                  <c:v>0.26965773777961027</c:v>
                </c:pt>
                <c:pt idx="19214">
                  <c:v>0.26966787994161984</c:v>
                </c:pt>
                <c:pt idx="19215">
                  <c:v>0.26967153948622852</c:v>
                </c:pt>
                <c:pt idx="19216">
                  <c:v>0.26974401207596449</c:v>
                </c:pt>
                <c:pt idx="19217">
                  <c:v>0.26975303706151399</c:v>
                </c:pt>
                <c:pt idx="19218">
                  <c:v>0.26976193704855173</c:v>
                </c:pt>
                <c:pt idx="19219">
                  <c:v>0.26976680193964092</c:v>
                </c:pt>
                <c:pt idx="19220">
                  <c:v>0.2697740215897021</c:v>
                </c:pt>
                <c:pt idx="19221">
                  <c:v>0.26978879588232979</c:v>
                </c:pt>
                <c:pt idx="19222">
                  <c:v>0.26982182122081921</c:v>
                </c:pt>
                <c:pt idx="19223">
                  <c:v>0.26982774331117865</c:v>
                </c:pt>
                <c:pt idx="19224">
                  <c:v>0.26983306534142193</c:v>
                </c:pt>
                <c:pt idx="19225">
                  <c:v>0.2698359629264428</c:v>
                </c:pt>
                <c:pt idx="19226">
                  <c:v>0.26986080092532433</c:v>
                </c:pt>
                <c:pt idx="19227">
                  <c:v>0.26988440292905419</c:v>
                </c:pt>
                <c:pt idx="19228">
                  <c:v>0.27006823430289362</c:v>
                </c:pt>
                <c:pt idx="19229">
                  <c:v>0.27009253108047943</c:v>
                </c:pt>
                <c:pt idx="19230">
                  <c:v>0.27009400017567692</c:v>
                </c:pt>
                <c:pt idx="19231">
                  <c:v>0.27009860024458421</c:v>
                </c:pt>
                <c:pt idx="19232">
                  <c:v>0.27010049983279644</c:v>
                </c:pt>
                <c:pt idx="19233">
                  <c:v>0.27010947844904631</c:v>
                </c:pt>
                <c:pt idx="19234">
                  <c:v>0.27011530604597561</c:v>
                </c:pt>
                <c:pt idx="19235">
                  <c:v>0.27011603290129704</c:v>
                </c:pt>
                <c:pt idx="19236">
                  <c:v>0.27013722800132584</c:v>
                </c:pt>
                <c:pt idx="19237">
                  <c:v>0.27014479025793514</c:v>
                </c:pt>
                <c:pt idx="19238">
                  <c:v>0.27014701889204318</c:v>
                </c:pt>
                <c:pt idx="19239">
                  <c:v>0.27017158005508934</c:v>
                </c:pt>
                <c:pt idx="19240">
                  <c:v>0.27017218221888195</c:v>
                </c:pt>
                <c:pt idx="19241">
                  <c:v>0.27021706921078198</c:v>
                </c:pt>
                <c:pt idx="19242">
                  <c:v>0.2702591387567233</c:v>
                </c:pt>
                <c:pt idx="19243">
                  <c:v>0.2702594454337382</c:v>
                </c:pt>
                <c:pt idx="19244">
                  <c:v>0.27030021360507772</c:v>
                </c:pt>
                <c:pt idx="19245">
                  <c:v>0.2703077439233082</c:v>
                </c:pt>
                <c:pt idx="19246">
                  <c:v>0.27031244073038496</c:v>
                </c:pt>
                <c:pt idx="19247">
                  <c:v>0.27032239472838554</c:v>
                </c:pt>
                <c:pt idx="19248">
                  <c:v>0.27036231393480903</c:v>
                </c:pt>
                <c:pt idx="19249">
                  <c:v>0.27037955422458121</c:v>
                </c:pt>
                <c:pt idx="19250">
                  <c:v>0.2704175608304209</c:v>
                </c:pt>
                <c:pt idx="19251">
                  <c:v>0.27041968424416263</c:v>
                </c:pt>
                <c:pt idx="19252">
                  <c:v>0.27044206224873646</c:v>
                </c:pt>
                <c:pt idx="19253">
                  <c:v>0.27046570616377758</c:v>
                </c:pt>
                <c:pt idx="19254">
                  <c:v>0.27048266164114027</c:v>
                </c:pt>
                <c:pt idx="19255">
                  <c:v>0.27048808378105421</c:v>
                </c:pt>
                <c:pt idx="19256">
                  <c:v>0.27049600725336359</c:v>
                </c:pt>
                <c:pt idx="19257">
                  <c:v>0.27052445174281509</c:v>
                </c:pt>
                <c:pt idx="19258">
                  <c:v>0.2705540676522733</c:v>
                </c:pt>
                <c:pt idx="19259">
                  <c:v>0.27064934290804965</c:v>
                </c:pt>
                <c:pt idx="19260">
                  <c:v>0.27065226022170807</c:v>
                </c:pt>
                <c:pt idx="19261">
                  <c:v>0.27065581413541678</c:v>
                </c:pt>
                <c:pt idx="19262">
                  <c:v>0.27074633403264364</c:v>
                </c:pt>
                <c:pt idx="19263">
                  <c:v>0.2707607708184111</c:v>
                </c:pt>
                <c:pt idx="19264">
                  <c:v>0.27077291988124647</c:v>
                </c:pt>
                <c:pt idx="19265">
                  <c:v>0.27077381913425747</c:v>
                </c:pt>
                <c:pt idx="19266">
                  <c:v>0.27078245773904003</c:v>
                </c:pt>
                <c:pt idx="19267">
                  <c:v>0.27080847147389991</c:v>
                </c:pt>
                <c:pt idx="19268">
                  <c:v>0.27080882665344935</c:v>
                </c:pt>
                <c:pt idx="19269">
                  <c:v>0.27081121452113094</c:v>
                </c:pt>
                <c:pt idx="19270">
                  <c:v>0.27081310415758647</c:v>
                </c:pt>
                <c:pt idx="19271">
                  <c:v>0.27082134707109745</c:v>
                </c:pt>
                <c:pt idx="19272">
                  <c:v>0.270833566057049</c:v>
                </c:pt>
                <c:pt idx="19273">
                  <c:v>0.27083515351624732</c:v>
                </c:pt>
                <c:pt idx="19274">
                  <c:v>0.27085411196235126</c:v>
                </c:pt>
                <c:pt idx="19275">
                  <c:v>0.27088136628433718</c:v>
                </c:pt>
                <c:pt idx="19276">
                  <c:v>0.2709095076938739</c:v>
                </c:pt>
                <c:pt idx="19277">
                  <c:v>0.27092929114492148</c:v>
                </c:pt>
                <c:pt idx="19278">
                  <c:v>0.27094005359453688</c:v>
                </c:pt>
                <c:pt idx="19279">
                  <c:v>0.27097680402246155</c:v>
                </c:pt>
                <c:pt idx="19280">
                  <c:v>0.2710504297809001</c:v>
                </c:pt>
                <c:pt idx="19281">
                  <c:v>0.27106860160056656</c:v>
                </c:pt>
                <c:pt idx="19282">
                  <c:v>0.27108446969980887</c:v>
                </c:pt>
                <c:pt idx="19283">
                  <c:v>0.2711237767824452</c:v>
                </c:pt>
                <c:pt idx="19284">
                  <c:v>0.27116381318545729</c:v>
                </c:pt>
                <c:pt idx="19285">
                  <c:v>0.2711892685708347</c:v>
                </c:pt>
                <c:pt idx="19286">
                  <c:v>0.27121968244885275</c:v>
                </c:pt>
                <c:pt idx="19287">
                  <c:v>0.27125220357430263</c:v>
                </c:pt>
                <c:pt idx="19288">
                  <c:v>0.27126242805723028</c:v>
                </c:pt>
                <c:pt idx="19289">
                  <c:v>0.2712703147174198</c:v>
                </c:pt>
                <c:pt idx="19290">
                  <c:v>0.271391061888897</c:v>
                </c:pt>
                <c:pt idx="19291">
                  <c:v>0.27142023429291534</c:v>
                </c:pt>
                <c:pt idx="19292">
                  <c:v>0.2714324431991782</c:v>
                </c:pt>
                <c:pt idx="19293">
                  <c:v>0.27143981189453092</c:v>
                </c:pt>
                <c:pt idx="19294">
                  <c:v>0.27147880757166942</c:v>
                </c:pt>
                <c:pt idx="19295">
                  <c:v>0.27148198856824851</c:v>
                </c:pt>
                <c:pt idx="19296">
                  <c:v>0.27150286141435559</c:v>
                </c:pt>
                <c:pt idx="19297">
                  <c:v>0.27152090828534414</c:v>
                </c:pt>
                <c:pt idx="19298">
                  <c:v>0.27153376628303361</c:v>
                </c:pt>
                <c:pt idx="19299">
                  <c:v>0.27154261618970471</c:v>
                </c:pt>
                <c:pt idx="19300">
                  <c:v>0.27155841676190778</c:v>
                </c:pt>
                <c:pt idx="19301">
                  <c:v>0.27156281993996495</c:v>
                </c:pt>
                <c:pt idx="19302">
                  <c:v>0.27156570288292387</c:v>
                </c:pt>
                <c:pt idx="19303">
                  <c:v>0.27158146148230072</c:v>
                </c:pt>
                <c:pt idx="19304">
                  <c:v>0.27160941858001103</c:v>
                </c:pt>
                <c:pt idx="19305">
                  <c:v>0.27163560639516499</c:v>
                </c:pt>
                <c:pt idx="19306">
                  <c:v>0.2717191341764309</c:v>
                </c:pt>
                <c:pt idx="19307">
                  <c:v>0.27172734192722864</c:v>
                </c:pt>
                <c:pt idx="19308">
                  <c:v>0.27173689155607378</c:v>
                </c:pt>
                <c:pt idx="19309">
                  <c:v>0.27178828973061769</c:v>
                </c:pt>
                <c:pt idx="19310">
                  <c:v>0.27180904460274863</c:v>
                </c:pt>
                <c:pt idx="19311">
                  <c:v>0.27181617704942374</c:v>
                </c:pt>
                <c:pt idx="19312">
                  <c:v>0.27181800179626792</c:v>
                </c:pt>
                <c:pt idx="19313">
                  <c:v>0.27185665703383638</c:v>
                </c:pt>
                <c:pt idx="19314">
                  <c:v>0.27187771309296394</c:v>
                </c:pt>
                <c:pt idx="19315">
                  <c:v>0.27188658943594457</c:v>
                </c:pt>
                <c:pt idx="19316">
                  <c:v>0.27189108597915901</c:v>
                </c:pt>
                <c:pt idx="19317">
                  <c:v>0.27189342741962058</c:v>
                </c:pt>
                <c:pt idx="19318">
                  <c:v>0.27190864233823714</c:v>
                </c:pt>
                <c:pt idx="19319">
                  <c:v>0.27191634431722195</c:v>
                </c:pt>
                <c:pt idx="19320">
                  <c:v>0.27194176679069665</c:v>
                </c:pt>
                <c:pt idx="19321">
                  <c:v>0.27194311051410819</c:v>
                </c:pt>
                <c:pt idx="19322">
                  <c:v>0.271949719755401</c:v>
                </c:pt>
                <c:pt idx="19323">
                  <c:v>0.27197963225632843</c:v>
                </c:pt>
                <c:pt idx="19324">
                  <c:v>0.27207972784998397</c:v>
                </c:pt>
                <c:pt idx="19325">
                  <c:v>0.27214466526454206</c:v>
                </c:pt>
                <c:pt idx="19326">
                  <c:v>0.27214665866381693</c:v>
                </c:pt>
                <c:pt idx="19327">
                  <c:v>0.27215396905670058</c:v>
                </c:pt>
                <c:pt idx="19328">
                  <c:v>0.27221744780524398</c:v>
                </c:pt>
                <c:pt idx="19329">
                  <c:v>0.27227035941911415</c:v>
                </c:pt>
                <c:pt idx="19330">
                  <c:v>0.27228259765674734</c:v>
                </c:pt>
                <c:pt idx="19331">
                  <c:v>0.27232665004348738</c:v>
                </c:pt>
                <c:pt idx="19332">
                  <c:v>0.27234737108465584</c:v>
                </c:pt>
                <c:pt idx="19333">
                  <c:v>0.27245113822311812</c:v>
                </c:pt>
                <c:pt idx="19334">
                  <c:v>0.27250531081614621</c:v>
                </c:pt>
                <c:pt idx="19335">
                  <c:v>0.27253736876386936</c:v>
                </c:pt>
                <c:pt idx="19336">
                  <c:v>0.272552484086031</c:v>
                </c:pt>
                <c:pt idx="19337">
                  <c:v>0.27255692927755532</c:v>
                </c:pt>
                <c:pt idx="19338">
                  <c:v>0.27260338108724458</c:v>
                </c:pt>
                <c:pt idx="19339">
                  <c:v>0.27263616495800702</c:v>
                </c:pt>
                <c:pt idx="19340">
                  <c:v>0.27268827269492057</c:v>
                </c:pt>
                <c:pt idx="19341">
                  <c:v>0.27276508705796776</c:v>
                </c:pt>
                <c:pt idx="19342">
                  <c:v>0.27276845826791574</c:v>
                </c:pt>
                <c:pt idx="19343">
                  <c:v>0.27278207259201154</c:v>
                </c:pt>
                <c:pt idx="19344">
                  <c:v>0.27284570940361474</c:v>
                </c:pt>
                <c:pt idx="19345">
                  <c:v>0.272855033275133</c:v>
                </c:pt>
                <c:pt idx="19346">
                  <c:v>0.27289696200047431</c:v>
                </c:pt>
                <c:pt idx="19347">
                  <c:v>0.27295429970236779</c:v>
                </c:pt>
                <c:pt idx="19348">
                  <c:v>0.27296456437939182</c:v>
                </c:pt>
                <c:pt idx="19349">
                  <c:v>0.27303485605293415</c:v>
                </c:pt>
                <c:pt idx="19350">
                  <c:v>0.27304010640800042</c:v>
                </c:pt>
                <c:pt idx="19351">
                  <c:v>0.27307851104992931</c:v>
                </c:pt>
                <c:pt idx="19352">
                  <c:v>0.27309133077052822</c:v>
                </c:pt>
                <c:pt idx="19353">
                  <c:v>0.27317554996034848</c:v>
                </c:pt>
                <c:pt idx="19354">
                  <c:v>0.27320957971382254</c:v>
                </c:pt>
                <c:pt idx="19355">
                  <c:v>0.27321650765575767</c:v>
                </c:pt>
                <c:pt idx="19356">
                  <c:v>0.27327259888141503</c:v>
                </c:pt>
                <c:pt idx="19357">
                  <c:v>0.27331289490719263</c:v>
                </c:pt>
                <c:pt idx="19358">
                  <c:v>0.2733173353150703</c:v>
                </c:pt>
                <c:pt idx="19359">
                  <c:v>0.27332843157209263</c:v>
                </c:pt>
                <c:pt idx="19360">
                  <c:v>0.27334611812346188</c:v>
                </c:pt>
                <c:pt idx="19361">
                  <c:v>0.27336540701205236</c:v>
                </c:pt>
                <c:pt idx="19362">
                  <c:v>0.27337143629220073</c:v>
                </c:pt>
                <c:pt idx="19363">
                  <c:v>0.27338124417684351</c:v>
                </c:pt>
                <c:pt idx="19364">
                  <c:v>0.27343780765382025</c:v>
                </c:pt>
                <c:pt idx="19365">
                  <c:v>0.27350810126005881</c:v>
                </c:pt>
                <c:pt idx="19366">
                  <c:v>0.27355418118872621</c:v>
                </c:pt>
                <c:pt idx="19367">
                  <c:v>0.27356533262050425</c:v>
                </c:pt>
                <c:pt idx="19368">
                  <c:v>0.2735701802469101</c:v>
                </c:pt>
                <c:pt idx="19369">
                  <c:v>0.27361415375226988</c:v>
                </c:pt>
                <c:pt idx="19370">
                  <c:v>0.27362957871876431</c:v>
                </c:pt>
                <c:pt idx="19371">
                  <c:v>0.27364498886104605</c:v>
                </c:pt>
                <c:pt idx="19372">
                  <c:v>0.27370994718473007</c:v>
                </c:pt>
                <c:pt idx="19373">
                  <c:v>0.27378414027833642</c:v>
                </c:pt>
                <c:pt idx="19374">
                  <c:v>0.27378593806282292</c:v>
                </c:pt>
                <c:pt idx="19375">
                  <c:v>0.27379835779406336</c:v>
                </c:pt>
                <c:pt idx="19376">
                  <c:v>0.27381754623308363</c:v>
                </c:pt>
                <c:pt idx="19377">
                  <c:v>0.27383017769955309</c:v>
                </c:pt>
                <c:pt idx="19378">
                  <c:v>0.27383212687989877</c:v>
                </c:pt>
                <c:pt idx="19379">
                  <c:v>0.27388950501986736</c:v>
                </c:pt>
                <c:pt idx="19380">
                  <c:v>0.27389590800426833</c:v>
                </c:pt>
                <c:pt idx="19381">
                  <c:v>0.27391923368904691</c:v>
                </c:pt>
                <c:pt idx="19382">
                  <c:v>0.27393569645275606</c:v>
                </c:pt>
                <c:pt idx="19383">
                  <c:v>0.27393858646905911</c:v>
                </c:pt>
                <c:pt idx="19384">
                  <c:v>0.27394258988488901</c:v>
                </c:pt>
                <c:pt idx="19385">
                  <c:v>0.27396635125469698</c:v>
                </c:pt>
                <c:pt idx="19386">
                  <c:v>0.27396650748711665</c:v>
                </c:pt>
                <c:pt idx="19387">
                  <c:v>0.27397461079124164</c:v>
                </c:pt>
                <c:pt idx="19388">
                  <c:v>0.27397881264452512</c:v>
                </c:pt>
                <c:pt idx="19389">
                  <c:v>0.27410067756113154</c:v>
                </c:pt>
                <c:pt idx="19390">
                  <c:v>0.27413555453549143</c:v>
                </c:pt>
                <c:pt idx="19391">
                  <c:v>0.27417399942976195</c:v>
                </c:pt>
                <c:pt idx="19392">
                  <c:v>0.27421729593985139</c:v>
                </c:pt>
                <c:pt idx="19393">
                  <c:v>0.27421933018416045</c:v>
                </c:pt>
                <c:pt idx="19394">
                  <c:v>0.27422046023199553</c:v>
                </c:pt>
                <c:pt idx="19395">
                  <c:v>0.27424359255609354</c:v>
                </c:pt>
                <c:pt idx="19396">
                  <c:v>0.27424610173303526</c:v>
                </c:pt>
                <c:pt idx="19397">
                  <c:v>0.27425561492812106</c:v>
                </c:pt>
                <c:pt idx="19398">
                  <c:v>0.27430042274470168</c:v>
                </c:pt>
                <c:pt idx="19399">
                  <c:v>0.27431546326357792</c:v>
                </c:pt>
                <c:pt idx="19400">
                  <c:v>0.27438697987113203</c:v>
                </c:pt>
                <c:pt idx="19401">
                  <c:v>0.27441539093685285</c:v>
                </c:pt>
                <c:pt idx="19402">
                  <c:v>0.27441914631419784</c:v>
                </c:pt>
                <c:pt idx="19403">
                  <c:v>0.27442852698634079</c:v>
                </c:pt>
                <c:pt idx="19404">
                  <c:v>0.27443206590865615</c:v>
                </c:pt>
                <c:pt idx="19405">
                  <c:v>0.27444460960851047</c:v>
                </c:pt>
                <c:pt idx="19406">
                  <c:v>0.27452807330024409</c:v>
                </c:pt>
                <c:pt idx="19407">
                  <c:v>0.27460321404057725</c:v>
                </c:pt>
                <c:pt idx="19408">
                  <c:v>0.27461040102241285</c:v>
                </c:pt>
                <c:pt idx="19409">
                  <c:v>0.27464679264311198</c:v>
                </c:pt>
                <c:pt idx="19410">
                  <c:v>0.27467756779816216</c:v>
                </c:pt>
                <c:pt idx="19411">
                  <c:v>0.27468845166924988</c:v>
                </c:pt>
                <c:pt idx="19412">
                  <c:v>0.27469367430476072</c:v>
                </c:pt>
                <c:pt idx="19413">
                  <c:v>0.27469982063704756</c:v>
                </c:pt>
                <c:pt idx="19414">
                  <c:v>0.2747983531312766</c:v>
                </c:pt>
                <c:pt idx="19415">
                  <c:v>0.27488860693032258</c:v>
                </c:pt>
                <c:pt idx="19416">
                  <c:v>0.27498130775799418</c:v>
                </c:pt>
                <c:pt idx="19417">
                  <c:v>0.27504320256211079</c:v>
                </c:pt>
                <c:pt idx="19418">
                  <c:v>0.27504421869364198</c:v>
                </c:pt>
                <c:pt idx="19419">
                  <c:v>0.27506804697612786</c:v>
                </c:pt>
                <c:pt idx="19420">
                  <c:v>0.27511515390361291</c:v>
                </c:pt>
                <c:pt idx="19421">
                  <c:v>0.27513528050778474</c:v>
                </c:pt>
                <c:pt idx="19422">
                  <c:v>0.27513572073148013</c:v>
                </c:pt>
                <c:pt idx="19423">
                  <c:v>0.2751778673142507</c:v>
                </c:pt>
                <c:pt idx="19424">
                  <c:v>0.27520240686826142</c:v>
                </c:pt>
                <c:pt idx="19425">
                  <c:v>0.27521189721558809</c:v>
                </c:pt>
                <c:pt idx="19426">
                  <c:v>0.27522360551802838</c:v>
                </c:pt>
                <c:pt idx="19427">
                  <c:v>0.2752316767458704</c:v>
                </c:pt>
                <c:pt idx="19428">
                  <c:v>0.27523735526631971</c:v>
                </c:pt>
                <c:pt idx="19429">
                  <c:v>0.27528902068159061</c:v>
                </c:pt>
                <c:pt idx="19430">
                  <c:v>0.27529833528178782</c:v>
                </c:pt>
                <c:pt idx="19431">
                  <c:v>0.27534955660863014</c:v>
                </c:pt>
                <c:pt idx="19432">
                  <c:v>0.27535280488224861</c:v>
                </c:pt>
                <c:pt idx="19433">
                  <c:v>0.27538258436928659</c:v>
                </c:pt>
                <c:pt idx="19434">
                  <c:v>0.27540315698689066</c:v>
                </c:pt>
                <c:pt idx="19435">
                  <c:v>0.27540388622234602</c:v>
                </c:pt>
                <c:pt idx="19436">
                  <c:v>0.27542134210246777</c:v>
                </c:pt>
                <c:pt idx="19437">
                  <c:v>0.27544976746119371</c:v>
                </c:pt>
                <c:pt idx="19438">
                  <c:v>0.27545712038066661</c:v>
                </c:pt>
                <c:pt idx="19439">
                  <c:v>0.27546412302651013</c:v>
                </c:pt>
                <c:pt idx="19440">
                  <c:v>0.27548449186929436</c:v>
                </c:pt>
                <c:pt idx="19441">
                  <c:v>0.2754936498420244</c:v>
                </c:pt>
                <c:pt idx="19442">
                  <c:v>0.27550141480161239</c:v>
                </c:pt>
                <c:pt idx="19443">
                  <c:v>0.27551249015691565</c:v>
                </c:pt>
                <c:pt idx="19444">
                  <c:v>0.27552107939391446</c:v>
                </c:pt>
                <c:pt idx="19445">
                  <c:v>0.27553822498762642</c:v>
                </c:pt>
                <c:pt idx="19446">
                  <c:v>0.27555137619820436</c:v>
                </c:pt>
                <c:pt idx="19447">
                  <c:v>0.27556402983077849</c:v>
                </c:pt>
                <c:pt idx="19448">
                  <c:v>0.2756031642401372</c:v>
                </c:pt>
                <c:pt idx="19449">
                  <c:v>0.27560953844185393</c:v>
                </c:pt>
                <c:pt idx="19450">
                  <c:v>0.27568027932115036</c:v>
                </c:pt>
                <c:pt idx="19451">
                  <c:v>0.27568109111382744</c:v>
                </c:pt>
                <c:pt idx="19452">
                  <c:v>0.27568380388674152</c:v>
                </c:pt>
                <c:pt idx="19453">
                  <c:v>0.27570379865805172</c:v>
                </c:pt>
                <c:pt idx="19454">
                  <c:v>0.27570766052102086</c:v>
                </c:pt>
                <c:pt idx="19455">
                  <c:v>0.27571868931109</c:v>
                </c:pt>
                <c:pt idx="19456">
                  <c:v>0.27572117812524083</c:v>
                </c:pt>
                <c:pt idx="19457">
                  <c:v>0.27573311524907446</c:v>
                </c:pt>
                <c:pt idx="19458">
                  <c:v>0.27580273137064731</c:v>
                </c:pt>
                <c:pt idx="19459">
                  <c:v>0.27580984654533713</c:v>
                </c:pt>
                <c:pt idx="19460">
                  <c:v>0.2758601013170211</c:v>
                </c:pt>
                <c:pt idx="19461">
                  <c:v>0.27587786606054227</c:v>
                </c:pt>
                <c:pt idx="19462">
                  <c:v>0.27589207786093778</c:v>
                </c:pt>
                <c:pt idx="19463">
                  <c:v>0.27591782849719027</c:v>
                </c:pt>
                <c:pt idx="19464">
                  <c:v>0.27594598079682126</c:v>
                </c:pt>
                <c:pt idx="19465">
                  <c:v>0.27595554530134853</c:v>
                </c:pt>
                <c:pt idx="19466">
                  <c:v>0.27596192620075277</c:v>
                </c:pt>
                <c:pt idx="19467">
                  <c:v>0.27603533442970324</c:v>
                </c:pt>
                <c:pt idx="19468">
                  <c:v>0.27603553355961774</c:v>
                </c:pt>
                <c:pt idx="19469">
                  <c:v>0.27606323619929418</c:v>
                </c:pt>
                <c:pt idx="19470">
                  <c:v>0.27607311344993102</c:v>
                </c:pt>
                <c:pt idx="19471">
                  <c:v>0.27607524880780748</c:v>
                </c:pt>
                <c:pt idx="19472">
                  <c:v>0.27610791542528557</c:v>
                </c:pt>
                <c:pt idx="19473">
                  <c:v>0.27611114876207865</c:v>
                </c:pt>
                <c:pt idx="19474">
                  <c:v>0.27617652330662296</c:v>
                </c:pt>
                <c:pt idx="19475">
                  <c:v>0.27621376797077951</c:v>
                </c:pt>
                <c:pt idx="19476">
                  <c:v>0.27624752661123969</c:v>
                </c:pt>
                <c:pt idx="19477">
                  <c:v>0.27625238652090933</c:v>
                </c:pt>
                <c:pt idx="19478">
                  <c:v>0.27630605041090084</c:v>
                </c:pt>
                <c:pt idx="19479">
                  <c:v>0.27630778763648034</c:v>
                </c:pt>
                <c:pt idx="19480">
                  <c:v>0.27637824393334592</c:v>
                </c:pt>
                <c:pt idx="19481">
                  <c:v>0.27637864206639134</c:v>
                </c:pt>
                <c:pt idx="19482">
                  <c:v>0.27638342400409738</c:v>
                </c:pt>
                <c:pt idx="19483">
                  <c:v>0.27647568572995751</c:v>
                </c:pt>
                <c:pt idx="19484">
                  <c:v>0.27649123270367487</c:v>
                </c:pt>
                <c:pt idx="19485">
                  <c:v>0.27649443044856936</c:v>
                </c:pt>
                <c:pt idx="19486">
                  <c:v>0.27650506628352178</c:v>
                </c:pt>
                <c:pt idx="19487">
                  <c:v>0.27654618354258353</c:v>
                </c:pt>
                <c:pt idx="19488">
                  <c:v>0.27656526683704441</c:v>
                </c:pt>
                <c:pt idx="19489">
                  <c:v>0.2766324083772036</c:v>
                </c:pt>
                <c:pt idx="19490">
                  <c:v>0.27666353217670714</c:v>
                </c:pt>
                <c:pt idx="19491">
                  <c:v>0.2766807901656117</c:v>
                </c:pt>
                <c:pt idx="19492">
                  <c:v>0.27672968409388898</c:v>
                </c:pt>
                <c:pt idx="19493">
                  <c:v>0.27678142533956862</c:v>
                </c:pt>
                <c:pt idx="19494">
                  <c:v>0.27679523296081948</c:v>
                </c:pt>
                <c:pt idx="19495">
                  <c:v>0.27679911342505126</c:v>
                </c:pt>
                <c:pt idx="19496">
                  <c:v>0.27682452514091532</c:v>
                </c:pt>
                <c:pt idx="19497">
                  <c:v>0.27683064754689435</c:v>
                </c:pt>
                <c:pt idx="19498">
                  <c:v>0.27683764581139214</c:v>
                </c:pt>
                <c:pt idx="19499">
                  <c:v>0.27683805845718507</c:v>
                </c:pt>
                <c:pt idx="19500">
                  <c:v>0.27684247801702061</c:v>
                </c:pt>
                <c:pt idx="19501">
                  <c:v>0.27688937721955426</c:v>
                </c:pt>
                <c:pt idx="19502">
                  <c:v>0.27693845971697101</c:v>
                </c:pt>
                <c:pt idx="19503">
                  <c:v>0.27694215183204829</c:v>
                </c:pt>
                <c:pt idx="19504">
                  <c:v>0.27696128726276331</c:v>
                </c:pt>
                <c:pt idx="19505">
                  <c:v>0.27696186622938263</c:v>
                </c:pt>
                <c:pt idx="19506">
                  <c:v>0.27696911799925916</c:v>
                </c:pt>
                <c:pt idx="19507">
                  <c:v>0.27703899781602831</c:v>
                </c:pt>
                <c:pt idx="19508">
                  <c:v>0.27705979568295525</c:v>
                </c:pt>
                <c:pt idx="19509">
                  <c:v>0.27711048392812426</c:v>
                </c:pt>
                <c:pt idx="19510">
                  <c:v>0.277146192011332</c:v>
                </c:pt>
                <c:pt idx="19511">
                  <c:v>0.27715176856988738</c:v>
                </c:pt>
                <c:pt idx="19512">
                  <c:v>0.27717317383226536</c:v>
                </c:pt>
                <c:pt idx="19513">
                  <c:v>0.27730968091404629</c:v>
                </c:pt>
                <c:pt idx="19514">
                  <c:v>0.27731213070201766</c:v>
                </c:pt>
                <c:pt idx="19515">
                  <c:v>0.27740238511452453</c:v>
                </c:pt>
                <c:pt idx="19516">
                  <c:v>0.27743127652738597</c:v>
                </c:pt>
                <c:pt idx="19517">
                  <c:v>0.27743870645680918</c:v>
                </c:pt>
                <c:pt idx="19518">
                  <c:v>0.27747254056049181</c:v>
                </c:pt>
                <c:pt idx="19519">
                  <c:v>0.27748007907523686</c:v>
                </c:pt>
                <c:pt idx="19520">
                  <c:v>0.27748849204155324</c:v>
                </c:pt>
                <c:pt idx="19521">
                  <c:v>0.27749089380685787</c:v>
                </c:pt>
                <c:pt idx="19522">
                  <c:v>0.27759257972970935</c:v>
                </c:pt>
                <c:pt idx="19523">
                  <c:v>0.27764697997131776</c:v>
                </c:pt>
                <c:pt idx="19524">
                  <c:v>0.27766879605592248</c:v>
                </c:pt>
                <c:pt idx="19525">
                  <c:v>0.27767345928633314</c:v>
                </c:pt>
                <c:pt idx="19526">
                  <c:v>0.27768744207136542</c:v>
                </c:pt>
                <c:pt idx="19527">
                  <c:v>0.27774231936134558</c:v>
                </c:pt>
                <c:pt idx="19528">
                  <c:v>0.27776861040677775</c:v>
                </c:pt>
                <c:pt idx="19529">
                  <c:v>0.27788898614829644</c:v>
                </c:pt>
                <c:pt idx="19530">
                  <c:v>0.27793811507849275</c:v>
                </c:pt>
                <c:pt idx="19531">
                  <c:v>0.27795228889449525</c:v>
                </c:pt>
                <c:pt idx="19532">
                  <c:v>0.27799077414154999</c:v>
                </c:pt>
                <c:pt idx="19533">
                  <c:v>0.27800284694261451</c:v>
                </c:pt>
                <c:pt idx="19534">
                  <c:v>0.27800446044609162</c:v>
                </c:pt>
                <c:pt idx="19535">
                  <c:v>0.27800469183438958</c:v>
                </c:pt>
                <c:pt idx="19536">
                  <c:v>0.27801496246866769</c:v>
                </c:pt>
                <c:pt idx="19537">
                  <c:v>0.27801612118703556</c:v>
                </c:pt>
                <c:pt idx="19538">
                  <c:v>0.27803413996835052</c:v>
                </c:pt>
                <c:pt idx="19539">
                  <c:v>0.27803889828842071</c:v>
                </c:pt>
                <c:pt idx="19540">
                  <c:v>0.27809526009436514</c:v>
                </c:pt>
                <c:pt idx="19541">
                  <c:v>0.27810354636243823</c:v>
                </c:pt>
                <c:pt idx="19542">
                  <c:v>0.27810754000536647</c:v>
                </c:pt>
                <c:pt idx="19543">
                  <c:v>0.27812496968407191</c:v>
                </c:pt>
                <c:pt idx="19544">
                  <c:v>0.27813956471843043</c:v>
                </c:pt>
                <c:pt idx="19545">
                  <c:v>0.27815368322914347</c:v>
                </c:pt>
                <c:pt idx="19546">
                  <c:v>0.27815449428187305</c:v>
                </c:pt>
                <c:pt idx="19547">
                  <c:v>0.27817926936700121</c:v>
                </c:pt>
                <c:pt idx="19548">
                  <c:v>0.27819358022763502</c:v>
                </c:pt>
                <c:pt idx="19549">
                  <c:v>0.27821745975394996</c:v>
                </c:pt>
                <c:pt idx="19550">
                  <c:v>0.27823755147504525</c:v>
                </c:pt>
                <c:pt idx="19551">
                  <c:v>0.27828492996818316</c:v>
                </c:pt>
                <c:pt idx="19552">
                  <c:v>0.27830513485456299</c:v>
                </c:pt>
                <c:pt idx="19553">
                  <c:v>0.27831571095654606</c:v>
                </c:pt>
                <c:pt idx="19554">
                  <c:v>0.27837432360155051</c:v>
                </c:pt>
                <c:pt idx="19555">
                  <c:v>0.27842770280095774</c:v>
                </c:pt>
                <c:pt idx="19556">
                  <c:v>0.27843678062081362</c:v>
                </c:pt>
                <c:pt idx="19557">
                  <c:v>0.27844880873633954</c:v>
                </c:pt>
                <c:pt idx="19558">
                  <c:v>0.27845058309263004</c:v>
                </c:pt>
                <c:pt idx="19559">
                  <c:v>0.27846153180521682</c:v>
                </c:pt>
                <c:pt idx="19560">
                  <c:v>0.27848649829581473</c:v>
                </c:pt>
                <c:pt idx="19561">
                  <c:v>0.27849702729039133</c:v>
                </c:pt>
                <c:pt idx="19562">
                  <c:v>0.2785067171431207</c:v>
                </c:pt>
                <c:pt idx="19563">
                  <c:v>0.27851013872069169</c:v>
                </c:pt>
                <c:pt idx="19564">
                  <c:v>0.27852041496594909</c:v>
                </c:pt>
                <c:pt idx="19565">
                  <c:v>0.27855890291118224</c:v>
                </c:pt>
                <c:pt idx="19566">
                  <c:v>0.27855913019667256</c:v>
                </c:pt>
                <c:pt idx="19567">
                  <c:v>0.27857973360290644</c:v>
                </c:pt>
                <c:pt idx="19568">
                  <c:v>0.27859696701698583</c:v>
                </c:pt>
                <c:pt idx="19569">
                  <c:v>0.27861340566955872</c:v>
                </c:pt>
                <c:pt idx="19570">
                  <c:v>0.27862021298917389</c:v>
                </c:pt>
                <c:pt idx="19571">
                  <c:v>0.27862095911445089</c:v>
                </c:pt>
                <c:pt idx="19572">
                  <c:v>0.27862982718257412</c:v>
                </c:pt>
                <c:pt idx="19573">
                  <c:v>0.27863565311229965</c:v>
                </c:pt>
                <c:pt idx="19574">
                  <c:v>0.27866211827854359</c:v>
                </c:pt>
                <c:pt idx="19575">
                  <c:v>0.27867478754391528</c:v>
                </c:pt>
                <c:pt idx="19576">
                  <c:v>0.278796186828911</c:v>
                </c:pt>
                <c:pt idx="19577">
                  <c:v>0.27885012055246622</c:v>
                </c:pt>
                <c:pt idx="19578">
                  <c:v>0.27887830283614051</c:v>
                </c:pt>
                <c:pt idx="19579">
                  <c:v>0.27890193835876287</c:v>
                </c:pt>
                <c:pt idx="19580">
                  <c:v>0.27892481334312119</c:v>
                </c:pt>
                <c:pt idx="19581">
                  <c:v>0.27896453573722607</c:v>
                </c:pt>
                <c:pt idx="19582">
                  <c:v>0.27897708613597461</c:v>
                </c:pt>
                <c:pt idx="19583">
                  <c:v>0.27898081561148047</c:v>
                </c:pt>
                <c:pt idx="19584">
                  <c:v>0.2790962916009847</c:v>
                </c:pt>
                <c:pt idx="19585">
                  <c:v>0.27910151468829864</c:v>
                </c:pt>
                <c:pt idx="19586">
                  <c:v>0.27912214777343552</c:v>
                </c:pt>
                <c:pt idx="19587">
                  <c:v>0.2791542080932905</c:v>
                </c:pt>
                <c:pt idx="19588">
                  <c:v>0.27915450577863221</c:v>
                </c:pt>
                <c:pt idx="19589">
                  <c:v>0.27915674640502314</c:v>
                </c:pt>
                <c:pt idx="19590">
                  <c:v>0.27915846871961991</c:v>
                </c:pt>
                <c:pt idx="19591">
                  <c:v>0.27917468313555538</c:v>
                </c:pt>
                <c:pt idx="19592">
                  <c:v>0.2791790609234216</c:v>
                </c:pt>
                <c:pt idx="19593">
                  <c:v>0.2792177795585285</c:v>
                </c:pt>
                <c:pt idx="19594">
                  <c:v>0.27926619276683556</c:v>
                </c:pt>
                <c:pt idx="19595">
                  <c:v>0.27927928878204072</c:v>
                </c:pt>
                <c:pt idx="19596">
                  <c:v>0.27928346735920395</c:v>
                </c:pt>
                <c:pt idx="19597">
                  <c:v>0.27929608099315967</c:v>
                </c:pt>
                <c:pt idx="19598">
                  <c:v>0.27935817656586204</c:v>
                </c:pt>
                <c:pt idx="19599">
                  <c:v>0.27937171881155576</c:v>
                </c:pt>
                <c:pt idx="19600">
                  <c:v>0.27938874905873318</c:v>
                </c:pt>
                <c:pt idx="19601">
                  <c:v>0.27943369308664928</c:v>
                </c:pt>
                <c:pt idx="19602">
                  <c:v>0.27943601508574617</c:v>
                </c:pt>
                <c:pt idx="19603">
                  <c:v>0.27945058093302438</c:v>
                </c:pt>
                <c:pt idx="19604">
                  <c:v>0.27945819858322318</c:v>
                </c:pt>
                <c:pt idx="19605">
                  <c:v>0.27948006774620077</c:v>
                </c:pt>
                <c:pt idx="19606">
                  <c:v>0.27948656974791208</c:v>
                </c:pt>
                <c:pt idx="19607">
                  <c:v>0.27952191603491838</c:v>
                </c:pt>
                <c:pt idx="19608">
                  <c:v>0.27953561205145788</c:v>
                </c:pt>
                <c:pt idx="19609">
                  <c:v>0.27957599599999966</c:v>
                </c:pt>
                <c:pt idx="19610">
                  <c:v>0.27957875679312372</c:v>
                </c:pt>
                <c:pt idx="19611">
                  <c:v>0.27958216205246039</c:v>
                </c:pt>
                <c:pt idx="19612">
                  <c:v>0.27962567796920251</c:v>
                </c:pt>
                <c:pt idx="19613">
                  <c:v>0.27966345944186777</c:v>
                </c:pt>
                <c:pt idx="19614">
                  <c:v>0.27968735088953395</c:v>
                </c:pt>
                <c:pt idx="19615">
                  <c:v>0.27971762018127916</c:v>
                </c:pt>
                <c:pt idx="19616">
                  <c:v>0.27974096621367778</c:v>
                </c:pt>
                <c:pt idx="19617">
                  <c:v>0.27979518865380709</c:v>
                </c:pt>
                <c:pt idx="19618">
                  <c:v>0.27983208135565629</c:v>
                </c:pt>
                <c:pt idx="19619">
                  <c:v>0.27983277586375105</c:v>
                </c:pt>
                <c:pt idx="19620">
                  <c:v>0.27984185414933282</c:v>
                </c:pt>
                <c:pt idx="19621">
                  <c:v>0.27986299316420821</c:v>
                </c:pt>
                <c:pt idx="19622">
                  <c:v>0.2799017551865855</c:v>
                </c:pt>
                <c:pt idx="19623">
                  <c:v>0.27991562468029829</c:v>
                </c:pt>
                <c:pt idx="19624">
                  <c:v>0.27994035436211467</c:v>
                </c:pt>
                <c:pt idx="19625">
                  <c:v>0.28000107155092319</c:v>
                </c:pt>
                <c:pt idx="19626">
                  <c:v>0.28000132948075063</c:v>
                </c:pt>
                <c:pt idx="19627">
                  <c:v>0.28001119306412808</c:v>
                </c:pt>
                <c:pt idx="19628">
                  <c:v>0.2800621514100331</c:v>
                </c:pt>
                <c:pt idx="19629">
                  <c:v>0.28008572581161878</c:v>
                </c:pt>
                <c:pt idx="19630">
                  <c:v>0.28009407683133913</c:v>
                </c:pt>
                <c:pt idx="19631">
                  <c:v>0.28013695780224712</c:v>
                </c:pt>
                <c:pt idx="19632">
                  <c:v>0.28021911795978904</c:v>
                </c:pt>
                <c:pt idx="19633">
                  <c:v>0.28027155770647277</c:v>
                </c:pt>
                <c:pt idx="19634">
                  <c:v>0.28029322045498517</c:v>
                </c:pt>
                <c:pt idx="19635">
                  <c:v>0.28030374868827468</c:v>
                </c:pt>
                <c:pt idx="19636">
                  <c:v>0.28032520544437545</c:v>
                </c:pt>
                <c:pt idx="19637">
                  <c:v>0.28033585054505511</c:v>
                </c:pt>
                <c:pt idx="19638">
                  <c:v>0.28035654825483075</c:v>
                </c:pt>
                <c:pt idx="19639">
                  <c:v>0.28040444649831531</c:v>
                </c:pt>
                <c:pt idx="19640">
                  <c:v>0.28041986496545024</c:v>
                </c:pt>
                <c:pt idx="19641">
                  <c:v>0.28050563155079949</c:v>
                </c:pt>
                <c:pt idx="19642">
                  <c:v>0.2805364597436612</c:v>
                </c:pt>
                <c:pt idx="19643">
                  <c:v>0.28054622347644448</c:v>
                </c:pt>
                <c:pt idx="19644">
                  <c:v>0.28055577295508666</c:v>
                </c:pt>
                <c:pt idx="19645">
                  <c:v>0.28056043302191341</c:v>
                </c:pt>
                <c:pt idx="19646">
                  <c:v>0.28056513036853525</c:v>
                </c:pt>
                <c:pt idx="19647">
                  <c:v>0.28057125535781119</c:v>
                </c:pt>
                <c:pt idx="19648">
                  <c:v>0.28059936009017922</c:v>
                </c:pt>
                <c:pt idx="19649">
                  <c:v>0.28060150830644637</c:v>
                </c:pt>
                <c:pt idx="19650">
                  <c:v>0.28063284484203893</c:v>
                </c:pt>
                <c:pt idx="19651">
                  <c:v>0.28067161574571109</c:v>
                </c:pt>
                <c:pt idx="19652">
                  <c:v>0.28073132171534715</c:v>
                </c:pt>
                <c:pt idx="19653">
                  <c:v>0.28073596988719429</c:v>
                </c:pt>
                <c:pt idx="19654">
                  <c:v>0.28076385304212831</c:v>
                </c:pt>
                <c:pt idx="19655">
                  <c:v>0.28077544090005008</c:v>
                </c:pt>
                <c:pt idx="19656">
                  <c:v>0.28080324797168904</c:v>
                </c:pt>
                <c:pt idx="19657">
                  <c:v>0.28080423715338854</c:v>
                </c:pt>
                <c:pt idx="19658">
                  <c:v>0.28081938819230901</c:v>
                </c:pt>
                <c:pt idx="19659">
                  <c:v>0.28081942117691522</c:v>
                </c:pt>
                <c:pt idx="19660">
                  <c:v>0.28086597308026812</c:v>
                </c:pt>
                <c:pt idx="19661">
                  <c:v>0.28087225588023168</c:v>
                </c:pt>
                <c:pt idx="19662">
                  <c:v>0.28088535372134876</c:v>
                </c:pt>
                <c:pt idx="19663">
                  <c:v>0.28090018278469386</c:v>
                </c:pt>
                <c:pt idx="19664">
                  <c:v>0.28091658949292625</c:v>
                </c:pt>
                <c:pt idx="19665">
                  <c:v>0.2809515750420653</c:v>
                </c:pt>
                <c:pt idx="19666">
                  <c:v>0.2809965810072696</c:v>
                </c:pt>
                <c:pt idx="19667">
                  <c:v>0.28100567595450354</c:v>
                </c:pt>
                <c:pt idx="19668">
                  <c:v>0.28101995625812598</c:v>
                </c:pt>
                <c:pt idx="19669">
                  <c:v>0.2810502866136193</c:v>
                </c:pt>
                <c:pt idx="19670">
                  <c:v>0.2810672277872126</c:v>
                </c:pt>
                <c:pt idx="19671">
                  <c:v>0.28106732582561994</c:v>
                </c:pt>
                <c:pt idx="19672">
                  <c:v>0.28108065262660203</c:v>
                </c:pt>
                <c:pt idx="19673">
                  <c:v>0.28111603194377033</c:v>
                </c:pt>
                <c:pt idx="19674">
                  <c:v>0.28114744420283039</c:v>
                </c:pt>
                <c:pt idx="19675">
                  <c:v>0.28120521769493967</c:v>
                </c:pt>
                <c:pt idx="19676">
                  <c:v>0.28126404661773086</c:v>
                </c:pt>
                <c:pt idx="19677">
                  <c:v>0.28133021772824263</c:v>
                </c:pt>
                <c:pt idx="19678">
                  <c:v>0.28134514692603718</c:v>
                </c:pt>
                <c:pt idx="19679">
                  <c:v>0.28137546829519405</c:v>
                </c:pt>
                <c:pt idx="19680">
                  <c:v>0.28143287020635982</c:v>
                </c:pt>
                <c:pt idx="19681">
                  <c:v>0.28145609567250662</c:v>
                </c:pt>
                <c:pt idx="19682">
                  <c:v>0.2814736659511809</c:v>
                </c:pt>
                <c:pt idx="19683">
                  <c:v>0.2814919872644629</c:v>
                </c:pt>
                <c:pt idx="19684">
                  <c:v>0.28151150560039834</c:v>
                </c:pt>
                <c:pt idx="19685">
                  <c:v>0.28153196255983315</c:v>
                </c:pt>
                <c:pt idx="19686">
                  <c:v>0.28153877935493604</c:v>
                </c:pt>
                <c:pt idx="19687">
                  <c:v>0.28153901577691753</c:v>
                </c:pt>
                <c:pt idx="19688">
                  <c:v>0.28156391783283269</c:v>
                </c:pt>
                <c:pt idx="19689">
                  <c:v>0.28160456875686424</c:v>
                </c:pt>
                <c:pt idx="19690">
                  <c:v>0.28161581770255439</c:v>
                </c:pt>
                <c:pt idx="19691">
                  <c:v>0.28163564663731327</c:v>
                </c:pt>
                <c:pt idx="19692">
                  <c:v>0.28163603769885687</c:v>
                </c:pt>
                <c:pt idx="19693">
                  <c:v>0.28166519591722738</c:v>
                </c:pt>
                <c:pt idx="19694">
                  <c:v>0.28170722056681441</c:v>
                </c:pt>
                <c:pt idx="19695">
                  <c:v>0.28176888315318288</c:v>
                </c:pt>
                <c:pt idx="19696">
                  <c:v>0.28177569389342361</c:v>
                </c:pt>
                <c:pt idx="19697">
                  <c:v>0.28180077620455962</c:v>
                </c:pt>
                <c:pt idx="19698">
                  <c:v>0.28182880925000708</c:v>
                </c:pt>
                <c:pt idx="19699">
                  <c:v>0.28184803921857432</c:v>
                </c:pt>
                <c:pt idx="19700">
                  <c:v>0.28184882577001125</c:v>
                </c:pt>
                <c:pt idx="19701">
                  <c:v>0.28186121855809493</c:v>
                </c:pt>
                <c:pt idx="19702">
                  <c:v>0.28188309304305453</c:v>
                </c:pt>
                <c:pt idx="19703">
                  <c:v>0.28191572420488592</c:v>
                </c:pt>
                <c:pt idx="19704">
                  <c:v>0.28195197236484665</c:v>
                </c:pt>
                <c:pt idx="19705">
                  <c:v>0.28197846127366127</c:v>
                </c:pt>
                <c:pt idx="19706">
                  <c:v>0.28211969483343846</c:v>
                </c:pt>
                <c:pt idx="19707">
                  <c:v>0.28213398893184649</c:v>
                </c:pt>
                <c:pt idx="19708">
                  <c:v>0.2821480299587299</c:v>
                </c:pt>
                <c:pt idx="19709">
                  <c:v>0.28217039215175388</c:v>
                </c:pt>
                <c:pt idx="19710">
                  <c:v>0.28217722990690869</c:v>
                </c:pt>
                <c:pt idx="19711">
                  <c:v>0.28220218772400307</c:v>
                </c:pt>
                <c:pt idx="19712">
                  <c:v>0.28220538259043271</c:v>
                </c:pt>
                <c:pt idx="19713">
                  <c:v>0.28222424284962216</c:v>
                </c:pt>
                <c:pt idx="19714">
                  <c:v>0.28236566705912614</c:v>
                </c:pt>
                <c:pt idx="19715">
                  <c:v>0.28238109638175091</c:v>
                </c:pt>
                <c:pt idx="19716">
                  <c:v>0.28239281109228004</c:v>
                </c:pt>
                <c:pt idx="19717">
                  <c:v>0.28241553751262655</c:v>
                </c:pt>
                <c:pt idx="19718">
                  <c:v>0.28244381816626307</c:v>
                </c:pt>
                <c:pt idx="19719">
                  <c:v>0.2824456332574164</c:v>
                </c:pt>
                <c:pt idx="19720">
                  <c:v>0.28246054113556035</c:v>
                </c:pt>
                <c:pt idx="19721">
                  <c:v>0.28246666152259331</c:v>
                </c:pt>
                <c:pt idx="19722">
                  <c:v>0.28252402076463601</c:v>
                </c:pt>
                <c:pt idx="19723">
                  <c:v>0.28254154546413235</c:v>
                </c:pt>
                <c:pt idx="19724">
                  <c:v>0.2825703536334932</c:v>
                </c:pt>
                <c:pt idx="19725">
                  <c:v>0.28259314498018917</c:v>
                </c:pt>
                <c:pt idx="19726">
                  <c:v>0.28260133926423786</c:v>
                </c:pt>
                <c:pt idx="19727">
                  <c:v>0.28270851072140446</c:v>
                </c:pt>
                <c:pt idx="19728">
                  <c:v>0.28276338570577786</c:v>
                </c:pt>
                <c:pt idx="19729">
                  <c:v>0.28278911926730349</c:v>
                </c:pt>
                <c:pt idx="19730">
                  <c:v>0.28284949737127513</c:v>
                </c:pt>
                <c:pt idx="19731">
                  <c:v>0.28285108428342076</c:v>
                </c:pt>
                <c:pt idx="19732">
                  <c:v>0.28290399334458965</c:v>
                </c:pt>
                <c:pt idx="19733">
                  <c:v>0.28290558682238098</c:v>
                </c:pt>
                <c:pt idx="19734">
                  <c:v>0.2829103018106176</c:v>
                </c:pt>
                <c:pt idx="19735">
                  <c:v>0.28292166516010903</c:v>
                </c:pt>
                <c:pt idx="19736">
                  <c:v>0.28297975853745427</c:v>
                </c:pt>
                <c:pt idx="19737">
                  <c:v>0.28300085865624075</c:v>
                </c:pt>
                <c:pt idx="19738">
                  <c:v>0.28303478379161928</c:v>
                </c:pt>
                <c:pt idx="19739">
                  <c:v>0.28304187779010098</c:v>
                </c:pt>
                <c:pt idx="19740">
                  <c:v>0.28306840803770911</c:v>
                </c:pt>
                <c:pt idx="19741">
                  <c:v>0.28307749235715246</c:v>
                </c:pt>
                <c:pt idx="19742">
                  <c:v>0.28309802925793442</c:v>
                </c:pt>
                <c:pt idx="19743">
                  <c:v>0.28312048343266905</c:v>
                </c:pt>
                <c:pt idx="19744">
                  <c:v>0.28313733321823698</c:v>
                </c:pt>
                <c:pt idx="19745">
                  <c:v>0.28316499913076948</c:v>
                </c:pt>
                <c:pt idx="19746">
                  <c:v>0.28322245740977287</c:v>
                </c:pt>
                <c:pt idx="19747">
                  <c:v>0.28327448893420654</c:v>
                </c:pt>
                <c:pt idx="19748">
                  <c:v>0.28331745992981899</c:v>
                </c:pt>
                <c:pt idx="19749">
                  <c:v>0.28337864260617013</c:v>
                </c:pt>
                <c:pt idx="19750">
                  <c:v>0.28339677792052131</c:v>
                </c:pt>
                <c:pt idx="19751">
                  <c:v>0.28345438942734086</c:v>
                </c:pt>
                <c:pt idx="19752">
                  <c:v>0.28350519547806685</c:v>
                </c:pt>
                <c:pt idx="19753">
                  <c:v>0.28355371426759524</c:v>
                </c:pt>
                <c:pt idx="19754">
                  <c:v>0.28358256479989313</c:v>
                </c:pt>
                <c:pt idx="19755">
                  <c:v>0.28360409136286929</c:v>
                </c:pt>
                <c:pt idx="19756">
                  <c:v>0.28361730281037523</c:v>
                </c:pt>
                <c:pt idx="19757">
                  <c:v>0.28362541032396266</c:v>
                </c:pt>
                <c:pt idx="19758">
                  <c:v>0.28362616189454842</c:v>
                </c:pt>
                <c:pt idx="19759">
                  <c:v>0.28363224326121866</c:v>
                </c:pt>
                <c:pt idx="19760">
                  <c:v>0.28366634772243055</c:v>
                </c:pt>
                <c:pt idx="19761">
                  <c:v>0.28369094573012732</c:v>
                </c:pt>
                <c:pt idx="19762">
                  <c:v>0.28371762442481657</c:v>
                </c:pt>
                <c:pt idx="19763">
                  <c:v>0.28376174675393262</c:v>
                </c:pt>
                <c:pt idx="19764">
                  <c:v>0.28376936002211517</c:v>
                </c:pt>
                <c:pt idx="19765">
                  <c:v>0.28377709447043747</c:v>
                </c:pt>
                <c:pt idx="19766">
                  <c:v>0.28378584277278412</c:v>
                </c:pt>
                <c:pt idx="19767">
                  <c:v>0.28379709871653586</c:v>
                </c:pt>
                <c:pt idx="19768">
                  <c:v>0.28380512980921907</c:v>
                </c:pt>
                <c:pt idx="19769">
                  <c:v>0.28386593769450846</c:v>
                </c:pt>
                <c:pt idx="19770">
                  <c:v>0.28386943909326989</c:v>
                </c:pt>
                <c:pt idx="19771">
                  <c:v>0.28389772581807909</c:v>
                </c:pt>
                <c:pt idx="19772">
                  <c:v>0.28391567258698319</c:v>
                </c:pt>
                <c:pt idx="19773">
                  <c:v>0.28396156973087261</c:v>
                </c:pt>
                <c:pt idx="19774">
                  <c:v>0.28396289428287791</c:v>
                </c:pt>
                <c:pt idx="19775">
                  <c:v>0.28398431102171873</c:v>
                </c:pt>
                <c:pt idx="19776">
                  <c:v>0.28399551143523999</c:v>
                </c:pt>
                <c:pt idx="19777">
                  <c:v>0.28402376767314896</c:v>
                </c:pt>
                <c:pt idx="19778">
                  <c:v>0.28404601821614722</c:v>
                </c:pt>
                <c:pt idx="19779">
                  <c:v>0.28408649805053215</c:v>
                </c:pt>
                <c:pt idx="19780">
                  <c:v>0.28414562848100122</c:v>
                </c:pt>
                <c:pt idx="19781">
                  <c:v>0.28417244455866014</c:v>
                </c:pt>
                <c:pt idx="19782">
                  <c:v>0.28420731439241548</c:v>
                </c:pt>
                <c:pt idx="19783">
                  <c:v>0.28420895397523049</c:v>
                </c:pt>
                <c:pt idx="19784">
                  <c:v>0.28422033362391619</c:v>
                </c:pt>
                <c:pt idx="19785">
                  <c:v>0.28425862143644737</c:v>
                </c:pt>
                <c:pt idx="19786">
                  <c:v>0.28428766573970238</c:v>
                </c:pt>
                <c:pt idx="19787">
                  <c:v>0.2842998957666325</c:v>
                </c:pt>
                <c:pt idx="19788">
                  <c:v>0.28431287218264517</c:v>
                </c:pt>
                <c:pt idx="19789">
                  <c:v>0.28435724917763583</c:v>
                </c:pt>
                <c:pt idx="19790">
                  <c:v>0.28439273483238908</c:v>
                </c:pt>
                <c:pt idx="19791">
                  <c:v>0.28440581467496662</c:v>
                </c:pt>
                <c:pt idx="19792">
                  <c:v>0.28442824741020539</c:v>
                </c:pt>
                <c:pt idx="19793">
                  <c:v>0.2844466779312454</c:v>
                </c:pt>
                <c:pt idx="19794">
                  <c:v>0.28450364877562911</c:v>
                </c:pt>
                <c:pt idx="19795">
                  <c:v>0.28450836537959434</c:v>
                </c:pt>
                <c:pt idx="19796">
                  <c:v>0.28458382288045431</c:v>
                </c:pt>
                <c:pt idx="19797">
                  <c:v>0.28459117522996952</c:v>
                </c:pt>
                <c:pt idx="19798">
                  <c:v>0.28461927729890707</c:v>
                </c:pt>
                <c:pt idx="19799">
                  <c:v>0.28467146330146986</c:v>
                </c:pt>
                <c:pt idx="19800">
                  <c:v>0.28468385321017681</c:v>
                </c:pt>
                <c:pt idx="19801">
                  <c:v>0.28470269179318358</c:v>
                </c:pt>
                <c:pt idx="19802">
                  <c:v>0.28470537113285305</c:v>
                </c:pt>
                <c:pt idx="19803">
                  <c:v>0.28476591375100618</c:v>
                </c:pt>
                <c:pt idx="19804">
                  <c:v>0.28478113013852657</c:v>
                </c:pt>
                <c:pt idx="19805">
                  <c:v>0.2848203499176285</c:v>
                </c:pt>
                <c:pt idx="19806">
                  <c:v>0.28487498130372413</c:v>
                </c:pt>
                <c:pt idx="19807">
                  <c:v>0.28488897736738722</c:v>
                </c:pt>
                <c:pt idx="19808">
                  <c:v>0.28489120964346698</c:v>
                </c:pt>
                <c:pt idx="19809">
                  <c:v>0.28489739997697661</c:v>
                </c:pt>
                <c:pt idx="19810">
                  <c:v>0.28495790040392194</c:v>
                </c:pt>
                <c:pt idx="19811">
                  <c:v>0.28506042539666604</c:v>
                </c:pt>
                <c:pt idx="19812">
                  <c:v>0.28506360159565919</c:v>
                </c:pt>
                <c:pt idx="19813">
                  <c:v>0.28507910568214101</c:v>
                </c:pt>
                <c:pt idx="19814">
                  <c:v>0.28508183224151029</c:v>
                </c:pt>
                <c:pt idx="19815">
                  <c:v>0.28508634311415199</c:v>
                </c:pt>
                <c:pt idx="19816">
                  <c:v>0.28509682269627584</c:v>
                </c:pt>
                <c:pt idx="19817">
                  <c:v>0.28511111528815675</c:v>
                </c:pt>
                <c:pt idx="19818">
                  <c:v>0.28514387490326543</c:v>
                </c:pt>
                <c:pt idx="19819">
                  <c:v>0.2851459055859234</c:v>
                </c:pt>
                <c:pt idx="19820">
                  <c:v>0.28515963357351093</c:v>
                </c:pt>
                <c:pt idx="19821">
                  <c:v>0.28517088581110506</c:v>
                </c:pt>
                <c:pt idx="19822">
                  <c:v>0.28521007456048997</c:v>
                </c:pt>
                <c:pt idx="19823">
                  <c:v>0.28521696211876657</c:v>
                </c:pt>
                <c:pt idx="19824">
                  <c:v>0.28524361706334456</c:v>
                </c:pt>
                <c:pt idx="19825">
                  <c:v>0.28524693385229738</c:v>
                </c:pt>
                <c:pt idx="19826">
                  <c:v>0.28525354379143869</c:v>
                </c:pt>
                <c:pt idx="19827">
                  <c:v>0.28528853636664259</c:v>
                </c:pt>
                <c:pt idx="19828">
                  <c:v>0.28529623026384421</c:v>
                </c:pt>
                <c:pt idx="19829">
                  <c:v>0.28531343721823194</c:v>
                </c:pt>
                <c:pt idx="19830">
                  <c:v>0.28533795562464487</c:v>
                </c:pt>
                <c:pt idx="19831">
                  <c:v>0.28534426451415573</c:v>
                </c:pt>
                <c:pt idx="19832">
                  <c:v>0.28536258690773331</c:v>
                </c:pt>
                <c:pt idx="19833">
                  <c:v>0.28536517703733749</c:v>
                </c:pt>
                <c:pt idx="19834">
                  <c:v>0.28537383800087507</c:v>
                </c:pt>
                <c:pt idx="19835">
                  <c:v>0.28537685271061136</c:v>
                </c:pt>
                <c:pt idx="19836">
                  <c:v>0.28543024069822992</c:v>
                </c:pt>
                <c:pt idx="19837">
                  <c:v>0.285439502759613</c:v>
                </c:pt>
                <c:pt idx="19838">
                  <c:v>0.28550997654028953</c:v>
                </c:pt>
                <c:pt idx="19839">
                  <c:v>0.28554361294414932</c:v>
                </c:pt>
                <c:pt idx="19840">
                  <c:v>0.28562646556046228</c:v>
                </c:pt>
                <c:pt idx="19841">
                  <c:v>0.28566225369931791</c:v>
                </c:pt>
                <c:pt idx="19842">
                  <c:v>0.28567172257254031</c:v>
                </c:pt>
                <c:pt idx="19843">
                  <c:v>0.28567292059473964</c:v>
                </c:pt>
                <c:pt idx="19844">
                  <c:v>0.28568697891554101</c:v>
                </c:pt>
                <c:pt idx="19845">
                  <c:v>0.28570820179303569</c:v>
                </c:pt>
                <c:pt idx="19846">
                  <c:v>0.28575042869728873</c:v>
                </c:pt>
                <c:pt idx="19847">
                  <c:v>0.28576147895928516</c:v>
                </c:pt>
                <c:pt idx="19848">
                  <c:v>0.28576218196138553</c:v>
                </c:pt>
                <c:pt idx="19849">
                  <c:v>0.28576638646756281</c:v>
                </c:pt>
                <c:pt idx="19850">
                  <c:v>0.2857862724023339</c:v>
                </c:pt>
                <c:pt idx="19851">
                  <c:v>0.28578725306030422</c:v>
                </c:pt>
                <c:pt idx="19852">
                  <c:v>0.28579438472903074</c:v>
                </c:pt>
                <c:pt idx="19853">
                  <c:v>0.28580725960250103</c:v>
                </c:pt>
                <c:pt idx="19854">
                  <c:v>0.28586753340933685</c:v>
                </c:pt>
                <c:pt idx="19855">
                  <c:v>0.28588863676726783</c:v>
                </c:pt>
                <c:pt idx="19856">
                  <c:v>0.28590936909042935</c:v>
                </c:pt>
                <c:pt idx="19857">
                  <c:v>0.28591907258526827</c:v>
                </c:pt>
                <c:pt idx="19858">
                  <c:v>0.28593908808077434</c:v>
                </c:pt>
                <c:pt idx="19859">
                  <c:v>0.28596555494679621</c:v>
                </c:pt>
                <c:pt idx="19860">
                  <c:v>0.28597558474685225</c:v>
                </c:pt>
                <c:pt idx="19861">
                  <c:v>0.28597777681243336</c:v>
                </c:pt>
                <c:pt idx="19862">
                  <c:v>0.28600880038055188</c:v>
                </c:pt>
                <c:pt idx="19863">
                  <c:v>0.28609342533411591</c:v>
                </c:pt>
                <c:pt idx="19864">
                  <c:v>0.28612207996405503</c:v>
                </c:pt>
                <c:pt idx="19865">
                  <c:v>0.2861381328791272</c:v>
                </c:pt>
                <c:pt idx="19866">
                  <c:v>0.28614598954829529</c:v>
                </c:pt>
                <c:pt idx="19867">
                  <c:v>0.28615544994955699</c:v>
                </c:pt>
                <c:pt idx="19868">
                  <c:v>0.28617400994489001</c:v>
                </c:pt>
                <c:pt idx="19869">
                  <c:v>0.28621626041368425</c:v>
                </c:pt>
                <c:pt idx="19870">
                  <c:v>0.28622446020781001</c:v>
                </c:pt>
                <c:pt idx="19871">
                  <c:v>0.2862303369615668</c:v>
                </c:pt>
                <c:pt idx="19872">
                  <c:v>0.28624201222466977</c:v>
                </c:pt>
                <c:pt idx="19873">
                  <c:v>0.28626142505678398</c:v>
                </c:pt>
                <c:pt idx="19874">
                  <c:v>0.28626422734774992</c:v>
                </c:pt>
                <c:pt idx="19875">
                  <c:v>0.28626969384211598</c:v>
                </c:pt>
                <c:pt idx="19876">
                  <c:v>0.28632563859259619</c:v>
                </c:pt>
                <c:pt idx="19877">
                  <c:v>0.28634301604955675</c:v>
                </c:pt>
                <c:pt idx="19878">
                  <c:v>0.28637655994487804</c:v>
                </c:pt>
                <c:pt idx="19879">
                  <c:v>0.28638776581077874</c:v>
                </c:pt>
                <c:pt idx="19880">
                  <c:v>0.28639517110239104</c:v>
                </c:pt>
                <c:pt idx="19881">
                  <c:v>0.28640341670008851</c:v>
                </c:pt>
                <c:pt idx="19882">
                  <c:v>0.28640862089765268</c:v>
                </c:pt>
                <c:pt idx="19883">
                  <c:v>0.28641041165334907</c:v>
                </c:pt>
                <c:pt idx="19884">
                  <c:v>0.28642988234668276</c:v>
                </c:pt>
                <c:pt idx="19885">
                  <c:v>0.28653054227746744</c:v>
                </c:pt>
                <c:pt idx="19886">
                  <c:v>0.28659099537607186</c:v>
                </c:pt>
                <c:pt idx="19887">
                  <c:v>0.28661920705024008</c:v>
                </c:pt>
                <c:pt idx="19888">
                  <c:v>0.28663345668074602</c:v>
                </c:pt>
                <c:pt idx="19889">
                  <c:v>0.2866646086330249</c:v>
                </c:pt>
                <c:pt idx="19890">
                  <c:v>0.28671157496149496</c:v>
                </c:pt>
                <c:pt idx="19891">
                  <c:v>0.28674328943977789</c:v>
                </c:pt>
                <c:pt idx="19892">
                  <c:v>0.28685960374052544</c:v>
                </c:pt>
                <c:pt idx="19893">
                  <c:v>0.28690276171465884</c:v>
                </c:pt>
                <c:pt idx="19894">
                  <c:v>0.28699932490600921</c:v>
                </c:pt>
                <c:pt idx="19895">
                  <c:v>0.28700736348117284</c:v>
                </c:pt>
                <c:pt idx="19896">
                  <c:v>0.28704756238617701</c:v>
                </c:pt>
                <c:pt idx="19897">
                  <c:v>0.28704923783835484</c:v>
                </c:pt>
                <c:pt idx="19898">
                  <c:v>0.28707740466142861</c:v>
                </c:pt>
                <c:pt idx="19899">
                  <c:v>0.28711327064120046</c:v>
                </c:pt>
                <c:pt idx="19900">
                  <c:v>0.28713984023487638</c:v>
                </c:pt>
                <c:pt idx="19901">
                  <c:v>0.28717624533760278</c:v>
                </c:pt>
                <c:pt idx="19902">
                  <c:v>0.28726780645532518</c:v>
                </c:pt>
                <c:pt idx="19903">
                  <c:v>0.28730856850297187</c:v>
                </c:pt>
                <c:pt idx="19904">
                  <c:v>0.28731983921028209</c:v>
                </c:pt>
                <c:pt idx="19905">
                  <c:v>0.28734910524155349</c:v>
                </c:pt>
                <c:pt idx="19906">
                  <c:v>0.28739417940027234</c:v>
                </c:pt>
                <c:pt idx="19907">
                  <c:v>0.2875254383382887</c:v>
                </c:pt>
                <c:pt idx="19908">
                  <c:v>0.28755162978091448</c:v>
                </c:pt>
                <c:pt idx="19909">
                  <c:v>0.28757731557549404</c:v>
                </c:pt>
                <c:pt idx="19910">
                  <c:v>0.28757768729952693</c:v>
                </c:pt>
                <c:pt idx="19911">
                  <c:v>0.28758484381769567</c:v>
                </c:pt>
                <c:pt idx="19912">
                  <c:v>0.28769513965056459</c:v>
                </c:pt>
                <c:pt idx="19913">
                  <c:v>0.28771279545648099</c:v>
                </c:pt>
                <c:pt idx="19914">
                  <c:v>0.28773615963682447</c:v>
                </c:pt>
                <c:pt idx="19915">
                  <c:v>0.28773866003589399</c:v>
                </c:pt>
                <c:pt idx="19916">
                  <c:v>0.28778025425310233</c:v>
                </c:pt>
                <c:pt idx="19917">
                  <c:v>0.28780506064413514</c:v>
                </c:pt>
                <c:pt idx="19918">
                  <c:v>0.28788140540658735</c:v>
                </c:pt>
                <c:pt idx="19919">
                  <c:v>0.28788282800826731</c:v>
                </c:pt>
                <c:pt idx="19920">
                  <c:v>0.28791612841612896</c:v>
                </c:pt>
                <c:pt idx="19921">
                  <c:v>0.28796183366601663</c:v>
                </c:pt>
                <c:pt idx="19922">
                  <c:v>0.28796801785971227</c:v>
                </c:pt>
                <c:pt idx="19923">
                  <c:v>0.28798001474567697</c:v>
                </c:pt>
                <c:pt idx="19924">
                  <c:v>0.28798234347543017</c:v>
                </c:pt>
                <c:pt idx="19925">
                  <c:v>0.2879961224623025</c:v>
                </c:pt>
                <c:pt idx="19926">
                  <c:v>0.28799853694784378</c:v>
                </c:pt>
                <c:pt idx="19927">
                  <c:v>0.28803949847414545</c:v>
                </c:pt>
                <c:pt idx="19928">
                  <c:v>0.28809451629038679</c:v>
                </c:pt>
                <c:pt idx="19929">
                  <c:v>0.28811973721347356</c:v>
                </c:pt>
                <c:pt idx="19930">
                  <c:v>0.28814000870522427</c:v>
                </c:pt>
                <c:pt idx="19931">
                  <c:v>0.28816328749701681</c:v>
                </c:pt>
                <c:pt idx="19932">
                  <c:v>0.28819805870599063</c:v>
                </c:pt>
                <c:pt idx="19933">
                  <c:v>0.28822662257634341</c:v>
                </c:pt>
                <c:pt idx="19934">
                  <c:v>0.28825829156846627</c:v>
                </c:pt>
                <c:pt idx="19935">
                  <c:v>0.28827099337694728</c:v>
                </c:pt>
                <c:pt idx="19936">
                  <c:v>0.28829089135347952</c:v>
                </c:pt>
                <c:pt idx="19937">
                  <c:v>0.28830268593165048</c:v>
                </c:pt>
                <c:pt idx="19938">
                  <c:v>0.28836410307473498</c:v>
                </c:pt>
                <c:pt idx="19939">
                  <c:v>0.28839504863626697</c:v>
                </c:pt>
                <c:pt idx="19940">
                  <c:v>0.28840888623678113</c:v>
                </c:pt>
                <c:pt idx="19941">
                  <c:v>0.28853255292716018</c:v>
                </c:pt>
                <c:pt idx="19942">
                  <c:v>0.288589541859957</c:v>
                </c:pt>
                <c:pt idx="19943">
                  <c:v>0.28867022595122299</c:v>
                </c:pt>
                <c:pt idx="19944">
                  <c:v>0.28873907534575916</c:v>
                </c:pt>
                <c:pt idx="19945">
                  <c:v>0.28874980212090118</c:v>
                </c:pt>
                <c:pt idx="19946">
                  <c:v>0.28875364796777986</c:v>
                </c:pt>
                <c:pt idx="19947">
                  <c:v>0.2887882914841981</c:v>
                </c:pt>
                <c:pt idx="19948">
                  <c:v>0.28882623036973626</c:v>
                </c:pt>
                <c:pt idx="19949">
                  <c:v>0.2888523735551744</c:v>
                </c:pt>
                <c:pt idx="19950">
                  <c:v>0.28886212429274494</c:v>
                </c:pt>
                <c:pt idx="19951">
                  <c:v>0.28889495836680285</c:v>
                </c:pt>
                <c:pt idx="19952">
                  <c:v>0.28889551020204657</c:v>
                </c:pt>
                <c:pt idx="19953">
                  <c:v>0.2888962116944761</c:v>
                </c:pt>
                <c:pt idx="19954">
                  <c:v>0.28891374142405724</c:v>
                </c:pt>
                <c:pt idx="19955">
                  <c:v>0.28892623180110322</c:v>
                </c:pt>
                <c:pt idx="19956">
                  <c:v>0.28893085922542128</c:v>
                </c:pt>
                <c:pt idx="19957">
                  <c:v>0.28894524742006727</c:v>
                </c:pt>
                <c:pt idx="19958">
                  <c:v>0.28895337810394583</c:v>
                </c:pt>
                <c:pt idx="19959">
                  <c:v>0.28898044174657328</c:v>
                </c:pt>
                <c:pt idx="19960">
                  <c:v>0.28900079677923679</c:v>
                </c:pt>
                <c:pt idx="19961">
                  <c:v>0.2890022773262822</c:v>
                </c:pt>
                <c:pt idx="19962">
                  <c:v>0.28900576592312716</c:v>
                </c:pt>
                <c:pt idx="19963">
                  <c:v>0.28900791724719471</c:v>
                </c:pt>
                <c:pt idx="19964">
                  <c:v>0.28902380043008313</c:v>
                </c:pt>
                <c:pt idx="19965">
                  <c:v>0.28904956057502285</c:v>
                </c:pt>
                <c:pt idx="19966">
                  <c:v>0.28905301825210583</c:v>
                </c:pt>
                <c:pt idx="19967">
                  <c:v>0.28908351639753554</c:v>
                </c:pt>
                <c:pt idx="19968">
                  <c:v>0.28908900055358389</c:v>
                </c:pt>
                <c:pt idx="19969">
                  <c:v>0.28909686587188749</c:v>
                </c:pt>
                <c:pt idx="19970">
                  <c:v>0.28911629614615819</c:v>
                </c:pt>
                <c:pt idx="19971">
                  <c:v>0.28913309629942074</c:v>
                </c:pt>
                <c:pt idx="19972">
                  <c:v>0.28915845544861024</c:v>
                </c:pt>
                <c:pt idx="19973">
                  <c:v>0.28916232764613325</c:v>
                </c:pt>
                <c:pt idx="19974">
                  <c:v>0.28916793562216481</c:v>
                </c:pt>
                <c:pt idx="19975">
                  <c:v>0.28918884496910569</c:v>
                </c:pt>
                <c:pt idx="19976">
                  <c:v>0.2892101584744558</c:v>
                </c:pt>
                <c:pt idx="19977">
                  <c:v>0.28926302700615614</c:v>
                </c:pt>
                <c:pt idx="19978">
                  <c:v>0.28933154345919071</c:v>
                </c:pt>
                <c:pt idx="19979">
                  <c:v>0.28933485017730426</c:v>
                </c:pt>
                <c:pt idx="19980">
                  <c:v>0.28935225304857848</c:v>
                </c:pt>
                <c:pt idx="19981">
                  <c:v>0.28938562820337621</c:v>
                </c:pt>
                <c:pt idx="19982">
                  <c:v>0.28946692332471202</c:v>
                </c:pt>
                <c:pt idx="19983">
                  <c:v>0.28948682806636095</c:v>
                </c:pt>
                <c:pt idx="19984">
                  <c:v>0.28950733917602312</c:v>
                </c:pt>
                <c:pt idx="19985">
                  <c:v>0.28952920183805597</c:v>
                </c:pt>
                <c:pt idx="19986">
                  <c:v>0.2895735936862659</c:v>
                </c:pt>
                <c:pt idx="19987">
                  <c:v>0.2895848653076708</c:v>
                </c:pt>
                <c:pt idx="19988">
                  <c:v>0.28961790050202796</c:v>
                </c:pt>
                <c:pt idx="19989">
                  <c:v>0.28962268894201681</c:v>
                </c:pt>
                <c:pt idx="19990">
                  <c:v>0.28967117995118269</c:v>
                </c:pt>
                <c:pt idx="19991">
                  <c:v>0.28969415663898684</c:v>
                </c:pt>
                <c:pt idx="19992">
                  <c:v>0.28969484903337583</c:v>
                </c:pt>
                <c:pt idx="19993">
                  <c:v>0.28974128802635313</c:v>
                </c:pt>
                <c:pt idx="19994">
                  <c:v>0.28974442765154546</c:v>
                </c:pt>
                <c:pt idx="19995">
                  <c:v>0.28974993374774632</c:v>
                </c:pt>
                <c:pt idx="19996">
                  <c:v>0.2897608091616834</c:v>
                </c:pt>
                <c:pt idx="19997">
                  <c:v>0.28976247790494092</c:v>
                </c:pt>
                <c:pt idx="19998">
                  <c:v>0.28978030940963195</c:v>
                </c:pt>
                <c:pt idx="19999">
                  <c:v>0.28986069853031243</c:v>
                </c:pt>
                <c:pt idx="20000">
                  <c:v>0.28990382189530262</c:v>
                </c:pt>
                <c:pt idx="20001">
                  <c:v>0.28992028426874217</c:v>
                </c:pt>
                <c:pt idx="20002">
                  <c:v>0.28995212322783265</c:v>
                </c:pt>
                <c:pt idx="20003">
                  <c:v>0.28996045391094677</c:v>
                </c:pt>
                <c:pt idx="20004">
                  <c:v>0.28997303514749573</c:v>
                </c:pt>
                <c:pt idx="20005">
                  <c:v>0.28999722471781625</c:v>
                </c:pt>
                <c:pt idx="20006">
                  <c:v>0.2900292394731292</c:v>
                </c:pt>
                <c:pt idx="20007">
                  <c:v>0.2900331428268752</c:v>
                </c:pt>
                <c:pt idx="20008">
                  <c:v>0.29008465715401621</c:v>
                </c:pt>
                <c:pt idx="20009">
                  <c:v>0.29013970661711797</c:v>
                </c:pt>
                <c:pt idx="20010">
                  <c:v>0.29015494954292992</c:v>
                </c:pt>
                <c:pt idx="20011">
                  <c:v>0.29018409237493648</c:v>
                </c:pt>
                <c:pt idx="20012">
                  <c:v>0.29018671089807735</c:v>
                </c:pt>
                <c:pt idx="20013">
                  <c:v>0.29023634516785557</c:v>
                </c:pt>
                <c:pt idx="20014">
                  <c:v>0.29028819522763993</c:v>
                </c:pt>
                <c:pt idx="20015">
                  <c:v>0.29031461504723927</c:v>
                </c:pt>
                <c:pt idx="20016">
                  <c:v>0.29036320257165804</c:v>
                </c:pt>
                <c:pt idx="20017">
                  <c:v>0.2903811160476894</c:v>
                </c:pt>
                <c:pt idx="20018">
                  <c:v>0.29040733108087924</c:v>
                </c:pt>
                <c:pt idx="20019">
                  <c:v>0.29040853152772095</c:v>
                </c:pt>
                <c:pt idx="20020">
                  <c:v>0.29048892724309172</c:v>
                </c:pt>
                <c:pt idx="20021">
                  <c:v>0.29049286891313736</c:v>
                </c:pt>
                <c:pt idx="20022">
                  <c:v>0.2905103178649483</c:v>
                </c:pt>
                <c:pt idx="20023">
                  <c:v>0.29051778212324125</c:v>
                </c:pt>
                <c:pt idx="20024">
                  <c:v>0.29054724952617733</c:v>
                </c:pt>
                <c:pt idx="20025">
                  <c:v>0.29057759200633515</c:v>
                </c:pt>
                <c:pt idx="20026">
                  <c:v>0.29060018766228302</c:v>
                </c:pt>
                <c:pt idx="20027">
                  <c:v>0.29063995025263401</c:v>
                </c:pt>
                <c:pt idx="20028">
                  <c:v>0.29065603011181429</c:v>
                </c:pt>
                <c:pt idx="20029">
                  <c:v>0.29069334535419028</c:v>
                </c:pt>
                <c:pt idx="20030">
                  <c:v>0.29071265101971266</c:v>
                </c:pt>
                <c:pt idx="20031">
                  <c:v>0.29072006915290433</c:v>
                </c:pt>
                <c:pt idx="20032">
                  <c:v>0.29073045620228577</c:v>
                </c:pt>
                <c:pt idx="20033">
                  <c:v>0.2907509324720588</c:v>
                </c:pt>
                <c:pt idx="20034">
                  <c:v>0.29076291018266415</c:v>
                </c:pt>
                <c:pt idx="20035">
                  <c:v>0.29078187823041962</c:v>
                </c:pt>
                <c:pt idx="20036">
                  <c:v>0.29078843720195308</c:v>
                </c:pt>
                <c:pt idx="20037">
                  <c:v>0.29079120869630154</c:v>
                </c:pt>
                <c:pt idx="20038">
                  <c:v>0.29080178350536362</c:v>
                </c:pt>
                <c:pt idx="20039">
                  <c:v>0.29081811533616286</c:v>
                </c:pt>
                <c:pt idx="20040">
                  <c:v>0.29082047048852272</c:v>
                </c:pt>
                <c:pt idx="20041">
                  <c:v>0.29082227298137497</c:v>
                </c:pt>
                <c:pt idx="20042">
                  <c:v>0.29084925545449186</c:v>
                </c:pt>
                <c:pt idx="20043">
                  <c:v>0.29085707006003025</c:v>
                </c:pt>
                <c:pt idx="20044">
                  <c:v>0.2908621507895533</c:v>
                </c:pt>
                <c:pt idx="20045">
                  <c:v>0.29086218043211909</c:v>
                </c:pt>
                <c:pt idx="20046">
                  <c:v>0.29086878465023314</c:v>
                </c:pt>
                <c:pt idx="20047">
                  <c:v>0.29095317803276893</c:v>
                </c:pt>
                <c:pt idx="20048">
                  <c:v>0.29095526033154145</c:v>
                </c:pt>
                <c:pt idx="20049">
                  <c:v>0.29097715686247777</c:v>
                </c:pt>
                <c:pt idx="20050">
                  <c:v>0.29100909930788477</c:v>
                </c:pt>
                <c:pt idx="20051">
                  <c:v>0.29114338270944518</c:v>
                </c:pt>
                <c:pt idx="20052">
                  <c:v>0.29119430322512346</c:v>
                </c:pt>
                <c:pt idx="20053">
                  <c:v>0.29121861237030461</c:v>
                </c:pt>
                <c:pt idx="20054">
                  <c:v>0.29122649748759483</c:v>
                </c:pt>
                <c:pt idx="20055">
                  <c:v>0.29124631302973775</c:v>
                </c:pt>
                <c:pt idx="20056">
                  <c:v>0.29135573448311541</c:v>
                </c:pt>
                <c:pt idx="20057">
                  <c:v>0.29136384956262407</c:v>
                </c:pt>
                <c:pt idx="20058">
                  <c:v>0.29142829397014663</c:v>
                </c:pt>
                <c:pt idx="20059">
                  <c:v>0.29144303857907056</c:v>
                </c:pt>
                <c:pt idx="20060">
                  <c:v>0.29144426597231521</c:v>
                </c:pt>
                <c:pt idx="20061">
                  <c:v>0.29151952796191166</c:v>
                </c:pt>
                <c:pt idx="20062">
                  <c:v>0.2915298799863158</c:v>
                </c:pt>
                <c:pt idx="20063">
                  <c:v>0.29154892290400325</c:v>
                </c:pt>
                <c:pt idx="20064">
                  <c:v>0.29156671613674984</c:v>
                </c:pt>
                <c:pt idx="20065">
                  <c:v>0.29160547187147096</c:v>
                </c:pt>
                <c:pt idx="20066">
                  <c:v>0.29161214704009109</c:v>
                </c:pt>
                <c:pt idx="20067">
                  <c:v>0.29170447015713502</c:v>
                </c:pt>
                <c:pt idx="20068">
                  <c:v>0.29171083158010686</c:v>
                </c:pt>
                <c:pt idx="20069">
                  <c:v>0.29171444181179346</c:v>
                </c:pt>
                <c:pt idx="20070">
                  <c:v>0.29174353979343837</c:v>
                </c:pt>
                <c:pt idx="20071">
                  <c:v>0.29174573217609989</c:v>
                </c:pt>
                <c:pt idx="20072">
                  <c:v>0.29176753442575354</c:v>
                </c:pt>
                <c:pt idx="20073">
                  <c:v>0.29177152690819774</c:v>
                </c:pt>
                <c:pt idx="20074">
                  <c:v>0.29177689093760539</c:v>
                </c:pt>
                <c:pt idx="20075">
                  <c:v>0.29179488738850129</c:v>
                </c:pt>
                <c:pt idx="20076">
                  <c:v>0.29184877966601364</c:v>
                </c:pt>
                <c:pt idx="20077">
                  <c:v>0.29188257057593059</c:v>
                </c:pt>
                <c:pt idx="20078">
                  <c:v>0.29189585571609894</c:v>
                </c:pt>
                <c:pt idx="20079">
                  <c:v>0.29195434100665041</c:v>
                </c:pt>
                <c:pt idx="20080">
                  <c:v>0.2919790373896734</c:v>
                </c:pt>
                <c:pt idx="20081">
                  <c:v>0.2920217869435292</c:v>
                </c:pt>
                <c:pt idx="20082">
                  <c:v>0.29204542662666572</c:v>
                </c:pt>
                <c:pt idx="20083">
                  <c:v>0.29206964878989827</c:v>
                </c:pt>
                <c:pt idx="20084">
                  <c:v>0.29207980232720071</c:v>
                </c:pt>
                <c:pt idx="20085">
                  <c:v>0.29208691343208004</c:v>
                </c:pt>
                <c:pt idx="20086">
                  <c:v>0.29209446439939585</c:v>
                </c:pt>
                <c:pt idx="20087">
                  <c:v>0.29212216489627696</c:v>
                </c:pt>
                <c:pt idx="20088">
                  <c:v>0.29215301242124037</c:v>
                </c:pt>
                <c:pt idx="20089">
                  <c:v>0.29220302027103584</c:v>
                </c:pt>
                <c:pt idx="20090">
                  <c:v>0.29224426484067928</c:v>
                </c:pt>
                <c:pt idx="20091">
                  <c:v>0.29226753063780581</c:v>
                </c:pt>
                <c:pt idx="20092">
                  <c:v>0.29233280678036139</c:v>
                </c:pt>
                <c:pt idx="20093">
                  <c:v>0.29241378597591233</c:v>
                </c:pt>
                <c:pt idx="20094">
                  <c:v>0.29242601616434843</c:v>
                </c:pt>
                <c:pt idx="20095">
                  <c:v>0.29245921860043095</c:v>
                </c:pt>
                <c:pt idx="20096">
                  <c:v>0.29246113708451588</c:v>
                </c:pt>
                <c:pt idx="20097">
                  <c:v>0.29249097540222158</c:v>
                </c:pt>
                <c:pt idx="20098">
                  <c:v>0.29261263548001049</c:v>
                </c:pt>
                <c:pt idx="20099">
                  <c:v>0.29263030001995144</c:v>
                </c:pt>
                <c:pt idx="20100">
                  <c:v>0.29264942430754304</c:v>
                </c:pt>
                <c:pt idx="20101">
                  <c:v>0.29266873900741308</c:v>
                </c:pt>
                <c:pt idx="20102">
                  <c:v>0.29270416198670762</c:v>
                </c:pt>
                <c:pt idx="20103">
                  <c:v>0.29272523831832564</c:v>
                </c:pt>
                <c:pt idx="20104">
                  <c:v>0.2927282649227424</c:v>
                </c:pt>
                <c:pt idx="20105">
                  <c:v>0.29272835835323546</c:v>
                </c:pt>
                <c:pt idx="20106">
                  <c:v>0.29274445865925652</c:v>
                </c:pt>
                <c:pt idx="20107">
                  <c:v>0.29287408086697087</c:v>
                </c:pt>
                <c:pt idx="20108">
                  <c:v>0.29288044343833802</c:v>
                </c:pt>
                <c:pt idx="20109">
                  <c:v>0.29291272940065566</c:v>
                </c:pt>
                <c:pt idx="20110">
                  <c:v>0.29292231416989079</c:v>
                </c:pt>
                <c:pt idx="20111">
                  <c:v>0.29292825287476965</c:v>
                </c:pt>
                <c:pt idx="20112">
                  <c:v>0.29295735770784131</c:v>
                </c:pt>
                <c:pt idx="20113">
                  <c:v>0.29300704533546434</c:v>
                </c:pt>
                <c:pt idx="20114">
                  <c:v>0.29304499991324379</c:v>
                </c:pt>
                <c:pt idx="20115">
                  <c:v>0.29306572296148187</c:v>
                </c:pt>
                <c:pt idx="20116">
                  <c:v>0.29307002464743609</c:v>
                </c:pt>
                <c:pt idx="20117">
                  <c:v>0.29308115622444975</c:v>
                </c:pt>
                <c:pt idx="20118">
                  <c:v>0.29308323104813749</c:v>
                </c:pt>
                <c:pt idx="20119">
                  <c:v>0.2931105899789801</c:v>
                </c:pt>
                <c:pt idx="20120">
                  <c:v>0.29311698376705458</c:v>
                </c:pt>
                <c:pt idx="20121">
                  <c:v>0.29312306164459162</c:v>
                </c:pt>
                <c:pt idx="20122">
                  <c:v>0.29314354363470668</c:v>
                </c:pt>
                <c:pt idx="20123">
                  <c:v>0.29315671900365692</c:v>
                </c:pt>
                <c:pt idx="20124">
                  <c:v>0.29316304914386843</c:v>
                </c:pt>
                <c:pt idx="20125">
                  <c:v>0.29316655210252679</c:v>
                </c:pt>
                <c:pt idx="20126">
                  <c:v>0.2931971879763085</c:v>
                </c:pt>
                <c:pt idx="20127">
                  <c:v>0.29320028907770379</c:v>
                </c:pt>
                <c:pt idx="20128">
                  <c:v>0.29321377472762389</c:v>
                </c:pt>
                <c:pt idx="20129">
                  <c:v>0.29328874891594725</c:v>
                </c:pt>
                <c:pt idx="20130">
                  <c:v>0.29331027277083571</c:v>
                </c:pt>
                <c:pt idx="20131">
                  <c:v>0.29334997936128804</c:v>
                </c:pt>
                <c:pt idx="20132">
                  <c:v>0.29338122670223299</c:v>
                </c:pt>
                <c:pt idx="20133">
                  <c:v>0.29340436773380796</c:v>
                </c:pt>
                <c:pt idx="20134">
                  <c:v>0.29341643975408083</c:v>
                </c:pt>
                <c:pt idx="20135">
                  <c:v>0.29341843507441989</c:v>
                </c:pt>
                <c:pt idx="20136">
                  <c:v>0.29342910203371109</c:v>
                </c:pt>
                <c:pt idx="20137">
                  <c:v>0.29344049404759776</c:v>
                </c:pt>
                <c:pt idx="20138">
                  <c:v>0.29344410127728587</c:v>
                </c:pt>
                <c:pt idx="20139">
                  <c:v>0.293459153015317</c:v>
                </c:pt>
                <c:pt idx="20140">
                  <c:v>0.2934668290183956</c:v>
                </c:pt>
                <c:pt idx="20141">
                  <c:v>0.29346835659545883</c:v>
                </c:pt>
                <c:pt idx="20142">
                  <c:v>0.29349403259886275</c:v>
                </c:pt>
                <c:pt idx="20143">
                  <c:v>0.29354550946423452</c:v>
                </c:pt>
                <c:pt idx="20144">
                  <c:v>0.29356827275066166</c:v>
                </c:pt>
                <c:pt idx="20145">
                  <c:v>0.29357241249198252</c:v>
                </c:pt>
                <c:pt idx="20146">
                  <c:v>0.2935731561845647</c:v>
                </c:pt>
                <c:pt idx="20147">
                  <c:v>0.29361937425268886</c:v>
                </c:pt>
                <c:pt idx="20148">
                  <c:v>0.29373993256551523</c:v>
                </c:pt>
                <c:pt idx="20149">
                  <c:v>0.29379350506308727</c:v>
                </c:pt>
                <c:pt idx="20150">
                  <c:v>0.29380816239258889</c:v>
                </c:pt>
                <c:pt idx="20151">
                  <c:v>0.29384463356886975</c:v>
                </c:pt>
                <c:pt idx="20152">
                  <c:v>0.29391272687941083</c:v>
                </c:pt>
                <c:pt idx="20153">
                  <c:v>0.29394291548450985</c:v>
                </c:pt>
                <c:pt idx="20154">
                  <c:v>0.29397615249951065</c:v>
                </c:pt>
                <c:pt idx="20155">
                  <c:v>0.29398625212435114</c:v>
                </c:pt>
                <c:pt idx="20156">
                  <c:v>0.2939908638729104</c:v>
                </c:pt>
                <c:pt idx="20157">
                  <c:v>0.29399787729625837</c:v>
                </c:pt>
                <c:pt idx="20158">
                  <c:v>0.29400107817506044</c:v>
                </c:pt>
                <c:pt idx="20159">
                  <c:v>0.29403666741931522</c:v>
                </c:pt>
                <c:pt idx="20160">
                  <c:v>0.29407801320900817</c:v>
                </c:pt>
                <c:pt idx="20161">
                  <c:v>0.29409118752337438</c:v>
                </c:pt>
                <c:pt idx="20162">
                  <c:v>0.29411420579524283</c:v>
                </c:pt>
                <c:pt idx="20163">
                  <c:v>0.29412165715422828</c:v>
                </c:pt>
                <c:pt idx="20164">
                  <c:v>0.29413468220057515</c:v>
                </c:pt>
                <c:pt idx="20165">
                  <c:v>0.29415301658634524</c:v>
                </c:pt>
                <c:pt idx="20166">
                  <c:v>0.29416790959152217</c:v>
                </c:pt>
                <c:pt idx="20167">
                  <c:v>0.29422520431674071</c:v>
                </c:pt>
                <c:pt idx="20168">
                  <c:v>0.29423798563042031</c:v>
                </c:pt>
                <c:pt idx="20169">
                  <c:v>0.29429231476598056</c:v>
                </c:pt>
                <c:pt idx="20170">
                  <c:v>0.29439477089843724</c:v>
                </c:pt>
                <c:pt idx="20171">
                  <c:v>0.29443799909024038</c:v>
                </c:pt>
                <c:pt idx="20172">
                  <c:v>0.29444320178526528</c:v>
                </c:pt>
                <c:pt idx="20173">
                  <c:v>0.29446444850204245</c:v>
                </c:pt>
                <c:pt idx="20174">
                  <c:v>0.29446712278070675</c:v>
                </c:pt>
                <c:pt idx="20175">
                  <c:v>0.29450567566194596</c:v>
                </c:pt>
                <c:pt idx="20176">
                  <c:v>0.29456857859882568</c:v>
                </c:pt>
                <c:pt idx="20177">
                  <c:v>0.29458798643194384</c:v>
                </c:pt>
                <c:pt idx="20178">
                  <c:v>0.29473020333870642</c:v>
                </c:pt>
                <c:pt idx="20179">
                  <c:v>0.29480268922087294</c:v>
                </c:pt>
                <c:pt idx="20180">
                  <c:v>0.29482531975181064</c:v>
                </c:pt>
                <c:pt idx="20181">
                  <c:v>0.29483636067137853</c:v>
                </c:pt>
                <c:pt idx="20182">
                  <c:v>0.29484707743827632</c:v>
                </c:pt>
                <c:pt idx="20183">
                  <c:v>0.29486263786036498</c:v>
                </c:pt>
                <c:pt idx="20184">
                  <c:v>0.29486578136955349</c:v>
                </c:pt>
                <c:pt idx="20185">
                  <c:v>0.29494876109371237</c:v>
                </c:pt>
                <c:pt idx="20186">
                  <c:v>0.29495927359289853</c:v>
                </c:pt>
                <c:pt idx="20187">
                  <c:v>0.29496136654517091</c:v>
                </c:pt>
                <c:pt idx="20188">
                  <c:v>0.29496615714956909</c:v>
                </c:pt>
                <c:pt idx="20189">
                  <c:v>0.29497331236384527</c:v>
                </c:pt>
                <c:pt idx="20190">
                  <c:v>0.29500881694437447</c:v>
                </c:pt>
                <c:pt idx="20191">
                  <c:v>0.29501119699690292</c:v>
                </c:pt>
                <c:pt idx="20192">
                  <c:v>0.29502561285598494</c:v>
                </c:pt>
                <c:pt idx="20193">
                  <c:v>0.29506043633441281</c:v>
                </c:pt>
                <c:pt idx="20194">
                  <c:v>0.29506330604982911</c:v>
                </c:pt>
                <c:pt idx="20195">
                  <c:v>0.29510031870925235</c:v>
                </c:pt>
                <c:pt idx="20196">
                  <c:v>0.29514453671869056</c:v>
                </c:pt>
                <c:pt idx="20197">
                  <c:v>0.29517390893917994</c:v>
                </c:pt>
                <c:pt idx="20198">
                  <c:v>0.29520634684067282</c:v>
                </c:pt>
                <c:pt idx="20199">
                  <c:v>0.29521509654787031</c:v>
                </c:pt>
                <c:pt idx="20200">
                  <c:v>0.29526122362562579</c:v>
                </c:pt>
                <c:pt idx="20201">
                  <c:v>0.29529611294006014</c:v>
                </c:pt>
                <c:pt idx="20202">
                  <c:v>0.29530313622529075</c:v>
                </c:pt>
                <c:pt idx="20203">
                  <c:v>0.29531873648457524</c:v>
                </c:pt>
                <c:pt idx="20204">
                  <c:v>0.29538822894995997</c:v>
                </c:pt>
                <c:pt idx="20205">
                  <c:v>0.29541150604837269</c:v>
                </c:pt>
                <c:pt idx="20206">
                  <c:v>0.29542390192173101</c:v>
                </c:pt>
                <c:pt idx="20207">
                  <c:v>0.29544513347327728</c:v>
                </c:pt>
                <c:pt idx="20208">
                  <c:v>0.29564615758184448</c:v>
                </c:pt>
                <c:pt idx="20209">
                  <c:v>0.29564827613836964</c:v>
                </c:pt>
                <c:pt idx="20210">
                  <c:v>0.29565940890852233</c:v>
                </c:pt>
                <c:pt idx="20211">
                  <c:v>0.2957156225673323</c:v>
                </c:pt>
                <c:pt idx="20212">
                  <c:v>0.29571702813051953</c:v>
                </c:pt>
                <c:pt idx="20213">
                  <c:v>0.29574743022146815</c:v>
                </c:pt>
                <c:pt idx="20214">
                  <c:v>0.29576896957761767</c:v>
                </c:pt>
                <c:pt idx="20215">
                  <c:v>0.29577106945194304</c:v>
                </c:pt>
                <c:pt idx="20216">
                  <c:v>0.29579103811382784</c:v>
                </c:pt>
                <c:pt idx="20217">
                  <c:v>0.2958207705559045</c:v>
                </c:pt>
                <c:pt idx="20218">
                  <c:v>0.29583001850319518</c:v>
                </c:pt>
                <c:pt idx="20219">
                  <c:v>0.29585555463688518</c:v>
                </c:pt>
                <c:pt idx="20220">
                  <c:v>0.29586405498022683</c:v>
                </c:pt>
                <c:pt idx="20221">
                  <c:v>0.29586454541464563</c:v>
                </c:pt>
                <c:pt idx="20222">
                  <c:v>0.29587090945879385</c:v>
                </c:pt>
                <c:pt idx="20223">
                  <c:v>0.295893780604495</c:v>
                </c:pt>
                <c:pt idx="20224">
                  <c:v>0.29593512743148975</c:v>
                </c:pt>
                <c:pt idx="20225">
                  <c:v>0.29596874188828604</c:v>
                </c:pt>
                <c:pt idx="20226">
                  <c:v>0.29603242989515755</c:v>
                </c:pt>
                <c:pt idx="20227">
                  <c:v>0.2960554571224997</c:v>
                </c:pt>
                <c:pt idx="20228">
                  <c:v>0.29608019513762351</c:v>
                </c:pt>
                <c:pt idx="20229">
                  <c:v>0.29608248731898501</c:v>
                </c:pt>
                <c:pt idx="20230">
                  <c:v>0.29609623877653812</c:v>
                </c:pt>
                <c:pt idx="20231">
                  <c:v>0.29610513035613878</c:v>
                </c:pt>
                <c:pt idx="20232">
                  <c:v>0.29612328754077977</c:v>
                </c:pt>
                <c:pt idx="20233">
                  <c:v>0.29612945368548549</c:v>
                </c:pt>
                <c:pt idx="20234">
                  <c:v>0.29616480528514993</c:v>
                </c:pt>
                <c:pt idx="20235">
                  <c:v>0.29618854732685018</c:v>
                </c:pt>
                <c:pt idx="20236">
                  <c:v>0.29625994992778837</c:v>
                </c:pt>
                <c:pt idx="20237">
                  <c:v>0.29626487766408949</c:v>
                </c:pt>
                <c:pt idx="20238">
                  <c:v>0.29627810602478855</c:v>
                </c:pt>
                <c:pt idx="20239">
                  <c:v>0.29629768067111689</c:v>
                </c:pt>
                <c:pt idx="20240">
                  <c:v>0.29631543919841485</c:v>
                </c:pt>
                <c:pt idx="20241">
                  <c:v>0.29636451276723541</c:v>
                </c:pt>
                <c:pt idx="20242">
                  <c:v>0.29637746569026086</c:v>
                </c:pt>
                <c:pt idx="20243">
                  <c:v>0.29640735456322082</c:v>
                </c:pt>
                <c:pt idx="20244">
                  <c:v>0.29641317716286691</c:v>
                </c:pt>
                <c:pt idx="20245">
                  <c:v>0.29642347547326042</c:v>
                </c:pt>
                <c:pt idx="20246">
                  <c:v>0.29642411899542548</c:v>
                </c:pt>
                <c:pt idx="20247">
                  <c:v>0.29651929467922211</c:v>
                </c:pt>
                <c:pt idx="20248">
                  <c:v>0.29652611676097124</c:v>
                </c:pt>
                <c:pt idx="20249">
                  <c:v>0.29661644215994598</c:v>
                </c:pt>
                <c:pt idx="20250">
                  <c:v>0.29662063192678206</c:v>
                </c:pt>
                <c:pt idx="20251">
                  <c:v>0.29663742086610306</c:v>
                </c:pt>
                <c:pt idx="20252">
                  <c:v>0.29667153342802455</c:v>
                </c:pt>
                <c:pt idx="20253">
                  <c:v>0.29668987354259696</c:v>
                </c:pt>
                <c:pt idx="20254">
                  <c:v>0.29671716702229545</c:v>
                </c:pt>
                <c:pt idx="20255">
                  <c:v>0.29673270613901576</c:v>
                </c:pt>
                <c:pt idx="20256">
                  <c:v>0.29682330754261782</c:v>
                </c:pt>
                <c:pt idx="20257">
                  <c:v>0.29683228929729499</c:v>
                </c:pt>
                <c:pt idx="20258">
                  <c:v>0.2969357825831424</c:v>
                </c:pt>
                <c:pt idx="20259">
                  <c:v>0.29694281888456342</c:v>
                </c:pt>
                <c:pt idx="20260">
                  <c:v>0.29699399566561469</c:v>
                </c:pt>
                <c:pt idx="20261">
                  <c:v>0.29703062673063702</c:v>
                </c:pt>
                <c:pt idx="20262">
                  <c:v>0.29707314714207311</c:v>
                </c:pt>
                <c:pt idx="20263">
                  <c:v>0.29709803590935868</c:v>
                </c:pt>
                <c:pt idx="20264">
                  <c:v>0.29711966606513901</c:v>
                </c:pt>
                <c:pt idx="20265">
                  <c:v>0.29717001003338761</c:v>
                </c:pt>
                <c:pt idx="20266">
                  <c:v>0.29718102057864354</c:v>
                </c:pt>
                <c:pt idx="20267">
                  <c:v>0.29719886791374039</c:v>
                </c:pt>
                <c:pt idx="20268">
                  <c:v>0.29720714391633524</c:v>
                </c:pt>
                <c:pt idx="20269">
                  <c:v>0.2972107336553268</c:v>
                </c:pt>
                <c:pt idx="20270">
                  <c:v>0.29721281205023015</c:v>
                </c:pt>
                <c:pt idx="20271">
                  <c:v>0.29721721000917706</c:v>
                </c:pt>
                <c:pt idx="20272">
                  <c:v>0.29723538539437555</c:v>
                </c:pt>
                <c:pt idx="20273">
                  <c:v>0.29725631904094296</c:v>
                </c:pt>
                <c:pt idx="20274">
                  <c:v>0.29732477015013842</c:v>
                </c:pt>
                <c:pt idx="20275">
                  <c:v>0.29737514565132728</c:v>
                </c:pt>
                <c:pt idx="20276">
                  <c:v>0.2974093449335094</c:v>
                </c:pt>
                <c:pt idx="20277">
                  <c:v>0.29743325733469966</c:v>
                </c:pt>
                <c:pt idx="20278">
                  <c:v>0.29745738807495881</c:v>
                </c:pt>
                <c:pt idx="20279">
                  <c:v>0.29746586999478791</c:v>
                </c:pt>
                <c:pt idx="20280">
                  <c:v>0.29746709032364355</c:v>
                </c:pt>
                <c:pt idx="20281">
                  <c:v>0.2975240849255259</c:v>
                </c:pt>
                <c:pt idx="20282">
                  <c:v>0.29754919818755554</c:v>
                </c:pt>
                <c:pt idx="20283">
                  <c:v>0.29765934757950441</c:v>
                </c:pt>
                <c:pt idx="20284">
                  <c:v>0.29768348419599533</c:v>
                </c:pt>
                <c:pt idx="20285">
                  <c:v>0.29775047566737861</c:v>
                </c:pt>
                <c:pt idx="20286">
                  <c:v>0.29777553914614763</c:v>
                </c:pt>
                <c:pt idx="20287">
                  <c:v>0.29785284144616286</c:v>
                </c:pt>
                <c:pt idx="20288">
                  <c:v>0.29800017001396967</c:v>
                </c:pt>
                <c:pt idx="20289">
                  <c:v>0.29800802487764599</c:v>
                </c:pt>
                <c:pt idx="20290">
                  <c:v>0.29802307852969695</c:v>
                </c:pt>
                <c:pt idx="20291">
                  <c:v>0.29805816076960046</c:v>
                </c:pt>
                <c:pt idx="20292">
                  <c:v>0.2980695876236531</c:v>
                </c:pt>
                <c:pt idx="20293">
                  <c:v>0.29815663045513691</c:v>
                </c:pt>
                <c:pt idx="20294">
                  <c:v>0.29817483344736434</c:v>
                </c:pt>
                <c:pt idx="20295">
                  <c:v>0.29817821530886646</c:v>
                </c:pt>
                <c:pt idx="20296">
                  <c:v>0.29818227911048478</c:v>
                </c:pt>
                <c:pt idx="20297">
                  <c:v>0.29818452670764545</c:v>
                </c:pt>
                <c:pt idx="20298">
                  <c:v>0.29819789339102382</c:v>
                </c:pt>
                <c:pt idx="20299">
                  <c:v>0.29822407635308262</c:v>
                </c:pt>
                <c:pt idx="20300">
                  <c:v>0.29822772463863467</c:v>
                </c:pt>
                <c:pt idx="20301">
                  <c:v>0.29824086473673705</c:v>
                </c:pt>
                <c:pt idx="20302">
                  <c:v>0.29831199327006558</c:v>
                </c:pt>
                <c:pt idx="20303">
                  <c:v>0.29831812073441183</c:v>
                </c:pt>
                <c:pt idx="20304">
                  <c:v>0.29832934001642136</c:v>
                </c:pt>
                <c:pt idx="20305">
                  <c:v>0.29836193398778865</c:v>
                </c:pt>
                <c:pt idx="20306">
                  <c:v>0.29836570355833225</c:v>
                </c:pt>
                <c:pt idx="20307">
                  <c:v>0.29845136873490863</c:v>
                </c:pt>
                <c:pt idx="20308">
                  <c:v>0.29848434159325232</c:v>
                </c:pt>
                <c:pt idx="20309">
                  <c:v>0.29853442747155828</c:v>
                </c:pt>
                <c:pt idx="20310">
                  <c:v>0.29854552585556393</c:v>
                </c:pt>
                <c:pt idx="20311">
                  <c:v>0.29856771870647703</c:v>
                </c:pt>
                <c:pt idx="20312">
                  <c:v>0.29859951124894596</c:v>
                </c:pt>
                <c:pt idx="20313">
                  <c:v>0.29870118977952143</c:v>
                </c:pt>
                <c:pt idx="20314">
                  <c:v>0.29872502803479306</c:v>
                </c:pt>
                <c:pt idx="20315">
                  <c:v>0.29875562630674035</c:v>
                </c:pt>
                <c:pt idx="20316">
                  <c:v>0.29878780117902931</c:v>
                </c:pt>
                <c:pt idx="20317">
                  <c:v>0.29885661338094616</c:v>
                </c:pt>
                <c:pt idx="20318">
                  <c:v>0.29892487665811207</c:v>
                </c:pt>
                <c:pt idx="20319">
                  <c:v>0.29897141174020614</c:v>
                </c:pt>
                <c:pt idx="20320">
                  <c:v>0.29897472608577458</c:v>
                </c:pt>
                <c:pt idx="20321">
                  <c:v>0.29899560821703569</c:v>
                </c:pt>
                <c:pt idx="20322">
                  <c:v>0.29901575430188138</c:v>
                </c:pt>
                <c:pt idx="20323">
                  <c:v>0.29904721236622406</c:v>
                </c:pt>
                <c:pt idx="20324">
                  <c:v>0.29905363455106837</c:v>
                </c:pt>
                <c:pt idx="20325">
                  <c:v>0.29907462843267174</c:v>
                </c:pt>
                <c:pt idx="20326">
                  <c:v>0.29907561480383682</c:v>
                </c:pt>
                <c:pt idx="20327">
                  <c:v>0.29907753504546991</c:v>
                </c:pt>
                <c:pt idx="20328">
                  <c:v>0.29908675431960974</c:v>
                </c:pt>
                <c:pt idx="20329">
                  <c:v>0.29912431803084477</c:v>
                </c:pt>
                <c:pt idx="20330">
                  <c:v>0.29915539789461637</c:v>
                </c:pt>
                <c:pt idx="20331">
                  <c:v>0.2991842251044593</c:v>
                </c:pt>
                <c:pt idx="20332">
                  <c:v>0.29918951573768438</c:v>
                </c:pt>
                <c:pt idx="20333">
                  <c:v>0.29920832366481975</c:v>
                </c:pt>
                <c:pt idx="20334">
                  <c:v>0.29922257558005827</c:v>
                </c:pt>
                <c:pt idx="20335">
                  <c:v>0.29927295168628559</c:v>
                </c:pt>
                <c:pt idx="20336">
                  <c:v>0.29929622225256225</c:v>
                </c:pt>
                <c:pt idx="20337">
                  <c:v>0.29930674730272461</c:v>
                </c:pt>
                <c:pt idx="20338">
                  <c:v>0.29934130250560204</c:v>
                </c:pt>
                <c:pt idx="20339">
                  <c:v>0.29934374681925269</c:v>
                </c:pt>
                <c:pt idx="20340">
                  <c:v>0.29939280580554939</c:v>
                </c:pt>
                <c:pt idx="20341">
                  <c:v>0.29948900412928658</c:v>
                </c:pt>
                <c:pt idx="20342">
                  <c:v>0.29949895431253587</c:v>
                </c:pt>
                <c:pt idx="20343">
                  <c:v>0.29957154436644795</c:v>
                </c:pt>
                <c:pt idx="20344">
                  <c:v>0.29957870792196867</c:v>
                </c:pt>
                <c:pt idx="20345">
                  <c:v>0.29959905155611333</c:v>
                </c:pt>
                <c:pt idx="20346">
                  <c:v>0.29960081140483613</c:v>
                </c:pt>
                <c:pt idx="20347">
                  <c:v>0.29961910214550602</c:v>
                </c:pt>
                <c:pt idx="20348">
                  <c:v>0.29963415750638561</c:v>
                </c:pt>
                <c:pt idx="20349">
                  <c:v>0.29976963573719567</c:v>
                </c:pt>
                <c:pt idx="20350">
                  <c:v>0.29977812365367068</c:v>
                </c:pt>
                <c:pt idx="20351">
                  <c:v>0.29978187574251347</c:v>
                </c:pt>
                <c:pt idx="20352">
                  <c:v>0.29978195455282303</c:v>
                </c:pt>
                <c:pt idx="20353">
                  <c:v>0.29978391239338353</c:v>
                </c:pt>
                <c:pt idx="20354">
                  <c:v>0.29978610101958503</c:v>
                </c:pt>
                <c:pt idx="20355">
                  <c:v>0.29982202062630614</c:v>
                </c:pt>
                <c:pt idx="20356">
                  <c:v>0.2998601990129845</c:v>
                </c:pt>
                <c:pt idx="20357">
                  <c:v>0.29988933303098564</c:v>
                </c:pt>
                <c:pt idx="20358">
                  <c:v>0.29993048689742363</c:v>
                </c:pt>
                <c:pt idx="20359">
                  <c:v>0.29993356777159724</c:v>
                </c:pt>
                <c:pt idx="20360">
                  <c:v>0.29993616137497836</c:v>
                </c:pt>
                <c:pt idx="20361">
                  <c:v>0.29994587770848019</c:v>
                </c:pt>
                <c:pt idx="20362">
                  <c:v>0.29995240832896924</c:v>
                </c:pt>
                <c:pt idx="20363">
                  <c:v>0.2999539494122751</c:v>
                </c:pt>
                <c:pt idx="20364">
                  <c:v>0.29999161339982355</c:v>
                </c:pt>
                <c:pt idx="20365">
                  <c:v>0.29999319803582647</c:v>
                </c:pt>
                <c:pt idx="20366">
                  <c:v>0.29999640989375087</c:v>
                </c:pt>
                <c:pt idx="20367">
                  <c:v>0.30003699176861742</c:v>
                </c:pt>
                <c:pt idx="20368">
                  <c:v>0.30003798890193595</c:v>
                </c:pt>
                <c:pt idx="20369">
                  <c:v>0.3000504265954676</c:v>
                </c:pt>
                <c:pt idx="20370">
                  <c:v>0.30014300579709557</c:v>
                </c:pt>
                <c:pt idx="20371">
                  <c:v>0.30014655049187056</c:v>
                </c:pt>
                <c:pt idx="20372">
                  <c:v>0.30022523834633158</c:v>
                </c:pt>
                <c:pt idx="20373">
                  <c:v>0.30025022646723964</c:v>
                </c:pt>
                <c:pt idx="20374">
                  <c:v>0.30032981742091175</c:v>
                </c:pt>
                <c:pt idx="20375">
                  <c:v>0.30036319703076214</c:v>
                </c:pt>
                <c:pt idx="20376">
                  <c:v>0.30036520543020895</c:v>
                </c:pt>
                <c:pt idx="20377">
                  <c:v>0.30039991081313988</c:v>
                </c:pt>
                <c:pt idx="20378">
                  <c:v>0.30049248571439108</c:v>
                </c:pt>
                <c:pt idx="20379">
                  <c:v>0.30049595771369675</c:v>
                </c:pt>
                <c:pt idx="20380">
                  <c:v>0.30058569159488213</c:v>
                </c:pt>
                <c:pt idx="20381">
                  <c:v>0.30059493734806769</c:v>
                </c:pt>
                <c:pt idx="20382">
                  <c:v>0.30060205755651126</c:v>
                </c:pt>
                <c:pt idx="20383">
                  <c:v>0.300626947083031</c:v>
                </c:pt>
                <c:pt idx="20384">
                  <c:v>0.30064068179607611</c:v>
                </c:pt>
                <c:pt idx="20385">
                  <c:v>0.30067334474907426</c:v>
                </c:pt>
                <c:pt idx="20386">
                  <c:v>0.30069895044308304</c:v>
                </c:pt>
                <c:pt idx="20387">
                  <c:v>0.30071425557162995</c:v>
                </c:pt>
                <c:pt idx="20388">
                  <c:v>0.30072558348767725</c:v>
                </c:pt>
                <c:pt idx="20389">
                  <c:v>0.30072802043724223</c:v>
                </c:pt>
                <c:pt idx="20390">
                  <c:v>0.30076231890510097</c:v>
                </c:pt>
                <c:pt idx="20391">
                  <c:v>0.3007717759594225</c:v>
                </c:pt>
                <c:pt idx="20392">
                  <c:v>0.30085823124250127</c:v>
                </c:pt>
                <c:pt idx="20393">
                  <c:v>0.30086409063861125</c:v>
                </c:pt>
                <c:pt idx="20394">
                  <c:v>0.30092815901533759</c:v>
                </c:pt>
                <c:pt idx="20395">
                  <c:v>0.30094597835834547</c:v>
                </c:pt>
                <c:pt idx="20396">
                  <c:v>0.30106498133432763</c:v>
                </c:pt>
                <c:pt idx="20397">
                  <c:v>0.30108338220134445</c:v>
                </c:pt>
                <c:pt idx="20398">
                  <c:v>0.30111359566527945</c:v>
                </c:pt>
                <c:pt idx="20399">
                  <c:v>0.30112128816173767</c:v>
                </c:pt>
                <c:pt idx="20400">
                  <c:v>0.3011291180095344</c:v>
                </c:pt>
                <c:pt idx="20401">
                  <c:v>0.30117772050596536</c:v>
                </c:pt>
                <c:pt idx="20402">
                  <c:v>0.30117890816131077</c:v>
                </c:pt>
                <c:pt idx="20403">
                  <c:v>0.30122323081885177</c:v>
                </c:pt>
                <c:pt idx="20404">
                  <c:v>0.30122729943145204</c:v>
                </c:pt>
                <c:pt idx="20405">
                  <c:v>0.30125211862086504</c:v>
                </c:pt>
                <c:pt idx="20406">
                  <c:v>0.30127213715750151</c:v>
                </c:pt>
                <c:pt idx="20407">
                  <c:v>0.30134200589191518</c:v>
                </c:pt>
                <c:pt idx="20408">
                  <c:v>0.30135046152345146</c:v>
                </c:pt>
                <c:pt idx="20409">
                  <c:v>0.30145335425129222</c:v>
                </c:pt>
                <c:pt idx="20410">
                  <c:v>0.30145570020504497</c:v>
                </c:pt>
                <c:pt idx="20411">
                  <c:v>0.3015502404948569</c:v>
                </c:pt>
                <c:pt idx="20412">
                  <c:v>0.3015651518463926</c:v>
                </c:pt>
                <c:pt idx="20413">
                  <c:v>0.30157251698137194</c:v>
                </c:pt>
                <c:pt idx="20414">
                  <c:v>0.30159031486010746</c:v>
                </c:pt>
                <c:pt idx="20415">
                  <c:v>0.30174054544754464</c:v>
                </c:pt>
                <c:pt idx="20416">
                  <c:v>0.30175668559561836</c:v>
                </c:pt>
                <c:pt idx="20417">
                  <c:v>0.30177840603069456</c:v>
                </c:pt>
                <c:pt idx="20418">
                  <c:v>0.30180748571669991</c:v>
                </c:pt>
                <c:pt idx="20419">
                  <c:v>0.30183227500829257</c:v>
                </c:pt>
                <c:pt idx="20420">
                  <c:v>0.30183720373675199</c:v>
                </c:pt>
                <c:pt idx="20421">
                  <c:v>0.30187736935705367</c:v>
                </c:pt>
                <c:pt idx="20422">
                  <c:v>0.30193835445615375</c:v>
                </c:pt>
                <c:pt idx="20423">
                  <c:v>0.3019421708526171</c:v>
                </c:pt>
                <c:pt idx="20424">
                  <c:v>0.30198292559114587</c:v>
                </c:pt>
                <c:pt idx="20425">
                  <c:v>0.30201097564557389</c:v>
                </c:pt>
                <c:pt idx="20426">
                  <c:v>0.30203329636719789</c:v>
                </c:pt>
                <c:pt idx="20427">
                  <c:v>0.30203948991819185</c:v>
                </c:pt>
                <c:pt idx="20428">
                  <c:v>0.30205099682169384</c:v>
                </c:pt>
                <c:pt idx="20429">
                  <c:v>0.30205622548015065</c:v>
                </c:pt>
                <c:pt idx="20430">
                  <c:v>0.30205703894016456</c:v>
                </c:pt>
                <c:pt idx="20431">
                  <c:v>0.30210480797792111</c:v>
                </c:pt>
                <c:pt idx="20432">
                  <c:v>0.30210742351723696</c:v>
                </c:pt>
                <c:pt idx="20433">
                  <c:v>0.30213176882278198</c:v>
                </c:pt>
                <c:pt idx="20434">
                  <c:v>0.30216502520747207</c:v>
                </c:pt>
                <c:pt idx="20435">
                  <c:v>0.30216685202654947</c:v>
                </c:pt>
                <c:pt idx="20436">
                  <c:v>0.30216897766129314</c:v>
                </c:pt>
                <c:pt idx="20437">
                  <c:v>0.30217332196341185</c:v>
                </c:pt>
                <c:pt idx="20438">
                  <c:v>0.30217930096980045</c:v>
                </c:pt>
                <c:pt idx="20439">
                  <c:v>0.30218562716777803</c:v>
                </c:pt>
                <c:pt idx="20440">
                  <c:v>0.30224094020718895</c:v>
                </c:pt>
                <c:pt idx="20441">
                  <c:v>0.30228610543353729</c:v>
                </c:pt>
                <c:pt idx="20442">
                  <c:v>0.30228882584355837</c:v>
                </c:pt>
                <c:pt idx="20443">
                  <c:v>0.3022892065111043</c:v>
                </c:pt>
                <c:pt idx="20444">
                  <c:v>0.30231429859271824</c:v>
                </c:pt>
                <c:pt idx="20445">
                  <c:v>0.30232051563071843</c:v>
                </c:pt>
                <c:pt idx="20446">
                  <c:v>0.30234161412510352</c:v>
                </c:pt>
                <c:pt idx="20447">
                  <c:v>0.30234355595552659</c:v>
                </c:pt>
                <c:pt idx="20448">
                  <c:v>0.30235233354677593</c:v>
                </c:pt>
                <c:pt idx="20449">
                  <c:v>0.3023655175109789</c:v>
                </c:pt>
                <c:pt idx="20450">
                  <c:v>0.30239194940814723</c:v>
                </c:pt>
                <c:pt idx="20451">
                  <c:v>0.30239947951878376</c:v>
                </c:pt>
                <c:pt idx="20452">
                  <c:v>0.30242374598935484</c:v>
                </c:pt>
                <c:pt idx="20453">
                  <c:v>0.30243590110941854</c:v>
                </c:pt>
                <c:pt idx="20454">
                  <c:v>0.30243854012913618</c:v>
                </c:pt>
                <c:pt idx="20455">
                  <c:v>0.30247313075055993</c:v>
                </c:pt>
                <c:pt idx="20456">
                  <c:v>0.30247945753205796</c:v>
                </c:pt>
                <c:pt idx="20457">
                  <c:v>0.30249456647106482</c:v>
                </c:pt>
                <c:pt idx="20458">
                  <c:v>0.30249980454433206</c:v>
                </c:pt>
                <c:pt idx="20459">
                  <c:v>0.30250251174595189</c:v>
                </c:pt>
                <c:pt idx="20460">
                  <c:v>0.30252660210349985</c:v>
                </c:pt>
                <c:pt idx="20461">
                  <c:v>0.30252873134437563</c:v>
                </c:pt>
                <c:pt idx="20462">
                  <c:v>0.30254601865830721</c:v>
                </c:pt>
                <c:pt idx="20463">
                  <c:v>0.30256872222507092</c:v>
                </c:pt>
                <c:pt idx="20464">
                  <c:v>0.30258336493943561</c:v>
                </c:pt>
                <c:pt idx="20465">
                  <c:v>0.30258990588152951</c:v>
                </c:pt>
                <c:pt idx="20466">
                  <c:v>0.30261362473726022</c:v>
                </c:pt>
                <c:pt idx="20467">
                  <c:v>0.30261507774814222</c:v>
                </c:pt>
                <c:pt idx="20468">
                  <c:v>0.30263020304103161</c:v>
                </c:pt>
                <c:pt idx="20469">
                  <c:v>0.30266480045424476</c:v>
                </c:pt>
                <c:pt idx="20470">
                  <c:v>0.30268326789415156</c:v>
                </c:pt>
                <c:pt idx="20471">
                  <c:v>0.30268772168799762</c:v>
                </c:pt>
                <c:pt idx="20472">
                  <c:v>0.30270600106250101</c:v>
                </c:pt>
                <c:pt idx="20473">
                  <c:v>0.30273348947072393</c:v>
                </c:pt>
                <c:pt idx="20474">
                  <c:v>0.30273375516540812</c:v>
                </c:pt>
                <c:pt idx="20475">
                  <c:v>0.30279225194958376</c:v>
                </c:pt>
                <c:pt idx="20476">
                  <c:v>0.30279434939162225</c:v>
                </c:pt>
                <c:pt idx="20477">
                  <c:v>0.30281246060208644</c:v>
                </c:pt>
                <c:pt idx="20478">
                  <c:v>0.30281705942170556</c:v>
                </c:pt>
                <c:pt idx="20479">
                  <c:v>0.30286822709030953</c:v>
                </c:pt>
                <c:pt idx="20480">
                  <c:v>0.30289703363893333</c:v>
                </c:pt>
                <c:pt idx="20481">
                  <c:v>0.30290666520314052</c:v>
                </c:pt>
                <c:pt idx="20482">
                  <c:v>0.30296764119557917</c:v>
                </c:pt>
                <c:pt idx="20483">
                  <c:v>0.30299550379234952</c:v>
                </c:pt>
                <c:pt idx="20484">
                  <c:v>0.30300138582446362</c:v>
                </c:pt>
                <c:pt idx="20485">
                  <c:v>0.30300829815804048</c:v>
                </c:pt>
                <c:pt idx="20486">
                  <c:v>0.30302364824725131</c:v>
                </c:pt>
                <c:pt idx="20487">
                  <c:v>0.30304203518959827</c:v>
                </c:pt>
                <c:pt idx="20488">
                  <c:v>0.30318332451032576</c:v>
                </c:pt>
                <c:pt idx="20489">
                  <c:v>0.30318759657093119</c:v>
                </c:pt>
                <c:pt idx="20490">
                  <c:v>0.30318991174516446</c:v>
                </c:pt>
                <c:pt idx="20491">
                  <c:v>0.30319687686700741</c:v>
                </c:pt>
                <c:pt idx="20492">
                  <c:v>0.30322122901223819</c:v>
                </c:pt>
                <c:pt idx="20493">
                  <c:v>0.30329326160133813</c:v>
                </c:pt>
                <c:pt idx="20494">
                  <c:v>0.30330070790434199</c:v>
                </c:pt>
                <c:pt idx="20495">
                  <c:v>0.30335404204705574</c:v>
                </c:pt>
                <c:pt idx="20496">
                  <c:v>0.30337089164279729</c:v>
                </c:pt>
                <c:pt idx="20497">
                  <c:v>0.30341579258405199</c:v>
                </c:pt>
                <c:pt idx="20498">
                  <c:v>0.30346947925690038</c:v>
                </c:pt>
                <c:pt idx="20499">
                  <c:v>0.30348587451158204</c:v>
                </c:pt>
                <c:pt idx="20500">
                  <c:v>0.30354974806952995</c:v>
                </c:pt>
                <c:pt idx="20501">
                  <c:v>0.30357462624762566</c:v>
                </c:pt>
                <c:pt idx="20502">
                  <c:v>0.30358125470893621</c:v>
                </c:pt>
                <c:pt idx="20503">
                  <c:v>0.30364062291845506</c:v>
                </c:pt>
                <c:pt idx="20504">
                  <c:v>0.30366738931377174</c:v>
                </c:pt>
                <c:pt idx="20505">
                  <c:v>0.30368550633138247</c:v>
                </c:pt>
                <c:pt idx="20506">
                  <c:v>0.30371101938424788</c:v>
                </c:pt>
                <c:pt idx="20507">
                  <c:v>0.30372911002535052</c:v>
                </c:pt>
                <c:pt idx="20508">
                  <c:v>0.30375633709575972</c:v>
                </c:pt>
                <c:pt idx="20509">
                  <c:v>0.30386694842175876</c:v>
                </c:pt>
                <c:pt idx="20510">
                  <c:v>0.30387414780772365</c:v>
                </c:pt>
                <c:pt idx="20511">
                  <c:v>0.30394966964721354</c:v>
                </c:pt>
                <c:pt idx="20512">
                  <c:v>0.3039500563136362</c:v>
                </c:pt>
                <c:pt idx="20513">
                  <c:v>0.30401777140681807</c:v>
                </c:pt>
                <c:pt idx="20514">
                  <c:v>0.30409007776797431</c:v>
                </c:pt>
                <c:pt idx="20515">
                  <c:v>0.30411357383616006</c:v>
                </c:pt>
                <c:pt idx="20516">
                  <c:v>0.30415694935918153</c:v>
                </c:pt>
                <c:pt idx="20517">
                  <c:v>0.30417195765892729</c:v>
                </c:pt>
                <c:pt idx="20518">
                  <c:v>0.30417492911074845</c:v>
                </c:pt>
                <c:pt idx="20519">
                  <c:v>0.3041853696690458</c:v>
                </c:pt>
                <c:pt idx="20520">
                  <c:v>0.30420078883558699</c:v>
                </c:pt>
                <c:pt idx="20521">
                  <c:v>0.30425193742567969</c:v>
                </c:pt>
                <c:pt idx="20522">
                  <c:v>0.30425224048832245</c:v>
                </c:pt>
                <c:pt idx="20523">
                  <c:v>0.30428099649130186</c:v>
                </c:pt>
                <c:pt idx="20524">
                  <c:v>0.30428577159693643</c:v>
                </c:pt>
                <c:pt idx="20525">
                  <c:v>0.30430370382949024</c:v>
                </c:pt>
                <c:pt idx="20526">
                  <c:v>0.3043082765164577</c:v>
                </c:pt>
                <c:pt idx="20527">
                  <c:v>0.30436665461333551</c:v>
                </c:pt>
                <c:pt idx="20528">
                  <c:v>0.30437705919194413</c:v>
                </c:pt>
                <c:pt idx="20529">
                  <c:v>0.30439721350842747</c:v>
                </c:pt>
                <c:pt idx="20530">
                  <c:v>0.30441067745977557</c:v>
                </c:pt>
                <c:pt idx="20531">
                  <c:v>0.30446194014074757</c:v>
                </c:pt>
                <c:pt idx="20532">
                  <c:v>0.30448820567638563</c:v>
                </c:pt>
                <c:pt idx="20533">
                  <c:v>0.30455175146498598</c:v>
                </c:pt>
                <c:pt idx="20534">
                  <c:v>0.30455372421067239</c:v>
                </c:pt>
                <c:pt idx="20535">
                  <c:v>0.3047064244057282</c:v>
                </c:pt>
                <c:pt idx="20536">
                  <c:v>0.30471267285904224</c:v>
                </c:pt>
                <c:pt idx="20537">
                  <c:v>0.30472462756328722</c:v>
                </c:pt>
                <c:pt idx="20538">
                  <c:v>0.30475287889924502</c:v>
                </c:pt>
                <c:pt idx="20539">
                  <c:v>0.30479704357556958</c:v>
                </c:pt>
                <c:pt idx="20540">
                  <c:v>0.3048026976904738</c:v>
                </c:pt>
                <c:pt idx="20541">
                  <c:v>0.30481716896969036</c:v>
                </c:pt>
                <c:pt idx="20542">
                  <c:v>0.30482919336276687</c:v>
                </c:pt>
                <c:pt idx="20543">
                  <c:v>0.3048529931354001</c:v>
                </c:pt>
                <c:pt idx="20544">
                  <c:v>0.30485936882581149</c:v>
                </c:pt>
                <c:pt idx="20545">
                  <c:v>0.30487052543362353</c:v>
                </c:pt>
                <c:pt idx="20546">
                  <c:v>0.30492959589487795</c:v>
                </c:pt>
                <c:pt idx="20547">
                  <c:v>0.30494580241808489</c:v>
                </c:pt>
                <c:pt idx="20548">
                  <c:v>0.30498347228419515</c:v>
                </c:pt>
                <c:pt idx="20549">
                  <c:v>0.30500031096413033</c:v>
                </c:pt>
                <c:pt idx="20550">
                  <c:v>0.30500179015107814</c:v>
                </c:pt>
                <c:pt idx="20551">
                  <c:v>0.30500796337603708</c:v>
                </c:pt>
                <c:pt idx="20552">
                  <c:v>0.30501932480414362</c:v>
                </c:pt>
                <c:pt idx="20553">
                  <c:v>0.30503648638901426</c:v>
                </c:pt>
                <c:pt idx="20554">
                  <c:v>0.30505193193489638</c:v>
                </c:pt>
                <c:pt idx="20555">
                  <c:v>0.30506546559143038</c:v>
                </c:pt>
                <c:pt idx="20556">
                  <c:v>0.30507459109787471</c:v>
                </c:pt>
                <c:pt idx="20557">
                  <c:v>0.305106375955494</c:v>
                </c:pt>
                <c:pt idx="20558">
                  <c:v>0.3051294187479664</c:v>
                </c:pt>
                <c:pt idx="20559">
                  <c:v>0.30518396824782063</c:v>
                </c:pt>
                <c:pt idx="20560">
                  <c:v>0.30522176950672736</c:v>
                </c:pt>
                <c:pt idx="20561">
                  <c:v>0.30524399830814258</c:v>
                </c:pt>
                <c:pt idx="20562">
                  <c:v>0.30527490026848042</c:v>
                </c:pt>
                <c:pt idx="20563">
                  <c:v>0.3052922289032422</c:v>
                </c:pt>
                <c:pt idx="20564">
                  <c:v>0.3053375596638917</c:v>
                </c:pt>
                <c:pt idx="20565">
                  <c:v>0.30536642751655296</c:v>
                </c:pt>
                <c:pt idx="20566">
                  <c:v>0.30547360392899287</c:v>
                </c:pt>
                <c:pt idx="20567">
                  <c:v>0.30553784791860822</c:v>
                </c:pt>
                <c:pt idx="20568">
                  <c:v>0.30556040370221965</c:v>
                </c:pt>
                <c:pt idx="20569">
                  <c:v>0.30556136649275278</c:v>
                </c:pt>
                <c:pt idx="20570">
                  <c:v>0.30557682715145762</c:v>
                </c:pt>
                <c:pt idx="20571">
                  <c:v>0.30563361889841167</c:v>
                </c:pt>
                <c:pt idx="20572">
                  <c:v>0.30564979935482817</c:v>
                </c:pt>
                <c:pt idx="20573">
                  <c:v>0.30568651914323886</c:v>
                </c:pt>
                <c:pt idx="20574">
                  <c:v>0.30571655345011362</c:v>
                </c:pt>
                <c:pt idx="20575">
                  <c:v>0.30572560692565764</c:v>
                </c:pt>
                <c:pt idx="20576">
                  <c:v>0.30572722842151862</c:v>
                </c:pt>
                <c:pt idx="20577">
                  <c:v>0.30573559563408886</c:v>
                </c:pt>
                <c:pt idx="20578">
                  <c:v>0.30574140142554596</c:v>
                </c:pt>
                <c:pt idx="20579">
                  <c:v>0.30575708104803673</c:v>
                </c:pt>
                <c:pt idx="20580">
                  <c:v>0.30580382988460997</c:v>
                </c:pt>
                <c:pt idx="20581">
                  <c:v>0.30582981151413097</c:v>
                </c:pt>
                <c:pt idx="20582">
                  <c:v>0.30583002311476282</c:v>
                </c:pt>
                <c:pt idx="20583">
                  <c:v>0.30587190449204238</c:v>
                </c:pt>
                <c:pt idx="20584">
                  <c:v>0.30591605136736133</c:v>
                </c:pt>
                <c:pt idx="20585">
                  <c:v>0.30593349604825271</c:v>
                </c:pt>
                <c:pt idx="20586">
                  <c:v>0.30593786438746068</c:v>
                </c:pt>
                <c:pt idx="20587">
                  <c:v>0.30593920579282308</c:v>
                </c:pt>
                <c:pt idx="20588">
                  <c:v>0.30595459345887382</c:v>
                </c:pt>
                <c:pt idx="20589">
                  <c:v>0.30595605364861816</c:v>
                </c:pt>
                <c:pt idx="20590">
                  <c:v>0.30598561604879115</c:v>
                </c:pt>
                <c:pt idx="20591">
                  <c:v>0.30598849085986551</c:v>
                </c:pt>
                <c:pt idx="20592">
                  <c:v>0.30599179584778929</c:v>
                </c:pt>
                <c:pt idx="20593">
                  <c:v>0.305995107736654</c:v>
                </c:pt>
                <c:pt idx="20594">
                  <c:v>0.30600928155521923</c:v>
                </c:pt>
                <c:pt idx="20595">
                  <c:v>0.30606192958283152</c:v>
                </c:pt>
                <c:pt idx="20596">
                  <c:v>0.30606958916874699</c:v>
                </c:pt>
                <c:pt idx="20597">
                  <c:v>0.30611766936585605</c:v>
                </c:pt>
                <c:pt idx="20598">
                  <c:v>0.30620032108539835</c:v>
                </c:pt>
                <c:pt idx="20599">
                  <c:v>0.30621242026645812</c:v>
                </c:pt>
                <c:pt idx="20600">
                  <c:v>0.30633356154665736</c:v>
                </c:pt>
                <c:pt idx="20601">
                  <c:v>0.30638437257628653</c:v>
                </c:pt>
                <c:pt idx="20602">
                  <c:v>0.30643814765209021</c:v>
                </c:pt>
                <c:pt idx="20603">
                  <c:v>0.30649353525887968</c:v>
                </c:pt>
                <c:pt idx="20604">
                  <c:v>0.30652829698400563</c:v>
                </c:pt>
                <c:pt idx="20605">
                  <c:v>0.30659019067638876</c:v>
                </c:pt>
                <c:pt idx="20606">
                  <c:v>0.30670094310033164</c:v>
                </c:pt>
                <c:pt idx="20607">
                  <c:v>0.30675315029475891</c:v>
                </c:pt>
                <c:pt idx="20608">
                  <c:v>0.30677176794801997</c:v>
                </c:pt>
                <c:pt idx="20609">
                  <c:v>0.30679851757351723</c:v>
                </c:pt>
                <c:pt idx="20610">
                  <c:v>0.30681173049398092</c:v>
                </c:pt>
                <c:pt idx="20611">
                  <c:v>0.30683175038159738</c:v>
                </c:pt>
                <c:pt idx="20612">
                  <c:v>0.30686737445456863</c:v>
                </c:pt>
                <c:pt idx="20613">
                  <c:v>0.306888370950199</c:v>
                </c:pt>
                <c:pt idx="20614">
                  <c:v>0.30690744093041267</c:v>
                </c:pt>
                <c:pt idx="20615">
                  <c:v>0.30691081988905972</c:v>
                </c:pt>
                <c:pt idx="20616">
                  <c:v>0.30691151072967904</c:v>
                </c:pt>
                <c:pt idx="20617">
                  <c:v>0.30697525252084384</c:v>
                </c:pt>
                <c:pt idx="20618">
                  <c:v>0.30701934938555026</c:v>
                </c:pt>
                <c:pt idx="20619">
                  <c:v>0.3070337435954546</c:v>
                </c:pt>
                <c:pt idx="20620">
                  <c:v>0.30707650339831732</c:v>
                </c:pt>
                <c:pt idx="20621">
                  <c:v>0.30708031348556325</c:v>
                </c:pt>
                <c:pt idx="20622">
                  <c:v>0.30708865630290677</c:v>
                </c:pt>
                <c:pt idx="20623">
                  <c:v>0.30711349287079776</c:v>
                </c:pt>
                <c:pt idx="20624">
                  <c:v>0.30715477026034527</c:v>
                </c:pt>
                <c:pt idx="20625">
                  <c:v>0.30720960004963138</c:v>
                </c:pt>
                <c:pt idx="20626">
                  <c:v>0.3072410268438992</c:v>
                </c:pt>
                <c:pt idx="20627">
                  <c:v>0.30726614672529667</c:v>
                </c:pt>
                <c:pt idx="20628">
                  <c:v>0.30728226040773576</c:v>
                </c:pt>
                <c:pt idx="20629">
                  <c:v>0.30728698287091188</c:v>
                </c:pt>
                <c:pt idx="20630">
                  <c:v>0.3073114130104061</c:v>
                </c:pt>
                <c:pt idx="20631">
                  <c:v>0.3073563923294737</c:v>
                </c:pt>
                <c:pt idx="20632">
                  <c:v>0.30738546996044541</c:v>
                </c:pt>
                <c:pt idx="20633">
                  <c:v>0.30739749939822186</c:v>
                </c:pt>
                <c:pt idx="20634">
                  <c:v>0.3074018794228226</c:v>
                </c:pt>
                <c:pt idx="20635">
                  <c:v>0.30741679082230722</c:v>
                </c:pt>
                <c:pt idx="20636">
                  <c:v>0.30744354830961235</c:v>
                </c:pt>
                <c:pt idx="20637">
                  <c:v>0.30748193687529829</c:v>
                </c:pt>
                <c:pt idx="20638">
                  <c:v>0.3075100786526398</c:v>
                </c:pt>
                <c:pt idx="20639">
                  <c:v>0.30752409918788431</c:v>
                </c:pt>
                <c:pt idx="20640">
                  <c:v>0.30752517528745615</c:v>
                </c:pt>
                <c:pt idx="20641">
                  <c:v>0.3075362387891582</c:v>
                </c:pt>
                <c:pt idx="20642">
                  <c:v>0.30758231282795212</c:v>
                </c:pt>
                <c:pt idx="20643">
                  <c:v>0.30762061350039716</c:v>
                </c:pt>
                <c:pt idx="20644">
                  <c:v>0.30763978462924602</c:v>
                </c:pt>
                <c:pt idx="20645">
                  <c:v>0.30764138651255235</c:v>
                </c:pt>
                <c:pt idx="20646">
                  <c:v>0.30765513646384701</c:v>
                </c:pt>
                <c:pt idx="20647">
                  <c:v>0.30777926749007317</c:v>
                </c:pt>
                <c:pt idx="20648">
                  <c:v>0.30778163337061021</c:v>
                </c:pt>
                <c:pt idx="20649">
                  <c:v>0.30786448491748203</c:v>
                </c:pt>
                <c:pt idx="20650">
                  <c:v>0.30788841125507971</c:v>
                </c:pt>
                <c:pt idx="20651">
                  <c:v>0.30793770385809727</c:v>
                </c:pt>
                <c:pt idx="20652">
                  <c:v>0.30796634134633555</c:v>
                </c:pt>
                <c:pt idx="20653">
                  <c:v>0.30802075938668994</c:v>
                </c:pt>
                <c:pt idx="20654">
                  <c:v>0.30806026977202505</c:v>
                </c:pt>
                <c:pt idx="20655">
                  <c:v>0.30814027469426075</c:v>
                </c:pt>
                <c:pt idx="20656">
                  <c:v>0.30815642753824091</c:v>
                </c:pt>
                <c:pt idx="20657">
                  <c:v>0.30816935077113727</c:v>
                </c:pt>
                <c:pt idx="20658">
                  <c:v>0.30823293762793386</c:v>
                </c:pt>
                <c:pt idx="20659">
                  <c:v>0.30829763425993845</c:v>
                </c:pt>
                <c:pt idx="20660">
                  <c:v>0.30832020365581186</c:v>
                </c:pt>
                <c:pt idx="20661">
                  <c:v>0.3083407574032897</c:v>
                </c:pt>
                <c:pt idx="20662">
                  <c:v>0.30846688262331801</c:v>
                </c:pt>
                <c:pt idx="20663">
                  <c:v>0.30850920162697643</c:v>
                </c:pt>
                <c:pt idx="20664">
                  <c:v>0.30852708765720038</c:v>
                </c:pt>
                <c:pt idx="20665">
                  <c:v>0.30856749627854607</c:v>
                </c:pt>
                <c:pt idx="20666">
                  <c:v>0.30859809841779468</c:v>
                </c:pt>
                <c:pt idx="20667">
                  <c:v>0.30860894641724712</c:v>
                </c:pt>
                <c:pt idx="20668">
                  <c:v>0.30863932850722109</c:v>
                </c:pt>
                <c:pt idx="20669">
                  <c:v>0.30876321904633114</c:v>
                </c:pt>
                <c:pt idx="20670">
                  <c:v>0.30876744108494736</c:v>
                </c:pt>
                <c:pt idx="20671">
                  <c:v>0.30877594588904267</c:v>
                </c:pt>
                <c:pt idx="20672">
                  <c:v>0.30878616178646612</c:v>
                </c:pt>
                <c:pt idx="20673">
                  <c:v>0.30879671510240975</c:v>
                </c:pt>
                <c:pt idx="20674">
                  <c:v>0.30887690050899036</c:v>
                </c:pt>
                <c:pt idx="20675">
                  <c:v>0.30891179005740577</c:v>
                </c:pt>
                <c:pt idx="20676">
                  <c:v>0.30892265719388062</c:v>
                </c:pt>
                <c:pt idx="20677">
                  <c:v>0.30896406022734046</c:v>
                </c:pt>
                <c:pt idx="20678">
                  <c:v>0.30899534526238887</c:v>
                </c:pt>
                <c:pt idx="20679">
                  <c:v>0.30902682978447249</c:v>
                </c:pt>
                <c:pt idx="20680">
                  <c:v>0.30908581905195837</c:v>
                </c:pt>
                <c:pt idx="20681">
                  <c:v>0.30909002290737941</c:v>
                </c:pt>
                <c:pt idx="20682">
                  <c:v>0.3090940898815307</c:v>
                </c:pt>
                <c:pt idx="20683">
                  <c:v>0.30914877895642828</c:v>
                </c:pt>
                <c:pt idx="20684">
                  <c:v>0.30924594807814143</c:v>
                </c:pt>
                <c:pt idx="20685">
                  <c:v>0.30926257624961589</c:v>
                </c:pt>
                <c:pt idx="20686">
                  <c:v>0.30929749016152303</c:v>
                </c:pt>
                <c:pt idx="20687">
                  <c:v>0.3092994638642968</c:v>
                </c:pt>
                <c:pt idx="20688">
                  <c:v>0.30932016350724406</c:v>
                </c:pt>
                <c:pt idx="20689">
                  <c:v>0.30932066079452863</c:v>
                </c:pt>
                <c:pt idx="20690">
                  <c:v>0.30938800457958199</c:v>
                </c:pt>
                <c:pt idx="20691">
                  <c:v>0.30939043640984787</c:v>
                </c:pt>
                <c:pt idx="20692">
                  <c:v>0.30942528844188782</c:v>
                </c:pt>
                <c:pt idx="20693">
                  <c:v>0.30944974287989391</c:v>
                </c:pt>
                <c:pt idx="20694">
                  <c:v>0.30948856897999283</c:v>
                </c:pt>
                <c:pt idx="20695">
                  <c:v>0.30949147159310059</c:v>
                </c:pt>
                <c:pt idx="20696">
                  <c:v>0.30949715706830738</c:v>
                </c:pt>
                <c:pt idx="20697">
                  <c:v>0.30951507299731068</c:v>
                </c:pt>
                <c:pt idx="20698">
                  <c:v>0.30954440032060676</c:v>
                </c:pt>
                <c:pt idx="20699">
                  <c:v>0.30955451935814382</c:v>
                </c:pt>
                <c:pt idx="20700">
                  <c:v>0.30963317789130551</c:v>
                </c:pt>
                <c:pt idx="20701">
                  <c:v>0.30967118528666404</c:v>
                </c:pt>
                <c:pt idx="20702">
                  <c:v>0.30968461863071917</c:v>
                </c:pt>
                <c:pt idx="20703">
                  <c:v>0.30978280314351397</c:v>
                </c:pt>
                <c:pt idx="20704">
                  <c:v>0.30978518046162956</c:v>
                </c:pt>
                <c:pt idx="20705">
                  <c:v>0.3097995084907324</c:v>
                </c:pt>
                <c:pt idx="20706">
                  <c:v>0.30980092742899928</c:v>
                </c:pt>
                <c:pt idx="20707">
                  <c:v>0.30980344156509354</c:v>
                </c:pt>
                <c:pt idx="20708">
                  <c:v>0.30981469295606479</c:v>
                </c:pt>
                <c:pt idx="20709">
                  <c:v>0.30985959909965388</c:v>
                </c:pt>
                <c:pt idx="20710">
                  <c:v>0.30987572929928531</c:v>
                </c:pt>
                <c:pt idx="20711">
                  <c:v>0.30988583361134547</c:v>
                </c:pt>
                <c:pt idx="20712">
                  <c:v>0.30991843640125943</c:v>
                </c:pt>
                <c:pt idx="20713">
                  <c:v>0.30992824325066254</c:v>
                </c:pt>
                <c:pt idx="20714">
                  <c:v>0.31010221835368995</c:v>
                </c:pt>
                <c:pt idx="20715">
                  <c:v>0.31010908134767362</c:v>
                </c:pt>
                <c:pt idx="20716">
                  <c:v>0.3101118302121717</c:v>
                </c:pt>
                <c:pt idx="20717">
                  <c:v>0.3101338557571684</c:v>
                </c:pt>
                <c:pt idx="20718">
                  <c:v>0.31015366837284392</c:v>
                </c:pt>
                <c:pt idx="20719">
                  <c:v>0.31016029117261323</c:v>
                </c:pt>
                <c:pt idx="20720">
                  <c:v>0.31018209379689071</c:v>
                </c:pt>
                <c:pt idx="20721">
                  <c:v>0.31022181262440901</c:v>
                </c:pt>
                <c:pt idx="20722">
                  <c:v>0.31022860765422805</c:v>
                </c:pt>
                <c:pt idx="20723">
                  <c:v>0.31028143732197627</c:v>
                </c:pt>
                <c:pt idx="20724">
                  <c:v>0.31028312271237612</c:v>
                </c:pt>
                <c:pt idx="20725">
                  <c:v>0.31032447862755352</c:v>
                </c:pt>
                <c:pt idx="20726">
                  <c:v>0.31036729357144127</c:v>
                </c:pt>
                <c:pt idx="20727">
                  <c:v>0.31037241499482981</c:v>
                </c:pt>
                <c:pt idx="20728">
                  <c:v>0.31045476024915264</c:v>
                </c:pt>
                <c:pt idx="20729">
                  <c:v>0.31048839468943096</c:v>
                </c:pt>
                <c:pt idx="20730">
                  <c:v>0.31058872625577832</c:v>
                </c:pt>
                <c:pt idx="20731">
                  <c:v>0.3106227350224538</c:v>
                </c:pt>
                <c:pt idx="20732">
                  <c:v>0.31064038412335887</c:v>
                </c:pt>
                <c:pt idx="20733">
                  <c:v>0.31069746641195056</c:v>
                </c:pt>
                <c:pt idx="20734">
                  <c:v>0.31070393571636229</c:v>
                </c:pt>
                <c:pt idx="20735">
                  <c:v>0.31078401014032275</c:v>
                </c:pt>
                <c:pt idx="20736">
                  <c:v>0.31079928369361987</c:v>
                </c:pt>
                <c:pt idx="20737">
                  <c:v>0.31083262072251178</c:v>
                </c:pt>
                <c:pt idx="20738">
                  <c:v>0.31086525665859399</c:v>
                </c:pt>
                <c:pt idx="20739">
                  <c:v>0.31091702283535499</c:v>
                </c:pt>
                <c:pt idx="20740">
                  <c:v>0.31092923507513198</c:v>
                </c:pt>
                <c:pt idx="20741">
                  <c:v>0.31097509849159188</c:v>
                </c:pt>
                <c:pt idx="20742">
                  <c:v>0.31101442287008929</c:v>
                </c:pt>
                <c:pt idx="20743">
                  <c:v>0.3110657352412417</c:v>
                </c:pt>
                <c:pt idx="20744">
                  <c:v>0.31107576408395399</c:v>
                </c:pt>
                <c:pt idx="20745">
                  <c:v>0.31114627242161674</c:v>
                </c:pt>
                <c:pt idx="20746">
                  <c:v>0.31119607021089685</c:v>
                </c:pt>
                <c:pt idx="20747">
                  <c:v>0.31120928193645719</c:v>
                </c:pt>
                <c:pt idx="20748">
                  <c:v>0.31131486501970229</c:v>
                </c:pt>
                <c:pt idx="20749">
                  <c:v>0.31132770802512383</c:v>
                </c:pt>
                <c:pt idx="20750">
                  <c:v>0.31140154349785748</c:v>
                </c:pt>
                <c:pt idx="20751">
                  <c:v>0.31140697031071068</c:v>
                </c:pt>
                <c:pt idx="20752">
                  <c:v>0.31141468623562074</c:v>
                </c:pt>
                <c:pt idx="20753">
                  <c:v>0.31142175559730617</c:v>
                </c:pt>
                <c:pt idx="20754">
                  <c:v>0.31143078076129199</c:v>
                </c:pt>
                <c:pt idx="20755">
                  <c:v>0.31144972882688932</c:v>
                </c:pt>
                <c:pt idx="20756">
                  <c:v>0.31151380517239985</c:v>
                </c:pt>
                <c:pt idx="20757">
                  <c:v>0.31152010929454466</c:v>
                </c:pt>
                <c:pt idx="20758">
                  <c:v>0.31156488798225268</c:v>
                </c:pt>
                <c:pt idx="20759">
                  <c:v>0.31156782034366753</c:v>
                </c:pt>
                <c:pt idx="20760">
                  <c:v>0.31158711662545796</c:v>
                </c:pt>
                <c:pt idx="20761">
                  <c:v>0.3116474485666863</c:v>
                </c:pt>
                <c:pt idx="20762">
                  <c:v>0.31168238545232191</c:v>
                </c:pt>
                <c:pt idx="20763">
                  <c:v>0.31170761230401473</c:v>
                </c:pt>
                <c:pt idx="20764">
                  <c:v>0.31172507992708864</c:v>
                </c:pt>
                <c:pt idx="20765">
                  <c:v>0.31172884008246454</c:v>
                </c:pt>
                <c:pt idx="20766">
                  <c:v>0.31172988066442414</c:v>
                </c:pt>
                <c:pt idx="20767">
                  <c:v>0.31175611503561806</c:v>
                </c:pt>
                <c:pt idx="20768">
                  <c:v>0.31177185493796988</c:v>
                </c:pt>
                <c:pt idx="20769">
                  <c:v>0.31177496254591958</c:v>
                </c:pt>
                <c:pt idx="20770">
                  <c:v>0.31186163682256407</c:v>
                </c:pt>
                <c:pt idx="20771">
                  <c:v>0.31186259238067027</c:v>
                </c:pt>
                <c:pt idx="20772">
                  <c:v>0.31193133993750238</c:v>
                </c:pt>
                <c:pt idx="20773">
                  <c:v>0.31197236559790525</c:v>
                </c:pt>
                <c:pt idx="20774">
                  <c:v>0.31197879362291936</c:v>
                </c:pt>
                <c:pt idx="20775">
                  <c:v>0.31198020933457921</c:v>
                </c:pt>
                <c:pt idx="20776">
                  <c:v>0.31198315051092546</c:v>
                </c:pt>
                <c:pt idx="20777">
                  <c:v>0.31200622152322605</c:v>
                </c:pt>
                <c:pt idx="20778">
                  <c:v>0.3120234205875565</c:v>
                </c:pt>
                <c:pt idx="20779">
                  <c:v>0.31204616720060524</c:v>
                </c:pt>
                <c:pt idx="20780">
                  <c:v>0.31206063116711424</c:v>
                </c:pt>
                <c:pt idx="20781">
                  <c:v>0.31209678131382457</c:v>
                </c:pt>
                <c:pt idx="20782">
                  <c:v>0.31213633759343107</c:v>
                </c:pt>
                <c:pt idx="20783">
                  <c:v>0.31217312301827177</c:v>
                </c:pt>
                <c:pt idx="20784">
                  <c:v>0.31218361727195504</c:v>
                </c:pt>
                <c:pt idx="20785">
                  <c:v>0.31228527702129855</c:v>
                </c:pt>
                <c:pt idx="20786">
                  <c:v>0.31233787811382513</c:v>
                </c:pt>
                <c:pt idx="20787">
                  <c:v>0.31234623861562882</c:v>
                </c:pt>
                <c:pt idx="20788">
                  <c:v>0.31239612429272007</c:v>
                </c:pt>
                <c:pt idx="20789">
                  <c:v>0.31239963386290048</c:v>
                </c:pt>
                <c:pt idx="20790">
                  <c:v>0.31242264642967438</c:v>
                </c:pt>
                <c:pt idx="20791">
                  <c:v>0.31246086374696574</c:v>
                </c:pt>
                <c:pt idx="20792">
                  <c:v>0.31252438240705593</c:v>
                </c:pt>
                <c:pt idx="20793">
                  <c:v>0.31254674211561856</c:v>
                </c:pt>
                <c:pt idx="20794">
                  <c:v>0.31255315732031991</c:v>
                </c:pt>
                <c:pt idx="20795">
                  <c:v>0.31255907992926063</c:v>
                </c:pt>
                <c:pt idx="20796">
                  <c:v>0.31256617231030759</c:v>
                </c:pt>
                <c:pt idx="20797">
                  <c:v>0.31257910894512997</c:v>
                </c:pt>
                <c:pt idx="20798">
                  <c:v>0.31261206632998667</c:v>
                </c:pt>
                <c:pt idx="20799">
                  <c:v>0.31266442741356343</c:v>
                </c:pt>
                <c:pt idx="20800">
                  <c:v>0.31271144543661988</c:v>
                </c:pt>
                <c:pt idx="20801">
                  <c:v>0.31271388151129903</c:v>
                </c:pt>
                <c:pt idx="20802">
                  <c:v>0.31274516492563054</c:v>
                </c:pt>
                <c:pt idx="20803">
                  <c:v>0.31279677170586895</c:v>
                </c:pt>
                <c:pt idx="20804">
                  <c:v>0.31284216055412739</c:v>
                </c:pt>
                <c:pt idx="20805">
                  <c:v>0.31286903569877206</c:v>
                </c:pt>
                <c:pt idx="20806">
                  <c:v>0.31290772136345835</c:v>
                </c:pt>
                <c:pt idx="20807">
                  <c:v>0.31291333406866489</c:v>
                </c:pt>
                <c:pt idx="20808">
                  <c:v>0.31294828808733416</c:v>
                </c:pt>
                <c:pt idx="20809">
                  <c:v>0.31296154865406989</c:v>
                </c:pt>
                <c:pt idx="20810">
                  <c:v>0.31298638276153384</c:v>
                </c:pt>
                <c:pt idx="20811">
                  <c:v>0.31300075783067349</c:v>
                </c:pt>
                <c:pt idx="20812">
                  <c:v>0.31302762433470943</c:v>
                </c:pt>
                <c:pt idx="20813">
                  <c:v>0.31303560380809631</c:v>
                </c:pt>
                <c:pt idx="20814">
                  <c:v>0.31307965183826453</c:v>
                </c:pt>
                <c:pt idx="20815">
                  <c:v>0.31308876749916009</c:v>
                </c:pt>
                <c:pt idx="20816">
                  <c:v>0.31310090022033688</c:v>
                </c:pt>
                <c:pt idx="20817">
                  <c:v>0.31316379211352591</c:v>
                </c:pt>
                <c:pt idx="20818">
                  <c:v>0.31320466749699816</c:v>
                </c:pt>
                <c:pt idx="20819">
                  <c:v>0.31324899964765396</c:v>
                </c:pt>
                <c:pt idx="20820">
                  <c:v>0.31325456589776457</c:v>
                </c:pt>
                <c:pt idx="20821">
                  <c:v>0.3132563499612166</c:v>
                </c:pt>
                <c:pt idx="20822">
                  <c:v>0.31325830681973699</c:v>
                </c:pt>
                <c:pt idx="20823">
                  <c:v>0.31329877892327718</c:v>
                </c:pt>
                <c:pt idx="20824">
                  <c:v>0.31331536711908453</c:v>
                </c:pt>
                <c:pt idx="20825">
                  <c:v>0.31333449275174147</c:v>
                </c:pt>
                <c:pt idx="20826">
                  <c:v>0.31340509753181406</c:v>
                </c:pt>
                <c:pt idx="20827">
                  <c:v>0.31349546290806862</c:v>
                </c:pt>
                <c:pt idx="20828">
                  <c:v>0.31353857771622701</c:v>
                </c:pt>
                <c:pt idx="20829">
                  <c:v>0.31357263661534529</c:v>
                </c:pt>
                <c:pt idx="20830">
                  <c:v>0.3136264079339392</c:v>
                </c:pt>
                <c:pt idx="20831">
                  <c:v>0.31365598270665851</c:v>
                </c:pt>
                <c:pt idx="20832">
                  <c:v>0.31373204945655953</c:v>
                </c:pt>
                <c:pt idx="20833">
                  <c:v>0.3137452958723046</c:v>
                </c:pt>
                <c:pt idx="20834">
                  <c:v>0.31377245123906117</c:v>
                </c:pt>
                <c:pt idx="20835">
                  <c:v>0.31377463402292005</c:v>
                </c:pt>
                <c:pt idx="20836">
                  <c:v>0.31378412064214345</c:v>
                </c:pt>
                <c:pt idx="20837">
                  <c:v>0.31380251730093112</c:v>
                </c:pt>
                <c:pt idx="20838">
                  <c:v>0.31385132990135928</c:v>
                </c:pt>
                <c:pt idx="20839">
                  <c:v>0.31385194676451089</c:v>
                </c:pt>
                <c:pt idx="20840">
                  <c:v>0.31389184830666128</c:v>
                </c:pt>
                <c:pt idx="20841">
                  <c:v>0.31390635835736802</c:v>
                </c:pt>
                <c:pt idx="20842">
                  <c:v>0.31395562902202068</c:v>
                </c:pt>
                <c:pt idx="20843">
                  <c:v>0.31396823503903648</c:v>
                </c:pt>
                <c:pt idx="20844">
                  <c:v>0.31402910573831816</c:v>
                </c:pt>
                <c:pt idx="20845">
                  <c:v>0.31403157341194687</c:v>
                </c:pt>
                <c:pt idx="20846">
                  <c:v>0.31407270851221947</c:v>
                </c:pt>
                <c:pt idx="20847">
                  <c:v>0.31408134665581544</c:v>
                </c:pt>
                <c:pt idx="20848">
                  <c:v>0.3141696919597205</c:v>
                </c:pt>
                <c:pt idx="20849">
                  <c:v>0.31419257801785022</c:v>
                </c:pt>
                <c:pt idx="20850">
                  <c:v>0.31425026346632329</c:v>
                </c:pt>
                <c:pt idx="20851">
                  <c:v>0.31426096463270231</c:v>
                </c:pt>
                <c:pt idx="20852">
                  <c:v>0.31429159612916696</c:v>
                </c:pt>
                <c:pt idx="20853">
                  <c:v>0.31429806399205501</c:v>
                </c:pt>
                <c:pt idx="20854">
                  <c:v>0.31431611450628522</c:v>
                </c:pt>
                <c:pt idx="20855">
                  <c:v>0.31437889169182798</c:v>
                </c:pt>
                <c:pt idx="20856">
                  <c:v>0.31439549344035606</c:v>
                </c:pt>
                <c:pt idx="20857">
                  <c:v>0.31441262226432742</c:v>
                </c:pt>
                <c:pt idx="20858">
                  <c:v>0.31442344969253772</c:v>
                </c:pt>
                <c:pt idx="20859">
                  <c:v>0.31442429059231031</c:v>
                </c:pt>
                <c:pt idx="20860">
                  <c:v>0.31444795385202168</c:v>
                </c:pt>
                <c:pt idx="20861">
                  <c:v>0.31449094176814352</c:v>
                </c:pt>
                <c:pt idx="20862">
                  <c:v>0.31449890612120146</c:v>
                </c:pt>
                <c:pt idx="20863">
                  <c:v>0.31452258290028812</c:v>
                </c:pt>
                <c:pt idx="20864">
                  <c:v>0.31453728868113257</c:v>
                </c:pt>
                <c:pt idx="20865">
                  <c:v>0.31455596269310743</c:v>
                </c:pt>
                <c:pt idx="20866">
                  <c:v>0.31455683783844846</c:v>
                </c:pt>
                <c:pt idx="20867">
                  <c:v>0.31459125360001411</c:v>
                </c:pt>
                <c:pt idx="20868">
                  <c:v>0.31459267850653733</c:v>
                </c:pt>
                <c:pt idx="20869">
                  <c:v>0.314647827170285</c:v>
                </c:pt>
                <c:pt idx="20870">
                  <c:v>0.3146667032448438</c:v>
                </c:pt>
                <c:pt idx="20871">
                  <c:v>0.3147139706215259</c:v>
                </c:pt>
                <c:pt idx="20872">
                  <c:v>0.31471992112515157</c:v>
                </c:pt>
                <c:pt idx="20873">
                  <c:v>0.31481321807095403</c:v>
                </c:pt>
                <c:pt idx="20874">
                  <c:v>0.31484917246622529</c:v>
                </c:pt>
                <c:pt idx="20875">
                  <c:v>0.3148556117096723</c:v>
                </c:pt>
                <c:pt idx="20876">
                  <c:v>0.31486312753558787</c:v>
                </c:pt>
                <c:pt idx="20877">
                  <c:v>0.31492783719951001</c:v>
                </c:pt>
                <c:pt idx="20878">
                  <c:v>0.31496998760205924</c:v>
                </c:pt>
                <c:pt idx="20879">
                  <c:v>0.31503967705551561</c:v>
                </c:pt>
                <c:pt idx="20880">
                  <c:v>0.31512284449841099</c:v>
                </c:pt>
                <c:pt idx="20881">
                  <c:v>0.31514710022136549</c:v>
                </c:pt>
                <c:pt idx="20882">
                  <c:v>0.3151708618938267</c:v>
                </c:pt>
                <c:pt idx="20883">
                  <c:v>0.31524909892175135</c:v>
                </c:pt>
                <c:pt idx="20884">
                  <c:v>0.31524957381207708</c:v>
                </c:pt>
                <c:pt idx="20885">
                  <c:v>0.31525911176133836</c:v>
                </c:pt>
                <c:pt idx="20886">
                  <c:v>0.31525963853930589</c:v>
                </c:pt>
                <c:pt idx="20887">
                  <c:v>0.31528599390889139</c:v>
                </c:pt>
                <c:pt idx="20888">
                  <c:v>0.31531673278977695</c:v>
                </c:pt>
                <c:pt idx="20889">
                  <c:v>0.31534917339110946</c:v>
                </c:pt>
                <c:pt idx="20890">
                  <c:v>0.3153752648532232</c:v>
                </c:pt>
                <c:pt idx="20891">
                  <c:v>0.31540284419125691</c:v>
                </c:pt>
                <c:pt idx="20892">
                  <c:v>0.31543465223371819</c:v>
                </c:pt>
                <c:pt idx="20893">
                  <c:v>0.31543743170528388</c:v>
                </c:pt>
                <c:pt idx="20894">
                  <c:v>0.31544838003101422</c:v>
                </c:pt>
                <c:pt idx="20895">
                  <c:v>0.31545147284512692</c:v>
                </c:pt>
                <c:pt idx="20896">
                  <c:v>0.31545484436238275</c:v>
                </c:pt>
                <c:pt idx="20897">
                  <c:v>0.31551049107048756</c:v>
                </c:pt>
                <c:pt idx="20898">
                  <c:v>0.31551540512667903</c:v>
                </c:pt>
                <c:pt idx="20899">
                  <c:v>0.31552329749136337</c:v>
                </c:pt>
                <c:pt idx="20900">
                  <c:v>0.31553404524826212</c:v>
                </c:pt>
                <c:pt idx="20901">
                  <c:v>0.31553853929871323</c:v>
                </c:pt>
                <c:pt idx="20902">
                  <c:v>0.31561027953513227</c:v>
                </c:pt>
                <c:pt idx="20903">
                  <c:v>0.31561788261371104</c:v>
                </c:pt>
                <c:pt idx="20904">
                  <c:v>0.31563449383859532</c:v>
                </c:pt>
                <c:pt idx="20905">
                  <c:v>0.31569206260307553</c:v>
                </c:pt>
                <c:pt idx="20906">
                  <c:v>0.31569726329695241</c:v>
                </c:pt>
                <c:pt idx="20907">
                  <c:v>0.31571168031726266</c:v>
                </c:pt>
                <c:pt idx="20908">
                  <c:v>0.31577593225867684</c:v>
                </c:pt>
                <c:pt idx="20909">
                  <c:v>0.31578309936113252</c:v>
                </c:pt>
                <c:pt idx="20910">
                  <c:v>0.31579888775500958</c:v>
                </c:pt>
                <c:pt idx="20911">
                  <c:v>0.31580872287209222</c:v>
                </c:pt>
                <c:pt idx="20912">
                  <c:v>0.31584232234547743</c:v>
                </c:pt>
                <c:pt idx="20913">
                  <c:v>0.31588734240380228</c:v>
                </c:pt>
                <c:pt idx="20914">
                  <c:v>0.31588883472393858</c:v>
                </c:pt>
                <c:pt idx="20915">
                  <c:v>0.31599887083084993</c:v>
                </c:pt>
                <c:pt idx="20916">
                  <c:v>0.31602060967423634</c:v>
                </c:pt>
                <c:pt idx="20917">
                  <c:v>0.31605947245255234</c:v>
                </c:pt>
                <c:pt idx="20918">
                  <c:v>0.3160728379511662</c:v>
                </c:pt>
                <c:pt idx="20919">
                  <c:v>0.31611052976297521</c:v>
                </c:pt>
                <c:pt idx="20920">
                  <c:v>0.31611641988833389</c:v>
                </c:pt>
                <c:pt idx="20921">
                  <c:v>0.31617287887375717</c:v>
                </c:pt>
                <c:pt idx="20922">
                  <c:v>0.31625597687222451</c:v>
                </c:pt>
                <c:pt idx="20923">
                  <c:v>0.31636674338292264</c:v>
                </c:pt>
                <c:pt idx="20924">
                  <c:v>0.31637248586070754</c:v>
                </c:pt>
                <c:pt idx="20925">
                  <c:v>0.31642643748564453</c:v>
                </c:pt>
                <c:pt idx="20926">
                  <c:v>0.31643211112220676</c:v>
                </c:pt>
                <c:pt idx="20927">
                  <c:v>0.3164542089310069</c:v>
                </c:pt>
                <c:pt idx="20928">
                  <c:v>0.31647679861049371</c:v>
                </c:pt>
                <c:pt idx="20929">
                  <c:v>0.31650210528175432</c:v>
                </c:pt>
                <c:pt idx="20930">
                  <c:v>0.3165219774046511</c:v>
                </c:pt>
                <c:pt idx="20931">
                  <c:v>0.31652421096927236</c:v>
                </c:pt>
                <c:pt idx="20932">
                  <c:v>0.31658269932375876</c:v>
                </c:pt>
                <c:pt idx="20933">
                  <c:v>0.31660313861099482</c:v>
                </c:pt>
                <c:pt idx="20934">
                  <c:v>0.31660806016938947</c:v>
                </c:pt>
                <c:pt idx="20935">
                  <c:v>0.31663147236470929</c:v>
                </c:pt>
                <c:pt idx="20936">
                  <c:v>0.31667733556763811</c:v>
                </c:pt>
                <c:pt idx="20937">
                  <c:v>0.31670276210124876</c:v>
                </c:pt>
                <c:pt idx="20938">
                  <c:v>0.3167143931664102</c:v>
                </c:pt>
                <c:pt idx="20939">
                  <c:v>0.31675903563394248</c:v>
                </c:pt>
                <c:pt idx="20940">
                  <c:v>0.31678186966303867</c:v>
                </c:pt>
                <c:pt idx="20941">
                  <c:v>0.31678727353956054</c:v>
                </c:pt>
                <c:pt idx="20942">
                  <c:v>0.31682633917594455</c:v>
                </c:pt>
                <c:pt idx="20943">
                  <c:v>0.31682692050840716</c:v>
                </c:pt>
                <c:pt idx="20944">
                  <c:v>0.31691779862285707</c:v>
                </c:pt>
                <c:pt idx="20945">
                  <c:v>0.31692063048895863</c:v>
                </c:pt>
                <c:pt idx="20946">
                  <c:v>0.31699682782521615</c:v>
                </c:pt>
                <c:pt idx="20947">
                  <c:v>0.3170081772835458</c:v>
                </c:pt>
                <c:pt idx="20948">
                  <c:v>0.31704728795276599</c:v>
                </c:pt>
                <c:pt idx="20949">
                  <c:v>0.3170669582260483</c:v>
                </c:pt>
                <c:pt idx="20950">
                  <c:v>0.31706979536851648</c:v>
                </c:pt>
                <c:pt idx="20951">
                  <c:v>0.31711911058357017</c:v>
                </c:pt>
                <c:pt idx="20952">
                  <c:v>0.31717604087598</c:v>
                </c:pt>
                <c:pt idx="20953">
                  <c:v>0.31719148783493772</c:v>
                </c:pt>
                <c:pt idx="20954">
                  <c:v>0.31719478850881316</c:v>
                </c:pt>
                <c:pt idx="20955">
                  <c:v>0.31720383470796842</c:v>
                </c:pt>
                <c:pt idx="20956">
                  <c:v>0.3172673040625178</c:v>
                </c:pt>
                <c:pt idx="20957">
                  <c:v>0.31727648165318117</c:v>
                </c:pt>
                <c:pt idx="20958">
                  <c:v>0.31739708320081828</c:v>
                </c:pt>
                <c:pt idx="20959">
                  <c:v>0.317405329444017</c:v>
                </c:pt>
                <c:pt idx="20960">
                  <c:v>0.31744666532570992</c:v>
                </c:pt>
                <c:pt idx="20961">
                  <c:v>0.31745699425497614</c:v>
                </c:pt>
                <c:pt idx="20962">
                  <c:v>0.31748055010972331</c:v>
                </c:pt>
                <c:pt idx="20963">
                  <c:v>0.31755032846774095</c:v>
                </c:pt>
                <c:pt idx="20964">
                  <c:v>0.31755353167226902</c:v>
                </c:pt>
                <c:pt idx="20965">
                  <c:v>0.317583934344911</c:v>
                </c:pt>
                <c:pt idx="20966">
                  <c:v>0.31760170186692621</c:v>
                </c:pt>
                <c:pt idx="20967">
                  <c:v>0.31763153160654933</c:v>
                </c:pt>
                <c:pt idx="20968">
                  <c:v>0.31763962168180676</c:v>
                </c:pt>
                <c:pt idx="20969">
                  <c:v>0.31768376257247655</c:v>
                </c:pt>
                <c:pt idx="20970">
                  <c:v>0.31774834679989628</c:v>
                </c:pt>
                <c:pt idx="20971">
                  <c:v>0.31776172192457453</c:v>
                </c:pt>
                <c:pt idx="20972">
                  <c:v>0.31780005771877845</c:v>
                </c:pt>
                <c:pt idx="20973">
                  <c:v>0.31780863902925938</c:v>
                </c:pt>
                <c:pt idx="20974">
                  <c:v>0.3178802916424433</c:v>
                </c:pt>
                <c:pt idx="20975">
                  <c:v>0.31798382272090941</c:v>
                </c:pt>
                <c:pt idx="20976">
                  <c:v>0.31800581568194891</c:v>
                </c:pt>
                <c:pt idx="20977">
                  <c:v>0.31803628528209804</c:v>
                </c:pt>
                <c:pt idx="20978">
                  <c:v>0.31804305367038416</c:v>
                </c:pt>
                <c:pt idx="20979">
                  <c:v>0.31804809076972135</c:v>
                </c:pt>
                <c:pt idx="20980">
                  <c:v>0.3180520692200412</c:v>
                </c:pt>
                <c:pt idx="20981">
                  <c:v>0.31805307528589072</c:v>
                </c:pt>
                <c:pt idx="20982">
                  <c:v>0.31811142270255377</c:v>
                </c:pt>
                <c:pt idx="20983">
                  <c:v>0.31812845636407461</c:v>
                </c:pt>
                <c:pt idx="20984">
                  <c:v>0.31815650688709934</c:v>
                </c:pt>
                <c:pt idx="20985">
                  <c:v>0.3181586443118336</c:v>
                </c:pt>
                <c:pt idx="20986">
                  <c:v>0.31818057576327702</c:v>
                </c:pt>
                <c:pt idx="20987">
                  <c:v>0.31818142769022717</c:v>
                </c:pt>
                <c:pt idx="20988">
                  <c:v>0.31818152279940903</c:v>
                </c:pt>
                <c:pt idx="20989">
                  <c:v>0.31830291342582628</c:v>
                </c:pt>
                <c:pt idx="20990">
                  <c:v>0.31841527667960773</c:v>
                </c:pt>
                <c:pt idx="20991">
                  <c:v>0.31842268242033833</c:v>
                </c:pt>
                <c:pt idx="20992">
                  <c:v>0.31842523367116149</c:v>
                </c:pt>
                <c:pt idx="20993">
                  <c:v>0.3184889852674867</c:v>
                </c:pt>
                <c:pt idx="20994">
                  <c:v>0.31850327122137317</c:v>
                </c:pt>
                <c:pt idx="20995">
                  <c:v>0.31861944503499923</c:v>
                </c:pt>
                <c:pt idx="20996">
                  <c:v>0.31864543226301445</c:v>
                </c:pt>
                <c:pt idx="20997">
                  <c:v>0.31865962979595969</c:v>
                </c:pt>
                <c:pt idx="20998">
                  <c:v>0.31869502035707714</c:v>
                </c:pt>
                <c:pt idx="20999">
                  <c:v>0.3187720066266248</c:v>
                </c:pt>
                <c:pt idx="21000">
                  <c:v>0.31877964316777391</c:v>
                </c:pt>
                <c:pt idx="21001">
                  <c:v>0.31879176629862721</c:v>
                </c:pt>
                <c:pt idx="21002">
                  <c:v>0.31883948320167366</c:v>
                </c:pt>
                <c:pt idx="21003">
                  <c:v>0.31887302644942445</c:v>
                </c:pt>
                <c:pt idx="21004">
                  <c:v>0.31891091804037874</c:v>
                </c:pt>
                <c:pt idx="21005">
                  <c:v>0.31896416300117358</c:v>
                </c:pt>
                <c:pt idx="21006">
                  <c:v>0.31896732667594135</c:v>
                </c:pt>
                <c:pt idx="21007">
                  <c:v>0.3189986912967146</c:v>
                </c:pt>
                <c:pt idx="21008">
                  <c:v>0.31904685209957667</c:v>
                </c:pt>
                <c:pt idx="21009">
                  <c:v>0.3190565751403508</c:v>
                </c:pt>
                <c:pt idx="21010">
                  <c:v>0.31910109859448904</c:v>
                </c:pt>
                <c:pt idx="21011">
                  <c:v>0.3192136040872276</c:v>
                </c:pt>
                <c:pt idx="21012">
                  <c:v>0.31928492499801958</c:v>
                </c:pt>
                <c:pt idx="21013">
                  <c:v>0.31928724837775102</c:v>
                </c:pt>
                <c:pt idx="21014">
                  <c:v>0.31928988084121834</c:v>
                </c:pt>
                <c:pt idx="21015">
                  <c:v>0.31933052712272619</c:v>
                </c:pt>
                <c:pt idx="21016">
                  <c:v>0.31939342260173009</c:v>
                </c:pt>
                <c:pt idx="21017">
                  <c:v>0.31940600983974055</c:v>
                </c:pt>
                <c:pt idx="21018">
                  <c:v>0.31950189024003783</c:v>
                </c:pt>
                <c:pt idx="21019">
                  <c:v>0.31974244691563353</c:v>
                </c:pt>
                <c:pt idx="21020">
                  <c:v>0.31974794584478067</c:v>
                </c:pt>
                <c:pt idx="21021">
                  <c:v>0.31977322455272272</c:v>
                </c:pt>
                <c:pt idx="21022">
                  <c:v>0.31977596616547116</c:v>
                </c:pt>
                <c:pt idx="21023">
                  <c:v>0.31978944879252497</c:v>
                </c:pt>
                <c:pt idx="21024">
                  <c:v>0.32000235475731925</c:v>
                </c:pt>
                <c:pt idx="21025">
                  <c:v>0.32004280859187317</c:v>
                </c:pt>
                <c:pt idx="21026">
                  <c:v>0.3200889097434208</c:v>
                </c:pt>
                <c:pt idx="21027">
                  <c:v>0.32010159836698981</c:v>
                </c:pt>
                <c:pt idx="21028">
                  <c:v>0.32013089806024175</c:v>
                </c:pt>
                <c:pt idx="21029">
                  <c:v>0.32014286746389481</c:v>
                </c:pt>
                <c:pt idx="21030">
                  <c:v>0.32016962147934247</c:v>
                </c:pt>
                <c:pt idx="21031">
                  <c:v>0.32018027005262878</c:v>
                </c:pt>
                <c:pt idx="21032">
                  <c:v>0.32018523239122032</c:v>
                </c:pt>
                <c:pt idx="21033">
                  <c:v>0.32025745220906748</c:v>
                </c:pt>
                <c:pt idx="21034">
                  <c:v>0.32036067119024297</c:v>
                </c:pt>
                <c:pt idx="21035">
                  <c:v>0.32036859476467766</c:v>
                </c:pt>
                <c:pt idx="21036">
                  <c:v>0.32037133777328825</c:v>
                </c:pt>
                <c:pt idx="21037">
                  <c:v>0.32045022914074761</c:v>
                </c:pt>
                <c:pt idx="21038">
                  <c:v>0.32045134686420967</c:v>
                </c:pt>
                <c:pt idx="21039">
                  <c:v>0.32045337228587106</c:v>
                </c:pt>
                <c:pt idx="21040">
                  <c:v>0.32056008076880649</c:v>
                </c:pt>
                <c:pt idx="21041">
                  <c:v>0.3205668271356098</c:v>
                </c:pt>
                <c:pt idx="21042">
                  <c:v>0.32057796666381627</c:v>
                </c:pt>
                <c:pt idx="21043">
                  <c:v>0.32057981906921873</c:v>
                </c:pt>
                <c:pt idx="21044">
                  <c:v>0.32058233734500463</c:v>
                </c:pt>
                <c:pt idx="21045">
                  <c:v>0.32064077833313354</c:v>
                </c:pt>
                <c:pt idx="21046">
                  <c:v>0.32065097667749892</c:v>
                </c:pt>
                <c:pt idx="21047">
                  <c:v>0.32067917772266308</c:v>
                </c:pt>
                <c:pt idx="21048">
                  <c:v>0.32067996657884046</c:v>
                </c:pt>
                <c:pt idx="21049">
                  <c:v>0.32069585271218776</c:v>
                </c:pt>
                <c:pt idx="21050">
                  <c:v>0.32074669046000387</c:v>
                </c:pt>
                <c:pt idx="21051">
                  <c:v>0.32077928527700061</c:v>
                </c:pt>
                <c:pt idx="21052">
                  <c:v>0.32079000638972771</c:v>
                </c:pt>
                <c:pt idx="21053">
                  <c:v>0.32083200472209183</c:v>
                </c:pt>
                <c:pt idx="21054">
                  <c:v>0.32083892045749629</c:v>
                </c:pt>
                <c:pt idx="21055">
                  <c:v>0.32084352987382436</c:v>
                </c:pt>
                <c:pt idx="21056">
                  <c:v>0.3208493331152798</c:v>
                </c:pt>
                <c:pt idx="21057">
                  <c:v>0.32085324468272564</c:v>
                </c:pt>
                <c:pt idx="21058">
                  <c:v>0.32094818298719846</c:v>
                </c:pt>
                <c:pt idx="21059">
                  <c:v>0.32097645065705116</c:v>
                </c:pt>
                <c:pt idx="21060">
                  <c:v>0.32100382317648973</c:v>
                </c:pt>
                <c:pt idx="21061">
                  <c:v>0.32104706968920715</c:v>
                </c:pt>
                <c:pt idx="21062">
                  <c:v>0.32107014793366728</c:v>
                </c:pt>
                <c:pt idx="21063">
                  <c:v>0.32111002339805833</c:v>
                </c:pt>
                <c:pt idx="21064">
                  <c:v>0.32111541798041698</c:v>
                </c:pt>
                <c:pt idx="21065">
                  <c:v>0.32111691204112347</c:v>
                </c:pt>
                <c:pt idx="21066">
                  <c:v>0.32114726212017036</c:v>
                </c:pt>
                <c:pt idx="21067">
                  <c:v>0.32117483803202324</c:v>
                </c:pt>
                <c:pt idx="21068">
                  <c:v>0.32117989149980314</c:v>
                </c:pt>
                <c:pt idx="21069">
                  <c:v>0.32119424629032267</c:v>
                </c:pt>
                <c:pt idx="21070">
                  <c:v>0.32121503589135181</c:v>
                </c:pt>
                <c:pt idx="21071">
                  <c:v>0.32122991595245848</c:v>
                </c:pt>
                <c:pt idx="21072">
                  <c:v>0.32131886497090073</c:v>
                </c:pt>
                <c:pt idx="21073">
                  <c:v>0.32132975868405811</c:v>
                </c:pt>
                <c:pt idx="21074">
                  <c:v>0.32134636802352157</c:v>
                </c:pt>
                <c:pt idx="21075">
                  <c:v>0.32135758043410245</c:v>
                </c:pt>
                <c:pt idx="21076">
                  <c:v>0.32139867584487769</c:v>
                </c:pt>
                <c:pt idx="21077">
                  <c:v>0.32140654933124829</c:v>
                </c:pt>
                <c:pt idx="21078">
                  <c:v>0.32143871905323446</c:v>
                </c:pt>
                <c:pt idx="21079">
                  <c:v>0.32144295443231763</c:v>
                </c:pt>
                <c:pt idx="21080">
                  <c:v>0.32144648556314181</c:v>
                </c:pt>
                <c:pt idx="21081">
                  <c:v>0.32148512924000544</c:v>
                </c:pt>
                <c:pt idx="21082">
                  <c:v>0.32148833943153454</c:v>
                </c:pt>
                <c:pt idx="21083">
                  <c:v>0.32150109635420721</c:v>
                </c:pt>
                <c:pt idx="21084">
                  <c:v>0.32160730775640012</c:v>
                </c:pt>
                <c:pt idx="21085">
                  <c:v>0.32165608349216102</c:v>
                </c:pt>
                <c:pt idx="21086">
                  <c:v>0.32171879233006423</c:v>
                </c:pt>
                <c:pt idx="21087">
                  <c:v>0.32174051388866892</c:v>
                </c:pt>
                <c:pt idx="21088">
                  <c:v>0.32177170471692207</c:v>
                </c:pt>
                <c:pt idx="21089">
                  <c:v>0.32184713383453772</c:v>
                </c:pt>
                <c:pt idx="21090">
                  <c:v>0.32186113104825287</c:v>
                </c:pt>
                <c:pt idx="21091">
                  <c:v>0.32187092191257438</c:v>
                </c:pt>
                <c:pt idx="21092">
                  <c:v>0.32192953174638089</c:v>
                </c:pt>
                <c:pt idx="21093">
                  <c:v>0.32194006154164712</c:v>
                </c:pt>
                <c:pt idx="21094">
                  <c:v>0.32194623364394942</c:v>
                </c:pt>
                <c:pt idx="21095">
                  <c:v>0.32198748506440789</c:v>
                </c:pt>
                <c:pt idx="21096">
                  <c:v>0.32201855079140174</c:v>
                </c:pt>
                <c:pt idx="21097">
                  <c:v>0.32202575516783088</c:v>
                </c:pt>
                <c:pt idx="21098">
                  <c:v>0.32205063962138303</c:v>
                </c:pt>
                <c:pt idx="21099">
                  <c:v>0.32205642745555857</c:v>
                </c:pt>
                <c:pt idx="21100">
                  <c:v>0.32206815794378368</c:v>
                </c:pt>
                <c:pt idx="21101">
                  <c:v>0.32212719762979619</c:v>
                </c:pt>
                <c:pt idx="21102">
                  <c:v>0.32213028775480496</c:v>
                </c:pt>
                <c:pt idx="21103">
                  <c:v>0.32215407444517596</c:v>
                </c:pt>
                <c:pt idx="21104">
                  <c:v>0.32217400006053926</c:v>
                </c:pt>
                <c:pt idx="21105">
                  <c:v>0.32224227766308272</c:v>
                </c:pt>
                <c:pt idx="21106">
                  <c:v>0.32228434953486201</c:v>
                </c:pt>
                <c:pt idx="21107">
                  <c:v>0.32229661583885388</c:v>
                </c:pt>
                <c:pt idx="21108">
                  <c:v>0.32237048538871793</c:v>
                </c:pt>
                <c:pt idx="21109">
                  <c:v>0.32237261982010362</c:v>
                </c:pt>
                <c:pt idx="21110">
                  <c:v>0.32238688608997612</c:v>
                </c:pt>
                <c:pt idx="21111">
                  <c:v>0.32240519938266415</c:v>
                </c:pt>
                <c:pt idx="21112">
                  <c:v>0.32247727684296734</c:v>
                </c:pt>
                <c:pt idx="21113">
                  <c:v>0.32250386052278907</c:v>
                </c:pt>
                <c:pt idx="21114">
                  <c:v>0.32251835014222413</c:v>
                </c:pt>
                <c:pt idx="21115">
                  <c:v>0.32258588827161461</c:v>
                </c:pt>
                <c:pt idx="21116">
                  <c:v>0.32269120458721262</c:v>
                </c:pt>
                <c:pt idx="21117">
                  <c:v>0.32274108471594848</c:v>
                </c:pt>
                <c:pt idx="21118">
                  <c:v>0.32274111224816349</c:v>
                </c:pt>
                <c:pt idx="21119">
                  <c:v>0.32277832643859111</c:v>
                </c:pt>
                <c:pt idx="21120">
                  <c:v>0.32278237314662073</c:v>
                </c:pt>
                <c:pt idx="21121">
                  <c:v>0.32279371099524762</c:v>
                </c:pt>
                <c:pt idx="21122">
                  <c:v>0.32280711828251896</c:v>
                </c:pt>
                <c:pt idx="21123">
                  <c:v>0.32282982613004046</c:v>
                </c:pt>
                <c:pt idx="21124">
                  <c:v>0.32286957531569122</c:v>
                </c:pt>
                <c:pt idx="21125">
                  <c:v>0.32290165493189288</c:v>
                </c:pt>
                <c:pt idx="21126">
                  <c:v>0.32292364578267635</c:v>
                </c:pt>
                <c:pt idx="21127">
                  <c:v>0.32296151897308428</c:v>
                </c:pt>
                <c:pt idx="21128">
                  <c:v>0.3229684755324761</c:v>
                </c:pt>
                <c:pt idx="21129">
                  <c:v>0.32302515037876417</c:v>
                </c:pt>
                <c:pt idx="21130">
                  <c:v>0.32303958932959326</c:v>
                </c:pt>
                <c:pt idx="21131">
                  <c:v>0.32314869169590071</c:v>
                </c:pt>
                <c:pt idx="21132">
                  <c:v>0.32319360013102061</c:v>
                </c:pt>
                <c:pt idx="21133">
                  <c:v>0.32325155532897676</c:v>
                </c:pt>
                <c:pt idx="21134">
                  <c:v>0.32326888631265133</c:v>
                </c:pt>
                <c:pt idx="21135">
                  <c:v>0.32328695935550733</c:v>
                </c:pt>
                <c:pt idx="21136">
                  <c:v>0.32328933455199715</c:v>
                </c:pt>
                <c:pt idx="21137">
                  <c:v>0.32329990370217754</c:v>
                </c:pt>
                <c:pt idx="21138">
                  <c:v>0.32332802079546136</c:v>
                </c:pt>
                <c:pt idx="21139">
                  <c:v>0.32334192952291552</c:v>
                </c:pt>
                <c:pt idx="21140">
                  <c:v>0.32335163907610809</c:v>
                </c:pt>
                <c:pt idx="21141">
                  <c:v>0.32335264888778026</c:v>
                </c:pt>
                <c:pt idx="21142">
                  <c:v>0.32337734917892164</c:v>
                </c:pt>
                <c:pt idx="21143">
                  <c:v>0.32341524275045719</c:v>
                </c:pt>
                <c:pt idx="21144">
                  <c:v>0.32343297105817886</c:v>
                </c:pt>
                <c:pt idx="21145">
                  <c:v>0.32351102897821543</c:v>
                </c:pt>
                <c:pt idx="21146">
                  <c:v>0.32360239167274274</c:v>
                </c:pt>
                <c:pt idx="21147">
                  <c:v>0.32360800080746643</c:v>
                </c:pt>
                <c:pt idx="21148">
                  <c:v>0.32360953998531466</c:v>
                </c:pt>
                <c:pt idx="21149">
                  <c:v>0.32362192699599329</c:v>
                </c:pt>
                <c:pt idx="21150">
                  <c:v>0.32362490671250732</c:v>
                </c:pt>
                <c:pt idx="21151">
                  <c:v>0.32367085635110848</c:v>
                </c:pt>
                <c:pt idx="21152">
                  <c:v>0.32376853497502578</c:v>
                </c:pt>
                <c:pt idx="21153">
                  <c:v>0.32377211274156498</c:v>
                </c:pt>
                <c:pt idx="21154">
                  <c:v>0.32386917619433447</c:v>
                </c:pt>
                <c:pt idx="21155">
                  <c:v>0.32388003324657438</c:v>
                </c:pt>
                <c:pt idx="21156">
                  <c:v>0.32389017034062378</c:v>
                </c:pt>
                <c:pt idx="21157">
                  <c:v>0.32389020185935258</c:v>
                </c:pt>
                <c:pt idx="21158">
                  <c:v>0.32400026809985932</c:v>
                </c:pt>
                <c:pt idx="21159">
                  <c:v>0.32405676886512741</c:v>
                </c:pt>
                <c:pt idx="21160">
                  <c:v>0.32405764678450438</c:v>
                </c:pt>
                <c:pt idx="21161">
                  <c:v>0.32408302421596474</c:v>
                </c:pt>
                <c:pt idx="21162">
                  <c:v>0.3240883812365089</c:v>
                </c:pt>
                <c:pt idx="21163">
                  <c:v>0.32409335168208575</c:v>
                </c:pt>
                <c:pt idx="21164">
                  <c:v>0.32413888675900915</c:v>
                </c:pt>
                <c:pt idx="21165">
                  <c:v>0.3241479306357829</c:v>
                </c:pt>
                <c:pt idx="21166">
                  <c:v>0.32417619510636181</c:v>
                </c:pt>
                <c:pt idx="21167">
                  <c:v>0.32422526385317718</c:v>
                </c:pt>
                <c:pt idx="21168">
                  <c:v>0.32424482358628004</c:v>
                </c:pt>
                <c:pt idx="21169">
                  <c:v>0.32424981337684811</c:v>
                </c:pt>
                <c:pt idx="21170">
                  <c:v>0.32428109290673773</c:v>
                </c:pt>
                <c:pt idx="21171">
                  <c:v>0.32434728480697406</c:v>
                </c:pt>
                <c:pt idx="21172">
                  <c:v>0.32437771091249146</c:v>
                </c:pt>
                <c:pt idx="21173">
                  <c:v>0.32440907710964711</c:v>
                </c:pt>
                <c:pt idx="21174">
                  <c:v>0.32445688875507328</c:v>
                </c:pt>
                <c:pt idx="21175">
                  <c:v>0.32450631965125742</c:v>
                </c:pt>
                <c:pt idx="21176">
                  <c:v>0.32457839560003299</c:v>
                </c:pt>
                <c:pt idx="21177">
                  <c:v>0.32458399032366653</c:v>
                </c:pt>
                <c:pt idx="21178">
                  <c:v>0.3245935328413812</c:v>
                </c:pt>
                <c:pt idx="21179">
                  <c:v>0.32468485702555311</c:v>
                </c:pt>
                <c:pt idx="21180">
                  <c:v>0.32471038830173898</c:v>
                </c:pt>
                <c:pt idx="21181">
                  <c:v>0.32474454690671678</c:v>
                </c:pt>
                <c:pt idx="21182">
                  <c:v>0.32477584594145087</c:v>
                </c:pt>
                <c:pt idx="21183">
                  <c:v>0.32478183179482056</c:v>
                </c:pt>
                <c:pt idx="21184">
                  <c:v>0.32484844205700286</c:v>
                </c:pt>
                <c:pt idx="21185">
                  <c:v>0.32489887103127324</c:v>
                </c:pt>
                <c:pt idx="21186">
                  <c:v>0.32490485380928463</c:v>
                </c:pt>
                <c:pt idx="21187">
                  <c:v>0.32492055525740426</c:v>
                </c:pt>
                <c:pt idx="21188">
                  <c:v>0.32493204943426945</c:v>
                </c:pt>
                <c:pt idx="21189">
                  <c:v>0.32493455833706847</c:v>
                </c:pt>
                <c:pt idx="21190">
                  <c:v>0.32493996807218378</c:v>
                </c:pt>
                <c:pt idx="21191">
                  <c:v>0.32495563892272983</c:v>
                </c:pt>
                <c:pt idx="21192">
                  <c:v>0.3249749646791974</c:v>
                </c:pt>
                <c:pt idx="21193">
                  <c:v>0.32501050515488733</c:v>
                </c:pt>
                <c:pt idx="21194">
                  <c:v>0.3250379646829345</c:v>
                </c:pt>
                <c:pt idx="21195">
                  <c:v>0.3250430623603206</c:v>
                </c:pt>
                <c:pt idx="21196">
                  <c:v>0.32510422539271011</c:v>
                </c:pt>
                <c:pt idx="21197">
                  <c:v>0.32514945692388414</c:v>
                </c:pt>
                <c:pt idx="21198">
                  <c:v>0.32518476304686128</c:v>
                </c:pt>
                <c:pt idx="21199">
                  <c:v>0.32519373532873186</c:v>
                </c:pt>
                <c:pt idx="21200">
                  <c:v>0.32529712129773064</c:v>
                </c:pt>
                <c:pt idx="21201">
                  <c:v>0.32542115260802401</c:v>
                </c:pt>
                <c:pt idx="21202">
                  <c:v>0.325448081952882</c:v>
                </c:pt>
                <c:pt idx="21203">
                  <c:v>0.32547860581655264</c:v>
                </c:pt>
                <c:pt idx="21204">
                  <c:v>0.32547873451568748</c:v>
                </c:pt>
                <c:pt idx="21205">
                  <c:v>0.32557435953243841</c:v>
                </c:pt>
                <c:pt idx="21206">
                  <c:v>0.32558258583375771</c:v>
                </c:pt>
                <c:pt idx="21207">
                  <c:v>0.32560105709740705</c:v>
                </c:pt>
                <c:pt idx="21208">
                  <c:v>0.32564705813815514</c:v>
                </c:pt>
                <c:pt idx="21209">
                  <c:v>0.32566537568979426</c:v>
                </c:pt>
                <c:pt idx="21210">
                  <c:v>0.3257616775788591</c:v>
                </c:pt>
                <c:pt idx="21211">
                  <c:v>0.32579429346444388</c:v>
                </c:pt>
                <c:pt idx="21212">
                  <c:v>0.32590339512884786</c:v>
                </c:pt>
                <c:pt idx="21213">
                  <c:v>0.32593301017909987</c:v>
                </c:pt>
                <c:pt idx="21214">
                  <c:v>0.32596646732946938</c:v>
                </c:pt>
                <c:pt idx="21215">
                  <c:v>0.32598109886267862</c:v>
                </c:pt>
                <c:pt idx="21216">
                  <c:v>0.32599165379892081</c:v>
                </c:pt>
                <c:pt idx="21217">
                  <c:v>0.32600762017798268</c:v>
                </c:pt>
                <c:pt idx="21218">
                  <c:v>0.32601324947859783</c:v>
                </c:pt>
                <c:pt idx="21219">
                  <c:v>0.32604427282935</c:v>
                </c:pt>
                <c:pt idx="21220">
                  <c:v>0.32607696546474463</c:v>
                </c:pt>
                <c:pt idx="21221">
                  <c:v>0.32607975102037667</c:v>
                </c:pt>
                <c:pt idx="21222">
                  <c:v>0.32610316228898262</c:v>
                </c:pt>
                <c:pt idx="21223">
                  <c:v>0.32612675355352821</c:v>
                </c:pt>
                <c:pt idx="21224">
                  <c:v>0.32612708563644072</c:v>
                </c:pt>
                <c:pt idx="21225">
                  <c:v>0.32617864885699099</c:v>
                </c:pt>
                <c:pt idx="21226">
                  <c:v>0.32619612362161715</c:v>
                </c:pt>
                <c:pt idx="21227">
                  <c:v>0.32634836334822431</c:v>
                </c:pt>
                <c:pt idx="21228">
                  <c:v>0.32635811137812704</c:v>
                </c:pt>
                <c:pt idx="21229">
                  <c:v>0.32639286548911151</c:v>
                </c:pt>
                <c:pt idx="21230">
                  <c:v>0.32640454430171872</c:v>
                </c:pt>
                <c:pt idx="21231">
                  <c:v>0.32640967418897415</c:v>
                </c:pt>
                <c:pt idx="21232">
                  <c:v>0.32645597779418617</c:v>
                </c:pt>
                <c:pt idx="21233">
                  <c:v>0.32649471659925672</c:v>
                </c:pt>
                <c:pt idx="21234">
                  <c:v>0.32656406900944285</c:v>
                </c:pt>
                <c:pt idx="21235">
                  <c:v>0.32658835837230094</c:v>
                </c:pt>
                <c:pt idx="21236">
                  <c:v>0.32659178935282951</c:v>
                </c:pt>
                <c:pt idx="21237">
                  <c:v>0.32660605418069877</c:v>
                </c:pt>
                <c:pt idx="21238">
                  <c:v>0.32661468434662227</c:v>
                </c:pt>
                <c:pt idx="21239">
                  <c:v>0.32669089996975298</c:v>
                </c:pt>
                <c:pt idx="21240">
                  <c:v>0.3267101595046415</c:v>
                </c:pt>
                <c:pt idx="21241">
                  <c:v>0.32673808437484408</c:v>
                </c:pt>
                <c:pt idx="21242">
                  <c:v>0.32685083476931998</c:v>
                </c:pt>
                <c:pt idx="21243">
                  <c:v>0.32691288283046194</c:v>
                </c:pt>
                <c:pt idx="21244">
                  <c:v>0.32692019434728675</c:v>
                </c:pt>
                <c:pt idx="21245">
                  <c:v>0.32692131227863264</c:v>
                </c:pt>
                <c:pt idx="21246">
                  <c:v>0.3269568096546569</c:v>
                </c:pt>
                <c:pt idx="21247">
                  <c:v>0.32705281013399251</c:v>
                </c:pt>
                <c:pt idx="21248">
                  <c:v>0.3270600504196553</c:v>
                </c:pt>
                <c:pt idx="21249">
                  <c:v>0.32706466626258984</c:v>
                </c:pt>
                <c:pt idx="21250">
                  <c:v>0.32707121669646089</c:v>
                </c:pt>
                <c:pt idx="21251">
                  <c:v>0.32708111190769051</c:v>
                </c:pt>
                <c:pt idx="21252">
                  <c:v>0.32709555665090345</c:v>
                </c:pt>
                <c:pt idx="21253">
                  <c:v>0.32718676146028025</c:v>
                </c:pt>
                <c:pt idx="21254">
                  <c:v>0.32720856736307641</c:v>
                </c:pt>
                <c:pt idx="21255">
                  <c:v>0.32728264991975436</c:v>
                </c:pt>
                <c:pt idx="21256">
                  <c:v>0.32729524572653929</c:v>
                </c:pt>
                <c:pt idx="21257">
                  <c:v>0.32738815044384884</c:v>
                </c:pt>
                <c:pt idx="21258">
                  <c:v>0.32739087341967071</c:v>
                </c:pt>
                <c:pt idx="21259">
                  <c:v>0.32745617554323847</c:v>
                </c:pt>
                <c:pt idx="21260">
                  <c:v>0.32745924808873972</c:v>
                </c:pt>
                <c:pt idx="21261">
                  <c:v>0.32746636127959283</c:v>
                </c:pt>
                <c:pt idx="21262">
                  <c:v>0.32748643829434954</c:v>
                </c:pt>
                <c:pt idx="21263">
                  <c:v>0.32758707746464555</c:v>
                </c:pt>
                <c:pt idx="21264">
                  <c:v>0.32763991303934897</c:v>
                </c:pt>
                <c:pt idx="21265">
                  <c:v>0.32766165915179163</c:v>
                </c:pt>
                <c:pt idx="21266">
                  <c:v>0.32772612517287059</c:v>
                </c:pt>
                <c:pt idx="21267">
                  <c:v>0.32773053447444922</c:v>
                </c:pt>
                <c:pt idx="21268">
                  <c:v>0.32782610056852657</c:v>
                </c:pt>
                <c:pt idx="21269">
                  <c:v>0.32786175228232117</c:v>
                </c:pt>
                <c:pt idx="21270">
                  <c:v>0.32786976780742177</c:v>
                </c:pt>
                <c:pt idx="21271">
                  <c:v>0.32788171109975461</c:v>
                </c:pt>
                <c:pt idx="21272">
                  <c:v>0.32789051730920493</c:v>
                </c:pt>
                <c:pt idx="21273">
                  <c:v>0.32791764185343142</c:v>
                </c:pt>
                <c:pt idx="21274">
                  <c:v>0.32792303451084082</c:v>
                </c:pt>
                <c:pt idx="21275">
                  <c:v>0.32796708211242093</c:v>
                </c:pt>
                <c:pt idx="21276">
                  <c:v>0.32797241697516555</c:v>
                </c:pt>
                <c:pt idx="21277">
                  <c:v>0.32801229870299731</c:v>
                </c:pt>
                <c:pt idx="21278">
                  <c:v>0.32802457989733952</c:v>
                </c:pt>
                <c:pt idx="21279">
                  <c:v>0.32810772956153994</c:v>
                </c:pt>
                <c:pt idx="21280">
                  <c:v>0.32823686542761316</c:v>
                </c:pt>
                <c:pt idx="21281">
                  <c:v>0.32825869116071854</c:v>
                </c:pt>
                <c:pt idx="21282">
                  <c:v>0.32827928928372535</c:v>
                </c:pt>
                <c:pt idx="21283">
                  <c:v>0.32829114508459389</c:v>
                </c:pt>
                <c:pt idx="21284">
                  <c:v>0.32831382306518864</c:v>
                </c:pt>
                <c:pt idx="21285">
                  <c:v>0.32834298476482832</c:v>
                </c:pt>
                <c:pt idx="21286">
                  <c:v>0.32835965400948169</c:v>
                </c:pt>
                <c:pt idx="21287">
                  <c:v>0.32837370412764</c:v>
                </c:pt>
                <c:pt idx="21288">
                  <c:v>0.32838717588436384</c:v>
                </c:pt>
                <c:pt idx="21289">
                  <c:v>0.32839041928020202</c:v>
                </c:pt>
                <c:pt idx="21290">
                  <c:v>0.32843272695495085</c:v>
                </c:pt>
                <c:pt idx="21291">
                  <c:v>0.32844406654833147</c:v>
                </c:pt>
                <c:pt idx="21292">
                  <c:v>0.3284894100394945</c:v>
                </c:pt>
                <c:pt idx="21293">
                  <c:v>0.32849000503260967</c:v>
                </c:pt>
                <c:pt idx="21294">
                  <c:v>0.32854046458001096</c:v>
                </c:pt>
                <c:pt idx="21295">
                  <c:v>0.32854049962530019</c:v>
                </c:pt>
                <c:pt idx="21296">
                  <c:v>0.32858182405777647</c:v>
                </c:pt>
                <c:pt idx="21297">
                  <c:v>0.32858394082678744</c:v>
                </c:pt>
                <c:pt idx="21298">
                  <c:v>0.32865531326618808</c:v>
                </c:pt>
                <c:pt idx="21299">
                  <c:v>0.32868057346792823</c:v>
                </c:pt>
                <c:pt idx="21300">
                  <c:v>0.32868918235661593</c:v>
                </c:pt>
                <c:pt idx="21301">
                  <c:v>0.3287232563225333</c:v>
                </c:pt>
                <c:pt idx="21302">
                  <c:v>0.32873722057870386</c:v>
                </c:pt>
                <c:pt idx="21303">
                  <c:v>0.32880900691903875</c:v>
                </c:pt>
                <c:pt idx="21304">
                  <c:v>0.32887296421877155</c:v>
                </c:pt>
                <c:pt idx="21305">
                  <c:v>0.32888096156763391</c:v>
                </c:pt>
                <c:pt idx="21306">
                  <c:v>0.32888281741357722</c:v>
                </c:pt>
                <c:pt idx="21307">
                  <c:v>0.32888706987472599</c:v>
                </c:pt>
                <c:pt idx="21308">
                  <c:v>0.32897584540452585</c:v>
                </c:pt>
                <c:pt idx="21309">
                  <c:v>0.32898710516278185</c:v>
                </c:pt>
                <c:pt idx="21310">
                  <c:v>0.32900574083448408</c:v>
                </c:pt>
                <c:pt idx="21311">
                  <c:v>0.32905289600065457</c:v>
                </c:pt>
                <c:pt idx="21312">
                  <c:v>0.32910518817964191</c:v>
                </c:pt>
                <c:pt idx="21313">
                  <c:v>0.32917753466782207</c:v>
                </c:pt>
                <c:pt idx="21314">
                  <c:v>0.329183224837304</c:v>
                </c:pt>
                <c:pt idx="21315">
                  <c:v>0.32921315603055068</c:v>
                </c:pt>
                <c:pt idx="21316">
                  <c:v>0.32921436395851544</c:v>
                </c:pt>
                <c:pt idx="21317">
                  <c:v>0.32922099143000233</c:v>
                </c:pt>
                <c:pt idx="21318">
                  <c:v>0.32925628853452865</c:v>
                </c:pt>
                <c:pt idx="21319">
                  <c:v>0.32925793002068909</c:v>
                </c:pt>
                <c:pt idx="21320">
                  <c:v>0.32935811668648368</c:v>
                </c:pt>
                <c:pt idx="21321">
                  <c:v>0.32944616132447996</c:v>
                </c:pt>
                <c:pt idx="21322">
                  <c:v>0.32945758248268098</c:v>
                </c:pt>
                <c:pt idx="21323">
                  <c:v>0.32946616483182722</c:v>
                </c:pt>
                <c:pt idx="21324">
                  <c:v>0.32948435083789795</c:v>
                </c:pt>
                <c:pt idx="21325">
                  <c:v>0.3295779028811604</c:v>
                </c:pt>
                <c:pt idx="21326">
                  <c:v>0.32960131464803544</c:v>
                </c:pt>
                <c:pt idx="21327">
                  <c:v>0.32962031273734332</c:v>
                </c:pt>
                <c:pt idx="21328">
                  <c:v>0.32965353883657772</c:v>
                </c:pt>
                <c:pt idx="21329">
                  <c:v>0.3296600501440507</c:v>
                </c:pt>
                <c:pt idx="21330">
                  <c:v>0.3296825902645612</c:v>
                </c:pt>
                <c:pt idx="21331">
                  <c:v>0.32975738094885138</c:v>
                </c:pt>
                <c:pt idx="21332">
                  <c:v>0.32979038426680557</c:v>
                </c:pt>
                <c:pt idx="21333">
                  <c:v>0.32979688351678427</c:v>
                </c:pt>
                <c:pt idx="21334">
                  <c:v>0.32981234831827239</c:v>
                </c:pt>
                <c:pt idx="21335">
                  <c:v>0.32995478976757536</c:v>
                </c:pt>
                <c:pt idx="21336">
                  <c:v>0.33000978513507612</c:v>
                </c:pt>
                <c:pt idx="21337">
                  <c:v>0.33001711761732555</c:v>
                </c:pt>
                <c:pt idx="21338">
                  <c:v>0.33006574773860031</c:v>
                </c:pt>
                <c:pt idx="21339">
                  <c:v>0.33011927010687159</c:v>
                </c:pt>
                <c:pt idx="21340">
                  <c:v>0.33013833527809155</c:v>
                </c:pt>
                <c:pt idx="21341">
                  <c:v>0.33014599425860192</c:v>
                </c:pt>
                <c:pt idx="21342">
                  <c:v>0.33016114132121199</c:v>
                </c:pt>
                <c:pt idx="21343">
                  <c:v>0.33017027057950066</c:v>
                </c:pt>
                <c:pt idx="21344">
                  <c:v>0.3302452062911429</c:v>
                </c:pt>
                <c:pt idx="21345">
                  <c:v>0.33029214235308391</c:v>
                </c:pt>
                <c:pt idx="21346">
                  <c:v>0.33029451294315215</c:v>
                </c:pt>
                <c:pt idx="21347">
                  <c:v>0.33032929771650055</c:v>
                </c:pt>
                <c:pt idx="21348">
                  <c:v>0.33034332961911433</c:v>
                </c:pt>
                <c:pt idx="21349">
                  <c:v>0.33037573195374376</c:v>
                </c:pt>
                <c:pt idx="21350">
                  <c:v>0.33040658146645357</c:v>
                </c:pt>
                <c:pt idx="21351">
                  <c:v>0.33042144095521819</c:v>
                </c:pt>
                <c:pt idx="21352">
                  <c:v>0.33042801270116939</c:v>
                </c:pt>
                <c:pt idx="21353">
                  <c:v>0.33042841811742835</c:v>
                </c:pt>
                <c:pt idx="21354">
                  <c:v>0.33043282398799528</c:v>
                </c:pt>
                <c:pt idx="21355">
                  <c:v>0.33043680563043126</c:v>
                </c:pt>
                <c:pt idx="21356">
                  <c:v>0.33043754127620295</c:v>
                </c:pt>
                <c:pt idx="21357">
                  <c:v>0.33044631520274359</c:v>
                </c:pt>
                <c:pt idx="21358">
                  <c:v>0.33046254341430403</c:v>
                </c:pt>
                <c:pt idx="21359">
                  <c:v>0.33047257838512289</c:v>
                </c:pt>
                <c:pt idx="21360">
                  <c:v>0.33051224700769694</c:v>
                </c:pt>
                <c:pt idx="21361">
                  <c:v>0.33052165330439409</c:v>
                </c:pt>
                <c:pt idx="21362">
                  <c:v>0.33052407479018941</c:v>
                </c:pt>
                <c:pt idx="21363">
                  <c:v>0.33059931862965203</c:v>
                </c:pt>
                <c:pt idx="21364">
                  <c:v>0.33067414053819588</c:v>
                </c:pt>
                <c:pt idx="21365">
                  <c:v>0.33071728073879031</c:v>
                </c:pt>
                <c:pt idx="21366">
                  <c:v>0.33077563700405566</c:v>
                </c:pt>
                <c:pt idx="21367">
                  <c:v>0.33079666781878569</c:v>
                </c:pt>
                <c:pt idx="21368">
                  <c:v>0.33080627613766583</c:v>
                </c:pt>
                <c:pt idx="21369">
                  <c:v>0.33080660539281126</c:v>
                </c:pt>
                <c:pt idx="21370">
                  <c:v>0.33084626704534242</c:v>
                </c:pt>
                <c:pt idx="21371">
                  <c:v>0.33086764576448763</c:v>
                </c:pt>
                <c:pt idx="21372">
                  <c:v>0.33092220605508638</c:v>
                </c:pt>
                <c:pt idx="21373">
                  <c:v>0.33093976457947988</c:v>
                </c:pt>
                <c:pt idx="21374">
                  <c:v>0.33094308302197489</c:v>
                </c:pt>
                <c:pt idx="21375">
                  <c:v>0.33094955107736601</c:v>
                </c:pt>
                <c:pt idx="21376">
                  <c:v>0.33103191674297738</c:v>
                </c:pt>
                <c:pt idx="21377">
                  <c:v>0.33107531296242659</c:v>
                </c:pt>
                <c:pt idx="21378">
                  <c:v>0.33109804424868666</c:v>
                </c:pt>
                <c:pt idx="21379">
                  <c:v>0.33115527185373339</c:v>
                </c:pt>
                <c:pt idx="21380">
                  <c:v>0.33119875341016075</c:v>
                </c:pt>
                <c:pt idx="21381">
                  <c:v>0.33138077195618132</c:v>
                </c:pt>
                <c:pt idx="21382">
                  <c:v>0.33138194818921302</c:v>
                </c:pt>
                <c:pt idx="21383">
                  <c:v>0.33152708223653526</c:v>
                </c:pt>
                <c:pt idx="21384">
                  <c:v>0.33153726881078505</c:v>
                </c:pt>
                <c:pt idx="21385">
                  <c:v>0.33154674465983769</c:v>
                </c:pt>
                <c:pt idx="21386">
                  <c:v>0.33158338638077101</c:v>
                </c:pt>
                <c:pt idx="21387">
                  <c:v>0.33159371360071477</c:v>
                </c:pt>
                <c:pt idx="21388">
                  <c:v>0.33167472462216568</c:v>
                </c:pt>
                <c:pt idx="21389">
                  <c:v>0.33167489757677099</c:v>
                </c:pt>
                <c:pt idx="21390">
                  <c:v>0.33172217209249205</c:v>
                </c:pt>
                <c:pt idx="21391">
                  <c:v>0.33181848649148854</c:v>
                </c:pt>
                <c:pt idx="21392">
                  <c:v>0.33181860213407116</c:v>
                </c:pt>
                <c:pt idx="21393">
                  <c:v>0.33185624529422164</c:v>
                </c:pt>
                <c:pt idx="21394">
                  <c:v>0.33186274409434707</c:v>
                </c:pt>
                <c:pt idx="21395">
                  <c:v>0.33186322250911143</c:v>
                </c:pt>
                <c:pt idx="21396">
                  <c:v>0.33192082988184723</c:v>
                </c:pt>
                <c:pt idx="21397">
                  <c:v>0.33196010036398793</c:v>
                </c:pt>
                <c:pt idx="21398">
                  <c:v>0.33203190554699347</c:v>
                </c:pt>
                <c:pt idx="21399">
                  <c:v>0.33206287894742725</c:v>
                </c:pt>
                <c:pt idx="21400">
                  <c:v>0.3321069593536935</c:v>
                </c:pt>
                <c:pt idx="21401">
                  <c:v>0.33217453558030285</c:v>
                </c:pt>
                <c:pt idx="21402">
                  <c:v>0.33229543322298188</c:v>
                </c:pt>
                <c:pt idx="21403">
                  <c:v>0.33229914246435621</c:v>
                </c:pt>
                <c:pt idx="21404">
                  <c:v>0.33237533100198702</c:v>
                </c:pt>
                <c:pt idx="21405">
                  <c:v>0.33238891812202359</c:v>
                </c:pt>
                <c:pt idx="21406">
                  <c:v>0.33248919397979659</c:v>
                </c:pt>
                <c:pt idx="21407">
                  <c:v>0.33249846330021643</c:v>
                </c:pt>
                <c:pt idx="21408">
                  <c:v>0.33252762306050054</c:v>
                </c:pt>
                <c:pt idx="21409">
                  <c:v>0.33253521252946017</c:v>
                </c:pt>
                <c:pt idx="21410">
                  <c:v>0.33260368163923576</c:v>
                </c:pt>
                <c:pt idx="21411">
                  <c:v>0.33260507361504771</c:v>
                </c:pt>
                <c:pt idx="21412">
                  <c:v>0.33269861620835206</c:v>
                </c:pt>
                <c:pt idx="21413">
                  <c:v>0.33272130422904983</c:v>
                </c:pt>
                <c:pt idx="21414">
                  <c:v>0.33273910646977306</c:v>
                </c:pt>
                <c:pt idx="21415">
                  <c:v>0.33274016051346039</c:v>
                </c:pt>
                <c:pt idx="21416">
                  <c:v>0.3327648676687161</c:v>
                </c:pt>
                <c:pt idx="21417">
                  <c:v>0.33277902279106875</c:v>
                </c:pt>
                <c:pt idx="21418">
                  <c:v>0.33278573525123151</c:v>
                </c:pt>
                <c:pt idx="21419">
                  <c:v>0.33278908914843686</c:v>
                </c:pt>
                <c:pt idx="21420">
                  <c:v>0.33286853261507299</c:v>
                </c:pt>
                <c:pt idx="21421">
                  <c:v>0.33288902008997079</c:v>
                </c:pt>
                <c:pt idx="21422">
                  <c:v>0.33293414256032505</c:v>
                </c:pt>
                <c:pt idx="21423">
                  <c:v>0.33302028473110956</c:v>
                </c:pt>
                <c:pt idx="21424">
                  <c:v>0.3330232728404719</c:v>
                </c:pt>
                <c:pt idx="21425">
                  <c:v>0.33306004979873671</c:v>
                </c:pt>
                <c:pt idx="21426">
                  <c:v>0.33311126331543084</c:v>
                </c:pt>
                <c:pt idx="21427">
                  <c:v>0.33311197131843523</c:v>
                </c:pt>
                <c:pt idx="21428">
                  <c:v>0.33314758221141549</c:v>
                </c:pt>
                <c:pt idx="21429">
                  <c:v>0.33318922366694681</c:v>
                </c:pt>
                <c:pt idx="21430">
                  <c:v>0.33322452975952732</c:v>
                </c:pt>
                <c:pt idx="21431">
                  <c:v>0.33336615467783071</c:v>
                </c:pt>
                <c:pt idx="21432">
                  <c:v>0.33343144064607699</c:v>
                </c:pt>
                <c:pt idx="21433">
                  <c:v>0.33343632537589102</c:v>
                </c:pt>
                <c:pt idx="21434">
                  <c:v>0.33344211921189065</c:v>
                </c:pt>
                <c:pt idx="21435">
                  <c:v>0.33349246119356352</c:v>
                </c:pt>
                <c:pt idx="21436">
                  <c:v>0.3335024789087373</c:v>
                </c:pt>
                <c:pt idx="21437">
                  <c:v>0.33355486792523675</c:v>
                </c:pt>
                <c:pt idx="21438">
                  <c:v>0.33371589699917875</c:v>
                </c:pt>
                <c:pt idx="21439">
                  <c:v>0.33372002896674879</c:v>
                </c:pt>
                <c:pt idx="21440">
                  <c:v>0.33373547273481297</c:v>
                </c:pt>
                <c:pt idx="21441">
                  <c:v>0.33374160044448109</c:v>
                </c:pt>
                <c:pt idx="21442">
                  <c:v>0.33374404918241746</c:v>
                </c:pt>
                <c:pt idx="21443">
                  <c:v>0.33374520687223985</c:v>
                </c:pt>
                <c:pt idx="21444">
                  <c:v>0.33379019244395858</c:v>
                </c:pt>
                <c:pt idx="21445">
                  <c:v>0.33382129880960237</c:v>
                </c:pt>
                <c:pt idx="21446">
                  <c:v>0.33383049924410479</c:v>
                </c:pt>
                <c:pt idx="21447">
                  <c:v>0.33384499901673659</c:v>
                </c:pt>
                <c:pt idx="21448">
                  <c:v>0.33388057510597602</c:v>
                </c:pt>
                <c:pt idx="21449">
                  <c:v>0.33389018777384044</c:v>
                </c:pt>
                <c:pt idx="21450">
                  <c:v>0.3339417792152779</c:v>
                </c:pt>
                <c:pt idx="21451">
                  <c:v>0.33394640405564435</c:v>
                </c:pt>
                <c:pt idx="21452">
                  <c:v>0.33395601954238241</c:v>
                </c:pt>
                <c:pt idx="21453">
                  <c:v>0.33396519327023261</c:v>
                </c:pt>
                <c:pt idx="21454">
                  <c:v>0.33396931430389637</c:v>
                </c:pt>
                <c:pt idx="21455">
                  <c:v>0.33397847961355059</c:v>
                </c:pt>
                <c:pt idx="21456">
                  <c:v>0.3340100198264383</c:v>
                </c:pt>
                <c:pt idx="21457">
                  <c:v>0.33409269005816272</c:v>
                </c:pt>
                <c:pt idx="21458">
                  <c:v>0.33412749784497614</c:v>
                </c:pt>
                <c:pt idx="21459">
                  <c:v>0.33413244996074848</c:v>
                </c:pt>
                <c:pt idx="21460">
                  <c:v>0.33419143150234376</c:v>
                </c:pt>
                <c:pt idx="21461">
                  <c:v>0.3342486823453647</c:v>
                </c:pt>
                <c:pt idx="21462">
                  <c:v>0.33427799616729953</c:v>
                </c:pt>
                <c:pt idx="21463">
                  <c:v>0.33429702798525057</c:v>
                </c:pt>
                <c:pt idx="21464">
                  <c:v>0.33429969731877551</c:v>
                </c:pt>
                <c:pt idx="21465">
                  <c:v>0.33430127818050187</c:v>
                </c:pt>
                <c:pt idx="21466">
                  <c:v>0.33431790957945634</c:v>
                </c:pt>
                <c:pt idx="21467">
                  <c:v>0.33432479533869103</c:v>
                </c:pt>
                <c:pt idx="21468">
                  <c:v>0.33435799924955228</c:v>
                </c:pt>
                <c:pt idx="21469">
                  <c:v>0.3343907775335756</c:v>
                </c:pt>
                <c:pt idx="21470">
                  <c:v>0.33445393734399226</c:v>
                </c:pt>
                <c:pt idx="21471">
                  <c:v>0.33446397899954394</c:v>
                </c:pt>
                <c:pt idx="21472">
                  <c:v>0.33449045977206054</c:v>
                </c:pt>
                <c:pt idx="21473">
                  <c:v>0.33455813181340344</c:v>
                </c:pt>
                <c:pt idx="21474">
                  <c:v>0.33456832283365551</c:v>
                </c:pt>
                <c:pt idx="21475">
                  <c:v>0.33462880753154517</c:v>
                </c:pt>
                <c:pt idx="21476">
                  <c:v>0.33487015836371231</c:v>
                </c:pt>
                <c:pt idx="21477">
                  <c:v>0.33489937141199194</c:v>
                </c:pt>
                <c:pt idx="21478">
                  <c:v>0.33493914091356375</c:v>
                </c:pt>
                <c:pt idx="21479">
                  <c:v>0.33495000550195725</c:v>
                </c:pt>
                <c:pt idx="21480">
                  <c:v>0.33497244992379255</c:v>
                </c:pt>
                <c:pt idx="21481">
                  <c:v>0.33497513260747547</c:v>
                </c:pt>
                <c:pt idx="21482">
                  <c:v>0.33501502674810696</c:v>
                </c:pt>
                <c:pt idx="21483">
                  <c:v>0.33505118731176037</c:v>
                </c:pt>
                <c:pt idx="21484">
                  <c:v>0.3350776309424518</c:v>
                </c:pt>
                <c:pt idx="21485">
                  <c:v>0.33514752670696552</c:v>
                </c:pt>
                <c:pt idx="21486">
                  <c:v>0.33515498912704877</c:v>
                </c:pt>
                <c:pt idx="21487">
                  <c:v>0.33517218225491902</c:v>
                </c:pt>
                <c:pt idx="21488">
                  <c:v>0.33520459190061902</c:v>
                </c:pt>
                <c:pt idx="21489">
                  <c:v>0.33524868300596233</c:v>
                </c:pt>
                <c:pt idx="21490">
                  <c:v>0.33527829416479471</c:v>
                </c:pt>
                <c:pt idx="21491">
                  <c:v>0.33533043943534085</c:v>
                </c:pt>
                <c:pt idx="21492">
                  <c:v>0.33533081123114733</c:v>
                </c:pt>
                <c:pt idx="21493">
                  <c:v>0.33534997974091479</c:v>
                </c:pt>
                <c:pt idx="21494">
                  <c:v>0.33536978700447578</c:v>
                </c:pt>
                <c:pt idx="21495">
                  <c:v>0.33540023002319036</c:v>
                </c:pt>
                <c:pt idx="21496">
                  <c:v>0.33544748602729163</c:v>
                </c:pt>
                <c:pt idx="21497">
                  <c:v>0.33546570363843936</c:v>
                </c:pt>
                <c:pt idx="21498">
                  <c:v>0.33549424846252157</c:v>
                </c:pt>
                <c:pt idx="21499">
                  <c:v>0.33550867267788581</c:v>
                </c:pt>
                <c:pt idx="21500">
                  <c:v>0.33554165225183957</c:v>
                </c:pt>
                <c:pt idx="21501">
                  <c:v>0.3355485862427921</c:v>
                </c:pt>
                <c:pt idx="21502">
                  <c:v>0.33557217104027098</c:v>
                </c:pt>
                <c:pt idx="21503">
                  <c:v>0.33558778742339002</c:v>
                </c:pt>
                <c:pt idx="21504">
                  <c:v>0.33560267874931765</c:v>
                </c:pt>
                <c:pt idx="21505">
                  <c:v>0.33562689297699294</c:v>
                </c:pt>
                <c:pt idx="21506">
                  <c:v>0.33567363708760467</c:v>
                </c:pt>
                <c:pt idx="21507">
                  <c:v>0.33571045909162428</c:v>
                </c:pt>
                <c:pt idx="21508">
                  <c:v>0.33575471606242341</c:v>
                </c:pt>
                <c:pt idx="21509">
                  <c:v>0.33577158160430481</c:v>
                </c:pt>
                <c:pt idx="21510">
                  <c:v>0.33577215510103997</c:v>
                </c:pt>
                <c:pt idx="21511">
                  <c:v>0.33591030552616652</c:v>
                </c:pt>
                <c:pt idx="21512">
                  <c:v>0.33591689709106753</c:v>
                </c:pt>
                <c:pt idx="21513">
                  <c:v>0.33591883773550457</c:v>
                </c:pt>
                <c:pt idx="21514">
                  <c:v>0.33600513597967491</c:v>
                </c:pt>
                <c:pt idx="21515">
                  <c:v>0.33602416142370267</c:v>
                </c:pt>
                <c:pt idx="21516">
                  <c:v>0.33611645182917366</c:v>
                </c:pt>
                <c:pt idx="21517">
                  <c:v>0.336142215953459</c:v>
                </c:pt>
                <c:pt idx="21518">
                  <c:v>0.33617336912248219</c:v>
                </c:pt>
                <c:pt idx="21519">
                  <c:v>0.33617928943038888</c:v>
                </c:pt>
                <c:pt idx="21520">
                  <c:v>0.3362054254584812</c:v>
                </c:pt>
                <c:pt idx="21521">
                  <c:v>0.33620564395067998</c:v>
                </c:pt>
                <c:pt idx="21522">
                  <c:v>0.33628597987952136</c:v>
                </c:pt>
                <c:pt idx="21523">
                  <c:v>0.33629003194357288</c:v>
                </c:pt>
                <c:pt idx="21524">
                  <c:v>0.33629963168829474</c:v>
                </c:pt>
                <c:pt idx="21525">
                  <c:v>0.33634120609273177</c:v>
                </c:pt>
                <c:pt idx="21526">
                  <c:v>0.33649483069370245</c:v>
                </c:pt>
                <c:pt idx="21527">
                  <c:v>0.33651342055844374</c:v>
                </c:pt>
                <c:pt idx="21528">
                  <c:v>0.33658998850437888</c:v>
                </c:pt>
                <c:pt idx="21529">
                  <c:v>0.33661117546476454</c:v>
                </c:pt>
                <c:pt idx="21530">
                  <c:v>0.33668774680324953</c:v>
                </c:pt>
                <c:pt idx="21531">
                  <c:v>0.33678777626599271</c:v>
                </c:pt>
                <c:pt idx="21532">
                  <c:v>0.33686891552715997</c:v>
                </c:pt>
                <c:pt idx="21533">
                  <c:v>0.33688898544247575</c:v>
                </c:pt>
                <c:pt idx="21534">
                  <c:v>0.33691084854698733</c:v>
                </c:pt>
                <c:pt idx="21535">
                  <c:v>0.33693901829886147</c:v>
                </c:pt>
                <c:pt idx="21536">
                  <c:v>0.33696207218819924</c:v>
                </c:pt>
                <c:pt idx="21537">
                  <c:v>0.33697100897302873</c:v>
                </c:pt>
                <c:pt idx="21538">
                  <c:v>0.33697423483550393</c:v>
                </c:pt>
                <c:pt idx="21539">
                  <c:v>0.33702577332073386</c:v>
                </c:pt>
                <c:pt idx="21540">
                  <c:v>0.33705582739208872</c:v>
                </c:pt>
                <c:pt idx="21541">
                  <c:v>0.33716558610687292</c:v>
                </c:pt>
                <c:pt idx="21542">
                  <c:v>0.33725765334357494</c:v>
                </c:pt>
                <c:pt idx="21543">
                  <c:v>0.33727876385214617</c:v>
                </c:pt>
                <c:pt idx="21544">
                  <c:v>0.33731698341550337</c:v>
                </c:pt>
                <c:pt idx="21545">
                  <c:v>0.33733237728848042</c:v>
                </c:pt>
                <c:pt idx="21546">
                  <c:v>0.33737239708455247</c:v>
                </c:pt>
                <c:pt idx="21547">
                  <c:v>0.33739704705568935</c:v>
                </c:pt>
                <c:pt idx="21548">
                  <c:v>0.33740227302965475</c:v>
                </c:pt>
                <c:pt idx="21549">
                  <c:v>0.33741617324673295</c:v>
                </c:pt>
                <c:pt idx="21550">
                  <c:v>0.33742490216546983</c:v>
                </c:pt>
                <c:pt idx="21551">
                  <c:v>0.33746352620499603</c:v>
                </c:pt>
                <c:pt idx="21552">
                  <c:v>0.33749832140780989</c:v>
                </c:pt>
                <c:pt idx="21553">
                  <c:v>0.33751777448745734</c:v>
                </c:pt>
                <c:pt idx="21554">
                  <c:v>0.33752696190449882</c:v>
                </c:pt>
                <c:pt idx="21555">
                  <c:v>0.33756661348087802</c:v>
                </c:pt>
                <c:pt idx="21556">
                  <c:v>0.3375946898291729</c:v>
                </c:pt>
                <c:pt idx="21557">
                  <c:v>0.33759956235457828</c:v>
                </c:pt>
                <c:pt idx="21558">
                  <c:v>0.33761109873640865</c:v>
                </c:pt>
                <c:pt idx="21559">
                  <c:v>0.33762188958874317</c:v>
                </c:pt>
                <c:pt idx="21560">
                  <c:v>0.33763002124079144</c:v>
                </c:pt>
                <c:pt idx="21561">
                  <c:v>0.33764483860615074</c:v>
                </c:pt>
                <c:pt idx="21562">
                  <c:v>0.33773793320290446</c:v>
                </c:pt>
                <c:pt idx="21563">
                  <c:v>0.33778235098133075</c:v>
                </c:pt>
                <c:pt idx="21564">
                  <c:v>0.33784841207466981</c:v>
                </c:pt>
                <c:pt idx="21565">
                  <c:v>0.33786191990627529</c:v>
                </c:pt>
                <c:pt idx="21566">
                  <c:v>0.3379091511283891</c:v>
                </c:pt>
                <c:pt idx="21567">
                  <c:v>0.33803745109437872</c:v>
                </c:pt>
                <c:pt idx="21568">
                  <c:v>0.33809094519460997</c:v>
                </c:pt>
                <c:pt idx="21569">
                  <c:v>0.33809667630213913</c:v>
                </c:pt>
                <c:pt idx="21570">
                  <c:v>0.33812607380364501</c:v>
                </c:pt>
                <c:pt idx="21571">
                  <c:v>0.33814646327274706</c:v>
                </c:pt>
                <c:pt idx="21572">
                  <c:v>0.33818348367015533</c:v>
                </c:pt>
                <c:pt idx="21573">
                  <c:v>0.33818852002925531</c:v>
                </c:pt>
                <c:pt idx="21574">
                  <c:v>0.33823923870621092</c:v>
                </c:pt>
                <c:pt idx="21575">
                  <c:v>0.3383443534634421</c:v>
                </c:pt>
                <c:pt idx="21576">
                  <c:v>0.33838888569383407</c:v>
                </c:pt>
                <c:pt idx="21577">
                  <c:v>0.33839087073710833</c:v>
                </c:pt>
                <c:pt idx="21578">
                  <c:v>0.33843064978704351</c:v>
                </c:pt>
                <c:pt idx="21579">
                  <c:v>0.3384389266428271</c:v>
                </c:pt>
                <c:pt idx="21580">
                  <c:v>0.33845691615300522</c:v>
                </c:pt>
                <c:pt idx="21581">
                  <c:v>0.33848231817327878</c:v>
                </c:pt>
                <c:pt idx="21582">
                  <c:v>0.33855737320027063</c:v>
                </c:pt>
                <c:pt idx="21583">
                  <c:v>0.33855879374471504</c:v>
                </c:pt>
                <c:pt idx="21584">
                  <c:v>0.33856057510181237</c:v>
                </c:pt>
                <c:pt idx="21585">
                  <c:v>0.33861002228495735</c:v>
                </c:pt>
                <c:pt idx="21586">
                  <c:v>0.3386509482752722</c:v>
                </c:pt>
                <c:pt idx="21587">
                  <c:v>0.33867828305549375</c:v>
                </c:pt>
                <c:pt idx="21588">
                  <c:v>0.33870412815143836</c:v>
                </c:pt>
                <c:pt idx="21589">
                  <c:v>0.33878263946190512</c:v>
                </c:pt>
                <c:pt idx="21590">
                  <c:v>0.33879851299428465</c:v>
                </c:pt>
                <c:pt idx="21591">
                  <c:v>0.33882065005568923</c:v>
                </c:pt>
                <c:pt idx="21592">
                  <c:v>0.33882569291899223</c:v>
                </c:pt>
                <c:pt idx="21593">
                  <c:v>0.33884461906058899</c:v>
                </c:pt>
                <c:pt idx="21594">
                  <c:v>0.33886969946519874</c:v>
                </c:pt>
                <c:pt idx="21595">
                  <c:v>0.33896974139371694</c:v>
                </c:pt>
                <c:pt idx="21596">
                  <c:v>0.33897759922490495</c:v>
                </c:pt>
                <c:pt idx="21597">
                  <c:v>0.33902768944465589</c:v>
                </c:pt>
                <c:pt idx="21598">
                  <c:v>0.33902868624784344</c:v>
                </c:pt>
                <c:pt idx="21599">
                  <c:v>0.33906090985561527</c:v>
                </c:pt>
                <c:pt idx="21600">
                  <c:v>0.33915073618189034</c:v>
                </c:pt>
                <c:pt idx="21601">
                  <c:v>0.33916021710385424</c:v>
                </c:pt>
                <c:pt idx="21602">
                  <c:v>0.33916306766084015</c:v>
                </c:pt>
                <c:pt idx="21603">
                  <c:v>0.339230634661842</c:v>
                </c:pt>
                <c:pt idx="21604">
                  <c:v>0.33924824967151218</c:v>
                </c:pt>
                <c:pt idx="21605">
                  <c:v>0.33927499391088028</c:v>
                </c:pt>
                <c:pt idx="21606">
                  <c:v>0.33928174692964957</c:v>
                </c:pt>
                <c:pt idx="21607">
                  <c:v>0.33929294192072396</c:v>
                </c:pt>
                <c:pt idx="21608">
                  <c:v>0.3392957425800574</c:v>
                </c:pt>
                <c:pt idx="21609">
                  <c:v>0.33936673472171702</c:v>
                </c:pt>
                <c:pt idx="21610">
                  <c:v>0.33937194802370341</c:v>
                </c:pt>
                <c:pt idx="21611">
                  <c:v>0.33941913490140535</c:v>
                </c:pt>
                <c:pt idx="21612">
                  <c:v>0.33946298483914755</c:v>
                </c:pt>
                <c:pt idx="21613">
                  <c:v>0.33948852176396527</c:v>
                </c:pt>
                <c:pt idx="21614">
                  <c:v>0.33955625470351786</c:v>
                </c:pt>
                <c:pt idx="21615">
                  <c:v>0.33961208377488311</c:v>
                </c:pt>
                <c:pt idx="21616">
                  <c:v>0.33964565464279384</c:v>
                </c:pt>
                <c:pt idx="21617">
                  <c:v>0.33975812161212821</c:v>
                </c:pt>
                <c:pt idx="21618">
                  <c:v>0.33977636006168593</c:v>
                </c:pt>
                <c:pt idx="21619">
                  <c:v>0.33978063171835149</c:v>
                </c:pt>
                <c:pt idx="21620">
                  <c:v>0.33978464745230569</c:v>
                </c:pt>
                <c:pt idx="21621">
                  <c:v>0.33978710885404778</c:v>
                </c:pt>
                <c:pt idx="21622">
                  <c:v>0.33979313254513205</c:v>
                </c:pt>
                <c:pt idx="21623">
                  <c:v>0.33984849016610597</c:v>
                </c:pt>
                <c:pt idx="21624">
                  <c:v>0.33986254236331803</c:v>
                </c:pt>
                <c:pt idx="21625">
                  <c:v>0.33999476357547204</c:v>
                </c:pt>
                <c:pt idx="21626">
                  <c:v>0.33999756278705562</c:v>
                </c:pt>
                <c:pt idx="21627">
                  <c:v>0.34000740097623028</c:v>
                </c:pt>
                <c:pt idx="21628">
                  <c:v>0.34002209759831586</c:v>
                </c:pt>
                <c:pt idx="21629">
                  <c:v>0.34004388294865495</c:v>
                </c:pt>
                <c:pt idx="21630">
                  <c:v>0.34007216639792126</c:v>
                </c:pt>
                <c:pt idx="21631">
                  <c:v>0.34008607860926549</c:v>
                </c:pt>
                <c:pt idx="21632">
                  <c:v>0.34010185835352141</c:v>
                </c:pt>
                <c:pt idx="21633">
                  <c:v>0.34021273153881104</c:v>
                </c:pt>
                <c:pt idx="21634">
                  <c:v>0.34022931781518562</c:v>
                </c:pt>
                <c:pt idx="21635">
                  <c:v>0.34025349617606049</c:v>
                </c:pt>
                <c:pt idx="21636">
                  <c:v>0.34027613778190891</c:v>
                </c:pt>
                <c:pt idx="21637">
                  <c:v>0.34028915813152272</c:v>
                </c:pt>
                <c:pt idx="21638">
                  <c:v>0.34043942495664264</c:v>
                </c:pt>
                <c:pt idx="21639">
                  <c:v>0.3405038517150954</c:v>
                </c:pt>
                <c:pt idx="21640">
                  <c:v>0.34057802454635611</c:v>
                </c:pt>
                <c:pt idx="21641">
                  <c:v>0.34060361124115385</c:v>
                </c:pt>
                <c:pt idx="21642">
                  <c:v>0.34074769445085035</c:v>
                </c:pt>
                <c:pt idx="21643">
                  <c:v>0.34081501938149233</c:v>
                </c:pt>
                <c:pt idx="21644">
                  <c:v>0.34086112844944089</c:v>
                </c:pt>
                <c:pt idx="21645">
                  <c:v>0.34088536916209483</c:v>
                </c:pt>
                <c:pt idx="21646">
                  <c:v>0.34091699587604485</c:v>
                </c:pt>
                <c:pt idx="21647">
                  <c:v>0.34093730883564038</c:v>
                </c:pt>
                <c:pt idx="21648">
                  <c:v>0.34096142955910425</c:v>
                </c:pt>
                <c:pt idx="21649">
                  <c:v>0.34102051852843296</c:v>
                </c:pt>
                <c:pt idx="21650">
                  <c:v>0.341027059300545</c:v>
                </c:pt>
                <c:pt idx="21651">
                  <c:v>0.34105502733982634</c:v>
                </c:pt>
                <c:pt idx="21652">
                  <c:v>0.34109391004845496</c:v>
                </c:pt>
                <c:pt idx="21653">
                  <c:v>0.34115227421199767</c:v>
                </c:pt>
                <c:pt idx="21654">
                  <c:v>0.3411552947481839</c:v>
                </c:pt>
                <c:pt idx="21655">
                  <c:v>0.3411890242867322</c:v>
                </c:pt>
                <c:pt idx="21656">
                  <c:v>0.34125182758047068</c:v>
                </c:pt>
                <c:pt idx="21657">
                  <c:v>0.34134133703459646</c:v>
                </c:pt>
                <c:pt idx="21658">
                  <c:v>0.34137205274629479</c:v>
                </c:pt>
                <c:pt idx="21659">
                  <c:v>0.34139583958652597</c:v>
                </c:pt>
                <c:pt idx="21660">
                  <c:v>0.34139843309952511</c:v>
                </c:pt>
                <c:pt idx="21661">
                  <c:v>0.341404283914513</c:v>
                </c:pt>
                <c:pt idx="21662">
                  <c:v>0.34144681231872304</c:v>
                </c:pt>
                <c:pt idx="21663">
                  <c:v>0.34146688203618325</c:v>
                </c:pt>
                <c:pt idx="21664">
                  <c:v>0.34155335601966924</c:v>
                </c:pt>
                <c:pt idx="21665">
                  <c:v>0.34155888622428138</c:v>
                </c:pt>
                <c:pt idx="21666">
                  <c:v>0.34157554787595573</c:v>
                </c:pt>
                <c:pt idx="21667">
                  <c:v>0.34164816653177638</c:v>
                </c:pt>
                <c:pt idx="21668">
                  <c:v>0.34166979623190652</c:v>
                </c:pt>
                <c:pt idx="21669">
                  <c:v>0.34167624166492683</c:v>
                </c:pt>
                <c:pt idx="21670">
                  <c:v>0.34178597717100223</c:v>
                </c:pt>
                <c:pt idx="21671">
                  <c:v>0.34182524774455458</c:v>
                </c:pt>
                <c:pt idx="21672">
                  <c:v>0.34185525403731665</c:v>
                </c:pt>
                <c:pt idx="21673">
                  <c:v>0.34190023636921729</c:v>
                </c:pt>
                <c:pt idx="21674">
                  <c:v>0.34191200909837899</c:v>
                </c:pt>
                <c:pt idx="21675">
                  <c:v>0.34193771238491094</c:v>
                </c:pt>
                <c:pt idx="21676">
                  <c:v>0.3420038597289739</c:v>
                </c:pt>
                <c:pt idx="21677">
                  <c:v>0.34201728132874798</c:v>
                </c:pt>
                <c:pt idx="21678">
                  <c:v>0.34212653024584561</c:v>
                </c:pt>
                <c:pt idx="21679">
                  <c:v>0.34216220159186517</c:v>
                </c:pt>
                <c:pt idx="21680">
                  <c:v>0.34217034892188292</c:v>
                </c:pt>
                <c:pt idx="21681">
                  <c:v>0.34221846036999615</c:v>
                </c:pt>
                <c:pt idx="21682">
                  <c:v>0.34229428839813963</c:v>
                </c:pt>
                <c:pt idx="21683">
                  <c:v>0.34229950502051609</c:v>
                </c:pt>
                <c:pt idx="21684">
                  <c:v>0.34233754172724407</c:v>
                </c:pt>
                <c:pt idx="21685">
                  <c:v>0.34233785942840417</c:v>
                </c:pt>
                <c:pt idx="21686">
                  <c:v>0.34235136593953774</c:v>
                </c:pt>
                <c:pt idx="21687">
                  <c:v>0.3423520538752759</c:v>
                </c:pt>
                <c:pt idx="21688">
                  <c:v>0.34235894811925249</c:v>
                </c:pt>
                <c:pt idx="21689">
                  <c:v>0.34236303685567121</c:v>
                </c:pt>
                <c:pt idx="21690">
                  <c:v>0.34242117706953878</c:v>
                </c:pt>
                <c:pt idx="21691">
                  <c:v>0.34242177316277433</c:v>
                </c:pt>
                <c:pt idx="21692">
                  <c:v>0.34244153105375791</c:v>
                </c:pt>
                <c:pt idx="21693">
                  <c:v>0.34252211183173009</c:v>
                </c:pt>
                <c:pt idx="21694">
                  <c:v>0.3426485473117058</c:v>
                </c:pt>
                <c:pt idx="21695">
                  <c:v>0.34265239248651569</c:v>
                </c:pt>
                <c:pt idx="21696">
                  <c:v>0.34267512661983834</c:v>
                </c:pt>
                <c:pt idx="21697">
                  <c:v>0.34269383324506331</c:v>
                </c:pt>
                <c:pt idx="21698">
                  <c:v>0.34269995621828686</c:v>
                </c:pt>
                <c:pt idx="21699">
                  <c:v>0.34273077109342143</c:v>
                </c:pt>
                <c:pt idx="21700">
                  <c:v>0.34284308049670825</c:v>
                </c:pt>
                <c:pt idx="21701">
                  <c:v>0.34294259976815716</c:v>
                </c:pt>
                <c:pt idx="21702">
                  <c:v>0.34295382016017295</c:v>
                </c:pt>
                <c:pt idx="21703">
                  <c:v>0.34295756101555358</c:v>
                </c:pt>
                <c:pt idx="21704">
                  <c:v>0.34305093501222494</c:v>
                </c:pt>
                <c:pt idx="21705">
                  <c:v>0.34305763186169613</c:v>
                </c:pt>
                <c:pt idx="21706">
                  <c:v>0.34311092982053026</c:v>
                </c:pt>
                <c:pt idx="21707">
                  <c:v>0.3431585254513842</c:v>
                </c:pt>
                <c:pt idx="21708">
                  <c:v>0.34317212087421406</c:v>
                </c:pt>
                <c:pt idx="21709">
                  <c:v>0.34318605173717687</c:v>
                </c:pt>
                <c:pt idx="21710">
                  <c:v>0.3432571716777747</c:v>
                </c:pt>
                <c:pt idx="21711">
                  <c:v>0.34326743005525151</c:v>
                </c:pt>
                <c:pt idx="21712">
                  <c:v>0.34329284882951949</c:v>
                </c:pt>
                <c:pt idx="21713">
                  <c:v>0.34346959314760989</c:v>
                </c:pt>
                <c:pt idx="21714">
                  <c:v>0.34348906173463989</c:v>
                </c:pt>
                <c:pt idx="21715">
                  <c:v>0.34351846426980581</c:v>
                </c:pt>
                <c:pt idx="21716">
                  <c:v>0.34373017234226211</c:v>
                </c:pt>
                <c:pt idx="21717">
                  <c:v>0.34382451155808758</c:v>
                </c:pt>
                <c:pt idx="21718">
                  <c:v>0.34383887791323975</c:v>
                </c:pt>
                <c:pt idx="21719">
                  <c:v>0.34384408853353604</c:v>
                </c:pt>
                <c:pt idx="21720">
                  <c:v>0.34385271197215456</c:v>
                </c:pt>
                <c:pt idx="21721">
                  <c:v>0.34386546088290537</c:v>
                </c:pt>
                <c:pt idx="21722">
                  <c:v>0.34392070915037065</c:v>
                </c:pt>
                <c:pt idx="21723">
                  <c:v>0.34394707415776149</c:v>
                </c:pt>
                <c:pt idx="21724">
                  <c:v>0.34399541938844996</c:v>
                </c:pt>
                <c:pt idx="21725">
                  <c:v>0.34400697575916489</c:v>
                </c:pt>
                <c:pt idx="21726">
                  <c:v>0.34403783523638531</c:v>
                </c:pt>
                <c:pt idx="21727">
                  <c:v>0.34404626838176205</c:v>
                </c:pt>
                <c:pt idx="21728">
                  <c:v>0.34410485566294036</c:v>
                </c:pt>
                <c:pt idx="21729">
                  <c:v>0.3441567861061961</c:v>
                </c:pt>
                <c:pt idx="21730">
                  <c:v>0.34417267003482643</c:v>
                </c:pt>
                <c:pt idx="21731">
                  <c:v>0.34418739903894396</c:v>
                </c:pt>
                <c:pt idx="21732">
                  <c:v>0.34428227755093593</c:v>
                </c:pt>
                <c:pt idx="21733">
                  <c:v>0.34428428399228012</c:v>
                </c:pt>
                <c:pt idx="21734">
                  <c:v>0.3443388457644242</c:v>
                </c:pt>
                <c:pt idx="21735">
                  <c:v>0.34438628940618587</c:v>
                </c:pt>
                <c:pt idx="21736">
                  <c:v>0.34443566699130324</c:v>
                </c:pt>
                <c:pt idx="21737">
                  <c:v>0.34447241224050301</c:v>
                </c:pt>
                <c:pt idx="21738">
                  <c:v>0.34452885870827016</c:v>
                </c:pt>
                <c:pt idx="21739">
                  <c:v>0.34457071218228585</c:v>
                </c:pt>
                <c:pt idx="21740">
                  <c:v>0.34458706736290312</c:v>
                </c:pt>
                <c:pt idx="21741">
                  <c:v>0.34461519661190948</c:v>
                </c:pt>
                <c:pt idx="21742">
                  <c:v>0.34464387054416629</c:v>
                </c:pt>
                <c:pt idx="21743">
                  <c:v>0.34474917602308397</c:v>
                </c:pt>
                <c:pt idx="21744">
                  <c:v>0.34482644904208348</c:v>
                </c:pt>
                <c:pt idx="21745">
                  <c:v>0.3448351025477569</c:v>
                </c:pt>
                <c:pt idx="21746">
                  <c:v>0.34484709450459289</c:v>
                </c:pt>
                <c:pt idx="21747">
                  <c:v>0.34486653733506006</c:v>
                </c:pt>
                <c:pt idx="21748">
                  <c:v>0.34487684220028281</c:v>
                </c:pt>
                <c:pt idx="21749">
                  <c:v>0.34487816476219202</c:v>
                </c:pt>
                <c:pt idx="21750">
                  <c:v>0.34488521954677187</c:v>
                </c:pt>
                <c:pt idx="21751">
                  <c:v>0.34491189506910541</c:v>
                </c:pt>
                <c:pt idx="21752">
                  <c:v>0.34497763722164965</c:v>
                </c:pt>
                <c:pt idx="21753">
                  <c:v>0.34498410630894649</c:v>
                </c:pt>
                <c:pt idx="21754">
                  <c:v>0.34501822536931598</c:v>
                </c:pt>
                <c:pt idx="21755">
                  <c:v>0.34505203329324086</c:v>
                </c:pt>
                <c:pt idx="21756">
                  <c:v>0.34508957019624809</c:v>
                </c:pt>
                <c:pt idx="21757">
                  <c:v>0.34510776521791625</c:v>
                </c:pt>
                <c:pt idx="21758">
                  <c:v>0.34512936450084125</c:v>
                </c:pt>
                <c:pt idx="21759">
                  <c:v>0.34517632258064901</c:v>
                </c:pt>
                <c:pt idx="21760">
                  <c:v>0.34519447291865935</c:v>
                </c:pt>
                <c:pt idx="21761">
                  <c:v>0.34522574751468021</c:v>
                </c:pt>
                <c:pt idx="21762">
                  <c:v>0.34523913927976224</c:v>
                </c:pt>
                <c:pt idx="21763">
                  <c:v>0.34527480106169695</c:v>
                </c:pt>
                <c:pt idx="21764">
                  <c:v>0.34533125669696113</c:v>
                </c:pt>
                <c:pt idx="21765">
                  <c:v>0.34534246098203758</c:v>
                </c:pt>
                <c:pt idx="21766">
                  <c:v>0.34537489050727394</c:v>
                </c:pt>
                <c:pt idx="21767">
                  <c:v>0.34538671147310801</c:v>
                </c:pt>
                <c:pt idx="21768">
                  <c:v>0.34540279583082906</c:v>
                </c:pt>
                <c:pt idx="21769">
                  <c:v>0.34561834815646714</c:v>
                </c:pt>
                <c:pt idx="21770">
                  <c:v>0.34564244580393072</c:v>
                </c:pt>
                <c:pt idx="21771">
                  <c:v>0.34565802709440108</c:v>
                </c:pt>
                <c:pt idx="21772">
                  <c:v>0.34567779933304826</c:v>
                </c:pt>
                <c:pt idx="21773">
                  <c:v>0.3456886947081052</c:v>
                </c:pt>
                <c:pt idx="21774">
                  <c:v>0.34570100416193644</c:v>
                </c:pt>
                <c:pt idx="21775">
                  <c:v>0.3457936603780678</c:v>
                </c:pt>
                <c:pt idx="21776">
                  <c:v>0.34580103215738806</c:v>
                </c:pt>
                <c:pt idx="21777">
                  <c:v>0.34582663184800522</c:v>
                </c:pt>
                <c:pt idx="21778">
                  <c:v>0.34589757802514542</c:v>
                </c:pt>
                <c:pt idx="21779">
                  <c:v>0.34592395367302553</c:v>
                </c:pt>
                <c:pt idx="21780">
                  <c:v>0.34594533695273666</c:v>
                </c:pt>
                <c:pt idx="21781">
                  <c:v>0.34603246156581968</c:v>
                </c:pt>
                <c:pt idx="21782">
                  <c:v>0.34606423310515583</c:v>
                </c:pt>
                <c:pt idx="21783">
                  <c:v>0.34615745215170635</c:v>
                </c:pt>
                <c:pt idx="21784">
                  <c:v>0.34618285174480085</c:v>
                </c:pt>
                <c:pt idx="21785">
                  <c:v>0.34619451180345934</c:v>
                </c:pt>
                <c:pt idx="21786">
                  <c:v>0.34631320890540812</c:v>
                </c:pt>
                <c:pt idx="21787">
                  <c:v>0.34634415844374267</c:v>
                </c:pt>
                <c:pt idx="21788">
                  <c:v>0.346381502403388</c:v>
                </c:pt>
                <c:pt idx="21789">
                  <c:v>0.34642421291811604</c:v>
                </c:pt>
                <c:pt idx="21790">
                  <c:v>0.3464329289396762</c:v>
                </c:pt>
                <c:pt idx="21791">
                  <c:v>0.34644201423774207</c:v>
                </c:pt>
                <c:pt idx="21792">
                  <c:v>0.34645491707405413</c:v>
                </c:pt>
                <c:pt idx="21793">
                  <c:v>0.34647254440342923</c:v>
                </c:pt>
                <c:pt idx="21794">
                  <c:v>0.34650703258583782</c:v>
                </c:pt>
                <c:pt idx="21795">
                  <c:v>0.34651587659510863</c:v>
                </c:pt>
                <c:pt idx="21796">
                  <c:v>0.34656777517889104</c:v>
                </c:pt>
                <c:pt idx="21797">
                  <c:v>0.34664301560217625</c:v>
                </c:pt>
                <c:pt idx="21798">
                  <c:v>0.34665436897275426</c:v>
                </c:pt>
                <c:pt idx="21799">
                  <c:v>0.34676253756014169</c:v>
                </c:pt>
                <c:pt idx="21800">
                  <c:v>0.346852517691076</c:v>
                </c:pt>
                <c:pt idx="21801">
                  <c:v>0.34689485474971338</c:v>
                </c:pt>
                <c:pt idx="21802">
                  <c:v>0.34689733642256876</c:v>
                </c:pt>
                <c:pt idx="21803">
                  <c:v>0.34691634372675217</c:v>
                </c:pt>
                <c:pt idx="21804">
                  <c:v>0.34691898917271274</c:v>
                </c:pt>
                <c:pt idx="21805">
                  <c:v>0.34693457430905905</c:v>
                </c:pt>
                <c:pt idx="21806">
                  <c:v>0.346964400294199</c:v>
                </c:pt>
                <c:pt idx="21807">
                  <c:v>0.34707376434260478</c:v>
                </c:pt>
                <c:pt idx="21808">
                  <c:v>0.34710637172170039</c:v>
                </c:pt>
                <c:pt idx="21809">
                  <c:v>0.34716153605300115</c:v>
                </c:pt>
                <c:pt idx="21810">
                  <c:v>0.34726448401704496</c:v>
                </c:pt>
                <c:pt idx="21811">
                  <c:v>0.34728260735001565</c:v>
                </c:pt>
                <c:pt idx="21812">
                  <c:v>0.34729162176799572</c:v>
                </c:pt>
                <c:pt idx="21813">
                  <c:v>0.34736085459690208</c:v>
                </c:pt>
                <c:pt idx="21814">
                  <c:v>0.34737034974077891</c:v>
                </c:pt>
                <c:pt idx="21815">
                  <c:v>0.34741652282861418</c:v>
                </c:pt>
                <c:pt idx="21816">
                  <c:v>0.34744187373153751</c:v>
                </c:pt>
                <c:pt idx="21817">
                  <c:v>0.34745471231228836</c:v>
                </c:pt>
                <c:pt idx="21818">
                  <c:v>0.34748020869653756</c:v>
                </c:pt>
                <c:pt idx="21819">
                  <c:v>0.34754469549883088</c:v>
                </c:pt>
                <c:pt idx="21820">
                  <c:v>0.3475684615745861</c:v>
                </c:pt>
                <c:pt idx="21821">
                  <c:v>0.34758725193292123</c:v>
                </c:pt>
                <c:pt idx="21822">
                  <c:v>0.34759375470171289</c:v>
                </c:pt>
                <c:pt idx="21823">
                  <c:v>0.34760957224685929</c:v>
                </c:pt>
                <c:pt idx="21824">
                  <c:v>0.3476387250475993</c:v>
                </c:pt>
                <c:pt idx="21825">
                  <c:v>0.34769433148375845</c:v>
                </c:pt>
                <c:pt idx="21826">
                  <c:v>0.34772353645099463</c:v>
                </c:pt>
                <c:pt idx="21827">
                  <c:v>0.34784102628792435</c:v>
                </c:pt>
                <c:pt idx="21828">
                  <c:v>0.34788168470253322</c:v>
                </c:pt>
                <c:pt idx="21829">
                  <c:v>0.34788653239596512</c:v>
                </c:pt>
                <c:pt idx="21830">
                  <c:v>0.34789723653654525</c:v>
                </c:pt>
                <c:pt idx="21831">
                  <c:v>0.34794128937544599</c:v>
                </c:pt>
                <c:pt idx="21832">
                  <c:v>0.34795334529448968</c:v>
                </c:pt>
                <c:pt idx="21833">
                  <c:v>0.34799459655570453</c:v>
                </c:pt>
                <c:pt idx="21834">
                  <c:v>0.34800994056278051</c:v>
                </c:pt>
                <c:pt idx="21835">
                  <c:v>0.3480160881177593</c:v>
                </c:pt>
                <c:pt idx="21836">
                  <c:v>0.34803488374660513</c:v>
                </c:pt>
                <c:pt idx="21837">
                  <c:v>0.3481861726607054</c:v>
                </c:pt>
                <c:pt idx="21838">
                  <c:v>0.34821676061071566</c:v>
                </c:pt>
                <c:pt idx="21839">
                  <c:v>0.3482187341697216</c:v>
                </c:pt>
                <c:pt idx="21840">
                  <c:v>0.34822536819940075</c:v>
                </c:pt>
                <c:pt idx="21841">
                  <c:v>0.34828139336966968</c:v>
                </c:pt>
                <c:pt idx="21842">
                  <c:v>0.34842526336123369</c:v>
                </c:pt>
                <c:pt idx="21843">
                  <c:v>0.34845550994299135</c:v>
                </c:pt>
                <c:pt idx="21844">
                  <c:v>0.34854949796386092</c:v>
                </c:pt>
                <c:pt idx="21845">
                  <c:v>0.34858508802538746</c:v>
                </c:pt>
                <c:pt idx="21846">
                  <c:v>0.34860715461279201</c:v>
                </c:pt>
                <c:pt idx="21847">
                  <c:v>0.34862051718966519</c:v>
                </c:pt>
                <c:pt idx="21848">
                  <c:v>0.34864437280464061</c:v>
                </c:pt>
                <c:pt idx="21849">
                  <c:v>0.34872259178988063</c:v>
                </c:pt>
                <c:pt idx="21850">
                  <c:v>0.34875443644945076</c:v>
                </c:pt>
                <c:pt idx="21851">
                  <c:v>0.34880509331487236</c:v>
                </c:pt>
                <c:pt idx="21852">
                  <c:v>0.3488262279480609</c:v>
                </c:pt>
                <c:pt idx="21853">
                  <c:v>0.34884060103739473</c:v>
                </c:pt>
                <c:pt idx="21854">
                  <c:v>0.34884584169359922</c:v>
                </c:pt>
                <c:pt idx="21855">
                  <c:v>0.34889646960216725</c:v>
                </c:pt>
                <c:pt idx="21856">
                  <c:v>0.34891768887724972</c:v>
                </c:pt>
                <c:pt idx="21857">
                  <c:v>0.34897275148504664</c:v>
                </c:pt>
                <c:pt idx="21858">
                  <c:v>0.34900392825392479</c:v>
                </c:pt>
                <c:pt idx="21859">
                  <c:v>0.34903499887368605</c:v>
                </c:pt>
                <c:pt idx="21860">
                  <c:v>0.34909732447416253</c:v>
                </c:pt>
                <c:pt idx="21861">
                  <c:v>0.34910475007653174</c:v>
                </c:pt>
                <c:pt idx="21862">
                  <c:v>0.34915043805248808</c:v>
                </c:pt>
                <c:pt idx="21863">
                  <c:v>0.34918797034390459</c:v>
                </c:pt>
                <c:pt idx="21864">
                  <c:v>0.34919271797871554</c:v>
                </c:pt>
                <c:pt idx="21865">
                  <c:v>0.34923115065765137</c:v>
                </c:pt>
                <c:pt idx="21866">
                  <c:v>0.34923134730007993</c:v>
                </c:pt>
                <c:pt idx="21867">
                  <c:v>0.34926119873981909</c:v>
                </c:pt>
                <c:pt idx="21868">
                  <c:v>0.34930104215311208</c:v>
                </c:pt>
                <c:pt idx="21869">
                  <c:v>0.34932292943950399</c:v>
                </c:pt>
                <c:pt idx="21870">
                  <c:v>0.34933183920924138</c:v>
                </c:pt>
                <c:pt idx="21871">
                  <c:v>0.34933829833305946</c:v>
                </c:pt>
                <c:pt idx="21872">
                  <c:v>0.34938673456758818</c:v>
                </c:pt>
                <c:pt idx="21873">
                  <c:v>0.34940628913835581</c:v>
                </c:pt>
                <c:pt idx="21874">
                  <c:v>0.34945813384841129</c:v>
                </c:pt>
                <c:pt idx="21875">
                  <c:v>0.34946211976048625</c:v>
                </c:pt>
                <c:pt idx="21876">
                  <c:v>0.34947863484050967</c:v>
                </c:pt>
                <c:pt idx="21877">
                  <c:v>0.34949776479067901</c:v>
                </c:pt>
                <c:pt idx="21878">
                  <c:v>0.34955505274277571</c:v>
                </c:pt>
                <c:pt idx="21879">
                  <c:v>0.34956027776751908</c:v>
                </c:pt>
                <c:pt idx="21880">
                  <c:v>0.34958170686458279</c:v>
                </c:pt>
                <c:pt idx="21881">
                  <c:v>0.349626451069938</c:v>
                </c:pt>
                <c:pt idx="21882">
                  <c:v>0.34965765337780691</c:v>
                </c:pt>
                <c:pt idx="21883">
                  <c:v>0.34967772279264242</c:v>
                </c:pt>
                <c:pt idx="21884">
                  <c:v>0.34973915285024221</c:v>
                </c:pt>
                <c:pt idx="21885">
                  <c:v>0.34985689798750635</c:v>
                </c:pt>
                <c:pt idx="21886">
                  <c:v>0.34987905561425181</c:v>
                </c:pt>
                <c:pt idx="21887">
                  <c:v>0.34992388782089567</c:v>
                </c:pt>
                <c:pt idx="21888">
                  <c:v>0.34996269076920877</c:v>
                </c:pt>
                <c:pt idx="21889">
                  <c:v>0.35006960865167153</c:v>
                </c:pt>
                <c:pt idx="21890">
                  <c:v>0.35007469470682301</c:v>
                </c:pt>
                <c:pt idx="21891">
                  <c:v>0.35018865430519597</c:v>
                </c:pt>
                <c:pt idx="21892">
                  <c:v>0.3502382338091376</c:v>
                </c:pt>
                <c:pt idx="21893">
                  <c:v>0.35026718634736148</c:v>
                </c:pt>
                <c:pt idx="21894">
                  <c:v>0.35031178068205238</c:v>
                </c:pt>
                <c:pt idx="21895">
                  <c:v>0.35033356807518423</c:v>
                </c:pt>
                <c:pt idx="21896">
                  <c:v>0.35034353794299122</c:v>
                </c:pt>
                <c:pt idx="21897">
                  <c:v>0.35034355231290576</c:v>
                </c:pt>
                <c:pt idx="21898">
                  <c:v>0.35035942483059035</c:v>
                </c:pt>
                <c:pt idx="21899">
                  <c:v>0.35040064293685269</c:v>
                </c:pt>
                <c:pt idx="21900">
                  <c:v>0.35062134067854417</c:v>
                </c:pt>
                <c:pt idx="21901">
                  <c:v>0.35064446451599662</c:v>
                </c:pt>
                <c:pt idx="21902">
                  <c:v>0.3506673294116085</c:v>
                </c:pt>
                <c:pt idx="21903">
                  <c:v>0.35067741545941267</c:v>
                </c:pt>
                <c:pt idx="21904">
                  <c:v>0.35080512406410697</c:v>
                </c:pt>
                <c:pt idx="21905">
                  <c:v>0.35087658788801968</c:v>
                </c:pt>
                <c:pt idx="21906">
                  <c:v>0.35089345488290108</c:v>
                </c:pt>
                <c:pt idx="21907">
                  <c:v>0.35089606423186276</c:v>
                </c:pt>
                <c:pt idx="21908">
                  <c:v>0.35093243764634208</c:v>
                </c:pt>
                <c:pt idx="21909">
                  <c:v>0.3509391045850736</c:v>
                </c:pt>
                <c:pt idx="21910">
                  <c:v>0.35101408828479413</c:v>
                </c:pt>
                <c:pt idx="21911">
                  <c:v>0.35106489330353108</c:v>
                </c:pt>
                <c:pt idx="21912">
                  <c:v>0.35107718061885324</c:v>
                </c:pt>
                <c:pt idx="21913">
                  <c:v>0.35112283962124985</c:v>
                </c:pt>
                <c:pt idx="21914">
                  <c:v>0.35115391816154445</c:v>
                </c:pt>
                <c:pt idx="21915">
                  <c:v>0.351184786579196</c:v>
                </c:pt>
                <c:pt idx="21916">
                  <c:v>0.35123105668425886</c:v>
                </c:pt>
                <c:pt idx="21917">
                  <c:v>0.3512504751140606</c:v>
                </c:pt>
                <c:pt idx="21918">
                  <c:v>0.35128978214606782</c:v>
                </c:pt>
                <c:pt idx="21919">
                  <c:v>0.35138392556640036</c:v>
                </c:pt>
                <c:pt idx="21920">
                  <c:v>0.35138711599944911</c:v>
                </c:pt>
                <c:pt idx="21921">
                  <c:v>0.35142239262858738</c:v>
                </c:pt>
                <c:pt idx="21922">
                  <c:v>0.35158090570959005</c:v>
                </c:pt>
                <c:pt idx="21923">
                  <c:v>0.35168178226645846</c:v>
                </c:pt>
                <c:pt idx="21924">
                  <c:v>0.35175756411911557</c:v>
                </c:pt>
                <c:pt idx="21925">
                  <c:v>0.35177304371094364</c:v>
                </c:pt>
                <c:pt idx="21926">
                  <c:v>0.35180253743729945</c:v>
                </c:pt>
                <c:pt idx="21927">
                  <c:v>0.3519041705048197</c:v>
                </c:pt>
                <c:pt idx="21928">
                  <c:v>0.35193357114688145</c:v>
                </c:pt>
                <c:pt idx="21929">
                  <c:v>0.35194282753200834</c:v>
                </c:pt>
                <c:pt idx="21930">
                  <c:v>0.35196064768349816</c:v>
                </c:pt>
                <c:pt idx="21931">
                  <c:v>0.3520772530845851</c:v>
                </c:pt>
                <c:pt idx="21932">
                  <c:v>0.35207822304305364</c:v>
                </c:pt>
                <c:pt idx="21933">
                  <c:v>0.35211362302566879</c:v>
                </c:pt>
                <c:pt idx="21934">
                  <c:v>0.35222121609591656</c:v>
                </c:pt>
                <c:pt idx="21935">
                  <c:v>0.35222659365192127</c:v>
                </c:pt>
                <c:pt idx="21936">
                  <c:v>0.3522441239240951</c:v>
                </c:pt>
                <c:pt idx="21937">
                  <c:v>0.35228828048556443</c:v>
                </c:pt>
                <c:pt idx="21938">
                  <c:v>0.35229478546156773</c:v>
                </c:pt>
                <c:pt idx="21939">
                  <c:v>0.35233778116851328</c:v>
                </c:pt>
                <c:pt idx="21940">
                  <c:v>0.35237682521426172</c:v>
                </c:pt>
                <c:pt idx="21941">
                  <c:v>0.35242343730482079</c:v>
                </c:pt>
                <c:pt idx="21942">
                  <c:v>0.35246978883628111</c:v>
                </c:pt>
                <c:pt idx="21943">
                  <c:v>0.35247176899384391</c:v>
                </c:pt>
                <c:pt idx="21944">
                  <c:v>0.35250350877769543</c:v>
                </c:pt>
                <c:pt idx="21945">
                  <c:v>0.35255749948020515</c:v>
                </c:pt>
                <c:pt idx="21946">
                  <c:v>0.35257284685363721</c:v>
                </c:pt>
                <c:pt idx="21947">
                  <c:v>0.35258756849572648</c:v>
                </c:pt>
                <c:pt idx="21948">
                  <c:v>0.35260779568545736</c:v>
                </c:pt>
                <c:pt idx="21949">
                  <c:v>0.35261493800104038</c:v>
                </c:pt>
                <c:pt idx="21950">
                  <c:v>0.35261566103271486</c:v>
                </c:pt>
                <c:pt idx="21951">
                  <c:v>0.35262266087582161</c:v>
                </c:pt>
                <c:pt idx="21952">
                  <c:v>0.35264247635666568</c:v>
                </c:pt>
                <c:pt idx="21953">
                  <c:v>0.35267286584312491</c:v>
                </c:pt>
                <c:pt idx="21954">
                  <c:v>0.35269028691830534</c:v>
                </c:pt>
                <c:pt idx="21955">
                  <c:v>0.35272718158927813</c:v>
                </c:pt>
                <c:pt idx="21956">
                  <c:v>0.35272964676363844</c:v>
                </c:pt>
                <c:pt idx="21957">
                  <c:v>0.35275344511816625</c:v>
                </c:pt>
                <c:pt idx="21958">
                  <c:v>0.35277842115451974</c:v>
                </c:pt>
                <c:pt idx="21959">
                  <c:v>0.35287694025777316</c:v>
                </c:pt>
                <c:pt idx="21960">
                  <c:v>0.35297656378996423</c:v>
                </c:pt>
                <c:pt idx="21961">
                  <c:v>0.35299792053905571</c:v>
                </c:pt>
                <c:pt idx="21962">
                  <c:v>0.35309752574210729</c:v>
                </c:pt>
                <c:pt idx="21963">
                  <c:v>0.35310325051179381</c:v>
                </c:pt>
                <c:pt idx="21964">
                  <c:v>0.35313013553235506</c:v>
                </c:pt>
                <c:pt idx="21965">
                  <c:v>0.3532844774512317</c:v>
                </c:pt>
                <c:pt idx="21966">
                  <c:v>0.35331590387628459</c:v>
                </c:pt>
                <c:pt idx="21967">
                  <c:v>0.35333723705656339</c:v>
                </c:pt>
                <c:pt idx="21968">
                  <c:v>0.35334110634155241</c:v>
                </c:pt>
                <c:pt idx="21969">
                  <c:v>0.35343631006121712</c:v>
                </c:pt>
                <c:pt idx="21970">
                  <c:v>0.35344118148975806</c:v>
                </c:pt>
                <c:pt idx="21971">
                  <c:v>0.35347769456507427</c:v>
                </c:pt>
                <c:pt idx="21972">
                  <c:v>0.35351031736372451</c:v>
                </c:pt>
                <c:pt idx="21973">
                  <c:v>0.3536019400975976</c:v>
                </c:pt>
                <c:pt idx="21974">
                  <c:v>0.35361708325681379</c:v>
                </c:pt>
                <c:pt idx="21975">
                  <c:v>0.3536257278736416</c:v>
                </c:pt>
                <c:pt idx="21976">
                  <c:v>0.35364341802132288</c:v>
                </c:pt>
                <c:pt idx="21977">
                  <c:v>0.35367837594258889</c:v>
                </c:pt>
                <c:pt idx="21978">
                  <c:v>0.35367963011138581</c:v>
                </c:pt>
                <c:pt idx="21979">
                  <c:v>0.35368551239432017</c:v>
                </c:pt>
                <c:pt idx="21980">
                  <c:v>0.35368716434007275</c:v>
                </c:pt>
                <c:pt idx="21981">
                  <c:v>0.35368765916456091</c:v>
                </c:pt>
                <c:pt idx="21982">
                  <c:v>0.35375148493628134</c:v>
                </c:pt>
                <c:pt idx="21983">
                  <c:v>0.35378372816487286</c:v>
                </c:pt>
                <c:pt idx="21984">
                  <c:v>0.35381153766258933</c:v>
                </c:pt>
                <c:pt idx="21985">
                  <c:v>0.35382464567788741</c:v>
                </c:pt>
                <c:pt idx="21986">
                  <c:v>0.35383061209250471</c:v>
                </c:pt>
                <c:pt idx="21987">
                  <c:v>0.35389667695313604</c:v>
                </c:pt>
                <c:pt idx="21988">
                  <c:v>0.35391431284240626</c:v>
                </c:pt>
                <c:pt idx="21989">
                  <c:v>0.35392079451066444</c:v>
                </c:pt>
                <c:pt idx="21990">
                  <c:v>0.35402454206096146</c:v>
                </c:pt>
                <c:pt idx="21991">
                  <c:v>0.35411007629649599</c:v>
                </c:pt>
                <c:pt idx="21992">
                  <c:v>0.35412025552899484</c:v>
                </c:pt>
                <c:pt idx="21993">
                  <c:v>0.35420398878419118</c:v>
                </c:pt>
                <c:pt idx="21994">
                  <c:v>0.35422203890647763</c:v>
                </c:pt>
                <c:pt idx="21995">
                  <c:v>0.35427722319016819</c:v>
                </c:pt>
                <c:pt idx="21996">
                  <c:v>0.35428434196274283</c:v>
                </c:pt>
                <c:pt idx="21997">
                  <c:v>0.35428892053616556</c:v>
                </c:pt>
                <c:pt idx="21998">
                  <c:v>0.35434049808975171</c:v>
                </c:pt>
                <c:pt idx="21999">
                  <c:v>0.35440992308202612</c:v>
                </c:pt>
                <c:pt idx="22000">
                  <c:v>0.3544672704328774</c:v>
                </c:pt>
                <c:pt idx="22001">
                  <c:v>0.3544897062790372</c:v>
                </c:pt>
                <c:pt idx="22002">
                  <c:v>0.35455175139139189</c:v>
                </c:pt>
                <c:pt idx="22003">
                  <c:v>0.35463191398096067</c:v>
                </c:pt>
                <c:pt idx="22004">
                  <c:v>0.3547300235742577</c:v>
                </c:pt>
                <c:pt idx="22005">
                  <c:v>0.35491659636017658</c:v>
                </c:pt>
                <c:pt idx="22006">
                  <c:v>0.35494823290200483</c:v>
                </c:pt>
                <c:pt idx="22007">
                  <c:v>0.35498345064201942</c:v>
                </c:pt>
                <c:pt idx="22008">
                  <c:v>0.35499401162399141</c:v>
                </c:pt>
                <c:pt idx="22009">
                  <c:v>0.35500851103930653</c:v>
                </c:pt>
                <c:pt idx="22010">
                  <c:v>0.35503368006087199</c:v>
                </c:pt>
                <c:pt idx="22011">
                  <c:v>0.35504648136851685</c:v>
                </c:pt>
                <c:pt idx="22012">
                  <c:v>0.35508410010654179</c:v>
                </c:pt>
                <c:pt idx="22013">
                  <c:v>0.35510487422167153</c:v>
                </c:pt>
                <c:pt idx="22014">
                  <c:v>0.35514136593339929</c:v>
                </c:pt>
                <c:pt idx="22015">
                  <c:v>0.35516808615698775</c:v>
                </c:pt>
                <c:pt idx="22016">
                  <c:v>0.3552082106009769</c:v>
                </c:pt>
                <c:pt idx="22017">
                  <c:v>0.35522337916981828</c:v>
                </c:pt>
                <c:pt idx="22018">
                  <c:v>0.35522812415863059</c:v>
                </c:pt>
                <c:pt idx="22019">
                  <c:v>0.35524131375628304</c:v>
                </c:pt>
                <c:pt idx="22020">
                  <c:v>0.35524225341041532</c:v>
                </c:pt>
                <c:pt idx="22021">
                  <c:v>0.35529833792787197</c:v>
                </c:pt>
                <c:pt idx="22022">
                  <c:v>0.35534832281228035</c:v>
                </c:pt>
                <c:pt idx="22023">
                  <c:v>0.35538368457428848</c:v>
                </c:pt>
                <c:pt idx="22024">
                  <c:v>0.35541589319416994</c:v>
                </c:pt>
                <c:pt idx="22025">
                  <c:v>0.35543961203819868</c:v>
                </c:pt>
                <c:pt idx="22026">
                  <c:v>0.35550084949062077</c:v>
                </c:pt>
                <c:pt idx="22027">
                  <c:v>0.35551902917024547</c:v>
                </c:pt>
                <c:pt idx="22028">
                  <c:v>0.35554554309715353</c:v>
                </c:pt>
                <c:pt idx="22029">
                  <c:v>0.35555539743748671</c:v>
                </c:pt>
                <c:pt idx="22030">
                  <c:v>0.35561487607879788</c:v>
                </c:pt>
                <c:pt idx="22031">
                  <c:v>0.35566533279137691</c:v>
                </c:pt>
                <c:pt idx="22032">
                  <c:v>0.35569698592090854</c:v>
                </c:pt>
                <c:pt idx="22033">
                  <c:v>0.3557199501463692</c:v>
                </c:pt>
                <c:pt idx="22034">
                  <c:v>0.35574025752486876</c:v>
                </c:pt>
                <c:pt idx="22035">
                  <c:v>0.35577044094410015</c:v>
                </c:pt>
                <c:pt idx="22036">
                  <c:v>0.35579158154904633</c:v>
                </c:pt>
                <c:pt idx="22037">
                  <c:v>0.35582010475352632</c:v>
                </c:pt>
                <c:pt idx="22038">
                  <c:v>0.35587207284356498</c:v>
                </c:pt>
                <c:pt idx="22039">
                  <c:v>0.35601051048787447</c:v>
                </c:pt>
                <c:pt idx="22040">
                  <c:v>0.35633258114478306</c:v>
                </c:pt>
                <c:pt idx="22041">
                  <c:v>0.35634195256194884</c:v>
                </c:pt>
                <c:pt idx="22042">
                  <c:v>0.35642066856009935</c:v>
                </c:pt>
                <c:pt idx="22043">
                  <c:v>0.35648242221656851</c:v>
                </c:pt>
                <c:pt idx="22044">
                  <c:v>0.35649084980559242</c:v>
                </c:pt>
                <c:pt idx="22045">
                  <c:v>0.35655200450815694</c:v>
                </c:pt>
                <c:pt idx="22046">
                  <c:v>0.35657002988710346</c:v>
                </c:pt>
                <c:pt idx="22047">
                  <c:v>0.35664195799822435</c:v>
                </c:pt>
                <c:pt idx="22048">
                  <c:v>0.35666140025109744</c:v>
                </c:pt>
                <c:pt idx="22049">
                  <c:v>0.35666757714261804</c:v>
                </c:pt>
                <c:pt idx="22050">
                  <c:v>0.35669608845476891</c:v>
                </c:pt>
                <c:pt idx="22051">
                  <c:v>0.35671465696780413</c:v>
                </c:pt>
                <c:pt idx="22052">
                  <c:v>0.35685966444418526</c:v>
                </c:pt>
                <c:pt idx="22053">
                  <c:v>0.35686676118277044</c:v>
                </c:pt>
                <c:pt idx="22054">
                  <c:v>0.35693739574421612</c:v>
                </c:pt>
                <c:pt idx="22055">
                  <c:v>0.35695912146647574</c:v>
                </c:pt>
                <c:pt idx="22056">
                  <c:v>0.35701278429274236</c:v>
                </c:pt>
                <c:pt idx="22057">
                  <c:v>0.35712391857493725</c:v>
                </c:pt>
                <c:pt idx="22058">
                  <c:v>0.35714409860764124</c:v>
                </c:pt>
                <c:pt idx="22059">
                  <c:v>0.35725289248499631</c:v>
                </c:pt>
                <c:pt idx="22060">
                  <c:v>0.35726353315021786</c:v>
                </c:pt>
                <c:pt idx="22061">
                  <c:v>0.35734510763072613</c:v>
                </c:pt>
                <c:pt idx="22062">
                  <c:v>0.35735462585631328</c:v>
                </c:pt>
                <c:pt idx="22063">
                  <c:v>0.35737515326876851</c:v>
                </c:pt>
                <c:pt idx="22064">
                  <c:v>0.3573789034950528</c:v>
                </c:pt>
                <c:pt idx="22065">
                  <c:v>0.35739238678842056</c:v>
                </c:pt>
                <c:pt idx="22066">
                  <c:v>0.357400797127437</c:v>
                </c:pt>
                <c:pt idx="22067">
                  <c:v>0.35742184854047165</c:v>
                </c:pt>
                <c:pt idx="22068">
                  <c:v>0.35752654670493145</c:v>
                </c:pt>
                <c:pt idx="22069">
                  <c:v>0.35753968056218133</c:v>
                </c:pt>
                <c:pt idx="22070">
                  <c:v>0.35758025717419389</c:v>
                </c:pt>
                <c:pt idx="22071">
                  <c:v>0.35762294263577249</c:v>
                </c:pt>
                <c:pt idx="22072">
                  <c:v>0.35763698374098984</c:v>
                </c:pt>
                <c:pt idx="22073">
                  <c:v>0.35765401505479127</c:v>
                </c:pt>
                <c:pt idx="22074">
                  <c:v>0.35770431809038922</c:v>
                </c:pt>
                <c:pt idx="22075">
                  <c:v>0.35772515228199425</c:v>
                </c:pt>
                <c:pt idx="22076">
                  <c:v>0.35777410854280356</c:v>
                </c:pt>
                <c:pt idx="22077">
                  <c:v>0.35778133923546729</c:v>
                </c:pt>
                <c:pt idx="22078">
                  <c:v>0.35779058516559376</c:v>
                </c:pt>
                <c:pt idx="22079">
                  <c:v>0.35780875172882359</c:v>
                </c:pt>
                <c:pt idx="22080">
                  <c:v>0.35781416549022005</c:v>
                </c:pt>
                <c:pt idx="22081">
                  <c:v>0.35783979930894377</c:v>
                </c:pt>
                <c:pt idx="22082">
                  <c:v>0.35791695451521088</c:v>
                </c:pt>
                <c:pt idx="22083">
                  <c:v>0.3579177217483715</c:v>
                </c:pt>
                <c:pt idx="22084">
                  <c:v>0.35794776514910998</c:v>
                </c:pt>
                <c:pt idx="22085">
                  <c:v>0.35800585563553633</c:v>
                </c:pt>
                <c:pt idx="22086">
                  <c:v>0.35807800297729131</c:v>
                </c:pt>
                <c:pt idx="22087">
                  <c:v>0.35818740148764988</c:v>
                </c:pt>
                <c:pt idx="22088">
                  <c:v>0.35818945581504169</c:v>
                </c:pt>
                <c:pt idx="22089">
                  <c:v>0.35829367380105154</c:v>
                </c:pt>
                <c:pt idx="22090">
                  <c:v>0.35830175608193954</c:v>
                </c:pt>
                <c:pt idx="22091">
                  <c:v>0.35832103496195822</c:v>
                </c:pt>
                <c:pt idx="22092">
                  <c:v>0.35848172690259245</c:v>
                </c:pt>
                <c:pt idx="22093">
                  <c:v>0.3585163728350198</c:v>
                </c:pt>
                <c:pt idx="22094">
                  <c:v>0.3586007538561356</c:v>
                </c:pt>
                <c:pt idx="22095">
                  <c:v>0.35863765710052131</c:v>
                </c:pt>
                <c:pt idx="22096">
                  <c:v>0.35871669166937359</c:v>
                </c:pt>
                <c:pt idx="22097">
                  <c:v>0.35873390509476905</c:v>
                </c:pt>
                <c:pt idx="22098">
                  <c:v>0.35877038519933507</c:v>
                </c:pt>
                <c:pt idx="22099">
                  <c:v>0.35878278982986234</c:v>
                </c:pt>
                <c:pt idx="22100">
                  <c:v>0.3589789616037814</c:v>
                </c:pt>
                <c:pt idx="22101">
                  <c:v>0.35903813817635943</c:v>
                </c:pt>
                <c:pt idx="22102">
                  <c:v>0.35906914826188374</c:v>
                </c:pt>
                <c:pt idx="22103">
                  <c:v>0.35909632755270843</c:v>
                </c:pt>
                <c:pt idx="22104">
                  <c:v>0.35912466294357032</c:v>
                </c:pt>
                <c:pt idx="22105">
                  <c:v>0.35913974686734651</c:v>
                </c:pt>
                <c:pt idx="22106">
                  <c:v>0.35923548692001794</c:v>
                </c:pt>
                <c:pt idx="22107">
                  <c:v>0.35925694055632273</c:v>
                </c:pt>
                <c:pt idx="22108">
                  <c:v>0.35928981419171702</c:v>
                </c:pt>
                <c:pt idx="22109">
                  <c:v>0.35930291545281079</c:v>
                </c:pt>
                <c:pt idx="22110">
                  <c:v>0.35933319133509134</c:v>
                </c:pt>
                <c:pt idx="22111">
                  <c:v>0.35935612601358335</c:v>
                </c:pt>
                <c:pt idx="22112">
                  <c:v>0.35941920135774097</c:v>
                </c:pt>
                <c:pt idx="22113">
                  <c:v>0.35946887684842294</c:v>
                </c:pt>
                <c:pt idx="22114">
                  <c:v>0.35953197597553882</c:v>
                </c:pt>
                <c:pt idx="22115">
                  <c:v>0.35953752568473674</c:v>
                </c:pt>
                <c:pt idx="22116">
                  <c:v>0.35955089003624341</c:v>
                </c:pt>
                <c:pt idx="22117">
                  <c:v>0.35964151307152376</c:v>
                </c:pt>
                <c:pt idx="22118">
                  <c:v>0.35965236024493186</c:v>
                </c:pt>
                <c:pt idx="22119">
                  <c:v>0.35965731777419407</c:v>
                </c:pt>
                <c:pt idx="22120">
                  <c:v>0.3596943371776406</c:v>
                </c:pt>
                <c:pt idx="22121">
                  <c:v>0.35973669054472018</c:v>
                </c:pt>
                <c:pt idx="22122">
                  <c:v>0.35981667820206692</c:v>
                </c:pt>
                <c:pt idx="22123">
                  <c:v>0.35982153310795534</c:v>
                </c:pt>
                <c:pt idx="22124">
                  <c:v>0.35984857894842898</c:v>
                </c:pt>
                <c:pt idx="22125">
                  <c:v>0.35986871891696198</c:v>
                </c:pt>
                <c:pt idx="22126">
                  <c:v>0.35986948527693646</c:v>
                </c:pt>
                <c:pt idx="22127">
                  <c:v>0.35989434017785976</c:v>
                </c:pt>
                <c:pt idx="22128">
                  <c:v>0.35990057184758151</c:v>
                </c:pt>
                <c:pt idx="22129">
                  <c:v>0.35990857483559074</c:v>
                </c:pt>
                <c:pt idx="22130">
                  <c:v>0.35993549094203564</c:v>
                </c:pt>
                <c:pt idx="22131">
                  <c:v>0.35996026711979462</c:v>
                </c:pt>
                <c:pt idx="22132">
                  <c:v>0.35997023295588038</c:v>
                </c:pt>
                <c:pt idx="22133">
                  <c:v>0.360050684581945</c:v>
                </c:pt>
                <c:pt idx="22134">
                  <c:v>0.36006606903956689</c:v>
                </c:pt>
                <c:pt idx="22135">
                  <c:v>0.36008999957333776</c:v>
                </c:pt>
                <c:pt idx="22136">
                  <c:v>0.36009148057493651</c:v>
                </c:pt>
                <c:pt idx="22137">
                  <c:v>0.3602699174369916</c:v>
                </c:pt>
                <c:pt idx="22138">
                  <c:v>0.36028230915060044</c:v>
                </c:pt>
                <c:pt idx="22139">
                  <c:v>0.3604198992754879</c:v>
                </c:pt>
                <c:pt idx="22140">
                  <c:v>0.36055173103441834</c:v>
                </c:pt>
                <c:pt idx="22141">
                  <c:v>0.36058769473935981</c:v>
                </c:pt>
                <c:pt idx="22142">
                  <c:v>0.36058940124924443</c:v>
                </c:pt>
                <c:pt idx="22143">
                  <c:v>0.36067294860414012</c:v>
                </c:pt>
                <c:pt idx="22144">
                  <c:v>0.36073962777521473</c:v>
                </c:pt>
                <c:pt idx="22145">
                  <c:v>0.36074221550778635</c:v>
                </c:pt>
                <c:pt idx="22146">
                  <c:v>0.36074407144639226</c:v>
                </c:pt>
                <c:pt idx="22147">
                  <c:v>0.36075665632825255</c:v>
                </c:pt>
                <c:pt idx="22148">
                  <c:v>0.36080798252386198</c:v>
                </c:pt>
                <c:pt idx="22149">
                  <c:v>0.36083714079021223</c:v>
                </c:pt>
                <c:pt idx="22150">
                  <c:v>0.36086119580607695</c:v>
                </c:pt>
                <c:pt idx="22151">
                  <c:v>0.36087594568446629</c:v>
                </c:pt>
                <c:pt idx="22152">
                  <c:v>0.36099657217192943</c:v>
                </c:pt>
                <c:pt idx="22153">
                  <c:v>0.36101546894930864</c:v>
                </c:pt>
                <c:pt idx="22154">
                  <c:v>0.36102019417528586</c:v>
                </c:pt>
                <c:pt idx="22155">
                  <c:v>0.36102374783038876</c:v>
                </c:pt>
                <c:pt idx="22156">
                  <c:v>0.36103218948932081</c:v>
                </c:pt>
                <c:pt idx="22157">
                  <c:v>0.36104328181102791</c:v>
                </c:pt>
                <c:pt idx="22158">
                  <c:v>0.36107769948356183</c:v>
                </c:pt>
                <c:pt idx="22159">
                  <c:v>0.36115629405142258</c:v>
                </c:pt>
                <c:pt idx="22160">
                  <c:v>0.36123266468108078</c:v>
                </c:pt>
                <c:pt idx="22161">
                  <c:v>0.36132021265125136</c:v>
                </c:pt>
                <c:pt idx="22162">
                  <c:v>0.36136858566064223</c:v>
                </c:pt>
                <c:pt idx="22163">
                  <c:v>0.36138519933509633</c:v>
                </c:pt>
                <c:pt idx="22164">
                  <c:v>0.36144386493391734</c:v>
                </c:pt>
                <c:pt idx="22165">
                  <c:v>0.361450031346288</c:v>
                </c:pt>
                <c:pt idx="22166">
                  <c:v>0.36147775608116484</c:v>
                </c:pt>
                <c:pt idx="22167">
                  <c:v>0.36150669808014618</c:v>
                </c:pt>
                <c:pt idx="22168">
                  <c:v>0.36161244246932811</c:v>
                </c:pt>
                <c:pt idx="22169">
                  <c:v>0.36161656767457645</c:v>
                </c:pt>
                <c:pt idx="22170">
                  <c:v>0.36166782428591654</c:v>
                </c:pt>
                <c:pt idx="22171">
                  <c:v>0.36176298085790631</c:v>
                </c:pt>
                <c:pt idx="22172">
                  <c:v>0.36181356980905005</c:v>
                </c:pt>
                <c:pt idx="22173">
                  <c:v>0.36183889318867229</c:v>
                </c:pt>
                <c:pt idx="22174">
                  <c:v>0.36184223876747401</c:v>
                </c:pt>
                <c:pt idx="22175">
                  <c:v>0.36185179432838399</c:v>
                </c:pt>
                <c:pt idx="22176">
                  <c:v>0.36186850305755575</c:v>
                </c:pt>
                <c:pt idx="22177">
                  <c:v>0.36187063548191839</c:v>
                </c:pt>
                <c:pt idx="22178">
                  <c:v>0.36190620947566332</c:v>
                </c:pt>
                <c:pt idx="22179">
                  <c:v>0.3619088486215139</c:v>
                </c:pt>
                <c:pt idx="22180">
                  <c:v>0.36192597561690742</c:v>
                </c:pt>
                <c:pt idx="22181">
                  <c:v>0.36210045781930916</c:v>
                </c:pt>
                <c:pt idx="22182">
                  <c:v>0.36213865422813935</c:v>
                </c:pt>
                <c:pt idx="22183">
                  <c:v>0.36217790375056635</c:v>
                </c:pt>
                <c:pt idx="22184">
                  <c:v>0.36218993714178399</c:v>
                </c:pt>
                <c:pt idx="22185">
                  <c:v>0.36225871121971798</c:v>
                </c:pt>
                <c:pt idx="22186">
                  <c:v>0.3623364075935499</c:v>
                </c:pt>
                <c:pt idx="22187">
                  <c:v>0.36239190899613521</c:v>
                </c:pt>
                <c:pt idx="22188">
                  <c:v>0.36242155509758672</c:v>
                </c:pt>
                <c:pt idx="22189">
                  <c:v>0.36245398638358417</c:v>
                </c:pt>
                <c:pt idx="22190">
                  <c:v>0.36249235574866456</c:v>
                </c:pt>
                <c:pt idx="22191">
                  <c:v>0.362493930877062</c:v>
                </c:pt>
                <c:pt idx="22192">
                  <c:v>0.36250220068993644</c:v>
                </c:pt>
                <c:pt idx="22193">
                  <c:v>0.36262628694924215</c:v>
                </c:pt>
                <c:pt idx="22194">
                  <c:v>0.36265864514587792</c:v>
                </c:pt>
                <c:pt idx="22195">
                  <c:v>0.36271897335933101</c:v>
                </c:pt>
                <c:pt idx="22196">
                  <c:v>0.36282559499005734</c:v>
                </c:pt>
                <c:pt idx="22197">
                  <c:v>0.36285086220414259</c:v>
                </c:pt>
                <c:pt idx="22198">
                  <c:v>0.36288103388068804</c:v>
                </c:pt>
                <c:pt idx="22199">
                  <c:v>0.36290427984307194</c:v>
                </c:pt>
                <c:pt idx="22200">
                  <c:v>0.36291315943775798</c:v>
                </c:pt>
                <c:pt idx="22201">
                  <c:v>0.36294345858590088</c:v>
                </c:pt>
                <c:pt idx="22202">
                  <c:v>0.36295228012697606</c:v>
                </c:pt>
                <c:pt idx="22203">
                  <c:v>0.36297533402557669</c:v>
                </c:pt>
                <c:pt idx="22204">
                  <c:v>0.36305169677182048</c:v>
                </c:pt>
                <c:pt idx="22205">
                  <c:v>0.36309939749371734</c:v>
                </c:pt>
                <c:pt idx="22206">
                  <c:v>0.36329972297652458</c:v>
                </c:pt>
                <c:pt idx="22207">
                  <c:v>0.36334419857191635</c:v>
                </c:pt>
                <c:pt idx="22208">
                  <c:v>0.3634450661340744</c:v>
                </c:pt>
                <c:pt idx="22209">
                  <c:v>0.36344905312787523</c:v>
                </c:pt>
                <c:pt idx="22210">
                  <c:v>0.36346029227315418</c:v>
                </c:pt>
                <c:pt idx="22211">
                  <c:v>0.36348237782324638</c:v>
                </c:pt>
                <c:pt idx="22212">
                  <c:v>0.36348489866245831</c:v>
                </c:pt>
                <c:pt idx="22213">
                  <c:v>0.36349953305097032</c:v>
                </c:pt>
                <c:pt idx="22214">
                  <c:v>0.36357606189835406</c:v>
                </c:pt>
                <c:pt idx="22215">
                  <c:v>0.36358324125379082</c:v>
                </c:pt>
                <c:pt idx="22216">
                  <c:v>0.36359716921023444</c:v>
                </c:pt>
                <c:pt idx="22217">
                  <c:v>0.36363343143323873</c:v>
                </c:pt>
                <c:pt idx="22218">
                  <c:v>0.36367974526075214</c:v>
                </c:pt>
                <c:pt idx="22219">
                  <c:v>0.36376632155159738</c:v>
                </c:pt>
                <c:pt idx="22220">
                  <c:v>0.36383928531372639</c:v>
                </c:pt>
                <c:pt idx="22221">
                  <c:v>0.36391647238702607</c:v>
                </c:pt>
                <c:pt idx="22222">
                  <c:v>0.36392887484514569</c:v>
                </c:pt>
                <c:pt idx="22223">
                  <c:v>0.36394713014205943</c:v>
                </c:pt>
                <c:pt idx="22224">
                  <c:v>0.36400207538323065</c:v>
                </c:pt>
                <c:pt idx="22225">
                  <c:v>0.36402261774323691</c:v>
                </c:pt>
                <c:pt idx="22226">
                  <c:v>0.36411893395734657</c:v>
                </c:pt>
                <c:pt idx="22227">
                  <c:v>0.36416644039349572</c:v>
                </c:pt>
                <c:pt idx="22228">
                  <c:v>0.36423867729337089</c:v>
                </c:pt>
                <c:pt idx="22229">
                  <c:v>0.36430794837387415</c:v>
                </c:pt>
                <c:pt idx="22230">
                  <c:v>0.36435121980883384</c:v>
                </c:pt>
                <c:pt idx="22231">
                  <c:v>0.36435796086791439</c:v>
                </c:pt>
                <c:pt idx="22232">
                  <c:v>0.36437113145424715</c:v>
                </c:pt>
                <c:pt idx="22233">
                  <c:v>0.36441214014621787</c:v>
                </c:pt>
                <c:pt idx="22234">
                  <c:v>0.36447553318479592</c:v>
                </c:pt>
                <c:pt idx="22235">
                  <c:v>0.36447973124676469</c:v>
                </c:pt>
                <c:pt idx="22236">
                  <c:v>0.36453423356355846</c:v>
                </c:pt>
                <c:pt idx="22237">
                  <c:v>0.36458560508919202</c:v>
                </c:pt>
                <c:pt idx="22238">
                  <c:v>0.36472880035451194</c:v>
                </c:pt>
                <c:pt idx="22239">
                  <c:v>0.36473304880730073</c:v>
                </c:pt>
                <c:pt idx="22240">
                  <c:v>0.36480233440153137</c:v>
                </c:pt>
                <c:pt idx="22241">
                  <c:v>0.36488650418063889</c:v>
                </c:pt>
                <c:pt idx="22242">
                  <c:v>0.36489197202410434</c:v>
                </c:pt>
                <c:pt idx="22243">
                  <c:v>0.36491681036810686</c:v>
                </c:pt>
                <c:pt idx="22244">
                  <c:v>0.36507577250484896</c:v>
                </c:pt>
                <c:pt idx="22245">
                  <c:v>0.36510062150694722</c:v>
                </c:pt>
                <c:pt idx="22246">
                  <c:v>0.36513377527459812</c:v>
                </c:pt>
                <c:pt idx="22247">
                  <c:v>0.365165851361894</c:v>
                </c:pt>
                <c:pt idx="22248">
                  <c:v>0.36517625296532291</c:v>
                </c:pt>
                <c:pt idx="22249">
                  <c:v>0.3652262420589657</c:v>
                </c:pt>
                <c:pt idx="22250">
                  <c:v>0.3652991667683313</c:v>
                </c:pt>
                <c:pt idx="22251">
                  <c:v>0.36531983121752348</c:v>
                </c:pt>
                <c:pt idx="22252">
                  <c:v>0.36535059381406021</c:v>
                </c:pt>
                <c:pt idx="22253">
                  <c:v>0.36535503275980752</c:v>
                </c:pt>
                <c:pt idx="22254">
                  <c:v>0.36537674619514676</c:v>
                </c:pt>
                <c:pt idx="22255">
                  <c:v>0.36541867611607459</c:v>
                </c:pt>
                <c:pt idx="22256">
                  <c:v>0.36546731993250675</c:v>
                </c:pt>
                <c:pt idx="22257">
                  <c:v>0.36550312644941546</c:v>
                </c:pt>
                <c:pt idx="22258">
                  <c:v>0.36557626100239793</c:v>
                </c:pt>
                <c:pt idx="22259">
                  <c:v>0.3657334846193665</c:v>
                </c:pt>
                <c:pt idx="22260">
                  <c:v>0.36578396818827397</c:v>
                </c:pt>
                <c:pt idx="22261">
                  <c:v>0.36578675263772453</c:v>
                </c:pt>
                <c:pt idx="22262">
                  <c:v>0.3657941401820673</c:v>
                </c:pt>
                <c:pt idx="22263">
                  <c:v>0.36595483699264869</c:v>
                </c:pt>
                <c:pt idx="22264">
                  <c:v>0.36598289204961304</c:v>
                </c:pt>
                <c:pt idx="22265">
                  <c:v>0.36604608857871079</c:v>
                </c:pt>
                <c:pt idx="22266">
                  <c:v>0.36605845418659366</c:v>
                </c:pt>
                <c:pt idx="22267">
                  <c:v>0.36605966752433344</c:v>
                </c:pt>
                <c:pt idx="22268">
                  <c:v>0.36611639603616597</c:v>
                </c:pt>
                <c:pt idx="22269">
                  <c:v>0.36613254233867498</c:v>
                </c:pt>
                <c:pt idx="22270">
                  <c:v>0.36613784355339773</c:v>
                </c:pt>
                <c:pt idx="22271">
                  <c:v>0.3661601580552577</c:v>
                </c:pt>
                <c:pt idx="22272">
                  <c:v>0.36620725220563166</c:v>
                </c:pt>
                <c:pt idx="22273">
                  <c:v>0.36620914914620867</c:v>
                </c:pt>
                <c:pt idx="22274">
                  <c:v>0.36626345122431647</c:v>
                </c:pt>
                <c:pt idx="22275">
                  <c:v>0.3663038347448247</c:v>
                </c:pt>
                <c:pt idx="22276">
                  <c:v>0.36632386391230298</c:v>
                </c:pt>
                <c:pt idx="22277">
                  <c:v>0.36643744616255741</c:v>
                </c:pt>
                <c:pt idx="22278">
                  <c:v>0.36645483272484652</c:v>
                </c:pt>
                <c:pt idx="22279">
                  <c:v>0.36645520249424546</c:v>
                </c:pt>
                <c:pt idx="22280">
                  <c:v>0.36651826465007675</c:v>
                </c:pt>
                <c:pt idx="22281">
                  <c:v>0.36653699670827244</c:v>
                </c:pt>
                <c:pt idx="22282">
                  <c:v>0.36654901128575573</c:v>
                </c:pt>
                <c:pt idx="22283">
                  <c:v>0.3665735746938697</c:v>
                </c:pt>
                <c:pt idx="22284">
                  <c:v>0.36672877226103062</c:v>
                </c:pt>
                <c:pt idx="22285">
                  <c:v>0.36674525935225011</c:v>
                </c:pt>
                <c:pt idx="22286">
                  <c:v>0.36676458791406641</c:v>
                </c:pt>
                <c:pt idx="22287">
                  <c:v>0.36676984716585337</c:v>
                </c:pt>
                <c:pt idx="22288">
                  <c:v>0.366808728749906</c:v>
                </c:pt>
                <c:pt idx="22289">
                  <c:v>0.36683808751254138</c:v>
                </c:pt>
                <c:pt idx="22290">
                  <c:v>0.36684655713678516</c:v>
                </c:pt>
                <c:pt idx="22291">
                  <c:v>0.36693656731682478</c:v>
                </c:pt>
                <c:pt idx="22292">
                  <c:v>0.36694483932624056</c:v>
                </c:pt>
                <c:pt idx="22293">
                  <c:v>0.36698875036708123</c:v>
                </c:pt>
                <c:pt idx="22294">
                  <c:v>0.36700065191377956</c:v>
                </c:pt>
                <c:pt idx="22295">
                  <c:v>0.36715038047522897</c:v>
                </c:pt>
                <c:pt idx="22296">
                  <c:v>0.36722581015215522</c:v>
                </c:pt>
                <c:pt idx="22297">
                  <c:v>0.367227947845226</c:v>
                </c:pt>
                <c:pt idx="22298">
                  <c:v>0.36725026287885615</c:v>
                </c:pt>
                <c:pt idx="22299">
                  <c:v>0.36726789554805478</c:v>
                </c:pt>
                <c:pt idx="22300">
                  <c:v>0.36736890048902443</c:v>
                </c:pt>
                <c:pt idx="22301">
                  <c:v>0.36738041515060471</c:v>
                </c:pt>
                <c:pt idx="22302">
                  <c:v>0.36738490502024257</c:v>
                </c:pt>
                <c:pt idx="22303">
                  <c:v>0.36744515726988469</c:v>
                </c:pt>
                <c:pt idx="22304">
                  <c:v>0.36746026422771921</c:v>
                </c:pt>
                <c:pt idx="22305">
                  <c:v>0.36750429521182826</c:v>
                </c:pt>
                <c:pt idx="22306">
                  <c:v>0.36751284126520734</c:v>
                </c:pt>
                <c:pt idx="22307">
                  <c:v>0.36753039804122928</c:v>
                </c:pt>
                <c:pt idx="22308">
                  <c:v>0.36753378956679544</c:v>
                </c:pt>
                <c:pt idx="22309">
                  <c:v>0.36754594813066038</c:v>
                </c:pt>
                <c:pt idx="22310">
                  <c:v>0.36757213497359026</c:v>
                </c:pt>
                <c:pt idx="22311">
                  <c:v>0.36768993709401265</c:v>
                </c:pt>
                <c:pt idx="22312">
                  <c:v>0.36772466002446919</c:v>
                </c:pt>
                <c:pt idx="22313">
                  <c:v>0.36775344782242669</c:v>
                </c:pt>
                <c:pt idx="22314">
                  <c:v>0.36777780741523103</c:v>
                </c:pt>
                <c:pt idx="22315">
                  <c:v>0.36781936632326195</c:v>
                </c:pt>
                <c:pt idx="22316">
                  <c:v>0.36787886458680591</c:v>
                </c:pt>
                <c:pt idx="22317">
                  <c:v>0.36790070852820367</c:v>
                </c:pt>
                <c:pt idx="22318">
                  <c:v>0.36790567840957866</c:v>
                </c:pt>
                <c:pt idx="22319">
                  <c:v>0.3680015796648502</c:v>
                </c:pt>
                <c:pt idx="22320">
                  <c:v>0.36811248088159071</c:v>
                </c:pt>
                <c:pt idx="22321">
                  <c:v>0.36813168741522223</c:v>
                </c:pt>
                <c:pt idx="22322">
                  <c:v>0.36814316294662025</c:v>
                </c:pt>
                <c:pt idx="22323">
                  <c:v>0.36815536288991446</c:v>
                </c:pt>
                <c:pt idx="22324">
                  <c:v>0.36816695165866598</c:v>
                </c:pt>
                <c:pt idx="22325">
                  <c:v>0.36817589344295681</c:v>
                </c:pt>
                <c:pt idx="22326">
                  <c:v>0.36823218538722663</c:v>
                </c:pt>
                <c:pt idx="22327">
                  <c:v>0.3682515101454345</c:v>
                </c:pt>
                <c:pt idx="22328">
                  <c:v>0.36829043534148836</c:v>
                </c:pt>
                <c:pt idx="22329">
                  <c:v>0.36829924552342919</c:v>
                </c:pt>
                <c:pt idx="22330">
                  <c:v>0.36835862492531718</c:v>
                </c:pt>
                <c:pt idx="22331">
                  <c:v>0.36837582266125357</c:v>
                </c:pt>
                <c:pt idx="22332">
                  <c:v>0.36844843502479702</c:v>
                </c:pt>
                <c:pt idx="22333">
                  <c:v>0.36847231015575937</c:v>
                </c:pt>
                <c:pt idx="22334">
                  <c:v>0.36847962473340656</c:v>
                </c:pt>
                <c:pt idx="22335">
                  <c:v>0.36848966761679203</c:v>
                </c:pt>
                <c:pt idx="22336">
                  <c:v>0.36851160953793483</c:v>
                </c:pt>
                <c:pt idx="22337">
                  <c:v>0.36854981472888132</c:v>
                </c:pt>
                <c:pt idx="22338">
                  <c:v>0.36860701191763418</c:v>
                </c:pt>
                <c:pt idx="22339">
                  <c:v>0.36863748756156772</c:v>
                </c:pt>
                <c:pt idx="22340">
                  <c:v>0.36869797101844015</c:v>
                </c:pt>
                <c:pt idx="22341">
                  <c:v>0.36873650654339796</c:v>
                </c:pt>
                <c:pt idx="22342">
                  <c:v>0.36876711588169753</c:v>
                </c:pt>
                <c:pt idx="22343">
                  <c:v>0.36885098348730455</c:v>
                </c:pt>
                <c:pt idx="22344">
                  <c:v>0.36889532543149695</c:v>
                </c:pt>
                <c:pt idx="22345">
                  <c:v>0.36894949643009206</c:v>
                </c:pt>
                <c:pt idx="22346">
                  <c:v>0.36895625959001588</c:v>
                </c:pt>
                <c:pt idx="22347">
                  <c:v>0.36896936658497131</c:v>
                </c:pt>
                <c:pt idx="22348">
                  <c:v>0.36901428736280406</c:v>
                </c:pt>
                <c:pt idx="22349">
                  <c:v>0.36914486345242986</c:v>
                </c:pt>
                <c:pt idx="22350">
                  <c:v>0.36916937226482771</c:v>
                </c:pt>
                <c:pt idx="22351">
                  <c:v>0.36921060479755852</c:v>
                </c:pt>
                <c:pt idx="22352">
                  <c:v>0.36923790080473068</c:v>
                </c:pt>
                <c:pt idx="22353">
                  <c:v>0.36925855208023312</c:v>
                </c:pt>
                <c:pt idx="22354">
                  <c:v>0.36938094412307049</c:v>
                </c:pt>
                <c:pt idx="22355">
                  <c:v>0.36943202987975976</c:v>
                </c:pt>
                <c:pt idx="22356">
                  <c:v>0.36944833648941822</c:v>
                </c:pt>
                <c:pt idx="22357">
                  <c:v>0.36947584234125691</c:v>
                </c:pt>
                <c:pt idx="22358">
                  <c:v>0.36956617648790063</c:v>
                </c:pt>
                <c:pt idx="22359">
                  <c:v>0.36959375444419251</c:v>
                </c:pt>
                <c:pt idx="22360">
                  <c:v>0.3696087305663554</c:v>
                </c:pt>
                <c:pt idx="22361">
                  <c:v>0.36967178028025449</c:v>
                </c:pt>
                <c:pt idx="22362">
                  <c:v>0.36969742949188927</c:v>
                </c:pt>
                <c:pt idx="22363">
                  <c:v>0.3696978476412468</c:v>
                </c:pt>
                <c:pt idx="22364">
                  <c:v>0.36977200712869907</c:v>
                </c:pt>
                <c:pt idx="22365">
                  <c:v>0.36977928032176022</c:v>
                </c:pt>
                <c:pt idx="22366">
                  <c:v>0.3698406993932446</c:v>
                </c:pt>
                <c:pt idx="22367">
                  <c:v>0.36984463718798005</c:v>
                </c:pt>
                <c:pt idx="22368">
                  <c:v>0.36985592028023706</c:v>
                </c:pt>
                <c:pt idx="22369">
                  <c:v>0.36993330433831911</c:v>
                </c:pt>
                <c:pt idx="22370">
                  <c:v>0.37009246703791676</c:v>
                </c:pt>
                <c:pt idx="22371">
                  <c:v>0.37026498125828589</c:v>
                </c:pt>
                <c:pt idx="22372">
                  <c:v>0.37033384645438888</c:v>
                </c:pt>
                <c:pt idx="22373">
                  <c:v>0.37039402279105887</c:v>
                </c:pt>
                <c:pt idx="22374">
                  <c:v>0.37041000533788415</c:v>
                </c:pt>
                <c:pt idx="22375">
                  <c:v>0.37046126461789081</c:v>
                </c:pt>
                <c:pt idx="22376">
                  <c:v>0.37046675445053739</c:v>
                </c:pt>
                <c:pt idx="22377">
                  <c:v>0.37049684895076107</c:v>
                </c:pt>
                <c:pt idx="22378">
                  <c:v>0.37051068966646961</c:v>
                </c:pt>
                <c:pt idx="22379">
                  <c:v>0.37059946620747053</c:v>
                </c:pt>
                <c:pt idx="22380">
                  <c:v>0.37062791571774567</c:v>
                </c:pt>
                <c:pt idx="22381">
                  <c:v>0.37068848769544388</c:v>
                </c:pt>
                <c:pt idx="22382">
                  <c:v>0.37070131920998445</c:v>
                </c:pt>
                <c:pt idx="22383">
                  <c:v>0.37070578594428188</c:v>
                </c:pt>
                <c:pt idx="22384">
                  <c:v>0.37079378661893581</c:v>
                </c:pt>
                <c:pt idx="22385">
                  <c:v>0.3708173108002582</c:v>
                </c:pt>
                <c:pt idx="22386">
                  <c:v>0.37083226436224959</c:v>
                </c:pt>
                <c:pt idx="22387">
                  <c:v>0.37085334106009432</c:v>
                </c:pt>
                <c:pt idx="22388">
                  <c:v>0.37088210277229761</c:v>
                </c:pt>
                <c:pt idx="22389">
                  <c:v>0.3708890688052417</c:v>
                </c:pt>
                <c:pt idx="22390">
                  <c:v>0.37091581464085144</c:v>
                </c:pt>
                <c:pt idx="22391">
                  <c:v>0.3709371048563288</c:v>
                </c:pt>
                <c:pt idx="22392">
                  <c:v>0.37094540102048335</c:v>
                </c:pt>
                <c:pt idx="22393">
                  <c:v>0.37100351543659871</c:v>
                </c:pt>
                <c:pt idx="22394">
                  <c:v>0.37103835694698367</c:v>
                </c:pt>
                <c:pt idx="22395">
                  <c:v>0.37103876541110842</c:v>
                </c:pt>
                <c:pt idx="22396">
                  <c:v>0.37105448287385512</c:v>
                </c:pt>
                <c:pt idx="22397">
                  <c:v>0.37112213763341428</c:v>
                </c:pt>
                <c:pt idx="22398">
                  <c:v>0.37116915233499576</c:v>
                </c:pt>
                <c:pt idx="22399">
                  <c:v>0.37121669022644183</c:v>
                </c:pt>
                <c:pt idx="22400">
                  <c:v>0.37124707182356881</c:v>
                </c:pt>
                <c:pt idx="22401">
                  <c:v>0.37129357290157622</c:v>
                </c:pt>
                <c:pt idx="22402">
                  <c:v>0.37130523763522133</c:v>
                </c:pt>
                <c:pt idx="22403">
                  <c:v>0.37133161467375891</c:v>
                </c:pt>
                <c:pt idx="22404">
                  <c:v>0.37134309423349116</c:v>
                </c:pt>
                <c:pt idx="22405">
                  <c:v>0.37143341092856447</c:v>
                </c:pt>
                <c:pt idx="22406">
                  <c:v>0.3714708425257473</c:v>
                </c:pt>
                <c:pt idx="22407">
                  <c:v>0.37147936591811609</c:v>
                </c:pt>
                <c:pt idx="22408">
                  <c:v>0.37148185610335099</c:v>
                </c:pt>
                <c:pt idx="22409">
                  <c:v>0.37148920775553329</c:v>
                </c:pt>
                <c:pt idx="22410">
                  <c:v>0.37148959050197178</c:v>
                </c:pt>
                <c:pt idx="22411">
                  <c:v>0.37151114218040182</c:v>
                </c:pt>
                <c:pt idx="22412">
                  <c:v>0.37163741976906328</c:v>
                </c:pt>
                <c:pt idx="22413">
                  <c:v>0.37169397541703264</c:v>
                </c:pt>
                <c:pt idx="22414">
                  <c:v>0.3717185308463859</c:v>
                </c:pt>
                <c:pt idx="22415">
                  <c:v>0.37172418540108237</c:v>
                </c:pt>
                <c:pt idx="22416">
                  <c:v>0.37172530251826524</c:v>
                </c:pt>
                <c:pt idx="22417">
                  <c:v>0.37178383174497048</c:v>
                </c:pt>
                <c:pt idx="22418">
                  <c:v>0.37189959039770309</c:v>
                </c:pt>
                <c:pt idx="22419">
                  <c:v>0.37194648866025276</c:v>
                </c:pt>
                <c:pt idx="22420">
                  <c:v>0.37204819951904622</c:v>
                </c:pt>
                <c:pt idx="22421">
                  <c:v>0.37205477312212515</c:v>
                </c:pt>
                <c:pt idx="22422">
                  <c:v>0.37220291030831859</c:v>
                </c:pt>
                <c:pt idx="22423">
                  <c:v>0.37223785526407099</c:v>
                </c:pt>
                <c:pt idx="22424">
                  <c:v>0.37229542494713158</c:v>
                </c:pt>
                <c:pt idx="22425">
                  <c:v>0.37231595052176197</c:v>
                </c:pt>
                <c:pt idx="22426">
                  <c:v>0.37233011639972108</c:v>
                </c:pt>
                <c:pt idx="22427">
                  <c:v>0.37242629681334144</c:v>
                </c:pt>
                <c:pt idx="22428">
                  <c:v>0.37245638605320269</c:v>
                </c:pt>
                <c:pt idx="22429">
                  <c:v>0.37248486759838151</c:v>
                </c:pt>
                <c:pt idx="22430">
                  <c:v>0.37249857691575999</c:v>
                </c:pt>
                <c:pt idx="22431">
                  <c:v>0.37249999352661839</c:v>
                </c:pt>
                <c:pt idx="22432">
                  <c:v>0.37255464020122486</c:v>
                </c:pt>
                <c:pt idx="22433">
                  <c:v>0.37256234792719678</c:v>
                </c:pt>
                <c:pt idx="22434">
                  <c:v>0.37257302286437105</c:v>
                </c:pt>
                <c:pt idx="22435">
                  <c:v>0.37259585345151947</c:v>
                </c:pt>
                <c:pt idx="22436">
                  <c:v>0.37261818941922142</c:v>
                </c:pt>
                <c:pt idx="22437">
                  <c:v>0.3729614578185475</c:v>
                </c:pt>
                <c:pt idx="22438">
                  <c:v>0.37303117964328364</c:v>
                </c:pt>
                <c:pt idx="22439">
                  <c:v>0.37304748275991995</c:v>
                </c:pt>
                <c:pt idx="22440">
                  <c:v>0.37307054812734969</c:v>
                </c:pt>
                <c:pt idx="22441">
                  <c:v>0.37311117812161676</c:v>
                </c:pt>
                <c:pt idx="22442">
                  <c:v>0.37323907279229518</c:v>
                </c:pt>
                <c:pt idx="22443">
                  <c:v>0.37324310174894526</c:v>
                </c:pt>
                <c:pt idx="22444">
                  <c:v>0.37329529997407718</c:v>
                </c:pt>
                <c:pt idx="22445">
                  <c:v>0.37337828493447572</c:v>
                </c:pt>
                <c:pt idx="22446">
                  <c:v>0.37341682761228417</c:v>
                </c:pt>
                <c:pt idx="22447">
                  <c:v>0.37343972816426491</c:v>
                </c:pt>
                <c:pt idx="22448">
                  <c:v>0.37348678350619002</c:v>
                </c:pt>
                <c:pt idx="22449">
                  <c:v>0.37352008198228914</c:v>
                </c:pt>
                <c:pt idx="22450">
                  <c:v>0.37352055161362951</c:v>
                </c:pt>
                <c:pt idx="22451">
                  <c:v>0.37356648313045415</c:v>
                </c:pt>
                <c:pt idx="22452">
                  <c:v>0.37357406168794316</c:v>
                </c:pt>
                <c:pt idx="22453">
                  <c:v>0.37384940067517941</c:v>
                </c:pt>
                <c:pt idx="22454">
                  <c:v>0.37389848702325035</c:v>
                </c:pt>
                <c:pt idx="22455">
                  <c:v>0.37392043832020161</c:v>
                </c:pt>
                <c:pt idx="22456">
                  <c:v>0.37392515400865389</c:v>
                </c:pt>
                <c:pt idx="22457">
                  <c:v>0.37394513465497436</c:v>
                </c:pt>
                <c:pt idx="22458">
                  <c:v>0.37397932109703325</c:v>
                </c:pt>
                <c:pt idx="22459">
                  <c:v>0.37398963441243721</c:v>
                </c:pt>
                <c:pt idx="22460">
                  <c:v>0.37403021836628514</c:v>
                </c:pt>
                <c:pt idx="22461">
                  <c:v>0.37407595467236687</c:v>
                </c:pt>
                <c:pt idx="22462">
                  <c:v>0.37407726777117167</c:v>
                </c:pt>
                <c:pt idx="22463">
                  <c:v>0.3741813988315098</c:v>
                </c:pt>
                <c:pt idx="22464">
                  <c:v>0.3741975273435329</c:v>
                </c:pt>
                <c:pt idx="22465">
                  <c:v>0.37420823962691602</c:v>
                </c:pt>
                <c:pt idx="22466">
                  <c:v>0.37423290654527941</c:v>
                </c:pt>
                <c:pt idx="22467">
                  <c:v>0.37427252600115696</c:v>
                </c:pt>
                <c:pt idx="22468">
                  <c:v>0.37430934961531792</c:v>
                </c:pt>
                <c:pt idx="22469">
                  <c:v>0.37443869643871641</c:v>
                </c:pt>
                <c:pt idx="22470">
                  <c:v>0.37445958949225056</c:v>
                </c:pt>
                <c:pt idx="22471">
                  <c:v>0.37448719360646376</c:v>
                </c:pt>
                <c:pt idx="22472">
                  <c:v>0.37449326585054549</c:v>
                </c:pt>
                <c:pt idx="22473">
                  <c:v>0.37450335006542357</c:v>
                </c:pt>
                <c:pt idx="22474">
                  <c:v>0.37451050978834827</c:v>
                </c:pt>
                <c:pt idx="22475">
                  <c:v>0.37451762608194866</c:v>
                </c:pt>
                <c:pt idx="22476">
                  <c:v>0.37459795050498801</c:v>
                </c:pt>
                <c:pt idx="22477">
                  <c:v>0.37462021281409402</c:v>
                </c:pt>
                <c:pt idx="22478">
                  <c:v>0.37463424173833348</c:v>
                </c:pt>
                <c:pt idx="22479">
                  <c:v>0.37464822175722218</c:v>
                </c:pt>
                <c:pt idx="22480">
                  <c:v>0.37466607846265598</c:v>
                </c:pt>
                <c:pt idx="22481">
                  <c:v>0.37480620235127748</c:v>
                </c:pt>
                <c:pt idx="22482">
                  <c:v>0.37483743293307642</c:v>
                </c:pt>
                <c:pt idx="22483">
                  <c:v>0.37487022838373213</c:v>
                </c:pt>
                <c:pt idx="22484">
                  <c:v>0.37490126729084405</c:v>
                </c:pt>
                <c:pt idx="22485">
                  <c:v>0.37490465856577815</c:v>
                </c:pt>
                <c:pt idx="22486">
                  <c:v>0.37496467766018121</c:v>
                </c:pt>
                <c:pt idx="22487">
                  <c:v>0.37502053223946813</c:v>
                </c:pt>
                <c:pt idx="22488">
                  <c:v>0.37507574856004189</c:v>
                </c:pt>
                <c:pt idx="22489">
                  <c:v>0.37510714077272134</c:v>
                </c:pt>
                <c:pt idx="22490">
                  <c:v>0.37513867016309499</c:v>
                </c:pt>
                <c:pt idx="22491">
                  <c:v>0.37515686628192635</c:v>
                </c:pt>
                <c:pt idx="22492">
                  <c:v>0.37519845127701046</c:v>
                </c:pt>
                <c:pt idx="22493">
                  <c:v>0.37523287285306861</c:v>
                </c:pt>
                <c:pt idx="22494">
                  <c:v>0.37529668486588263</c:v>
                </c:pt>
                <c:pt idx="22495">
                  <c:v>0.37536685356426414</c:v>
                </c:pt>
                <c:pt idx="22496">
                  <c:v>0.37546566562700362</c:v>
                </c:pt>
                <c:pt idx="22497">
                  <c:v>0.37551291233137274</c:v>
                </c:pt>
                <c:pt idx="22498">
                  <c:v>0.3755792817307842</c:v>
                </c:pt>
                <c:pt idx="22499">
                  <c:v>0.37559788040884395</c:v>
                </c:pt>
                <c:pt idx="22500">
                  <c:v>0.37561746836415838</c:v>
                </c:pt>
                <c:pt idx="22501">
                  <c:v>0.37567479526493758</c:v>
                </c:pt>
                <c:pt idx="22502">
                  <c:v>0.37567987918134976</c:v>
                </c:pt>
                <c:pt idx="22503">
                  <c:v>0.37573305703061477</c:v>
                </c:pt>
                <c:pt idx="22504">
                  <c:v>0.37578756078133979</c:v>
                </c:pt>
                <c:pt idx="22505">
                  <c:v>0.37582479927879142</c:v>
                </c:pt>
                <c:pt idx="22506">
                  <c:v>0.37589012471358613</c:v>
                </c:pt>
                <c:pt idx="22507">
                  <c:v>0.37600224265170079</c:v>
                </c:pt>
                <c:pt idx="22508">
                  <c:v>0.37600454191610155</c:v>
                </c:pt>
                <c:pt idx="22509">
                  <c:v>0.37602409199883113</c:v>
                </c:pt>
                <c:pt idx="22510">
                  <c:v>0.37602727276071646</c:v>
                </c:pt>
                <c:pt idx="22511">
                  <c:v>0.37608425887362606</c:v>
                </c:pt>
                <c:pt idx="22512">
                  <c:v>0.37608585406137918</c:v>
                </c:pt>
                <c:pt idx="22513">
                  <c:v>0.37611351884530519</c:v>
                </c:pt>
                <c:pt idx="22514">
                  <c:v>0.37612837039141872</c:v>
                </c:pt>
                <c:pt idx="22515">
                  <c:v>0.37613227936854116</c:v>
                </c:pt>
                <c:pt idx="22516">
                  <c:v>0.37618217568977758</c:v>
                </c:pt>
                <c:pt idx="22517">
                  <c:v>0.3762474768321124</c:v>
                </c:pt>
                <c:pt idx="22518">
                  <c:v>0.37628630333142732</c:v>
                </c:pt>
                <c:pt idx="22519">
                  <c:v>0.37629588752783893</c:v>
                </c:pt>
                <c:pt idx="22520">
                  <c:v>0.37632616292324622</c:v>
                </c:pt>
                <c:pt idx="22521">
                  <c:v>0.37643161655265872</c:v>
                </c:pt>
                <c:pt idx="22522">
                  <c:v>0.37657829823822092</c:v>
                </c:pt>
                <c:pt idx="22523">
                  <c:v>0.37668171058975231</c:v>
                </c:pt>
                <c:pt idx="22524">
                  <c:v>0.37671320124609869</c:v>
                </c:pt>
                <c:pt idx="22525">
                  <c:v>0.37674126066475072</c:v>
                </c:pt>
                <c:pt idx="22526">
                  <c:v>0.37675420627320272</c:v>
                </c:pt>
                <c:pt idx="22527">
                  <c:v>0.37675875909821865</c:v>
                </c:pt>
                <c:pt idx="22528">
                  <c:v>0.37685688490943819</c:v>
                </c:pt>
                <c:pt idx="22529">
                  <c:v>0.37686334474825472</c:v>
                </c:pt>
                <c:pt idx="22530">
                  <c:v>0.37687730033700656</c:v>
                </c:pt>
                <c:pt idx="22531">
                  <c:v>0.37698222028728384</c:v>
                </c:pt>
                <c:pt idx="22532">
                  <c:v>0.37706708547019535</c:v>
                </c:pt>
                <c:pt idx="22533">
                  <c:v>0.37714522358652708</c:v>
                </c:pt>
                <c:pt idx="22534">
                  <c:v>0.3771574052323744</c:v>
                </c:pt>
                <c:pt idx="22535">
                  <c:v>0.37721527269927191</c:v>
                </c:pt>
                <c:pt idx="22536">
                  <c:v>0.37725676759941007</c:v>
                </c:pt>
                <c:pt idx="22537">
                  <c:v>0.37731881546554985</c:v>
                </c:pt>
                <c:pt idx="22538">
                  <c:v>0.37736344978052255</c:v>
                </c:pt>
                <c:pt idx="22539">
                  <c:v>0.37740564834264789</c:v>
                </c:pt>
                <c:pt idx="22540">
                  <c:v>0.37740902986575736</c:v>
                </c:pt>
                <c:pt idx="22541">
                  <c:v>0.37743242724272508</c:v>
                </c:pt>
                <c:pt idx="22542">
                  <c:v>0.37745033897594804</c:v>
                </c:pt>
                <c:pt idx="22543">
                  <c:v>0.37759650084387836</c:v>
                </c:pt>
                <c:pt idx="22544">
                  <c:v>0.37762562198496147</c:v>
                </c:pt>
                <c:pt idx="22545">
                  <c:v>0.37778432098095688</c:v>
                </c:pt>
                <c:pt idx="22546">
                  <c:v>0.3778131191265236</c:v>
                </c:pt>
                <c:pt idx="22547">
                  <c:v>0.37788247094156197</c:v>
                </c:pt>
                <c:pt idx="22548">
                  <c:v>0.3778904776661528</c:v>
                </c:pt>
                <c:pt idx="22549">
                  <c:v>0.37793749695207157</c:v>
                </c:pt>
                <c:pt idx="22550">
                  <c:v>0.37795896864806805</c:v>
                </c:pt>
                <c:pt idx="22551">
                  <c:v>0.37798462171859593</c:v>
                </c:pt>
                <c:pt idx="22552">
                  <c:v>0.37799844532229626</c:v>
                </c:pt>
                <c:pt idx="22553">
                  <c:v>0.37800706766117093</c:v>
                </c:pt>
                <c:pt idx="22554">
                  <c:v>0.37803610345250938</c:v>
                </c:pt>
                <c:pt idx="22555">
                  <c:v>0.37805926763562775</c:v>
                </c:pt>
                <c:pt idx="22556">
                  <c:v>0.37808029791194897</c:v>
                </c:pt>
                <c:pt idx="22557">
                  <c:v>0.3780985224880215</c:v>
                </c:pt>
                <c:pt idx="22558">
                  <c:v>0.37810316535901067</c:v>
                </c:pt>
                <c:pt idx="22559">
                  <c:v>0.37816049214732406</c:v>
                </c:pt>
                <c:pt idx="22560">
                  <c:v>0.37826271200231748</c:v>
                </c:pt>
                <c:pt idx="22561">
                  <c:v>0.37835369818233627</c:v>
                </c:pt>
                <c:pt idx="22562">
                  <c:v>0.37836245606143348</c:v>
                </c:pt>
                <c:pt idx="22563">
                  <c:v>0.37838936506722198</c:v>
                </c:pt>
                <c:pt idx="22564">
                  <c:v>0.37839830162690297</c:v>
                </c:pt>
                <c:pt idx="22565">
                  <c:v>0.37843551956094873</c:v>
                </c:pt>
                <c:pt idx="22566">
                  <c:v>0.37854801155310519</c:v>
                </c:pt>
                <c:pt idx="22567">
                  <c:v>0.37859664236740692</c:v>
                </c:pt>
                <c:pt idx="22568">
                  <c:v>0.3786074701449415</c:v>
                </c:pt>
                <c:pt idx="22569">
                  <c:v>0.37861671497762633</c:v>
                </c:pt>
                <c:pt idx="22570">
                  <c:v>0.37865442115157766</c:v>
                </c:pt>
                <c:pt idx="22571">
                  <c:v>0.37866671834402266</c:v>
                </c:pt>
                <c:pt idx="22572">
                  <c:v>0.37880979172812013</c:v>
                </c:pt>
                <c:pt idx="22573">
                  <c:v>0.37882077971645317</c:v>
                </c:pt>
                <c:pt idx="22574">
                  <c:v>0.37887460590110705</c:v>
                </c:pt>
                <c:pt idx="22575">
                  <c:v>0.37892218374647207</c:v>
                </c:pt>
                <c:pt idx="22576">
                  <c:v>0.37895585716756797</c:v>
                </c:pt>
                <c:pt idx="22577">
                  <c:v>0.37899981549752854</c:v>
                </c:pt>
                <c:pt idx="22578">
                  <c:v>0.37900971829449953</c:v>
                </c:pt>
                <c:pt idx="22579">
                  <c:v>0.37902563722024485</c:v>
                </c:pt>
                <c:pt idx="22580">
                  <c:v>0.37903226743663826</c:v>
                </c:pt>
                <c:pt idx="22581">
                  <c:v>0.37911248673354009</c:v>
                </c:pt>
                <c:pt idx="22582">
                  <c:v>0.37913881484746748</c:v>
                </c:pt>
                <c:pt idx="22583">
                  <c:v>0.37916266742993043</c:v>
                </c:pt>
                <c:pt idx="22584">
                  <c:v>0.37918932967745017</c:v>
                </c:pt>
                <c:pt idx="22585">
                  <c:v>0.37919463068224579</c:v>
                </c:pt>
                <c:pt idx="22586">
                  <c:v>0.37933756487157405</c:v>
                </c:pt>
                <c:pt idx="22587">
                  <c:v>0.37935010153118487</c:v>
                </c:pt>
                <c:pt idx="22588">
                  <c:v>0.37936764328824185</c:v>
                </c:pt>
                <c:pt idx="22589">
                  <c:v>0.37942866570317241</c:v>
                </c:pt>
                <c:pt idx="22590">
                  <c:v>0.37954694404945177</c:v>
                </c:pt>
                <c:pt idx="22591">
                  <c:v>0.3796099655735321</c:v>
                </c:pt>
                <c:pt idx="22592">
                  <c:v>0.37963924837706337</c:v>
                </c:pt>
                <c:pt idx="22593">
                  <c:v>0.37968057607275557</c:v>
                </c:pt>
                <c:pt idx="22594">
                  <c:v>0.37986570520911594</c:v>
                </c:pt>
                <c:pt idx="22595">
                  <c:v>0.37988913918090955</c:v>
                </c:pt>
                <c:pt idx="22596">
                  <c:v>0.37990642182638712</c:v>
                </c:pt>
                <c:pt idx="22597">
                  <c:v>0.37998285396977216</c:v>
                </c:pt>
                <c:pt idx="22598">
                  <c:v>0.38003077746867914</c:v>
                </c:pt>
                <c:pt idx="22599">
                  <c:v>0.38007833411901859</c:v>
                </c:pt>
                <c:pt idx="22600">
                  <c:v>0.38007886368830046</c:v>
                </c:pt>
                <c:pt idx="22601">
                  <c:v>0.38007955709619867</c:v>
                </c:pt>
                <c:pt idx="22602">
                  <c:v>0.38021293466766709</c:v>
                </c:pt>
                <c:pt idx="22603">
                  <c:v>0.38024417477508238</c:v>
                </c:pt>
                <c:pt idx="22604">
                  <c:v>0.38042642673210475</c:v>
                </c:pt>
                <c:pt idx="22605">
                  <c:v>0.3804349956771117</c:v>
                </c:pt>
                <c:pt idx="22606">
                  <c:v>0.38063304849139445</c:v>
                </c:pt>
                <c:pt idx="22607">
                  <c:v>0.38065259511322586</c:v>
                </c:pt>
                <c:pt idx="22608">
                  <c:v>0.38065691901408621</c:v>
                </c:pt>
                <c:pt idx="22609">
                  <c:v>0.38068731148072554</c:v>
                </c:pt>
                <c:pt idx="22610">
                  <c:v>0.38069438533035699</c:v>
                </c:pt>
                <c:pt idx="22611">
                  <c:v>0.38069511105439779</c:v>
                </c:pt>
                <c:pt idx="22612">
                  <c:v>0.38069623472042857</c:v>
                </c:pt>
                <c:pt idx="22613">
                  <c:v>0.38070166742129607</c:v>
                </c:pt>
                <c:pt idx="22614">
                  <c:v>0.38090634670938611</c:v>
                </c:pt>
                <c:pt idx="22615">
                  <c:v>0.38095085219955016</c:v>
                </c:pt>
                <c:pt idx="22616">
                  <c:v>0.38097022026172572</c:v>
                </c:pt>
                <c:pt idx="22617">
                  <c:v>0.38122794709078595</c:v>
                </c:pt>
                <c:pt idx="22618">
                  <c:v>0.38134735230078654</c:v>
                </c:pt>
                <c:pt idx="22619">
                  <c:v>0.38135907505811389</c:v>
                </c:pt>
                <c:pt idx="22620">
                  <c:v>0.38142856904996181</c:v>
                </c:pt>
                <c:pt idx="22621">
                  <c:v>0.38143892058439494</c:v>
                </c:pt>
                <c:pt idx="22622">
                  <c:v>0.38144861596492036</c:v>
                </c:pt>
                <c:pt idx="22623">
                  <c:v>0.38146370883232422</c:v>
                </c:pt>
                <c:pt idx="22624">
                  <c:v>0.38152896398977348</c:v>
                </c:pt>
                <c:pt idx="22625">
                  <c:v>0.38184087446468945</c:v>
                </c:pt>
                <c:pt idx="22626">
                  <c:v>0.38185178819350118</c:v>
                </c:pt>
                <c:pt idx="22627">
                  <c:v>0.38191671954944523</c:v>
                </c:pt>
                <c:pt idx="22628">
                  <c:v>0.38195286209724039</c:v>
                </c:pt>
                <c:pt idx="22629">
                  <c:v>0.38196547041031137</c:v>
                </c:pt>
                <c:pt idx="22630">
                  <c:v>0.38201980649810641</c:v>
                </c:pt>
                <c:pt idx="22631">
                  <c:v>0.38207756778023305</c:v>
                </c:pt>
                <c:pt idx="22632">
                  <c:v>0.38214030318789499</c:v>
                </c:pt>
                <c:pt idx="22633">
                  <c:v>0.38221746842559645</c:v>
                </c:pt>
                <c:pt idx="22634">
                  <c:v>0.38221862446538979</c:v>
                </c:pt>
                <c:pt idx="22635">
                  <c:v>0.38222417039171325</c:v>
                </c:pt>
                <c:pt idx="22636">
                  <c:v>0.38231220394973559</c:v>
                </c:pt>
                <c:pt idx="22637">
                  <c:v>0.38236517241374463</c:v>
                </c:pt>
                <c:pt idx="22638">
                  <c:v>0.38240264546155789</c:v>
                </c:pt>
                <c:pt idx="22639">
                  <c:v>0.38244678179420882</c:v>
                </c:pt>
                <c:pt idx="22640">
                  <c:v>0.38245175926076996</c:v>
                </c:pt>
                <c:pt idx="22641">
                  <c:v>0.38247253362899641</c:v>
                </c:pt>
                <c:pt idx="22642">
                  <c:v>0.38247285583867158</c:v>
                </c:pt>
                <c:pt idx="22643">
                  <c:v>0.38251638293744694</c:v>
                </c:pt>
                <c:pt idx="22644">
                  <c:v>0.38254705466812899</c:v>
                </c:pt>
                <c:pt idx="22645">
                  <c:v>0.38255824012493661</c:v>
                </c:pt>
                <c:pt idx="22646">
                  <c:v>0.382565023217739</c:v>
                </c:pt>
                <c:pt idx="22647">
                  <c:v>0.38259339105775142</c:v>
                </c:pt>
                <c:pt idx="22648">
                  <c:v>0.38266720246231872</c:v>
                </c:pt>
                <c:pt idx="22649">
                  <c:v>0.38269150128041668</c:v>
                </c:pt>
                <c:pt idx="22650">
                  <c:v>0.3827542410500423</c:v>
                </c:pt>
                <c:pt idx="22651">
                  <c:v>0.38281248551800084</c:v>
                </c:pt>
                <c:pt idx="22652">
                  <c:v>0.38288830527492967</c:v>
                </c:pt>
                <c:pt idx="22653">
                  <c:v>0.38289078840491747</c:v>
                </c:pt>
                <c:pt idx="22654">
                  <c:v>0.38296527988799839</c:v>
                </c:pt>
                <c:pt idx="22655">
                  <c:v>0.38297845184691343</c:v>
                </c:pt>
                <c:pt idx="22656">
                  <c:v>0.38300765004180193</c:v>
                </c:pt>
                <c:pt idx="22657">
                  <c:v>0.38305968724910355</c:v>
                </c:pt>
                <c:pt idx="22658">
                  <c:v>0.3830960550682978</c:v>
                </c:pt>
                <c:pt idx="22659">
                  <c:v>0.38309646771070627</c:v>
                </c:pt>
                <c:pt idx="22660">
                  <c:v>0.3831232179107173</c:v>
                </c:pt>
                <c:pt idx="22661">
                  <c:v>0.38314973905283778</c:v>
                </c:pt>
                <c:pt idx="22662">
                  <c:v>0.38326970724611442</c:v>
                </c:pt>
                <c:pt idx="22663">
                  <c:v>0.38330461153453071</c:v>
                </c:pt>
                <c:pt idx="22664">
                  <c:v>0.38337827947948094</c:v>
                </c:pt>
                <c:pt idx="22665">
                  <c:v>0.38340064091551135</c:v>
                </c:pt>
                <c:pt idx="22666">
                  <c:v>0.38342942095468868</c:v>
                </c:pt>
                <c:pt idx="22667">
                  <c:v>0.38350522826554323</c:v>
                </c:pt>
                <c:pt idx="22668">
                  <c:v>0.38352618357765916</c:v>
                </c:pt>
                <c:pt idx="22669">
                  <c:v>0.38359118311186069</c:v>
                </c:pt>
                <c:pt idx="22670">
                  <c:v>0.38364841167401853</c:v>
                </c:pt>
                <c:pt idx="22671">
                  <c:v>0.38368524725909364</c:v>
                </c:pt>
                <c:pt idx="22672">
                  <c:v>0.3837270850993138</c:v>
                </c:pt>
                <c:pt idx="22673">
                  <c:v>0.38380269961417063</c:v>
                </c:pt>
                <c:pt idx="22674">
                  <c:v>0.38380601319809071</c:v>
                </c:pt>
                <c:pt idx="22675">
                  <c:v>0.38386023827713506</c:v>
                </c:pt>
                <c:pt idx="22676">
                  <c:v>0.38392629651204829</c:v>
                </c:pt>
                <c:pt idx="22677">
                  <c:v>0.38394053927672966</c:v>
                </c:pt>
                <c:pt idx="22678">
                  <c:v>0.38395780215416414</c:v>
                </c:pt>
                <c:pt idx="22679">
                  <c:v>0.38405090882952192</c:v>
                </c:pt>
                <c:pt idx="22680">
                  <c:v>0.38409769421802953</c:v>
                </c:pt>
                <c:pt idx="22681">
                  <c:v>0.38409775021333709</c:v>
                </c:pt>
                <c:pt idx="22682">
                  <c:v>0.38411360850207737</c:v>
                </c:pt>
                <c:pt idx="22683">
                  <c:v>0.38417683518407952</c:v>
                </c:pt>
                <c:pt idx="22684">
                  <c:v>0.38427137438787989</c:v>
                </c:pt>
                <c:pt idx="22685">
                  <c:v>0.38427794759053358</c:v>
                </c:pt>
                <c:pt idx="22686">
                  <c:v>0.38434851996042402</c:v>
                </c:pt>
                <c:pt idx="22687">
                  <c:v>0.38435004164754799</c:v>
                </c:pt>
                <c:pt idx="22688">
                  <c:v>0.38442719657496383</c:v>
                </c:pt>
                <c:pt idx="22689">
                  <c:v>0.38454545638084503</c:v>
                </c:pt>
                <c:pt idx="22690">
                  <c:v>0.38455482968177324</c:v>
                </c:pt>
                <c:pt idx="22691">
                  <c:v>0.38455660075193704</c:v>
                </c:pt>
                <c:pt idx="22692">
                  <c:v>0.38460715679920188</c:v>
                </c:pt>
                <c:pt idx="22693">
                  <c:v>0.38467088524526605</c:v>
                </c:pt>
                <c:pt idx="22694">
                  <c:v>0.38470671472011475</c:v>
                </c:pt>
                <c:pt idx="22695">
                  <c:v>0.38480730558662646</c:v>
                </c:pt>
                <c:pt idx="22696">
                  <c:v>0.38481073369818941</c:v>
                </c:pt>
                <c:pt idx="22697">
                  <c:v>0.38487912198603452</c:v>
                </c:pt>
                <c:pt idx="22698">
                  <c:v>0.38491817541178758</c:v>
                </c:pt>
                <c:pt idx="22699">
                  <c:v>0.3849755023241298</c:v>
                </c:pt>
                <c:pt idx="22700">
                  <c:v>0.38499960683653167</c:v>
                </c:pt>
                <c:pt idx="22701">
                  <c:v>0.38506848127171639</c:v>
                </c:pt>
                <c:pt idx="22702">
                  <c:v>0.38524436888043739</c:v>
                </c:pt>
                <c:pt idx="22703">
                  <c:v>0.38527726000799095</c:v>
                </c:pt>
                <c:pt idx="22704">
                  <c:v>0.38534689188582422</c:v>
                </c:pt>
                <c:pt idx="22705">
                  <c:v>0.38538909187485954</c:v>
                </c:pt>
                <c:pt idx="22706">
                  <c:v>0.38545498854370486</c:v>
                </c:pt>
                <c:pt idx="22707">
                  <c:v>0.38547859709635124</c:v>
                </c:pt>
                <c:pt idx="22708">
                  <c:v>0.38556665802125634</c:v>
                </c:pt>
                <c:pt idx="22709">
                  <c:v>0.38557013939423468</c:v>
                </c:pt>
                <c:pt idx="22710">
                  <c:v>0.38576150619114152</c:v>
                </c:pt>
                <c:pt idx="22711">
                  <c:v>0.38583386593165442</c:v>
                </c:pt>
                <c:pt idx="22712">
                  <c:v>0.38585765581265746</c:v>
                </c:pt>
                <c:pt idx="22713">
                  <c:v>0.38586654661964492</c:v>
                </c:pt>
                <c:pt idx="22714">
                  <c:v>0.38587343007845853</c:v>
                </c:pt>
                <c:pt idx="22715">
                  <c:v>0.38589186545394538</c:v>
                </c:pt>
                <c:pt idx="22716">
                  <c:v>0.38605768274479396</c:v>
                </c:pt>
                <c:pt idx="22717">
                  <c:v>0.38611426199041193</c:v>
                </c:pt>
                <c:pt idx="22718">
                  <c:v>0.38616505765862735</c:v>
                </c:pt>
                <c:pt idx="22719">
                  <c:v>0.3862654018163228</c:v>
                </c:pt>
                <c:pt idx="22720">
                  <c:v>0.38629715922416896</c:v>
                </c:pt>
                <c:pt idx="22721">
                  <c:v>0.38634068450309722</c:v>
                </c:pt>
                <c:pt idx="22722">
                  <c:v>0.3863870388801865</c:v>
                </c:pt>
                <c:pt idx="22723">
                  <c:v>0.38646113150751349</c:v>
                </c:pt>
                <c:pt idx="22724">
                  <c:v>0.3864897755520208</c:v>
                </c:pt>
                <c:pt idx="22725">
                  <c:v>0.38652316551090798</c:v>
                </c:pt>
                <c:pt idx="22726">
                  <c:v>0.3865727440721296</c:v>
                </c:pt>
                <c:pt idx="22727">
                  <c:v>0.38662341104291065</c:v>
                </c:pt>
                <c:pt idx="22728">
                  <c:v>0.38665673847472204</c:v>
                </c:pt>
                <c:pt idx="22729">
                  <c:v>0.38668231519649643</c:v>
                </c:pt>
                <c:pt idx="22730">
                  <c:v>0.38669217247360854</c:v>
                </c:pt>
                <c:pt idx="22731">
                  <c:v>0.38675101155080366</c:v>
                </c:pt>
                <c:pt idx="22732">
                  <c:v>0.38690400910041756</c:v>
                </c:pt>
                <c:pt idx="22733">
                  <c:v>0.3869455515372251</c:v>
                </c:pt>
                <c:pt idx="22734">
                  <c:v>0.38695973299687542</c:v>
                </c:pt>
                <c:pt idx="22735">
                  <c:v>0.38706104592770962</c:v>
                </c:pt>
                <c:pt idx="22736">
                  <c:v>0.38754005270627151</c:v>
                </c:pt>
                <c:pt idx="22737">
                  <c:v>0.38770894252177512</c:v>
                </c:pt>
                <c:pt idx="22738">
                  <c:v>0.3878074446671852</c:v>
                </c:pt>
                <c:pt idx="22739">
                  <c:v>0.38787355320571154</c:v>
                </c:pt>
                <c:pt idx="22740">
                  <c:v>0.38817364733370902</c:v>
                </c:pt>
                <c:pt idx="22741">
                  <c:v>0.38819685117926389</c:v>
                </c:pt>
                <c:pt idx="22742">
                  <c:v>0.38820991414178874</c:v>
                </c:pt>
                <c:pt idx="22743">
                  <c:v>0.38830241781804398</c:v>
                </c:pt>
                <c:pt idx="22744">
                  <c:v>0.38844076241214737</c:v>
                </c:pt>
                <c:pt idx="22745">
                  <c:v>0.38849166681867314</c:v>
                </c:pt>
                <c:pt idx="22746">
                  <c:v>0.38854101011621772</c:v>
                </c:pt>
                <c:pt idx="22747">
                  <c:v>0.38855265247493637</c:v>
                </c:pt>
                <c:pt idx="22748">
                  <c:v>0.38868857514955196</c:v>
                </c:pt>
                <c:pt idx="22749">
                  <c:v>0.38869682017475327</c:v>
                </c:pt>
                <c:pt idx="22750">
                  <c:v>0.38877646598875282</c:v>
                </c:pt>
                <c:pt idx="22751">
                  <c:v>0.38884764495121571</c:v>
                </c:pt>
                <c:pt idx="22752">
                  <c:v>0.38892054433671891</c:v>
                </c:pt>
                <c:pt idx="22753">
                  <c:v>0.38892684612572614</c:v>
                </c:pt>
                <c:pt idx="22754">
                  <c:v>0.38896246521682032</c:v>
                </c:pt>
                <c:pt idx="22755">
                  <c:v>0.38899253676518913</c:v>
                </c:pt>
                <c:pt idx="22756">
                  <c:v>0.38901988055186021</c:v>
                </c:pt>
                <c:pt idx="22757">
                  <c:v>0.3890394940783064</c:v>
                </c:pt>
                <c:pt idx="22758">
                  <c:v>0.38904365311913386</c:v>
                </c:pt>
                <c:pt idx="22759">
                  <c:v>0.38905218935197905</c:v>
                </c:pt>
                <c:pt idx="22760">
                  <c:v>0.3891184538488669</c:v>
                </c:pt>
                <c:pt idx="22761">
                  <c:v>0.38919091379929288</c:v>
                </c:pt>
                <c:pt idx="22762">
                  <c:v>0.38919945751680568</c:v>
                </c:pt>
                <c:pt idx="22763">
                  <c:v>0.3892139186603556</c:v>
                </c:pt>
                <c:pt idx="22764">
                  <c:v>0.38921642399600226</c:v>
                </c:pt>
                <c:pt idx="22765">
                  <c:v>0.38946557885428112</c:v>
                </c:pt>
                <c:pt idx="22766">
                  <c:v>0.38950813554159047</c:v>
                </c:pt>
                <c:pt idx="22767">
                  <c:v>0.38950832812015801</c:v>
                </c:pt>
                <c:pt idx="22768">
                  <c:v>0.3895350920073164</c:v>
                </c:pt>
                <c:pt idx="22769">
                  <c:v>0.38960588441833122</c:v>
                </c:pt>
                <c:pt idx="22770">
                  <c:v>0.38962952102455323</c:v>
                </c:pt>
                <c:pt idx="22771">
                  <c:v>0.38969125932147081</c:v>
                </c:pt>
                <c:pt idx="22772">
                  <c:v>0.38978109684546031</c:v>
                </c:pt>
                <c:pt idx="22773">
                  <c:v>0.38983844579257393</c:v>
                </c:pt>
                <c:pt idx="22774">
                  <c:v>0.38983857286817042</c:v>
                </c:pt>
                <c:pt idx="22775">
                  <c:v>0.38988915737575547</c:v>
                </c:pt>
                <c:pt idx="22776">
                  <c:v>0.38989563067146515</c:v>
                </c:pt>
                <c:pt idx="22777">
                  <c:v>0.38991055852339451</c:v>
                </c:pt>
                <c:pt idx="22778">
                  <c:v>0.39000447617379097</c:v>
                </c:pt>
                <c:pt idx="22779">
                  <c:v>0.39002071338139721</c:v>
                </c:pt>
                <c:pt idx="22780">
                  <c:v>0.39002317888312443</c:v>
                </c:pt>
                <c:pt idx="22781">
                  <c:v>0.39007540009545993</c:v>
                </c:pt>
                <c:pt idx="22782">
                  <c:v>0.3900812465183372</c:v>
                </c:pt>
                <c:pt idx="22783">
                  <c:v>0.39010088946867072</c:v>
                </c:pt>
                <c:pt idx="22784">
                  <c:v>0.39010932395928044</c:v>
                </c:pt>
                <c:pt idx="22785">
                  <c:v>0.39015717521025911</c:v>
                </c:pt>
                <c:pt idx="22786">
                  <c:v>0.39016941103867769</c:v>
                </c:pt>
                <c:pt idx="22787">
                  <c:v>0.39019590109058783</c:v>
                </c:pt>
                <c:pt idx="22788">
                  <c:v>0.39024530996070123</c:v>
                </c:pt>
                <c:pt idx="22789">
                  <c:v>0.39026885516884918</c:v>
                </c:pt>
                <c:pt idx="22790">
                  <c:v>0.39035095737456382</c:v>
                </c:pt>
                <c:pt idx="22791">
                  <c:v>0.39043709943969357</c:v>
                </c:pt>
                <c:pt idx="22792">
                  <c:v>0.39062275261135021</c:v>
                </c:pt>
                <c:pt idx="22793">
                  <c:v>0.3906664927232773</c:v>
                </c:pt>
                <c:pt idx="22794">
                  <c:v>0.39073857688571018</c:v>
                </c:pt>
                <c:pt idx="22795">
                  <c:v>0.39073954880439832</c:v>
                </c:pt>
                <c:pt idx="22796">
                  <c:v>0.39080737947622163</c:v>
                </c:pt>
                <c:pt idx="22797">
                  <c:v>0.39092442628856988</c:v>
                </c:pt>
                <c:pt idx="22798">
                  <c:v>0.39095282720362912</c:v>
                </c:pt>
                <c:pt idx="22799">
                  <c:v>0.39097069415342778</c:v>
                </c:pt>
                <c:pt idx="22800">
                  <c:v>0.39097873082912799</c:v>
                </c:pt>
                <c:pt idx="22801">
                  <c:v>0.39109190043876813</c:v>
                </c:pt>
                <c:pt idx="22802">
                  <c:v>0.39116904041962902</c:v>
                </c:pt>
                <c:pt idx="22803">
                  <c:v>0.3911936941448092</c:v>
                </c:pt>
                <c:pt idx="22804">
                  <c:v>0.39122701550828892</c:v>
                </c:pt>
                <c:pt idx="22805">
                  <c:v>0.39128200763315241</c:v>
                </c:pt>
                <c:pt idx="22806">
                  <c:v>0.39136446322994228</c:v>
                </c:pt>
                <c:pt idx="22807">
                  <c:v>0.39139668875118139</c:v>
                </c:pt>
                <c:pt idx="22808">
                  <c:v>0.39144126656035727</c:v>
                </c:pt>
                <c:pt idx="22809">
                  <c:v>0.39147101814481988</c:v>
                </c:pt>
                <c:pt idx="22810">
                  <c:v>0.39149206361408667</c:v>
                </c:pt>
                <c:pt idx="22811">
                  <c:v>0.39152800033948132</c:v>
                </c:pt>
                <c:pt idx="22812">
                  <c:v>0.3915556044271884</c:v>
                </c:pt>
                <c:pt idx="22813">
                  <c:v>0.39166407957987087</c:v>
                </c:pt>
                <c:pt idx="22814">
                  <c:v>0.39169826400689606</c:v>
                </c:pt>
                <c:pt idx="22815">
                  <c:v>0.39170799068596479</c:v>
                </c:pt>
                <c:pt idx="22816">
                  <c:v>0.39171813941528927</c:v>
                </c:pt>
                <c:pt idx="22817">
                  <c:v>0.39179111876021522</c:v>
                </c:pt>
                <c:pt idx="22818">
                  <c:v>0.39179990158068062</c:v>
                </c:pt>
                <c:pt idx="22819">
                  <c:v>0.3918510808631534</c:v>
                </c:pt>
                <c:pt idx="22820">
                  <c:v>0.39197198208898965</c:v>
                </c:pt>
                <c:pt idx="22821">
                  <c:v>0.39204814092125956</c:v>
                </c:pt>
                <c:pt idx="22822">
                  <c:v>0.39206162365328401</c:v>
                </c:pt>
                <c:pt idx="22823">
                  <c:v>0.39211155860076824</c:v>
                </c:pt>
                <c:pt idx="22824">
                  <c:v>0.39212604428513226</c:v>
                </c:pt>
                <c:pt idx="22825">
                  <c:v>0.39216807934586445</c:v>
                </c:pt>
                <c:pt idx="22826">
                  <c:v>0.39220197077711771</c:v>
                </c:pt>
                <c:pt idx="22827">
                  <c:v>0.39228660135508958</c:v>
                </c:pt>
                <c:pt idx="22828">
                  <c:v>0.3923174556089975</c:v>
                </c:pt>
                <c:pt idx="22829">
                  <c:v>0.3923633120050255</c:v>
                </c:pt>
                <c:pt idx="22830">
                  <c:v>0.39237316528877331</c:v>
                </c:pt>
                <c:pt idx="22831">
                  <c:v>0.39246318144236098</c:v>
                </c:pt>
                <c:pt idx="22832">
                  <c:v>0.39252953806106722</c:v>
                </c:pt>
                <c:pt idx="22833">
                  <c:v>0.39255862698715915</c:v>
                </c:pt>
                <c:pt idx="22834">
                  <c:v>0.39257805447973748</c:v>
                </c:pt>
                <c:pt idx="22835">
                  <c:v>0.39267087021643782</c:v>
                </c:pt>
                <c:pt idx="22836">
                  <c:v>0.39267436400738165</c:v>
                </c:pt>
                <c:pt idx="22837">
                  <c:v>0.39270492412605545</c:v>
                </c:pt>
                <c:pt idx="22838">
                  <c:v>0.39270718511128277</c:v>
                </c:pt>
                <c:pt idx="22839">
                  <c:v>0.39272312554294148</c:v>
                </c:pt>
                <c:pt idx="22840">
                  <c:v>0.3927278648726496</c:v>
                </c:pt>
                <c:pt idx="22841">
                  <c:v>0.39279493134008037</c:v>
                </c:pt>
                <c:pt idx="22842">
                  <c:v>0.39280490187185341</c:v>
                </c:pt>
                <c:pt idx="22843">
                  <c:v>0.39281619416976593</c:v>
                </c:pt>
                <c:pt idx="22844">
                  <c:v>0.39288986493870875</c:v>
                </c:pt>
                <c:pt idx="22845">
                  <c:v>0.39289172937078587</c:v>
                </c:pt>
                <c:pt idx="22846">
                  <c:v>0.39293068749168647</c:v>
                </c:pt>
                <c:pt idx="22847">
                  <c:v>0.39295233923351447</c:v>
                </c:pt>
                <c:pt idx="22848">
                  <c:v>0.392981050413302</c:v>
                </c:pt>
                <c:pt idx="22849">
                  <c:v>0.39309190107517267</c:v>
                </c:pt>
                <c:pt idx="22850">
                  <c:v>0.39309460268417123</c:v>
                </c:pt>
                <c:pt idx="22851">
                  <c:v>0.39313000944515691</c:v>
                </c:pt>
                <c:pt idx="22852">
                  <c:v>0.3932587534166303</c:v>
                </c:pt>
                <c:pt idx="22853">
                  <c:v>0.39328418957858874</c:v>
                </c:pt>
                <c:pt idx="22854">
                  <c:v>0.39333761263443101</c:v>
                </c:pt>
                <c:pt idx="22855">
                  <c:v>0.39346287717789469</c:v>
                </c:pt>
                <c:pt idx="22856">
                  <c:v>0.3937378882159327</c:v>
                </c:pt>
                <c:pt idx="22857">
                  <c:v>0.39375439953072822</c:v>
                </c:pt>
                <c:pt idx="22858">
                  <c:v>0.39376565062973329</c:v>
                </c:pt>
                <c:pt idx="22859">
                  <c:v>0.39383148270516305</c:v>
                </c:pt>
                <c:pt idx="22860">
                  <c:v>0.39385535479074041</c:v>
                </c:pt>
                <c:pt idx="22861">
                  <c:v>0.39387850876159114</c:v>
                </c:pt>
                <c:pt idx="22862">
                  <c:v>0.39388962766377472</c:v>
                </c:pt>
                <c:pt idx="22863">
                  <c:v>0.39390241664015108</c:v>
                </c:pt>
                <c:pt idx="22864">
                  <c:v>0.39391336548295286</c:v>
                </c:pt>
                <c:pt idx="22865">
                  <c:v>0.39391411339395477</c:v>
                </c:pt>
                <c:pt idx="22866">
                  <c:v>0.3940146784213947</c:v>
                </c:pt>
                <c:pt idx="22867">
                  <c:v>0.39411985357812596</c:v>
                </c:pt>
                <c:pt idx="22868">
                  <c:v>0.39412178970141148</c:v>
                </c:pt>
                <c:pt idx="22869">
                  <c:v>0.39412646076064761</c:v>
                </c:pt>
                <c:pt idx="22870">
                  <c:v>0.39414284288366175</c:v>
                </c:pt>
                <c:pt idx="22871">
                  <c:v>0.39418360059370916</c:v>
                </c:pt>
                <c:pt idx="22872">
                  <c:v>0.39419245541588943</c:v>
                </c:pt>
                <c:pt idx="22873">
                  <c:v>0.39419963744505115</c:v>
                </c:pt>
                <c:pt idx="22874">
                  <c:v>0.39421862600827479</c:v>
                </c:pt>
                <c:pt idx="22875">
                  <c:v>0.39425976188848044</c:v>
                </c:pt>
                <c:pt idx="22876">
                  <c:v>0.394300430753038</c:v>
                </c:pt>
                <c:pt idx="22877">
                  <c:v>0.39435189681172073</c:v>
                </c:pt>
                <c:pt idx="22878">
                  <c:v>0.39441782230687594</c:v>
                </c:pt>
                <c:pt idx="22879">
                  <c:v>0.39444946589001262</c:v>
                </c:pt>
                <c:pt idx="22880">
                  <c:v>0.39447846186428603</c:v>
                </c:pt>
                <c:pt idx="22881">
                  <c:v>0.39448145469173379</c:v>
                </c:pt>
                <c:pt idx="22882">
                  <c:v>0.39451056016852903</c:v>
                </c:pt>
                <c:pt idx="22883">
                  <c:v>0.39452247162823589</c:v>
                </c:pt>
                <c:pt idx="22884">
                  <c:v>0.39454081913964734</c:v>
                </c:pt>
                <c:pt idx="22885">
                  <c:v>0.39459973050102015</c:v>
                </c:pt>
                <c:pt idx="22886">
                  <c:v>0.39470156384969685</c:v>
                </c:pt>
                <c:pt idx="22887">
                  <c:v>0.39476224068665161</c:v>
                </c:pt>
                <c:pt idx="22888">
                  <c:v>0.3947665277610547</c:v>
                </c:pt>
                <c:pt idx="22889">
                  <c:v>0.39482363809762583</c:v>
                </c:pt>
                <c:pt idx="22890">
                  <c:v>0.39487525987765182</c:v>
                </c:pt>
                <c:pt idx="22891">
                  <c:v>0.39488380511750842</c:v>
                </c:pt>
                <c:pt idx="22892">
                  <c:v>0.39488585429721407</c:v>
                </c:pt>
                <c:pt idx="22893">
                  <c:v>0.39489411866933455</c:v>
                </c:pt>
                <c:pt idx="22894">
                  <c:v>0.39490841279198396</c:v>
                </c:pt>
                <c:pt idx="22895">
                  <c:v>0.39503798000856716</c:v>
                </c:pt>
                <c:pt idx="22896">
                  <c:v>0.39505358523988987</c:v>
                </c:pt>
                <c:pt idx="22897">
                  <c:v>0.39509495025482672</c:v>
                </c:pt>
                <c:pt idx="22898">
                  <c:v>0.39512117786437445</c:v>
                </c:pt>
                <c:pt idx="22899">
                  <c:v>0.39518219053327669</c:v>
                </c:pt>
                <c:pt idx="22900">
                  <c:v>0.39522389094282251</c:v>
                </c:pt>
                <c:pt idx="22901">
                  <c:v>0.39526030998739725</c:v>
                </c:pt>
                <c:pt idx="22902">
                  <c:v>0.39526742892199068</c:v>
                </c:pt>
                <c:pt idx="22903">
                  <c:v>0.39526888493336376</c:v>
                </c:pt>
                <c:pt idx="22904">
                  <c:v>0.39528204422760455</c:v>
                </c:pt>
                <c:pt idx="22905">
                  <c:v>0.3953051752800204</c:v>
                </c:pt>
                <c:pt idx="22906">
                  <c:v>0.39531220279775242</c:v>
                </c:pt>
                <c:pt idx="22907">
                  <c:v>0.3953830636447358</c:v>
                </c:pt>
                <c:pt idx="22908">
                  <c:v>0.39538926280909997</c:v>
                </c:pt>
                <c:pt idx="22909">
                  <c:v>0.39556956462572013</c:v>
                </c:pt>
                <c:pt idx="22910">
                  <c:v>0.39557592339697989</c:v>
                </c:pt>
                <c:pt idx="22911">
                  <c:v>0.39557606364400955</c:v>
                </c:pt>
                <c:pt idx="22912">
                  <c:v>0.39559333873371649</c:v>
                </c:pt>
                <c:pt idx="22913">
                  <c:v>0.39560877658805321</c:v>
                </c:pt>
                <c:pt idx="22914">
                  <c:v>0.39581381099198826</c:v>
                </c:pt>
                <c:pt idx="22915">
                  <c:v>0.39586291620298036</c:v>
                </c:pt>
                <c:pt idx="22916">
                  <c:v>0.39590186672397432</c:v>
                </c:pt>
                <c:pt idx="22917">
                  <c:v>0.39591920376345197</c:v>
                </c:pt>
                <c:pt idx="22918">
                  <c:v>0.39592496807939082</c:v>
                </c:pt>
                <c:pt idx="22919">
                  <c:v>0.39592762561746209</c:v>
                </c:pt>
                <c:pt idx="22920">
                  <c:v>0.39592815001671866</c:v>
                </c:pt>
                <c:pt idx="22921">
                  <c:v>0.39598769811291179</c:v>
                </c:pt>
                <c:pt idx="22922">
                  <c:v>0.39599182927098764</c:v>
                </c:pt>
                <c:pt idx="22923">
                  <c:v>0.39599668343597527</c:v>
                </c:pt>
                <c:pt idx="22924">
                  <c:v>0.39601980473424775</c:v>
                </c:pt>
                <c:pt idx="22925">
                  <c:v>0.39612215541772622</c:v>
                </c:pt>
                <c:pt idx="22926">
                  <c:v>0.39617907450429207</c:v>
                </c:pt>
                <c:pt idx="22927">
                  <c:v>0.39637458365164774</c:v>
                </c:pt>
                <c:pt idx="22928">
                  <c:v>0.3964385364030239</c:v>
                </c:pt>
                <c:pt idx="22929">
                  <c:v>0.39650291633704543</c:v>
                </c:pt>
                <c:pt idx="22930">
                  <c:v>0.39650548288019655</c:v>
                </c:pt>
                <c:pt idx="22931">
                  <c:v>0.39659884050917982</c:v>
                </c:pt>
                <c:pt idx="22932">
                  <c:v>0.39667116811209513</c:v>
                </c:pt>
                <c:pt idx="22933">
                  <c:v>0.3967804953426986</c:v>
                </c:pt>
                <c:pt idx="22934">
                  <c:v>0.39693795377930446</c:v>
                </c:pt>
                <c:pt idx="22935">
                  <c:v>0.39697662076595597</c:v>
                </c:pt>
                <c:pt idx="22936">
                  <c:v>0.39718972632781668</c:v>
                </c:pt>
                <c:pt idx="22937">
                  <c:v>0.39723816786331606</c:v>
                </c:pt>
                <c:pt idx="22938">
                  <c:v>0.39728043126345519</c:v>
                </c:pt>
                <c:pt idx="22939">
                  <c:v>0.39731813207695948</c:v>
                </c:pt>
                <c:pt idx="22940">
                  <c:v>0.39732827923577324</c:v>
                </c:pt>
                <c:pt idx="22941">
                  <c:v>0.39754181135220501</c:v>
                </c:pt>
                <c:pt idx="22942">
                  <c:v>0.39763772030894939</c:v>
                </c:pt>
                <c:pt idx="22943">
                  <c:v>0.39769179068077903</c:v>
                </c:pt>
                <c:pt idx="22944">
                  <c:v>0.39769393038596879</c:v>
                </c:pt>
                <c:pt idx="22945">
                  <c:v>0.39781786594741825</c:v>
                </c:pt>
                <c:pt idx="22946">
                  <c:v>0.39783444029163045</c:v>
                </c:pt>
                <c:pt idx="22947">
                  <c:v>0.39787485289788238</c:v>
                </c:pt>
                <c:pt idx="22948">
                  <c:v>0.39796489381602757</c:v>
                </c:pt>
                <c:pt idx="22949">
                  <c:v>0.39798300842022594</c:v>
                </c:pt>
                <c:pt idx="22950">
                  <c:v>0.39813414412868542</c:v>
                </c:pt>
                <c:pt idx="22951">
                  <c:v>0.39818306784765312</c:v>
                </c:pt>
                <c:pt idx="22952">
                  <c:v>0.39819438024851761</c:v>
                </c:pt>
                <c:pt idx="22953">
                  <c:v>0.39819834822291417</c:v>
                </c:pt>
                <c:pt idx="22954">
                  <c:v>0.39829296608055031</c:v>
                </c:pt>
                <c:pt idx="22955">
                  <c:v>0.39832166534422808</c:v>
                </c:pt>
                <c:pt idx="22956">
                  <c:v>0.39833401831411153</c:v>
                </c:pt>
                <c:pt idx="22957">
                  <c:v>0.39834248705246073</c:v>
                </c:pt>
                <c:pt idx="22958">
                  <c:v>0.39834471963595841</c:v>
                </c:pt>
                <c:pt idx="22959">
                  <c:v>0.39838363298252738</c:v>
                </c:pt>
                <c:pt idx="22960">
                  <c:v>0.39850625200870843</c:v>
                </c:pt>
                <c:pt idx="22961">
                  <c:v>0.39851367360095563</c:v>
                </c:pt>
                <c:pt idx="22962">
                  <c:v>0.3985231246299567</c:v>
                </c:pt>
                <c:pt idx="22963">
                  <c:v>0.39870360102154334</c:v>
                </c:pt>
                <c:pt idx="22964">
                  <c:v>0.39885394911757432</c:v>
                </c:pt>
                <c:pt idx="22965">
                  <c:v>0.39893801720236693</c:v>
                </c:pt>
                <c:pt idx="22966">
                  <c:v>0.39904002477620115</c:v>
                </c:pt>
                <c:pt idx="22967">
                  <c:v>0.39907078702404314</c:v>
                </c:pt>
                <c:pt idx="22968">
                  <c:v>0.39917467164641796</c:v>
                </c:pt>
                <c:pt idx="22969">
                  <c:v>0.39918026381442706</c:v>
                </c:pt>
                <c:pt idx="22970">
                  <c:v>0.3992135183512045</c:v>
                </c:pt>
                <c:pt idx="22971">
                  <c:v>0.39931929950625333</c:v>
                </c:pt>
                <c:pt idx="22972">
                  <c:v>0.39936148683118133</c:v>
                </c:pt>
                <c:pt idx="22973">
                  <c:v>0.39946448109298566</c:v>
                </c:pt>
                <c:pt idx="22974">
                  <c:v>0.39952048631165937</c:v>
                </c:pt>
                <c:pt idx="22975">
                  <c:v>0.39952800253802695</c:v>
                </c:pt>
                <c:pt idx="22976">
                  <c:v>0.39954881284708699</c:v>
                </c:pt>
                <c:pt idx="22977">
                  <c:v>0.3995821486255286</c:v>
                </c:pt>
                <c:pt idx="22978">
                  <c:v>0.39966943058129079</c:v>
                </c:pt>
                <c:pt idx="22979">
                  <c:v>0.39976301528194025</c:v>
                </c:pt>
                <c:pt idx="22980">
                  <c:v>0.3997815683736955</c:v>
                </c:pt>
                <c:pt idx="22981">
                  <c:v>0.39986562512737622</c:v>
                </c:pt>
                <c:pt idx="22982">
                  <c:v>0.39987146351597197</c:v>
                </c:pt>
                <c:pt idx="22983">
                  <c:v>0.39993514424369825</c:v>
                </c:pt>
                <c:pt idx="22984">
                  <c:v>0.40005805059756833</c:v>
                </c:pt>
                <c:pt idx="22985">
                  <c:v>0.40007570330570613</c:v>
                </c:pt>
                <c:pt idx="22986">
                  <c:v>0.40014540685132938</c:v>
                </c:pt>
                <c:pt idx="22987">
                  <c:v>0.40015954056265501</c:v>
                </c:pt>
                <c:pt idx="22988">
                  <c:v>0.40017936833050405</c:v>
                </c:pt>
                <c:pt idx="22989">
                  <c:v>0.40024204449855705</c:v>
                </c:pt>
                <c:pt idx="22990">
                  <c:v>0.40053507358267781</c:v>
                </c:pt>
                <c:pt idx="22991">
                  <c:v>0.40054769458349126</c:v>
                </c:pt>
                <c:pt idx="22992">
                  <c:v>0.40058952793226915</c:v>
                </c:pt>
                <c:pt idx="22993">
                  <c:v>0.40060201163059933</c:v>
                </c:pt>
                <c:pt idx="22994">
                  <c:v>0.40067364720186793</c:v>
                </c:pt>
                <c:pt idx="22995">
                  <c:v>0.40068059963417751</c:v>
                </c:pt>
                <c:pt idx="22996">
                  <c:v>0.40069739280663774</c:v>
                </c:pt>
                <c:pt idx="22997">
                  <c:v>0.4007294207082292</c:v>
                </c:pt>
                <c:pt idx="22998">
                  <c:v>0.40075420598416772</c:v>
                </c:pt>
                <c:pt idx="22999">
                  <c:v>0.40084900569118243</c:v>
                </c:pt>
                <c:pt idx="23000">
                  <c:v>0.4008787465353334</c:v>
                </c:pt>
                <c:pt idx="23001">
                  <c:v>0.40099806605566285</c:v>
                </c:pt>
                <c:pt idx="23002">
                  <c:v>0.40104413677169248</c:v>
                </c:pt>
                <c:pt idx="23003">
                  <c:v>0.40110709825775603</c:v>
                </c:pt>
                <c:pt idx="23004">
                  <c:v>0.40121444444780158</c:v>
                </c:pt>
                <c:pt idx="23005">
                  <c:v>0.40126522039857604</c:v>
                </c:pt>
                <c:pt idx="23006">
                  <c:v>0.40129258458690859</c:v>
                </c:pt>
                <c:pt idx="23007">
                  <c:v>0.40130286934124015</c:v>
                </c:pt>
                <c:pt idx="23008">
                  <c:v>0.40130525287963992</c:v>
                </c:pt>
                <c:pt idx="23009">
                  <c:v>0.40132804791701165</c:v>
                </c:pt>
                <c:pt idx="23010">
                  <c:v>0.40141811260874621</c:v>
                </c:pt>
                <c:pt idx="23011">
                  <c:v>0.40153472550088831</c:v>
                </c:pt>
                <c:pt idx="23012">
                  <c:v>0.40160689303711083</c:v>
                </c:pt>
                <c:pt idx="23013">
                  <c:v>0.40161111524677312</c:v>
                </c:pt>
                <c:pt idx="23014">
                  <c:v>0.40163654870668158</c:v>
                </c:pt>
                <c:pt idx="23015">
                  <c:v>0.40176906987191413</c:v>
                </c:pt>
                <c:pt idx="23016">
                  <c:v>0.40180990472103773</c:v>
                </c:pt>
                <c:pt idx="23017">
                  <c:v>0.40185955258404094</c:v>
                </c:pt>
                <c:pt idx="23018">
                  <c:v>0.40187994094674051</c:v>
                </c:pt>
                <c:pt idx="23019">
                  <c:v>0.40190269568031839</c:v>
                </c:pt>
                <c:pt idx="23020">
                  <c:v>0.40190985646265898</c:v>
                </c:pt>
                <c:pt idx="23021">
                  <c:v>0.40198417018416832</c:v>
                </c:pt>
                <c:pt idx="23022">
                  <c:v>0.40203638507590295</c:v>
                </c:pt>
                <c:pt idx="23023">
                  <c:v>0.40205627456818344</c:v>
                </c:pt>
                <c:pt idx="23024">
                  <c:v>0.4020583105059104</c:v>
                </c:pt>
                <c:pt idx="23025">
                  <c:v>0.40206807337409095</c:v>
                </c:pt>
                <c:pt idx="23026">
                  <c:v>0.40209947543439628</c:v>
                </c:pt>
                <c:pt idx="23027">
                  <c:v>0.4021317248904735</c:v>
                </c:pt>
                <c:pt idx="23028">
                  <c:v>0.40218121868126594</c:v>
                </c:pt>
                <c:pt idx="23029">
                  <c:v>0.40228355669831756</c:v>
                </c:pt>
                <c:pt idx="23030">
                  <c:v>0.40234269822348168</c:v>
                </c:pt>
                <c:pt idx="23031">
                  <c:v>0.40234931793605327</c:v>
                </c:pt>
                <c:pt idx="23032">
                  <c:v>0.40237212276629414</c:v>
                </c:pt>
                <c:pt idx="23033">
                  <c:v>0.40244955240793495</c:v>
                </c:pt>
                <c:pt idx="23034">
                  <c:v>0.402492065448946</c:v>
                </c:pt>
                <c:pt idx="23035">
                  <c:v>0.40253084026939268</c:v>
                </c:pt>
                <c:pt idx="23036">
                  <c:v>0.4026272368729501</c:v>
                </c:pt>
                <c:pt idx="23037">
                  <c:v>0.40263921793574015</c:v>
                </c:pt>
                <c:pt idx="23038">
                  <c:v>0.40265544948729681</c:v>
                </c:pt>
                <c:pt idx="23039">
                  <c:v>0.40269794844604034</c:v>
                </c:pt>
                <c:pt idx="23040">
                  <c:v>0.40269845006601152</c:v>
                </c:pt>
                <c:pt idx="23041">
                  <c:v>0.40271442011369468</c:v>
                </c:pt>
                <c:pt idx="23042">
                  <c:v>0.40274046459948076</c:v>
                </c:pt>
                <c:pt idx="23043">
                  <c:v>0.40276335600103907</c:v>
                </c:pt>
                <c:pt idx="23044">
                  <c:v>0.40295498701085081</c:v>
                </c:pt>
                <c:pt idx="23045">
                  <c:v>0.40296969952519923</c:v>
                </c:pt>
                <c:pt idx="23046">
                  <c:v>0.4032301628418799</c:v>
                </c:pt>
                <c:pt idx="23047">
                  <c:v>0.40329201209703885</c:v>
                </c:pt>
                <c:pt idx="23048">
                  <c:v>0.40333344771130936</c:v>
                </c:pt>
                <c:pt idx="23049">
                  <c:v>0.40338117423451314</c:v>
                </c:pt>
                <c:pt idx="23050">
                  <c:v>0.40345042794449704</c:v>
                </c:pt>
                <c:pt idx="23051">
                  <c:v>0.40363486242715779</c:v>
                </c:pt>
                <c:pt idx="23052">
                  <c:v>0.40367822817552734</c:v>
                </c:pt>
                <c:pt idx="23053">
                  <c:v>0.40373916937469861</c:v>
                </c:pt>
                <c:pt idx="23054">
                  <c:v>0.4038651531497332</c:v>
                </c:pt>
                <c:pt idx="23055">
                  <c:v>0.4038984213543409</c:v>
                </c:pt>
                <c:pt idx="23056">
                  <c:v>0.40397901938689651</c:v>
                </c:pt>
                <c:pt idx="23057">
                  <c:v>0.40401063623081679</c:v>
                </c:pt>
                <c:pt idx="23058">
                  <c:v>0.40404685188465916</c:v>
                </c:pt>
                <c:pt idx="23059">
                  <c:v>0.40408454039865033</c:v>
                </c:pt>
                <c:pt idx="23060">
                  <c:v>0.40420381756222423</c:v>
                </c:pt>
                <c:pt idx="23061">
                  <c:v>0.4042383099594497</c:v>
                </c:pt>
                <c:pt idx="23062">
                  <c:v>0.40424176648278903</c:v>
                </c:pt>
                <c:pt idx="23063">
                  <c:v>0.40425711580339863</c:v>
                </c:pt>
                <c:pt idx="23064">
                  <c:v>0.40428749487251847</c:v>
                </c:pt>
                <c:pt idx="23065">
                  <c:v>0.40432230372589228</c:v>
                </c:pt>
                <c:pt idx="23066">
                  <c:v>0.40441017650273492</c:v>
                </c:pt>
                <c:pt idx="23067">
                  <c:v>0.40442343449710089</c:v>
                </c:pt>
                <c:pt idx="23068">
                  <c:v>0.40446888047062435</c:v>
                </c:pt>
                <c:pt idx="23069">
                  <c:v>0.40460668281207024</c:v>
                </c:pt>
                <c:pt idx="23070">
                  <c:v>0.4046349597420027</c:v>
                </c:pt>
                <c:pt idx="23071">
                  <c:v>0.40468382734935504</c:v>
                </c:pt>
                <c:pt idx="23072">
                  <c:v>0.40472625034073123</c:v>
                </c:pt>
                <c:pt idx="23073">
                  <c:v>0.40475249188035395</c:v>
                </c:pt>
                <c:pt idx="23074">
                  <c:v>0.40477029903426226</c:v>
                </c:pt>
                <c:pt idx="23075">
                  <c:v>0.40479904457068061</c:v>
                </c:pt>
                <c:pt idx="23076">
                  <c:v>0.40486934717016632</c:v>
                </c:pt>
                <c:pt idx="23077">
                  <c:v>0.40488069973658486</c:v>
                </c:pt>
                <c:pt idx="23078">
                  <c:v>0.4048835027095975</c:v>
                </c:pt>
                <c:pt idx="23079">
                  <c:v>0.40492135255399819</c:v>
                </c:pt>
                <c:pt idx="23080">
                  <c:v>0.40494881913048736</c:v>
                </c:pt>
                <c:pt idx="23081">
                  <c:v>0.40497834869209676</c:v>
                </c:pt>
                <c:pt idx="23082">
                  <c:v>0.4049800900690429</c:v>
                </c:pt>
                <c:pt idx="23083">
                  <c:v>0.40501702361077069</c:v>
                </c:pt>
                <c:pt idx="23084">
                  <c:v>0.40513061737019018</c:v>
                </c:pt>
                <c:pt idx="23085">
                  <c:v>0.40518012209198712</c:v>
                </c:pt>
                <c:pt idx="23086">
                  <c:v>0.40528570913704604</c:v>
                </c:pt>
                <c:pt idx="23087">
                  <c:v>0.40544974868524608</c:v>
                </c:pt>
                <c:pt idx="23088">
                  <c:v>0.40547042911711445</c:v>
                </c:pt>
                <c:pt idx="23089">
                  <c:v>0.40550749510352452</c:v>
                </c:pt>
                <c:pt idx="23090">
                  <c:v>0.4055655375224882</c:v>
                </c:pt>
                <c:pt idx="23091">
                  <c:v>0.4056057481007137</c:v>
                </c:pt>
                <c:pt idx="23092">
                  <c:v>0.40564616634790579</c:v>
                </c:pt>
                <c:pt idx="23093">
                  <c:v>0.40575802113658538</c:v>
                </c:pt>
                <c:pt idx="23094">
                  <c:v>0.4058111984814961</c:v>
                </c:pt>
                <c:pt idx="23095">
                  <c:v>0.40584862512930325</c:v>
                </c:pt>
                <c:pt idx="23096">
                  <c:v>0.40608623026010121</c:v>
                </c:pt>
                <c:pt idx="23097">
                  <c:v>0.40608773980037943</c:v>
                </c:pt>
                <c:pt idx="23098">
                  <c:v>0.40609370129058464</c:v>
                </c:pt>
                <c:pt idx="23099">
                  <c:v>0.40618334208213946</c:v>
                </c:pt>
                <c:pt idx="23100">
                  <c:v>0.40629585555599468</c:v>
                </c:pt>
                <c:pt idx="23101">
                  <c:v>0.40634587417847862</c:v>
                </c:pt>
                <c:pt idx="23102">
                  <c:v>0.40640362744158581</c:v>
                </c:pt>
                <c:pt idx="23103">
                  <c:v>0.40641749902909102</c:v>
                </c:pt>
                <c:pt idx="23104">
                  <c:v>0.40649855140365154</c:v>
                </c:pt>
                <c:pt idx="23105">
                  <c:v>0.40656747279989991</c:v>
                </c:pt>
                <c:pt idx="23106">
                  <c:v>0.40664423359937046</c:v>
                </c:pt>
                <c:pt idx="23107">
                  <c:v>0.40670017760837512</c:v>
                </c:pt>
                <c:pt idx="23108">
                  <c:v>0.40679790571095237</c:v>
                </c:pt>
                <c:pt idx="23109">
                  <c:v>0.40681068424180722</c:v>
                </c:pt>
                <c:pt idx="23110">
                  <c:v>0.40684355001033656</c:v>
                </c:pt>
                <c:pt idx="23111">
                  <c:v>0.40685672119378369</c:v>
                </c:pt>
                <c:pt idx="23112">
                  <c:v>0.40686053823374502</c:v>
                </c:pt>
                <c:pt idx="23113">
                  <c:v>0.40693523962034667</c:v>
                </c:pt>
                <c:pt idx="23114">
                  <c:v>0.40709151185731907</c:v>
                </c:pt>
                <c:pt idx="23115">
                  <c:v>0.4071235922702508</c:v>
                </c:pt>
                <c:pt idx="23116">
                  <c:v>0.40715888121819493</c:v>
                </c:pt>
                <c:pt idx="23117">
                  <c:v>0.4071693328164871</c:v>
                </c:pt>
                <c:pt idx="23118">
                  <c:v>0.40736580891494312</c:v>
                </c:pt>
                <c:pt idx="23119">
                  <c:v>0.40743052234643723</c:v>
                </c:pt>
                <c:pt idx="23120">
                  <c:v>0.40743600853699641</c:v>
                </c:pt>
                <c:pt idx="23121">
                  <c:v>0.4074376698241276</c:v>
                </c:pt>
                <c:pt idx="23122">
                  <c:v>0.40745806133375861</c:v>
                </c:pt>
                <c:pt idx="23123">
                  <c:v>0.40760402943642687</c:v>
                </c:pt>
                <c:pt idx="23124">
                  <c:v>0.40760643462759444</c:v>
                </c:pt>
                <c:pt idx="23125">
                  <c:v>0.40777419764233069</c:v>
                </c:pt>
                <c:pt idx="23126">
                  <c:v>0.40787053829528586</c:v>
                </c:pt>
                <c:pt idx="23127">
                  <c:v>0.40787415862948495</c:v>
                </c:pt>
                <c:pt idx="23128">
                  <c:v>0.40823724437805065</c:v>
                </c:pt>
                <c:pt idx="23129">
                  <c:v>0.4082793464626166</c:v>
                </c:pt>
                <c:pt idx="23130">
                  <c:v>0.4082911798977365</c:v>
                </c:pt>
                <c:pt idx="23131">
                  <c:v>0.40851469046232008</c:v>
                </c:pt>
                <c:pt idx="23132">
                  <c:v>0.40855676324367945</c:v>
                </c:pt>
                <c:pt idx="23133">
                  <c:v>0.40856760387274105</c:v>
                </c:pt>
                <c:pt idx="23134">
                  <c:v>0.40860265832142573</c:v>
                </c:pt>
                <c:pt idx="23135">
                  <c:v>0.40860915450057961</c:v>
                </c:pt>
                <c:pt idx="23136">
                  <c:v>0.4086510895229814</c:v>
                </c:pt>
                <c:pt idx="23137">
                  <c:v>0.40868472574893155</c:v>
                </c:pt>
                <c:pt idx="23138">
                  <c:v>0.40868525465876387</c:v>
                </c:pt>
                <c:pt idx="23139">
                  <c:v>0.40878618132518191</c:v>
                </c:pt>
                <c:pt idx="23140">
                  <c:v>0.40878948173680507</c:v>
                </c:pt>
                <c:pt idx="23141">
                  <c:v>0.40883337078791465</c:v>
                </c:pt>
                <c:pt idx="23142">
                  <c:v>0.40888138490812831</c:v>
                </c:pt>
                <c:pt idx="23143">
                  <c:v>0.40897647274507848</c:v>
                </c:pt>
                <c:pt idx="23144">
                  <c:v>0.40900296476995351</c:v>
                </c:pt>
                <c:pt idx="23145">
                  <c:v>0.40907694366505237</c:v>
                </c:pt>
                <c:pt idx="23146">
                  <c:v>0.40914084075774909</c:v>
                </c:pt>
                <c:pt idx="23147">
                  <c:v>0.40917843064038711</c:v>
                </c:pt>
                <c:pt idx="23148">
                  <c:v>0.40926682275947018</c:v>
                </c:pt>
                <c:pt idx="23149">
                  <c:v>0.40927042650121448</c:v>
                </c:pt>
                <c:pt idx="23150">
                  <c:v>0.40928624354937765</c:v>
                </c:pt>
                <c:pt idx="23151">
                  <c:v>0.40929138128754672</c:v>
                </c:pt>
                <c:pt idx="23152">
                  <c:v>0.40946542906942468</c:v>
                </c:pt>
                <c:pt idx="23153">
                  <c:v>0.40957108892500022</c:v>
                </c:pt>
                <c:pt idx="23154">
                  <c:v>0.40957703799625883</c:v>
                </c:pt>
                <c:pt idx="23155">
                  <c:v>0.40980304220076735</c:v>
                </c:pt>
                <c:pt idx="23156">
                  <c:v>0.4098509909217341</c:v>
                </c:pt>
                <c:pt idx="23157">
                  <c:v>0.40987932802520843</c:v>
                </c:pt>
                <c:pt idx="23158">
                  <c:v>0.4098818341760867</c:v>
                </c:pt>
                <c:pt idx="23159">
                  <c:v>0.40998796515997393</c:v>
                </c:pt>
                <c:pt idx="23160">
                  <c:v>0.41006959980546176</c:v>
                </c:pt>
                <c:pt idx="23161">
                  <c:v>0.41013187928136779</c:v>
                </c:pt>
                <c:pt idx="23162">
                  <c:v>0.41023767986596993</c:v>
                </c:pt>
                <c:pt idx="23163">
                  <c:v>0.41024867011893845</c:v>
                </c:pt>
                <c:pt idx="23164">
                  <c:v>0.410269398427279</c:v>
                </c:pt>
                <c:pt idx="23165">
                  <c:v>0.41036366817009845</c:v>
                </c:pt>
                <c:pt idx="23166">
                  <c:v>0.41040292956941843</c:v>
                </c:pt>
                <c:pt idx="23167">
                  <c:v>0.41051922313702099</c:v>
                </c:pt>
                <c:pt idx="23168">
                  <c:v>0.41052914331479917</c:v>
                </c:pt>
                <c:pt idx="23169">
                  <c:v>0.41060317754604325</c:v>
                </c:pt>
                <c:pt idx="23170">
                  <c:v>0.41060450204172383</c:v>
                </c:pt>
                <c:pt idx="23171">
                  <c:v>0.41064289105493523</c:v>
                </c:pt>
                <c:pt idx="23172">
                  <c:v>0.41066646969106296</c:v>
                </c:pt>
                <c:pt idx="23173">
                  <c:v>0.41066960990449997</c:v>
                </c:pt>
                <c:pt idx="23174">
                  <c:v>0.41068126193452537</c:v>
                </c:pt>
                <c:pt idx="23175">
                  <c:v>0.41070853206389851</c:v>
                </c:pt>
                <c:pt idx="23176">
                  <c:v>0.41070872922159823</c:v>
                </c:pt>
                <c:pt idx="23177">
                  <c:v>0.41097146566426168</c:v>
                </c:pt>
                <c:pt idx="23178">
                  <c:v>0.41102177602395878</c:v>
                </c:pt>
                <c:pt idx="23179">
                  <c:v>0.41102592833906526</c:v>
                </c:pt>
                <c:pt idx="23180">
                  <c:v>0.411036704477658</c:v>
                </c:pt>
                <c:pt idx="23181">
                  <c:v>0.41103876399548206</c:v>
                </c:pt>
                <c:pt idx="23182">
                  <c:v>0.41106243369838291</c:v>
                </c:pt>
                <c:pt idx="23183">
                  <c:v>0.41107802512618991</c:v>
                </c:pt>
                <c:pt idx="23184">
                  <c:v>0.41107850721748646</c:v>
                </c:pt>
                <c:pt idx="23185">
                  <c:v>0.41116784159130715</c:v>
                </c:pt>
                <c:pt idx="23186">
                  <c:v>0.41123672717703574</c:v>
                </c:pt>
                <c:pt idx="23187">
                  <c:v>0.41125497334830347</c:v>
                </c:pt>
                <c:pt idx="23188">
                  <c:v>0.4113424251160579</c:v>
                </c:pt>
                <c:pt idx="23189">
                  <c:v>0.4113571515508716</c:v>
                </c:pt>
                <c:pt idx="23190">
                  <c:v>0.411407501226904</c:v>
                </c:pt>
                <c:pt idx="23191">
                  <c:v>0.41144784607460322</c:v>
                </c:pt>
                <c:pt idx="23192">
                  <c:v>0.41150846500140209</c:v>
                </c:pt>
                <c:pt idx="23193">
                  <c:v>0.4115129448324446</c:v>
                </c:pt>
                <c:pt idx="23194">
                  <c:v>0.41160264966753918</c:v>
                </c:pt>
                <c:pt idx="23195">
                  <c:v>0.41163503508846522</c:v>
                </c:pt>
                <c:pt idx="23196">
                  <c:v>0.41169294382822191</c:v>
                </c:pt>
                <c:pt idx="23197">
                  <c:v>0.41182798755235078</c:v>
                </c:pt>
                <c:pt idx="23198">
                  <c:v>0.41187991959744302</c:v>
                </c:pt>
                <c:pt idx="23199">
                  <c:v>0.41189411040661561</c:v>
                </c:pt>
                <c:pt idx="23200">
                  <c:v>0.41197213400396537</c:v>
                </c:pt>
                <c:pt idx="23201">
                  <c:v>0.41201629692324565</c:v>
                </c:pt>
                <c:pt idx="23202">
                  <c:v>0.41202759321829124</c:v>
                </c:pt>
                <c:pt idx="23203">
                  <c:v>0.41216887526304463</c:v>
                </c:pt>
                <c:pt idx="23204">
                  <c:v>0.4122440892383219</c:v>
                </c:pt>
                <c:pt idx="23205">
                  <c:v>0.41227235051247751</c:v>
                </c:pt>
                <c:pt idx="23206">
                  <c:v>0.41229226648905104</c:v>
                </c:pt>
                <c:pt idx="23207">
                  <c:v>0.41230921963712269</c:v>
                </c:pt>
                <c:pt idx="23208">
                  <c:v>0.41234563420240949</c:v>
                </c:pt>
                <c:pt idx="23209">
                  <c:v>0.41251910890814658</c:v>
                </c:pt>
                <c:pt idx="23210">
                  <c:v>0.41273172955796283</c:v>
                </c:pt>
                <c:pt idx="23211">
                  <c:v>0.41276208672783049</c:v>
                </c:pt>
                <c:pt idx="23212">
                  <c:v>0.41297965454091562</c:v>
                </c:pt>
                <c:pt idx="23213">
                  <c:v>0.41308886321379157</c:v>
                </c:pt>
                <c:pt idx="23214">
                  <c:v>0.41310510796793981</c:v>
                </c:pt>
                <c:pt idx="23215">
                  <c:v>0.4132624626527992</c:v>
                </c:pt>
                <c:pt idx="23216">
                  <c:v>0.41329862743193296</c:v>
                </c:pt>
                <c:pt idx="23217">
                  <c:v>0.41355201287497112</c:v>
                </c:pt>
                <c:pt idx="23218">
                  <c:v>0.41363209351929353</c:v>
                </c:pt>
                <c:pt idx="23219">
                  <c:v>0.41368261476774737</c:v>
                </c:pt>
                <c:pt idx="23220">
                  <c:v>0.41370376676437109</c:v>
                </c:pt>
                <c:pt idx="23221">
                  <c:v>0.41379730576716589</c:v>
                </c:pt>
                <c:pt idx="23222">
                  <c:v>0.41384095305375945</c:v>
                </c:pt>
                <c:pt idx="23223">
                  <c:v>0.41387436369004138</c:v>
                </c:pt>
                <c:pt idx="23224">
                  <c:v>0.41394094834403788</c:v>
                </c:pt>
                <c:pt idx="23225">
                  <c:v>0.4141010881339347</c:v>
                </c:pt>
                <c:pt idx="23226">
                  <c:v>0.41417941565067495</c:v>
                </c:pt>
                <c:pt idx="23227">
                  <c:v>0.41419685137406498</c:v>
                </c:pt>
                <c:pt idx="23228">
                  <c:v>0.41421444284910225</c:v>
                </c:pt>
                <c:pt idx="23229">
                  <c:v>0.41430633745348938</c:v>
                </c:pt>
                <c:pt idx="23230">
                  <c:v>0.41435701130407299</c:v>
                </c:pt>
                <c:pt idx="23231">
                  <c:v>0.414373635535634</c:v>
                </c:pt>
                <c:pt idx="23232">
                  <c:v>0.4143744460961476</c:v>
                </c:pt>
                <c:pt idx="23233">
                  <c:v>0.41437721334116817</c:v>
                </c:pt>
                <c:pt idx="23234">
                  <c:v>0.41439195240389642</c:v>
                </c:pt>
                <c:pt idx="23235">
                  <c:v>0.41452038948752584</c:v>
                </c:pt>
                <c:pt idx="23236">
                  <c:v>0.41457154120393203</c:v>
                </c:pt>
                <c:pt idx="23237">
                  <c:v>0.41457215324634117</c:v>
                </c:pt>
                <c:pt idx="23238">
                  <c:v>0.41462121915681643</c:v>
                </c:pt>
                <c:pt idx="23239">
                  <c:v>0.41472096808022985</c:v>
                </c:pt>
                <c:pt idx="23240">
                  <c:v>0.41472278819782804</c:v>
                </c:pt>
                <c:pt idx="23241">
                  <c:v>0.41474323876251079</c:v>
                </c:pt>
                <c:pt idx="23242">
                  <c:v>0.41476540261216038</c:v>
                </c:pt>
                <c:pt idx="23243">
                  <c:v>0.41485190979277176</c:v>
                </c:pt>
                <c:pt idx="23244">
                  <c:v>0.41485475488402634</c:v>
                </c:pt>
                <c:pt idx="23245">
                  <c:v>0.41499967130875248</c:v>
                </c:pt>
                <c:pt idx="23246">
                  <c:v>0.41516183511922239</c:v>
                </c:pt>
                <c:pt idx="23247">
                  <c:v>0.41519931510448804</c:v>
                </c:pt>
                <c:pt idx="23248">
                  <c:v>0.41520181211266521</c:v>
                </c:pt>
                <c:pt idx="23249">
                  <c:v>0.41520712381570962</c:v>
                </c:pt>
                <c:pt idx="23250">
                  <c:v>0.41522194107482957</c:v>
                </c:pt>
                <c:pt idx="23251">
                  <c:v>0.41523363024894344</c:v>
                </c:pt>
                <c:pt idx="23252">
                  <c:v>0.41523960697995543</c:v>
                </c:pt>
                <c:pt idx="23253">
                  <c:v>0.4154011670250527</c:v>
                </c:pt>
                <c:pt idx="23254">
                  <c:v>0.41540700413733933</c:v>
                </c:pt>
                <c:pt idx="23255">
                  <c:v>0.41540717011925493</c:v>
                </c:pt>
                <c:pt idx="23256">
                  <c:v>0.41546016863042201</c:v>
                </c:pt>
                <c:pt idx="23257">
                  <c:v>0.41549219940236892</c:v>
                </c:pt>
                <c:pt idx="23258">
                  <c:v>0.41551575854909401</c:v>
                </c:pt>
                <c:pt idx="23259">
                  <c:v>0.41552773641093305</c:v>
                </c:pt>
                <c:pt idx="23260">
                  <c:v>0.41555290351441421</c:v>
                </c:pt>
                <c:pt idx="23261">
                  <c:v>0.41568028065153212</c:v>
                </c:pt>
                <c:pt idx="23262">
                  <c:v>0.41573257672711511</c:v>
                </c:pt>
                <c:pt idx="23263">
                  <c:v>0.41573910839445222</c:v>
                </c:pt>
                <c:pt idx="23264">
                  <c:v>0.41577092967142953</c:v>
                </c:pt>
                <c:pt idx="23265">
                  <c:v>0.4157903209399183</c:v>
                </c:pt>
                <c:pt idx="23266">
                  <c:v>0.41581313821857524</c:v>
                </c:pt>
                <c:pt idx="23267">
                  <c:v>0.41587624511817678</c:v>
                </c:pt>
                <c:pt idx="23268">
                  <c:v>0.41588911444337939</c:v>
                </c:pt>
                <c:pt idx="23269">
                  <c:v>0.41591606341102882</c:v>
                </c:pt>
                <c:pt idx="23270">
                  <c:v>0.41595024823224425</c:v>
                </c:pt>
                <c:pt idx="23271">
                  <c:v>0.41597305156834186</c:v>
                </c:pt>
                <c:pt idx="23272">
                  <c:v>0.41597417557914318</c:v>
                </c:pt>
                <c:pt idx="23273">
                  <c:v>0.41608572956458667</c:v>
                </c:pt>
                <c:pt idx="23274">
                  <c:v>0.41610961233860755</c:v>
                </c:pt>
                <c:pt idx="23275">
                  <c:v>0.41613597653063628</c:v>
                </c:pt>
                <c:pt idx="23276">
                  <c:v>0.4162248058927161</c:v>
                </c:pt>
                <c:pt idx="23277">
                  <c:v>0.41623478731025559</c:v>
                </c:pt>
                <c:pt idx="23278">
                  <c:v>0.41623915845361048</c:v>
                </c:pt>
                <c:pt idx="23279">
                  <c:v>0.41634467626783556</c:v>
                </c:pt>
                <c:pt idx="23280">
                  <c:v>0.41644462892273354</c:v>
                </c:pt>
                <c:pt idx="23281">
                  <c:v>0.41646894451965799</c:v>
                </c:pt>
                <c:pt idx="23282">
                  <c:v>0.41649162622047242</c:v>
                </c:pt>
                <c:pt idx="23283">
                  <c:v>0.41650876565395628</c:v>
                </c:pt>
                <c:pt idx="23284">
                  <c:v>0.41651296353097028</c:v>
                </c:pt>
                <c:pt idx="23285">
                  <c:v>0.41658430451423234</c:v>
                </c:pt>
                <c:pt idx="23286">
                  <c:v>0.41661676366730671</c:v>
                </c:pt>
                <c:pt idx="23287">
                  <c:v>0.41662747737345651</c:v>
                </c:pt>
                <c:pt idx="23288">
                  <c:v>0.41664465874930379</c:v>
                </c:pt>
                <c:pt idx="23289">
                  <c:v>0.41670016049518865</c:v>
                </c:pt>
                <c:pt idx="23290">
                  <c:v>0.41670554232518564</c:v>
                </c:pt>
                <c:pt idx="23291">
                  <c:v>0.41677685879557097</c:v>
                </c:pt>
                <c:pt idx="23292">
                  <c:v>0.41686423915673537</c:v>
                </c:pt>
                <c:pt idx="23293">
                  <c:v>0.41689678494624682</c:v>
                </c:pt>
                <c:pt idx="23294">
                  <c:v>0.41690794740552628</c:v>
                </c:pt>
                <c:pt idx="23295">
                  <c:v>0.41715753954127277</c:v>
                </c:pt>
                <c:pt idx="23296">
                  <c:v>0.41722917046698105</c:v>
                </c:pt>
                <c:pt idx="23297">
                  <c:v>0.41722929702640271</c:v>
                </c:pt>
                <c:pt idx="23298">
                  <c:v>0.41730562292270373</c:v>
                </c:pt>
                <c:pt idx="23299">
                  <c:v>0.41749516159549416</c:v>
                </c:pt>
                <c:pt idx="23300">
                  <c:v>0.4175574719327021</c:v>
                </c:pt>
                <c:pt idx="23301">
                  <c:v>0.4176907323827434</c:v>
                </c:pt>
                <c:pt idx="23302">
                  <c:v>0.41772709608234709</c:v>
                </c:pt>
                <c:pt idx="23303">
                  <c:v>0.41776521074541334</c:v>
                </c:pt>
                <c:pt idx="23304">
                  <c:v>0.41783131939613949</c:v>
                </c:pt>
                <c:pt idx="23305">
                  <c:v>0.41784985735238178</c:v>
                </c:pt>
                <c:pt idx="23306">
                  <c:v>0.41787193433658765</c:v>
                </c:pt>
                <c:pt idx="23307">
                  <c:v>0.41794973605748076</c:v>
                </c:pt>
                <c:pt idx="23308">
                  <c:v>0.41797533863153619</c:v>
                </c:pt>
                <c:pt idx="23309">
                  <c:v>0.41803088569777441</c:v>
                </c:pt>
                <c:pt idx="23310">
                  <c:v>0.41806299555743343</c:v>
                </c:pt>
                <c:pt idx="23311">
                  <c:v>0.41810628022244656</c:v>
                </c:pt>
                <c:pt idx="23312">
                  <c:v>0.41814421157058196</c:v>
                </c:pt>
                <c:pt idx="23313">
                  <c:v>0.41817694084193802</c:v>
                </c:pt>
                <c:pt idx="23314">
                  <c:v>0.41823802375205105</c:v>
                </c:pt>
                <c:pt idx="23315">
                  <c:v>0.41831494629575006</c:v>
                </c:pt>
                <c:pt idx="23316">
                  <c:v>0.4184294961494992</c:v>
                </c:pt>
                <c:pt idx="23317">
                  <c:v>0.41843731048450189</c:v>
                </c:pt>
                <c:pt idx="23318">
                  <c:v>0.41849096247846612</c:v>
                </c:pt>
                <c:pt idx="23319">
                  <c:v>0.41853034809259382</c:v>
                </c:pt>
                <c:pt idx="23320">
                  <c:v>0.41857385559246363</c:v>
                </c:pt>
                <c:pt idx="23321">
                  <c:v>0.41873869254422569</c:v>
                </c:pt>
                <c:pt idx="23322">
                  <c:v>0.41880548967888731</c:v>
                </c:pt>
                <c:pt idx="23323">
                  <c:v>0.41885826508813068</c:v>
                </c:pt>
                <c:pt idx="23324">
                  <c:v>0.41888098935762208</c:v>
                </c:pt>
                <c:pt idx="23325">
                  <c:v>0.41899712452415361</c:v>
                </c:pt>
                <c:pt idx="23326">
                  <c:v>0.4192280509635774</c:v>
                </c:pt>
                <c:pt idx="23327">
                  <c:v>0.41929152950976106</c:v>
                </c:pt>
                <c:pt idx="23328">
                  <c:v>0.4192927768738296</c:v>
                </c:pt>
                <c:pt idx="23329">
                  <c:v>0.41953947455065776</c:v>
                </c:pt>
                <c:pt idx="23330">
                  <c:v>0.41963612754153351</c:v>
                </c:pt>
                <c:pt idx="23331">
                  <c:v>0.41980786437009926</c:v>
                </c:pt>
                <c:pt idx="23332">
                  <c:v>0.41987913874803118</c:v>
                </c:pt>
                <c:pt idx="23333">
                  <c:v>0.41994980570229262</c:v>
                </c:pt>
                <c:pt idx="23334">
                  <c:v>0.4200176601493224</c:v>
                </c:pt>
                <c:pt idx="23335">
                  <c:v>0.42002638369701145</c:v>
                </c:pt>
                <c:pt idx="23336">
                  <c:v>0.42018176453038153</c:v>
                </c:pt>
                <c:pt idx="23337">
                  <c:v>0.42022738727995779</c:v>
                </c:pt>
                <c:pt idx="23338">
                  <c:v>0.42024499046865021</c:v>
                </c:pt>
                <c:pt idx="23339">
                  <c:v>0.42039242496752777</c:v>
                </c:pt>
                <c:pt idx="23340">
                  <c:v>0.42050495964652951</c:v>
                </c:pt>
                <c:pt idx="23341">
                  <c:v>0.42052684772998672</c:v>
                </c:pt>
                <c:pt idx="23342">
                  <c:v>0.42053728307411475</c:v>
                </c:pt>
                <c:pt idx="23343">
                  <c:v>0.4206203939175468</c:v>
                </c:pt>
                <c:pt idx="23344">
                  <c:v>0.42078294113824871</c:v>
                </c:pt>
                <c:pt idx="23345">
                  <c:v>0.42084400704761454</c:v>
                </c:pt>
                <c:pt idx="23346">
                  <c:v>0.42088811867529169</c:v>
                </c:pt>
                <c:pt idx="23347">
                  <c:v>0.42088991343579868</c:v>
                </c:pt>
                <c:pt idx="23348">
                  <c:v>0.42094900562220228</c:v>
                </c:pt>
                <c:pt idx="23349">
                  <c:v>0.42104767520691272</c:v>
                </c:pt>
                <c:pt idx="23350">
                  <c:v>0.42111707775648527</c:v>
                </c:pt>
                <c:pt idx="23351">
                  <c:v>0.4211431420326745</c:v>
                </c:pt>
                <c:pt idx="23352">
                  <c:v>0.42131630818421101</c:v>
                </c:pt>
                <c:pt idx="23353">
                  <c:v>0.42136316637183291</c:v>
                </c:pt>
                <c:pt idx="23354">
                  <c:v>0.42149128972352023</c:v>
                </c:pt>
                <c:pt idx="23355">
                  <c:v>0.42151355258110917</c:v>
                </c:pt>
                <c:pt idx="23356">
                  <c:v>0.42151361995067621</c:v>
                </c:pt>
                <c:pt idx="23357">
                  <c:v>0.42158366695160571</c:v>
                </c:pt>
                <c:pt idx="23358">
                  <c:v>0.42162337656637122</c:v>
                </c:pt>
                <c:pt idx="23359">
                  <c:v>0.42164488214020146</c:v>
                </c:pt>
                <c:pt idx="23360">
                  <c:v>0.42167525960353963</c:v>
                </c:pt>
                <c:pt idx="23361">
                  <c:v>0.42172695865588317</c:v>
                </c:pt>
                <c:pt idx="23362">
                  <c:v>0.42191582655520549</c:v>
                </c:pt>
                <c:pt idx="23363">
                  <c:v>0.42193903972226399</c:v>
                </c:pt>
                <c:pt idx="23364">
                  <c:v>0.42209871558842366</c:v>
                </c:pt>
                <c:pt idx="23365">
                  <c:v>0.42210396032306163</c:v>
                </c:pt>
                <c:pt idx="23366">
                  <c:v>0.42212393656194486</c:v>
                </c:pt>
                <c:pt idx="23367">
                  <c:v>0.42223182772991807</c:v>
                </c:pt>
                <c:pt idx="23368">
                  <c:v>0.42225563382035214</c:v>
                </c:pt>
                <c:pt idx="23369">
                  <c:v>0.42234920069785337</c:v>
                </c:pt>
                <c:pt idx="23370">
                  <c:v>0.42237113349430272</c:v>
                </c:pt>
                <c:pt idx="23371">
                  <c:v>0.42243244906246319</c:v>
                </c:pt>
                <c:pt idx="23372">
                  <c:v>0.42245134988406696</c:v>
                </c:pt>
                <c:pt idx="23373">
                  <c:v>0.42251875313584303</c:v>
                </c:pt>
                <c:pt idx="23374">
                  <c:v>0.42263459207910098</c:v>
                </c:pt>
                <c:pt idx="23375">
                  <c:v>0.42265566417106465</c:v>
                </c:pt>
                <c:pt idx="23376">
                  <c:v>0.42271312739703931</c:v>
                </c:pt>
                <c:pt idx="23377">
                  <c:v>0.42293727964875427</c:v>
                </c:pt>
                <c:pt idx="23378">
                  <c:v>0.42305738958691136</c:v>
                </c:pt>
                <c:pt idx="23379">
                  <c:v>0.42306146515551363</c:v>
                </c:pt>
                <c:pt idx="23380">
                  <c:v>0.42310444493601718</c:v>
                </c:pt>
                <c:pt idx="23381">
                  <c:v>0.42328457691163651</c:v>
                </c:pt>
                <c:pt idx="23382">
                  <c:v>0.42357425100409329</c:v>
                </c:pt>
                <c:pt idx="23383">
                  <c:v>0.42365782806604985</c:v>
                </c:pt>
                <c:pt idx="23384">
                  <c:v>0.42380078421707451</c:v>
                </c:pt>
                <c:pt idx="23385">
                  <c:v>0.4238860365265818</c:v>
                </c:pt>
                <c:pt idx="23386">
                  <c:v>0.42408764788796893</c:v>
                </c:pt>
                <c:pt idx="23387">
                  <c:v>0.42408866439895065</c:v>
                </c:pt>
                <c:pt idx="23388">
                  <c:v>0.42418223083718781</c:v>
                </c:pt>
                <c:pt idx="23389">
                  <c:v>0.42419571784460303</c:v>
                </c:pt>
                <c:pt idx="23390">
                  <c:v>0.42421050015430345</c:v>
                </c:pt>
                <c:pt idx="23391">
                  <c:v>0.42428068379787648</c:v>
                </c:pt>
                <c:pt idx="23392">
                  <c:v>0.42432592345997211</c:v>
                </c:pt>
                <c:pt idx="23393">
                  <c:v>0.42446938932016548</c:v>
                </c:pt>
                <c:pt idx="23394">
                  <c:v>0.424532181923234</c:v>
                </c:pt>
                <c:pt idx="23395">
                  <c:v>0.42455818897783237</c:v>
                </c:pt>
                <c:pt idx="23396">
                  <c:v>0.42463738630080239</c:v>
                </c:pt>
                <c:pt idx="23397">
                  <c:v>0.42468529322741166</c:v>
                </c:pt>
                <c:pt idx="23398">
                  <c:v>0.42475451079350152</c:v>
                </c:pt>
                <c:pt idx="23399">
                  <c:v>0.42480807708619039</c:v>
                </c:pt>
                <c:pt idx="23400">
                  <c:v>0.4248639224919315</c:v>
                </c:pt>
                <c:pt idx="23401">
                  <c:v>0.42489069876033658</c:v>
                </c:pt>
                <c:pt idx="23402">
                  <c:v>0.42491032135886458</c:v>
                </c:pt>
                <c:pt idx="23403">
                  <c:v>0.42496086367527569</c:v>
                </c:pt>
                <c:pt idx="23404">
                  <c:v>0.42499078545904478</c:v>
                </c:pt>
                <c:pt idx="23405">
                  <c:v>0.42501581807899547</c:v>
                </c:pt>
                <c:pt idx="23406">
                  <c:v>0.42509064812076214</c:v>
                </c:pt>
                <c:pt idx="23407">
                  <c:v>0.4251142651757141</c:v>
                </c:pt>
                <c:pt idx="23408">
                  <c:v>0.42522407897511294</c:v>
                </c:pt>
                <c:pt idx="23409">
                  <c:v>0.42529886701556319</c:v>
                </c:pt>
                <c:pt idx="23410">
                  <c:v>0.42543842772021206</c:v>
                </c:pt>
                <c:pt idx="23411">
                  <c:v>0.42553244147852859</c:v>
                </c:pt>
                <c:pt idx="23412">
                  <c:v>0.42559412522976103</c:v>
                </c:pt>
                <c:pt idx="23413">
                  <c:v>0.4256615190117683</c:v>
                </c:pt>
                <c:pt idx="23414">
                  <c:v>0.4256649080824581</c:v>
                </c:pt>
                <c:pt idx="23415">
                  <c:v>0.42575037942030114</c:v>
                </c:pt>
                <c:pt idx="23416">
                  <c:v>0.42577703350249718</c:v>
                </c:pt>
                <c:pt idx="23417">
                  <c:v>0.42601894701746679</c:v>
                </c:pt>
                <c:pt idx="23418">
                  <c:v>0.42608403675247536</c:v>
                </c:pt>
                <c:pt idx="23419">
                  <c:v>0.4262828468461255</c:v>
                </c:pt>
                <c:pt idx="23420">
                  <c:v>0.42661851816459306</c:v>
                </c:pt>
                <c:pt idx="23421">
                  <c:v>0.42695298718041075</c:v>
                </c:pt>
                <c:pt idx="23422">
                  <c:v>0.4271647912034699</c:v>
                </c:pt>
                <c:pt idx="23423">
                  <c:v>0.4272038790201288</c:v>
                </c:pt>
                <c:pt idx="23424">
                  <c:v>0.42722429432139425</c:v>
                </c:pt>
                <c:pt idx="23425">
                  <c:v>0.42734777720049127</c:v>
                </c:pt>
                <c:pt idx="23426">
                  <c:v>0.42738281506403458</c:v>
                </c:pt>
                <c:pt idx="23427">
                  <c:v>0.42747810134735098</c:v>
                </c:pt>
                <c:pt idx="23428">
                  <c:v>0.42782131913735688</c:v>
                </c:pt>
                <c:pt idx="23429">
                  <c:v>0.42787525489989292</c:v>
                </c:pt>
                <c:pt idx="23430">
                  <c:v>0.42801798435373017</c:v>
                </c:pt>
                <c:pt idx="23431">
                  <c:v>0.42802775489926059</c:v>
                </c:pt>
                <c:pt idx="23432">
                  <c:v>0.42811329598624209</c:v>
                </c:pt>
                <c:pt idx="23433">
                  <c:v>0.42825400761124743</c:v>
                </c:pt>
                <c:pt idx="23434">
                  <c:v>0.42834951933545778</c:v>
                </c:pt>
                <c:pt idx="23435">
                  <c:v>0.42839965398712193</c:v>
                </c:pt>
                <c:pt idx="23436">
                  <c:v>0.42850318099758078</c:v>
                </c:pt>
                <c:pt idx="23437">
                  <c:v>0.42861882776968374</c:v>
                </c:pt>
                <c:pt idx="23438">
                  <c:v>0.4287384676117017</c:v>
                </c:pt>
                <c:pt idx="23439">
                  <c:v>0.42874518216434732</c:v>
                </c:pt>
                <c:pt idx="23440">
                  <c:v>0.42891690561137502</c:v>
                </c:pt>
                <c:pt idx="23441">
                  <c:v>0.42895785147873905</c:v>
                </c:pt>
                <c:pt idx="23442">
                  <c:v>0.4290431466284555</c:v>
                </c:pt>
                <c:pt idx="23443">
                  <c:v>0.4290637993338145</c:v>
                </c:pt>
                <c:pt idx="23444">
                  <c:v>0.429120408512708</c:v>
                </c:pt>
                <c:pt idx="23445">
                  <c:v>0.42912358819879781</c:v>
                </c:pt>
                <c:pt idx="23446">
                  <c:v>0.42918896040777721</c:v>
                </c:pt>
                <c:pt idx="23447">
                  <c:v>0.4293446740285734</c:v>
                </c:pt>
                <c:pt idx="23448">
                  <c:v>0.42934719228130169</c:v>
                </c:pt>
                <c:pt idx="23449">
                  <c:v>0.42939622548697326</c:v>
                </c:pt>
                <c:pt idx="23450">
                  <c:v>0.42960241365394353</c:v>
                </c:pt>
                <c:pt idx="23451">
                  <c:v>0.42968475673523571</c:v>
                </c:pt>
                <c:pt idx="23452">
                  <c:v>0.4298933321167876</c:v>
                </c:pt>
                <c:pt idx="23453">
                  <c:v>0.42989901311965384</c:v>
                </c:pt>
                <c:pt idx="23454">
                  <c:v>0.42996259587701713</c:v>
                </c:pt>
                <c:pt idx="23455">
                  <c:v>0.43000458587341084</c:v>
                </c:pt>
                <c:pt idx="23456">
                  <c:v>0.43000693248034128</c:v>
                </c:pt>
                <c:pt idx="23457">
                  <c:v>0.43003309006715301</c:v>
                </c:pt>
                <c:pt idx="23458">
                  <c:v>0.43006681699522303</c:v>
                </c:pt>
                <c:pt idx="23459">
                  <c:v>0.43020233999259427</c:v>
                </c:pt>
                <c:pt idx="23460">
                  <c:v>0.43034577150110376</c:v>
                </c:pt>
                <c:pt idx="23461">
                  <c:v>0.43037596641531489</c:v>
                </c:pt>
                <c:pt idx="23462">
                  <c:v>0.43043383941591706</c:v>
                </c:pt>
                <c:pt idx="23463">
                  <c:v>0.43043739740289955</c:v>
                </c:pt>
                <c:pt idx="23464">
                  <c:v>0.43047605292744784</c:v>
                </c:pt>
                <c:pt idx="23465">
                  <c:v>0.43057546338157837</c:v>
                </c:pt>
                <c:pt idx="23466">
                  <c:v>0.43073490090764499</c:v>
                </c:pt>
                <c:pt idx="23467">
                  <c:v>0.43080221414923758</c:v>
                </c:pt>
                <c:pt idx="23468">
                  <c:v>0.43081216592354543</c:v>
                </c:pt>
                <c:pt idx="23469">
                  <c:v>0.4308646372621866</c:v>
                </c:pt>
                <c:pt idx="23470">
                  <c:v>0.43087093337506788</c:v>
                </c:pt>
                <c:pt idx="23471">
                  <c:v>0.43091834780569849</c:v>
                </c:pt>
                <c:pt idx="23472">
                  <c:v>0.43094247639060324</c:v>
                </c:pt>
                <c:pt idx="23473">
                  <c:v>0.43107907033058668</c:v>
                </c:pt>
                <c:pt idx="23474">
                  <c:v>0.43114127163000765</c:v>
                </c:pt>
                <c:pt idx="23475">
                  <c:v>0.43115828380630594</c:v>
                </c:pt>
                <c:pt idx="23476">
                  <c:v>0.43117848258564412</c:v>
                </c:pt>
                <c:pt idx="23477">
                  <c:v>0.43123163165953204</c:v>
                </c:pt>
                <c:pt idx="23478">
                  <c:v>0.43130894960110155</c:v>
                </c:pt>
                <c:pt idx="23479">
                  <c:v>0.4313983043686036</c:v>
                </c:pt>
                <c:pt idx="23480">
                  <c:v>0.43142334657514458</c:v>
                </c:pt>
                <c:pt idx="23481">
                  <c:v>0.43172379070011724</c:v>
                </c:pt>
                <c:pt idx="23482">
                  <c:v>0.43173770093672892</c:v>
                </c:pt>
                <c:pt idx="23483">
                  <c:v>0.43176618474334622</c:v>
                </c:pt>
                <c:pt idx="23484">
                  <c:v>0.43180320340326267</c:v>
                </c:pt>
                <c:pt idx="23485">
                  <c:v>0.431811145042372</c:v>
                </c:pt>
                <c:pt idx="23486">
                  <c:v>0.43189261680228952</c:v>
                </c:pt>
                <c:pt idx="23487">
                  <c:v>0.43191023342936363</c:v>
                </c:pt>
                <c:pt idx="23488">
                  <c:v>0.43214296751154685</c:v>
                </c:pt>
                <c:pt idx="23489">
                  <c:v>0.43217396949196751</c:v>
                </c:pt>
                <c:pt idx="23490">
                  <c:v>0.43235351994428001</c:v>
                </c:pt>
                <c:pt idx="23491">
                  <c:v>0.4324094315212787</c:v>
                </c:pt>
                <c:pt idx="23492">
                  <c:v>0.43244826712845386</c:v>
                </c:pt>
                <c:pt idx="23493">
                  <c:v>0.43254870316801736</c:v>
                </c:pt>
                <c:pt idx="23494">
                  <c:v>0.43260194292177728</c:v>
                </c:pt>
                <c:pt idx="23495">
                  <c:v>0.43263348652728528</c:v>
                </c:pt>
                <c:pt idx="23496">
                  <c:v>0.43267239929870549</c:v>
                </c:pt>
                <c:pt idx="23497">
                  <c:v>0.43268808091494837</c:v>
                </c:pt>
                <c:pt idx="23498">
                  <c:v>0.43294428118338496</c:v>
                </c:pt>
                <c:pt idx="23499">
                  <c:v>0.43294754651962991</c:v>
                </c:pt>
                <c:pt idx="23500">
                  <c:v>0.43298603163882143</c:v>
                </c:pt>
                <c:pt idx="23501">
                  <c:v>0.43298643240185297</c:v>
                </c:pt>
                <c:pt idx="23502">
                  <c:v>0.43312271729582297</c:v>
                </c:pt>
                <c:pt idx="23503">
                  <c:v>0.4333669382840491</c:v>
                </c:pt>
                <c:pt idx="23504">
                  <c:v>0.4333719790912256</c:v>
                </c:pt>
                <c:pt idx="23505">
                  <c:v>0.4334058697295069</c:v>
                </c:pt>
                <c:pt idx="23506">
                  <c:v>0.43342493128046122</c:v>
                </c:pt>
                <c:pt idx="23507">
                  <c:v>0.43344386579606659</c:v>
                </c:pt>
                <c:pt idx="23508">
                  <c:v>0.43348390510251666</c:v>
                </c:pt>
                <c:pt idx="23509">
                  <c:v>0.43354903378732124</c:v>
                </c:pt>
                <c:pt idx="23510">
                  <c:v>0.43357275815940144</c:v>
                </c:pt>
                <c:pt idx="23511">
                  <c:v>0.43374406762020368</c:v>
                </c:pt>
                <c:pt idx="23512">
                  <c:v>0.43376941728772506</c:v>
                </c:pt>
                <c:pt idx="23513">
                  <c:v>0.43379916452516271</c:v>
                </c:pt>
                <c:pt idx="23514">
                  <c:v>0.43383732627265043</c:v>
                </c:pt>
                <c:pt idx="23515">
                  <c:v>0.43413007486903105</c:v>
                </c:pt>
                <c:pt idx="23516">
                  <c:v>0.43418327859535577</c:v>
                </c:pt>
                <c:pt idx="23517">
                  <c:v>0.43435558053359336</c:v>
                </c:pt>
                <c:pt idx="23518">
                  <c:v>0.43460024702044447</c:v>
                </c:pt>
                <c:pt idx="23519">
                  <c:v>0.43463398828541278</c:v>
                </c:pt>
                <c:pt idx="23520">
                  <c:v>0.43467629973067418</c:v>
                </c:pt>
                <c:pt idx="23521">
                  <c:v>0.43467634864712867</c:v>
                </c:pt>
                <c:pt idx="23522">
                  <c:v>0.43472287724535907</c:v>
                </c:pt>
                <c:pt idx="23523">
                  <c:v>0.4347552895445877</c:v>
                </c:pt>
                <c:pt idx="23524">
                  <c:v>0.43477625894395833</c:v>
                </c:pt>
                <c:pt idx="23525">
                  <c:v>0.43486659268752498</c:v>
                </c:pt>
                <c:pt idx="23526">
                  <c:v>0.43490348873741425</c:v>
                </c:pt>
                <c:pt idx="23527">
                  <c:v>0.43491830577230611</c:v>
                </c:pt>
                <c:pt idx="23528">
                  <c:v>0.43495377939334945</c:v>
                </c:pt>
                <c:pt idx="23529">
                  <c:v>0.43513411267302365</c:v>
                </c:pt>
                <c:pt idx="23530">
                  <c:v>0.43514507388413065</c:v>
                </c:pt>
                <c:pt idx="23531">
                  <c:v>0.43520207846288372</c:v>
                </c:pt>
                <c:pt idx="23532">
                  <c:v>0.43525101798417809</c:v>
                </c:pt>
                <c:pt idx="23533">
                  <c:v>0.43525635212358182</c:v>
                </c:pt>
                <c:pt idx="23534">
                  <c:v>0.43541056258964012</c:v>
                </c:pt>
                <c:pt idx="23535">
                  <c:v>0.43551454715136784</c:v>
                </c:pt>
                <c:pt idx="23536">
                  <c:v>0.43553281016387951</c:v>
                </c:pt>
                <c:pt idx="23537">
                  <c:v>0.4355696327741575</c:v>
                </c:pt>
                <c:pt idx="23538">
                  <c:v>0.43576848295152465</c:v>
                </c:pt>
                <c:pt idx="23539">
                  <c:v>0.43582819478418044</c:v>
                </c:pt>
                <c:pt idx="23540">
                  <c:v>0.43586457049355581</c:v>
                </c:pt>
                <c:pt idx="23541">
                  <c:v>0.43597695893561911</c:v>
                </c:pt>
                <c:pt idx="23542">
                  <c:v>0.43610697029723228</c:v>
                </c:pt>
                <c:pt idx="23543">
                  <c:v>0.43624385125782289</c:v>
                </c:pt>
                <c:pt idx="23544">
                  <c:v>0.4362905330757848</c:v>
                </c:pt>
                <c:pt idx="23545">
                  <c:v>0.43632110872205598</c:v>
                </c:pt>
                <c:pt idx="23546">
                  <c:v>0.43632330562391081</c:v>
                </c:pt>
                <c:pt idx="23547">
                  <c:v>0.43640188546792785</c:v>
                </c:pt>
                <c:pt idx="23548">
                  <c:v>0.43644387984642508</c:v>
                </c:pt>
                <c:pt idx="23549">
                  <c:v>0.43648755908701703</c:v>
                </c:pt>
                <c:pt idx="23550">
                  <c:v>0.43649945904644266</c:v>
                </c:pt>
                <c:pt idx="23551">
                  <c:v>0.43665031254165937</c:v>
                </c:pt>
                <c:pt idx="23552">
                  <c:v>0.43666028393459189</c:v>
                </c:pt>
                <c:pt idx="23553">
                  <c:v>0.43696873123876112</c:v>
                </c:pt>
                <c:pt idx="23554">
                  <c:v>0.4372181746717812</c:v>
                </c:pt>
                <c:pt idx="23555">
                  <c:v>0.43722768015694735</c:v>
                </c:pt>
                <c:pt idx="23556">
                  <c:v>0.43731981814655929</c:v>
                </c:pt>
                <c:pt idx="23557">
                  <c:v>0.43732011695345918</c:v>
                </c:pt>
                <c:pt idx="23558">
                  <c:v>0.43739544510359385</c:v>
                </c:pt>
                <c:pt idx="23559">
                  <c:v>0.43746045526892646</c:v>
                </c:pt>
                <c:pt idx="23560">
                  <c:v>0.43746259436992774</c:v>
                </c:pt>
                <c:pt idx="23561">
                  <c:v>0.4374840679496913</c:v>
                </c:pt>
                <c:pt idx="23562">
                  <c:v>0.43753125780960478</c:v>
                </c:pt>
                <c:pt idx="23563">
                  <c:v>0.43754423485055466</c:v>
                </c:pt>
                <c:pt idx="23564">
                  <c:v>0.43754986621049091</c:v>
                </c:pt>
                <c:pt idx="23565">
                  <c:v>0.43756516330640144</c:v>
                </c:pt>
                <c:pt idx="23566">
                  <c:v>0.43771654141068389</c:v>
                </c:pt>
                <c:pt idx="23567">
                  <c:v>0.43791504948793125</c:v>
                </c:pt>
                <c:pt idx="23568">
                  <c:v>0.4379258807285934</c:v>
                </c:pt>
                <c:pt idx="23569">
                  <c:v>0.43805113997450584</c:v>
                </c:pt>
                <c:pt idx="23570">
                  <c:v>0.43828202513828102</c:v>
                </c:pt>
                <c:pt idx="23571">
                  <c:v>0.43834266032271085</c:v>
                </c:pt>
                <c:pt idx="23572">
                  <c:v>0.43838660815218428</c:v>
                </c:pt>
                <c:pt idx="23573">
                  <c:v>0.43842935186674792</c:v>
                </c:pt>
                <c:pt idx="23574">
                  <c:v>0.43857095272923124</c:v>
                </c:pt>
                <c:pt idx="23575">
                  <c:v>0.43862119574831809</c:v>
                </c:pt>
                <c:pt idx="23576">
                  <c:v>0.43867068630417649</c:v>
                </c:pt>
                <c:pt idx="23577">
                  <c:v>0.43870176424872454</c:v>
                </c:pt>
                <c:pt idx="23578">
                  <c:v>0.43872859958010679</c:v>
                </c:pt>
                <c:pt idx="23579">
                  <c:v>0.43887050069102768</c:v>
                </c:pt>
                <c:pt idx="23580">
                  <c:v>0.43894726992611421</c:v>
                </c:pt>
                <c:pt idx="23581">
                  <c:v>0.43905481632706544</c:v>
                </c:pt>
                <c:pt idx="23582">
                  <c:v>0.43906026791806352</c:v>
                </c:pt>
                <c:pt idx="23583">
                  <c:v>0.43906267222889711</c:v>
                </c:pt>
                <c:pt idx="23584">
                  <c:v>0.43911800886189095</c:v>
                </c:pt>
                <c:pt idx="23585">
                  <c:v>0.43914075833548066</c:v>
                </c:pt>
                <c:pt idx="23586">
                  <c:v>0.43937671417164331</c:v>
                </c:pt>
                <c:pt idx="23587">
                  <c:v>0.43937834320969371</c:v>
                </c:pt>
                <c:pt idx="23588">
                  <c:v>0.43962557367825927</c:v>
                </c:pt>
                <c:pt idx="23589">
                  <c:v>0.4396632017516966</c:v>
                </c:pt>
                <c:pt idx="23590">
                  <c:v>0.43970871852492294</c:v>
                </c:pt>
                <c:pt idx="23591">
                  <c:v>0.43972860714366835</c:v>
                </c:pt>
                <c:pt idx="23592">
                  <c:v>0.43979272922829504</c:v>
                </c:pt>
                <c:pt idx="23593">
                  <c:v>0.43981603534739222</c:v>
                </c:pt>
                <c:pt idx="23594">
                  <c:v>0.43981804647363826</c:v>
                </c:pt>
                <c:pt idx="23595">
                  <c:v>0.43985726663972674</c:v>
                </c:pt>
                <c:pt idx="23596">
                  <c:v>0.43990892717562535</c:v>
                </c:pt>
                <c:pt idx="23597">
                  <c:v>0.43992193343046038</c:v>
                </c:pt>
                <c:pt idx="23598">
                  <c:v>0.43993487562964273</c:v>
                </c:pt>
                <c:pt idx="23599">
                  <c:v>0.44000760059338356</c:v>
                </c:pt>
                <c:pt idx="23600">
                  <c:v>0.44011172600928627</c:v>
                </c:pt>
                <c:pt idx="23601">
                  <c:v>0.44020807037378284</c:v>
                </c:pt>
                <c:pt idx="23602">
                  <c:v>0.44046546055523139</c:v>
                </c:pt>
                <c:pt idx="23603">
                  <c:v>0.44056290358932121</c:v>
                </c:pt>
                <c:pt idx="23604">
                  <c:v>0.44072383718833791</c:v>
                </c:pt>
                <c:pt idx="23605">
                  <c:v>0.44073752103929964</c:v>
                </c:pt>
                <c:pt idx="23606">
                  <c:v>0.44076710665230306</c:v>
                </c:pt>
                <c:pt idx="23607">
                  <c:v>0.44091130815448154</c:v>
                </c:pt>
                <c:pt idx="23608">
                  <c:v>0.44096720600102546</c:v>
                </c:pt>
                <c:pt idx="23609">
                  <c:v>0.44096809781869661</c:v>
                </c:pt>
                <c:pt idx="23610">
                  <c:v>0.44099244951747979</c:v>
                </c:pt>
                <c:pt idx="23611">
                  <c:v>0.44104125249822884</c:v>
                </c:pt>
                <c:pt idx="23612">
                  <c:v>0.44104406091842513</c:v>
                </c:pt>
                <c:pt idx="23613">
                  <c:v>0.44106933802450621</c:v>
                </c:pt>
                <c:pt idx="23614">
                  <c:v>0.44107870229168328</c:v>
                </c:pt>
                <c:pt idx="23615">
                  <c:v>0.44108257277598756</c:v>
                </c:pt>
                <c:pt idx="23616">
                  <c:v>0.44108925586139258</c:v>
                </c:pt>
                <c:pt idx="23617">
                  <c:v>0.44109230076297612</c:v>
                </c:pt>
                <c:pt idx="23618">
                  <c:v>0.44112885122667522</c:v>
                </c:pt>
                <c:pt idx="23619">
                  <c:v>0.44124081883079125</c:v>
                </c:pt>
                <c:pt idx="23620">
                  <c:v>0.44126110445931788</c:v>
                </c:pt>
                <c:pt idx="23621">
                  <c:v>0.44126520196194968</c:v>
                </c:pt>
                <c:pt idx="23622">
                  <c:v>0.44128909131332905</c:v>
                </c:pt>
                <c:pt idx="23623">
                  <c:v>0.44165291701736464</c:v>
                </c:pt>
                <c:pt idx="23624">
                  <c:v>0.44168701230096202</c:v>
                </c:pt>
                <c:pt idx="23625">
                  <c:v>0.44172966635223831</c:v>
                </c:pt>
                <c:pt idx="23626">
                  <c:v>0.44176451719462401</c:v>
                </c:pt>
                <c:pt idx="23627">
                  <c:v>0.44176938902134771</c:v>
                </c:pt>
                <c:pt idx="23628">
                  <c:v>0.44177690196359665</c:v>
                </c:pt>
                <c:pt idx="23629">
                  <c:v>0.44186371322011353</c:v>
                </c:pt>
                <c:pt idx="23630">
                  <c:v>0.44194390052150906</c:v>
                </c:pt>
                <c:pt idx="23631">
                  <c:v>0.44196051624569455</c:v>
                </c:pt>
                <c:pt idx="23632">
                  <c:v>0.44198355384957894</c:v>
                </c:pt>
                <c:pt idx="23633">
                  <c:v>0.44201958965555094</c:v>
                </c:pt>
                <c:pt idx="23634">
                  <c:v>0.44205136047206867</c:v>
                </c:pt>
                <c:pt idx="23635">
                  <c:v>0.44216437942780196</c:v>
                </c:pt>
                <c:pt idx="23636">
                  <c:v>0.44219539436695132</c:v>
                </c:pt>
                <c:pt idx="23637">
                  <c:v>0.44226262001390282</c:v>
                </c:pt>
                <c:pt idx="23638">
                  <c:v>0.44229070786045344</c:v>
                </c:pt>
                <c:pt idx="23639">
                  <c:v>0.44251060454628482</c:v>
                </c:pt>
                <c:pt idx="23640">
                  <c:v>0.44273954623193407</c:v>
                </c:pt>
                <c:pt idx="23641">
                  <c:v>0.44275681860241939</c:v>
                </c:pt>
                <c:pt idx="23642">
                  <c:v>0.44278405523068837</c:v>
                </c:pt>
                <c:pt idx="23643">
                  <c:v>0.44292000435553719</c:v>
                </c:pt>
                <c:pt idx="23644">
                  <c:v>0.44295119566807661</c:v>
                </c:pt>
                <c:pt idx="23645">
                  <c:v>0.44295998879829351</c:v>
                </c:pt>
                <c:pt idx="23646">
                  <c:v>0.44297555201593952</c:v>
                </c:pt>
                <c:pt idx="23647">
                  <c:v>0.44301099175301012</c:v>
                </c:pt>
                <c:pt idx="23648">
                  <c:v>0.44327212312792719</c:v>
                </c:pt>
                <c:pt idx="23649">
                  <c:v>0.44341436093844011</c:v>
                </c:pt>
                <c:pt idx="23650">
                  <c:v>0.44344938466667672</c:v>
                </c:pt>
                <c:pt idx="23651">
                  <c:v>0.44346958061494718</c:v>
                </c:pt>
                <c:pt idx="23652">
                  <c:v>0.4435980317520351</c:v>
                </c:pt>
                <c:pt idx="23653">
                  <c:v>0.4436096563339641</c:v>
                </c:pt>
                <c:pt idx="23654">
                  <c:v>0.44368720283729191</c:v>
                </c:pt>
                <c:pt idx="23655">
                  <c:v>0.44370109339116753</c:v>
                </c:pt>
                <c:pt idx="23656">
                  <c:v>0.44377082344384855</c:v>
                </c:pt>
                <c:pt idx="23657">
                  <c:v>0.44392924476198575</c:v>
                </c:pt>
                <c:pt idx="23658">
                  <c:v>0.44403624208062747</c:v>
                </c:pt>
                <c:pt idx="23659">
                  <c:v>0.44416924785926998</c:v>
                </c:pt>
                <c:pt idx="23660">
                  <c:v>0.44421677244647384</c:v>
                </c:pt>
                <c:pt idx="23661">
                  <c:v>0.44434429762578104</c:v>
                </c:pt>
                <c:pt idx="23662">
                  <c:v>0.44437490278223757</c:v>
                </c:pt>
                <c:pt idx="23663">
                  <c:v>0.44437767385208038</c:v>
                </c:pt>
                <c:pt idx="23664">
                  <c:v>0.44441370275596292</c:v>
                </c:pt>
                <c:pt idx="23665">
                  <c:v>0.4445356852474317</c:v>
                </c:pt>
                <c:pt idx="23666">
                  <c:v>0.44456404051755316</c:v>
                </c:pt>
                <c:pt idx="23667">
                  <c:v>0.44469927586129138</c:v>
                </c:pt>
                <c:pt idx="23668">
                  <c:v>0.44470894589106102</c:v>
                </c:pt>
                <c:pt idx="23669">
                  <c:v>0.44479999124095027</c:v>
                </c:pt>
                <c:pt idx="23670">
                  <c:v>0.44482186587696293</c:v>
                </c:pt>
                <c:pt idx="23671">
                  <c:v>0.4448450458803912</c:v>
                </c:pt>
                <c:pt idx="23672">
                  <c:v>0.44485500475805961</c:v>
                </c:pt>
                <c:pt idx="23673">
                  <c:v>0.44490429036305212</c:v>
                </c:pt>
                <c:pt idx="23674">
                  <c:v>0.44491202855513334</c:v>
                </c:pt>
                <c:pt idx="23675">
                  <c:v>0.44502704843214191</c:v>
                </c:pt>
                <c:pt idx="23676">
                  <c:v>0.44518875637481853</c:v>
                </c:pt>
                <c:pt idx="23677">
                  <c:v>0.44521724829577652</c:v>
                </c:pt>
                <c:pt idx="23678">
                  <c:v>0.44537148351267353</c:v>
                </c:pt>
                <c:pt idx="23679">
                  <c:v>0.44544993881930228</c:v>
                </c:pt>
                <c:pt idx="23680">
                  <c:v>0.44549919831151075</c:v>
                </c:pt>
                <c:pt idx="23681">
                  <c:v>0.4456442365139146</c:v>
                </c:pt>
                <c:pt idx="23682">
                  <c:v>0.44567861151789701</c:v>
                </c:pt>
                <c:pt idx="23683">
                  <c:v>0.44578977349691473</c:v>
                </c:pt>
                <c:pt idx="23684">
                  <c:v>0.44585700754450497</c:v>
                </c:pt>
                <c:pt idx="23685">
                  <c:v>0.44598313053654165</c:v>
                </c:pt>
                <c:pt idx="23686">
                  <c:v>0.44605233657479687</c:v>
                </c:pt>
                <c:pt idx="23687">
                  <c:v>0.44607836379721699</c:v>
                </c:pt>
                <c:pt idx="23688">
                  <c:v>0.44612426443532083</c:v>
                </c:pt>
                <c:pt idx="23689">
                  <c:v>0.44616806764882844</c:v>
                </c:pt>
                <c:pt idx="23690">
                  <c:v>0.44635612069152908</c:v>
                </c:pt>
                <c:pt idx="23691">
                  <c:v>0.44636624542220954</c:v>
                </c:pt>
                <c:pt idx="23692">
                  <c:v>0.44637791946345612</c:v>
                </c:pt>
                <c:pt idx="23693">
                  <c:v>0.44645679539395089</c:v>
                </c:pt>
                <c:pt idx="23694">
                  <c:v>0.4464639835421722</c:v>
                </c:pt>
                <c:pt idx="23695">
                  <c:v>0.44649765561688376</c:v>
                </c:pt>
                <c:pt idx="23696">
                  <c:v>0.44651657740278861</c:v>
                </c:pt>
                <c:pt idx="23697">
                  <c:v>0.44658190066681031</c:v>
                </c:pt>
                <c:pt idx="23698">
                  <c:v>0.44668561287586983</c:v>
                </c:pt>
                <c:pt idx="23699">
                  <c:v>0.4467771065776347</c:v>
                </c:pt>
                <c:pt idx="23700">
                  <c:v>0.44685933679936563</c:v>
                </c:pt>
                <c:pt idx="23701">
                  <c:v>0.446875442763282</c:v>
                </c:pt>
                <c:pt idx="23702">
                  <c:v>0.44693722346113096</c:v>
                </c:pt>
                <c:pt idx="23703">
                  <c:v>0.44698414374326545</c:v>
                </c:pt>
                <c:pt idx="23704">
                  <c:v>0.44709812278814981</c:v>
                </c:pt>
                <c:pt idx="23705">
                  <c:v>0.44711410042755256</c:v>
                </c:pt>
                <c:pt idx="23706">
                  <c:v>0.44729033280669134</c:v>
                </c:pt>
                <c:pt idx="23707">
                  <c:v>0.44730476193504093</c:v>
                </c:pt>
                <c:pt idx="23708">
                  <c:v>0.44742770238583202</c:v>
                </c:pt>
                <c:pt idx="23709">
                  <c:v>0.44746389823427307</c:v>
                </c:pt>
                <c:pt idx="23710">
                  <c:v>0.44767063383618699</c:v>
                </c:pt>
                <c:pt idx="23711">
                  <c:v>0.44774003297388387</c:v>
                </c:pt>
                <c:pt idx="23712">
                  <c:v>0.44784200151891146</c:v>
                </c:pt>
                <c:pt idx="23713">
                  <c:v>0.4478568706821533</c:v>
                </c:pt>
                <c:pt idx="23714">
                  <c:v>0.44817207457265867</c:v>
                </c:pt>
                <c:pt idx="23715">
                  <c:v>0.44850742014325728</c:v>
                </c:pt>
                <c:pt idx="23716">
                  <c:v>0.44857882411441841</c:v>
                </c:pt>
                <c:pt idx="23717">
                  <c:v>0.44870956864272554</c:v>
                </c:pt>
                <c:pt idx="23718">
                  <c:v>0.44922681245735963</c:v>
                </c:pt>
                <c:pt idx="23719">
                  <c:v>0.44952235652704703</c:v>
                </c:pt>
                <c:pt idx="23720">
                  <c:v>0.44954969099493119</c:v>
                </c:pt>
                <c:pt idx="23721">
                  <c:v>0.44959425187728108</c:v>
                </c:pt>
                <c:pt idx="23722">
                  <c:v>0.44961778142281539</c:v>
                </c:pt>
                <c:pt idx="23723">
                  <c:v>0.44971892477905956</c:v>
                </c:pt>
                <c:pt idx="23724">
                  <c:v>0.44977790641595977</c:v>
                </c:pt>
                <c:pt idx="23725">
                  <c:v>0.44980920696763071</c:v>
                </c:pt>
                <c:pt idx="23726">
                  <c:v>0.44981092692009234</c:v>
                </c:pt>
                <c:pt idx="23727">
                  <c:v>0.44993502223964676</c:v>
                </c:pt>
                <c:pt idx="23728">
                  <c:v>0.44998020843816522</c:v>
                </c:pt>
                <c:pt idx="23729">
                  <c:v>0.44998041178540948</c:v>
                </c:pt>
                <c:pt idx="23730">
                  <c:v>0.44999298151516165</c:v>
                </c:pt>
                <c:pt idx="23731">
                  <c:v>0.45006317252104622</c:v>
                </c:pt>
                <c:pt idx="23732">
                  <c:v>0.45015576858903872</c:v>
                </c:pt>
                <c:pt idx="23733">
                  <c:v>0.45019432334730625</c:v>
                </c:pt>
                <c:pt idx="23734">
                  <c:v>0.4501994749275921</c:v>
                </c:pt>
                <c:pt idx="23735">
                  <c:v>0.45020605603987635</c:v>
                </c:pt>
                <c:pt idx="23736">
                  <c:v>0.45024533395902655</c:v>
                </c:pt>
                <c:pt idx="23737">
                  <c:v>0.45025078789840611</c:v>
                </c:pt>
                <c:pt idx="23738">
                  <c:v>0.45026114624884139</c:v>
                </c:pt>
                <c:pt idx="23739">
                  <c:v>0.45029363786130988</c:v>
                </c:pt>
                <c:pt idx="23740">
                  <c:v>0.45031901791720486</c:v>
                </c:pt>
                <c:pt idx="23741">
                  <c:v>0.45034252565746402</c:v>
                </c:pt>
                <c:pt idx="23742">
                  <c:v>0.45041640675112643</c:v>
                </c:pt>
                <c:pt idx="23743">
                  <c:v>0.45043628658178342</c:v>
                </c:pt>
                <c:pt idx="23744">
                  <c:v>0.4505157077253033</c:v>
                </c:pt>
                <c:pt idx="23745">
                  <c:v>0.45051931640293169</c:v>
                </c:pt>
                <c:pt idx="23746">
                  <c:v>0.45051947211776933</c:v>
                </c:pt>
                <c:pt idx="23747">
                  <c:v>0.45057245828591208</c:v>
                </c:pt>
                <c:pt idx="23748">
                  <c:v>0.45058034108365563</c:v>
                </c:pt>
                <c:pt idx="23749">
                  <c:v>0.45061013257798033</c:v>
                </c:pt>
                <c:pt idx="23750">
                  <c:v>0.45067904810519677</c:v>
                </c:pt>
                <c:pt idx="23751">
                  <c:v>0.45068897982041162</c:v>
                </c:pt>
                <c:pt idx="23752">
                  <c:v>0.45093784619461158</c:v>
                </c:pt>
                <c:pt idx="23753">
                  <c:v>0.45099819461467977</c:v>
                </c:pt>
                <c:pt idx="23754">
                  <c:v>0.45100792670014023</c:v>
                </c:pt>
                <c:pt idx="23755">
                  <c:v>0.4510846356169666</c:v>
                </c:pt>
                <c:pt idx="23756">
                  <c:v>0.45110676826982782</c:v>
                </c:pt>
                <c:pt idx="23757">
                  <c:v>0.45114668155758203</c:v>
                </c:pt>
                <c:pt idx="23758">
                  <c:v>0.45114972312957791</c:v>
                </c:pt>
                <c:pt idx="23759">
                  <c:v>0.45124088209027119</c:v>
                </c:pt>
                <c:pt idx="23760">
                  <c:v>0.45127955158585881</c:v>
                </c:pt>
                <c:pt idx="23761">
                  <c:v>0.45133193577976272</c:v>
                </c:pt>
                <c:pt idx="23762">
                  <c:v>0.45138895493179565</c:v>
                </c:pt>
                <c:pt idx="23763">
                  <c:v>0.45166745814140913</c:v>
                </c:pt>
                <c:pt idx="23764">
                  <c:v>0.45176733084425497</c:v>
                </c:pt>
                <c:pt idx="23765">
                  <c:v>0.45217253755444253</c:v>
                </c:pt>
                <c:pt idx="23766">
                  <c:v>0.45222637211933897</c:v>
                </c:pt>
                <c:pt idx="23767">
                  <c:v>0.45230035214274456</c:v>
                </c:pt>
                <c:pt idx="23768">
                  <c:v>0.45231602614901995</c:v>
                </c:pt>
                <c:pt idx="23769">
                  <c:v>0.45251969672726472</c:v>
                </c:pt>
                <c:pt idx="23770">
                  <c:v>0.45266690125973391</c:v>
                </c:pt>
                <c:pt idx="23771">
                  <c:v>0.45269782239293166</c:v>
                </c:pt>
                <c:pt idx="23772">
                  <c:v>0.45269915157207824</c:v>
                </c:pt>
                <c:pt idx="23773">
                  <c:v>0.45273023776008087</c:v>
                </c:pt>
                <c:pt idx="23774">
                  <c:v>0.45276393689117767</c:v>
                </c:pt>
                <c:pt idx="23775">
                  <c:v>0.45284941966447589</c:v>
                </c:pt>
                <c:pt idx="23776">
                  <c:v>0.4528746496701978</c:v>
                </c:pt>
                <c:pt idx="23777">
                  <c:v>0.45289508931738154</c:v>
                </c:pt>
                <c:pt idx="23778">
                  <c:v>0.45295971401306567</c:v>
                </c:pt>
                <c:pt idx="23779">
                  <c:v>0.45299786706586015</c:v>
                </c:pt>
                <c:pt idx="23780">
                  <c:v>0.45322335357234061</c:v>
                </c:pt>
                <c:pt idx="23781">
                  <c:v>0.45324731945565633</c:v>
                </c:pt>
                <c:pt idx="23782">
                  <c:v>0.45351077215961377</c:v>
                </c:pt>
                <c:pt idx="23783">
                  <c:v>0.45352480279875923</c:v>
                </c:pt>
                <c:pt idx="23784">
                  <c:v>0.45354688622375061</c:v>
                </c:pt>
                <c:pt idx="23785">
                  <c:v>0.45357728576521683</c:v>
                </c:pt>
                <c:pt idx="23786">
                  <c:v>0.4537435393736311</c:v>
                </c:pt>
                <c:pt idx="23787">
                  <c:v>0.45384818139637162</c:v>
                </c:pt>
                <c:pt idx="23788">
                  <c:v>0.45385938637940726</c:v>
                </c:pt>
                <c:pt idx="23789">
                  <c:v>0.45386742531441432</c:v>
                </c:pt>
                <c:pt idx="23790">
                  <c:v>0.4538751190461795</c:v>
                </c:pt>
                <c:pt idx="23791">
                  <c:v>0.45390102039652036</c:v>
                </c:pt>
                <c:pt idx="23792">
                  <c:v>0.45394373749062095</c:v>
                </c:pt>
                <c:pt idx="23793">
                  <c:v>0.45395282960737321</c:v>
                </c:pt>
                <c:pt idx="23794">
                  <c:v>0.45401727986561763</c:v>
                </c:pt>
                <c:pt idx="23795">
                  <c:v>0.45404665554947127</c:v>
                </c:pt>
                <c:pt idx="23796">
                  <c:v>0.45422862542851467</c:v>
                </c:pt>
                <c:pt idx="23797">
                  <c:v>0.454313739174322</c:v>
                </c:pt>
                <c:pt idx="23798">
                  <c:v>0.45453025839467398</c:v>
                </c:pt>
                <c:pt idx="23799">
                  <c:v>0.45464067729511748</c:v>
                </c:pt>
                <c:pt idx="23800">
                  <c:v>0.45469119259743762</c:v>
                </c:pt>
                <c:pt idx="23801">
                  <c:v>0.45469230136526639</c:v>
                </c:pt>
                <c:pt idx="23802">
                  <c:v>0.45474490989578348</c:v>
                </c:pt>
                <c:pt idx="23803">
                  <c:v>0.45492845786739061</c:v>
                </c:pt>
                <c:pt idx="23804">
                  <c:v>0.45505494661574719</c:v>
                </c:pt>
                <c:pt idx="23805">
                  <c:v>0.45516555099025108</c:v>
                </c:pt>
                <c:pt idx="23806">
                  <c:v>0.45519416269320523</c:v>
                </c:pt>
                <c:pt idx="23807">
                  <c:v>0.45522303116668156</c:v>
                </c:pt>
                <c:pt idx="23808">
                  <c:v>0.45529997049375326</c:v>
                </c:pt>
                <c:pt idx="23809">
                  <c:v>0.45530298884975479</c:v>
                </c:pt>
                <c:pt idx="23810">
                  <c:v>0.45530578814564021</c:v>
                </c:pt>
                <c:pt idx="23811">
                  <c:v>0.45533367041542055</c:v>
                </c:pt>
                <c:pt idx="23812">
                  <c:v>0.45541515353466389</c:v>
                </c:pt>
                <c:pt idx="23813">
                  <c:v>0.45565985980385348</c:v>
                </c:pt>
                <c:pt idx="23814">
                  <c:v>0.45571599650718958</c:v>
                </c:pt>
                <c:pt idx="23815">
                  <c:v>0.45586114719807841</c:v>
                </c:pt>
                <c:pt idx="23816">
                  <c:v>0.45587817941165032</c:v>
                </c:pt>
                <c:pt idx="23817">
                  <c:v>0.45596440927048743</c:v>
                </c:pt>
                <c:pt idx="23818">
                  <c:v>0.45605247755235617</c:v>
                </c:pt>
                <c:pt idx="23819">
                  <c:v>0.45608805753712789</c:v>
                </c:pt>
                <c:pt idx="23820">
                  <c:v>0.45611401882274771</c:v>
                </c:pt>
                <c:pt idx="23821">
                  <c:v>0.45628490359289869</c:v>
                </c:pt>
                <c:pt idx="23822">
                  <c:v>0.45633338903887033</c:v>
                </c:pt>
                <c:pt idx="23823">
                  <c:v>0.45635169788530583</c:v>
                </c:pt>
                <c:pt idx="23824">
                  <c:v>0.45644108092447511</c:v>
                </c:pt>
                <c:pt idx="23825">
                  <c:v>0.45645779634509565</c:v>
                </c:pt>
                <c:pt idx="23826">
                  <c:v>0.4564711576242329</c:v>
                </c:pt>
                <c:pt idx="23827">
                  <c:v>0.45648841034540499</c:v>
                </c:pt>
                <c:pt idx="23828">
                  <c:v>0.456543369070955</c:v>
                </c:pt>
                <c:pt idx="23829">
                  <c:v>0.45662076756791825</c:v>
                </c:pt>
                <c:pt idx="23830">
                  <c:v>0.4566764710647539</c:v>
                </c:pt>
                <c:pt idx="23831">
                  <c:v>0.45672575957773814</c:v>
                </c:pt>
                <c:pt idx="23832">
                  <c:v>0.45676469763375321</c:v>
                </c:pt>
                <c:pt idx="23833">
                  <c:v>0.45681191519767672</c:v>
                </c:pt>
                <c:pt idx="23834">
                  <c:v>0.45684744659247639</c:v>
                </c:pt>
                <c:pt idx="23835">
                  <c:v>0.45692112656624051</c:v>
                </c:pt>
                <c:pt idx="23836">
                  <c:v>0.45699264325359845</c:v>
                </c:pt>
                <c:pt idx="23837">
                  <c:v>0.45702616764984044</c:v>
                </c:pt>
                <c:pt idx="23838">
                  <c:v>0.45704238565574179</c:v>
                </c:pt>
                <c:pt idx="23839">
                  <c:v>0.45708309123265811</c:v>
                </c:pt>
                <c:pt idx="23840">
                  <c:v>0.45719148709980134</c:v>
                </c:pt>
                <c:pt idx="23841">
                  <c:v>0.45722582335656564</c:v>
                </c:pt>
                <c:pt idx="23842">
                  <c:v>0.45741089875987229</c:v>
                </c:pt>
                <c:pt idx="23843">
                  <c:v>0.45741784144333364</c:v>
                </c:pt>
                <c:pt idx="23844">
                  <c:v>0.45742781675070365</c:v>
                </c:pt>
                <c:pt idx="23845">
                  <c:v>0.45759878509182783</c:v>
                </c:pt>
                <c:pt idx="23846">
                  <c:v>0.45774918412836285</c:v>
                </c:pt>
                <c:pt idx="23847">
                  <c:v>0.45779016799154965</c:v>
                </c:pt>
                <c:pt idx="23848">
                  <c:v>0.45790142919047261</c:v>
                </c:pt>
                <c:pt idx="23849">
                  <c:v>0.45792109004187886</c:v>
                </c:pt>
                <c:pt idx="23850">
                  <c:v>0.45808328196640213</c:v>
                </c:pt>
                <c:pt idx="23851">
                  <c:v>0.45813730425570892</c:v>
                </c:pt>
                <c:pt idx="23852">
                  <c:v>0.4581881729210493</c:v>
                </c:pt>
                <c:pt idx="23853">
                  <c:v>0.45822940028811932</c:v>
                </c:pt>
                <c:pt idx="23854">
                  <c:v>0.45828782153523689</c:v>
                </c:pt>
                <c:pt idx="23855">
                  <c:v>0.45835025365724241</c:v>
                </c:pt>
                <c:pt idx="23856">
                  <c:v>0.4584166054019842</c:v>
                </c:pt>
                <c:pt idx="23857">
                  <c:v>0.45850863667448322</c:v>
                </c:pt>
                <c:pt idx="23858">
                  <c:v>0.45862572349389963</c:v>
                </c:pt>
                <c:pt idx="23859">
                  <c:v>0.45862785108041099</c:v>
                </c:pt>
                <c:pt idx="23860">
                  <c:v>0.45865771347326378</c:v>
                </c:pt>
                <c:pt idx="23861">
                  <c:v>0.45865800094819148</c:v>
                </c:pt>
                <c:pt idx="23862">
                  <c:v>0.45868557461274495</c:v>
                </c:pt>
                <c:pt idx="23863">
                  <c:v>0.45870677517398428</c:v>
                </c:pt>
                <c:pt idx="23864">
                  <c:v>0.45872631827994453</c:v>
                </c:pt>
                <c:pt idx="23865">
                  <c:v>0.45874765493417324</c:v>
                </c:pt>
                <c:pt idx="23866">
                  <c:v>0.45876071707019911</c:v>
                </c:pt>
                <c:pt idx="23867">
                  <c:v>0.45881039552076847</c:v>
                </c:pt>
                <c:pt idx="23868">
                  <c:v>0.45881077564515155</c:v>
                </c:pt>
                <c:pt idx="23869">
                  <c:v>0.45891986470161711</c:v>
                </c:pt>
                <c:pt idx="23870">
                  <c:v>0.4590119792219588</c:v>
                </c:pt>
                <c:pt idx="23871">
                  <c:v>0.45903734276776503</c:v>
                </c:pt>
                <c:pt idx="23872">
                  <c:v>0.45904525403479796</c:v>
                </c:pt>
                <c:pt idx="23873">
                  <c:v>0.45911045396924705</c:v>
                </c:pt>
                <c:pt idx="23874">
                  <c:v>0.45921574162928891</c:v>
                </c:pt>
                <c:pt idx="23875">
                  <c:v>0.45940798491250523</c:v>
                </c:pt>
                <c:pt idx="23876">
                  <c:v>0.45956517014415105</c:v>
                </c:pt>
                <c:pt idx="23877">
                  <c:v>0.45957653047396052</c:v>
                </c:pt>
                <c:pt idx="23878">
                  <c:v>0.45959846977368468</c:v>
                </c:pt>
                <c:pt idx="23879">
                  <c:v>0.45974839459194511</c:v>
                </c:pt>
                <c:pt idx="23880">
                  <c:v>0.45981593222419043</c:v>
                </c:pt>
                <c:pt idx="23881">
                  <c:v>0.45984832594549413</c:v>
                </c:pt>
                <c:pt idx="23882">
                  <c:v>0.45989659650232578</c:v>
                </c:pt>
                <c:pt idx="23883">
                  <c:v>0.46007677408003339</c:v>
                </c:pt>
                <c:pt idx="23884">
                  <c:v>0.46010862983341666</c:v>
                </c:pt>
                <c:pt idx="23885">
                  <c:v>0.46012563960625558</c:v>
                </c:pt>
                <c:pt idx="23886">
                  <c:v>0.46012806985494886</c:v>
                </c:pt>
                <c:pt idx="23887">
                  <c:v>0.46024256616675224</c:v>
                </c:pt>
                <c:pt idx="23888">
                  <c:v>0.46032855190961031</c:v>
                </c:pt>
                <c:pt idx="23889">
                  <c:v>0.46039621709312017</c:v>
                </c:pt>
                <c:pt idx="23890">
                  <c:v>0.46042878686438643</c:v>
                </c:pt>
                <c:pt idx="23891">
                  <c:v>0.46063306290594946</c:v>
                </c:pt>
                <c:pt idx="23892">
                  <c:v>0.46078592765432352</c:v>
                </c:pt>
                <c:pt idx="23893">
                  <c:v>0.4608059161448671</c:v>
                </c:pt>
                <c:pt idx="23894">
                  <c:v>0.46091267480966114</c:v>
                </c:pt>
                <c:pt idx="23895">
                  <c:v>0.46093295709436749</c:v>
                </c:pt>
                <c:pt idx="23896">
                  <c:v>0.46096523709930426</c:v>
                </c:pt>
                <c:pt idx="23897">
                  <c:v>0.46141902131977242</c:v>
                </c:pt>
                <c:pt idx="23898">
                  <c:v>0.46145554087870988</c:v>
                </c:pt>
                <c:pt idx="23899">
                  <c:v>0.46175097544257837</c:v>
                </c:pt>
                <c:pt idx="23900">
                  <c:v>0.46175539469895299</c:v>
                </c:pt>
                <c:pt idx="23901">
                  <c:v>0.46179501831612879</c:v>
                </c:pt>
                <c:pt idx="23902">
                  <c:v>0.46181141128514258</c:v>
                </c:pt>
                <c:pt idx="23903">
                  <c:v>0.46184464351113558</c:v>
                </c:pt>
                <c:pt idx="23904">
                  <c:v>0.46186935287165898</c:v>
                </c:pt>
                <c:pt idx="23905">
                  <c:v>0.46208349044491409</c:v>
                </c:pt>
                <c:pt idx="23906">
                  <c:v>0.46210882660619729</c:v>
                </c:pt>
                <c:pt idx="23907">
                  <c:v>0.46212871378495068</c:v>
                </c:pt>
                <c:pt idx="23908">
                  <c:v>0.46216720730652966</c:v>
                </c:pt>
                <c:pt idx="23909">
                  <c:v>0.46221468755308387</c:v>
                </c:pt>
                <c:pt idx="23910">
                  <c:v>0.46224677002423908</c:v>
                </c:pt>
                <c:pt idx="23911">
                  <c:v>0.46227477192186028</c:v>
                </c:pt>
                <c:pt idx="23912">
                  <c:v>0.46229241940933324</c:v>
                </c:pt>
                <c:pt idx="23913">
                  <c:v>0.46231052686707946</c:v>
                </c:pt>
                <c:pt idx="23914">
                  <c:v>0.46231925918694339</c:v>
                </c:pt>
                <c:pt idx="23915">
                  <c:v>0.46244244762129488</c:v>
                </c:pt>
                <c:pt idx="23916">
                  <c:v>0.46255177780399021</c:v>
                </c:pt>
                <c:pt idx="23917">
                  <c:v>0.46255303643957169</c:v>
                </c:pt>
                <c:pt idx="23918">
                  <c:v>0.46256510227741859</c:v>
                </c:pt>
                <c:pt idx="23919">
                  <c:v>0.46264502519345579</c:v>
                </c:pt>
                <c:pt idx="23920">
                  <c:v>0.46264589715200782</c:v>
                </c:pt>
                <c:pt idx="23921">
                  <c:v>0.46269867963260336</c:v>
                </c:pt>
                <c:pt idx="23922">
                  <c:v>0.46270007651390416</c:v>
                </c:pt>
                <c:pt idx="23923">
                  <c:v>0.46271419271793274</c:v>
                </c:pt>
                <c:pt idx="23924">
                  <c:v>0.46287612205000406</c:v>
                </c:pt>
                <c:pt idx="23925">
                  <c:v>0.4629508267947694</c:v>
                </c:pt>
                <c:pt idx="23926">
                  <c:v>0.46306647513708965</c:v>
                </c:pt>
                <c:pt idx="23927">
                  <c:v>0.46327233712035948</c:v>
                </c:pt>
                <c:pt idx="23928">
                  <c:v>0.46328658624323893</c:v>
                </c:pt>
                <c:pt idx="23929">
                  <c:v>0.46342213584389974</c:v>
                </c:pt>
                <c:pt idx="23930">
                  <c:v>0.46350165188218795</c:v>
                </c:pt>
                <c:pt idx="23931">
                  <c:v>0.46352638826160708</c:v>
                </c:pt>
                <c:pt idx="23932">
                  <c:v>0.46355660862026937</c:v>
                </c:pt>
                <c:pt idx="23933">
                  <c:v>0.46387155759929921</c:v>
                </c:pt>
                <c:pt idx="23934">
                  <c:v>0.46392088057251474</c:v>
                </c:pt>
                <c:pt idx="23935">
                  <c:v>0.46396194889021908</c:v>
                </c:pt>
                <c:pt idx="23936">
                  <c:v>0.46419144751592273</c:v>
                </c:pt>
                <c:pt idx="23937">
                  <c:v>0.46422689868138906</c:v>
                </c:pt>
                <c:pt idx="23938">
                  <c:v>0.46423570999124275</c:v>
                </c:pt>
                <c:pt idx="23939">
                  <c:v>0.46437910356532264</c:v>
                </c:pt>
                <c:pt idx="23940">
                  <c:v>0.46443613699978598</c:v>
                </c:pt>
                <c:pt idx="23941">
                  <c:v>0.46447178330159933</c:v>
                </c:pt>
                <c:pt idx="23942">
                  <c:v>0.46451706175125423</c:v>
                </c:pt>
                <c:pt idx="23943">
                  <c:v>0.464616700826814</c:v>
                </c:pt>
                <c:pt idx="23944">
                  <c:v>0.46463514606673006</c:v>
                </c:pt>
                <c:pt idx="23945">
                  <c:v>0.46467968691154293</c:v>
                </c:pt>
                <c:pt idx="23946">
                  <c:v>0.46469266350390287</c:v>
                </c:pt>
                <c:pt idx="23947">
                  <c:v>0.46472741024809017</c:v>
                </c:pt>
                <c:pt idx="23948">
                  <c:v>0.46474826039226846</c:v>
                </c:pt>
                <c:pt idx="23949">
                  <c:v>0.46481910655798481</c:v>
                </c:pt>
                <c:pt idx="23950">
                  <c:v>0.46488246583285464</c:v>
                </c:pt>
                <c:pt idx="23951">
                  <c:v>0.46496844198037535</c:v>
                </c:pt>
                <c:pt idx="23952">
                  <c:v>0.46497227319624945</c:v>
                </c:pt>
                <c:pt idx="23953">
                  <c:v>0.46498596121762864</c:v>
                </c:pt>
                <c:pt idx="23954">
                  <c:v>0.46503294490075148</c:v>
                </c:pt>
                <c:pt idx="23955">
                  <c:v>0.46508410416329188</c:v>
                </c:pt>
                <c:pt idx="23956">
                  <c:v>0.46518962853346074</c:v>
                </c:pt>
                <c:pt idx="23957">
                  <c:v>0.4652246855749661</c:v>
                </c:pt>
                <c:pt idx="23958">
                  <c:v>0.46554307144243917</c:v>
                </c:pt>
                <c:pt idx="23959">
                  <c:v>0.46558203968432088</c:v>
                </c:pt>
                <c:pt idx="23960">
                  <c:v>0.46564179156814189</c:v>
                </c:pt>
                <c:pt idx="23961">
                  <c:v>0.46567751814921365</c:v>
                </c:pt>
                <c:pt idx="23962">
                  <c:v>0.46579210689126005</c:v>
                </c:pt>
                <c:pt idx="23963">
                  <c:v>0.46583812146224451</c:v>
                </c:pt>
                <c:pt idx="23964">
                  <c:v>0.46584625146657954</c:v>
                </c:pt>
                <c:pt idx="23965">
                  <c:v>0.46589180442317185</c:v>
                </c:pt>
                <c:pt idx="23966">
                  <c:v>0.46596044950709431</c:v>
                </c:pt>
                <c:pt idx="23967">
                  <c:v>0.46602753956607967</c:v>
                </c:pt>
                <c:pt idx="23968">
                  <c:v>0.46612329738001784</c:v>
                </c:pt>
                <c:pt idx="23969">
                  <c:v>0.46617733400889605</c:v>
                </c:pt>
                <c:pt idx="23970">
                  <c:v>0.46618373806075841</c:v>
                </c:pt>
                <c:pt idx="23971">
                  <c:v>0.46619337727471399</c:v>
                </c:pt>
                <c:pt idx="23972">
                  <c:v>0.46630079814879904</c:v>
                </c:pt>
                <c:pt idx="23973">
                  <c:v>0.4665065165475748</c:v>
                </c:pt>
                <c:pt idx="23974">
                  <c:v>0.46651657880362385</c:v>
                </c:pt>
                <c:pt idx="23975">
                  <c:v>0.46654447303015933</c:v>
                </c:pt>
                <c:pt idx="23976">
                  <c:v>0.46654551786484061</c:v>
                </c:pt>
                <c:pt idx="23977">
                  <c:v>0.46658376421466058</c:v>
                </c:pt>
                <c:pt idx="23978">
                  <c:v>0.46664301790006762</c:v>
                </c:pt>
                <c:pt idx="23979">
                  <c:v>0.46669666505003388</c:v>
                </c:pt>
                <c:pt idx="23980">
                  <c:v>0.46679890512707595</c:v>
                </c:pt>
                <c:pt idx="23981">
                  <c:v>0.4668290221291912</c:v>
                </c:pt>
                <c:pt idx="23982">
                  <c:v>0.46693405050969694</c:v>
                </c:pt>
                <c:pt idx="23983">
                  <c:v>0.46699594904583525</c:v>
                </c:pt>
                <c:pt idx="23984">
                  <c:v>0.4671057513399719</c:v>
                </c:pt>
                <c:pt idx="23985">
                  <c:v>0.46713180221118195</c:v>
                </c:pt>
                <c:pt idx="23986">
                  <c:v>0.46713295277448702</c:v>
                </c:pt>
                <c:pt idx="23987">
                  <c:v>0.46720409827201903</c:v>
                </c:pt>
                <c:pt idx="23988">
                  <c:v>0.46737450685604559</c:v>
                </c:pt>
                <c:pt idx="23989">
                  <c:v>0.46742348343271722</c:v>
                </c:pt>
                <c:pt idx="23990">
                  <c:v>0.46783429313100783</c:v>
                </c:pt>
                <c:pt idx="23991">
                  <c:v>0.46795199664812087</c:v>
                </c:pt>
                <c:pt idx="23992">
                  <c:v>0.46795428818929957</c:v>
                </c:pt>
                <c:pt idx="23993">
                  <c:v>0.46804640201701847</c:v>
                </c:pt>
                <c:pt idx="23994">
                  <c:v>0.46804759502522758</c:v>
                </c:pt>
                <c:pt idx="23995">
                  <c:v>0.46824806750707337</c:v>
                </c:pt>
                <c:pt idx="23996">
                  <c:v>0.46824808169539028</c:v>
                </c:pt>
                <c:pt idx="23997">
                  <c:v>0.46825335475359375</c:v>
                </c:pt>
                <c:pt idx="23998">
                  <c:v>0.46829225375357053</c:v>
                </c:pt>
                <c:pt idx="23999">
                  <c:v>0.46834017423127816</c:v>
                </c:pt>
                <c:pt idx="24000">
                  <c:v>0.46843641746901415</c:v>
                </c:pt>
                <c:pt idx="24001">
                  <c:v>0.46855543063587807</c:v>
                </c:pt>
                <c:pt idx="24002">
                  <c:v>0.46868207336714135</c:v>
                </c:pt>
                <c:pt idx="24003">
                  <c:v>0.46879228090045677</c:v>
                </c:pt>
                <c:pt idx="24004">
                  <c:v>0.46882610962147447</c:v>
                </c:pt>
                <c:pt idx="24005">
                  <c:v>0.46891229407785834</c:v>
                </c:pt>
                <c:pt idx="24006">
                  <c:v>0.46892694135291568</c:v>
                </c:pt>
                <c:pt idx="24007">
                  <c:v>0.46900259228963687</c:v>
                </c:pt>
                <c:pt idx="24008">
                  <c:v>0.46900420590038339</c:v>
                </c:pt>
                <c:pt idx="24009">
                  <c:v>0.46903096950496298</c:v>
                </c:pt>
                <c:pt idx="24010">
                  <c:v>0.4690400686837124</c:v>
                </c:pt>
                <c:pt idx="24011">
                  <c:v>0.46907071690781355</c:v>
                </c:pt>
                <c:pt idx="24012">
                  <c:v>0.46927441902935813</c:v>
                </c:pt>
                <c:pt idx="24013">
                  <c:v>0.46929347094846613</c:v>
                </c:pt>
                <c:pt idx="24014">
                  <c:v>0.46929546696062524</c:v>
                </c:pt>
                <c:pt idx="24015">
                  <c:v>0.4693944875505151</c:v>
                </c:pt>
                <c:pt idx="24016">
                  <c:v>0.46944501565400998</c:v>
                </c:pt>
                <c:pt idx="24017">
                  <c:v>0.46945406201211193</c:v>
                </c:pt>
                <c:pt idx="24018">
                  <c:v>0.46948115918125999</c:v>
                </c:pt>
                <c:pt idx="24019">
                  <c:v>0.46963049408129481</c:v>
                </c:pt>
                <c:pt idx="24020">
                  <c:v>0.4697996266784501</c:v>
                </c:pt>
                <c:pt idx="24021">
                  <c:v>0.46983789207276744</c:v>
                </c:pt>
                <c:pt idx="24022">
                  <c:v>0.46993490062946353</c:v>
                </c:pt>
                <c:pt idx="24023">
                  <c:v>0.4700213145017505</c:v>
                </c:pt>
                <c:pt idx="24024">
                  <c:v>0.47005101430976109</c:v>
                </c:pt>
                <c:pt idx="24025">
                  <c:v>0.4700695197705782</c:v>
                </c:pt>
                <c:pt idx="24026">
                  <c:v>0.4702884485591679</c:v>
                </c:pt>
                <c:pt idx="24027">
                  <c:v>0.47029759025500673</c:v>
                </c:pt>
                <c:pt idx="24028">
                  <c:v>0.47038016059798576</c:v>
                </c:pt>
                <c:pt idx="24029">
                  <c:v>0.47042266221374085</c:v>
                </c:pt>
                <c:pt idx="24030">
                  <c:v>0.47042672903090582</c:v>
                </c:pt>
                <c:pt idx="24031">
                  <c:v>0.47049038562309131</c:v>
                </c:pt>
                <c:pt idx="24032">
                  <c:v>0.47052613894624917</c:v>
                </c:pt>
                <c:pt idx="24033">
                  <c:v>0.47075479664389563</c:v>
                </c:pt>
                <c:pt idx="24034">
                  <c:v>0.47078322519186044</c:v>
                </c:pt>
                <c:pt idx="24035">
                  <c:v>0.47079570553777494</c:v>
                </c:pt>
                <c:pt idx="24036">
                  <c:v>0.47080106381485193</c:v>
                </c:pt>
                <c:pt idx="24037">
                  <c:v>0.47081191745783513</c:v>
                </c:pt>
                <c:pt idx="24038">
                  <c:v>0.47087922182673564</c:v>
                </c:pt>
                <c:pt idx="24039">
                  <c:v>0.47088424241867244</c:v>
                </c:pt>
                <c:pt idx="24040">
                  <c:v>0.47097664427492308</c:v>
                </c:pt>
                <c:pt idx="24041">
                  <c:v>0.47099140692496078</c:v>
                </c:pt>
                <c:pt idx="24042">
                  <c:v>0.4711014874982255</c:v>
                </c:pt>
                <c:pt idx="24043">
                  <c:v>0.47111024882844432</c:v>
                </c:pt>
                <c:pt idx="24044">
                  <c:v>0.47141300204390446</c:v>
                </c:pt>
                <c:pt idx="24045">
                  <c:v>0.47142375361868527</c:v>
                </c:pt>
                <c:pt idx="24046">
                  <c:v>0.47157696209846478</c:v>
                </c:pt>
                <c:pt idx="24047">
                  <c:v>0.47158351544411897</c:v>
                </c:pt>
                <c:pt idx="24048">
                  <c:v>0.4716584385266408</c:v>
                </c:pt>
                <c:pt idx="24049">
                  <c:v>0.47178928854120422</c:v>
                </c:pt>
                <c:pt idx="24050">
                  <c:v>0.47182103754379162</c:v>
                </c:pt>
                <c:pt idx="24051">
                  <c:v>0.4720183061661487</c:v>
                </c:pt>
                <c:pt idx="24052">
                  <c:v>0.47205765851506154</c:v>
                </c:pt>
                <c:pt idx="24053">
                  <c:v>0.47216152598645517</c:v>
                </c:pt>
                <c:pt idx="24054">
                  <c:v>0.4721977752789745</c:v>
                </c:pt>
                <c:pt idx="24055">
                  <c:v>0.47226475364635645</c:v>
                </c:pt>
                <c:pt idx="24056">
                  <c:v>0.47227592729737566</c:v>
                </c:pt>
                <c:pt idx="24057">
                  <c:v>0.47227626248654936</c:v>
                </c:pt>
                <c:pt idx="24058">
                  <c:v>0.47244961291531357</c:v>
                </c:pt>
                <c:pt idx="24059">
                  <c:v>0.47252586035884042</c:v>
                </c:pt>
                <c:pt idx="24060">
                  <c:v>0.47262870697264603</c:v>
                </c:pt>
                <c:pt idx="24061">
                  <c:v>0.47270991510070992</c:v>
                </c:pt>
                <c:pt idx="24062">
                  <c:v>0.4727155401910394</c:v>
                </c:pt>
                <c:pt idx="24063">
                  <c:v>0.47278172413434127</c:v>
                </c:pt>
                <c:pt idx="24064">
                  <c:v>0.47312810144665141</c:v>
                </c:pt>
                <c:pt idx="24065">
                  <c:v>0.47324754185680945</c:v>
                </c:pt>
                <c:pt idx="24066">
                  <c:v>0.47328766416124063</c:v>
                </c:pt>
                <c:pt idx="24067">
                  <c:v>0.47343247906873087</c:v>
                </c:pt>
                <c:pt idx="24068">
                  <c:v>0.47346223206858207</c:v>
                </c:pt>
                <c:pt idx="24069">
                  <c:v>0.47366601344664466</c:v>
                </c:pt>
                <c:pt idx="24070">
                  <c:v>0.47368660785822653</c:v>
                </c:pt>
                <c:pt idx="24071">
                  <c:v>0.47370852943864411</c:v>
                </c:pt>
                <c:pt idx="24072">
                  <c:v>0.47380692365441551</c:v>
                </c:pt>
                <c:pt idx="24073">
                  <c:v>0.47385179500784258</c:v>
                </c:pt>
                <c:pt idx="24074">
                  <c:v>0.47387884292433419</c:v>
                </c:pt>
                <c:pt idx="24075">
                  <c:v>0.4739240993201943</c:v>
                </c:pt>
                <c:pt idx="24076">
                  <c:v>0.47398616051307069</c:v>
                </c:pt>
                <c:pt idx="24077">
                  <c:v>0.47404778710173712</c:v>
                </c:pt>
                <c:pt idx="24078">
                  <c:v>0.47411518266005814</c:v>
                </c:pt>
                <c:pt idx="24079">
                  <c:v>0.47418738242394293</c:v>
                </c:pt>
                <c:pt idx="24080">
                  <c:v>0.47420388878943315</c:v>
                </c:pt>
                <c:pt idx="24081">
                  <c:v>0.47434602789306057</c:v>
                </c:pt>
                <c:pt idx="24082">
                  <c:v>0.4744150345132761</c:v>
                </c:pt>
                <c:pt idx="24083">
                  <c:v>0.47451602984886659</c:v>
                </c:pt>
                <c:pt idx="24084">
                  <c:v>0.47455583842070503</c:v>
                </c:pt>
                <c:pt idx="24085">
                  <c:v>0.47460908506186023</c:v>
                </c:pt>
                <c:pt idx="24086">
                  <c:v>0.47465043847233562</c:v>
                </c:pt>
                <c:pt idx="24087">
                  <c:v>0.47475892012384685</c:v>
                </c:pt>
                <c:pt idx="24088">
                  <c:v>0.4748580085514264</c:v>
                </c:pt>
                <c:pt idx="24089">
                  <c:v>0.47500058808322693</c:v>
                </c:pt>
                <c:pt idx="24090">
                  <c:v>0.47500828223891461</c:v>
                </c:pt>
                <c:pt idx="24091">
                  <c:v>0.47502227924451612</c:v>
                </c:pt>
                <c:pt idx="24092">
                  <c:v>0.47510673680222804</c:v>
                </c:pt>
                <c:pt idx="24093">
                  <c:v>0.47516138135346575</c:v>
                </c:pt>
                <c:pt idx="24094">
                  <c:v>0.47519950956517226</c:v>
                </c:pt>
                <c:pt idx="24095">
                  <c:v>0.47523254072994747</c:v>
                </c:pt>
                <c:pt idx="24096">
                  <c:v>0.47534965910230081</c:v>
                </c:pt>
                <c:pt idx="24097">
                  <c:v>0.47537653794883428</c:v>
                </c:pt>
                <c:pt idx="24098">
                  <c:v>0.47539689228276683</c:v>
                </c:pt>
                <c:pt idx="24099">
                  <c:v>0.47545237997714934</c:v>
                </c:pt>
                <c:pt idx="24100">
                  <c:v>0.47577549851934647</c:v>
                </c:pt>
                <c:pt idx="24101">
                  <c:v>0.47577690651543586</c:v>
                </c:pt>
                <c:pt idx="24102">
                  <c:v>0.4757917154655269</c:v>
                </c:pt>
                <c:pt idx="24103">
                  <c:v>0.47586486885686879</c:v>
                </c:pt>
                <c:pt idx="24104">
                  <c:v>0.47593983103591464</c:v>
                </c:pt>
                <c:pt idx="24105">
                  <c:v>0.47598322904542828</c:v>
                </c:pt>
                <c:pt idx="24106">
                  <c:v>0.47605635381200806</c:v>
                </c:pt>
                <c:pt idx="24107">
                  <c:v>0.47643930228959902</c:v>
                </c:pt>
                <c:pt idx="24108">
                  <c:v>0.47650632718927149</c:v>
                </c:pt>
                <c:pt idx="24109">
                  <c:v>0.47655684029728307</c:v>
                </c:pt>
                <c:pt idx="24110">
                  <c:v>0.47683538398385694</c:v>
                </c:pt>
                <c:pt idx="24111">
                  <c:v>0.47687112120621566</c:v>
                </c:pt>
                <c:pt idx="24112">
                  <c:v>0.47693671189223807</c:v>
                </c:pt>
                <c:pt idx="24113">
                  <c:v>0.47724470158064286</c:v>
                </c:pt>
                <c:pt idx="24114">
                  <c:v>0.47729848223777832</c:v>
                </c:pt>
                <c:pt idx="24115">
                  <c:v>0.47737414289087632</c:v>
                </c:pt>
                <c:pt idx="24116">
                  <c:v>0.4774302215646154</c:v>
                </c:pt>
                <c:pt idx="24117">
                  <c:v>0.47749033276550451</c:v>
                </c:pt>
                <c:pt idx="24118">
                  <c:v>0.47765827353809392</c:v>
                </c:pt>
                <c:pt idx="24119">
                  <c:v>0.47767053316023222</c:v>
                </c:pt>
                <c:pt idx="24120">
                  <c:v>0.47768464071393779</c:v>
                </c:pt>
                <c:pt idx="24121">
                  <c:v>0.4778009190277428</c:v>
                </c:pt>
                <c:pt idx="24122">
                  <c:v>0.47784984713355916</c:v>
                </c:pt>
                <c:pt idx="24123">
                  <c:v>0.47786068722976499</c:v>
                </c:pt>
                <c:pt idx="24124">
                  <c:v>0.47789411146713312</c:v>
                </c:pt>
                <c:pt idx="24125">
                  <c:v>0.47794800608509402</c:v>
                </c:pt>
                <c:pt idx="24126">
                  <c:v>0.47806130111919853</c:v>
                </c:pt>
                <c:pt idx="24127">
                  <c:v>0.47807699466276521</c:v>
                </c:pt>
                <c:pt idx="24128">
                  <c:v>0.4781598219236885</c:v>
                </c:pt>
                <c:pt idx="24129">
                  <c:v>0.47821649669090321</c:v>
                </c:pt>
                <c:pt idx="24130">
                  <c:v>0.47822362451169026</c:v>
                </c:pt>
                <c:pt idx="24131">
                  <c:v>0.47825875964584841</c:v>
                </c:pt>
                <c:pt idx="24132">
                  <c:v>0.47827946297196405</c:v>
                </c:pt>
                <c:pt idx="24133">
                  <c:v>0.47830326170402493</c:v>
                </c:pt>
                <c:pt idx="24134">
                  <c:v>0.47832305365065281</c:v>
                </c:pt>
                <c:pt idx="24135">
                  <c:v>0.4785203526116481</c:v>
                </c:pt>
                <c:pt idx="24136">
                  <c:v>0.47854545761799944</c:v>
                </c:pt>
                <c:pt idx="24137">
                  <c:v>0.47868193631037387</c:v>
                </c:pt>
                <c:pt idx="24138">
                  <c:v>0.47877538263000158</c:v>
                </c:pt>
                <c:pt idx="24139">
                  <c:v>0.47902140414686539</c:v>
                </c:pt>
                <c:pt idx="24140">
                  <c:v>0.47908288131962007</c:v>
                </c:pt>
                <c:pt idx="24141">
                  <c:v>0.47911219534051641</c:v>
                </c:pt>
                <c:pt idx="24142">
                  <c:v>0.47915833816565362</c:v>
                </c:pt>
                <c:pt idx="24143">
                  <c:v>0.47920813078169328</c:v>
                </c:pt>
                <c:pt idx="24144">
                  <c:v>0.47935302710839794</c:v>
                </c:pt>
                <c:pt idx="24145">
                  <c:v>0.47945644116596503</c:v>
                </c:pt>
                <c:pt idx="24146">
                  <c:v>0.47993258128782068</c:v>
                </c:pt>
                <c:pt idx="24147">
                  <c:v>0.47995036183157391</c:v>
                </c:pt>
                <c:pt idx="24148">
                  <c:v>0.47998500826265916</c:v>
                </c:pt>
                <c:pt idx="24149">
                  <c:v>0.48008844252622312</c:v>
                </c:pt>
                <c:pt idx="24150">
                  <c:v>0.48010176912373115</c:v>
                </c:pt>
                <c:pt idx="24151">
                  <c:v>0.4803821053751911</c:v>
                </c:pt>
                <c:pt idx="24152">
                  <c:v>0.4806100469004897</c:v>
                </c:pt>
                <c:pt idx="24153">
                  <c:v>0.4807079908562521</c:v>
                </c:pt>
                <c:pt idx="24154">
                  <c:v>0.48087439038990648</c:v>
                </c:pt>
                <c:pt idx="24155">
                  <c:v>0.48095356753600482</c:v>
                </c:pt>
                <c:pt idx="24156">
                  <c:v>0.48138548044728924</c:v>
                </c:pt>
                <c:pt idx="24157">
                  <c:v>0.48160362396151152</c:v>
                </c:pt>
                <c:pt idx="24158">
                  <c:v>0.48171711125926892</c:v>
                </c:pt>
                <c:pt idx="24159">
                  <c:v>0.48175357064359925</c:v>
                </c:pt>
                <c:pt idx="24160">
                  <c:v>0.48177851589942461</c:v>
                </c:pt>
                <c:pt idx="24161">
                  <c:v>0.48178364083500064</c:v>
                </c:pt>
                <c:pt idx="24162">
                  <c:v>0.48182096040031014</c:v>
                </c:pt>
                <c:pt idx="24163">
                  <c:v>0.48211907956982752</c:v>
                </c:pt>
                <c:pt idx="24164">
                  <c:v>0.48219388015005216</c:v>
                </c:pt>
                <c:pt idx="24165">
                  <c:v>0.48226716827815336</c:v>
                </c:pt>
                <c:pt idx="24166">
                  <c:v>0.48227138709283485</c:v>
                </c:pt>
                <c:pt idx="24167">
                  <c:v>0.48236653466909801</c:v>
                </c:pt>
                <c:pt idx="24168">
                  <c:v>0.48240053056120263</c:v>
                </c:pt>
                <c:pt idx="24169">
                  <c:v>0.48261103870845534</c:v>
                </c:pt>
                <c:pt idx="24170">
                  <c:v>0.48263269830639288</c:v>
                </c:pt>
                <c:pt idx="24171">
                  <c:v>0.48267302466714995</c:v>
                </c:pt>
                <c:pt idx="24172">
                  <c:v>0.48271395132566852</c:v>
                </c:pt>
                <c:pt idx="24173">
                  <c:v>0.48278473091340257</c:v>
                </c:pt>
                <c:pt idx="24174">
                  <c:v>0.482889730224494</c:v>
                </c:pt>
                <c:pt idx="24175">
                  <c:v>0.48301699564311062</c:v>
                </c:pt>
                <c:pt idx="24176">
                  <c:v>0.48322901759302472</c:v>
                </c:pt>
                <c:pt idx="24177">
                  <c:v>0.48328827614423947</c:v>
                </c:pt>
                <c:pt idx="24178">
                  <c:v>0.4836628411293814</c:v>
                </c:pt>
                <c:pt idx="24179">
                  <c:v>0.48372470760987685</c:v>
                </c:pt>
                <c:pt idx="24180">
                  <c:v>0.48385472818689462</c:v>
                </c:pt>
                <c:pt idx="24181">
                  <c:v>0.4839073619515169</c:v>
                </c:pt>
                <c:pt idx="24182">
                  <c:v>0.48395949624264228</c:v>
                </c:pt>
                <c:pt idx="24183">
                  <c:v>0.48397049589168162</c:v>
                </c:pt>
                <c:pt idx="24184">
                  <c:v>0.48428291668726914</c:v>
                </c:pt>
                <c:pt idx="24185">
                  <c:v>0.48445019257227417</c:v>
                </c:pt>
                <c:pt idx="24186">
                  <c:v>0.48451406932182089</c:v>
                </c:pt>
                <c:pt idx="24187">
                  <c:v>0.48455103227735796</c:v>
                </c:pt>
                <c:pt idx="24188">
                  <c:v>0.4845657075462938</c:v>
                </c:pt>
                <c:pt idx="24189">
                  <c:v>0.48458910568828456</c:v>
                </c:pt>
                <c:pt idx="24190">
                  <c:v>0.48462591229240942</c:v>
                </c:pt>
                <c:pt idx="24191">
                  <c:v>0.48474264355974367</c:v>
                </c:pt>
                <c:pt idx="24192">
                  <c:v>0.4847989407493396</c:v>
                </c:pt>
                <c:pt idx="24193">
                  <c:v>0.48503095609930252</c:v>
                </c:pt>
                <c:pt idx="24194">
                  <c:v>0.48506442908084385</c:v>
                </c:pt>
                <c:pt idx="24195">
                  <c:v>0.48513948148462738</c:v>
                </c:pt>
                <c:pt idx="24196">
                  <c:v>0.48544873139445649</c:v>
                </c:pt>
                <c:pt idx="24197">
                  <c:v>0.4855075398424451</c:v>
                </c:pt>
                <c:pt idx="24198">
                  <c:v>0.48556941352836253</c:v>
                </c:pt>
                <c:pt idx="24199">
                  <c:v>0.48560855127020724</c:v>
                </c:pt>
                <c:pt idx="24200">
                  <c:v>0.48565206121179461</c:v>
                </c:pt>
                <c:pt idx="24201">
                  <c:v>0.48586768297550137</c:v>
                </c:pt>
                <c:pt idx="24202">
                  <c:v>0.48592693921108721</c:v>
                </c:pt>
                <c:pt idx="24203">
                  <c:v>0.48602421353364228</c:v>
                </c:pt>
                <c:pt idx="24204">
                  <c:v>0.48636527653661654</c:v>
                </c:pt>
                <c:pt idx="24205">
                  <c:v>0.48647006259641468</c:v>
                </c:pt>
                <c:pt idx="24206">
                  <c:v>0.48648761328111778</c:v>
                </c:pt>
                <c:pt idx="24207">
                  <c:v>0.48656589087038038</c:v>
                </c:pt>
                <c:pt idx="24208">
                  <c:v>0.48658018585339563</c:v>
                </c:pt>
                <c:pt idx="24209">
                  <c:v>0.48663697894392788</c:v>
                </c:pt>
                <c:pt idx="24210">
                  <c:v>0.48664712028302248</c:v>
                </c:pt>
                <c:pt idx="24211">
                  <c:v>0.486866743073954</c:v>
                </c:pt>
                <c:pt idx="24212">
                  <c:v>0.48687905367738243</c:v>
                </c:pt>
                <c:pt idx="24213">
                  <c:v>0.48726385991492666</c:v>
                </c:pt>
                <c:pt idx="24214">
                  <c:v>0.48738969560574869</c:v>
                </c:pt>
                <c:pt idx="24215">
                  <c:v>0.48754609463011073</c:v>
                </c:pt>
                <c:pt idx="24216">
                  <c:v>0.48757315157994274</c:v>
                </c:pt>
                <c:pt idx="24217">
                  <c:v>0.48759003250602756</c:v>
                </c:pt>
                <c:pt idx="24218">
                  <c:v>0.48765026760282776</c:v>
                </c:pt>
                <c:pt idx="24219">
                  <c:v>0.48767838242238037</c:v>
                </c:pt>
                <c:pt idx="24220">
                  <c:v>0.48779639739223418</c:v>
                </c:pt>
                <c:pt idx="24221">
                  <c:v>0.48793340952254038</c:v>
                </c:pt>
                <c:pt idx="24222">
                  <c:v>0.48839450964300757</c:v>
                </c:pt>
                <c:pt idx="24223">
                  <c:v>0.48840556454473472</c:v>
                </c:pt>
                <c:pt idx="24224">
                  <c:v>0.48842627253561649</c:v>
                </c:pt>
                <c:pt idx="24225">
                  <c:v>0.48843278570477644</c:v>
                </c:pt>
                <c:pt idx="24226">
                  <c:v>0.48853265480520119</c:v>
                </c:pt>
                <c:pt idx="24227">
                  <c:v>0.48857550759985924</c:v>
                </c:pt>
                <c:pt idx="24228">
                  <c:v>0.48865182986188677</c:v>
                </c:pt>
                <c:pt idx="24229">
                  <c:v>0.48875749756807518</c:v>
                </c:pt>
                <c:pt idx="24230">
                  <c:v>0.48878093321319988</c:v>
                </c:pt>
                <c:pt idx="24231">
                  <c:v>0.48881988090413875</c:v>
                </c:pt>
                <c:pt idx="24232">
                  <c:v>0.48886659747256128</c:v>
                </c:pt>
                <c:pt idx="24233">
                  <c:v>0.48894133353472452</c:v>
                </c:pt>
                <c:pt idx="24234">
                  <c:v>0.48933979235528341</c:v>
                </c:pt>
                <c:pt idx="24235">
                  <c:v>0.48940432933031358</c:v>
                </c:pt>
                <c:pt idx="24236">
                  <c:v>0.48977689146632031</c:v>
                </c:pt>
                <c:pt idx="24237">
                  <c:v>0.48988326484996825</c:v>
                </c:pt>
                <c:pt idx="24238">
                  <c:v>0.49002505157504889</c:v>
                </c:pt>
                <c:pt idx="24239">
                  <c:v>0.4900392937204906</c:v>
                </c:pt>
                <c:pt idx="24240">
                  <c:v>0.49004565977927833</c:v>
                </c:pt>
                <c:pt idx="24241">
                  <c:v>0.49018680597168607</c:v>
                </c:pt>
                <c:pt idx="24242">
                  <c:v>0.49020787227271101</c:v>
                </c:pt>
                <c:pt idx="24243">
                  <c:v>0.4903668347779605</c:v>
                </c:pt>
                <c:pt idx="24244">
                  <c:v>0.49050543981337991</c:v>
                </c:pt>
                <c:pt idx="24245">
                  <c:v>0.49055299972167282</c:v>
                </c:pt>
                <c:pt idx="24246">
                  <c:v>0.49055835027259093</c:v>
                </c:pt>
                <c:pt idx="24247">
                  <c:v>0.49059329694538639</c:v>
                </c:pt>
                <c:pt idx="24248">
                  <c:v>0.49060026155131498</c:v>
                </c:pt>
                <c:pt idx="24249">
                  <c:v>0.49082267985500483</c:v>
                </c:pt>
                <c:pt idx="24250">
                  <c:v>0.4912217541468204</c:v>
                </c:pt>
                <c:pt idx="24251">
                  <c:v>0.4912891787881184</c:v>
                </c:pt>
                <c:pt idx="24252">
                  <c:v>0.49151815802248094</c:v>
                </c:pt>
                <c:pt idx="24253">
                  <c:v>0.49152764199797921</c:v>
                </c:pt>
                <c:pt idx="24254">
                  <c:v>0.49158432032816068</c:v>
                </c:pt>
                <c:pt idx="24255">
                  <c:v>0.49163363248767838</c:v>
                </c:pt>
                <c:pt idx="24256">
                  <c:v>0.49189017262022655</c:v>
                </c:pt>
                <c:pt idx="24257">
                  <c:v>0.49191910879067835</c:v>
                </c:pt>
                <c:pt idx="24258">
                  <c:v>0.49206742138956927</c:v>
                </c:pt>
                <c:pt idx="24259">
                  <c:v>0.49212008936802637</c:v>
                </c:pt>
                <c:pt idx="24260">
                  <c:v>0.4921420916334594</c:v>
                </c:pt>
                <c:pt idx="24261">
                  <c:v>0.49224722938618193</c:v>
                </c:pt>
                <c:pt idx="24262">
                  <c:v>0.49252114755061577</c:v>
                </c:pt>
                <c:pt idx="24263">
                  <c:v>0.49267926599695849</c:v>
                </c:pt>
                <c:pt idx="24264">
                  <c:v>0.49293604263392121</c:v>
                </c:pt>
                <c:pt idx="24265">
                  <c:v>0.49304196498831776</c:v>
                </c:pt>
                <c:pt idx="24266">
                  <c:v>0.4934709976758303</c:v>
                </c:pt>
                <c:pt idx="24267">
                  <c:v>0.49351733924520169</c:v>
                </c:pt>
                <c:pt idx="24268">
                  <c:v>0.49361404869675102</c:v>
                </c:pt>
                <c:pt idx="24269">
                  <c:v>0.49366312449986677</c:v>
                </c:pt>
                <c:pt idx="24270">
                  <c:v>0.4936648747523974</c:v>
                </c:pt>
                <c:pt idx="24271">
                  <c:v>0.49397584664416982</c:v>
                </c:pt>
                <c:pt idx="24272">
                  <c:v>0.49402510149587947</c:v>
                </c:pt>
                <c:pt idx="24273">
                  <c:v>0.4940729939514284</c:v>
                </c:pt>
                <c:pt idx="24274">
                  <c:v>0.49408084510684713</c:v>
                </c:pt>
                <c:pt idx="24275">
                  <c:v>0.49443923374652926</c:v>
                </c:pt>
                <c:pt idx="24276">
                  <c:v>0.49451416793605396</c:v>
                </c:pt>
                <c:pt idx="24277">
                  <c:v>0.49455966041263666</c:v>
                </c:pt>
                <c:pt idx="24278">
                  <c:v>0.49469377621401706</c:v>
                </c:pt>
                <c:pt idx="24279">
                  <c:v>0.49471000576383067</c:v>
                </c:pt>
                <c:pt idx="24280">
                  <c:v>0.49477808058893424</c:v>
                </c:pt>
                <c:pt idx="24281">
                  <c:v>0.49512910993987436</c:v>
                </c:pt>
                <c:pt idx="24282">
                  <c:v>0.49516912489666304</c:v>
                </c:pt>
                <c:pt idx="24283">
                  <c:v>0.49565626906469173</c:v>
                </c:pt>
                <c:pt idx="24284">
                  <c:v>0.49578913796033353</c:v>
                </c:pt>
                <c:pt idx="24285">
                  <c:v>0.49582301968724446</c:v>
                </c:pt>
                <c:pt idx="24286">
                  <c:v>0.49583067791870566</c:v>
                </c:pt>
                <c:pt idx="24287">
                  <c:v>0.49587195647175131</c:v>
                </c:pt>
                <c:pt idx="24288">
                  <c:v>0.49613548768271165</c:v>
                </c:pt>
                <c:pt idx="24289">
                  <c:v>0.49616655703888929</c:v>
                </c:pt>
                <c:pt idx="24290">
                  <c:v>0.49621280333510792</c:v>
                </c:pt>
                <c:pt idx="24291">
                  <c:v>0.4962182972157953</c:v>
                </c:pt>
                <c:pt idx="24292">
                  <c:v>0.49633355804445917</c:v>
                </c:pt>
                <c:pt idx="24293">
                  <c:v>0.49635563076187311</c:v>
                </c:pt>
                <c:pt idx="24294">
                  <c:v>0.49636778174108576</c:v>
                </c:pt>
                <c:pt idx="24295">
                  <c:v>0.4964954379957851</c:v>
                </c:pt>
                <c:pt idx="24296">
                  <c:v>0.49663240918193635</c:v>
                </c:pt>
                <c:pt idx="24297">
                  <c:v>0.49670142501718473</c:v>
                </c:pt>
                <c:pt idx="24298">
                  <c:v>0.49670580688787686</c:v>
                </c:pt>
                <c:pt idx="24299">
                  <c:v>0.49681655565661303</c:v>
                </c:pt>
                <c:pt idx="24300">
                  <c:v>0.49686712294531293</c:v>
                </c:pt>
                <c:pt idx="24301">
                  <c:v>0.4973848767071164</c:v>
                </c:pt>
                <c:pt idx="24302">
                  <c:v>0.49748061700444707</c:v>
                </c:pt>
                <c:pt idx="24303">
                  <c:v>0.49751376222711113</c:v>
                </c:pt>
                <c:pt idx="24304">
                  <c:v>0.49759721294559095</c:v>
                </c:pt>
                <c:pt idx="24305">
                  <c:v>0.49775158780292766</c:v>
                </c:pt>
                <c:pt idx="24306">
                  <c:v>0.49780281936395498</c:v>
                </c:pt>
                <c:pt idx="24307">
                  <c:v>0.49787551526226675</c:v>
                </c:pt>
                <c:pt idx="24308">
                  <c:v>0.4979991600921197</c:v>
                </c:pt>
                <c:pt idx="24309">
                  <c:v>0.49814233743007025</c:v>
                </c:pt>
                <c:pt idx="24310">
                  <c:v>0.4983158813940452</c:v>
                </c:pt>
                <c:pt idx="24311">
                  <c:v>0.4984986756351546</c:v>
                </c:pt>
                <c:pt idx="24312">
                  <c:v>0.49850565177564488</c:v>
                </c:pt>
                <c:pt idx="24313">
                  <c:v>0.49868439488514099</c:v>
                </c:pt>
                <c:pt idx="24314">
                  <c:v>0.49875677960379416</c:v>
                </c:pt>
                <c:pt idx="24315">
                  <c:v>0.49876984471888919</c:v>
                </c:pt>
                <c:pt idx="24316">
                  <c:v>0.49885406727363257</c:v>
                </c:pt>
                <c:pt idx="24317">
                  <c:v>0.49887215629804504</c:v>
                </c:pt>
                <c:pt idx="24318">
                  <c:v>0.49933701697559857</c:v>
                </c:pt>
                <c:pt idx="24319">
                  <c:v>0.49955250535952261</c:v>
                </c:pt>
                <c:pt idx="24320">
                  <c:v>0.49955726760382974</c:v>
                </c:pt>
                <c:pt idx="24321">
                  <c:v>0.49982057015576759</c:v>
                </c:pt>
                <c:pt idx="24322">
                  <c:v>0.49999848549141418</c:v>
                </c:pt>
                <c:pt idx="24323">
                  <c:v>0.50005723683407011</c:v>
                </c:pt>
                <c:pt idx="24324">
                  <c:v>0.50006277371977503</c:v>
                </c:pt>
                <c:pt idx="24325">
                  <c:v>0.50012318951539203</c:v>
                </c:pt>
                <c:pt idx="24326">
                  <c:v>0.50012784458814019</c:v>
                </c:pt>
                <c:pt idx="24327">
                  <c:v>0.50031932346337193</c:v>
                </c:pt>
                <c:pt idx="24328">
                  <c:v>0.50054792283386629</c:v>
                </c:pt>
                <c:pt idx="24329">
                  <c:v>0.50057441064586361</c:v>
                </c:pt>
                <c:pt idx="24330">
                  <c:v>0.50067577386867068</c:v>
                </c:pt>
                <c:pt idx="24331">
                  <c:v>0.50069217151834267</c:v>
                </c:pt>
                <c:pt idx="24332">
                  <c:v>0.50082520113980722</c:v>
                </c:pt>
                <c:pt idx="24333">
                  <c:v>0.50098332348494135</c:v>
                </c:pt>
                <c:pt idx="24334">
                  <c:v>0.50100762352779249</c:v>
                </c:pt>
                <c:pt idx="24335">
                  <c:v>0.50124349803770984</c:v>
                </c:pt>
                <c:pt idx="24336">
                  <c:v>0.50130921528571315</c:v>
                </c:pt>
                <c:pt idx="24337">
                  <c:v>0.50136828790138432</c:v>
                </c:pt>
                <c:pt idx="24338">
                  <c:v>0.50138360726974274</c:v>
                </c:pt>
                <c:pt idx="24339">
                  <c:v>0.50140422955202568</c:v>
                </c:pt>
                <c:pt idx="24340">
                  <c:v>0.50170478929915141</c:v>
                </c:pt>
                <c:pt idx="24341">
                  <c:v>0.50171387577270998</c:v>
                </c:pt>
                <c:pt idx="24342">
                  <c:v>0.50177629735703766</c:v>
                </c:pt>
                <c:pt idx="24343">
                  <c:v>0.50180976717480108</c:v>
                </c:pt>
                <c:pt idx="24344">
                  <c:v>0.50194175962790588</c:v>
                </c:pt>
                <c:pt idx="24345">
                  <c:v>0.5019921728094735</c:v>
                </c:pt>
                <c:pt idx="24346">
                  <c:v>0.50239136450867794</c:v>
                </c:pt>
                <c:pt idx="24347">
                  <c:v>0.50257304890729193</c:v>
                </c:pt>
                <c:pt idx="24348">
                  <c:v>0.50260665033767737</c:v>
                </c:pt>
                <c:pt idx="24349">
                  <c:v>0.50263298883396279</c:v>
                </c:pt>
                <c:pt idx="24350">
                  <c:v>0.50287053593057485</c:v>
                </c:pt>
                <c:pt idx="24351">
                  <c:v>0.50294245207845933</c:v>
                </c:pt>
                <c:pt idx="24352">
                  <c:v>0.50313363635273889</c:v>
                </c:pt>
                <c:pt idx="24353">
                  <c:v>0.50318819516272717</c:v>
                </c:pt>
                <c:pt idx="24354">
                  <c:v>0.50325295913538082</c:v>
                </c:pt>
                <c:pt idx="24355">
                  <c:v>0.5034207325783524</c:v>
                </c:pt>
                <c:pt idx="24356">
                  <c:v>0.50346172428879765</c:v>
                </c:pt>
                <c:pt idx="24357">
                  <c:v>0.50363165227371409</c:v>
                </c:pt>
                <c:pt idx="24358">
                  <c:v>0.50371762682557586</c:v>
                </c:pt>
                <c:pt idx="24359">
                  <c:v>0.50380442701761208</c:v>
                </c:pt>
                <c:pt idx="24360">
                  <c:v>0.50393200765263069</c:v>
                </c:pt>
                <c:pt idx="24361">
                  <c:v>0.50405931310313945</c:v>
                </c:pt>
                <c:pt idx="24362">
                  <c:v>0.50424706510503992</c:v>
                </c:pt>
                <c:pt idx="24363">
                  <c:v>0.50449661668144608</c:v>
                </c:pt>
                <c:pt idx="24364">
                  <c:v>0.50451855595848849</c:v>
                </c:pt>
                <c:pt idx="24365">
                  <c:v>0.50456285752222496</c:v>
                </c:pt>
                <c:pt idx="24366">
                  <c:v>0.50458710846355348</c:v>
                </c:pt>
                <c:pt idx="24367">
                  <c:v>0.50465085028085666</c:v>
                </c:pt>
                <c:pt idx="24368">
                  <c:v>0.50473060270208736</c:v>
                </c:pt>
                <c:pt idx="24369">
                  <c:v>0.5047314463801742</c:v>
                </c:pt>
                <c:pt idx="24370">
                  <c:v>0.50490019574289147</c:v>
                </c:pt>
                <c:pt idx="24371">
                  <c:v>0.50492078219233172</c:v>
                </c:pt>
                <c:pt idx="24372">
                  <c:v>0.50496999633134643</c:v>
                </c:pt>
                <c:pt idx="24373">
                  <c:v>0.50498070022145625</c:v>
                </c:pt>
                <c:pt idx="24374">
                  <c:v>0.50502039435331836</c:v>
                </c:pt>
                <c:pt idx="24375">
                  <c:v>0.50507711314087689</c:v>
                </c:pt>
                <c:pt idx="24376">
                  <c:v>0.50547415607723079</c:v>
                </c:pt>
                <c:pt idx="24377">
                  <c:v>0.50551652612851194</c:v>
                </c:pt>
                <c:pt idx="24378">
                  <c:v>0.505559617824201</c:v>
                </c:pt>
                <c:pt idx="24379">
                  <c:v>0.50566238277511355</c:v>
                </c:pt>
                <c:pt idx="24380">
                  <c:v>0.50573916784705819</c:v>
                </c:pt>
                <c:pt idx="24381">
                  <c:v>0.5057752607887761</c:v>
                </c:pt>
                <c:pt idx="24382">
                  <c:v>0.5059431630663993</c:v>
                </c:pt>
                <c:pt idx="24383">
                  <c:v>0.50611871703107614</c:v>
                </c:pt>
                <c:pt idx="24384">
                  <c:v>0.50632721193799479</c:v>
                </c:pt>
                <c:pt idx="24385">
                  <c:v>0.50641151388316763</c:v>
                </c:pt>
                <c:pt idx="24386">
                  <c:v>0.50641871643799941</c:v>
                </c:pt>
                <c:pt idx="24387">
                  <c:v>0.50649137568191038</c:v>
                </c:pt>
                <c:pt idx="24388">
                  <c:v>0.50666092830924381</c:v>
                </c:pt>
                <c:pt idx="24389">
                  <c:v>0.50669873541508614</c:v>
                </c:pt>
                <c:pt idx="24390">
                  <c:v>0.50677344613398634</c:v>
                </c:pt>
                <c:pt idx="24391">
                  <c:v>0.5068308493516831</c:v>
                </c:pt>
                <c:pt idx="24392">
                  <c:v>0.50685985658732513</c:v>
                </c:pt>
                <c:pt idx="24393">
                  <c:v>0.50699786871386121</c:v>
                </c:pt>
                <c:pt idx="24394">
                  <c:v>0.50708819292138962</c:v>
                </c:pt>
                <c:pt idx="24395">
                  <c:v>0.50713596957565321</c:v>
                </c:pt>
                <c:pt idx="24396">
                  <c:v>0.50740807193050519</c:v>
                </c:pt>
                <c:pt idx="24397">
                  <c:v>0.50750753151950934</c:v>
                </c:pt>
                <c:pt idx="24398">
                  <c:v>0.50763552858049743</c:v>
                </c:pt>
                <c:pt idx="24399">
                  <c:v>0.50773859327707083</c:v>
                </c:pt>
                <c:pt idx="24400">
                  <c:v>0.50776939301192847</c:v>
                </c:pt>
                <c:pt idx="24401">
                  <c:v>0.50780456044201339</c:v>
                </c:pt>
                <c:pt idx="24402">
                  <c:v>0.50781560222360811</c:v>
                </c:pt>
                <c:pt idx="24403">
                  <c:v>0.50781858477656594</c:v>
                </c:pt>
                <c:pt idx="24404">
                  <c:v>0.50784014631976016</c:v>
                </c:pt>
                <c:pt idx="24405">
                  <c:v>0.50784946018430044</c:v>
                </c:pt>
                <c:pt idx="24406">
                  <c:v>0.50791847396274437</c:v>
                </c:pt>
                <c:pt idx="24407">
                  <c:v>0.5082325848936341</c:v>
                </c:pt>
                <c:pt idx="24408">
                  <c:v>0.5082941350678214</c:v>
                </c:pt>
                <c:pt idx="24409">
                  <c:v>0.50845018266008457</c:v>
                </c:pt>
                <c:pt idx="24410">
                  <c:v>0.50850217823261068</c:v>
                </c:pt>
                <c:pt idx="24411">
                  <c:v>0.50866449826752391</c:v>
                </c:pt>
                <c:pt idx="24412">
                  <c:v>0.50872388962495829</c:v>
                </c:pt>
                <c:pt idx="24413">
                  <c:v>0.50895559728154938</c:v>
                </c:pt>
                <c:pt idx="24414">
                  <c:v>0.50901212354283254</c:v>
                </c:pt>
                <c:pt idx="24415">
                  <c:v>0.5091374650984658</c:v>
                </c:pt>
                <c:pt idx="24416">
                  <c:v>0.50916967876305785</c:v>
                </c:pt>
                <c:pt idx="24417">
                  <c:v>0.50923307318943711</c:v>
                </c:pt>
                <c:pt idx="24418">
                  <c:v>0.50928078831620183</c:v>
                </c:pt>
                <c:pt idx="24419">
                  <c:v>0.50931851247193216</c:v>
                </c:pt>
                <c:pt idx="24420">
                  <c:v>0.50938030158246428</c:v>
                </c:pt>
                <c:pt idx="24421">
                  <c:v>0.50940091637024487</c:v>
                </c:pt>
                <c:pt idx="24422">
                  <c:v>0.50950215645502051</c:v>
                </c:pt>
                <c:pt idx="24423">
                  <c:v>0.50955732841276602</c:v>
                </c:pt>
                <c:pt idx="24424">
                  <c:v>0.50966458196104469</c:v>
                </c:pt>
                <c:pt idx="24425">
                  <c:v>0.50967781372128063</c:v>
                </c:pt>
                <c:pt idx="24426">
                  <c:v>0.50968276170432891</c:v>
                </c:pt>
                <c:pt idx="24427">
                  <c:v>0.50981186308106341</c:v>
                </c:pt>
                <c:pt idx="24428">
                  <c:v>0.51012295713176536</c:v>
                </c:pt>
                <c:pt idx="24429">
                  <c:v>0.51021223693166773</c:v>
                </c:pt>
                <c:pt idx="24430">
                  <c:v>0.51025908637535844</c:v>
                </c:pt>
                <c:pt idx="24431">
                  <c:v>0.51031529524387753</c:v>
                </c:pt>
                <c:pt idx="24432">
                  <c:v>0.51041547116631725</c:v>
                </c:pt>
                <c:pt idx="24433">
                  <c:v>0.51046826152892444</c:v>
                </c:pt>
                <c:pt idx="24434">
                  <c:v>0.51049387653936817</c:v>
                </c:pt>
                <c:pt idx="24435">
                  <c:v>0.510555613888382</c:v>
                </c:pt>
                <c:pt idx="24436">
                  <c:v>0.51061494023474219</c:v>
                </c:pt>
                <c:pt idx="24437">
                  <c:v>0.51061955977301898</c:v>
                </c:pt>
                <c:pt idx="24438">
                  <c:v>0.51071066568033618</c:v>
                </c:pt>
                <c:pt idx="24439">
                  <c:v>0.51076755880937963</c:v>
                </c:pt>
                <c:pt idx="24440">
                  <c:v>0.51085026288994917</c:v>
                </c:pt>
                <c:pt idx="24441">
                  <c:v>0.51099282999503293</c:v>
                </c:pt>
                <c:pt idx="24442">
                  <c:v>0.5110186348825857</c:v>
                </c:pt>
                <c:pt idx="24443">
                  <c:v>0.51106918787937627</c:v>
                </c:pt>
                <c:pt idx="24444">
                  <c:v>0.51112636367250441</c:v>
                </c:pt>
                <c:pt idx="24445">
                  <c:v>0.51123654156356246</c:v>
                </c:pt>
                <c:pt idx="24446">
                  <c:v>0.51135365270851751</c:v>
                </c:pt>
                <c:pt idx="24447">
                  <c:v>0.51158815360607424</c:v>
                </c:pt>
                <c:pt idx="24448">
                  <c:v>0.51171422859783555</c:v>
                </c:pt>
                <c:pt idx="24449">
                  <c:v>0.51182201647216841</c:v>
                </c:pt>
                <c:pt idx="24450">
                  <c:v>0.51184469229960883</c:v>
                </c:pt>
                <c:pt idx="24451">
                  <c:v>0.5118778271202522</c:v>
                </c:pt>
                <c:pt idx="24452">
                  <c:v>0.51198610744169692</c:v>
                </c:pt>
                <c:pt idx="24453">
                  <c:v>0.51199193182173142</c:v>
                </c:pt>
                <c:pt idx="24454">
                  <c:v>0.51214218044496296</c:v>
                </c:pt>
                <c:pt idx="24455">
                  <c:v>0.51229211218732607</c:v>
                </c:pt>
                <c:pt idx="24456">
                  <c:v>0.51232697921022086</c:v>
                </c:pt>
                <c:pt idx="24457">
                  <c:v>0.51233614217882884</c:v>
                </c:pt>
                <c:pt idx="24458">
                  <c:v>0.51246397754940565</c:v>
                </c:pt>
                <c:pt idx="24459">
                  <c:v>0.51255371064532174</c:v>
                </c:pt>
                <c:pt idx="24460">
                  <c:v>0.51265905369118792</c:v>
                </c:pt>
                <c:pt idx="24461">
                  <c:v>0.51268349902553068</c:v>
                </c:pt>
                <c:pt idx="24462">
                  <c:v>0.51281732045302708</c:v>
                </c:pt>
                <c:pt idx="24463">
                  <c:v>0.51293365015088288</c:v>
                </c:pt>
                <c:pt idx="24464">
                  <c:v>0.51298439181244815</c:v>
                </c:pt>
                <c:pt idx="24465">
                  <c:v>0.5130751943054116</c:v>
                </c:pt>
                <c:pt idx="24466">
                  <c:v>0.51331339992346858</c:v>
                </c:pt>
                <c:pt idx="24467">
                  <c:v>0.51339544561681405</c:v>
                </c:pt>
                <c:pt idx="24468">
                  <c:v>0.5134425916836729</c:v>
                </c:pt>
                <c:pt idx="24469">
                  <c:v>0.51350979330654578</c:v>
                </c:pt>
                <c:pt idx="24470">
                  <c:v>0.51352764693413289</c:v>
                </c:pt>
                <c:pt idx="24471">
                  <c:v>0.51356801018623344</c:v>
                </c:pt>
                <c:pt idx="24472">
                  <c:v>0.51357261215017991</c:v>
                </c:pt>
                <c:pt idx="24473">
                  <c:v>0.51358101446531823</c:v>
                </c:pt>
                <c:pt idx="24474">
                  <c:v>0.51358508965426042</c:v>
                </c:pt>
                <c:pt idx="24475">
                  <c:v>0.51372611319297612</c:v>
                </c:pt>
                <c:pt idx="24476">
                  <c:v>0.51379729040844624</c:v>
                </c:pt>
                <c:pt idx="24477">
                  <c:v>0.51384675095530119</c:v>
                </c:pt>
                <c:pt idx="24478">
                  <c:v>0.51393184462559127</c:v>
                </c:pt>
                <c:pt idx="24479">
                  <c:v>0.51397020904415591</c:v>
                </c:pt>
                <c:pt idx="24480">
                  <c:v>0.51406791846135957</c:v>
                </c:pt>
                <c:pt idx="24481">
                  <c:v>0.5144160396763513</c:v>
                </c:pt>
                <c:pt idx="24482">
                  <c:v>0.51448150088685785</c:v>
                </c:pt>
                <c:pt idx="24483">
                  <c:v>0.51455690724679193</c:v>
                </c:pt>
                <c:pt idx="24484">
                  <c:v>0.51461028399584874</c:v>
                </c:pt>
                <c:pt idx="24485">
                  <c:v>0.51464333638843529</c:v>
                </c:pt>
                <c:pt idx="24486">
                  <c:v>0.51484008078468491</c:v>
                </c:pt>
                <c:pt idx="24487">
                  <c:v>0.5149179604889258</c:v>
                </c:pt>
                <c:pt idx="24488">
                  <c:v>0.51496632821667165</c:v>
                </c:pt>
                <c:pt idx="24489">
                  <c:v>0.51507882150005824</c:v>
                </c:pt>
                <c:pt idx="24490">
                  <c:v>0.51517256909521636</c:v>
                </c:pt>
                <c:pt idx="24491">
                  <c:v>0.51523354948997802</c:v>
                </c:pt>
                <c:pt idx="24492">
                  <c:v>0.5154005998655008</c:v>
                </c:pt>
                <c:pt idx="24493">
                  <c:v>0.51543160497074725</c:v>
                </c:pt>
                <c:pt idx="24494">
                  <c:v>0.51559394082254673</c:v>
                </c:pt>
                <c:pt idx="24495">
                  <c:v>0.51584048816776451</c:v>
                </c:pt>
                <c:pt idx="24496">
                  <c:v>0.51584141309543896</c:v>
                </c:pt>
                <c:pt idx="24497">
                  <c:v>0.51592294025431962</c:v>
                </c:pt>
                <c:pt idx="24498">
                  <c:v>0.51595205783594034</c:v>
                </c:pt>
                <c:pt idx="24499">
                  <c:v>0.51595801131977537</c:v>
                </c:pt>
                <c:pt idx="24500">
                  <c:v>0.51615880758604571</c:v>
                </c:pt>
                <c:pt idx="24501">
                  <c:v>0.51633669651850833</c:v>
                </c:pt>
                <c:pt idx="24502">
                  <c:v>0.51648426749453558</c:v>
                </c:pt>
                <c:pt idx="24503">
                  <c:v>0.51679160491789644</c:v>
                </c:pt>
                <c:pt idx="24504">
                  <c:v>0.51687254091996293</c:v>
                </c:pt>
                <c:pt idx="24505">
                  <c:v>0.51693012684754669</c:v>
                </c:pt>
                <c:pt idx="24506">
                  <c:v>0.51709537023761531</c:v>
                </c:pt>
                <c:pt idx="24507">
                  <c:v>0.5171011750987563</c:v>
                </c:pt>
                <c:pt idx="24508">
                  <c:v>0.51713186319589477</c:v>
                </c:pt>
                <c:pt idx="24509">
                  <c:v>0.51733641522196139</c:v>
                </c:pt>
                <c:pt idx="24510">
                  <c:v>0.51735302277250905</c:v>
                </c:pt>
                <c:pt idx="24511">
                  <c:v>0.51736913583211186</c:v>
                </c:pt>
                <c:pt idx="24512">
                  <c:v>0.51756446465092087</c:v>
                </c:pt>
                <c:pt idx="24513">
                  <c:v>0.51771660200776581</c:v>
                </c:pt>
                <c:pt idx="24514">
                  <c:v>0.5178185274529451</c:v>
                </c:pt>
                <c:pt idx="24515">
                  <c:v>0.51789071184928348</c:v>
                </c:pt>
                <c:pt idx="24516">
                  <c:v>0.51795854597877256</c:v>
                </c:pt>
                <c:pt idx="24517">
                  <c:v>0.51810671030597377</c:v>
                </c:pt>
                <c:pt idx="24518">
                  <c:v>0.5182328997455774</c:v>
                </c:pt>
                <c:pt idx="24519">
                  <c:v>0.51825957846119652</c:v>
                </c:pt>
                <c:pt idx="24520">
                  <c:v>0.51867413895260106</c:v>
                </c:pt>
                <c:pt idx="24521">
                  <c:v>0.51867443880978281</c:v>
                </c:pt>
                <c:pt idx="24522">
                  <c:v>0.51894818297285439</c:v>
                </c:pt>
                <c:pt idx="24523">
                  <c:v>0.51894939362944958</c:v>
                </c:pt>
                <c:pt idx="24524">
                  <c:v>0.5190096324740654</c:v>
                </c:pt>
                <c:pt idx="24525">
                  <c:v>0.51948032859895954</c:v>
                </c:pt>
                <c:pt idx="24526">
                  <c:v>0.51974760164182199</c:v>
                </c:pt>
                <c:pt idx="24527">
                  <c:v>0.51981384713361667</c:v>
                </c:pt>
                <c:pt idx="24528">
                  <c:v>0.51987348929424959</c:v>
                </c:pt>
                <c:pt idx="24529">
                  <c:v>0.51988450090629323</c:v>
                </c:pt>
                <c:pt idx="24530">
                  <c:v>0.51993500968656658</c:v>
                </c:pt>
                <c:pt idx="24531">
                  <c:v>0.51996086562640276</c:v>
                </c:pt>
                <c:pt idx="24532">
                  <c:v>0.52008812245157721</c:v>
                </c:pt>
                <c:pt idx="24533">
                  <c:v>0.52018232528968322</c:v>
                </c:pt>
                <c:pt idx="24534">
                  <c:v>0.52018285787100593</c:v>
                </c:pt>
                <c:pt idx="24535">
                  <c:v>0.52026899179311492</c:v>
                </c:pt>
                <c:pt idx="24536">
                  <c:v>0.52032548612129725</c:v>
                </c:pt>
                <c:pt idx="24537">
                  <c:v>0.52039717105423511</c:v>
                </c:pt>
                <c:pt idx="24538">
                  <c:v>0.5204656963930725</c:v>
                </c:pt>
                <c:pt idx="24539">
                  <c:v>0.52060470898557143</c:v>
                </c:pt>
                <c:pt idx="24540">
                  <c:v>0.52069679478837227</c:v>
                </c:pt>
                <c:pt idx="24541">
                  <c:v>0.52103070145261765</c:v>
                </c:pt>
                <c:pt idx="24542">
                  <c:v>0.52128085692075232</c:v>
                </c:pt>
                <c:pt idx="24543">
                  <c:v>0.52134052874431369</c:v>
                </c:pt>
                <c:pt idx="24544">
                  <c:v>0.52143694483331626</c:v>
                </c:pt>
                <c:pt idx="24545">
                  <c:v>0.52146766740634587</c:v>
                </c:pt>
                <c:pt idx="24546">
                  <c:v>0.52156247259593636</c:v>
                </c:pt>
                <c:pt idx="24547">
                  <c:v>0.52183841422528998</c:v>
                </c:pt>
                <c:pt idx="24548">
                  <c:v>0.52193897173510595</c:v>
                </c:pt>
                <c:pt idx="24549">
                  <c:v>0.52204439687164017</c:v>
                </c:pt>
                <c:pt idx="24550">
                  <c:v>0.5220873057967067</c:v>
                </c:pt>
                <c:pt idx="24551">
                  <c:v>0.52208765593376816</c:v>
                </c:pt>
                <c:pt idx="24552">
                  <c:v>0.52217677590560263</c:v>
                </c:pt>
                <c:pt idx="24553">
                  <c:v>0.52227144123981251</c:v>
                </c:pt>
                <c:pt idx="24554">
                  <c:v>0.52227486769296205</c:v>
                </c:pt>
                <c:pt idx="24555">
                  <c:v>0.52233593290400904</c:v>
                </c:pt>
                <c:pt idx="24556">
                  <c:v>0.52242679507418988</c:v>
                </c:pt>
                <c:pt idx="24557">
                  <c:v>0.5225484106683258</c:v>
                </c:pt>
                <c:pt idx="24558">
                  <c:v>0.52255890061310017</c:v>
                </c:pt>
                <c:pt idx="24559">
                  <c:v>0.5226759272703605</c:v>
                </c:pt>
                <c:pt idx="24560">
                  <c:v>0.52275072055934435</c:v>
                </c:pt>
                <c:pt idx="24561">
                  <c:v>0.52310673035563793</c:v>
                </c:pt>
                <c:pt idx="24562">
                  <c:v>0.52311307257007555</c:v>
                </c:pt>
                <c:pt idx="24563">
                  <c:v>0.52315037952063081</c:v>
                </c:pt>
                <c:pt idx="24564">
                  <c:v>0.52318620035303498</c:v>
                </c:pt>
                <c:pt idx="24565">
                  <c:v>0.52321817261351988</c:v>
                </c:pt>
                <c:pt idx="24566">
                  <c:v>0.52324719393541441</c:v>
                </c:pt>
                <c:pt idx="24567">
                  <c:v>0.523289151992826</c:v>
                </c:pt>
                <c:pt idx="24568">
                  <c:v>0.52331072835894654</c:v>
                </c:pt>
                <c:pt idx="24569">
                  <c:v>0.52342141912779538</c:v>
                </c:pt>
                <c:pt idx="24570">
                  <c:v>0.52355416706752878</c:v>
                </c:pt>
                <c:pt idx="24571">
                  <c:v>0.52356367116247138</c:v>
                </c:pt>
                <c:pt idx="24572">
                  <c:v>0.52368319269173624</c:v>
                </c:pt>
                <c:pt idx="24573">
                  <c:v>0.52377066240865244</c:v>
                </c:pt>
                <c:pt idx="24574">
                  <c:v>0.52398229245077399</c:v>
                </c:pt>
                <c:pt idx="24575">
                  <c:v>0.52408191530245329</c:v>
                </c:pt>
                <c:pt idx="24576">
                  <c:v>0.52434994442475402</c:v>
                </c:pt>
                <c:pt idx="24577">
                  <c:v>0.52437998980678524</c:v>
                </c:pt>
                <c:pt idx="24578">
                  <c:v>0.52474114868989119</c:v>
                </c:pt>
                <c:pt idx="24579">
                  <c:v>0.52496809860847937</c:v>
                </c:pt>
                <c:pt idx="24580">
                  <c:v>0.52503593817172811</c:v>
                </c:pt>
                <c:pt idx="24581">
                  <c:v>0.52511176853753483</c:v>
                </c:pt>
                <c:pt idx="24582">
                  <c:v>0.52540397022465446</c:v>
                </c:pt>
                <c:pt idx="24583">
                  <c:v>0.5254382419319914</c:v>
                </c:pt>
                <c:pt idx="24584">
                  <c:v>0.52555545911141321</c:v>
                </c:pt>
                <c:pt idx="24585">
                  <c:v>0.52566524215306143</c:v>
                </c:pt>
                <c:pt idx="24586">
                  <c:v>0.52575245958596883</c:v>
                </c:pt>
                <c:pt idx="24587">
                  <c:v>0.52583737533559471</c:v>
                </c:pt>
                <c:pt idx="24588">
                  <c:v>0.52604093181580225</c:v>
                </c:pt>
                <c:pt idx="24589">
                  <c:v>0.52605852348324766</c:v>
                </c:pt>
                <c:pt idx="24590">
                  <c:v>0.52617667954214409</c:v>
                </c:pt>
                <c:pt idx="24591">
                  <c:v>0.52624344170831883</c:v>
                </c:pt>
                <c:pt idx="24592">
                  <c:v>0.52645711450073318</c:v>
                </c:pt>
                <c:pt idx="24593">
                  <c:v>0.52650754198258376</c:v>
                </c:pt>
                <c:pt idx="24594">
                  <c:v>0.52657995009611602</c:v>
                </c:pt>
                <c:pt idx="24595">
                  <c:v>0.52669763915516055</c:v>
                </c:pt>
                <c:pt idx="24596">
                  <c:v>0.52686687099469909</c:v>
                </c:pt>
                <c:pt idx="24597">
                  <c:v>0.5271234571157164</c:v>
                </c:pt>
                <c:pt idx="24598">
                  <c:v>0.52713941603160142</c:v>
                </c:pt>
                <c:pt idx="24599">
                  <c:v>0.52742397733610802</c:v>
                </c:pt>
                <c:pt idx="24600">
                  <c:v>0.52761560255221385</c:v>
                </c:pt>
                <c:pt idx="24601">
                  <c:v>0.52784927601016318</c:v>
                </c:pt>
                <c:pt idx="24602">
                  <c:v>0.52791658517763584</c:v>
                </c:pt>
                <c:pt idx="24603">
                  <c:v>0.52795029016579798</c:v>
                </c:pt>
                <c:pt idx="24604">
                  <c:v>0.52797018004227536</c:v>
                </c:pt>
                <c:pt idx="24605">
                  <c:v>0.5281826028131934</c:v>
                </c:pt>
                <c:pt idx="24606">
                  <c:v>0.52826862262047858</c:v>
                </c:pt>
                <c:pt idx="24607">
                  <c:v>0.52827406758472761</c:v>
                </c:pt>
                <c:pt idx="24608">
                  <c:v>0.52845289357408709</c:v>
                </c:pt>
                <c:pt idx="24609">
                  <c:v>0.52857925317986765</c:v>
                </c:pt>
                <c:pt idx="24610">
                  <c:v>0.52883248960136797</c:v>
                </c:pt>
                <c:pt idx="24611">
                  <c:v>0.5288587277149952</c:v>
                </c:pt>
                <c:pt idx="24612">
                  <c:v>0.52887549877725426</c:v>
                </c:pt>
                <c:pt idx="24613">
                  <c:v>0.52897905851194515</c:v>
                </c:pt>
                <c:pt idx="24614">
                  <c:v>0.52899525898393929</c:v>
                </c:pt>
                <c:pt idx="24615">
                  <c:v>0.52901463671701543</c:v>
                </c:pt>
                <c:pt idx="24616">
                  <c:v>0.5294986935478081</c:v>
                </c:pt>
                <c:pt idx="24617">
                  <c:v>0.5295890231763648</c:v>
                </c:pt>
                <c:pt idx="24618">
                  <c:v>0.529672651908346</c:v>
                </c:pt>
                <c:pt idx="24619">
                  <c:v>0.52969052092942537</c:v>
                </c:pt>
                <c:pt idx="24620">
                  <c:v>0.52975254296133367</c:v>
                </c:pt>
                <c:pt idx="24621">
                  <c:v>0.52995023924867335</c:v>
                </c:pt>
                <c:pt idx="24622">
                  <c:v>0.53005631504304362</c:v>
                </c:pt>
                <c:pt idx="24623">
                  <c:v>0.53006375427833885</c:v>
                </c:pt>
                <c:pt idx="24624">
                  <c:v>0.53036227310414763</c:v>
                </c:pt>
                <c:pt idx="24625">
                  <c:v>0.53037988490533761</c:v>
                </c:pt>
                <c:pt idx="24626">
                  <c:v>0.53039416333156453</c:v>
                </c:pt>
                <c:pt idx="24627">
                  <c:v>0.53041903216745245</c:v>
                </c:pt>
                <c:pt idx="24628">
                  <c:v>0.53043298530938343</c:v>
                </c:pt>
                <c:pt idx="24629">
                  <c:v>0.53050365740086081</c:v>
                </c:pt>
                <c:pt idx="24630">
                  <c:v>0.53050565147207429</c:v>
                </c:pt>
                <c:pt idx="24631">
                  <c:v>0.53051259579871279</c:v>
                </c:pt>
                <c:pt idx="24632">
                  <c:v>0.53054198853082446</c:v>
                </c:pt>
                <c:pt idx="24633">
                  <c:v>0.53054899375970765</c:v>
                </c:pt>
                <c:pt idx="24634">
                  <c:v>0.53060904985783053</c:v>
                </c:pt>
                <c:pt idx="24635">
                  <c:v>0.53062832042619379</c:v>
                </c:pt>
                <c:pt idx="24636">
                  <c:v>0.53076396837478612</c:v>
                </c:pt>
                <c:pt idx="24637">
                  <c:v>0.53082488373826386</c:v>
                </c:pt>
                <c:pt idx="24638">
                  <c:v>0.53090941792671009</c:v>
                </c:pt>
                <c:pt idx="24639">
                  <c:v>0.53092913157764154</c:v>
                </c:pt>
                <c:pt idx="24640">
                  <c:v>0.53105089199660649</c:v>
                </c:pt>
                <c:pt idx="24641">
                  <c:v>0.53148571296008496</c:v>
                </c:pt>
                <c:pt idx="24642">
                  <c:v>0.531572259001863</c:v>
                </c:pt>
                <c:pt idx="24643">
                  <c:v>0.5316529554576741</c:v>
                </c:pt>
                <c:pt idx="24644">
                  <c:v>0.53165829684705657</c:v>
                </c:pt>
                <c:pt idx="24645">
                  <c:v>0.53176523403335885</c:v>
                </c:pt>
                <c:pt idx="24646">
                  <c:v>0.53181285787970478</c:v>
                </c:pt>
                <c:pt idx="24647">
                  <c:v>0.53183076068300672</c:v>
                </c:pt>
                <c:pt idx="24648">
                  <c:v>0.53187142680443378</c:v>
                </c:pt>
                <c:pt idx="24649">
                  <c:v>0.53195904581471154</c:v>
                </c:pt>
                <c:pt idx="24650">
                  <c:v>0.53203077086385242</c:v>
                </c:pt>
                <c:pt idx="24651">
                  <c:v>0.53212297160328093</c:v>
                </c:pt>
                <c:pt idx="24652">
                  <c:v>0.53214965706133155</c:v>
                </c:pt>
                <c:pt idx="24653">
                  <c:v>0.53218662400742478</c:v>
                </c:pt>
                <c:pt idx="24654">
                  <c:v>0.53220364036375511</c:v>
                </c:pt>
                <c:pt idx="24655">
                  <c:v>0.53249449402978277</c:v>
                </c:pt>
                <c:pt idx="24656">
                  <c:v>0.53295537425614747</c:v>
                </c:pt>
                <c:pt idx="24657">
                  <c:v>0.53304729687928953</c:v>
                </c:pt>
                <c:pt idx="24658">
                  <c:v>0.53305190929961666</c:v>
                </c:pt>
                <c:pt idx="24659">
                  <c:v>0.53310042343712116</c:v>
                </c:pt>
                <c:pt idx="24660">
                  <c:v>0.53317149244479412</c:v>
                </c:pt>
                <c:pt idx="24661">
                  <c:v>0.5332235742824426</c:v>
                </c:pt>
                <c:pt idx="24662">
                  <c:v>0.5333055474438364</c:v>
                </c:pt>
                <c:pt idx="24663">
                  <c:v>0.53357856680256543</c:v>
                </c:pt>
                <c:pt idx="24664">
                  <c:v>0.53370670976384116</c:v>
                </c:pt>
                <c:pt idx="24665">
                  <c:v>0.53382404155213625</c:v>
                </c:pt>
                <c:pt idx="24666">
                  <c:v>0.53383114122926945</c:v>
                </c:pt>
                <c:pt idx="24667">
                  <c:v>0.53385891230371929</c:v>
                </c:pt>
                <c:pt idx="24668">
                  <c:v>0.53392736469075741</c:v>
                </c:pt>
                <c:pt idx="24669">
                  <c:v>0.53395530414148673</c:v>
                </c:pt>
                <c:pt idx="24670">
                  <c:v>0.53402609744414031</c:v>
                </c:pt>
                <c:pt idx="24671">
                  <c:v>0.53407087752971505</c:v>
                </c:pt>
                <c:pt idx="24672">
                  <c:v>0.53414739791712296</c:v>
                </c:pt>
                <c:pt idx="24673">
                  <c:v>0.53417896620633443</c:v>
                </c:pt>
                <c:pt idx="24674">
                  <c:v>0.53429616361871668</c:v>
                </c:pt>
                <c:pt idx="24675">
                  <c:v>0.53432441946772291</c:v>
                </c:pt>
                <c:pt idx="24676">
                  <c:v>0.53444474935510167</c:v>
                </c:pt>
                <c:pt idx="24677">
                  <c:v>0.53471590276883452</c:v>
                </c:pt>
                <c:pt idx="24678">
                  <c:v>0.53500486013182402</c:v>
                </c:pt>
                <c:pt idx="24679">
                  <c:v>0.53501232489883499</c:v>
                </c:pt>
                <c:pt idx="24680">
                  <c:v>0.53507735272548773</c:v>
                </c:pt>
                <c:pt idx="24681">
                  <c:v>0.53529124591813115</c:v>
                </c:pt>
                <c:pt idx="24682">
                  <c:v>0.53561655970631561</c:v>
                </c:pt>
                <c:pt idx="24683">
                  <c:v>0.53567543573695076</c:v>
                </c:pt>
                <c:pt idx="24684">
                  <c:v>0.53587847479802497</c:v>
                </c:pt>
                <c:pt idx="24685">
                  <c:v>0.53601867067693565</c:v>
                </c:pt>
                <c:pt idx="24686">
                  <c:v>0.53604469124322607</c:v>
                </c:pt>
                <c:pt idx="24687">
                  <c:v>0.53647146568266324</c:v>
                </c:pt>
                <c:pt idx="24688">
                  <c:v>0.53654238617366856</c:v>
                </c:pt>
                <c:pt idx="24689">
                  <c:v>0.5365967383668655</c:v>
                </c:pt>
                <c:pt idx="24690">
                  <c:v>0.53667259004376866</c:v>
                </c:pt>
                <c:pt idx="24691">
                  <c:v>0.53692604057537674</c:v>
                </c:pt>
                <c:pt idx="24692">
                  <c:v>0.53701037899445248</c:v>
                </c:pt>
                <c:pt idx="24693">
                  <c:v>0.53711753367351667</c:v>
                </c:pt>
                <c:pt idx="24694">
                  <c:v>0.53730848643824602</c:v>
                </c:pt>
                <c:pt idx="24695">
                  <c:v>0.53736208263620744</c:v>
                </c:pt>
                <c:pt idx="24696">
                  <c:v>0.53760975371241759</c:v>
                </c:pt>
                <c:pt idx="24697">
                  <c:v>0.53764242426545572</c:v>
                </c:pt>
                <c:pt idx="24698">
                  <c:v>0.5376773672214229</c:v>
                </c:pt>
                <c:pt idx="24699">
                  <c:v>0.53777596446781883</c:v>
                </c:pt>
                <c:pt idx="24700">
                  <c:v>0.53779737652666137</c:v>
                </c:pt>
                <c:pt idx="24701">
                  <c:v>0.5378805651978299</c:v>
                </c:pt>
                <c:pt idx="24702">
                  <c:v>0.53816129291801096</c:v>
                </c:pt>
                <c:pt idx="24703">
                  <c:v>0.53831391768481351</c:v>
                </c:pt>
                <c:pt idx="24704">
                  <c:v>0.53833601756229355</c:v>
                </c:pt>
                <c:pt idx="24705">
                  <c:v>0.53855977088511409</c:v>
                </c:pt>
                <c:pt idx="24706">
                  <c:v>0.53860336854334645</c:v>
                </c:pt>
                <c:pt idx="24707">
                  <c:v>0.53866092368707441</c:v>
                </c:pt>
                <c:pt idx="24708">
                  <c:v>0.53916787057283566</c:v>
                </c:pt>
                <c:pt idx="24709">
                  <c:v>0.53926230496298999</c:v>
                </c:pt>
                <c:pt idx="24710">
                  <c:v>0.53940547525330462</c:v>
                </c:pt>
                <c:pt idx="24711">
                  <c:v>0.53947264290787333</c:v>
                </c:pt>
                <c:pt idx="24712">
                  <c:v>0.53990493814169738</c:v>
                </c:pt>
                <c:pt idx="24713">
                  <c:v>0.54004344276601368</c:v>
                </c:pt>
                <c:pt idx="24714">
                  <c:v>0.54005325327950338</c:v>
                </c:pt>
                <c:pt idx="24715">
                  <c:v>0.54006989483052081</c:v>
                </c:pt>
                <c:pt idx="24716">
                  <c:v>0.54011022084079796</c:v>
                </c:pt>
                <c:pt idx="24717">
                  <c:v>0.54020730841166298</c:v>
                </c:pt>
                <c:pt idx="24718">
                  <c:v>0.54021073416025156</c:v>
                </c:pt>
                <c:pt idx="24719">
                  <c:v>0.54031878451242521</c:v>
                </c:pt>
                <c:pt idx="24720">
                  <c:v>0.54050933938854318</c:v>
                </c:pt>
                <c:pt idx="24721">
                  <c:v>0.54066661444242647</c:v>
                </c:pt>
                <c:pt idx="24722">
                  <c:v>0.54099325672367904</c:v>
                </c:pt>
                <c:pt idx="24723">
                  <c:v>0.54129289677220682</c:v>
                </c:pt>
                <c:pt idx="24724">
                  <c:v>0.54161561313099538</c:v>
                </c:pt>
                <c:pt idx="24725">
                  <c:v>0.54173736922516158</c:v>
                </c:pt>
                <c:pt idx="24726">
                  <c:v>0.54178424512387202</c:v>
                </c:pt>
                <c:pt idx="24727">
                  <c:v>0.54186176796835517</c:v>
                </c:pt>
                <c:pt idx="24728">
                  <c:v>0.54197030672502911</c:v>
                </c:pt>
                <c:pt idx="24729">
                  <c:v>0.54245577274758905</c:v>
                </c:pt>
                <c:pt idx="24730">
                  <c:v>0.54251897537230198</c:v>
                </c:pt>
                <c:pt idx="24731">
                  <c:v>0.54257237988648133</c:v>
                </c:pt>
                <c:pt idx="24732">
                  <c:v>0.54273344282003499</c:v>
                </c:pt>
                <c:pt idx="24733">
                  <c:v>0.54275566559428312</c:v>
                </c:pt>
                <c:pt idx="24734">
                  <c:v>0.54277187246763503</c:v>
                </c:pt>
                <c:pt idx="24735">
                  <c:v>0.54294700900321125</c:v>
                </c:pt>
                <c:pt idx="24736">
                  <c:v>0.54297924751700077</c:v>
                </c:pt>
                <c:pt idx="24737">
                  <c:v>0.54298465260643536</c:v>
                </c:pt>
                <c:pt idx="24738">
                  <c:v>0.54311042846098301</c:v>
                </c:pt>
                <c:pt idx="24739">
                  <c:v>0.54313886347972984</c:v>
                </c:pt>
                <c:pt idx="24740">
                  <c:v>0.54328196243354698</c:v>
                </c:pt>
                <c:pt idx="24741">
                  <c:v>0.54352892839336631</c:v>
                </c:pt>
                <c:pt idx="24742">
                  <c:v>0.54359603123800726</c:v>
                </c:pt>
                <c:pt idx="24743">
                  <c:v>0.54365859190414678</c:v>
                </c:pt>
                <c:pt idx="24744">
                  <c:v>0.54373894716969873</c:v>
                </c:pt>
                <c:pt idx="24745">
                  <c:v>0.54448640525912206</c:v>
                </c:pt>
                <c:pt idx="24746">
                  <c:v>0.54451202814485078</c:v>
                </c:pt>
                <c:pt idx="24747">
                  <c:v>0.54466135653225889</c:v>
                </c:pt>
                <c:pt idx="24748">
                  <c:v>0.54468946479602076</c:v>
                </c:pt>
                <c:pt idx="24749">
                  <c:v>0.54470398812559562</c:v>
                </c:pt>
                <c:pt idx="24750">
                  <c:v>0.54486625981044501</c:v>
                </c:pt>
                <c:pt idx="24751">
                  <c:v>0.54500706019997824</c:v>
                </c:pt>
                <c:pt idx="24752">
                  <c:v>0.54501015851267831</c:v>
                </c:pt>
                <c:pt idx="24753">
                  <c:v>0.54518117721340198</c:v>
                </c:pt>
                <c:pt idx="24754">
                  <c:v>0.54554072239905738</c:v>
                </c:pt>
                <c:pt idx="24755">
                  <c:v>0.54579151665983638</c:v>
                </c:pt>
                <c:pt idx="24756">
                  <c:v>0.54603716170936434</c:v>
                </c:pt>
                <c:pt idx="24757">
                  <c:v>0.54608082215103781</c:v>
                </c:pt>
                <c:pt idx="24758">
                  <c:v>0.54625000952030911</c:v>
                </c:pt>
                <c:pt idx="24759">
                  <c:v>0.54626482384729813</c:v>
                </c:pt>
                <c:pt idx="24760">
                  <c:v>0.54651927415227464</c:v>
                </c:pt>
                <c:pt idx="24761">
                  <c:v>0.54666257838108034</c:v>
                </c:pt>
                <c:pt idx="24762">
                  <c:v>0.54667710980741269</c:v>
                </c:pt>
                <c:pt idx="24763">
                  <c:v>0.54676395682478485</c:v>
                </c:pt>
                <c:pt idx="24764">
                  <c:v>0.5469453803647325</c:v>
                </c:pt>
                <c:pt idx="24765">
                  <c:v>0.54699659745308871</c:v>
                </c:pt>
                <c:pt idx="24766">
                  <c:v>0.54774534335664193</c:v>
                </c:pt>
                <c:pt idx="24767">
                  <c:v>0.54796625979904334</c:v>
                </c:pt>
                <c:pt idx="24768">
                  <c:v>0.54799191060502328</c:v>
                </c:pt>
                <c:pt idx="24769">
                  <c:v>0.54801289171227063</c:v>
                </c:pt>
                <c:pt idx="24770">
                  <c:v>0.54807041632187192</c:v>
                </c:pt>
                <c:pt idx="24771">
                  <c:v>0.54838577311358527</c:v>
                </c:pt>
                <c:pt idx="24772">
                  <c:v>0.54844376506518999</c:v>
                </c:pt>
                <c:pt idx="24773">
                  <c:v>0.54856495135235561</c:v>
                </c:pt>
                <c:pt idx="24774">
                  <c:v>0.54862396245071965</c:v>
                </c:pt>
                <c:pt idx="24775">
                  <c:v>0.5486280572180442</c:v>
                </c:pt>
                <c:pt idx="24776">
                  <c:v>0.54873633723666304</c:v>
                </c:pt>
                <c:pt idx="24777">
                  <c:v>0.54879684644810478</c:v>
                </c:pt>
                <c:pt idx="24778">
                  <c:v>0.54892264035548877</c:v>
                </c:pt>
                <c:pt idx="24779">
                  <c:v>0.54900082242835258</c:v>
                </c:pt>
                <c:pt idx="24780">
                  <c:v>0.54900231276732436</c:v>
                </c:pt>
                <c:pt idx="24781">
                  <c:v>0.54902973696272628</c:v>
                </c:pt>
                <c:pt idx="24782">
                  <c:v>0.5490523110867439</c:v>
                </c:pt>
                <c:pt idx="24783">
                  <c:v>0.54934244535991039</c:v>
                </c:pt>
                <c:pt idx="24784">
                  <c:v>0.54935854377265392</c:v>
                </c:pt>
                <c:pt idx="24785">
                  <c:v>0.54948543626238489</c:v>
                </c:pt>
                <c:pt idx="24786">
                  <c:v>0.54951572439362018</c:v>
                </c:pt>
                <c:pt idx="24787">
                  <c:v>0.54952362416253187</c:v>
                </c:pt>
                <c:pt idx="24788">
                  <c:v>0.54958385911097485</c:v>
                </c:pt>
                <c:pt idx="24789">
                  <c:v>0.54960800079556971</c:v>
                </c:pt>
                <c:pt idx="24790">
                  <c:v>0.54961791746033684</c:v>
                </c:pt>
                <c:pt idx="24791">
                  <c:v>0.54962512874065517</c:v>
                </c:pt>
                <c:pt idx="24792">
                  <c:v>0.54964086975805682</c:v>
                </c:pt>
                <c:pt idx="24793">
                  <c:v>0.54976471992389853</c:v>
                </c:pt>
                <c:pt idx="24794">
                  <c:v>0.54992199326572377</c:v>
                </c:pt>
                <c:pt idx="24795">
                  <c:v>0.55000202648481733</c:v>
                </c:pt>
                <c:pt idx="24796">
                  <c:v>0.55002512337002452</c:v>
                </c:pt>
                <c:pt idx="24797">
                  <c:v>0.55006712725882811</c:v>
                </c:pt>
                <c:pt idx="24798">
                  <c:v>0.55010513387668358</c:v>
                </c:pt>
                <c:pt idx="24799">
                  <c:v>0.55022350918007312</c:v>
                </c:pt>
                <c:pt idx="24800">
                  <c:v>0.55030659130224513</c:v>
                </c:pt>
                <c:pt idx="24801">
                  <c:v>0.55037209779635665</c:v>
                </c:pt>
                <c:pt idx="24802">
                  <c:v>0.55046346483162922</c:v>
                </c:pt>
                <c:pt idx="24803">
                  <c:v>0.55064360475339802</c:v>
                </c:pt>
                <c:pt idx="24804">
                  <c:v>0.55079292398396029</c:v>
                </c:pt>
                <c:pt idx="24805">
                  <c:v>0.551004380616125</c:v>
                </c:pt>
                <c:pt idx="24806">
                  <c:v>0.55105637574001853</c:v>
                </c:pt>
                <c:pt idx="24807">
                  <c:v>0.5511389839023918</c:v>
                </c:pt>
                <c:pt idx="24808">
                  <c:v>0.55119716157542087</c:v>
                </c:pt>
                <c:pt idx="24809">
                  <c:v>0.5512625609593389</c:v>
                </c:pt>
                <c:pt idx="24810">
                  <c:v>0.55133336794077759</c:v>
                </c:pt>
                <c:pt idx="24811">
                  <c:v>0.55144723499670345</c:v>
                </c:pt>
                <c:pt idx="24812">
                  <c:v>0.55150260023115938</c:v>
                </c:pt>
                <c:pt idx="24813">
                  <c:v>0.55172238480964997</c:v>
                </c:pt>
                <c:pt idx="24814">
                  <c:v>0.5517422006119661</c:v>
                </c:pt>
                <c:pt idx="24815">
                  <c:v>0.55183819118872079</c:v>
                </c:pt>
                <c:pt idx="24816">
                  <c:v>0.55208426621924234</c:v>
                </c:pt>
                <c:pt idx="24817">
                  <c:v>0.55214542270899769</c:v>
                </c:pt>
                <c:pt idx="24818">
                  <c:v>0.55219390487663333</c:v>
                </c:pt>
                <c:pt idx="24819">
                  <c:v>0.55243518086506771</c:v>
                </c:pt>
                <c:pt idx="24820">
                  <c:v>0.55267305982019466</c:v>
                </c:pt>
                <c:pt idx="24821">
                  <c:v>0.55280327333046608</c:v>
                </c:pt>
                <c:pt idx="24822">
                  <c:v>0.55311385746498487</c:v>
                </c:pt>
                <c:pt idx="24823">
                  <c:v>0.55323944601294917</c:v>
                </c:pt>
                <c:pt idx="24824">
                  <c:v>0.55350287289300992</c:v>
                </c:pt>
                <c:pt idx="24825">
                  <c:v>0.55362506224518138</c:v>
                </c:pt>
                <c:pt idx="24826">
                  <c:v>0.55372577374825405</c:v>
                </c:pt>
                <c:pt idx="24827">
                  <c:v>0.55374013061664928</c:v>
                </c:pt>
                <c:pt idx="24828">
                  <c:v>0.55406314835822867</c:v>
                </c:pt>
                <c:pt idx="24829">
                  <c:v>0.55416006995437184</c:v>
                </c:pt>
                <c:pt idx="24830">
                  <c:v>0.5542839240936861</c:v>
                </c:pt>
                <c:pt idx="24831">
                  <c:v>0.55436660285364714</c:v>
                </c:pt>
                <c:pt idx="24832">
                  <c:v>0.55488494709690683</c:v>
                </c:pt>
                <c:pt idx="24833">
                  <c:v>0.55508439324164072</c:v>
                </c:pt>
                <c:pt idx="24834">
                  <c:v>0.5552367781124804</c:v>
                </c:pt>
                <c:pt idx="24835">
                  <c:v>0.55540794024685824</c:v>
                </c:pt>
                <c:pt idx="24836">
                  <c:v>0.55543692917001142</c:v>
                </c:pt>
                <c:pt idx="24837">
                  <c:v>0.55549642944691424</c:v>
                </c:pt>
                <c:pt idx="24838">
                  <c:v>0.55551967707063465</c:v>
                </c:pt>
                <c:pt idx="24839">
                  <c:v>0.55559066303391391</c:v>
                </c:pt>
                <c:pt idx="24840">
                  <c:v>0.55570652352661387</c:v>
                </c:pt>
                <c:pt idx="24841">
                  <c:v>0.55572505576897679</c:v>
                </c:pt>
                <c:pt idx="24842">
                  <c:v>0.55616351361420024</c:v>
                </c:pt>
                <c:pt idx="24843">
                  <c:v>0.55617373702199724</c:v>
                </c:pt>
                <c:pt idx="24844">
                  <c:v>0.55637646738854529</c:v>
                </c:pt>
                <c:pt idx="24845">
                  <c:v>0.55644776184616229</c:v>
                </c:pt>
                <c:pt idx="24846">
                  <c:v>0.55646767113383044</c:v>
                </c:pt>
                <c:pt idx="24847">
                  <c:v>0.55659846693881287</c:v>
                </c:pt>
                <c:pt idx="24848">
                  <c:v>0.55661504239107984</c:v>
                </c:pt>
                <c:pt idx="24849">
                  <c:v>0.55671682796284339</c:v>
                </c:pt>
                <c:pt idx="24850">
                  <c:v>0.55678880493079386</c:v>
                </c:pt>
                <c:pt idx="24851">
                  <c:v>0.55702975610433192</c:v>
                </c:pt>
                <c:pt idx="24852">
                  <c:v>0.55717827177814994</c:v>
                </c:pt>
                <c:pt idx="24853">
                  <c:v>0.55717999078986524</c:v>
                </c:pt>
                <c:pt idx="24854">
                  <c:v>0.55729438685648225</c:v>
                </c:pt>
                <c:pt idx="24855">
                  <c:v>0.55730971752105618</c:v>
                </c:pt>
                <c:pt idx="24856">
                  <c:v>0.55735539862916483</c:v>
                </c:pt>
                <c:pt idx="24857">
                  <c:v>0.55746972065321898</c:v>
                </c:pt>
                <c:pt idx="24858">
                  <c:v>0.55751228795539809</c:v>
                </c:pt>
                <c:pt idx="24859">
                  <c:v>0.5576408979848636</c:v>
                </c:pt>
                <c:pt idx="24860">
                  <c:v>0.55770358391679775</c:v>
                </c:pt>
                <c:pt idx="24861">
                  <c:v>0.55785263213086955</c:v>
                </c:pt>
                <c:pt idx="24862">
                  <c:v>0.55797923674784045</c:v>
                </c:pt>
                <c:pt idx="24863">
                  <c:v>0.55822803239256291</c:v>
                </c:pt>
                <c:pt idx="24864">
                  <c:v>0.55830408271051035</c:v>
                </c:pt>
                <c:pt idx="24865">
                  <c:v>0.55838608796794975</c:v>
                </c:pt>
                <c:pt idx="24866">
                  <c:v>0.55859105650094243</c:v>
                </c:pt>
                <c:pt idx="24867">
                  <c:v>0.55920368561770462</c:v>
                </c:pt>
                <c:pt idx="24868">
                  <c:v>0.55937248182775512</c:v>
                </c:pt>
                <c:pt idx="24869">
                  <c:v>0.55942249123530019</c:v>
                </c:pt>
                <c:pt idx="24870">
                  <c:v>0.5596079874354617</c:v>
                </c:pt>
                <c:pt idx="24871">
                  <c:v>0.55975855159312915</c:v>
                </c:pt>
                <c:pt idx="24872">
                  <c:v>0.55989159318876369</c:v>
                </c:pt>
                <c:pt idx="24873">
                  <c:v>0.56011042679356804</c:v>
                </c:pt>
                <c:pt idx="24874">
                  <c:v>0.56049996636530752</c:v>
                </c:pt>
                <c:pt idx="24875">
                  <c:v>0.56059708525018737</c:v>
                </c:pt>
                <c:pt idx="24876">
                  <c:v>0.56063319283072954</c:v>
                </c:pt>
                <c:pt idx="24877">
                  <c:v>0.56078304204789831</c:v>
                </c:pt>
                <c:pt idx="24878">
                  <c:v>0.56079018210664699</c:v>
                </c:pt>
                <c:pt idx="24879">
                  <c:v>0.56080352166871628</c:v>
                </c:pt>
                <c:pt idx="24880">
                  <c:v>0.56104434604830844</c:v>
                </c:pt>
                <c:pt idx="24881">
                  <c:v>0.56110449154234765</c:v>
                </c:pt>
                <c:pt idx="24882">
                  <c:v>0.56111605434363532</c:v>
                </c:pt>
                <c:pt idx="24883">
                  <c:v>0.56129969725268103</c:v>
                </c:pt>
                <c:pt idx="24884">
                  <c:v>0.56133917608382278</c:v>
                </c:pt>
                <c:pt idx="24885">
                  <c:v>0.56144164400251606</c:v>
                </c:pt>
                <c:pt idx="24886">
                  <c:v>0.56186647220908215</c:v>
                </c:pt>
                <c:pt idx="24887">
                  <c:v>0.56190620121907631</c:v>
                </c:pt>
                <c:pt idx="24888">
                  <c:v>0.56221822436783808</c:v>
                </c:pt>
                <c:pt idx="24889">
                  <c:v>0.56226615845450145</c:v>
                </c:pt>
                <c:pt idx="24890">
                  <c:v>0.56270045563195914</c:v>
                </c:pt>
                <c:pt idx="24891">
                  <c:v>0.56279348496740411</c:v>
                </c:pt>
                <c:pt idx="24892">
                  <c:v>0.56334619736045122</c:v>
                </c:pt>
                <c:pt idx="24893">
                  <c:v>0.56343124922994881</c:v>
                </c:pt>
                <c:pt idx="24894">
                  <c:v>0.56363097564818854</c:v>
                </c:pt>
                <c:pt idx="24895">
                  <c:v>0.5636468095622964</c:v>
                </c:pt>
                <c:pt idx="24896">
                  <c:v>0.56377189021444962</c:v>
                </c:pt>
                <c:pt idx="24897">
                  <c:v>0.56385033814513552</c:v>
                </c:pt>
                <c:pt idx="24898">
                  <c:v>0.56390818948731458</c:v>
                </c:pt>
                <c:pt idx="24899">
                  <c:v>0.56398156245859365</c:v>
                </c:pt>
                <c:pt idx="24900">
                  <c:v>0.56409501542443796</c:v>
                </c:pt>
                <c:pt idx="24901">
                  <c:v>0.56432217966580278</c:v>
                </c:pt>
                <c:pt idx="24902">
                  <c:v>0.56438287697509426</c:v>
                </c:pt>
                <c:pt idx="24903">
                  <c:v>0.56438443462466925</c:v>
                </c:pt>
                <c:pt idx="24904">
                  <c:v>0.56443337096415602</c:v>
                </c:pt>
                <c:pt idx="24905">
                  <c:v>0.56473935245202966</c:v>
                </c:pt>
                <c:pt idx="24906">
                  <c:v>0.56483160171515145</c:v>
                </c:pt>
                <c:pt idx="24907">
                  <c:v>0.56488181097256662</c:v>
                </c:pt>
                <c:pt idx="24908">
                  <c:v>0.56504485587048503</c:v>
                </c:pt>
                <c:pt idx="24909">
                  <c:v>0.56519284786791024</c:v>
                </c:pt>
                <c:pt idx="24910">
                  <c:v>0.56522686333037686</c:v>
                </c:pt>
                <c:pt idx="24911">
                  <c:v>0.56534234446933862</c:v>
                </c:pt>
                <c:pt idx="24912">
                  <c:v>0.56542851107260572</c:v>
                </c:pt>
                <c:pt idx="24913">
                  <c:v>0.56593778122989291</c:v>
                </c:pt>
                <c:pt idx="24914">
                  <c:v>0.56607899080058299</c:v>
                </c:pt>
                <c:pt idx="24915">
                  <c:v>0.56611467767475288</c:v>
                </c:pt>
                <c:pt idx="24916">
                  <c:v>0.56657454124300721</c:v>
                </c:pt>
                <c:pt idx="24917">
                  <c:v>0.56673381391656741</c:v>
                </c:pt>
                <c:pt idx="24918">
                  <c:v>0.56676988297546027</c:v>
                </c:pt>
                <c:pt idx="24919">
                  <c:v>0.56691570898705945</c:v>
                </c:pt>
                <c:pt idx="24920">
                  <c:v>0.56699942827952021</c:v>
                </c:pt>
                <c:pt idx="24921">
                  <c:v>0.56703709065438879</c:v>
                </c:pt>
                <c:pt idx="24922">
                  <c:v>0.56708353057720051</c:v>
                </c:pt>
                <c:pt idx="24923">
                  <c:v>0.56712316505497073</c:v>
                </c:pt>
                <c:pt idx="24924">
                  <c:v>0.56741986875413086</c:v>
                </c:pt>
                <c:pt idx="24925">
                  <c:v>0.56752677151038</c:v>
                </c:pt>
                <c:pt idx="24926">
                  <c:v>0.56757619434661233</c:v>
                </c:pt>
                <c:pt idx="24927">
                  <c:v>0.56758872223641166</c:v>
                </c:pt>
                <c:pt idx="24928">
                  <c:v>0.5676238411905804</c:v>
                </c:pt>
                <c:pt idx="24929">
                  <c:v>0.56775592696381549</c:v>
                </c:pt>
                <c:pt idx="24930">
                  <c:v>0.56779998042731905</c:v>
                </c:pt>
                <c:pt idx="24931">
                  <c:v>0.56787956396508754</c:v>
                </c:pt>
                <c:pt idx="24932">
                  <c:v>0.5679379123138466</c:v>
                </c:pt>
                <c:pt idx="24933">
                  <c:v>0.56793866970142293</c:v>
                </c:pt>
                <c:pt idx="24934">
                  <c:v>0.56804258088057813</c:v>
                </c:pt>
                <c:pt idx="24935">
                  <c:v>0.56825136937022647</c:v>
                </c:pt>
                <c:pt idx="24936">
                  <c:v>0.56833320852245128</c:v>
                </c:pt>
                <c:pt idx="24937">
                  <c:v>0.56843383679457382</c:v>
                </c:pt>
                <c:pt idx="24938">
                  <c:v>0.56866535865040435</c:v>
                </c:pt>
                <c:pt idx="24939">
                  <c:v>0.5689250667084591</c:v>
                </c:pt>
                <c:pt idx="24940">
                  <c:v>0.56895005734639659</c:v>
                </c:pt>
                <c:pt idx="24941">
                  <c:v>0.56903200696177825</c:v>
                </c:pt>
                <c:pt idx="24942">
                  <c:v>0.56911722441916246</c:v>
                </c:pt>
                <c:pt idx="24943">
                  <c:v>0.56912720710510412</c:v>
                </c:pt>
                <c:pt idx="24944">
                  <c:v>0.56947584519706218</c:v>
                </c:pt>
                <c:pt idx="24945">
                  <c:v>0.56965746538786022</c:v>
                </c:pt>
                <c:pt idx="24946">
                  <c:v>0.57010660209738784</c:v>
                </c:pt>
                <c:pt idx="24947">
                  <c:v>0.5702139108548987</c:v>
                </c:pt>
                <c:pt idx="24948">
                  <c:v>0.57022480292039401</c:v>
                </c:pt>
                <c:pt idx="24949">
                  <c:v>0.57070568135012256</c:v>
                </c:pt>
                <c:pt idx="24950">
                  <c:v>0.57075574216643943</c:v>
                </c:pt>
                <c:pt idx="24951">
                  <c:v>0.57084130437982061</c:v>
                </c:pt>
                <c:pt idx="24952">
                  <c:v>0.5709429745579474</c:v>
                </c:pt>
                <c:pt idx="24953">
                  <c:v>0.57203138698194256</c:v>
                </c:pt>
                <c:pt idx="24954">
                  <c:v>0.57211945797729968</c:v>
                </c:pt>
                <c:pt idx="24955">
                  <c:v>0.57214434922603197</c:v>
                </c:pt>
                <c:pt idx="24956">
                  <c:v>0.57224135194202941</c:v>
                </c:pt>
                <c:pt idx="24957">
                  <c:v>0.57224310255876709</c:v>
                </c:pt>
                <c:pt idx="24958">
                  <c:v>0.57224686163659466</c:v>
                </c:pt>
                <c:pt idx="24959">
                  <c:v>0.57225872432507219</c:v>
                </c:pt>
                <c:pt idx="24960">
                  <c:v>0.57229097005644036</c:v>
                </c:pt>
                <c:pt idx="24961">
                  <c:v>0.57229395482763967</c:v>
                </c:pt>
                <c:pt idx="24962">
                  <c:v>0.57244359496670794</c:v>
                </c:pt>
                <c:pt idx="24963">
                  <c:v>0.57269289650057087</c:v>
                </c:pt>
                <c:pt idx="24964">
                  <c:v>0.57269844474764342</c:v>
                </c:pt>
                <c:pt idx="24965">
                  <c:v>0.57273677213938023</c:v>
                </c:pt>
                <c:pt idx="24966">
                  <c:v>0.57294532809185017</c:v>
                </c:pt>
                <c:pt idx="24967">
                  <c:v>0.57312182352925012</c:v>
                </c:pt>
                <c:pt idx="24968">
                  <c:v>0.57318944146530015</c:v>
                </c:pt>
                <c:pt idx="24969">
                  <c:v>0.57321333240340688</c:v>
                </c:pt>
                <c:pt idx="24970">
                  <c:v>0.57323009434231509</c:v>
                </c:pt>
                <c:pt idx="24971">
                  <c:v>0.57326443355291756</c:v>
                </c:pt>
                <c:pt idx="24972">
                  <c:v>0.57327027370956007</c:v>
                </c:pt>
                <c:pt idx="24973">
                  <c:v>0.57350366431739486</c:v>
                </c:pt>
                <c:pt idx="24974">
                  <c:v>0.57354788614667307</c:v>
                </c:pt>
                <c:pt idx="24975">
                  <c:v>0.57359038648464344</c:v>
                </c:pt>
                <c:pt idx="24976">
                  <c:v>0.5738098341178921</c:v>
                </c:pt>
                <c:pt idx="24977">
                  <c:v>0.57383249016974658</c:v>
                </c:pt>
                <c:pt idx="24978">
                  <c:v>0.57396633881165438</c:v>
                </c:pt>
                <c:pt idx="24979">
                  <c:v>0.5742078302867355</c:v>
                </c:pt>
                <c:pt idx="24980">
                  <c:v>0.57451975181100934</c:v>
                </c:pt>
                <c:pt idx="24981">
                  <c:v>0.57453234268613651</c:v>
                </c:pt>
                <c:pt idx="24982">
                  <c:v>0.57462325900771472</c:v>
                </c:pt>
                <c:pt idx="24983">
                  <c:v>0.57498215113372253</c:v>
                </c:pt>
                <c:pt idx="24984">
                  <c:v>0.57503305281826211</c:v>
                </c:pt>
                <c:pt idx="24985">
                  <c:v>0.57504571565275364</c:v>
                </c:pt>
                <c:pt idx="24986">
                  <c:v>0.57506411453253981</c:v>
                </c:pt>
                <c:pt idx="24987">
                  <c:v>0.57533815450348347</c:v>
                </c:pt>
                <c:pt idx="24988">
                  <c:v>0.57539422213215663</c:v>
                </c:pt>
                <c:pt idx="24989">
                  <c:v>0.57554930857741493</c:v>
                </c:pt>
                <c:pt idx="24990">
                  <c:v>0.57556365799068621</c:v>
                </c:pt>
                <c:pt idx="24991">
                  <c:v>0.57563633122626057</c:v>
                </c:pt>
                <c:pt idx="24992">
                  <c:v>0.5758175403421345</c:v>
                </c:pt>
                <c:pt idx="24993">
                  <c:v>0.57594465935916617</c:v>
                </c:pt>
                <c:pt idx="24994">
                  <c:v>0.57619851610526329</c:v>
                </c:pt>
                <c:pt idx="24995">
                  <c:v>0.57623500182502307</c:v>
                </c:pt>
                <c:pt idx="24996">
                  <c:v>0.57633513050236618</c:v>
                </c:pt>
                <c:pt idx="24997">
                  <c:v>0.576377121890011</c:v>
                </c:pt>
                <c:pt idx="24998">
                  <c:v>0.57689945839590706</c:v>
                </c:pt>
                <c:pt idx="24999">
                  <c:v>0.57695510622909696</c:v>
                </c:pt>
                <c:pt idx="25000">
                  <c:v>0.57733782000091138</c:v>
                </c:pt>
                <c:pt idx="25001">
                  <c:v>0.577408673115412</c:v>
                </c:pt>
                <c:pt idx="25002">
                  <c:v>0.57750197216996924</c:v>
                </c:pt>
                <c:pt idx="25003">
                  <c:v>0.57773024789906546</c:v>
                </c:pt>
                <c:pt idx="25004">
                  <c:v>0.57787004983554857</c:v>
                </c:pt>
                <c:pt idx="25005">
                  <c:v>0.57787394200027953</c:v>
                </c:pt>
                <c:pt idx="25006">
                  <c:v>0.57789515691339721</c:v>
                </c:pt>
                <c:pt idx="25007">
                  <c:v>0.57828219810592585</c:v>
                </c:pt>
                <c:pt idx="25008">
                  <c:v>0.57867172152890956</c:v>
                </c:pt>
                <c:pt idx="25009">
                  <c:v>0.57874025389263373</c:v>
                </c:pt>
                <c:pt idx="25010">
                  <c:v>0.57877454960854391</c:v>
                </c:pt>
                <c:pt idx="25011">
                  <c:v>0.5788824863516151</c:v>
                </c:pt>
                <c:pt idx="25012">
                  <c:v>0.57904108164735657</c:v>
                </c:pt>
                <c:pt idx="25013">
                  <c:v>0.5791833168964482</c:v>
                </c:pt>
                <c:pt idx="25014">
                  <c:v>0.57925905754168561</c:v>
                </c:pt>
                <c:pt idx="25015">
                  <c:v>0.57926572036219715</c:v>
                </c:pt>
                <c:pt idx="25016">
                  <c:v>0.57943117405515243</c:v>
                </c:pt>
                <c:pt idx="25017">
                  <c:v>0.57977468428843293</c:v>
                </c:pt>
                <c:pt idx="25018">
                  <c:v>0.57993057407713067</c:v>
                </c:pt>
                <c:pt idx="25019">
                  <c:v>0.58035535126415494</c:v>
                </c:pt>
                <c:pt idx="25020">
                  <c:v>0.58119282196822419</c:v>
                </c:pt>
                <c:pt idx="25021">
                  <c:v>0.58121591913162096</c:v>
                </c:pt>
                <c:pt idx="25022">
                  <c:v>0.58122341760904395</c:v>
                </c:pt>
                <c:pt idx="25023">
                  <c:v>0.58126661070766106</c:v>
                </c:pt>
                <c:pt idx="25024">
                  <c:v>0.58152359041506041</c:v>
                </c:pt>
                <c:pt idx="25025">
                  <c:v>0.58163698720122148</c:v>
                </c:pt>
                <c:pt idx="25026">
                  <c:v>0.58164294538713479</c:v>
                </c:pt>
                <c:pt idx="25027">
                  <c:v>0.58174097929385904</c:v>
                </c:pt>
                <c:pt idx="25028">
                  <c:v>0.58178921912640147</c:v>
                </c:pt>
                <c:pt idx="25029">
                  <c:v>0.58190861212567035</c:v>
                </c:pt>
                <c:pt idx="25030">
                  <c:v>0.58200398639978768</c:v>
                </c:pt>
                <c:pt idx="25031">
                  <c:v>0.58209065889248435</c:v>
                </c:pt>
                <c:pt idx="25032">
                  <c:v>0.5823840450536707</c:v>
                </c:pt>
                <c:pt idx="25033">
                  <c:v>0.58267870273599209</c:v>
                </c:pt>
                <c:pt idx="25034">
                  <c:v>0.5830468100192997</c:v>
                </c:pt>
                <c:pt idx="25035">
                  <c:v>0.58340051605631127</c:v>
                </c:pt>
                <c:pt idx="25036">
                  <c:v>0.58354697541821809</c:v>
                </c:pt>
                <c:pt idx="25037">
                  <c:v>0.58362937933961534</c:v>
                </c:pt>
                <c:pt idx="25038">
                  <c:v>0.58371629988009532</c:v>
                </c:pt>
                <c:pt idx="25039">
                  <c:v>0.58379188632607693</c:v>
                </c:pt>
                <c:pt idx="25040">
                  <c:v>0.58383500762662432</c:v>
                </c:pt>
                <c:pt idx="25041">
                  <c:v>0.58421900368640434</c:v>
                </c:pt>
                <c:pt idx="25042">
                  <c:v>0.58434875700005651</c:v>
                </c:pt>
                <c:pt idx="25043">
                  <c:v>0.58450661744130139</c:v>
                </c:pt>
                <c:pt idx="25044">
                  <c:v>0.58515245242839342</c:v>
                </c:pt>
                <c:pt idx="25045">
                  <c:v>0.58525636666670611</c:v>
                </c:pt>
                <c:pt idx="25046">
                  <c:v>0.58560663461181128</c:v>
                </c:pt>
                <c:pt idx="25047">
                  <c:v>0.58564966486444536</c:v>
                </c:pt>
                <c:pt idx="25048">
                  <c:v>0.58572319891943792</c:v>
                </c:pt>
                <c:pt idx="25049">
                  <c:v>0.58578210790165952</c:v>
                </c:pt>
                <c:pt idx="25050">
                  <c:v>0.58620658331049802</c:v>
                </c:pt>
                <c:pt idx="25051">
                  <c:v>0.58635306155784861</c:v>
                </c:pt>
                <c:pt idx="25052">
                  <c:v>0.58642749405179062</c:v>
                </c:pt>
                <c:pt idx="25053">
                  <c:v>0.5867330888829948</c:v>
                </c:pt>
                <c:pt idx="25054">
                  <c:v>0.58683242674682967</c:v>
                </c:pt>
                <c:pt idx="25055">
                  <c:v>0.5880509895777889</c:v>
                </c:pt>
                <c:pt idx="25056">
                  <c:v>0.58811282814348886</c:v>
                </c:pt>
                <c:pt idx="25057">
                  <c:v>0.58823481319778703</c:v>
                </c:pt>
                <c:pt idx="25058">
                  <c:v>0.58826409657958179</c:v>
                </c:pt>
                <c:pt idx="25059">
                  <c:v>0.58840093019170936</c:v>
                </c:pt>
                <c:pt idx="25060">
                  <c:v>0.58857072913543418</c:v>
                </c:pt>
                <c:pt idx="25061">
                  <c:v>0.58862707371348411</c:v>
                </c:pt>
                <c:pt idx="25062">
                  <c:v>0.5890780811556322</c:v>
                </c:pt>
                <c:pt idx="25063">
                  <c:v>0.58908440926002914</c:v>
                </c:pt>
                <c:pt idx="25064">
                  <c:v>0.58912255868981278</c:v>
                </c:pt>
                <c:pt idx="25065">
                  <c:v>0.58937296727136457</c:v>
                </c:pt>
                <c:pt idx="25066">
                  <c:v>0.58948288038612673</c:v>
                </c:pt>
                <c:pt idx="25067">
                  <c:v>0.58960869496818025</c:v>
                </c:pt>
                <c:pt idx="25068">
                  <c:v>0.58965349667884748</c:v>
                </c:pt>
                <c:pt idx="25069">
                  <c:v>0.58984579761286426</c:v>
                </c:pt>
                <c:pt idx="25070">
                  <c:v>0.58985567854147214</c:v>
                </c:pt>
                <c:pt idx="25071">
                  <c:v>0.59006684104749696</c:v>
                </c:pt>
                <c:pt idx="25072">
                  <c:v>0.59039191699040439</c:v>
                </c:pt>
                <c:pt idx="25073">
                  <c:v>0.59065840389855206</c:v>
                </c:pt>
                <c:pt idx="25074">
                  <c:v>0.59069916556245505</c:v>
                </c:pt>
                <c:pt idx="25075">
                  <c:v>0.59084145902759966</c:v>
                </c:pt>
                <c:pt idx="25076">
                  <c:v>0.59086471397497164</c:v>
                </c:pt>
                <c:pt idx="25077">
                  <c:v>0.59098603431725594</c:v>
                </c:pt>
                <c:pt idx="25078">
                  <c:v>0.5913117898037088</c:v>
                </c:pt>
                <c:pt idx="25079">
                  <c:v>0.59152961731227327</c:v>
                </c:pt>
                <c:pt idx="25080">
                  <c:v>0.59155025854304155</c:v>
                </c:pt>
                <c:pt idx="25081">
                  <c:v>0.59163110450669376</c:v>
                </c:pt>
                <c:pt idx="25082">
                  <c:v>0.59185276967950473</c:v>
                </c:pt>
                <c:pt idx="25083">
                  <c:v>0.59209164170696205</c:v>
                </c:pt>
                <c:pt idx="25084">
                  <c:v>0.59209716905989795</c:v>
                </c:pt>
                <c:pt idx="25085">
                  <c:v>0.59214986794276692</c:v>
                </c:pt>
                <c:pt idx="25086">
                  <c:v>0.59302384743542358</c:v>
                </c:pt>
                <c:pt idx="25087">
                  <c:v>0.59329819150693031</c:v>
                </c:pt>
                <c:pt idx="25088">
                  <c:v>0.5933083934424962</c:v>
                </c:pt>
                <c:pt idx="25089">
                  <c:v>0.59335584447638146</c:v>
                </c:pt>
                <c:pt idx="25090">
                  <c:v>0.59348442247587474</c:v>
                </c:pt>
                <c:pt idx="25091">
                  <c:v>0.59381137591544142</c:v>
                </c:pt>
                <c:pt idx="25092">
                  <c:v>0.59383955528277488</c:v>
                </c:pt>
                <c:pt idx="25093">
                  <c:v>0.59390611433850748</c:v>
                </c:pt>
                <c:pt idx="25094">
                  <c:v>0.59409103273799324</c:v>
                </c:pt>
                <c:pt idx="25095">
                  <c:v>0.59417058370561004</c:v>
                </c:pt>
                <c:pt idx="25096">
                  <c:v>0.59417797896613689</c:v>
                </c:pt>
                <c:pt idx="25097">
                  <c:v>0.59423822069229104</c:v>
                </c:pt>
                <c:pt idx="25098">
                  <c:v>0.59453509847587105</c:v>
                </c:pt>
                <c:pt idx="25099">
                  <c:v>0.59463242153621887</c:v>
                </c:pt>
                <c:pt idx="25100">
                  <c:v>0.59481507975907277</c:v>
                </c:pt>
                <c:pt idx="25101">
                  <c:v>0.59524576721677624</c:v>
                </c:pt>
                <c:pt idx="25102">
                  <c:v>0.59540355950071344</c:v>
                </c:pt>
                <c:pt idx="25103">
                  <c:v>0.59552076145934174</c:v>
                </c:pt>
                <c:pt idx="25104">
                  <c:v>0.59612220361134061</c:v>
                </c:pt>
                <c:pt idx="25105">
                  <c:v>0.59630114597529671</c:v>
                </c:pt>
                <c:pt idx="25106">
                  <c:v>0.59630794062956571</c:v>
                </c:pt>
                <c:pt idx="25107">
                  <c:v>0.59631637340466315</c:v>
                </c:pt>
                <c:pt idx="25108">
                  <c:v>0.59650281866350774</c:v>
                </c:pt>
                <c:pt idx="25109">
                  <c:v>0.59652235077271154</c:v>
                </c:pt>
                <c:pt idx="25110">
                  <c:v>0.59659617863853842</c:v>
                </c:pt>
                <c:pt idx="25111">
                  <c:v>0.59661021419441884</c:v>
                </c:pt>
                <c:pt idx="25112">
                  <c:v>0.59680869212898724</c:v>
                </c:pt>
                <c:pt idx="25113">
                  <c:v>0.59689890193870776</c:v>
                </c:pt>
                <c:pt idx="25114">
                  <c:v>0.59691023654664144</c:v>
                </c:pt>
                <c:pt idx="25115">
                  <c:v>0.59698072006043523</c:v>
                </c:pt>
                <c:pt idx="25116">
                  <c:v>0.59733057061727091</c:v>
                </c:pt>
                <c:pt idx="25117">
                  <c:v>0.5975250353414745</c:v>
                </c:pt>
                <c:pt idx="25118">
                  <c:v>0.59783042221728278</c:v>
                </c:pt>
                <c:pt idx="25119">
                  <c:v>0.59792032565979958</c:v>
                </c:pt>
                <c:pt idx="25120">
                  <c:v>0.59812976755791469</c:v>
                </c:pt>
                <c:pt idx="25121">
                  <c:v>0.59836883304403188</c:v>
                </c:pt>
                <c:pt idx="25122">
                  <c:v>0.59911113044060771</c:v>
                </c:pt>
                <c:pt idx="25123">
                  <c:v>0.59919962021681117</c:v>
                </c:pt>
                <c:pt idx="25124">
                  <c:v>0.59920493246059092</c:v>
                </c:pt>
                <c:pt idx="25125">
                  <c:v>0.59941297777129932</c:v>
                </c:pt>
                <c:pt idx="25126">
                  <c:v>0.59990582488236677</c:v>
                </c:pt>
                <c:pt idx="25127">
                  <c:v>0.60037114133318026</c:v>
                </c:pt>
                <c:pt idx="25128">
                  <c:v>0.60055589055434411</c:v>
                </c:pt>
                <c:pt idx="25129">
                  <c:v>0.60128692952979546</c:v>
                </c:pt>
                <c:pt idx="25130">
                  <c:v>0.60137928491356374</c:v>
                </c:pt>
                <c:pt idx="25131">
                  <c:v>0.60145711398535506</c:v>
                </c:pt>
                <c:pt idx="25132">
                  <c:v>0.6015148997963855</c:v>
                </c:pt>
                <c:pt idx="25133">
                  <c:v>0.60160870058133165</c:v>
                </c:pt>
                <c:pt idx="25134">
                  <c:v>0.60201557600777988</c:v>
                </c:pt>
                <c:pt idx="25135">
                  <c:v>0.60203644416094837</c:v>
                </c:pt>
                <c:pt idx="25136">
                  <c:v>0.60229586243272215</c:v>
                </c:pt>
                <c:pt idx="25137">
                  <c:v>0.60246544928746537</c:v>
                </c:pt>
                <c:pt idx="25138">
                  <c:v>0.60259689083386969</c:v>
                </c:pt>
                <c:pt idx="25139">
                  <c:v>0.60282521295678182</c:v>
                </c:pt>
                <c:pt idx="25140">
                  <c:v>0.60285785712908757</c:v>
                </c:pt>
                <c:pt idx="25141">
                  <c:v>0.60305476253798118</c:v>
                </c:pt>
                <c:pt idx="25142">
                  <c:v>0.60357594868986231</c:v>
                </c:pt>
                <c:pt idx="25143">
                  <c:v>0.60362278161368843</c:v>
                </c:pt>
                <c:pt idx="25144">
                  <c:v>0.6037620690887433</c:v>
                </c:pt>
                <c:pt idx="25145">
                  <c:v>0.60401155289856001</c:v>
                </c:pt>
                <c:pt idx="25146">
                  <c:v>0.60401868362791278</c:v>
                </c:pt>
                <c:pt idx="25147">
                  <c:v>0.60407318163087886</c:v>
                </c:pt>
                <c:pt idx="25148">
                  <c:v>0.60452897067935651</c:v>
                </c:pt>
                <c:pt idx="25149">
                  <c:v>0.6049444335027766</c:v>
                </c:pt>
                <c:pt idx="25150">
                  <c:v>0.60500104185892167</c:v>
                </c:pt>
                <c:pt idx="25151">
                  <c:v>0.60510476984434003</c:v>
                </c:pt>
                <c:pt idx="25152">
                  <c:v>0.60519501443530699</c:v>
                </c:pt>
                <c:pt idx="25153">
                  <c:v>0.60528453819889128</c:v>
                </c:pt>
                <c:pt idx="25154">
                  <c:v>0.6053012750313177</c:v>
                </c:pt>
                <c:pt idx="25155">
                  <c:v>0.60530881724999896</c:v>
                </c:pt>
                <c:pt idx="25156">
                  <c:v>0.60536621098510313</c:v>
                </c:pt>
                <c:pt idx="25157">
                  <c:v>0.6058534910123935</c:v>
                </c:pt>
                <c:pt idx="25158">
                  <c:v>0.60609967239611273</c:v>
                </c:pt>
                <c:pt idx="25159">
                  <c:v>0.60636152333995652</c:v>
                </c:pt>
                <c:pt idx="25160">
                  <c:v>0.60716368471265625</c:v>
                </c:pt>
                <c:pt idx="25161">
                  <c:v>0.60719321214720134</c:v>
                </c:pt>
                <c:pt idx="25162">
                  <c:v>0.60722508673725084</c:v>
                </c:pt>
                <c:pt idx="25163">
                  <c:v>0.60760363612195012</c:v>
                </c:pt>
                <c:pt idx="25164">
                  <c:v>0.60801593195631121</c:v>
                </c:pt>
                <c:pt idx="25165">
                  <c:v>0.60826372100189074</c:v>
                </c:pt>
                <c:pt idx="25166">
                  <c:v>0.60858476774269921</c:v>
                </c:pt>
                <c:pt idx="25167">
                  <c:v>0.60881137863177559</c:v>
                </c:pt>
                <c:pt idx="25168">
                  <c:v>0.60897996350367489</c:v>
                </c:pt>
                <c:pt idx="25169">
                  <c:v>0.60919406903820583</c:v>
                </c:pt>
                <c:pt idx="25170">
                  <c:v>0.6092119870028051</c:v>
                </c:pt>
                <c:pt idx="25171">
                  <c:v>0.60974310259356912</c:v>
                </c:pt>
                <c:pt idx="25172">
                  <c:v>0.60977474425578615</c:v>
                </c:pt>
                <c:pt idx="25173">
                  <c:v>0.60988827391752809</c:v>
                </c:pt>
                <c:pt idx="25174">
                  <c:v>0.61014386098003159</c:v>
                </c:pt>
                <c:pt idx="25175">
                  <c:v>0.61033589069202787</c:v>
                </c:pt>
                <c:pt idx="25176">
                  <c:v>0.61050067043584133</c:v>
                </c:pt>
                <c:pt idx="25177">
                  <c:v>0.6106143941231349</c:v>
                </c:pt>
                <c:pt idx="25178">
                  <c:v>0.6107524448496946</c:v>
                </c:pt>
                <c:pt idx="25179">
                  <c:v>0.61081353786532477</c:v>
                </c:pt>
                <c:pt idx="25180">
                  <c:v>0.61089638262123769</c:v>
                </c:pt>
                <c:pt idx="25181">
                  <c:v>0.61091111409632026</c:v>
                </c:pt>
                <c:pt idx="25182">
                  <c:v>0.61116356362849811</c:v>
                </c:pt>
                <c:pt idx="25183">
                  <c:v>0.61123688672025256</c:v>
                </c:pt>
                <c:pt idx="25184">
                  <c:v>0.61134857765413653</c:v>
                </c:pt>
                <c:pt idx="25185">
                  <c:v>0.61139846173370826</c:v>
                </c:pt>
                <c:pt idx="25186">
                  <c:v>0.61141290689430372</c:v>
                </c:pt>
                <c:pt idx="25187">
                  <c:v>0.61179572642580027</c:v>
                </c:pt>
                <c:pt idx="25188">
                  <c:v>0.61189955245524341</c:v>
                </c:pt>
                <c:pt idx="25189">
                  <c:v>0.61194921681315195</c:v>
                </c:pt>
                <c:pt idx="25190">
                  <c:v>0.61217998755804093</c:v>
                </c:pt>
                <c:pt idx="25191">
                  <c:v>0.61218432811527645</c:v>
                </c:pt>
                <c:pt idx="25192">
                  <c:v>0.61220660742341715</c:v>
                </c:pt>
                <c:pt idx="25193">
                  <c:v>0.61226661287063988</c:v>
                </c:pt>
                <c:pt idx="25194">
                  <c:v>0.61247601410732777</c:v>
                </c:pt>
                <c:pt idx="25195">
                  <c:v>0.61260016233176751</c:v>
                </c:pt>
                <c:pt idx="25196">
                  <c:v>0.61274149541887546</c:v>
                </c:pt>
                <c:pt idx="25197">
                  <c:v>0.61286622784631473</c:v>
                </c:pt>
                <c:pt idx="25198">
                  <c:v>0.61288030803386651</c:v>
                </c:pt>
                <c:pt idx="25199">
                  <c:v>0.61352393172498387</c:v>
                </c:pt>
                <c:pt idx="25200">
                  <c:v>0.61355839484739538</c:v>
                </c:pt>
                <c:pt idx="25201">
                  <c:v>0.61362893104719263</c:v>
                </c:pt>
                <c:pt idx="25202">
                  <c:v>0.61384011734019106</c:v>
                </c:pt>
                <c:pt idx="25203">
                  <c:v>0.61390379301855114</c:v>
                </c:pt>
                <c:pt idx="25204">
                  <c:v>0.61427755617168789</c:v>
                </c:pt>
                <c:pt idx="25205">
                  <c:v>0.61477136312083158</c:v>
                </c:pt>
                <c:pt idx="25206">
                  <c:v>0.61508682869746301</c:v>
                </c:pt>
                <c:pt idx="25207">
                  <c:v>0.6153998807260469</c:v>
                </c:pt>
                <c:pt idx="25208">
                  <c:v>0.61556791326750193</c:v>
                </c:pt>
                <c:pt idx="25209">
                  <c:v>0.61560924641319925</c:v>
                </c:pt>
                <c:pt idx="25210">
                  <c:v>0.61564753737978872</c:v>
                </c:pt>
                <c:pt idx="25211">
                  <c:v>0.61601609588381823</c:v>
                </c:pt>
                <c:pt idx="25212">
                  <c:v>0.61611320547217685</c:v>
                </c:pt>
                <c:pt idx="25213">
                  <c:v>0.61613859158656881</c:v>
                </c:pt>
                <c:pt idx="25214">
                  <c:v>0.61626850427135171</c:v>
                </c:pt>
                <c:pt idx="25215">
                  <c:v>0.61697728509022376</c:v>
                </c:pt>
                <c:pt idx="25216">
                  <c:v>0.61705081326067546</c:v>
                </c:pt>
                <c:pt idx="25217">
                  <c:v>0.61735189453814665</c:v>
                </c:pt>
                <c:pt idx="25218">
                  <c:v>0.61820221817534793</c:v>
                </c:pt>
                <c:pt idx="25219">
                  <c:v>0.61838716096696522</c:v>
                </c:pt>
                <c:pt idx="25220">
                  <c:v>0.61842912945978745</c:v>
                </c:pt>
                <c:pt idx="25221">
                  <c:v>0.61865958473982829</c:v>
                </c:pt>
                <c:pt idx="25222">
                  <c:v>0.61874195769637153</c:v>
                </c:pt>
                <c:pt idx="25223">
                  <c:v>0.61884051293564313</c:v>
                </c:pt>
                <c:pt idx="25224">
                  <c:v>0.61900986767358745</c:v>
                </c:pt>
                <c:pt idx="25225">
                  <c:v>0.61903986880884077</c:v>
                </c:pt>
                <c:pt idx="25226">
                  <c:v>0.61960456321695279</c:v>
                </c:pt>
                <c:pt idx="25227">
                  <c:v>0.6196213797213781</c:v>
                </c:pt>
                <c:pt idx="25228">
                  <c:v>0.61964557619709648</c:v>
                </c:pt>
                <c:pt idx="25229">
                  <c:v>0.61966395120013262</c:v>
                </c:pt>
                <c:pt idx="25230">
                  <c:v>0.6199987902725701</c:v>
                </c:pt>
                <c:pt idx="25231">
                  <c:v>0.62004227681677659</c:v>
                </c:pt>
                <c:pt idx="25232">
                  <c:v>0.62013947469050335</c:v>
                </c:pt>
                <c:pt idx="25233">
                  <c:v>0.62047161345764801</c:v>
                </c:pt>
                <c:pt idx="25234">
                  <c:v>0.6205328768702526</c:v>
                </c:pt>
                <c:pt idx="25235">
                  <c:v>0.62063049788613178</c:v>
                </c:pt>
                <c:pt idx="25236">
                  <c:v>0.62082609142087164</c:v>
                </c:pt>
                <c:pt idx="25237">
                  <c:v>0.62091510976543529</c:v>
                </c:pt>
                <c:pt idx="25238">
                  <c:v>0.62125504409489996</c:v>
                </c:pt>
                <c:pt idx="25239">
                  <c:v>0.62128435471797983</c:v>
                </c:pt>
                <c:pt idx="25240">
                  <c:v>0.62158353547441003</c:v>
                </c:pt>
                <c:pt idx="25241">
                  <c:v>0.62179606052648029</c:v>
                </c:pt>
                <c:pt idx="25242">
                  <c:v>0.62218599231303706</c:v>
                </c:pt>
                <c:pt idx="25243">
                  <c:v>0.62258135451520169</c:v>
                </c:pt>
                <c:pt idx="25244">
                  <c:v>0.62272522344470982</c:v>
                </c:pt>
                <c:pt idx="25245">
                  <c:v>0.62276718483812965</c:v>
                </c:pt>
                <c:pt idx="25246">
                  <c:v>0.62316326913265108</c:v>
                </c:pt>
                <c:pt idx="25247">
                  <c:v>0.6232573682314938</c:v>
                </c:pt>
                <c:pt idx="25248">
                  <c:v>0.62328776766135918</c:v>
                </c:pt>
                <c:pt idx="25249">
                  <c:v>0.62350388101240928</c:v>
                </c:pt>
                <c:pt idx="25250">
                  <c:v>0.62364704097299328</c:v>
                </c:pt>
                <c:pt idx="25251">
                  <c:v>0.62412855523107991</c:v>
                </c:pt>
                <c:pt idx="25252">
                  <c:v>0.62419128448944305</c:v>
                </c:pt>
                <c:pt idx="25253">
                  <c:v>0.62419987500792062</c:v>
                </c:pt>
                <c:pt idx="25254">
                  <c:v>0.62432588124199551</c:v>
                </c:pt>
                <c:pt idx="25255">
                  <c:v>0.62472936958436298</c:v>
                </c:pt>
                <c:pt idx="25256">
                  <c:v>0.62493587227935388</c:v>
                </c:pt>
                <c:pt idx="25257">
                  <c:v>0.62514628739512279</c:v>
                </c:pt>
                <c:pt idx="25258">
                  <c:v>0.62535041592071106</c:v>
                </c:pt>
                <c:pt idx="25259">
                  <c:v>0.62570210897193268</c:v>
                </c:pt>
                <c:pt idx="25260">
                  <c:v>0.62586769945310494</c:v>
                </c:pt>
                <c:pt idx="25261">
                  <c:v>0.6263672466387159</c:v>
                </c:pt>
                <c:pt idx="25262">
                  <c:v>0.62656012612942957</c:v>
                </c:pt>
                <c:pt idx="25263">
                  <c:v>0.62671973213320653</c:v>
                </c:pt>
                <c:pt idx="25264">
                  <c:v>0.62678287424925061</c:v>
                </c:pt>
                <c:pt idx="25265">
                  <c:v>0.62706145092836452</c:v>
                </c:pt>
                <c:pt idx="25266">
                  <c:v>0.62723883490663501</c:v>
                </c:pt>
                <c:pt idx="25267">
                  <c:v>0.62810711680601505</c:v>
                </c:pt>
                <c:pt idx="25268">
                  <c:v>0.62838419649411292</c:v>
                </c:pt>
                <c:pt idx="25269">
                  <c:v>0.62870635732506674</c:v>
                </c:pt>
                <c:pt idx="25270">
                  <c:v>0.62871517636560792</c:v>
                </c:pt>
                <c:pt idx="25271">
                  <c:v>0.62892172494461729</c:v>
                </c:pt>
                <c:pt idx="25272">
                  <c:v>0.62945154834890427</c:v>
                </c:pt>
                <c:pt idx="25273">
                  <c:v>0.62947107452926776</c:v>
                </c:pt>
                <c:pt idx="25274">
                  <c:v>0.62974005537384992</c:v>
                </c:pt>
                <c:pt idx="25275">
                  <c:v>0.62993445331435605</c:v>
                </c:pt>
                <c:pt idx="25276">
                  <c:v>0.62997692102347269</c:v>
                </c:pt>
                <c:pt idx="25277">
                  <c:v>0.63032257365201161</c:v>
                </c:pt>
                <c:pt idx="25278">
                  <c:v>0.63039325906695265</c:v>
                </c:pt>
                <c:pt idx="25279">
                  <c:v>0.6310334697911395</c:v>
                </c:pt>
                <c:pt idx="25280">
                  <c:v>0.63106045116647858</c:v>
                </c:pt>
                <c:pt idx="25281">
                  <c:v>0.63154537479214523</c:v>
                </c:pt>
                <c:pt idx="25282">
                  <c:v>0.63161296802419886</c:v>
                </c:pt>
                <c:pt idx="25283">
                  <c:v>0.63174241910833695</c:v>
                </c:pt>
                <c:pt idx="25284">
                  <c:v>0.63190998745527527</c:v>
                </c:pt>
                <c:pt idx="25285">
                  <c:v>0.63233766240065281</c:v>
                </c:pt>
                <c:pt idx="25286">
                  <c:v>0.63291907245700452</c:v>
                </c:pt>
                <c:pt idx="25287">
                  <c:v>0.63292972579258322</c:v>
                </c:pt>
                <c:pt idx="25288">
                  <c:v>0.63296884479175697</c:v>
                </c:pt>
                <c:pt idx="25289">
                  <c:v>0.6331783030184287</c:v>
                </c:pt>
                <c:pt idx="25290">
                  <c:v>0.63321237801680574</c:v>
                </c:pt>
                <c:pt idx="25291">
                  <c:v>0.63419959797123793</c:v>
                </c:pt>
                <c:pt idx="25292">
                  <c:v>0.63460379815834289</c:v>
                </c:pt>
                <c:pt idx="25293">
                  <c:v>0.63495034488668556</c:v>
                </c:pt>
                <c:pt idx="25294">
                  <c:v>0.63501516432889138</c:v>
                </c:pt>
                <c:pt idx="25295">
                  <c:v>0.63529507865317747</c:v>
                </c:pt>
                <c:pt idx="25296">
                  <c:v>0.63541296114255741</c:v>
                </c:pt>
                <c:pt idx="25297">
                  <c:v>0.63545177673354414</c:v>
                </c:pt>
                <c:pt idx="25298">
                  <c:v>0.63591897826484167</c:v>
                </c:pt>
                <c:pt idx="25299">
                  <c:v>0.636088258387006</c:v>
                </c:pt>
                <c:pt idx="25300">
                  <c:v>0.63611372813724576</c:v>
                </c:pt>
                <c:pt idx="25301">
                  <c:v>0.63612470291079692</c:v>
                </c:pt>
                <c:pt idx="25302">
                  <c:v>0.63616809759937532</c:v>
                </c:pt>
                <c:pt idx="25303">
                  <c:v>0.63652429316745673</c:v>
                </c:pt>
                <c:pt idx="25304">
                  <c:v>0.63730405037138815</c:v>
                </c:pt>
                <c:pt idx="25305">
                  <c:v>0.63739732557813678</c:v>
                </c:pt>
                <c:pt idx="25306">
                  <c:v>0.6375515468355023</c:v>
                </c:pt>
                <c:pt idx="25307">
                  <c:v>0.63759227369022842</c:v>
                </c:pt>
                <c:pt idx="25308">
                  <c:v>0.63787687975501917</c:v>
                </c:pt>
                <c:pt idx="25309">
                  <c:v>0.6379545867725448</c:v>
                </c:pt>
                <c:pt idx="25310">
                  <c:v>0.63843547463737116</c:v>
                </c:pt>
                <c:pt idx="25311">
                  <c:v>0.63850167698850024</c:v>
                </c:pt>
                <c:pt idx="25312">
                  <c:v>0.6385247633152431</c:v>
                </c:pt>
                <c:pt idx="25313">
                  <c:v>0.63872890517311298</c:v>
                </c:pt>
                <c:pt idx="25314">
                  <c:v>0.6388549903100732</c:v>
                </c:pt>
                <c:pt idx="25315">
                  <c:v>0.63910134273211061</c:v>
                </c:pt>
                <c:pt idx="25316">
                  <c:v>0.63952422021545841</c:v>
                </c:pt>
                <c:pt idx="25317">
                  <c:v>0.63992311701937865</c:v>
                </c:pt>
                <c:pt idx="25318">
                  <c:v>0.64016241361576864</c:v>
                </c:pt>
                <c:pt idx="25319">
                  <c:v>0.64032218826718368</c:v>
                </c:pt>
                <c:pt idx="25320">
                  <c:v>0.6403383869723982</c:v>
                </c:pt>
                <c:pt idx="25321">
                  <c:v>0.64072204857908643</c:v>
                </c:pt>
                <c:pt idx="25322">
                  <c:v>0.64093332453304175</c:v>
                </c:pt>
                <c:pt idx="25323">
                  <c:v>0.64096969131602766</c:v>
                </c:pt>
                <c:pt idx="25324">
                  <c:v>0.64120021557270501</c:v>
                </c:pt>
                <c:pt idx="25325">
                  <c:v>0.6417611409852898</c:v>
                </c:pt>
                <c:pt idx="25326">
                  <c:v>0.6418354391190213</c:v>
                </c:pt>
                <c:pt idx="25327">
                  <c:v>0.64200100276662919</c:v>
                </c:pt>
                <c:pt idx="25328">
                  <c:v>0.64258008553114732</c:v>
                </c:pt>
                <c:pt idx="25329">
                  <c:v>0.64262197908867547</c:v>
                </c:pt>
                <c:pt idx="25330">
                  <c:v>0.64270219921066585</c:v>
                </c:pt>
                <c:pt idx="25331">
                  <c:v>0.64283311484708394</c:v>
                </c:pt>
                <c:pt idx="25332">
                  <c:v>0.64289198502492484</c:v>
                </c:pt>
                <c:pt idx="25333">
                  <c:v>0.64291831191803939</c:v>
                </c:pt>
                <c:pt idx="25334">
                  <c:v>0.64294480550207234</c:v>
                </c:pt>
                <c:pt idx="25335">
                  <c:v>0.64301400090119909</c:v>
                </c:pt>
                <c:pt idx="25336">
                  <c:v>0.64324055948092851</c:v>
                </c:pt>
                <c:pt idx="25337">
                  <c:v>0.64414924545438945</c:v>
                </c:pt>
                <c:pt idx="25338">
                  <c:v>0.64418165184936349</c:v>
                </c:pt>
                <c:pt idx="25339">
                  <c:v>0.64473901703332459</c:v>
                </c:pt>
                <c:pt idx="25340">
                  <c:v>0.64476223576083147</c:v>
                </c:pt>
                <c:pt idx="25341">
                  <c:v>0.64499345384953843</c:v>
                </c:pt>
                <c:pt idx="25342">
                  <c:v>0.64551585272423984</c:v>
                </c:pt>
                <c:pt idx="25343">
                  <c:v>0.64565214082420286</c:v>
                </c:pt>
                <c:pt idx="25344">
                  <c:v>0.64581588374798438</c:v>
                </c:pt>
                <c:pt idx="25345">
                  <c:v>0.6461319520872757</c:v>
                </c:pt>
                <c:pt idx="25346">
                  <c:v>0.64637771261771548</c:v>
                </c:pt>
                <c:pt idx="25347">
                  <c:v>0.64641876322848624</c:v>
                </c:pt>
                <c:pt idx="25348">
                  <c:v>0.64670111616364712</c:v>
                </c:pt>
                <c:pt idx="25349">
                  <c:v>0.64680292785683557</c:v>
                </c:pt>
                <c:pt idx="25350">
                  <c:v>0.64687524680798081</c:v>
                </c:pt>
                <c:pt idx="25351">
                  <c:v>0.64688241163511928</c:v>
                </c:pt>
                <c:pt idx="25352">
                  <c:v>0.64692176924937883</c:v>
                </c:pt>
                <c:pt idx="25353">
                  <c:v>0.64700320841760617</c:v>
                </c:pt>
                <c:pt idx="25354">
                  <c:v>0.64704469486810623</c:v>
                </c:pt>
                <c:pt idx="25355">
                  <c:v>0.64761975357025003</c:v>
                </c:pt>
                <c:pt idx="25356">
                  <c:v>0.64782160217323359</c:v>
                </c:pt>
                <c:pt idx="25357">
                  <c:v>0.64810681473930198</c:v>
                </c:pt>
                <c:pt idx="25358">
                  <c:v>0.6483064657332025</c:v>
                </c:pt>
                <c:pt idx="25359">
                  <c:v>0.6487867826537117</c:v>
                </c:pt>
                <c:pt idx="25360">
                  <c:v>0.64896017138233542</c:v>
                </c:pt>
                <c:pt idx="25361">
                  <c:v>0.64918878878843811</c:v>
                </c:pt>
                <c:pt idx="25362">
                  <c:v>0.64963380372659718</c:v>
                </c:pt>
                <c:pt idx="25363">
                  <c:v>0.65003384656936214</c:v>
                </c:pt>
                <c:pt idx="25364">
                  <c:v>0.65010378621862364</c:v>
                </c:pt>
                <c:pt idx="25365">
                  <c:v>0.65029546309931385</c:v>
                </c:pt>
                <c:pt idx="25366">
                  <c:v>0.65030989929665306</c:v>
                </c:pt>
                <c:pt idx="25367">
                  <c:v>0.65038374070650995</c:v>
                </c:pt>
                <c:pt idx="25368">
                  <c:v>0.65085802776406132</c:v>
                </c:pt>
                <c:pt idx="25369">
                  <c:v>0.65089138658604129</c:v>
                </c:pt>
                <c:pt idx="25370">
                  <c:v>0.65096141003370034</c:v>
                </c:pt>
                <c:pt idx="25371">
                  <c:v>0.65106437526859329</c:v>
                </c:pt>
                <c:pt idx="25372">
                  <c:v>0.65121679992062698</c:v>
                </c:pt>
                <c:pt idx="25373">
                  <c:v>0.65127301875885268</c:v>
                </c:pt>
                <c:pt idx="25374">
                  <c:v>0.65132984364430846</c:v>
                </c:pt>
                <c:pt idx="25375">
                  <c:v>0.65157756520333798</c:v>
                </c:pt>
                <c:pt idx="25376">
                  <c:v>0.65195273887388183</c:v>
                </c:pt>
                <c:pt idx="25377">
                  <c:v>0.65207764074861096</c:v>
                </c:pt>
                <c:pt idx="25378">
                  <c:v>0.65230547599026012</c:v>
                </c:pt>
                <c:pt idx="25379">
                  <c:v>0.65241088735012187</c:v>
                </c:pt>
                <c:pt idx="25380">
                  <c:v>0.65246168975058338</c:v>
                </c:pt>
                <c:pt idx="25381">
                  <c:v>0.65247000776581821</c:v>
                </c:pt>
                <c:pt idx="25382">
                  <c:v>0.65279040115201192</c:v>
                </c:pt>
                <c:pt idx="25383">
                  <c:v>0.65286870446213263</c:v>
                </c:pt>
                <c:pt idx="25384">
                  <c:v>0.65314357073637974</c:v>
                </c:pt>
                <c:pt idx="25385">
                  <c:v>0.65373628676672557</c:v>
                </c:pt>
                <c:pt idx="25386">
                  <c:v>0.65401211686423633</c:v>
                </c:pt>
                <c:pt idx="25387">
                  <c:v>0.65416523916304392</c:v>
                </c:pt>
                <c:pt idx="25388">
                  <c:v>0.65469759897905155</c:v>
                </c:pt>
                <c:pt idx="25389">
                  <c:v>0.65471284445481248</c:v>
                </c:pt>
                <c:pt idx="25390">
                  <c:v>0.65476568911095157</c:v>
                </c:pt>
                <c:pt idx="25391">
                  <c:v>0.6548516234813625</c:v>
                </c:pt>
                <c:pt idx="25392">
                  <c:v>0.65491821761890712</c:v>
                </c:pt>
                <c:pt idx="25393">
                  <c:v>0.6552792885008476</c:v>
                </c:pt>
                <c:pt idx="25394">
                  <c:v>0.6560796163579059</c:v>
                </c:pt>
                <c:pt idx="25395">
                  <c:v>0.65668023268504006</c:v>
                </c:pt>
                <c:pt idx="25396">
                  <c:v>0.65699107139611046</c:v>
                </c:pt>
                <c:pt idx="25397">
                  <c:v>0.65745759904059464</c:v>
                </c:pt>
                <c:pt idx="25398">
                  <c:v>0.65755344856170472</c:v>
                </c:pt>
                <c:pt idx="25399">
                  <c:v>0.65756219305574903</c:v>
                </c:pt>
                <c:pt idx="25400">
                  <c:v>0.65778535269873373</c:v>
                </c:pt>
                <c:pt idx="25401">
                  <c:v>0.65803940257276416</c:v>
                </c:pt>
                <c:pt idx="25402">
                  <c:v>0.65820040068389396</c:v>
                </c:pt>
                <c:pt idx="25403">
                  <c:v>0.65876655530047101</c:v>
                </c:pt>
                <c:pt idx="25404">
                  <c:v>0.65974034682293459</c:v>
                </c:pt>
                <c:pt idx="25405">
                  <c:v>0.66016981913868833</c:v>
                </c:pt>
                <c:pt idx="25406">
                  <c:v>0.66040303041476067</c:v>
                </c:pt>
                <c:pt idx="25407">
                  <c:v>0.66051082910516035</c:v>
                </c:pt>
                <c:pt idx="25408">
                  <c:v>0.66062698307809065</c:v>
                </c:pt>
                <c:pt idx="25409">
                  <c:v>0.66097073604260947</c:v>
                </c:pt>
                <c:pt idx="25410">
                  <c:v>0.66114445211630801</c:v>
                </c:pt>
                <c:pt idx="25411">
                  <c:v>0.66123582144679771</c:v>
                </c:pt>
                <c:pt idx="25412">
                  <c:v>0.66152887555349604</c:v>
                </c:pt>
                <c:pt idx="25413">
                  <c:v>0.66153395094702783</c:v>
                </c:pt>
                <c:pt idx="25414">
                  <c:v>0.66162494038016739</c:v>
                </c:pt>
                <c:pt idx="25415">
                  <c:v>0.66198201261762024</c:v>
                </c:pt>
                <c:pt idx="25416">
                  <c:v>0.66245871863605454</c:v>
                </c:pt>
                <c:pt idx="25417">
                  <c:v>0.66253456261941923</c:v>
                </c:pt>
                <c:pt idx="25418">
                  <c:v>0.66259707503428944</c:v>
                </c:pt>
                <c:pt idx="25419">
                  <c:v>0.66277510364687331</c:v>
                </c:pt>
                <c:pt idx="25420">
                  <c:v>0.66298754672262006</c:v>
                </c:pt>
                <c:pt idx="25421">
                  <c:v>0.66317676522929447</c:v>
                </c:pt>
                <c:pt idx="25422">
                  <c:v>0.66335209444209542</c:v>
                </c:pt>
                <c:pt idx="25423">
                  <c:v>0.66339940426230359</c:v>
                </c:pt>
                <c:pt idx="25424">
                  <c:v>0.66367585587835498</c:v>
                </c:pt>
                <c:pt idx="25425">
                  <c:v>0.66373500682559261</c:v>
                </c:pt>
                <c:pt idx="25426">
                  <c:v>0.66387225542809125</c:v>
                </c:pt>
                <c:pt idx="25427">
                  <c:v>0.66417295976393764</c:v>
                </c:pt>
                <c:pt idx="25428">
                  <c:v>0.66417752329253088</c:v>
                </c:pt>
                <c:pt idx="25429">
                  <c:v>0.66431558057632445</c:v>
                </c:pt>
                <c:pt idx="25430">
                  <c:v>0.66444978006744759</c:v>
                </c:pt>
                <c:pt idx="25431">
                  <c:v>0.66476225525592458</c:v>
                </c:pt>
                <c:pt idx="25432">
                  <c:v>0.66503677453189136</c:v>
                </c:pt>
                <c:pt idx="25433">
                  <c:v>0.6650548983164204</c:v>
                </c:pt>
                <c:pt idx="25434">
                  <c:v>0.66515140482528212</c:v>
                </c:pt>
                <c:pt idx="25435">
                  <c:v>0.66527730856139744</c:v>
                </c:pt>
                <c:pt idx="25436">
                  <c:v>0.66539970247954727</c:v>
                </c:pt>
                <c:pt idx="25437">
                  <c:v>0.66542702266626708</c:v>
                </c:pt>
                <c:pt idx="25438">
                  <c:v>0.66543134062294329</c:v>
                </c:pt>
                <c:pt idx="25439">
                  <c:v>0.66551316073961908</c:v>
                </c:pt>
                <c:pt idx="25440">
                  <c:v>0.66558361432386892</c:v>
                </c:pt>
                <c:pt idx="25441">
                  <c:v>0.66559140216104107</c:v>
                </c:pt>
                <c:pt idx="25442">
                  <c:v>0.66574989707506804</c:v>
                </c:pt>
                <c:pt idx="25443">
                  <c:v>0.66626910826445351</c:v>
                </c:pt>
                <c:pt idx="25444">
                  <c:v>0.66642633655061223</c:v>
                </c:pt>
                <c:pt idx="25445">
                  <c:v>0.66681386666952647</c:v>
                </c:pt>
                <c:pt idx="25446">
                  <c:v>0.66697413784125636</c:v>
                </c:pt>
                <c:pt idx="25447">
                  <c:v>0.66701440845200011</c:v>
                </c:pt>
                <c:pt idx="25448">
                  <c:v>0.66722773310169348</c:v>
                </c:pt>
                <c:pt idx="25449">
                  <c:v>0.66731806553878903</c:v>
                </c:pt>
                <c:pt idx="25450">
                  <c:v>0.66797456765805086</c:v>
                </c:pt>
                <c:pt idx="25451">
                  <c:v>0.66804931257666234</c:v>
                </c:pt>
                <c:pt idx="25452">
                  <c:v>0.66815565878684713</c:v>
                </c:pt>
                <c:pt idx="25453">
                  <c:v>0.66859042320472439</c:v>
                </c:pt>
                <c:pt idx="25454">
                  <c:v>0.66862910585329161</c:v>
                </c:pt>
                <c:pt idx="25455">
                  <c:v>0.66872360638616346</c:v>
                </c:pt>
                <c:pt idx="25456">
                  <c:v>0.66872728027657247</c:v>
                </c:pt>
                <c:pt idx="25457">
                  <c:v>0.66948476551187786</c:v>
                </c:pt>
                <c:pt idx="25458">
                  <c:v>0.67054248298508301</c:v>
                </c:pt>
                <c:pt idx="25459">
                  <c:v>0.67084031637081099</c:v>
                </c:pt>
                <c:pt idx="25460">
                  <c:v>0.67109167296914274</c:v>
                </c:pt>
                <c:pt idx="25461">
                  <c:v>0.67175949763280896</c:v>
                </c:pt>
                <c:pt idx="25462">
                  <c:v>0.67199842874899218</c:v>
                </c:pt>
                <c:pt idx="25463">
                  <c:v>0.67203529667392592</c:v>
                </c:pt>
                <c:pt idx="25464">
                  <c:v>0.67212747287928321</c:v>
                </c:pt>
                <c:pt idx="25465">
                  <c:v>0.67266608301807918</c:v>
                </c:pt>
                <c:pt idx="25466">
                  <c:v>0.67308210640639343</c:v>
                </c:pt>
                <c:pt idx="25467">
                  <c:v>0.67325666816573049</c:v>
                </c:pt>
                <c:pt idx="25468">
                  <c:v>0.67341814780716691</c:v>
                </c:pt>
                <c:pt idx="25469">
                  <c:v>0.67447494037698186</c:v>
                </c:pt>
                <c:pt idx="25470">
                  <c:v>0.67466439739931616</c:v>
                </c:pt>
                <c:pt idx="25471">
                  <c:v>0.6747004366372179</c:v>
                </c:pt>
                <c:pt idx="25472">
                  <c:v>0.67489212528612663</c:v>
                </c:pt>
                <c:pt idx="25473">
                  <c:v>0.67550615802980385</c:v>
                </c:pt>
                <c:pt idx="25474">
                  <c:v>0.67622987417708436</c:v>
                </c:pt>
                <c:pt idx="25475">
                  <c:v>0.67660978211264855</c:v>
                </c:pt>
                <c:pt idx="25476">
                  <c:v>0.6766668001530759</c:v>
                </c:pt>
                <c:pt idx="25477">
                  <c:v>0.67704235241922628</c:v>
                </c:pt>
                <c:pt idx="25478">
                  <c:v>0.67794734847144877</c:v>
                </c:pt>
                <c:pt idx="25479">
                  <c:v>0.67801548719582172</c:v>
                </c:pt>
                <c:pt idx="25480">
                  <c:v>0.67826443551158522</c:v>
                </c:pt>
                <c:pt idx="25481">
                  <c:v>0.67888566911972981</c:v>
                </c:pt>
                <c:pt idx="25482">
                  <c:v>0.67894888442614387</c:v>
                </c:pt>
                <c:pt idx="25483">
                  <c:v>0.67926585051013066</c:v>
                </c:pt>
                <c:pt idx="25484">
                  <c:v>0.6794576573906389</c:v>
                </c:pt>
                <c:pt idx="25485">
                  <c:v>0.67951389832264453</c:v>
                </c:pt>
                <c:pt idx="25486">
                  <c:v>0.67986011902347543</c:v>
                </c:pt>
                <c:pt idx="25487">
                  <c:v>0.67990331189049036</c:v>
                </c:pt>
                <c:pt idx="25488">
                  <c:v>0.67997844423887988</c:v>
                </c:pt>
                <c:pt idx="25489">
                  <c:v>0.67999843605598109</c:v>
                </c:pt>
                <c:pt idx="25490">
                  <c:v>0.68012631793677669</c:v>
                </c:pt>
                <c:pt idx="25491">
                  <c:v>0.68024599835866173</c:v>
                </c:pt>
                <c:pt idx="25492">
                  <c:v>0.68054778317762743</c:v>
                </c:pt>
                <c:pt idx="25493">
                  <c:v>0.68105929136435039</c:v>
                </c:pt>
                <c:pt idx="25494">
                  <c:v>0.68152753615559125</c:v>
                </c:pt>
                <c:pt idx="25495">
                  <c:v>0.68165374229880715</c:v>
                </c:pt>
                <c:pt idx="25496">
                  <c:v>0.68169111916745162</c:v>
                </c:pt>
                <c:pt idx="25497">
                  <c:v>0.68198421695355393</c:v>
                </c:pt>
                <c:pt idx="25498">
                  <c:v>0.6821227270235416</c:v>
                </c:pt>
                <c:pt idx="25499">
                  <c:v>0.68213386223909656</c:v>
                </c:pt>
                <c:pt idx="25500">
                  <c:v>0.68236300397970751</c:v>
                </c:pt>
                <c:pt idx="25501">
                  <c:v>0.68244625627330102</c:v>
                </c:pt>
                <c:pt idx="25502">
                  <c:v>0.68292572084571312</c:v>
                </c:pt>
                <c:pt idx="25503">
                  <c:v>0.68298323852375575</c:v>
                </c:pt>
                <c:pt idx="25504">
                  <c:v>0.68304706649777247</c:v>
                </c:pt>
                <c:pt idx="25505">
                  <c:v>0.68313803753570967</c:v>
                </c:pt>
                <c:pt idx="25506">
                  <c:v>0.6833150392683176</c:v>
                </c:pt>
                <c:pt idx="25507">
                  <c:v>0.68334437068566389</c:v>
                </c:pt>
                <c:pt idx="25508">
                  <c:v>0.6835827104567016</c:v>
                </c:pt>
                <c:pt idx="25509">
                  <c:v>0.68362156599201218</c:v>
                </c:pt>
                <c:pt idx="25510">
                  <c:v>0.68374074650801586</c:v>
                </c:pt>
                <c:pt idx="25511">
                  <c:v>0.68391764483093498</c:v>
                </c:pt>
                <c:pt idx="25512">
                  <c:v>0.68398910455959416</c:v>
                </c:pt>
                <c:pt idx="25513">
                  <c:v>0.68402415561970598</c:v>
                </c:pt>
                <c:pt idx="25514">
                  <c:v>0.6852212105725437</c:v>
                </c:pt>
                <c:pt idx="25515">
                  <c:v>0.68529314298704025</c:v>
                </c:pt>
                <c:pt idx="25516">
                  <c:v>0.6852956371235559</c:v>
                </c:pt>
                <c:pt idx="25517">
                  <c:v>0.68542616741598783</c:v>
                </c:pt>
                <c:pt idx="25518">
                  <c:v>0.68546516194078211</c:v>
                </c:pt>
                <c:pt idx="25519">
                  <c:v>0.68577255773530521</c:v>
                </c:pt>
                <c:pt idx="25520">
                  <c:v>0.68578731603939047</c:v>
                </c:pt>
                <c:pt idx="25521">
                  <c:v>0.68636266322343831</c:v>
                </c:pt>
                <c:pt idx="25522">
                  <c:v>0.68669838523388982</c:v>
                </c:pt>
                <c:pt idx="25523">
                  <c:v>0.68676748541686827</c:v>
                </c:pt>
                <c:pt idx="25524">
                  <c:v>0.6870307649557833</c:v>
                </c:pt>
                <c:pt idx="25525">
                  <c:v>0.68728108029927559</c:v>
                </c:pt>
                <c:pt idx="25526">
                  <c:v>0.6873566570958789</c:v>
                </c:pt>
                <c:pt idx="25527">
                  <c:v>0.68744976057453866</c:v>
                </c:pt>
                <c:pt idx="25528">
                  <c:v>0.68754423504844564</c:v>
                </c:pt>
                <c:pt idx="25529">
                  <c:v>0.68810257149698484</c:v>
                </c:pt>
                <c:pt idx="25530">
                  <c:v>0.68874499595955896</c:v>
                </c:pt>
                <c:pt idx="25531">
                  <c:v>0.68900543997773955</c:v>
                </c:pt>
                <c:pt idx="25532">
                  <c:v>0.69122145539179036</c:v>
                </c:pt>
                <c:pt idx="25533">
                  <c:v>0.69147419527640008</c:v>
                </c:pt>
                <c:pt idx="25534">
                  <c:v>0.69159242643757102</c:v>
                </c:pt>
                <c:pt idx="25535">
                  <c:v>0.69168922927037257</c:v>
                </c:pt>
                <c:pt idx="25536">
                  <c:v>0.69169408990883863</c:v>
                </c:pt>
                <c:pt idx="25537">
                  <c:v>0.69209115954392497</c:v>
                </c:pt>
                <c:pt idx="25538">
                  <c:v>0.69221317755920975</c:v>
                </c:pt>
                <c:pt idx="25539">
                  <c:v>0.69293962465126313</c:v>
                </c:pt>
                <c:pt idx="25540">
                  <c:v>0.69329442077060133</c:v>
                </c:pt>
                <c:pt idx="25541">
                  <c:v>0.69330561959797943</c:v>
                </c:pt>
                <c:pt idx="25542">
                  <c:v>0.69331881690919683</c:v>
                </c:pt>
                <c:pt idx="25543">
                  <c:v>0.69334598695868299</c:v>
                </c:pt>
                <c:pt idx="25544">
                  <c:v>0.69343040275182299</c:v>
                </c:pt>
                <c:pt idx="25545">
                  <c:v>0.69387673997428112</c:v>
                </c:pt>
                <c:pt idx="25546">
                  <c:v>0.69401654885784769</c:v>
                </c:pt>
                <c:pt idx="25547">
                  <c:v>0.69415247197626506</c:v>
                </c:pt>
                <c:pt idx="25548">
                  <c:v>0.69420683947242579</c:v>
                </c:pt>
                <c:pt idx="25549">
                  <c:v>0.69435228832710671</c:v>
                </c:pt>
                <c:pt idx="25550">
                  <c:v>0.69437709224745725</c:v>
                </c:pt>
                <c:pt idx="25551">
                  <c:v>0.69493876808497435</c:v>
                </c:pt>
                <c:pt idx="25552">
                  <c:v>0.69502045245028754</c:v>
                </c:pt>
                <c:pt idx="25553">
                  <c:v>0.6952195513245587</c:v>
                </c:pt>
                <c:pt idx="25554">
                  <c:v>0.69542350976121647</c:v>
                </c:pt>
                <c:pt idx="25555">
                  <c:v>0.69584874212453407</c:v>
                </c:pt>
                <c:pt idx="25556">
                  <c:v>0.69592603792087704</c:v>
                </c:pt>
                <c:pt idx="25557">
                  <c:v>0.69643757576382259</c:v>
                </c:pt>
                <c:pt idx="25558">
                  <c:v>0.69651590124421614</c:v>
                </c:pt>
                <c:pt idx="25559">
                  <c:v>0.69674489415004592</c:v>
                </c:pt>
                <c:pt idx="25560">
                  <c:v>0.69675326654922709</c:v>
                </c:pt>
                <c:pt idx="25561">
                  <c:v>0.69680722555797503</c:v>
                </c:pt>
                <c:pt idx="25562">
                  <c:v>0.69688637947197785</c:v>
                </c:pt>
                <c:pt idx="25563">
                  <c:v>0.69688681861502266</c:v>
                </c:pt>
                <c:pt idx="25564">
                  <c:v>0.69688966110769435</c:v>
                </c:pt>
                <c:pt idx="25565">
                  <c:v>0.69696890559585123</c:v>
                </c:pt>
                <c:pt idx="25566">
                  <c:v>0.6973957084428769</c:v>
                </c:pt>
                <c:pt idx="25567">
                  <c:v>0.69743351012441801</c:v>
                </c:pt>
                <c:pt idx="25568">
                  <c:v>0.69758001214982768</c:v>
                </c:pt>
                <c:pt idx="25569">
                  <c:v>0.69784643509927946</c:v>
                </c:pt>
                <c:pt idx="25570">
                  <c:v>0.69786636134762903</c:v>
                </c:pt>
                <c:pt idx="25571">
                  <c:v>0.69842752551953846</c:v>
                </c:pt>
                <c:pt idx="25572">
                  <c:v>0.69878072733414431</c:v>
                </c:pt>
                <c:pt idx="25573">
                  <c:v>0.69884932234952513</c:v>
                </c:pt>
                <c:pt idx="25574">
                  <c:v>0.6990422923293742</c:v>
                </c:pt>
                <c:pt idx="25575">
                  <c:v>0.6990585862712152</c:v>
                </c:pt>
                <c:pt idx="25576">
                  <c:v>0.7000241732966479</c:v>
                </c:pt>
                <c:pt idx="25577">
                  <c:v>0.70027889940267418</c:v>
                </c:pt>
                <c:pt idx="25578">
                  <c:v>0.70096727742360487</c:v>
                </c:pt>
                <c:pt idx="25579">
                  <c:v>0.70143199285567448</c:v>
                </c:pt>
                <c:pt idx="25580">
                  <c:v>0.70169261420112583</c:v>
                </c:pt>
                <c:pt idx="25581">
                  <c:v>0.70241296814108301</c:v>
                </c:pt>
                <c:pt idx="25582">
                  <c:v>0.70266934196648645</c:v>
                </c:pt>
                <c:pt idx="25583">
                  <c:v>0.70381915647779392</c:v>
                </c:pt>
                <c:pt idx="25584">
                  <c:v>0.70383864490915682</c:v>
                </c:pt>
                <c:pt idx="25585">
                  <c:v>0.70425653593860993</c:v>
                </c:pt>
                <c:pt idx="25586">
                  <c:v>0.70459867027259282</c:v>
                </c:pt>
                <c:pt idx="25587">
                  <c:v>0.70509672413886992</c:v>
                </c:pt>
                <c:pt idx="25588">
                  <c:v>0.70549221676079954</c:v>
                </c:pt>
                <c:pt idx="25589">
                  <c:v>0.70569398347917378</c:v>
                </c:pt>
                <c:pt idx="25590">
                  <c:v>0.70575706243196823</c:v>
                </c:pt>
                <c:pt idx="25591">
                  <c:v>0.70579357443064905</c:v>
                </c:pt>
                <c:pt idx="25592">
                  <c:v>0.70579815559774084</c:v>
                </c:pt>
                <c:pt idx="25593">
                  <c:v>0.70586162875926584</c:v>
                </c:pt>
                <c:pt idx="25594">
                  <c:v>0.70617399573544792</c:v>
                </c:pt>
                <c:pt idx="25595">
                  <c:v>0.70630948255464332</c:v>
                </c:pt>
                <c:pt idx="25596">
                  <c:v>0.70633865861899225</c:v>
                </c:pt>
                <c:pt idx="25597">
                  <c:v>0.70678777470002518</c:v>
                </c:pt>
                <c:pt idx="25598">
                  <c:v>0.70683583102792069</c:v>
                </c:pt>
                <c:pt idx="25599">
                  <c:v>0.7070951550683573</c:v>
                </c:pt>
                <c:pt idx="25600">
                  <c:v>0.70740093860653086</c:v>
                </c:pt>
                <c:pt idx="25601">
                  <c:v>0.70741362248120332</c:v>
                </c:pt>
                <c:pt idx="25602">
                  <c:v>0.70898423345759209</c:v>
                </c:pt>
                <c:pt idx="25603">
                  <c:v>0.7097650400079365</c:v>
                </c:pt>
                <c:pt idx="25604">
                  <c:v>0.7100523053565736</c:v>
                </c:pt>
                <c:pt idx="25605">
                  <c:v>0.71030449107117488</c:v>
                </c:pt>
                <c:pt idx="25606">
                  <c:v>0.71137078063647863</c:v>
                </c:pt>
                <c:pt idx="25607">
                  <c:v>0.71137995641246998</c:v>
                </c:pt>
                <c:pt idx="25608">
                  <c:v>0.71142877969123086</c:v>
                </c:pt>
                <c:pt idx="25609">
                  <c:v>0.71193345308278821</c:v>
                </c:pt>
                <c:pt idx="25610">
                  <c:v>0.71207633683986182</c:v>
                </c:pt>
                <c:pt idx="25611">
                  <c:v>0.71227295853013828</c:v>
                </c:pt>
                <c:pt idx="25612">
                  <c:v>0.7123394058843413</c:v>
                </c:pt>
                <c:pt idx="25613">
                  <c:v>0.71235913602130485</c:v>
                </c:pt>
                <c:pt idx="25614">
                  <c:v>0.71278946039293767</c:v>
                </c:pt>
                <c:pt idx="25615">
                  <c:v>0.71423733537210432</c:v>
                </c:pt>
                <c:pt idx="25616">
                  <c:v>0.71452978437278436</c:v>
                </c:pt>
                <c:pt idx="25617">
                  <c:v>0.7145317570901073</c:v>
                </c:pt>
                <c:pt idx="25618">
                  <c:v>0.71524873590686688</c:v>
                </c:pt>
                <c:pt idx="25619">
                  <c:v>0.71528660668091382</c:v>
                </c:pt>
                <c:pt idx="25620">
                  <c:v>0.71532786845156748</c:v>
                </c:pt>
                <c:pt idx="25621">
                  <c:v>0.71534761694698934</c:v>
                </c:pt>
                <c:pt idx="25622">
                  <c:v>0.71563365235256005</c:v>
                </c:pt>
                <c:pt idx="25623">
                  <c:v>0.71595531459662443</c:v>
                </c:pt>
                <c:pt idx="25624">
                  <c:v>0.71633055960773839</c:v>
                </c:pt>
                <c:pt idx="25625">
                  <c:v>0.71639609341797783</c:v>
                </c:pt>
                <c:pt idx="25626">
                  <c:v>0.71724600501046432</c:v>
                </c:pt>
                <c:pt idx="25627">
                  <c:v>0.71738419784580054</c:v>
                </c:pt>
                <c:pt idx="25628">
                  <c:v>0.71751960252257041</c:v>
                </c:pt>
                <c:pt idx="25629">
                  <c:v>0.71827779559391225</c:v>
                </c:pt>
                <c:pt idx="25630">
                  <c:v>0.71842179240474446</c:v>
                </c:pt>
                <c:pt idx="25631">
                  <c:v>0.71886872948302749</c:v>
                </c:pt>
                <c:pt idx="25632">
                  <c:v>0.71913246776154183</c:v>
                </c:pt>
                <c:pt idx="25633">
                  <c:v>0.71962796151228692</c:v>
                </c:pt>
                <c:pt idx="25634">
                  <c:v>0.71999601459773943</c:v>
                </c:pt>
                <c:pt idx="25635">
                  <c:v>0.720036806305143</c:v>
                </c:pt>
                <c:pt idx="25636">
                  <c:v>0.7200722894698911</c:v>
                </c:pt>
                <c:pt idx="25637">
                  <c:v>0.72037807101067208</c:v>
                </c:pt>
                <c:pt idx="25638">
                  <c:v>0.72046645074268911</c:v>
                </c:pt>
                <c:pt idx="25639">
                  <c:v>0.72099685775607492</c:v>
                </c:pt>
                <c:pt idx="25640">
                  <c:v>0.72111281386760417</c:v>
                </c:pt>
                <c:pt idx="25641">
                  <c:v>0.72127334834018397</c:v>
                </c:pt>
                <c:pt idx="25642">
                  <c:v>0.72163039162948728</c:v>
                </c:pt>
                <c:pt idx="25643">
                  <c:v>0.72201649180998573</c:v>
                </c:pt>
                <c:pt idx="25644">
                  <c:v>0.72202766319249456</c:v>
                </c:pt>
                <c:pt idx="25645">
                  <c:v>0.72239839958007657</c:v>
                </c:pt>
                <c:pt idx="25646">
                  <c:v>0.7227038807909365</c:v>
                </c:pt>
                <c:pt idx="25647">
                  <c:v>0.72295796062345363</c:v>
                </c:pt>
                <c:pt idx="25648">
                  <c:v>0.72299100223570478</c:v>
                </c:pt>
                <c:pt idx="25649">
                  <c:v>0.72310257542765655</c:v>
                </c:pt>
                <c:pt idx="25650">
                  <c:v>0.72353971094362557</c:v>
                </c:pt>
                <c:pt idx="25651">
                  <c:v>0.72362611501609642</c:v>
                </c:pt>
                <c:pt idx="25652">
                  <c:v>0.72380876494429702</c:v>
                </c:pt>
                <c:pt idx="25653">
                  <c:v>0.72392614731256522</c:v>
                </c:pt>
                <c:pt idx="25654">
                  <c:v>0.72420908564599451</c:v>
                </c:pt>
                <c:pt idx="25655">
                  <c:v>0.72467133995988953</c:v>
                </c:pt>
                <c:pt idx="25656">
                  <c:v>0.72529812677767724</c:v>
                </c:pt>
                <c:pt idx="25657">
                  <c:v>0.72569004334017861</c:v>
                </c:pt>
                <c:pt idx="25658">
                  <c:v>0.72629592393776621</c:v>
                </c:pt>
                <c:pt idx="25659">
                  <c:v>0.72632038603021543</c:v>
                </c:pt>
                <c:pt idx="25660">
                  <c:v>0.72635391251763726</c:v>
                </c:pt>
                <c:pt idx="25661">
                  <c:v>0.72683626627063036</c:v>
                </c:pt>
                <c:pt idx="25662">
                  <c:v>0.7273301868676243</c:v>
                </c:pt>
                <c:pt idx="25663">
                  <c:v>0.72767935865239775</c:v>
                </c:pt>
                <c:pt idx="25664">
                  <c:v>0.72780166998444584</c:v>
                </c:pt>
                <c:pt idx="25665">
                  <c:v>0.72791953277635435</c:v>
                </c:pt>
                <c:pt idx="25666">
                  <c:v>0.72818456075767657</c:v>
                </c:pt>
                <c:pt idx="25667">
                  <c:v>0.7284607135871034</c:v>
                </c:pt>
                <c:pt idx="25668">
                  <c:v>0.72892427833455697</c:v>
                </c:pt>
                <c:pt idx="25669">
                  <c:v>0.73014579704330529</c:v>
                </c:pt>
                <c:pt idx="25670">
                  <c:v>0.730429092580407</c:v>
                </c:pt>
                <c:pt idx="25671">
                  <c:v>0.73059601549844921</c:v>
                </c:pt>
                <c:pt idx="25672">
                  <c:v>0.7308168243313139</c:v>
                </c:pt>
                <c:pt idx="25673">
                  <c:v>0.73090622808976291</c:v>
                </c:pt>
                <c:pt idx="25674">
                  <c:v>0.73096459178091644</c:v>
                </c:pt>
                <c:pt idx="25675">
                  <c:v>0.73143522057214982</c:v>
                </c:pt>
                <c:pt idx="25676">
                  <c:v>0.73148381333906931</c:v>
                </c:pt>
                <c:pt idx="25677">
                  <c:v>0.73161931470513764</c:v>
                </c:pt>
                <c:pt idx="25678">
                  <c:v>0.73170522072384725</c:v>
                </c:pt>
                <c:pt idx="25679">
                  <c:v>0.73200030245170411</c:v>
                </c:pt>
                <c:pt idx="25680">
                  <c:v>0.73224961627411833</c:v>
                </c:pt>
                <c:pt idx="25681">
                  <c:v>0.73234045569135675</c:v>
                </c:pt>
                <c:pt idx="25682">
                  <c:v>0.73252537955159769</c:v>
                </c:pt>
                <c:pt idx="25683">
                  <c:v>0.7338242003347375</c:v>
                </c:pt>
                <c:pt idx="25684">
                  <c:v>0.73444020021158074</c:v>
                </c:pt>
                <c:pt idx="25685">
                  <c:v>0.73449660262093663</c:v>
                </c:pt>
                <c:pt idx="25686">
                  <c:v>0.7347830603369836</c:v>
                </c:pt>
                <c:pt idx="25687">
                  <c:v>0.73490285958033341</c:v>
                </c:pt>
                <c:pt idx="25688">
                  <c:v>0.73502099776185081</c:v>
                </c:pt>
                <c:pt idx="25689">
                  <c:v>0.73508391131524609</c:v>
                </c:pt>
                <c:pt idx="25690">
                  <c:v>0.73552784711108821</c:v>
                </c:pt>
                <c:pt idx="25691">
                  <c:v>0.7359524011564309</c:v>
                </c:pt>
                <c:pt idx="25692">
                  <c:v>0.7360705859003126</c:v>
                </c:pt>
                <c:pt idx="25693">
                  <c:v>0.73617413780724672</c:v>
                </c:pt>
                <c:pt idx="25694">
                  <c:v>0.73663931935730209</c:v>
                </c:pt>
                <c:pt idx="25695">
                  <c:v>0.73670156831292433</c:v>
                </c:pt>
                <c:pt idx="25696">
                  <c:v>0.7368398391584623</c:v>
                </c:pt>
                <c:pt idx="25697">
                  <c:v>0.73694919025906558</c:v>
                </c:pt>
                <c:pt idx="25698">
                  <c:v>0.73706072452759652</c:v>
                </c:pt>
                <c:pt idx="25699">
                  <c:v>0.73784865663133148</c:v>
                </c:pt>
                <c:pt idx="25700">
                  <c:v>0.73827715559046603</c:v>
                </c:pt>
                <c:pt idx="25701">
                  <c:v>0.73861106110194497</c:v>
                </c:pt>
                <c:pt idx="25702">
                  <c:v>0.73946100677707982</c:v>
                </c:pt>
                <c:pt idx="25703">
                  <c:v>0.73986008663592584</c:v>
                </c:pt>
                <c:pt idx="25704">
                  <c:v>0.7402982716877945</c:v>
                </c:pt>
                <c:pt idx="25705">
                  <c:v>0.74037020662104669</c:v>
                </c:pt>
                <c:pt idx="25706">
                  <c:v>0.74047071345762094</c:v>
                </c:pt>
                <c:pt idx="25707">
                  <c:v>0.74111451782237958</c:v>
                </c:pt>
                <c:pt idx="25708">
                  <c:v>0.74140049902716409</c:v>
                </c:pt>
                <c:pt idx="25709">
                  <c:v>0.7416469105144593</c:v>
                </c:pt>
                <c:pt idx="25710">
                  <c:v>0.74171956389917559</c:v>
                </c:pt>
                <c:pt idx="25711">
                  <c:v>0.74174365927778274</c:v>
                </c:pt>
                <c:pt idx="25712">
                  <c:v>0.74190985660399789</c:v>
                </c:pt>
                <c:pt idx="25713">
                  <c:v>0.74235650499269679</c:v>
                </c:pt>
                <c:pt idx="25714">
                  <c:v>0.74280871276890337</c:v>
                </c:pt>
                <c:pt idx="25715">
                  <c:v>0.74353022823646009</c:v>
                </c:pt>
                <c:pt idx="25716">
                  <c:v>0.74353810710184387</c:v>
                </c:pt>
                <c:pt idx="25717">
                  <c:v>0.74381328130236846</c:v>
                </c:pt>
                <c:pt idx="25718">
                  <c:v>0.74409205408166046</c:v>
                </c:pt>
                <c:pt idx="25719">
                  <c:v>0.74425000001425812</c:v>
                </c:pt>
                <c:pt idx="25720">
                  <c:v>0.74443780503481705</c:v>
                </c:pt>
                <c:pt idx="25721">
                  <c:v>0.7451757681754545</c:v>
                </c:pt>
                <c:pt idx="25722">
                  <c:v>0.74525446193959743</c:v>
                </c:pt>
                <c:pt idx="25723">
                  <c:v>0.7457535729664484</c:v>
                </c:pt>
                <c:pt idx="25724">
                  <c:v>0.74619869054289512</c:v>
                </c:pt>
                <c:pt idx="25725">
                  <c:v>0.74619906626513155</c:v>
                </c:pt>
                <c:pt idx="25726">
                  <c:v>0.74630787290442124</c:v>
                </c:pt>
                <c:pt idx="25727">
                  <c:v>0.74640225339333444</c:v>
                </c:pt>
                <c:pt idx="25728">
                  <c:v>0.74651704892349313</c:v>
                </c:pt>
                <c:pt idx="25729">
                  <c:v>0.74657257619681117</c:v>
                </c:pt>
                <c:pt idx="25730">
                  <c:v>0.74672120942023057</c:v>
                </c:pt>
                <c:pt idx="25731">
                  <c:v>0.74784564083579552</c:v>
                </c:pt>
                <c:pt idx="25732">
                  <c:v>0.74830842988487134</c:v>
                </c:pt>
                <c:pt idx="25733">
                  <c:v>0.74862319970610647</c:v>
                </c:pt>
                <c:pt idx="25734">
                  <c:v>0.74862523361301592</c:v>
                </c:pt>
                <c:pt idx="25735">
                  <c:v>0.74880366237668616</c:v>
                </c:pt>
                <c:pt idx="25736">
                  <c:v>0.74886631030945361</c:v>
                </c:pt>
                <c:pt idx="25737">
                  <c:v>0.7489594942945943</c:v>
                </c:pt>
                <c:pt idx="25738">
                  <c:v>0.74931830013503464</c:v>
                </c:pt>
                <c:pt idx="25739">
                  <c:v>0.74945846766208113</c:v>
                </c:pt>
                <c:pt idx="25740">
                  <c:v>0.7496489957674195</c:v>
                </c:pt>
                <c:pt idx="25741">
                  <c:v>0.74977561981233076</c:v>
                </c:pt>
                <c:pt idx="25742">
                  <c:v>0.75006319077567629</c:v>
                </c:pt>
                <c:pt idx="25743">
                  <c:v>0.75019758212293042</c:v>
                </c:pt>
                <c:pt idx="25744">
                  <c:v>0.75034188806718438</c:v>
                </c:pt>
                <c:pt idx="25745">
                  <c:v>0.75073854350738356</c:v>
                </c:pt>
                <c:pt idx="25746">
                  <c:v>0.75109201779635371</c:v>
                </c:pt>
                <c:pt idx="25747">
                  <c:v>0.75162249919579449</c:v>
                </c:pt>
                <c:pt idx="25748">
                  <c:v>0.7516673129488084</c:v>
                </c:pt>
                <c:pt idx="25749">
                  <c:v>0.75204560795333131</c:v>
                </c:pt>
                <c:pt idx="25750">
                  <c:v>0.75220757526143478</c:v>
                </c:pt>
                <c:pt idx="25751">
                  <c:v>0.7522658038880965</c:v>
                </c:pt>
                <c:pt idx="25752">
                  <c:v>0.75241479283575774</c:v>
                </c:pt>
                <c:pt idx="25753">
                  <c:v>0.75287692455627941</c:v>
                </c:pt>
                <c:pt idx="25754">
                  <c:v>0.75530453844506262</c:v>
                </c:pt>
                <c:pt idx="25755">
                  <c:v>0.75697870223316466</c:v>
                </c:pt>
                <c:pt idx="25756">
                  <c:v>0.75760792965389234</c:v>
                </c:pt>
                <c:pt idx="25757">
                  <c:v>0.75771273364073832</c:v>
                </c:pt>
                <c:pt idx="25758">
                  <c:v>0.75821433123107707</c:v>
                </c:pt>
                <c:pt idx="25759">
                  <c:v>0.75837099785836426</c:v>
                </c:pt>
                <c:pt idx="25760">
                  <c:v>0.75853359062136261</c:v>
                </c:pt>
                <c:pt idx="25761">
                  <c:v>0.75861155056933505</c:v>
                </c:pt>
                <c:pt idx="25762">
                  <c:v>0.75863535170956076</c:v>
                </c:pt>
                <c:pt idx="25763">
                  <c:v>0.75879380812492347</c:v>
                </c:pt>
                <c:pt idx="25764">
                  <c:v>0.75900421043364896</c:v>
                </c:pt>
                <c:pt idx="25765">
                  <c:v>0.75941042189363306</c:v>
                </c:pt>
                <c:pt idx="25766">
                  <c:v>0.76016586486077431</c:v>
                </c:pt>
                <c:pt idx="25767">
                  <c:v>0.76028394713258518</c:v>
                </c:pt>
                <c:pt idx="25768">
                  <c:v>0.76074052245753432</c:v>
                </c:pt>
                <c:pt idx="25769">
                  <c:v>0.76112912867858551</c:v>
                </c:pt>
                <c:pt idx="25770">
                  <c:v>0.76119382214647868</c:v>
                </c:pt>
                <c:pt idx="25771">
                  <c:v>0.7612459126906076</c:v>
                </c:pt>
                <c:pt idx="25772">
                  <c:v>0.76126297601852222</c:v>
                </c:pt>
                <c:pt idx="25773">
                  <c:v>0.76170324886505714</c:v>
                </c:pt>
                <c:pt idx="25774">
                  <c:v>0.7628206516887085</c:v>
                </c:pt>
                <c:pt idx="25775">
                  <c:v>0.76424187527105647</c:v>
                </c:pt>
                <c:pt idx="25776">
                  <c:v>0.76448791193368537</c:v>
                </c:pt>
                <c:pt idx="25777">
                  <c:v>0.76459250285520863</c:v>
                </c:pt>
                <c:pt idx="25778">
                  <c:v>0.76495412220838266</c:v>
                </c:pt>
                <c:pt idx="25779">
                  <c:v>0.76532919300254409</c:v>
                </c:pt>
                <c:pt idx="25780">
                  <c:v>0.76540383263859857</c:v>
                </c:pt>
                <c:pt idx="25781">
                  <c:v>0.76541596482885899</c:v>
                </c:pt>
                <c:pt idx="25782">
                  <c:v>0.7655890653118963</c:v>
                </c:pt>
                <c:pt idx="25783">
                  <c:v>0.76577579594716771</c:v>
                </c:pt>
                <c:pt idx="25784">
                  <c:v>0.76579736728088066</c:v>
                </c:pt>
                <c:pt idx="25785">
                  <c:v>0.76610053899152297</c:v>
                </c:pt>
                <c:pt idx="25786">
                  <c:v>0.76691419301181929</c:v>
                </c:pt>
                <c:pt idx="25787">
                  <c:v>0.76712945665515131</c:v>
                </c:pt>
                <c:pt idx="25788">
                  <c:v>0.76715266229665335</c:v>
                </c:pt>
                <c:pt idx="25789">
                  <c:v>0.76771740072915229</c:v>
                </c:pt>
                <c:pt idx="25790">
                  <c:v>0.76775900727479685</c:v>
                </c:pt>
                <c:pt idx="25791">
                  <c:v>0.76782795141648996</c:v>
                </c:pt>
                <c:pt idx="25792">
                  <c:v>0.76796903175711251</c:v>
                </c:pt>
                <c:pt idx="25793">
                  <c:v>0.76881358385909582</c:v>
                </c:pt>
                <c:pt idx="25794">
                  <c:v>0.76934910294805303</c:v>
                </c:pt>
                <c:pt idx="25795">
                  <c:v>0.76952558332934096</c:v>
                </c:pt>
                <c:pt idx="25796">
                  <c:v>0.76973032583800471</c:v>
                </c:pt>
                <c:pt idx="25797">
                  <c:v>0.77016091286711519</c:v>
                </c:pt>
                <c:pt idx="25798">
                  <c:v>0.77072092514811674</c:v>
                </c:pt>
                <c:pt idx="25799">
                  <c:v>0.77078160358356962</c:v>
                </c:pt>
                <c:pt idx="25800">
                  <c:v>0.77080676595261444</c:v>
                </c:pt>
                <c:pt idx="25801">
                  <c:v>0.77185804692948135</c:v>
                </c:pt>
                <c:pt idx="25802">
                  <c:v>0.77190685131109693</c:v>
                </c:pt>
                <c:pt idx="25803">
                  <c:v>0.77236673606379636</c:v>
                </c:pt>
                <c:pt idx="25804">
                  <c:v>0.77260055989336118</c:v>
                </c:pt>
                <c:pt idx="25805">
                  <c:v>0.7733226042294411</c:v>
                </c:pt>
                <c:pt idx="25806">
                  <c:v>0.77334750479208336</c:v>
                </c:pt>
                <c:pt idx="25807">
                  <c:v>0.77401083616902744</c:v>
                </c:pt>
                <c:pt idx="25808">
                  <c:v>0.77473273502432016</c:v>
                </c:pt>
                <c:pt idx="25809">
                  <c:v>0.77483066485993723</c:v>
                </c:pt>
                <c:pt idx="25810">
                  <c:v>0.77503969452672672</c:v>
                </c:pt>
                <c:pt idx="25811">
                  <c:v>0.77507592007854453</c:v>
                </c:pt>
                <c:pt idx="25812">
                  <c:v>0.7752443259729751</c:v>
                </c:pt>
                <c:pt idx="25813">
                  <c:v>0.77533067136000045</c:v>
                </c:pt>
                <c:pt idx="25814">
                  <c:v>0.77535190786689889</c:v>
                </c:pt>
                <c:pt idx="25815">
                  <c:v>0.77616909308940374</c:v>
                </c:pt>
                <c:pt idx="25816">
                  <c:v>0.77619956505088172</c:v>
                </c:pt>
                <c:pt idx="25817">
                  <c:v>0.77665085482337548</c:v>
                </c:pt>
                <c:pt idx="25818">
                  <c:v>0.77752689489285531</c:v>
                </c:pt>
                <c:pt idx="25819">
                  <c:v>0.77782636235000557</c:v>
                </c:pt>
                <c:pt idx="25820">
                  <c:v>0.7778345919269114</c:v>
                </c:pt>
                <c:pt idx="25821">
                  <c:v>0.77791917503653485</c:v>
                </c:pt>
                <c:pt idx="25822">
                  <c:v>0.778057221699056</c:v>
                </c:pt>
                <c:pt idx="25823">
                  <c:v>0.77842026992521762</c:v>
                </c:pt>
                <c:pt idx="25824">
                  <c:v>0.7785470799553672</c:v>
                </c:pt>
                <c:pt idx="25825">
                  <c:v>0.77934814774565886</c:v>
                </c:pt>
                <c:pt idx="25826">
                  <c:v>0.779371865185432</c:v>
                </c:pt>
                <c:pt idx="25827">
                  <c:v>0.77948632950592223</c:v>
                </c:pt>
                <c:pt idx="25828">
                  <c:v>0.77957309819132214</c:v>
                </c:pt>
                <c:pt idx="25829">
                  <c:v>0.77957552266748764</c:v>
                </c:pt>
                <c:pt idx="25830">
                  <c:v>0.78003791597906591</c:v>
                </c:pt>
                <c:pt idx="25831">
                  <c:v>0.78033941012617913</c:v>
                </c:pt>
                <c:pt idx="25832">
                  <c:v>0.78041725207789825</c:v>
                </c:pt>
                <c:pt idx="25833">
                  <c:v>0.78100851394858017</c:v>
                </c:pt>
                <c:pt idx="25834">
                  <c:v>0.7812816147815933</c:v>
                </c:pt>
                <c:pt idx="25835">
                  <c:v>0.78233178180774976</c:v>
                </c:pt>
                <c:pt idx="25836">
                  <c:v>0.78250438674635692</c:v>
                </c:pt>
                <c:pt idx="25837">
                  <c:v>0.78290463977680247</c:v>
                </c:pt>
                <c:pt idx="25838">
                  <c:v>0.78306087132509838</c:v>
                </c:pt>
                <c:pt idx="25839">
                  <c:v>0.78324593696645128</c:v>
                </c:pt>
                <c:pt idx="25840">
                  <c:v>0.78357174577147404</c:v>
                </c:pt>
                <c:pt idx="25841">
                  <c:v>0.78367647071901958</c:v>
                </c:pt>
                <c:pt idx="25842">
                  <c:v>0.78417038131522987</c:v>
                </c:pt>
                <c:pt idx="25843">
                  <c:v>0.78428939429109423</c:v>
                </c:pt>
                <c:pt idx="25844">
                  <c:v>0.78638880746515194</c:v>
                </c:pt>
                <c:pt idx="25845">
                  <c:v>0.78676331495800489</c:v>
                </c:pt>
                <c:pt idx="25846">
                  <c:v>0.78760240926955416</c:v>
                </c:pt>
                <c:pt idx="25847">
                  <c:v>0.78798004742292871</c:v>
                </c:pt>
                <c:pt idx="25848">
                  <c:v>0.78825313083690685</c:v>
                </c:pt>
                <c:pt idx="25849">
                  <c:v>0.78875783642182851</c:v>
                </c:pt>
                <c:pt idx="25850">
                  <c:v>0.78878400201049637</c:v>
                </c:pt>
                <c:pt idx="25851">
                  <c:v>0.78919214492356204</c:v>
                </c:pt>
                <c:pt idx="25852">
                  <c:v>0.7894304294561012</c:v>
                </c:pt>
                <c:pt idx="25853">
                  <c:v>0.78948597439080981</c:v>
                </c:pt>
                <c:pt idx="25854">
                  <c:v>0.79023888978167556</c:v>
                </c:pt>
                <c:pt idx="25855">
                  <c:v>0.79049421331157277</c:v>
                </c:pt>
                <c:pt idx="25856">
                  <c:v>0.79074259143591663</c:v>
                </c:pt>
                <c:pt idx="25857">
                  <c:v>0.79145505238627067</c:v>
                </c:pt>
                <c:pt idx="25858">
                  <c:v>0.79210258562700075</c:v>
                </c:pt>
                <c:pt idx="25859">
                  <c:v>0.79266501551657143</c:v>
                </c:pt>
                <c:pt idx="25860">
                  <c:v>0.79293258335525407</c:v>
                </c:pt>
                <c:pt idx="25861">
                  <c:v>0.79330485815365714</c:v>
                </c:pt>
                <c:pt idx="25862">
                  <c:v>0.79357953377926094</c:v>
                </c:pt>
                <c:pt idx="25863">
                  <c:v>0.79386645472943118</c:v>
                </c:pt>
                <c:pt idx="25864">
                  <c:v>0.79445351222766447</c:v>
                </c:pt>
                <c:pt idx="25865">
                  <c:v>0.79560680414726637</c:v>
                </c:pt>
                <c:pt idx="25866">
                  <c:v>0.79762370959175466</c:v>
                </c:pt>
                <c:pt idx="25867">
                  <c:v>0.7977291657076877</c:v>
                </c:pt>
                <c:pt idx="25868">
                  <c:v>0.79885230495458104</c:v>
                </c:pt>
                <c:pt idx="25869">
                  <c:v>0.7989131442252928</c:v>
                </c:pt>
                <c:pt idx="25870">
                  <c:v>0.79910821227195705</c:v>
                </c:pt>
                <c:pt idx="25871">
                  <c:v>0.79957185497950412</c:v>
                </c:pt>
                <c:pt idx="25872">
                  <c:v>0.79960375699668185</c:v>
                </c:pt>
                <c:pt idx="25873">
                  <c:v>0.80001760052749193</c:v>
                </c:pt>
                <c:pt idx="25874">
                  <c:v>0.80129607101246392</c:v>
                </c:pt>
                <c:pt idx="25875">
                  <c:v>0.80155488101466843</c:v>
                </c:pt>
                <c:pt idx="25876">
                  <c:v>0.80207020299327669</c:v>
                </c:pt>
                <c:pt idx="25877">
                  <c:v>0.80285841079358089</c:v>
                </c:pt>
                <c:pt idx="25878">
                  <c:v>0.80290933485760185</c:v>
                </c:pt>
                <c:pt idx="25879">
                  <c:v>0.80310576447999704</c:v>
                </c:pt>
                <c:pt idx="25880">
                  <c:v>0.80356553633459005</c:v>
                </c:pt>
                <c:pt idx="25881">
                  <c:v>0.80360394143986036</c:v>
                </c:pt>
                <c:pt idx="25882">
                  <c:v>0.80383479030260085</c:v>
                </c:pt>
                <c:pt idx="25883">
                  <c:v>0.80472873853155591</c:v>
                </c:pt>
                <c:pt idx="25884">
                  <c:v>0.80513932651729292</c:v>
                </c:pt>
                <c:pt idx="25885">
                  <c:v>0.80577159858664271</c:v>
                </c:pt>
                <c:pt idx="25886">
                  <c:v>0.80612148622971436</c:v>
                </c:pt>
                <c:pt idx="25887">
                  <c:v>0.8069347433908578</c:v>
                </c:pt>
                <c:pt idx="25888">
                  <c:v>0.80781352406981588</c:v>
                </c:pt>
                <c:pt idx="25889">
                  <c:v>0.80917272405831753</c:v>
                </c:pt>
                <c:pt idx="25890">
                  <c:v>0.8097886796856234</c:v>
                </c:pt>
                <c:pt idx="25891">
                  <c:v>0.81035921834576219</c:v>
                </c:pt>
                <c:pt idx="25892">
                  <c:v>0.81037969990558623</c:v>
                </c:pt>
                <c:pt idx="25893">
                  <c:v>0.81131616318279942</c:v>
                </c:pt>
                <c:pt idx="25894">
                  <c:v>0.81152694512134749</c:v>
                </c:pt>
                <c:pt idx="25895">
                  <c:v>0.81153087084941</c:v>
                </c:pt>
                <c:pt idx="25896">
                  <c:v>0.81157793442340698</c:v>
                </c:pt>
                <c:pt idx="25897">
                  <c:v>0.81194520681787685</c:v>
                </c:pt>
                <c:pt idx="25898">
                  <c:v>0.81199902316751604</c:v>
                </c:pt>
                <c:pt idx="25899">
                  <c:v>0.81242062869220233</c:v>
                </c:pt>
                <c:pt idx="25900">
                  <c:v>0.81276014866773783</c:v>
                </c:pt>
                <c:pt idx="25901">
                  <c:v>0.81410159311580232</c:v>
                </c:pt>
                <c:pt idx="25902">
                  <c:v>0.8142472915516944</c:v>
                </c:pt>
                <c:pt idx="25903">
                  <c:v>0.81454868827857874</c:v>
                </c:pt>
                <c:pt idx="25904">
                  <c:v>0.81478457416278971</c:v>
                </c:pt>
                <c:pt idx="25905">
                  <c:v>0.81507624586566463</c:v>
                </c:pt>
                <c:pt idx="25906">
                  <c:v>0.81551042648628091</c:v>
                </c:pt>
                <c:pt idx="25907">
                  <c:v>0.81612039339059361</c:v>
                </c:pt>
                <c:pt idx="25908">
                  <c:v>0.81663628265212496</c:v>
                </c:pt>
                <c:pt idx="25909">
                  <c:v>0.81715909142156262</c:v>
                </c:pt>
                <c:pt idx="25910">
                  <c:v>0.81732598896657038</c:v>
                </c:pt>
                <c:pt idx="25911">
                  <c:v>0.81775919944572784</c:v>
                </c:pt>
                <c:pt idx="25912">
                  <c:v>0.81793057624166832</c:v>
                </c:pt>
                <c:pt idx="25913">
                  <c:v>0.81826386427879882</c:v>
                </c:pt>
                <c:pt idx="25914">
                  <c:v>0.8183890438474587</c:v>
                </c:pt>
                <c:pt idx="25915">
                  <c:v>0.8184248581125011</c:v>
                </c:pt>
                <c:pt idx="25916">
                  <c:v>0.81953650797162259</c:v>
                </c:pt>
                <c:pt idx="25917">
                  <c:v>0.81998924535864326</c:v>
                </c:pt>
                <c:pt idx="25918">
                  <c:v>0.82019748477566301</c:v>
                </c:pt>
                <c:pt idx="25919">
                  <c:v>0.82032918949036904</c:v>
                </c:pt>
                <c:pt idx="25920">
                  <c:v>0.82078530058118604</c:v>
                </c:pt>
                <c:pt idx="25921">
                  <c:v>0.82094171284810247</c:v>
                </c:pt>
                <c:pt idx="25922">
                  <c:v>0.82096996325956662</c:v>
                </c:pt>
                <c:pt idx="25923">
                  <c:v>0.82123049148357874</c:v>
                </c:pt>
                <c:pt idx="25924">
                  <c:v>0.82195178910092481</c:v>
                </c:pt>
                <c:pt idx="25925">
                  <c:v>0.82272719213683498</c:v>
                </c:pt>
                <c:pt idx="25926">
                  <c:v>0.82300132197429976</c:v>
                </c:pt>
                <c:pt idx="25927">
                  <c:v>0.82355059969534827</c:v>
                </c:pt>
                <c:pt idx="25928">
                  <c:v>0.82391376301443431</c:v>
                </c:pt>
                <c:pt idx="25929">
                  <c:v>0.82426810861851785</c:v>
                </c:pt>
                <c:pt idx="25930">
                  <c:v>0.82432723117817419</c:v>
                </c:pt>
                <c:pt idx="25931">
                  <c:v>0.82449958261999423</c:v>
                </c:pt>
                <c:pt idx="25932">
                  <c:v>0.82495177714964429</c:v>
                </c:pt>
                <c:pt idx="25933">
                  <c:v>0.8250806920306657</c:v>
                </c:pt>
                <c:pt idx="25934">
                  <c:v>0.82577437478696358</c:v>
                </c:pt>
                <c:pt idx="25935">
                  <c:v>0.82677884144637726</c:v>
                </c:pt>
                <c:pt idx="25936">
                  <c:v>0.82708982691532551</c:v>
                </c:pt>
                <c:pt idx="25937">
                  <c:v>0.8276451740738584</c:v>
                </c:pt>
                <c:pt idx="25938">
                  <c:v>0.82775438322871087</c:v>
                </c:pt>
                <c:pt idx="25939">
                  <c:v>0.82847991234751839</c:v>
                </c:pt>
                <c:pt idx="25940">
                  <c:v>0.82853233359878142</c:v>
                </c:pt>
                <c:pt idx="25941">
                  <c:v>0.82868762833653842</c:v>
                </c:pt>
                <c:pt idx="25942">
                  <c:v>0.82911349030310777</c:v>
                </c:pt>
                <c:pt idx="25943">
                  <c:v>0.83003939024930773</c:v>
                </c:pt>
                <c:pt idx="25944">
                  <c:v>0.83011992721898709</c:v>
                </c:pt>
                <c:pt idx="25945">
                  <c:v>0.83017632654503415</c:v>
                </c:pt>
                <c:pt idx="25946">
                  <c:v>0.83121962047018372</c:v>
                </c:pt>
                <c:pt idx="25947">
                  <c:v>0.83142823775670627</c:v>
                </c:pt>
                <c:pt idx="25948">
                  <c:v>0.83143691388284935</c:v>
                </c:pt>
                <c:pt idx="25949">
                  <c:v>0.83246943729485434</c:v>
                </c:pt>
                <c:pt idx="25950">
                  <c:v>0.83285678180837774</c:v>
                </c:pt>
                <c:pt idx="25951">
                  <c:v>0.83291776304581711</c:v>
                </c:pt>
                <c:pt idx="25952">
                  <c:v>0.83336309626070537</c:v>
                </c:pt>
                <c:pt idx="25953">
                  <c:v>0.83336424841338719</c:v>
                </c:pt>
                <c:pt idx="25954">
                  <c:v>0.83383161037278131</c:v>
                </c:pt>
                <c:pt idx="25955">
                  <c:v>0.83420275452636838</c:v>
                </c:pt>
                <c:pt idx="25956">
                  <c:v>0.83424070314242849</c:v>
                </c:pt>
                <c:pt idx="25957">
                  <c:v>0.83454597010530263</c:v>
                </c:pt>
                <c:pt idx="25958">
                  <c:v>0.83477794645489856</c:v>
                </c:pt>
                <c:pt idx="25959">
                  <c:v>0.8351530868894439</c:v>
                </c:pt>
                <c:pt idx="25960">
                  <c:v>0.83619537787354548</c:v>
                </c:pt>
                <c:pt idx="25961">
                  <c:v>0.83620882801000296</c:v>
                </c:pt>
                <c:pt idx="25962">
                  <c:v>0.83635093489453138</c:v>
                </c:pt>
                <c:pt idx="25963">
                  <c:v>0.83698313698780535</c:v>
                </c:pt>
                <c:pt idx="25964">
                  <c:v>0.83708651233076969</c:v>
                </c:pt>
                <c:pt idx="25965">
                  <c:v>0.83768801167722207</c:v>
                </c:pt>
                <c:pt idx="25966">
                  <c:v>0.83801781386939289</c:v>
                </c:pt>
                <c:pt idx="25967">
                  <c:v>0.8391323172675591</c:v>
                </c:pt>
                <c:pt idx="25968">
                  <c:v>0.8397758484280814</c:v>
                </c:pt>
                <c:pt idx="25969">
                  <c:v>0.83992147761276259</c:v>
                </c:pt>
                <c:pt idx="25970">
                  <c:v>0.84004375051878177</c:v>
                </c:pt>
                <c:pt idx="25971">
                  <c:v>0.84012571598962016</c:v>
                </c:pt>
                <c:pt idx="25972">
                  <c:v>0.84081949533837663</c:v>
                </c:pt>
                <c:pt idx="25973">
                  <c:v>0.8411219805872644</c:v>
                </c:pt>
                <c:pt idx="25974">
                  <c:v>0.8415469347395802</c:v>
                </c:pt>
                <c:pt idx="25975">
                  <c:v>0.84174233003701115</c:v>
                </c:pt>
                <c:pt idx="25976">
                  <c:v>0.84193481911230517</c:v>
                </c:pt>
                <c:pt idx="25977">
                  <c:v>0.84221763077133438</c:v>
                </c:pt>
                <c:pt idx="25978">
                  <c:v>0.84233535473696708</c:v>
                </c:pt>
                <c:pt idx="25979">
                  <c:v>0.84265009563883897</c:v>
                </c:pt>
                <c:pt idx="25980">
                  <c:v>0.84292416072642928</c:v>
                </c:pt>
                <c:pt idx="25981">
                  <c:v>0.84310112238101564</c:v>
                </c:pt>
                <c:pt idx="25982">
                  <c:v>0.84313676839317575</c:v>
                </c:pt>
                <c:pt idx="25983">
                  <c:v>0.84332789891740456</c:v>
                </c:pt>
                <c:pt idx="25984">
                  <c:v>0.84370192517046527</c:v>
                </c:pt>
                <c:pt idx="25985">
                  <c:v>0.84390805337119668</c:v>
                </c:pt>
                <c:pt idx="25986">
                  <c:v>0.84418042207974464</c:v>
                </c:pt>
                <c:pt idx="25987">
                  <c:v>0.8448145414232886</c:v>
                </c:pt>
                <c:pt idx="25988">
                  <c:v>0.84487402944153711</c:v>
                </c:pt>
                <c:pt idx="25989">
                  <c:v>0.84578377984713726</c:v>
                </c:pt>
                <c:pt idx="25990">
                  <c:v>0.8459160155414891</c:v>
                </c:pt>
                <c:pt idx="25991">
                  <c:v>0.84597340458706194</c:v>
                </c:pt>
                <c:pt idx="25992">
                  <c:v>0.84599748742527636</c:v>
                </c:pt>
                <c:pt idx="25993">
                  <c:v>0.8460530899272245</c:v>
                </c:pt>
                <c:pt idx="25994">
                  <c:v>0.84612303266839539</c:v>
                </c:pt>
                <c:pt idx="25995">
                  <c:v>0.84633504997571929</c:v>
                </c:pt>
                <c:pt idx="25996">
                  <c:v>0.84639340904881677</c:v>
                </c:pt>
                <c:pt idx="25997">
                  <c:v>0.8463991950150922</c:v>
                </c:pt>
                <c:pt idx="25998">
                  <c:v>0.84644146294704281</c:v>
                </c:pt>
                <c:pt idx="25999">
                  <c:v>0.84691043697439794</c:v>
                </c:pt>
                <c:pt idx="26000">
                  <c:v>0.84772184664054895</c:v>
                </c:pt>
                <c:pt idx="26001">
                  <c:v>0.84801704323582061</c:v>
                </c:pt>
                <c:pt idx="26002">
                  <c:v>0.848124579875705</c:v>
                </c:pt>
                <c:pt idx="26003">
                  <c:v>0.84832459245189051</c:v>
                </c:pt>
                <c:pt idx="26004">
                  <c:v>0.8483724903529154</c:v>
                </c:pt>
                <c:pt idx="26005">
                  <c:v>0.84847799234663968</c:v>
                </c:pt>
                <c:pt idx="26006">
                  <c:v>0.84929946335122009</c:v>
                </c:pt>
                <c:pt idx="26007">
                  <c:v>0.84999285449564277</c:v>
                </c:pt>
                <c:pt idx="26008">
                  <c:v>0.85002329512291708</c:v>
                </c:pt>
                <c:pt idx="26009">
                  <c:v>0.85017671601642486</c:v>
                </c:pt>
                <c:pt idx="26010">
                  <c:v>0.85025100603162374</c:v>
                </c:pt>
                <c:pt idx="26011">
                  <c:v>0.85093439615800825</c:v>
                </c:pt>
                <c:pt idx="26012">
                  <c:v>0.85225661402606001</c:v>
                </c:pt>
                <c:pt idx="26013">
                  <c:v>0.85302422443602188</c:v>
                </c:pt>
                <c:pt idx="26014">
                  <c:v>0.85302454496827107</c:v>
                </c:pt>
                <c:pt idx="26015">
                  <c:v>0.85336467911345348</c:v>
                </c:pt>
                <c:pt idx="26016">
                  <c:v>0.85425452557417436</c:v>
                </c:pt>
                <c:pt idx="26017">
                  <c:v>0.85501974652015067</c:v>
                </c:pt>
                <c:pt idx="26018">
                  <c:v>0.85561931926386048</c:v>
                </c:pt>
                <c:pt idx="26019">
                  <c:v>0.85601638787565781</c:v>
                </c:pt>
                <c:pt idx="26020">
                  <c:v>0.85625121042545227</c:v>
                </c:pt>
                <c:pt idx="26021">
                  <c:v>0.85626919132397561</c:v>
                </c:pt>
                <c:pt idx="26022">
                  <c:v>0.85633078433631538</c:v>
                </c:pt>
                <c:pt idx="26023">
                  <c:v>0.85673752433549766</c:v>
                </c:pt>
                <c:pt idx="26024">
                  <c:v>0.85785981451436677</c:v>
                </c:pt>
                <c:pt idx="26025">
                  <c:v>0.85799091643742786</c:v>
                </c:pt>
                <c:pt idx="26026">
                  <c:v>0.85831296147809122</c:v>
                </c:pt>
                <c:pt idx="26027">
                  <c:v>0.85872235147650966</c:v>
                </c:pt>
                <c:pt idx="26028">
                  <c:v>0.85882144700781704</c:v>
                </c:pt>
                <c:pt idx="26029">
                  <c:v>0.85933298824331728</c:v>
                </c:pt>
                <c:pt idx="26030">
                  <c:v>0.85948343171064434</c:v>
                </c:pt>
                <c:pt idx="26031">
                  <c:v>0.85968255271865934</c:v>
                </c:pt>
                <c:pt idx="26032">
                  <c:v>0.85993443373579015</c:v>
                </c:pt>
                <c:pt idx="26033">
                  <c:v>0.86005809014775114</c:v>
                </c:pt>
                <c:pt idx="26034">
                  <c:v>0.86023798824696873</c:v>
                </c:pt>
                <c:pt idx="26035">
                  <c:v>0.86032318809242447</c:v>
                </c:pt>
                <c:pt idx="26036">
                  <c:v>0.86046358365498232</c:v>
                </c:pt>
                <c:pt idx="26037">
                  <c:v>0.86060288120982553</c:v>
                </c:pt>
                <c:pt idx="26038">
                  <c:v>0.86230712899588613</c:v>
                </c:pt>
                <c:pt idx="26039">
                  <c:v>0.86234425074353616</c:v>
                </c:pt>
                <c:pt idx="26040">
                  <c:v>0.8624100526313252</c:v>
                </c:pt>
                <c:pt idx="26041">
                  <c:v>0.86241606331909337</c:v>
                </c:pt>
                <c:pt idx="26042">
                  <c:v>0.86283676535214415</c:v>
                </c:pt>
                <c:pt idx="26043">
                  <c:v>0.86365876291569721</c:v>
                </c:pt>
                <c:pt idx="26044">
                  <c:v>0.86376117995081181</c:v>
                </c:pt>
                <c:pt idx="26045">
                  <c:v>0.86425866807194029</c:v>
                </c:pt>
                <c:pt idx="26046">
                  <c:v>0.86439515637072839</c:v>
                </c:pt>
                <c:pt idx="26047">
                  <c:v>0.86496770481199614</c:v>
                </c:pt>
                <c:pt idx="26048">
                  <c:v>0.8676247507486915</c:v>
                </c:pt>
                <c:pt idx="26049">
                  <c:v>0.86791240208403553</c:v>
                </c:pt>
                <c:pt idx="26050">
                  <c:v>0.86874855996686207</c:v>
                </c:pt>
                <c:pt idx="26051">
                  <c:v>0.86887072447801417</c:v>
                </c:pt>
                <c:pt idx="26052">
                  <c:v>0.87000346951296659</c:v>
                </c:pt>
                <c:pt idx="26053">
                  <c:v>0.87018646881311257</c:v>
                </c:pt>
                <c:pt idx="26054">
                  <c:v>0.87087809579788633</c:v>
                </c:pt>
                <c:pt idx="26055">
                  <c:v>0.87133531100304307</c:v>
                </c:pt>
                <c:pt idx="26056">
                  <c:v>0.87176057477248337</c:v>
                </c:pt>
                <c:pt idx="26057">
                  <c:v>0.87249686058573683</c:v>
                </c:pt>
                <c:pt idx="26058">
                  <c:v>0.87252747326944669</c:v>
                </c:pt>
                <c:pt idx="26059">
                  <c:v>0.87341895498237121</c:v>
                </c:pt>
                <c:pt idx="26060">
                  <c:v>0.87348333991805949</c:v>
                </c:pt>
                <c:pt idx="26061">
                  <c:v>0.87349459015833331</c:v>
                </c:pt>
                <c:pt idx="26062">
                  <c:v>0.87363874095558802</c:v>
                </c:pt>
                <c:pt idx="26063">
                  <c:v>0.87448337726850889</c:v>
                </c:pt>
                <c:pt idx="26064">
                  <c:v>0.87460910589430929</c:v>
                </c:pt>
                <c:pt idx="26065">
                  <c:v>0.87538066616909904</c:v>
                </c:pt>
                <c:pt idx="26066">
                  <c:v>0.87567605866624154</c:v>
                </c:pt>
                <c:pt idx="26067">
                  <c:v>0.87713732096113828</c:v>
                </c:pt>
                <c:pt idx="26068">
                  <c:v>0.87723761185972859</c:v>
                </c:pt>
                <c:pt idx="26069">
                  <c:v>0.87913046359430047</c:v>
                </c:pt>
                <c:pt idx="26070">
                  <c:v>0.87957457262848815</c:v>
                </c:pt>
                <c:pt idx="26071">
                  <c:v>0.8796409264905235</c:v>
                </c:pt>
                <c:pt idx="26072">
                  <c:v>0.88007660180054859</c:v>
                </c:pt>
                <c:pt idx="26073">
                  <c:v>0.88014632060731257</c:v>
                </c:pt>
                <c:pt idx="26074">
                  <c:v>0.88030509335921492</c:v>
                </c:pt>
                <c:pt idx="26075">
                  <c:v>0.88057654919208206</c:v>
                </c:pt>
                <c:pt idx="26076">
                  <c:v>0.88107642109423701</c:v>
                </c:pt>
                <c:pt idx="26077">
                  <c:v>0.8811079607046296</c:v>
                </c:pt>
                <c:pt idx="26078">
                  <c:v>0.88294373935851311</c:v>
                </c:pt>
                <c:pt idx="26079">
                  <c:v>0.88331111486111535</c:v>
                </c:pt>
                <c:pt idx="26080">
                  <c:v>0.88378425881139744</c:v>
                </c:pt>
                <c:pt idx="26081">
                  <c:v>0.88388581463750682</c:v>
                </c:pt>
                <c:pt idx="26082">
                  <c:v>0.88481663471953376</c:v>
                </c:pt>
                <c:pt idx="26083">
                  <c:v>0.88602803157858401</c:v>
                </c:pt>
                <c:pt idx="26084">
                  <c:v>0.88638298609190935</c:v>
                </c:pt>
                <c:pt idx="26085">
                  <c:v>0.88678777747955229</c:v>
                </c:pt>
                <c:pt idx="26086">
                  <c:v>0.88734296446536653</c:v>
                </c:pt>
                <c:pt idx="26087">
                  <c:v>0.88848081181563032</c:v>
                </c:pt>
                <c:pt idx="26088">
                  <c:v>0.88849053111430654</c:v>
                </c:pt>
                <c:pt idx="26089">
                  <c:v>0.88917711643847686</c:v>
                </c:pt>
                <c:pt idx="26090">
                  <c:v>0.88986342529872642</c:v>
                </c:pt>
                <c:pt idx="26091">
                  <c:v>0.89014546620233648</c:v>
                </c:pt>
                <c:pt idx="26092">
                  <c:v>0.89027251829296405</c:v>
                </c:pt>
                <c:pt idx="26093">
                  <c:v>0.89032515131461143</c:v>
                </c:pt>
                <c:pt idx="26094">
                  <c:v>0.89160678649911096</c:v>
                </c:pt>
                <c:pt idx="26095">
                  <c:v>0.8917956767786791</c:v>
                </c:pt>
                <c:pt idx="26096">
                  <c:v>0.8933007843251809</c:v>
                </c:pt>
                <c:pt idx="26097">
                  <c:v>0.89427490257022924</c:v>
                </c:pt>
                <c:pt idx="26098">
                  <c:v>0.89470695092652608</c:v>
                </c:pt>
                <c:pt idx="26099">
                  <c:v>0.89520410801113104</c:v>
                </c:pt>
                <c:pt idx="26100">
                  <c:v>0.89538312129695008</c:v>
                </c:pt>
                <c:pt idx="26101">
                  <c:v>0.89707972514506751</c:v>
                </c:pt>
                <c:pt idx="26102">
                  <c:v>0.89722375348989925</c:v>
                </c:pt>
                <c:pt idx="26103">
                  <c:v>0.89776449947022541</c:v>
                </c:pt>
                <c:pt idx="26104">
                  <c:v>0.89897744804093649</c:v>
                </c:pt>
                <c:pt idx="26105">
                  <c:v>0.89916383284218493</c:v>
                </c:pt>
                <c:pt idx="26106">
                  <c:v>0.89927307791423394</c:v>
                </c:pt>
                <c:pt idx="26107">
                  <c:v>0.89933320985707044</c:v>
                </c:pt>
                <c:pt idx="26108">
                  <c:v>0.90073172584072825</c:v>
                </c:pt>
                <c:pt idx="26109">
                  <c:v>0.90171086107058551</c:v>
                </c:pt>
                <c:pt idx="26110">
                  <c:v>0.90182434782550847</c:v>
                </c:pt>
                <c:pt idx="26111">
                  <c:v>0.90296143950182717</c:v>
                </c:pt>
                <c:pt idx="26112">
                  <c:v>0.90310175183480101</c:v>
                </c:pt>
                <c:pt idx="26113">
                  <c:v>0.9042440102078152</c:v>
                </c:pt>
                <c:pt idx="26114">
                  <c:v>0.90501556017470575</c:v>
                </c:pt>
                <c:pt idx="26115">
                  <c:v>0.90720212710175718</c:v>
                </c:pt>
                <c:pt idx="26116">
                  <c:v>0.90723058447614502</c:v>
                </c:pt>
                <c:pt idx="26117">
                  <c:v>0.90852195476298414</c:v>
                </c:pt>
                <c:pt idx="26118">
                  <c:v>0.90884419450515963</c:v>
                </c:pt>
                <c:pt idx="26119">
                  <c:v>0.90917901182516248</c:v>
                </c:pt>
                <c:pt idx="26120">
                  <c:v>0.90937541186302917</c:v>
                </c:pt>
                <c:pt idx="26121">
                  <c:v>0.91025044580789827</c:v>
                </c:pt>
                <c:pt idx="26122">
                  <c:v>0.9109274151909772</c:v>
                </c:pt>
                <c:pt idx="26123">
                  <c:v>0.91133660719002485</c:v>
                </c:pt>
                <c:pt idx="26124">
                  <c:v>0.91247167435856236</c:v>
                </c:pt>
                <c:pt idx="26125">
                  <c:v>0.9126426849191841</c:v>
                </c:pt>
                <c:pt idx="26126">
                  <c:v>0.91284670507600096</c:v>
                </c:pt>
                <c:pt idx="26127">
                  <c:v>0.91321428563769169</c:v>
                </c:pt>
                <c:pt idx="26128">
                  <c:v>0.91406659024138004</c:v>
                </c:pt>
                <c:pt idx="26129">
                  <c:v>0.91498422735371299</c:v>
                </c:pt>
                <c:pt idx="26130">
                  <c:v>0.91508063455094946</c:v>
                </c:pt>
                <c:pt idx="26131">
                  <c:v>0.91609923538036442</c:v>
                </c:pt>
                <c:pt idx="26132">
                  <c:v>0.91614616557692907</c:v>
                </c:pt>
                <c:pt idx="26133">
                  <c:v>0.91664864795256462</c:v>
                </c:pt>
                <c:pt idx="26134">
                  <c:v>0.9170073102562537</c:v>
                </c:pt>
                <c:pt idx="26135">
                  <c:v>0.91727387562538043</c:v>
                </c:pt>
                <c:pt idx="26136">
                  <c:v>0.91893996042459947</c:v>
                </c:pt>
                <c:pt idx="26137">
                  <c:v>0.92074793843160285</c:v>
                </c:pt>
                <c:pt idx="26138">
                  <c:v>0.92208071754619614</c:v>
                </c:pt>
                <c:pt idx="26139">
                  <c:v>0.92267048379628502</c:v>
                </c:pt>
                <c:pt idx="26140">
                  <c:v>0.92334962402017351</c:v>
                </c:pt>
                <c:pt idx="26141">
                  <c:v>0.92342159311414262</c:v>
                </c:pt>
                <c:pt idx="26142">
                  <c:v>0.92352637245295344</c:v>
                </c:pt>
                <c:pt idx="26143">
                  <c:v>0.9258069890739411</c:v>
                </c:pt>
                <c:pt idx="26144">
                  <c:v>0.92696432826647834</c:v>
                </c:pt>
                <c:pt idx="26145">
                  <c:v>0.92733364212821956</c:v>
                </c:pt>
                <c:pt idx="26146">
                  <c:v>0.928180794076922</c:v>
                </c:pt>
                <c:pt idx="26147">
                  <c:v>0.9282783182349571</c:v>
                </c:pt>
                <c:pt idx="26148">
                  <c:v>0.92871290023316611</c:v>
                </c:pt>
                <c:pt idx="26149">
                  <c:v>0.92901909254440196</c:v>
                </c:pt>
                <c:pt idx="26150">
                  <c:v>0.93011171251787716</c:v>
                </c:pt>
                <c:pt idx="26151">
                  <c:v>0.93121541546239972</c:v>
                </c:pt>
                <c:pt idx="26152">
                  <c:v>0.93223468385896802</c:v>
                </c:pt>
                <c:pt idx="26153">
                  <c:v>0.93261488799829884</c:v>
                </c:pt>
                <c:pt idx="26154">
                  <c:v>0.93268427485805694</c:v>
                </c:pt>
                <c:pt idx="26155">
                  <c:v>0.9336127346137143</c:v>
                </c:pt>
                <c:pt idx="26156">
                  <c:v>0.93381291880257511</c:v>
                </c:pt>
                <c:pt idx="26157">
                  <c:v>0.93507359995641681</c:v>
                </c:pt>
                <c:pt idx="26158">
                  <c:v>0.9358179481405503</c:v>
                </c:pt>
                <c:pt idx="26159">
                  <c:v>0.93611364859463919</c:v>
                </c:pt>
                <c:pt idx="26160">
                  <c:v>0.93656278503886992</c:v>
                </c:pt>
                <c:pt idx="26161">
                  <c:v>0.93683579000778028</c:v>
                </c:pt>
                <c:pt idx="26162">
                  <c:v>0.93836129380781919</c:v>
                </c:pt>
                <c:pt idx="26163">
                  <c:v>0.93891099899520047</c:v>
                </c:pt>
                <c:pt idx="26164">
                  <c:v>0.93891798399204285</c:v>
                </c:pt>
                <c:pt idx="26165">
                  <c:v>0.93903619125520954</c:v>
                </c:pt>
                <c:pt idx="26166">
                  <c:v>0.93915424262802305</c:v>
                </c:pt>
                <c:pt idx="26167">
                  <c:v>0.93987932327665946</c:v>
                </c:pt>
                <c:pt idx="26168">
                  <c:v>0.93991212094479903</c:v>
                </c:pt>
                <c:pt idx="26169">
                  <c:v>0.94154108236912692</c:v>
                </c:pt>
                <c:pt idx="26170">
                  <c:v>0.9420822280874277</c:v>
                </c:pt>
                <c:pt idx="26171">
                  <c:v>0.94236660439022668</c:v>
                </c:pt>
                <c:pt idx="26172">
                  <c:v>0.94262638882731897</c:v>
                </c:pt>
                <c:pt idx="26173">
                  <c:v>0.9430147051968274</c:v>
                </c:pt>
                <c:pt idx="26174">
                  <c:v>0.94394077843177615</c:v>
                </c:pt>
                <c:pt idx="26175">
                  <c:v>0.94412311536573867</c:v>
                </c:pt>
                <c:pt idx="26176">
                  <c:v>0.94481037233725573</c:v>
                </c:pt>
                <c:pt idx="26177">
                  <c:v>0.94551625967915931</c:v>
                </c:pt>
                <c:pt idx="26178">
                  <c:v>0.94623601044533523</c:v>
                </c:pt>
                <c:pt idx="26179">
                  <c:v>0.9462782128269831</c:v>
                </c:pt>
                <c:pt idx="26180">
                  <c:v>0.94632553553123966</c:v>
                </c:pt>
                <c:pt idx="26181">
                  <c:v>0.94647526360360379</c:v>
                </c:pt>
                <c:pt idx="26182">
                  <c:v>0.94739595228062412</c:v>
                </c:pt>
                <c:pt idx="26183">
                  <c:v>0.94788137301716835</c:v>
                </c:pt>
                <c:pt idx="26184">
                  <c:v>0.94856775435738039</c:v>
                </c:pt>
                <c:pt idx="26185">
                  <c:v>0.95058430099722002</c:v>
                </c:pt>
                <c:pt idx="26186">
                  <c:v>0.9510022205003118</c:v>
                </c:pt>
                <c:pt idx="26187">
                  <c:v>0.95107574911112935</c:v>
                </c:pt>
                <c:pt idx="26188">
                  <c:v>0.95253424079354865</c:v>
                </c:pt>
                <c:pt idx="26189">
                  <c:v>0.95255657826922524</c:v>
                </c:pt>
                <c:pt idx="26190">
                  <c:v>0.95281687388929925</c:v>
                </c:pt>
                <c:pt idx="26191">
                  <c:v>0.95372643975563931</c:v>
                </c:pt>
                <c:pt idx="26192">
                  <c:v>0.95523033641234034</c:v>
                </c:pt>
                <c:pt idx="26193">
                  <c:v>0.95550383311680798</c:v>
                </c:pt>
                <c:pt idx="26194">
                  <c:v>0.95672957233642175</c:v>
                </c:pt>
                <c:pt idx="26195">
                  <c:v>0.95705966670337728</c:v>
                </c:pt>
                <c:pt idx="26196">
                  <c:v>0.95841819335385459</c:v>
                </c:pt>
                <c:pt idx="26197">
                  <c:v>0.95889876773534954</c:v>
                </c:pt>
                <c:pt idx="26198">
                  <c:v>0.95937917870104961</c:v>
                </c:pt>
                <c:pt idx="26199">
                  <c:v>0.95961336004684961</c:v>
                </c:pt>
                <c:pt idx="26200">
                  <c:v>0.96026303722637696</c:v>
                </c:pt>
                <c:pt idx="26201">
                  <c:v>0.96037845085845042</c:v>
                </c:pt>
                <c:pt idx="26202">
                  <c:v>0.96166646248848864</c:v>
                </c:pt>
                <c:pt idx="26203">
                  <c:v>0.96183546859254776</c:v>
                </c:pt>
                <c:pt idx="26204">
                  <c:v>0.9624426026367735</c:v>
                </c:pt>
                <c:pt idx="26205">
                  <c:v>0.96259488697057538</c:v>
                </c:pt>
                <c:pt idx="26206">
                  <c:v>0.96475999160405779</c:v>
                </c:pt>
                <c:pt idx="26207">
                  <c:v>0.9655638742859699</c:v>
                </c:pt>
                <c:pt idx="26208">
                  <c:v>0.96810396699371992</c:v>
                </c:pt>
                <c:pt idx="26209">
                  <c:v>0.96935638139044333</c:v>
                </c:pt>
                <c:pt idx="26210">
                  <c:v>0.96977319861038058</c:v>
                </c:pt>
                <c:pt idx="26211">
                  <c:v>0.96990325758168849</c:v>
                </c:pt>
                <c:pt idx="26212">
                  <c:v>0.97138886083182541</c:v>
                </c:pt>
                <c:pt idx="26213">
                  <c:v>0.97188152120076243</c:v>
                </c:pt>
                <c:pt idx="26214">
                  <c:v>0.97255124883685429</c:v>
                </c:pt>
                <c:pt idx="26215">
                  <c:v>0.97273127572640639</c:v>
                </c:pt>
                <c:pt idx="26216">
                  <c:v>0.97291493649177119</c:v>
                </c:pt>
                <c:pt idx="26217">
                  <c:v>0.97324178388684623</c:v>
                </c:pt>
                <c:pt idx="26218">
                  <c:v>0.97398210507838623</c:v>
                </c:pt>
                <c:pt idx="26219">
                  <c:v>0.97415387108168272</c:v>
                </c:pt>
                <c:pt idx="26220">
                  <c:v>0.9757826544506838</c:v>
                </c:pt>
                <c:pt idx="26221">
                  <c:v>0.97747807173965828</c:v>
                </c:pt>
                <c:pt idx="26222">
                  <c:v>0.97789609183081383</c:v>
                </c:pt>
                <c:pt idx="26223">
                  <c:v>0.97811271899587438</c:v>
                </c:pt>
                <c:pt idx="26224">
                  <c:v>0.97811338546489279</c:v>
                </c:pt>
                <c:pt idx="26225">
                  <c:v>0.98029513731075468</c:v>
                </c:pt>
                <c:pt idx="26226">
                  <c:v>0.98277190070541842</c:v>
                </c:pt>
                <c:pt idx="26227">
                  <c:v>0.98473300779892281</c:v>
                </c:pt>
                <c:pt idx="26228">
                  <c:v>0.98558086987632376</c:v>
                </c:pt>
                <c:pt idx="26229">
                  <c:v>0.98600091373364929</c:v>
                </c:pt>
                <c:pt idx="26230">
                  <c:v>0.98653387385129476</c:v>
                </c:pt>
                <c:pt idx="26231">
                  <c:v>0.98818616988440089</c:v>
                </c:pt>
                <c:pt idx="26232">
                  <c:v>0.98828271252705857</c:v>
                </c:pt>
                <c:pt idx="26233">
                  <c:v>0.98909265570267935</c:v>
                </c:pt>
                <c:pt idx="26234">
                  <c:v>0.98938611877172755</c:v>
                </c:pt>
                <c:pt idx="26235">
                  <c:v>0.99052867673087763</c:v>
                </c:pt>
                <c:pt idx="26236">
                  <c:v>0.99146888268636324</c:v>
                </c:pt>
                <c:pt idx="26237">
                  <c:v>0.9923915527330367</c:v>
                </c:pt>
                <c:pt idx="26238">
                  <c:v>0.99368285006572477</c:v>
                </c:pt>
                <c:pt idx="26239">
                  <c:v>0.99403133808564137</c:v>
                </c:pt>
                <c:pt idx="26240">
                  <c:v>0.99431992671750624</c:v>
                </c:pt>
                <c:pt idx="26241">
                  <c:v>0.99444449519987443</c:v>
                </c:pt>
                <c:pt idx="26242">
                  <c:v>0.99448096199155023</c:v>
                </c:pt>
                <c:pt idx="26243">
                  <c:v>0.99453840330109133</c:v>
                </c:pt>
                <c:pt idx="26244">
                  <c:v>0.9948140110020286</c:v>
                </c:pt>
                <c:pt idx="26245">
                  <c:v>0.9962212166401756</c:v>
                </c:pt>
                <c:pt idx="26246">
                  <c:v>0.99638573682286902</c:v>
                </c:pt>
                <c:pt idx="26247">
                  <c:v>0.99663088083823015</c:v>
                </c:pt>
                <c:pt idx="26248">
                  <c:v>0.99733999656487149</c:v>
                </c:pt>
                <c:pt idx="26249">
                  <c:v>0.99790317842410758</c:v>
                </c:pt>
                <c:pt idx="26250">
                  <c:v>0.9984319069952502</c:v>
                </c:pt>
                <c:pt idx="26251">
                  <c:v>0.99881415221653613</c:v>
                </c:pt>
                <c:pt idx="26252">
                  <c:v>0.99947081646291691</c:v>
                </c:pt>
                <c:pt idx="26253">
                  <c:v>1.0005234977239599</c:v>
                </c:pt>
                <c:pt idx="26254">
                  <c:v>1.002052416180252</c:v>
                </c:pt>
                <c:pt idx="26255">
                  <c:v>1.0022145489665768</c:v>
                </c:pt>
                <c:pt idx="26256">
                  <c:v>1.0025322281715039</c:v>
                </c:pt>
                <c:pt idx="26257">
                  <c:v>1.0027573657713642</c:v>
                </c:pt>
                <c:pt idx="26258">
                  <c:v>1.0031272750018119</c:v>
                </c:pt>
                <c:pt idx="26259">
                  <c:v>1.0035555636287599</c:v>
                </c:pt>
                <c:pt idx="26260">
                  <c:v>1.0042128955469203</c:v>
                </c:pt>
                <c:pt idx="26261">
                  <c:v>1.0052813784174852</c:v>
                </c:pt>
                <c:pt idx="26262">
                  <c:v>1.0053798567537409</c:v>
                </c:pt>
                <c:pt idx="26263">
                  <c:v>1.0066878716591223</c:v>
                </c:pt>
                <c:pt idx="26264">
                  <c:v>1.0069135745302586</c:v>
                </c:pt>
                <c:pt idx="26265">
                  <c:v>1.0075375127208408</c:v>
                </c:pt>
                <c:pt idx="26266">
                  <c:v>1.0076913379005168</c:v>
                </c:pt>
                <c:pt idx="26267">
                  <c:v>1.0077268635943792</c:v>
                </c:pt>
                <c:pt idx="26268">
                  <c:v>1.0086987502476592</c:v>
                </c:pt>
                <c:pt idx="26269">
                  <c:v>1.0090559998902298</c:v>
                </c:pt>
                <c:pt idx="26270">
                  <c:v>1.0101798128410715</c:v>
                </c:pt>
                <c:pt idx="26271">
                  <c:v>1.0117170872686712</c:v>
                </c:pt>
                <c:pt idx="26272">
                  <c:v>1.0123819539671801</c:v>
                </c:pt>
                <c:pt idx="26273">
                  <c:v>1.0125672738912845</c:v>
                </c:pt>
                <c:pt idx="26274">
                  <c:v>1.0126186152881413</c:v>
                </c:pt>
                <c:pt idx="26275">
                  <c:v>1.0135332413663156</c:v>
                </c:pt>
                <c:pt idx="26276">
                  <c:v>1.0151273808095862</c:v>
                </c:pt>
                <c:pt idx="26277">
                  <c:v>1.015298467489733</c:v>
                </c:pt>
                <c:pt idx="26278">
                  <c:v>1.0157043569747692</c:v>
                </c:pt>
                <c:pt idx="26279">
                  <c:v>1.0157813675275496</c:v>
                </c:pt>
                <c:pt idx="26280">
                  <c:v>1.0184509978425385</c:v>
                </c:pt>
                <c:pt idx="26281">
                  <c:v>1.0188270950221989</c:v>
                </c:pt>
                <c:pt idx="26282">
                  <c:v>1.0194169459162286</c:v>
                </c:pt>
                <c:pt idx="26283">
                  <c:v>1.0199880204269016</c:v>
                </c:pt>
                <c:pt idx="26284">
                  <c:v>1.0237044007000917</c:v>
                </c:pt>
                <c:pt idx="26285">
                  <c:v>1.0240860694761553</c:v>
                </c:pt>
                <c:pt idx="26286">
                  <c:v>1.0247092137526825</c:v>
                </c:pt>
                <c:pt idx="26287">
                  <c:v>1.0249398548996767</c:v>
                </c:pt>
                <c:pt idx="26288">
                  <c:v>1.0265254349550483</c:v>
                </c:pt>
                <c:pt idx="26289">
                  <c:v>1.026592225881952</c:v>
                </c:pt>
                <c:pt idx="26290">
                  <c:v>1.0269342160524324</c:v>
                </c:pt>
                <c:pt idx="26291">
                  <c:v>1.0278277301264891</c:v>
                </c:pt>
                <c:pt idx="26292">
                  <c:v>1.0293213554566023</c:v>
                </c:pt>
                <c:pt idx="26293">
                  <c:v>1.0299610398745398</c:v>
                </c:pt>
                <c:pt idx="26294">
                  <c:v>1.0310710014175908</c:v>
                </c:pt>
                <c:pt idx="26295">
                  <c:v>1.0314798186134773</c:v>
                </c:pt>
                <c:pt idx="26296">
                  <c:v>1.0320689752647512</c:v>
                </c:pt>
                <c:pt idx="26297">
                  <c:v>1.0325878697981106</c:v>
                </c:pt>
                <c:pt idx="26298">
                  <c:v>1.0336961620141112</c:v>
                </c:pt>
                <c:pt idx="26299">
                  <c:v>1.0337716543864168</c:v>
                </c:pt>
                <c:pt idx="26300">
                  <c:v>1.0338512968659996</c:v>
                </c:pt>
                <c:pt idx="26301">
                  <c:v>1.034390141873353</c:v>
                </c:pt>
                <c:pt idx="26302">
                  <c:v>1.035057767327348</c:v>
                </c:pt>
                <c:pt idx="26303">
                  <c:v>1.0353141708716935</c:v>
                </c:pt>
                <c:pt idx="26304">
                  <c:v>1.0353563188101487</c:v>
                </c:pt>
                <c:pt idx="26305">
                  <c:v>1.0369375980938795</c:v>
                </c:pt>
                <c:pt idx="26306">
                  <c:v>1.0377749456347123</c:v>
                </c:pt>
                <c:pt idx="26307">
                  <c:v>1.0392544523719605</c:v>
                </c:pt>
                <c:pt idx="26308">
                  <c:v>1.0398895741868674</c:v>
                </c:pt>
                <c:pt idx="26309">
                  <c:v>1.0406133650561384</c:v>
                </c:pt>
                <c:pt idx="26310">
                  <c:v>1.0412690104495503</c:v>
                </c:pt>
                <c:pt idx="26311">
                  <c:v>1.0413136736715396</c:v>
                </c:pt>
                <c:pt idx="26312">
                  <c:v>1.0416557514102935</c:v>
                </c:pt>
                <c:pt idx="26313">
                  <c:v>1.0417704274141861</c:v>
                </c:pt>
                <c:pt idx="26314">
                  <c:v>1.0419952774465353</c:v>
                </c:pt>
                <c:pt idx="26315">
                  <c:v>1.0431045200457514</c:v>
                </c:pt>
                <c:pt idx="26316">
                  <c:v>1.04335063078838</c:v>
                </c:pt>
                <c:pt idx="26317">
                  <c:v>1.0434164407579636</c:v>
                </c:pt>
                <c:pt idx="26318">
                  <c:v>1.0474220172061324</c:v>
                </c:pt>
                <c:pt idx="26319">
                  <c:v>1.0475063022785347</c:v>
                </c:pt>
                <c:pt idx="26320">
                  <c:v>1.0482312030866749</c:v>
                </c:pt>
                <c:pt idx="26321">
                  <c:v>1.0485791746976683</c:v>
                </c:pt>
                <c:pt idx="26322">
                  <c:v>1.0488415861594267</c:v>
                </c:pt>
                <c:pt idx="26323">
                  <c:v>1.0493963008346066</c:v>
                </c:pt>
                <c:pt idx="26324">
                  <c:v>1.0499819004603901</c:v>
                </c:pt>
                <c:pt idx="26325">
                  <c:v>1.0501972613616917</c:v>
                </c:pt>
                <c:pt idx="26326">
                  <c:v>1.0506141617430618</c:v>
                </c:pt>
                <c:pt idx="26327">
                  <c:v>1.0509436506112535</c:v>
                </c:pt>
                <c:pt idx="26328">
                  <c:v>1.0517187837800208</c:v>
                </c:pt>
                <c:pt idx="26329">
                  <c:v>1.0521712935831427</c:v>
                </c:pt>
                <c:pt idx="26330">
                  <c:v>1.05223273236309</c:v>
                </c:pt>
                <c:pt idx="26331">
                  <c:v>1.0524524791270831</c:v>
                </c:pt>
                <c:pt idx="26332">
                  <c:v>1.0529401252713733</c:v>
                </c:pt>
                <c:pt idx="26333">
                  <c:v>1.0534088454645738</c:v>
                </c:pt>
                <c:pt idx="26334">
                  <c:v>1.0541102701681235</c:v>
                </c:pt>
                <c:pt idx="26335">
                  <c:v>1.0554948327537967</c:v>
                </c:pt>
                <c:pt idx="26336">
                  <c:v>1.0570252806899014</c:v>
                </c:pt>
                <c:pt idx="26337">
                  <c:v>1.0573522550662378</c:v>
                </c:pt>
                <c:pt idx="26338">
                  <c:v>1.0575982030877353</c:v>
                </c:pt>
                <c:pt idx="26339">
                  <c:v>1.0592930943412848</c:v>
                </c:pt>
                <c:pt idx="26340">
                  <c:v>1.0601858057229065</c:v>
                </c:pt>
                <c:pt idx="26341">
                  <c:v>1.0608610283364721</c:v>
                </c:pt>
                <c:pt idx="26342">
                  <c:v>1.0617562515977144</c:v>
                </c:pt>
                <c:pt idx="26343">
                  <c:v>1.0643904855633224</c:v>
                </c:pt>
                <c:pt idx="26344">
                  <c:v>1.0648664302714559</c:v>
                </c:pt>
                <c:pt idx="26345">
                  <c:v>1.0650651421971344</c:v>
                </c:pt>
                <c:pt idx="26346">
                  <c:v>1.0661552732974477</c:v>
                </c:pt>
                <c:pt idx="26347">
                  <c:v>1.0672118503835546</c:v>
                </c:pt>
                <c:pt idx="26348">
                  <c:v>1.0676709710671446</c:v>
                </c:pt>
                <c:pt idx="26349">
                  <c:v>1.0680421965452058</c:v>
                </c:pt>
                <c:pt idx="26350">
                  <c:v>1.070469754372942</c:v>
                </c:pt>
                <c:pt idx="26351">
                  <c:v>1.0713746694785764</c:v>
                </c:pt>
                <c:pt idx="26352">
                  <c:v>1.0719671090374083</c:v>
                </c:pt>
                <c:pt idx="26353">
                  <c:v>1.0725716127890594</c:v>
                </c:pt>
                <c:pt idx="26354">
                  <c:v>1.073086362891998</c:v>
                </c:pt>
                <c:pt idx="26355">
                  <c:v>1.0733619116458439</c:v>
                </c:pt>
                <c:pt idx="26356">
                  <c:v>1.0741423260686989</c:v>
                </c:pt>
                <c:pt idx="26357">
                  <c:v>1.074287762036759</c:v>
                </c:pt>
                <c:pt idx="26358">
                  <c:v>1.0750059714627742</c:v>
                </c:pt>
                <c:pt idx="26359">
                  <c:v>1.0756608445903491</c:v>
                </c:pt>
                <c:pt idx="26360">
                  <c:v>1.0774649911094041</c:v>
                </c:pt>
                <c:pt idx="26361">
                  <c:v>1.0776155053426528</c:v>
                </c:pt>
                <c:pt idx="26362">
                  <c:v>1.0779468284654956</c:v>
                </c:pt>
                <c:pt idx="26363">
                  <c:v>1.0781413835154241</c:v>
                </c:pt>
                <c:pt idx="26364">
                  <c:v>1.078599023829818</c:v>
                </c:pt>
                <c:pt idx="26365">
                  <c:v>1.079077530007936</c:v>
                </c:pt>
                <c:pt idx="26366">
                  <c:v>1.0795166533367508</c:v>
                </c:pt>
                <c:pt idx="26367">
                  <c:v>1.07956889216083</c:v>
                </c:pt>
                <c:pt idx="26368">
                  <c:v>1.0797112192985194</c:v>
                </c:pt>
                <c:pt idx="26369">
                  <c:v>1.080066913915618</c:v>
                </c:pt>
                <c:pt idx="26370">
                  <c:v>1.0806604697787161</c:v>
                </c:pt>
                <c:pt idx="26371">
                  <c:v>1.080933912280676</c:v>
                </c:pt>
                <c:pt idx="26372">
                  <c:v>1.0811894344807245</c:v>
                </c:pt>
                <c:pt idx="26373">
                  <c:v>1.0829057965875126</c:v>
                </c:pt>
                <c:pt idx="26374">
                  <c:v>1.0843515834874209</c:v>
                </c:pt>
                <c:pt idx="26375">
                  <c:v>1.0862421010303343</c:v>
                </c:pt>
                <c:pt idx="26376">
                  <c:v>1.0868601464404699</c:v>
                </c:pt>
                <c:pt idx="26377">
                  <c:v>1.0875022589205543</c:v>
                </c:pt>
                <c:pt idx="26378">
                  <c:v>1.089627931232398</c:v>
                </c:pt>
                <c:pt idx="26379">
                  <c:v>1.0897324340039249</c:v>
                </c:pt>
                <c:pt idx="26380">
                  <c:v>1.0901355982032725</c:v>
                </c:pt>
                <c:pt idx="26381">
                  <c:v>1.0903462795392533</c:v>
                </c:pt>
                <c:pt idx="26382">
                  <c:v>1.0920393373351891</c:v>
                </c:pt>
                <c:pt idx="26383">
                  <c:v>1.0926455926640195</c:v>
                </c:pt>
                <c:pt idx="26384">
                  <c:v>1.0929016867150898</c:v>
                </c:pt>
                <c:pt idx="26385">
                  <c:v>1.0941919851715762</c:v>
                </c:pt>
                <c:pt idx="26386">
                  <c:v>1.0945955117083863</c:v>
                </c:pt>
                <c:pt idx="26387">
                  <c:v>1.0964555623868291</c:v>
                </c:pt>
                <c:pt idx="26388">
                  <c:v>1.0996961377896353</c:v>
                </c:pt>
                <c:pt idx="26389">
                  <c:v>1.1001164979146163</c:v>
                </c:pt>
                <c:pt idx="26390">
                  <c:v>1.1006405895146714</c:v>
                </c:pt>
                <c:pt idx="26391">
                  <c:v>1.1007658282594965</c:v>
                </c:pt>
                <c:pt idx="26392">
                  <c:v>1.1019865993530198</c:v>
                </c:pt>
                <c:pt idx="26393">
                  <c:v>1.1020529831936103</c:v>
                </c:pt>
                <c:pt idx="26394">
                  <c:v>1.1039859891355179</c:v>
                </c:pt>
                <c:pt idx="26395">
                  <c:v>1.1044053132052831</c:v>
                </c:pt>
                <c:pt idx="26396">
                  <c:v>1.1050601305724381</c:v>
                </c:pt>
                <c:pt idx="26397">
                  <c:v>1.1053914545201127</c:v>
                </c:pt>
                <c:pt idx="26398">
                  <c:v>1.1056029399741654</c:v>
                </c:pt>
                <c:pt idx="26399">
                  <c:v>1.1074829106528858</c:v>
                </c:pt>
                <c:pt idx="26400">
                  <c:v>1.1094560974505683</c:v>
                </c:pt>
                <c:pt idx="26401">
                  <c:v>1.1097783811295701</c:v>
                </c:pt>
                <c:pt idx="26402">
                  <c:v>1.1117264355064622</c:v>
                </c:pt>
                <c:pt idx="26403">
                  <c:v>1.1132304382582834</c:v>
                </c:pt>
                <c:pt idx="26404">
                  <c:v>1.113457664346968</c:v>
                </c:pt>
                <c:pt idx="26405">
                  <c:v>1.1139443433663332</c:v>
                </c:pt>
                <c:pt idx="26406">
                  <c:v>1.1139864334438867</c:v>
                </c:pt>
                <c:pt idx="26407">
                  <c:v>1.1141867473216984</c:v>
                </c:pt>
                <c:pt idx="26408">
                  <c:v>1.1143637208805406</c:v>
                </c:pt>
                <c:pt idx="26409">
                  <c:v>1.1162940689017695</c:v>
                </c:pt>
                <c:pt idx="26410">
                  <c:v>1.1188791475536359</c:v>
                </c:pt>
                <c:pt idx="26411">
                  <c:v>1.1210296120460514</c:v>
                </c:pt>
                <c:pt idx="26412">
                  <c:v>1.1212906444330741</c:v>
                </c:pt>
                <c:pt idx="26413">
                  <c:v>1.1216715551625118</c:v>
                </c:pt>
                <c:pt idx="26414">
                  <c:v>1.1219377971856697</c:v>
                </c:pt>
                <c:pt idx="26415">
                  <c:v>1.122262635494339</c:v>
                </c:pt>
                <c:pt idx="26416">
                  <c:v>1.1224626832935067</c:v>
                </c:pt>
                <c:pt idx="26417">
                  <c:v>1.1226951185084784</c:v>
                </c:pt>
                <c:pt idx="26418">
                  <c:v>1.1231884372567684</c:v>
                </c:pt>
                <c:pt idx="26419">
                  <c:v>1.1241593649654771</c:v>
                </c:pt>
                <c:pt idx="26420">
                  <c:v>1.1255221662803874</c:v>
                </c:pt>
                <c:pt idx="26421">
                  <c:v>1.1260044514378647</c:v>
                </c:pt>
                <c:pt idx="26422">
                  <c:v>1.1260384308638531</c:v>
                </c:pt>
                <c:pt idx="26423">
                  <c:v>1.1262140708429671</c:v>
                </c:pt>
                <c:pt idx="26424">
                  <c:v>1.1271174569745575</c:v>
                </c:pt>
                <c:pt idx="26425">
                  <c:v>1.1279629644280753</c:v>
                </c:pt>
                <c:pt idx="26426">
                  <c:v>1.1280416988078434</c:v>
                </c:pt>
                <c:pt idx="26427">
                  <c:v>1.128904521951706</c:v>
                </c:pt>
                <c:pt idx="26428">
                  <c:v>1.129140096071638</c:v>
                </c:pt>
                <c:pt idx="26429">
                  <c:v>1.1297200140274475</c:v>
                </c:pt>
                <c:pt idx="26430">
                  <c:v>1.1297262235940342</c:v>
                </c:pt>
                <c:pt idx="26431">
                  <c:v>1.1298994458134863</c:v>
                </c:pt>
                <c:pt idx="26432">
                  <c:v>1.1302520511430678</c:v>
                </c:pt>
                <c:pt idx="26433">
                  <c:v>1.1312097488109449</c:v>
                </c:pt>
                <c:pt idx="26434">
                  <c:v>1.131482504918</c:v>
                </c:pt>
                <c:pt idx="26435">
                  <c:v>1.1320679675990468</c:v>
                </c:pt>
                <c:pt idx="26436">
                  <c:v>1.1322769960347798</c:v>
                </c:pt>
                <c:pt idx="26437">
                  <c:v>1.1328630878807577</c:v>
                </c:pt>
                <c:pt idx="26438">
                  <c:v>1.1345827557523749</c:v>
                </c:pt>
                <c:pt idx="26439">
                  <c:v>1.135545712150644</c:v>
                </c:pt>
                <c:pt idx="26440">
                  <c:v>1.1356743869789918</c:v>
                </c:pt>
                <c:pt idx="26441">
                  <c:v>1.1369247052509477</c:v>
                </c:pt>
                <c:pt idx="26442">
                  <c:v>1.1378251874789045</c:v>
                </c:pt>
                <c:pt idx="26443">
                  <c:v>1.1382404837892763</c:v>
                </c:pt>
                <c:pt idx="26444">
                  <c:v>1.1389822058874721</c:v>
                </c:pt>
                <c:pt idx="26445">
                  <c:v>1.1391391001226072</c:v>
                </c:pt>
                <c:pt idx="26446">
                  <c:v>1.1402536269979309</c:v>
                </c:pt>
                <c:pt idx="26447">
                  <c:v>1.1408240888529659</c:v>
                </c:pt>
                <c:pt idx="26448">
                  <c:v>1.1420360135426286</c:v>
                </c:pt>
                <c:pt idx="26449">
                  <c:v>1.142441529192062</c:v>
                </c:pt>
                <c:pt idx="26450">
                  <c:v>1.1427407493845589</c:v>
                </c:pt>
                <c:pt idx="26451">
                  <c:v>1.1432311405364552</c:v>
                </c:pt>
                <c:pt idx="26452">
                  <c:v>1.1440095032493665</c:v>
                </c:pt>
                <c:pt idx="26453">
                  <c:v>1.1461565541323311</c:v>
                </c:pt>
                <c:pt idx="26454">
                  <c:v>1.1484201065248307</c:v>
                </c:pt>
                <c:pt idx="26455">
                  <c:v>1.1490435175728728</c:v>
                </c:pt>
                <c:pt idx="26456">
                  <c:v>1.1493170863151978</c:v>
                </c:pt>
                <c:pt idx="26457">
                  <c:v>1.1530417022307731</c:v>
                </c:pt>
                <c:pt idx="26458">
                  <c:v>1.1532868629304627</c:v>
                </c:pt>
                <c:pt idx="26459">
                  <c:v>1.1540825972072921</c:v>
                </c:pt>
                <c:pt idx="26460">
                  <c:v>1.154107639170953</c:v>
                </c:pt>
                <c:pt idx="26461">
                  <c:v>1.1559275242124063</c:v>
                </c:pt>
                <c:pt idx="26462">
                  <c:v>1.1562750151032861</c:v>
                </c:pt>
                <c:pt idx="26463">
                  <c:v>1.1563707747751804</c:v>
                </c:pt>
                <c:pt idx="26464">
                  <c:v>1.1569382241308541</c:v>
                </c:pt>
                <c:pt idx="26465">
                  <c:v>1.1574853336382465</c:v>
                </c:pt>
                <c:pt idx="26466">
                  <c:v>1.1607154879082222</c:v>
                </c:pt>
                <c:pt idx="26467">
                  <c:v>1.1619706977489093</c:v>
                </c:pt>
                <c:pt idx="26468">
                  <c:v>1.1625436660487787</c:v>
                </c:pt>
                <c:pt idx="26469">
                  <c:v>1.162641066481122</c:v>
                </c:pt>
                <c:pt idx="26470">
                  <c:v>1.1627586731072788</c:v>
                </c:pt>
                <c:pt idx="26471">
                  <c:v>1.1632027926874811</c:v>
                </c:pt>
                <c:pt idx="26472">
                  <c:v>1.1670388433234866</c:v>
                </c:pt>
                <c:pt idx="26473">
                  <c:v>1.1702355052196387</c:v>
                </c:pt>
                <c:pt idx="26474">
                  <c:v>1.1709750329986222</c:v>
                </c:pt>
                <c:pt idx="26475">
                  <c:v>1.1714321442724835</c:v>
                </c:pt>
                <c:pt idx="26476">
                  <c:v>1.1714800839371298</c:v>
                </c:pt>
                <c:pt idx="26477">
                  <c:v>1.1734565171764999</c:v>
                </c:pt>
                <c:pt idx="26478">
                  <c:v>1.1748605143038948</c:v>
                </c:pt>
                <c:pt idx="26479">
                  <c:v>1.1769812149496099</c:v>
                </c:pt>
                <c:pt idx="26480">
                  <c:v>1.1771869142381592</c:v>
                </c:pt>
                <c:pt idx="26481">
                  <c:v>1.1773950745957698</c:v>
                </c:pt>
                <c:pt idx="26482">
                  <c:v>1.1776910592672518</c:v>
                </c:pt>
                <c:pt idx="26483">
                  <c:v>1.1778265604650811</c:v>
                </c:pt>
                <c:pt idx="26484">
                  <c:v>1.1789222863154372</c:v>
                </c:pt>
                <c:pt idx="26485">
                  <c:v>1.1824738919439626</c:v>
                </c:pt>
                <c:pt idx="26486">
                  <c:v>1.1826354231843124</c:v>
                </c:pt>
                <c:pt idx="26487">
                  <c:v>1.1850784595248964</c:v>
                </c:pt>
                <c:pt idx="26488">
                  <c:v>1.1855257053645394</c:v>
                </c:pt>
                <c:pt idx="26489">
                  <c:v>1.1861055952629249</c:v>
                </c:pt>
                <c:pt idx="26490">
                  <c:v>1.1885773324000768</c:v>
                </c:pt>
                <c:pt idx="26491">
                  <c:v>1.1900975561163738</c:v>
                </c:pt>
                <c:pt idx="26492">
                  <c:v>1.1911640895546305</c:v>
                </c:pt>
                <c:pt idx="26493">
                  <c:v>1.1917248364365061</c:v>
                </c:pt>
                <c:pt idx="26494">
                  <c:v>1.1925204974288406</c:v>
                </c:pt>
                <c:pt idx="26495">
                  <c:v>1.193529225904687</c:v>
                </c:pt>
                <c:pt idx="26496">
                  <c:v>1.1944563375839963</c:v>
                </c:pt>
                <c:pt idx="26497">
                  <c:v>1.1944980589506622</c:v>
                </c:pt>
                <c:pt idx="26498">
                  <c:v>1.1959407940859437</c:v>
                </c:pt>
                <c:pt idx="26499">
                  <c:v>1.1966815476671269</c:v>
                </c:pt>
                <c:pt idx="26500">
                  <c:v>1.1967781884153008</c:v>
                </c:pt>
                <c:pt idx="26501">
                  <c:v>1.1985888918409828</c:v>
                </c:pt>
                <c:pt idx="26502">
                  <c:v>1.2008983962361415</c:v>
                </c:pt>
                <c:pt idx="26503">
                  <c:v>1.2016856809213596</c:v>
                </c:pt>
                <c:pt idx="26504">
                  <c:v>1.2045118308437841</c:v>
                </c:pt>
                <c:pt idx="26505">
                  <c:v>1.2050067832199647</c:v>
                </c:pt>
                <c:pt idx="26506">
                  <c:v>1.2061443234336011</c:v>
                </c:pt>
                <c:pt idx="26507">
                  <c:v>1.2061921339984403</c:v>
                </c:pt>
                <c:pt idx="26508">
                  <c:v>1.2063672434282844</c:v>
                </c:pt>
                <c:pt idx="26509">
                  <c:v>1.206862448809497</c:v>
                </c:pt>
                <c:pt idx="26510">
                  <c:v>1.2071280834472282</c:v>
                </c:pt>
                <c:pt idx="26511">
                  <c:v>1.2074094584312767</c:v>
                </c:pt>
                <c:pt idx="26512">
                  <c:v>1.2083653015703877</c:v>
                </c:pt>
                <c:pt idx="26513">
                  <c:v>1.2105811949332568</c:v>
                </c:pt>
                <c:pt idx="26514">
                  <c:v>1.2111057420259743</c:v>
                </c:pt>
                <c:pt idx="26515">
                  <c:v>1.2123875960042767</c:v>
                </c:pt>
                <c:pt idx="26516">
                  <c:v>1.2143039342585817</c:v>
                </c:pt>
                <c:pt idx="26517">
                  <c:v>1.215221049950119</c:v>
                </c:pt>
                <c:pt idx="26518">
                  <c:v>1.2173688928839446</c:v>
                </c:pt>
                <c:pt idx="26519">
                  <c:v>1.2190476796810792</c:v>
                </c:pt>
                <c:pt idx="26520">
                  <c:v>1.2193980527505643</c:v>
                </c:pt>
                <c:pt idx="26521">
                  <c:v>1.219467435582491</c:v>
                </c:pt>
                <c:pt idx="26522">
                  <c:v>1.2198551724282127</c:v>
                </c:pt>
                <c:pt idx="26523">
                  <c:v>1.2212267145842937</c:v>
                </c:pt>
                <c:pt idx="26524">
                  <c:v>1.2212677928672184</c:v>
                </c:pt>
                <c:pt idx="26525">
                  <c:v>1.2226552633235643</c:v>
                </c:pt>
                <c:pt idx="26526">
                  <c:v>1.2229459242024279</c:v>
                </c:pt>
                <c:pt idx="26527">
                  <c:v>1.2229688291204519</c:v>
                </c:pt>
                <c:pt idx="26528">
                  <c:v>1.2242636856473157</c:v>
                </c:pt>
                <c:pt idx="26529">
                  <c:v>1.224704481970603</c:v>
                </c:pt>
                <c:pt idx="26530">
                  <c:v>1.2260628030015734</c:v>
                </c:pt>
                <c:pt idx="26531">
                  <c:v>1.2264945575640094</c:v>
                </c:pt>
                <c:pt idx="26532">
                  <c:v>1.226651858811475</c:v>
                </c:pt>
                <c:pt idx="26533">
                  <c:v>1.2271833485099197</c:v>
                </c:pt>
                <c:pt idx="26534">
                  <c:v>1.2287094733404769</c:v>
                </c:pt>
                <c:pt idx="26535">
                  <c:v>1.2306521003289572</c:v>
                </c:pt>
                <c:pt idx="26536">
                  <c:v>1.2309206959157848</c:v>
                </c:pt>
                <c:pt idx="26537">
                  <c:v>1.2319589686516672</c:v>
                </c:pt>
                <c:pt idx="26538">
                  <c:v>1.2329341150718816</c:v>
                </c:pt>
                <c:pt idx="26539">
                  <c:v>1.2329363058908198</c:v>
                </c:pt>
                <c:pt idx="26540">
                  <c:v>1.2339717829637575</c:v>
                </c:pt>
                <c:pt idx="26541">
                  <c:v>1.2340784759789272</c:v>
                </c:pt>
                <c:pt idx="26542">
                  <c:v>1.2345625249737948</c:v>
                </c:pt>
                <c:pt idx="26543">
                  <c:v>1.2347863603549945</c:v>
                </c:pt>
                <c:pt idx="26544">
                  <c:v>1.2357489449670798</c:v>
                </c:pt>
                <c:pt idx="26545">
                  <c:v>1.2361531804952537</c:v>
                </c:pt>
                <c:pt idx="26546">
                  <c:v>1.2366147948635928</c:v>
                </c:pt>
                <c:pt idx="26547">
                  <c:v>1.236636146721821</c:v>
                </c:pt>
                <c:pt idx="26548">
                  <c:v>1.2369276906579807</c:v>
                </c:pt>
                <c:pt idx="26549">
                  <c:v>1.23759140269434</c:v>
                </c:pt>
                <c:pt idx="26550">
                  <c:v>1.2377125760827232</c:v>
                </c:pt>
                <c:pt idx="26551">
                  <c:v>1.2388110803711569</c:v>
                </c:pt>
                <c:pt idx="26552">
                  <c:v>1.2389067960826823</c:v>
                </c:pt>
                <c:pt idx="26553">
                  <c:v>1.2391064501862319</c:v>
                </c:pt>
                <c:pt idx="26554">
                  <c:v>1.2397707074175572</c:v>
                </c:pt>
                <c:pt idx="26555">
                  <c:v>1.2402434394700215</c:v>
                </c:pt>
                <c:pt idx="26556">
                  <c:v>1.2404302569636305</c:v>
                </c:pt>
                <c:pt idx="26557">
                  <c:v>1.2404729793729006</c:v>
                </c:pt>
                <c:pt idx="26558">
                  <c:v>1.240534903502043</c:v>
                </c:pt>
                <c:pt idx="26559">
                  <c:v>1.2409030261176492</c:v>
                </c:pt>
                <c:pt idx="26560">
                  <c:v>1.2410255678805957</c:v>
                </c:pt>
                <c:pt idx="26561">
                  <c:v>1.2413027702417931</c:v>
                </c:pt>
                <c:pt idx="26562">
                  <c:v>1.2418363975496527</c:v>
                </c:pt>
                <c:pt idx="26563">
                  <c:v>1.2419440190075968</c:v>
                </c:pt>
                <c:pt idx="26564">
                  <c:v>1.241991969145281</c:v>
                </c:pt>
                <c:pt idx="26565">
                  <c:v>1.2426124224942252</c:v>
                </c:pt>
                <c:pt idx="26566">
                  <c:v>1.2426489938635101</c:v>
                </c:pt>
                <c:pt idx="26567">
                  <c:v>1.244440264922303</c:v>
                </c:pt>
                <c:pt idx="26568">
                  <c:v>1.2445996728257698</c:v>
                </c:pt>
                <c:pt idx="26569">
                  <c:v>1.2454850282730447</c:v>
                </c:pt>
                <c:pt idx="26570">
                  <c:v>1.2469348392912987</c:v>
                </c:pt>
                <c:pt idx="26571">
                  <c:v>1.2472622021969859</c:v>
                </c:pt>
                <c:pt idx="26572">
                  <c:v>1.2473993075982195</c:v>
                </c:pt>
                <c:pt idx="26573">
                  <c:v>1.2475182381159422</c:v>
                </c:pt>
                <c:pt idx="26574">
                  <c:v>1.2481487101157558</c:v>
                </c:pt>
                <c:pt idx="26575">
                  <c:v>1.2484690593785661</c:v>
                </c:pt>
                <c:pt idx="26576">
                  <c:v>1.2486580700787941</c:v>
                </c:pt>
                <c:pt idx="26577">
                  <c:v>1.248692663937278</c:v>
                </c:pt>
                <c:pt idx="26578">
                  <c:v>1.2489307980053213</c:v>
                </c:pt>
                <c:pt idx="26579">
                  <c:v>1.2495033684359425</c:v>
                </c:pt>
                <c:pt idx="26580">
                  <c:v>1.2499304505118454</c:v>
                </c:pt>
                <c:pt idx="26581">
                  <c:v>1.2501082410086941</c:v>
                </c:pt>
                <c:pt idx="26582">
                  <c:v>1.2506157278525314</c:v>
                </c:pt>
                <c:pt idx="26583">
                  <c:v>1.2507390661450362</c:v>
                </c:pt>
                <c:pt idx="26584">
                  <c:v>1.251626453561185</c:v>
                </c:pt>
                <c:pt idx="26585">
                  <c:v>1.2523568320883707</c:v>
                </c:pt>
                <c:pt idx="26586">
                  <c:v>1.2528841960953105</c:v>
                </c:pt>
                <c:pt idx="26587">
                  <c:v>1.253673576087043</c:v>
                </c:pt>
                <c:pt idx="26588">
                  <c:v>1.254290918685419</c:v>
                </c:pt>
                <c:pt idx="26589">
                  <c:v>1.2544166659195684</c:v>
                </c:pt>
                <c:pt idx="26590">
                  <c:v>1.2544853776480804</c:v>
                </c:pt>
                <c:pt idx="26591">
                  <c:v>1.2549626106537906</c:v>
                </c:pt>
                <c:pt idx="26592">
                  <c:v>1.2551069931164509</c:v>
                </c:pt>
                <c:pt idx="26593">
                  <c:v>1.2551914784021705</c:v>
                </c:pt>
                <c:pt idx="26594">
                  <c:v>1.255503401025772</c:v>
                </c:pt>
                <c:pt idx="26595">
                  <c:v>1.2556050225332862</c:v>
                </c:pt>
                <c:pt idx="26596">
                  <c:v>1.2564668023968522</c:v>
                </c:pt>
                <c:pt idx="26597">
                  <c:v>1.256652441211082</c:v>
                </c:pt>
                <c:pt idx="26598">
                  <c:v>1.2581273609658197</c:v>
                </c:pt>
                <c:pt idx="26599">
                  <c:v>1.2584952108817731</c:v>
                </c:pt>
                <c:pt idx="26600">
                  <c:v>1.2596602917765161</c:v>
                </c:pt>
                <c:pt idx="26601">
                  <c:v>1.259684999341913</c:v>
                </c:pt>
                <c:pt idx="26602">
                  <c:v>1.2597660216119473</c:v>
                </c:pt>
                <c:pt idx="26603">
                  <c:v>1.2599762764767148</c:v>
                </c:pt>
                <c:pt idx="26604">
                  <c:v>1.260078763641445</c:v>
                </c:pt>
                <c:pt idx="26605">
                  <c:v>1.2603934934145091</c:v>
                </c:pt>
                <c:pt idx="26606">
                  <c:v>1.261134006410386</c:v>
                </c:pt>
                <c:pt idx="26607">
                  <c:v>1.2619291483625068</c:v>
                </c:pt>
                <c:pt idx="26608">
                  <c:v>1.2620439278738684</c:v>
                </c:pt>
                <c:pt idx="26609">
                  <c:v>1.2626127942833871</c:v>
                </c:pt>
                <c:pt idx="26610">
                  <c:v>1.263077083774101</c:v>
                </c:pt>
                <c:pt idx="26611">
                  <c:v>1.2640235516604756</c:v>
                </c:pt>
                <c:pt idx="26612">
                  <c:v>1.2644602518052968</c:v>
                </c:pt>
                <c:pt idx="26613">
                  <c:v>1.2646917046715007</c:v>
                </c:pt>
                <c:pt idx="26614">
                  <c:v>1.2659290188811996</c:v>
                </c:pt>
                <c:pt idx="26615">
                  <c:v>1.2676891224909252</c:v>
                </c:pt>
                <c:pt idx="26616">
                  <c:v>1.2677740586757564</c:v>
                </c:pt>
                <c:pt idx="26617">
                  <c:v>1.2680151025359379</c:v>
                </c:pt>
                <c:pt idx="26618">
                  <c:v>1.26885353736482</c:v>
                </c:pt>
                <c:pt idx="26619">
                  <c:v>1.2712611670871958</c:v>
                </c:pt>
                <c:pt idx="26620">
                  <c:v>1.2714228188472927</c:v>
                </c:pt>
                <c:pt idx="26621">
                  <c:v>1.2726182934560284</c:v>
                </c:pt>
                <c:pt idx="26622">
                  <c:v>1.2770270403189798</c:v>
                </c:pt>
                <c:pt idx="26623">
                  <c:v>1.2770442767760286</c:v>
                </c:pt>
                <c:pt idx="26624">
                  <c:v>1.2775480823919638</c:v>
                </c:pt>
                <c:pt idx="26625">
                  <c:v>1.279288664710279</c:v>
                </c:pt>
                <c:pt idx="26626">
                  <c:v>1.2802481280511377</c:v>
                </c:pt>
                <c:pt idx="26627">
                  <c:v>1.2808153984409354</c:v>
                </c:pt>
                <c:pt idx="26628">
                  <c:v>1.2826543810487339</c:v>
                </c:pt>
                <c:pt idx="26629">
                  <c:v>1.2835344008298619</c:v>
                </c:pt>
                <c:pt idx="26630">
                  <c:v>1.2865747127425964</c:v>
                </c:pt>
                <c:pt idx="26631">
                  <c:v>1.287152147543704</c:v>
                </c:pt>
                <c:pt idx="26632">
                  <c:v>1.2878225851371374</c:v>
                </c:pt>
                <c:pt idx="26633">
                  <c:v>1.2885730116307246</c:v>
                </c:pt>
                <c:pt idx="26634">
                  <c:v>1.2901228309959798</c:v>
                </c:pt>
                <c:pt idx="26635">
                  <c:v>1.2916085041185212</c:v>
                </c:pt>
                <c:pt idx="26636">
                  <c:v>1.2916609767117473</c:v>
                </c:pt>
                <c:pt idx="26637">
                  <c:v>1.2917196675881997</c:v>
                </c:pt>
                <c:pt idx="26638">
                  <c:v>1.2925770300105062</c:v>
                </c:pt>
                <c:pt idx="26639">
                  <c:v>1.2929990794092401</c:v>
                </c:pt>
                <c:pt idx="26640">
                  <c:v>1.2934343407897688</c:v>
                </c:pt>
                <c:pt idx="26641">
                  <c:v>1.2940516968770066</c:v>
                </c:pt>
                <c:pt idx="26642">
                  <c:v>1.2947254938622204</c:v>
                </c:pt>
                <c:pt idx="26643">
                  <c:v>1.2965234801568342</c:v>
                </c:pt>
                <c:pt idx="26644">
                  <c:v>1.2976712588547687</c:v>
                </c:pt>
                <c:pt idx="26645">
                  <c:v>1.2982773802162382</c:v>
                </c:pt>
                <c:pt idx="26646">
                  <c:v>1.2988975166374264</c:v>
                </c:pt>
                <c:pt idx="26647">
                  <c:v>1.2990107347601552</c:v>
                </c:pt>
                <c:pt idx="26648">
                  <c:v>1.2991369461681286</c:v>
                </c:pt>
                <c:pt idx="26649">
                  <c:v>1.2995395239131886</c:v>
                </c:pt>
                <c:pt idx="26650">
                  <c:v>1.299923684981301</c:v>
                </c:pt>
                <c:pt idx="26651">
                  <c:v>1.3006839458465347</c:v>
                </c:pt>
                <c:pt idx="26652">
                  <c:v>1.3033969242613324</c:v>
                </c:pt>
                <c:pt idx="26653">
                  <c:v>1.3038951646641426</c:v>
                </c:pt>
                <c:pt idx="26654">
                  <c:v>1.3051990168727525</c:v>
                </c:pt>
                <c:pt idx="26655">
                  <c:v>1.3056360347848899</c:v>
                </c:pt>
                <c:pt idx="26656">
                  <c:v>1.3059660503220534</c:v>
                </c:pt>
                <c:pt idx="26657">
                  <c:v>1.3067037408194861</c:v>
                </c:pt>
                <c:pt idx="26658">
                  <c:v>1.3075809665519624</c:v>
                </c:pt>
                <c:pt idx="26659">
                  <c:v>1.3076779825199263</c:v>
                </c:pt>
                <c:pt idx="26660">
                  <c:v>1.3077086405355083</c:v>
                </c:pt>
                <c:pt idx="26661">
                  <c:v>1.3084168139118988</c:v>
                </c:pt>
                <c:pt idx="26662">
                  <c:v>1.3092287538327625</c:v>
                </c:pt>
                <c:pt idx="26663">
                  <c:v>1.3094155055477654</c:v>
                </c:pt>
                <c:pt idx="26664">
                  <c:v>1.3101317995503168</c:v>
                </c:pt>
                <c:pt idx="26665">
                  <c:v>1.3109839672852419</c:v>
                </c:pt>
                <c:pt idx="26666">
                  <c:v>1.3116411727578388</c:v>
                </c:pt>
                <c:pt idx="26667">
                  <c:v>1.3127174759767168</c:v>
                </c:pt>
                <c:pt idx="26668">
                  <c:v>1.312759517723771</c:v>
                </c:pt>
                <c:pt idx="26669">
                  <c:v>1.3134505172498678</c:v>
                </c:pt>
                <c:pt idx="26670">
                  <c:v>1.3140846181665917</c:v>
                </c:pt>
                <c:pt idx="26671">
                  <c:v>1.3145348648550259</c:v>
                </c:pt>
                <c:pt idx="26672">
                  <c:v>1.3160752475055602</c:v>
                </c:pt>
                <c:pt idx="26673">
                  <c:v>1.3160831750187021</c:v>
                </c:pt>
                <c:pt idx="26674">
                  <c:v>1.3162739449959575</c:v>
                </c:pt>
                <c:pt idx="26675">
                  <c:v>1.3166479410488625</c:v>
                </c:pt>
                <c:pt idx="26676">
                  <c:v>1.3174516686773539</c:v>
                </c:pt>
                <c:pt idx="26677">
                  <c:v>1.3176181801223295</c:v>
                </c:pt>
                <c:pt idx="26678">
                  <c:v>1.3180246060294081</c:v>
                </c:pt>
                <c:pt idx="26679">
                  <c:v>1.3192965160635217</c:v>
                </c:pt>
                <c:pt idx="26680">
                  <c:v>1.319895830164507</c:v>
                </c:pt>
                <c:pt idx="26681">
                  <c:v>1.3204354274148655</c:v>
                </c:pt>
                <c:pt idx="26682">
                  <c:v>1.3215418723578689</c:v>
                </c:pt>
                <c:pt idx="26683">
                  <c:v>1.3223038691275573</c:v>
                </c:pt>
                <c:pt idx="26684">
                  <c:v>1.322465509002807</c:v>
                </c:pt>
                <c:pt idx="26685">
                  <c:v>1.3234369067329088</c:v>
                </c:pt>
                <c:pt idx="26686">
                  <c:v>1.3263411319609888</c:v>
                </c:pt>
                <c:pt idx="26687">
                  <c:v>1.3290484772064277</c:v>
                </c:pt>
                <c:pt idx="26688">
                  <c:v>1.3293006151395279</c:v>
                </c:pt>
                <c:pt idx="26689">
                  <c:v>1.3300472659569995</c:v>
                </c:pt>
                <c:pt idx="26690">
                  <c:v>1.330071072169112</c:v>
                </c:pt>
                <c:pt idx="26691">
                  <c:v>1.330118645908573</c:v>
                </c:pt>
                <c:pt idx="26692">
                  <c:v>1.3308075022029133</c:v>
                </c:pt>
                <c:pt idx="26693">
                  <c:v>1.3316581293494902</c:v>
                </c:pt>
                <c:pt idx="26694">
                  <c:v>1.3320559161913608</c:v>
                </c:pt>
                <c:pt idx="26695">
                  <c:v>1.3332305582801518</c:v>
                </c:pt>
                <c:pt idx="26696">
                  <c:v>1.3333331850752144</c:v>
                </c:pt>
                <c:pt idx="26697">
                  <c:v>1.334686412286731</c:v>
                </c:pt>
                <c:pt idx="26698">
                  <c:v>1.3352095777555515</c:v>
                </c:pt>
                <c:pt idx="26699">
                  <c:v>1.3362252370138301</c:v>
                </c:pt>
                <c:pt idx="26700">
                  <c:v>1.3369878390774064</c:v>
                </c:pt>
                <c:pt idx="26701">
                  <c:v>1.3370930556023963</c:v>
                </c:pt>
                <c:pt idx="26702">
                  <c:v>1.3380838032663815</c:v>
                </c:pt>
                <c:pt idx="26703">
                  <c:v>1.3382370632525675</c:v>
                </c:pt>
                <c:pt idx="26704">
                  <c:v>1.3412515559162363</c:v>
                </c:pt>
                <c:pt idx="26705">
                  <c:v>1.3443695791023009</c:v>
                </c:pt>
                <c:pt idx="26706">
                  <c:v>1.3448336374233361</c:v>
                </c:pt>
                <c:pt idx="26707">
                  <c:v>1.3482811684256861</c:v>
                </c:pt>
                <c:pt idx="26708">
                  <c:v>1.3497185970704435</c:v>
                </c:pt>
                <c:pt idx="26709">
                  <c:v>1.3517474795644941</c:v>
                </c:pt>
                <c:pt idx="26710">
                  <c:v>1.3564896993282256</c:v>
                </c:pt>
                <c:pt idx="26711">
                  <c:v>1.3574951662282533</c:v>
                </c:pt>
                <c:pt idx="26712">
                  <c:v>1.3649798954697365</c:v>
                </c:pt>
                <c:pt idx="26713">
                  <c:v>1.3665400610473812</c:v>
                </c:pt>
                <c:pt idx="26714">
                  <c:v>1.3670114129684967</c:v>
                </c:pt>
                <c:pt idx="26715">
                  <c:v>1.3677802921655704</c:v>
                </c:pt>
                <c:pt idx="26716">
                  <c:v>1.3684314879109489</c:v>
                </c:pt>
                <c:pt idx="26717">
                  <c:v>1.3708676075685293</c:v>
                </c:pt>
                <c:pt idx="26718">
                  <c:v>1.3718367452867923</c:v>
                </c:pt>
                <c:pt idx="26719">
                  <c:v>1.3727182821777011</c:v>
                </c:pt>
                <c:pt idx="26720">
                  <c:v>1.373119116646013</c:v>
                </c:pt>
                <c:pt idx="26721">
                  <c:v>1.3739419909301687</c:v>
                </c:pt>
                <c:pt idx="26722">
                  <c:v>1.3753688644015474</c:v>
                </c:pt>
                <c:pt idx="26723">
                  <c:v>1.3768377123130742</c:v>
                </c:pt>
                <c:pt idx="26724">
                  <c:v>1.3769849737087179</c:v>
                </c:pt>
                <c:pt idx="26725">
                  <c:v>1.3779885764190229</c:v>
                </c:pt>
                <c:pt idx="26726">
                  <c:v>1.3784758737337666</c:v>
                </c:pt>
                <c:pt idx="26727">
                  <c:v>1.3792002941367376</c:v>
                </c:pt>
                <c:pt idx="26728">
                  <c:v>1.3798155773070737</c:v>
                </c:pt>
                <c:pt idx="26729">
                  <c:v>1.3893690517447332</c:v>
                </c:pt>
                <c:pt idx="26730">
                  <c:v>1.3916172713153401</c:v>
                </c:pt>
                <c:pt idx="26731">
                  <c:v>1.3916442298480771</c:v>
                </c:pt>
                <c:pt idx="26732">
                  <c:v>1.3938103651218023</c:v>
                </c:pt>
                <c:pt idx="26733">
                  <c:v>1.3951620321125573</c:v>
                </c:pt>
                <c:pt idx="26734">
                  <c:v>1.3973031424908089</c:v>
                </c:pt>
                <c:pt idx="26735">
                  <c:v>1.3997600909017709</c:v>
                </c:pt>
                <c:pt idx="26736">
                  <c:v>1.401723229415236</c:v>
                </c:pt>
                <c:pt idx="26737">
                  <c:v>1.4040318660810431</c:v>
                </c:pt>
                <c:pt idx="26738">
                  <c:v>1.4063249042879877</c:v>
                </c:pt>
                <c:pt idx="26739">
                  <c:v>1.406764229276678</c:v>
                </c:pt>
                <c:pt idx="26740">
                  <c:v>1.4087203020866539</c:v>
                </c:pt>
                <c:pt idx="26741">
                  <c:v>1.4112511644226964</c:v>
                </c:pt>
                <c:pt idx="26742">
                  <c:v>1.4117558248084872</c:v>
                </c:pt>
                <c:pt idx="26743">
                  <c:v>1.4154513088393594</c:v>
                </c:pt>
                <c:pt idx="26744">
                  <c:v>1.4157688888899298</c:v>
                </c:pt>
                <c:pt idx="26745">
                  <c:v>1.4230734197252235</c:v>
                </c:pt>
                <c:pt idx="26746">
                  <c:v>1.4235910757178061</c:v>
                </c:pt>
                <c:pt idx="26747">
                  <c:v>1.4247311415719373</c:v>
                </c:pt>
                <c:pt idx="26748">
                  <c:v>1.4251722854356483</c:v>
                </c:pt>
                <c:pt idx="26749">
                  <c:v>1.4257895991836778</c:v>
                </c:pt>
                <c:pt idx="26750">
                  <c:v>1.4278310788805608</c:v>
                </c:pt>
                <c:pt idx="26751">
                  <c:v>1.4315265759442357</c:v>
                </c:pt>
                <c:pt idx="26752">
                  <c:v>1.4339569563751875</c:v>
                </c:pt>
                <c:pt idx="26753">
                  <c:v>1.4343087469602016</c:v>
                </c:pt>
                <c:pt idx="26754">
                  <c:v>1.4358648219752821</c:v>
                </c:pt>
                <c:pt idx="26755">
                  <c:v>1.4364387992097318</c:v>
                </c:pt>
                <c:pt idx="26756">
                  <c:v>1.4385729760772605</c:v>
                </c:pt>
                <c:pt idx="26757">
                  <c:v>1.4464204044079747</c:v>
                </c:pt>
                <c:pt idx="26758">
                  <c:v>1.4464351464811305</c:v>
                </c:pt>
                <c:pt idx="26759">
                  <c:v>1.4491832356533889</c:v>
                </c:pt>
                <c:pt idx="26760">
                  <c:v>1.4493947871185393</c:v>
                </c:pt>
                <c:pt idx="26761">
                  <c:v>1.4496857591027004</c:v>
                </c:pt>
                <c:pt idx="26762">
                  <c:v>1.449889749082534</c:v>
                </c:pt>
                <c:pt idx="26763">
                  <c:v>1.4561369340712069</c:v>
                </c:pt>
                <c:pt idx="26764">
                  <c:v>1.4569740763490366</c:v>
                </c:pt>
                <c:pt idx="26765">
                  <c:v>1.4572174327515477</c:v>
                </c:pt>
                <c:pt idx="26766">
                  <c:v>1.4585770969020022</c:v>
                </c:pt>
                <c:pt idx="26767">
                  <c:v>1.4597448549920502</c:v>
                </c:pt>
                <c:pt idx="26768">
                  <c:v>1.463571992002042</c:v>
                </c:pt>
                <c:pt idx="26769">
                  <c:v>1.4638209122551171</c:v>
                </c:pt>
                <c:pt idx="26770">
                  <c:v>1.4638950470350223</c:v>
                </c:pt>
                <c:pt idx="26771">
                  <c:v>1.4660139729633728</c:v>
                </c:pt>
                <c:pt idx="26772">
                  <c:v>1.4663743474274724</c:v>
                </c:pt>
                <c:pt idx="26773">
                  <c:v>1.4666314387966015</c:v>
                </c:pt>
                <c:pt idx="26774">
                  <c:v>1.46829427717563</c:v>
                </c:pt>
                <c:pt idx="26775">
                  <c:v>1.4690413241485718</c:v>
                </c:pt>
                <c:pt idx="26776">
                  <c:v>1.4697243910806532</c:v>
                </c:pt>
                <c:pt idx="26777">
                  <c:v>1.470722969221173</c:v>
                </c:pt>
                <c:pt idx="26778">
                  <c:v>1.4712486344165534</c:v>
                </c:pt>
                <c:pt idx="26779">
                  <c:v>1.4724906123949197</c:v>
                </c:pt>
                <c:pt idx="26780">
                  <c:v>1.4727608349360348</c:v>
                </c:pt>
                <c:pt idx="26781">
                  <c:v>1.4739386409986581</c:v>
                </c:pt>
                <c:pt idx="26782">
                  <c:v>1.4757222459920842</c:v>
                </c:pt>
                <c:pt idx="26783">
                  <c:v>1.4764573151043068</c:v>
                </c:pt>
                <c:pt idx="26784">
                  <c:v>1.479550569491211</c:v>
                </c:pt>
                <c:pt idx="26785">
                  <c:v>1.4808099977194256</c:v>
                </c:pt>
                <c:pt idx="26786">
                  <c:v>1.492159453567931</c:v>
                </c:pt>
                <c:pt idx="26787">
                  <c:v>1.4928683007428658</c:v>
                </c:pt>
                <c:pt idx="26788">
                  <c:v>1.4933084374812502</c:v>
                </c:pt>
                <c:pt idx="26789">
                  <c:v>1.4995391120979837</c:v>
                </c:pt>
                <c:pt idx="26790">
                  <c:v>1.5005238276720851</c:v>
                </c:pt>
                <c:pt idx="26791">
                  <c:v>1.5059169217820765</c:v>
                </c:pt>
                <c:pt idx="26792">
                  <c:v>1.5115937651132976</c:v>
                </c:pt>
                <c:pt idx="26793">
                  <c:v>1.5132369623230175</c:v>
                </c:pt>
                <c:pt idx="26794">
                  <c:v>1.5140189884204791</c:v>
                </c:pt>
                <c:pt idx="26795">
                  <c:v>1.5141795801614788</c:v>
                </c:pt>
                <c:pt idx="26796">
                  <c:v>1.5142800552937778</c:v>
                </c:pt>
                <c:pt idx="26797">
                  <c:v>1.5154323701261645</c:v>
                </c:pt>
                <c:pt idx="26798">
                  <c:v>1.5160809741862638</c:v>
                </c:pt>
                <c:pt idx="26799">
                  <c:v>1.5165941487585082</c:v>
                </c:pt>
                <c:pt idx="26800">
                  <c:v>1.5195948529411287</c:v>
                </c:pt>
                <c:pt idx="26801">
                  <c:v>1.5201654646593497</c:v>
                </c:pt>
                <c:pt idx="26802">
                  <c:v>1.5205627680491602</c:v>
                </c:pt>
                <c:pt idx="26803">
                  <c:v>1.5207694790116191</c:v>
                </c:pt>
                <c:pt idx="26804">
                  <c:v>1.5209543303408009</c:v>
                </c:pt>
                <c:pt idx="26805">
                  <c:v>1.522584205923728</c:v>
                </c:pt>
                <c:pt idx="26806">
                  <c:v>1.5226500787149502</c:v>
                </c:pt>
                <c:pt idx="26807">
                  <c:v>1.5237494044608586</c:v>
                </c:pt>
                <c:pt idx="26808">
                  <c:v>1.5248982291107842</c:v>
                </c:pt>
                <c:pt idx="26809">
                  <c:v>1.5250470840634931</c:v>
                </c:pt>
                <c:pt idx="26810">
                  <c:v>1.5250604741920992</c:v>
                </c:pt>
                <c:pt idx="26811">
                  <c:v>1.5258313526737952</c:v>
                </c:pt>
                <c:pt idx="26812">
                  <c:v>1.5259567781985077</c:v>
                </c:pt>
                <c:pt idx="26813">
                  <c:v>1.5267865442578992</c:v>
                </c:pt>
                <c:pt idx="26814">
                  <c:v>1.5281737757122047</c:v>
                </c:pt>
                <c:pt idx="26815">
                  <c:v>1.5288927509409496</c:v>
                </c:pt>
                <c:pt idx="26816">
                  <c:v>1.5294012939319936</c:v>
                </c:pt>
                <c:pt idx="26817">
                  <c:v>1.5300692924554866</c:v>
                </c:pt>
                <c:pt idx="26818">
                  <c:v>1.5301598511566787</c:v>
                </c:pt>
                <c:pt idx="26819">
                  <c:v>1.5311007337001619</c:v>
                </c:pt>
                <c:pt idx="26820">
                  <c:v>1.5313752799607621</c:v>
                </c:pt>
                <c:pt idx="26821">
                  <c:v>1.5319678218978372</c:v>
                </c:pt>
                <c:pt idx="26822">
                  <c:v>1.5326335362301178</c:v>
                </c:pt>
                <c:pt idx="26823">
                  <c:v>1.5338352408534504</c:v>
                </c:pt>
                <c:pt idx="26824">
                  <c:v>1.5354113446698077</c:v>
                </c:pt>
                <c:pt idx="26825">
                  <c:v>1.5358333322272053</c:v>
                </c:pt>
                <c:pt idx="26826">
                  <c:v>1.5369373912745934</c:v>
                </c:pt>
                <c:pt idx="26827">
                  <c:v>1.5369756518656992</c:v>
                </c:pt>
                <c:pt idx="26828">
                  <c:v>1.53729750262306</c:v>
                </c:pt>
                <c:pt idx="26829">
                  <c:v>1.5394774810162113</c:v>
                </c:pt>
                <c:pt idx="26830">
                  <c:v>1.5397202287870058</c:v>
                </c:pt>
                <c:pt idx="26831">
                  <c:v>1.5404967889674754</c:v>
                </c:pt>
                <c:pt idx="26832">
                  <c:v>1.5405020739253528</c:v>
                </c:pt>
                <c:pt idx="26833">
                  <c:v>1.5408130085906941</c:v>
                </c:pt>
                <c:pt idx="26834">
                  <c:v>1.5411449134734623</c:v>
                </c:pt>
                <c:pt idx="26835">
                  <c:v>1.5417309783842841</c:v>
                </c:pt>
                <c:pt idx="26836">
                  <c:v>1.542174935010967</c:v>
                </c:pt>
                <c:pt idx="26837">
                  <c:v>1.5421867039540382</c:v>
                </c:pt>
                <c:pt idx="26838">
                  <c:v>1.5430962737657257</c:v>
                </c:pt>
                <c:pt idx="26839">
                  <c:v>1.5436476865384745</c:v>
                </c:pt>
                <c:pt idx="26840">
                  <c:v>1.5446894393014576</c:v>
                </c:pt>
                <c:pt idx="26841">
                  <c:v>1.546979803460379</c:v>
                </c:pt>
                <c:pt idx="26842">
                  <c:v>1.5471071327996124</c:v>
                </c:pt>
                <c:pt idx="26843">
                  <c:v>1.5471283680992365</c:v>
                </c:pt>
                <c:pt idx="26844">
                  <c:v>1.5471460888015705</c:v>
                </c:pt>
                <c:pt idx="26845">
                  <c:v>1.5472405399865878</c:v>
                </c:pt>
                <c:pt idx="26846">
                  <c:v>1.5487589618181059</c:v>
                </c:pt>
                <c:pt idx="26847">
                  <c:v>1.548992165792995</c:v>
                </c:pt>
                <c:pt idx="26848">
                  <c:v>1.5492687811667278</c:v>
                </c:pt>
                <c:pt idx="26849">
                  <c:v>1.5501102374126381</c:v>
                </c:pt>
                <c:pt idx="26850">
                  <c:v>1.5504184392808666</c:v>
                </c:pt>
                <c:pt idx="26851">
                  <c:v>1.5512362318107378</c:v>
                </c:pt>
                <c:pt idx="26852">
                  <c:v>1.5527381765227186</c:v>
                </c:pt>
                <c:pt idx="26853">
                  <c:v>1.5530574914619231</c:v>
                </c:pt>
                <c:pt idx="26854">
                  <c:v>1.5547466137033179</c:v>
                </c:pt>
                <c:pt idx="26855">
                  <c:v>1.5552981762344322</c:v>
                </c:pt>
                <c:pt idx="26856">
                  <c:v>1.5578064111958045</c:v>
                </c:pt>
                <c:pt idx="26857">
                  <c:v>1.5602630283419916</c:v>
                </c:pt>
                <c:pt idx="26858">
                  <c:v>1.5603650653794958</c:v>
                </c:pt>
                <c:pt idx="26859">
                  <c:v>1.5606955024717242</c:v>
                </c:pt>
                <c:pt idx="26860">
                  <c:v>1.560705861649369</c:v>
                </c:pt>
                <c:pt idx="26861">
                  <c:v>1.562550998652537</c:v>
                </c:pt>
                <c:pt idx="26862">
                  <c:v>1.5628715743489063</c:v>
                </c:pt>
                <c:pt idx="26863">
                  <c:v>1.5637698971878744</c:v>
                </c:pt>
                <c:pt idx="26864">
                  <c:v>1.5643531783547668</c:v>
                </c:pt>
                <c:pt idx="26865">
                  <c:v>1.5652112157084936</c:v>
                </c:pt>
                <c:pt idx="26866">
                  <c:v>1.5663585180434318</c:v>
                </c:pt>
                <c:pt idx="26867">
                  <c:v>1.566718403379217</c:v>
                </c:pt>
                <c:pt idx="26868">
                  <c:v>1.5674255732654161</c:v>
                </c:pt>
                <c:pt idx="26869">
                  <c:v>1.568658490932664</c:v>
                </c:pt>
                <c:pt idx="26870">
                  <c:v>1.5691363557522922</c:v>
                </c:pt>
                <c:pt idx="26871">
                  <c:v>1.5691905319442396</c:v>
                </c:pt>
                <c:pt idx="26872">
                  <c:v>1.5700826603766183</c:v>
                </c:pt>
                <c:pt idx="26873">
                  <c:v>1.5703380227336048</c:v>
                </c:pt>
                <c:pt idx="26874">
                  <c:v>1.5707965393152099</c:v>
                </c:pt>
                <c:pt idx="26875">
                  <c:v>1.5708129780685081</c:v>
                </c:pt>
                <c:pt idx="26876">
                  <c:v>1.5713294723501756</c:v>
                </c:pt>
                <c:pt idx="26877">
                  <c:v>1.5722277701096707</c:v>
                </c:pt>
                <c:pt idx="26878">
                  <c:v>1.5723231019428183</c:v>
                </c:pt>
                <c:pt idx="26879">
                  <c:v>1.5751585749925432</c:v>
                </c:pt>
                <c:pt idx="26880">
                  <c:v>1.5757874120008108</c:v>
                </c:pt>
                <c:pt idx="26881">
                  <c:v>1.5763891833563044</c:v>
                </c:pt>
                <c:pt idx="26882">
                  <c:v>1.5780652908787873</c:v>
                </c:pt>
                <c:pt idx="26883">
                  <c:v>1.5791750151785959</c:v>
                </c:pt>
                <c:pt idx="26884">
                  <c:v>1.579564409674777</c:v>
                </c:pt>
                <c:pt idx="26885">
                  <c:v>1.5808132158385408</c:v>
                </c:pt>
                <c:pt idx="26886">
                  <c:v>1.5809581049736281</c:v>
                </c:pt>
                <c:pt idx="26887">
                  <c:v>1.5809586936541515</c:v>
                </c:pt>
                <c:pt idx="26888">
                  <c:v>1.5813388264160373</c:v>
                </c:pt>
                <c:pt idx="26889">
                  <c:v>1.5817793878202715</c:v>
                </c:pt>
                <c:pt idx="26890">
                  <c:v>1.5824163208333868</c:v>
                </c:pt>
                <c:pt idx="26891">
                  <c:v>1.5840741474342184</c:v>
                </c:pt>
                <c:pt idx="26892">
                  <c:v>1.5850238158803187</c:v>
                </c:pt>
                <c:pt idx="26893">
                  <c:v>1.5850289824490691</c:v>
                </c:pt>
                <c:pt idx="26894">
                  <c:v>1.5850519468658917</c:v>
                </c:pt>
                <c:pt idx="26895">
                  <c:v>1.5852601595854128</c:v>
                </c:pt>
                <c:pt idx="26896">
                  <c:v>1.5853714016367124</c:v>
                </c:pt>
                <c:pt idx="26897">
                  <c:v>1.5854492737636661</c:v>
                </c:pt>
                <c:pt idx="26898">
                  <c:v>1.5865478864259697</c:v>
                </c:pt>
                <c:pt idx="26899">
                  <c:v>1.5894553074647304</c:v>
                </c:pt>
                <c:pt idx="26900">
                  <c:v>1.589792629746434</c:v>
                </c:pt>
                <c:pt idx="26901">
                  <c:v>1.5903472038386759</c:v>
                </c:pt>
                <c:pt idx="26902">
                  <c:v>1.5906114916408938</c:v>
                </c:pt>
                <c:pt idx="26903">
                  <c:v>1.5930678756207712</c:v>
                </c:pt>
                <c:pt idx="26904">
                  <c:v>1.5952454840566188</c:v>
                </c:pt>
                <c:pt idx="26905">
                  <c:v>1.5953583686707042</c:v>
                </c:pt>
                <c:pt idx="26906">
                  <c:v>1.5960957997233041</c:v>
                </c:pt>
                <c:pt idx="26907">
                  <c:v>1.5970623699222206</c:v>
                </c:pt>
                <c:pt idx="26908">
                  <c:v>1.597861875277343</c:v>
                </c:pt>
                <c:pt idx="26909">
                  <c:v>1.598795276780826</c:v>
                </c:pt>
                <c:pt idx="26910">
                  <c:v>1.5994273815765712</c:v>
                </c:pt>
                <c:pt idx="26911">
                  <c:v>1.6009840643727469</c:v>
                </c:pt>
                <c:pt idx="26912">
                  <c:v>1.6018797425471867</c:v>
                </c:pt>
                <c:pt idx="26913">
                  <c:v>1.6021757351465256</c:v>
                </c:pt>
                <c:pt idx="26914">
                  <c:v>1.6023016989922076</c:v>
                </c:pt>
                <c:pt idx="26915">
                  <c:v>1.6039081272046911</c:v>
                </c:pt>
                <c:pt idx="26916">
                  <c:v>1.6047238675055533</c:v>
                </c:pt>
                <c:pt idx="26917">
                  <c:v>1.6064473543128845</c:v>
                </c:pt>
                <c:pt idx="26918">
                  <c:v>1.6066746196406709</c:v>
                </c:pt>
                <c:pt idx="26919">
                  <c:v>1.610522692908813</c:v>
                </c:pt>
                <c:pt idx="26920">
                  <c:v>1.6130631223565675</c:v>
                </c:pt>
                <c:pt idx="26921">
                  <c:v>1.613938735809169</c:v>
                </c:pt>
                <c:pt idx="26922">
                  <c:v>1.617011763662688</c:v>
                </c:pt>
                <c:pt idx="26923">
                  <c:v>1.6182998970307556</c:v>
                </c:pt>
                <c:pt idx="26924">
                  <c:v>1.6263789558723742</c:v>
                </c:pt>
                <c:pt idx="26925">
                  <c:v>1.6393800295908132</c:v>
                </c:pt>
                <c:pt idx="26926">
                  <c:v>1.6411941188439172</c:v>
                </c:pt>
                <c:pt idx="26927">
                  <c:v>1.6412237907631171</c:v>
                </c:pt>
                <c:pt idx="26928">
                  <c:v>1.647987531577924</c:v>
                </c:pt>
                <c:pt idx="26929">
                  <c:v>1.6481632941002131</c:v>
                </c:pt>
                <c:pt idx="26930">
                  <c:v>1.6490458266429877</c:v>
                </c:pt>
                <c:pt idx="26931">
                  <c:v>1.6529091230589101</c:v>
                </c:pt>
                <c:pt idx="26932">
                  <c:v>1.6617998877961326</c:v>
                </c:pt>
                <c:pt idx="26933">
                  <c:v>1.6784577694776412</c:v>
                </c:pt>
                <c:pt idx="26934">
                  <c:v>1.7072242391593486</c:v>
                </c:pt>
                <c:pt idx="26935">
                  <c:v>1.7238486071232546</c:v>
                </c:pt>
                <c:pt idx="26936">
                  <c:v>1.7248769867555969</c:v>
                </c:pt>
                <c:pt idx="26937">
                  <c:v>1.7496374353265811</c:v>
                </c:pt>
                <c:pt idx="26938">
                  <c:v>1.7754882082019567</c:v>
                </c:pt>
                <c:pt idx="26939">
                  <c:v>1.7884911384245417</c:v>
                </c:pt>
                <c:pt idx="26940">
                  <c:v>2.0188521805587358</c:v>
                </c:pt>
              </c:numCache>
            </c:numRef>
          </c:xVal>
          <c:yVal>
            <c:numRef>
              <c:f>工作表1!$B$2:$B$26942</c:f>
              <c:numCache>
                <c:formatCode>General</c:formatCode>
                <c:ptCount val="26941"/>
                <c:pt idx="0">
                  <c:v>0</c:v>
                </c:pt>
                <c:pt idx="1">
                  <c:v>1.4814814814814815E-4</c:v>
                </c:pt>
                <c:pt idx="2">
                  <c:v>2.9629629629629629E-4</c:v>
                </c:pt>
                <c:pt idx="3">
                  <c:v>2.9629629629629629E-4</c:v>
                </c:pt>
                <c:pt idx="4">
                  <c:v>2.9629629629629629E-4</c:v>
                </c:pt>
                <c:pt idx="5">
                  <c:v>2.9629629629629629E-4</c:v>
                </c:pt>
                <c:pt idx="6">
                  <c:v>2.9629629629629629E-4</c:v>
                </c:pt>
                <c:pt idx="7">
                  <c:v>2.9629629629629629E-4</c:v>
                </c:pt>
                <c:pt idx="8">
                  <c:v>4.4444444444444447E-4</c:v>
                </c:pt>
                <c:pt idx="9">
                  <c:v>4.4444444444444447E-4</c:v>
                </c:pt>
                <c:pt idx="10">
                  <c:v>4.4444444444444447E-4</c:v>
                </c:pt>
                <c:pt idx="11">
                  <c:v>4.4444444444444447E-4</c:v>
                </c:pt>
                <c:pt idx="12">
                  <c:v>5.9259259259259258E-4</c:v>
                </c:pt>
                <c:pt idx="13">
                  <c:v>5.9259259259259258E-4</c:v>
                </c:pt>
                <c:pt idx="14">
                  <c:v>7.407407407407407E-4</c:v>
                </c:pt>
                <c:pt idx="15">
                  <c:v>7.407407407407407E-4</c:v>
                </c:pt>
                <c:pt idx="16">
                  <c:v>7.407407407407407E-4</c:v>
                </c:pt>
                <c:pt idx="17">
                  <c:v>8.8888888888888893E-4</c:v>
                </c:pt>
                <c:pt idx="18">
                  <c:v>8.8888888888888893E-4</c:v>
                </c:pt>
                <c:pt idx="19">
                  <c:v>8.8888888888888893E-4</c:v>
                </c:pt>
                <c:pt idx="20">
                  <c:v>1.0370370370370371E-3</c:v>
                </c:pt>
                <c:pt idx="21">
                  <c:v>1.1851851851851852E-3</c:v>
                </c:pt>
                <c:pt idx="22">
                  <c:v>1.1851851851851852E-3</c:v>
                </c:pt>
                <c:pt idx="23">
                  <c:v>1.1851851851851852E-3</c:v>
                </c:pt>
                <c:pt idx="24">
                  <c:v>1.1851851851851852E-3</c:v>
                </c:pt>
                <c:pt idx="25">
                  <c:v>1.1851851851851852E-3</c:v>
                </c:pt>
                <c:pt idx="26">
                  <c:v>1.3333333333333333E-3</c:v>
                </c:pt>
                <c:pt idx="27">
                  <c:v>1.4814814814814814E-3</c:v>
                </c:pt>
                <c:pt idx="28">
                  <c:v>1.4814814814814814E-3</c:v>
                </c:pt>
                <c:pt idx="29">
                  <c:v>1.4814814814814814E-3</c:v>
                </c:pt>
                <c:pt idx="30">
                  <c:v>1.4814814814814814E-3</c:v>
                </c:pt>
                <c:pt idx="31">
                  <c:v>1.4814814814814814E-3</c:v>
                </c:pt>
                <c:pt idx="32">
                  <c:v>1.4814814814814814E-3</c:v>
                </c:pt>
                <c:pt idx="33">
                  <c:v>1.4814814814814814E-3</c:v>
                </c:pt>
                <c:pt idx="34">
                  <c:v>1.4814814814814814E-3</c:v>
                </c:pt>
                <c:pt idx="35">
                  <c:v>1.4814814814814814E-3</c:v>
                </c:pt>
                <c:pt idx="36">
                  <c:v>1.6296296296296295E-3</c:v>
                </c:pt>
                <c:pt idx="37">
                  <c:v>1.6296296296296295E-3</c:v>
                </c:pt>
                <c:pt idx="38">
                  <c:v>1.6296296296296295E-3</c:v>
                </c:pt>
                <c:pt idx="39">
                  <c:v>1.7777777777777779E-3</c:v>
                </c:pt>
                <c:pt idx="40">
                  <c:v>1.7777777777777779E-3</c:v>
                </c:pt>
                <c:pt idx="41">
                  <c:v>1.7777777777777779E-3</c:v>
                </c:pt>
                <c:pt idx="42">
                  <c:v>1.7777777777777779E-3</c:v>
                </c:pt>
                <c:pt idx="43">
                  <c:v>1.7777777777777779E-3</c:v>
                </c:pt>
                <c:pt idx="44">
                  <c:v>1.7777777777777779E-3</c:v>
                </c:pt>
                <c:pt idx="45">
                  <c:v>1.7777777777777779E-3</c:v>
                </c:pt>
                <c:pt idx="46">
                  <c:v>1.7777777777777779E-3</c:v>
                </c:pt>
                <c:pt idx="47">
                  <c:v>1.925925925925926E-3</c:v>
                </c:pt>
                <c:pt idx="48">
                  <c:v>1.925925925925926E-3</c:v>
                </c:pt>
                <c:pt idx="49">
                  <c:v>1.925925925925926E-3</c:v>
                </c:pt>
                <c:pt idx="50">
                  <c:v>1.925925925925926E-3</c:v>
                </c:pt>
                <c:pt idx="51">
                  <c:v>1.925925925925926E-3</c:v>
                </c:pt>
                <c:pt idx="52">
                  <c:v>1.925925925925926E-3</c:v>
                </c:pt>
                <c:pt idx="53">
                  <c:v>1.925925925925926E-3</c:v>
                </c:pt>
                <c:pt idx="54">
                  <c:v>1.925925925925926E-3</c:v>
                </c:pt>
                <c:pt idx="55">
                  <c:v>1.925925925925926E-3</c:v>
                </c:pt>
                <c:pt idx="56">
                  <c:v>2.0740740740740741E-3</c:v>
                </c:pt>
                <c:pt idx="57">
                  <c:v>2.0740740740740741E-3</c:v>
                </c:pt>
                <c:pt idx="58">
                  <c:v>2.0740740740740741E-3</c:v>
                </c:pt>
                <c:pt idx="59">
                  <c:v>2.0740740740740741E-3</c:v>
                </c:pt>
                <c:pt idx="60">
                  <c:v>2.0740740740740741E-3</c:v>
                </c:pt>
                <c:pt idx="61">
                  <c:v>2.0740740740740741E-3</c:v>
                </c:pt>
                <c:pt idx="62">
                  <c:v>2.2222222222222222E-3</c:v>
                </c:pt>
                <c:pt idx="63">
                  <c:v>2.2222222222222222E-3</c:v>
                </c:pt>
                <c:pt idx="64">
                  <c:v>2.2222222222222222E-3</c:v>
                </c:pt>
                <c:pt idx="65">
                  <c:v>2.2222222222222222E-3</c:v>
                </c:pt>
                <c:pt idx="66">
                  <c:v>2.3703703703703703E-3</c:v>
                </c:pt>
                <c:pt idx="67">
                  <c:v>2.3703703703703703E-3</c:v>
                </c:pt>
                <c:pt idx="68">
                  <c:v>2.3703703703703703E-3</c:v>
                </c:pt>
                <c:pt idx="69">
                  <c:v>2.3703703703703703E-3</c:v>
                </c:pt>
                <c:pt idx="70">
                  <c:v>2.3703703703703703E-3</c:v>
                </c:pt>
                <c:pt idx="71">
                  <c:v>2.3703703703703703E-3</c:v>
                </c:pt>
                <c:pt idx="72">
                  <c:v>2.3703703703703703E-3</c:v>
                </c:pt>
                <c:pt idx="73">
                  <c:v>2.3703703703703703E-3</c:v>
                </c:pt>
                <c:pt idx="74">
                  <c:v>2.3703703703703703E-3</c:v>
                </c:pt>
                <c:pt idx="75">
                  <c:v>2.3703703703703703E-3</c:v>
                </c:pt>
                <c:pt idx="76">
                  <c:v>2.3703703703703703E-3</c:v>
                </c:pt>
                <c:pt idx="77">
                  <c:v>2.3703703703703703E-3</c:v>
                </c:pt>
                <c:pt idx="78">
                  <c:v>2.3703703703703703E-3</c:v>
                </c:pt>
                <c:pt idx="79">
                  <c:v>2.3703703703703703E-3</c:v>
                </c:pt>
                <c:pt idx="80">
                  <c:v>2.3703703703703703E-3</c:v>
                </c:pt>
                <c:pt idx="81">
                  <c:v>2.3703703703703703E-3</c:v>
                </c:pt>
                <c:pt idx="82">
                  <c:v>2.3703703703703703E-3</c:v>
                </c:pt>
                <c:pt idx="83">
                  <c:v>2.3703703703703703E-3</c:v>
                </c:pt>
                <c:pt idx="84">
                  <c:v>2.3703703703703703E-3</c:v>
                </c:pt>
                <c:pt idx="85">
                  <c:v>2.3703703703703703E-3</c:v>
                </c:pt>
                <c:pt idx="86">
                  <c:v>2.5185185185185185E-3</c:v>
                </c:pt>
                <c:pt idx="87">
                  <c:v>2.5185185185185185E-3</c:v>
                </c:pt>
                <c:pt idx="88">
                  <c:v>2.5185185185185185E-3</c:v>
                </c:pt>
                <c:pt idx="89">
                  <c:v>2.5185185185185185E-3</c:v>
                </c:pt>
                <c:pt idx="90">
                  <c:v>2.6666666666666666E-3</c:v>
                </c:pt>
                <c:pt idx="91">
                  <c:v>2.6666666666666666E-3</c:v>
                </c:pt>
                <c:pt idx="92">
                  <c:v>2.8148148148148147E-3</c:v>
                </c:pt>
                <c:pt idx="93">
                  <c:v>2.9629629629629628E-3</c:v>
                </c:pt>
                <c:pt idx="94">
                  <c:v>2.9629629629629628E-3</c:v>
                </c:pt>
                <c:pt idx="95">
                  <c:v>2.9629629629629628E-3</c:v>
                </c:pt>
                <c:pt idx="96">
                  <c:v>3.1111111111111109E-3</c:v>
                </c:pt>
                <c:pt idx="97">
                  <c:v>3.1111111111111109E-3</c:v>
                </c:pt>
                <c:pt idx="98">
                  <c:v>3.1111111111111109E-3</c:v>
                </c:pt>
                <c:pt idx="99">
                  <c:v>3.1111111111111109E-3</c:v>
                </c:pt>
                <c:pt idx="100">
                  <c:v>3.1111111111111109E-3</c:v>
                </c:pt>
                <c:pt idx="101">
                  <c:v>3.1111111111111109E-3</c:v>
                </c:pt>
                <c:pt idx="102">
                  <c:v>3.2592592592592591E-3</c:v>
                </c:pt>
                <c:pt idx="103">
                  <c:v>3.2592592592592591E-3</c:v>
                </c:pt>
                <c:pt idx="104">
                  <c:v>3.2592592592592591E-3</c:v>
                </c:pt>
                <c:pt idx="105">
                  <c:v>3.2592592592592591E-3</c:v>
                </c:pt>
                <c:pt idx="106">
                  <c:v>3.2592592592592591E-3</c:v>
                </c:pt>
                <c:pt idx="107">
                  <c:v>3.2592592592592591E-3</c:v>
                </c:pt>
                <c:pt idx="108">
                  <c:v>3.4074074074074076E-3</c:v>
                </c:pt>
                <c:pt idx="109">
                  <c:v>3.5555555555555557E-3</c:v>
                </c:pt>
                <c:pt idx="110">
                  <c:v>3.5555555555555557E-3</c:v>
                </c:pt>
                <c:pt idx="111">
                  <c:v>3.5555555555555557E-3</c:v>
                </c:pt>
                <c:pt idx="112">
                  <c:v>3.5555555555555557E-3</c:v>
                </c:pt>
                <c:pt idx="113">
                  <c:v>3.7037037037037038E-3</c:v>
                </c:pt>
                <c:pt idx="114">
                  <c:v>3.7037037037037038E-3</c:v>
                </c:pt>
                <c:pt idx="115">
                  <c:v>3.7037037037037038E-3</c:v>
                </c:pt>
                <c:pt idx="116">
                  <c:v>3.7037037037037038E-3</c:v>
                </c:pt>
                <c:pt idx="117">
                  <c:v>3.851851851851852E-3</c:v>
                </c:pt>
                <c:pt idx="118">
                  <c:v>4.0000000000000001E-3</c:v>
                </c:pt>
                <c:pt idx="119">
                  <c:v>4.0000000000000001E-3</c:v>
                </c:pt>
                <c:pt idx="120">
                  <c:v>4.0000000000000001E-3</c:v>
                </c:pt>
                <c:pt idx="121">
                  <c:v>4.0000000000000001E-3</c:v>
                </c:pt>
                <c:pt idx="122">
                  <c:v>4.0000000000000001E-3</c:v>
                </c:pt>
                <c:pt idx="123">
                  <c:v>4.0000000000000001E-3</c:v>
                </c:pt>
                <c:pt idx="124">
                  <c:v>4.0000000000000001E-3</c:v>
                </c:pt>
                <c:pt idx="125">
                  <c:v>4.0000000000000001E-3</c:v>
                </c:pt>
                <c:pt idx="126">
                  <c:v>4.1481481481481482E-3</c:v>
                </c:pt>
                <c:pt idx="127">
                  <c:v>4.1481481481481482E-3</c:v>
                </c:pt>
                <c:pt idx="128">
                  <c:v>4.2962962962962963E-3</c:v>
                </c:pt>
                <c:pt idx="129">
                  <c:v>4.2962962962962963E-3</c:v>
                </c:pt>
                <c:pt idx="130">
                  <c:v>4.2962962962962963E-3</c:v>
                </c:pt>
                <c:pt idx="131">
                  <c:v>4.2962962962962963E-3</c:v>
                </c:pt>
                <c:pt idx="132">
                  <c:v>4.2962962962962963E-3</c:v>
                </c:pt>
                <c:pt idx="133">
                  <c:v>4.4444444444444444E-3</c:v>
                </c:pt>
                <c:pt idx="134">
                  <c:v>4.5925925925925926E-3</c:v>
                </c:pt>
                <c:pt idx="135">
                  <c:v>4.5925925925925926E-3</c:v>
                </c:pt>
                <c:pt idx="136">
                  <c:v>4.5925925925925926E-3</c:v>
                </c:pt>
                <c:pt idx="137">
                  <c:v>4.5925925925925926E-3</c:v>
                </c:pt>
                <c:pt idx="138">
                  <c:v>4.5925925925925926E-3</c:v>
                </c:pt>
                <c:pt idx="139">
                  <c:v>4.5925925925925926E-3</c:v>
                </c:pt>
                <c:pt idx="140">
                  <c:v>4.5925925925925926E-3</c:v>
                </c:pt>
                <c:pt idx="141">
                  <c:v>4.5925925925925926E-3</c:v>
                </c:pt>
                <c:pt idx="142">
                  <c:v>4.5925925925925926E-3</c:v>
                </c:pt>
                <c:pt idx="143">
                  <c:v>4.5925925925925926E-3</c:v>
                </c:pt>
                <c:pt idx="144">
                  <c:v>4.5925925925925926E-3</c:v>
                </c:pt>
                <c:pt idx="145">
                  <c:v>4.7407407407407407E-3</c:v>
                </c:pt>
                <c:pt idx="146">
                  <c:v>4.7407407407407407E-3</c:v>
                </c:pt>
                <c:pt idx="147">
                  <c:v>4.7407407407407407E-3</c:v>
                </c:pt>
                <c:pt idx="148">
                  <c:v>4.7407407407407407E-3</c:v>
                </c:pt>
                <c:pt idx="149">
                  <c:v>4.7407407407407407E-3</c:v>
                </c:pt>
                <c:pt idx="150">
                  <c:v>4.7407407407407407E-3</c:v>
                </c:pt>
                <c:pt idx="151">
                  <c:v>4.7407407407407407E-3</c:v>
                </c:pt>
                <c:pt idx="152">
                  <c:v>4.7407407407407407E-3</c:v>
                </c:pt>
                <c:pt idx="153">
                  <c:v>4.7407407407407407E-3</c:v>
                </c:pt>
                <c:pt idx="154">
                  <c:v>4.7407407407407407E-3</c:v>
                </c:pt>
                <c:pt idx="155">
                  <c:v>4.7407407407407407E-3</c:v>
                </c:pt>
                <c:pt idx="156">
                  <c:v>4.7407407407407407E-3</c:v>
                </c:pt>
                <c:pt idx="157">
                  <c:v>4.7407407407407407E-3</c:v>
                </c:pt>
                <c:pt idx="158">
                  <c:v>4.7407407407407407E-3</c:v>
                </c:pt>
                <c:pt idx="159">
                  <c:v>4.7407407407407407E-3</c:v>
                </c:pt>
                <c:pt idx="160">
                  <c:v>4.7407407407407407E-3</c:v>
                </c:pt>
                <c:pt idx="161">
                  <c:v>4.7407407407407407E-3</c:v>
                </c:pt>
                <c:pt idx="162">
                  <c:v>4.7407407407407407E-3</c:v>
                </c:pt>
                <c:pt idx="163">
                  <c:v>4.8888888888888888E-3</c:v>
                </c:pt>
                <c:pt idx="164">
                  <c:v>5.0370370370370369E-3</c:v>
                </c:pt>
                <c:pt idx="165">
                  <c:v>5.185185185185185E-3</c:v>
                </c:pt>
                <c:pt idx="166">
                  <c:v>5.3333333333333332E-3</c:v>
                </c:pt>
                <c:pt idx="167">
                  <c:v>5.3333333333333332E-3</c:v>
                </c:pt>
                <c:pt idx="168">
                  <c:v>5.4814814814814813E-3</c:v>
                </c:pt>
                <c:pt idx="169">
                  <c:v>5.4814814814814813E-3</c:v>
                </c:pt>
                <c:pt idx="170">
                  <c:v>5.4814814814814813E-3</c:v>
                </c:pt>
                <c:pt idx="171">
                  <c:v>5.4814814814814813E-3</c:v>
                </c:pt>
                <c:pt idx="172">
                  <c:v>5.4814814814814813E-3</c:v>
                </c:pt>
                <c:pt idx="173">
                  <c:v>5.4814814814814813E-3</c:v>
                </c:pt>
                <c:pt idx="174">
                  <c:v>5.4814814814814813E-3</c:v>
                </c:pt>
                <c:pt idx="175">
                  <c:v>5.4814814814814813E-3</c:v>
                </c:pt>
                <c:pt idx="176">
                  <c:v>5.4814814814814813E-3</c:v>
                </c:pt>
                <c:pt idx="177">
                  <c:v>5.4814814814814813E-3</c:v>
                </c:pt>
                <c:pt idx="178">
                  <c:v>5.4814814814814813E-3</c:v>
                </c:pt>
                <c:pt idx="179">
                  <c:v>5.6296296296296294E-3</c:v>
                </c:pt>
                <c:pt idx="180">
                  <c:v>5.6296296296296294E-3</c:v>
                </c:pt>
                <c:pt idx="181">
                  <c:v>5.6296296296296294E-3</c:v>
                </c:pt>
                <c:pt idx="182">
                  <c:v>5.6296296296296294E-3</c:v>
                </c:pt>
                <c:pt idx="183">
                  <c:v>5.6296296296296294E-3</c:v>
                </c:pt>
                <c:pt idx="184">
                  <c:v>5.6296296296296294E-3</c:v>
                </c:pt>
                <c:pt idx="185">
                  <c:v>5.7777777777777775E-3</c:v>
                </c:pt>
                <c:pt idx="186">
                  <c:v>5.7777777777777775E-3</c:v>
                </c:pt>
                <c:pt idx="187">
                  <c:v>5.7777777777777775E-3</c:v>
                </c:pt>
                <c:pt idx="188">
                  <c:v>5.7777777777777775E-3</c:v>
                </c:pt>
                <c:pt idx="189">
                  <c:v>5.7777777777777775E-3</c:v>
                </c:pt>
                <c:pt idx="190">
                  <c:v>5.9259259259259256E-3</c:v>
                </c:pt>
                <c:pt idx="191">
                  <c:v>5.9259259259259256E-3</c:v>
                </c:pt>
                <c:pt idx="192">
                  <c:v>6.0740740740740738E-3</c:v>
                </c:pt>
                <c:pt idx="193">
                  <c:v>6.0740740740740738E-3</c:v>
                </c:pt>
                <c:pt idx="194">
                  <c:v>6.0740740740740738E-3</c:v>
                </c:pt>
                <c:pt idx="195">
                  <c:v>6.2222222222222219E-3</c:v>
                </c:pt>
                <c:pt idx="196">
                  <c:v>6.2222222222222219E-3</c:v>
                </c:pt>
                <c:pt idx="197">
                  <c:v>6.2222222222222219E-3</c:v>
                </c:pt>
                <c:pt idx="198">
                  <c:v>6.2222222222222219E-3</c:v>
                </c:pt>
                <c:pt idx="199">
                  <c:v>6.2222222222222219E-3</c:v>
                </c:pt>
                <c:pt idx="200">
                  <c:v>6.2222222222222219E-3</c:v>
                </c:pt>
                <c:pt idx="201">
                  <c:v>6.37037037037037E-3</c:v>
                </c:pt>
                <c:pt idx="202">
                  <c:v>6.37037037037037E-3</c:v>
                </c:pt>
                <c:pt idx="203">
                  <c:v>6.37037037037037E-3</c:v>
                </c:pt>
                <c:pt idx="204">
                  <c:v>6.37037037037037E-3</c:v>
                </c:pt>
                <c:pt idx="205">
                  <c:v>6.37037037037037E-3</c:v>
                </c:pt>
                <c:pt idx="206">
                  <c:v>6.37037037037037E-3</c:v>
                </c:pt>
                <c:pt idx="207">
                  <c:v>6.5185185185185181E-3</c:v>
                </c:pt>
                <c:pt idx="208">
                  <c:v>6.5185185185185181E-3</c:v>
                </c:pt>
                <c:pt idx="209">
                  <c:v>6.5185185185185181E-3</c:v>
                </c:pt>
                <c:pt idx="210">
                  <c:v>6.5185185185185181E-3</c:v>
                </c:pt>
                <c:pt idx="211">
                  <c:v>6.5185185185185181E-3</c:v>
                </c:pt>
                <c:pt idx="212">
                  <c:v>6.5185185185185181E-3</c:v>
                </c:pt>
                <c:pt idx="213">
                  <c:v>6.5185185185185181E-3</c:v>
                </c:pt>
                <c:pt idx="214">
                  <c:v>6.5185185185185181E-3</c:v>
                </c:pt>
                <c:pt idx="215">
                  <c:v>6.5185185185185181E-3</c:v>
                </c:pt>
                <c:pt idx="216">
                  <c:v>6.5185185185185181E-3</c:v>
                </c:pt>
                <c:pt idx="217">
                  <c:v>6.5185185185185181E-3</c:v>
                </c:pt>
                <c:pt idx="218">
                  <c:v>6.5185185185185181E-3</c:v>
                </c:pt>
                <c:pt idx="219">
                  <c:v>6.5185185185185181E-3</c:v>
                </c:pt>
                <c:pt idx="220">
                  <c:v>6.5185185185185181E-3</c:v>
                </c:pt>
                <c:pt idx="221">
                  <c:v>6.5185185185185181E-3</c:v>
                </c:pt>
                <c:pt idx="222">
                  <c:v>6.5185185185185181E-3</c:v>
                </c:pt>
                <c:pt idx="223">
                  <c:v>6.5185185185185181E-3</c:v>
                </c:pt>
                <c:pt idx="224">
                  <c:v>6.6666666666666671E-3</c:v>
                </c:pt>
                <c:pt idx="225">
                  <c:v>6.6666666666666671E-3</c:v>
                </c:pt>
                <c:pt idx="226">
                  <c:v>6.6666666666666671E-3</c:v>
                </c:pt>
                <c:pt idx="227">
                  <c:v>6.6666666666666671E-3</c:v>
                </c:pt>
                <c:pt idx="228">
                  <c:v>6.6666666666666671E-3</c:v>
                </c:pt>
                <c:pt idx="229">
                  <c:v>6.6666666666666671E-3</c:v>
                </c:pt>
                <c:pt idx="230">
                  <c:v>6.6666666666666671E-3</c:v>
                </c:pt>
                <c:pt idx="231">
                  <c:v>6.6666666666666671E-3</c:v>
                </c:pt>
                <c:pt idx="232">
                  <c:v>6.6666666666666671E-3</c:v>
                </c:pt>
                <c:pt idx="233">
                  <c:v>6.6666666666666671E-3</c:v>
                </c:pt>
                <c:pt idx="234">
                  <c:v>6.6666666666666671E-3</c:v>
                </c:pt>
                <c:pt idx="235">
                  <c:v>6.8148148148148152E-3</c:v>
                </c:pt>
                <c:pt idx="236">
                  <c:v>6.8148148148148152E-3</c:v>
                </c:pt>
                <c:pt idx="237">
                  <c:v>6.8148148148148152E-3</c:v>
                </c:pt>
                <c:pt idx="238">
                  <c:v>6.8148148148148152E-3</c:v>
                </c:pt>
                <c:pt idx="239">
                  <c:v>6.8148148148148152E-3</c:v>
                </c:pt>
                <c:pt idx="240">
                  <c:v>6.8148148148148152E-3</c:v>
                </c:pt>
                <c:pt idx="241">
                  <c:v>6.8148148148148152E-3</c:v>
                </c:pt>
                <c:pt idx="242">
                  <c:v>6.8148148148148152E-3</c:v>
                </c:pt>
                <c:pt idx="243">
                  <c:v>6.8148148148148152E-3</c:v>
                </c:pt>
                <c:pt idx="244">
                  <c:v>6.9629629629629633E-3</c:v>
                </c:pt>
                <c:pt idx="245">
                  <c:v>6.9629629629629633E-3</c:v>
                </c:pt>
                <c:pt idx="246">
                  <c:v>7.1111111111111115E-3</c:v>
                </c:pt>
                <c:pt idx="247">
                  <c:v>7.1111111111111115E-3</c:v>
                </c:pt>
                <c:pt idx="248">
                  <c:v>7.2592592592592596E-3</c:v>
                </c:pt>
                <c:pt idx="249">
                  <c:v>7.2592592592592596E-3</c:v>
                </c:pt>
                <c:pt idx="250">
                  <c:v>7.2592592592592596E-3</c:v>
                </c:pt>
                <c:pt idx="251">
                  <c:v>7.2592592592592596E-3</c:v>
                </c:pt>
                <c:pt idx="252">
                  <c:v>7.2592592592592596E-3</c:v>
                </c:pt>
                <c:pt idx="253">
                  <c:v>7.2592592592592596E-3</c:v>
                </c:pt>
                <c:pt idx="254">
                  <c:v>7.4074074074074077E-3</c:v>
                </c:pt>
                <c:pt idx="255">
                  <c:v>7.4074074074074077E-3</c:v>
                </c:pt>
                <c:pt idx="256">
                  <c:v>7.4074074074074077E-3</c:v>
                </c:pt>
                <c:pt idx="257">
                  <c:v>7.5555555555555558E-3</c:v>
                </c:pt>
                <c:pt idx="258">
                  <c:v>7.5555555555555558E-3</c:v>
                </c:pt>
                <c:pt idx="259">
                  <c:v>7.5555555555555558E-3</c:v>
                </c:pt>
                <c:pt idx="260">
                  <c:v>7.5555555555555558E-3</c:v>
                </c:pt>
                <c:pt idx="261">
                  <c:v>7.5555555555555558E-3</c:v>
                </c:pt>
                <c:pt idx="262">
                  <c:v>7.5555555555555558E-3</c:v>
                </c:pt>
                <c:pt idx="263">
                  <c:v>7.5555555555555558E-3</c:v>
                </c:pt>
                <c:pt idx="264">
                  <c:v>7.5555555555555558E-3</c:v>
                </c:pt>
                <c:pt idx="265">
                  <c:v>7.5555555555555558E-3</c:v>
                </c:pt>
                <c:pt idx="266">
                  <c:v>7.5555555555555558E-3</c:v>
                </c:pt>
                <c:pt idx="267">
                  <c:v>7.5555555555555558E-3</c:v>
                </c:pt>
                <c:pt idx="268">
                  <c:v>7.5555555555555558E-3</c:v>
                </c:pt>
                <c:pt idx="269">
                  <c:v>7.5555555555555558E-3</c:v>
                </c:pt>
                <c:pt idx="270">
                  <c:v>7.5555555555555558E-3</c:v>
                </c:pt>
                <c:pt idx="271">
                  <c:v>7.7037037037037039E-3</c:v>
                </c:pt>
                <c:pt idx="272">
                  <c:v>7.7037037037037039E-3</c:v>
                </c:pt>
                <c:pt idx="273">
                  <c:v>7.7037037037037039E-3</c:v>
                </c:pt>
                <c:pt idx="274">
                  <c:v>7.7037037037037039E-3</c:v>
                </c:pt>
                <c:pt idx="275">
                  <c:v>7.7037037037037039E-3</c:v>
                </c:pt>
                <c:pt idx="276">
                  <c:v>7.8518518518518512E-3</c:v>
                </c:pt>
                <c:pt idx="277">
                  <c:v>7.8518518518518512E-3</c:v>
                </c:pt>
                <c:pt idx="278">
                  <c:v>7.8518518518518512E-3</c:v>
                </c:pt>
                <c:pt idx="279">
                  <c:v>7.8518518518518512E-3</c:v>
                </c:pt>
                <c:pt idx="280">
                  <c:v>7.8518518518518512E-3</c:v>
                </c:pt>
                <c:pt idx="281">
                  <c:v>7.8518518518518512E-3</c:v>
                </c:pt>
                <c:pt idx="282">
                  <c:v>8.0000000000000002E-3</c:v>
                </c:pt>
                <c:pt idx="283">
                  <c:v>8.0000000000000002E-3</c:v>
                </c:pt>
                <c:pt idx="284">
                  <c:v>8.0000000000000002E-3</c:v>
                </c:pt>
                <c:pt idx="285">
                  <c:v>8.0000000000000002E-3</c:v>
                </c:pt>
                <c:pt idx="286">
                  <c:v>8.0000000000000002E-3</c:v>
                </c:pt>
                <c:pt idx="287">
                  <c:v>8.0000000000000002E-3</c:v>
                </c:pt>
                <c:pt idx="288">
                  <c:v>8.1481481481481474E-3</c:v>
                </c:pt>
                <c:pt idx="289">
                  <c:v>8.1481481481481474E-3</c:v>
                </c:pt>
                <c:pt idx="290">
                  <c:v>8.1481481481481474E-3</c:v>
                </c:pt>
                <c:pt idx="291">
                  <c:v>8.2962962962962964E-3</c:v>
                </c:pt>
                <c:pt idx="292">
                  <c:v>8.2962962962962964E-3</c:v>
                </c:pt>
                <c:pt idx="293">
                  <c:v>8.2962962962962964E-3</c:v>
                </c:pt>
                <c:pt idx="294">
                  <c:v>8.2962962962962964E-3</c:v>
                </c:pt>
                <c:pt idx="295">
                  <c:v>8.2962962962962964E-3</c:v>
                </c:pt>
                <c:pt idx="296">
                  <c:v>8.2962962962962964E-3</c:v>
                </c:pt>
                <c:pt idx="297">
                  <c:v>8.2962962962962964E-3</c:v>
                </c:pt>
                <c:pt idx="298">
                  <c:v>8.2962962962962964E-3</c:v>
                </c:pt>
                <c:pt idx="299">
                  <c:v>8.2962962962962964E-3</c:v>
                </c:pt>
                <c:pt idx="300">
                  <c:v>8.2962962962962964E-3</c:v>
                </c:pt>
                <c:pt idx="301">
                  <c:v>8.2962962962962964E-3</c:v>
                </c:pt>
                <c:pt idx="302">
                  <c:v>8.2962962962962964E-3</c:v>
                </c:pt>
                <c:pt idx="303">
                  <c:v>8.2962962962962964E-3</c:v>
                </c:pt>
                <c:pt idx="304">
                  <c:v>8.2962962962962964E-3</c:v>
                </c:pt>
                <c:pt idx="305">
                  <c:v>8.2962962962962964E-3</c:v>
                </c:pt>
                <c:pt idx="306">
                  <c:v>8.2962962962962964E-3</c:v>
                </c:pt>
                <c:pt idx="307">
                  <c:v>8.2962962962962964E-3</c:v>
                </c:pt>
                <c:pt idx="308">
                  <c:v>8.2962962962962964E-3</c:v>
                </c:pt>
                <c:pt idx="309">
                  <c:v>8.2962962962962964E-3</c:v>
                </c:pt>
                <c:pt idx="310">
                  <c:v>8.4444444444444437E-3</c:v>
                </c:pt>
                <c:pt idx="311">
                  <c:v>8.4444444444444437E-3</c:v>
                </c:pt>
                <c:pt idx="312">
                  <c:v>8.4444444444444437E-3</c:v>
                </c:pt>
                <c:pt idx="313">
                  <c:v>8.4444444444444437E-3</c:v>
                </c:pt>
                <c:pt idx="314">
                  <c:v>8.4444444444444437E-3</c:v>
                </c:pt>
                <c:pt idx="315">
                  <c:v>8.4444444444444437E-3</c:v>
                </c:pt>
                <c:pt idx="316">
                  <c:v>8.5925925925925926E-3</c:v>
                </c:pt>
                <c:pt idx="317">
                  <c:v>8.7407407407407399E-3</c:v>
                </c:pt>
                <c:pt idx="318">
                  <c:v>8.7407407407407399E-3</c:v>
                </c:pt>
                <c:pt idx="319">
                  <c:v>8.7407407407407399E-3</c:v>
                </c:pt>
                <c:pt idx="320">
                  <c:v>8.7407407407407399E-3</c:v>
                </c:pt>
                <c:pt idx="321">
                  <c:v>8.7407407407407399E-3</c:v>
                </c:pt>
                <c:pt idx="322">
                  <c:v>8.7407407407407399E-3</c:v>
                </c:pt>
                <c:pt idx="323">
                  <c:v>8.8888888888888889E-3</c:v>
                </c:pt>
                <c:pt idx="324">
                  <c:v>9.0370370370370379E-3</c:v>
                </c:pt>
                <c:pt idx="325">
                  <c:v>9.0370370370370379E-3</c:v>
                </c:pt>
                <c:pt idx="326">
                  <c:v>9.1851851851851851E-3</c:v>
                </c:pt>
                <c:pt idx="327">
                  <c:v>9.1851851851851851E-3</c:v>
                </c:pt>
                <c:pt idx="328">
                  <c:v>9.1851851851851851E-3</c:v>
                </c:pt>
                <c:pt idx="329">
                  <c:v>9.1851851851851851E-3</c:v>
                </c:pt>
                <c:pt idx="330">
                  <c:v>9.3333333333333341E-3</c:v>
                </c:pt>
                <c:pt idx="331">
                  <c:v>9.3333333333333341E-3</c:v>
                </c:pt>
                <c:pt idx="332">
                  <c:v>9.4814814814814814E-3</c:v>
                </c:pt>
                <c:pt idx="333">
                  <c:v>9.4814814814814814E-3</c:v>
                </c:pt>
                <c:pt idx="334">
                  <c:v>9.4814814814814814E-3</c:v>
                </c:pt>
                <c:pt idx="335">
                  <c:v>9.4814814814814814E-3</c:v>
                </c:pt>
                <c:pt idx="336">
                  <c:v>9.4814814814814814E-3</c:v>
                </c:pt>
                <c:pt idx="337">
                  <c:v>9.4814814814814814E-3</c:v>
                </c:pt>
                <c:pt idx="338">
                  <c:v>9.4814814814814814E-3</c:v>
                </c:pt>
                <c:pt idx="339">
                  <c:v>9.4814814814814814E-3</c:v>
                </c:pt>
                <c:pt idx="340">
                  <c:v>9.4814814814814814E-3</c:v>
                </c:pt>
                <c:pt idx="341">
                  <c:v>9.4814814814814814E-3</c:v>
                </c:pt>
                <c:pt idx="342">
                  <c:v>9.4814814814814814E-3</c:v>
                </c:pt>
                <c:pt idx="343">
                  <c:v>9.4814814814814814E-3</c:v>
                </c:pt>
                <c:pt idx="344">
                  <c:v>9.4814814814814814E-3</c:v>
                </c:pt>
                <c:pt idx="345">
                  <c:v>9.4814814814814814E-3</c:v>
                </c:pt>
                <c:pt idx="346">
                  <c:v>9.4814814814814814E-3</c:v>
                </c:pt>
                <c:pt idx="347">
                  <c:v>9.4814814814814814E-3</c:v>
                </c:pt>
                <c:pt idx="348">
                  <c:v>9.4814814814814814E-3</c:v>
                </c:pt>
                <c:pt idx="349">
                  <c:v>9.4814814814814814E-3</c:v>
                </c:pt>
                <c:pt idx="350">
                  <c:v>9.4814814814814814E-3</c:v>
                </c:pt>
                <c:pt idx="351">
                  <c:v>9.4814814814814814E-3</c:v>
                </c:pt>
                <c:pt idx="352">
                  <c:v>9.4814814814814814E-3</c:v>
                </c:pt>
                <c:pt idx="353">
                  <c:v>9.4814814814814814E-3</c:v>
                </c:pt>
                <c:pt idx="354">
                  <c:v>9.4814814814814814E-3</c:v>
                </c:pt>
                <c:pt idx="355">
                  <c:v>9.6296296296296303E-3</c:v>
                </c:pt>
                <c:pt idx="356">
                  <c:v>9.7777777777777776E-3</c:v>
                </c:pt>
                <c:pt idx="357">
                  <c:v>9.7777777777777776E-3</c:v>
                </c:pt>
                <c:pt idx="358">
                  <c:v>9.7777777777777776E-3</c:v>
                </c:pt>
                <c:pt idx="359">
                  <c:v>9.7777777777777776E-3</c:v>
                </c:pt>
                <c:pt idx="360">
                  <c:v>9.9259259259259266E-3</c:v>
                </c:pt>
                <c:pt idx="361">
                  <c:v>9.9259259259259266E-3</c:v>
                </c:pt>
                <c:pt idx="362">
                  <c:v>1.0074074074074074E-2</c:v>
                </c:pt>
                <c:pt idx="363">
                  <c:v>1.0074074074074074E-2</c:v>
                </c:pt>
                <c:pt idx="364">
                  <c:v>1.0074074074074074E-2</c:v>
                </c:pt>
                <c:pt idx="365">
                  <c:v>1.0074074074074074E-2</c:v>
                </c:pt>
                <c:pt idx="366">
                  <c:v>1.0074074074074074E-2</c:v>
                </c:pt>
                <c:pt idx="367">
                  <c:v>1.0074074074074074E-2</c:v>
                </c:pt>
                <c:pt idx="368">
                  <c:v>1.0074074074074074E-2</c:v>
                </c:pt>
                <c:pt idx="369">
                  <c:v>1.0074074074074074E-2</c:v>
                </c:pt>
                <c:pt idx="370">
                  <c:v>1.0074074074074074E-2</c:v>
                </c:pt>
                <c:pt idx="371">
                  <c:v>1.0074074074074074E-2</c:v>
                </c:pt>
                <c:pt idx="372">
                  <c:v>1.0074074074074074E-2</c:v>
                </c:pt>
                <c:pt idx="373">
                  <c:v>1.0222222222222223E-2</c:v>
                </c:pt>
                <c:pt idx="374">
                  <c:v>1.0222222222222223E-2</c:v>
                </c:pt>
                <c:pt idx="375">
                  <c:v>1.037037037037037E-2</c:v>
                </c:pt>
                <c:pt idx="376">
                  <c:v>1.037037037037037E-2</c:v>
                </c:pt>
                <c:pt idx="377">
                  <c:v>1.037037037037037E-2</c:v>
                </c:pt>
                <c:pt idx="378">
                  <c:v>1.037037037037037E-2</c:v>
                </c:pt>
                <c:pt idx="379">
                  <c:v>1.037037037037037E-2</c:v>
                </c:pt>
                <c:pt idx="380">
                  <c:v>1.0518518518518519E-2</c:v>
                </c:pt>
                <c:pt idx="381">
                  <c:v>1.0518518518518519E-2</c:v>
                </c:pt>
                <c:pt idx="382">
                  <c:v>1.0518518518518519E-2</c:v>
                </c:pt>
                <c:pt idx="383">
                  <c:v>1.0518518518518519E-2</c:v>
                </c:pt>
                <c:pt idx="384">
                  <c:v>1.0518518518518519E-2</c:v>
                </c:pt>
                <c:pt idx="385">
                  <c:v>1.0518518518518519E-2</c:v>
                </c:pt>
                <c:pt idx="386">
                  <c:v>1.0518518518518519E-2</c:v>
                </c:pt>
                <c:pt idx="387">
                  <c:v>1.0518518518518519E-2</c:v>
                </c:pt>
                <c:pt idx="388">
                  <c:v>1.0518518518518519E-2</c:v>
                </c:pt>
                <c:pt idx="389">
                  <c:v>1.0518518518518519E-2</c:v>
                </c:pt>
                <c:pt idx="390">
                  <c:v>1.0518518518518519E-2</c:v>
                </c:pt>
                <c:pt idx="391">
                  <c:v>1.0666666666666666E-2</c:v>
                </c:pt>
                <c:pt idx="392">
                  <c:v>1.0666666666666666E-2</c:v>
                </c:pt>
                <c:pt idx="393">
                  <c:v>1.0666666666666666E-2</c:v>
                </c:pt>
                <c:pt idx="394">
                  <c:v>1.0666666666666666E-2</c:v>
                </c:pt>
                <c:pt idx="395">
                  <c:v>1.0666666666666666E-2</c:v>
                </c:pt>
                <c:pt idx="396">
                  <c:v>1.0666666666666666E-2</c:v>
                </c:pt>
                <c:pt idx="397">
                  <c:v>1.0666666666666666E-2</c:v>
                </c:pt>
                <c:pt idx="398">
                  <c:v>1.0666666666666666E-2</c:v>
                </c:pt>
                <c:pt idx="399">
                  <c:v>1.0814814814814815E-2</c:v>
                </c:pt>
                <c:pt idx="400">
                  <c:v>1.0814814814814815E-2</c:v>
                </c:pt>
                <c:pt idx="401">
                  <c:v>1.0962962962962963E-2</c:v>
                </c:pt>
                <c:pt idx="402">
                  <c:v>1.0962962962962963E-2</c:v>
                </c:pt>
                <c:pt idx="403">
                  <c:v>1.0962962962962963E-2</c:v>
                </c:pt>
                <c:pt idx="404">
                  <c:v>1.1111111111111112E-2</c:v>
                </c:pt>
                <c:pt idx="405">
                  <c:v>1.1259259259259259E-2</c:v>
                </c:pt>
                <c:pt idx="406">
                  <c:v>1.1259259259259259E-2</c:v>
                </c:pt>
                <c:pt idx="407">
                  <c:v>1.1259259259259259E-2</c:v>
                </c:pt>
                <c:pt idx="408">
                  <c:v>1.1259259259259259E-2</c:v>
                </c:pt>
                <c:pt idx="409">
                  <c:v>1.1259259259259259E-2</c:v>
                </c:pt>
                <c:pt idx="410">
                  <c:v>1.1259259259259259E-2</c:v>
                </c:pt>
                <c:pt idx="411">
                  <c:v>1.1259259259259259E-2</c:v>
                </c:pt>
                <c:pt idx="412">
                  <c:v>1.1259259259259259E-2</c:v>
                </c:pt>
                <c:pt idx="413">
                  <c:v>1.1259259259259259E-2</c:v>
                </c:pt>
                <c:pt idx="414">
                  <c:v>1.1407407407407408E-2</c:v>
                </c:pt>
                <c:pt idx="415">
                  <c:v>1.1407407407407408E-2</c:v>
                </c:pt>
                <c:pt idx="416">
                  <c:v>1.1407407407407408E-2</c:v>
                </c:pt>
                <c:pt idx="417">
                  <c:v>1.1407407407407408E-2</c:v>
                </c:pt>
                <c:pt idx="418">
                  <c:v>1.1407407407407408E-2</c:v>
                </c:pt>
                <c:pt idx="419">
                  <c:v>1.1407407407407408E-2</c:v>
                </c:pt>
                <c:pt idx="420">
                  <c:v>1.1555555555555555E-2</c:v>
                </c:pt>
                <c:pt idx="421">
                  <c:v>1.1703703703703704E-2</c:v>
                </c:pt>
                <c:pt idx="422">
                  <c:v>1.1851851851851851E-2</c:v>
                </c:pt>
                <c:pt idx="423">
                  <c:v>1.1851851851851851E-2</c:v>
                </c:pt>
                <c:pt idx="424">
                  <c:v>1.1851851851851851E-2</c:v>
                </c:pt>
                <c:pt idx="425">
                  <c:v>1.2E-2</c:v>
                </c:pt>
                <c:pt idx="426">
                  <c:v>1.2E-2</c:v>
                </c:pt>
                <c:pt idx="427">
                  <c:v>1.2E-2</c:v>
                </c:pt>
                <c:pt idx="428">
                  <c:v>1.2E-2</c:v>
                </c:pt>
                <c:pt idx="429">
                  <c:v>1.2E-2</c:v>
                </c:pt>
                <c:pt idx="430">
                  <c:v>1.2E-2</c:v>
                </c:pt>
                <c:pt idx="431">
                  <c:v>1.2148148148148148E-2</c:v>
                </c:pt>
                <c:pt idx="432">
                  <c:v>1.2296296296296296E-2</c:v>
                </c:pt>
                <c:pt idx="433">
                  <c:v>1.2296296296296296E-2</c:v>
                </c:pt>
                <c:pt idx="434">
                  <c:v>1.2296296296296296E-2</c:v>
                </c:pt>
                <c:pt idx="435">
                  <c:v>1.2444444444444444E-2</c:v>
                </c:pt>
                <c:pt idx="436">
                  <c:v>1.2592592592592593E-2</c:v>
                </c:pt>
                <c:pt idx="437">
                  <c:v>1.2592592592592593E-2</c:v>
                </c:pt>
                <c:pt idx="438">
                  <c:v>1.274074074074074E-2</c:v>
                </c:pt>
                <c:pt idx="439">
                  <c:v>1.274074074074074E-2</c:v>
                </c:pt>
                <c:pt idx="440">
                  <c:v>1.274074074074074E-2</c:v>
                </c:pt>
                <c:pt idx="441">
                  <c:v>1.274074074074074E-2</c:v>
                </c:pt>
                <c:pt idx="442">
                  <c:v>1.274074074074074E-2</c:v>
                </c:pt>
                <c:pt idx="443">
                  <c:v>1.274074074074074E-2</c:v>
                </c:pt>
                <c:pt idx="444">
                  <c:v>1.274074074074074E-2</c:v>
                </c:pt>
                <c:pt idx="445">
                  <c:v>1.2888888888888889E-2</c:v>
                </c:pt>
                <c:pt idx="446">
                  <c:v>1.2888888888888889E-2</c:v>
                </c:pt>
                <c:pt idx="447">
                  <c:v>1.2888888888888889E-2</c:v>
                </c:pt>
                <c:pt idx="448">
                  <c:v>1.2888888888888889E-2</c:v>
                </c:pt>
                <c:pt idx="449">
                  <c:v>1.2888888888888889E-2</c:v>
                </c:pt>
                <c:pt idx="450">
                  <c:v>1.2888888888888889E-2</c:v>
                </c:pt>
                <c:pt idx="451">
                  <c:v>1.2888888888888889E-2</c:v>
                </c:pt>
                <c:pt idx="452">
                  <c:v>1.2888888888888889E-2</c:v>
                </c:pt>
                <c:pt idx="453">
                  <c:v>1.2888888888888889E-2</c:v>
                </c:pt>
                <c:pt idx="454">
                  <c:v>1.2888888888888889E-2</c:v>
                </c:pt>
                <c:pt idx="455">
                  <c:v>1.2888888888888889E-2</c:v>
                </c:pt>
                <c:pt idx="456">
                  <c:v>1.2888888888888889E-2</c:v>
                </c:pt>
                <c:pt idx="457">
                  <c:v>1.2888888888888889E-2</c:v>
                </c:pt>
                <c:pt idx="458">
                  <c:v>1.2888888888888889E-2</c:v>
                </c:pt>
                <c:pt idx="459">
                  <c:v>1.2888888888888889E-2</c:v>
                </c:pt>
                <c:pt idx="460">
                  <c:v>1.2888888888888889E-2</c:v>
                </c:pt>
                <c:pt idx="461">
                  <c:v>1.2888888888888889E-2</c:v>
                </c:pt>
                <c:pt idx="462">
                  <c:v>1.2888888888888889E-2</c:v>
                </c:pt>
                <c:pt idx="463">
                  <c:v>1.3037037037037036E-2</c:v>
                </c:pt>
                <c:pt idx="464">
                  <c:v>1.3185185185185185E-2</c:v>
                </c:pt>
                <c:pt idx="465">
                  <c:v>1.3185185185185185E-2</c:v>
                </c:pt>
                <c:pt idx="466">
                  <c:v>1.3185185185185185E-2</c:v>
                </c:pt>
                <c:pt idx="467">
                  <c:v>1.3333333333333334E-2</c:v>
                </c:pt>
                <c:pt idx="468">
                  <c:v>1.3333333333333334E-2</c:v>
                </c:pt>
                <c:pt idx="469">
                  <c:v>1.3333333333333334E-2</c:v>
                </c:pt>
                <c:pt idx="470">
                  <c:v>1.3333333333333334E-2</c:v>
                </c:pt>
                <c:pt idx="471">
                  <c:v>1.3333333333333334E-2</c:v>
                </c:pt>
                <c:pt idx="472">
                  <c:v>1.3333333333333334E-2</c:v>
                </c:pt>
                <c:pt idx="473">
                  <c:v>1.3333333333333334E-2</c:v>
                </c:pt>
                <c:pt idx="474">
                  <c:v>1.3333333333333334E-2</c:v>
                </c:pt>
                <c:pt idx="475">
                  <c:v>1.3333333333333334E-2</c:v>
                </c:pt>
                <c:pt idx="476">
                  <c:v>1.3333333333333334E-2</c:v>
                </c:pt>
                <c:pt idx="477">
                  <c:v>1.3333333333333334E-2</c:v>
                </c:pt>
                <c:pt idx="478">
                  <c:v>1.3333333333333334E-2</c:v>
                </c:pt>
                <c:pt idx="479">
                  <c:v>1.3333333333333334E-2</c:v>
                </c:pt>
                <c:pt idx="480">
                  <c:v>1.3333333333333334E-2</c:v>
                </c:pt>
                <c:pt idx="481">
                  <c:v>1.3333333333333334E-2</c:v>
                </c:pt>
                <c:pt idx="482">
                  <c:v>1.3481481481481481E-2</c:v>
                </c:pt>
                <c:pt idx="483">
                  <c:v>1.3481481481481481E-2</c:v>
                </c:pt>
                <c:pt idx="484">
                  <c:v>1.362962962962963E-2</c:v>
                </c:pt>
                <c:pt idx="485">
                  <c:v>1.362962962962963E-2</c:v>
                </c:pt>
                <c:pt idx="486">
                  <c:v>1.362962962962963E-2</c:v>
                </c:pt>
                <c:pt idx="487">
                  <c:v>1.362962962962963E-2</c:v>
                </c:pt>
                <c:pt idx="488">
                  <c:v>1.362962962962963E-2</c:v>
                </c:pt>
                <c:pt idx="489">
                  <c:v>1.362962962962963E-2</c:v>
                </c:pt>
                <c:pt idx="490">
                  <c:v>1.3777777777777778E-2</c:v>
                </c:pt>
                <c:pt idx="491">
                  <c:v>1.3777777777777778E-2</c:v>
                </c:pt>
                <c:pt idx="492">
                  <c:v>1.3777777777777778E-2</c:v>
                </c:pt>
                <c:pt idx="493">
                  <c:v>1.3777777777777778E-2</c:v>
                </c:pt>
                <c:pt idx="494">
                  <c:v>1.3925925925925927E-2</c:v>
                </c:pt>
                <c:pt idx="495">
                  <c:v>1.4074074074074074E-2</c:v>
                </c:pt>
                <c:pt idx="496">
                  <c:v>1.4074074074074074E-2</c:v>
                </c:pt>
                <c:pt idx="497">
                  <c:v>1.4222222222222223E-2</c:v>
                </c:pt>
                <c:pt idx="498">
                  <c:v>1.4222222222222223E-2</c:v>
                </c:pt>
                <c:pt idx="499">
                  <c:v>1.4222222222222223E-2</c:v>
                </c:pt>
                <c:pt idx="500">
                  <c:v>1.4222222222222223E-2</c:v>
                </c:pt>
                <c:pt idx="501">
                  <c:v>1.437037037037037E-2</c:v>
                </c:pt>
                <c:pt idx="502">
                  <c:v>1.437037037037037E-2</c:v>
                </c:pt>
                <c:pt idx="503">
                  <c:v>1.4518518518518519E-2</c:v>
                </c:pt>
                <c:pt idx="504">
                  <c:v>1.4666666666666666E-2</c:v>
                </c:pt>
                <c:pt idx="505">
                  <c:v>1.4814814814814815E-2</c:v>
                </c:pt>
                <c:pt idx="506">
                  <c:v>1.4962962962962963E-2</c:v>
                </c:pt>
                <c:pt idx="507">
                  <c:v>1.5111111111111112E-2</c:v>
                </c:pt>
                <c:pt idx="508">
                  <c:v>1.5259259259259259E-2</c:v>
                </c:pt>
                <c:pt idx="509">
                  <c:v>1.5259259259259259E-2</c:v>
                </c:pt>
                <c:pt idx="510">
                  <c:v>1.5259259259259259E-2</c:v>
                </c:pt>
                <c:pt idx="511">
                  <c:v>1.5259259259259259E-2</c:v>
                </c:pt>
                <c:pt idx="512">
                  <c:v>1.5259259259259259E-2</c:v>
                </c:pt>
                <c:pt idx="513">
                  <c:v>1.5259259259259259E-2</c:v>
                </c:pt>
                <c:pt idx="514">
                  <c:v>1.5259259259259259E-2</c:v>
                </c:pt>
                <c:pt idx="515">
                  <c:v>1.5259259259259259E-2</c:v>
                </c:pt>
                <c:pt idx="516">
                  <c:v>1.5259259259259259E-2</c:v>
                </c:pt>
                <c:pt idx="517">
                  <c:v>1.5259259259259259E-2</c:v>
                </c:pt>
                <c:pt idx="518">
                  <c:v>1.5259259259259259E-2</c:v>
                </c:pt>
                <c:pt idx="519">
                  <c:v>1.5259259259259259E-2</c:v>
                </c:pt>
                <c:pt idx="520">
                  <c:v>1.5259259259259259E-2</c:v>
                </c:pt>
                <c:pt idx="521">
                  <c:v>1.5407407407407408E-2</c:v>
                </c:pt>
                <c:pt idx="522">
                  <c:v>1.5407407407407408E-2</c:v>
                </c:pt>
                <c:pt idx="523">
                  <c:v>1.5407407407407408E-2</c:v>
                </c:pt>
                <c:pt idx="524">
                  <c:v>1.5555555555555555E-2</c:v>
                </c:pt>
                <c:pt idx="525">
                  <c:v>1.5703703703703702E-2</c:v>
                </c:pt>
                <c:pt idx="526">
                  <c:v>1.5703703703703702E-2</c:v>
                </c:pt>
                <c:pt idx="527">
                  <c:v>1.5703703703703702E-2</c:v>
                </c:pt>
                <c:pt idx="528">
                  <c:v>1.5851851851851853E-2</c:v>
                </c:pt>
                <c:pt idx="529">
                  <c:v>1.6E-2</c:v>
                </c:pt>
                <c:pt idx="530">
                  <c:v>1.6148148148148148E-2</c:v>
                </c:pt>
                <c:pt idx="531">
                  <c:v>1.6148148148148148E-2</c:v>
                </c:pt>
                <c:pt idx="532">
                  <c:v>1.6148148148148148E-2</c:v>
                </c:pt>
                <c:pt idx="533">
                  <c:v>1.6148148148148148E-2</c:v>
                </c:pt>
                <c:pt idx="534">
                  <c:v>1.6148148148148148E-2</c:v>
                </c:pt>
                <c:pt idx="535">
                  <c:v>1.6148148148148148E-2</c:v>
                </c:pt>
                <c:pt idx="536">
                  <c:v>1.6148148148148148E-2</c:v>
                </c:pt>
                <c:pt idx="537">
                  <c:v>1.6148148148148148E-2</c:v>
                </c:pt>
                <c:pt idx="538">
                  <c:v>1.6148148148148148E-2</c:v>
                </c:pt>
                <c:pt idx="539">
                  <c:v>1.6148148148148148E-2</c:v>
                </c:pt>
                <c:pt idx="540">
                  <c:v>1.6148148148148148E-2</c:v>
                </c:pt>
                <c:pt idx="541">
                  <c:v>1.6148148148148148E-2</c:v>
                </c:pt>
                <c:pt idx="542">
                  <c:v>1.6296296296296295E-2</c:v>
                </c:pt>
                <c:pt idx="543">
                  <c:v>1.6296296296296295E-2</c:v>
                </c:pt>
                <c:pt idx="544">
                  <c:v>1.6296296296296295E-2</c:v>
                </c:pt>
                <c:pt idx="545">
                  <c:v>1.6444444444444446E-2</c:v>
                </c:pt>
                <c:pt idx="546">
                  <c:v>1.6592592592592593E-2</c:v>
                </c:pt>
                <c:pt idx="547">
                  <c:v>1.6592592592592593E-2</c:v>
                </c:pt>
                <c:pt idx="548">
                  <c:v>1.6592592592592593E-2</c:v>
                </c:pt>
                <c:pt idx="549">
                  <c:v>1.6592592592592593E-2</c:v>
                </c:pt>
                <c:pt idx="550">
                  <c:v>1.6592592592592593E-2</c:v>
                </c:pt>
                <c:pt idx="551">
                  <c:v>1.6592592592592593E-2</c:v>
                </c:pt>
                <c:pt idx="552">
                  <c:v>1.6592592592592593E-2</c:v>
                </c:pt>
                <c:pt idx="553">
                  <c:v>1.674074074074074E-2</c:v>
                </c:pt>
                <c:pt idx="554">
                  <c:v>1.674074074074074E-2</c:v>
                </c:pt>
                <c:pt idx="555">
                  <c:v>1.674074074074074E-2</c:v>
                </c:pt>
                <c:pt idx="556">
                  <c:v>1.6888888888888887E-2</c:v>
                </c:pt>
                <c:pt idx="557">
                  <c:v>1.6888888888888887E-2</c:v>
                </c:pt>
                <c:pt idx="558">
                  <c:v>1.7037037037037038E-2</c:v>
                </c:pt>
                <c:pt idx="559">
                  <c:v>1.7037037037037038E-2</c:v>
                </c:pt>
                <c:pt idx="560">
                  <c:v>1.7037037037037038E-2</c:v>
                </c:pt>
                <c:pt idx="561">
                  <c:v>1.7037037037037038E-2</c:v>
                </c:pt>
                <c:pt idx="562">
                  <c:v>1.7037037037037038E-2</c:v>
                </c:pt>
                <c:pt idx="563">
                  <c:v>1.7037037037037038E-2</c:v>
                </c:pt>
                <c:pt idx="564">
                  <c:v>1.7185185185185185E-2</c:v>
                </c:pt>
                <c:pt idx="565">
                  <c:v>1.7185185185185185E-2</c:v>
                </c:pt>
                <c:pt idx="566">
                  <c:v>1.7333333333333333E-2</c:v>
                </c:pt>
                <c:pt idx="567">
                  <c:v>1.748148148148148E-2</c:v>
                </c:pt>
                <c:pt idx="568">
                  <c:v>1.748148148148148E-2</c:v>
                </c:pt>
                <c:pt idx="569">
                  <c:v>1.748148148148148E-2</c:v>
                </c:pt>
                <c:pt idx="570">
                  <c:v>1.748148148148148E-2</c:v>
                </c:pt>
                <c:pt idx="571">
                  <c:v>1.7629629629629631E-2</c:v>
                </c:pt>
                <c:pt idx="572">
                  <c:v>1.7777777777777778E-2</c:v>
                </c:pt>
                <c:pt idx="573">
                  <c:v>1.7777777777777778E-2</c:v>
                </c:pt>
                <c:pt idx="574">
                  <c:v>1.7925925925925925E-2</c:v>
                </c:pt>
                <c:pt idx="575">
                  <c:v>1.7925925925925925E-2</c:v>
                </c:pt>
                <c:pt idx="576">
                  <c:v>1.7925925925925925E-2</c:v>
                </c:pt>
                <c:pt idx="577">
                  <c:v>1.7925925925925925E-2</c:v>
                </c:pt>
                <c:pt idx="578">
                  <c:v>1.7925925925925925E-2</c:v>
                </c:pt>
                <c:pt idx="579">
                  <c:v>1.8074074074074076E-2</c:v>
                </c:pt>
                <c:pt idx="580">
                  <c:v>1.8222222222222223E-2</c:v>
                </c:pt>
                <c:pt idx="581">
                  <c:v>1.8222222222222223E-2</c:v>
                </c:pt>
                <c:pt idx="582">
                  <c:v>1.8222222222222223E-2</c:v>
                </c:pt>
                <c:pt idx="583">
                  <c:v>1.8222222222222223E-2</c:v>
                </c:pt>
                <c:pt idx="584">
                  <c:v>1.8222222222222223E-2</c:v>
                </c:pt>
                <c:pt idx="585">
                  <c:v>1.837037037037037E-2</c:v>
                </c:pt>
                <c:pt idx="586">
                  <c:v>1.837037037037037E-2</c:v>
                </c:pt>
                <c:pt idx="587">
                  <c:v>1.837037037037037E-2</c:v>
                </c:pt>
                <c:pt idx="588">
                  <c:v>1.837037037037037E-2</c:v>
                </c:pt>
                <c:pt idx="589">
                  <c:v>1.837037037037037E-2</c:v>
                </c:pt>
                <c:pt idx="590">
                  <c:v>1.8518518518518517E-2</c:v>
                </c:pt>
                <c:pt idx="591">
                  <c:v>1.8518518518518517E-2</c:v>
                </c:pt>
                <c:pt idx="592">
                  <c:v>1.8518518518518517E-2</c:v>
                </c:pt>
                <c:pt idx="593">
                  <c:v>1.8518518518518517E-2</c:v>
                </c:pt>
                <c:pt idx="594">
                  <c:v>1.8518518518518517E-2</c:v>
                </c:pt>
                <c:pt idx="595">
                  <c:v>1.8518518518518517E-2</c:v>
                </c:pt>
                <c:pt idx="596">
                  <c:v>1.8518518518518517E-2</c:v>
                </c:pt>
                <c:pt idx="597">
                  <c:v>1.8518518518518517E-2</c:v>
                </c:pt>
                <c:pt idx="598">
                  <c:v>1.8518518518518517E-2</c:v>
                </c:pt>
                <c:pt idx="599">
                  <c:v>1.8518518518518517E-2</c:v>
                </c:pt>
                <c:pt idx="600">
                  <c:v>1.8518518518518517E-2</c:v>
                </c:pt>
                <c:pt idx="601">
                  <c:v>1.8518518518518517E-2</c:v>
                </c:pt>
                <c:pt idx="602">
                  <c:v>1.8666666666666668E-2</c:v>
                </c:pt>
                <c:pt idx="603">
                  <c:v>1.8814814814814815E-2</c:v>
                </c:pt>
                <c:pt idx="604">
                  <c:v>1.8962962962962963E-2</c:v>
                </c:pt>
                <c:pt idx="605">
                  <c:v>1.8962962962962963E-2</c:v>
                </c:pt>
                <c:pt idx="606">
                  <c:v>1.911111111111111E-2</c:v>
                </c:pt>
                <c:pt idx="607">
                  <c:v>1.911111111111111E-2</c:v>
                </c:pt>
                <c:pt idx="608">
                  <c:v>1.911111111111111E-2</c:v>
                </c:pt>
                <c:pt idx="609">
                  <c:v>1.911111111111111E-2</c:v>
                </c:pt>
                <c:pt idx="610">
                  <c:v>1.911111111111111E-2</c:v>
                </c:pt>
                <c:pt idx="611">
                  <c:v>1.9259259259259261E-2</c:v>
                </c:pt>
                <c:pt idx="612">
                  <c:v>1.9407407407407408E-2</c:v>
                </c:pt>
                <c:pt idx="613">
                  <c:v>1.9407407407407408E-2</c:v>
                </c:pt>
                <c:pt idx="614">
                  <c:v>1.9407407407407408E-2</c:v>
                </c:pt>
                <c:pt idx="615">
                  <c:v>1.9407407407407408E-2</c:v>
                </c:pt>
                <c:pt idx="616">
                  <c:v>1.9407407407407408E-2</c:v>
                </c:pt>
                <c:pt idx="617">
                  <c:v>1.9407407407407408E-2</c:v>
                </c:pt>
                <c:pt idx="618">
                  <c:v>1.9555555555555555E-2</c:v>
                </c:pt>
                <c:pt idx="619">
                  <c:v>1.9555555555555555E-2</c:v>
                </c:pt>
                <c:pt idx="620">
                  <c:v>1.9703703703703702E-2</c:v>
                </c:pt>
                <c:pt idx="621">
                  <c:v>1.9703703703703702E-2</c:v>
                </c:pt>
                <c:pt idx="622">
                  <c:v>1.9703703703703702E-2</c:v>
                </c:pt>
                <c:pt idx="623">
                  <c:v>1.9703703703703702E-2</c:v>
                </c:pt>
                <c:pt idx="624">
                  <c:v>1.9703703703703702E-2</c:v>
                </c:pt>
                <c:pt idx="625">
                  <c:v>1.9703703703703702E-2</c:v>
                </c:pt>
                <c:pt idx="626">
                  <c:v>1.9703703703703702E-2</c:v>
                </c:pt>
                <c:pt idx="627">
                  <c:v>1.9703703703703702E-2</c:v>
                </c:pt>
                <c:pt idx="628">
                  <c:v>1.9703703703703702E-2</c:v>
                </c:pt>
                <c:pt idx="629">
                  <c:v>1.9703703703703702E-2</c:v>
                </c:pt>
                <c:pt idx="630">
                  <c:v>1.9703703703703702E-2</c:v>
                </c:pt>
                <c:pt idx="631">
                  <c:v>1.9703703703703702E-2</c:v>
                </c:pt>
                <c:pt idx="632">
                  <c:v>1.9703703703703702E-2</c:v>
                </c:pt>
                <c:pt idx="633">
                  <c:v>1.9703703703703702E-2</c:v>
                </c:pt>
                <c:pt idx="634">
                  <c:v>1.9851851851851853E-2</c:v>
                </c:pt>
                <c:pt idx="635">
                  <c:v>0.02</c:v>
                </c:pt>
                <c:pt idx="636">
                  <c:v>2.0148148148148148E-2</c:v>
                </c:pt>
                <c:pt idx="637">
                  <c:v>2.0148148148148148E-2</c:v>
                </c:pt>
                <c:pt idx="638">
                  <c:v>2.0148148148148148E-2</c:v>
                </c:pt>
                <c:pt idx="639">
                  <c:v>2.0148148148148148E-2</c:v>
                </c:pt>
                <c:pt idx="640">
                  <c:v>2.0148148148148148E-2</c:v>
                </c:pt>
                <c:pt idx="641">
                  <c:v>2.0148148148148148E-2</c:v>
                </c:pt>
                <c:pt idx="642">
                  <c:v>2.0148148148148148E-2</c:v>
                </c:pt>
                <c:pt idx="643">
                  <c:v>2.0296296296296295E-2</c:v>
                </c:pt>
                <c:pt idx="644">
                  <c:v>2.0296296296296295E-2</c:v>
                </c:pt>
                <c:pt idx="645">
                  <c:v>2.0296296296296295E-2</c:v>
                </c:pt>
                <c:pt idx="646">
                  <c:v>2.0296296296296295E-2</c:v>
                </c:pt>
                <c:pt idx="647">
                  <c:v>2.0296296296296295E-2</c:v>
                </c:pt>
                <c:pt idx="648">
                  <c:v>2.0296296296296295E-2</c:v>
                </c:pt>
                <c:pt idx="649">
                  <c:v>2.0296296296296295E-2</c:v>
                </c:pt>
                <c:pt idx="650">
                  <c:v>2.0444444444444446E-2</c:v>
                </c:pt>
                <c:pt idx="651">
                  <c:v>2.0444444444444446E-2</c:v>
                </c:pt>
                <c:pt idx="652">
                  <c:v>2.0444444444444446E-2</c:v>
                </c:pt>
                <c:pt idx="653">
                  <c:v>2.0444444444444446E-2</c:v>
                </c:pt>
                <c:pt idx="654">
                  <c:v>2.0444444444444446E-2</c:v>
                </c:pt>
                <c:pt idx="655">
                  <c:v>2.0592592592592593E-2</c:v>
                </c:pt>
                <c:pt idx="656">
                  <c:v>2.0592592592592593E-2</c:v>
                </c:pt>
                <c:pt idx="657">
                  <c:v>2.0592592592592593E-2</c:v>
                </c:pt>
                <c:pt idx="658">
                  <c:v>2.074074074074074E-2</c:v>
                </c:pt>
                <c:pt idx="659">
                  <c:v>2.074074074074074E-2</c:v>
                </c:pt>
                <c:pt idx="660">
                  <c:v>2.0888888888888887E-2</c:v>
                </c:pt>
                <c:pt idx="661">
                  <c:v>2.1037037037037038E-2</c:v>
                </c:pt>
                <c:pt idx="662">
                  <c:v>2.1185185185185185E-2</c:v>
                </c:pt>
                <c:pt idx="663">
                  <c:v>2.1333333333333333E-2</c:v>
                </c:pt>
                <c:pt idx="664">
                  <c:v>2.1333333333333333E-2</c:v>
                </c:pt>
                <c:pt idx="665">
                  <c:v>2.1333333333333333E-2</c:v>
                </c:pt>
                <c:pt idx="666">
                  <c:v>2.148148148148148E-2</c:v>
                </c:pt>
                <c:pt idx="667">
                  <c:v>2.1629629629629631E-2</c:v>
                </c:pt>
                <c:pt idx="668">
                  <c:v>2.1629629629629631E-2</c:v>
                </c:pt>
                <c:pt idx="669">
                  <c:v>2.1629629629629631E-2</c:v>
                </c:pt>
                <c:pt idx="670">
                  <c:v>2.1629629629629631E-2</c:v>
                </c:pt>
                <c:pt idx="671">
                  <c:v>2.1629629629629631E-2</c:v>
                </c:pt>
                <c:pt idx="672">
                  <c:v>2.1629629629629631E-2</c:v>
                </c:pt>
                <c:pt idx="673">
                  <c:v>2.1777777777777778E-2</c:v>
                </c:pt>
                <c:pt idx="674">
                  <c:v>2.1777777777777778E-2</c:v>
                </c:pt>
                <c:pt idx="675">
                  <c:v>2.1777777777777778E-2</c:v>
                </c:pt>
                <c:pt idx="676">
                  <c:v>2.1777777777777778E-2</c:v>
                </c:pt>
                <c:pt idx="677">
                  <c:v>2.1777777777777778E-2</c:v>
                </c:pt>
                <c:pt idx="678">
                  <c:v>2.1925925925925925E-2</c:v>
                </c:pt>
                <c:pt idx="679">
                  <c:v>2.1925925925925925E-2</c:v>
                </c:pt>
                <c:pt idx="680">
                  <c:v>2.2074074074074072E-2</c:v>
                </c:pt>
                <c:pt idx="681">
                  <c:v>2.2074074074074072E-2</c:v>
                </c:pt>
                <c:pt idx="682">
                  <c:v>2.2074074074074072E-2</c:v>
                </c:pt>
                <c:pt idx="683">
                  <c:v>2.2074074074074072E-2</c:v>
                </c:pt>
                <c:pt idx="684">
                  <c:v>2.2222222222222223E-2</c:v>
                </c:pt>
                <c:pt idx="685">
                  <c:v>2.2222222222222223E-2</c:v>
                </c:pt>
                <c:pt idx="686">
                  <c:v>2.237037037037037E-2</c:v>
                </c:pt>
                <c:pt idx="687">
                  <c:v>2.2518518518518518E-2</c:v>
                </c:pt>
                <c:pt idx="688">
                  <c:v>2.2518518518518518E-2</c:v>
                </c:pt>
                <c:pt idx="689">
                  <c:v>2.2666666666666668E-2</c:v>
                </c:pt>
                <c:pt idx="690">
                  <c:v>2.2666666666666668E-2</c:v>
                </c:pt>
                <c:pt idx="691">
                  <c:v>2.2666666666666668E-2</c:v>
                </c:pt>
                <c:pt idx="692">
                  <c:v>2.2666666666666668E-2</c:v>
                </c:pt>
                <c:pt idx="693">
                  <c:v>2.2666666666666668E-2</c:v>
                </c:pt>
                <c:pt idx="694">
                  <c:v>2.2814814814814816E-2</c:v>
                </c:pt>
                <c:pt idx="695">
                  <c:v>2.2962962962962963E-2</c:v>
                </c:pt>
                <c:pt idx="696">
                  <c:v>2.2962962962962963E-2</c:v>
                </c:pt>
                <c:pt idx="697">
                  <c:v>2.2962962962962963E-2</c:v>
                </c:pt>
                <c:pt idx="698">
                  <c:v>2.2962962962962963E-2</c:v>
                </c:pt>
                <c:pt idx="699">
                  <c:v>2.2962962962962963E-2</c:v>
                </c:pt>
                <c:pt idx="700">
                  <c:v>2.2962962962962963E-2</c:v>
                </c:pt>
                <c:pt idx="701">
                  <c:v>2.2962962962962963E-2</c:v>
                </c:pt>
                <c:pt idx="702">
                  <c:v>2.2962962962962963E-2</c:v>
                </c:pt>
                <c:pt idx="703">
                  <c:v>2.2962962962962963E-2</c:v>
                </c:pt>
                <c:pt idx="704">
                  <c:v>2.2962962962962963E-2</c:v>
                </c:pt>
                <c:pt idx="705">
                  <c:v>2.2962962962962963E-2</c:v>
                </c:pt>
                <c:pt idx="706">
                  <c:v>2.2962962962962963E-2</c:v>
                </c:pt>
                <c:pt idx="707">
                  <c:v>2.2962962962962963E-2</c:v>
                </c:pt>
                <c:pt idx="708">
                  <c:v>2.2962962962962963E-2</c:v>
                </c:pt>
                <c:pt idx="709">
                  <c:v>2.2962962962962963E-2</c:v>
                </c:pt>
                <c:pt idx="710">
                  <c:v>2.2962962962962963E-2</c:v>
                </c:pt>
                <c:pt idx="711">
                  <c:v>2.2962962962962963E-2</c:v>
                </c:pt>
                <c:pt idx="712">
                  <c:v>2.311111111111111E-2</c:v>
                </c:pt>
                <c:pt idx="713">
                  <c:v>2.311111111111111E-2</c:v>
                </c:pt>
                <c:pt idx="714">
                  <c:v>2.311111111111111E-2</c:v>
                </c:pt>
                <c:pt idx="715">
                  <c:v>2.311111111111111E-2</c:v>
                </c:pt>
                <c:pt idx="716">
                  <c:v>2.311111111111111E-2</c:v>
                </c:pt>
                <c:pt idx="717">
                  <c:v>2.311111111111111E-2</c:v>
                </c:pt>
                <c:pt idx="718">
                  <c:v>2.311111111111111E-2</c:v>
                </c:pt>
                <c:pt idx="719">
                  <c:v>2.311111111111111E-2</c:v>
                </c:pt>
                <c:pt idx="720">
                  <c:v>2.311111111111111E-2</c:v>
                </c:pt>
                <c:pt idx="721">
                  <c:v>2.311111111111111E-2</c:v>
                </c:pt>
                <c:pt idx="722">
                  <c:v>2.3259259259259261E-2</c:v>
                </c:pt>
                <c:pt idx="723">
                  <c:v>2.3259259259259261E-2</c:v>
                </c:pt>
                <c:pt idx="724">
                  <c:v>2.3407407407407408E-2</c:v>
                </c:pt>
                <c:pt idx="725">
                  <c:v>2.3407407407407408E-2</c:v>
                </c:pt>
                <c:pt idx="726">
                  <c:v>2.3407407407407408E-2</c:v>
                </c:pt>
                <c:pt idx="727">
                  <c:v>2.3555555555555555E-2</c:v>
                </c:pt>
                <c:pt idx="728">
                  <c:v>2.3555555555555555E-2</c:v>
                </c:pt>
                <c:pt idx="729">
                  <c:v>2.3555555555555555E-2</c:v>
                </c:pt>
                <c:pt idx="730">
                  <c:v>2.3555555555555555E-2</c:v>
                </c:pt>
                <c:pt idx="731">
                  <c:v>2.3555555555555555E-2</c:v>
                </c:pt>
                <c:pt idx="732">
                  <c:v>2.3703703703703703E-2</c:v>
                </c:pt>
                <c:pt idx="733">
                  <c:v>2.3703703703703703E-2</c:v>
                </c:pt>
                <c:pt idx="734">
                  <c:v>2.3851851851851853E-2</c:v>
                </c:pt>
                <c:pt idx="735">
                  <c:v>2.3851851851851853E-2</c:v>
                </c:pt>
                <c:pt idx="736">
                  <c:v>2.4E-2</c:v>
                </c:pt>
                <c:pt idx="737">
                  <c:v>2.4E-2</c:v>
                </c:pt>
                <c:pt idx="738">
                  <c:v>2.4E-2</c:v>
                </c:pt>
                <c:pt idx="739">
                  <c:v>2.4E-2</c:v>
                </c:pt>
                <c:pt idx="740">
                  <c:v>2.4E-2</c:v>
                </c:pt>
                <c:pt idx="741">
                  <c:v>2.4E-2</c:v>
                </c:pt>
                <c:pt idx="742">
                  <c:v>2.4E-2</c:v>
                </c:pt>
                <c:pt idx="743">
                  <c:v>2.4E-2</c:v>
                </c:pt>
                <c:pt idx="744">
                  <c:v>2.4148148148148148E-2</c:v>
                </c:pt>
                <c:pt idx="745">
                  <c:v>2.4148148148148148E-2</c:v>
                </c:pt>
                <c:pt idx="746">
                  <c:v>2.4148148148148148E-2</c:v>
                </c:pt>
                <c:pt idx="747">
                  <c:v>2.4296296296296295E-2</c:v>
                </c:pt>
                <c:pt idx="748">
                  <c:v>2.4296296296296295E-2</c:v>
                </c:pt>
                <c:pt idx="749">
                  <c:v>2.4296296296296295E-2</c:v>
                </c:pt>
                <c:pt idx="750">
                  <c:v>2.4444444444444446E-2</c:v>
                </c:pt>
                <c:pt idx="751">
                  <c:v>2.4444444444444446E-2</c:v>
                </c:pt>
                <c:pt idx="752">
                  <c:v>2.4592592592592593E-2</c:v>
                </c:pt>
                <c:pt idx="753">
                  <c:v>2.474074074074074E-2</c:v>
                </c:pt>
                <c:pt idx="754">
                  <c:v>2.474074074074074E-2</c:v>
                </c:pt>
                <c:pt idx="755">
                  <c:v>2.474074074074074E-2</c:v>
                </c:pt>
                <c:pt idx="756">
                  <c:v>2.4888888888888887E-2</c:v>
                </c:pt>
                <c:pt idx="757">
                  <c:v>2.4888888888888887E-2</c:v>
                </c:pt>
                <c:pt idx="758">
                  <c:v>2.4888888888888887E-2</c:v>
                </c:pt>
                <c:pt idx="759">
                  <c:v>2.4888888888888887E-2</c:v>
                </c:pt>
                <c:pt idx="760">
                  <c:v>2.4888888888888887E-2</c:v>
                </c:pt>
                <c:pt idx="761">
                  <c:v>2.4888888888888887E-2</c:v>
                </c:pt>
                <c:pt idx="762">
                  <c:v>2.5037037037037038E-2</c:v>
                </c:pt>
                <c:pt idx="763">
                  <c:v>2.5037037037037038E-2</c:v>
                </c:pt>
                <c:pt idx="764">
                  <c:v>2.5037037037037038E-2</c:v>
                </c:pt>
                <c:pt idx="765">
                  <c:v>2.5037037037037038E-2</c:v>
                </c:pt>
                <c:pt idx="766">
                  <c:v>2.5185185185185185E-2</c:v>
                </c:pt>
                <c:pt idx="767">
                  <c:v>2.5185185185185185E-2</c:v>
                </c:pt>
                <c:pt idx="768">
                  <c:v>2.5185185185185185E-2</c:v>
                </c:pt>
                <c:pt idx="769">
                  <c:v>2.5333333333333333E-2</c:v>
                </c:pt>
                <c:pt idx="770">
                  <c:v>2.5333333333333333E-2</c:v>
                </c:pt>
                <c:pt idx="771">
                  <c:v>2.548148148148148E-2</c:v>
                </c:pt>
                <c:pt idx="772">
                  <c:v>2.548148148148148E-2</c:v>
                </c:pt>
                <c:pt idx="773">
                  <c:v>2.548148148148148E-2</c:v>
                </c:pt>
                <c:pt idx="774">
                  <c:v>2.548148148148148E-2</c:v>
                </c:pt>
                <c:pt idx="775">
                  <c:v>2.5629629629629631E-2</c:v>
                </c:pt>
                <c:pt idx="776">
                  <c:v>2.5629629629629631E-2</c:v>
                </c:pt>
                <c:pt idx="777">
                  <c:v>2.5629629629629631E-2</c:v>
                </c:pt>
                <c:pt idx="778">
                  <c:v>2.5777777777777778E-2</c:v>
                </c:pt>
                <c:pt idx="779">
                  <c:v>2.5777777777777778E-2</c:v>
                </c:pt>
                <c:pt idx="780">
                  <c:v>2.5925925925925925E-2</c:v>
                </c:pt>
                <c:pt idx="781">
                  <c:v>2.5925925925925925E-2</c:v>
                </c:pt>
                <c:pt idx="782">
                  <c:v>2.5925925925925925E-2</c:v>
                </c:pt>
                <c:pt idx="783">
                  <c:v>2.6074074074074072E-2</c:v>
                </c:pt>
                <c:pt idx="784">
                  <c:v>2.6074074074074072E-2</c:v>
                </c:pt>
                <c:pt idx="785">
                  <c:v>2.6074074074074072E-2</c:v>
                </c:pt>
                <c:pt idx="786">
                  <c:v>2.6074074074074072E-2</c:v>
                </c:pt>
                <c:pt idx="787">
                  <c:v>2.6074074074074072E-2</c:v>
                </c:pt>
                <c:pt idx="788">
                  <c:v>2.6074074074074072E-2</c:v>
                </c:pt>
                <c:pt idx="789">
                  <c:v>2.6074074074074072E-2</c:v>
                </c:pt>
                <c:pt idx="790">
                  <c:v>2.6074074074074072E-2</c:v>
                </c:pt>
                <c:pt idx="791">
                  <c:v>2.6074074074074072E-2</c:v>
                </c:pt>
                <c:pt idx="792">
                  <c:v>2.6222222222222223E-2</c:v>
                </c:pt>
                <c:pt idx="793">
                  <c:v>2.637037037037037E-2</c:v>
                </c:pt>
                <c:pt idx="794">
                  <c:v>2.6518518518518518E-2</c:v>
                </c:pt>
                <c:pt idx="795">
                  <c:v>2.6518518518518518E-2</c:v>
                </c:pt>
                <c:pt idx="796">
                  <c:v>2.6518518518518518E-2</c:v>
                </c:pt>
                <c:pt idx="797">
                  <c:v>2.6518518518518518E-2</c:v>
                </c:pt>
                <c:pt idx="798">
                  <c:v>2.6518518518518518E-2</c:v>
                </c:pt>
                <c:pt idx="799">
                  <c:v>2.6518518518518518E-2</c:v>
                </c:pt>
                <c:pt idx="800">
                  <c:v>2.6518518518518518E-2</c:v>
                </c:pt>
                <c:pt idx="801">
                  <c:v>2.6518518518518518E-2</c:v>
                </c:pt>
                <c:pt idx="802">
                  <c:v>2.6518518518518518E-2</c:v>
                </c:pt>
                <c:pt idx="803">
                  <c:v>2.6518518518518518E-2</c:v>
                </c:pt>
                <c:pt idx="804">
                  <c:v>2.6518518518518518E-2</c:v>
                </c:pt>
                <c:pt idx="805">
                  <c:v>2.6518518518518518E-2</c:v>
                </c:pt>
                <c:pt idx="806">
                  <c:v>2.6666666666666668E-2</c:v>
                </c:pt>
                <c:pt idx="807">
                  <c:v>2.6666666666666668E-2</c:v>
                </c:pt>
                <c:pt idx="808">
                  <c:v>2.6666666666666668E-2</c:v>
                </c:pt>
                <c:pt idx="809">
                  <c:v>2.6666666666666668E-2</c:v>
                </c:pt>
                <c:pt idx="810">
                  <c:v>2.6666666666666668E-2</c:v>
                </c:pt>
                <c:pt idx="811">
                  <c:v>2.6666666666666668E-2</c:v>
                </c:pt>
                <c:pt idx="812">
                  <c:v>2.6666666666666668E-2</c:v>
                </c:pt>
                <c:pt idx="813">
                  <c:v>2.6666666666666668E-2</c:v>
                </c:pt>
                <c:pt idx="814">
                  <c:v>2.6814814814814816E-2</c:v>
                </c:pt>
                <c:pt idx="815">
                  <c:v>2.6814814814814816E-2</c:v>
                </c:pt>
                <c:pt idx="816">
                  <c:v>2.6814814814814816E-2</c:v>
                </c:pt>
                <c:pt idx="817">
                  <c:v>2.6814814814814816E-2</c:v>
                </c:pt>
                <c:pt idx="818">
                  <c:v>2.6814814814814816E-2</c:v>
                </c:pt>
                <c:pt idx="819">
                  <c:v>2.6814814814814816E-2</c:v>
                </c:pt>
                <c:pt idx="820">
                  <c:v>2.6814814814814816E-2</c:v>
                </c:pt>
                <c:pt idx="821">
                  <c:v>2.6814814814814816E-2</c:v>
                </c:pt>
                <c:pt idx="822">
                  <c:v>2.6814814814814816E-2</c:v>
                </c:pt>
                <c:pt idx="823">
                  <c:v>2.6814814814814816E-2</c:v>
                </c:pt>
                <c:pt idx="824">
                  <c:v>2.6814814814814816E-2</c:v>
                </c:pt>
                <c:pt idx="825">
                  <c:v>2.6962962962962963E-2</c:v>
                </c:pt>
                <c:pt idx="826">
                  <c:v>2.6962962962962963E-2</c:v>
                </c:pt>
                <c:pt idx="827">
                  <c:v>2.6962962962962963E-2</c:v>
                </c:pt>
                <c:pt idx="828">
                  <c:v>2.6962962962962963E-2</c:v>
                </c:pt>
                <c:pt idx="829">
                  <c:v>2.711111111111111E-2</c:v>
                </c:pt>
                <c:pt idx="830">
                  <c:v>2.711111111111111E-2</c:v>
                </c:pt>
                <c:pt idx="831">
                  <c:v>2.711111111111111E-2</c:v>
                </c:pt>
                <c:pt idx="832">
                  <c:v>2.711111111111111E-2</c:v>
                </c:pt>
                <c:pt idx="833">
                  <c:v>2.711111111111111E-2</c:v>
                </c:pt>
                <c:pt idx="834">
                  <c:v>2.711111111111111E-2</c:v>
                </c:pt>
                <c:pt idx="835">
                  <c:v>2.7259259259259261E-2</c:v>
                </c:pt>
                <c:pt idx="836">
                  <c:v>2.7259259259259261E-2</c:v>
                </c:pt>
                <c:pt idx="837">
                  <c:v>2.7259259259259261E-2</c:v>
                </c:pt>
                <c:pt idx="838">
                  <c:v>2.7259259259259261E-2</c:v>
                </c:pt>
                <c:pt idx="839">
                  <c:v>2.7259259259259261E-2</c:v>
                </c:pt>
                <c:pt idx="840">
                  <c:v>2.7407407407407408E-2</c:v>
                </c:pt>
                <c:pt idx="841">
                  <c:v>2.7407407407407408E-2</c:v>
                </c:pt>
                <c:pt idx="842">
                  <c:v>2.7555555555555555E-2</c:v>
                </c:pt>
                <c:pt idx="843">
                  <c:v>2.7703703703703703E-2</c:v>
                </c:pt>
                <c:pt idx="844">
                  <c:v>2.7703703703703703E-2</c:v>
                </c:pt>
                <c:pt idx="845">
                  <c:v>2.7703703703703703E-2</c:v>
                </c:pt>
                <c:pt idx="846">
                  <c:v>2.7703703703703703E-2</c:v>
                </c:pt>
                <c:pt idx="847">
                  <c:v>2.7703703703703703E-2</c:v>
                </c:pt>
                <c:pt idx="848">
                  <c:v>2.7703703703703703E-2</c:v>
                </c:pt>
                <c:pt idx="849">
                  <c:v>2.7703703703703703E-2</c:v>
                </c:pt>
                <c:pt idx="850">
                  <c:v>2.7703703703703703E-2</c:v>
                </c:pt>
                <c:pt idx="851">
                  <c:v>2.7851851851851853E-2</c:v>
                </c:pt>
                <c:pt idx="852">
                  <c:v>2.7851851851851853E-2</c:v>
                </c:pt>
                <c:pt idx="853">
                  <c:v>2.7851851851851853E-2</c:v>
                </c:pt>
                <c:pt idx="854">
                  <c:v>2.7851851851851853E-2</c:v>
                </c:pt>
                <c:pt idx="855">
                  <c:v>2.7851851851851853E-2</c:v>
                </c:pt>
                <c:pt idx="856">
                  <c:v>2.8000000000000001E-2</c:v>
                </c:pt>
                <c:pt idx="857">
                  <c:v>2.8148148148148148E-2</c:v>
                </c:pt>
                <c:pt idx="858">
                  <c:v>2.8148148148148148E-2</c:v>
                </c:pt>
                <c:pt idx="859">
                  <c:v>2.8148148148148148E-2</c:v>
                </c:pt>
                <c:pt idx="860">
                  <c:v>2.8148148148148148E-2</c:v>
                </c:pt>
                <c:pt idx="861">
                  <c:v>2.8296296296296295E-2</c:v>
                </c:pt>
                <c:pt idx="862">
                  <c:v>2.8444444444444446E-2</c:v>
                </c:pt>
                <c:pt idx="863">
                  <c:v>2.8592592592592593E-2</c:v>
                </c:pt>
                <c:pt idx="864">
                  <c:v>2.8592592592592593E-2</c:v>
                </c:pt>
                <c:pt idx="865">
                  <c:v>2.8592592592592593E-2</c:v>
                </c:pt>
                <c:pt idx="866">
                  <c:v>2.8592592592592593E-2</c:v>
                </c:pt>
                <c:pt idx="867">
                  <c:v>2.8592592592592593E-2</c:v>
                </c:pt>
                <c:pt idx="868">
                  <c:v>2.8592592592592593E-2</c:v>
                </c:pt>
                <c:pt idx="869">
                  <c:v>2.8592592592592593E-2</c:v>
                </c:pt>
                <c:pt idx="870">
                  <c:v>2.874074074074074E-2</c:v>
                </c:pt>
                <c:pt idx="871">
                  <c:v>2.874074074074074E-2</c:v>
                </c:pt>
                <c:pt idx="872">
                  <c:v>2.874074074074074E-2</c:v>
                </c:pt>
                <c:pt idx="873">
                  <c:v>2.874074074074074E-2</c:v>
                </c:pt>
                <c:pt idx="874">
                  <c:v>2.874074074074074E-2</c:v>
                </c:pt>
                <c:pt idx="875">
                  <c:v>2.874074074074074E-2</c:v>
                </c:pt>
                <c:pt idx="876">
                  <c:v>2.874074074074074E-2</c:v>
                </c:pt>
                <c:pt idx="877">
                  <c:v>2.8888888888888888E-2</c:v>
                </c:pt>
                <c:pt idx="878">
                  <c:v>2.8888888888888888E-2</c:v>
                </c:pt>
                <c:pt idx="879">
                  <c:v>2.9037037037037038E-2</c:v>
                </c:pt>
                <c:pt idx="880">
                  <c:v>2.9185185185185186E-2</c:v>
                </c:pt>
                <c:pt idx="881">
                  <c:v>2.9185185185185186E-2</c:v>
                </c:pt>
                <c:pt idx="882">
                  <c:v>2.9185185185185186E-2</c:v>
                </c:pt>
                <c:pt idx="883">
                  <c:v>2.9185185185185186E-2</c:v>
                </c:pt>
                <c:pt idx="884">
                  <c:v>2.9185185185185186E-2</c:v>
                </c:pt>
                <c:pt idx="885">
                  <c:v>2.9185185185185186E-2</c:v>
                </c:pt>
                <c:pt idx="886">
                  <c:v>2.9185185185185186E-2</c:v>
                </c:pt>
                <c:pt idx="887">
                  <c:v>2.9185185185185186E-2</c:v>
                </c:pt>
                <c:pt idx="888">
                  <c:v>2.9185185185185186E-2</c:v>
                </c:pt>
                <c:pt idx="889">
                  <c:v>2.9185185185185186E-2</c:v>
                </c:pt>
                <c:pt idx="890">
                  <c:v>2.9185185185185186E-2</c:v>
                </c:pt>
                <c:pt idx="891">
                  <c:v>2.9333333333333333E-2</c:v>
                </c:pt>
                <c:pt idx="892">
                  <c:v>2.9333333333333333E-2</c:v>
                </c:pt>
                <c:pt idx="893">
                  <c:v>2.9333333333333333E-2</c:v>
                </c:pt>
                <c:pt idx="894">
                  <c:v>2.948148148148148E-2</c:v>
                </c:pt>
                <c:pt idx="895">
                  <c:v>2.9629629629629631E-2</c:v>
                </c:pt>
                <c:pt idx="896">
                  <c:v>2.9629629629629631E-2</c:v>
                </c:pt>
                <c:pt idx="897">
                  <c:v>2.9629629629629631E-2</c:v>
                </c:pt>
                <c:pt idx="898">
                  <c:v>2.9777777777777778E-2</c:v>
                </c:pt>
                <c:pt idx="899">
                  <c:v>2.9777777777777778E-2</c:v>
                </c:pt>
                <c:pt idx="900">
                  <c:v>2.9777777777777778E-2</c:v>
                </c:pt>
                <c:pt idx="901">
                  <c:v>2.9925925925925925E-2</c:v>
                </c:pt>
                <c:pt idx="902">
                  <c:v>2.9925925925925925E-2</c:v>
                </c:pt>
                <c:pt idx="903">
                  <c:v>2.9925925925925925E-2</c:v>
                </c:pt>
                <c:pt idx="904">
                  <c:v>3.0074074074074073E-2</c:v>
                </c:pt>
                <c:pt idx="905">
                  <c:v>3.0222222222222223E-2</c:v>
                </c:pt>
                <c:pt idx="906">
                  <c:v>3.0222222222222223E-2</c:v>
                </c:pt>
                <c:pt idx="907">
                  <c:v>3.0222222222222223E-2</c:v>
                </c:pt>
                <c:pt idx="908">
                  <c:v>3.0222222222222223E-2</c:v>
                </c:pt>
                <c:pt idx="909">
                  <c:v>3.037037037037037E-2</c:v>
                </c:pt>
                <c:pt idx="910">
                  <c:v>3.037037037037037E-2</c:v>
                </c:pt>
                <c:pt idx="911">
                  <c:v>3.0518518518518518E-2</c:v>
                </c:pt>
                <c:pt idx="912">
                  <c:v>3.0518518518518518E-2</c:v>
                </c:pt>
                <c:pt idx="913">
                  <c:v>3.0666666666666665E-2</c:v>
                </c:pt>
                <c:pt idx="914">
                  <c:v>3.0666666666666665E-2</c:v>
                </c:pt>
                <c:pt idx="915">
                  <c:v>3.0814814814814816E-2</c:v>
                </c:pt>
                <c:pt idx="916">
                  <c:v>3.0814814814814816E-2</c:v>
                </c:pt>
                <c:pt idx="917">
                  <c:v>3.0962962962962963E-2</c:v>
                </c:pt>
                <c:pt idx="918">
                  <c:v>3.0962962962962963E-2</c:v>
                </c:pt>
                <c:pt idx="919">
                  <c:v>3.0962962962962963E-2</c:v>
                </c:pt>
                <c:pt idx="920">
                  <c:v>3.0962962962962963E-2</c:v>
                </c:pt>
                <c:pt idx="921">
                  <c:v>3.0962962962962963E-2</c:v>
                </c:pt>
                <c:pt idx="922">
                  <c:v>3.0962962962962963E-2</c:v>
                </c:pt>
                <c:pt idx="923">
                  <c:v>3.111111111111111E-2</c:v>
                </c:pt>
                <c:pt idx="924">
                  <c:v>3.1259259259259257E-2</c:v>
                </c:pt>
                <c:pt idx="925">
                  <c:v>3.1407407407407405E-2</c:v>
                </c:pt>
                <c:pt idx="926">
                  <c:v>3.1407407407407405E-2</c:v>
                </c:pt>
                <c:pt idx="927">
                  <c:v>3.1407407407407405E-2</c:v>
                </c:pt>
                <c:pt idx="928">
                  <c:v>3.1407407407407405E-2</c:v>
                </c:pt>
                <c:pt idx="929">
                  <c:v>3.1407407407407405E-2</c:v>
                </c:pt>
                <c:pt idx="930">
                  <c:v>3.1555555555555559E-2</c:v>
                </c:pt>
                <c:pt idx="931">
                  <c:v>3.1555555555555559E-2</c:v>
                </c:pt>
                <c:pt idx="932">
                  <c:v>3.1555555555555559E-2</c:v>
                </c:pt>
                <c:pt idx="933">
                  <c:v>3.1555555555555559E-2</c:v>
                </c:pt>
                <c:pt idx="934">
                  <c:v>3.1703703703703706E-2</c:v>
                </c:pt>
                <c:pt idx="935">
                  <c:v>3.1703703703703706E-2</c:v>
                </c:pt>
                <c:pt idx="936">
                  <c:v>3.1703703703703706E-2</c:v>
                </c:pt>
                <c:pt idx="937">
                  <c:v>3.1703703703703706E-2</c:v>
                </c:pt>
                <c:pt idx="938">
                  <c:v>3.1703703703703706E-2</c:v>
                </c:pt>
                <c:pt idx="939">
                  <c:v>3.1703703703703706E-2</c:v>
                </c:pt>
                <c:pt idx="940">
                  <c:v>3.1703703703703706E-2</c:v>
                </c:pt>
                <c:pt idx="941">
                  <c:v>3.1851851851851853E-2</c:v>
                </c:pt>
                <c:pt idx="942">
                  <c:v>3.1851851851851853E-2</c:v>
                </c:pt>
                <c:pt idx="943">
                  <c:v>3.1851851851851853E-2</c:v>
                </c:pt>
                <c:pt idx="944">
                  <c:v>3.2000000000000001E-2</c:v>
                </c:pt>
                <c:pt idx="945">
                  <c:v>3.2000000000000001E-2</c:v>
                </c:pt>
                <c:pt idx="946">
                  <c:v>3.2148148148148148E-2</c:v>
                </c:pt>
                <c:pt idx="947">
                  <c:v>3.2296296296296295E-2</c:v>
                </c:pt>
                <c:pt idx="948">
                  <c:v>3.2296296296296295E-2</c:v>
                </c:pt>
                <c:pt idx="949">
                  <c:v>3.2444444444444442E-2</c:v>
                </c:pt>
                <c:pt idx="950">
                  <c:v>3.2444444444444442E-2</c:v>
                </c:pt>
                <c:pt idx="951">
                  <c:v>3.2444444444444442E-2</c:v>
                </c:pt>
                <c:pt idx="952">
                  <c:v>3.2444444444444442E-2</c:v>
                </c:pt>
                <c:pt idx="953">
                  <c:v>3.2444444444444442E-2</c:v>
                </c:pt>
                <c:pt idx="954">
                  <c:v>3.259259259259259E-2</c:v>
                </c:pt>
                <c:pt idx="955">
                  <c:v>3.2740740740740744E-2</c:v>
                </c:pt>
                <c:pt idx="956">
                  <c:v>3.2740740740740744E-2</c:v>
                </c:pt>
                <c:pt idx="957">
                  <c:v>3.2740740740740744E-2</c:v>
                </c:pt>
                <c:pt idx="958">
                  <c:v>3.2740740740740744E-2</c:v>
                </c:pt>
                <c:pt idx="959">
                  <c:v>3.2740740740740744E-2</c:v>
                </c:pt>
                <c:pt idx="960">
                  <c:v>3.2888888888888891E-2</c:v>
                </c:pt>
                <c:pt idx="961">
                  <c:v>3.3037037037037038E-2</c:v>
                </c:pt>
                <c:pt idx="962">
                  <c:v>3.3037037037037038E-2</c:v>
                </c:pt>
                <c:pt idx="963">
                  <c:v>3.3185185185185186E-2</c:v>
                </c:pt>
                <c:pt idx="964">
                  <c:v>3.3185185185185186E-2</c:v>
                </c:pt>
                <c:pt idx="965">
                  <c:v>3.3333333333333333E-2</c:v>
                </c:pt>
                <c:pt idx="966">
                  <c:v>3.348148148148148E-2</c:v>
                </c:pt>
                <c:pt idx="967">
                  <c:v>3.348148148148148E-2</c:v>
                </c:pt>
                <c:pt idx="968">
                  <c:v>3.348148148148148E-2</c:v>
                </c:pt>
                <c:pt idx="969">
                  <c:v>3.3629629629629627E-2</c:v>
                </c:pt>
                <c:pt idx="970">
                  <c:v>3.3629629629629627E-2</c:v>
                </c:pt>
                <c:pt idx="971">
                  <c:v>3.3629629629629627E-2</c:v>
                </c:pt>
                <c:pt idx="972">
                  <c:v>3.3629629629629627E-2</c:v>
                </c:pt>
                <c:pt idx="973">
                  <c:v>3.3629629629629627E-2</c:v>
                </c:pt>
                <c:pt idx="974">
                  <c:v>3.3629629629629627E-2</c:v>
                </c:pt>
                <c:pt idx="975">
                  <c:v>3.3777777777777775E-2</c:v>
                </c:pt>
                <c:pt idx="976">
                  <c:v>3.3777777777777775E-2</c:v>
                </c:pt>
                <c:pt idx="977">
                  <c:v>3.3777777777777775E-2</c:v>
                </c:pt>
                <c:pt idx="978">
                  <c:v>3.3925925925925929E-2</c:v>
                </c:pt>
                <c:pt idx="979">
                  <c:v>3.4074074074074076E-2</c:v>
                </c:pt>
                <c:pt idx="980">
                  <c:v>3.4074074074074076E-2</c:v>
                </c:pt>
                <c:pt idx="981">
                  <c:v>3.4074074074074076E-2</c:v>
                </c:pt>
                <c:pt idx="982">
                  <c:v>3.4074074074074076E-2</c:v>
                </c:pt>
                <c:pt idx="983">
                  <c:v>3.4074074074074076E-2</c:v>
                </c:pt>
                <c:pt idx="984">
                  <c:v>3.4222222222222223E-2</c:v>
                </c:pt>
                <c:pt idx="985">
                  <c:v>3.4222222222222223E-2</c:v>
                </c:pt>
                <c:pt idx="986">
                  <c:v>3.4370370370370371E-2</c:v>
                </c:pt>
                <c:pt idx="987">
                  <c:v>3.4370370370370371E-2</c:v>
                </c:pt>
                <c:pt idx="988">
                  <c:v>3.4370370370370371E-2</c:v>
                </c:pt>
                <c:pt idx="989">
                  <c:v>3.4370370370370371E-2</c:v>
                </c:pt>
                <c:pt idx="990">
                  <c:v>3.4370370370370371E-2</c:v>
                </c:pt>
                <c:pt idx="991">
                  <c:v>3.4370370370370371E-2</c:v>
                </c:pt>
                <c:pt idx="992">
                  <c:v>3.4518518518518518E-2</c:v>
                </c:pt>
                <c:pt idx="993">
                  <c:v>3.4518518518518518E-2</c:v>
                </c:pt>
                <c:pt idx="994">
                  <c:v>3.4518518518518518E-2</c:v>
                </c:pt>
                <c:pt idx="995">
                  <c:v>3.4518518518518518E-2</c:v>
                </c:pt>
                <c:pt idx="996">
                  <c:v>3.4666666666666665E-2</c:v>
                </c:pt>
                <c:pt idx="997">
                  <c:v>3.4666666666666665E-2</c:v>
                </c:pt>
                <c:pt idx="998">
                  <c:v>3.4666666666666665E-2</c:v>
                </c:pt>
                <c:pt idx="999">
                  <c:v>3.4814814814814812E-2</c:v>
                </c:pt>
                <c:pt idx="1000">
                  <c:v>3.4814814814814812E-2</c:v>
                </c:pt>
                <c:pt idx="1001">
                  <c:v>3.496296296296296E-2</c:v>
                </c:pt>
                <c:pt idx="1002">
                  <c:v>3.496296296296296E-2</c:v>
                </c:pt>
                <c:pt idx="1003">
                  <c:v>3.496296296296296E-2</c:v>
                </c:pt>
                <c:pt idx="1004">
                  <c:v>3.5111111111111114E-2</c:v>
                </c:pt>
                <c:pt idx="1005">
                  <c:v>3.5111111111111114E-2</c:v>
                </c:pt>
                <c:pt idx="1006">
                  <c:v>3.5111111111111114E-2</c:v>
                </c:pt>
                <c:pt idx="1007">
                  <c:v>3.5259259259259261E-2</c:v>
                </c:pt>
                <c:pt idx="1008">
                  <c:v>3.5259259259259261E-2</c:v>
                </c:pt>
                <c:pt idx="1009">
                  <c:v>3.5259259259259261E-2</c:v>
                </c:pt>
                <c:pt idx="1010">
                  <c:v>3.5407407407407408E-2</c:v>
                </c:pt>
                <c:pt idx="1011">
                  <c:v>3.5407407407407408E-2</c:v>
                </c:pt>
                <c:pt idx="1012">
                  <c:v>3.5407407407407408E-2</c:v>
                </c:pt>
                <c:pt idx="1013">
                  <c:v>3.5407407407407408E-2</c:v>
                </c:pt>
                <c:pt idx="1014">
                  <c:v>3.5407407407407408E-2</c:v>
                </c:pt>
                <c:pt idx="1015">
                  <c:v>3.5555555555555556E-2</c:v>
                </c:pt>
                <c:pt idx="1016">
                  <c:v>3.5555555555555556E-2</c:v>
                </c:pt>
                <c:pt idx="1017">
                  <c:v>3.5555555555555556E-2</c:v>
                </c:pt>
                <c:pt idx="1018">
                  <c:v>3.5703703703703703E-2</c:v>
                </c:pt>
                <c:pt idx="1019">
                  <c:v>3.5703703703703703E-2</c:v>
                </c:pt>
                <c:pt idx="1020">
                  <c:v>3.585185185185185E-2</c:v>
                </c:pt>
                <c:pt idx="1021">
                  <c:v>3.585185185185185E-2</c:v>
                </c:pt>
                <c:pt idx="1022">
                  <c:v>3.5999999999999997E-2</c:v>
                </c:pt>
                <c:pt idx="1023">
                  <c:v>3.6148148148148151E-2</c:v>
                </c:pt>
                <c:pt idx="1024">
                  <c:v>3.6296296296296299E-2</c:v>
                </c:pt>
                <c:pt idx="1025">
                  <c:v>3.6296296296296299E-2</c:v>
                </c:pt>
                <c:pt idx="1026">
                  <c:v>3.6296296296296299E-2</c:v>
                </c:pt>
                <c:pt idx="1027">
                  <c:v>3.6296296296296299E-2</c:v>
                </c:pt>
                <c:pt idx="1028">
                  <c:v>3.6444444444444446E-2</c:v>
                </c:pt>
                <c:pt idx="1029">
                  <c:v>3.6444444444444446E-2</c:v>
                </c:pt>
                <c:pt idx="1030">
                  <c:v>3.6444444444444446E-2</c:v>
                </c:pt>
                <c:pt idx="1031">
                  <c:v>3.6592592592592593E-2</c:v>
                </c:pt>
                <c:pt idx="1032">
                  <c:v>3.6592592592592593E-2</c:v>
                </c:pt>
                <c:pt idx="1033">
                  <c:v>3.6592592592592593E-2</c:v>
                </c:pt>
                <c:pt idx="1034">
                  <c:v>3.6592592592592593E-2</c:v>
                </c:pt>
                <c:pt idx="1035">
                  <c:v>3.6592592592592593E-2</c:v>
                </c:pt>
                <c:pt idx="1036">
                  <c:v>3.6592592592592593E-2</c:v>
                </c:pt>
                <c:pt idx="1037">
                  <c:v>3.674074074074074E-2</c:v>
                </c:pt>
                <c:pt idx="1038">
                  <c:v>3.6888888888888888E-2</c:v>
                </c:pt>
                <c:pt idx="1039">
                  <c:v>3.6888888888888888E-2</c:v>
                </c:pt>
                <c:pt idx="1040">
                  <c:v>3.6888888888888888E-2</c:v>
                </c:pt>
                <c:pt idx="1041">
                  <c:v>3.6888888888888888E-2</c:v>
                </c:pt>
                <c:pt idx="1042">
                  <c:v>3.6888888888888888E-2</c:v>
                </c:pt>
                <c:pt idx="1043">
                  <c:v>3.6888888888888888E-2</c:v>
                </c:pt>
                <c:pt idx="1044">
                  <c:v>3.6888888888888888E-2</c:v>
                </c:pt>
                <c:pt idx="1045">
                  <c:v>3.6888888888888888E-2</c:v>
                </c:pt>
                <c:pt idx="1046">
                  <c:v>3.6888888888888888E-2</c:v>
                </c:pt>
                <c:pt idx="1047">
                  <c:v>3.6888888888888888E-2</c:v>
                </c:pt>
                <c:pt idx="1048">
                  <c:v>3.7037037037037035E-2</c:v>
                </c:pt>
                <c:pt idx="1049">
                  <c:v>3.7037037037037035E-2</c:v>
                </c:pt>
                <c:pt idx="1050">
                  <c:v>3.7037037037037035E-2</c:v>
                </c:pt>
                <c:pt idx="1051">
                  <c:v>3.7037037037037035E-2</c:v>
                </c:pt>
                <c:pt idx="1052">
                  <c:v>3.7185185185185182E-2</c:v>
                </c:pt>
                <c:pt idx="1053">
                  <c:v>3.7185185185185182E-2</c:v>
                </c:pt>
                <c:pt idx="1054">
                  <c:v>3.7185185185185182E-2</c:v>
                </c:pt>
                <c:pt idx="1055">
                  <c:v>3.7185185185185182E-2</c:v>
                </c:pt>
                <c:pt idx="1056">
                  <c:v>3.7185185185185182E-2</c:v>
                </c:pt>
                <c:pt idx="1057">
                  <c:v>3.7185185185185182E-2</c:v>
                </c:pt>
                <c:pt idx="1058">
                  <c:v>3.7185185185185182E-2</c:v>
                </c:pt>
                <c:pt idx="1059">
                  <c:v>3.7185185185185182E-2</c:v>
                </c:pt>
                <c:pt idx="1060">
                  <c:v>3.7185185185185182E-2</c:v>
                </c:pt>
                <c:pt idx="1061">
                  <c:v>3.7185185185185182E-2</c:v>
                </c:pt>
                <c:pt idx="1062">
                  <c:v>3.7333333333333336E-2</c:v>
                </c:pt>
                <c:pt idx="1063">
                  <c:v>3.7333333333333336E-2</c:v>
                </c:pt>
                <c:pt idx="1064">
                  <c:v>3.7333333333333336E-2</c:v>
                </c:pt>
                <c:pt idx="1065">
                  <c:v>3.7481481481481484E-2</c:v>
                </c:pt>
                <c:pt idx="1066">
                  <c:v>3.7481481481481484E-2</c:v>
                </c:pt>
                <c:pt idx="1067">
                  <c:v>3.7481481481481484E-2</c:v>
                </c:pt>
                <c:pt idx="1068">
                  <c:v>3.7481481481481484E-2</c:v>
                </c:pt>
                <c:pt idx="1069">
                  <c:v>3.7481481481481484E-2</c:v>
                </c:pt>
                <c:pt idx="1070">
                  <c:v>3.7481481481481484E-2</c:v>
                </c:pt>
                <c:pt idx="1071">
                  <c:v>3.7481481481481484E-2</c:v>
                </c:pt>
                <c:pt idx="1072">
                  <c:v>3.7629629629629631E-2</c:v>
                </c:pt>
                <c:pt idx="1073">
                  <c:v>3.7777777777777778E-2</c:v>
                </c:pt>
                <c:pt idx="1074">
                  <c:v>3.7777777777777778E-2</c:v>
                </c:pt>
                <c:pt idx="1075">
                  <c:v>3.7777777777777778E-2</c:v>
                </c:pt>
                <c:pt idx="1076">
                  <c:v>3.7777777777777778E-2</c:v>
                </c:pt>
                <c:pt idx="1077">
                  <c:v>3.7777777777777778E-2</c:v>
                </c:pt>
                <c:pt idx="1078">
                  <c:v>3.7777777777777778E-2</c:v>
                </c:pt>
                <c:pt idx="1079">
                  <c:v>3.7925925925925925E-2</c:v>
                </c:pt>
                <c:pt idx="1080">
                  <c:v>3.8074074074074073E-2</c:v>
                </c:pt>
                <c:pt idx="1081">
                  <c:v>3.822222222222222E-2</c:v>
                </c:pt>
                <c:pt idx="1082">
                  <c:v>3.822222222222222E-2</c:v>
                </c:pt>
                <c:pt idx="1083">
                  <c:v>3.822222222222222E-2</c:v>
                </c:pt>
                <c:pt idx="1084">
                  <c:v>3.8370370370370367E-2</c:v>
                </c:pt>
                <c:pt idx="1085">
                  <c:v>3.8370370370370367E-2</c:v>
                </c:pt>
                <c:pt idx="1086">
                  <c:v>3.8370370370370367E-2</c:v>
                </c:pt>
                <c:pt idx="1087">
                  <c:v>3.8518518518518521E-2</c:v>
                </c:pt>
                <c:pt idx="1088">
                  <c:v>3.8518518518518521E-2</c:v>
                </c:pt>
                <c:pt idx="1089">
                  <c:v>3.8518518518518521E-2</c:v>
                </c:pt>
                <c:pt idx="1090">
                  <c:v>3.8518518518518521E-2</c:v>
                </c:pt>
                <c:pt idx="1091">
                  <c:v>3.8518518518518521E-2</c:v>
                </c:pt>
                <c:pt idx="1092">
                  <c:v>3.8518518518518521E-2</c:v>
                </c:pt>
                <c:pt idx="1093">
                  <c:v>3.8518518518518521E-2</c:v>
                </c:pt>
                <c:pt idx="1094">
                  <c:v>3.8518518518518521E-2</c:v>
                </c:pt>
                <c:pt idx="1095">
                  <c:v>3.8518518518518521E-2</c:v>
                </c:pt>
                <c:pt idx="1096">
                  <c:v>3.8518518518518521E-2</c:v>
                </c:pt>
                <c:pt idx="1097">
                  <c:v>3.8518518518518521E-2</c:v>
                </c:pt>
                <c:pt idx="1098">
                  <c:v>3.8666666666666669E-2</c:v>
                </c:pt>
                <c:pt idx="1099">
                  <c:v>3.8814814814814816E-2</c:v>
                </c:pt>
                <c:pt idx="1100">
                  <c:v>3.8814814814814816E-2</c:v>
                </c:pt>
                <c:pt idx="1101">
                  <c:v>3.8814814814814816E-2</c:v>
                </c:pt>
                <c:pt idx="1102">
                  <c:v>3.8814814814814816E-2</c:v>
                </c:pt>
                <c:pt idx="1103">
                  <c:v>3.8814814814814816E-2</c:v>
                </c:pt>
                <c:pt idx="1104">
                  <c:v>3.8814814814814816E-2</c:v>
                </c:pt>
                <c:pt idx="1105">
                  <c:v>3.8814814814814816E-2</c:v>
                </c:pt>
                <c:pt idx="1106">
                  <c:v>3.8814814814814816E-2</c:v>
                </c:pt>
                <c:pt idx="1107">
                  <c:v>3.8814814814814816E-2</c:v>
                </c:pt>
                <c:pt idx="1108">
                  <c:v>3.8814814814814816E-2</c:v>
                </c:pt>
                <c:pt idx="1109">
                  <c:v>3.8814814814814816E-2</c:v>
                </c:pt>
                <c:pt idx="1110">
                  <c:v>3.8814814814814816E-2</c:v>
                </c:pt>
                <c:pt idx="1111">
                  <c:v>3.8814814814814816E-2</c:v>
                </c:pt>
                <c:pt idx="1112">
                  <c:v>3.8962962962962963E-2</c:v>
                </c:pt>
                <c:pt idx="1113">
                  <c:v>3.8962962962962963E-2</c:v>
                </c:pt>
                <c:pt idx="1114">
                  <c:v>3.8962962962962963E-2</c:v>
                </c:pt>
                <c:pt idx="1115">
                  <c:v>3.8962962962962963E-2</c:v>
                </c:pt>
                <c:pt idx="1116">
                  <c:v>3.8962962962962963E-2</c:v>
                </c:pt>
                <c:pt idx="1117">
                  <c:v>3.8962962962962963E-2</c:v>
                </c:pt>
                <c:pt idx="1118">
                  <c:v>3.8962962962962963E-2</c:v>
                </c:pt>
                <c:pt idx="1119">
                  <c:v>3.8962962962962963E-2</c:v>
                </c:pt>
                <c:pt idx="1120">
                  <c:v>3.8962962962962963E-2</c:v>
                </c:pt>
                <c:pt idx="1121">
                  <c:v>3.8962962962962963E-2</c:v>
                </c:pt>
                <c:pt idx="1122">
                  <c:v>3.8962962962962963E-2</c:v>
                </c:pt>
                <c:pt idx="1123">
                  <c:v>3.8962962962962963E-2</c:v>
                </c:pt>
                <c:pt idx="1124">
                  <c:v>3.911111111111111E-2</c:v>
                </c:pt>
                <c:pt idx="1125">
                  <c:v>3.911111111111111E-2</c:v>
                </c:pt>
                <c:pt idx="1126">
                  <c:v>3.911111111111111E-2</c:v>
                </c:pt>
                <c:pt idx="1127">
                  <c:v>3.911111111111111E-2</c:v>
                </c:pt>
                <c:pt idx="1128">
                  <c:v>3.911111111111111E-2</c:v>
                </c:pt>
                <c:pt idx="1129">
                  <c:v>3.911111111111111E-2</c:v>
                </c:pt>
                <c:pt idx="1130">
                  <c:v>3.911111111111111E-2</c:v>
                </c:pt>
                <c:pt idx="1131">
                  <c:v>3.911111111111111E-2</c:v>
                </c:pt>
                <c:pt idx="1132">
                  <c:v>3.911111111111111E-2</c:v>
                </c:pt>
                <c:pt idx="1133">
                  <c:v>3.911111111111111E-2</c:v>
                </c:pt>
                <c:pt idx="1134">
                  <c:v>3.911111111111111E-2</c:v>
                </c:pt>
                <c:pt idx="1135">
                  <c:v>3.911111111111111E-2</c:v>
                </c:pt>
                <c:pt idx="1136">
                  <c:v>3.911111111111111E-2</c:v>
                </c:pt>
                <c:pt idx="1137">
                  <c:v>3.9259259259259258E-2</c:v>
                </c:pt>
                <c:pt idx="1138">
                  <c:v>3.9259259259259258E-2</c:v>
                </c:pt>
                <c:pt idx="1139">
                  <c:v>3.9259259259259258E-2</c:v>
                </c:pt>
                <c:pt idx="1140">
                  <c:v>3.9407407407407405E-2</c:v>
                </c:pt>
                <c:pt idx="1141">
                  <c:v>3.9407407407407405E-2</c:v>
                </c:pt>
                <c:pt idx="1142">
                  <c:v>3.9407407407407405E-2</c:v>
                </c:pt>
                <c:pt idx="1143">
                  <c:v>3.9407407407407405E-2</c:v>
                </c:pt>
                <c:pt idx="1144">
                  <c:v>3.9407407407407405E-2</c:v>
                </c:pt>
                <c:pt idx="1145">
                  <c:v>3.9407407407407405E-2</c:v>
                </c:pt>
                <c:pt idx="1146">
                  <c:v>3.9407407407407405E-2</c:v>
                </c:pt>
                <c:pt idx="1147">
                  <c:v>3.9555555555555552E-2</c:v>
                </c:pt>
                <c:pt idx="1148">
                  <c:v>3.9555555555555552E-2</c:v>
                </c:pt>
                <c:pt idx="1149">
                  <c:v>3.9555555555555552E-2</c:v>
                </c:pt>
                <c:pt idx="1150">
                  <c:v>3.9555555555555552E-2</c:v>
                </c:pt>
                <c:pt idx="1151">
                  <c:v>3.9703703703703706E-2</c:v>
                </c:pt>
                <c:pt idx="1152">
                  <c:v>3.9703703703703706E-2</c:v>
                </c:pt>
                <c:pt idx="1153">
                  <c:v>3.9703703703703706E-2</c:v>
                </c:pt>
                <c:pt idx="1154">
                  <c:v>3.9703703703703706E-2</c:v>
                </c:pt>
                <c:pt idx="1155">
                  <c:v>3.9703703703703706E-2</c:v>
                </c:pt>
                <c:pt idx="1156">
                  <c:v>3.9851851851851854E-2</c:v>
                </c:pt>
                <c:pt idx="1157">
                  <c:v>3.9851851851851854E-2</c:v>
                </c:pt>
                <c:pt idx="1158">
                  <c:v>3.9851851851851854E-2</c:v>
                </c:pt>
                <c:pt idx="1159">
                  <c:v>3.9851851851851854E-2</c:v>
                </c:pt>
                <c:pt idx="1160">
                  <c:v>3.9851851851851854E-2</c:v>
                </c:pt>
                <c:pt idx="1161">
                  <c:v>0.04</c:v>
                </c:pt>
                <c:pt idx="1162">
                  <c:v>0.04</c:v>
                </c:pt>
                <c:pt idx="1163">
                  <c:v>0.04</c:v>
                </c:pt>
                <c:pt idx="1164">
                  <c:v>0.04</c:v>
                </c:pt>
                <c:pt idx="1165">
                  <c:v>0.04</c:v>
                </c:pt>
                <c:pt idx="1166">
                  <c:v>0.04</c:v>
                </c:pt>
                <c:pt idx="1167">
                  <c:v>0.04</c:v>
                </c:pt>
                <c:pt idx="1168">
                  <c:v>4.0148148148148148E-2</c:v>
                </c:pt>
                <c:pt idx="1169">
                  <c:v>4.0148148148148148E-2</c:v>
                </c:pt>
                <c:pt idx="1170">
                  <c:v>4.0148148148148148E-2</c:v>
                </c:pt>
                <c:pt idx="1171">
                  <c:v>4.0148148148148148E-2</c:v>
                </c:pt>
                <c:pt idx="1172">
                  <c:v>4.0296296296296295E-2</c:v>
                </c:pt>
                <c:pt idx="1173">
                  <c:v>4.0444444444444443E-2</c:v>
                </c:pt>
                <c:pt idx="1174">
                  <c:v>4.0444444444444443E-2</c:v>
                </c:pt>
                <c:pt idx="1175">
                  <c:v>4.0444444444444443E-2</c:v>
                </c:pt>
                <c:pt idx="1176">
                  <c:v>4.0444444444444443E-2</c:v>
                </c:pt>
                <c:pt idx="1177">
                  <c:v>4.0444444444444443E-2</c:v>
                </c:pt>
                <c:pt idx="1178">
                  <c:v>4.0444444444444443E-2</c:v>
                </c:pt>
                <c:pt idx="1179">
                  <c:v>4.0444444444444443E-2</c:v>
                </c:pt>
                <c:pt idx="1180">
                  <c:v>4.0444444444444443E-2</c:v>
                </c:pt>
                <c:pt idx="1181">
                  <c:v>4.0444444444444443E-2</c:v>
                </c:pt>
                <c:pt idx="1182">
                  <c:v>4.059259259259259E-2</c:v>
                </c:pt>
                <c:pt idx="1183">
                  <c:v>4.059259259259259E-2</c:v>
                </c:pt>
                <c:pt idx="1184">
                  <c:v>4.0740740740740744E-2</c:v>
                </c:pt>
                <c:pt idx="1185">
                  <c:v>4.0740740740740744E-2</c:v>
                </c:pt>
                <c:pt idx="1186">
                  <c:v>4.0740740740740744E-2</c:v>
                </c:pt>
                <c:pt idx="1187">
                  <c:v>4.0740740740740744E-2</c:v>
                </c:pt>
                <c:pt idx="1188">
                  <c:v>4.0888888888888891E-2</c:v>
                </c:pt>
                <c:pt idx="1189">
                  <c:v>4.0888888888888891E-2</c:v>
                </c:pt>
                <c:pt idx="1190">
                  <c:v>4.0888888888888891E-2</c:v>
                </c:pt>
                <c:pt idx="1191">
                  <c:v>4.0888888888888891E-2</c:v>
                </c:pt>
                <c:pt idx="1192">
                  <c:v>4.0888888888888891E-2</c:v>
                </c:pt>
                <c:pt idx="1193">
                  <c:v>4.1037037037037039E-2</c:v>
                </c:pt>
                <c:pt idx="1194">
                  <c:v>4.1037037037037039E-2</c:v>
                </c:pt>
                <c:pt idx="1195">
                  <c:v>4.1037037037037039E-2</c:v>
                </c:pt>
                <c:pt idx="1196">
                  <c:v>4.1037037037037039E-2</c:v>
                </c:pt>
                <c:pt idx="1197">
                  <c:v>4.1037037037037039E-2</c:v>
                </c:pt>
                <c:pt idx="1198">
                  <c:v>4.1037037037037039E-2</c:v>
                </c:pt>
                <c:pt idx="1199">
                  <c:v>4.1185185185185186E-2</c:v>
                </c:pt>
                <c:pt idx="1200">
                  <c:v>4.1333333333333333E-2</c:v>
                </c:pt>
                <c:pt idx="1201">
                  <c:v>4.1333333333333333E-2</c:v>
                </c:pt>
                <c:pt idx="1202">
                  <c:v>4.148148148148148E-2</c:v>
                </c:pt>
                <c:pt idx="1203">
                  <c:v>4.148148148148148E-2</c:v>
                </c:pt>
                <c:pt idx="1204">
                  <c:v>4.148148148148148E-2</c:v>
                </c:pt>
                <c:pt idx="1205">
                  <c:v>4.148148148148148E-2</c:v>
                </c:pt>
                <c:pt idx="1206">
                  <c:v>4.148148148148148E-2</c:v>
                </c:pt>
                <c:pt idx="1207">
                  <c:v>4.148148148148148E-2</c:v>
                </c:pt>
                <c:pt idx="1208">
                  <c:v>4.1629629629629628E-2</c:v>
                </c:pt>
                <c:pt idx="1209">
                  <c:v>4.1629629629629628E-2</c:v>
                </c:pt>
                <c:pt idx="1210">
                  <c:v>4.1629629629629628E-2</c:v>
                </c:pt>
                <c:pt idx="1211">
                  <c:v>4.1629629629629628E-2</c:v>
                </c:pt>
                <c:pt idx="1212">
                  <c:v>4.1629629629629628E-2</c:v>
                </c:pt>
                <c:pt idx="1213">
                  <c:v>4.1629629629629628E-2</c:v>
                </c:pt>
                <c:pt idx="1214">
                  <c:v>4.1777777777777775E-2</c:v>
                </c:pt>
                <c:pt idx="1215">
                  <c:v>4.1777777777777775E-2</c:v>
                </c:pt>
                <c:pt idx="1216">
                  <c:v>4.1777777777777775E-2</c:v>
                </c:pt>
                <c:pt idx="1217">
                  <c:v>4.1925925925925929E-2</c:v>
                </c:pt>
                <c:pt idx="1218">
                  <c:v>4.1925925925925929E-2</c:v>
                </c:pt>
                <c:pt idx="1219">
                  <c:v>4.1925925925925929E-2</c:v>
                </c:pt>
                <c:pt idx="1220">
                  <c:v>4.1925925925925929E-2</c:v>
                </c:pt>
                <c:pt idx="1221">
                  <c:v>4.1925925925925929E-2</c:v>
                </c:pt>
                <c:pt idx="1222">
                  <c:v>4.1925925925925929E-2</c:v>
                </c:pt>
                <c:pt idx="1223">
                  <c:v>4.2074074074074076E-2</c:v>
                </c:pt>
                <c:pt idx="1224">
                  <c:v>4.2074074074074076E-2</c:v>
                </c:pt>
                <c:pt idx="1225">
                  <c:v>4.2074074074074076E-2</c:v>
                </c:pt>
                <c:pt idx="1226">
                  <c:v>4.2222222222222223E-2</c:v>
                </c:pt>
                <c:pt idx="1227">
                  <c:v>4.2222222222222223E-2</c:v>
                </c:pt>
                <c:pt idx="1228">
                  <c:v>4.2222222222222223E-2</c:v>
                </c:pt>
                <c:pt idx="1229">
                  <c:v>4.2222222222222223E-2</c:v>
                </c:pt>
                <c:pt idx="1230">
                  <c:v>4.2222222222222223E-2</c:v>
                </c:pt>
                <c:pt idx="1231">
                  <c:v>4.2222222222222223E-2</c:v>
                </c:pt>
                <c:pt idx="1232">
                  <c:v>4.2222222222222223E-2</c:v>
                </c:pt>
                <c:pt idx="1233">
                  <c:v>4.2222222222222223E-2</c:v>
                </c:pt>
                <c:pt idx="1234">
                  <c:v>4.2222222222222223E-2</c:v>
                </c:pt>
                <c:pt idx="1235">
                  <c:v>4.2222222222222223E-2</c:v>
                </c:pt>
                <c:pt idx="1236">
                  <c:v>4.2370370370370371E-2</c:v>
                </c:pt>
                <c:pt idx="1237">
                  <c:v>4.2370370370370371E-2</c:v>
                </c:pt>
                <c:pt idx="1238">
                  <c:v>4.2370370370370371E-2</c:v>
                </c:pt>
                <c:pt idx="1239">
                  <c:v>4.2370370370370371E-2</c:v>
                </c:pt>
                <c:pt idx="1240">
                  <c:v>4.2518518518518518E-2</c:v>
                </c:pt>
                <c:pt idx="1241">
                  <c:v>4.2518518518518518E-2</c:v>
                </c:pt>
                <c:pt idx="1242">
                  <c:v>4.2666666666666665E-2</c:v>
                </c:pt>
                <c:pt idx="1243">
                  <c:v>4.2666666666666665E-2</c:v>
                </c:pt>
                <c:pt idx="1244">
                  <c:v>4.2666666666666665E-2</c:v>
                </c:pt>
                <c:pt idx="1245">
                  <c:v>4.2814814814814812E-2</c:v>
                </c:pt>
                <c:pt idx="1246">
                  <c:v>4.2814814814814812E-2</c:v>
                </c:pt>
                <c:pt idx="1247">
                  <c:v>4.2814814814814812E-2</c:v>
                </c:pt>
                <c:pt idx="1248">
                  <c:v>4.2814814814814812E-2</c:v>
                </c:pt>
                <c:pt idx="1249">
                  <c:v>4.296296296296296E-2</c:v>
                </c:pt>
                <c:pt idx="1250">
                  <c:v>4.296296296296296E-2</c:v>
                </c:pt>
                <c:pt idx="1251">
                  <c:v>4.296296296296296E-2</c:v>
                </c:pt>
                <c:pt idx="1252">
                  <c:v>4.3111111111111114E-2</c:v>
                </c:pt>
                <c:pt idx="1253">
                  <c:v>4.3259259259259261E-2</c:v>
                </c:pt>
                <c:pt idx="1254">
                  <c:v>4.3407407407407408E-2</c:v>
                </c:pt>
                <c:pt idx="1255">
                  <c:v>4.3407407407407408E-2</c:v>
                </c:pt>
                <c:pt idx="1256">
                  <c:v>4.3407407407407408E-2</c:v>
                </c:pt>
                <c:pt idx="1257">
                  <c:v>4.3407407407407408E-2</c:v>
                </c:pt>
                <c:pt idx="1258">
                  <c:v>4.3407407407407408E-2</c:v>
                </c:pt>
                <c:pt idx="1259">
                  <c:v>4.3407407407407408E-2</c:v>
                </c:pt>
                <c:pt idx="1260">
                  <c:v>4.3407407407407408E-2</c:v>
                </c:pt>
                <c:pt idx="1261">
                  <c:v>4.3407407407407408E-2</c:v>
                </c:pt>
                <c:pt idx="1262">
                  <c:v>4.3407407407407408E-2</c:v>
                </c:pt>
                <c:pt idx="1263">
                  <c:v>4.3407407407407408E-2</c:v>
                </c:pt>
                <c:pt idx="1264">
                  <c:v>4.3555555555555556E-2</c:v>
                </c:pt>
                <c:pt idx="1265">
                  <c:v>4.3555555555555556E-2</c:v>
                </c:pt>
                <c:pt idx="1266">
                  <c:v>4.3555555555555556E-2</c:v>
                </c:pt>
                <c:pt idx="1267">
                  <c:v>4.3703703703703703E-2</c:v>
                </c:pt>
                <c:pt idx="1268">
                  <c:v>4.3703703703703703E-2</c:v>
                </c:pt>
                <c:pt idx="1269">
                  <c:v>4.385185185185185E-2</c:v>
                </c:pt>
                <c:pt idx="1270">
                  <c:v>4.385185185185185E-2</c:v>
                </c:pt>
                <c:pt idx="1271">
                  <c:v>4.385185185185185E-2</c:v>
                </c:pt>
                <c:pt idx="1272">
                  <c:v>4.385185185185185E-2</c:v>
                </c:pt>
                <c:pt idx="1273">
                  <c:v>4.385185185185185E-2</c:v>
                </c:pt>
                <c:pt idx="1274">
                  <c:v>4.3999999999999997E-2</c:v>
                </c:pt>
                <c:pt idx="1275">
                  <c:v>4.3999999999999997E-2</c:v>
                </c:pt>
                <c:pt idx="1276">
                  <c:v>4.3999999999999997E-2</c:v>
                </c:pt>
                <c:pt idx="1277">
                  <c:v>4.3999999999999997E-2</c:v>
                </c:pt>
                <c:pt idx="1278">
                  <c:v>4.3999999999999997E-2</c:v>
                </c:pt>
                <c:pt idx="1279">
                  <c:v>4.4148148148148145E-2</c:v>
                </c:pt>
                <c:pt idx="1280">
                  <c:v>4.4148148148148145E-2</c:v>
                </c:pt>
                <c:pt idx="1281">
                  <c:v>4.4148148148148145E-2</c:v>
                </c:pt>
                <c:pt idx="1282">
                  <c:v>4.4148148148148145E-2</c:v>
                </c:pt>
                <c:pt idx="1283">
                  <c:v>4.4148148148148145E-2</c:v>
                </c:pt>
                <c:pt idx="1284">
                  <c:v>4.4148148148148145E-2</c:v>
                </c:pt>
                <c:pt idx="1285">
                  <c:v>4.4148148148148145E-2</c:v>
                </c:pt>
                <c:pt idx="1286">
                  <c:v>4.4148148148148145E-2</c:v>
                </c:pt>
                <c:pt idx="1287">
                  <c:v>4.4148148148148145E-2</c:v>
                </c:pt>
                <c:pt idx="1288">
                  <c:v>4.4296296296296299E-2</c:v>
                </c:pt>
                <c:pt idx="1289">
                  <c:v>4.4296296296296299E-2</c:v>
                </c:pt>
                <c:pt idx="1290">
                  <c:v>4.4296296296296299E-2</c:v>
                </c:pt>
                <c:pt idx="1291">
                  <c:v>4.4296296296296299E-2</c:v>
                </c:pt>
                <c:pt idx="1292">
                  <c:v>4.4296296296296299E-2</c:v>
                </c:pt>
                <c:pt idx="1293">
                  <c:v>4.4296296296296299E-2</c:v>
                </c:pt>
                <c:pt idx="1294">
                  <c:v>4.4296296296296299E-2</c:v>
                </c:pt>
                <c:pt idx="1295">
                  <c:v>4.4296296296296299E-2</c:v>
                </c:pt>
                <c:pt idx="1296">
                  <c:v>4.4296296296296299E-2</c:v>
                </c:pt>
                <c:pt idx="1297">
                  <c:v>4.4444444444444446E-2</c:v>
                </c:pt>
                <c:pt idx="1298">
                  <c:v>4.4444444444444446E-2</c:v>
                </c:pt>
                <c:pt idx="1299">
                  <c:v>4.4444444444444446E-2</c:v>
                </c:pt>
                <c:pt idx="1300">
                  <c:v>4.4444444444444446E-2</c:v>
                </c:pt>
                <c:pt idx="1301">
                  <c:v>4.4592592592592593E-2</c:v>
                </c:pt>
                <c:pt idx="1302">
                  <c:v>4.4592592592592593E-2</c:v>
                </c:pt>
                <c:pt idx="1303">
                  <c:v>4.4592592592592593E-2</c:v>
                </c:pt>
                <c:pt idx="1304">
                  <c:v>4.4592592592592593E-2</c:v>
                </c:pt>
                <c:pt idx="1305">
                  <c:v>4.4740740740740741E-2</c:v>
                </c:pt>
                <c:pt idx="1306">
                  <c:v>4.4740740740740741E-2</c:v>
                </c:pt>
                <c:pt idx="1307">
                  <c:v>4.4888888888888888E-2</c:v>
                </c:pt>
                <c:pt idx="1308">
                  <c:v>4.5037037037037035E-2</c:v>
                </c:pt>
                <c:pt idx="1309">
                  <c:v>4.5185185185185182E-2</c:v>
                </c:pt>
                <c:pt idx="1310">
                  <c:v>4.5185185185185182E-2</c:v>
                </c:pt>
                <c:pt idx="1311">
                  <c:v>4.5185185185185182E-2</c:v>
                </c:pt>
                <c:pt idx="1312">
                  <c:v>4.5185185185185182E-2</c:v>
                </c:pt>
                <c:pt idx="1313">
                  <c:v>4.5185185185185182E-2</c:v>
                </c:pt>
                <c:pt idx="1314">
                  <c:v>4.5333333333333337E-2</c:v>
                </c:pt>
                <c:pt idx="1315">
                  <c:v>4.5333333333333337E-2</c:v>
                </c:pt>
                <c:pt idx="1316">
                  <c:v>4.5333333333333337E-2</c:v>
                </c:pt>
                <c:pt idx="1317">
                  <c:v>4.5333333333333337E-2</c:v>
                </c:pt>
                <c:pt idx="1318">
                  <c:v>4.5333333333333337E-2</c:v>
                </c:pt>
                <c:pt idx="1319">
                  <c:v>4.5333333333333337E-2</c:v>
                </c:pt>
                <c:pt idx="1320">
                  <c:v>4.5333333333333337E-2</c:v>
                </c:pt>
                <c:pt idx="1321">
                  <c:v>4.5333333333333337E-2</c:v>
                </c:pt>
                <c:pt idx="1322">
                  <c:v>4.5333333333333337E-2</c:v>
                </c:pt>
                <c:pt idx="1323">
                  <c:v>4.5481481481481484E-2</c:v>
                </c:pt>
                <c:pt idx="1324">
                  <c:v>4.5481481481481484E-2</c:v>
                </c:pt>
                <c:pt idx="1325">
                  <c:v>4.5481481481481484E-2</c:v>
                </c:pt>
                <c:pt idx="1326">
                  <c:v>4.5481481481481484E-2</c:v>
                </c:pt>
                <c:pt idx="1327">
                  <c:v>4.5481481481481484E-2</c:v>
                </c:pt>
                <c:pt idx="1328">
                  <c:v>4.5481481481481484E-2</c:v>
                </c:pt>
                <c:pt idx="1329">
                  <c:v>4.5481481481481484E-2</c:v>
                </c:pt>
                <c:pt idx="1330">
                  <c:v>4.5481481481481484E-2</c:v>
                </c:pt>
                <c:pt idx="1331">
                  <c:v>4.5481481481481484E-2</c:v>
                </c:pt>
                <c:pt idx="1332">
                  <c:v>4.5629629629629631E-2</c:v>
                </c:pt>
                <c:pt idx="1333">
                  <c:v>4.5777777777777778E-2</c:v>
                </c:pt>
                <c:pt idx="1334">
                  <c:v>4.5777777777777778E-2</c:v>
                </c:pt>
                <c:pt idx="1335">
                  <c:v>4.5777777777777778E-2</c:v>
                </c:pt>
                <c:pt idx="1336">
                  <c:v>4.5777777777777778E-2</c:v>
                </c:pt>
                <c:pt idx="1337">
                  <c:v>4.5777777777777778E-2</c:v>
                </c:pt>
                <c:pt idx="1338">
                  <c:v>4.5777777777777778E-2</c:v>
                </c:pt>
                <c:pt idx="1339">
                  <c:v>4.5777777777777778E-2</c:v>
                </c:pt>
                <c:pt idx="1340">
                  <c:v>4.5777777777777778E-2</c:v>
                </c:pt>
                <c:pt idx="1341">
                  <c:v>4.5925925925925926E-2</c:v>
                </c:pt>
                <c:pt idx="1342">
                  <c:v>4.5925925925925926E-2</c:v>
                </c:pt>
                <c:pt idx="1343">
                  <c:v>4.5925925925925926E-2</c:v>
                </c:pt>
                <c:pt idx="1344">
                  <c:v>4.5925925925925926E-2</c:v>
                </c:pt>
                <c:pt idx="1345">
                  <c:v>4.5925925925925926E-2</c:v>
                </c:pt>
                <c:pt idx="1346">
                  <c:v>4.5925925925925926E-2</c:v>
                </c:pt>
                <c:pt idx="1347">
                  <c:v>4.5925925925925926E-2</c:v>
                </c:pt>
                <c:pt idx="1348">
                  <c:v>4.5925925925925926E-2</c:v>
                </c:pt>
                <c:pt idx="1349">
                  <c:v>4.5925925925925926E-2</c:v>
                </c:pt>
                <c:pt idx="1350">
                  <c:v>4.5925925925925926E-2</c:v>
                </c:pt>
                <c:pt idx="1351">
                  <c:v>4.5925925925925926E-2</c:v>
                </c:pt>
                <c:pt idx="1352">
                  <c:v>4.5925925925925926E-2</c:v>
                </c:pt>
                <c:pt idx="1353">
                  <c:v>4.5925925925925926E-2</c:v>
                </c:pt>
                <c:pt idx="1354">
                  <c:v>4.6074074074074073E-2</c:v>
                </c:pt>
                <c:pt idx="1355">
                  <c:v>4.6074074074074073E-2</c:v>
                </c:pt>
                <c:pt idx="1356">
                  <c:v>4.6074074074074073E-2</c:v>
                </c:pt>
                <c:pt idx="1357">
                  <c:v>4.6074074074074073E-2</c:v>
                </c:pt>
                <c:pt idx="1358">
                  <c:v>4.6074074074074073E-2</c:v>
                </c:pt>
                <c:pt idx="1359">
                  <c:v>4.6074074074074073E-2</c:v>
                </c:pt>
                <c:pt idx="1360">
                  <c:v>4.622222222222222E-2</c:v>
                </c:pt>
                <c:pt idx="1361">
                  <c:v>4.6370370370370367E-2</c:v>
                </c:pt>
                <c:pt idx="1362">
                  <c:v>4.6370370370370367E-2</c:v>
                </c:pt>
                <c:pt idx="1363">
                  <c:v>4.6370370370370367E-2</c:v>
                </c:pt>
                <c:pt idx="1364">
                  <c:v>4.6370370370370367E-2</c:v>
                </c:pt>
                <c:pt idx="1365">
                  <c:v>4.6370370370370367E-2</c:v>
                </c:pt>
                <c:pt idx="1366">
                  <c:v>4.6518518518518522E-2</c:v>
                </c:pt>
                <c:pt idx="1367">
                  <c:v>4.6518518518518522E-2</c:v>
                </c:pt>
                <c:pt idx="1368">
                  <c:v>4.6518518518518522E-2</c:v>
                </c:pt>
                <c:pt idx="1369">
                  <c:v>4.6518518518518522E-2</c:v>
                </c:pt>
                <c:pt idx="1370">
                  <c:v>4.6666666666666669E-2</c:v>
                </c:pt>
                <c:pt idx="1371">
                  <c:v>4.6666666666666669E-2</c:v>
                </c:pt>
                <c:pt idx="1372">
                  <c:v>4.6666666666666669E-2</c:v>
                </c:pt>
                <c:pt idx="1373">
                  <c:v>4.6666666666666669E-2</c:v>
                </c:pt>
                <c:pt idx="1374">
                  <c:v>4.6666666666666669E-2</c:v>
                </c:pt>
                <c:pt idx="1375">
                  <c:v>4.6666666666666669E-2</c:v>
                </c:pt>
                <c:pt idx="1376">
                  <c:v>4.6814814814814816E-2</c:v>
                </c:pt>
                <c:pt idx="1377">
                  <c:v>4.6814814814814816E-2</c:v>
                </c:pt>
                <c:pt idx="1378">
                  <c:v>4.6814814814814816E-2</c:v>
                </c:pt>
                <c:pt idx="1379">
                  <c:v>4.6814814814814816E-2</c:v>
                </c:pt>
                <c:pt idx="1380">
                  <c:v>4.6814814814814816E-2</c:v>
                </c:pt>
                <c:pt idx="1381">
                  <c:v>4.6814814814814816E-2</c:v>
                </c:pt>
                <c:pt idx="1382">
                  <c:v>4.6814814814814816E-2</c:v>
                </c:pt>
                <c:pt idx="1383">
                  <c:v>4.6814814814814816E-2</c:v>
                </c:pt>
                <c:pt idx="1384">
                  <c:v>4.6814814814814816E-2</c:v>
                </c:pt>
                <c:pt idx="1385">
                  <c:v>4.6962962962962963E-2</c:v>
                </c:pt>
                <c:pt idx="1386">
                  <c:v>4.7111111111111111E-2</c:v>
                </c:pt>
                <c:pt idx="1387">
                  <c:v>4.7259259259259258E-2</c:v>
                </c:pt>
                <c:pt idx="1388">
                  <c:v>4.7407407407407405E-2</c:v>
                </c:pt>
                <c:pt idx="1389">
                  <c:v>4.7407407407407405E-2</c:v>
                </c:pt>
                <c:pt idx="1390">
                  <c:v>4.7407407407407405E-2</c:v>
                </c:pt>
                <c:pt idx="1391">
                  <c:v>4.7555555555555552E-2</c:v>
                </c:pt>
                <c:pt idx="1392">
                  <c:v>4.7703703703703706E-2</c:v>
                </c:pt>
                <c:pt idx="1393">
                  <c:v>4.7703703703703706E-2</c:v>
                </c:pt>
                <c:pt idx="1394">
                  <c:v>4.7703703703703706E-2</c:v>
                </c:pt>
                <c:pt idx="1395">
                  <c:v>4.7703703703703706E-2</c:v>
                </c:pt>
                <c:pt idx="1396">
                  <c:v>4.7703703703703706E-2</c:v>
                </c:pt>
                <c:pt idx="1397">
                  <c:v>4.7703703703703706E-2</c:v>
                </c:pt>
                <c:pt idx="1398">
                  <c:v>4.7703703703703706E-2</c:v>
                </c:pt>
                <c:pt idx="1399">
                  <c:v>4.7703703703703706E-2</c:v>
                </c:pt>
                <c:pt idx="1400">
                  <c:v>4.7703703703703706E-2</c:v>
                </c:pt>
                <c:pt idx="1401">
                  <c:v>4.7703703703703706E-2</c:v>
                </c:pt>
                <c:pt idx="1402">
                  <c:v>4.7703703703703706E-2</c:v>
                </c:pt>
                <c:pt idx="1403">
                  <c:v>4.7703703703703706E-2</c:v>
                </c:pt>
                <c:pt idx="1404">
                  <c:v>4.7851851851851854E-2</c:v>
                </c:pt>
                <c:pt idx="1405">
                  <c:v>4.7851851851851854E-2</c:v>
                </c:pt>
                <c:pt idx="1406">
                  <c:v>4.7851851851851854E-2</c:v>
                </c:pt>
                <c:pt idx="1407">
                  <c:v>4.7851851851851854E-2</c:v>
                </c:pt>
                <c:pt idx="1408">
                  <c:v>4.7851851851851854E-2</c:v>
                </c:pt>
                <c:pt idx="1409">
                  <c:v>4.8000000000000001E-2</c:v>
                </c:pt>
                <c:pt idx="1410">
                  <c:v>4.8000000000000001E-2</c:v>
                </c:pt>
                <c:pt idx="1411">
                  <c:v>4.8000000000000001E-2</c:v>
                </c:pt>
                <c:pt idx="1412">
                  <c:v>4.8000000000000001E-2</c:v>
                </c:pt>
                <c:pt idx="1413">
                  <c:v>4.8000000000000001E-2</c:v>
                </c:pt>
                <c:pt idx="1414">
                  <c:v>4.8000000000000001E-2</c:v>
                </c:pt>
                <c:pt idx="1415">
                  <c:v>4.8148148148148148E-2</c:v>
                </c:pt>
                <c:pt idx="1416">
                  <c:v>4.8148148148148148E-2</c:v>
                </c:pt>
                <c:pt idx="1417">
                  <c:v>4.8296296296296296E-2</c:v>
                </c:pt>
                <c:pt idx="1418">
                  <c:v>4.8296296296296296E-2</c:v>
                </c:pt>
                <c:pt idx="1419">
                  <c:v>4.8296296296296296E-2</c:v>
                </c:pt>
                <c:pt idx="1420">
                  <c:v>4.8296296296296296E-2</c:v>
                </c:pt>
                <c:pt idx="1421">
                  <c:v>4.8296296296296296E-2</c:v>
                </c:pt>
                <c:pt idx="1422">
                  <c:v>4.8296296296296296E-2</c:v>
                </c:pt>
                <c:pt idx="1423">
                  <c:v>4.8296296296296296E-2</c:v>
                </c:pt>
                <c:pt idx="1424">
                  <c:v>4.8296296296296296E-2</c:v>
                </c:pt>
                <c:pt idx="1425">
                  <c:v>4.8296296296296296E-2</c:v>
                </c:pt>
                <c:pt idx="1426">
                  <c:v>4.8296296296296296E-2</c:v>
                </c:pt>
                <c:pt idx="1427">
                  <c:v>4.8296296296296296E-2</c:v>
                </c:pt>
                <c:pt idx="1428">
                  <c:v>4.8296296296296296E-2</c:v>
                </c:pt>
                <c:pt idx="1429">
                  <c:v>4.8444444444444443E-2</c:v>
                </c:pt>
                <c:pt idx="1430">
                  <c:v>4.859259259259259E-2</c:v>
                </c:pt>
                <c:pt idx="1431">
                  <c:v>4.859259259259259E-2</c:v>
                </c:pt>
                <c:pt idx="1432">
                  <c:v>4.859259259259259E-2</c:v>
                </c:pt>
                <c:pt idx="1433">
                  <c:v>4.859259259259259E-2</c:v>
                </c:pt>
                <c:pt idx="1434">
                  <c:v>4.859259259259259E-2</c:v>
                </c:pt>
                <c:pt idx="1435">
                  <c:v>4.859259259259259E-2</c:v>
                </c:pt>
                <c:pt idx="1436">
                  <c:v>4.859259259259259E-2</c:v>
                </c:pt>
                <c:pt idx="1437">
                  <c:v>4.859259259259259E-2</c:v>
                </c:pt>
                <c:pt idx="1438">
                  <c:v>4.859259259259259E-2</c:v>
                </c:pt>
                <c:pt idx="1439">
                  <c:v>4.859259259259259E-2</c:v>
                </c:pt>
                <c:pt idx="1440">
                  <c:v>4.859259259259259E-2</c:v>
                </c:pt>
                <c:pt idx="1441">
                  <c:v>4.859259259259259E-2</c:v>
                </c:pt>
                <c:pt idx="1442">
                  <c:v>4.859259259259259E-2</c:v>
                </c:pt>
                <c:pt idx="1443">
                  <c:v>4.859259259259259E-2</c:v>
                </c:pt>
                <c:pt idx="1444">
                  <c:v>4.859259259259259E-2</c:v>
                </c:pt>
                <c:pt idx="1445">
                  <c:v>4.8740740740740744E-2</c:v>
                </c:pt>
                <c:pt idx="1446">
                  <c:v>4.8888888888888891E-2</c:v>
                </c:pt>
                <c:pt idx="1447">
                  <c:v>4.9037037037037039E-2</c:v>
                </c:pt>
                <c:pt idx="1448">
                  <c:v>4.9185185185185186E-2</c:v>
                </c:pt>
                <c:pt idx="1449">
                  <c:v>4.9333333333333333E-2</c:v>
                </c:pt>
                <c:pt idx="1450">
                  <c:v>4.948148148148148E-2</c:v>
                </c:pt>
                <c:pt idx="1451">
                  <c:v>4.948148148148148E-2</c:v>
                </c:pt>
                <c:pt idx="1452">
                  <c:v>4.948148148148148E-2</c:v>
                </c:pt>
                <c:pt idx="1453">
                  <c:v>4.948148148148148E-2</c:v>
                </c:pt>
                <c:pt idx="1454">
                  <c:v>4.948148148148148E-2</c:v>
                </c:pt>
                <c:pt idx="1455">
                  <c:v>4.948148148148148E-2</c:v>
                </c:pt>
                <c:pt idx="1456">
                  <c:v>4.948148148148148E-2</c:v>
                </c:pt>
                <c:pt idx="1457">
                  <c:v>4.9629629629629628E-2</c:v>
                </c:pt>
                <c:pt idx="1458">
                  <c:v>4.9629629629629628E-2</c:v>
                </c:pt>
                <c:pt idx="1459">
                  <c:v>4.9777777777777775E-2</c:v>
                </c:pt>
                <c:pt idx="1460">
                  <c:v>4.9777777777777775E-2</c:v>
                </c:pt>
                <c:pt idx="1461">
                  <c:v>4.9925925925925929E-2</c:v>
                </c:pt>
                <c:pt idx="1462">
                  <c:v>4.9925925925925929E-2</c:v>
                </c:pt>
                <c:pt idx="1463">
                  <c:v>4.9925925925925929E-2</c:v>
                </c:pt>
                <c:pt idx="1464">
                  <c:v>4.9925925925925929E-2</c:v>
                </c:pt>
                <c:pt idx="1465">
                  <c:v>4.9925925925925929E-2</c:v>
                </c:pt>
                <c:pt idx="1466">
                  <c:v>4.9925925925925929E-2</c:v>
                </c:pt>
                <c:pt idx="1467">
                  <c:v>4.9925925925925929E-2</c:v>
                </c:pt>
                <c:pt idx="1468">
                  <c:v>4.9925925925925929E-2</c:v>
                </c:pt>
                <c:pt idx="1469">
                  <c:v>5.0074074074074076E-2</c:v>
                </c:pt>
                <c:pt idx="1470">
                  <c:v>5.0074074074074076E-2</c:v>
                </c:pt>
                <c:pt idx="1471">
                  <c:v>5.0074074074074076E-2</c:v>
                </c:pt>
                <c:pt idx="1472">
                  <c:v>5.0074074074074076E-2</c:v>
                </c:pt>
                <c:pt idx="1473">
                  <c:v>5.0074074074074076E-2</c:v>
                </c:pt>
                <c:pt idx="1474">
                  <c:v>5.0222222222222224E-2</c:v>
                </c:pt>
                <c:pt idx="1475">
                  <c:v>5.0222222222222224E-2</c:v>
                </c:pt>
                <c:pt idx="1476">
                  <c:v>5.0222222222222224E-2</c:v>
                </c:pt>
                <c:pt idx="1477">
                  <c:v>5.0370370370370371E-2</c:v>
                </c:pt>
                <c:pt idx="1478">
                  <c:v>5.0370370370370371E-2</c:v>
                </c:pt>
                <c:pt idx="1479">
                  <c:v>5.0518518518518518E-2</c:v>
                </c:pt>
                <c:pt idx="1480">
                  <c:v>5.0518518518518518E-2</c:v>
                </c:pt>
                <c:pt idx="1481">
                  <c:v>5.0518518518518518E-2</c:v>
                </c:pt>
                <c:pt idx="1482">
                  <c:v>5.0518518518518518E-2</c:v>
                </c:pt>
                <c:pt idx="1483">
                  <c:v>5.0518518518518518E-2</c:v>
                </c:pt>
                <c:pt idx="1484">
                  <c:v>5.0518518518518518E-2</c:v>
                </c:pt>
                <c:pt idx="1485">
                  <c:v>5.0666666666666665E-2</c:v>
                </c:pt>
                <c:pt idx="1486">
                  <c:v>5.0666666666666665E-2</c:v>
                </c:pt>
                <c:pt idx="1487">
                  <c:v>5.0666666666666665E-2</c:v>
                </c:pt>
                <c:pt idx="1488">
                  <c:v>5.0814814814814813E-2</c:v>
                </c:pt>
                <c:pt idx="1489">
                  <c:v>5.0814814814814813E-2</c:v>
                </c:pt>
                <c:pt idx="1490">
                  <c:v>5.0814814814814813E-2</c:v>
                </c:pt>
                <c:pt idx="1491">
                  <c:v>5.0814814814814813E-2</c:v>
                </c:pt>
                <c:pt idx="1492">
                  <c:v>5.0814814814814813E-2</c:v>
                </c:pt>
                <c:pt idx="1493">
                  <c:v>5.0814814814814813E-2</c:v>
                </c:pt>
                <c:pt idx="1494">
                  <c:v>5.0814814814814813E-2</c:v>
                </c:pt>
                <c:pt idx="1495">
                  <c:v>5.0814814814814813E-2</c:v>
                </c:pt>
                <c:pt idx="1496">
                  <c:v>5.096296296296296E-2</c:v>
                </c:pt>
                <c:pt idx="1497">
                  <c:v>5.096296296296296E-2</c:v>
                </c:pt>
                <c:pt idx="1498">
                  <c:v>5.096296296296296E-2</c:v>
                </c:pt>
                <c:pt idx="1499">
                  <c:v>5.096296296296296E-2</c:v>
                </c:pt>
                <c:pt idx="1500">
                  <c:v>5.096296296296296E-2</c:v>
                </c:pt>
                <c:pt idx="1501">
                  <c:v>5.096296296296296E-2</c:v>
                </c:pt>
                <c:pt idx="1502">
                  <c:v>5.1111111111111114E-2</c:v>
                </c:pt>
                <c:pt idx="1503">
                  <c:v>5.1111111111111114E-2</c:v>
                </c:pt>
                <c:pt idx="1504">
                  <c:v>5.1259259259259261E-2</c:v>
                </c:pt>
                <c:pt idx="1505">
                  <c:v>5.1259259259259261E-2</c:v>
                </c:pt>
                <c:pt idx="1506">
                  <c:v>5.1259259259259261E-2</c:v>
                </c:pt>
                <c:pt idx="1507">
                  <c:v>5.1259259259259261E-2</c:v>
                </c:pt>
                <c:pt idx="1508">
                  <c:v>5.1407407407407409E-2</c:v>
                </c:pt>
                <c:pt idx="1509">
                  <c:v>5.1555555555555556E-2</c:v>
                </c:pt>
                <c:pt idx="1510">
                  <c:v>5.1703703703703703E-2</c:v>
                </c:pt>
                <c:pt idx="1511">
                  <c:v>5.1703703703703703E-2</c:v>
                </c:pt>
                <c:pt idx="1512">
                  <c:v>5.1703703703703703E-2</c:v>
                </c:pt>
                <c:pt idx="1513">
                  <c:v>5.185185185185185E-2</c:v>
                </c:pt>
                <c:pt idx="1514">
                  <c:v>5.1999999999999998E-2</c:v>
                </c:pt>
                <c:pt idx="1515">
                  <c:v>5.1999999999999998E-2</c:v>
                </c:pt>
                <c:pt idx="1516">
                  <c:v>5.2148148148148145E-2</c:v>
                </c:pt>
                <c:pt idx="1517">
                  <c:v>5.2148148148148145E-2</c:v>
                </c:pt>
                <c:pt idx="1518">
                  <c:v>5.2296296296296299E-2</c:v>
                </c:pt>
                <c:pt idx="1519">
                  <c:v>5.2296296296296299E-2</c:v>
                </c:pt>
                <c:pt idx="1520">
                  <c:v>5.2296296296296299E-2</c:v>
                </c:pt>
                <c:pt idx="1521">
                  <c:v>5.2296296296296299E-2</c:v>
                </c:pt>
                <c:pt idx="1522">
                  <c:v>5.2296296296296299E-2</c:v>
                </c:pt>
                <c:pt idx="1523">
                  <c:v>5.2296296296296299E-2</c:v>
                </c:pt>
                <c:pt idx="1524">
                  <c:v>5.2296296296296299E-2</c:v>
                </c:pt>
                <c:pt idx="1525">
                  <c:v>5.2296296296296299E-2</c:v>
                </c:pt>
                <c:pt idx="1526">
                  <c:v>5.2296296296296299E-2</c:v>
                </c:pt>
                <c:pt idx="1527">
                  <c:v>5.2296296296296299E-2</c:v>
                </c:pt>
                <c:pt idx="1528">
                  <c:v>5.2296296296296299E-2</c:v>
                </c:pt>
                <c:pt idx="1529">
                  <c:v>5.2296296296296299E-2</c:v>
                </c:pt>
                <c:pt idx="1530">
                  <c:v>5.2296296296296299E-2</c:v>
                </c:pt>
                <c:pt idx="1531">
                  <c:v>5.2296296296296299E-2</c:v>
                </c:pt>
                <c:pt idx="1532">
                  <c:v>5.2296296296296299E-2</c:v>
                </c:pt>
                <c:pt idx="1533">
                  <c:v>5.2296296296296299E-2</c:v>
                </c:pt>
                <c:pt idx="1534">
                  <c:v>5.2444444444444446E-2</c:v>
                </c:pt>
                <c:pt idx="1535">
                  <c:v>5.2444444444444446E-2</c:v>
                </c:pt>
                <c:pt idx="1536">
                  <c:v>5.2444444444444446E-2</c:v>
                </c:pt>
                <c:pt idx="1537">
                  <c:v>5.2444444444444446E-2</c:v>
                </c:pt>
                <c:pt idx="1538">
                  <c:v>5.2444444444444446E-2</c:v>
                </c:pt>
                <c:pt idx="1539">
                  <c:v>5.2444444444444446E-2</c:v>
                </c:pt>
                <c:pt idx="1540">
                  <c:v>5.2444444444444446E-2</c:v>
                </c:pt>
                <c:pt idx="1541">
                  <c:v>5.2444444444444446E-2</c:v>
                </c:pt>
                <c:pt idx="1542">
                  <c:v>5.2444444444444446E-2</c:v>
                </c:pt>
                <c:pt idx="1543">
                  <c:v>5.2444444444444446E-2</c:v>
                </c:pt>
                <c:pt idx="1544">
                  <c:v>5.2444444444444446E-2</c:v>
                </c:pt>
                <c:pt idx="1545">
                  <c:v>5.2444444444444446E-2</c:v>
                </c:pt>
                <c:pt idx="1546">
                  <c:v>5.2444444444444446E-2</c:v>
                </c:pt>
                <c:pt idx="1547">
                  <c:v>5.2444444444444446E-2</c:v>
                </c:pt>
                <c:pt idx="1548">
                  <c:v>5.2444444444444446E-2</c:v>
                </c:pt>
                <c:pt idx="1549">
                  <c:v>5.2444444444444446E-2</c:v>
                </c:pt>
                <c:pt idx="1550">
                  <c:v>5.2592592592592594E-2</c:v>
                </c:pt>
                <c:pt idx="1551">
                  <c:v>5.2592592592592594E-2</c:v>
                </c:pt>
                <c:pt idx="1552">
                  <c:v>5.2592592592592594E-2</c:v>
                </c:pt>
                <c:pt idx="1553">
                  <c:v>5.2592592592592594E-2</c:v>
                </c:pt>
                <c:pt idx="1554">
                  <c:v>5.2740740740740741E-2</c:v>
                </c:pt>
                <c:pt idx="1555">
                  <c:v>5.2888888888888888E-2</c:v>
                </c:pt>
                <c:pt idx="1556">
                  <c:v>5.2888888888888888E-2</c:v>
                </c:pt>
                <c:pt idx="1557">
                  <c:v>5.2888888888888888E-2</c:v>
                </c:pt>
                <c:pt idx="1558">
                  <c:v>5.2888888888888888E-2</c:v>
                </c:pt>
                <c:pt idx="1559">
                  <c:v>5.3037037037037035E-2</c:v>
                </c:pt>
                <c:pt idx="1560">
                  <c:v>5.3037037037037035E-2</c:v>
                </c:pt>
                <c:pt idx="1561">
                  <c:v>5.3037037037037035E-2</c:v>
                </c:pt>
                <c:pt idx="1562">
                  <c:v>5.3037037037037035E-2</c:v>
                </c:pt>
                <c:pt idx="1563">
                  <c:v>5.3037037037037035E-2</c:v>
                </c:pt>
                <c:pt idx="1564">
                  <c:v>5.3185185185185183E-2</c:v>
                </c:pt>
                <c:pt idx="1565">
                  <c:v>5.3185185185185183E-2</c:v>
                </c:pt>
                <c:pt idx="1566">
                  <c:v>5.3185185185185183E-2</c:v>
                </c:pt>
                <c:pt idx="1567">
                  <c:v>5.3185185185185183E-2</c:v>
                </c:pt>
                <c:pt idx="1568">
                  <c:v>5.3185185185185183E-2</c:v>
                </c:pt>
                <c:pt idx="1569">
                  <c:v>5.3185185185185183E-2</c:v>
                </c:pt>
                <c:pt idx="1570">
                  <c:v>5.3185185185185183E-2</c:v>
                </c:pt>
                <c:pt idx="1571">
                  <c:v>5.3185185185185183E-2</c:v>
                </c:pt>
                <c:pt idx="1572">
                  <c:v>5.3333333333333337E-2</c:v>
                </c:pt>
                <c:pt idx="1573">
                  <c:v>5.3481481481481484E-2</c:v>
                </c:pt>
                <c:pt idx="1574">
                  <c:v>5.3481481481481484E-2</c:v>
                </c:pt>
                <c:pt idx="1575">
                  <c:v>5.3481481481481484E-2</c:v>
                </c:pt>
                <c:pt idx="1576">
                  <c:v>5.3481481481481484E-2</c:v>
                </c:pt>
                <c:pt idx="1577">
                  <c:v>5.3481481481481484E-2</c:v>
                </c:pt>
                <c:pt idx="1578">
                  <c:v>5.3481481481481484E-2</c:v>
                </c:pt>
                <c:pt idx="1579">
                  <c:v>5.3481481481481484E-2</c:v>
                </c:pt>
                <c:pt idx="1580">
                  <c:v>5.3481481481481484E-2</c:v>
                </c:pt>
                <c:pt idx="1581">
                  <c:v>5.3629629629629631E-2</c:v>
                </c:pt>
                <c:pt idx="1582">
                  <c:v>5.3629629629629631E-2</c:v>
                </c:pt>
                <c:pt idx="1583">
                  <c:v>5.3777777777777779E-2</c:v>
                </c:pt>
                <c:pt idx="1584">
                  <c:v>5.3925925925925926E-2</c:v>
                </c:pt>
                <c:pt idx="1585">
                  <c:v>5.3925925925925926E-2</c:v>
                </c:pt>
                <c:pt idx="1586">
                  <c:v>5.3925925925925926E-2</c:v>
                </c:pt>
                <c:pt idx="1587">
                  <c:v>5.3925925925925926E-2</c:v>
                </c:pt>
                <c:pt idx="1588">
                  <c:v>5.3925925925925926E-2</c:v>
                </c:pt>
                <c:pt idx="1589">
                  <c:v>5.3925925925925926E-2</c:v>
                </c:pt>
                <c:pt idx="1590">
                  <c:v>5.4074074074074073E-2</c:v>
                </c:pt>
                <c:pt idx="1591">
                  <c:v>5.4074074074074073E-2</c:v>
                </c:pt>
                <c:pt idx="1592">
                  <c:v>5.422222222222222E-2</c:v>
                </c:pt>
                <c:pt idx="1593">
                  <c:v>5.422222222222222E-2</c:v>
                </c:pt>
                <c:pt idx="1594">
                  <c:v>5.422222222222222E-2</c:v>
                </c:pt>
                <c:pt idx="1595">
                  <c:v>5.422222222222222E-2</c:v>
                </c:pt>
                <c:pt idx="1596">
                  <c:v>5.4370370370370368E-2</c:v>
                </c:pt>
                <c:pt idx="1597">
                  <c:v>5.4370370370370368E-2</c:v>
                </c:pt>
                <c:pt idx="1598">
                  <c:v>5.4370370370370368E-2</c:v>
                </c:pt>
                <c:pt idx="1599">
                  <c:v>5.4370370370370368E-2</c:v>
                </c:pt>
                <c:pt idx="1600">
                  <c:v>5.4370370370370368E-2</c:v>
                </c:pt>
                <c:pt idx="1601">
                  <c:v>5.4370370370370368E-2</c:v>
                </c:pt>
                <c:pt idx="1602">
                  <c:v>5.4370370370370368E-2</c:v>
                </c:pt>
                <c:pt idx="1603">
                  <c:v>5.4370370370370368E-2</c:v>
                </c:pt>
                <c:pt idx="1604">
                  <c:v>5.4370370370370368E-2</c:v>
                </c:pt>
                <c:pt idx="1605">
                  <c:v>5.4370370370370368E-2</c:v>
                </c:pt>
                <c:pt idx="1606">
                  <c:v>5.4370370370370368E-2</c:v>
                </c:pt>
                <c:pt idx="1607">
                  <c:v>5.4370370370370368E-2</c:v>
                </c:pt>
                <c:pt idx="1608">
                  <c:v>5.4518518518518522E-2</c:v>
                </c:pt>
                <c:pt idx="1609">
                  <c:v>5.4518518518518522E-2</c:v>
                </c:pt>
                <c:pt idx="1610">
                  <c:v>5.4666666666666669E-2</c:v>
                </c:pt>
                <c:pt idx="1611">
                  <c:v>5.4666666666666669E-2</c:v>
                </c:pt>
                <c:pt idx="1612">
                  <c:v>5.4666666666666669E-2</c:v>
                </c:pt>
                <c:pt idx="1613">
                  <c:v>5.4666666666666669E-2</c:v>
                </c:pt>
                <c:pt idx="1614">
                  <c:v>5.4814814814814816E-2</c:v>
                </c:pt>
                <c:pt idx="1615">
                  <c:v>5.4962962962962963E-2</c:v>
                </c:pt>
                <c:pt idx="1616">
                  <c:v>5.5111111111111111E-2</c:v>
                </c:pt>
                <c:pt idx="1617">
                  <c:v>5.5259259259259258E-2</c:v>
                </c:pt>
                <c:pt idx="1618">
                  <c:v>5.5259259259259258E-2</c:v>
                </c:pt>
                <c:pt idx="1619">
                  <c:v>5.5259259259259258E-2</c:v>
                </c:pt>
                <c:pt idx="1620">
                  <c:v>5.5259259259259258E-2</c:v>
                </c:pt>
                <c:pt idx="1621">
                  <c:v>5.5259259259259258E-2</c:v>
                </c:pt>
                <c:pt idx="1622">
                  <c:v>5.5259259259259258E-2</c:v>
                </c:pt>
                <c:pt idx="1623">
                  <c:v>5.5259259259259258E-2</c:v>
                </c:pt>
                <c:pt idx="1624">
                  <c:v>5.5259259259259258E-2</c:v>
                </c:pt>
                <c:pt idx="1625">
                  <c:v>5.5407407407407405E-2</c:v>
                </c:pt>
                <c:pt idx="1626">
                  <c:v>5.5407407407407405E-2</c:v>
                </c:pt>
                <c:pt idx="1627">
                  <c:v>5.5555555555555552E-2</c:v>
                </c:pt>
                <c:pt idx="1628">
                  <c:v>5.5555555555555552E-2</c:v>
                </c:pt>
                <c:pt idx="1629">
                  <c:v>5.5555555555555552E-2</c:v>
                </c:pt>
                <c:pt idx="1630">
                  <c:v>5.5555555555555552E-2</c:v>
                </c:pt>
                <c:pt idx="1631">
                  <c:v>5.5703703703703707E-2</c:v>
                </c:pt>
                <c:pt idx="1632">
                  <c:v>5.5703703703703707E-2</c:v>
                </c:pt>
                <c:pt idx="1633">
                  <c:v>5.5703703703703707E-2</c:v>
                </c:pt>
                <c:pt idx="1634">
                  <c:v>5.5851851851851854E-2</c:v>
                </c:pt>
                <c:pt idx="1635">
                  <c:v>5.5851851851851854E-2</c:v>
                </c:pt>
                <c:pt idx="1636">
                  <c:v>5.5851851851851854E-2</c:v>
                </c:pt>
                <c:pt idx="1637">
                  <c:v>5.5851851851851854E-2</c:v>
                </c:pt>
                <c:pt idx="1638">
                  <c:v>5.5851851851851854E-2</c:v>
                </c:pt>
                <c:pt idx="1639">
                  <c:v>5.5851851851851854E-2</c:v>
                </c:pt>
                <c:pt idx="1640">
                  <c:v>5.6000000000000001E-2</c:v>
                </c:pt>
                <c:pt idx="1641">
                  <c:v>5.6000000000000001E-2</c:v>
                </c:pt>
                <c:pt idx="1642">
                  <c:v>5.6000000000000001E-2</c:v>
                </c:pt>
                <c:pt idx="1643">
                  <c:v>5.6000000000000001E-2</c:v>
                </c:pt>
                <c:pt idx="1644">
                  <c:v>5.6148148148148148E-2</c:v>
                </c:pt>
                <c:pt idx="1645">
                  <c:v>5.6148148148148148E-2</c:v>
                </c:pt>
                <c:pt idx="1646">
                  <c:v>5.6148148148148148E-2</c:v>
                </c:pt>
                <c:pt idx="1647">
                  <c:v>5.6148148148148148E-2</c:v>
                </c:pt>
                <c:pt idx="1648">
                  <c:v>5.6296296296296296E-2</c:v>
                </c:pt>
                <c:pt idx="1649">
                  <c:v>5.6296296296296296E-2</c:v>
                </c:pt>
                <c:pt idx="1650">
                  <c:v>5.6296296296296296E-2</c:v>
                </c:pt>
                <c:pt idx="1651">
                  <c:v>5.6296296296296296E-2</c:v>
                </c:pt>
                <c:pt idx="1652">
                  <c:v>5.6296296296296296E-2</c:v>
                </c:pt>
                <c:pt idx="1653">
                  <c:v>5.6296296296296296E-2</c:v>
                </c:pt>
                <c:pt idx="1654">
                  <c:v>5.6296296296296296E-2</c:v>
                </c:pt>
                <c:pt idx="1655">
                  <c:v>5.6296296296296296E-2</c:v>
                </c:pt>
                <c:pt idx="1656">
                  <c:v>5.6296296296296296E-2</c:v>
                </c:pt>
                <c:pt idx="1657">
                  <c:v>5.6444444444444443E-2</c:v>
                </c:pt>
                <c:pt idx="1658">
                  <c:v>5.6444444444444443E-2</c:v>
                </c:pt>
                <c:pt idx="1659">
                  <c:v>5.659259259259259E-2</c:v>
                </c:pt>
                <c:pt idx="1660">
                  <c:v>5.659259259259259E-2</c:v>
                </c:pt>
                <c:pt idx="1661">
                  <c:v>5.659259259259259E-2</c:v>
                </c:pt>
                <c:pt idx="1662">
                  <c:v>5.659259259259259E-2</c:v>
                </c:pt>
                <c:pt idx="1663">
                  <c:v>5.659259259259259E-2</c:v>
                </c:pt>
                <c:pt idx="1664">
                  <c:v>5.6740740740740737E-2</c:v>
                </c:pt>
                <c:pt idx="1665">
                  <c:v>5.6888888888888892E-2</c:v>
                </c:pt>
                <c:pt idx="1666">
                  <c:v>5.7037037037037039E-2</c:v>
                </c:pt>
                <c:pt idx="1667">
                  <c:v>5.7037037037037039E-2</c:v>
                </c:pt>
                <c:pt idx="1668">
                  <c:v>5.7037037037037039E-2</c:v>
                </c:pt>
                <c:pt idx="1669">
                  <c:v>5.7037037037037039E-2</c:v>
                </c:pt>
                <c:pt idx="1670">
                  <c:v>5.7037037037037039E-2</c:v>
                </c:pt>
                <c:pt idx="1671">
                  <c:v>5.7037037037037039E-2</c:v>
                </c:pt>
                <c:pt idx="1672">
                  <c:v>5.7185185185185186E-2</c:v>
                </c:pt>
                <c:pt idx="1673">
                  <c:v>5.7185185185185186E-2</c:v>
                </c:pt>
                <c:pt idx="1674">
                  <c:v>5.7185185185185186E-2</c:v>
                </c:pt>
                <c:pt idx="1675">
                  <c:v>5.7185185185185186E-2</c:v>
                </c:pt>
                <c:pt idx="1676">
                  <c:v>5.7185185185185186E-2</c:v>
                </c:pt>
                <c:pt idx="1677">
                  <c:v>5.7333333333333333E-2</c:v>
                </c:pt>
                <c:pt idx="1678">
                  <c:v>5.7333333333333333E-2</c:v>
                </c:pt>
                <c:pt idx="1679">
                  <c:v>5.7333333333333333E-2</c:v>
                </c:pt>
                <c:pt idx="1680">
                  <c:v>5.7333333333333333E-2</c:v>
                </c:pt>
                <c:pt idx="1681">
                  <c:v>5.7481481481481481E-2</c:v>
                </c:pt>
                <c:pt idx="1682">
                  <c:v>5.7481481481481481E-2</c:v>
                </c:pt>
                <c:pt idx="1683">
                  <c:v>5.7481481481481481E-2</c:v>
                </c:pt>
                <c:pt idx="1684">
                  <c:v>5.7481481481481481E-2</c:v>
                </c:pt>
                <c:pt idx="1685">
                  <c:v>5.7481481481481481E-2</c:v>
                </c:pt>
                <c:pt idx="1686">
                  <c:v>5.7481481481481481E-2</c:v>
                </c:pt>
                <c:pt idx="1687">
                  <c:v>5.7481481481481481E-2</c:v>
                </c:pt>
                <c:pt idx="1688">
                  <c:v>5.7481481481481481E-2</c:v>
                </c:pt>
                <c:pt idx="1689">
                  <c:v>5.7629629629629628E-2</c:v>
                </c:pt>
                <c:pt idx="1690">
                  <c:v>5.7629629629629628E-2</c:v>
                </c:pt>
                <c:pt idx="1691">
                  <c:v>5.7629629629629628E-2</c:v>
                </c:pt>
                <c:pt idx="1692">
                  <c:v>5.7629629629629628E-2</c:v>
                </c:pt>
                <c:pt idx="1693">
                  <c:v>5.7629629629629628E-2</c:v>
                </c:pt>
                <c:pt idx="1694">
                  <c:v>5.7777777777777775E-2</c:v>
                </c:pt>
                <c:pt idx="1695">
                  <c:v>5.7777777777777775E-2</c:v>
                </c:pt>
                <c:pt idx="1696">
                  <c:v>5.7777777777777775E-2</c:v>
                </c:pt>
                <c:pt idx="1697">
                  <c:v>5.7925925925925929E-2</c:v>
                </c:pt>
                <c:pt idx="1698">
                  <c:v>5.8074074074074077E-2</c:v>
                </c:pt>
                <c:pt idx="1699">
                  <c:v>5.8074074074074077E-2</c:v>
                </c:pt>
                <c:pt idx="1700">
                  <c:v>5.8074074074074077E-2</c:v>
                </c:pt>
                <c:pt idx="1701">
                  <c:v>5.8074074074074077E-2</c:v>
                </c:pt>
                <c:pt idx="1702">
                  <c:v>5.8222222222222224E-2</c:v>
                </c:pt>
                <c:pt idx="1703">
                  <c:v>5.8222222222222224E-2</c:v>
                </c:pt>
                <c:pt idx="1704">
                  <c:v>5.8222222222222224E-2</c:v>
                </c:pt>
                <c:pt idx="1705">
                  <c:v>5.8222222222222224E-2</c:v>
                </c:pt>
                <c:pt idx="1706">
                  <c:v>5.8222222222222224E-2</c:v>
                </c:pt>
                <c:pt idx="1707">
                  <c:v>5.8370370370370371E-2</c:v>
                </c:pt>
                <c:pt idx="1708">
                  <c:v>5.8370370370370371E-2</c:v>
                </c:pt>
                <c:pt idx="1709">
                  <c:v>5.8370370370370371E-2</c:v>
                </c:pt>
                <c:pt idx="1710">
                  <c:v>5.8370370370370371E-2</c:v>
                </c:pt>
                <c:pt idx="1711">
                  <c:v>5.8370370370370371E-2</c:v>
                </c:pt>
                <c:pt idx="1712">
                  <c:v>5.8370370370370371E-2</c:v>
                </c:pt>
                <c:pt idx="1713">
                  <c:v>5.8370370370370371E-2</c:v>
                </c:pt>
                <c:pt idx="1714">
                  <c:v>5.8370370370370371E-2</c:v>
                </c:pt>
                <c:pt idx="1715">
                  <c:v>5.8518518518518518E-2</c:v>
                </c:pt>
                <c:pt idx="1716">
                  <c:v>5.8518518518518518E-2</c:v>
                </c:pt>
                <c:pt idx="1717">
                  <c:v>5.8666666666666666E-2</c:v>
                </c:pt>
                <c:pt idx="1718">
                  <c:v>5.8814814814814813E-2</c:v>
                </c:pt>
                <c:pt idx="1719">
                  <c:v>5.896296296296296E-2</c:v>
                </c:pt>
                <c:pt idx="1720">
                  <c:v>5.896296296296296E-2</c:v>
                </c:pt>
                <c:pt idx="1721">
                  <c:v>5.896296296296296E-2</c:v>
                </c:pt>
                <c:pt idx="1722">
                  <c:v>5.896296296296296E-2</c:v>
                </c:pt>
                <c:pt idx="1723">
                  <c:v>5.896296296296296E-2</c:v>
                </c:pt>
                <c:pt idx="1724">
                  <c:v>5.9111111111111114E-2</c:v>
                </c:pt>
                <c:pt idx="1725">
                  <c:v>5.9111111111111114E-2</c:v>
                </c:pt>
                <c:pt idx="1726">
                  <c:v>5.9111111111111114E-2</c:v>
                </c:pt>
                <c:pt idx="1727">
                  <c:v>5.9259259259259262E-2</c:v>
                </c:pt>
                <c:pt idx="1728">
                  <c:v>5.9259259259259262E-2</c:v>
                </c:pt>
                <c:pt idx="1729">
                  <c:v>5.9259259259259262E-2</c:v>
                </c:pt>
                <c:pt idx="1730">
                  <c:v>5.9259259259259262E-2</c:v>
                </c:pt>
                <c:pt idx="1731">
                  <c:v>5.9259259259259262E-2</c:v>
                </c:pt>
                <c:pt idx="1732">
                  <c:v>5.9259259259259262E-2</c:v>
                </c:pt>
                <c:pt idx="1733">
                  <c:v>5.9407407407407409E-2</c:v>
                </c:pt>
                <c:pt idx="1734">
                  <c:v>5.9555555555555556E-2</c:v>
                </c:pt>
                <c:pt idx="1735">
                  <c:v>5.9555555555555556E-2</c:v>
                </c:pt>
                <c:pt idx="1736">
                  <c:v>5.9555555555555556E-2</c:v>
                </c:pt>
                <c:pt idx="1737">
                  <c:v>5.9555555555555556E-2</c:v>
                </c:pt>
                <c:pt idx="1738">
                  <c:v>5.9555555555555556E-2</c:v>
                </c:pt>
                <c:pt idx="1739">
                  <c:v>5.9555555555555556E-2</c:v>
                </c:pt>
                <c:pt idx="1740">
                  <c:v>5.9703703703703703E-2</c:v>
                </c:pt>
                <c:pt idx="1741">
                  <c:v>5.9703703703703703E-2</c:v>
                </c:pt>
                <c:pt idx="1742">
                  <c:v>5.9851851851851851E-2</c:v>
                </c:pt>
                <c:pt idx="1743">
                  <c:v>5.9851851851851851E-2</c:v>
                </c:pt>
                <c:pt idx="1744">
                  <c:v>5.9851851851851851E-2</c:v>
                </c:pt>
                <c:pt idx="1745">
                  <c:v>5.9851851851851851E-2</c:v>
                </c:pt>
                <c:pt idx="1746">
                  <c:v>5.9851851851851851E-2</c:v>
                </c:pt>
                <c:pt idx="1747">
                  <c:v>5.9851851851851851E-2</c:v>
                </c:pt>
                <c:pt idx="1748">
                  <c:v>5.9851851851851851E-2</c:v>
                </c:pt>
                <c:pt idx="1749">
                  <c:v>5.9851851851851851E-2</c:v>
                </c:pt>
                <c:pt idx="1750">
                  <c:v>0.06</c:v>
                </c:pt>
                <c:pt idx="1751">
                  <c:v>0.06</c:v>
                </c:pt>
                <c:pt idx="1752">
                  <c:v>0.06</c:v>
                </c:pt>
                <c:pt idx="1753">
                  <c:v>6.0148148148148145E-2</c:v>
                </c:pt>
                <c:pt idx="1754">
                  <c:v>6.0148148148148145E-2</c:v>
                </c:pt>
                <c:pt idx="1755">
                  <c:v>6.0148148148148145E-2</c:v>
                </c:pt>
                <c:pt idx="1756">
                  <c:v>6.0148148148148145E-2</c:v>
                </c:pt>
                <c:pt idx="1757">
                  <c:v>6.0296296296296299E-2</c:v>
                </c:pt>
                <c:pt idx="1758">
                  <c:v>6.0296296296296299E-2</c:v>
                </c:pt>
                <c:pt idx="1759">
                  <c:v>6.0444444444444446E-2</c:v>
                </c:pt>
                <c:pt idx="1760">
                  <c:v>6.0444444444444446E-2</c:v>
                </c:pt>
                <c:pt idx="1761">
                  <c:v>6.0444444444444446E-2</c:v>
                </c:pt>
                <c:pt idx="1762">
                  <c:v>6.0444444444444446E-2</c:v>
                </c:pt>
                <c:pt idx="1763">
                  <c:v>6.0444444444444446E-2</c:v>
                </c:pt>
                <c:pt idx="1764">
                  <c:v>6.0444444444444446E-2</c:v>
                </c:pt>
                <c:pt idx="1765">
                  <c:v>6.0444444444444446E-2</c:v>
                </c:pt>
                <c:pt idx="1766">
                  <c:v>6.0444444444444446E-2</c:v>
                </c:pt>
                <c:pt idx="1767">
                  <c:v>6.0444444444444446E-2</c:v>
                </c:pt>
                <c:pt idx="1768">
                  <c:v>6.0592592592592594E-2</c:v>
                </c:pt>
                <c:pt idx="1769">
                  <c:v>6.0740740740740741E-2</c:v>
                </c:pt>
                <c:pt idx="1770">
                  <c:v>6.0740740740740741E-2</c:v>
                </c:pt>
                <c:pt idx="1771">
                  <c:v>6.0740740740740741E-2</c:v>
                </c:pt>
                <c:pt idx="1772">
                  <c:v>6.0740740740740741E-2</c:v>
                </c:pt>
                <c:pt idx="1773">
                  <c:v>6.0740740740740741E-2</c:v>
                </c:pt>
                <c:pt idx="1774">
                  <c:v>6.0740740740740741E-2</c:v>
                </c:pt>
                <c:pt idx="1775">
                  <c:v>6.0740740740740741E-2</c:v>
                </c:pt>
                <c:pt idx="1776">
                  <c:v>6.0740740740740741E-2</c:v>
                </c:pt>
                <c:pt idx="1777">
                  <c:v>6.0740740740740741E-2</c:v>
                </c:pt>
                <c:pt idx="1778">
                  <c:v>6.0740740740740741E-2</c:v>
                </c:pt>
                <c:pt idx="1779">
                  <c:v>6.0740740740740741E-2</c:v>
                </c:pt>
                <c:pt idx="1780">
                  <c:v>6.0740740740740741E-2</c:v>
                </c:pt>
                <c:pt idx="1781">
                  <c:v>6.0740740740740741E-2</c:v>
                </c:pt>
                <c:pt idx="1782">
                  <c:v>6.0740740740740741E-2</c:v>
                </c:pt>
                <c:pt idx="1783">
                  <c:v>6.0740740740740741E-2</c:v>
                </c:pt>
                <c:pt idx="1784">
                  <c:v>6.0740740740740741E-2</c:v>
                </c:pt>
                <c:pt idx="1785">
                  <c:v>6.0740740740740741E-2</c:v>
                </c:pt>
                <c:pt idx="1786">
                  <c:v>6.0740740740740741E-2</c:v>
                </c:pt>
                <c:pt idx="1787">
                  <c:v>6.0740740740740741E-2</c:v>
                </c:pt>
                <c:pt idx="1788">
                  <c:v>6.0888888888888888E-2</c:v>
                </c:pt>
                <c:pt idx="1789">
                  <c:v>6.0888888888888888E-2</c:v>
                </c:pt>
                <c:pt idx="1790">
                  <c:v>6.1037037037037035E-2</c:v>
                </c:pt>
                <c:pt idx="1791">
                  <c:v>6.1185185185185183E-2</c:v>
                </c:pt>
                <c:pt idx="1792">
                  <c:v>6.1185185185185183E-2</c:v>
                </c:pt>
                <c:pt idx="1793">
                  <c:v>6.1185185185185183E-2</c:v>
                </c:pt>
                <c:pt idx="1794">
                  <c:v>6.1185185185185183E-2</c:v>
                </c:pt>
                <c:pt idx="1795">
                  <c:v>6.1185185185185183E-2</c:v>
                </c:pt>
                <c:pt idx="1796">
                  <c:v>6.1185185185185183E-2</c:v>
                </c:pt>
                <c:pt idx="1797">
                  <c:v>6.1185185185185183E-2</c:v>
                </c:pt>
                <c:pt idx="1798">
                  <c:v>6.1185185185185183E-2</c:v>
                </c:pt>
                <c:pt idx="1799">
                  <c:v>6.1185185185185183E-2</c:v>
                </c:pt>
                <c:pt idx="1800">
                  <c:v>6.1185185185185183E-2</c:v>
                </c:pt>
                <c:pt idx="1801">
                  <c:v>6.133333333333333E-2</c:v>
                </c:pt>
                <c:pt idx="1802">
                  <c:v>6.133333333333333E-2</c:v>
                </c:pt>
                <c:pt idx="1803">
                  <c:v>6.133333333333333E-2</c:v>
                </c:pt>
                <c:pt idx="1804">
                  <c:v>6.133333333333333E-2</c:v>
                </c:pt>
                <c:pt idx="1805">
                  <c:v>6.133333333333333E-2</c:v>
                </c:pt>
                <c:pt idx="1806">
                  <c:v>6.1481481481481484E-2</c:v>
                </c:pt>
                <c:pt idx="1807">
                  <c:v>6.1481481481481484E-2</c:v>
                </c:pt>
                <c:pt idx="1808">
                  <c:v>6.1481481481481484E-2</c:v>
                </c:pt>
                <c:pt idx="1809">
                  <c:v>6.1481481481481484E-2</c:v>
                </c:pt>
                <c:pt idx="1810">
                  <c:v>6.1481481481481484E-2</c:v>
                </c:pt>
                <c:pt idx="1811">
                  <c:v>6.1629629629629631E-2</c:v>
                </c:pt>
                <c:pt idx="1812">
                  <c:v>6.1777777777777779E-2</c:v>
                </c:pt>
                <c:pt idx="1813">
                  <c:v>6.1777777777777779E-2</c:v>
                </c:pt>
                <c:pt idx="1814">
                  <c:v>6.1777777777777779E-2</c:v>
                </c:pt>
                <c:pt idx="1815">
                  <c:v>6.1925925925925926E-2</c:v>
                </c:pt>
                <c:pt idx="1816">
                  <c:v>6.1925925925925926E-2</c:v>
                </c:pt>
                <c:pt idx="1817">
                  <c:v>6.1925925925925926E-2</c:v>
                </c:pt>
                <c:pt idx="1818">
                  <c:v>6.1925925925925926E-2</c:v>
                </c:pt>
                <c:pt idx="1819">
                  <c:v>6.1925925925925926E-2</c:v>
                </c:pt>
                <c:pt idx="1820">
                  <c:v>6.1925925925925926E-2</c:v>
                </c:pt>
                <c:pt idx="1821">
                  <c:v>6.1925925925925926E-2</c:v>
                </c:pt>
                <c:pt idx="1822">
                  <c:v>6.1925925925925926E-2</c:v>
                </c:pt>
                <c:pt idx="1823">
                  <c:v>6.1925925925925926E-2</c:v>
                </c:pt>
                <c:pt idx="1824">
                  <c:v>6.2074074074074073E-2</c:v>
                </c:pt>
                <c:pt idx="1825">
                  <c:v>6.2074074074074073E-2</c:v>
                </c:pt>
                <c:pt idx="1826">
                  <c:v>6.2074074074074073E-2</c:v>
                </c:pt>
                <c:pt idx="1827">
                  <c:v>6.2074074074074073E-2</c:v>
                </c:pt>
                <c:pt idx="1828">
                  <c:v>6.2074074074074073E-2</c:v>
                </c:pt>
                <c:pt idx="1829">
                  <c:v>6.2074074074074073E-2</c:v>
                </c:pt>
                <c:pt idx="1830">
                  <c:v>6.2074074074074073E-2</c:v>
                </c:pt>
                <c:pt idx="1831">
                  <c:v>6.222222222222222E-2</c:v>
                </c:pt>
                <c:pt idx="1832">
                  <c:v>6.222222222222222E-2</c:v>
                </c:pt>
                <c:pt idx="1833">
                  <c:v>6.222222222222222E-2</c:v>
                </c:pt>
                <c:pt idx="1834">
                  <c:v>6.222222222222222E-2</c:v>
                </c:pt>
                <c:pt idx="1835">
                  <c:v>6.222222222222222E-2</c:v>
                </c:pt>
                <c:pt idx="1836">
                  <c:v>6.222222222222222E-2</c:v>
                </c:pt>
                <c:pt idx="1837">
                  <c:v>6.2370370370370368E-2</c:v>
                </c:pt>
                <c:pt idx="1838">
                  <c:v>6.2370370370370368E-2</c:v>
                </c:pt>
                <c:pt idx="1839">
                  <c:v>6.2518518518518515E-2</c:v>
                </c:pt>
                <c:pt idx="1840">
                  <c:v>6.2518518518518515E-2</c:v>
                </c:pt>
                <c:pt idx="1841">
                  <c:v>6.2518518518518515E-2</c:v>
                </c:pt>
                <c:pt idx="1842">
                  <c:v>6.2666666666666662E-2</c:v>
                </c:pt>
                <c:pt idx="1843">
                  <c:v>6.2666666666666662E-2</c:v>
                </c:pt>
                <c:pt idx="1844">
                  <c:v>6.2666666666666662E-2</c:v>
                </c:pt>
                <c:pt idx="1845">
                  <c:v>6.2666666666666662E-2</c:v>
                </c:pt>
                <c:pt idx="1846">
                  <c:v>6.2666666666666662E-2</c:v>
                </c:pt>
                <c:pt idx="1847">
                  <c:v>6.2814814814814809E-2</c:v>
                </c:pt>
                <c:pt idx="1848">
                  <c:v>6.2814814814814809E-2</c:v>
                </c:pt>
                <c:pt idx="1849">
                  <c:v>6.2814814814814809E-2</c:v>
                </c:pt>
                <c:pt idx="1850">
                  <c:v>6.2814814814814809E-2</c:v>
                </c:pt>
                <c:pt idx="1851">
                  <c:v>6.2814814814814809E-2</c:v>
                </c:pt>
                <c:pt idx="1852">
                  <c:v>6.2814814814814809E-2</c:v>
                </c:pt>
                <c:pt idx="1853">
                  <c:v>6.2814814814814809E-2</c:v>
                </c:pt>
                <c:pt idx="1854">
                  <c:v>6.2814814814814809E-2</c:v>
                </c:pt>
                <c:pt idx="1855">
                  <c:v>6.2814814814814809E-2</c:v>
                </c:pt>
                <c:pt idx="1856">
                  <c:v>6.2814814814814809E-2</c:v>
                </c:pt>
                <c:pt idx="1857">
                  <c:v>6.2814814814814809E-2</c:v>
                </c:pt>
                <c:pt idx="1858">
                  <c:v>6.2814814814814809E-2</c:v>
                </c:pt>
                <c:pt idx="1859">
                  <c:v>6.2814814814814809E-2</c:v>
                </c:pt>
                <c:pt idx="1860">
                  <c:v>6.2814814814814809E-2</c:v>
                </c:pt>
                <c:pt idx="1861">
                  <c:v>6.2814814814814809E-2</c:v>
                </c:pt>
                <c:pt idx="1862">
                  <c:v>6.2962962962962957E-2</c:v>
                </c:pt>
                <c:pt idx="1863">
                  <c:v>6.2962962962962957E-2</c:v>
                </c:pt>
                <c:pt idx="1864">
                  <c:v>6.2962962962962957E-2</c:v>
                </c:pt>
                <c:pt idx="1865">
                  <c:v>6.2962962962962957E-2</c:v>
                </c:pt>
                <c:pt idx="1866">
                  <c:v>6.2962962962962957E-2</c:v>
                </c:pt>
                <c:pt idx="1867">
                  <c:v>6.2962962962962957E-2</c:v>
                </c:pt>
                <c:pt idx="1868">
                  <c:v>6.2962962962962957E-2</c:v>
                </c:pt>
                <c:pt idx="1869">
                  <c:v>6.2962962962962957E-2</c:v>
                </c:pt>
                <c:pt idx="1870">
                  <c:v>6.3111111111111118E-2</c:v>
                </c:pt>
                <c:pt idx="1871">
                  <c:v>6.3259259259259265E-2</c:v>
                </c:pt>
                <c:pt idx="1872">
                  <c:v>6.3259259259259265E-2</c:v>
                </c:pt>
                <c:pt idx="1873">
                  <c:v>6.3259259259259265E-2</c:v>
                </c:pt>
                <c:pt idx="1874">
                  <c:v>6.3259259259259265E-2</c:v>
                </c:pt>
                <c:pt idx="1875">
                  <c:v>6.3259259259259265E-2</c:v>
                </c:pt>
                <c:pt idx="1876">
                  <c:v>6.3407407407407412E-2</c:v>
                </c:pt>
                <c:pt idx="1877">
                  <c:v>6.3407407407407412E-2</c:v>
                </c:pt>
                <c:pt idx="1878">
                  <c:v>6.355555555555556E-2</c:v>
                </c:pt>
                <c:pt idx="1879">
                  <c:v>6.355555555555556E-2</c:v>
                </c:pt>
                <c:pt idx="1880">
                  <c:v>6.355555555555556E-2</c:v>
                </c:pt>
                <c:pt idx="1881">
                  <c:v>6.3703703703703707E-2</c:v>
                </c:pt>
                <c:pt idx="1882">
                  <c:v>6.3703703703703707E-2</c:v>
                </c:pt>
                <c:pt idx="1883">
                  <c:v>6.3703703703703707E-2</c:v>
                </c:pt>
                <c:pt idx="1884">
                  <c:v>6.3703703703703707E-2</c:v>
                </c:pt>
                <c:pt idx="1885">
                  <c:v>6.3703703703703707E-2</c:v>
                </c:pt>
                <c:pt idx="1886">
                  <c:v>6.3703703703703707E-2</c:v>
                </c:pt>
                <c:pt idx="1887">
                  <c:v>6.3851851851851854E-2</c:v>
                </c:pt>
                <c:pt idx="1888">
                  <c:v>6.3851851851851854E-2</c:v>
                </c:pt>
                <c:pt idx="1889">
                  <c:v>6.3851851851851854E-2</c:v>
                </c:pt>
                <c:pt idx="1890">
                  <c:v>6.3851851851851854E-2</c:v>
                </c:pt>
                <c:pt idx="1891">
                  <c:v>6.3851851851851854E-2</c:v>
                </c:pt>
                <c:pt idx="1892">
                  <c:v>6.4000000000000001E-2</c:v>
                </c:pt>
                <c:pt idx="1893">
                  <c:v>6.4000000000000001E-2</c:v>
                </c:pt>
                <c:pt idx="1894">
                  <c:v>6.4000000000000001E-2</c:v>
                </c:pt>
                <c:pt idx="1895">
                  <c:v>6.4000000000000001E-2</c:v>
                </c:pt>
                <c:pt idx="1896">
                  <c:v>6.4000000000000001E-2</c:v>
                </c:pt>
                <c:pt idx="1897">
                  <c:v>6.4000000000000001E-2</c:v>
                </c:pt>
                <c:pt idx="1898">
                  <c:v>6.4000000000000001E-2</c:v>
                </c:pt>
                <c:pt idx="1899">
                  <c:v>6.4000000000000001E-2</c:v>
                </c:pt>
                <c:pt idx="1900">
                  <c:v>6.4000000000000001E-2</c:v>
                </c:pt>
                <c:pt idx="1901">
                  <c:v>6.4000000000000001E-2</c:v>
                </c:pt>
                <c:pt idx="1902">
                  <c:v>6.4148148148148149E-2</c:v>
                </c:pt>
                <c:pt idx="1903">
                  <c:v>6.4296296296296296E-2</c:v>
                </c:pt>
                <c:pt idx="1904">
                  <c:v>6.4296296296296296E-2</c:v>
                </c:pt>
                <c:pt idx="1905">
                  <c:v>6.4296296296296296E-2</c:v>
                </c:pt>
                <c:pt idx="1906">
                  <c:v>6.4296296296296296E-2</c:v>
                </c:pt>
                <c:pt idx="1907">
                  <c:v>6.4296296296296296E-2</c:v>
                </c:pt>
                <c:pt idx="1908">
                  <c:v>6.4296296296296296E-2</c:v>
                </c:pt>
                <c:pt idx="1909">
                  <c:v>6.4296296296296296E-2</c:v>
                </c:pt>
                <c:pt idx="1910">
                  <c:v>6.4444444444444443E-2</c:v>
                </c:pt>
                <c:pt idx="1911">
                  <c:v>6.459259259259259E-2</c:v>
                </c:pt>
                <c:pt idx="1912">
                  <c:v>6.459259259259259E-2</c:v>
                </c:pt>
                <c:pt idx="1913">
                  <c:v>6.459259259259259E-2</c:v>
                </c:pt>
                <c:pt idx="1914">
                  <c:v>6.459259259259259E-2</c:v>
                </c:pt>
                <c:pt idx="1915">
                  <c:v>6.459259259259259E-2</c:v>
                </c:pt>
                <c:pt idx="1916">
                  <c:v>6.459259259259259E-2</c:v>
                </c:pt>
                <c:pt idx="1917">
                  <c:v>6.4740740740740738E-2</c:v>
                </c:pt>
                <c:pt idx="1918">
                  <c:v>6.4740740740740738E-2</c:v>
                </c:pt>
                <c:pt idx="1919">
                  <c:v>6.4888888888888885E-2</c:v>
                </c:pt>
                <c:pt idx="1920">
                  <c:v>6.4888888888888885E-2</c:v>
                </c:pt>
                <c:pt idx="1921">
                  <c:v>6.4888888888888885E-2</c:v>
                </c:pt>
                <c:pt idx="1922">
                  <c:v>6.4888888888888885E-2</c:v>
                </c:pt>
                <c:pt idx="1923">
                  <c:v>6.4888888888888885E-2</c:v>
                </c:pt>
                <c:pt idx="1924">
                  <c:v>6.5037037037037032E-2</c:v>
                </c:pt>
                <c:pt idx="1925">
                  <c:v>6.5037037037037032E-2</c:v>
                </c:pt>
                <c:pt idx="1926">
                  <c:v>6.5185185185185179E-2</c:v>
                </c:pt>
                <c:pt idx="1927">
                  <c:v>6.5333333333333327E-2</c:v>
                </c:pt>
                <c:pt idx="1928">
                  <c:v>6.5333333333333327E-2</c:v>
                </c:pt>
                <c:pt idx="1929">
                  <c:v>6.5333333333333327E-2</c:v>
                </c:pt>
                <c:pt idx="1930">
                  <c:v>6.5481481481481488E-2</c:v>
                </c:pt>
                <c:pt idx="1931">
                  <c:v>6.5481481481481488E-2</c:v>
                </c:pt>
                <c:pt idx="1932">
                  <c:v>6.5481481481481488E-2</c:v>
                </c:pt>
                <c:pt idx="1933">
                  <c:v>6.5629629629629635E-2</c:v>
                </c:pt>
                <c:pt idx="1934">
                  <c:v>6.5777777777777782E-2</c:v>
                </c:pt>
                <c:pt idx="1935">
                  <c:v>6.5777777777777782E-2</c:v>
                </c:pt>
                <c:pt idx="1936">
                  <c:v>6.5777777777777782E-2</c:v>
                </c:pt>
                <c:pt idx="1937">
                  <c:v>6.5777777777777782E-2</c:v>
                </c:pt>
                <c:pt idx="1938">
                  <c:v>6.5777777777777782E-2</c:v>
                </c:pt>
                <c:pt idx="1939">
                  <c:v>6.5777777777777782E-2</c:v>
                </c:pt>
                <c:pt idx="1940">
                  <c:v>6.5925925925925929E-2</c:v>
                </c:pt>
                <c:pt idx="1941">
                  <c:v>6.5925925925925929E-2</c:v>
                </c:pt>
                <c:pt idx="1942">
                  <c:v>6.5925925925925929E-2</c:v>
                </c:pt>
                <c:pt idx="1943">
                  <c:v>6.5925925925925929E-2</c:v>
                </c:pt>
                <c:pt idx="1944">
                  <c:v>6.5925925925925929E-2</c:v>
                </c:pt>
                <c:pt idx="1945">
                  <c:v>6.5925925925925929E-2</c:v>
                </c:pt>
                <c:pt idx="1946">
                  <c:v>6.6074074074074077E-2</c:v>
                </c:pt>
                <c:pt idx="1947">
                  <c:v>6.6074074074074077E-2</c:v>
                </c:pt>
                <c:pt idx="1948">
                  <c:v>6.6074074074074077E-2</c:v>
                </c:pt>
                <c:pt idx="1949">
                  <c:v>6.6074074074074077E-2</c:v>
                </c:pt>
                <c:pt idx="1950">
                  <c:v>6.6074074074074077E-2</c:v>
                </c:pt>
                <c:pt idx="1951">
                  <c:v>6.6074074074074077E-2</c:v>
                </c:pt>
                <c:pt idx="1952">
                  <c:v>6.6222222222222224E-2</c:v>
                </c:pt>
                <c:pt idx="1953">
                  <c:v>6.6222222222222224E-2</c:v>
                </c:pt>
                <c:pt idx="1954">
                  <c:v>6.6222222222222224E-2</c:v>
                </c:pt>
                <c:pt idx="1955">
                  <c:v>6.6222222222222224E-2</c:v>
                </c:pt>
                <c:pt idx="1956">
                  <c:v>6.6222222222222224E-2</c:v>
                </c:pt>
                <c:pt idx="1957">
                  <c:v>6.6370370370370371E-2</c:v>
                </c:pt>
                <c:pt idx="1958">
                  <c:v>6.6370370370370371E-2</c:v>
                </c:pt>
                <c:pt idx="1959">
                  <c:v>6.6370370370370371E-2</c:v>
                </c:pt>
                <c:pt idx="1960">
                  <c:v>6.6370370370370371E-2</c:v>
                </c:pt>
                <c:pt idx="1961">
                  <c:v>6.6370370370370371E-2</c:v>
                </c:pt>
                <c:pt idx="1962">
                  <c:v>6.6370370370370371E-2</c:v>
                </c:pt>
                <c:pt idx="1963">
                  <c:v>6.6370370370370371E-2</c:v>
                </c:pt>
                <c:pt idx="1964">
                  <c:v>6.6518518518518518E-2</c:v>
                </c:pt>
                <c:pt idx="1965">
                  <c:v>6.6518518518518518E-2</c:v>
                </c:pt>
                <c:pt idx="1966">
                  <c:v>6.6518518518518518E-2</c:v>
                </c:pt>
                <c:pt idx="1967">
                  <c:v>6.6666666666666666E-2</c:v>
                </c:pt>
                <c:pt idx="1968">
                  <c:v>6.6666666666666666E-2</c:v>
                </c:pt>
                <c:pt idx="1969">
                  <c:v>6.6666666666666666E-2</c:v>
                </c:pt>
                <c:pt idx="1970">
                  <c:v>6.6666666666666666E-2</c:v>
                </c:pt>
                <c:pt idx="1971">
                  <c:v>6.6666666666666666E-2</c:v>
                </c:pt>
                <c:pt idx="1972">
                  <c:v>6.6666666666666666E-2</c:v>
                </c:pt>
                <c:pt idx="1973">
                  <c:v>6.6666666666666666E-2</c:v>
                </c:pt>
                <c:pt idx="1974">
                  <c:v>6.6814814814814813E-2</c:v>
                </c:pt>
                <c:pt idx="1975">
                  <c:v>6.6814814814814813E-2</c:v>
                </c:pt>
                <c:pt idx="1976">
                  <c:v>6.6814814814814813E-2</c:v>
                </c:pt>
                <c:pt idx="1977">
                  <c:v>6.696296296296296E-2</c:v>
                </c:pt>
                <c:pt idx="1978">
                  <c:v>6.7111111111111107E-2</c:v>
                </c:pt>
                <c:pt idx="1979">
                  <c:v>6.7259259259259255E-2</c:v>
                </c:pt>
                <c:pt idx="1980">
                  <c:v>6.7259259259259255E-2</c:v>
                </c:pt>
                <c:pt idx="1981">
                  <c:v>6.7259259259259255E-2</c:v>
                </c:pt>
                <c:pt idx="1982">
                  <c:v>6.7407407407407402E-2</c:v>
                </c:pt>
                <c:pt idx="1983">
                  <c:v>6.7407407407407402E-2</c:v>
                </c:pt>
                <c:pt idx="1984">
                  <c:v>6.7407407407407402E-2</c:v>
                </c:pt>
                <c:pt idx="1985">
                  <c:v>6.7407407407407402E-2</c:v>
                </c:pt>
                <c:pt idx="1986">
                  <c:v>6.7407407407407402E-2</c:v>
                </c:pt>
                <c:pt idx="1987">
                  <c:v>6.7407407407407402E-2</c:v>
                </c:pt>
                <c:pt idx="1988">
                  <c:v>6.7407407407407402E-2</c:v>
                </c:pt>
                <c:pt idx="1989">
                  <c:v>6.7407407407407402E-2</c:v>
                </c:pt>
                <c:pt idx="1990">
                  <c:v>6.7407407407407402E-2</c:v>
                </c:pt>
                <c:pt idx="1991">
                  <c:v>6.7555555555555549E-2</c:v>
                </c:pt>
                <c:pt idx="1992">
                  <c:v>6.7555555555555549E-2</c:v>
                </c:pt>
                <c:pt idx="1993">
                  <c:v>6.7555555555555549E-2</c:v>
                </c:pt>
                <c:pt idx="1994">
                  <c:v>6.7555555555555549E-2</c:v>
                </c:pt>
                <c:pt idx="1995">
                  <c:v>6.7555555555555549E-2</c:v>
                </c:pt>
                <c:pt idx="1996">
                  <c:v>6.7555555555555549E-2</c:v>
                </c:pt>
                <c:pt idx="1997">
                  <c:v>6.7555555555555549E-2</c:v>
                </c:pt>
                <c:pt idx="1998">
                  <c:v>6.7555555555555549E-2</c:v>
                </c:pt>
                <c:pt idx="1999">
                  <c:v>6.7555555555555549E-2</c:v>
                </c:pt>
                <c:pt idx="2000">
                  <c:v>6.7555555555555549E-2</c:v>
                </c:pt>
                <c:pt idx="2001">
                  <c:v>6.7555555555555549E-2</c:v>
                </c:pt>
                <c:pt idx="2002">
                  <c:v>6.7555555555555549E-2</c:v>
                </c:pt>
                <c:pt idx="2003">
                  <c:v>6.7555555555555549E-2</c:v>
                </c:pt>
                <c:pt idx="2004">
                  <c:v>6.7555555555555549E-2</c:v>
                </c:pt>
                <c:pt idx="2005">
                  <c:v>6.7555555555555549E-2</c:v>
                </c:pt>
                <c:pt idx="2006">
                  <c:v>6.7555555555555549E-2</c:v>
                </c:pt>
                <c:pt idx="2007">
                  <c:v>6.7555555555555549E-2</c:v>
                </c:pt>
                <c:pt idx="2008">
                  <c:v>6.7555555555555549E-2</c:v>
                </c:pt>
                <c:pt idx="2009">
                  <c:v>6.7555555555555549E-2</c:v>
                </c:pt>
                <c:pt idx="2010">
                  <c:v>6.7555555555555549E-2</c:v>
                </c:pt>
                <c:pt idx="2011">
                  <c:v>6.770370370370371E-2</c:v>
                </c:pt>
                <c:pt idx="2012">
                  <c:v>6.770370370370371E-2</c:v>
                </c:pt>
                <c:pt idx="2013">
                  <c:v>6.770370370370371E-2</c:v>
                </c:pt>
                <c:pt idx="2014">
                  <c:v>6.770370370370371E-2</c:v>
                </c:pt>
                <c:pt idx="2015">
                  <c:v>6.7851851851851858E-2</c:v>
                </c:pt>
                <c:pt idx="2016">
                  <c:v>6.8000000000000005E-2</c:v>
                </c:pt>
                <c:pt idx="2017">
                  <c:v>6.8000000000000005E-2</c:v>
                </c:pt>
                <c:pt idx="2018">
                  <c:v>6.8000000000000005E-2</c:v>
                </c:pt>
                <c:pt idx="2019">
                  <c:v>6.8000000000000005E-2</c:v>
                </c:pt>
                <c:pt idx="2020">
                  <c:v>6.8148148148148152E-2</c:v>
                </c:pt>
                <c:pt idx="2021">
                  <c:v>6.8148148148148152E-2</c:v>
                </c:pt>
                <c:pt idx="2022">
                  <c:v>6.8148148148148152E-2</c:v>
                </c:pt>
                <c:pt idx="2023">
                  <c:v>6.8148148148148152E-2</c:v>
                </c:pt>
                <c:pt idx="2024">
                  <c:v>6.8148148148148152E-2</c:v>
                </c:pt>
                <c:pt idx="2025">
                  <c:v>6.8296296296296299E-2</c:v>
                </c:pt>
                <c:pt idx="2026">
                  <c:v>6.8296296296296299E-2</c:v>
                </c:pt>
                <c:pt idx="2027">
                  <c:v>6.8296296296296299E-2</c:v>
                </c:pt>
                <c:pt idx="2028">
                  <c:v>6.8296296296296299E-2</c:v>
                </c:pt>
                <c:pt idx="2029">
                  <c:v>6.8444444444444447E-2</c:v>
                </c:pt>
                <c:pt idx="2030">
                  <c:v>6.8444444444444447E-2</c:v>
                </c:pt>
                <c:pt idx="2031">
                  <c:v>6.8444444444444447E-2</c:v>
                </c:pt>
                <c:pt idx="2032">
                  <c:v>6.8444444444444447E-2</c:v>
                </c:pt>
                <c:pt idx="2033">
                  <c:v>6.8444444444444447E-2</c:v>
                </c:pt>
                <c:pt idx="2034">
                  <c:v>6.8444444444444447E-2</c:v>
                </c:pt>
                <c:pt idx="2035">
                  <c:v>6.8444444444444447E-2</c:v>
                </c:pt>
                <c:pt idx="2036">
                  <c:v>6.8444444444444447E-2</c:v>
                </c:pt>
                <c:pt idx="2037">
                  <c:v>6.8444444444444447E-2</c:v>
                </c:pt>
                <c:pt idx="2038">
                  <c:v>6.8592592592592594E-2</c:v>
                </c:pt>
                <c:pt idx="2039">
                  <c:v>6.8592592592592594E-2</c:v>
                </c:pt>
                <c:pt idx="2040">
                  <c:v>6.8740740740740741E-2</c:v>
                </c:pt>
                <c:pt idx="2041">
                  <c:v>6.8740740740740741E-2</c:v>
                </c:pt>
                <c:pt idx="2042">
                  <c:v>6.8740740740740741E-2</c:v>
                </c:pt>
                <c:pt idx="2043">
                  <c:v>6.8740740740740741E-2</c:v>
                </c:pt>
                <c:pt idx="2044">
                  <c:v>6.8740740740740741E-2</c:v>
                </c:pt>
                <c:pt idx="2045">
                  <c:v>6.8740740740740741E-2</c:v>
                </c:pt>
                <c:pt idx="2046">
                  <c:v>6.8740740740740741E-2</c:v>
                </c:pt>
                <c:pt idx="2047">
                  <c:v>6.8740740740740741E-2</c:v>
                </c:pt>
                <c:pt idx="2048">
                  <c:v>6.8888888888888888E-2</c:v>
                </c:pt>
                <c:pt idx="2049">
                  <c:v>6.8888888888888888E-2</c:v>
                </c:pt>
                <c:pt idx="2050">
                  <c:v>6.8888888888888888E-2</c:v>
                </c:pt>
                <c:pt idx="2051">
                  <c:v>6.8888888888888888E-2</c:v>
                </c:pt>
                <c:pt idx="2052">
                  <c:v>6.8888888888888888E-2</c:v>
                </c:pt>
                <c:pt idx="2053">
                  <c:v>6.8888888888888888E-2</c:v>
                </c:pt>
                <c:pt idx="2054">
                  <c:v>6.9037037037037036E-2</c:v>
                </c:pt>
                <c:pt idx="2055">
                  <c:v>6.9037037037037036E-2</c:v>
                </c:pt>
                <c:pt idx="2056">
                  <c:v>6.9037037037037036E-2</c:v>
                </c:pt>
                <c:pt idx="2057">
                  <c:v>6.9037037037037036E-2</c:v>
                </c:pt>
                <c:pt idx="2058">
                  <c:v>6.9185185185185183E-2</c:v>
                </c:pt>
                <c:pt idx="2059">
                  <c:v>6.933333333333333E-2</c:v>
                </c:pt>
                <c:pt idx="2060">
                  <c:v>6.933333333333333E-2</c:v>
                </c:pt>
                <c:pt idx="2061">
                  <c:v>6.933333333333333E-2</c:v>
                </c:pt>
                <c:pt idx="2062">
                  <c:v>6.9481481481481477E-2</c:v>
                </c:pt>
                <c:pt idx="2063">
                  <c:v>6.9481481481481477E-2</c:v>
                </c:pt>
                <c:pt idx="2064">
                  <c:v>6.9481481481481477E-2</c:v>
                </c:pt>
                <c:pt idx="2065">
                  <c:v>6.9481481481481477E-2</c:v>
                </c:pt>
                <c:pt idx="2066">
                  <c:v>6.9481481481481477E-2</c:v>
                </c:pt>
                <c:pt idx="2067">
                  <c:v>6.9481481481481477E-2</c:v>
                </c:pt>
                <c:pt idx="2068">
                  <c:v>6.9481481481481477E-2</c:v>
                </c:pt>
                <c:pt idx="2069">
                  <c:v>6.9481481481481477E-2</c:v>
                </c:pt>
                <c:pt idx="2070">
                  <c:v>6.9481481481481477E-2</c:v>
                </c:pt>
                <c:pt idx="2071">
                  <c:v>6.9481481481481477E-2</c:v>
                </c:pt>
                <c:pt idx="2072">
                  <c:v>6.9481481481481477E-2</c:v>
                </c:pt>
                <c:pt idx="2073">
                  <c:v>6.9481481481481477E-2</c:v>
                </c:pt>
                <c:pt idx="2074">
                  <c:v>6.9481481481481477E-2</c:v>
                </c:pt>
                <c:pt idx="2075">
                  <c:v>6.9481481481481477E-2</c:v>
                </c:pt>
                <c:pt idx="2076">
                  <c:v>6.9481481481481477E-2</c:v>
                </c:pt>
                <c:pt idx="2077">
                  <c:v>6.9629629629629625E-2</c:v>
                </c:pt>
                <c:pt idx="2078">
                  <c:v>6.9777777777777772E-2</c:v>
                </c:pt>
                <c:pt idx="2079">
                  <c:v>6.9777777777777772E-2</c:v>
                </c:pt>
                <c:pt idx="2080">
                  <c:v>6.9777777777777772E-2</c:v>
                </c:pt>
                <c:pt idx="2081">
                  <c:v>6.9777777777777772E-2</c:v>
                </c:pt>
                <c:pt idx="2082">
                  <c:v>6.9925925925925919E-2</c:v>
                </c:pt>
                <c:pt idx="2083">
                  <c:v>6.9925925925925919E-2</c:v>
                </c:pt>
                <c:pt idx="2084">
                  <c:v>6.9925925925925919E-2</c:v>
                </c:pt>
                <c:pt idx="2085">
                  <c:v>6.9925925925925919E-2</c:v>
                </c:pt>
                <c:pt idx="2086">
                  <c:v>6.9925925925925919E-2</c:v>
                </c:pt>
                <c:pt idx="2087">
                  <c:v>6.9925925925925919E-2</c:v>
                </c:pt>
                <c:pt idx="2088">
                  <c:v>6.9925925925925919E-2</c:v>
                </c:pt>
                <c:pt idx="2089">
                  <c:v>6.9925925925925919E-2</c:v>
                </c:pt>
                <c:pt idx="2090">
                  <c:v>6.9925925925925919E-2</c:v>
                </c:pt>
                <c:pt idx="2091">
                  <c:v>6.9925925925925919E-2</c:v>
                </c:pt>
                <c:pt idx="2092">
                  <c:v>6.9925925925925919E-2</c:v>
                </c:pt>
                <c:pt idx="2093">
                  <c:v>6.9925925925925919E-2</c:v>
                </c:pt>
                <c:pt idx="2094">
                  <c:v>7.007407407407408E-2</c:v>
                </c:pt>
                <c:pt idx="2095">
                  <c:v>7.007407407407408E-2</c:v>
                </c:pt>
                <c:pt idx="2096">
                  <c:v>7.007407407407408E-2</c:v>
                </c:pt>
                <c:pt idx="2097">
                  <c:v>7.007407407407408E-2</c:v>
                </c:pt>
                <c:pt idx="2098">
                  <c:v>7.0222222222222228E-2</c:v>
                </c:pt>
                <c:pt idx="2099">
                  <c:v>7.0222222222222228E-2</c:v>
                </c:pt>
                <c:pt idx="2100">
                  <c:v>7.0222222222222228E-2</c:v>
                </c:pt>
                <c:pt idx="2101">
                  <c:v>7.0222222222222228E-2</c:v>
                </c:pt>
                <c:pt idx="2102">
                  <c:v>7.0222222222222228E-2</c:v>
                </c:pt>
                <c:pt idx="2103">
                  <c:v>7.0222222222222228E-2</c:v>
                </c:pt>
                <c:pt idx="2104">
                  <c:v>7.0222222222222228E-2</c:v>
                </c:pt>
                <c:pt idx="2105">
                  <c:v>7.0222222222222228E-2</c:v>
                </c:pt>
                <c:pt idx="2106">
                  <c:v>7.0222222222222228E-2</c:v>
                </c:pt>
                <c:pt idx="2107">
                  <c:v>7.0222222222222228E-2</c:v>
                </c:pt>
                <c:pt idx="2108">
                  <c:v>7.0222222222222228E-2</c:v>
                </c:pt>
                <c:pt idx="2109">
                  <c:v>7.0222222222222228E-2</c:v>
                </c:pt>
                <c:pt idx="2110">
                  <c:v>7.0222222222222228E-2</c:v>
                </c:pt>
                <c:pt idx="2111">
                  <c:v>7.0370370370370375E-2</c:v>
                </c:pt>
                <c:pt idx="2112">
                  <c:v>7.0370370370370375E-2</c:v>
                </c:pt>
                <c:pt idx="2113">
                  <c:v>7.0518518518518522E-2</c:v>
                </c:pt>
                <c:pt idx="2114">
                  <c:v>7.0518518518518522E-2</c:v>
                </c:pt>
                <c:pt idx="2115">
                  <c:v>7.0518518518518522E-2</c:v>
                </c:pt>
                <c:pt idx="2116">
                  <c:v>7.0518518518518522E-2</c:v>
                </c:pt>
                <c:pt idx="2117">
                  <c:v>7.0518518518518522E-2</c:v>
                </c:pt>
                <c:pt idx="2118">
                  <c:v>7.0518518518518522E-2</c:v>
                </c:pt>
                <c:pt idx="2119">
                  <c:v>7.0518518518518522E-2</c:v>
                </c:pt>
                <c:pt idx="2120">
                  <c:v>7.0518518518518522E-2</c:v>
                </c:pt>
                <c:pt idx="2121">
                  <c:v>7.0666666666666669E-2</c:v>
                </c:pt>
                <c:pt idx="2122">
                  <c:v>7.0666666666666669E-2</c:v>
                </c:pt>
                <c:pt idx="2123">
                  <c:v>7.0666666666666669E-2</c:v>
                </c:pt>
                <c:pt idx="2124">
                  <c:v>7.0666666666666669E-2</c:v>
                </c:pt>
                <c:pt idx="2125">
                  <c:v>7.0666666666666669E-2</c:v>
                </c:pt>
                <c:pt idx="2126">
                  <c:v>7.0666666666666669E-2</c:v>
                </c:pt>
                <c:pt idx="2127">
                  <c:v>7.0666666666666669E-2</c:v>
                </c:pt>
                <c:pt idx="2128">
                  <c:v>7.0666666666666669E-2</c:v>
                </c:pt>
                <c:pt idx="2129">
                  <c:v>7.0814814814814817E-2</c:v>
                </c:pt>
                <c:pt idx="2130">
                  <c:v>7.0814814814814817E-2</c:v>
                </c:pt>
                <c:pt idx="2131">
                  <c:v>7.0814814814814817E-2</c:v>
                </c:pt>
                <c:pt idx="2132">
                  <c:v>7.0962962962962964E-2</c:v>
                </c:pt>
                <c:pt idx="2133">
                  <c:v>7.0962962962962964E-2</c:v>
                </c:pt>
                <c:pt idx="2134">
                  <c:v>7.0962962962962964E-2</c:v>
                </c:pt>
                <c:pt idx="2135">
                  <c:v>7.1111111111111111E-2</c:v>
                </c:pt>
                <c:pt idx="2136">
                  <c:v>7.1111111111111111E-2</c:v>
                </c:pt>
                <c:pt idx="2137">
                  <c:v>7.1111111111111111E-2</c:v>
                </c:pt>
                <c:pt idx="2138">
                  <c:v>7.1111111111111111E-2</c:v>
                </c:pt>
                <c:pt idx="2139">
                  <c:v>7.1111111111111111E-2</c:v>
                </c:pt>
                <c:pt idx="2140">
                  <c:v>7.1111111111111111E-2</c:v>
                </c:pt>
                <c:pt idx="2141">
                  <c:v>7.1111111111111111E-2</c:v>
                </c:pt>
                <c:pt idx="2142">
                  <c:v>7.1259259259259258E-2</c:v>
                </c:pt>
                <c:pt idx="2143">
                  <c:v>7.1259259259259258E-2</c:v>
                </c:pt>
                <c:pt idx="2144">
                  <c:v>7.1259259259259258E-2</c:v>
                </c:pt>
                <c:pt idx="2145">
                  <c:v>7.1259259259259258E-2</c:v>
                </c:pt>
                <c:pt idx="2146">
                  <c:v>7.1259259259259258E-2</c:v>
                </c:pt>
                <c:pt idx="2147">
                  <c:v>7.1407407407407406E-2</c:v>
                </c:pt>
                <c:pt idx="2148">
                  <c:v>7.1407407407407406E-2</c:v>
                </c:pt>
                <c:pt idx="2149">
                  <c:v>7.1407407407407406E-2</c:v>
                </c:pt>
                <c:pt idx="2150">
                  <c:v>7.1407407407407406E-2</c:v>
                </c:pt>
                <c:pt idx="2151">
                  <c:v>7.1407407407407406E-2</c:v>
                </c:pt>
                <c:pt idx="2152">
                  <c:v>7.1555555555555553E-2</c:v>
                </c:pt>
                <c:pt idx="2153">
                  <c:v>7.1555555555555553E-2</c:v>
                </c:pt>
                <c:pt idx="2154">
                  <c:v>7.1555555555555553E-2</c:v>
                </c:pt>
                <c:pt idx="2155">
                  <c:v>7.17037037037037E-2</c:v>
                </c:pt>
                <c:pt idx="2156">
                  <c:v>7.1851851851851847E-2</c:v>
                </c:pt>
                <c:pt idx="2157">
                  <c:v>7.1851851851851847E-2</c:v>
                </c:pt>
                <c:pt idx="2158">
                  <c:v>7.1851851851851847E-2</c:v>
                </c:pt>
                <c:pt idx="2159">
                  <c:v>7.1999999999999995E-2</c:v>
                </c:pt>
                <c:pt idx="2160">
                  <c:v>7.1999999999999995E-2</c:v>
                </c:pt>
                <c:pt idx="2161">
                  <c:v>7.1999999999999995E-2</c:v>
                </c:pt>
                <c:pt idx="2162">
                  <c:v>7.1999999999999995E-2</c:v>
                </c:pt>
                <c:pt idx="2163">
                  <c:v>7.1999999999999995E-2</c:v>
                </c:pt>
                <c:pt idx="2164">
                  <c:v>7.1999999999999995E-2</c:v>
                </c:pt>
                <c:pt idx="2165">
                  <c:v>7.1999999999999995E-2</c:v>
                </c:pt>
                <c:pt idx="2166">
                  <c:v>7.1999999999999995E-2</c:v>
                </c:pt>
                <c:pt idx="2167">
                  <c:v>7.1999999999999995E-2</c:v>
                </c:pt>
                <c:pt idx="2168">
                  <c:v>7.1999999999999995E-2</c:v>
                </c:pt>
                <c:pt idx="2169">
                  <c:v>7.1999999999999995E-2</c:v>
                </c:pt>
                <c:pt idx="2170">
                  <c:v>7.2148148148148142E-2</c:v>
                </c:pt>
                <c:pt idx="2171">
                  <c:v>7.2296296296296303E-2</c:v>
                </c:pt>
                <c:pt idx="2172">
                  <c:v>7.2296296296296303E-2</c:v>
                </c:pt>
                <c:pt idx="2173">
                  <c:v>7.2296296296296303E-2</c:v>
                </c:pt>
                <c:pt idx="2174">
                  <c:v>7.2296296296296303E-2</c:v>
                </c:pt>
                <c:pt idx="2175">
                  <c:v>7.2296296296296303E-2</c:v>
                </c:pt>
                <c:pt idx="2176">
                  <c:v>7.244444444444445E-2</c:v>
                </c:pt>
                <c:pt idx="2177">
                  <c:v>7.244444444444445E-2</c:v>
                </c:pt>
                <c:pt idx="2178">
                  <c:v>7.244444444444445E-2</c:v>
                </c:pt>
                <c:pt idx="2179">
                  <c:v>7.2592592592592597E-2</c:v>
                </c:pt>
                <c:pt idx="2180">
                  <c:v>7.2592592592592597E-2</c:v>
                </c:pt>
                <c:pt idx="2181">
                  <c:v>7.2740740740740745E-2</c:v>
                </c:pt>
                <c:pt idx="2182">
                  <c:v>7.2888888888888892E-2</c:v>
                </c:pt>
                <c:pt idx="2183">
                  <c:v>7.2888888888888892E-2</c:v>
                </c:pt>
                <c:pt idx="2184">
                  <c:v>7.3037037037037039E-2</c:v>
                </c:pt>
                <c:pt idx="2185">
                  <c:v>7.3037037037037039E-2</c:v>
                </c:pt>
                <c:pt idx="2186">
                  <c:v>7.3037037037037039E-2</c:v>
                </c:pt>
                <c:pt idx="2187">
                  <c:v>7.3185185185185186E-2</c:v>
                </c:pt>
                <c:pt idx="2188">
                  <c:v>7.3185185185185186E-2</c:v>
                </c:pt>
                <c:pt idx="2189">
                  <c:v>7.3185185185185186E-2</c:v>
                </c:pt>
                <c:pt idx="2190">
                  <c:v>7.3185185185185186E-2</c:v>
                </c:pt>
                <c:pt idx="2191">
                  <c:v>7.3333333333333334E-2</c:v>
                </c:pt>
                <c:pt idx="2192">
                  <c:v>7.3333333333333334E-2</c:v>
                </c:pt>
                <c:pt idx="2193">
                  <c:v>7.3333333333333334E-2</c:v>
                </c:pt>
                <c:pt idx="2194">
                  <c:v>7.3333333333333334E-2</c:v>
                </c:pt>
                <c:pt idx="2195">
                  <c:v>7.3333333333333334E-2</c:v>
                </c:pt>
                <c:pt idx="2196">
                  <c:v>7.3333333333333334E-2</c:v>
                </c:pt>
                <c:pt idx="2197">
                  <c:v>7.3333333333333334E-2</c:v>
                </c:pt>
                <c:pt idx="2198">
                  <c:v>7.3333333333333334E-2</c:v>
                </c:pt>
                <c:pt idx="2199">
                  <c:v>7.3333333333333334E-2</c:v>
                </c:pt>
                <c:pt idx="2200">
                  <c:v>7.3333333333333334E-2</c:v>
                </c:pt>
                <c:pt idx="2201">
                  <c:v>7.3481481481481481E-2</c:v>
                </c:pt>
                <c:pt idx="2202">
                  <c:v>7.3481481481481481E-2</c:v>
                </c:pt>
                <c:pt idx="2203">
                  <c:v>7.3481481481481481E-2</c:v>
                </c:pt>
                <c:pt idx="2204">
                  <c:v>7.3481481481481481E-2</c:v>
                </c:pt>
                <c:pt idx="2205">
                  <c:v>7.3629629629629628E-2</c:v>
                </c:pt>
                <c:pt idx="2206">
                  <c:v>7.3629629629629628E-2</c:v>
                </c:pt>
                <c:pt idx="2207">
                  <c:v>7.3777777777777775E-2</c:v>
                </c:pt>
                <c:pt idx="2208">
                  <c:v>7.3777777777777775E-2</c:v>
                </c:pt>
                <c:pt idx="2209">
                  <c:v>7.3777777777777775E-2</c:v>
                </c:pt>
                <c:pt idx="2210">
                  <c:v>7.3925925925925923E-2</c:v>
                </c:pt>
                <c:pt idx="2211">
                  <c:v>7.3925925925925923E-2</c:v>
                </c:pt>
                <c:pt idx="2212">
                  <c:v>7.3925925925925923E-2</c:v>
                </c:pt>
                <c:pt idx="2213">
                  <c:v>7.3925925925925923E-2</c:v>
                </c:pt>
                <c:pt idx="2214">
                  <c:v>7.3925925925925923E-2</c:v>
                </c:pt>
                <c:pt idx="2215">
                  <c:v>7.3925925925925923E-2</c:v>
                </c:pt>
                <c:pt idx="2216">
                  <c:v>7.3925925925925923E-2</c:v>
                </c:pt>
                <c:pt idx="2217">
                  <c:v>7.3925925925925923E-2</c:v>
                </c:pt>
                <c:pt idx="2218">
                  <c:v>7.3925925925925923E-2</c:v>
                </c:pt>
                <c:pt idx="2219">
                  <c:v>7.407407407407407E-2</c:v>
                </c:pt>
                <c:pt idx="2220">
                  <c:v>7.407407407407407E-2</c:v>
                </c:pt>
                <c:pt idx="2221">
                  <c:v>7.407407407407407E-2</c:v>
                </c:pt>
                <c:pt idx="2222">
                  <c:v>7.407407407407407E-2</c:v>
                </c:pt>
                <c:pt idx="2223">
                  <c:v>7.407407407407407E-2</c:v>
                </c:pt>
                <c:pt idx="2224">
                  <c:v>7.407407407407407E-2</c:v>
                </c:pt>
                <c:pt idx="2225">
                  <c:v>7.407407407407407E-2</c:v>
                </c:pt>
                <c:pt idx="2226">
                  <c:v>7.4222222222222217E-2</c:v>
                </c:pt>
                <c:pt idx="2227">
                  <c:v>7.4222222222222217E-2</c:v>
                </c:pt>
                <c:pt idx="2228">
                  <c:v>7.4222222222222217E-2</c:v>
                </c:pt>
                <c:pt idx="2229">
                  <c:v>7.4222222222222217E-2</c:v>
                </c:pt>
                <c:pt idx="2230">
                  <c:v>7.4222222222222217E-2</c:v>
                </c:pt>
                <c:pt idx="2231">
                  <c:v>7.4370370370370364E-2</c:v>
                </c:pt>
                <c:pt idx="2232">
                  <c:v>7.4370370370370364E-2</c:v>
                </c:pt>
                <c:pt idx="2233">
                  <c:v>7.4370370370370364E-2</c:v>
                </c:pt>
                <c:pt idx="2234">
                  <c:v>7.4370370370370364E-2</c:v>
                </c:pt>
                <c:pt idx="2235">
                  <c:v>7.4370370370370364E-2</c:v>
                </c:pt>
                <c:pt idx="2236">
                  <c:v>7.4370370370370364E-2</c:v>
                </c:pt>
                <c:pt idx="2237">
                  <c:v>7.4518518518518512E-2</c:v>
                </c:pt>
                <c:pt idx="2238">
                  <c:v>7.4518518518518512E-2</c:v>
                </c:pt>
                <c:pt idx="2239">
                  <c:v>7.4666666666666673E-2</c:v>
                </c:pt>
                <c:pt idx="2240">
                  <c:v>7.4666666666666673E-2</c:v>
                </c:pt>
                <c:pt idx="2241">
                  <c:v>7.4666666666666673E-2</c:v>
                </c:pt>
                <c:pt idx="2242">
                  <c:v>7.481481481481482E-2</c:v>
                </c:pt>
                <c:pt idx="2243">
                  <c:v>7.481481481481482E-2</c:v>
                </c:pt>
                <c:pt idx="2244">
                  <c:v>7.481481481481482E-2</c:v>
                </c:pt>
                <c:pt idx="2245">
                  <c:v>7.481481481481482E-2</c:v>
                </c:pt>
                <c:pt idx="2246">
                  <c:v>7.481481481481482E-2</c:v>
                </c:pt>
                <c:pt idx="2247">
                  <c:v>7.481481481481482E-2</c:v>
                </c:pt>
                <c:pt idx="2248">
                  <c:v>7.481481481481482E-2</c:v>
                </c:pt>
                <c:pt idx="2249">
                  <c:v>7.481481481481482E-2</c:v>
                </c:pt>
                <c:pt idx="2250">
                  <c:v>7.481481481481482E-2</c:v>
                </c:pt>
                <c:pt idx="2251">
                  <c:v>7.481481481481482E-2</c:v>
                </c:pt>
                <c:pt idx="2252">
                  <c:v>7.481481481481482E-2</c:v>
                </c:pt>
                <c:pt idx="2253">
                  <c:v>7.481481481481482E-2</c:v>
                </c:pt>
                <c:pt idx="2254">
                  <c:v>7.481481481481482E-2</c:v>
                </c:pt>
                <c:pt idx="2255">
                  <c:v>7.481481481481482E-2</c:v>
                </c:pt>
                <c:pt idx="2256">
                  <c:v>7.481481481481482E-2</c:v>
                </c:pt>
                <c:pt idx="2257">
                  <c:v>7.481481481481482E-2</c:v>
                </c:pt>
                <c:pt idx="2258">
                  <c:v>7.481481481481482E-2</c:v>
                </c:pt>
                <c:pt idx="2259">
                  <c:v>7.481481481481482E-2</c:v>
                </c:pt>
                <c:pt idx="2260">
                  <c:v>7.481481481481482E-2</c:v>
                </c:pt>
                <c:pt idx="2261">
                  <c:v>7.481481481481482E-2</c:v>
                </c:pt>
                <c:pt idx="2262">
                  <c:v>7.4962962962962967E-2</c:v>
                </c:pt>
                <c:pt idx="2263">
                  <c:v>7.5111111111111115E-2</c:v>
                </c:pt>
                <c:pt idx="2264">
                  <c:v>7.5111111111111115E-2</c:v>
                </c:pt>
                <c:pt idx="2265">
                  <c:v>7.5111111111111115E-2</c:v>
                </c:pt>
                <c:pt idx="2266">
                  <c:v>7.5111111111111115E-2</c:v>
                </c:pt>
                <c:pt idx="2267">
                  <c:v>7.5111111111111115E-2</c:v>
                </c:pt>
                <c:pt idx="2268">
                  <c:v>7.5111111111111115E-2</c:v>
                </c:pt>
                <c:pt idx="2269">
                  <c:v>7.5111111111111115E-2</c:v>
                </c:pt>
                <c:pt idx="2270">
                  <c:v>7.5259259259259262E-2</c:v>
                </c:pt>
                <c:pt idx="2271">
                  <c:v>7.5259259259259262E-2</c:v>
                </c:pt>
                <c:pt idx="2272">
                  <c:v>7.5407407407407409E-2</c:v>
                </c:pt>
                <c:pt idx="2273">
                  <c:v>7.5555555555555556E-2</c:v>
                </c:pt>
                <c:pt idx="2274">
                  <c:v>7.5555555555555556E-2</c:v>
                </c:pt>
                <c:pt idx="2275">
                  <c:v>7.5555555555555556E-2</c:v>
                </c:pt>
                <c:pt idx="2276">
                  <c:v>7.5555555555555556E-2</c:v>
                </c:pt>
                <c:pt idx="2277">
                  <c:v>7.5555555555555556E-2</c:v>
                </c:pt>
                <c:pt idx="2278">
                  <c:v>7.5703703703703704E-2</c:v>
                </c:pt>
                <c:pt idx="2279">
                  <c:v>7.5703703703703704E-2</c:v>
                </c:pt>
                <c:pt idx="2280">
                  <c:v>7.5703703703703704E-2</c:v>
                </c:pt>
                <c:pt idx="2281">
                  <c:v>7.5703703703703704E-2</c:v>
                </c:pt>
                <c:pt idx="2282">
                  <c:v>7.5703703703703704E-2</c:v>
                </c:pt>
                <c:pt idx="2283">
                  <c:v>7.5703703703703704E-2</c:v>
                </c:pt>
                <c:pt idx="2284">
                  <c:v>7.5703703703703704E-2</c:v>
                </c:pt>
                <c:pt idx="2285">
                  <c:v>7.5703703703703704E-2</c:v>
                </c:pt>
                <c:pt idx="2286">
                  <c:v>7.5703703703703704E-2</c:v>
                </c:pt>
                <c:pt idx="2287">
                  <c:v>7.5703703703703704E-2</c:v>
                </c:pt>
                <c:pt idx="2288">
                  <c:v>7.5703703703703704E-2</c:v>
                </c:pt>
                <c:pt idx="2289">
                  <c:v>7.5703703703703704E-2</c:v>
                </c:pt>
                <c:pt idx="2290">
                  <c:v>7.5703703703703704E-2</c:v>
                </c:pt>
                <c:pt idx="2291">
                  <c:v>7.5703703703703704E-2</c:v>
                </c:pt>
                <c:pt idx="2292">
                  <c:v>7.5851851851851851E-2</c:v>
                </c:pt>
                <c:pt idx="2293">
                  <c:v>7.5851851851851851E-2</c:v>
                </c:pt>
                <c:pt idx="2294">
                  <c:v>7.5851851851851851E-2</c:v>
                </c:pt>
                <c:pt idx="2295">
                  <c:v>7.5999999999999998E-2</c:v>
                </c:pt>
                <c:pt idx="2296">
                  <c:v>7.5999999999999998E-2</c:v>
                </c:pt>
                <c:pt idx="2297">
                  <c:v>7.6148148148148145E-2</c:v>
                </c:pt>
                <c:pt idx="2298">
                  <c:v>7.6148148148148145E-2</c:v>
                </c:pt>
                <c:pt idx="2299">
                  <c:v>7.6148148148148145E-2</c:v>
                </c:pt>
                <c:pt idx="2300">
                  <c:v>7.6148148148148145E-2</c:v>
                </c:pt>
                <c:pt idx="2301">
                  <c:v>7.6148148148148145E-2</c:v>
                </c:pt>
                <c:pt idx="2302">
                  <c:v>7.6296296296296293E-2</c:v>
                </c:pt>
                <c:pt idx="2303">
                  <c:v>7.6296296296296293E-2</c:v>
                </c:pt>
                <c:pt idx="2304">
                  <c:v>7.6296296296296293E-2</c:v>
                </c:pt>
                <c:pt idx="2305">
                  <c:v>7.644444444444444E-2</c:v>
                </c:pt>
                <c:pt idx="2306">
                  <c:v>7.6592592592592587E-2</c:v>
                </c:pt>
                <c:pt idx="2307">
                  <c:v>7.6592592592592587E-2</c:v>
                </c:pt>
                <c:pt idx="2308">
                  <c:v>7.6592592592592587E-2</c:v>
                </c:pt>
                <c:pt idx="2309">
                  <c:v>7.6592592592592587E-2</c:v>
                </c:pt>
                <c:pt idx="2310">
                  <c:v>7.6592592592592587E-2</c:v>
                </c:pt>
                <c:pt idx="2311">
                  <c:v>7.6592592592592587E-2</c:v>
                </c:pt>
                <c:pt idx="2312">
                  <c:v>7.6592592592592587E-2</c:v>
                </c:pt>
                <c:pt idx="2313">
                  <c:v>7.6740740740740734E-2</c:v>
                </c:pt>
                <c:pt idx="2314">
                  <c:v>7.6888888888888896E-2</c:v>
                </c:pt>
                <c:pt idx="2315">
                  <c:v>7.7037037037037043E-2</c:v>
                </c:pt>
                <c:pt idx="2316">
                  <c:v>7.7037037037037043E-2</c:v>
                </c:pt>
                <c:pt idx="2317">
                  <c:v>7.7037037037037043E-2</c:v>
                </c:pt>
                <c:pt idx="2318">
                  <c:v>7.7037037037037043E-2</c:v>
                </c:pt>
                <c:pt idx="2319">
                  <c:v>7.7037037037037043E-2</c:v>
                </c:pt>
                <c:pt idx="2320">
                  <c:v>7.7037037037037043E-2</c:v>
                </c:pt>
                <c:pt idx="2321">
                  <c:v>7.7037037037037043E-2</c:v>
                </c:pt>
                <c:pt idx="2322">
                  <c:v>7.7037037037037043E-2</c:v>
                </c:pt>
                <c:pt idx="2323">
                  <c:v>7.7037037037037043E-2</c:v>
                </c:pt>
                <c:pt idx="2324">
                  <c:v>7.7037037037037043E-2</c:v>
                </c:pt>
                <c:pt idx="2325">
                  <c:v>7.7037037037037043E-2</c:v>
                </c:pt>
                <c:pt idx="2326">
                  <c:v>7.718518518518519E-2</c:v>
                </c:pt>
                <c:pt idx="2327">
                  <c:v>7.718518518518519E-2</c:v>
                </c:pt>
                <c:pt idx="2328">
                  <c:v>7.718518518518519E-2</c:v>
                </c:pt>
                <c:pt idx="2329">
                  <c:v>7.718518518518519E-2</c:v>
                </c:pt>
                <c:pt idx="2330">
                  <c:v>7.718518518518519E-2</c:v>
                </c:pt>
                <c:pt idx="2331">
                  <c:v>7.718518518518519E-2</c:v>
                </c:pt>
                <c:pt idx="2332">
                  <c:v>7.718518518518519E-2</c:v>
                </c:pt>
                <c:pt idx="2333">
                  <c:v>7.718518518518519E-2</c:v>
                </c:pt>
                <c:pt idx="2334">
                  <c:v>7.718518518518519E-2</c:v>
                </c:pt>
                <c:pt idx="2335">
                  <c:v>7.718518518518519E-2</c:v>
                </c:pt>
                <c:pt idx="2336">
                  <c:v>7.7333333333333337E-2</c:v>
                </c:pt>
                <c:pt idx="2337">
                  <c:v>7.7481481481481485E-2</c:v>
                </c:pt>
                <c:pt idx="2338">
                  <c:v>7.7481481481481485E-2</c:v>
                </c:pt>
                <c:pt idx="2339">
                  <c:v>7.7481481481481485E-2</c:v>
                </c:pt>
                <c:pt idx="2340">
                  <c:v>7.7481481481481485E-2</c:v>
                </c:pt>
                <c:pt idx="2341">
                  <c:v>7.7481481481481485E-2</c:v>
                </c:pt>
                <c:pt idx="2342">
                  <c:v>7.7629629629629632E-2</c:v>
                </c:pt>
                <c:pt idx="2343">
                  <c:v>7.7629629629629632E-2</c:v>
                </c:pt>
                <c:pt idx="2344">
                  <c:v>7.7777777777777779E-2</c:v>
                </c:pt>
                <c:pt idx="2345">
                  <c:v>7.7777777777777779E-2</c:v>
                </c:pt>
                <c:pt idx="2346">
                  <c:v>7.7777777777777779E-2</c:v>
                </c:pt>
                <c:pt idx="2347">
                  <c:v>7.7925925925925926E-2</c:v>
                </c:pt>
                <c:pt idx="2348">
                  <c:v>7.7925925925925926E-2</c:v>
                </c:pt>
                <c:pt idx="2349">
                  <c:v>7.8074074074074074E-2</c:v>
                </c:pt>
                <c:pt idx="2350">
                  <c:v>7.8074074074074074E-2</c:v>
                </c:pt>
                <c:pt idx="2351">
                  <c:v>7.8074074074074074E-2</c:v>
                </c:pt>
                <c:pt idx="2352">
                  <c:v>7.8074074074074074E-2</c:v>
                </c:pt>
                <c:pt idx="2353">
                  <c:v>7.8074074074074074E-2</c:v>
                </c:pt>
                <c:pt idx="2354">
                  <c:v>7.8074074074074074E-2</c:v>
                </c:pt>
                <c:pt idx="2355">
                  <c:v>7.8074074074074074E-2</c:v>
                </c:pt>
                <c:pt idx="2356">
                  <c:v>7.8074074074074074E-2</c:v>
                </c:pt>
                <c:pt idx="2357">
                  <c:v>7.8074074074074074E-2</c:v>
                </c:pt>
                <c:pt idx="2358">
                  <c:v>7.8074074074074074E-2</c:v>
                </c:pt>
                <c:pt idx="2359">
                  <c:v>7.8074074074074074E-2</c:v>
                </c:pt>
                <c:pt idx="2360">
                  <c:v>7.8074074074074074E-2</c:v>
                </c:pt>
                <c:pt idx="2361">
                  <c:v>7.8074074074074074E-2</c:v>
                </c:pt>
                <c:pt idx="2362">
                  <c:v>7.8074074074074074E-2</c:v>
                </c:pt>
                <c:pt idx="2363">
                  <c:v>7.8074074074074074E-2</c:v>
                </c:pt>
                <c:pt idx="2364">
                  <c:v>7.8074074074074074E-2</c:v>
                </c:pt>
                <c:pt idx="2365">
                  <c:v>7.8074074074074074E-2</c:v>
                </c:pt>
                <c:pt idx="2366">
                  <c:v>7.8222222222222221E-2</c:v>
                </c:pt>
                <c:pt idx="2367">
                  <c:v>7.8222222222222221E-2</c:v>
                </c:pt>
                <c:pt idx="2368">
                  <c:v>7.8222222222222221E-2</c:v>
                </c:pt>
                <c:pt idx="2369">
                  <c:v>7.8222222222222221E-2</c:v>
                </c:pt>
                <c:pt idx="2370">
                  <c:v>7.8222222222222221E-2</c:v>
                </c:pt>
                <c:pt idx="2371">
                  <c:v>7.8222222222222221E-2</c:v>
                </c:pt>
                <c:pt idx="2372">
                  <c:v>7.8222222222222221E-2</c:v>
                </c:pt>
                <c:pt idx="2373">
                  <c:v>7.8222222222222221E-2</c:v>
                </c:pt>
                <c:pt idx="2374">
                  <c:v>7.8222222222222221E-2</c:v>
                </c:pt>
                <c:pt idx="2375">
                  <c:v>7.8222222222222221E-2</c:v>
                </c:pt>
                <c:pt idx="2376">
                  <c:v>7.8222222222222221E-2</c:v>
                </c:pt>
                <c:pt idx="2377">
                  <c:v>7.8222222222222221E-2</c:v>
                </c:pt>
                <c:pt idx="2378">
                  <c:v>7.8222222222222221E-2</c:v>
                </c:pt>
                <c:pt idx="2379">
                  <c:v>7.8222222222222221E-2</c:v>
                </c:pt>
                <c:pt idx="2380">
                  <c:v>7.8222222222222221E-2</c:v>
                </c:pt>
                <c:pt idx="2381">
                  <c:v>7.8222222222222221E-2</c:v>
                </c:pt>
                <c:pt idx="2382">
                  <c:v>7.8222222222222221E-2</c:v>
                </c:pt>
                <c:pt idx="2383">
                  <c:v>7.8222222222222221E-2</c:v>
                </c:pt>
                <c:pt idx="2384">
                  <c:v>7.8370370370370368E-2</c:v>
                </c:pt>
                <c:pt idx="2385">
                  <c:v>7.8370370370370368E-2</c:v>
                </c:pt>
                <c:pt idx="2386">
                  <c:v>7.8518518518518515E-2</c:v>
                </c:pt>
                <c:pt idx="2387">
                  <c:v>7.8518518518518515E-2</c:v>
                </c:pt>
                <c:pt idx="2388">
                  <c:v>7.8666666666666663E-2</c:v>
                </c:pt>
                <c:pt idx="2389">
                  <c:v>7.8666666666666663E-2</c:v>
                </c:pt>
                <c:pt idx="2390">
                  <c:v>7.8666666666666663E-2</c:v>
                </c:pt>
                <c:pt idx="2391">
                  <c:v>7.8666666666666663E-2</c:v>
                </c:pt>
                <c:pt idx="2392">
                  <c:v>7.8666666666666663E-2</c:v>
                </c:pt>
                <c:pt idx="2393">
                  <c:v>7.8666666666666663E-2</c:v>
                </c:pt>
                <c:pt idx="2394">
                  <c:v>7.8666666666666663E-2</c:v>
                </c:pt>
                <c:pt idx="2395">
                  <c:v>7.8666666666666663E-2</c:v>
                </c:pt>
                <c:pt idx="2396">
                  <c:v>7.8666666666666663E-2</c:v>
                </c:pt>
                <c:pt idx="2397">
                  <c:v>7.8666666666666663E-2</c:v>
                </c:pt>
                <c:pt idx="2398">
                  <c:v>7.8666666666666663E-2</c:v>
                </c:pt>
                <c:pt idx="2399">
                  <c:v>7.8666666666666663E-2</c:v>
                </c:pt>
                <c:pt idx="2400">
                  <c:v>7.8666666666666663E-2</c:v>
                </c:pt>
                <c:pt idx="2401">
                  <c:v>7.8666666666666663E-2</c:v>
                </c:pt>
                <c:pt idx="2402">
                  <c:v>7.881481481481481E-2</c:v>
                </c:pt>
                <c:pt idx="2403">
                  <c:v>7.881481481481481E-2</c:v>
                </c:pt>
                <c:pt idx="2404">
                  <c:v>7.881481481481481E-2</c:v>
                </c:pt>
                <c:pt idx="2405">
                  <c:v>7.881481481481481E-2</c:v>
                </c:pt>
                <c:pt idx="2406">
                  <c:v>7.8962962962962957E-2</c:v>
                </c:pt>
                <c:pt idx="2407">
                  <c:v>7.8962962962962957E-2</c:v>
                </c:pt>
                <c:pt idx="2408">
                  <c:v>7.8962962962962957E-2</c:v>
                </c:pt>
                <c:pt idx="2409">
                  <c:v>7.9111111111111104E-2</c:v>
                </c:pt>
                <c:pt idx="2410">
                  <c:v>7.9111111111111104E-2</c:v>
                </c:pt>
                <c:pt idx="2411">
                  <c:v>7.9111111111111104E-2</c:v>
                </c:pt>
                <c:pt idx="2412">
                  <c:v>7.9111111111111104E-2</c:v>
                </c:pt>
                <c:pt idx="2413">
                  <c:v>7.9111111111111104E-2</c:v>
                </c:pt>
                <c:pt idx="2414">
                  <c:v>7.9259259259259265E-2</c:v>
                </c:pt>
                <c:pt idx="2415">
                  <c:v>7.9259259259259265E-2</c:v>
                </c:pt>
                <c:pt idx="2416">
                  <c:v>7.9259259259259265E-2</c:v>
                </c:pt>
                <c:pt idx="2417">
                  <c:v>7.9259259259259265E-2</c:v>
                </c:pt>
                <c:pt idx="2418">
                  <c:v>7.9407407407407413E-2</c:v>
                </c:pt>
                <c:pt idx="2419">
                  <c:v>7.9407407407407413E-2</c:v>
                </c:pt>
                <c:pt idx="2420">
                  <c:v>7.9407407407407413E-2</c:v>
                </c:pt>
                <c:pt idx="2421">
                  <c:v>7.9407407407407413E-2</c:v>
                </c:pt>
                <c:pt idx="2422">
                  <c:v>7.9407407407407413E-2</c:v>
                </c:pt>
                <c:pt idx="2423">
                  <c:v>7.9407407407407413E-2</c:v>
                </c:pt>
                <c:pt idx="2424">
                  <c:v>7.9407407407407413E-2</c:v>
                </c:pt>
                <c:pt idx="2425">
                  <c:v>7.9407407407407413E-2</c:v>
                </c:pt>
                <c:pt idx="2426">
                  <c:v>7.955555555555556E-2</c:v>
                </c:pt>
                <c:pt idx="2427">
                  <c:v>7.955555555555556E-2</c:v>
                </c:pt>
                <c:pt idx="2428">
                  <c:v>7.955555555555556E-2</c:v>
                </c:pt>
                <c:pt idx="2429">
                  <c:v>7.9703703703703707E-2</c:v>
                </c:pt>
                <c:pt idx="2430">
                  <c:v>7.9703703703703707E-2</c:v>
                </c:pt>
                <c:pt idx="2431">
                  <c:v>7.9703703703703707E-2</c:v>
                </c:pt>
                <c:pt idx="2432">
                  <c:v>7.9703703703703707E-2</c:v>
                </c:pt>
                <c:pt idx="2433">
                  <c:v>7.9703703703703707E-2</c:v>
                </c:pt>
                <c:pt idx="2434">
                  <c:v>7.9703703703703707E-2</c:v>
                </c:pt>
                <c:pt idx="2435">
                  <c:v>7.9703703703703707E-2</c:v>
                </c:pt>
                <c:pt idx="2436">
                  <c:v>7.9703703703703707E-2</c:v>
                </c:pt>
                <c:pt idx="2437">
                  <c:v>7.9703703703703707E-2</c:v>
                </c:pt>
                <c:pt idx="2438">
                  <c:v>7.9851851851851854E-2</c:v>
                </c:pt>
                <c:pt idx="2439">
                  <c:v>7.9851851851851854E-2</c:v>
                </c:pt>
                <c:pt idx="2440">
                  <c:v>0.08</c:v>
                </c:pt>
                <c:pt idx="2441">
                  <c:v>0.08</c:v>
                </c:pt>
                <c:pt idx="2442">
                  <c:v>0.08</c:v>
                </c:pt>
                <c:pt idx="2443">
                  <c:v>0.08</c:v>
                </c:pt>
                <c:pt idx="2444">
                  <c:v>8.0148148148148149E-2</c:v>
                </c:pt>
                <c:pt idx="2445">
                  <c:v>8.0296296296296296E-2</c:v>
                </c:pt>
                <c:pt idx="2446">
                  <c:v>8.0296296296296296E-2</c:v>
                </c:pt>
                <c:pt idx="2447">
                  <c:v>8.0296296296296296E-2</c:v>
                </c:pt>
                <c:pt idx="2448">
                  <c:v>8.0296296296296296E-2</c:v>
                </c:pt>
                <c:pt idx="2449">
                  <c:v>8.0296296296296296E-2</c:v>
                </c:pt>
                <c:pt idx="2450">
                  <c:v>8.0296296296296296E-2</c:v>
                </c:pt>
                <c:pt idx="2451">
                  <c:v>8.0444444444444443E-2</c:v>
                </c:pt>
                <c:pt idx="2452">
                  <c:v>8.0444444444444443E-2</c:v>
                </c:pt>
                <c:pt idx="2453">
                  <c:v>8.0444444444444443E-2</c:v>
                </c:pt>
                <c:pt idx="2454">
                  <c:v>8.0444444444444443E-2</c:v>
                </c:pt>
                <c:pt idx="2455">
                  <c:v>8.0592592592592591E-2</c:v>
                </c:pt>
                <c:pt idx="2456">
                  <c:v>8.0592592592592591E-2</c:v>
                </c:pt>
                <c:pt idx="2457">
                  <c:v>8.0592592592592591E-2</c:v>
                </c:pt>
                <c:pt idx="2458">
                  <c:v>8.0740740740740738E-2</c:v>
                </c:pt>
                <c:pt idx="2459">
                  <c:v>8.0740740740740738E-2</c:v>
                </c:pt>
                <c:pt idx="2460">
                  <c:v>8.0740740740740738E-2</c:v>
                </c:pt>
                <c:pt idx="2461">
                  <c:v>8.0888888888888885E-2</c:v>
                </c:pt>
                <c:pt idx="2462">
                  <c:v>8.0888888888888885E-2</c:v>
                </c:pt>
                <c:pt idx="2463">
                  <c:v>8.0888888888888885E-2</c:v>
                </c:pt>
                <c:pt idx="2464">
                  <c:v>8.0888888888888885E-2</c:v>
                </c:pt>
                <c:pt idx="2465">
                  <c:v>8.1037037037037032E-2</c:v>
                </c:pt>
                <c:pt idx="2466">
                  <c:v>8.1037037037037032E-2</c:v>
                </c:pt>
                <c:pt idx="2467">
                  <c:v>8.118518518518518E-2</c:v>
                </c:pt>
                <c:pt idx="2468">
                  <c:v>8.1333333333333327E-2</c:v>
                </c:pt>
                <c:pt idx="2469">
                  <c:v>8.1333333333333327E-2</c:v>
                </c:pt>
                <c:pt idx="2470">
                  <c:v>8.1333333333333327E-2</c:v>
                </c:pt>
                <c:pt idx="2471">
                  <c:v>8.1481481481481488E-2</c:v>
                </c:pt>
                <c:pt idx="2472">
                  <c:v>8.1629629629629635E-2</c:v>
                </c:pt>
                <c:pt idx="2473">
                  <c:v>8.1777777777777783E-2</c:v>
                </c:pt>
                <c:pt idx="2474">
                  <c:v>8.1777777777777783E-2</c:v>
                </c:pt>
                <c:pt idx="2475">
                  <c:v>8.1777777777777783E-2</c:v>
                </c:pt>
                <c:pt idx="2476">
                  <c:v>8.1777777777777783E-2</c:v>
                </c:pt>
                <c:pt idx="2477">
                  <c:v>8.1777777777777783E-2</c:v>
                </c:pt>
                <c:pt idx="2478">
                  <c:v>8.192592592592593E-2</c:v>
                </c:pt>
                <c:pt idx="2479">
                  <c:v>8.192592592592593E-2</c:v>
                </c:pt>
                <c:pt idx="2480">
                  <c:v>8.192592592592593E-2</c:v>
                </c:pt>
                <c:pt idx="2481">
                  <c:v>8.192592592592593E-2</c:v>
                </c:pt>
                <c:pt idx="2482">
                  <c:v>8.192592592592593E-2</c:v>
                </c:pt>
                <c:pt idx="2483">
                  <c:v>8.2074074074074077E-2</c:v>
                </c:pt>
                <c:pt idx="2484">
                  <c:v>8.2074074074074077E-2</c:v>
                </c:pt>
                <c:pt idx="2485">
                  <c:v>8.2074074074074077E-2</c:v>
                </c:pt>
                <c:pt idx="2486">
                  <c:v>8.2074074074074077E-2</c:v>
                </c:pt>
                <c:pt idx="2487">
                  <c:v>8.2074074074074077E-2</c:v>
                </c:pt>
                <c:pt idx="2488">
                  <c:v>8.2074074074074077E-2</c:v>
                </c:pt>
                <c:pt idx="2489">
                  <c:v>8.2074074074074077E-2</c:v>
                </c:pt>
                <c:pt idx="2490">
                  <c:v>8.2222222222222224E-2</c:v>
                </c:pt>
                <c:pt idx="2491">
                  <c:v>8.2370370370370372E-2</c:v>
                </c:pt>
                <c:pt idx="2492">
                  <c:v>8.2370370370370372E-2</c:v>
                </c:pt>
                <c:pt idx="2493">
                  <c:v>8.2518518518518519E-2</c:v>
                </c:pt>
                <c:pt idx="2494">
                  <c:v>8.2518518518518519E-2</c:v>
                </c:pt>
                <c:pt idx="2495">
                  <c:v>8.2518518518518519E-2</c:v>
                </c:pt>
                <c:pt idx="2496">
                  <c:v>8.2518518518518519E-2</c:v>
                </c:pt>
                <c:pt idx="2497">
                  <c:v>8.2518518518518519E-2</c:v>
                </c:pt>
                <c:pt idx="2498">
                  <c:v>8.2518518518518519E-2</c:v>
                </c:pt>
                <c:pt idx="2499">
                  <c:v>8.2518518518518519E-2</c:v>
                </c:pt>
                <c:pt idx="2500">
                  <c:v>8.2666666666666666E-2</c:v>
                </c:pt>
                <c:pt idx="2501">
                  <c:v>8.2814814814814813E-2</c:v>
                </c:pt>
                <c:pt idx="2502">
                  <c:v>8.2814814814814813E-2</c:v>
                </c:pt>
                <c:pt idx="2503">
                  <c:v>8.2814814814814813E-2</c:v>
                </c:pt>
                <c:pt idx="2504">
                  <c:v>8.2814814814814813E-2</c:v>
                </c:pt>
                <c:pt idx="2505">
                  <c:v>8.2962962962962961E-2</c:v>
                </c:pt>
                <c:pt idx="2506">
                  <c:v>8.2962962962962961E-2</c:v>
                </c:pt>
                <c:pt idx="2507">
                  <c:v>8.2962962962962961E-2</c:v>
                </c:pt>
                <c:pt idx="2508">
                  <c:v>8.2962962962962961E-2</c:v>
                </c:pt>
                <c:pt idx="2509">
                  <c:v>8.2962962962962961E-2</c:v>
                </c:pt>
                <c:pt idx="2510">
                  <c:v>8.2962962962962961E-2</c:v>
                </c:pt>
                <c:pt idx="2511">
                  <c:v>8.2962962962962961E-2</c:v>
                </c:pt>
                <c:pt idx="2512">
                  <c:v>8.2962962962962961E-2</c:v>
                </c:pt>
                <c:pt idx="2513">
                  <c:v>8.2962962962962961E-2</c:v>
                </c:pt>
                <c:pt idx="2514">
                  <c:v>8.3111111111111108E-2</c:v>
                </c:pt>
                <c:pt idx="2515">
                  <c:v>8.3111111111111108E-2</c:v>
                </c:pt>
                <c:pt idx="2516">
                  <c:v>8.3111111111111108E-2</c:v>
                </c:pt>
                <c:pt idx="2517">
                  <c:v>8.3111111111111108E-2</c:v>
                </c:pt>
                <c:pt idx="2518">
                  <c:v>8.3111111111111108E-2</c:v>
                </c:pt>
                <c:pt idx="2519">
                  <c:v>8.3111111111111108E-2</c:v>
                </c:pt>
                <c:pt idx="2520">
                  <c:v>8.3111111111111108E-2</c:v>
                </c:pt>
                <c:pt idx="2521">
                  <c:v>8.3111111111111108E-2</c:v>
                </c:pt>
                <c:pt idx="2522">
                  <c:v>8.3259259259259255E-2</c:v>
                </c:pt>
                <c:pt idx="2523">
                  <c:v>8.3259259259259255E-2</c:v>
                </c:pt>
                <c:pt idx="2524">
                  <c:v>8.3259259259259255E-2</c:v>
                </c:pt>
                <c:pt idx="2525">
                  <c:v>8.3407407407407402E-2</c:v>
                </c:pt>
                <c:pt idx="2526">
                  <c:v>8.3407407407407402E-2</c:v>
                </c:pt>
                <c:pt idx="2527">
                  <c:v>8.355555555555555E-2</c:v>
                </c:pt>
                <c:pt idx="2528">
                  <c:v>8.355555555555555E-2</c:v>
                </c:pt>
                <c:pt idx="2529">
                  <c:v>8.355555555555555E-2</c:v>
                </c:pt>
                <c:pt idx="2530">
                  <c:v>8.3703703703703697E-2</c:v>
                </c:pt>
                <c:pt idx="2531">
                  <c:v>8.3703703703703697E-2</c:v>
                </c:pt>
                <c:pt idx="2532">
                  <c:v>8.3703703703703697E-2</c:v>
                </c:pt>
                <c:pt idx="2533">
                  <c:v>8.3703703703703697E-2</c:v>
                </c:pt>
                <c:pt idx="2534">
                  <c:v>8.3703703703703697E-2</c:v>
                </c:pt>
                <c:pt idx="2535">
                  <c:v>8.3703703703703697E-2</c:v>
                </c:pt>
                <c:pt idx="2536">
                  <c:v>8.3703703703703697E-2</c:v>
                </c:pt>
                <c:pt idx="2537">
                  <c:v>8.3703703703703697E-2</c:v>
                </c:pt>
                <c:pt idx="2538">
                  <c:v>8.3703703703703697E-2</c:v>
                </c:pt>
                <c:pt idx="2539">
                  <c:v>8.3703703703703697E-2</c:v>
                </c:pt>
                <c:pt idx="2540">
                  <c:v>8.3703703703703697E-2</c:v>
                </c:pt>
                <c:pt idx="2541">
                  <c:v>8.3703703703703697E-2</c:v>
                </c:pt>
                <c:pt idx="2542">
                  <c:v>8.3703703703703697E-2</c:v>
                </c:pt>
                <c:pt idx="2543">
                  <c:v>8.3851851851851858E-2</c:v>
                </c:pt>
                <c:pt idx="2544">
                  <c:v>8.3851851851851858E-2</c:v>
                </c:pt>
                <c:pt idx="2545">
                  <c:v>8.4000000000000005E-2</c:v>
                </c:pt>
                <c:pt idx="2546">
                  <c:v>8.4000000000000005E-2</c:v>
                </c:pt>
                <c:pt idx="2547">
                  <c:v>8.4000000000000005E-2</c:v>
                </c:pt>
                <c:pt idx="2548">
                  <c:v>8.4000000000000005E-2</c:v>
                </c:pt>
                <c:pt idx="2549">
                  <c:v>8.4000000000000005E-2</c:v>
                </c:pt>
                <c:pt idx="2550">
                  <c:v>8.4148148148148152E-2</c:v>
                </c:pt>
                <c:pt idx="2551">
                  <c:v>8.4148148148148152E-2</c:v>
                </c:pt>
                <c:pt idx="2552">
                  <c:v>8.4148148148148152E-2</c:v>
                </c:pt>
                <c:pt idx="2553">
                  <c:v>8.4148148148148152E-2</c:v>
                </c:pt>
                <c:pt idx="2554">
                  <c:v>8.4148148148148152E-2</c:v>
                </c:pt>
                <c:pt idx="2555">
                  <c:v>8.4148148148148152E-2</c:v>
                </c:pt>
                <c:pt idx="2556">
                  <c:v>8.42962962962963E-2</c:v>
                </c:pt>
                <c:pt idx="2557">
                  <c:v>8.42962962962963E-2</c:v>
                </c:pt>
                <c:pt idx="2558">
                  <c:v>8.4444444444444447E-2</c:v>
                </c:pt>
                <c:pt idx="2559">
                  <c:v>8.4444444444444447E-2</c:v>
                </c:pt>
                <c:pt idx="2560">
                  <c:v>8.4444444444444447E-2</c:v>
                </c:pt>
                <c:pt idx="2561">
                  <c:v>8.4444444444444447E-2</c:v>
                </c:pt>
                <c:pt idx="2562">
                  <c:v>8.4444444444444447E-2</c:v>
                </c:pt>
                <c:pt idx="2563">
                  <c:v>8.4444444444444447E-2</c:v>
                </c:pt>
                <c:pt idx="2564">
                  <c:v>8.4444444444444447E-2</c:v>
                </c:pt>
                <c:pt idx="2565">
                  <c:v>8.4444444444444447E-2</c:v>
                </c:pt>
                <c:pt idx="2566">
                  <c:v>8.4592592592592594E-2</c:v>
                </c:pt>
                <c:pt idx="2567">
                  <c:v>8.4592592592592594E-2</c:v>
                </c:pt>
                <c:pt idx="2568">
                  <c:v>8.4740740740740741E-2</c:v>
                </c:pt>
                <c:pt idx="2569">
                  <c:v>8.4740740740740741E-2</c:v>
                </c:pt>
                <c:pt idx="2570">
                  <c:v>8.4740740740740741E-2</c:v>
                </c:pt>
                <c:pt idx="2571">
                  <c:v>8.4888888888888889E-2</c:v>
                </c:pt>
                <c:pt idx="2572">
                  <c:v>8.4888888888888889E-2</c:v>
                </c:pt>
                <c:pt idx="2573">
                  <c:v>8.4888888888888889E-2</c:v>
                </c:pt>
                <c:pt idx="2574">
                  <c:v>8.4888888888888889E-2</c:v>
                </c:pt>
                <c:pt idx="2575">
                  <c:v>8.5037037037037036E-2</c:v>
                </c:pt>
                <c:pt idx="2576">
                  <c:v>8.5037037037037036E-2</c:v>
                </c:pt>
                <c:pt idx="2577">
                  <c:v>8.5037037037037036E-2</c:v>
                </c:pt>
                <c:pt idx="2578">
                  <c:v>8.5037037037037036E-2</c:v>
                </c:pt>
                <c:pt idx="2579">
                  <c:v>8.5037037037037036E-2</c:v>
                </c:pt>
                <c:pt idx="2580">
                  <c:v>8.5037037037037036E-2</c:v>
                </c:pt>
                <c:pt idx="2581">
                  <c:v>8.5037037037037036E-2</c:v>
                </c:pt>
                <c:pt idx="2582">
                  <c:v>8.5185185185185183E-2</c:v>
                </c:pt>
                <c:pt idx="2583">
                  <c:v>8.5185185185185183E-2</c:v>
                </c:pt>
                <c:pt idx="2584">
                  <c:v>8.533333333333333E-2</c:v>
                </c:pt>
                <c:pt idx="2585">
                  <c:v>8.533333333333333E-2</c:v>
                </c:pt>
                <c:pt idx="2586">
                  <c:v>8.533333333333333E-2</c:v>
                </c:pt>
                <c:pt idx="2587">
                  <c:v>8.533333333333333E-2</c:v>
                </c:pt>
                <c:pt idx="2588">
                  <c:v>8.533333333333333E-2</c:v>
                </c:pt>
                <c:pt idx="2589">
                  <c:v>8.533333333333333E-2</c:v>
                </c:pt>
                <c:pt idx="2590">
                  <c:v>8.533333333333333E-2</c:v>
                </c:pt>
                <c:pt idx="2591">
                  <c:v>8.533333333333333E-2</c:v>
                </c:pt>
                <c:pt idx="2592">
                  <c:v>8.533333333333333E-2</c:v>
                </c:pt>
                <c:pt idx="2593">
                  <c:v>8.533333333333333E-2</c:v>
                </c:pt>
                <c:pt idx="2594">
                  <c:v>8.533333333333333E-2</c:v>
                </c:pt>
                <c:pt idx="2595">
                  <c:v>8.5481481481481478E-2</c:v>
                </c:pt>
                <c:pt idx="2596">
                  <c:v>8.5481481481481478E-2</c:v>
                </c:pt>
                <c:pt idx="2597">
                  <c:v>8.5481481481481478E-2</c:v>
                </c:pt>
                <c:pt idx="2598">
                  <c:v>8.5481481481481478E-2</c:v>
                </c:pt>
                <c:pt idx="2599">
                  <c:v>8.5481481481481478E-2</c:v>
                </c:pt>
                <c:pt idx="2600">
                  <c:v>8.5481481481481478E-2</c:v>
                </c:pt>
                <c:pt idx="2601">
                  <c:v>8.5629629629629625E-2</c:v>
                </c:pt>
                <c:pt idx="2602">
                  <c:v>8.5777777777777772E-2</c:v>
                </c:pt>
                <c:pt idx="2603">
                  <c:v>8.5777777777777772E-2</c:v>
                </c:pt>
                <c:pt idx="2604">
                  <c:v>8.5925925925925919E-2</c:v>
                </c:pt>
                <c:pt idx="2605">
                  <c:v>8.6074074074074081E-2</c:v>
                </c:pt>
                <c:pt idx="2606">
                  <c:v>8.6074074074074081E-2</c:v>
                </c:pt>
                <c:pt idx="2607">
                  <c:v>8.6074074074074081E-2</c:v>
                </c:pt>
                <c:pt idx="2608">
                  <c:v>8.6074074074074081E-2</c:v>
                </c:pt>
                <c:pt idx="2609">
                  <c:v>8.6222222222222228E-2</c:v>
                </c:pt>
                <c:pt idx="2610">
                  <c:v>8.6222222222222228E-2</c:v>
                </c:pt>
                <c:pt idx="2611">
                  <c:v>8.6370370370370375E-2</c:v>
                </c:pt>
                <c:pt idx="2612">
                  <c:v>8.6370370370370375E-2</c:v>
                </c:pt>
                <c:pt idx="2613">
                  <c:v>8.6370370370370375E-2</c:v>
                </c:pt>
                <c:pt idx="2614">
                  <c:v>8.6518518518518522E-2</c:v>
                </c:pt>
                <c:pt idx="2615">
                  <c:v>8.666666666666667E-2</c:v>
                </c:pt>
                <c:pt idx="2616">
                  <c:v>8.666666666666667E-2</c:v>
                </c:pt>
                <c:pt idx="2617">
                  <c:v>8.666666666666667E-2</c:v>
                </c:pt>
                <c:pt idx="2618">
                  <c:v>8.6814814814814817E-2</c:v>
                </c:pt>
                <c:pt idx="2619">
                  <c:v>8.6814814814814817E-2</c:v>
                </c:pt>
                <c:pt idx="2620">
                  <c:v>8.6962962962962964E-2</c:v>
                </c:pt>
                <c:pt idx="2621">
                  <c:v>8.7111111111111111E-2</c:v>
                </c:pt>
                <c:pt idx="2622">
                  <c:v>8.7111111111111111E-2</c:v>
                </c:pt>
                <c:pt idx="2623">
                  <c:v>8.7111111111111111E-2</c:v>
                </c:pt>
                <c:pt idx="2624">
                  <c:v>8.7111111111111111E-2</c:v>
                </c:pt>
                <c:pt idx="2625">
                  <c:v>8.7259259259259259E-2</c:v>
                </c:pt>
                <c:pt idx="2626">
                  <c:v>8.7259259259259259E-2</c:v>
                </c:pt>
                <c:pt idx="2627">
                  <c:v>8.7259259259259259E-2</c:v>
                </c:pt>
                <c:pt idx="2628">
                  <c:v>8.7259259259259259E-2</c:v>
                </c:pt>
                <c:pt idx="2629">
                  <c:v>8.7259259259259259E-2</c:v>
                </c:pt>
                <c:pt idx="2630">
                  <c:v>8.7259259259259259E-2</c:v>
                </c:pt>
                <c:pt idx="2631">
                  <c:v>8.7259259259259259E-2</c:v>
                </c:pt>
                <c:pt idx="2632">
                  <c:v>8.7259259259259259E-2</c:v>
                </c:pt>
                <c:pt idx="2633">
                  <c:v>8.7407407407407406E-2</c:v>
                </c:pt>
                <c:pt idx="2634">
                  <c:v>8.7407407407407406E-2</c:v>
                </c:pt>
                <c:pt idx="2635">
                  <c:v>8.7407407407407406E-2</c:v>
                </c:pt>
                <c:pt idx="2636">
                  <c:v>8.7555555555555553E-2</c:v>
                </c:pt>
                <c:pt idx="2637">
                  <c:v>8.7555555555555553E-2</c:v>
                </c:pt>
                <c:pt idx="2638">
                  <c:v>8.77037037037037E-2</c:v>
                </c:pt>
                <c:pt idx="2639">
                  <c:v>8.7851851851851848E-2</c:v>
                </c:pt>
                <c:pt idx="2640">
                  <c:v>8.7851851851851848E-2</c:v>
                </c:pt>
                <c:pt idx="2641">
                  <c:v>8.7851851851851848E-2</c:v>
                </c:pt>
                <c:pt idx="2642">
                  <c:v>8.7999999999999995E-2</c:v>
                </c:pt>
                <c:pt idx="2643">
                  <c:v>8.7999999999999995E-2</c:v>
                </c:pt>
                <c:pt idx="2644">
                  <c:v>8.7999999999999995E-2</c:v>
                </c:pt>
                <c:pt idx="2645">
                  <c:v>8.7999999999999995E-2</c:v>
                </c:pt>
                <c:pt idx="2646">
                  <c:v>8.7999999999999995E-2</c:v>
                </c:pt>
                <c:pt idx="2647">
                  <c:v>8.8148148148148142E-2</c:v>
                </c:pt>
                <c:pt idx="2648">
                  <c:v>8.8148148148148142E-2</c:v>
                </c:pt>
                <c:pt idx="2649">
                  <c:v>8.8296296296296289E-2</c:v>
                </c:pt>
                <c:pt idx="2650">
                  <c:v>8.8296296296296289E-2</c:v>
                </c:pt>
                <c:pt idx="2651">
                  <c:v>8.8296296296296289E-2</c:v>
                </c:pt>
                <c:pt idx="2652">
                  <c:v>8.8296296296296289E-2</c:v>
                </c:pt>
                <c:pt idx="2653">
                  <c:v>8.8444444444444451E-2</c:v>
                </c:pt>
                <c:pt idx="2654">
                  <c:v>8.8444444444444451E-2</c:v>
                </c:pt>
                <c:pt idx="2655">
                  <c:v>8.8444444444444451E-2</c:v>
                </c:pt>
                <c:pt idx="2656">
                  <c:v>8.8444444444444451E-2</c:v>
                </c:pt>
                <c:pt idx="2657">
                  <c:v>8.8444444444444451E-2</c:v>
                </c:pt>
                <c:pt idx="2658">
                  <c:v>8.8444444444444451E-2</c:v>
                </c:pt>
                <c:pt idx="2659">
                  <c:v>8.8592592592592598E-2</c:v>
                </c:pt>
                <c:pt idx="2660">
                  <c:v>8.8740740740740745E-2</c:v>
                </c:pt>
                <c:pt idx="2661">
                  <c:v>8.8888888888888892E-2</c:v>
                </c:pt>
                <c:pt idx="2662">
                  <c:v>8.903703703703704E-2</c:v>
                </c:pt>
                <c:pt idx="2663">
                  <c:v>8.903703703703704E-2</c:v>
                </c:pt>
                <c:pt idx="2664">
                  <c:v>8.903703703703704E-2</c:v>
                </c:pt>
                <c:pt idx="2665">
                  <c:v>8.903703703703704E-2</c:v>
                </c:pt>
                <c:pt idx="2666">
                  <c:v>8.903703703703704E-2</c:v>
                </c:pt>
                <c:pt idx="2667">
                  <c:v>8.9185185185185187E-2</c:v>
                </c:pt>
                <c:pt idx="2668">
                  <c:v>8.9185185185185187E-2</c:v>
                </c:pt>
                <c:pt idx="2669">
                  <c:v>8.9185185185185187E-2</c:v>
                </c:pt>
                <c:pt idx="2670">
                  <c:v>8.9185185185185187E-2</c:v>
                </c:pt>
                <c:pt idx="2671">
                  <c:v>8.9185185185185187E-2</c:v>
                </c:pt>
                <c:pt idx="2672">
                  <c:v>8.9185185185185187E-2</c:v>
                </c:pt>
                <c:pt idx="2673">
                  <c:v>8.9185185185185187E-2</c:v>
                </c:pt>
                <c:pt idx="2674">
                  <c:v>8.9185185185185187E-2</c:v>
                </c:pt>
                <c:pt idx="2675">
                  <c:v>8.9185185185185187E-2</c:v>
                </c:pt>
                <c:pt idx="2676">
                  <c:v>8.9333333333333334E-2</c:v>
                </c:pt>
                <c:pt idx="2677">
                  <c:v>8.9481481481481481E-2</c:v>
                </c:pt>
                <c:pt idx="2678">
                  <c:v>8.9481481481481481E-2</c:v>
                </c:pt>
                <c:pt idx="2679">
                  <c:v>8.9481481481481481E-2</c:v>
                </c:pt>
                <c:pt idx="2680">
                  <c:v>8.9481481481481481E-2</c:v>
                </c:pt>
                <c:pt idx="2681">
                  <c:v>8.9629629629629629E-2</c:v>
                </c:pt>
                <c:pt idx="2682">
                  <c:v>8.9629629629629629E-2</c:v>
                </c:pt>
                <c:pt idx="2683">
                  <c:v>8.9629629629629629E-2</c:v>
                </c:pt>
                <c:pt idx="2684">
                  <c:v>8.9629629629629629E-2</c:v>
                </c:pt>
                <c:pt idx="2685">
                  <c:v>8.9629629629629629E-2</c:v>
                </c:pt>
                <c:pt idx="2686">
                  <c:v>8.9629629629629629E-2</c:v>
                </c:pt>
                <c:pt idx="2687">
                  <c:v>8.9629629629629629E-2</c:v>
                </c:pt>
                <c:pt idx="2688">
                  <c:v>8.9629629629629629E-2</c:v>
                </c:pt>
                <c:pt idx="2689">
                  <c:v>8.9629629629629629E-2</c:v>
                </c:pt>
                <c:pt idx="2690">
                  <c:v>8.9629629629629629E-2</c:v>
                </c:pt>
                <c:pt idx="2691">
                  <c:v>8.9629629629629629E-2</c:v>
                </c:pt>
                <c:pt idx="2692">
                  <c:v>8.9629629629629629E-2</c:v>
                </c:pt>
                <c:pt idx="2693">
                  <c:v>8.9629629629629629E-2</c:v>
                </c:pt>
                <c:pt idx="2694">
                  <c:v>8.9777777777777776E-2</c:v>
                </c:pt>
                <c:pt idx="2695">
                  <c:v>8.9925925925925923E-2</c:v>
                </c:pt>
                <c:pt idx="2696">
                  <c:v>9.007407407407407E-2</c:v>
                </c:pt>
                <c:pt idx="2697">
                  <c:v>9.007407407407407E-2</c:v>
                </c:pt>
                <c:pt idx="2698">
                  <c:v>9.0222222222222218E-2</c:v>
                </c:pt>
                <c:pt idx="2699">
                  <c:v>9.0370370370370365E-2</c:v>
                </c:pt>
                <c:pt idx="2700">
                  <c:v>9.0370370370370365E-2</c:v>
                </c:pt>
                <c:pt idx="2701">
                  <c:v>9.0370370370370365E-2</c:v>
                </c:pt>
                <c:pt idx="2702">
                  <c:v>9.0370370370370365E-2</c:v>
                </c:pt>
                <c:pt idx="2703">
                  <c:v>9.0370370370370365E-2</c:v>
                </c:pt>
                <c:pt idx="2704">
                  <c:v>9.0370370370370365E-2</c:v>
                </c:pt>
                <c:pt idx="2705">
                  <c:v>9.0370370370370365E-2</c:v>
                </c:pt>
                <c:pt idx="2706">
                  <c:v>9.0370370370370365E-2</c:v>
                </c:pt>
                <c:pt idx="2707">
                  <c:v>9.0370370370370365E-2</c:v>
                </c:pt>
                <c:pt idx="2708">
                  <c:v>9.0370370370370365E-2</c:v>
                </c:pt>
                <c:pt idx="2709">
                  <c:v>9.0370370370370365E-2</c:v>
                </c:pt>
                <c:pt idx="2710">
                  <c:v>9.0370370370370365E-2</c:v>
                </c:pt>
                <c:pt idx="2711">
                  <c:v>9.0518518518518512E-2</c:v>
                </c:pt>
                <c:pt idx="2712">
                  <c:v>9.0518518518518512E-2</c:v>
                </c:pt>
                <c:pt idx="2713">
                  <c:v>9.0666666666666673E-2</c:v>
                </c:pt>
                <c:pt idx="2714">
                  <c:v>9.081481481481482E-2</c:v>
                </c:pt>
                <c:pt idx="2715">
                  <c:v>9.081481481481482E-2</c:v>
                </c:pt>
                <c:pt idx="2716">
                  <c:v>9.081481481481482E-2</c:v>
                </c:pt>
                <c:pt idx="2717">
                  <c:v>9.081481481481482E-2</c:v>
                </c:pt>
                <c:pt idx="2718">
                  <c:v>9.0962962962962968E-2</c:v>
                </c:pt>
                <c:pt idx="2719">
                  <c:v>9.0962962962962968E-2</c:v>
                </c:pt>
                <c:pt idx="2720">
                  <c:v>9.1111111111111115E-2</c:v>
                </c:pt>
                <c:pt idx="2721">
                  <c:v>9.1111111111111115E-2</c:v>
                </c:pt>
                <c:pt idx="2722">
                  <c:v>9.1111111111111115E-2</c:v>
                </c:pt>
                <c:pt idx="2723">
                  <c:v>9.1111111111111115E-2</c:v>
                </c:pt>
                <c:pt idx="2724">
                  <c:v>9.1111111111111115E-2</c:v>
                </c:pt>
                <c:pt idx="2725">
                  <c:v>9.1111111111111115E-2</c:v>
                </c:pt>
                <c:pt idx="2726">
                  <c:v>9.1111111111111115E-2</c:v>
                </c:pt>
                <c:pt idx="2727">
                  <c:v>9.1111111111111115E-2</c:v>
                </c:pt>
                <c:pt idx="2728">
                  <c:v>9.1111111111111115E-2</c:v>
                </c:pt>
                <c:pt idx="2729">
                  <c:v>9.1111111111111115E-2</c:v>
                </c:pt>
                <c:pt idx="2730">
                  <c:v>9.1259259259259262E-2</c:v>
                </c:pt>
                <c:pt idx="2731">
                  <c:v>9.1259259259259262E-2</c:v>
                </c:pt>
                <c:pt idx="2732">
                  <c:v>9.1259259259259262E-2</c:v>
                </c:pt>
                <c:pt idx="2733">
                  <c:v>9.1259259259259262E-2</c:v>
                </c:pt>
                <c:pt idx="2734">
                  <c:v>9.1407407407407409E-2</c:v>
                </c:pt>
                <c:pt idx="2735">
                  <c:v>9.1407407407407409E-2</c:v>
                </c:pt>
                <c:pt idx="2736">
                  <c:v>9.1407407407407409E-2</c:v>
                </c:pt>
                <c:pt idx="2737">
                  <c:v>9.1407407407407409E-2</c:v>
                </c:pt>
                <c:pt idx="2738">
                  <c:v>9.1407407407407409E-2</c:v>
                </c:pt>
                <c:pt idx="2739">
                  <c:v>9.1407407407407409E-2</c:v>
                </c:pt>
                <c:pt idx="2740">
                  <c:v>9.1407407407407409E-2</c:v>
                </c:pt>
                <c:pt idx="2741">
                  <c:v>9.1407407407407409E-2</c:v>
                </c:pt>
                <c:pt idx="2742">
                  <c:v>9.1407407407407409E-2</c:v>
                </c:pt>
                <c:pt idx="2743">
                  <c:v>9.1555555555555557E-2</c:v>
                </c:pt>
                <c:pt idx="2744">
                  <c:v>9.1703703703703704E-2</c:v>
                </c:pt>
                <c:pt idx="2745">
                  <c:v>9.1851851851851851E-2</c:v>
                </c:pt>
                <c:pt idx="2746">
                  <c:v>9.1999999999999998E-2</c:v>
                </c:pt>
                <c:pt idx="2747">
                  <c:v>9.1999999999999998E-2</c:v>
                </c:pt>
                <c:pt idx="2748">
                  <c:v>9.1999999999999998E-2</c:v>
                </c:pt>
                <c:pt idx="2749">
                  <c:v>9.2148148148148146E-2</c:v>
                </c:pt>
                <c:pt idx="2750">
                  <c:v>9.2148148148148146E-2</c:v>
                </c:pt>
                <c:pt idx="2751">
                  <c:v>9.2148148148148146E-2</c:v>
                </c:pt>
                <c:pt idx="2752">
                  <c:v>9.2296296296296293E-2</c:v>
                </c:pt>
                <c:pt idx="2753">
                  <c:v>9.2296296296296293E-2</c:v>
                </c:pt>
                <c:pt idx="2754">
                  <c:v>9.2296296296296293E-2</c:v>
                </c:pt>
                <c:pt idx="2755">
                  <c:v>9.2296296296296293E-2</c:v>
                </c:pt>
                <c:pt idx="2756">
                  <c:v>9.2296296296296293E-2</c:v>
                </c:pt>
                <c:pt idx="2757">
                  <c:v>9.244444444444444E-2</c:v>
                </c:pt>
                <c:pt idx="2758">
                  <c:v>9.244444444444444E-2</c:v>
                </c:pt>
                <c:pt idx="2759">
                  <c:v>9.244444444444444E-2</c:v>
                </c:pt>
                <c:pt idx="2760">
                  <c:v>9.2592592592592587E-2</c:v>
                </c:pt>
                <c:pt idx="2761">
                  <c:v>9.2592592592592587E-2</c:v>
                </c:pt>
                <c:pt idx="2762">
                  <c:v>9.2740740740740735E-2</c:v>
                </c:pt>
                <c:pt idx="2763">
                  <c:v>9.2888888888888882E-2</c:v>
                </c:pt>
                <c:pt idx="2764">
                  <c:v>9.3037037037037043E-2</c:v>
                </c:pt>
                <c:pt idx="2765">
                  <c:v>9.3037037037037043E-2</c:v>
                </c:pt>
                <c:pt idx="2766">
                  <c:v>9.3037037037037043E-2</c:v>
                </c:pt>
                <c:pt idx="2767">
                  <c:v>9.3037037037037043E-2</c:v>
                </c:pt>
                <c:pt idx="2768">
                  <c:v>9.3037037037037043E-2</c:v>
                </c:pt>
                <c:pt idx="2769">
                  <c:v>9.3037037037037043E-2</c:v>
                </c:pt>
                <c:pt idx="2770">
                  <c:v>9.3037037037037043E-2</c:v>
                </c:pt>
                <c:pt idx="2771">
                  <c:v>9.3037037037037043E-2</c:v>
                </c:pt>
                <c:pt idx="2772">
                  <c:v>9.3037037037037043E-2</c:v>
                </c:pt>
                <c:pt idx="2773">
                  <c:v>9.3037037037037043E-2</c:v>
                </c:pt>
                <c:pt idx="2774">
                  <c:v>9.3037037037037043E-2</c:v>
                </c:pt>
                <c:pt idx="2775">
                  <c:v>9.3037037037037043E-2</c:v>
                </c:pt>
                <c:pt idx="2776">
                  <c:v>9.3037037037037043E-2</c:v>
                </c:pt>
                <c:pt idx="2777">
                  <c:v>9.3037037037037043E-2</c:v>
                </c:pt>
                <c:pt idx="2778">
                  <c:v>9.3037037037037043E-2</c:v>
                </c:pt>
                <c:pt idx="2779">
                  <c:v>9.3037037037037043E-2</c:v>
                </c:pt>
                <c:pt idx="2780">
                  <c:v>9.3037037037037043E-2</c:v>
                </c:pt>
                <c:pt idx="2781">
                  <c:v>9.3037037037037043E-2</c:v>
                </c:pt>
                <c:pt idx="2782">
                  <c:v>9.3037037037037043E-2</c:v>
                </c:pt>
                <c:pt idx="2783">
                  <c:v>9.3037037037037043E-2</c:v>
                </c:pt>
                <c:pt idx="2784">
                  <c:v>9.3037037037037043E-2</c:v>
                </c:pt>
                <c:pt idx="2785">
                  <c:v>9.3037037037037043E-2</c:v>
                </c:pt>
                <c:pt idx="2786">
                  <c:v>9.318518518518519E-2</c:v>
                </c:pt>
                <c:pt idx="2787">
                  <c:v>9.318518518518519E-2</c:v>
                </c:pt>
                <c:pt idx="2788">
                  <c:v>9.318518518518519E-2</c:v>
                </c:pt>
                <c:pt idx="2789">
                  <c:v>9.318518518518519E-2</c:v>
                </c:pt>
                <c:pt idx="2790">
                  <c:v>9.318518518518519E-2</c:v>
                </c:pt>
                <c:pt idx="2791">
                  <c:v>9.318518518518519E-2</c:v>
                </c:pt>
                <c:pt idx="2792">
                  <c:v>9.3333333333333338E-2</c:v>
                </c:pt>
                <c:pt idx="2793">
                  <c:v>9.3333333333333338E-2</c:v>
                </c:pt>
                <c:pt idx="2794">
                  <c:v>9.3333333333333338E-2</c:v>
                </c:pt>
                <c:pt idx="2795">
                  <c:v>9.3481481481481485E-2</c:v>
                </c:pt>
                <c:pt idx="2796">
                  <c:v>9.3629629629629632E-2</c:v>
                </c:pt>
                <c:pt idx="2797">
                  <c:v>9.3629629629629632E-2</c:v>
                </c:pt>
                <c:pt idx="2798">
                  <c:v>9.3629629629629632E-2</c:v>
                </c:pt>
                <c:pt idx="2799">
                  <c:v>9.3629629629629632E-2</c:v>
                </c:pt>
                <c:pt idx="2800">
                  <c:v>9.3629629629629632E-2</c:v>
                </c:pt>
                <c:pt idx="2801">
                  <c:v>9.3629629629629632E-2</c:v>
                </c:pt>
                <c:pt idx="2802">
                  <c:v>9.3629629629629632E-2</c:v>
                </c:pt>
                <c:pt idx="2803">
                  <c:v>9.3629629629629632E-2</c:v>
                </c:pt>
                <c:pt idx="2804">
                  <c:v>9.3629629629629632E-2</c:v>
                </c:pt>
                <c:pt idx="2805">
                  <c:v>9.3777777777777779E-2</c:v>
                </c:pt>
                <c:pt idx="2806">
                  <c:v>9.3777777777777779E-2</c:v>
                </c:pt>
                <c:pt idx="2807">
                  <c:v>9.3777777777777779E-2</c:v>
                </c:pt>
                <c:pt idx="2808">
                  <c:v>9.3777777777777779E-2</c:v>
                </c:pt>
                <c:pt idx="2809">
                  <c:v>9.3925925925925927E-2</c:v>
                </c:pt>
                <c:pt idx="2810">
                  <c:v>9.4074074074074074E-2</c:v>
                </c:pt>
                <c:pt idx="2811">
                  <c:v>9.4074074074074074E-2</c:v>
                </c:pt>
                <c:pt idx="2812">
                  <c:v>9.4074074074074074E-2</c:v>
                </c:pt>
                <c:pt idx="2813">
                  <c:v>9.4074074074074074E-2</c:v>
                </c:pt>
                <c:pt idx="2814">
                  <c:v>9.4074074074074074E-2</c:v>
                </c:pt>
                <c:pt idx="2815">
                  <c:v>9.4074074074074074E-2</c:v>
                </c:pt>
                <c:pt idx="2816">
                  <c:v>9.4222222222222221E-2</c:v>
                </c:pt>
                <c:pt idx="2817">
                  <c:v>9.4222222222222221E-2</c:v>
                </c:pt>
                <c:pt idx="2818">
                  <c:v>9.4370370370370368E-2</c:v>
                </c:pt>
                <c:pt idx="2819">
                  <c:v>9.4370370370370368E-2</c:v>
                </c:pt>
                <c:pt idx="2820">
                  <c:v>9.4370370370370368E-2</c:v>
                </c:pt>
                <c:pt idx="2821">
                  <c:v>9.4370370370370368E-2</c:v>
                </c:pt>
                <c:pt idx="2822">
                  <c:v>9.4370370370370368E-2</c:v>
                </c:pt>
                <c:pt idx="2823">
                  <c:v>9.4370370370370368E-2</c:v>
                </c:pt>
                <c:pt idx="2824">
                  <c:v>9.4370370370370368E-2</c:v>
                </c:pt>
                <c:pt idx="2825">
                  <c:v>9.4370370370370368E-2</c:v>
                </c:pt>
                <c:pt idx="2826">
                  <c:v>9.4518518518518516E-2</c:v>
                </c:pt>
                <c:pt idx="2827">
                  <c:v>9.4518518518518516E-2</c:v>
                </c:pt>
                <c:pt idx="2828">
                  <c:v>9.4666666666666663E-2</c:v>
                </c:pt>
                <c:pt idx="2829">
                  <c:v>9.4666666666666663E-2</c:v>
                </c:pt>
                <c:pt idx="2830">
                  <c:v>9.481481481481481E-2</c:v>
                </c:pt>
                <c:pt idx="2831">
                  <c:v>9.481481481481481E-2</c:v>
                </c:pt>
                <c:pt idx="2832">
                  <c:v>9.4962962962962957E-2</c:v>
                </c:pt>
                <c:pt idx="2833">
                  <c:v>9.5111111111111105E-2</c:v>
                </c:pt>
                <c:pt idx="2834">
                  <c:v>9.5111111111111105E-2</c:v>
                </c:pt>
                <c:pt idx="2835">
                  <c:v>9.5111111111111105E-2</c:v>
                </c:pt>
                <c:pt idx="2836">
                  <c:v>9.5111111111111105E-2</c:v>
                </c:pt>
                <c:pt idx="2837">
                  <c:v>9.5111111111111105E-2</c:v>
                </c:pt>
                <c:pt idx="2838">
                  <c:v>9.5111111111111105E-2</c:v>
                </c:pt>
                <c:pt idx="2839">
                  <c:v>9.5111111111111105E-2</c:v>
                </c:pt>
                <c:pt idx="2840">
                  <c:v>9.5111111111111105E-2</c:v>
                </c:pt>
                <c:pt idx="2841">
                  <c:v>9.5111111111111105E-2</c:v>
                </c:pt>
                <c:pt idx="2842">
                  <c:v>9.5111111111111105E-2</c:v>
                </c:pt>
                <c:pt idx="2843">
                  <c:v>9.5111111111111105E-2</c:v>
                </c:pt>
                <c:pt idx="2844">
                  <c:v>9.5111111111111105E-2</c:v>
                </c:pt>
                <c:pt idx="2845">
                  <c:v>9.5111111111111105E-2</c:v>
                </c:pt>
                <c:pt idx="2846">
                  <c:v>9.5111111111111105E-2</c:v>
                </c:pt>
                <c:pt idx="2847">
                  <c:v>9.5111111111111105E-2</c:v>
                </c:pt>
                <c:pt idx="2848">
                  <c:v>9.5111111111111105E-2</c:v>
                </c:pt>
                <c:pt idx="2849">
                  <c:v>9.5111111111111105E-2</c:v>
                </c:pt>
                <c:pt idx="2850">
                  <c:v>9.5111111111111105E-2</c:v>
                </c:pt>
                <c:pt idx="2851">
                  <c:v>9.5111111111111105E-2</c:v>
                </c:pt>
                <c:pt idx="2852">
                  <c:v>9.5259259259259266E-2</c:v>
                </c:pt>
                <c:pt idx="2853">
                  <c:v>9.5259259259259266E-2</c:v>
                </c:pt>
                <c:pt idx="2854">
                  <c:v>9.5259259259259266E-2</c:v>
                </c:pt>
                <c:pt idx="2855">
                  <c:v>9.5259259259259266E-2</c:v>
                </c:pt>
                <c:pt idx="2856">
                  <c:v>9.5259259259259266E-2</c:v>
                </c:pt>
                <c:pt idx="2857">
                  <c:v>9.5407407407407413E-2</c:v>
                </c:pt>
                <c:pt idx="2858">
                  <c:v>9.5407407407407413E-2</c:v>
                </c:pt>
                <c:pt idx="2859">
                  <c:v>9.555555555555556E-2</c:v>
                </c:pt>
                <c:pt idx="2860">
                  <c:v>9.555555555555556E-2</c:v>
                </c:pt>
                <c:pt idx="2861">
                  <c:v>9.555555555555556E-2</c:v>
                </c:pt>
                <c:pt idx="2862">
                  <c:v>9.5703703703703707E-2</c:v>
                </c:pt>
                <c:pt idx="2863">
                  <c:v>9.5703703703703707E-2</c:v>
                </c:pt>
                <c:pt idx="2864">
                  <c:v>9.5851851851851855E-2</c:v>
                </c:pt>
                <c:pt idx="2865">
                  <c:v>9.5851851851851855E-2</c:v>
                </c:pt>
                <c:pt idx="2866">
                  <c:v>9.5851851851851855E-2</c:v>
                </c:pt>
                <c:pt idx="2867">
                  <c:v>9.5851851851851855E-2</c:v>
                </c:pt>
                <c:pt idx="2868">
                  <c:v>9.6000000000000002E-2</c:v>
                </c:pt>
                <c:pt idx="2869">
                  <c:v>9.6148148148148149E-2</c:v>
                </c:pt>
                <c:pt idx="2870">
                  <c:v>9.6148148148148149E-2</c:v>
                </c:pt>
                <c:pt idx="2871">
                  <c:v>9.6148148148148149E-2</c:v>
                </c:pt>
                <c:pt idx="2872">
                  <c:v>9.6296296296296297E-2</c:v>
                </c:pt>
                <c:pt idx="2873">
                  <c:v>9.6296296296296297E-2</c:v>
                </c:pt>
                <c:pt idx="2874">
                  <c:v>9.6444444444444444E-2</c:v>
                </c:pt>
                <c:pt idx="2875">
                  <c:v>9.6444444444444444E-2</c:v>
                </c:pt>
                <c:pt idx="2876">
                  <c:v>9.6592592592592591E-2</c:v>
                </c:pt>
                <c:pt idx="2877">
                  <c:v>9.6592592592592591E-2</c:v>
                </c:pt>
                <c:pt idx="2878">
                  <c:v>9.6592592592592591E-2</c:v>
                </c:pt>
                <c:pt idx="2879">
                  <c:v>9.6740740740740738E-2</c:v>
                </c:pt>
                <c:pt idx="2880">
                  <c:v>9.6740740740740738E-2</c:v>
                </c:pt>
                <c:pt idx="2881">
                  <c:v>9.6740740740740738E-2</c:v>
                </c:pt>
                <c:pt idx="2882">
                  <c:v>9.6740740740740738E-2</c:v>
                </c:pt>
                <c:pt idx="2883">
                  <c:v>9.6740740740740738E-2</c:v>
                </c:pt>
                <c:pt idx="2884">
                  <c:v>9.6740740740740738E-2</c:v>
                </c:pt>
                <c:pt idx="2885">
                  <c:v>9.6740740740740738E-2</c:v>
                </c:pt>
                <c:pt idx="2886">
                  <c:v>9.6888888888888886E-2</c:v>
                </c:pt>
                <c:pt idx="2887">
                  <c:v>9.6888888888888886E-2</c:v>
                </c:pt>
                <c:pt idx="2888">
                  <c:v>9.6888888888888886E-2</c:v>
                </c:pt>
                <c:pt idx="2889">
                  <c:v>9.6888888888888886E-2</c:v>
                </c:pt>
                <c:pt idx="2890">
                  <c:v>9.6888888888888886E-2</c:v>
                </c:pt>
                <c:pt idx="2891">
                  <c:v>9.6888888888888886E-2</c:v>
                </c:pt>
                <c:pt idx="2892">
                  <c:v>9.6888888888888886E-2</c:v>
                </c:pt>
                <c:pt idx="2893">
                  <c:v>9.7037037037037033E-2</c:v>
                </c:pt>
                <c:pt idx="2894">
                  <c:v>9.7037037037037033E-2</c:v>
                </c:pt>
                <c:pt idx="2895">
                  <c:v>9.718518518518518E-2</c:v>
                </c:pt>
                <c:pt idx="2896">
                  <c:v>9.718518518518518E-2</c:v>
                </c:pt>
                <c:pt idx="2897">
                  <c:v>9.718518518518518E-2</c:v>
                </c:pt>
                <c:pt idx="2898">
                  <c:v>9.718518518518518E-2</c:v>
                </c:pt>
                <c:pt idx="2899">
                  <c:v>9.718518518518518E-2</c:v>
                </c:pt>
                <c:pt idx="2900">
                  <c:v>9.718518518518518E-2</c:v>
                </c:pt>
                <c:pt idx="2901">
                  <c:v>9.718518518518518E-2</c:v>
                </c:pt>
                <c:pt idx="2902">
                  <c:v>9.718518518518518E-2</c:v>
                </c:pt>
                <c:pt idx="2903">
                  <c:v>9.7333333333333327E-2</c:v>
                </c:pt>
                <c:pt idx="2904">
                  <c:v>9.7333333333333327E-2</c:v>
                </c:pt>
                <c:pt idx="2905">
                  <c:v>9.7333333333333327E-2</c:v>
                </c:pt>
                <c:pt idx="2906">
                  <c:v>9.7333333333333327E-2</c:v>
                </c:pt>
                <c:pt idx="2907">
                  <c:v>9.7333333333333327E-2</c:v>
                </c:pt>
                <c:pt idx="2908">
                  <c:v>9.7333333333333327E-2</c:v>
                </c:pt>
                <c:pt idx="2909">
                  <c:v>9.7333333333333327E-2</c:v>
                </c:pt>
                <c:pt idx="2910">
                  <c:v>9.7333333333333327E-2</c:v>
                </c:pt>
                <c:pt idx="2911">
                  <c:v>9.7333333333333327E-2</c:v>
                </c:pt>
                <c:pt idx="2912">
                  <c:v>9.7333333333333327E-2</c:v>
                </c:pt>
                <c:pt idx="2913">
                  <c:v>9.7333333333333327E-2</c:v>
                </c:pt>
                <c:pt idx="2914">
                  <c:v>9.7333333333333327E-2</c:v>
                </c:pt>
                <c:pt idx="2915">
                  <c:v>9.7481481481481488E-2</c:v>
                </c:pt>
                <c:pt idx="2916">
                  <c:v>9.7481481481481488E-2</c:v>
                </c:pt>
                <c:pt idx="2917">
                  <c:v>9.7481481481481488E-2</c:v>
                </c:pt>
                <c:pt idx="2918">
                  <c:v>9.7629629629629636E-2</c:v>
                </c:pt>
                <c:pt idx="2919">
                  <c:v>9.7777777777777783E-2</c:v>
                </c:pt>
                <c:pt idx="2920">
                  <c:v>9.7777777777777783E-2</c:v>
                </c:pt>
                <c:pt idx="2921">
                  <c:v>9.7777777777777783E-2</c:v>
                </c:pt>
                <c:pt idx="2922">
                  <c:v>9.792592592592593E-2</c:v>
                </c:pt>
                <c:pt idx="2923">
                  <c:v>9.792592592592593E-2</c:v>
                </c:pt>
                <c:pt idx="2924">
                  <c:v>9.792592592592593E-2</c:v>
                </c:pt>
                <c:pt idx="2925">
                  <c:v>9.792592592592593E-2</c:v>
                </c:pt>
                <c:pt idx="2926">
                  <c:v>9.792592592592593E-2</c:v>
                </c:pt>
                <c:pt idx="2927">
                  <c:v>9.792592592592593E-2</c:v>
                </c:pt>
                <c:pt idx="2928">
                  <c:v>9.792592592592593E-2</c:v>
                </c:pt>
                <c:pt idx="2929">
                  <c:v>9.792592592592593E-2</c:v>
                </c:pt>
                <c:pt idx="2930">
                  <c:v>9.8074074074074077E-2</c:v>
                </c:pt>
                <c:pt idx="2931">
                  <c:v>9.8074074074074077E-2</c:v>
                </c:pt>
                <c:pt idx="2932">
                  <c:v>9.8074074074074077E-2</c:v>
                </c:pt>
                <c:pt idx="2933">
                  <c:v>9.8074074074074077E-2</c:v>
                </c:pt>
                <c:pt idx="2934">
                  <c:v>9.8074074074074077E-2</c:v>
                </c:pt>
                <c:pt idx="2935">
                  <c:v>9.8222222222222225E-2</c:v>
                </c:pt>
                <c:pt idx="2936">
                  <c:v>9.8222222222222225E-2</c:v>
                </c:pt>
                <c:pt idx="2937">
                  <c:v>9.8222222222222225E-2</c:v>
                </c:pt>
                <c:pt idx="2938">
                  <c:v>9.8222222222222225E-2</c:v>
                </c:pt>
                <c:pt idx="2939">
                  <c:v>9.8370370370370372E-2</c:v>
                </c:pt>
                <c:pt idx="2940">
                  <c:v>9.8370370370370372E-2</c:v>
                </c:pt>
                <c:pt idx="2941">
                  <c:v>9.8518518518518519E-2</c:v>
                </c:pt>
                <c:pt idx="2942">
                  <c:v>9.8518518518518519E-2</c:v>
                </c:pt>
                <c:pt idx="2943">
                  <c:v>9.8518518518518519E-2</c:v>
                </c:pt>
                <c:pt idx="2944">
                  <c:v>9.8518518518518519E-2</c:v>
                </c:pt>
                <c:pt idx="2945">
                  <c:v>9.8518518518518519E-2</c:v>
                </c:pt>
                <c:pt idx="2946">
                  <c:v>9.8518518518518519E-2</c:v>
                </c:pt>
                <c:pt idx="2947">
                  <c:v>9.8518518518518519E-2</c:v>
                </c:pt>
                <c:pt idx="2948">
                  <c:v>9.8666666666666666E-2</c:v>
                </c:pt>
                <c:pt idx="2949">
                  <c:v>9.8814814814814814E-2</c:v>
                </c:pt>
                <c:pt idx="2950">
                  <c:v>9.8814814814814814E-2</c:v>
                </c:pt>
                <c:pt idx="2951">
                  <c:v>9.8962962962962961E-2</c:v>
                </c:pt>
                <c:pt idx="2952">
                  <c:v>9.8962962962962961E-2</c:v>
                </c:pt>
                <c:pt idx="2953">
                  <c:v>9.8962962962962961E-2</c:v>
                </c:pt>
                <c:pt idx="2954">
                  <c:v>9.8962962962962961E-2</c:v>
                </c:pt>
                <c:pt idx="2955">
                  <c:v>9.9111111111111108E-2</c:v>
                </c:pt>
                <c:pt idx="2956">
                  <c:v>9.9111111111111108E-2</c:v>
                </c:pt>
                <c:pt idx="2957">
                  <c:v>9.9111111111111108E-2</c:v>
                </c:pt>
                <c:pt idx="2958">
                  <c:v>9.9259259259259255E-2</c:v>
                </c:pt>
                <c:pt idx="2959">
                  <c:v>9.9259259259259255E-2</c:v>
                </c:pt>
                <c:pt idx="2960">
                  <c:v>9.9407407407407403E-2</c:v>
                </c:pt>
                <c:pt idx="2961">
                  <c:v>9.9407407407407403E-2</c:v>
                </c:pt>
                <c:pt idx="2962">
                  <c:v>9.9407407407407403E-2</c:v>
                </c:pt>
                <c:pt idx="2963">
                  <c:v>9.9407407407407403E-2</c:v>
                </c:pt>
                <c:pt idx="2964">
                  <c:v>9.9407407407407403E-2</c:v>
                </c:pt>
                <c:pt idx="2965">
                  <c:v>9.9407407407407403E-2</c:v>
                </c:pt>
                <c:pt idx="2966">
                  <c:v>9.9407407407407403E-2</c:v>
                </c:pt>
                <c:pt idx="2967">
                  <c:v>9.9407407407407403E-2</c:v>
                </c:pt>
                <c:pt idx="2968">
                  <c:v>9.9407407407407403E-2</c:v>
                </c:pt>
                <c:pt idx="2969">
                  <c:v>9.955555555555555E-2</c:v>
                </c:pt>
                <c:pt idx="2970">
                  <c:v>9.9703703703703697E-2</c:v>
                </c:pt>
                <c:pt idx="2971">
                  <c:v>9.9703703703703697E-2</c:v>
                </c:pt>
                <c:pt idx="2972">
                  <c:v>9.9703703703703697E-2</c:v>
                </c:pt>
                <c:pt idx="2973">
                  <c:v>9.9703703703703697E-2</c:v>
                </c:pt>
                <c:pt idx="2974">
                  <c:v>9.9851851851851858E-2</c:v>
                </c:pt>
                <c:pt idx="2975">
                  <c:v>9.9851851851851858E-2</c:v>
                </c:pt>
                <c:pt idx="2976">
                  <c:v>9.9851851851851858E-2</c:v>
                </c:pt>
                <c:pt idx="2977">
                  <c:v>9.9851851851851858E-2</c:v>
                </c:pt>
                <c:pt idx="2978">
                  <c:v>9.9851851851851858E-2</c:v>
                </c:pt>
                <c:pt idx="2979">
                  <c:v>9.9851851851851858E-2</c:v>
                </c:pt>
                <c:pt idx="2980">
                  <c:v>9.9851851851851858E-2</c:v>
                </c:pt>
                <c:pt idx="2981">
                  <c:v>9.9851851851851858E-2</c:v>
                </c:pt>
                <c:pt idx="2982">
                  <c:v>9.9851851851851858E-2</c:v>
                </c:pt>
                <c:pt idx="2983">
                  <c:v>0.1</c:v>
                </c:pt>
                <c:pt idx="2984">
                  <c:v>0.1</c:v>
                </c:pt>
                <c:pt idx="2985">
                  <c:v>0.1</c:v>
                </c:pt>
                <c:pt idx="2986">
                  <c:v>0.1</c:v>
                </c:pt>
                <c:pt idx="2987">
                  <c:v>0.1</c:v>
                </c:pt>
                <c:pt idx="2988">
                  <c:v>0.1</c:v>
                </c:pt>
                <c:pt idx="2989">
                  <c:v>0.10014814814814815</c:v>
                </c:pt>
                <c:pt idx="2990">
                  <c:v>0.10014814814814815</c:v>
                </c:pt>
                <c:pt idx="2991">
                  <c:v>0.1002962962962963</c:v>
                </c:pt>
                <c:pt idx="2992">
                  <c:v>0.1002962962962963</c:v>
                </c:pt>
                <c:pt idx="2993">
                  <c:v>0.1002962962962963</c:v>
                </c:pt>
                <c:pt idx="2994">
                  <c:v>0.10044444444444445</c:v>
                </c:pt>
                <c:pt idx="2995">
                  <c:v>0.10044444444444445</c:v>
                </c:pt>
                <c:pt idx="2996">
                  <c:v>0.10044444444444445</c:v>
                </c:pt>
                <c:pt idx="2997">
                  <c:v>0.10044444444444445</c:v>
                </c:pt>
                <c:pt idx="2998">
                  <c:v>0.10044444444444445</c:v>
                </c:pt>
                <c:pt idx="2999">
                  <c:v>0.10044444444444445</c:v>
                </c:pt>
                <c:pt idx="3000">
                  <c:v>0.10044444444444445</c:v>
                </c:pt>
                <c:pt idx="3001">
                  <c:v>0.10044444444444445</c:v>
                </c:pt>
                <c:pt idx="3002">
                  <c:v>0.10059259259259259</c:v>
                </c:pt>
                <c:pt idx="3003">
                  <c:v>0.10059259259259259</c:v>
                </c:pt>
                <c:pt idx="3004">
                  <c:v>0.10074074074074074</c:v>
                </c:pt>
                <c:pt idx="3005">
                  <c:v>0.10074074074074074</c:v>
                </c:pt>
                <c:pt idx="3006">
                  <c:v>0.10074074074074074</c:v>
                </c:pt>
                <c:pt idx="3007">
                  <c:v>0.10088888888888889</c:v>
                </c:pt>
                <c:pt idx="3008">
                  <c:v>0.10088888888888889</c:v>
                </c:pt>
                <c:pt idx="3009">
                  <c:v>0.10103703703703704</c:v>
                </c:pt>
                <c:pt idx="3010">
                  <c:v>0.10103703703703704</c:v>
                </c:pt>
                <c:pt idx="3011">
                  <c:v>0.10103703703703704</c:v>
                </c:pt>
                <c:pt idx="3012">
                  <c:v>0.10103703703703704</c:v>
                </c:pt>
                <c:pt idx="3013">
                  <c:v>0.10118518518518518</c:v>
                </c:pt>
                <c:pt idx="3014">
                  <c:v>0.10118518518518518</c:v>
                </c:pt>
                <c:pt idx="3015">
                  <c:v>0.10118518518518518</c:v>
                </c:pt>
                <c:pt idx="3016">
                  <c:v>0.10118518518518518</c:v>
                </c:pt>
                <c:pt idx="3017">
                  <c:v>0.10118518518518518</c:v>
                </c:pt>
                <c:pt idx="3018">
                  <c:v>0.10118518518518518</c:v>
                </c:pt>
                <c:pt idx="3019">
                  <c:v>0.10118518518518518</c:v>
                </c:pt>
                <c:pt idx="3020">
                  <c:v>0.10133333333333333</c:v>
                </c:pt>
                <c:pt idx="3021">
                  <c:v>0.10148148148148148</c:v>
                </c:pt>
                <c:pt idx="3022">
                  <c:v>0.10148148148148148</c:v>
                </c:pt>
                <c:pt idx="3023">
                  <c:v>0.10148148148148148</c:v>
                </c:pt>
                <c:pt idx="3024">
                  <c:v>0.10148148148148148</c:v>
                </c:pt>
                <c:pt idx="3025">
                  <c:v>0.10162962962962963</c:v>
                </c:pt>
                <c:pt idx="3026">
                  <c:v>0.10162962962962963</c:v>
                </c:pt>
                <c:pt idx="3027">
                  <c:v>0.10162962962962963</c:v>
                </c:pt>
                <c:pt idx="3028">
                  <c:v>0.10162962962962963</c:v>
                </c:pt>
                <c:pt idx="3029">
                  <c:v>0.10162962962962963</c:v>
                </c:pt>
                <c:pt idx="3030">
                  <c:v>0.10162962962962963</c:v>
                </c:pt>
                <c:pt idx="3031">
                  <c:v>0.10162962962962963</c:v>
                </c:pt>
                <c:pt idx="3032">
                  <c:v>0.10162962962962963</c:v>
                </c:pt>
                <c:pt idx="3033">
                  <c:v>0.10162962962962963</c:v>
                </c:pt>
                <c:pt idx="3034">
                  <c:v>0.10162962962962963</c:v>
                </c:pt>
                <c:pt idx="3035">
                  <c:v>0.10162962962962963</c:v>
                </c:pt>
                <c:pt idx="3036">
                  <c:v>0.10162962962962963</c:v>
                </c:pt>
                <c:pt idx="3037">
                  <c:v>0.10162962962962963</c:v>
                </c:pt>
                <c:pt idx="3038">
                  <c:v>0.10162962962962963</c:v>
                </c:pt>
                <c:pt idx="3039">
                  <c:v>0.10162962962962963</c:v>
                </c:pt>
                <c:pt idx="3040">
                  <c:v>0.10162962962962963</c:v>
                </c:pt>
                <c:pt idx="3041">
                  <c:v>0.10177777777777777</c:v>
                </c:pt>
                <c:pt idx="3042">
                  <c:v>0.10177777777777777</c:v>
                </c:pt>
                <c:pt idx="3043">
                  <c:v>0.10177777777777777</c:v>
                </c:pt>
                <c:pt idx="3044">
                  <c:v>0.10177777777777777</c:v>
                </c:pt>
                <c:pt idx="3045">
                  <c:v>0.10177777777777777</c:v>
                </c:pt>
                <c:pt idx="3046">
                  <c:v>0.10177777777777777</c:v>
                </c:pt>
                <c:pt idx="3047">
                  <c:v>0.10177777777777777</c:v>
                </c:pt>
                <c:pt idx="3048">
                  <c:v>0.10177777777777777</c:v>
                </c:pt>
                <c:pt idx="3049">
                  <c:v>0.10177777777777777</c:v>
                </c:pt>
                <c:pt idx="3050">
                  <c:v>0.10177777777777777</c:v>
                </c:pt>
                <c:pt idx="3051">
                  <c:v>0.10177777777777777</c:v>
                </c:pt>
                <c:pt idx="3052">
                  <c:v>0.10192592592592592</c:v>
                </c:pt>
                <c:pt idx="3053">
                  <c:v>0.10192592592592592</c:v>
                </c:pt>
                <c:pt idx="3054">
                  <c:v>0.10192592592592592</c:v>
                </c:pt>
                <c:pt idx="3055">
                  <c:v>0.10192592592592592</c:v>
                </c:pt>
                <c:pt idx="3056">
                  <c:v>0.10192592592592592</c:v>
                </c:pt>
                <c:pt idx="3057">
                  <c:v>0.10192592592592592</c:v>
                </c:pt>
                <c:pt idx="3058">
                  <c:v>0.10192592592592592</c:v>
                </c:pt>
                <c:pt idx="3059">
                  <c:v>0.10192592592592592</c:v>
                </c:pt>
                <c:pt idx="3060">
                  <c:v>0.10192592592592592</c:v>
                </c:pt>
                <c:pt idx="3061">
                  <c:v>0.10192592592592592</c:v>
                </c:pt>
                <c:pt idx="3062">
                  <c:v>0.10207407407407408</c:v>
                </c:pt>
                <c:pt idx="3063">
                  <c:v>0.10207407407407408</c:v>
                </c:pt>
                <c:pt idx="3064">
                  <c:v>0.10207407407407408</c:v>
                </c:pt>
                <c:pt idx="3065">
                  <c:v>0.10207407407407408</c:v>
                </c:pt>
                <c:pt idx="3066">
                  <c:v>0.10207407407407408</c:v>
                </c:pt>
                <c:pt idx="3067">
                  <c:v>0.10207407407407408</c:v>
                </c:pt>
                <c:pt idx="3068">
                  <c:v>0.10207407407407408</c:v>
                </c:pt>
                <c:pt idx="3069">
                  <c:v>0.10222222222222223</c:v>
                </c:pt>
                <c:pt idx="3070">
                  <c:v>0.10222222222222223</c:v>
                </c:pt>
                <c:pt idx="3071">
                  <c:v>0.10237037037037038</c:v>
                </c:pt>
                <c:pt idx="3072">
                  <c:v>0.10237037037037038</c:v>
                </c:pt>
                <c:pt idx="3073">
                  <c:v>0.10237037037037038</c:v>
                </c:pt>
                <c:pt idx="3074">
                  <c:v>0.10237037037037038</c:v>
                </c:pt>
                <c:pt idx="3075">
                  <c:v>0.10237037037037038</c:v>
                </c:pt>
                <c:pt idx="3076">
                  <c:v>0.10237037037037038</c:v>
                </c:pt>
                <c:pt idx="3077">
                  <c:v>0.10251851851851852</c:v>
                </c:pt>
                <c:pt idx="3078">
                  <c:v>0.10266666666666667</c:v>
                </c:pt>
                <c:pt idx="3079">
                  <c:v>0.10266666666666667</c:v>
                </c:pt>
                <c:pt idx="3080">
                  <c:v>0.10281481481481482</c:v>
                </c:pt>
                <c:pt idx="3081">
                  <c:v>0.10281481481481482</c:v>
                </c:pt>
                <c:pt idx="3082">
                  <c:v>0.10281481481481482</c:v>
                </c:pt>
                <c:pt idx="3083">
                  <c:v>0.10281481481481482</c:v>
                </c:pt>
                <c:pt idx="3084">
                  <c:v>0.10296296296296296</c:v>
                </c:pt>
                <c:pt idx="3085">
                  <c:v>0.10296296296296296</c:v>
                </c:pt>
                <c:pt idx="3086">
                  <c:v>0.10311111111111111</c:v>
                </c:pt>
                <c:pt idx="3087">
                  <c:v>0.10311111111111111</c:v>
                </c:pt>
                <c:pt idx="3088">
                  <c:v>0.10325925925925926</c:v>
                </c:pt>
                <c:pt idx="3089">
                  <c:v>0.10325925925925926</c:v>
                </c:pt>
                <c:pt idx="3090">
                  <c:v>0.10325925925925926</c:v>
                </c:pt>
                <c:pt idx="3091">
                  <c:v>0.10340740740740741</c:v>
                </c:pt>
                <c:pt idx="3092">
                  <c:v>0.10340740740740741</c:v>
                </c:pt>
                <c:pt idx="3093">
                  <c:v>0.10355555555555555</c:v>
                </c:pt>
                <c:pt idx="3094">
                  <c:v>0.10355555555555555</c:v>
                </c:pt>
                <c:pt idx="3095">
                  <c:v>0.10355555555555555</c:v>
                </c:pt>
                <c:pt idx="3096">
                  <c:v>0.10355555555555555</c:v>
                </c:pt>
                <c:pt idx="3097">
                  <c:v>0.10355555555555555</c:v>
                </c:pt>
                <c:pt idx="3098">
                  <c:v>0.10355555555555555</c:v>
                </c:pt>
                <c:pt idx="3099">
                  <c:v>0.10355555555555555</c:v>
                </c:pt>
                <c:pt idx="3100">
                  <c:v>0.10355555555555555</c:v>
                </c:pt>
                <c:pt idx="3101">
                  <c:v>0.1037037037037037</c:v>
                </c:pt>
                <c:pt idx="3102">
                  <c:v>0.1037037037037037</c:v>
                </c:pt>
                <c:pt idx="3103">
                  <c:v>0.1037037037037037</c:v>
                </c:pt>
                <c:pt idx="3104">
                  <c:v>0.1037037037037037</c:v>
                </c:pt>
                <c:pt idx="3105">
                  <c:v>0.1037037037037037</c:v>
                </c:pt>
                <c:pt idx="3106">
                  <c:v>0.1037037037037037</c:v>
                </c:pt>
                <c:pt idx="3107">
                  <c:v>0.1037037037037037</c:v>
                </c:pt>
                <c:pt idx="3108">
                  <c:v>0.1037037037037037</c:v>
                </c:pt>
                <c:pt idx="3109">
                  <c:v>0.1037037037037037</c:v>
                </c:pt>
                <c:pt idx="3110">
                  <c:v>0.1037037037037037</c:v>
                </c:pt>
                <c:pt idx="3111">
                  <c:v>0.1037037037037037</c:v>
                </c:pt>
                <c:pt idx="3112">
                  <c:v>0.10385185185185185</c:v>
                </c:pt>
                <c:pt idx="3113">
                  <c:v>0.10385185185185185</c:v>
                </c:pt>
                <c:pt idx="3114">
                  <c:v>0.10385185185185185</c:v>
                </c:pt>
                <c:pt idx="3115">
                  <c:v>0.10385185185185185</c:v>
                </c:pt>
                <c:pt idx="3116">
                  <c:v>0.10385185185185185</c:v>
                </c:pt>
                <c:pt idx="3117">
                  <c:v>0.10385185185185185</c:v>
                </c:pt>
                <c:pt idx="3118">
                  <c:v>0.10385185185185185</c:v>
                </c:pt>
                <c:pt idx="3119">
                  <c:v>0.10385185185185185</c:v>
                </c:pt>
                <c:pt idx="3120">
                  <c:v>0.10385185185185185</c:v>
                </c:pt>
                <c:pt idx="3121">
                  <c:v>0.10385185185185185</c:v>
                </c:pt>
                <c:pt idx="3122">
                  <c:v>0.10385185185185185</c:v>
                </c:pt>
                <c:pt idx="3123">
                  <c:v>0.10385185185185185</c:v>
                </c:pt>
                <c:pt idx="3124">
                  <c:v>0.10385185185185185</c:v>
                </c:pt>
                <c:pt idx="3125">
                  <c:v>0.10385185185185185</c:v>
                </c:pt>
                <c:pt idx="3126">
                  <c:v>0.10385185185185185</c:v>
                </c:pt>
                <c:pt idx="3127">
                  <c:v>0.10385185185185185</c:v>
                </c:pt>
                <c:pt idx="3128">
                  <c:v>0.10385185185185185</c:v>
                </c:pt>
                <c:pt idx="3129">
                  <c:v>0.104</c:v>
                </c:pt>
                <c:pt idx="3130">
                  <c:v>0.104</c:v>
                </c:pt>
                <c:pt idx="3131">
                  <c:v>0.10414814814814814</c:v>
                </c:pt>
                <c:pt idx="3132">
                  <c:v>0.10429629629629629</c:v>
                </c:pt>
                <c:pt idx="3133">
                  <c:v>0.10429629629629629</c:v>
                </c:pt>
                <c:pt idx="3134">
                  <c:v>0.10429629629629629</c:v>
                </c:pt>
                <c:pt idx="3135">
                  <c:v>0.10429629629629629</c:v>
                </c:pt>
                <c:pt idx="3136">
                  <c:v>0.10429629629629629</c:v>
                </c:pt>
                <c:pt idx="3137">
                  <c:v>0.10444444444444445</c:v>
                </c:pt>
                <c:pt idx="3138">
                  <c:v>0.10444444444444445</c:v>
                </c:pt>
                <c:pt idx="3139">
                  <c:v>0.10444444444444445</c:v>
                </c:pt>
                <c:pt idx="3140">
                  <c:v>0.1045925925925926</c:v>
                </c:pt>
                <c:pt idx="3141">
                  <c:v>0.1045925925925926</c:v>
                </c:pt>
                <c:pt idx="3142">
                  <c:v>0.1045925925925926</c:v>
                </c:pt>
                <c:pt idx="3143">
                  <c:v>0.1045925925925926</c:v>
                </c:pt>
                <c:pt idx="3144">
                  <c:v>0.1045925925925926</c:v>
                </c:pt>
                <c:pt idx="3145">
                  <c:v>0.1045925925925926</c:v>
                </c:pt>
                <c:pt idx="3146">
                  <c:v>0.1045925925925926</c:v>
                </c:pt>
                <c:pt idx="3147">
                  <c:v>0.1045925925925926</c:v>
                </c:pt>
                <c:pt idx="3148">
                  <c:v>0.1045925925925926</c:v>
                </c:pt>
                <c:pt idx="3149">
                  <c:v>0.10474074074074075</c:v>
                </c:pt>
                <c:pt idx="3150">
                  <c:v>0.10474074074074075</c:v>
                </c:pt>
                <c:pt idx="3151">
                  <c:v>0.10488888888888889</c:v>
                </c:pt>
                <c:pt idx="3152">
                  <c:v>0.10488888888888889</c:v>
                </c:pt>
                <c:pt idx="3153">
                  <c:v>0.10488888888888889</c:v>
                </c:pt>
                <c:pt idx="3154">
                  <c:v>0.10488888888888889</c:v>
                </c:pt>
                <c:pt idx="3155">
                  <c:v>0.10488888888888889</c:v>
                </c:pt>
                <c:pt idx="3156">
                  <c:v>0.10488888888888889</c:v>
                </c:pt>
                <c:pt idx="3157">
                  <c:v>0.10488888888888889</c:v>
                </c:pt>
                <c:pt idx="3158">
                  <c:v>0.10488888888888889</c:v>
                </c:pt>
                <c:pt idx="3159">
                  <c:v>0.10488888888888889</c:v>
                </c:pt>
                <c:pt idx="3160">
                  <c:v>0.10488888888888889</c:v>
                </c:pt>
                <c:pt idx="3161">
                  <c:v>0.10488888888888889</c:v>
                </c:pt>
                <c:pt idx="3162">
                  <c:v>0.10488888888888889</c:v>
                </c:pt>
                <c:pt idx="3163">
                  <c:v>0.10488888888888889</c:v>
                </c:pt>
                <c:pt idx="3164">
                  <c:v>0.10488888888888889</c:v>
                </c:pt>
                <c:pt idx="3165">
                  <c:v>0.10488888888888889</c:v>
                </c:pt>
                <c:pt idx="3166">
                  <c:v>0.10488888888888889</c:v>
                </c:pt>
                <c:pt idx="3167">
                  <c:v>0.10488888888888889</c:v>
                </c:pt>
                <c:pt idx="3168">
                  <c:v>0.10503703703703704</c:v>
                </c:pt>
                <c:pt idx="3169">
                  <c:v>0.10503703703703704</c:v>
                </c:pt>
                <c:pt idx="3170">
                  <c:v>0.10503703703703704</c:v>
                </c:pt>
                <c:pt idx="3171">
                  <c:v>0.10518518518518519</c:v>
                </c:pt>
                <c:pt idx="3172">
                  <c:v>0.10518518518518519</c:v>
                </c:pt>
                <c:pt idx="3173">
                  <c:v>0.10533333333333333</c:v>
                </c:pt>
                <c:pt idx="3174">
                  <c:v>0.10533333333333333</c:v>
                </c:pt>
                <c:pt idx="3175">
                  <c:v>0.10533333333333333</c:v>
                </c:pt>
                <c:pt idx="3176">
                  <c:v>0.10533333333333333</c:v>
                </c:pt>
                <c:pt idx="3177">
                  <c:v>0.10533333333333333</c:v>
                </c:pt>
                <c:pt idx="3178">
                  <c:v>0.10533333333333333</c:v>
                </c:pt>
                <c:pt idx="3179">
                  <c:v>0.10548148148148148</c:v>
                </c:pt>
                <c:pt idx="3180">
                  <c:v>0.10562962962962963</c:v>
                </c:pt>
                <c:pt idx="3181">
                  <c:v>0.10577777777777778</c:v>
                </c:pt>
                <c:pt idx="3182">
                  <c:v>0.10577777777777778</c:v>
                </c:pt>
                <c:pt idx="3183">
                  <c:v>0.10577777777777778</c:v>
                </c:pt>
                <c:pt idx="3184">
                  <c:v>0.10592592592592592</c:v>
                </c:pt>
                <c:pt idx="3185">
                  <c:v>0.10592592592592592</c:v>
                </c:pt>
                <c:pt idx="3186">
                  <c:v>0.10592592592592592</c:v>
                </c:pt>
                <c:pt idx="3187">
                  <c:v>0.10592592592592592</c:v>
                </c:pt>
                <c:pt idx="3188">
                  <c:v>0.10592592592592592</c:v>
                </c:pt>
                <c:pt idx="3189">
                  <c:v>0.10592592592592592</c:v>
                </c:pt>
                <c:pt idx="3190">
                  <c:v>0.10592592592592592</c:v>
                </c:pt>
                <c:pt idx="3191">
                  <c:v>0.10592592592592592</c:v>
                </c:pt>
                <c:pt idx="3192">
                  <c:v>0.10607407407407407</c:v>
                </c:pt>
                <c:pt idx="3193">
                  <c:v>0.10607407407407407</c:v>
                </c:pt>
                <c:pt idx="3194">
                  <c:v>0.10607407407407407</c:v>
                </c:pt>
                <c:pt idx="3195">
                  <c:v>0.10622222222222222</c:v>
                </c:pt>
                <c:pt idx="3196">
                  <c:v>0.10637037037037037</c:v>
                </c:pt>
                <c:pt idx="3197">
                  <c:v>0.10637037037037037</c:v>
                </c:pt>
                <c:pt idx="3198">
                  <c:v>0.10637037037037037</c:v>
                </c:pt>
                <c:pt idx="3199">
                  <c:v>0.10637037037037037</c:v>
                </c:pt>
                <c:pt idx="3200">
                  <c:v>0.10637037037037037</c:v>
                </c:pt>
                <c:pt idx="3201">
                  <c:v>0.10651851851851851</c:v>
                </c:pt>
                <c:pt idx="3202">
                  <c:v>0.10651851851851851</c:v>
                </c:pt>
                <c:pt idx="3203">
                  <c:v>0.10651851851851851</c:v>
                </c:pt>
                <c:pt idx="3204">
                  <c:v>0.10651851851851851</c:v>
                </c:pt>
                <c:pt idx="3205">
                  <c:v>0.10666666666666667</c:v>
                </c:pt>
                <c:pt idx="3206">
                  <c:v>0.10666666666666667</c:v>
                </c:pt>
                <c:pt idx="3207">
                  <c:v>0.10666666666666667</c:v>
                </c:pt>
                <c:pt idx="3208">
                  <c:v>0.10666666666666667</c:v>
                </c:pt>
                <c:pt idx="3209">
                  <c:v>0.10666666666666667</c:v>
                </c:pt>
                <c:pt idx="3210">
                  <c:v>0.10666666666666667</c:v>
                </c:pt>
                <c:pt idx="3211">
                  <c:v>0.10666666666666667</c:v>
                </c:pt>
                <c:pt idx="3212">
                  <c:v>0.10666666666666667</c:v>
                </c:pt>
                <c:pt idx="3213">
                  <c:v>0.10666666666666667</c:v>
                </c:pt>
                <c:pt idx="3214">
                  <c:v>0.10666666666666667</c:v>
                </c:pt>
                <c:pt idx="3215">
                  <c:v>0.10681481481481482</c:v>
                </c:pt>
                <c:pt idx="3216">
                  <c:v>0.10681481481481482</c:v>
                </c:pt>
                <c:pt idx="3217">
                  <c:v>0.10681481481481482</c:v>
                </c:pt>
                <c:pt idx="3218">
                  <c:v>0.10681481481481482</c:v>
                </c:pt>
                <c:pt idx="3219">
                  <c:v>0.10681481481481482</c:v>
                </c:pt>
                <c:pt idx="3220">
                  <c:v>0.10681481481481482</c:v>
                </c:pt>
                <c:pt idx="3221">
                  <c:v>0.10696296296296297</c:v>
                </c:pt>
                <c:pt idx="3222">
                  <c:v>0.10696296296296297</c:v>
                </c:pt>
                <c:pt idx="3223">
                  <c:v>0.10696296296296297</c:v>
                </c:pt>
                <c:pt idx="3224">
                  <c:v>0.10696296296296297</c:v>
                </c:pt>
                <c:pt idx="3225">
                  <c:v>0.10696296296296297</c:v>
                </c:pt>
                <c:pt idx="3226">
                  <c:v>0.10696296296296297</c:v>
                </c:pt>
                <c:pt idx="3227">
                  <c:v>0.10696296296296297</c:v>
                </c:pt>
                <c:pt idx="3228">
                  <c:v>0.10711111111111112</c:v>
                </c:pt>
                <c:pt idx="3229">
                  <c:v>0.10711111111111112</c:v>
                </c:pt>
                <c:pt idx="3230">
                  <c:v>0.10711111111111112</c:v>
                </c:pt>
                <c:pt idx="3231">
                  <c:v>0.10711111111111112</c:v>
                </c:pt>
                <c:pt idx="3232">
                  <c:v>0.10711111111111112</c:v>
                </c:pt>
                <c:pt idx="3233">
                  <c:v>0.10711111111111112</c:v>
                </c:pt>
                <c:pt idx="3234">
                  <c:v>0.10711111111111112</c:v>
                </c:pt>
                <c:pt idx="3235">
                  <c:v>0.10711111111111112</c:v>
                </c:pt>
                <c:pt idx="3236">
                  <c:v>0.10711111111111112</c:v>
                </c:pt>
                <c:pt idx="3237">
                  <c:v>0.10711111111111112</c:v>
                </c:pt>
                <c:pt idx="3238">
                  <c:v>0.10711111111111112</c:v>
                </c:pt>
                <c:pt idx="3239">
                  <c:v>0.10725925925925926</c:v>
                </c:pt>
                <c:pt idx="3240">
                  <c:v>0.10740740740740741</c:v>
                </c:pt>
                <c:pt idx="3241">
                  <c:v>0.10755555555555556</c:v>
                </c:pt>
                <c:pt idx="3242">
                  <c:v>0.10755555555555556</c:v>
                </c:pt>
                <c:pt idx="3243">
                  <c:v>0.10755555555555556</c:v>
                </c:pt>
                <c:pt idx="3244">
                  <c:v>0.10755555555555556</c:v>
                </c:pt>
                <c:pt idx="3245">
                  <c:v>0.1077037037037037</c:v>
                </c:pt>
                <c:pt idx="3246">
                  <c:v>0.10785185185185185</c:v>
                </c:pt>
                <c:pt idx="3247">
                  <c:v>0.10785185185185185</c:v>
                </c:pt>
                <c:pt idx="3248">
                  <c:v>0.10785185185185185</c:v>
                </c:pt>
                <c:pt idx="3249">
                  <c:v>0.10785185185185185</c:v>
                </c:pt>
                <c:pt idx="3250">
                  <c:v>0.10785185185185185</c:v>
                </c:pt>
                <c:pt idx="3251">
                  <c:v>0.10785185185185185</c:v>
                </c:pt>
                <c:pt idx="3252">
                  <c:v>0.10785185185185185</c:v>
                </c:pt>
                <c:pt idx="3253">
                  <c:v>0.10785185185185185</c:v>
                </c:pt>
                <c:pt idx="3254">
                  <c:v>0.10785185185185185</c:v>
                </c:pt>
                <c:pt idx="3255">
                  <c:v>0.10785185185185185</c:v>
                </c:pt>
                <c:pt idx="3256">
                  <c:v>0.10785185185185185</c:v>
                </c:pt>
                <c:pt idx="3257">
                  <c:v>0.10785185185185185</c:v>
                </c:pt>
                <c:pt idx="3258">
                  <c:v>0.10785185185185185</c:v>
                </c:pt>
                <c:pt idx="3259">
                  <c:v>0.10785185185185185</c:v>
                </c:pt>
                <c:pt idx="3260">
                  <c:v>0.10785185185185185</c:v>
                </c:pt>
                <c:pt idx="3261">
                  <c:v>0.10785185185185185</c:v>
                </c:pt>
                <c:pt idx="3262">
                  <c:v>0.10785185185185185</c:v>
                </c:pt>
                <c:pt idx="3263">
                  <c:v>0.10785185185185185</c:v>
                </c:pt>
                <c:pt idx="3264">
                  <c:v>0.108</c:v>
                </c:pt>
                <c:pt idx="3265">
                  <c:v>0.10814814814814815</c:v>
                </c:pt>
                <c:pt idx="3266">
                  <c:v>0.10829629629629629</c:v>
                </c:pt>
                <c:pt idx="3267">
                  <c:v>0.10829629629629629</c:v>
                </c:pt>
                <c:pt idx="3268">
                  <c:v>0.10829629629629629</c:v>
                </c:pt>
                <c:pt idx="3269">
                  <c:v>0.10844444444444444</c:v>
                </c:pt>
                <c:pt idx="3270">
                  <c:v>0.10844444444444444</c:v>
                </c:pt>
                <c:pt idx="3271">
                  <c:v>0.10844444444444444</c:v>
                </c:pt>
                <c:pt idx="3272">
                  <c:v>0.10844444444444444</c:v>
                </c:pt>
                <c:pt idx="3273">
                  <c:v>0.10844444444444444</c:v>
                </c:pt>
                <c:pt idx="3274">
                  <c:v>0.10859259259259259</c:v>
                </c:pt>
                <c:pt idx="3275">
                  <c:v>0.10859259259259259</c:v>
                </c:pt>
                <c:pt idx="3276">
                  <c:v>0.10874074074074074</c:v>
                </c:pt>
                <c:pt idx="3277">
                  <c:v>0.10874074074074074</c:v>
                </c:pt>
                <c:pt idx="3278">
                  <c:v>0.10874074074074074</c:v>
                </c:pt>
                <c:pt idx="3279">
                  <c:v>0.10874074074074074</c:v>
                </c:pt>
                <c:pt idx="3280">
                  <c:v>0.10874074074074074</c:v>
                </c:pt>
                <c:pt idx="3281">
                  <c:v>0.10874074074074074</c:v>
                </c:pt>
                <c:pt idx="3282">
                  <c:v>0.10888888888888888</c:v>
                </c:pt>
                <c:pt idx="3283">
                  <c:v>0.10888888888888888</c:v>
                </c:pt>
                <c:pt idx="3284">
                  <c:v>0.10888888888888888</c:v>
                </c:pt>
                <c:pt idx="3285">
                  <c:v>0.10903703703703704</c:v>
                </c:pt>
                <c:pt idx="3286">
                  <c:v>0.10903703703703704</c:v>
                </c:pt>
                <c:pt idx="3287">
                  <c:v>0.10918518518518519</c:v>
                </c:pt>
                <c:pt idx="3288">
                  <c:v>0.10918518518518519</c:v>
                </c:pt>
                <c:pt idx="3289">
                  <c:v>0.10918518518518519</c:v>
                </c:pt>
                <c:pt idx="3290">
                  <c:v>0.10918518518518519</c:v>
                </c:pt>
                <c:pt idx="3291">
                  <c:v>0.10918518518518519</c:v>
                </c:pt>
                <c:pt idx="3292">
                  <c:v>0.10918518518518519</c:v>
                </c:pt>
                <c:pt idx="3293">
                  <c:v>0.10918518518518519</c:v>
                </c:pt>
                <c:pt idx="3294">
                  <c:v>0.10918518518518519</c:v>
                </c:pt>
                <c:pt idx="3295">
                  <c:v>0.10918518518518519</c:v>
                </c:pt>
                <c:pt idx="3296">
                  <c:v>0.10918518518518519</c:v>
                </c:pt>
                <c:pt idx="3297">
                  <c:v>0.10918518518518519</c:v>
                </c:pt>
                <c:pt idx="3298">
                  <c:v>0.10918518518518519</c:v>
                </c:pt>
                <c:pt idx="3299">
                  <c:v>0.10918518518518519</c:v>
                </c:pt>
                <c:pt idx="3300">
                  <c:v>0.10918518518518519</c:v>
                </c:pt>
                <c:pt idx="3301">
                  <c:v>0.10918518518518519</c:v>
                </c:pt>
                <c:pt idx="3302">
                  <c:v>0.10918518518518519</c:v>
                </c:pt>
                <c:pt idx="3303">
                  <c:v>0.10918518518518519</c:v>
                </c:pt>
                <c:pt idx="3304">
                  <c:v>0.10918518518518519</c:v>
                </c:pt>
                <c:pt idx="3305">
                  <c:v>0.10918518518518519</c:v>
                </c:pt>
                <c:pt idx="3306">
                  <c:v>0.10918518518518519</c:v>
                </c:pt>
                <c:pt idx="3307">
                  <c:v>0.10933333333333334</c:v>
                </c:pt>
                <c:pt idx="3308">
                  <c:v>0.10948148148148149</c:v>
                </c:pt>
                <c:pt idx="3309">
                  <c:v>0.10948148148148149</c:v>
                </c:pt>
                <c:pt idx="3310">
                  <c:v>0.10948148148148149</c:v>
                </c:pt>
                <c:pt idx="3311">
                  <c:v>0.10948148148148149</c:v>
                </c:pt>
                <c:pt idx="3312">
                  <c:v>0.10948148148148149</c:v>
                </c:pt>
                <c:pt idx="3313">
                  <c:v>0.10948148148148149</c:v>
                </c:pt>
                <c:pt idx="3314">
                  <c:v>0.10948148148148149</c:v>
                </c:pt>
                <c:pt idx="3315">
                  <c:v>0.10948148148148149</c:v>
                </c:pt>
                <c:pt idx="3316">
                  <c:v>0.10948148148148149</c:v>
                </c:pt>
                <c:pt idx="3317">
                  <c:v>0.10948148148148149</c:v>
                </c:pt>
                <c:pt idx="3318">
                  <c:v>0.10948148148148149</c:v>
                </c:pt>
                <c:pt idx="3319">
                  <c:v>0.10948148148148149</c:v>
                </c:pt>
                <c:pt idx="3320">
                  <c:v>0.10962962962962963</c:v>
                </c:pt>
                <c:pt idx="3321">
                  <c:v>0.10962962962962963</c:v>
                </c:pt>
                <c:pt idx="3322">
                  <c:v>0.10962962962962963</c:v>
                </c:pt>
                <c:pt idx="3323">
                  <c:v>0.10962962962962963</c:v>
                </c:pt>
                <c:pt idx="3324">
                  <c:v>0.10962962962962963</c:v>
                </c:pt>
                <c:pt idx="3325">
                  <c:v>0.10977777777777778</c:v>
                </c:pt>
                <c:pt idx="3326">
                  <c:v>0.10977777777777778</c:v>
                </c:pt>
                <c:pt idx="3327">
                  <c:v>0.10977777777777778</c:v>
                </c:pt>
                <c:pt idx="3328">
                  <c:v>0.10977777777777778</c:v>
                </c:pt>
                <c:pt idx="3329">
                  <c:v>0.10992592592592593</c:v>
                </c:pt>
                <c:pt idx="3330">
                  <c:v>0.10992592592592593</c:v>
                </c:pt>
                <c:pt idx="3331">
                  <c:v>0.10992592592592593</c:v>
                </c:pt>
                <c:pt idx="3332">
                  <c:v>0.10992592592592593</c:v>
                </c:pt>
                <c:pt idx="3333">
                  <c:v>0.10992592592592593</c:v>
                </c:pt>
                <c:pt idx="3334">
                  <c:v>0.11007407407407407</c:v>
                </c:pt>
                <c:pt idx="3335">
                  <c:v>0.11007407407407407</c:v>
                </c:pt>
                <c:pt idx="3336">
                  <c:v>0.11007407407407407</c:v>
                </c:pt>
                <c:pt idx="3337">
                  <c:v>0.11007407407407407</c:v>
                </c:pt>
                <c:pt idx="3338">
                  <c:v>0.11022222222222222</c:v>
                </c:pt>
                <c:pt idx="3339">
                  <c:v>0.11022222222222222</c:v>
                </c:pt>
                <c:pt idx="3340">
                  <c:v>0.11022222222222222</c:v>
                </c:pt>
                <c:pt idx="3341">
                  <c:v>0.11022222222222222</c:v>
                </c:pt>
                <c:pt idx="3342">
                  <c:v>0.11022222222222222</c:v>
                </c:pt>
                <c:pt idx="3343">
                  <c:v>0.11022222222222222</c:v>
                </c:pt>
                <c:pt idx="3344">
                  <c:v>0.11022222222222222</c:v>
                </c:pt>
                <c:pt idx="3345">
                  <c:v>0.11022222222222222</c:v>
                </c:pt>
                <c:pt idx="3346">
                  <c:v>0.11022222222222222</c:v>
                </c:pt>
                <c:pt idx="3347">
                  <c:v>0.11022222222222222</c:v>
                </c:pt>
                <c:pt idx="3348">
                  <c:v>0.11022222222222222</c:v>
                </c:pt>
                <c:pt idx="3349">
                  <c:v>0.11022222222222222</c:v>
                </c:pt>
                <c:pt idx="3350">
                  <c:v>0.11022222222222222</c:v>
                </c:pt>
                <c:pt idx="3351">
                  <c:v>0.11022222222222222</c:v>
                </c:pt>
                <c:pt idx="3352">
                  <c:v>0.11022222222222222</c:v>
                </c:pt>
                <c:pt idx="3353">
                  <c:v>0.11022222222222222</c:v>
                </c:pt>
                <c:pt idx="3354">
                  <c:v>0.11022222222222222</c:v>
                </c:pt>
                <c:pt idx="3355">
                  <c:v>0.11022222222222222</c:v>
                </c:pt>
                <c:pt idx="3356">
                  <c:v>0.11022222222222222</c:v>
                </c:pt>
                <c:pt idx="3357">
                  <c:v>0.11022222222222222</c:v>
                </c:pt>
                <c:pt idx="3358">
                  <c:v>0.11037037037037037</c:v>
                </c:pt>
                <c:pt idx="3359">
                  <c:v>0.11037037037037037</c:v>
                </c:pt>
                <c:pt idx="3360">
                  <c:v>0.11037037037037037</c:v>
                </c:pt>
                <c:pt idx="3361">
                  <c:v>0.11051851851851852</c:v>
                </c:pt>
                <c:pt idx="3362">
                  <c:v>0.11051851851851852</c:v>
                </c:pt>
                <c:pt idx="3363">
                  <c:v>0.11051851851851852</c:v>
                </c:pt>
                <c:pt idx="3364">
                  <c:v>0.11066666666666666</c:v>
                </c:pt>
                <c:pt idx="3365">
                  <c:v>0.11081481481481481</c:v>
                </c:pt>
                <c:pt idx="3366">
                  <c:v>0.11081481481481481</c:v>
                </c:pt>
                <c:pt idx="3367">
                  <c:v>0.11081481481481481</c:v>
                </c:pt>
                <c:pt idx="3368">
                  <c:v>0.11081481481481481</c:v>
                </c:pt>
                <c:pt idx="3369">
                  <c:v>0.11081481481481481</c:v>
                </c:pt>
                <c:pt idx="3370">
                  <c:v>0.11081481481481481</c:v>
                </c:pt>
                <c:pt idx="3371">
                  <c:v>0.11096296296296296</c:v>
                </c:pt>
                <c:pt idx="3372">
                  <c:v>0.11096296296296296</c:v>
                </c:pt>
                <c:pt idx="3373">
                  <c:v>0.11096296296296296</c:v>
                </c:pt>
                <c:pt idx="3374">
                  <c:v>0.11096296296296296</c:v>
                </c:pt>
                <c:pt idx="3375">
                  <c:v>0.1111111111111111</c:v>
                </c:pt>
                <c:pt idx="3376">
                  <c:v>0.1111111111111111</c:v>
                </c:pt>
                <c:pt idx="3377">
                  <c:v>0.11125925925925927</c:v>
                </c:pt>
                <c:pt idx="3378">
                  <c:v>0.11125925925925927</c:v>
                </c:pt>
                <c:pt idx="3379">
                  <c:v>0.11125925925925927</c:v>
                </c:pt>
                <c:pt idx="3380">
                  <c:v>0.11125925925925927</c:v>
                </c:pt>
                <c:pt idx="3381">
                  <c:v>0.11125925925925927</c:v>
                </c:pt>
                <c:pt idx="3382">
                  <c:v>0.11140740740740741</c:v>
                </c:pt>
                <c:pt idx="3383">
                  <c:v>0.11140740740740741</c:v>
                </c:pt>
                <c:pt idx="3384">
                  <c:v>0.11140740740740741</c:v>
                </c:pt>
                <c:pt idx="3385">
                  <c:v>0.11140740740740741</c:v>
                </c:pt>
                <c:pt idx="3386">
                  <c:v>0.11155555555555556</c:v>
                </c:pt>
                <c:pt idx="3387">
                  <c:v>0.11155555555555556</c:v>
                </c:pt>
                <c:pt idx="3388">
                  <c:v>0.11155555555555556</c:v>
                </c:pt>
                <c:pt idx="3389">
                  <c:v>0.11170370370370371</c:v>
                </c:pt>
                <c:pt idx="3390">
                  <c:v>0.11185185185185186</c:v>
                </c:pt>
                <c:pt idx="3391">
                  <c:v>0.112</c:v>
                </c:pt>
                <c:pt idx="3392">
                  <c:v>0.112</c:v>
                </c:pt>
                <c:pt idx="3393">
                  <c:v>0.112</c:v>
                </c:pt>
                <c:pt idx="3394">
                  <c:v>0.112</c:v>
                </c:pt>
                <c:pt idx="3395">
                  <c:v>0.112</c:v>
                </c:pt>
                <c:pt idx="3396">
                  <c:v>0.112</c:v>
                </c:pt>
                <c:pt idx="3397">
                  <c:v>0.11214814814814815</c:v>
                </c:pt>
                <c:pt idx="3398">
                  <c:v>0.1122962962962963</c:v>
                </c:pt>
                <c:pt idx="3399">
                  <c:v>0.11244444444444444</c:v>
                </c:pt>
                <c:pt idx="3400">
                  <c:v>0.11259259259259259</c:v>
                </c:pt>
                <c:pt idx="3401">
                  <c:v>0.11274074074074074</c:v>
                </c:pt>
                <c:pt idx="3402">
                  <c:v>0.11274074074074074</c:v>
                </c:pt>
                <c:pt idx="3403">
                  <c:v>0.11274074074074074</c:v>
                </c:pt>
                <c:pt idx="3404">
                  <c:v>0.11274074074074074</c:v>
                </c:pt>
                <c:pt idx="3405">
                  <c:v>0.11274074074074074</c:v>
                </c:pt>
                <c:pt idx="3406">
                  <c:v>0.11274074074074074</c:v>
                </c:pt>
                <c:pt idx="3407">
                  <c:v>0.11274074074074074</c:v>
                </c:pt>
                <c:pt idx="3408">
                  <c:v>0.11288888888888889</c:v>
                </c:pt>
                <c:pt idx="3409">
                  <c:v>0.11288888888888889</c:v>
                </c:pt>
                <c:pt idx="3410">
                  <c:v>0.11288888888888889</c:v>
                </c:pt>
                <c:pt idx="3411">
                  <c:v>0.11303703703703703</c:v>
                </c:pt>
                <c:pt idx="3412">
                  <c:v>0.11303703703703703</c:v>
                </c:pt>
                <c:pt idx="3413">
                  <c:v>0.11318518518518518</c:v>
                </c:pt>
                <c:pt idx="3414">
                  <c:v>0.11333333333333333</c:v>
                </c:pt>
                <c:pt idx="3415">
                  <c:v>0.11333333333333333</c:v>
                </c:pt>
                <c:pt idx="3416">
                  <c:v>0.11333333333333333</c:v>
                </c:pt>
                <c:pt idx="3417">
                  <c:v>0.11333333333333333</c:v>
                </c:pt>
                <c:pt idx="3418">
                  <c:v>0.11333333333333333</c:v>
                </c:pt>
                <c:pt idx="3419">
                  <c:v>0.11348148148148147</c:v>
                </c:pt>
                <c:pt idx="3420">
                  <c:v>0.11348148148148147</c:v>
                </c:pt>
                <c:pt idx="3421">
                  <c:v>0.11362962962962964</c:v>
                </c:pt>
                <c:pt idx="3422">
                  <c:v>0.11377777777777778</c:v>
                </c:pt>
                <c:pt idx="3423">
                  <c:v>0.11392592592592593</c:v>
                </c:pt>
                <c:pt idx="3424">
                  <c:v>0.11392592592592593</c:v>
                </c:pt>
                <c:pt idx="3425">
                  <c:v>0.11392592592592593</c:v>
                </c:pt>
                <c:pt idx="3426">
                  <c:v>0.11392592592592593</c:v>
                </c:pt>
                <c:pt idx="3427">
                  <c:v>0.11392592592592593</c:v>
                </c:pt>
                <c:pt idx="3428">
                  <c:v>0.11392592592592593</c:v>
                </c:pt>
                <c:pt idx="3429">
                  <c:v>0.11407407407407408</c:v>
                </c:pt>
                <c:pt idx="3430">
                  <c:v>0.11407407407407408</c:v>
                </c:pt>
                <c:pt idx="3431">
                  <c:v>0.11407407407407408</c:v>
                </c:pt>
                <c:pt idx="3432">
                  <c:v>0.11407407407407408</c:v>
                </c:pt>
                <c:pt idx="3433">
                  <c:v>0.11407407407407408</c:v>
                </c:pt>
                <c:pt idx="3434">
                  <c:v>0.11407407407407408</c:v>
                </c:pt>
                <c:pt idx="3435">
                  <c:v>0.11407407407407408</c:v>
                </c:pt>
                <c:pt idx="3436">
                  <c:v>0.11407407407407408</c:v>
                </c:pt>
                <c:pt idx="3437">
                  <c:v>0.11407407407407408</c:v>
                </c:pt>
                <c:pt idx="3438">
                  <c:v>0.11407407407407408</c:v>
                </c:pt>
                <c:pt idx="3439">
                  <c:v>0.11407407407407408</c:v>
                </c:pt>
                <c:pt idx="3440">
                  <c:v>0.11407407407407408</c:v>
                </c:pt>
                <c:pt idx="3441">
                  <c:v>0.11422222222222222</c:v>
                </c:pt>
                <c:pt idx="3442">
                  <c:v>0.11437037037037037</c:v>
                </c:pt>
                <c:pt idx="3443">
                  <c:v>0.11437037037037037</c:v>
                </c:pt>
                <c:pt idx="3444">
                  <c:v>0.11437037037037037</c:v>
                </c:pt>
                <c:pt idx="3445">
                  <c:v>0.11451851851851852</c:v>
                </c:pt>
                <c:pt idx="3446">
                  <c:v>0.11451851851851852</c:v>
                </c:pt>
                <c:pt idx="3447">
                  <c:v>0.11451851851851852</c:v>
                </c:pt>
                <c:pt idx="3448">
                  <c:v>0.11466666666666667</c:v>
                </c:pt>
                <c:pt idx="3449">
                  <c:v>0.11481481481481481</c:v>
                </c:pt>
                <c:pt idx="3450">
                  <c:v>0.11481481481481481</c:v>
                </c:pt>
                <c:pt idx="3451">
                  <c:v>0.11481481481481481</c:v>
                </c:pt>
                <c:pt idx="3452">
                  <c:v>0.11496296296296296</c:v>
                </c:pt>
                <c:pt idx="3453">
                  <c:v>0.11496296296296296</c:v>
                </c:pt>
                <c:pt idx="3454">
                  <c:v>0.11496296296296296</c:v>
                </c:pt>
                <c:pt idx="3455">
                  <c:v>0.11496296296296296</c:v>
                </c:pt>
                <c:pt idx="3456">
                  <c:v>0.11511111111111111</c:v>
                </c:pt>
                <c:pt idx="3457">
                  <c:v>0.11511111111111111</c:v>
                </c:pt>
                <c:pt idx="3458">
                  <c:v>0.11511111111111111</c:v>
                </c:pt>
                <c:pt idx="3459">
                  <c:v>0.11511111111111111</c:v>
                </c:pt>
                <c:pt idx="3460">
                  <c:v>0.11511111111111111</c:v>
                </c:pt>
                <c:pt idx="3461">
                  <c:v>0.11511111111111111</c:v>
                </c:pt>
                <c:pt idx="3462">
                  <c:v>0.11511111111111111</c:v>
                </c:pt>
                <c:pt idx="3463">
                  <c:v>0.11525925925925926</c:v>
                </c:pt>
                <c:pt idx="3464">
                  <c:v>0.1154074074074074</c:v>
                </c:pt>
                <c:pt idx="3465">
                  <c:v>0.1154074074074074</c:v>
                </c:pt>
                <c:pt idx="3466">
                  <c:v>0.1154074074074074</c:v>
                </c:pt>
                <c:pt idx="3467">
                  <c:v>0.1154074074074074</c:v>
                </c:pt>
                <c:pt idx="3468">
                  <c:v>0.1154074074074074</c:v>
                </c:pt>
                <c:pt idx="3469">
                  <c:v>0.1154074074074074</c:v>
                </c:pt>
                <c:pt idx="3470">
                  <c:v>0.1154074074074074</c:v>
                </c:pt>
                <c:pt idx="3471">
                  <c:v>0.11555555555555555</c:v>
                </c:pt>
                <c:pt idx="3472">
                  <c:v>0.11555555555555555</c:v>
                </c:pt>
                <c:pt idx="3473">
                  <c:v>0.1157037037037037</c:v>
                </c:pt>
                <c:pt idx="3474">
                  <c:v>0.1157037037037037</c:v>
                </c:pt>
                <c:pt idx="3475">
                  <c:v>0.11585185185185186</c:v>
                </c:pt>
                <c:pt idx="3476">
                  <c:v>0.11585185185185186</c:v>
                </c:pt>
                <c:pt idx="3477">
                  <c:v>0.11585185185185186</c:v>
                </c:pt>
                <c:pt idx="3478">
                  <c:v>0.11585185185185186</c:v>
                </c:pt>
                <c:pt idx="3479">
                  <c:v>0.11585185185185186</c:v>
                </c:pt>
                <c:pt idx="3480">
                  <c:v>0.11585185185185186</c:v>
                </c:pt>
                <c:pt idx="3481">
                  <c:v>0.11585185185185186</c:v>
                </c:pt>
                <c:pt idx="3482">
                  <c:v>0.11585185185185186</c:v>
                </c:pt>
                <c:pt idx="3483">
                  <c:v>0.11600000000000001</c:v>
                </c:pt>
                <c:pt idx="3484">
                  <c:v>0.11600000000000001</c:v>
                </c:pt>
                <c:pt idx="3485">
                  <c:v>0.11600000000000001</c:v>
                </c:pt>
                <c:pt idx="3486">
                  <c:v>0.11600000000000001</c:v>
                </c:pt>
                <c:pt idx="3487">
                  <c:v>0.11600000000000001</c:v>
                </c:pt>
                <c:pt idx="3488">
                  <c:v>0.11600000000000001</c:v>
                </c:pt>
                <c:pt idx="3489">
                  <c:v>0.11600000000000001</c:v>
                </c:pt>
                <c:pt idx="3490">
                  <c:v>0.11600000000000001</c:v>
                </c:pt>
                <c:pt idx="3491">
                  <c:v>0.11600000000000001</c:v>
                </c:pt>
                <c:pt idx="3492">
                  <c:v>0.11614814814814815</c:v>
                </c:pt>
                <c:pt idx="3493">
                  <c:v>0.11614814814814815</c:v>
                </c:pt>
                <c:pt idx="3494">
                  <c:v>0.11614814814814815</c:v>
                </c:pt>
                <c:pt idx="3495">
                  <c:v>0.11614814814814815</c:v>
                </c:pt>
                <c:pt idx="3496">
                  <c:v>0.11614814814814815</c:v>
                </c:pt>
                <c:pt idx="3497">
                  <c:v>0.11614814814814815</c:v>
                </c:pt>
                <c:pt idx="3498">
                  <c:v>0.11614814814814815</c:v>
                </c:pt>
                <c:pt idx="3499">
                  <c:v>0.11614814814814815</c:v>
                </c:pt>
                <c:pt idx="3500">
                  <c:v>0.11614814814814815</c:v>
                </c:pt>
                <c:pt idx="3501">
                  <c:v>0.11614814814814815</c:v>
                </c:pt>
                <c:pt idx="3502">
                  <c:v>0.11614814814814815</c:v>
                </c:pt>
                <c:pt idx="3503">
                  <c:v>0.11614814814814815</c:v>
                </c:pt>
                <c:pt idx="3504">
                  <c:v>0.11614814814814815</c:v>
                </c:pt>
                <c:pt idx="3505">
                  <c:v>0.11614814814814815</c:v>
                </c:pt>
                <c:pt idx="3506">
                  <c:v>0.11614814814814815</c:v>
                </c:pt>
                <c:pt idx="3507">
                  <c:v>0.11614814814814815</c:v>
                </c:pt>
                <c:pt idx="3508">
                  <c:v>0.1162962962962963</c:v>
                </c:pt>
                <c:pt idx="3509">
                  <c:v>0.1162962962962963</c:v>
                </c:pt>
                <c:pt idx="3510">
                  <c:v>0.11644444444444445</c:v>
                </c:pt>
                <c:pt idx="3511">
                  <c:v>0.11659259259259259</c:v>
                </c:pt>
                <c:pt idx="3512">
                  <c:v>0.11659259259259259</c:v>
                </c:pt>
                <c:pt idx="3513">
                  <c:v>0.11659259259259259</c:v>
                </c:pt>
                <c:pt idx="3514">
                  <c:v>0.11659259259259259</c:v>
                </c:pt>
                <c:pt idx="3515">
                  <c:v>0.11659259259259259</c:v>
                </c:pt>
                <c:pt idx="3516">
                  <c:v>0.11674074074074074</c:v>
                </c:pt>
                <c:pt idx="3517">
                  <c:v>0.11674074074074074</c:v>
                </c:pt>
                <c:pt idx="3518">
                  <c:v>0.11688888888888889</c:v>
                </c:pt>
                <c:pt idx="3519">
                  <c:v>0.11688888888888889</c:v>
                </c:pt>
                <c:pt idx="3520">
                  <c:v>0.11688888888888889</c:v>
                </c:pt>
                <c:pt idx="3521">
                  <c:v>0.11688888888888889</c:v>
                </c:pt>
                <c:pt idx="3522">
                  <c:v>0.11688888888888889</c:v>
                </c:pt>
                <c:pt idx="3523">
                  <c:v>0.11703703703703704</c:v>
                </c:pt>
                <c:pt idx="3524">
                  <c:v>0.11703703703703704</c:v>
                </c:pt>
                <c:pt idx="3525">
                  <c:v>0.11703703703703704</c:v>
                </c:pt>
                <c:pt idx="3526">
                  <c:v>0.11703703703703704</c:v>
                </c:pt>
                <c:pt idx="3527">
                  <c:v>0.11703703703703704</c:v>
                </c:pt>
                <c:pt idx="3528">
                  <c:v>0.11703703703703704</c:v>
                </c:pt>
                <c:pt idx="3529">
                  <c:v>0.11703703703703704</c:v>
                </c:pt>
                <c:pt idx="3530">
                  <c:v>0.11703703703703704</c:v>
                </c:pt>
                <c:pt idx="3531">
                  <c:v>0.11703703703703704</c:v>
                </c:pt>
                <c:pt idx="3532">
                  <c:v>0.11703703703703704</c:v>
                </c:pt>
                <c:pt idx="3533">
                  <c:v>0.11718518518518518</c:v>
                </c:pt>
                <c:pt idx="3534">
                  <c:v>0.11718518518518518</c:v>
                </c:pt>
                <c:pt idx="3535">
                  <c:v>0.11718518518518518</c:v>
                </c:pt>
                <c:pt idx="3536">
                  <c:v>0.11718518518518518</c:v>
                </c:pt>
                <c:pt idx="3537">
                  <c:v>0.11718518518518518</c:v>
                </c:pt>
                <c:pt idx="3538">
                  <c:v>0.11718518518518518</c:v>
                </c:pt>
                <c:pt idx="3539">
                  <c:v>0.11718518518518518</c:v>
                </c:pt>
                <c:pt idx="3540">
                  <c:v>0.11718518518518518</c:v>
                </c:pt>
                <c:pt idx="3541">
                  <c:v>0.11718518518518518</c:v>
                </c:pt>
                <c:pt idx="3542">
                  <c:v>0.11733333333333333</c:v>
                </c:pt>
                <c:pt idx="3543">
                  <c:v>0.11733333333333333</c:v>
                </c:pt>
                <c:pt idx="3544">
                  <c:v>0.11748148148148148</c:v>
                </c:pt>
                <c:pt idx="3545">
                  <c:v>0.11748148148148148</c:v>
                </c:pt>
                <c:pt idx="3546">
                  <c:v>0.11762962962962963</c:v>
                </c:pt>
                <c:pt idx="3547">
                  <c:v>0.11762962962962963</c:v>
                </c:pt>
                <c:pt idx="3548">
                  <c:v>0.11762962962962963</c:v>
                </c:pt>
                <c:pt idx="3549">
                  <c:v>0.11762962962962963</c:v>
                </c:pt>
                <c:pt idx="3550">
                  <c:v>0.11762962962962963</c:v>
                </c:pt>
                <c:pt idx="3551">
                  <c:v>0.11762962962962963</c:v>
                </c:pt>
                <c:pt idx="3552">
                  <c:v>0.11762962962962963</c:v>
                </c:pt>
                <c:pt idx="3553">
                  <c:v>0.11777777777777777</c:v>
                </c:pt>
                <c:pt idx="3554">
                  <c:v>0.11777777777777777</c:v>
                </c:pt>
                <c:pt idx="3555">
                  <c:v>0.11777777777777777</c:v>
                </c:pt>
                <c:pt idx="3556">
                  <c:v>0.11777777777777777</c:v>
                </c:pt>
                <c:pt idx="3557">
                  <c:v>0.11777777777777777</c:v>
                </c:pt>
                <c:pt idx="3558">
                  <c:v>0.11777777777777777</c:v>
                </c:pt>
                <c:pt idx="3559">
                  <c:v>0.11777777777777777</c:v>
                </c:pt>
                <c:pt idx="3560">
                  <c:v>0.11792592592592592</c:v>
                </c:pt>
                <c:pt idx="3561">
                  <c:v>0.11792592592592592</c:v>
                </c:pt>
                <c:pt idx="3562">
                  <c:v>0.11792592592592592</c:v>
                </c:pt>
                <c:pt idx="3563">
                  <c:v>0.11807407407407407</c:v>
                </c:pt>
                <c:pt idx="3564">
                  <c:v>0.11822222222222223</c:v>
                </c:pt>
                <c:pt idx="3565">
                  <c:v>0.11822222222222223</c:v>
                </c:pt>
                <c:pt idx="3566">
                  <c:v>0.11837037037037038</c:v>
                </c:pt>
                <c:pt idx="3567">
                  <c:v>0.11851851851851852</c:v>
                </c:pt>
                <c:pt idx="3568">
                  <c:v>0.11866666666666667</c:v>
                </c:pt>
                <c:pt idx="3569">
                  <c:v>0.11866666666666667</c:v>
                </c:pt>
                <c:pt idx="3570">
                  <c:v>0.11881481481481482</c:v>
                </c:pt>
                <c:pt idx="3571">
                  <c:v>0.11881481481481482</c:v>
                </c:pt>
                <c:pt idx="3572">
                  <c:v>0.11881481481481482</c:v>
                </c:pt>
                <c:pt idx="3573">
                  <c:v>0.11881481481481482</c:v>
                </c:pt>
                <c:pt idx="3574">
                  <c:v>0.11896296296296296</c:v>
                </c:pt>
                <c:pt idx="3575">
                  <c:v>0.11896296296296296</c:v>
                </c:pt>
                <c:pt idx="3576">
                  <c:v>0.11896296296296296</c:v>
                </c:pt>
                <c:pt idx="3577">
                  <c:v>0.11896296296296296</c:v>
                </c:pt>
                <c:pt idx="3578">
                  <c:v>0.11911111111111111</c:v>
                </c:pt>
                <c:pt idx="3579">
                  <c:v>0.11911111111111111</c:v>
                </c:pt>
                <c:pt idx="3580">
                  <c:v>0.11911111111111111</c:v>
                </c:pt>
                <c:pt idx="3581">
                  <c:v>0.11911111111111111</c:v>
                </c:pt>
                <c:pt idx="3582">
                  <c:v>0.11911111111111111</c:v>
                </c:pt>
                <c:pt idx="3583">
                  <c:v>0.11911111111111111</c:v>
                </c:pt>
                <c:pt idx="3584">
                  <c:v>0.11911111111111111</c:v>
                </c:pt>
                <c:pt idx="3585">
                  <c:v>0.11911111111111111</c:v>
                </c:pt>
                <c:pt idx="3586">
                  <c:v>0.11911111111111111</c:v>
                </c:pt>
                <c:pt idx="3587">
                  <c:v>0.11911111111111111</c:v>
                </c:pt>
                <c:pt idx="3588">
                  <c:v>0.11911111111111111</c:v>
                </c:pt>
                <c:pt idx="3589">
                  <c:v>0.11925925925925926</c:v>
                </c:pt>
                <c:pt idx="3590">
                  <c:v>0.11925925925925926</c:v>
                </c:pt>
                <c:pt idx="3591">
                  <c:v>0.11925925925925926</c:v>
                </c:pt>
                <c:pt idx="3592">
                  <c:v>0.11925925925925926</c:v>
                </c:pt>
                <c:pt idx="3593">
                  <c:v>0.11925925925925926</c:v>
                </c:pt>
                <c:pt idx="3594">
                  <c:v>0.11925925925925926</c:v>
                </c:pt>
                <c:pt idx="3595">
                  <c:v>0.11925925925925926</c:v>
                </c:pt>
                <c:pt idx="3596">
                  <c:v>0.11940740740740741</c:v>
                </c:pt>
                <c:pt idx="3597">
                  <c:v>0.11940740740740741</c:v>
                </c:pt>
                <c:pt idx="3598">
                  <c:v>0.11940740740740741</c:v>
                </c:pt>
                <c:pt idx="3599">
                  <c:v>0.11940740740740741</c:v>
                </c:pt>
                <c:pt idx="3600">
                  <c:v>0.11940740740740741</c:v>
                </c:pt>
                <c:pt idx="3601">
                  <c:v>0.11955555555555555</c:v>
                </c:pt>
                <c:pt idx="3602">
                  <c:v>0.1197037037037037</c:v>
                </c:pt>
                <c:pt idx="3603">
                  <c:v>0.1197037037037037</c:v>
                </c:pt>
                <c:pt idx="3604">
                  <c:v>0.11985185185185185</c:v>
                </c:pt>
                <c:pt idx="3605">
                  <c:v>0.11985185185185185</c:v>
                </c:pt>
                <c:pt idx="3606">
                  <c:v>0.11985185185185185</c:v>
                </c:pt>
                <c:pt idx="3607">
                  <c:v>0.11985185185185185</c:v>
                </c:pt>
                <c:pt idx="3608">
                  <c:v>0.11985185185185185</c:v>
                </c:pt>
                <c:pt idx="3609">
                  <c:v>0.11985185185185185</c:v>
                </c:pt>
                <c:pt idx="3610">
                  <c:v>0.11985185185185185</c:v>
                </c:pt>
                <c:pt idx="3611">
                  <c:v>0.11985185185185185</c:v>
                </c:pt>
                <c:pt idx="3612">
                  <c:v>0.11985185185185185</c:v>
                </c:pt>
                <c:pt idx="3613">
                  <c:v>0.11985185185185185</c:v>
                </c:pt>
                <c:pt idx="3614">
                  <c:v>0.12</c:v>
                </c:pt>
                <c:pt idx="3615">
                  <c:v>0.12</c:v>
                </c:pt>
                <c:pt idx="3616">
                  <c:v>0.12</c:v>
                </c:pt>
                <c:pt idx="3617">
                  <c:v>0.12</c:v>
                </c:pt>
                <c:pt idx="3618">
                  <c:v>0.12014814814814814</c:v>
                </c:pt>
                <c:pt idx="3619">
                  <c:v>0.12014814814814814</c:v>
                </c:pt>
                <c:pt idx="3620">
                  <c:v>0.12029629629629629</c:v>
                </c:pt>
                <c:pt idx="3621">
                  <c:v>0.12029629629629629</c:v>
                </c:pt>
                <c:pt idx="3622">
                  <c:v>0.12029629629629629</c:v>
                </c:pt>
                <c:pt idx="3623">
                  <c:v>0.12044444444444445</c:v>
                </c:pt>
                <c:pt idx="3624">
                  <c:v>0.1205925925925926</c:v>
                </c:pt>
                <c:pt idx="3625">
                  <c:v>0.12074074074074075</c:v>
                </c:pt>
                <c:pt idx="3626">
                  <c:v>0.12088888888888889</c:v>
                </c:pt>
                <c:pt idx="3627">
                  <c:v>0.12088888888888889</c:v>
                </c:pt>
                <c:pt idx="3628">
                  <c:v>0.12088888888888889</c:v>
                </c:pt>
                <c:pt idx="3629">
                  <c:v>0.12088888888888889</c:v>
                </c:pt>
                <c:pt idx="3630">
                  <c:v>0.12088888888888889</c:v>
                </c:pt>
                <c:pt idx="3631">
                  <c:v>0.12088888888888889</c:v>
                </c:pt>
                <c:pt idx="3632">
                  <c:v>0.12088888888888889</c:v>
                </c:pt>
                <c:pt idx="3633">
                  <c:v>0.12088888888888889</c:v>
                </c:pt>
                <c:pt idx="3634">
                  <c:v>0.12103703703703704</c:v>
                </c:pt>
                <c:pt idx="3635">
                  <c:v>0.12103703703703704</c:v>
                </c:pt>
                <c:pt idx="3636">
                  <c:v>0.12103703703703704</c:v>
                </c:pt>
                <c:pt idx="3637">
                  <c:v>0.12103703703703704</c:v>
                </c:pt>
                <c:pt idx="3638">
                  <c:v>0.12118518518518519</c:v>
                </c:pt>
                <c:pt idx="3639">
                  <c:v>0.12118518518518519</c:v>
                </c:pt>
                <c:pt idx="3640">
                  <c:v>0.12133333333333333</c:v>
                </c:pt>
                <c:pt idx="3641">
                  <c:v>0.12148148148148148</c:v>
                </c:pt>
                <c:pt idx="3642">
                  <c:v>0.12148148148148148</c:v>
                </c:pt>
                <c:pt idx="3643">
                  <c:v>0.12148148148148148</c:v>
                </c:pt>
                <c:pt idx="3644">
                  <c:v>0.12148148148148148</c:v>
                </c:pt>
                <c:pt idx="3645">
                  <c:v>0.12148148148148148</c:v>
                </c:pt>
                <c:pt idx="3646">
                  <c:v>0.12162962962962963</c:v>
                </c:pt>
                <c:pt idx="3647">
                  <c:v>0.12162962962962963</c:v>
                </c:pt>
                <c:pt idx="3648">
                  <c:v>0.12162962962962963</c:v>
                </c:pt>
                <c:pt idx="3649">
                  <c:v>0.12162962962962963</c:v>
                </c:pt>
                <c:pt idx="3650">
                  <c:v>0.12162962962962963</c:v>
                </c:pt>
                <c:pt idx="3651">
                  <c:v>0.12162962962962963</c:v>
                </c:pt>
                <c:pt idx="3652">
                  <c:v>0.12162962962962963</c:v>
                </c:pt>
                <c:pt idx="3653">
                  <c:v>0.12162962962962963</c:v>
                </c:pt>
                <c:pt idx="3654">
                  <c:v>0.12162962962962963</c:v>
                </c:pt>
                <c:pt idx="3655">
                  <c:v>0.12162962962962963</c:v>
                </c:pt>
                <c:pt idx="3656">
                  <c:v>0.12177777777777778</c:v>
                </c:pt>
                <c:pt idx="3657">
                  <c:v>0.12177777777777778</c:v>
                </c:pt>
                <c:pt idx="3658">
                  <c:v>0.12177777777777778</c:v>
                </c:pt>
                <c:pt idx="3659">
                  <c:v>0.12177777777777778</c:v>
                </c:pt>
                <c:pt idx="3660">
                  <c:v>0.12192592592592592</c:v>
                </c:pt>
                <c:pt idx="3661">
                  <c:v>0.12192592592592592</c:v>
                </c:pt>
                <c:pt idx="3662">
                  <c:v>0.12192592592592592</c:v>
                </c:pt>
                <c:pt idx="3663">
                  <c:v>0.12192592592592592</c:v>
                </c:pt>
                <c:pt idx="3664">
                  <c:v>0.12192592592592592</c:v>
                </c:pt>
                <c:pt idx="3665">
                  <c:v>0.12207407407407407</c:v>
                </c:pt>
                <c:pt idx="3666">
                  <c:v>0.12207407407407407</c:v>
                </c:pt>
                <c:pt idx="3667">
                  <c:v>0.12207407407407407</c:v>
                </c:pt>
                <c:pt idx="3668">
                  <c:v>0.12207407407407407</c:v>
                </c:pt>
                <c:pt idx="3669">
                  <c:v>0.12207407407407407</c:v>
                </c:pt>
                <c:pt idx="3670">
                  <c:v>0.12207407407407407</c:v>
                </c:pt>
                <c:pt idx="3671">
                  <c:v>0.12222222222222222</c:v>
                </c:pt>
                <c:pt idx="3672">
                  <c:v>0.12222222222222222</c:v>
                </c:pt>
                <c:pt idx="3673">
                  <c:v>0.12237037037037037</c:v>
                </c:pt>
                <c:pt idx="3674">
                  <c:v>0.12237037037037037</c:v>
                </c:pt>
                <c:pt idx="3675">
                  <c:v>0.12251851851851851</c:v>
                </c:pt>
                <c:pt idx="3676">
                  <c:v>0.12266666666666666</c:v>
                </c:pt>
                <c:pt idx="3677">
                  <c:v>0.12266666666666666</c:v>
                </c:pt>
                <c:pt idx="3678">
                  <c:v>0.12266666666666666</c:v>
                </c:pt>
                <c:pt idx="3679">
                  <c:v>0.12266666666666666</c:v>
                </c:pt>
                <c:pt idx="3680">
                  <c:v>0.12266666666666666</c:v>
                </c:pt>
                <c:pt idx="3681">
                  <c:v>0.12266666666666666</c:v>
                </c:pt>
                <c:pt idx="3682">
                  <c:v>0.12266666666666666</c:v>
                </c:pt>
                <c:pt idx="3683">
                  <c:v>0.12266666666666666</c:v>
                </c:pt>
                <c:pt idx="3684">
                  <c:v>0.12266666666666666</c:v>
                </c:pt>
                <c:pt idx="3685">
                  <c:v>0.12266666666666666</c:v>
                </c:pt>
                <c:pt idx="3686">
                  <c:v>0.12281481481481482</c:v>
                </c:pt>
                <c:pt idx="3687">
                  <c:v>0.12296296296296297</c:v>
                </c:pt>
                <c:pt idx="3688">
                  <c:v>0.12296296296296297</c:v>
                </c:pt>
                <c:pt idx="3689">
                  <c:v>0.12296296296296297</c:v>
                </c:pt>
                <c:pt idx="3690">
                  <c:v>0.12296296296296297</c:v>
                </c:pt>
                <c:pt idx="3691">
                  <c:v>0.12296296296296297</c:v>
                </c:pt>
                <c:pt idx="3692">
                  <c:v>0.12296296296296297</c:v>
                </c:pt>
                <c:pt idx="3693">
                  <c:v>0.12296296296296297</c:v>
                </c:pt>
                <c:pt idx="3694">
                  <c:v>0.12296296296296297</c:v>
                </c:pt>
                <c:pt idx="3695">
                  <c:v>0.12296296296296297</c:v>
                </c:pt>
                <c:pt idx="3696">
                  <c:v>0.12296296296296297</c:v>
                </c:pt>
                <c:pt idx="3697">
                  <c:v>0.12311111111111112</c:v>
                </c:pt>
                <c:pt idx="3698">
                  <c:v>0.12311111111111112</c:v>
                </c:pt>
                <c:pt idx="3699">
                  <c:v>0.12325925925925926</c:v>
                </c:pt>
                <c:pt idx="3700">
                  <c:v>0.12340740740740741</c:v>
                </c:pt>
                <c:pt idx="3701">
                  <c:v>0.12340740740740741</c:v>
                </c:pt>
                <c:pt idx="3702">
                  <c:v>0.12355555555555556</c:v>
                </c:pt>
                <c:pt idx="3703">
                  <c:v>0.1237037037037037</c:v>
                </c:pt>
                <c:pt idx="3704">
                  <c:v>0.1237037037037037</c:v>
                </c:pt>
                <c:pt idx="3705">
                  <c:v>0.1237037037037037</c:v>
                </c:pt>
                <c:pt idx="3706">
                  <c:v>0.1237037037037037</c:v>
                </c:pt>
                <c:pt idx="3707">
                  <c:v>0.1237037037037037</c:v>
                </c:pt>
                <c:pt idx="3708">
                  <c:v>0.12385185185185185</c:v>
                </c:pt>
                <c:pt idx="3709">
                  <c:v>0.12385185185185185</c:v>
                </c:pt>
                <c:pt idx="3710">
                  <c:v>0.124</c:v>
                </c:pt>
                <c:pt idx="3711">
                  <c:v>0.124</c:v>
                </c:pt>
                <c:pt idx="3712">
                  <c:v>0.12414814814814815</c:v>
                </c:pt>
                <c:pt idx="3713">
                  <c:v>0.12414814814814815</c:v>
                </c:pt>
                <c:pt idx="3714">
                  <c:v>0.12414814814814815</c:v>
                </c:pt>
                <c:pt idx="3715">
                  <c:v>0.12429629629629629</c:v>
                </c:pt>
                <c:pt idx="3716">
                  <c:v>0.12429629629629629</c:v>
                </c:pt>
                <c:pt idx="3717">
                  <c:v>0.12429629629629629</c:v>
                </c:pt>
                <c:pt idx="3718">
                  <c:v>0.12444444444444444</c:v>
                </c:pt>
                <c:pt idx="3719">
                  <c:v>0.12444444444444444</c:v>
                </c:pt>
                <c:pt idx="3720">
                  <c:v>0.12444444444444444</c:v>
                </c:pt>
                <c:pt idx="3721">
                  <c:v>0.12444444444444444</c:v>
                </c:pt>
                <c:pt idx="3722">
                  <c:v>0.12444444444444444</c:v>
                </c:pt>
                <c:pt idx="3723">
                  <c:v>0.12444444444444444</c:v>
                </c:pt>
                <c:pt idx="3724">
                  <c:v>0.12444444444444444</c:v>
                </c:pt>
                <c:pt idx="3725">
                  <c:v>0.12444444444444444</c:v>
                </c:pt>
                <c:pt idx="3726">
                  <c:v>0.12444444444444444</c:v>
                </c:pt>
                <c:pt idx="3727">
                  <c:v>0.12444444444444444</c:v>
                </c:pt>
                <c:pt idx="3728">
                  <c:v>0.12444444444444444</c:v>
                </c:pt>
                <c:pt idx="3729">
                  <c:v>0.12444444444444444</c:v>
                </c:pt>
                <c:pt idx="3730">
                  <c:v>0.12459259259259259</c:v>
                </c:pt>
                <c:pt idx="3731">
                  <c:v>0.12459259259259259</c:v>
                </c:pt>
                <c:pt idx="3732">
                  <c:v>0.12459259259259259</c:v>
                </c:pt>
                <c:pt idx="3733">
                  <c:v>0.12474074074074074</c:v>
                </c:pt>
                <c:pt idx="3734">
                  <c:v>0.12474074074074074</c:v>
                </c:pt>
                <c:pt idx="3735">
                  <c:v>0.12474074074074074</c:v>
                </c:pt>
                <c:pt idx="3736">
                  <c:v>0.12474074074074074</c:v>
                </c:pt>
                <c:pt idx="3737">
                  <c:v>0.12474074074074074</c:v>
                </c:pt>
                <c:pt idx="3738">
                  <c:v>0.12488888888888888</c:v>
                </c:pt>
                <c:pt idx="3739">
                  <c:v>0.12488888888888888</c:v>
                </c:pt>
                <c:pt idx="3740">
                  <c:v>0.12488888888888888</c:v>
                </c:pt>
                <c:pt idx="3741">
                  <c:v>0.12488888888888888</c:v>
                </c:pt>
                <c:pt idx="3742">
                  <c:v>0.12488888888888888</c:v>
                </c:pt>
                <c:pt idx="3743">
                  <c:v>0.12488888888888888</c:v>
                </c:pt>
                <c:pt idx="3744">
                  <c:v>0.12503703703703703</c:v>
                </c:pt>
                <c:pt idx="3745">
                  <c:v>0.12518518518518518</c:v>
                </c:pt>
                <c:pt idx="3746">
                  <c:v>0.12518518518518518</c:v>
                </c:pt>
                <c:pt idx="3747">
                  <c:v>0.12533333333333332</c:v>
                </c:pt>
                <c:pt idx="3748">
                  <c:v>0.12533333333333332</c:v>
                </c:pt>
                <c:pt idx="3749">
                  <c:v>0.12533333333333332</c:v>
                </c:pt>
                <c:pt idx="3750">
                  <c:v>0.12533333333333332</c:v>
                </c:pt>
                <c:pt idx="3751">
                  <c:v>0.12533333333333332</c:v>
                </c:pt>
                <c:pt idx="3752">
                  <c:v>0.12548148148148147</c:v>
                </c:pt>
                <c:pt idx="3753">
                  <c:v>0.12548148148148147</c:v>
                </c:pt>
                <c:pt idx="3754">
                  <c:v>0.12548148148148147</c:v>
                </c:pt>
                <c:pt idx="3755">
                  <c:v>0.12548148148148147</c:v>
                </c:pt>
                <c:pt idx="3756">
                  <c:v>0.12548148148148147</c:v>
                </c:pt>
                <c:pt idx="3757">
                  <c:v>0.12548148148148147</c:v>
                </c:pt>
                <c:pt idx="3758">
                  <c:v>0.12548148148148147</c:v>
                </c:pt>
                <c:pt idx="3759">
                  <c:v>0.12548148148148147</c:v>
                </c:pt>
                <c:pt idx="3760">
                  <c:v>0.12548148148148147</c:v>
                </c:pt>
                <c:pt idx="3761">
                  <c:v>0.12548148148148147</c:v>
                </c:pt>
                <c:pt idx="3762">
                  <c:v>0.12548148148148147</c:v>
                </c:pt>
                <c:pt idx="3763">
                  <c:v>0.12562962962962962</c:v>
                </c:pt>
                <c:pt idx="3764">
                  <c:v>0.12562962962962962</c:v>
                </c:pt>
                <c:pt idx="3765">
                  <c:v>0.12577777777777777</c:v>
                </c:pt>
                <c:pt idx="3766">
                  <c:v>0.12592592592592591</c:v>
                </c:pt>
                <c:pt idx="3767">
                  <c:v>0.12592592592592591</c:v>
                </c:pt>
                <c:pt idx="3768">
                  <c:v>0.12592592592592591</c:v>
                </c:pt>
                <c:pt idx="3769">
                  <c:v>0.12607407407407406</c:v>
                </c:pt>
                <c:pt idx="3770">
                  <c:v>0.12622222222222224</c:v>
                </c:pt>
                <c:pt idx="3771">
                  <c:v>0.12622222222222224</c:v>
                </c:pt>
                <c:pt idx="3772">
                  <c:v>0.12637037037037038</c:v>
                </c:pt>
                <c:pt idx="3773">
                  <c:v>0.12651851851851853</c:v>
                </c:pt>
                <c:pt idx="3774">
                  <c:v>0.12651851851851853</c:v>
                </c:pt>
                <c:pt idx="3775">
                  <c:v>0.12651851851851853</c:v>
                </c:pt>
                <c:pt idx="3776">
                  <c:v>0.12651851851851853</c:v>
                </c:pt>
                <c:pt idx="3777">
                  <c:v>0.12666666666666668</c:v>
                </c:pt>
                <c:pt idx="3778">
                  <c:v>0.12666666666666668</c:v>
                </c:pt>
                <c:pt idx="3779">
                  <c:v>0.12666666666666668</c:v>
                </c:pt>
                <c:pt idx="3780">
                  <c:v>0.12666666666666668</c:v>
                </c:pt>
                <c:pt idx="3781">
                  <c:v>0.12666666666666668</c:v>
                </c:pt>
                <c:pt idx="3782">
                  <c:v>0.12681481481481482</c:v>
                </c:pt>
                <c:pt idx="3783">
                  <c:v>0.12681481481481482</c:v>
                </c:pt>
                <c:pt idx="3784">
                  <c:v>0.12681481481481482</c:v>
                </c:pt>
                <c:pt idx="3785">
                  <c:v>0.12681481481481482</c:v>
                </c:pt>
                <c:pt idx="3786">
                  <c:v>0.12681481481481482</c:v>
                </c:pt>
                <c:pt idx="3787">
                  <c:v>0.12681481481481482</c:v>
                </c:pt>
                <c:pt idx="3788">
                  <c:v>0.12696296296296297</c:v>
                </c:pt>
                <c:pt idx="3789">
                  <c:v>0.12696296296296297</c:v>
                </c:pt>
                <c:pt idx="3790">
                  <c:v>0.12696296296296297</c:v>
                </c:pt>
                <c:pt idx="3791">
                  <c:v>0.12696296296296297</c:v>
                </c:pt>
                <c:pt idx="3792">
                  <c:v>0.12696296296296297</c:v>
                </c:pt>
                <c:pt idx="3793">
                  <c:v>0.12696296296296297</c:v>
                </c:pt>
                <c:pt idx="3794">
                  <c:v>0.12696296296296297</c:v>
                </c:pt>
                <c:pt idx="3795">
                  <c:v>0.12696296296296297</c:v>
                </c:pt>
                <c:pt idx="3796">
                  <c:v>0.12696296296296297</c:v>
                </c:pt>
                <c:pt idx="3797">
                  <c:v>0.12696296296296297</c:v>
                </c:pt>
                <c:pt idx="3798">
                  <c:v>0.12696296296296297</c:v>
                </c:pt>
                <c:pt idx="3799">
                  <c:v>0.12711111111111112</c:v>
                </c:pt>
                <c:pt idx="3800">
                  <c:v>0.12711111111111112</c:v>
                </c:pt>
                <c:pt idx="3801">
                  <c:v>0.12711111111111112</c:v>
                </c:pt>
                <c:pt idx="3802">
                  <c:v>0.12711111111111112</c:v>
                </c:pt>
                <c:pt idx="3803">
                  <c:v>0.12711111111111112</c:v>
                </c:pt>
                <c:pt idx="3804">
                  <c:v>0.12711111111111112</c:v>
                </c:pt>
                <c:pt idx="3805">
                  <c:v>0.12711111111111112</c:v>
                </c:pt>
                <c:pt idx="3806">
                  <c:v>0.12711111111111112</c:v>
                </c:pt>
                <c:pt idx="3807">
                  <c:v>0.12711111111111112</c:v>
                </c:pt>
                <c:pt idx="3808">
                  <c:v>0.12725925925925927</c:v>
                </c:pt>
                <c:pt idx="3809">
                  <c:v>0.12725925925925927</c:v>
                </c:pt>
                <c:pt idx="3810">
                  <c:v>0.12740740740740741</c:v>
                </c:pt>
                <c:pt idx="3811">
                  <c:v>0.12740740740740741</c:v>
                </c:pt>
                <c:pt idx="3812">
                  <c:v>0.12740740740740741</c:v>
                </c:pt>
                <c:pt idx="3813">
                  <c:v>0.12755555555555556</c:v>
                </c:pt>
                <c:pt idx="3814">
                  <c:v>0.12755555555555556</c:v>
                </c:pt>
                <c:pt idx="3815">
                  <c:v>0.12770370370370371</c:v>
                </c:pt>
                <c:pt idx="3816">
                  <c:v>0.12770370370370371</c:v>
                </c:pt>
                <c:pt idx="3817">
                  <c:v>0.12770370370370371</c:v>
                </c:pt>
                <c:pt idx="3818">
                  <c:v>0.12770370370370371</c:v>
                </c:pt>
                <c:pt idx="3819">
                  <c:v>0.12770370370370371</c:v>
                </c:pt>
                <c:pt idx="3820">
                  <c:v>0.12785185185185186</c:v>
                </c:pt>
                <c:pt idx="3821">
                  <c:v>0.12785185185185186</c:v>
                </c:pt>
                <c:pt idx="3822">
                  <c:v>0.128</c:v>
                </c:pt>
                <c:pt idx="3823">
                  <c:v>0.128</c:v>
                </c:pt>
                <c:pt idx="3824">
                  <c:v>0.128</c:v>
                </c:pt>
                <c:pt idx="3825">
                  <c:v>0.128</c:v>
                </c:pt>
                <c:pt idx="3826">
                  <c:v>0.12814814814814815</c:v>
                </c:pt>
                <c:pt idx="3827">
                  <c:v>0.12814814814814815</c:v>
                </c:pt>
                <c:pt idx="3828">
                  <c:v>0.12814814814814815</c:v>
                </c:pt>
                <c:pt idx="3829">
                  <c:v>0.12814814814814815</c:v>
                </c:pt>
                <c:pt idx="3830">
                  <c:v>0.12814814814814815</c:v>
                </c:pt>
                <c:pt idx="3831">
                  <c:v>0.1282962962962963</c:v>
                </c:pt>
                <c:pt idx="3832">
                  <c:v>0.1282962962962963</c:v>
                </c:pt>
                <c:pt idx="3833">
                  <c:v>0.12844444444444444</c:v>
                </c:pt>
                <c:pt idx="3834">
                  <c:v>0.12859259259259259</c:v>
                </c:pt>
                <c:pt idx="3835">
                  <c:v>0.12859259259259259</c:v>
                </c:pt>
                <c:pt idx="3836">
                  <c:v>0.12859259259259259</c:v>
                </c:pt>
                <c:pt idx="3837">
                  <c:v>0.12859259259259259</c:v>
                </c:pt>
                <c:pt idx="3838">
                  <c:v>0.12859259259259259</c:v>
                </c:pt>
                <c:pt idx="3839">
                  <c:v>0.12859259259259259</c:v>
                </c:pt>
                <c:pt idx="3840">
                  <c:v>0.12859259259259259</c:v>
                </c:pt>
                <c:pt idx="3841">
                  <c:v>0.12859259259259259</c:v>
                </c:pt>
                <c:pt idx="3842">
                  <c:v>0.12859259259259259</c:v>
                </c:pt>
                <c:pt idx="3843">
                  <c:v>0.12859259259259259</c:v>
                </c:pt>
                <c:pt idx="3844">
                  <c:v>0.12859259259259259</c:v>
                </c:pt>
                <c:pt idx="3845">
                  <c:v>0.12859259259259259</c:v>
                </c:pt>
                <c:pt idx="3846">
                  <c:v>0.12859259259259259</c:v>
                </c:pt>
                <c:pt idx="3847">
                  <c:v>0.12859259259259259</c:v>
                </c:pt>
                <c:pt idx="3848">
                  <c:v>0.12859259259259259</c:v>
                </c:pt>
                <c:pt idx="3849">
                  <c:v>0.12859259259259259</c:v>
                </c:pt>
                <c:pt idx="3850">
                  <c:v>0.12859259259259259</c:v>
                </c:pt>
                <c:pt idx="3851">
                  <c:v>0.12874074074074074</c:v>
                </c:pt>
                <c:pt idx="3852">
                  <c:v>0.12874074074074074</c:v>
                </c:pt>
                <c:pt idx="3853">
                  <c:v>0.12874074074074074</c:v>
                </c:pt>
                <c:pt idx="3854">
                  <c:v>0.12874074074074074</c:v>
                </c:pt>
                <c:pt idx="3855">
                  <c:v>0.12874074074074074</c:v>
                </c:pt>
                <c:pt idx="3856">
                  <c:v>0.12874074074074074</c:v>
                </c:pt>
                <c:pt idx="3857">
                  <c:v>0.12874074074074074</c:v>
                </c:pt>
                <c:pt idx="3858">
                  <c:v>0.12874074074074074</c:v>
                </c:pt>
                <c:pt idx="3859">
                  <c:v>0.12888888888888889</c:v>
                </c:pt>
                <c:pt idx="3860">
                  <c:v>0.12903703703703703</c:v>
                </c:pt>
                <c:pt idx="3861">
                  <c:v>0.12903703703703703</c:v>
                </c:pt>
                <c:pt idx="3862">
                  <c:v>0.12918518518518518</c:v>
                </c:pt>
                <c:pt idx="3863">
                  <c:v>0.12918518518518518</c:v>
                </c:pt>
                <c:pt idx="3864">
                  <c:v>0.12933333333333333</c:v>
                </c:pt>
                <c:pt idx="3865">
                  <c:v>0.12933333333333333</c:v>
                </c:pt>
                <c:pt idx="3866">
                  <c:v>0.12933333333333333</c:v>
                </c:pt>
                <c:pt idx="3867">
                  <c:v>0.12933333333333333</c:v>
                </c:pt>
                <c:pt idx="3868">
                  <c:v>0.12933333333333333</c:v>
                </c:pt>
                <c:pt idx="3869">
                  <c:v>0.12933333333333333</c:v>
                </c:pt>
                <c:pt idx="3870">
                  <c:v>0.12933333333333333</c:v>
                </c:pt>
                <c:pt idx="3871">
                  <c:v>0.12933333333333333</c:v>
                </c:pt>
                <c:pt idx="3872">
                  <c:v>0.12933333333333333</c:v>
                </c:pt>
                <c:pt idx="3873">
                  <c:v>0.12933333333333333</c:v>
                </c:pt>
                <c:pt idx="3874">
                  <c:v>0.12933333333333333</c:v>
                </c:pt>
                <c:pt idx="3875">
                  <c:v>0.12933333333333333</c:v>
                </c:pt>
                <c:pt idx="3876">
                  <c:v>0.12933333333333333</c:v>
                </c:pt>
                <c:pt idx="3877">
                  <c:v>0.12948148148148148</c:v>
                </c:pt>
                <c:pt idx="3878">
                  <c:v>0.12948148148148148</c:v>
                </c:pt>
                <c:pt idx="3879">
                  <c:v>0.12962962962962962</c:v>
                </c:pt>
                <c:pt idx="3880">
                  <c:v>0.12962962962962962</c:v>
                </c:pt>
                <c:pt idx="3881">
                  <c:v>0.12962962962962962</c:v>
                </c:pt>
                <c:pt idx="3882">
                  <c:v>0.12962962962962962</c:v>
                </c:pt>
                <c:pt idx="3883">
                  <c:v>0.12977777777777777</c:v>
                </c:pt>
                <c:pt idx="3884">
                  <c:v>0.12977777777777777</c:v>
                </c:pt>
                <c:pt idx="3885">
                  <c:v>0.12977777777777777</c:v>
                </c:pt>
                <c:pt idx="3886">
                  <c:v>0.12977777777777777</c:v>
                </c:pt>
                <c:pt idx="3887">
                  <c:v>0.12977777777777777</c:v>
                </c:pt>
                <c:pt idx="3888">
                  <c:v>0.12977777777777777</c:v>
                </c:pt>
                <c:pt idx="3889">
                  <c:v>0.12977777777777777</c:v>
                </c:pt>
                <c:pt idx="3890">
                  <c:v>0.12977777777777777</c:v>
                </c:pt>
                <c:pt idx="3891">
                  <c:v>0.12977777777777777</c:v>
                </c:pt>
                <c:pt idx="3892">
                  <c:v>0.12992592592592592</c:v>
                </c:pt>
                <c:pt idx="3893">
                  <c:v>0.12992592592592592</c:v>
                </c:pt>
                <c:pt idx="3894">
                  <c:v>0.12992592592592592</c:v>
                </c:pt>
                <c:pt idx="3895">
                  <c:v>0.12992592592592592</c:v>
                </c:pt>
                <c:pt idx="3896">
                  <c:v>0.12992592592592592</c:v>
                </c:pt>
                <c:pt idx="3897">
                  <c:v>0.12992592592592592</c:v>
                </c:pt>
                <c:pt idx="3898">
                  <c:v>0.12992592592592592</c:v>
                </c:pt>
                <c:pt idx="3899">
                  <c:v>0.12992592592592592</c:v>
                </c:pt>
                <c:pt idx="3900">
                  <c:v>0.13007407407407406</c:v>
                </c:pt>
                <c:pt idx="3901">
                  <c:v>0.13007407407407406</c:v>
                </c:pt>
                <c:pt idx="3902">
                  <c:v>0.13022222222222221</c:v>
                </c:pt>
                <c:pt idx="3903">
                  <c:v>0.13022222222222221</c:v>
                </c:pt>
                <c:pt idx="3904">
                  <c:v>0.13022222222222221</c:v>
                </c:pt>
                <c:pt idx="3905">
                  <c:v>0.13022222222222221</c:v>
                </c:pt>
                <c:pt idx="3906">
                  <c:v>0.13037037037037036</c:v>
                </c:pt>
                <c:pt idx="3907">
                  <c:v>0.13037037037037036</c:v>
                </c:pt>
                <c:pt idx="3908">
                  <c:v>0.13051851851851851</c:v>
                </c:pt>
                <c:pt idx="3909">
                  <c:v>0.13051851851851851</c:v>
                </c:pt>
                <c:pt idx="3910">
                  <c:v>0.13051851851851851</c:v>
                </c:pt>
                <c:pt idx="3911">
                  <c:v>0.13051851851851851</c:v>
                </c:pt>
                <c:pt idx="3912">
                  <c:v>0.13051851851851851</c:v>
                </c:pt>
                <c:pt idx="3913">
                  <c:v>0.13051851851851851</c:v>
                </c:pt>
                <c:pt idx="3914">
                  <c:v>0.13051851851851851</c:v>
                </c:pt>
                <c:pt idx="3915">
                  <c:v>0.13051851851851851</c:v>
                </c:pt>
                <c:pt idx="3916">
                  <c:v>0.13051851851851851</c:v>
                </c:pt>
                <c:pt idx="3917">
                  <c:v>0.13066666666666665</c:v>
                </c:pt>
                <c:pt idx="3918">
                  <c:v>0.13066666666666665</c:v>
                </c:pt>
                <c:pt idx="3919">
                  <c:v>0.13081481481481483</c:v>
                </c:pt>
                <c:pt idx="3920">
                  <c:v>0.13096296296296298</c:v>
                </c:pt>
                <c:pt idx="3921">
                  <c:v>0.13096296296296298</c:v>
                </c:pt>
                <c:pt idx="3922">
                  <c:v>0.13096296296296298</c:v>
                </c:pt>
                <c:pt idx="3923">
                  <c:v>0.13096296296296298</c:v>
                </c:pt>
                <c:pt idx="3924">
                  <c:v>0.13111111111111112</c:v>
                </c:pt>
                <c:pt idx="3925">
                  <c:v>0.13111111111111112</c:v>
                </c:pt>
                <c:pt idx="3926">
                  <c:v>0.13125925925925927</c:v>
                </c:pt>
                <c:pt idx="3927">
                  <c:v>0.13125925925925927</c:v>
                </c:pt>
                <c:pt idx="3928">
                  <c:v>0.13125925925925927</c:v>
                </c:pt>
                <c:pt idx="3929">
                  <c:v>0.13140740740740742</c:v>
                </c:pt>
                <c:pt idx="3930">
                  <c:v>0.13140740740740742</c:v>
                </c:pt>
                <c:pt idx="3931">
                  <c:v>0.13140740740740742</c:v>
                </c:pt>
                <c:pt idx="3932">
                  <c:v>0.13140740740740742</c:v>
                </c:pt>
                <c:pt idx="3933">
                  <c:v>0.13140740740740742</c:v>
                </c:pt>
                <c:pt idx="3934">
                  <c:v>0.13155555555555556</c:v>
                </c:pt>
                <c:pt idx="3935">
                  <c:v>0.13155555555555556</c:v>
                </c:pt>
                <c:pt idx="3936">
                  <c:v>0.13170370370370371</c:v>
                </c:pt>
                <c:pt idx="3937">
                  <c:v>0.13170370370370371</c:v>
                </c:pt>
                <c:pt idx="3938">
                  <c:v>0.13170370370370371</c:v>
                </c:pt>
                <c:pt idx="3939">
                  <c:v>0.13170370370370371</c:v>
                </c:pt>
                <c:pt idx="3940">
                  <c:v>0.13170370370370371</c:v>
                </c:pt>
                <c:pt idx="3941">
                  <c:v>0.13170370370370371</c:v>
                </c:pt>
                <c:pt idx="3942">
                  <c:v>0.13170370370370371</c:v>
                </c:pt>
                <c:pt idx="3943">
                  <c:v>0.13170370370370371</c:v>
                </c:pt>
                <c:pt idx="3944">
                  <c:v>0.13170370370370371</c:v>
                </c:pt>
                <c:pt idx="3945">
                  <c:v>0.13185185185185186</c:v>
                </c:pt>
                <c:pt idx="3946">
                  <c:v>0.13200000000000001</c:v>
                </c:pt>
                <c:pt idx="3947">
                  <c:v>0.13200000000000001</c:v>
                </c:pt>
                <c:pt idx="3948">
                  <c:v>0.13214814814814815</c:v>
                </c:pt>
                <c:pt idx="3949">
                  <c:v>0.13214814814814815</c:v>
                </c:pt>
                <c:pt idx="3950">
                  <c:v>0.13214814814814815</c:v>
                </c:pt>
                <c:pt idx="3951">
                  <c:v>0.13214814814814815</c:v>
                </c:pt>
                <c:pt idx="3952">
                  <c:v>0.13214814814814815</c:v>
                </c:pt>
                <c:pt idx="3953">
                  <c:v>0.13214814814814815</c:v>
                </c:pt>
                <c:pt idx="3954">
                  <c:v>0.13214814814814815</c:v>
                </c:pt>
                <c:pt idx="3955">
                  <c:v>0.13214814814814815</c:v>
                </c:pt>
                <c:pt idx="3956">
                  <c:v>0.13214814814814815</c:v>
                </c:pt>
                <c:pt idx="3957">
                  <c:v>0.13214814814814815</c:v>
                </c:pt>
                <c:pt idx="3958">
                  <c:v>0.13214814814814815</c:v>
                </c:pt>
                <c:pt idx="3959">
                  <c:v>0.1322962962962963</c:v>
                </c:pt>
                <c:pt idx="3960">
                  <c:v>0.1322962962962963</c:v>
                </c:pt>
                <c:pt idx="3961">
                  <c:v>0.13244444444444445</c:v>
                </c:pt>
                <c:pt idx="3962">
                  <c:v>0.13244444444444445</c:v>
                </c:pt>
                <c:pt idx="3963">
                  <c:v>0.13244444444444445</c:v>
                </c:pt>
                <c:pt idx="3964">
                  <c:v>0.13244444444444445</c:v>
                </c:pt>
                <c:pt idx="3965">
                  <c:v>0.13244444444444445</c:v>
                </c:pt>
                <c:pt idx="3966">
                  <c:v>0.13244444444444445</c:v>
                </c:pt>
                <c:pt idx="3967">
                  <c:v>0.13244444444444445</c:v>
                </c:pt>
                <c:pt idx="3968">
                  <c:v>0.1325925925925926</c:v>
                </c:pt>
                <c:pt idx="3969">
                  <c:v>0.13274074074074074</c:v>
                </c:pt>
                <c:pt idx="3970">
                  <c:v>0.13274074074074074</c:v>
                </c:pt>
                <c:pt idx="3971">
                  <c:v>0.13274074074074074</c:v>
                </c:pt>
                <c:pt idx="3972">
                  <c:v>0.13274074074074074</c:v>
                </c:pt>
                <c:pt idx="3973">
                  <c:v>0.13274074074074074</c:v>
                </c:pt>
                <c:pt idx="3974">
                  <c:v>0.13274074074074074</c:v>
                </c:pt>
                <c:pt idx="3975">
                  <c:v>0.13274074074074074</c:v>
                </c:pt>
                <c:pt idx="3976">
                  <c:v>0.13274074074074074</c:v>
                </c:pt>
                <c:pt idx="3977">
                  <c:v>0.13274074074074074</c:v>
                </c:pt>
                <c:pt idx="3978">
                  <c:v>0.13288888888888889</c:v>
                </c:pt>
                <c:pt idx="3979">
                  <c:v>0.13288888888888889</c:v>
                </c:pt>
                <c:pt idx="3980">
                  <c:v>0.13288888888888889</c:v>
                </c:pt>
                <c:pt idx="3981">
                  <c:v>0.13288888888888889</c:v>
                </c:pt>
                <c:pt idx="3982">
                  <c:v>0.13303703703703704</c:v>
                </c:pt>
                <c:pt idx="3983">
                  <c:v>0.13303703703703704</c:v>
                </c:pt>
                <c:pt idx="3984">
                  <c:v>0.13303703703703704</c:v>
                </c:pt>
                <c:pt idx="3985">
                  <c:v>0.13303703703703704</c:v>
                </c:pt>
                <c:pt idx="3986">
                  <c:v>0.13303703703703704</c:v>
                </c:pt>
                <c:pt idx="3987">
                  <c:v>0.13318518518518518</c:v>
                </c:pt>
                <c:pt idx="3988">
                  <c:v>0.13318518518518518</c:v>
                </c:pt>
                <c:pt idx="3989">
                  <c:v>0.13318518518518518</c:v>
                </c:pt>
                <c:pt idx="3990">
                  <c:v>0.13318518518518518</c:v>
                </c:pt>
                <c:pt idx="3991">
                  <c:v>0.13318518518518518</c:v>
                </c:pt>
                <c:pt idx="3992">
                  <c:v>0.13333333333333333</c:v>
                </c:pt>
                <c:pt idx="3993">
                  <c:v>0.13333333333333333</c:v>
                </c:pt>
                <c:pt idx="3994">
                  <c:v>0.13333333333333333</c:v>
                </c:pt>
                <c:pt idx="3995">
                  <c:v>0.13348148148148148</c:v>
                </c:pt>
                <c:pt idx="3996">
                  <c:v>0.13362962962962963</c:v>
                </c:pt>
                <c:pt idx="3997">
                  <c:v>0.13377777777777777</c:v>
                </c:pt>
                <c:pt idx="3998">
                  <c:v>0.13377777777777777</c:v>
                </c:pt>
                <c:pt idx="3999">
                  <c:v>0.13377777777777777</c:v>
                </c:pt>
                <c:pt idx="4000">
                  <c:v>0.13377777777777777</c:v>
                </c:pt>
                <c:pt idx="4001">
                  <c:v>0.13377777777777777</c:v>
                </c:pt>
                <c:pt idx="4002">
                  <c:v>0.13377777777777777</c:v>
                </c:pt>
                <c:pt idx="4003">
                  <c:v>0.13377777777777777</c:v>
                </c:pt>
                <c:pt idx="4004">
                  <c:v>0.13377777777777777</c:v>
                </c:pt>
                <c:pt idx="4005">
                  <c:v>0.13377777777777777</c:v>
                </c:pt>
                <c:pt idx="4006">
                  <c:v>0.13392592592592592</c:v>
                </c:pt>
                <c:pt idx="4007">
                  <c:v>0.13392592592592592</c:v>
                </c:pt>
                <c:pt idx="4008">
                  <c:v>0.13392592592592592</c:v>
                </c:pt>
                <c:pt idx="4009">
                  <c:v>0.13392592592592592</c:v>
                </c:pt>
                <c:pt idx="4010">
                  <c:v>0.13407407407407407</c:v>
                </c:pt>
                <c:pt idx="4011">
                  <c:v>0.13407407407407407</c:v>
                </c:pt>
                <c:pt idx="4012">
                  <c:v>0.13407407407407407</c:v>
                </c:pt>
                <c:pt idx="4013">
                  <c:v>0.13407407407407407</c:v>
                </c:pt>
                <c:pt idx="4014">
                  <c:v>0.13407407407407407</c:v>
                </c:pt>
                <c:pt idx="4015">
                  <c:v>0.13422222222222221</c:v>
                </c:pt>
                <c:pt idx="4016">
                  <c:v>0.13422222222222221</c:v>
                </c:pt>
                <c:pt idx="4017">
                  <c:v>0.13422222222222221</c:v>
                </c:pt>
                <c:pt idx="4018">
                  <c:v>0.13422222222222221</c:v>
                </c:pt>
                <c:pt idx="4019">
                  <c:v>0.13422222222222221</c:v>
                </c:pt>
                <c:pt idx="4020">
                  <c:v>0.13437037037037036</c:v>
                </c:pt>
                <c:pt idx="4021">
                  <c:v>0.13451851851851851</c:v>
                </c:pt>
                <c:pt idx="4022">
                  <c:v>0.13466666666666666</c:v>
                </c:pt>
                <c:pt idx="4023">
                  <c:v>0.13466666666666666</c:v>
                </c:pt>
                <c:pt idx="4024">
                  <c:v>0.13466666666666666</c:v>
                </c:pt>
                <c:pt idx="4025">
                  <c:v>0.1348148148148148</c:v>
                </c:pt>
                <c:pt idx="4026">
                  <c:v>0.1348148148148148</c:v>
                </c:pt>
                <c:pt idx="4027">
                  <c:v>0.13496296296296295</c:v>
                </c:pt>
                <c:pt idx="4028">
                  <c:v>0.13496296296296295</c:v>
                </c:pt>
                <c:pt idx="4029">
                  <c:v>0.13496296296296295</c:v>
                </c:pt>
                <c:pt idx="4030">
                  <c:v>0.13496296296296295</c:v>
                </c:pt>
                <c:pt idx="4031">
                  <c:v>0.13496296296296295</c:v>
                </c:pt>
                <c:pt idx="4032">
                  <c:v>0.1351111111111111</c:v>
                </c:pt>
                <c:pt idx="4033">
                  <c:v>0.1351111111111111</c:v>
                </c:pt>
                <c:pt idx="4034">
                  <c:v>0.1351111111111111</c:v>
                </c:pt>
                <c:pt idx="4035">
                  <c:v>0.1351111111111111</c:v>
                </c:pt>
                <c:pt idx="4036">
                  <c:v>0.1351111111111111</c:v>
                </c:pt>
                <c:pt idx="4037">
                  <c:v>0.1351111111111111</c:v>
                </c:pt>
                <c:pt idx="4038">
                  <c:v>0.1351111111111111</c:v>
                </c:pt>
                <c:pt idx="4039">
                  <c:v>0.13525925925925925</c:v>
                </c:pt>
                <c:pt idx="4040">
                  <c:v>0.13540740740740742</c:v>
                </c:pt>
                <c:pt idx="4041">
                  <c:v>0.13540740740740742</c:v>
                </c:pt>
                <c:pt idx="4042">
                  <c:v>0.13540740740740742</c:v>
                </c:pt>
                <c:pt idx="4043">
                  <c:v>0.13555555555555557</c:v>
                </c:pt>
                <c:pt idx="4044">
                  <c:v>0.13570370370370372</c:v>
                </c:pt>
                <c:pt idx="4045">
                  <c:v>0.13570370370370372</c:v>
                </c:pt>
                <c:pt idx="4046">
                  <c:v>0.13570370370370372</c:v>
                </c:pt>
                <c:pt idx="4047">
                  <c:v>0.13570370370370372</c:v>
                </c:pt>
                <c:pt idx="4048">
                  <c:v>0.13570370370370372</c:v>
                </c:pt>
                <c:pt idx="4049">
                  <c:v>0.13570370370370372</c:v>
                </c:pt>
                <c:pt idx="4050">
                  <c:v>0.13570370370370372</c:v>
                </c:pt>
                <c:pt idx="4051">
                  <c:v>0.13570370370370372</c:v>
                </c:pt>
                <c:pt idx="4052">
                  <c:v>0.13570370370370372</c:v>
                </c:pt>
                <c:pt idx="4053">
                  <c:v>0.13585185185185186</c:v>
                </c:pt>
                <c:pt idx="4054">
                  <c:v>0.13600000000000001</c:v>
                </c:pt>
                <c:pt idx="4055">
                  <c:v>0.13600000000000001</c:v>
                </c:pt>
                <c:pt idx="4056">
                  <c:v>0.13600000000000001</c:v>
                </c:pt>
                <c:pt idx="4057">
                  <c:v>0.13614814814814816</c:v>
                </c:pt>
                <c:pt idx="4058">
                  <c:v>0.13614814814814816</c:v>
                </c:pt>
                <c:pt idx="4059">
                  <c:v>0.13614814814814816</c:v>
                </c:pt>
                <c:pt idx="4060">
                  <c:v>0.1362962962962963</c:v>
                </c:pt>
                <c:pt idx="4061">
                  <c:v>0.1362962962962963</c:v>
                </c:pt>
                <c:pt idx="4062">
                  <c:v>0.1362962962962963</c:v>
                </c:pt>
                <c:pt idx="4063">
                  <c:v>0.1362962962962963</c:v>
                </c:pt>
                <c:pt idx="4064">
                  <c:v>0.13644444444444445</c:v>
                </c:pt>
                <c:pt idx="4065">
                  <c:v>0.13644444444444445</c:v>
                </c:pt>
                <c:pt idx="4066">
                  <c:v>0.1365925925925926</c:v>
                </c:pt>
                <c:pt idx="4067">
                  <c:v>0.1365925925925926</c:v>
                </c:pt>
                <c:pt idx="4068">
                  <c:v>0.1365925925925926</c:v>
                </c:pt>
                <c:pt idx="4069">
                  <c:v>0.13674074074074075</c:v>
                </c:pt>
                <c:pt idx="4070">
                  <c:v>0.13674074074074075</c:v>
                </c:pt>
                <c:pt idx="4071">
                  <c:v>0.13674074074074075</c:v>
                </c:pt>
                <c:pt idx="4072">
                  <c:v>0.13674074074074075</c:v>
                </c:pt>
                <c:pt idx="4073">
                  <c:v>0.13674074074074075</c:v>
                </c:pt>
                <c:pt idx="4074">
                  <c:v>0.13674074074074075</c:v>
                </c:pt>
                <c:pt idx="4075">
                  <c:v>0.13688888888888889</c:v>
                </c:pt>
                <c:pt idx="4076">
                  <c:v>0.13703703703703704</c:v>
                </c:pt>
                <c:pt idx="4077">
                  <c:v>0.13703703703703704</c:v>
                </c:pt>
                <c:pt idx="4078">
                  <c:v>0.13703703703703704</c:v>
                </c:pt>
                <c:pt idx="4079">
                  <c:v>0.13718518518518519</c:v>
                </c:pt>
                <c:pt idx="4080">
                  <c:v>0.13718518518518519</c:v>
                </c:pt>
                <c:pt idx="4081">
                  <c:v>0.13718518518518519</c:v>
                </c:pt>
                <c:pt idx="4082">
                  <c:v>0.13733333333333334</c:v>
                </c:pt>
                <c:pt idx="4083">
                  <c:v>0.13733333333333334</c:v>
                </c:pt>
                <c:pt idx="4084">
                  <c:v>0.13733333333333334</c:v>
                </c:pt>
                <c:pt idx="4085">
                  <c:v>0.13733333333333334</c:v>
                </c:pt>
                <c:pt idx="4086">
                  <c:v>0.13733333333333334</c:v>
                </c:pt>
                <c:pt idx="4087">
                  <c:v>0.13748148148148148</c:v>
                </c:pt>
                <c:pt idx="4088">
                  <c:v>0.13748148148148148</c:v>
                </c:pt>
                <c:pt idx="4089">
                  <c:v>0.13748148148148148</c:v>
                </c:pt>
                <c:pt idx="4090">
                  <c:v>0.13762962962962963</c:v>
                </c:pt>
                <c:pt idx="4091">
                  <c:v>0.13762962962962963</c:v>
                </c:pt>
                <c:pt idx="4092">
                  <c:v>0.13777777777777778</c:v>
                </c:pt>
                <c:pt idx="4093">
                  <c:v>0.13777777777777778</c:v>
                </c:pt>
                <c:pt idx="4094">
                  <c:v>0.13777777777777778</c:v>
                </c:pt>
                <c:pt idx="4095">
                  <c:v>0.13777777777777778</c:v>
                </c:pt>
                <c:pt idx="4096">
                  <c:v>0.13792592592592592</c:v>
                </c:pt>
                <c:pt idx="4097">
                  <c:v>0.13807407407407407</c:v>
                </c:pt>
                <c:pt idx="4098">
                  <c:v>0.13807407407407407</c:v>
                </c:pt>
                <c:pt idx="4099">
                  <c:v>0.13807407407407407</c:v>
                </c:pt>
                <c:pt idx="4100">
                  <c:v>0.13807407407407407</c:v>
                </c:pt>
                <c:pt idx="4101">
                  <c:v>0.13807407407407407</c:v>
                </c:pt>
                <c:pt idx="4102">
                  <c:v>0.13807407407407407</c:v>
                </c:pt>
                <c:pt idx="4103">
                  <c:v>0.13807407407407407</c:v>
                </c:pt>
                <c:pt idx="4104">
                  <c:v>0.13807407407407407</c:v>
                </c:pt>
                <c:pt idx="4105">
                  <c:v>0.13807407407407407</c:v>
                </c:pt>
                <c:pt idx="4106">
                  <c:v>0.13807407407407407</c:v>
                </c:pt>
                <c:pt idx="4107">
                  <c:v>0.13807407407407407</c:v>
                </c:pt>
                <c:pt idx="4108">
                  <c:v>0.13807407407407407</c:v>
                </c:pt>
                <c:pt idx="4109">
                  <c:v>0.13807407407407407</c:v>
                </c:pt>
                <c:pt idx="4110">
                  <c:v>0.13807407407407407</c:v>
                </c:pt>
                <c:pt idx="4111">
                  <c:v>0.13807407407407407</c:v>
                </c:pt>
                <c:pt idx="4112">
                  <c:v>0.13807407407407407</c:v>
                </c:pt>
                <c:pt idx="4113">
                  <c:v>0.13807407407407407</c:v>
                </c:pt>
                <c:pt idx="4114">
                  <c:v>0.13822222222222222</c:v>
                </c:pt>
                <c:pt idx="4115">
                  <c:v>0.13837037037037037</c:v>
                </c:pt>
                <c:pt idx="4116">
                  <c:v>0.13837037037037037</c:v>
                </c:pt>
                <c:pt idx="4117">
                  <c:v>0.13837037037037037</c:v>
                </c:pt>
                <c:pt idx="4118">
                  <c:v>0.13837037037037037</c:v>
                </c:pt>
                <c:pt idx="4119">
                  <c:v>0.13851851851851851</c:v>
                </c:pt>
                <c:pt idx="4120">
                  <c:v>0.13866666666666666</c:v>
                </c:pt>
                <c:pt idx="4121">
                  <c:v>0.13866666666666666</c:v>
                </c:pt>
                <c:pt idx="4122">
                  <c:v>0.13866666666666666</c:v>
                </c:pt>
                <c:pt idx="4123">
                  <c:v>0.13866666666666666</c:v>
                </c:pt>
                <c:pt idx="4124">
                  <c:v>0.13866666666666666</c:v>
                </c:pt>
                <c:pt idx="4125">
                  <c:v>0.13866666666666666</c:v>
                </c:pt>
                <c:pt idx="4126">
                  <c:v>0.13881481481481481</c:v>
                </c:pt>
                <c:pt idx="4127">
                  <c:v>0.13881481481481481</c:v>
                </c:pt>
                <c:pt idx="4128">
                  <c:v>0.13881481481481481</c:v>
                </c:pt>
                <c:pt idx="4129">
                  <c:v>0.13896296296296295</c:v>
                </c:pt>
                <c:pt idx="4130">
                  <c:v>0.13896296296296295</c:v>
                </c:pt>
                <c:pt idx="4131">
                  <c:v>0.13896296296296295</c:v>
                </c:pt>
                <c:pt idx="4132">
                  <c:v>0.13896296296296295</c:v>
                </c:pt>
                <c:pt idx="4133">
                  <c:v>0.13896296296296295</c:v>
                </c:pt>
                <c:pt idx="4134">
                  <c:v>0.13896296296296295</c:v>
                </c:pt>
                <c:pt idx="4135">
                  <c:v>0.13896296296296295</c:v>
                </c:pt>
                <c:pt idx="4136">
                  <c:v>0.13896296296296295</c:v>
                </c:pt>
                <c:pt idx="4137">
                  <c:v>0.13896296296296295</c:v>
                </c:pt>
                <c:pt idx="4138">
                  <c:v>0.13896296296296295</c:v>
                </c:pt>
                <c:pt idx="4139">
                  <c:v>0.13896296296296295</c:v>
                </c:pt>
                <c:pt idx="4140">
                  <c:v>0.13896296296296295</c:v>
                </c:pt>
                <c:pt idx="4141">
                  <c:v>0.13896296296296295</c:v>
                </c:pt>
                <c:pt idx="4142">
                  <c:v>0.13896296296296295</c:v>
                </c:pt>
                <c:pt idx="4143">
                  <c:v>0.13896296296296295</c:v>
                </c:pt>
                <c:pt idx="4144">
                  <c:v>0.1391111111111111</c:v>
                </c:pt>
                <c:pt idx="4145">
                  <c:v>0.1391111111111111</c:v>
                </c:pt>
                <c:pt idx="4146">
                  <c:v>0.1391111111111111</c:v>
                </c:pt>
                <c:pt idx="4147">
                  <c:v>0.1391111111111111</c:v>
                </c:pt>
                <c:pt idx="4148">
                  <c:v>0.1391111111111111</c:v>
                </c:pt>
                <c:pt idx="4149">
                  <c:v>0.1391111111111111</c:v>
                </c:pt>
                <c:pt idx="4150">
                  <c:v>0.13925925925925925</c:v>
                </c:pt>
                <c:pt idx="4151">
                  <c:v>0.13925925925925925</c:v>
                </c:pt>
                <c:pt idx="4152">
                  <c:v>0.13925925925925925</c:v>
                </c:pt>
                <c:pt idx="4153">
                  <c:v>0.13925925925925925</c:v>
                </c:pt>
                <c:pt idx="4154">
                  <c:v>0.13925925925925925</c:v>
                </c:pt>
                <c:pt idx="4155">
                  <c:v>0.13925925925925925</c:v>
                </c:pt>
                <c:pt idx="4156">
                  <c:v>0.13925925925925925</c:v>
                </c:pt>
                <c:pt idx="4157">
                  <c:v>0.13925925925925925</c:v>
                </c:pt>
                <c:pt idx="4158">
                  <c:v>0.1394074074074074</c:v>
                </c:pt>
                <c:pt idx="4159">
                  <c:v>0.1394074074074074</c:v>
                </c:pt>
                <c:pt idx="4160">
                  <c:v>0.13955555555555554</c:v>
                </c:pt>
                <c:pt idx="4161">
                  <c:v>0.13955555555555554</c:v>
                </c:pt>
                <c:pt idx="4162">
                  <c:v>0.13955555555555554</c:v>
                </c:pt>
                <c:pt idx="4163">
                  <c:v>0.13955555555555554</c:v>
                </c:pt>
                <c:pt idx="4164">
                  <c:v>0.13955555555555554</c:v>
                </c:pt>
                <c:pt idx="4165">
                  <c:v>0.13955555555555554</c:v>
                </c:pt>
                <c:pt idx="4166">
                  <c:v>0.13955555555555554</c:v>
                </c:pt>
                <c:pt idx="4167">
                  <c:v>0.13955555555555554</c:v>
                </c:pt>
                <c:pt idx="4168">
                  <c:v>0.13955555555555554</c:v>
                </c:pt>
                <c:pt idx="4169">
                  <c:v>0.13955555555555554</c:v>
                </c:pt>
                <c:pt idx="4170">
                  <c:v>0.13955555555555554</c:v>
                </c:pt>
                <c:pt idx="4171">
                  <c:v>0.13970370370370369</c:v>
                </c:pt>
                <c:pt idx="4172">
                  <c:v>0.13985185185185184</c:v>
                </c:pt>
                <c:pt idx="4173">
                  <c:v>0.13985185185185184</c:v>
                </c:pt>
                <c:pt idx="4174">
                  <c:v>0.13985185185185184</c:v>
                </c:pt>
                <c:pt idx="4175">
                  <c:v>0.13985185185185184</c:v>
                </c:pt>
                <c:pt idx="4176">
                  <c:v>0.13985185185185184</c:v>
                </c:pt>
                <c:pt idx="4177">
                  <c:v>0.13985185185185184</c:v>
                </c:pt>
                <c:pt idx="4178">
                  <c:v>0.13985185185185184</c:v>
                </c:pt>
                <c:pt idx="4179">
                  <c:v>0.13985185185185184</c:v>
                </c:pt>
                <c:pt idx="4180">
                  <c:v>0.13985185185185184</c:v>
                </c:pt>
                <c:pt idx="4181">
                  <c:v>0.14000000000000001</c:v>
                </c:pt>
                <c:pt idx="4182">
                  <c:v>0.14014814814814816</c:v>
                </c:pt>
                <c:pt idx="4183">
                  <c:v>0.14029629629629631</c:v>
                </c:pt>
                <c:pt idx="4184">
                  <c:v>0.14029629629629631</c:v>
                </c:pt>
                <c:pt idx="4185">
                  <c:v>0.14029629629629631</c:v>
                </c:pt>
                <c:pt idx="4186">
                  <c:v>0.14029629629629631</c:v>
                </c:pt>
                <c:pt idx="4187">
                  <c:v>0.14029629629629631</c:v>
                </c:pt>
                <c:pt idx="4188">
                  <c:v>0.14029629629629631</c:v>
                </c:pt>
                <c:pt idx="4189">
                  <c:v>0.14029629629629631</c:v>
                </c:pt>
                <c:pt idx="4190">
                  <c:v>0.14029629629629631</c:v>
                </c:pt>
                <c:pt idx="4191">
                  <c:v>0.14029629629629631</c:v>
                </c:pt>
                <c:pt idx="4192">
                  <c:v>0.14044444444444446</c:v>
                </c:pt>
                <c:pt idx="4193">
                  <c:v>0.14044444444444446</c:v>
                </c:pt>
                <c:pt idx="4194">
                  <c:v>0.14044444444444446</c:v>
                </c:pt>
                <c:pt idx="4195">
                  <c:v>0.14044444444444446</c:v>
                </c:pt>
                <c:pt idx="4196">
                  <c:v>0.14044444444444446</c:v>
                </c:pt>
                <c:pt idx="4197">
                  <c:v>0.14044444444444446</c:v>
                </c:pt>
                <c:pt idx="4198">
                  <c:v>0.14044444444444446</c:v>
                </c:pt>
                <c:pt idx="4199">
                  <c:v>0.14044444444444446</c:v>
                </c:pt>
                <c:pt idx="4200">
                  <c:v>0.14044444444444446</c:v>
                </c:pt>
                <c:pt idx="4201">
                  <c:v>0.1405925925925926</c:v>
                </c:pt>
                <c:pt idx="4202">
                  <c:v>0.1405925925925926</c:v>
                </c:pt>
                <c:pt idx="4203">
                  <c:v>0.1405925925925926</c:v>
                </c:pt>
                <c:pt idx="4204">
                  <c:v>0.1405925925925926</c:v>
                </c:pt>
                <c:pt idx="4205">
                  <c:v>0.1405925925925926</c:v>
                </c:pt>
                <c:pt idx="4206">
                  <c:v>0.1405925925925926</c:v>
                </c:pt>
                <c:pt idx="4207">
                  <c:v>0.14074074074074075</c:v>
                </c:pt>
                <c:pt idx="4208">
                  <c:v>0.14074074074074075</c:v>
                </c:pt>
                <c:pt idx="4209">
                  <c:v>0.14074074074074075</c:v>
                </c:pt>
                <c:pt idx="4210">
                  <c:v>0.14074074074074075</c:v>
                </c:pt>
                <c:pt idx="4211">
                  <c:v>0.1408888888888889</c:v>
                </c:pt>
                <c:pt idx="4212">
                  <c:v>0.1408888888888889</c:v>
                </c:pt>
                <c:pt idx="4213">
                  <c:v>0.1408888888888889</c:v>
                </c:pt>
                <c:pt idx="4214">
                  <c:v>0.1408888888888889</c:v>
                </c:pt>
                <c:pt idx="4215">
                  <c:v>0.14103703703703704</c:v>
                </c:pt>
                <c:pt idx="4216">
                  <c:v>0.14118518518518519</c:v>
                </c:pt>
                <c:pt idx="4217">
                  <c:v>0.14118518518518519</c:v>
                </c:pt>
                <c:pt idx="4218">
                  <c:v>0.14118518518518519</c:v>
                </c:pt>
                <c:pt idx="4219">
                  <c:v>0.14118518518518519</c:v>
                </c:pt>
                <c:pt idx="4220">
                  <c:v>0.14118518518518519</c:v>
                </c:pt>
                <c:pt idx="4221">
                  <c:v>0.14118518518518519</c:v>
                </c:pt>
                <c:pt idx="4222">
                  <c:v>0.14118518518518519</c:v>
                </c:pt>
                <c:pt idx="4223">
                  <c:v>0.14118518518518519</c:v>
                </c:pt>
                <c:pt idx="4224">
                  <c:v>0.14133333333333334</c:v>
                </c:pt>
                <c:pt idx="4225">
                  <c:v>0.14133333333333334</c:v>
                </c:pt>
                <c:pt idx="4226">
                  <c:v>0.14133333333333334</c:v>
                </c:pt>
                <c:pt idx="4227">
                  <c:v>0.14133333333333334</c:v>
                </c:pt>
                <c:pt idx="4228">
                  <c:v>0.14133333333333334</c:v>
                </c:pt>
                <c:pt idx="4229">
                  <c:v>0.14133333333333334</c:v>
                </c:pt>
                <c:pt idx="4230">
                  <c:v>0.14148148148148149</c:v>
                </c:pt>
                <c:pt idx="4231">
                  <c:v>0.14148148148148149</c:v>
                </c:pt>
                <c:pt idx="4232">
                  <c:v>0.14148148148148149</c:v>
                </c:pt>
                <c:pt idx="4233">
                  <c:v>0.14148148148148149</c:v>
                </c:pt>
                <c:pt idx="4234">
                  <c:v>0.14148148148148149</c:v>
                </c:pt>
                <c:pt idx="4235">
                  <c:v>0.14148148148148149</c:v>
                </c:pt>
                <c:pt idx="4236">
                  <c:v>0.14148148148148149</c:v>
                </c:pt>
                <c:pt idx="4237">
                  <c:v>0.14148148148148149</c:v>
                </c:pt>
                <c:pt idx="4238">
                  <c:v>0.14148148148148149</c:v>
                </c:pt>
                <c:pt idx="4239">
                  <c:v>0.14148148148148149</c:v>
                </c:pt>
                <c:pt idx="4240">
                  <c:v>0.14162962962962963</c:v>
                </c:pt>
                <c:pt idx="4241">
                  <c:v>0.14162962962962963</c:v>
                </c:pt>
                <c:pt idx="4242">
                  <c:v>0.14162962962962963</c:v>
                </c:pt>
                <c:pt idx="4243">
                  <c:v>0.14162962962962963</c:v>
                </c:pt>
                <c:pt idx="4244">
                  <c:v>0.14162962962962963</c:v>
                </c:pt>
                <c:pt idx="4245">
                  <c:v>0.14162962962962963</c:v>
                </c:pt>
                <c:pt idx="4246">
                  <c:v>0.14162962962962963</c:v>
                </c:pt>
                <c:pt idx="4247">
                  <c:v>0.14162962962962963</c:v>
                </c:pt>
                <c:pt idx="4248">
                  <c:v>0.14177777777777778</c:v>
                </c:pt>
                <c:pt idx="4249">
                  <c:v>0.14177777777777778</c:v>
                </c:pt>
                <c:pt idx="4250">
                  <c:v>0.14177777777777778</c:v>
                </c:pt>
                <c:pt idx="4251">
                  <c:v>0.14177777777777778</c:v>
                </c:pt>
                <c:pt idx="4252">
                  <c:v>0.14177777777777778</c:v>
                </c:pt>
                <c:pt idx="4253">
                  <c:v>0.14192592592592593</c:v>
                </c:pt>
                <c:pt idx="4254">
                  <c:v>0.14192592592592593</c:v>
                </c:pt>
                <c:pt idx="4255">
                  <c:v>0.14192592592592593</c:v>
                </c:pt>
                <c:pt idx="4256">
                  <c:v>0.14192592592592593</c:v>
                </c:pt>
                <c:pt idx="4257">
                  <c:v>0.14192592592592593</c:v>
                </c:pt>
                <c:pt idx="4258">
                  <c:v>0.14207407407407407</c:v>
                </c:pt>
                <c:pt idx="4259">
                  <c:v>0.14207407407407407</c:v>
                </c:pt>
                <c:pt idx="4260">
                  <c:v>0.14207407407407407</c:v>
                </c:pt>
                <c:pt idx="4261">
                  <c:v>0.14207407407407407</c:v>
                </c:pt>
                <c:pt idx="4262">
                  <c:v>0.14207407407407407</c:v>
                </c:pt>
                <c:pt idx="4263">
                  <c:v>0.14222222222222222</c:v>
                </c:pt>
                <c:pt idx="4264">
                  <c:v>0.14222222222222222</c:v>
                </c:pt>
                <c:pt idx="4265">
                  <c:v>0.14237037037037037</c:v>
                </c:pt>
                <c:pt idx="4266">
                  <c:v>0.14237037037037037</c:v>
                </c:pt>
                <c:pt idx="4267">
                  <c:v>0.14237037037037037</c:v>
                </c:pt>
                <c:pt idx="4268">
                  <c:v>0.14237037037037037</c:v>
                </c:pt>
                <c:pt idx="4269">
                  <c:v>0.14251851851851852</c:v>
                </c:pt>
                <c:pt idx="4270">
                  <c:v>0.14266666666666666</c:v>
                </c:pt>
                <c:pt idx="4271">
                  <c:v>0.14281481481481481</c:v>
                </c:pt>
                <c:pt idx="4272">
                  <c:v>0.14281481481481481</c:v>
                </c:pt>
                <c:pt idx="4273">
                  <c:v>0.14281481481481481</c:v>
                </c:pt>
                <c:pt idx="4274">
                  <c:v>0.14281481481481481</c:v>
                </c:pt>
                <c:pt idx="4275">
                  <c:v>0.14296296296296296</c:v>
                </c:pt>
                <c:pt idx="4276">
                  <c:v>0.14296296296296296</c:v>
                </c:pt>
                <c:pt idx="4277">
                  <c:v>0.14296296296296296</c:v>
                </c:pt>
                <c:pt idx="4278">
                  <c:v>0.14311111111111111</c:v>
                </c:pt>
                <c:pt idx="4279">
                  <c:v>0.14311111111111111</c:v>
                </c:pt>
                <c:pt idx="4280">
                  <c:v>0.14311111111111111</c:v>
                </c:pt>
                <c:pt idx="4281">
                  <c:v>0.14311111111111111</c:v>
                </c:pt>
                <c:pt idx="4282">
                  <c:v>0.14311111111111111</c:v>
                </c:pt>
                <c:pt idx="4283">
                  <c:v>0.14311111111111111</c:v>
                </c:pt>
                <c:pt idx="4284">
                  <c:v>0.14311111111111111</c:v>
                </c:pt>
                <c:pt idx="4285">
                  <c:v>0.14325925925925925</c:v>
                </c:pt>
                <c:pt idx="4286">
                  <c:v>0.14325925925925925</c:v>
                </c:pt>
                <c:pt idx="4287">
                  <c:v>0.14325925925925925</c:v>
                </c:pt>
                <c:pt idx="4288">
                  <c:v>0.14325925925925925</c:v>
                </c:pt>
                <c:pt idx="4289">
                  <c:v>0.1434074074074074</c:v>
                </c:pt>
                <c:pt idx="4290">
                  <c:v>0.1434074074074074</c:v>
                </c:pt>
                <c:pt idx="4291">
                  <c:v>0.1434074074074074</c:v>
                </c:pt>
                <c:pt idx="4292">
                  <c:v>0.1434074074074074</c:v>
                </c:pt>
                <c:pt idx="4293">
                  <c:v>0.1434074074074074</c:v>
                </c:pt>
                <c:pt idx="4294">
                  <c:v>0.1434074074074074</c:v>
                </c:pt>
                <c:pt idx="4295">
                  <c:v>0.1434074074074074</c:v>
                </c:pt>
                <c:pt idx="4296">
                  <c:v>0.1434074074074074</c:v>
                </c:pt>
                <c:pt idx="4297">
                  <c:v>0.14355555555555555</c:v>
                </c:pt>
                <c:pt idx="4298">
                  <c:v>0.14355555555555555</c:v>
                </c:pt>
                <c:pt idx="4299">
                  <c:v>0.14370370370370369</c:v>
                </c:pt>
                <c:pt idx="4300">
                  <c:v>0.14370370370370369</c:v>
                </c:pt>
                <c:pt idx="4301">
                  <c:v>0.14370370370370369</c:v>
                </c:pt>
                <c:pt idx="4302">
                  <c:v>0.14370370370370369</c:v>
                </c:pt>
                <c:pt idx="4303">
                  <c:v>0.14385185185185184</c:v>
                </c:pt>
                <c:pt idx="4304">
                  <c:v>0.14385185185185184</c:v>
                </c:pt>
                <c:pt idx="4305">
                  <c:v>0.14385185185185184</c:v>
                </c:pt>
                <c:pt idx="4306">
                  <c:v>0.14385185185185184</c:v>
                </c:pt>
                <c:pt idx="4307">
                  <c:v>0.14399999999999999</c:v>
                </c:pt>
                <c:pt idx="4308">
                  <c:v>0.14399999999999999</c:v>
                </c:pt>
                <c:pt idx="4309">
                  <c:v>0.14399999999999999</c:v>
                </c:pt>
                <c:pt idx="4310">
                  <c:v>0.14399999999999999</c:v>
                </c:pt>
                <c:pt idx="4311">
                  <c:v>0.14399999999999999</c:v>
                </c:pt>
                <c:pt idx="4312">
                  <c:v>0.14399999999999999</c:v>
                </c:pt>
                <c:pt idx="4313">
                  <c:v>0.14399999999999999</c:v>
                </c:pt>
                <c:pt idx="4314">
                  <c:v>0.14399999999999999</c:v>
                </c:pt>
                <c:pt idx="4315">
                  <c:v>0.14399999999999999</c:v>
                </c:pt>
                <c:pt idx="4316">
                  <c:v>0.14399999999999999</c:v>
                </c:pt>
                <c:pt idx="4317">
                  <c:v>0.14399999999999999</c:v>
                </c:pt>
                <c:pt idx="4318">
                  <c:v>0.14399999999999999</c:v>
                </c:pt>
                <c:pt idx="4319">
                  <c:v>0.14399999999999999</c:v>
                </c:pt>
                <c:pt idx="4320">
                  <c:v>0.14414814814814814</c:v>
                </c:pt>
                <c:pt idx="4321">
                  <c:v>0.14414814814814814</c:v>
                </c:pt>
                <c:pt idx="4322">
                  <c:v>0.14414814814814814</c:v>
                </c:pt>
                <c:pt idx="4323">
                  <c:v>0.14414814814814814</c:v>
                </c:pt>
                <c:pt idx="4324">
                  <c:v>0.14414814814814814</c:v>
                </c:pt>
                <c:pt idx="4325">
                  <c:v>0.14414814814814814</c:v>
                </c:pt>
                <c:pt idx="4326">
                  <c:v>0.14414814814814814</c:v>
                </c:pt>
                <c:pt idx="4327">
                  <c:v>0.14414814814814814</c:v>
                </c:pt>
                <c:pt idx="4328">
                  <c:v>0.14414814814814814</c:v>
                </c:pt>
                <c:pt idx="4329">
                  <c:v>0.14414814814814814</c:v>
                </c:pt>
                <c:pt idx="4330">
                  <c:v>0.14414814814814814</c:v>
                </c:pt>
                <c:pt idx="4331">
                  <c:v>0.14414814814814814</c:v>
                </c:pt>
                <c:pt idx="4332">
                  <c:v>0.14414814814814814</c:v>
                </c:pt>
                <c:pt idx="4333">
                  <c:v>0.14414814814814814</c:v>
                </c:pt>
                <c:pt idx="4334">
                  <c:v>0.14414814814814814</c:v>
                </c:pt>
                <c:pt idx="4335">
                  <c:v>0.14414814814814814</c:v>
                </c:pt>
                <c:pt idx="4336">
                  <c:v>0.14414814814814814</c:v>
                </c:pt>
                <c:pt idx="4337">
                  <c:v>0.14414814814814814</c:v>
                </c:pt>
                <c:pt idx="4338">
                  <c:v>0.14414814814814814</c:v>
                </c:pt>
                <c:pt idx="4339">
                  <c:v>0.14414814814814814</c:v>
                </c:pt>
                <c:pt idx="4340">
                  <c:v>0.14414814814814814</c:v>
                </c:pt>
                <c:pt idx="4341">
                  <c:v>0.14414814814814814</c:v>
                </c:pt>
                <c:pt idx="4342">
                  <c:v>0.14414814814814814</c:v>
                </c:pt>
                <c:pt idx="4343">
                  <c:v>0.14414814814814814</c:v>
                </c:pt>
                <c:pt idx="4344">
                  <c:v>0.14414814814814814</c:v>
                </c:pt>
                <c:pt idx="4345">
                  <c:v>0.14429629629629628</c:v>
                </c:pt>
                <c:pt idx="4346">
                  <c:v>0.14444444444444443</c:v>
                </c:pt>
                <c:pt idx="4347">
                  <c:v>0.14444444444444443</c:v>
                </c:pt>
                <c:pt idx="4348">
                  <c:v>0.14444444444444443</c:v>
                </c:pt>
                <c:pt idx="4349">
                  <c:v>0.14459259259259261</c:v>
                </c:pt>
                <c:pt idx="4350">
                  <c:v>0.14459259259259261</c:v>
                </c:pt>
                <c:pt idx="4351">
                  <c:v>0.14459259259259261</c:v>
                </c:pt>
                <c:pt idx="4352">
                  <c:v>0.14459259259259261</c:v>
                </c:pt>
                <c:pt idx="4353">
                  <c:v>0.14459259259259261</c:v>
                </c:pt>
                <c:pt idx="4354">
                  <c:v>0.14459259259259261</c:v>
                </c:pt>
                <c:pt idx="4355">
                  <c:v>0.14459259259259261</c:v>
                </c:pt>
                <c:pt idx="4356">
                  <c:v>0.14459259259259261</c:v>
                </c:pt>
                <c:pt idx="4357">
                  <c:v>0.14459259259259261</c:v>
                </c:pt>
                <c:pt idx="4358">
                  <c:v>0.14459259259259261</c:v>
                </c:pt>
                <c:pt idx="4359">
                  <c:v>0.14474074074074075</c:v>
                </c:pt>
                <c:pt idx="4360">
                  <c:v>0.14474074074074075</c:v>
                </c:pt>
                <c:pt idx="4361">
                  <c:v>0.14474074074074075</c:v>
                </c:pt>
                <c:pt idx="4362">
                  <c:v>0.1448888888888889</c:v>
                </c:pt>
                <c:pt idx="4363">
                  <c:v>0.1448888888888889</c:v>
                </c:pt>
                <c:pt idx="4364">
                  <c:v>0.1448888888888889</c:v>
                </c:pt>
                <c:pt idx="4365">
                  <c:v>0.14503703703703705</c:v>
                </c:pt>
                <c:pt idx="4366">
                  <c:v>0.14503703703703705</c:v>
                </c:pt>
                <c:pt idx="4367">
                  <c:v>0.14503703703703705</c:v>
                </c:pt>
                <c:pt idx="4368">
                  <c:v>0.14503703703703705</c:v>
                </c:pt>
                <c:pt idx="4369">
                  <c:v>0.14503703703703705</c:v>
                </c:pt>
                <c:pt idx="4370">
                  <c:v>0.14503703703703705</c:v>
                </c:pt>
                <c:pt idx="4371">
                  <c:v>0.14518518518518519</c:v>
                </c:pt>
                <c:pt idx="4372">
                  <c:v>0.14533333333333334</c:v>
                </c:pt>
                <c:pt idx="4373">
                  <c:v>0.14533333333333334</c:v>
                </c:pt>
                <c:pt idx="4374">
                  <c:v>0.14533333333333334</c:v>
                </c:pt>
                <c:pt idx="4375">
                  <c:v>0.14533333333333334</c:v>
                </c:pt>
                <c:pt idx="4376">
                  <c:v>0.14533333333333334</c:v>
                </c:pt>
                <c:pt idx="4377">
                  <c:v>0.14533333333333334</c:v>
                </c:pt>
                <c:pt idx="4378">
                  <c:v>0.14533333333333334</c:v>
                </c:pt>
                <c:pt idx="4379">
                  <c:v>0.14533333333333334</c:v>
                </c:pt>
                <c:pt idx="4380">
                  <c:v>0.14548148148148149</c:v>
                </c:pt>
                <c:pt idx="4381">
                  <c:v>0.14548148148148149</c:v>
                </c:pt>
                <c:pt idx="4382">
                  <c:v>0.14562962962962964</c:v>
                </c:pt>
                <c:pt idx="4383">
                  <c:v>0.14562962962962964</c:v>
                </c:pt>
                <c:pt idx="4384">
                  <c:v>0.14562962962962964</c:v>
                </c:pt>
                <c:pt idx="4385">
                  <c:v>0.14562962962962964</c:v>
                </c:pt>
                <c:pt idx="4386">
                  <c:v>0.14577777777777778</c:v>
                </c:pt>
                <c:pt idx="4387">
                  <c:v>0.14577777777777778</c:v>
                </c:pt>
                <c:pt idx="4388">
                  <c:v>0.14577777777777778</c:v>
                </c:pt>
                <c:pt idx="4389">
                  <c:v>0.14577777777777778</c:v>
                </c:pt>
                <c:pt idx="4390">
                  <c:v>0.14577777777777778</c:v>
                </c:pt>
                <c:pt idx="4391">
                  <c:v>0.14577777777777778</c:v>
                </c:pt>
                <c:pt idx="4392">
                  <c:v>0.14577777777777778</c:v>
                </c:pt>
                <c:pt idx="4393">
                  <c:v>0.14577777777777778</c:v>
                </c:pt>
                <c:pt idx="4394">
                  <c:v>0.14577777777777778</c:v>
                </c:pt>
                <c:pt idx="4395">
                  <c:v>0.14577777777777778</c:v>
                </c:pt>
                <c:pt idx="4396">
                  <c:v>0.14577777777777778</c:v>
                </c:pt>
                <c:pt idx="4397">
                  <c:v>0.14577777777777778</c:v>
                </c:pt>
                <c:pt idx="4398">
                  <c:v>0.14577777777777778</c:v>
                </c:pt>
                <c:pt idx="4399">
                  <c:v>0.14577777777777778</c:v>
                </c:pt>
                <c:pt idx="4400">
                  <c:v>0.14577777777777778</c:v>
                </c:pt>
                <c:pt idx="4401">
                  <c:v>0.14577777777777778</c:v>
                </c:pt>
                <c:pt idx="4402">
                  <c:v>0.14592592592592593</c:v>
                </c:pt>
                <c:pt idx="4403">
                  <c:v>0.14592592592592593</c:v>
                </c:pt>
                <c:pt idx="4404">
                  <c:v>0.14592592592592593</c:v>
                </c:pt>
                <c:pt idx="4405">
                  <c:v>0.14592592592592593</c:v>
                </c:pt>
                <c:pt idx="4406">
                  <c:v>0.14592592592592593</c:v>
                </c:pt>
                <c:pt idx="4407">
                  <c:v>0.14607407407407408</c:v>
                </c:pt>
                <c:pt idx="4408">
                  <c:v>0.14607407407407408</c:v>
                </c:pt>
                <c:pt idx="4409">
                  <c:v>0.14622222222222223</c:v>
                </c:pt>
                <c:pt idx="4410">
                  <c:v>0.14622222222222223</c:v>
                </c:pt>
                <c:pt idx="4411">
                  <c:v>0.14622222222222223</c:v>
                </c:pt>
                <c:pt idx="4412">
                  <c:v>0.14622222222222223</c:v>
                </c:pt>
                <c:pt idx="4413">
                  <c:v>0.14637037037037037</c:v>
                </c:pt>
                <c:pt idx="4414">
                  <c:v>0.14651851851851852</c:v>
                </c:pt>
                <c:pt idx="4415">
                  <c:v>0.14651851851851852</c:v>
                </c:pt>
                <c:pt idx="4416">
                  <c:v>0.14651851851851852</c:v>
                </c:pt>
                <c:pt idx="4417">
                  <c:v>0.14666666666666667</c:v>
                </c:pt>
                <c:pt idx="4418">
                  <c:v>0.14681481481481481</c:v>
                </c:pt>
                <c:pt idx="4419">
                  <c:v>0.14696296296296296</c:v>
                </c:pt>
                <c:pt idx="4420">
                  <c:v>0.14696296296296296</c:v>
                </c:pt>
                <c:pt idx="4421">
                  <c:v>0.14696296296296296</c:v>
                </c:pt>
                <c:pt idx="4422">
                  <c:v>0.14696296296296296</c:v>
                </c:pt>
                <c:pt idx="4423">
                  <c:v>0.14696296296296296</c:v>
                </c:pt>
                <c:pt idx="4424">
                  <c:v>0.14696296296296296</c:v>
                </c:pt>
                <c:pt idx="4425">
                  <c:v>0.14711111111111111</c:v>
                </c:pt>
                <c:pt idx="4426">
                  <c:v>0.14711111111111111</c:v>
                </c:pt>
                <c:pt idx="4427">
                  <c:v>0.14711111111111111</c:v>
                </c:pt>
                <c:pt idx="4428">
                  <c:v>0.14711111111111111</c:v>
                </c:pt>
                <c:pt idx="4429">
                  <c:v>0.14711111111111111</c:v>
                </c:pt>
                <c:pt idx="4430">
                  <c:v>0.14711111111111111</c:v>
                </c:pt>
                <c:pt idx="4431">
                  <c:v>0.14711111111111111</c:v>
                </c:pt>
                <c:pt idx="4432">
                  <c:v>0.14711111111111111</c:v>
                </c:pt>
                <c:pt idx="4433">
                  <c:v>0.14725925925925926</c:v>
                </c:pt>
                <c:pt idx="4434">
                  <c:v>0.14725925925925926</c:v>
                </c:pt>
                <c:pt idx="4435">
                  <c:v>0.14725925925925926</c:v>
                </c:pt>
                <c:pt idx="4436">
                  <c:v>0.14725925925925926</c:v>
                </c:pt>
                <c:pt idx="4437">
                  <c:v>0.14725925925925926</c:v>
                </c:pt>
                <c:pt idx="4438">
                  <c:v>0.14725925925925926</c:v>
                </c:pt>
                <c:pt idx="4439">
                  <c:v>0.14725925925925926</c:v>
                </c:pt>
                <c:pt idx="4440">
                  <c:v>0.14725925925925926</c:v>
                </c:pt>
                <c:pt idx="4441">
                  <c:v>0.14725925925925926</c:v>
                </c:pt>
                <c:pt idx="4442">
                  <c:v>0.14725925925925926</c:v>
                </c:pt>
                <c:pt idx="4443">
                  <c:v>0.14725925925925926</c:v>
                </c:pt>
                <c:pt idx="4444">
                  <c:v>0.1474074074074074</c:v>
                </c:pt>
                <c:pt idx="4445">
                  <c:v>0.1474074074074074</c:v>
                </c:pt>
                <c:pt idx="4446">
                  <c:v>0.14755555555555555</c:v>
                </c:pt>
                <c:pt idx="4447">
                  <c:v>0.14755555555555555</c:v>
                </c:pt>
                <c:pt idx="4448">
                  <c:v>0.14755555555555555</c:v>
                </c:pt>
                <c:pt idx="4449">
                  <c:v>0.14755555555555555</c:v>
                </c:pt>
                <c:pt idx="4450">
                  <c:v>0.14755555555555555</c:v>
                </c:pt>
                <c:pt idx="4451">
                  <c:v>0.14755555555555555</c:v>
                </c:pt>
                <c:pt idx="4452">
                  <c:v>0.1477037037037037</c:v>
                </c:pt>
                <c:pt idx="4453">
                  <c:v>0.1477037037037037</c:v>
                </c:pt>
                <c:pt idx="4454">
                  <c:v>0.14785185185185185</c:v>
                </c:pt>
                <c:pt idx="4455">
                  <c:v>0.14785185185185185</c:v>
                </c:pt>
                <c:pt idx="4456">
                  <c:v>0.14785185185185185</c:v>
                </c:pt>
                <c:pt idx="4457">
                  <c:v>0.14785185185185185</c:v>
                </c:pt>
                <c:pt idx="4458">
                  <c:v>0.14785185185185185</c:v>
                </c:pt>
                <c:pt idx="4459">
                  <c:v>0.14785185185185185</c:v>
                </c:pt>
                <c:pt idx="4460">
                  <c:v>0.14799999999999999</c:v>
                </c:pt>
                <c:pt idx="4461">
                  <c:v>0.14799999999999999</c:v>
                </c:pt>
                <c:pt idx="4462">
                  <c:v>0.14814814814814814</c:v>
                </c:pt>
                <c:pt idx="4463">
                  <c:v>0.14814814814814814</c:v>
                </c:pt>
                <c:pt idx="4464">
                  <c:v>0.14814814814814814</c:v>
                </c:pt>
                <c:pt idx="4465">
                  <c:v>0.14814814814814814</c:v>
                </c:pt>
                <c:pt idx="4466">
                  <c:v>0.14814814814814814</c:v>
                </c:pt>
                <c:pt idx="4467">
                  <c:v>0.14829629629629629</c:v>
                </c:pt>
                <c:pt idx="4468">
                  <c:v>0.14829629629629629</c:v>
                </c:pt>
                <c:pt idx="4469">
                  <c:v>0.14829629629629629</c:v>
                </c:pt>
                <c:pt idx="4470">
                  <c:v>0.14844444444444443</c:v>
                </c:pt>
                <c:pt idx="4471">
                  <c:v>0.14859259259259258</c:v>
                </c:pt>
                <c:pt idx="4472">
                  <c:v>0.14859259259259258</c:v>
                </c:pt>
                <c:pt idx="4473">
                  <c:v>0.14874074074074073</c:v>
                </c:pt>
                <c:pt idx="4474">
                  <c:v>0.14888888888888888</c:v>
                </c:pt>
                <c:pt idx="4475">
                  <c:v>0.14888888888888888</c:v>
                </c:pt>
                <c:pt idx="4476">
                  <c:v>0.14888888888888888</c:v>
                </c:pt>
                <c:pt idx="4477">
                  <c:v>0.14888888888888888</c:v>
                </c:pt>
                <c:pt idx="4478">
                  <c:v>0.14888888888888888</c:v>
                </c:pt>
                <c:pt idx="4479">
                  <c:v>0.14888888888888888</c:v>
                </c:pt>
                <c:pt idx="4480">
                  <c:v>0.14888888888888888</c:v>
                </c:pt>
                <c:pt idx="4481">
                  <c:v>0.14888888888888888</c:v>
                </c:pt>
                <c:pt idx="4482">
                  <c:v>0.14903703703703702</c:v>
                </c:pt>
                <c:pt idx="4483">
                  <c:v>0.14903703703703702</c:v>
                </c:pt>
                <c:pt idx="4484">
                  <c:v>0.14903703703703702</c:v>
                </c:pt>
                <c:pt idx="4485">
                  <c:v>0.14903703703703702</c:v>
                </c:pt>
                <c:pt idx="4486">
                  <c:v>0.1491851851851852</c:v>
                </c:pt>
                <c:pt idx="4487">
                  <c:v>0.1491851851851852</c:v>
                </c:pt>
                <c:pt idx="4488">
                  <c:v>0.1491851851851852</c:v>
                </c:pt>
                <c:pt idx="4489">
                  <c:v>0.1491851851851852</c:v>
                </c:pt>
                <c:pt idx="4490">
                  <c:v>0.1491851851851852</c:v>
                </c:pt>
                <c:pt idx="4491">
                  <c:v>0.1491851851851852</c:v>
                </c:pt>
                <c:pt idx="4492">
                  <c:v>0.1491851851851852</c:v>
                </c:pt>
                <c:pt idx="4493">
                  <c:v>0.14933333333333335</c:v>
                </c:pt>
                <c:pt idx="4494">
                  <c:v>0.14933333333333335</c:v>
                </c:pt>
                <c:pt idx="4495">
                  <c:v>0.14933333333333335</c:v>
                </c:pt>
                <c:pt idx="4496">
                  <c:v>0.14933333333333335</c:v>
                </c:pt>
                <c:pt idx="4497">
                  <c:v>0.14933333333333335</c:v>
                </c:pt>
                <c:pt idx="4498">
                  <c:v>0.14948148148148149</c:v>
                </c:pt>
                <c:pt idx="4499">
                  <c:v>0.14962962962962964</c:v>
                </c:pt>
                <c:pt idx="4500">
                  <c:v>0.14962962962962964</c:v>
                </c:pt>
                <c:pt idx="4501">
                  <c:v>0.14962962962962964</c:v>
                </c:pt>
                <c:pt idx="4502">
                  <c:v>0.14962962962962964</c:v>
                </c:pt>
                <c:pt idx="4503">
                  <c:v>0.14962962962962964</c:v>
                </c:pt>
                <c:pt idx="4504">
                  <c:v>0.14962962962962964</c:v>
                </c:pt>
                <c:pt idx="4505">
                  <c:v>0.14962962962962964</c:v>
                </c:pt>
                <c:pt idx="4506">
                  <c:v>0.14962962962962964</c:v>
                </c:pt>
                <c:pt idx="4507">
                  <c:v>0.14977777777777779</c:v>
                </c:pt>
                <c:pt idx="4508">
                  <c:v>0.14977777777777779</c:v>
                </c:pt>
                <c:pt idx="4509">
                  <c:v>0.14977777777777779</c:v>
                </c:pt>
                <c:pt idx="4510">
                  <c:v>0.14977777777777779</c:v>
                </c:pt>
                <c:pt idx="4511">
                  <c:v>0.14977777777777779</c:v>
                </c:pt>
                <c:pt idx="4512">
                  <c:v>0.14977777777777779</c:v>
                </c:pt>
                <c:pt idx="4513">
                  <c:v>0.14992592592592593</c:v>
                </c:pt>
                <c:pt idx="4514">
                  <c:v>0.15007407407407408</c:v>
                </c:pt>
                <c:pt idx="4515">
                  <c:v>0.15007407407407408</c:v>
                </c:pt>
                <c:pt idx="4516">
                  <c:v>0.15007407407407408</c:v>
                </c:pt>
                <c:pt idx="4517">
                  <c:v>0.15007407407407408</c:v>
                </c:pt>
                <c:pt idx="4518">
                  <c:v>0.15022222222222223</c:v>
                </c:pt>
                <c:pt idx="4519">
                  <c:v>0.15022222222222223</c:v>
                </c:pt>
                <c:pt idx="4520">
                  <c:v>0.15037037037037038</c:v>
                </c:pt>
                <c:pt idx="4521">
                  <c:v>0.15037037037037038</c:v>
                </c:pt>
                <c:pt idx="4522">
                  <c:v>0.15037037037037038</c:v>
                </c:pt>
                <c:pt idx="4523">
                  <c:v>0.15037037037037038</c:v>
                </c:pt>
                <c:pt idx="4524">
                  <c:v>0.15037037037037038</c:v>
                </c:pt>
                <c:pt idx="4525">
                  <c:v>0.15037037037037038</c:v>
                </c:pt>
                <c:pt idx="4526">
                  <c:v>0.15037037037037038</c:v>
                </c:pt>
                <c:pt idx="4527">
                  <c:v>0.15051851851851852</c:v>
                </c:pt>
                <c:pt idx="4528">
                  <c:v>0.15051851851851852</c:v>
                </c:pt>
                <c:pt idx="4529">
                  <c:v>0.15051851851851852</c:v>
                </c:pt>
                <c:pt idx="4530">
                  <c:v>0.15051851851851852</c:v>
                </c:pt>
                <c:pt idx="4531">
                  <c:v>0.15051851851851852</c:v>
                </c:pt>
                <c:pt idx="4532">
                  <c:v>0.15066666666666667</c:v>
                </c:pt>
                <c:pt idx="4533">
                  <c:v>0.15066666666666667</c:v>
                </c:pt>
                <c:pt idx="4534">
                  <c:v>0.15066666666666667</c:v>
                </c:pt>
                <c:pt idx="4535">
                  <c:v>0.15066666666666667</c:v>
                </c:pt>
                <c:pt idx="4536">
                  <c:v>0.15081481481481482</c:v>
                </c:pt>
                <c:pt idx="4537">
                  <c:v>0.15096296296296297</c:v>
                </c:pt>
                <c:pt idx="4538">
                  <c:v>0.15111111111111111</c:v>
                </c:pt>
                <c:pt idx="4539">
                  <c:v>0.15111111111111111</c:v>
                </c:pt>
                <c:pt idx="4540">
                  <c:v>0.15111111111111111</c:v>
                </c:pt>
                <c:pt idx="4541">
                  <c:v>0.15125925925925926</c:v>
                </c:pt>
                <c:pt idx="4542">
                  <c:v>0.15125925925925926</c:v>
                </c:pt>
                <c:pt idx="4543">
                  <c:v>0.15140740740740741</c:v>
                </c:pt>
                <c:pt idx="4544">
                  <c:v>0.15155555555555555</c:v>
                </c:pt>
                <c:pt idx="4545">
                  <c:v>0.15155555555555555</c:v>
                </c:pt>
                <c:pt idx="4546">
                  <c:v>0.15155555555555555</c:v>
                </c:pt>
                <c:pt idx="4547">
                  <c:v>0.15155555555555555</c:v>
                </c:pt>
                <c:pt idx="4548">
                  <c:v>0.15155555555555555</c:v>
                </c:pt>
                <c:pt idx="4549">
                  <c:v>0.15155555555555555</c:v>
                </c:pt>
                <c:pt idx="4550">
                  <c:v>0.15155555555555555</c:v>
                </c:pt>
                <c:pt idx="4551">
                  <c:v>0.15155555555555555</c:v>
                </c:pt>
                <c:pt idx="4552">
                  <c:v>0.15155555555555555</c:v>
                </c:pt>
                <c:pt idx="4553">
                  <c:v>0.15155555555555555</c:v>
                </c:pt>
                <c:pt idx="4554">
                  <c:v>0.1517037037037037</c:v>
                </c:pt>
                <c:pt idx="4555">
                  <c:v>0.1517037037037037</c:v>
                </c:pt>
                <c:pt idx="4556">
                  <c:v>0.1517037037037037</c:v>
                </c:pt>
                <c:pt idx="4557">
                  <c:v>0.1517037037037037</c:v>
                </c:pt>
                <c:pt idx="4558">
                  <c:v>0.1517037037037037</c:v>
                </c:pt>
                <c:pt idx="4559">
                  <c:v>0.1517037037037037</c:v>
                </c:pt>
                <c:pt idx="4560">
                  <c:v>0.1517037037037037</c:v>
                </c:pt>
                <c:pt idx="4561">
                  <c:v>0.1517037037037037</c:v>
                </c:pt>
                <c:pt idx="4562">
                  <c:v>0.15185185185185185</c:v>
                </c:pt>
                <c:pt idx="4563">
                  <c:v>0.15185185185185185</c:v>
                </c:pt>
                <c:pt idx="4564">
                  <c:v>0.15185185185185185</c:v>
                </c:pt>
                <c:pt idx="4565">
                  <c:v>0.152</c:v>
                </c:pt>
                <c:pt idx="4566">
                  <c:v>0.152</c:v>
                </c:pt>
                <c:pt idx="4567">
                  <c:v>0.15214814814814814</c:v>
                </c:pt>
                <c:pt idx="4568">
                  <c:v>0.15229629629629629</c:v>
                </c:pt>
                <c:pt idx="4569">
                  <c:v>0.15244444444444444</c:v>
                </c:pt>
                <c:pt idx="4570">
                  <c:v>0.15244444444444444</c:v>
                </c:pt>
                <c:pt idx="4571">
                  <c:v>0.15244444444444444</c:v>
                </c:pt>
                <c:pt idx="4572">
                  <c:v>0.15259259259259259</c:v>
                </c:pt>
                <c:pt idx="4573">
                  <c:v>0.15259259259259259</c:v>
                </c:pt>
                <c:pt idx="4574">
                  <c:v>0.15259259259259259</c:v>
                </c:pt>
                <c:pt idx="4575">
                  <c:v>0.15259259259259259</c:v>
                </c:pt>
                <c:pt idx="4576">
                  <c:v>0.15259259259259259</c:v>
                </c:pt>
                <c:pt idx="4577">
                  <c:v>0.15259259259259259</c:v>
                </c:pt>
                <c:pt idx="4578">
                  <c:v>0.15259259259259259</c:v>
                </c:pt>
                <c:pt idx="4579">
                  <c:v>0.15259259259259259</c:v>
                </c:pt>
                <c:pt idx="4580">
                  <c:v>0.15259259259259259</c:v>
                </c:pt>
                <c:pt idx="4581">
                  <c:v>0.15259259259259259</c:v>
                </c:pt>
                <c:pt idx="4582">
                  <c:v>0.15259259259259259</c:v>
                </c:pt>
                <c:pt idx="4583">
                  <c:v>0.15274074074074073</c:v>
                </c:pt>
                <c:pt idx="4584">
                  <c:v>0.15274074074074073</c:v>
                </c:pt>
                <c:pt idx="4585">
                  <c:v>0.15274074074074073</c:v>
                </c:pt>
                <c:pt idx="4586">
                  <c:v>0.15288888888888888</c:v>
                </c:pt>
                <c:pt idx="4587">
                  <c:v>0.15288888888888888</c:v>
                </c:pt>
                <c:pt idx="4588">
                  <c:v>0.15288888888888888</c:v>
                </c:pt>
                <c:pt idx="4589">
                  <c:v>0.15303703703703703</c:v>
                </c:pt>
                <c:pt idx="4590">
                  <c:v>0.15303703703703703</c:v>
                </c:pt>
                <c:pt idx="4591">
                  <c:v>0.15318518518518517</c:v>
                </c:pt>
                <c:pt idx="4592">
                  <c:v>0.15318518518518517</c:v>
                </c:pt>
                <c:pt idx="4593">
                  <c:v>0.15318518518518517</c:v>
                </c:pt>
                <c:pt idx="4594">
                  <c:v>0.15318518518518517</c:v>
                </c:pt>
                <c:pt idx="4595">
                  <c:v>0.15318518518518517</c:v>
                </c:pt>
                <c:pt idx="4596">
                  <c:v>0.15318518518518517</c:v>
                </c:pt>
                <c:pt idx="4597">
                  <c:v>0.15318518518518517</c:v>
                </c:pt>
                <c:pt idx="4598">
                  <c:v>0.15333333333333332</c:v>
                </c:pt>
                <c:pt idx="4599">
                  <c:v>0.15333333333333332</c:v>
                </c:pt>
                <c:pt idx="4600">
                  <c:v>0.15348148148148147</c:v>
                </c:pt>
                <c:pt idx="4601">
                  <c:v>0.15362962962962962</c:v>
                </c:pt>
                <c:pt idx="4602">
                  <c:v>0.15362962962962962</c:v>
                </c:pt>
                <c:pt idx="4603">
                  <c:v>0.15377777777777779</c:v>
                </c:pt>
                <c:pt idx="4604">
                  <c:v>0.15377777777777779</c:v>
                </c:pt>
                <c:pt idx="4605">
                  <c:v>0.15377777777777779</c:v>
                </c:pt>
                <c:pt idx="4606">
                  <c:v>0.15377777777777779</c:v>
                </c:pt>
                <c:pt idx="4607">
                  <c:v>0.15377777777777779</c:v>
                </c:pt>
                <c:pt idx="4608">
                  <c:v>0.15392592592592594</c:v>
                </c:pt>
                <c:pt idx="4609">
                  <c:v>0.15392592592592594</c:v>
                </c:pt>
                <c:pt idx="4610">
                  <c:v>0.15392592592592594</c:v>
                </c:pt>
                <c:pt idx="4611">
                  <c:v>0.15392592592592594</c:v>
                </c:pt>
                <c:pt idx="4612">
                  <c:v>0.15392592592592594</c:v>
                </c:pt>
                <c:pt idx="4613">
                  <c:v>0.15392592592592594</c:v>
                </c:pt>
                <c:pt idx="4614">
                  <c:v>0.15392592592592594</c:v>
                </c:pt>
                <c:pt idx="4615">
                  <c:v>0.15392592592592594</c:v>
                </c:pt>
                <c:pt idx="4616">
                  <c:v>0.15407407407407409</c:v>
                </c:pt>
                <c:pt idx="4617">
                  <c:v>0.15407407407407409</c:v>
                </c:pt>
                <c:pt idx="4618">
                  <c:v>0.15407407407407409</c:v>
                </c:pt>
                <c:pt idx="4619">
                  <c:v>0.15407407407407409</c:v>
                </c:pt>
                <c:pt idx="4620">
                  <c:v>0.15407407407407409</c:v>
                </c:pt>
                <c:pt idx="4621">
                  <c:v>0.15407407407407409</c:v>
                </c:pt>
                <c:pt idx="4622">
                  <c:v>0.15407407407407409</c:v>
                </c:pt>
                <c:pt idx="4623">
                  <c:v>0.15407407407407409</c:v>
                </c:pt>
                <c:pt idx="4624">
                  <c:v>0.15407407407407409</c:v>
                </c:pt>
                <c:pt idx="4625">
                  <c:v>0.15407407407407409</c:v>
                </c:pt>
                <c:pt idx="4626">
                  <c:v>0.15407407407407409</c:v>
                </c:pt>
                <c:pt idx="4627">
                  <c:v>0.15407407407407409</c:v>
                </c:pt>
                <c:pt idx="4628">
                  <c:v>0.15407407407407409</c:v>
                </c:pt>
                <c:pt idx="4629">
                  <c:v>0.15422222222222223</c:v>
                </c:pt>
                <c:pt idx="4630">
                  <c:v>0.15422222222222223</c:v>
                </c:pt>
                <c:pt idx="4631">
                  <c:v>0.15437037037037038</c:v>
                </c:pt>
                <c:pt idx="4632">
                  <c:v>0.15451851851851853</c:v>
                </c:pt>
                <c:pt idx="4633">
                  <c:v>0.15451851851851853</c:v>
                </c:pt>
                <c:pt idx="4634">
                  <c:v>0.15451851851851853</c:v>
                </c:pt>
                <c:pt idx="4635">
                  <c:v>0.15451851851851853</c:v>
                </c:pt>
                <c:pt idx="4636">
                  <c:v>0.15451851851851853</c:v>
                </c:pt>
                <c:pt idx="4637">
                  <c:v>0.15451851851851853</c:v>
                </c:pt>
                <c:pt idx="4638">
                  <c:v>0.15451851851851853</c:v>
                </c:pt>
                <c:pt idx="4639">
                  <c:v>0.15451851851851853</c:v>
                </c:pt>
                <c:pt idx="4640">
                  <c:v>0.15451851851851853</c:v>
                </c:pt>
                <c:pt idx="4641">
                  <c:v>0.15466666666666667</c:v>
                </c:pt>
                <c:pt idx="4642">
                  <c:v>0.15481481481481482</c:v>
                </c:pt>
                <c:pt idx="4643">
                  <c:v>0.15481481481481482</c:v>
                </c:pt>
                <c:pt idx="4644">
                  <c:v>0.15496296296296297</c:v>
                </c:pt>
                <c:pt idx="4645">
                  <c:v>0.15511111111111112</c:v>
                </c:pt>
                <c:pt idx="4646">
                  <c:v>0.15511111111111112</c:v>
                </c:pt>
                <c:pt idx="4647">
                  <c:v>0.15525925925925926</c:v>
                </c:pt>
                <c:pt idx="4648">
                  <c:v>0.15525925925925926</c:v>
                </c:pt>
                <c:pt idx="4649">
                  <c:v>0.15540740740740741</c:v>
                </c:pt>
                <c:pt idx="4650">
                  <c:v>0.15540740740740741</c:v>
                </c:pt>
                <c:pt idx="4651">
                  <c:v>0.15540740740740741</c:v>
                </c:pt>
                <c:pt idx="4652">
                  <c:v>0.15555555555555556</c:v>
                </c:pt>
                <c:pt idx="4653">
                  <c:v>0.15555555555555556</c:v>
                </c:pt>
                <c:pt idx="4654">
                  <c:v>0.15570370370370371</c:v>
                </c:pt>
                <c:pt idx="4655">
                  <c:v>0.15570370370370371</c:v>
                </c:pt>
                <c:pt idx="4656">
                  <c:v>0.15585185185185185</c:v>
                </c:pt>
                <c:pt idx="4657">
                  <c:v>0.156</c:v>
                </c:pt>
                <c:pt idx="4658">
                  <c:v>0.156</c:v>
                </c:pt>
                <c:pt idx="4659">
                  <c:v>0.156</c:v>
                </c:pt>
                <c:pt idx="4660">
                  <c:v>0.156</c:v>
                </c:pt>
                <c:pt idx="4661">
                  <c:v>0.156</c:v>
                </c:pt>
                <c:pt idx="4662">
                  <c:v>0.156</c:v>
                </c:pt>
                <c:pt idx="4663">
                  <c:v>0.156</c:v>
                </c:pt>
                <c:pt idx="4664">
                  <c:v>0.156</c:v>
                </c:pt>
                <c:pt idx="4665">
                  <c:v>0.156</c:v>
                </c:pt>
                <c:pt idx="4666">
                  <c:v>0.15614814814814815</c:v>
                </c:pt>
                <c:pt idx="4667">
                  <c:v>0.15629629629629629</c:v>
                </c:pt>
                <c:pt idx="4668">
                  <c:v>0.15644444444444444</c:v>
                </c:pt>
                <c:pt idx="4669">
                  <c:v>0.15644444444444444</c:v>
                </c:pt>
                <c:pt idx="4670">
                  <c:v>0.15644444444444444</c:v>
                </c:pt>
                <c:pt idx="4671">
                  <c:v>0.15644444444444444</c:v>
                </c:pt>
                <c:pt idx="4672">
                  <c:v>0.15659259259259259</c:v>
                </c:pt>
                <c:pt idx="4673">
                  <c:v>0.15659259259259259</c:v>
                </c:pt>
                <c:pt idx="4674">
                  <c:v>0.15674074074074074</c:v>
                </c:pt>
                <c:pt idx="4675">
                  <c:v>0.15688888888888888</c:v>
                </c:pt>
                <c:pt idx="4676">
                  <c:v>0.15688888888888888</c:v>
                </c:pt>
                <c:pt idx="4677">
                  <c:v>0.15688888888888888</c:v>
                </c:pt>
                <c:pt idx="4678">
                  <c:v>0.15688888888888888</c:v>
                </c:pt>
                <c:pt idx="4679">
                  <c:v>0.15688888888888888</c:v>
                </c:pt>
                <c:pt idx="4680">
                  <c:v>0.15688888888888888</c:v>
                </c:pt>
                <c:pt idx="4681">
                  <c:v>0.15703703703703703</c:v>
                </c:pt>
                <c:pt idx="4682">
                  <c:v>0.15703703703703703</c:v>
                </c:pt>
                <c:pt idx="4683">
                  <c:v>0.15703703703703703</c:v>
                </c:pt>
                <c:pt idx="4684">
                  <c:v>0.15703703703703703</c:v>
                </c:pt>
                <c:pt idx="4685">
                  <c:v>0.15703703703703703</c:v>
                </c:pt>
                <c:pt idx="4686">
                  <c:v>0.15703703703703703</c:v>
                </c:pt>
                <c:pt idx="4687">
                  <c:v>0.15703703703703703</c:v>
                </c:pt>
                <c:pt idx="4688">
                  <c:v>0.15703703703703703</c:v>
                </c:pt>
                <c:pt idx="4689">
                  <c:v>0.15703703703703703</c:v>
                </c:pt>
                <c:pt idx="4690">
                  <c:v>0.15703703703703703</c:v>
                </c:pt>
                <c:pt idx="4691">
                  <c:v>0.15703703703703703</c:v>
                </c:pt>
                <c:pt idx="4692">
                  <c:v>0.15703703703703703</c:v>
                </c:pt>
                <c:pt idx="4693">
                  <c:v>0.15703703703703703</c:v>
                </c:pt>
                <c:pt idx="4694">
                  <c:v>0.15703703703703703</c:v>
                </c:pt>
                <c:pt idx="4695">
                  <c:v>0.15718518518518518</c:v>
                </c:pt>
                <c:pt idx="4696">
                  <c:v>0.15718518518518518</c:v>
                </c:pt>
                <c:pt idx="4697">
                  <c:v>0.15718518518518518</c:v>
                </c:pt>
                <c:pt idx="4698">
                  <c:v>0.15718518518518518</c:v>
                </c:pt>
                <c:pt idx="4699">
                  <c:v>0.15718518518518518</c:v>
                </c:pt>
                <c:pt idx="4700">
                  <c:v>0.15733333333333333</c:v>
                </c:pt>
                <c:pt idx="4701">
                  <c:v>0.15748148148148147</c:v>
                </c:pt>
                <c:pt idx="4702">
                  <c:v>0.15762962962962962</c:v>
                </c:pt>
                <c:pt idx="4703">
                  <c:v>0.15762962962962962</c:v>
                </c:pt>
                <c:pt idx="4704">
                  <c:v>0.15777777777777777</c:v>
                </c:pt>
                <c:pt idx="4705">
                  <c:v>0.15777777777777777</c:v>
                </c:pt>
                <c:pt idx="4706">
                  <c:v>0.15777777777777777</c:v>
                </c:pt>
                <c:pt idx="4707">
                  <c:v>0.15777777777777777</c:v>
                </c:pt>
                <c:pt idx="4708">
                  <c:v>0.15777777777777777</c:v>
                </c:pt>
                <c:pt idx="4709">
                  <c:v>0.15777777777777777</c:v>
                </c:pt>
                <c:pt idx="4710">
                  <c:v>0.15777777777777777</c:v>
                </c:pt>
                <c:pt idx="4711">
                  <c:v>0.15777777777777777</c:v>
                </c:pt>
                <c:pt idx="4712">
                  <c:v>0.15777777777777777</c:v>
                </c:pt>
                <c:pt idx="4713">
                  <c:v>0.15777777777777777</c:v>
                </c:pt>
                <c:pt idx="4714">
                  <c:v>0.15777777777777777</c:v>
                </c:pt>
                <c:pt idx="4715">
                  <c:v>0.15777777777777777</c:v>
                </c:pt>
                <c:pt idx="4716">
                  <c:v>0.15777777777777777</c:v>
                </c:pt>
                <c:pt idx="4717">
                  <c:v>0.15777777777777777</c:v>
                </c:pt>
                <c:pt idx="4718">
                  <c:v>0.15792592592592591</c:v>
                </c:pt>
                <c:pt idx="4719">
                  <c:v>0.15792592592592591</c:v>
                </c:pt>
                <c:pt idx="4720">
                  <c:v>0.15792592592592591</c:v>
                </c:pt>
                <c:pt idx="4721">
                  <c:v>0.15792592592592591</c:v>
                </c:pt>
                <c:pt idx="4722">
                  <c:v>0.15792592592592591</c:v>
                </c:pt>
                <c:pt idx="4723">
                  <c:v>0.15792592592592591</c:v>
                </c:pt>
                <c:pt idx="4724">
                  <c:v>0.15792592592592591</c:v>
                </c:pt>
                <c:pt idx="4725">
                  <c:v>0.15792592592592591</c:v>
                </c:pt>
                <c:pt idx="4726">
                  <c:v>0.15792592592592591</c:v>
                </c:pt>
                <c:pt idx="4727">
                  <c:v>0.15792592592592591</c:v>
                </c:pt>
                <c:pt idx="4728">
                  <c:v>0.15807407407407406</c:v>
                </c:pt>
                <c:pt idx="4729">
                  <c:v>0.15807407407407406</c:v>
                </c:pt>
                <c:pt idx="4730">
                  <c:v>0.15807407407407406</c:v>
                </c:pt>
                <c:pt idx="4731">
                  <c:v>0.15807407407407406</c:v>
                </c:pt>
                <c:pt idx="4732">
                  <c:v>0.15807407407407406</c:v>
                </c:pt>
                <c:pt idx="4733">
                  <c:v>0.15807407407407406</c:v>
                </c:pt>
                <c:pt idx="4734">
                  <c:v>0.15807407407407406</c:v>
                </c:pt>
                <c:pt idx="4735">
                  <c:v>0.15822222222222221</c:v>
                </c:pt>
                <c:pt idx="4736">
                  <c:v>0.15822222222222221</c:v>
                </c:pt>
                <c:pt idx="4737">
                  <c:v>0.15822222222222221</c:v>
                </c:pt>
                <c:pt idx="4738">
                  <c:v>0.15822222222222221</c:v>
                </c:pt>
                <c:pt idx="4739">
                  <c:v>0.15822222222222221</c:v>
                </c:pt>
                <c:pt idx="4740">
                  <c:v>0.15837037037037038</c:v>
                </c:pt>
                <c:pt idx="4741">
                  <c:v>0.15851851851851853</c:v>
                </c:pt>
                <c:pt idx="4742">
                  <c:v>0.15851851851851853</c:v>
                </c:pt>
                <c:pt idx="4743">
                  <c:v>0.15851851851851853</c:v>
                </c:pt>
                <c:pt idx="4744">
                  <c:v>0.15851851851851853</c:v>
                </c:pt>
                <c:pt idx="4745">
                  <c:v>0.15866666666666668</c:v>
                </c:pt>
                <c:pt idx="4746">
                  <c:v>0.15866666666666668</c:v>
                </c:pt>
                <c:pt idx="4747">
                  <c:v>0.15881481481481483</c:v>
                </c:pt>
                <c:pt idx="4748">
                  <c:v>0.15896296296296297</c:v>
                </c:pt>
                <c:pt idx="4749">
                  <c:v>0.15896296296296297</c:v>
                </c:pt>
                <c:pt idx="4750">
                  <c:v>0.15896296296296297</c:v>
                </c:pt>
                <c:pt idx="4751">
                  <c:v>0.15896296296296297</c:v>
                </c:pt>
                <c:pt idx="4752">
                  <c:v>0.15911111111111112</c:v>
                </c:pt>
                <c:pt idx="4753">
                  <c:v>0.15911111111111112</c:v>
                </c:pt>
                <c:pt idx="4754">
                  <c:v>0.15925925925925927</c:v>
                </c:pt>
                <c:pt idx="4755">
                  <c:v>0.15925925925925927</c:v>
                </c:pt>
                <c:pt idx="4756">
                  <c:v>0.15925925925925927</c:v>
                </c:pt>
                <c:pt idx="4757">
                  <c:v>0.15925925925925927</c:v>
                </c:pt>
                <c:pt idx="4758">
                  <c:v>0.15925925925925927</c:v>
                </c:pt>
                <c:pt idx="4759">
                  <c:v>0.15925925925925927</c:v>
                </c:pt>
                <c:pt idx="4760">
                  <c:v>0.15925925925925927</c:v>
                </c:pt>
                <c:pt idx="4761">
                  <c:v>0.15925925925925927</c:v>
                </c:pt>
                <c:pt idx="4762">
                  <c:v>0.15925925925925927</c:v>
                </c:pt>
                <c:pt idx="4763">
                  <c:v>0.15925925925925927</c:v>
                </c:pt>
                <c:pt idx="4764">
                  <c:v>0.15940740740740741</c:v>
                </c:pt>
                <c:pt idx="4765">
                  <c:v>0.15940740740740741</c:v>
                </c:pt>
                <c:pt idx="4766">
                  <c:v>0.15940740740740741</c:v>
                </c:pt>
                <c:pt idx="4767">
                  <c:v>0.15955555555555556</c:v>
                </c:pt>
                <c:pt idx="4768">
                  <c:v>0.15955555555555556</c:v>
                </c:pt>
                <c:pt idx="4769">
                  <c:v>0.15970370370370371</c:v>
                </c:pt>
                <c:pt idx="4770">
                  <c:v>0.15970370370370371</c:v>
                </c:pt>
                <c:pt idx="4771">
                  <c:v>0.15970370370370371</c:v>
                </c:pt>
                <c:pt idx="4772">
                  <c:v>0.15970370370370371</c:v>
                </c:pt>
                <c:pt idx="4773">
                  <c:v>0.15970370370370371</c:v>
                </c:pt>
                <c:pt idx="4774">
                  <c:v>0.15970370370370371</c:v>
                </c:pt>
                <c:pt idx="4775">
                  <c:v>0.15970370370370371</c:v>
                </c:pt>
                <c:pt idx="4776">
                  <c:v>0.15970370370370371</c:v>
                </c:pt>
                <c:pt idx="4777">
                  <c:v>0.15985185185185186</c:v>
                </c:pt>
                <c:pt idx="4778">
                  <c:v>0.16</c:v>
                </c:pt>
                <c:pt idx="4779">
                  <c:v>0.16</c:v>
                </c:pt>
                <c:pt idx="4780">
                  <c:v>0.16</c:v>
                </c:pt>
                <c:pt idx="4781">
                  <c:v>0.16014814814814815</c:v>
                </c:pt>
                <c:pt idx="4782">
                  <c:v>0.16014814814814815</c:v>
                </c:pt>
                <c:pt idx="4783">
                  <c:v>0.16014814814814815</c:v>
                </c:pt>
                <c:pt idx="4784">
                  <c:v>0.16014814814814815</c:v>
                </c:pt>
                <c:pt idx="4785">
                  <c:v>0.16014814814814815</c:v>
                </c:pt>
                <c:pt idx="4786">
                  <c:v>0.16014814814814815</c:v>
                </c:pt>
                <c:pt idx="4787">
                  <c:v>0.16014814814814815</c:v>
                </c:pt>
                <c:pt idx="4788">
                  <c:v>0.16014814814814815</c:v>
                </c:pt>
                <c:pt idx="4789">
                  <c:v>0.1602962962962963</c:v>
                </c:pt>
                <c:pt idx="4790">
                  <c:v>0.1602962962962963</c:v>
                </c:pt>
                <c:pt idx="4791">
                  <c:v>0.1602962962962963</c:v>
                </c:pt>
                <c:pt idx="4792">
                  <c:v>0.1602962962962963</c:v>
                </c:pt>
                <c:pt idx="4793">
                  <c:v>0.1602962962962963</c:v>
                </c:pt>
                <c:pt idx="4794">
                  <c:v>0.1602962962962963</c:v>
                </c:pt>
                <c:pt idx="4795">
                  <c:v>0.16044444444444445</c:v>
                </c:pt>
                <c:pt idx="4796">
                  <c:v>0.16044444444444445</c:v>
                </c:pt>
                <c:pt idx="4797">
                  <c:v>0.16044444444444445</c:v>
                </c:pt>
                <c:pt idx="4798">
                  <c:v>0.16044444444444445</c:v>
                </c:pt>
                <c:pt idx="4799">
                  <c:v>0.16044444444444445</c:v>
                </c:pt>
                <c:pt idx="4800">
                  <c:v>0.16044444444444445</c:v>
                </c:pt>
                <c:pt idx="4801">
                  <c:v>0.16059259259259259</c:v>
                </c:pt>
                <c:pt idx="4802">
                  <c:v>0.16059259259259259</c:v>
                </c:pt>
                <c:pt idx="4803">
                  <c:v>0.16059259259259259</c:v>
                </c:pt>
                <c:pt idx="4804">
                  <c:v>0.16059259259259259</c:v>
                </c:pt>
                <c:pt idx="4805">
                  <c:v>0.16059259259259259</c:v>
                </c:pt>
                <c:pt idx="4806">
                  <c:v>0.16059259259259259</c:v>
                </c:pt>
                <c:pt idx="4807">
                  <c:v>0.16074074074074074</c:v>
                </c:pt>
                <c:pt idx="4808">
                  <c:v>0.16074074074074074</c:v>
                </c:pt>
                <c:pt idx="4809">
                  <c:v>0.16074074074074074</c:v>
                </c:pt>
                <c:pt idx="4810">
                  <c:v>0.16074074074074074</c:v>
                </c:pt>
                <c:pt idx="4811">
                  <c:v>0.16074074074074074</c:v>
                </c:pt>
                <c:pt idx="4812">
                  <c:v>0.16074074074074074</c:v>
                </c:pt>
                <c:pt idx="4813">
                  <c:v>0.16074074074074074</c:v>
                </c:pt>
                <c:pt idx="4814">
                  <c:v>0.16074074074074074</c:v>
                </c:pt>
                <c:pt idx="4815">
                  <c:v>0.16074074074074074</c:v>
                </c:pt>
                <c:pt idx="4816">
                  <c:v>0.16074074074074074</c:v>
                </c:pt>
                <c:pt idx="4817">
                  <c:v>0.16074074074074074</c:v>
                </c:pt>
                <c:pt idx="4818">
                  <c:v>0.16074074074074074</c:v>
                </c:pt>
                <c:pt idx="4819">
                  <c:v>0.16088888888888889</c:v>
                </c:pt>
                <c:pt idx="4820">
                  <c:v>0.16088888888888889</c:v>
                </c:pt>
                <c:pt idx="4821">
                  <c:v>0.16103703703703703</c:v>
                </c:pt>
                <c:pt idx="4822">
                  <c:v>0.16103703703703703</c:v>
                </c:pt>
                <c:pt idx="4823">
                  <c:v>0.16103703703703703</c:v>
                </c:pt>
                <c:pt idx="4824">
                  <c:v>0.16103703703703703</c:v>
                </c:pt>
                <c:pt idx="4825">
                  <c:v>0.16103703703703703</c:v>
                </c:pt>
                <c:pt idx="4826">
                  <c:v>0.16103703703703703</c:v>
                </c:pt>
                <c:pt idx="4827">
                  <c:v>0.16103703703703703</c:v>
                </c:pt>
                <c:pt idx="4828">
                  <c:v>0.16103703703703703</c:v>
                </c:pt>
                <c:pt idx="4829">
                  <c:v>0.16118518518518518</c:v>
                </c:pt>
                <c:pt idx="4830">
                  <c:v>0.16118518518518518</c:v>
                </c:pt>
                <c:pt idx="4831">
                  <c:v>0.16118518518518518</c:v>
                </c:pt>
                <c:pt idx="4832">
                  <c:v>0.16118518518518518</c:v>
                </c:pt>
                <c:pt idx="4833">
                  <c:v>0.16118518518518518</c:v>
                </c:pt>
                <c:pt idx="4834">
                  <c:v>0.16118518518518518</c:v>
                </c:pt>
                <c:pt idx="4835">
                  <c:v>0.16118518518518518</c:v>
                </c:pt>
                <c:pt idx="4836">
                  <c:v>0.16118518518518518</c:v>
                </c:pt>
                <c:pt idx="4837">
                  <c:v>0.16133333333333333</c:v>
                </c:pt>
                <c:pt idx="4838">
                  <c:v>0.16133333333333333</c:v>
                </c:pt>
                <c:pt idx="4839">
                  <c:v>0.16133333333333333</c:v>
                </c:pt>
                <c:pt idx="4840">
                  <c:v>0.16133333333333333</c:v>
                </c:pt>
                <c:pt idx="4841">
                  <c:v>0.16133333333333333</c:v>
                </c:pt>
                <c:pt idx="4842">
                  <c:v>0.16133333333333333</c:v>
                </c:pt>
                <c:pt idx="4843">
                  <c:v>0.16133333333333333</c:v>
                </c:pt>
                <c:pt idx="4844">
                  <c:v>0.16148148148148148</c:v>
                </c:pt>
                <c:pt idx="4845">
                  <c:v>0.16162962962962962</c:v>
                </c:pt>
                <c:pt idx="4846">
                  <c:v>0.16162962962962962</c:v>
                </c:pt>
                <c:pt idx="4847">
                  <c:v>0.16162962962962962</c:v>
                </c:pt>
                <c:pt idx="4848">
                  <c:v>0.16162962962962962</c:v>
                </c:pt>
                <c:pt idx="4849">
                  <c:v>0.16162962962962962</c:v>
                </c:pt>
                <c:pt idx="4850">
                  <c:v>0.16162962962962962</c:v>
                </c:pt>
                <c:pt idx="4851">
                  <c:v>0.16162962962962962</c:v>
                </c:pt>
                <c:pt idx="4852">
                  <c:v>0.16162962962962962</c:v>
                </c:pt>
                <c:pt idx="4853">
                  <c:v>0.16162962962962962</c:v>
                </c:pt>
                <c:pt idx="4854">
                  <c:v>0.16162962962962962</c:v>
                </c:pt>
                <c:pt idx="4855">
                  <c:v>0.16162962962962962</c:v>
                </c:pt>
                <c:pt idx="4856">
                  <c:v>0.16177777777777777</c:v>
                </c:pt>
                <c:pt idx="4857">
                  <c:v>0.16177777777777777</c:v>
                </c:pt>
                <c:pt idx="4858">
                  <c:v>0.16177777777777777</c:v>
                </c:pt>
                <c:pt idx="4859">
                  <c:v>0.16192592592592592</c:v>
                </c:pt>
                <c:pt idx="4860">
                  <c:v>0.16192592592592592</c:v>
                </c:pt>
                <c:pt idx="4861">
                  <c:v>0.16192592592592592</c:v>
                </c:pt>
                <c:pt idx="4862">
                  <c:v>0.16192592592592592</c:v>
                </c:pt>
                <c:pt idx="4863">
                  <c:v>0.16192592592592592</c:v>
                </c:pt>
                <c:pt idx="4864">
                  <c:v>0.16192592592592592</c:v>
                </c:pt>
                <c:pt idx="4865">
                  <c:v>0.16192592592592592</c:v>
                </c:pt>
                <c:pt idx="4866">
                  <c:v>0.16192592592592592</c:v>
                </c:pt>
                <c:pt idx="4867">
                  <c:v>0.16192592592592592</c:v>
                </c:pt>
                <c:pt idx="4868">
                  <c:v>0.16192592592592592</c:v>
                </c:pt>
                <c:pt idx="4869">
                  <c:v>0.16192592592592592</c:v>
                </c:pt>
                <c:pt idx="4870">
                  <c:v>0.16192592592592592</c:v>
                </c:pt>
                <c:pt idx="4871">
                  <c:v>0.16192592592592592</c:v>
                </c:pt>
                <c:pt idx="4872">
                  <c:v>0.16207407407407406</c:v>
                </c:pt>
                <c:pt idx="4873">
                  <c:v>0.16207407407407406</c:v>
                </c:pt>
                <c:pt idx="4874">
                  <c:v>0.16207407407407406</c:v>
                </c:pt>
                <c:pt idx="4875">
                  <c:v>0.16207407407407406</c:v>
                </c:pt>
                <c:pt idx="4876">
                  <c:v>0.16207407407407406</c:v>
                </c:pt>
                <c:pt idx="4877">
                  <c:v>0.16207407407407406</c:v>
                </c:pt>
                <c:pt idx="4878">
                  <c:v>0.16207407407407406</c:v>
                </c:pt>
                <c:pt idx="4879">
                  <c:v>0.16207407407407406</c:v>
                </c:pt>
                <c:pt idx="4880">
                  <c:v>0.16207407407407406</c:v>
                </c:pt>
                <c:pt idx="4881">
                  <c:v>0.16207407407407406</c:v>
                </c:pt>
                <c:pt idx="4882">
                  <c:v>0.16222222222222221</c:v>
                </c:pt>
                <c:pt idx="4883">
                  <c:v>0.16222222222222221</c:v>
                </c:pt>
                <c:pt idx="4884">
                  <c:v>0.16237037037037036</c:v>
                </c:pt>
                <c:pt idx="4885">
                  <c:v>0.16237037037037036</c:v>
                </c:pt>
                <c:pt idx="4886">
                  <c:v>0.16237037037037036</c:v>
                </c:pt>
                <c:pt idx="4887">
                  <c:v>0.16237037037037036</c:v>
                </c:pt>
                <c:pt idx="4888">
                  <c:v>0.16237037037037036</c:v>
                </c:pt>
                <c:pt idx="4889">
                  <c:v>0.16237037037037036</c:v>
                </c:pt>
                <c:pt idx="4890">
                  <c:v>0.16237037037037036</c:v>
                </c:pt>
                <c:pt idx="4891">
                  <c:v>0.16237037037037036</c:v>
                </c:pt>
                <c:pt idx="4892">
                  <c:v>0.16251851851851851</c:v>
                </c:pt>
                <c:pt idx="4893">
                  <c:v>0.16251851851851851</c:v>
                </c:pt>
                <c:pt idx="4894">
                  <c:v>0.16251851851851851</c:v>
                </c:pt>
                <c:pt idx="4895">
                  <c:v>0.16251851851851851</c:v>
                </c:pt>
                <c:pt idx="4896">
                  <c:v>0.16251851851851851</c:v>
                </c:pt>
                <c:pt idx="4897">
                  <c:v>0.16251851851851851</c:v>
                </c:pt>
                <c:pt idx="4898">
                  <c:v>0.16251851851851851</c:v>
                </c:pt>
                <c:pt idx="4899">
                  <c:v>0.16251851851851851</c:v>
                </c:pt>
                <c:pt idx="4900">
                  <c:v>0.16251851851851851</c:v>
                </c:pt>
                <c:pt idx="4901">
                  <c:v>0.16251851851851851</c:v>
                </c:pt>
                <c:pt idx="4902">
                  <c:v>0.16251851851851851</c:v>
                </c:pt>
                <c:pt idx="4903">
                  <c:v>0.16266666666666665</c:v>
                </c:pt>
                <c:pt idx="4904">
                  <c:v>0.16266666666666665</c:v>
                </c:pt>
                <c:pt idx="4905">
                  <c:v>0.16266666666666665</c:v>
                </c:pt>
                <c:pt idx="4906">
                  <c:v>0.16266666666666665</c:v>
                </c:pt>
                <c:pt idx="4907">
                  <c:v>0.16266666666666665</c:v>
                </c:pt>
                <c:pt idx="4908">
                  <c:v>0.1628148148148148</c:v>
                </c:pt>
                <c:pt idx="4909">
                  <c:v>0.1628148148148148</c:v>
                </c:pt>
                <c:pt idx="4910">
                  <c:v>0.1628148148148148</c:v>
                </c:pt>
                <c:pt idx="4911">
                  <c:v>0.1628148148148148</c:v>
                </c:pt>
                <c:pt idx="4912">
                  <c:v>0.1628148148148148</c:v>
                </c:pt>
                <c:pt idx="4913">
                  <c:v>0.16296296296296298</c:v>
                </c:pt>
                <c:pt idx="4914">
                  <c:v>0.16311111111111112</c:v>
                </c:pt>
                <c:pt idx="4915">
                  <c:v>0.16311111111111112</c:v>
                </c:pt>
                <c:pt idx="4916">
                  <c:v>0.16325925925925927</c:v>
                </c:pt>
                <c:pt idx="4917">
                  <c:v>0.16325925925925927</c:v>
                </c:pt>
                <c:pt idx="4918">
                  <c:v>0.16340740740740742</c:v>
                </c:pt>
                <c:pt idx="4919">
                  <c:v>0.16340740740740742</c:v>
                </c:pt>
                <c:pt idx="4920">
                  <c:v>0.16340740740740742</c:v>
                </c:pt>
                <c:pt idx="4921">
                  <c:v>0.16340740740740742</c:v>
                </c:pt>
                <c:pt idx="4922">
                  <c:v>0.16340740740740742</c:v>
                </c:pt>
                <c:pt idx="4923">
                  <c:v>0.16340740740740742</c:v>
                </c:pt>
                <c:pt idx="4924">
                  <c:v>0.16340740740740742</c:v>
                </c:pt>
                <c:pt idx="4925">
                  <c:v>0.16340740740740742</c:v>
                </c:pt>
                <c:pt idx="4926">
                  <c:v>0.16340740740740742</c:v>
                </c:pt>
                <c:pt idx="4927">
                  <c:v>0.16340740740740742</c:v>
                </c:pt>
                <c:pt idx="4928">
                  <c:v>0.16340740740740742</c:v>
                </c:pt>
                <c:pt idx="4929">
                  <c:v>0.16340740740740742</c:v>
                </c:pt>
                <c:pt idx="4930">
                  <c:v>0.16340740740740742</c:v>
                </c:pt>
                <c:pt idx="4931">
                  <c:v>0.16340740740740742</c:v>
                </c:pt>
                <c:pt idx="4932">
                  <c:v>0.16340740740740742</c:v>
                </c:pt>
                <c:pt idx="4933">
                  <c:v>0.16340740740740742</c:v>
                </c:pt>
                <c:pt idx="4934">
                  <c:v>0.16340740740740742</c:v>
                </c:pt>
                <c:pt idx="4935">
                  <c:v>0.16340740740740742</c:v>
                </c:pt>
                <c:pt idx="4936">
                  <c:v>0.16355555555555557</c:v>
                </c:pt>
                <c:pt idx="4937">
                  <c:v>0.16355555555555557</c:v>
                </c:pt>
                <c:pt idx="4938">
                  <c:v>0.16355555555555557</c:v>
                </c:pt>
                <c:pt idx="4939">
                  <c:v>0.16355555555555557</c:v>
                </c:pt>
                <c:pt idx="4940">
                  <c:v>0.16370370370370371</c:v>
                </c:pt>
                <c:pt idx="4941">
                  <c:v>0.16370370370370371</c:v>
                </c:pt>
                <c:pt idx="4942">
                  <c:v>0.16385185185185186</c:v>
                </c:pt>
                <c:pt idx="4943">
                  <c:v>0.16385185185185186</c:v>
                </c:pt>
                <c:pt idx="4944">
                  <c:v>0.16385185185185186</c:v>
                </c:pt>
                <c:pt idx="4945">
                  <c:v>0.16385185185185186</c:v>
                </c:pt>
                <c:pt idx="4946">
                  <c:v>0.16400000000000001</c:v>
                </c:pt>
                <c:pt idx="4947">
                  <c:v>0.16400000000000001</c:v>
                </c:pt>
                <c:pt idx="4948">
                  <c:v>0.16400000000000001</c:v>
                </c:pt>
                <c:pt idx="4949">
                  <c:v>0.16400000000000001</c:v>
                </c:pt>
                <c:pt idx="4950">
                  <c:v>0.16400000000000001</c:v>
                </c:pt>
                <c:pt idx="4951">
                  <c:v>0.16400000000000001</c:v>
                </c:pt>
                <c:pt idx="4952">
                  <c:v>0.16414814814814815</c:v>
                </c:pt>
                <c:pt idx="4953">
                  <c:v>0.16414814814814815</c:v>
                </c:pt>
                <c:pt idx="4954">
                  <c:v>0.1642962962962963</c:v>
                </c:pt>
                <c:pt idx="4955">
                  <c:v>0.16444444444444445</c:v>
                </c:pt>
                <c:pt idx="4956">
                  <c:v>0.16444444444444445</c:v>
                </c:pt>
                <c:pt idx="4957">
                  <c:v>0.16444444444444445</c:v>
                </c:pt>
                <c:pt idx="4958">
                  <c:v>0.16444444444444445</c:v>
                </c:pt>
                <c:pt idx="4959">
                  <c:v>0.16444444444444445</c:v>
                </c:pt>
                <c:pt idx="4960">
                  <c:v>0.16444444444444445</c:v>
                </c:pt>
                <c:pt idx="4961">
                  <c:v>0.16444444444444445</c:v>
                </c:pt>
                <c:pt idx="4962">
                  <c:v>0.1645925925925926</c:v>
                </c:pt>
                <c:pt idx="4963">
                  <c:v>0.1645925925925926</c:v>
                </c:pt>
                <c:pt idx="4964">
                  <c:v>0.1645925925925926</c:v>
                </c:pt>
                <c:pt idx="4965">
                  <c:v>0.1645925925925926</c:v>
                </c:pt>
                <c:pt idx="4966">
                  <c:v>0.1645925925925926</c:v>
                </c:pt>
                <c:pt idx="4967">
                  <c:v>0.1645925925925926</c:v>
                </c:pt>
                <c:pt idx="4968">
                  <c:v>0.1645925925925926</c:v>
                </c:pt>
                <c:pt idx="4969">
                  <c:v>0.1645925925925926</c:v>
                </c:pt>
                <c:pt idx="4970">
                  <c:v>0.1645925925925926</c:v>
                </c:pt>
                <c:pt idx="4971">
                  <c:v>0.16474074074074074</c:v>
                </c:pt>
                <c:pt idx="4972">
                  <c:v>0.16474074074074074</c:v>
                </c:pt>
                <c:pt idx="4973">
                  <c:v>0.16474074074074074</c:v>
                </c:pt>
                <c:pt idx="4974">
                  <c:v>0.16474074074074074</c:v>
                </c:pt>
                <c:pt idx="4975">
                  <c:v>0.16474074074074074</c:v>
                </c:pt>
                <c:pt idx="4976">
                  <c:v>0.16474074074074074</c:v>
                </c:pt>
                <c:pt idx="4977">
                  <c:v>0.16474074074074074</c:v>
                </c:pt>
                <c:pt idx="4978">
                  <c:v>0.16474074074074074</c:v>
                </c:pt>
                <c:pt idx="4979">
                  <c:v>0.16474074074074074</c:v>
                </c:pt>
                <c:pt idx="4980">
                  <c:v>0.16474074074074074</c:v>
                </c:pt>
                <c:pt idx="4981">
                  <c:v>0.16474074074074074</c:v>
                </c:pt>
                <c:pt idx="4982">
                  <c:v>0.16474074074074074</c:v>
                </c:pt>
                <c:pt idx="4983">
                  <c:v>0.16474074074074074</c:v>
                </c:pt>
                <c:pt idx="4984">
                  <c:v>0.16474074074074074</c:v>
                </c:pt>
                <c:pt idx="4985">
                  <c:v>0.16474074074074074</c:v>
                </c:pt>
                <c:pt idx="4986">
                  <c:v>0.16474074074074074</c:v>
                </c:pt>
                <c:pt idx="4987">
                  <c:v>0.16474074074074074</c:v>
                </c:pt>
                <c:pt idx="4988">
                  <c:v>0.16474074074074074</c:v>
                </c:pt>
                <c:pt idx="4989">
                  <c:v>0.16474074074074074</c:v>
                </c:pt>
                <c:pt idx="4990">
                  <c:v>0.16474074074074074</c:v>
                </c:pt>
                <c:pt idx="4991">
                  <c:v>0.16488888888888889</c:v>
                </c:pt>
                <c:pt idx="4992">
                  <c:v>0.16488888888888889</c:v>
                </c:pt>
                <c:pt idx="4993">
                  <c:v>0.16488888888888889</c:v>
                </c:pt>
                <c:pt idx="4994">
                  <c:v>0.16488888888888889</c:v>
                </c:pt>
                <c:pt idx="4995">
                  <c:v>0.16488888888888889</c:v>
                </c:pt>
                <c:pt idx="4996">
                  <c:v>0.16503703703703704</c:v>
                </c:pt>
                <c:pt idx="4997">
                  <c:v>0.16503703703703704</c:v>
                </c:pt>
                <c:pt idx="4998">
                  <c:v>0.16503703703703704</c:v>
                </c:pt>
                <c:pt idx="4999">
                  <c:v>0.16503703703703704</c:v>
                </c:pt>
                <c:pt idx="5000">
                  <c:v>0.16503703703703704</c:v>
                </c:pt>
                <c:pt idx="5001">
                  <c:v>0.16503703703703704</c:v>
                </c:pt>
                <c:pt idx="5002">
                  <c:v>0.16503703703703704</c:v>
                </c:pt>
                <c:pt idx="5003">
                  <c:v>0.16503703703703704</c:v>
                </c:pt>
                <c:pt idx="5004">
                  <c:v>0.16503703703703704</c:v>
                </c:pt>
                <c:pt idx="5005">
                  <c:v>0.16503703703703704</c:v>
                </c:pt>
                <c:pt idx="5006">
                  <c:v>0.16503703703703704</c:v>
                </c:pt>
                <c:pt idx="5007">
                  <c:v>0.16503703703703704</c:v>
                </c:pt>
                <c:pt idx="5008">
                  <c:v>0.16503703703703704</c:v>
                </c:pt>
                <c:pt idx="5009">
                  <c:v>0.16503703703703704</c:v>
                </c:pt>
                <c:pt idx="5010">
                  <c:v>0.16503703703703704</c:v>
                </c:pt>
                <c:pt idx="5011">
                  <c:v>0.16503703703703704</c:v>
                </c:pt>
                <c:pt idx="5012">
                  <c:v>0.16503703703703704</c:v>
                </c:pt>
                <c:pt idx="5013">
                  <c:v>0.16503703703703704</c:v>
                </c:pt>
                <c:pt idx="5014">
                  <c:v>0.16503703703703704</c:v>
                </c:pt>
                <c:pt idx="5015">
                  <c:v>0.16503703703703704</c:v>
                </c:pt>
                <c:pt idx="5016">
                  <c:v>0.16518518518518518</c:v>
                </c:pt>
                <c:pt idx="5017">
                  <c:v>0.16533333333333333</c:v>
                </c:pt>
                <c:pt idx="5018">
                  <c:v>0.16533333333333333</c:v>
                </c:pt>
                <c:pt idx="5019">
                  <c:v>0.16533333333333333</c:v>
                </c:pt>
                <c:pt idx="5020">
                  <c:v>0.16548148148148148</c:v>
                </c:pt>
                <c:pt idx="5021">
                  <c:v>0.16548148148148148</c:v>
                </c:pt>
                <c:pt idx="5022">
                  <c:v>0.16548148148148148</c:v>
                </c:pt>
                <c:pt idx="5023">
                  <c:v>0.16548148148148148</c:v>
                </c:pt>
                <c:pt idx="5024">
                  <c:v>0.16548148148148148</c:v>
                </c:pt>
                <c:pt idx="5025">
                  <c:v>0.16562962962962963</c:v>
                </c:pt>
                <c:pt idx="5026">
                  <c:v>0.16562962962962963</c:v>
                </c:pt>
                <c:pt idx="5027">
                  <c:v>0.16562962962962963</c:v>
                </c:pt>
                <c:pt idx="5028">
                  <c:v>0.16577777777777777</c:v>
                </c:pt>
                <c:pt idx="5029">
                  <c:v>0.16577777777777777</c:v>
                </c:pt>
                <c:pt idx="5030">
                  <c:v>0.16577777777777777</c:v>
                </c:pt>
                <c:pt idx="5031">
                  <c:v>0.16577777777777777</c:v>
                </c:pt>
                <c:pt idx="5032">
                  <c:v>0.16577777777777777</c:v>
                </c:pt>
                <c:pt idx="5033">
                  <c:v>0.16577777777777777</c:v>
                </c:pt>
                <c:pt idx="5034">
                  <c:v>0.16577777777777777</c:v>
                </c:pt>
                <c:pt idx="5035">
                  <c:v>0.16577777777777777</c:v>
                </c:pt>
                <c:pt idx="5036">
                  <c:v>0.16577777777777777</c:v>
                </c:pt>
                <c:pt idx="5037">
                  <c:v>0.16592592592592592</c:v>
                </c:pt>
                <c:pt idx="5038">
                  <c:v>0.16592592592592592</c:v>
                </c:pt>
                <c:pt idx="5039">
                  <c:v>0.16592592592592592</c:v>
                </c:pt>
                <c:pt idx="5040">
                  <c:v>0.16592592592592592</c:v>
                </c:pt>
                <c:pt idx="5041">
                  <c:v>0.16607407407407407</c:v>
                </c:pt>
                <c:pt idx="5042">
                  <c:v>0.16622222222222222</c:v>
                </c:pt>
                <c:pt idx="5043">
                  <c:v>0.16622222222222222</c:v>
                </c:pt>
                <c:pt idx="5044">
                  <c:v>0.16622222222222222</c:v>
                </c:pt>
                <c:pt idx="5045">
                  <c:v>0.16622222222222222</c:v>
                </c:pt>
                <c:pt idx="5046">
                  <c:v>0.16622222222222222</c:v>
                </c:pt>
                <c:pt idx="5047">
                  <c:v>0.16622222222222222</c:v>
                </c:pt>
                <c:pt idx="5048">
                  <c:v>0.16622222222222222</c:v>
                </c:pt>
                <c:pt idx="5049">
                  <c:v>0.16622222222222222</c:v>
                </c:pt>
                <c:pt idx="5050">
                  <c:v>0.16622222222222222</c:v>
                </c:pt>
                <c:pt idx="5051">
                  <c:v>0.16622222222222222</c:v>
                </c:pt>
                <c:pt idx="5052">
                  <c:v>0.16622222222222222</c:v>
                </c:pt>
                <c:pt idx="5053">
                  <c:v>0.16622222222222222</c:v>
                </c:pt>
                <c:pt idx="5054">
                  <c:v>0.16622222222222222</c:v>
                </c:pt>
                <c:pt idx="5055">
                  <c:v>0.16622222222222222</c:v>
                </c:pt>
                <c:pt idx="5056">
                  <c:v>0.16622222222222222</c:v>
                </c:pt>
                <c:pt idx="5057">
                  <c:v>0.16622222222222222</c:v>
                </c:pt>
                <c:pt idx="5058">
                  <c:v>0.16622222222222222</c:v>
                </c:pt>
                <c:pt idx="5059">
                  <c:v>0.16622222222222222</c:v>
                </c:pt>
                <c:pt idx="5060">
                  <c:v>0.16622222222222222</c:v>
                </c:pt>
                <c:pt idx="5061">
                  <c:v>0.16622222222222222</c:v>
                </c:pt>
                <c:pt idx="5062">
                  <c:v>0.16622222222222222</c:v>
                </c:pt>
                <c:pt idx="5063">
                  <c:v>0.16622222222222222</c:v>
                </c:pt>
                <c:pt idx="5064">
                  <c:v>0.16622222222222222</c:v>
                </c:pt>
                <c:pt idx="5065">
                  <c:v>0.16622222222222222</c:v>
                </c:pt>
                <c:pt idx="5066">
                  <c:v>0.16637037037037036</c:v>
                </c:pt>
                <c:pt idx="5067">
                  <c:v>0.16651851851851851</c:v>
                </c:pt>
                <c:pt idx="5068">
                  <c:v>0.16651851851851851</c:v>
                </c:pt>
                <c:pt idx="5069">
                  <c:v>0.16666666666666666</c:v>
                </c:pt>
                <c:pt idx="5070">
                  <c:v>0.16666666666666666</c:v>
                </c:pt>
                <c:pt idx="5071">
                  <c:v>0.16666666666666666</c:v>
                </c:pt>
                <c:pt idx="5072">
                  <c:v>0.1668148148148148</c:v>
                </c:pt>
                <c:pt idx="5073">
                  <c:v>0.1668148148148148</c:v>
                </c:pt>
                <c:pt idx="5074">
                  <c:v>0.1668148148148148</c:v>
                </c:pt>
                <c:pt idx="5075">
                  <c:v>0.1668148148148148</c:v>
                </c:pt>
                <c:pt idx="5076">
                  <c:v>0.1668148148148148</c:v>
                </c:pt>
                <c:pt idx="5077">
                  <c:v>0.1668148148148148</c:v>
                </c:pt>
                <c:pt idx="5078">
                  <c:v>0.1668148148148148</c:v>
                </c:pt>
                <c:pt idx="5079">
                  <c:v>0.1668148148148148</c:v>
                </c:pt>
                <c:pt idx="5080">
                  <c:v>0.1668148148148148</c:v>
                </c:pt>
                <c:pt idx="5081">
                  <c:v>0.16696296296296295</c:v>
                </c:pt>
                <c:pt idx="5082">
                  <c:v>0.16696296296296295</c:v>
                </c:pt>
                <c:pt idx="5083">
                  <c:v>0.1671111111111111</c:v>
                </c:pt>
                <c:pt idx="5084">
                  <c:v>0.1671111111111111</c:v>
                </c:pt>
                <c:pt idx="5085">
                  <c:v>0.16725925925925925</c:v>
                </c:pt>
                <c:pt idx="5086">
                  <c:v>0.16725925925925925</c:v>
                </c:pt>
                <c:pt idx="5087">
                  <c:v>0.16725925925925925</c:v>
                </c:pt>
                <c:pt idx="5088">
                  <c:v>0.16725925925925925</c:v>
                </c:pt>
                <c:pt idx="5089">
                  <c:v>0.16725925925925925</c:v>
                </c:pt>
                <c:pt idx="5090">
                  <c:v>0.16725925925925925</c:v>
                </c:pt>
                <c:pt idx="5091">
                  <c:v>0.16725925925925925</c:v>
                </c:pt>
                <c:pt idx="5092">
                  <c:v>0.16725925925925925</c:v>
                </c:pt>
                <c:pt idx="5093">
                  <c:v>0.16740740740740739</c:v>
                </c:pt>
                <c:pt idx="5094">
                  <c:v>0.16740740740740739</c:v>
                </c:pt>
                <c:pt idx="5095">
                  <c:v>0.16740740740740739</c:v>
                </c:pt>
                <c:pt idx="5096">
                  <c:v>0.16740740740740739</c:v>
                </c:pt>
                <c:pt idx="5097">
                  <c:v>0.16755555555555557</c:v>
                </c:pt>
                <c:pt idx="5098">
                  <c:v>0.16755555555555557</c:v>
                </c:pt>
                <c:pt idx="5099">
                  <c:v>0.16755555555555557</c:v>
                </c:pt>
                <c:pt idx="5100">
                  <c:v>0.16770370370370372</c:v>
                </c:pt>
                <c:pt idx="5101">
                  <c:v>0.16770370370370372</c:v>
                </c:pt>
                <c:pt idx="5102">
                  <c:v>0.16770370370370372</c:v>
                </c:pt>
                <c:pt idx="5103">
                  <c:v>0.16770370370370372</c:v>
                </c:pt>
                <c:pt idx="5104">
                  <c:v>0.16785185185185186</c:v>
                </c:pt>
                <c:pt idx="5105">
                  <c:v>0.16785185185185186</c:v>
                </c:pt>
                <c:pt idx="5106">
                  <c:v>0.16785185185185186</c:v>
                </c:pt>
                <c:pt idx="5107">
                  <c:v>0.16800000000000001</c:v>
                </c:pt>
                <c:pt idx="5108">
                  <c:v>0.16800000000000001</c:v>
                </c:pt>
                <c:pt idx="5109">
                  <c:v>0.16800000000000001</c:v>
                </c:pt>
                <c:pt idx="5110">
                  <c:v>0.16800000000000001</c:v>
                </c:pt>
                <c:pt idx="5111">
                  <c:v>0.16800000000000001</c:v>
                </c:pt>
                <c:pt idx="5112">
                  <c:v>0.16800000000000001</c:v>
                </c:pt>
                <c:pt idx="5113">
                  <c:v>0.16800000000000001</c:v>
                </c:pt>
                <c:pt idx="5114">
                  <c:v>0.16800000000000001</c:v>
                </c:pt>
                <c:pt idx="5115">
                  <c:v>0.16800000000000001</c:v>
                </c:pt>
                <c:pt idx="5116">
                  <c:v>0.16800000000000001</c:v>
                </c:pt>
                <c:pt idx="5117">
                  <c:v>0.16800000000000001</c:v>
                </c:pt>
                <c:pt idx="5118">
                  <c:v>0.16814814814814816</c:v>
                </c:pt>
                <c:pt idx="5119">
                  <c:v>0.16814814814814816</c:v>
                </c:pt>
                <c:pt idx="5120">
                  <c:v>0.16814814814814816</c:v>
                </c:pt>
                <c:pt idx="5121">
                  <c:v>0.16814814814814816</c:v>
                </c:pt>
                <c:pt idx="5122">
                  <c:v>0.16814814814814816</c:v>
                </c:pt>
                <c:pt idx="5123">
                  <c:v>0.16814814814814816</c:v>
                </c:pt>
                <c:pt idx="5124">
                  <c:v>0.1682962962962963</c:v>
                </c:pt>
                <c:pt idx="5125">
                  <c:v>0.1682962962962963</c:v>
                </c:pt>
                <c:pt idx="5126">
                  <c:v>0.16844444444444445</c:v>
                </c:pt>
                <c:pt idx="5127">
                  <c:v>0.16844444444444445</c:v>
                </c:pt>
                <c:pt idx="5128">
                  <c:v>0.16844444444444445</c:v>
                </c:pt>
                <c:pt idx="5129">
                  <c:v>0.16844444444444445</c:v>
                </c:pt>
                <c:pt idx="5130">
                  <c:v>0.16844444444444445</c:v>
                </c:pt>
                <c:pt idx="5131">
                  <c:v>0.16844444444444445</c:v>
                </c:pt>
                <c:pt idx="5132">
                  <c:v>0.16844444444444445</c:v>
                </c:pt>
                <c:pt idx="5133">
                  <c:v>0.16844444444444445</c:v>
                </c:pt>
                <c:pt idx="5134">
                  <c:v>0.16844444444444445</c:v>
                </c:pt>
                <c:pt idx="5135">
                  <c:v>0.16844444444444445</c:v>
                </c:pt>
                <c:pt idx="5136">
                  <c:v>0.1685925925925926</c:v>
                </c:pt>
                <c:pt idx="5137">
                  <c:v>0.16874074074074075</c:v>
                </c:pt>
                <c:pt idx="5138">
                  <c:v>0.16874074074074075</c:v>
                </c:pt>
                <c:pt idx="5139">
                  <c:v>0.16874074074074075</c:v>
                </c:pt>
                <c:pt idx="5140">
                  <c:v>0.16874074074074075</c:v>
                </c:pt>
                <c:pt idx="5141">
                  <c:v>0.16874074074074075</c:v>
                </c:pt>
                <c:pt idx="5142">
                  <c:v>0.16874074074074075</c:v>
                </c:pt>
                <c:pt idx="5143">
                  <c:v>0.16874074074074075</c:v>
                </c:pt>
                <c:pt idx="5144">
                  <c:v>0.16874074074074075</c:v>
                </c:pt>
                <c:pt idx="5145">
                  <c:v>0.16874074074074075</c:v>
                </c:pt>
                <c:pt idx="5146">
                  <c:v>0.16874074074074075</c:v>
                </c:pt>
                <c:pt idx="5147">
                  <c:v>0.16874074074074075</c:v>
                </c:pt>
                <c:pt idx="5148">
                  <c:v>0.16874074074074075</c:v>
                </c:pt>
                <c:pt idx="5149">
                  <c:v>0.16874074074074075</c:v>
                </c:pt>
                <c:pt idx="5150">
                  <c:v>0.16888888888888889</c:v>
                </c:pt>
                <c:pt idx="5151">
                  <c:v>0.16888888888888889</c:v>
                </c:pt>
                <c:pt idx="5152">
                  <c:v>0.16888888888888889</c:v>
                </c:pt>
                <c:pt idx="5153">
                  <c:v>0.16888888888888889</c:v>
                </c:pt>
                <c:pt idx="5154">
                  <c:v>0.16888888888888889</c:v>
                </c:pt>
                <c:pt idx="5155">
                  <c:v>0.16888888888888889</c:v>
                </c:pt>
                <c:pt idx="5156">
                  <c:v>0.16888888888888889</c:v>
                </c:pt>
                <c:pt idx="5157">
                  <c:v>0.16888888888888889</c:v>
                </c:pt>
                <c:pt idx="5158">
                  <c:v>0.16888888888888889</c:v>
                </c:pt>
                <c:pt idx="5159">
                  <c:v>0.16888888888888889</c:v>
                </c:pt>
                <c:pt idx="5160">
                  <c:v>0.16888888888888889</c:v>
                </c:pt>
                <c:pt idx="5161">
                  <c:v>0.16888888888888889</c:v>
                </c:pt>
                <c:pt idx="5162">
                  <c:v>0.16888888888888889</c:v>
                </c:pt>
                <c:pt idx="5163">
                  <c:v>0.16888888888888889</c:v>
                </c:pt>
                <c:pt idx="5164">
                  <c:v>0.16888888888888889</c:v>
                </c:pt>
                <c:pt idx="5165">
                  <c:v>0.16888888888888889</c:v>
                </c:pt>
                <c:pt idx="5166">
                  <c:v>0.16903703703703704</c:v>
                </c:pt>
                <c:pt idx="5167">
                  <c:v>0.16903703703703704</c:v>
                </c:pt>
                <c:pt idx="5168">
                  <c:v>0.16903703703703704</c:v>
                </c:pt>
                <c:pt idx="5169">
                  <c:v>0.16903703703703704</c:v>
                </c:pt>
                <c:pt idx="5170">
                  <c:v>0.16903703703703704</c:v>
                </c:pt>
                <c:pt idx="5171">
                  <c:v>0.16903703703703704</c:v>
                </c:pt>
                <c:pt idx="5172">
                  <c:v>0.16903703703703704</c:v>
                </c:pt>
                <c:pt idx="5173">
                  <c:v>0.16903703703703704</c:v>
                </c:pt>
                <c:pt idx="5174">
                  <c:v>0.16903703703703704</c:v>
                </c:pt>
                <c:pt idx="5175">
                  <c:v>0.16903703703703704</c:v>
                </c:pt>
                <c:pt idx="5176">
                  <c:v>0.16903703703703704</c:v>
                </c:pt>
                <c:pt idx="5177">
                  <c:v>0.16903703703703704</c:v>
                </c:pt>
                <c:pt idx="5178">
                  <c:v>0.16903703703703704</c:v>
                </c:pt>
                <c:pt idx="5179">
                  <c:v>0.16903703703703704</c:v>
                </c:pt>
                <c:pt idx="5180">
                  <c:v>0.16903703703703704</c:v>
                </c:pt>
                <c:pt idx="5181">
                  <c:v>0.16903703703703704</c:v>
                </c:pt>
                <c:pt idx="5182">
                  <c:v>0.16903703703703704</c:v>
                </c:pt>
                <c:pt idx="5183">
                  <c:v>0.16903703703703704</c:v>
                </c:pt>
                <c:pt idx="5184">
                  <c:v>0.16903703703703704</c:v>
                </c:pt>
                <c:pt idx="5185">
                  <c:v>0.16918518518518519</c:v>
                </c:pt>
                <c:pt idx="5186">
                  <c:v>0.16918518518518519</c:v>
                </c:pt>
                <c:pt idx="5187">
                  <c:v>0.16918518518518519</c:v>
                </c:pt>
                <c:pt idx="5188">
                  <c:v>0.16918518518518519</c:v>
                </c:pt>
                <c:pt idx="5189">
                  <c:v>0.16918518518518519</c:v>
                </c:pt>
                <c:pt idx="5190">
                  <c:v>0.16918518518518519</c:v>
                </c:pt>
                <c:pt idx="5191">
                  <c:v>0.16918518518518519</c:v>
                </c:pt>
                <c:pt idx="5192">
                  <c:v>0.16918518518518519</c:v>
                </c:pt>
                <c:pt idx="5193">
                  <c:v>0.16918518518518519</c:v>
                </c:pt>
                <c:pt idx="5194">
                  <c:v>0.16918518518518519</c:v>
                </c:pt>
                <c:pt idx="5195">
                  <c:v>0.16933333333333334</c:v>
                </c:pt>
                <c:pt idx="5196">
                  <c:v>0.16933333333333334</c:v>
                </c:pt>
                <c:pt idx="5197">
                  <c:v>0.16933333333333334</c:v>
                </c:pt>
                <c:pt idx="5198">
                  <c:v>0.16948148148148148</c:v>
                </c:pt>
                <c:pt idx="5199">
                  <c:v>0.16948148148148148</c:v>
                </c:pt>
                <c:pt idx="5200">
                  <c:v>0.16948148148148148</c:v>
                </c:pt>
                <c:pt idx="5201">
                  <c:v>0.16962962962962963</c:v>
                </c:pt>
                <c:pt idx="5202">
                  <c:v>0.16962962962962963</c:v>
                </c:pt>
                <c:pt idx="5203">
                  <c:v>0.16977777777777778</c:v>
                </c:pt>
                <c:pt idx="5204">
                  <c:v>0.16977777777777778</c:v>
                </c:pt>
                <c:pt idx="5205">
                  <c:v>0.16992592592592592</c:v>
                </c:pt>
                <c:pt idx="5206">
                  <c:v>0.16992592592592592</c:v>
                </c:pt>
                <c:pt idx="5207">
                  <c:v>0.16992592592592592</c:v>
                </c:pt>
                <c:pt idx="5208">
                  <c:v>0.16992592592592592</c:v>
                </c:pt>
                <c:pt idx="5209">
                  <c:v>0.16992592592592592</c:v>
                </c:pt>
                <c:pt idx="5210">
                  <c:v>0.16992592592592592</c:v>
                </c:pt>
                <c:pt idx="5211">
                  <c:v>0.16992592592592592</c:v>
                </c:pt>
                <c:pt idx="5212">
                  <c:v>0.16992592592592592</c:v>
                </c:pt>
                <c:pt idx="5213">
                  <c:v>0.16992592592592592</c:v>
                </c:pt>
                <c:pt idx="5214">
                  <c:v>0.16992592592592592</c:v>
                </c:pt>
                <c:pt idx="5215">
                  <c:v>0.16992592592592592</c:v>
                </c:pt>
                <c:pt idx="5216">
                  <c:v>0.16992592592592592</c:v>
                </c:pt>
                <c:pt idx="5217">
                  <c:v>0.16992592592592592</c:v>
                </c:pt>
                <c:pt idx="5218">
                  <c:v>0.16992592592592592</c:v>
                </c:pt>
                <c:pt idx="5219">
                  <c:v>0.17007407407407407</c:v>
                </c:pt>
                <c:pt idx="5220">
                  <c:v>0.17007407407407407</c:v>
                </c:pt>
                <c:pt idx="5221">
                  <c:v>0.17007407407407407</c:v>
                </c:pt>
                <c:pt idx="5222">
                  <c:v>0.17007407407407407</c:v>
                </c:pt>
                <c:pt idx="5223">
                  <c:v>0.17007407407407407</c:v>
                </c:pt>
                <c:pt idx="5224">
                  <c:v>0.17007407407407407</c:v>
                </c:pt>
                <c:pt idx="5225">
                  <c:v>0.17022222222222222</c:v>
                </c:pt>
                <c:pt idx="5226">
                  <c:v>0.17022222222222222</c:v>
                </c:pt>
                <c:pt idx="5227">
                  <c:v>0.17022222222222222</c:v>
                </c:pt>
                <c:pt idx="5228">
                  <c:v>0.17022222222222222</c:v>
                </c:pt>
                <c:pt idx="5229">
                  <c:v>0.17022222222222222</c:v>
                </c:pt>
                <c:pt idx="5230">
                  <c:v>0.17022222222222222</c:v>
                </c:pt>
                <c:pt idx="5231">
                  <c:v>0.17022222222222222</c:v>
                </c:pt>
                <c:pt idx="5232">
                  <c:v>0.17022222222222222</c:v>
                </c:pt>
                <c:pt idx="5233">
                  <c:v>0.17022222222222222</c:v>
                </c:pt>
                <c:pt idx="5234">
                  <c:v>0.17037037037037037</c:v>
                </c:pt>
                <c:pt idx="5235">
                  <c:v>0.17037037037037037</c:v>
                </c:pt>
                <c:pt idx="5236">
                  <c:v>0.17037037037037037</c:v>
                </c:pt>
                <c:pt idx="5237">
                  <c:v>0.17051851851851851</c:v>
                </c:pt>
                <c:pt idx="5238">
                  <c:v>0.17051851851851851</c:v>
                </c:pt>
                <c:pt idx="5239">
                  <c:v>0.17051851851851851</c:v>
                </c:pt>
                <c:pt idx="5240">
                  <c:v>0.17066666666666666</c:v>
                </c:pt>
                <c:pt idx="5241">
                  <c:v>0.17066666666666666</c:v>
                </c:pt>
                <c:pt idx="5242">
                  <c:v>0.17066666666666666</c:v>
                </c:pt>
                <c:pt idx="5243">
                  <c:v>0.17066666666666666</c:v>
                </c:pt>
                <c:pt idx="5244">
                  <c:v>0.17081481481481481</c:v>
                </c:pt>
                <c:pt idx="5245">
                  <c:v>0.17081481481481481</c:v>
                </c:pt>
                <c:pt idx="5246">
                  <c:v>0.17081481481481481</c:v>
                </c:pt>
                <c:pt idx="5247">
                  <c:v>0.17096296296296296</c:v>
                </c:pt>
                <c:pt idx="5248">
                  <c:v>0.17096296296296296</c:v>
                </c:pt>
                <c:pt idx="5249">
                  <c:v>0.17096296296296296</c:v>
                </c:pt>
                <c:pt idx="5250">
                  <c:v>0.17096296296296296</c:v>
                </c:pt>
                <c:pt idx="5251">
                  <c:v>0.17096296296296296</c:v>
                </c:pt>
                <c:pt idx="5252">
                  <c:v>0.17096296296296296</c:v>
                </c:pt>
                <c:pt idx="5253">
                  <c:v>0.17096296296296296</c:v>
                </c:pt>
                <c:pt idx="5254">
                  <c:v>0.17096296296296296</c:v>
                </c:pt>
                <c:pt idx="5255">
                  <c:v>0.17096296296296296</c:v>
                </c:pt>
                <c:pt idx="5256">
                  <c:v>0.17096296296296296</c:v>
                </c:pt>
                <c:pt idx="5257">
                  <c:v>0.17096296296296296</c:v>
                </c:pt>
                <c:pt idx="5258">
                  <c:v>0.17096296296296296</c:v>
                </c:pt>
                <c:pt idx="5259">
                  <c:v>0.17096296296296296</c:v>
                </c:pt>
                <c:pt idx="5260">
                  <c:v>0.17096296296296296</c:v>
                </c:pt>
                <c:pt idx="5261">
                  <c:v>0.17096296296296296</c:v>
                </c:pt>
                <c:pt idx="5262">
                  <c:v>0.17096296296296296</c:v>
                </c:pt>
                <c:pt idx="5263">
                  <c:v>0.17096296296296296</c:v>
                </c:pt>
                <c:pt idx="5264">
                  <c:v>0.17096296296296296</c:v>
                </c:pt>
                <c:pt idx="5265">
                  <c:v>0.17096296296296296</c:v>
                </c:pt>
                <c:pt idx="5266">
                  <c:v>0.17096296296296296</c:v>
                </c:pt>
                <c:pt idx="5267">
                  <c:v>0.17096296296296296</c:v>
                </c:pt>
                <c:pt idx="5268">
                  <c:v>0.17096296296296296</c:v>
                </c:pt>
                <c:pt idx="5269">
                  <c:v>0.17096296296296296</c:v>
                </c:pt>
                <c:pt idx="5270">
                  <c:v>0.17096296296296296</c:v>
                </c:pt>
                <c:pt idx="5271">
                  <c:v>0.17096296296296296</c:v>
                </c:pt>
                <c:pt idx="5272">
                  <c:v>0.17096296296296296</c:v>
                </c:pt>
                <c:pt idx="5273">
                  <c:v>0.17096296296296296</c:v>
                </c:pt>
                <c:pt idx="5274">
                  <c:v>0.17096296296296296</c:v>
                </c:pt>
                <c:pt idx="5275">
                  <c:v>0.17096296296296296</c:v>
                </c:pt>
                <c:pt idx="5276">
                  <c:v>0.17096296296296296</c:v>
                </c:pt>
                <c:pt idx="5277">
                  <c:v>0.17096296296296296</c:v>
                </c:pt>
                <c:pt idx="5278">
                  <c:v>0.17096296296296296</c:v>
                </c:pt>
                <c:pt idx="5279">
                  <c:v>0.17096296296296296</c:v>
                </c:pt>
                <c:pt idx="5280">
                  <c:v>0.17096296296296296</c:v>
                </c:pt>
                <c:pt idx="5281">
                  <c:v>0.17096296296296296</c:v>
                </c:pt>
                <c:pt idx="5282">
                  <c:v>0.17096296296296296</c:v>
                </c:pt>
                <c:pt idx="5283">
                  <c:v>0.17096296296296296</c:v>
                </c:pt>
                <c:pt idx="5284">
                  <c:v>0.17096296296296296</c:v>
                </c:pt>
                <c:pt idx="5285">
                  <c:v>0.17096296296296296</c:v>
                </c:pt>
                <c:pt idx="5286">
                  <c:v>0.17096296296296296</c:v>
                </c:pt>
                <c:pt idx="5287">
                  <c:v>0.17096296296296296</c:v>
                </c:pt>
                <c:pt idx="5288">
                  <c:v>0.17096296296296296</c:v>
                </c:pt>
                <c:pt idx="5289">
                  <c:v>0.1711111111111111</c:v>
                </c:pt>
                <c:pt idx="5290">
                  <c:v>0.17125925925925925</c:v>
                </c:pt>
                <c:pt idx="5291">
                  <c:v>0.17125925925925925</c:v>
                </c:pt>
                <c:pt idx="5292">
                  <c:v>0.17125925925925925</c:v>
                </c:pt>
                <c:pt idx="5293">
                  <c:v>0.17125925925925925</c:v>
                </c:pt>
                <c:pt idx="5294">
                  <c:v>0.17125925925925925</c:v>
                </c:pt>
                <c:pt idx="5295">
                  <c:v>0.17125925925925925</c:v>
                </c:pt>
                <c:pt idx="5296">
                  <c:v>0.17125925925925925</c:v>
                </c:pt>
                <c:pt idx="5297">
                  <c:v>0.17125925925925925</c:v>
                </c:pt>
                <c:pt idx="5298">
                  <c:v>0.17125925925925925</c:v>
                </c:pt>
                <c:pt idx="5299">
                  <c:v>0.17125925925925925</c:v>
                </c:pt>
                <c:pt idx="5300">
                  <c:v>0.17125925925925925</c:v>
                </c:pt>
                <c:pt idx="5301">
                  <c:v>0.1714074074074074</c:v>
                </c:pt>
                <c:pt idx="5302">
                  <c:v>0.1714074074074074</c:v>
                </c:pt>
                <c:pt idx="5303">
                  <c:v>0.1714074074074074</c:v>
                </c:pt>
                <c:pt idx="5304">
                  <c:v>0.1714074074074074</c:v>
                </c:pt>
                <c:pt idx="5305">
                  <c:v>0.17155555555555554</c:v>
                </c:pt>
                <c:pt idx="5306">
                  <c:v>0.17155555555555554</c:v>
                </c:pt>
                <c:pt idx="5307">
                  <c:v>0.17155555555555554</c:v>
                </c:pt>
                <c:pt idx="5308">
                  <c:v>0.17170370370370369</c:v>
                </c:pt>
                <c:pt idx="5309">
                  <c:v>0.17170370370370369</c:v>
                </c:pt>
                <c:pt idx="5310">
                  <c:v>0.17185185185185184</c:v>
                </c:pt>
                <c:pt idx="5311">
                  <c:v>0.17199999999999999</c:v>
                </c:pt>
                <c:pt idx="5312">
                  <c:v>0.17199999999999999</c:v>
                </c:pt>
                <c:pt idx="5313">
                  <c:v>0.17214814814814816</c:v>
                </c:pt>
                <c:pt idx="5314">
                  <c:v>0.17214814814814816</c:v>
                </c:pt>
                <c:pt idx="5315">
                  <c:v>0.17214814814814816</c:v>
                </c:pt>
                <c:pt idx="5316">
                  <c:v>0.17214814814814816</c:v>
                </c:pt>
                <c:pt idx="5317">
                  <c:v>0.17214814814814816</c:v>
                </c:pt>
                <c:pt idx="5318">
                  <c:v>0.17214814814814816</c:v>
                </c:pt>
                <c:pt idx="5319">
                  <c:v>0.17214814814814816</c:v>
                </c:pt>
                <c:pt idx="5320">
                  <c:v>0.17214814814814816</c:v>
                </c:pt>
                <c:pt idx="5321">
                  <c:v>0.17214814814814816</c:v>
                </c:pt>
                <c:pt idx="5322">
                  <c:v>0.17214814814814816</c:v>
                </c:pt>
                <c:pt idx="5323">
                  <c:v>0.17214814814814816</c:v>
                </c:pt>
                <c:pt idx="5324">
                  <c:v>0.17214814814814816</c:v>
                </c:pt>
                <c:pt idx="5325">
                  <c:v>0.17229629629629631</c:v>
                </c:pt>
                <c:pt idx="5326">
                  <c:v>0.17229629629629631</c:v>
                </c:pt>
                <c:pt idx="5327">
                  <c:v>0.17244444444444446</c:v>
                </c:pt>
                <c:pt idx="5328">
                  <c:v>0.1725925925925926</c:v>
                </c:pt>
                <c:pt idx="5329">
                  <c:v>0.1725925925925926</c:v>
                </c:pt>
                <c:pt idx="5330">
                  <c:v>0.1725925925925926</c:v>
                </c:pt>
                <c:pt idx="5331">
                  <c:v>0.1725925925925926</c:v>
                </c:pt>
                <c:pt idx="5332">
                  <c:v>0.1725925925925926</c:v>
                </c:pt>
                <c:pt idx="5333">
                  <c:v>0.17274074074074075</c:v>
                </c:pt>
                <c:pt idx="5334">
                  <c:v>0.17274074074074075</c:v>
                </c:pt>
                <c:pt idx="5335">
                  <c:v>0.17274074074074075</c:v>
                </c:pt>
                <c:pt idx="5336">
                  <c:v>0.17274074074074075</c:v>
                </c:pt>
                <c:pt idx="5337">
                  <c:v>0.17274074074074075</c:v>
                </c:pt>
                <c:pt idx="5338">
                  <c:v>0.17274074074074075</c:v>
                </c:pt>
                <c:pt idx="5339">
                  <c:v>0.1728888888888889</c:v>
                </c:pt>
                <c:pt idx="5340">
                  <c:v>0.1728888888888889</c:v>
                </c:pt>
                <c:pt idx="5341">
                  <c:v>0.17303703703703704</c:v>
                </c:pt>
                <c:pt idx="5342">
                  <c:v>0.17318518518518519</c:v>
                </c:pt>
                <c:pt idx="5343">
                  <c:v>0.17318518518518519</c:v>
                </c:pt>
                <c:pt idx="5344">
                  <c:v>0.17318518518518519</c:v>
                </c:pt>
                <c:pt idx="5345">
                  <c:v>0.17318518518518519</c:v>
                </c:pt>
                <c:pt idx="5346">
                  <c:v>0.17318518518518519</c:v>
                </c:pt>
                <c:pt idx="5347">
                  <c:v>0.17318518518518519</c:v>
                </c:pt>
                <c:pt idx="5348">
                  <c:v>0.17318518518518519</c:v>
                </c:pt>
                <c:pt idx="5349">
                  <c:v>0.17318518518518519</c:v>
                </c:pt>
                <c:pt idx="5350">
                  <c:v>0.17318518518518519</c:v>
                </c:pt>
                <c:pt idx="5351">
                  <c:v>0.17318518518518519</c:v>
                </c:pt>
                <c:pt idx="5352">
                  <c:v>0.17318518518518519</c:v>
                </c:pt>
                <c:pt idx="5353">
                  <c:v>0.17333333333333334</c:v>
                </c:pt>
                <c:pt idx="5354">
                  <c:v>0.17348148148148149</c:v>
                </c:pt>
                <c:pt idx="5355">
                  <c:v>0.17348148148148149</c:v>
                </c:pt>
                <c:pt idx="5356">
                  <c:v>0.17348148148148149</c:v>
                </c:pt>
                <c:pt idx="5357">
                  <c:v>0.17348148148148149</c:v>
                </c:pt>
                <c:pt idx="5358">
                  <c:v>0.17348148148148149</c:v>
                </c:pt>
                <c:pt idx="5359">
                  <c:v>0.17348148148148149</c:v>
                </c:pt>
                <c:pt idx="5360">
                  <c:v>0.17348148148148149</c:v>
                </c:pt>
                <c:pt idx="5361">
                  <c:v>0.17348148148148149</c:v>
                </c:pt>
                <c:pt idx="5362">
                  <c:v>0.17362962962962963</c:v>
                </c:pt>
                <c:pt idx="5363">
                  <c:v>0.17362962962962963</c:v>
                </c:pt>
                <c:pt idx="5364">
                  <c:v>0.17362962962962963</c:v>
                </c:pt>
                <c:pt idx="5365">
                  <c:v>0.17362962962962963</c:v>
                </c:pt>
                <c:pt idx="5366">
                  <c:v>0.17362962962962963</c:v>
                </c:pt>
                <c:pt idx="5367">
                  <c:v>0.17362962962962963</c:v>
                </c:pt>
                <c:pt idx="5368">
                  <c:v>0.17362962962962963</c:v>
                </c:pt>
                <c:pt idx="5369">
                  <c:v>0.17362962962962963</c:v>
                </c:pt>
                <c:pt idx="5370">
                  <c:v>0.17362962962962963</c:v>
                </c:pt>
                <c:pt idx="5371">
                  <c:v>0.17362962962962963</c:v>
                </c:pt>
                <c:pt idx="5372">
                  <c:v>0.17362962962962963</c:v>
                </c:pt>
                <c:pt idx="5373">
                  <c:v>0.17362962962962963</c:v>
                </c:pt>
                <c:pt idx="5374">
                  <c:v>0.17362962962962963</c:v>
                </c:pt>
                <c:pt idx="5375">
                  <c:v>0.17362962962962963</c:v>
                </c:pt>
                <c:pt idx="5376">
                  <c:v>0.17377777777777778</c:v>
                </c:pt>
                <c:pt idx="5377">
                  <c:v>0.17377777777777778</c:v>
                </c:pt>
                <c:pt idx="5378">
                  <c:v>0.17392592592592593</c:v>
                </c:pt>
                <c:pt idx="5379">
                  <c:v>0.17392592592592593</c:v>
                </c:pt>
                <c:pt idx="5380">
                  <c:v>0.17392592592592593</c:v>
                </c:pt>
                <c:pt idx="5381">
                  <c:v>0.17407407407407408</c:v>
                </c:pt>
                <c:pt idx="5382">
                  <c:v>0.17407407407407408</c:v>
                </c:pt>
                <c:pt idx="5383">
                  <c:v>0.17407407407407408</c:v>
                </c:pt>
                <c:pt idx="5384">
                  <c:v>0.17422222222222222</c:v>
                </c:pt>
                <c:pt idx="5385">
                  <c:v>0.17437037037037037</c:v>
                </c:pt>
                <c:pt idx="5386">
                  <c:v>0.17437037037037037</c:v>
                </c:pt>
                <c:pt idx="5387">
                  <c:v>0.17451851851851852</c:v>
                </c:pt>
                <c:pt idx="5388">
                  <c:v>0.17466666666666666</c:v>
                </c:pt>
                <c:pt idx="5389">
                  <c:v>0.17466666666666666</c:v>
                </c:pt>
                <c:pt idx="5390">
                  <c:v>0.17466666666666666</c:v>
                </c:pt>
                <c:pt idx="5391">
                  <c:v>0.17466666666666666</c:v>
                </c:pt>
                <c:pt idx="5392">
                  <c:v>0.17466666666666666</c:v>
                </c:pt>
                <c:pt idx="5393">
                  <c:v>0.17466666666666666</c:v>
                </c:pt>
                <c:pt idx="5394">
                  <c:v>0.17466666666666666</c:v>
                </c:pt>
                <c:pt idx="5395">
                  <c:v>0.17466666666666666</c:v>
                </c:pt>
                <c:pt idx="5396">
                  <c:v>0.17481481481481481</c:v>
                </c:pt>
                <c:pt idx="5397">
                  <c:v>0.17481481481481481</c:v>
                </c:pt>
                <c:pt idx="5398">
                  <c:v>0.17481481481481481</c:v>
                </c:pt>
                <c:pt idx="5399">
                  <c:v>0.17481481481481481</c:v>
                </c:pt>
                <c:pt idx="5400">
                  <c:v>0.17481481481481481</c:v>
                </c:pt>
                <c:pt idx="5401">
                  <c:v>0.17481481481481481</c:v>
                </c:pt>
                <c:pt idx="5402">
                  <c:v>0.17496296296296296</c:v>
                </c:pt>
                <c:pt idx="5403">
                  <c:v>0.17496296296296296</c:v>
                </c:pt>
                <c:pt idx="5404">
                  <c:v>0.17496296296296296</c:v>
                </c:pt>
                <c:pt idx="5405">
                  <c:v>0.17496296296296296</c:v>
                </c:pt>
                <c:pt idx="5406">
                  <c:v>0.17496296296296296</c:v>
                </c:pt>
                <c:pt idx="5407">
                  <c:v>0.17496296296296296</c:v>
                </c:pt>
                <c:pt idx="5408">
                  <c:v>0.17496296296296296</c:v>
                </c:pt>
                <c:pt idx="5409">
                  <c:v>0.17496296296296296</c:v>
                </c:pt>
                <c:pt idx="5410">
                  <c:v>0.17496296296296296</c:v>
                </c:pt>
                <c:pt idx="5411">
                  <c:v>0.17496296296296296</c:v>
                </c:pt>
                <c:pt idx="5412">
                  <c:v>0.17496296296296296</c:v>
                </c:pt>
                <c:pt idx="5413">
                  <c:v>0.17496296296296296</c:v>
                </c:pt>
                <c:pt idx="5414">
                  <c:v>0.17496296296296296</c:v>
                </c:pt>
                <c:pt idx="5415">
                  <c:v>0.17511111111111111</c:v>
                </c:pt>
                <c:pt idx="5416">
                  <c:v>0.17511111111111111</c:v>
                </c:pt>
                <c:pt idx="5417">
                  <c:v>0.17511111111111111</c:v>
                </c:pt>
                <c:pt idx="5418">
                  <c:v>0.17511111111111111</c:v>
                </c:pt>
                <c:pt idx="5419">
                  <c:v>0.17511111111111111</c:v>
                </c:pt>
                <c:pt idx="5420">
                  <c:v>0.17511111111111111</c:v>
                </c:pt>
                <c:pt idx="5421">
                  <c:v>0.17511111111111111</c:v>
                </c:pt>
                <c:pt idx="5422">
                  <c:v>0.17511111111111111</c:v>
                </c:pt>
                <c:pt idx="5423">
                  <c:v>0.17525925925925925</c:v>
                </c:pt>
                <c:pt idx="5424">
                  <c:v>0.1754074074074074</c:v>
                </c:pt>
                <c:pt idx="5425">
                  <c:v>0.17555555555555555</c:v>
                </c:pt>
                <c:pt idx="5426">
                  <c:v>0.17555555555555555</c:v>
                </c:pt>
                <c:pt idx="5427">
                  <c:v>0.17555555555555555</c:v>
                </c:pt>
                <c:pt idx="5428">
                  <c:v>0.17555555555555555</c:v>
                </c:pt>
                <c:pt idx="5429">
                  <c:v>0.17555555555555555</c:v>
                </c:pt>
                <c:pt idx="5430">
                  <c:v>0.17555555555555555</c:v>
                </c:pt>
                <c:pt idx="5431">
                  <c:v>0.1757037037037037</c:v>
                </c:pt>
                <c:pt idx="5432">
                  <c:v>0.1757037037037037</c:v>
                </c:pt>
                <c:pt idx="5433">
                  <c:v>0.17585185185185184</c:v>
                </c:pt>
                <c:pt idx="5434">
                  <c:v>0.17585185185185184</c:v>
                </c:pt>
                <c:pt idx="5435">
                  <c:v>0.17585185185185184</c:v>
                </c:pt>
                <c:pt idx="5436">
                  <c:v>0.17585185185185184</c:v>
                </c:pt>
                <c:pt idx="5437">
                  <c:v>0.17599999999999999</c:v>
                </c:pt>
                <c:pt idx="5438">
                  <c:v>0.17599999999999999</c:v>
                </c:pt>
                <c:pt idx="5439">
                  <c:v>0.17614814814814814</c:v>
                </c:pt>
                <c:pt idx="5440">
                  <c:v>0.17614814814814814</c:v>
                </c:pt>
                <c:pt idx="5441">
                  <c:v>0.17614814814814814</c:v>
                </c:pt>
                <c:pt idx="5442">
                  <c:v>0.17614814814814814</c:v>
                </c:pt>
                <c:pt idx="5443">
                  <c:v>0.17614814814814814</c:v>
                </c:pt>
                <c:pt idx="5444">
                  <c:v>0.17614814814814814</c:v>
                </c:pt>
                <c:pt idx="5445">
                  <c:v>0.17614814814814814</c:v>
                </c:pt>
                <c:pt idx="5446">
                  <c:v>0.17614814814814814</c:v>
                </c:pt>
                <c:pt idx="5447">
                  <c:v>0.17629629629629628</c:v>
                </c:pt>
                <c:pt idx="5448">
                  <c:v>0.17644444444444443</c:v>
                </c:pt>
                <c:pt idx="5449">
                  <c:v>0.17644444444444443</c:v>
                </c:pt>
                <c:pt idx="5450">
                  <c:v>0.17659259259259258</c:v>
                </c:pt>
                <c:pt idx="5451">
                  <c:v>0.17674074074074075</c:v>
                </c:pt>
                <c:pt idx="5452">
                  <c:v>0.17674074074074075</c:v>
                </c:pt>
                <c:pt idx="5453">
                  <c:v>0.1768888888888889</c:v>
                </c:pt>
                <c:pt idx="5454">
                  <c:v>0.1768888888888889</c:v>
                </c:pt>
                <c:pt idx="5455">
                  <c:v>0.1768888888888889</c:v>
                </c:pt>
                <c:pt idx="5456">
                  <c:v>0.1768888888888889</c:v>
                </c:pt>
                <c:pt idx="5457">
                  <c:v>0.1768888888888889</c:v>
                </c:pt>
                <c:pt idx="5458">
                  <c:v>0.17703703703703705</c:v>
                </c:pt>
                <c:pt idx="5459">
                  <c:v>0.17703703703703705</c:v>
                </c:pt>
                <c:pt idx="5460">
                  <c:v>0.17703703703703705</c:v>
                </c:pt>
                <c:pt idx="5461">
                  <c:v>0.17703703703703705</c:v>
                </c:pt>
                <c:pt idx="5462">
                  <c:v>0.17703703703703705</c:v>
                </c:pt>
                <c:pt idx="5463">
                  <c:v>0.17703703703703705</c:v>
                </c:pt>
                <c:pt idx="5464">
                  <c:v>0.17703703703703705</c:v>
                </c:pt>
                <c:pt idx="5465">
                  <c:v>0.17703703703703705</c:v>
                </c:pt>
                <c:pt idx="5466">
                  <c:v>0.17703703703703705</c:v>
                </c:pt>
                <c:pt idx="5467">
                  <c:v>0.17703703703703705</c:v>
                </c:pt>
                <c:pt idx="5468">
                  <c:v>0.1771851851851852</c:v>
                </c:pt>
                <c:pt idx="5469">
                  <c:v>0.1771851851851852</c:v>
                </c:pt>
                <c:pt idx="5470">
                  <c:v>0.17733333333333334</c:v>
                </c:pt>
                <c:pt idx="5471">
                  <c:v>0.17733333333333334</c:v>
                </c:pt>
                <c:pt idx="5472">
                  <c:v>0.17733333333333334</c:v>
                </c:pt>
                <c:pt idx="5473">
                  <c:v>0.17733333333333334</c:v>
                </c:pt>
                <c:pt idx="5474">
                  <c:v>0.17733333333333334</c:v>
                </c:pt>
                <c:pt idx="5475">
                  <c:v>0.17733333333333334</c:v>
                </c:pt>
                <c:pt idx="5476">
                  <c:v>0.17733333333333334</c:v>
                </c:pt>
                <c:pt idx="5477">
                  <c:v>0.17733333333333334</c:v>
                </c:pt>
                <c:pt idx="5478">
                  <c:v>0.17748148148148149</c:v>
                </c:pt>
                <c:pt idx="5479">
                  <c:v>0.17748148148148149</c:v>
                </c:pt>
                <c:pt idx="5480">
                  <c:v>0.17748148148148149</c:v>
                </c:pt>
                <c:pt idx="5481">
                  <c:v>0.17748148148148149</c:v>
                </c:pt>
                <c:pt idx="5482">
                  <c:v>0.17748148148148149</c:v>
                </c:pt>
                <c:pt idx="5483">
                  <c:v>0.17748148148148149</c:v>
                </c:pt>
                <c:pt idx="5484">
                  <c:v>0.17748148148148149</c:v>
                </c:pt>
                <c:pt idx="5485">
                  <c:v>0.17748148148148149</c:v>
                </c:pt>
                <c:pt idx="5486">
                  <c:v>0.17748148148148149</c:v>
                </c:pt>
                <c:pt idx="5487">
                  <c:v>0.17748148148148149</c:v>
                </c:pt>
                <c:pt idx="5488">
                  <c:v>0.17748148148148149</c:v>
                </c:pt>
                <c:pt idx="5489">
                  <c:v>0.17748148148148149</c:v>
                </c:pt>
                <c:pt idx="5490">
                  <c:v>0.17762962962962964</c:v>
                </c:pt>
                <c:pt idx="5491">
                  <c:v>0.17762962962962964</c:v>
                </c:pt>
                <c:pt idx="5492">
                  <c:v>0.17762962962962964</c:v>
                </c:pt>
                <c:pt idx="5493">
                  <c:v>0.17762962962962964</c:v>
                </c:pt>
                <c:pt idx="5494">
                  <c:v>0.17762962962962964</c:v>
                </c:pt>
                <c:pt idx="5495">
                  <c:v>0.17762962962962964</c:v>
                </c:pt>
                <c:pt idx="5496">
                  <c:v>0.17762962962962964</c:v>
                </c:pt>
                <c:pt idx="5497">
                  <c:v>0.17762962962962964</c:v>
                </c:pt>
                <c:pt idx="5498">
                  <c:v>0.17762962962962964</c:v>
                </c:pt>
                <c:pt idx="5499">
                  <c:v>0.17762962962962964</c:v>
                </c:pt>
                <c:pt idx="5500">
                  <c:v>0.17777777777777778</c:v>
                </c:pt>
                <c:pt idx="5501">
                  <c:v>0.17777777777777778</c:v>
                </c:pt>
                <c:pt idx="5502">
                  <c:v>0.17792592592592593</c:v>
                </c:pt>
                <c:pt idx="5503">
                  <c:v>0.17807407407407408</c:v>
                </c:pt>
                <c:pt idx="5504">
                  <c:v>0.17822222222222223</c:v>
                </c:pt>
                <c:pt idx="5505">
                  <c:v>0.17822222222222223</c:v>
                </c:pt>
                <c:pt idx="5506">
                  <c:v>0.17822222222222223</c:v>
                </c:pt>
                <c:pt idx="5507">
                  <c:v>0.17822222222222223</c:v>
                </c:pt>
                <c:pt idx="5508">
                  <c:v>0.17822222222222223</c:v>
                </c:pt>
                <c:pt idx="5509">
                  <c:v>0.17822222222222223</c:v>
                </c:pt>
                <c:pt idx="5510">
                  <c:v>0.17822222222222223</c:v>
                </c:pt>
                <c:pt idx="5511">
                  <c:v>0.17837037037037037</c:v>
                </c:pt>
                <c:pt idx="5512">
                  <c:v>0.17837037037037037</c:v>
                </c:pt>
                <c:pt idx="5513">
                  <c:v>0.17837037037037037</c:v>
                </c:pt>
                <c:pt idx="5514">
                  <c:v>0.17837037037037037</c:v>
                </c:pt>
                <c:pt idx="5515">
                  <c:v>0.17837037037037037</c:v>
                </c:pt>
                <c:pt idx="5516">
                  <c:v>0.17837037037037037</c:v>
                </c:pt>
                <c:pt idx="5517">
                  <c:v>0.17837037037037037</c:v>
                </c:pt>
                <c:pt idx="5518">
                  <c:v>0.17837037037037037</c:v>
                </c:pt>
                <c:pt idx="5519">
                  <c:v>0.17837037037037037</c:v>
                </c:pt>
                <c:pt idx="5520">
                  <c:v>0.17837037037037037</c:v>
                </c:pt>
                <c:pt idx="5521">
                  <c:v>0.17837037037037037</c:v>
                </c:pt>
                <c:pt idx="5522">
                  <c:v>0.17851851851851852</c:v>
                </c:pt>
                <c:pt idx="5523">
                  <c:v>0.17851851851851852</c:v>
                </c:pt>
                <c:pt idx="5524">
                  <c:v>0.17851851851851852</c:v>
                </c:pt>
                <c:pt idx="5525">
                  <c:v>0.17851851851851852</c:v>
                </c:pt>
                <c:pt idx="5526">
                  <c:v>0.17851851851851852</c:v>
                </c:pt>
                <c:pt idx="5527">
                  <c:v>0.17851851851851852</c:v>
                </c:pt>
                <c:pt idx="5528">
                  <c:v>0.17851851851851852</c:v>
                </c:pt>
                <c:pt idx="5529">
                  <c:v>0.17851851851851852</c:v>
                </c:pt>
                <c:pt idx="5530">
                  <c:v>0.17851851851851852</c:v>
                </c:pt>
                <c:pt idx="5531">
                  <c:v>0.17866666666666667</c:v>
                </c:pt>
                <c:pt idx="5532">
                  <c:v>0.17866666666666667</c:v>
                </c:pt>
                <c:pt idx="5533">
                  <c:v>0.17881481481481482</c:v>
                </c:pt>
                <c:pt idx="5534">
                  <c:v>0.17881481481481482</c:v>
                </c:pt>
                <c:pt idx="5535">
                  <c:v>0.17881481481481482</c:v>
                </c:pt>
                <c:pt idx="5536">
                  <c:v>0.17881481481481482</c:v>
                </c:pt>
                <c:pt idx="5537">
                  <c:v>0.17881481481481482</c:v>
                </c:pt>
                <c:pt idx="5538">
                  <c:v>0.17896296296296296</c:v>
                </c:pt>
                <c:pt idx="5539">
                  <c:v>0.17911111111111111</c:v>
                </c:pt>
                <c:pt idx="5540">
                  <c:v>0.17911111111111111</c:v>
                </c:pt>
                <c:pt idx="5541">
                  <c:v>0.17925925925925926</c:v>
                </c:pt>
                <c:pt idx="5542">
                  <c:v>0.17925925925925926</c:v>
                </c:pt>
                <c:pt idx="5543">
                  <c:v>0.17925925925925926</c:v>
                </c:pt>
                <c:pt idx="5544">
                  <c:v>0.17925925925925926</c:v>
                </c:pt>
                <c:pt idx="5545">
                  <c:v>0.17925925925925926</c:v>
                </c:pt>
                <c:pt idx="5546">
                  <c:v>0.17925925925925926</c:v>
                </c:pt>
                <c:pt idx="5547">
                  <c:v>0.17925925925925926</c:v>
                </c:pt>
                <c:pt idx="5548">
                  <c:v>0.17925925925925926</c:v>
                </c:pt>
                <c:pt idx="5549">
                  <c:v>0.17925925925925926</c:v>
                </c:pt>
                <c:pt idx="5550">
                  <c:v>0.17925925925925926</c:v>
                </c:pt>
                <c:pt idx="5551">
                  <c:v>0.17925925925925926</c:v>
                </c:pt>
                <c:pt idx="5552">
                  <c:v>0.1794074074074074</c:v>
                </c:pt>
                <c:pt idx="5553">
                  <c:v>0.17955555555555555</c:v>
                </c:pt>
                <c:pt idx="5554">
                  <c:v>0.1797037037037037</c:v>
                </c:pt>
                <c:pt idx="5555">
                  <c:v>0.17985185185185185</c:v>
                </c:pt>
                <c:pt idx="5556">
                  <c:v>0.17985185185185185</c:v>
                </c:pt>
                <c:pt idx="5557">
                  <c:v>0.17985185185185185</c:v>
                </c:pt>
                <c:pt idx="5558">
                  <c:v>0.17985185185185185</c:v>
                </c:pt>
                <c:pt idx="5559">
                  <c:v>0.17985185185185185</c:v>
                </c:pt>
                <c:pt idx="5560">
                  <c:v>0.17985185185185185</c:v>
                </c:pt>
                <c:pt idx="5561">
                  <c:v>0.18</c:v>
                </c:pt>
                <c:pt idx="5562">
                  <c:v>0.18</c:v>
                </c:pt>
                <c:pt idx="5563">
                  <c:v>0.18</c:v>
                </c:pt>
                <c:pt idx="5564">
                  <c:v>0.18014814814814814</c:v>
                </c:pt>
                <c:pt idx="5565">
                  <c:v>0.18029629629629629</c:v>
                </c:pt>
                <c:pt idx="5566">
                  <c:v>0.18029629629629629</c:v>
                </c:pt>
                <c:pt idx="5567">
                  <c:v>0.18044444444444444</c:v>
                </c:pt>
                <c:pt idx="5568">
                  <c:v>0.18044444444444444</c:v>
                </c:pt>
                <c:pt idx="5569">
                  <c:v>0.18044444444444444</c:v>
                </c:pt>
                <c:pt idx="5570">
                  <c:v>0.18044444444444444</c:v>
                </c:pt>
                <c:pt idx="5571">
                  <c:v>0.18044444444444444</c:v>
                </c:pt>
                <c:pt idx="5572">
                  <c:v>0.18044444444444444</c:v>
                </c:pt>
                <c:pt idx="5573">
                  <c:v>0.18059259259259258</c:v>
                </c:pt>
                <c:pt idx="5574">
                  <c:v>0.18059259259259258</c:v>
                </c:pt>
                <c:pt idx="5575">
                  <c:v>0.18074074074074073</c:v>
                </c:pt>
                <c:pt idx="5576">
                  <c:v>0.18088888888888888</c:v>
                </c:pt>
                <c:pt idx="5577">
                  <c:v>0.18088888888888888</c:v>
                </c:pt>
                <c:pt idx="5578">
                  <c:v>0.18088888888888888</c:v>
                </c:pt>
                <c:pt idx="5579">
                  <c:v>0.18088888888888888</c:v>
                </c:pt>
                <c:pt idx="5580">
                  <c:v>0.18103703703703702</c:v>
                </c:pt>
                <c:pt idx="5581">
                  <c:v>0.18103703703703702</c:v>
                </c:pt>
                <c:pt idx="5582">
                  <c:v>0.18103703703703702</c:v>
                </c:pt>
                <c:pt idx="5583">
                  <c:v>0.18103703703703702</c:v>
                </c:pt>
                <c:pt idx="5584">
                  <c:v>0.18103703703703702</c:v>
                </c:pt>
                <c:pt idx="5585">
                  <c:v>0.18103703703703702</c:v>
                </c:pt>
                <c:pt idx="5586">
                  <c:v>0.18103703703703702</c:v>
                </c:pt>
                <c:pt idx="5587">
                  <c:v>0.18103703703703702</c:v>
                </c:pt>
                <c:pt idx="5588">
                  <c:v>0.18118518518518517</c:v>
                </c:pt>
                <c:pt idx="5589">
                  <c:v>0.18118518518518517</c:v>
                </c:pt>
                <c:pt idx="5590">
                  <c:v>0.18118518518518517</c:v>
                </c:pt>
                <c:pt idx="5591">
                  <c:v>0.18118518518518517</c:v>
                </c:pt>
                <c:pt idx="5592">
                  <c:v>0.18133333333333335</c:v>
                </c:pt>
                <c:pt idx="5593">
                  <c:v>0.18133333333333335</c:v>
                </c:pt>
                <c:pt idx="5594">
                  <c:v>0.18133333333333335</c:v>
                </c:pt>
                <c:pt idx="5595">
                  <c:v>0.18133333333333335</c:v>
                </c:pt>
                <c:pt idx="5596">
                  <c:v>0.18148148148148149</c:v>
                </c:pt>
                <c:pt idx="5597">
                  <c:v>0.18162962962962964</c:v>
                </c:pt>
                <c:pt idx="5598">
                  <c:v>0.18162962962962964</c:v>
                </c:pt>
                <c:pt idx="5599">
                  <c:v>0.18162962962962964</c:v>
                </c:pt>
                <c:pt idx="5600">
                  <c:v>0.18162962962962964</c:v>
                </c:pt>
                <c:pt idx="5601">
                  <c:v>0.18162962962962964</c:v>
                </c:pt>
                <c:pt idx="5602">
                  <c:v>0.18177777777777779</c:v>
                </c:pt>
                <c:pt idx="5603">
                  <c:v>0.18177777777777779</c:v>
                </c:pt>
                <c:pt idx="5604">
                  <c:v>0.18192592592592594</c:v>
                </c:pt>
                <c:pt idx="5605">
                  <c:v>0.18192592592592594</c:v>
                </c:pt>
                <c:pt idx="5606">
                  <c:v>0.18192592592592594</c:v>
                </c:pt>
                <c:pt idx="5607">
                  <c:v>0.18192592592592594</c:v>
                </c:pt>
                <c:pt idx="5608">
                  <c:v>0.18192592592592594</c:v>
                </c:pt>
                <c:pt idx="5609">
                  <c:v>0.18192592592592594</c:v>
                </c:pt>
                <c:pt idx="5610">
                  <c:v>0.18207407407407408</c:v>
                </c:pt>
                <c:pt idx="5611">
                  <c:v>0.18207407407407408</c:v>
                </c:pt>
                <c:pt idx="5612">
                  <c:v>0.18207407407407408</c:v>
                </c:pt>
                <c:pt idx="5613">
                  <c:v>0.18207407407407408</c:v>
                </c:pt>
                <c:pt idx="5614">
                  <c:v>0.18222222222222223</c:v>
                </c:pt>
                <c:pt idx="5615">
                  <c:v>0.18222222222222223</c:v>
                </c:pt>
                <c:pt idx="5616">
                  <c:v>0.18222222222222223</c:v>
                </c:pt>
                <c:pt idx="5617">
                  <c:v>0.18222222222222223</c:v>
                </c:pt>
                <c:pt idx="5618">
                  <c:v>0.18237037037037038</c:v>
                </c:pt>
                <c:pt idx="5619">
                  <c:v>0.18237037037037038</c:v>
                </c:pt>
                <c:pt idx="5620">
                  <c:v>0.18237037037037038</c:v>
                </c:pt>
                <c:pt idx="5621">
                  <c:v>0.18251851851851852</c:v>
                </c:pt>
                <c:pt idx="5622">
                  <c:v>0.18251851851851852</c:v>
                </c:pt>
                <c:pt idx="5623">
                  <c:v>0.18266666666666667</c:v>
                </c:pt>
                <c:pt idx="5624">
                  <c:v>0.18266666666666667</c:v>
                </c:pt>
                <c:pt idx="5625">
                  <c:v>0.18281481481481482</c:v>
                </c:pt>
                <c:pt idx="5626">
                  <c:v>0.18281481481481482</c:v>
                </c:pt>
                <c:pt idx="5627">
                  <c:v>0.18296296296296297</c:v>
                </c:pt>
                <c:pt idx="5628">
                  <c:v>0.18296296296296297</c:v>
                </c:pt>
                <c:pt idx="5629">
                  <c:v>0.18296296296296297</c:v>
                </c:pt>
                <c:pt idx="5630">
                  <c:v>0.18296296296296297</c:v>
                </c:pt>
                <c:pt idx="5631">
                  <c:v>0.18311111111111111</c:v>
                </c:pt>
                <c:pt idx="5632">
                  <c:v>0.18311111111111111</c:v>
                </c:pt>
                <c:pt idx="5633">
                  <c:v>0.18325925925925926</c:v>
                </c:pt>
                <c:pt idx="5634">
                  <c:v>0.18325925925925926</c:v>
                </c:pt>
                <c:pt idx="5635">
                  <c:v>0.18325925925925926</c:v>
                </c:pt>
                <c:pt idx="5636">
                  <c:v>0.18325925925925926</c:v>
                </c:pt>
                <c:pt idx="5637">
                  <c:v>0.18325925925925926</c:v>
                </c:pt>
                <c:pt idx="5638">
                  <c:v>0.18340740740740741</c:v>
                </c:pt>
                <c:pt idx="5639">
                  <c:v>0.18340740740740741</c:v>
                </c:pt>
                <c:pt idx="5640">
                  <c:v>0.18340740740740741</c:v>
                </c:pt>
                <c:pt idx="5641">
                  <c:v>0.18340740740740741</c:v>
                </c:pt>
                <c:pt idx="5642">
                  <c:v>0.18355555555555556</c:v>
                </c:pt>
                <c:pt idx="5643">
                  <c:v>0.18355555555555556</c:v>
                </c:pt>
                <c:pt idx="5644">
                  <c:v>0.18355555555555556</c:v>
                </c:pt>
                <c:pt idx="5645">
                  <c:v>0.18355555555555556</c:v>
                </c:pt>
                <c:pt idx="5646">
                  <c:v>0.18355555555555556</c:v>
                </c:pt>
                <c:pt idx="5647">
                  <c:v>0.18355555555555556</c:v>
                </c:pt>
                <c:pt idx="5648">
                  <c:v>0.18355555555555556</c:v>
                </c:pt>
                <c:pt idx="5649">
                  <c:v>0.18355555555555556</c:v>
                </c:pt>
                <c:pt idx="5650">
                  <c:v>0.18355555555555556</c:v>
                </c:pt>
                <c:pt idx="5651">
                  <c:v>0.18355555555555556</c:v>
                </c:pt>
                <c:pt idx="5652">
                  <c:v>0.18355555555555556</c:v>
                </c:pt>
                <c:pt idx="5653">
                  <c:v>0.18355555555555556</c:v>
                </c:pt>
                <c:pt idx="5654">
                  <c:v>0.18355555555555556</c:v>
                </c:pt>
                <c:pt idx="5655">
                  <c:v>0.18355555555555556</c:v>
                </c:pt>
                <c:pt idx="5656">
                  <c:v>0.18355555555555556</c:v>
                </c:pt>
                <c:pt idx="5657">
                  <c:v>0.1837037037037037</c:v>
                </c:pt>
                <c:pt idx="5658">
                  <c:v>0.1837037037037037</c:v>
                </c:pt>
                <c:pt idx="5659">
                  <c:v>0.18385185185185185</c:v>
                </c:pt>
                <c:pt idx="5660">
                  <c:v>0.18385185185185185</c:v>
                </c:pt>
                <c:pt idx="5661">
                  <c:v>0.184</c:v>
                </c:pt>
                <c:pt idx="5662">
                  <c:v>0.184</c:v>
                </c:pt>
                <c:pt idx="5663">
                  <c:v>0.184</c:v>
                </c:pt>
                <c:pt idx="5664">
                  <c:v>0.184</c:v>
                </c:pt>
                <c:pt idx="5665">
                  <c:v>0.184</c:v>
                </c:pt>
                <c:pt idx="5666">
                  <c:v>0.184</c:v>
                </c:pt>
                <c:pt idx="5667">
                  <c:v>0.184</c:v>
                </c:pt>
                <c:pt idx="5668">
                  <c:v>0.184</c:v>
                </c:pt>
                <c:pt idx="5669">
                  <c:v>0.18414814814814814</c:v>
                </c:pt>
                <c:pt idx="5670">
                  <c:v>0.18429629629629629</c:v>
                </c:pt>
                <c:pt idx="5671">
                  <c:v>0.18429629629629629</c:v>
                </c:pt>
                <c:pt idx="5672">
                  <c:v>0.18429629629629629</c:v>
                </c:pt>
                <c:pt idx="5673">
                  <c:v>0.18429629629629629</c:v>
                </c:pt>
                <c:pt idx="5674">
                  <c:v>0.18444444444444444</c:v>
                </c:pt>
                <c:pt idx="5675">
                  <c:v>0.18444444444444444</c:v>
                </c:pt>
                <c:pt idx="5676">
                  <c:v>0.18444444444444444</c:v>
                </c:pt>
                <c:pt idx="5677">
                  <c:v>0.18459259259259259</c:v>
                </c:pt>
                <c:pt idx="5678">
                  <c:v>0.18459259259259259</c:v>
                </c:pt>
                <c:pt idx="5679">
                  <c:v>0.18459259259259259</c:v>
                </c:pt>
                <c:pt idx="5680">
                  <c:v>0.18459259259259259</c:v>
                </c:pt>
                <c:pt idx="5681">
                  <c:v>0.18474074074074073</c:v>
                </c:pt>
                <c:pt idx="5682">
                  <c:v>0.18488888888888888</c:v>
                </c:pt>
                <c:pt idx="5683">
                  <c:v>0.18488888888888888</c:v>
                </c:pt>
                <c:pt idx="5684">
                  <c:v>0.18503703703703703</c:v>
                </c:pt>
                <c:pt idx="5685">
                  <c:v>0.18503703703703703</c:v>
                </c:pt>
                <c:pt idx="5686">
                  <c:v>0.18518518518518517</c:v>
                </c:pt>
                <c:pt idx="5687">
                  <c:v>0.18518518518518517</c:v>
                </c:pt>
                <c:pt idx="5688">
                  <c:v>0.18518518518518517</c:v>
                </c:pt>
                <c:pt idx="5689">
                  <c:v>0.18518518518518517</c:v>
                </c:pt>
                <c:pt idx="5690">
                  <c:v>0.18518518518518517</c:v>
                </c:pt>
                <c:pt idx="5691">
                  <c:v>0.18518518518518517</c:v>
                </c:pt>
                <c:pt idx="5692">
                  <c:v>0.18518518518518517</c:v>
                </c:pt>
                <c:pt idx="5693">
                  <c:v>0.18518518518518517</c:v>
                </c:pt>
                <c:pt idx="5694">
                  <c:v>0.18533333333333332</c:v>
                </c:pt>
                <c:pt idx="5695">
                  <c:v>0.18533333333333332</c:v>
                </c:pt>
                <c:pt idx="5696">
                  <c:v>0.18533333333333332</c:v>
                </c:pt>
                <c:pt idx="5697">
                  <c:v>0.18533333333333332</c:v>
                </c:pt>
                <c:pt idx="5698">
                  <c:v>0.18548148148148147</c:v>
                </c:pt>
                <c:pt idx="5699">
                  <c:v>0.18548148148148147</c:v>
                </c:pt>
                <c:pt idx="5700">
                  <c:v>0.18548148148148147</c:v>
                </c:pt>
                <c:pt idx="5701">
                  <c:v>0.18548148148148147</c:v>
                </c:pt>
                <c:pt idx="5702">
                  <c:v>0.18548148148148147</c:v>
                </c:pt>
                <c:pt idx="5703">
                  <c:v>0.18548148148148147</c:v>
                </c:pt>
                <c:pt idx="5704">
                  <c:v>0.18562962962962962</c:v>
                </c:pt>
                <c:pt idx="5705">
                  <c:v>0.18562962962962962</c:v>
                </c:pt>
                <c:pt idx="5706">
                  <c:v>0.18562962962962962</c:v>
                </c:pt>
                <c:pt idx="5707">
                  <c:v>0.18562962962962962</c:v>
                </c:pt>
                <c:pt idx="5708">
                  <c:v>0.18562962962962962</c:v>
                </c:pt>
                <c:pt idx="5709">
                  <c:v>0.18562962962962962</c:v>
                </c:pt>
                <c:pt idx="5710">
                  <c:v>0.18562962962962962</c:v>
                </c:pt>
                <c:pt idx="5711">
                  <c:v>0.18577777777777776</c:v>
                </c:pt>
                <c:pt idx="5712">
                  <c:v>0.18592592592592594</c:v>
                </c:pt>
                <c:pt idx="5713">
                  <c:v>0.18592592592592594</c:v>
                </c:pt>
                <c:pt idx="5714">
                  <c:v>0.18607407407407409</c:v>
                </c:pt>
                <c:pt idx="5715">
                  <c:v>0.18607407407407409</c:v>
                </c:pt>
                <c:pt idx="5716">
                  <c:v>0.18607407407407409</c:v>
                </c:pt>
                <c:pt idx="5717">
                  <c:v>0.18607407407407409</c:v>
                </c:pt>
                <c:pt idx="5718">
                  <c:v>0.18607407407407409</c:v>
                </c:pt>
                <c:pt idx="5719">
                  <c:v>0.18622222222222223</c:v>
                </c:pt>
                <c:pt idx="5720">
                  <c:v>0.18622222222222223</c:v>
                </c:pt>
                <c:pt idx="5721">
                  <c:v>0.18622222222222223</c:v>
                </c:pt>
                <c:pt idx="5722">
                  <c:v>0.18622222222222223</c:v>
                </c:pt>
                <c:pt idx="5723">
                  <c:v>0.18622222222222223</c:v>
                </c:pt>
                <c:pt idx="5724">
                  <c:v>0.18637037037037038</c:v>
                </c:pt>
                <c:pt idx="5725">
                  <c:v>0.18637037037037038</c:v>
                </c:pt>
                <c:pt idx="5726">
                  <c:v>0.18637037037037038</c:v>
                </c:pt>
                <c:pt idx="5727">
                  <c:v>0.18637037037037038</c:v>
                </c:pt>
                <c:pt idx="5728">
                  <c:v>0.18637037037037038</c:v>
                </c:pt>
                <c:pt idx="5729">
                  <c:v>0.18637037037037038</c:v>
                </c:pt>
                <c:pt idx="5730">
                  <c:v>0.18637037037037038</c:v>
                </c:pt>
                <c:pt idx="5731">
                  <c:v>0.18651851851851853</c:v>
                </c:pt>
                <c:pt idx="5732">
                  <c:v>0.18651851851851853</c:v>
                </c:pt>
                <c:pt idx="5733">
                  <c:v>0.18651851851851853</c:v>
                </c:pt>
                <c:pt idx="5734">
                  <c:v>0.18666666666666668</c:v>
                </c:pt>
                <c:pt idx="5735">
                  <c:v>0.18666666666666668</c:v>
                </c:pt>
                <c:pt idx="5736">
                  <c:v>0.18681481481481482</c:v>
                </c:pt>
                <c:pt idx="5737">
                  <c:v>0.18681481481481482</c:v>
                </c:pt>
                <c:pt idx="5738">
                  <c:v>0.18681481481481482</c:v>
                </c:pt>
                <c:pt idx="5739">
                  <c:v>0.18696296296296297</c:v>
                </c:pt>
                <c:pt idx="5740">
                  <c:v>0.18696296296296297</c:v>
                </c:pt>
                <c:pt idx="5741">
                  <c:v>0.18711111111111112</c:v>
                </c:pt>
                <c:pt idx="5742">
                  <c:v>0.18711111111111112</c:v>
                </c:pt>
                <c:pt idx="5743">
                  <c:v>0.18711111111111112</c:v>
                </c:pt>
                <c:pt idx="5744">
                  <c:v>0.18711111111111112</c:v>
                </c:pt>
                <c:pt idx="5745">
                  <c:v>0.18711111111111112</c:v>
                </c:pt>
                <c:pt idx="5746">
                  <c:v>0.18711111111111112</c:v>
                </c:pt>
                <c:pt idx="5747">
                  <c:v>0.18711111111111112</c:v>
                </c:pt>
                <c:pt idx="5748">
                  <c:v>0.18725925925925926</c:v>
                </c:pt>
                <c:pt idx="5749">
                  <c:v>0.18725925925925926</c:v>
                </c:pt>
                <c:pt idx="5750">
                  <c:v>0.18740740740740741</c:v>
                </c:pt>
                <c:pt idx="5751">
                  <c:v>0.18740740740740741</c:v>
                </c:pt>
                <c:pt idx="5752">
                  <c:v>0.18740740740740741</c:v>
                </c:pt>
                <c:pt idx="5753">
                  <c:v>0.18740740740740741</c:v>
                </c:pt>
                <c:pt idx="5754">
                  <c:v>0.18740740740740741</c:v>
                </c:pt>
                <c:pt idx="5755">
                  <c:v>0.18740740740740741</c:v>
                </c:pt>
                <c:pt idx="5756">
                  <c:v>0.18740740740740741</c:v>
                </c:pt>
                <c:pt idx="5757">
                  <c:v>0.18755555555555556</c:v>
                </c:pt>
                <c:pt idx="5758">
                  <c:v>0.18755555555555556</c:v>
                </c:pt>
                <c:pt idx="5759">
                  <c:v>0.18755555555555556</c:v>
                </c:pt>
                <c:pt idx="5760">
                  <c:v>0.18755555555555556</c:v>
                </c:pt>
                <c:pt idx="5761">
                  <c:v>0.18755555555555556</c:v>
                </c:pt>
                <c:pt idx="5762">
                  <c:v>0.18770370370370371</c:v>
                </c:pt>
                <c:pt idx="5763">
                  <c:v>0.18770370370370371</c:v>
                </c:pt>
                <c:pt idx="5764">
                  <c:v>0.18770370370370371</c:v>
                </c:pt>
                <c:pt idx="5765">
                  <c:v>0.18770370370370371</c:v>
                </c:pt>
                <c:pt idx="5766">
                  <c:v>0.18770370370370371</c:v>
                </c:pt>
                <c:pt idx="5767">
                  <c:v>0.18770370370370371</c:v>
                </c:pt>
                <c:pt idx="5768">
                  <c:v>0.18770370370370371</c:v>
                </c:pt>
                <c:pt idx="5769">
                  <c:v>0.18785185185185185</c:v>
                </c:pt>
                <c:pt idx="5770">
                  <c:v>0.18785185185185185</c:v>
                </c:pt>
                <c:pt idx="5771">
                  <c:v>0.18785185185185185</c:v>
                </c:pt>
                <c:pt idx="5772">
                  <c:v>0.18785185185185185</c:v>
                </c:pt>
                <c:pt idx="5773">
                  <c:v>0.188</c:v>
                </c:pt>
                <c:pt idx="5774">
                  <c:v>0.188</c:v>
                </c:pt>
                <c:pt idx="5775">
                  <c:v>0.188</c:v>
                </c:pt>
                <c:pt idx="5776">
                  <c:v>0.18814814814814815</c:v>
                </c:pt>
                <c:pt idx="5777">
                  <c:v>0.18814814814814815</c:v>
                </c:pt>
                <c:pt idx="5778">
                  <c:v>0.18814814814814815</c:v>
                </c:pt>
                <c:pt idx="5779">
                  <c:v>0.18814814814814815</c:v>
                </c:pt>
                <c:pt idx="5780">
                  <c:v>0.18814814814814815</c:v>
                </c:pt>
                <c:pt idx="5781">
                  <c:v>0.18814814814814815</c:v>
                </c:pt>
                <c:pt idx="5782">
                  <c:v>0.18814814814814815</c:v>
                </c:pt>
                <c:pt idx="5783">
                  <c:v>0.18829629629629629</c:v>
                </c:pt>
                <c:pt idx="5784">
                  <c:v>0.18844444444444444</c:v>
                </c:pt>
                <c:pt idx="5785">
                  <c:v>0.18844444444444444</c:v>
                </c:pt>
                <c:pt idx="5786">
                  <c:v>0.18844444444444444</c:v>
                </c:pt>
                <c:pt idx="5787">
                  <c:v>0.18859259259259259</c:v>
                </c:pt>
                <c:pt idx="5788">
                  <c:v>0.18859259259259259</c:v>
                </c:pt>
                <c:pt idx="5789">
                  <c:v>0.18859259259259259</c:v>
                </c:pt>
                <c:pt idx="5790">
                  <c:v>0.18859259259259259</c:v>
                </c:pt>
                <c:pt idx="5791">
                  <c:v>0.18874074074074074</c:v>
                </c:pt>
                <c:pt idx="5792">
                  <c:v>0.18874074074074074</c:v>
                </c:pt>
                <c:pt idx="5793">
                  <c:v>0.18874074074074074</c:v>
                </c:pt>
                <c:pt idx="5794">
                  <c:v>0.18874074074074074</c:v>
                </c:pt>
                <c:pt idx="5795">
                  <c:v>0.18874074074074074</c:v>
                </c:pt>
                <c:pt idx="5796">
                  <c:v>0.18874074074074074</c:v>
                </c:pt>
                <c:pt idx="5797">
                  <c:v>0.18874074074074074</c:v>
                </c:pt>
                <c:pt idx="5798">
                  <c:v>0.18874074074074074</c:v>
                </c:pt>
                <c:pt idx="5799">
                  <c:v>0.18874074074074074</c:v>
                </c:pt>
                <c:pt idx="5800">
                  <c:v>0.18874074074074074</c:v>
                </c:pt>
                <c:pt idx="5801">
                  <c:v>0.18874074074074074</c:v>
                </c:pt>
                <c:pt idx="5802">
                  <c:v>0.18874074074074074</c:v>
                </c:pt>
                <c:pt idx="5803">
                  <c:v>0.18874074074074074</c:v>
                </c:pt>
                <c:pt idx="5804">
                  <c:v>0.18874074074074074</c:v>
                </c:pt>
                <c:pt idx="5805">
                  <c:v>0.18874074074074074</c:v>
                </c:pt>
                <c:pt idx="5806">
                  <c:v>0.18874074074074074</c:v>
                </c:pt>
                <c:pt idx="5807">
                  <c:v>0.18874074074074074</c:v>
                </c:pt>
                <c:pt idx="5808">
                  <c:v>0.18888888888888888</c:v>
                </c:pt>
                <c:pt idx="5809">
                  <c:v>0.18903703703703703</c:v>
                </c:pt>
                <c:pt idx="5810">
                  <c:v>0.18903703703703703</c:v>
                </c:pt>
                <c:pt idx="5811">
                  <c:v>0.18903703703703703</c:v>
                </c:pt>
                <c:pt idx="5812">
                  <c:v>0.18903703703703703</c:v>
                </c:pt>
                <c:pt idx="5813">
                  <c:v>0.18903703703703703</c:v>
                </c:pt>
                <c:pt idx="5814">
                  <c:v>0.18903703703703703</c:v>
                </c:pt>
                <c:pt idx="5815">
                  <c:v>0.18903703703703703</c:v>
                </c:pt>
                <c:pt idx="5816">
                  <c:v>0.18918518518518518</c:v>
                </c:pt>
                <c:pt idx="5817">
                  <c:v>0.18918518518518518</c:v>
                </c:pt>
                <c:pt idx="5818">
                  <c:v>0.18918518518518518</c:v>
                </c:pt>
                <c:pt idx="5819">
                  <c:v>0.18918518518518518</c:v>
                </c:pt>
                <c:pt idx="5820">
                  <c:v>0.18918518518518518</c:v>
                </c:pt>
                <c:pt idx="5821">
                  <c:v>0.18918518518518518</c:v>
                </c:pt>
                <c:pt idx="5822">
                  <c:v>0.18918518518518518</c:v>
                </c:pt>
                <c:pt idx="5823">
                  <c:v>0.18918518518518518</c:v>
                </c:pt>
                <c:pt idx="5824">
                  <c:v>0.18918518518518518</c:v>
                </c:pt>
                <c:pt idx="5825">
                  <c:v>0.18918518518518518</c:v>
                </c:pt>
                <c:pt idx="5826">
                  <c:v>0.18918518518518518</c:v>
                </c:pt>
                <c:pt idx="5827">
                  <c:v>0.18918518518518518</c:v>
                </c:pt>
                <c:pt idx="5828">
                  <c:v>0.18918518518518518</c:v>
                </c:pt>
                <c:pt idx="5829">
                  <c:v>0.18918518518518518</c:v>
                </c:pt>
                <c:pt idx="5830">
                  <c:v>0.18918518518518518</c:v>
                </c:pt>
                <c:pt idx="5831">
                  <c:v>0.18933333333333333</c:v>
                </c:pt>
                <c:pt idx="5832">
                  <c:v>0.18933333333333333</c:v>
                </c:pt>
                <c:pt idx="5833">
                  <c:v>0.18933333333333333</c:v>
                </c:pt>
                <c:pt idx="5834">
                  <c:v>0.18933333333333333</c:v>
                </c:pt>
                <c:pt idx="5835">
                  <c:v>0.18948148148148147</c:v>
                </c:pt>
                <c:pt idx="5836">
                  <c:v>0.18948148148148147</c:v>
                </c:pt>
                <c:pt idx="5837">
                  <c:v>0.18948148148148147</c:v>
                </c:pt>
                <c:pt idx="5838">
                  <c:v>0.18948148148148147</c:v>
                </c:pt>
                <c:pt idx="5839">
                  <c:v>0.18948148148148147</c:v>
                </c:pt>
                <c:pt idx="5840">
                  <c:v>0.18962962962962962</c:v>
                </c:pt>
                <c:pt idx="5841">
                  <c:v>0.18977777777777777</c:v>
                </c:pt>
                <c:pt idx="5842">
                  <c:v>0.18977777777777777</c:v>
                </c:pt>
                <c:pt idx="5843">
                  <c:v>0.18977777777777777</c:v>
                </c:pt>
                <c:pt idx="5844">
                  <c:v>0.18977777777777777</c:v>
                </c:pt>
                <c:pt idx="5845">
                  <c:v>0.18977777777777777</c:v>
                </c:pt>
                <c:pt idx="5846">
                  <c:v>0.18977777777777777</c:v>
                </c:pt>
                <c:pt idx="5847">
                  <c:v>0.18977777777777777</c:v>
                </c:pt>
                <c:pt idx="5848">
                  <c:v>0.18977777777777777</c:v>
                </c:pt>
                <c:pt idx="5849">
                  <c:v>0.18977777777777777</c:v>
                </c:pt>
                <c:pt idx="5850">
                  <c:v>0.18977777777777777</c:v>
                </c:pt>
                <c:pt idx="5851">
                  <c:v>0.18977777777777777</c:v>
                </c:pt>
                <c:pt idx="5852">
                  <c:v>0.18977777777777777</c:v>
                </c:pt>
                <c:pt idx="5853">
                  <c:v>0.18977777777777777</c:v>
                </c:pt>
                <c:pt idx="5854">
                  <c:v>0.18977777777777777</c:v>
                </c:pt>
                <c:pt idx="5855">
                  <c:v>0.18977777777777777</c:v>
                </c:pt>
                <c:pt idx="5856">
                  <c:v>0.18977777777777777</c:v>
                </c:pt>
                <c:pt idx="5857">
                  <c:v>0.18977777777777777</c:v>
                </c:pt>
                <c:pt idx="5858">
                  <c:v>0.18992592592592591</c:v>
                </c:pt>
                <c:pt idx="5859">
                  <c:v>0.18992592592592591</c:v>
                </c:pt>
                <c:pt idx="5860">
                  <c:v>0.18992592592592591</c:v>
                </c:pt>
                <c:pt idx="5861">
                  <c:v>0.19007407407407406</c:v>
                </c:pt>
                <c:pt idx="5862">
                  <c:v>0.19007407407407406</c:v>
                </c:pt>
                <c:pt idx="5863">
                  <c:v>0.19007407407407406</c:v>
                </c:pt>
                <c:pt idx="5864">
                  <c:v>0.19007407407407406</c:v>
                </c:pt>
                <c:pt idx="5865">
                  <c:v>0.19007407407407406</c:v>
                </c:pt>
                <c:pt idx="5866">
                  <c:v>0.19007407407407406</c:v>
                </c:pt>
                <c:pt idx="5867">
                  <c:v>0.19007407407407406</c:v>
                </c:pt>
                <c:pt idx="5868">
                  <c:v>0.19007407407407406</c:v>
                </c:pt>
                <c:pt idx="5869">
                  <c:v>0.19007407407407406</c:v>
                </c:pt>
                <c:pt idx="5870">
                  <c:v>0.19022222222222221</c:v>
                </c:pt>
                <c:pt idx="5871">
                  <c:v>0.19022222222222221</c:v>
                </c:pt>
                <c:pt idx="5872">
                  <c:v>0.19022222222222221</c:v>
                </c:pt>
                <c:pt idx="5873">
                  <c:v>0.19022222222222221</c:v>
                </c:pt>
                <c:pt idx="5874">
                  <c:v>0.19037037037037038</c:v>
                </c:pt>
                <c:pt idx="5875">
                  <c:v>0.19037037037037038</c:v>
                </c:pt>
                <c:pt idx="5876">
                  <c:v>0.19037037037037038</c:v>
                </c:pt>
                <c:pt idx="5877">
                  <c:v>0.19037037037037038</c:v>
                </c:pt>
                <c:pt idx="5878">
                  <c:v>0.19037037037037038</c:v>
                </c:pt>
                <c:pt idx="5879">
                  <c:v>0.19051851851851853</c:v>
                </c:pt>
                <c:pt idx="5880">
                  <c:v>0.19051851851851853</c:v>
                </c:pt>
                <c:pt idx="5881">
                  <c:v>0.19051851851851853</c:v>
                </c:pt>
                <c:pt idx="5882">
                  <c:v>0.19051851851851853</c:v>
                </c:pt>
                <c:pt idx="5883">
                  <c:v>0.19051851851851853</c:v>
                </c:pt>
                <c:pt idx="5884">
                  <c:v>0.19066666666666668</c:v>
                </c:pt>
                <c:pt idx="5885">
                  <c:v>0.19066666666666668</c:v>
                </c:pt>
                <c:pt idx="5886">
                  <c:v>0.19066666666666668</c:v>
                </c:pt>
                <c:pt idx="5887">
                  <c:v>0.19066666666666668</c:v>
                </c:pt>
                <c:pt idx="5888">
                  <c:v>0.19066666666666668</c:v>
                </c:pt>
                <c:pt idx="5889">
                  <c:v>0.19066666666666668</c:v>
                </c:pt>
                <c:pt idx="5890">
                  <c:v>0.19066666666666668</c:v>
                </c:pt>
                <c:pt idx="5891">
                  <c:v>0.19066666666666668</c:v>
                </c:pt>
                <c:pt idx="5892">
                  <c:v>0.19081481481481483</c:v>
                </c:pt>
                <c:pt idx="5893">
                  <c:v>0.19081481481481483</c:v>
                </c:pt>
                <c:pt idx="5894">
                  <c:v>0.19096296296296297</c:v>
                </c:pt>
                <c:pt idx="5895">
                  <c:v>0.19096296296296297</c:v>
                </c:pt>
                <c:pt idx="5896">
                  <c:v>0.19096296296296297</c:v>
                </c:pt>
                <c:pt idx="5897">
                  <c:v>0.19096296296296297</c:v>
                </c:pt>
                <c:pt idx="5898">
                  <c:v>0.19111111111111112</c:v>
                </c:pt>
                <c:pt idx="5899">
                  <c:v>0.19111111111111112</c:v>
                </c:pt>
                <c:pt idx="5900">
                  <c:v>0.19111111111111112</c:v>
                </c:pt>
                <c:pt idx="5901">
                  <c:v>0.19111111111111112</c:v>
                </c:pt>
                <c:pt idx="5902">
                  <c:v>0.19111111111111112</c:v>
                </c:pt>
                <c:pt idx="5903">
                  <c:v>0.19111111111111112</c:v>
                </c:pt>
                <c:pt idx="5904">
                  <c:v>0.19125925925925927</c:v>
                </c:pt>
                <c:pt idx="5905">
                  <c:v>0.19125925925925927</c:v>
                </c:pt>
                <c:pt idx="5906">
                  <c:v>0.19125925925925927</c:v>
                </c:pt>
                <c:pt idx="5907">
                  <c:v>0.19125925925925927</c:v>
                </c:pt>
                <c:pt idx="5908">
                  <c:v>0.19125925925925927</c:v>
                </c:pt>
                <c:pt idx="5909">
                  <c:v>0.19125925925925927</c:v>
                </c:pt>
                <c:pt idx="5910">
                  <c:v>0.19140740740740741</c:v>
                </c:pt>
                <c:pt idx="5911">
                  <c:v>0.19155555555555556</c:v>
                </c:pt>
                <c:pt idx="5912">
                  <c:v>0.19155555555555556</c:v>
                </c:pt>
                <c:pt idx="5913">
                  <c:v>0.19155555555555556</c:v>
                </c:pt>
                <c:pt idx="5914">
                  <c:v>0.19155555555555556</c:v>
                </c:pt>
                <c:pt idx="5915">
                  <c:v>0.19155555555555556</c:v>
                </c:pt>
                <c:pt idx="5916">
                  <c:v>0.19155555555555556</c:v>
                </c:pt>
                <c:pt idx="5917">
                  <c:v>0.19170370370370371</c:v>
                </c:pt>
                <c:pt idx="5918">
                  <c:v>0.19170370370370371</c:v>
                </c:pt>
                <c:pt idx="5919">
                  <c:v>0.19185185185185186</c:v>
                </c:pt>
                <c:pt idx="5920">
                  <c:v>0.192</c:v>
                </c:pt>
                <c:pt idx="5921">
                  <c:v>0.192</c:v>
                </c:pt>
                <c:pt idx="5922">
                  <c:v>0.192</c:v>
                </c:pt>
                <c:pt idx="5923">
                  <c:v>0.19214814814814815</c:v>
                </c:pt>
                <c:pt idx="5924">
                  <c:v>0.19214814814814815</c:v>
                </c:pt>
                <c:pt idx="5925">
                  <c:v>0.19214814814814815</c:v>
                </c:pt>
                <c:pt idx="5926">
                  <c:v>0.19214814814814815</c:v>
                </c:pt>
                <c:pt idx="5927">
                  <c:v>0.19214814814814815</c:v>
                </c:pt>
                <c:pt idx="5928">
                  <c:v>0.1922962962962963</c:v>
                </c:pt>
                <c:pt idx="5929">
                  <c:v>0.1922962962962963</c:v>
                </c:pt>
                <c:pt idx="5930">
                  <c:v>0.1922962962962963</c:v>
                </c:pt>
                <c:pt idx="5931">
                  <c:v>0.1922962962962963</c:v>
                </c:pt>
                <c:pt idx="5932">
                  <c:v>0.1922962962962963</c:v>
                </c:pt>
                <c:pt idx="5933">
                  <c:v>0.1922962962962963</c:v>
                </c:pt>
                <c:pt idx="5934">
                  <c:v>0.1922962962962963</c:v>
                </c:pt>
                <c:pt idx="5935">
                  <c:v>0.19244444444444445</c:v>
                </c:pt>
                <c:pt idx="5936">
                  <c:v>0.19244444444444445</c:v>
                </c:pt>
                <c:pt idx="5937">
                  <c:v>0.19259259259259259</c:v>
                </c:pt>
                <c:pt idx="5938">
                  <c:v>0.19259259259259259</c:v>
                </c:pt>
                <c:pt idx="5939">
                  <c:v>0.19259259259259259</c:v>
                </c:pt>
                <c:pt idx="5940">
                  <c:v>0.19259259259259259</c:v>
                </c:pt>
                <c:pt idx="5941">
                  <c:v>0.19259259259259259</c:v>
                </c:pt>
                <c:pt idx="5942">
                  <c:v>0.19259259259259259</c:v>
                </c:pt>
                <c:pt idx="5943">
                  <c:v>0.19259259259259259</c:v>
                </c:pt>
                <c:pt idx="5944">
                  <c:v>0.19274074074074074</c:v>
                </c:pt>
                <c:pt idx="5945">
                  <c:v>0.19274074074074074</c:v>
                </c:pt>
                <c:pt idx="5946">
                  <c:v>0.19274074074074074</c:v>
                </c:pt>
                <c:pt idx="5947">
                  <c:v>0.19288888888888889</c:v>
                </c:pt>
                <c:pt idx="5948">
                  <c:v>0.19288888888888889</c:v>
                </c:pt>
                <c:pt idx="5949">
                  <c:v>0.19288888888888889</c:v>
                </c:pt>
                <c:pt idx="5950">
                  <c:v>0.19303703703703703</c:v>
                </c:pt>
                <c:pt idx="5951">
                  <c:v>0.19303703703703703</c:v>
                </c:pt>
                <c:pt idx="5952">
                  <c:v>0.19303703703703703</c:v>
                </c:pt>
                <c:pt idx="5953">
                  <c:v>0.19303703703703703</c:v>
                </c:pt>
                <c:pt idx="5954">
                  <c:v>0.19303703703703703</c:v>
                </c:pt>
                <c:pt idx="5955">
                  <c:v>0.19303703703703703</c:v>
                </c:pt>
                <c:pt idx="5956">
                  <c:v>0.19303703703703703</c:v>
                </c:pt>
                <c:pt idx="5957">
                  <c:v>0.19303703703703703</c:v>
                </c:pt>
                <c:pt idx="5958">
                  <c:v>0.19303703703703703</c:v>
                </c:pt>
                <c:pt idx="5959">
                  <c:v>0.19318518518518518</c:v>
                </c:pt>
                <c:pt idx="5960">
                  <c:v>0.19318518518518518</c:v>
                </c:pt>
                <c:pt idx="5961">
                  <c:v>0.19318518518518518</c:v>
                </c:pt>
                <c:pt idx="5962">
                  <c:v>0.19318518518518518</c:v>
                </c:pt>
                <c:pt idx="5963">
                  <c:v>0.19318518518518518</c:v>
                </c:pt>
                <c:pt idx="5964">
                  <c:v>0.19333333333333333</c:v>
                </c:pt>
                <c:pt idx="5965">
                  <c:v>0.19333333333333333</c:v>
                </c:pt>
                <c:pt idx="5966">
                  <c:v>0.19333333333333333</c:v>
                </c:pt>
                <c:pt idx="5967">
                  <c:v>0.19333333333333333</c:v>
                </c:pt>
                <c:pt idx="5968">
                  <c:v>0.19333333333333333</c:v>
                </c:pt>
                <c:pt idx="5969">
                  <c:v>0.19348148148148148</c:v>
                </c:pt>
                <c:pt idx="5970">
                  <c:v>0.19348148148148148</c:v>
                </c:pt>
                <c:pt idx="5971">
                  <c:v>0.19348148148148148</c:v>
                </c:pt>
                <c:pt idx="5972">
                  <c:v>0.19348148148148148</c:v>
                </c:pt>
                <c:pt idx="5973">
                  <c:v>0.19362962962962962</c:v>
                </c:pt>
                <c:pt idx="5974">
                  <c:v>0.19362962962962962</c:v>
                </c:pt>
                <c:pt idx="5975">
                  <c:v>0.19362962962962962</c:v>
                </c:pt>
                <c:pt idx="5976">
                  <c:v>0.19362962962962962</c:v>
                </c:pt>
                <c:pt idx="5977">
                  <c:v>0.19362962962962962</c:v>
                </c:pt>
                <c:pt idx="5978">
                  <c:v>0.19362962962962962</c:v>
                </c:pt>
                <c:pt idx="5979">
                  <c:v>0.19362962962962962</c:v>
                </c:pt>
                <c:pt idx="5980">
                  <c:v>0.19362962962962962</c:v>
                </c:pt>
                <c:pt idx="5981">
                  <c:v>0.19362962962962962</c:v>
                </c:pt>
                <c:pt idx="5982">
                  <c:v>0.19362962962962962</c:v>
                </c:pt>
                <c:pt idx="5983">
                  <c:v>0.19362962962962962</c:v>
                </c:pt>
                <c:pt idx="5984">
                  <c:v>0.19362962962962962</c:v>
                </c:pt>
                <c:pt idx="5985">
                  <c:v>0.19362962962962962</c:v>
                </c:pt>
                <c:pt idx="5986">
                  <c:v>0.19362962962962962</c:v>
                </c:pt>
                <c:pt idx="5987">
                  <c:v>0.19362962962962962</c:v>
                </c:pt>
                <c:pt idx="5988">
                  <c:v>0.19377777777777777</c:v>
                </c:pt>
                <c:pt idx="5989">
                  <c:v>0.19377777777777777</c:v>
                </c:pt>
                <c:pt idx="5990">
                  <c:v>0.19377777777777777</c:v>
                </c:pt>
                <c:pt idx="5991">
                  <c:v>0.19377777777777777</c:v>
                </c:pt>
                <c:pt idx="5992">
                  <c:v>0.19377777777777777</c:v>
                </c:pt>
                <c:pt idx="5993">
                  <c:v>0.19377777777777777</c:v>
                </c:pt>
                <c:pt idx="5994">
                  <c:v>0.19392592592592592</c:v>
                </c:pt>
                <c:pt idx="5995">
                  <c:v>0.19392592592592592</c:v>
                </c:pt>
                <c:pt idx="5996">
                  <c:v>0.19392592592592592</c:v>
                </c:pt>
                <c:pt idx="5997">
                  <c:v>0.19407407407407407</c:v>
                </c:pt>
                <c:pt idx="5998">
                  <c:v>0.19407407407407407</c:v>
                </c:pt>
                <c:pt idx="5999">
                  <c:v>0.19407407407407407</c:v>
                </c:pt>
                <c:pt idx="6000">
                  <c:v>0.19407407407407407</c:v>
                </c:pt>
                <c:pt idx="6001">
                  <c:v>0.19407407407407407</c:v>
                </c:pt>
                <c:pt idx="6002">
                  <c:v>0.19407407407407407</c:v>
                </c:pt>
                <c:pt idx="6003">
                  <c:v>0.19407407407407407</c:v>
                </c:pt>
                <c:pt idx="6004">
                  <c:v>0.19422222222222221</c:v>
                </c:pt>
                <c:pt idx="6005">
                  <c:v>0.19422222222222221</c:v>
                </c:pt>
                <c:pt idx="6006">
                  <c:v>0.19422222222222221</c:v>
                </c:pt>
                <c:pt idx="6007">
                  <c:v>0.19422222222222221</c:v>
                </c:pt>
                <c:pt idx="6008">
                  <c:v>0.19437037037037036</c:v>
                </c:pt>
                <c:pt idx="6009">
                  <c:v>0.19437037037037036</c:v>
                </c:pt>
                <c:pt idx="6010">
                  <c:v>0.19437037037037036</c:v>
                </c:pt>
                <c:pt idx="6011">
                  <c:v>0.19451851851851851</c:v>
                </c:pt>
                <c:pt idx="6012">
                  <c:v>0.19451851851851851</c:v>
                </c:pt>
                <c:pt idx="6013">
                  <c:v>0.19451851851851851</c:v>
                </c:pt>
                <c:pt idx="6014">
                  <c:v>0.19451851851851851</c:v>
                </c:pt>
                <c:pt idx="6015">
                  <c:v>0.19451851851851851</c:v>
                </c:pt>
                <c:pt idx="6016">
                  <c:v>0.19451851851851851</c:v>
                </c:pt>
                <c:pt idx="6017">
                  <c:v>0.19451851851851851</c:v>
                </c:pt>
                <c:pt idx="6018">
                  <c:v>0.19466666666666665</c:v>
                </c:pt>
                <c:pt idx="6019">
                  <c:v>0.19466666666666665</c:v>
                </c:pt>
                <c:pt idx="6020">
                  <c:v>0.19466666666666665</c:v>
                </c:pt>
                <c:pt idx="6021">
                  <c:v>0.19466666666666665</c:v>
                </c:pt>
                <c:pt idx="6022">
                  <c:v>0.19466666666666665</c:v>
                </c:pt>
                <c:pt idx="6023">
                  <c:v>0.1948148148148148</c:v>
                </c:pt>
                <c:pt idx="6024">
                  <c:v>0.1948148148148148</c:v>
                </c:pt>
                <c:pt idx="6025">
                  <c:v>0.1948148148148148</c:v>
                </c:pt>
                <c:pt idx="6026">
                  <c:v>0.1948148148148148</c:v>
                </c:pt>
                <c:pt idx="6027">
                  <c:v>0.1948148148148148</c:v>
                </c:pt>
                <c:pt idx="6028">
                  <c:v>0.1948148148148148</c:v>
                </c:pt>
                <c:pt idx="6029">
                  <c:v>0.19496296296296298</c:v>
                </c:pt>
                <c:pt idx="6030">
                  <c:v>0.19496296296296298</c:v>
                </c:pt>
                <c:pt idx="6031">
                  <c:v>0.19496296296296298</c:v>
                </c:pt>
                <c:pt idx="6032">
                  <c:v>0.19496296296296298</c:v>
                </c:pt>
                <c:pt idx="6033">
                  <c:v>0.19511111111111112</c:v>
                </c:pt>
                <c:pt idx="6034">
                  <c:v>0.19511111111111112</c:v>
                </c:pt>
                <c:pt idx="6035">
                  <c:v>0.19525925925925927</c:v>
                </c:pt>
                <c:pt idx="6036">
                  <c:v>0.19525925925925927</c:v>
                </c:pt>
                <c:pt idx="6037">
                  <c:v>0.19540740740740742</c:v>
                </c:pt>
                <c:pt idx="6038">
                  <c:v>0.19540740740740742</c:v>
                </c:pt>
                <c:pt idx="6039">
                  <c:v>0.19540740740740742</c:v>
                </c:pt>
                <c:pt idx="6040">
                  <c:v>0.19540740740740742</c:v>
                </c:pt>
                <c:pt idx="6041">
                  <c:v>0.19555555555555557</c:v>
                </c:pt>
                <c:pt idx="6042">
                  <c:v>0.19555555555555557</c:v>
                </c:pt>
                <c:pt idx="6043">
                  <c:v>0.19555555555555557</c:v>
                </c:pt>
                <c:pt idx="6044">
                  <c:v>0.19570370370370371</c:v>
                </c:pt>
                <c:pt idx="6045">
                  <c:v>0.19570370370370371</c:v>
                </c:pt>
                <c:pt idx="6046">
                  <c:v>0.19570370370370371</c:v>
                </c:pt>
                <c:pt idx="6047">
                  <c:v>0.19570370370370371</c:v>
                </c:pt>
                <c:pt idx="6048">
                  <c:v>0.19570370370370371</c:v>
                </c:pt>
                <c:pt idx="6049">
                  <c:v>0.19570370370370371</c:v>
                </c:pt>
                <c:pt idx="6050">
                  <c:v>0.19570370370370371</c:v>
                </c:pt>
                <c:pt idx="6051">
                  <c:v>0.19570370370370371</c:v>
                </c:pt>
                <c:pt idx="6052">
                  <c:v>0.19585185185185186</c:v>
                </c:pt>
                <c:pt idx="6053">
                  <c:v>0.19585185185185186</c:v>
                </c:pt>
                <c:pt idx="6054">
                  <c:v>0.19585185185185186</c:v>
                </c:pt>
                <c:pt idx="6055">
                  <c:v>0.19585185185185186</c:v>
                </c:pt>
                <c:pt idx="6056">
                  <c:v>0.19585185185185186</c:v>
                </c:pt>
                <c:pt idx="6057">
                  <c:v>0.19585185185185186</c:v>
                </c:pt>
                <c:pt idx="6058">
                  <c:v>0.19600000000000001</c:v>
                </c:pt>
                <c:pt idx="6059">
                  <c:v>0.19600000000000001</c:v>
                </c:pt>
                <c:pt idx="6060">
                  <c:v>0.19600000000000001</c:v>
                </c:pt>
                <c:pt idx="6061">
                  <c:v>0.19614814814814815</c:v>
                </c:pt>
                <c:pt idx="6062">
                  <c:v>0.19614814814814815</c:v>
                </c:pt>
                <c:pt idx="6063">
                  <c:v>0.1962962962962963</c:v>
                </c:pt>
                <c:pt idx="6064">
                  <c:v>0.1962962962962963</c:v>
                </c:pt>
                <c:pt idx="6065">
                  <c:v>0.19644444444444445</c:v>
                </c:pt>
                <c:pt idx="6066">
                  <c:v>0.19644444444444445</c:v>
                </c:pt>
                <c:pt idx="6067">
                  <c:v>0.19644444444444445</c:v>
                </c:pt>
                <c:pt idx="6068">
                  <c:v>0.19644444444444445</c:v>
                </c:pt>
                <c:pt idx="6069">
                  <c:v>0.19644444444444445</c:v>
                </c:pt>
                <c:pt idx="6070">
                  <c:v>0.19644444444444445</c:v>
                </c:pt>
                <c:pt idx="6071">
                  <c:v>0.19644444444444445</c:v>
                </c:pt>
                <c:pt idx="6072">
                  <c:v>0.19644444444444445</c:v>
                </c:pt>
                <c:pt idx="6073">
                  <c:v>0.19644444444444445</c:v>
                </c:pt>
                <c:pt idx="6074">
                  <c:v>0.19644444444444445</c:v>
                </c:pt>
                <c:pt idx="6075">
                  <c:v>0.19644444444444445</c:v>
                </c:pt>
                <c:pt idx="6076">
                  <c:v>0.19644444444444445</c:v>
                </c:pt>
                <c:pt idx="6077">
                  <c:v>0.19644444444444445</c:v>
                </c:pt>
                <c:pt idx="6078">
                  <c:v>0.19644444444444445</c:v>
                </c:pt>
                <c:pt idx="6079">
                  <c:v>0.19644444444444445</c:v>
                </c:pt>
                <c:pt idx="6080">
                  <c:v>0.19644444444444445</c:v>
                </c:pt>
                <c:pt idx="6081">
                  <c:v>0.19644444444444445</c:v>
                </c:pt>
                <c:pt idx="6082">
                  <c:v>0.19644444444444445</c:v>
                </c:pt>
                <c:pt idx="6083">
                  <c:v>0.19644444444444445</c:v>
                </c:pt>
                <c:pt idx="6084">
                  <c:v>0.19644444444444445</c:v>
                </c:pt>
                <c:pt idx="6085">
                  <c:v>0.19644444444444445</c:v>
                </c:pt>
                <c:pt idx="6086">
                  <c:v>0.19644444444444445</c:v>
                </c:pt>
                <c:pt idx="6087">
                  <c:v>0.19644444444444445</c:v>
                </c:pt>
                <c:pt idx="6088">
                  <c:v>0.19644444444444445</c:v>
                </c:pt>
                <c:pt idx="6089">
                  <c:v>0.19644444444444445</c:v>
                </c:pt>
                <c:pt idx="6090">
                  <c:v>0.19644444444444445</c:v>
                </c:pt>
                <c:pt idx="6091">
                  <c:v>0.19644444444444445</c:v>
                </c:pt>
                <c:pt idx="6092">
                  <c:v>0.1965925925925926</c:v>
                </c:pt>
                <c:pt idx="6093">
                  <c:v>0.1965925925925926</c:v>
                </c:pt>
                <c:pt idx="6094">
                  <c:v>0.19674074074074074</c:v>
                </c:pt>
                <c:pt idx="6095">
                  <c:v>0.19674074074074074</c:v>
                </c:pt>
                <c:pt idx="6096">
                  <c:v>0.19674074074074074</c:v>
                </c:pt>
                <c:pt idx="6097">
                  <c:v>0.19688888888888889</c:v>
                </c:pt>
                <c:pt idx="6098">
                  <c:v>0.19688888888888889</c:v>
                </c:pt>
                <c:pt idx="6099">
                  <c:v>0.19703703703703704</c:v>
                </c:pt>
                <c:pt idx="6100">
                  <c:v>0.19703703703703704</c:v>
                </c:pt>
                <c:pt idx="6101">
                  <c:v>0.19703703703703704</c:v>
                </c:pt>
                <c:pt idx="6102">
                  <c:v>0.19703703703703704</c:v>
                </c:pt>
                <c:pt idx="6103">
                  <c:v>0.19703703703703704</c:v>
                </c:pt>
                <c:pt idx="6104">
                  <c:v>0.19703703703703704</c:v>
                </c:pt>
                <c:pt idx="6105">
                  <c:v>0.19703703703703704</c:v>
                </c:pt>
                <c:pt idx="6106">
                  <c:v>0.19718518518518519</c:v>
                </c:pt>
                <c:pt idx="6107">
                  <c:v>0.19718518518518519</c:v>
                </c:pt>
                <c:pt idx="6108">
                  <c:v>0.19733333333333333</c:v>
                </c:pt>
                <c:pt idx="6109">
                  <c:v>0.19733333333333333</c:v>
                </c:pt>
                <c:pt idx="6110">
                  <c:v>0.19733333333333333</c:v>
                </c:pt>
                <c:pt idx="6111">
                  <c:v>0.19733333333333333</c:v>
                </c:pt>
                <c:pt idx="6112">
                  <c:v>0.19748148148148148</c:v>
                </c:pt>
                <c:pt idx="6113">
                  <c:v>0.19762962962962963</c:v>
                </c:pt>
                <c:pt idx="6114">
                  <c:v>0.19762962962962963</c:v>
                </c:pt>
                <c:pt idx="6115">
                  <c:v>0.19762962962962963</c:v>
                </c:pt>
                <c:pt idx="6116">
                  <c:v>0.19762962962962963</c:v>
                </c:pt>
                <c:pt idx="6117">
                  <c:v>0.19777777777777777</c:v>
                </c:pt>
                <c:pt idx="6118">
                  <c:v>0.19777777777777777</c:v>
                </c:pt>
                <c:pt idx="6119">
                  <c:v>0.19777777777777777</c:v>
                </c:pt>
                <c:pt idx="6120">
                  <c:v>0.19777777777777777</c:v>
                </c:pt>
                <c:pt idx="6121">
                  <c:v>0.19777777777777777</c:v>
                </c:pt>
                <c:pt idx="6122">
                  <c:v>0.19777777777777777</c:v>
                </c:pt>
                <c:pt idx="6123">
                  <c:v>0.19792592592592592</c:v>
                </c:pt>
                <c:pt idx="6124">
                  <c:v>0.19807407407407407</c:v>
                </c:pt>
                <c:pt idx="6125">
                  <c:v>0.19807407407407407</c:v>
                </c:pt>
                <c:pt idx="6126">
                  <c:v>0.19822222222222222</c:v>
                </c:pt>
                <c:pt idx="6127">
                  <c:v>0.19822222222222222</c:v>
                </c:pt>
                <c:pt idx="6128">
                  <c:v>0.19837037037037036</c:v>
                </c:pt>
                <c:pt idx="6129">
                  <c:v>0.19837037037037036</c:v>
                </c:pt>
                <c:pt idx="6130">
                  <c:v>0.19837037037037036</c:v>
                </c:pt>
                <c:pt idx="6131">
                  <c:v>0.19837037037037036</c:v>
                </c:pt>
                <c:pt idx="6132">
                  <c:v>0.19837037037037036</c:v>
                </c:pt>
                <c:pt idx="6133">
                  <c:v>0.19837037037037036</c:v>
                </c:pt>
                <c:pt idx="6134">
                  <c:v>0.19851851851851851</c:v>
                </c:pt>
                <c:pt idx="6135">
                  <c:v>0.19851851851851851</c:v>
                </c:pt>
                <c:pt idx="6136">
                  <c:v>0.19851851851851851</c:v>
                </c:pt>
                <c:pt idx="6137">
                  <c:v>0.19851851851851851</c:v>
                </c:pt>
                <c:pt idx="6138">
                  <c:v>0.19851851851851851</c:v>
                </c:pt>
                <c:pt idx="6139">
                  <c:v>0.19866666666666666</c:v>
                </c:pt>
                <c:pt idx="6140">
                  <c:v>0.19866666666666666</c:v>
                </c:pt>
                <c:pt idx="6141">
                  <c:v>0.19881481481481481</c:v>
                </c:pt>
                <c:pt idx="6142">
                  <c:v>0.19896296296296295</c:v>
                </c:pt>
                <c:pt idx="6143">
                  <c:v>0.19896296296296295</c:v>
                </c:pt>
                <c:pt idx="6144">
                  <c:v>0.19896296296296295</c:v>
                </c:pt>
                <c:pt idx="6145">
                  <c:v>0.19896296296296295</c:v>
                </c:pt>
                <c:pt idx="6146">
                  <c:v>0.19896296296296295</c:v>
                </c:pt>
                <c:pt idx="6147">
                  <c:v>0.19896296296296295</c:v>
                </c:pt>
                <c:pt idx="6148">
                  <c:v>0.19896296296296295</c:v>
                </c:pt>
                <c:pt idx="6149">
                  <c:v>0.19896296296296295</c:v>
                </c:pt>
                <c:pt idx="6150">
                  <c:v>0.19896296296296295</c:v>
                </c:pt>
                <c:pt idx="6151">
                  <c:v>0.19896296296296295</c:v>
                </c:pt>
                <c:pt idx="6152">
                  <c:v>0.19896296296296295</c:v>
                </c:pt>
                <c:pt idx="6153">
                  <c:v>0.19896296296296295</c:v>
                </c:pt>
                <c:pt idx="6154">
                  <c:v>0.19896296296296295</c:v>
                </c:pt>
                <c:pt idx="6155">
                  <c:v>0.1991111111111111</c:v>
                </c:pt>
                <c:pt idx="6156">
                  <c:v>0.1991111111111111</c:v>
                </c:pt>
                <c:pt idx="6157">
                  <c:v>0.1991111111111111</c:v>
                </c:pt>
                <c:pt idx="6158">
                  <c:v>0.1991111111111111</c:v>
                </c:pt>
                <c:pt idx="6159">
                  <c:v>0.1991111111111111</c:v>
                </c:pt>
                <c:pt idx="6160">
                  <c:v>0.1991111111111111</c:v>
                </c:pt>
                <c:pt idx="6161">
                  <c:v>0.1991111111111111</c:v>
                </c:pt>
                <c:pt idx="6162">
                  <c:v>0.1991111111111111</c:v>
                </c:pt>
                <c:pt idx="6163">
                  <c:v>0.19925925925925925</c:v>
                </c:pt>
                <c:pt idx="6164">
                  <c:v>0.19940740740740739</c:v>
                </c:pt>
                <c:pt idx="6165">
                  <c:v>0.19940740740740739</c:v>
                </c:pt>
                <c:pt idx="6166">
                  <c:v>0.19940740740740739</c:v>
                </c:pt>
                <c:pt idx="6167">
                  <c:v>0.19940740740740739</c:v>
                </c:pt>
                <c:pt idx="6168">
                  <c:v>0.19940740740740739</c:v>
                </c:pt>
                <c:pt idx="6169">
                  <c:v>0.19940740740740739</c:v>
                </c:pt>
                <c:pt idx="6170">
                  <c:v>0.19940740740740739</c:v>
                </c:pt>
                <c:pt idx="6171">
                  <c:v>0.19940740740740739</c:v>
                </c:pt>
                <c:pt idx="6172">
                  <c:v>0.19940740740740739</c:v>
                </c:pt>
                <c:pt idx="6173">
                  <c:v>0.19940740740740739</c:v>
                </c:pt>
                <c:pt idx="6174">
                  <c:v>0.19940740740740739</c:v>
                </c:pt>
                <c:pt idx="6175">
                  <c:v>0.19940740740740739</c:v>
                </c:pt>
                <c:pt idx="6176">
                  <c:v>0.19940740740740739</c:v>
                </c:pt>
                <c:pt idx="6177">
                  <c:v>0.19940740740740739</c:v>
                </c:pt>
                <c:pt idx="6178">
                  <c:v>0.19940740740740739</c:v>
                </c:pt>
                <c:pt idx="6179">
                  <c:v>0.19940740740740739</c:v>
                </c:pt>
                <c:pt idx="6180">
                  <c:v>0.19940740740740739</c:v>
                </c:pt>
                <c:pt idx="6181">
                  <c:v>0.19940740740740739</c:v>
                </c:pt>
                <c:pt idx="6182">
                  <c:v>0.19940740740740739</c:v>
                </c:pt>
                <c:pt idx="6183">
                  <c:v>0.19955555555555557</c:v>
                </c:pt>
                <c:pt idx="6184">
                  <c:v>0.19955555555555557</c:v>
                </c:pt>
                <c:pt idx="6185">
                  <c:v>0.19955555555555557</c:v>
                </c:pt>
                <c:pt idx="6186">
                  <c:v>0.19955555555555557</c:v>
                </c:pt>
                <c:pt idx="6187">
                  <c:v>0.19955555555555557</c:v>
                </c:pt>
                <c:pt idx="6188">
                  <c:v>0.19955555555555557</c:v>
                </c:pt>
                <c:pt idx="6189">
                  <c:v>0.19970370370370372</c:v>
                </c:pt>
                <c:pt idx="6190">
                  <c:v>0.19985185185185186</c:v>
                </c:pt>
                <c:pt idx="6191">
                  <c:v>0.19985185185185186</c:v>
                </c:pt>
                <c:pt idx="6192">
                  <c:v>0.19985185185185186</c:v>
                </c:pt>
                <c:pt idx="6193">
                  <c:v>0.19985185185185186</c:v>
                </c:pt>
                <c:pt idx="6194">
                  <c:v>0.19985185185185186</c:v>
                </c:pt>
                <c:pt idx="6195">
                  <c:v>0.19985185185185186</c:v>
                </c:pt>
                <c:pt idx="6196">
                  <c:v>0.19985185185185186</c:v>
                </c:pt>
                <c:pt idx="6197">
                  <c:v>0.2</c:v>
                </c:pt>
                <c:pt idx="6198">
                  <c:v>0.2</c:v>
                </c:pt>
                <c:pt idx="6199">
                  <c:v>0.2</c:v>
                </c:pt>
                <c:pt idx="6200">
                  <c:v>0.2</c:v>
                </c:pt>
                <c:pt idx="6201">
                  <c:v>0.2</c:v>
                </c:pt>
                <c:pt idx="6202">
                  <c:v>0.2</c:v>
                </c:pt>
                <c:pt idx="6203">
                  <c:v>0.2</c:v>
                </c:pt>
                <c:pt idx="6204">
                  <c:v>0.2</c:v>
                </c:pt>
                <c:pt idx="6205">
                  <c:v>0.2</c:v>
                </c:pt>
                <c:pt idx="6206">
                  <c:v>0.2</c:v>
                </c:pt>
                <c:pt idx="6207">
                  <c:v>0.2</c:v>
                </c:pt>
                <c:pt idx="6208">
                  <c:v>0.2</c:v>
                </c:pt>
                <c:pt idx="6209">
                  <c:v>0.2</c:v>
                </c:pt>
                <c:pt idx="6210">
                  <c:v>0.2</c:v>
                </c:pt>
                <c:pt idx="6211">
                  <c:v>0.2</c:v>
                </c:pt>
                <c:pt idx="6212">
                  <c:v>0.2</c:v>
                </c:pt>
                <c:pt idx="6213">
                  <c:v>0.20014814814814816</c:v>
                </c:pt>
                <c:pt idx="6214">
                  <c:v>0.20014814814814816</c:v>
                </c:pt>
                <c:pt idx="6215">
                  <c:v>0.20014814814814816</c:v>
                </c:pt>
                <c:pt idx="6216">
                  <c:v>0.20014814814814816</c:v>
                </c:pt>
                <c:pt idx="6217">
                  <c:v>0.20029629629629631</c:v>
                </c:pt>
                <c:pt idx="6218">
                  <c:v>0.20029629629629631</c:v>
                </c:pt>
                <c:pt idx="6219">
                  <c:v>0.20029629629629631</c:v>
                </c:pt>
                <c:pt idx="6220">
                  <c:v>0.20044444444444445</c:v>
                </c:pt>
                <c:pt idx="6221">
                  <c:v>0.20044444444444445</c:v>
                </c:pt>
                <c:pt idx="6222">
                  <c:v>0.20044444444444445</c:v>
                </c:pt>
                <c:pt idx="6223">
                  <c:v>0.20044444444444445</c:v>
                </c:pt>
                <c:pt idx="6224">
                  <c:v>0.20044444444444445</c:v>
                </c:pt>
                <c:pt idx="6225">
                  <c:v>0.2005925925925926</c:v>
                </c:pt>
                <c:pt idx="6226">
                  <c:v>0.2005925925925926</c:v>
                </c:pt>
                <c:pt idx="6227">
                  <c:v>0.2005925925925926</c:v>
                </c:pt>
                <c:pt idx="6228">
                  <c:v>0.20074074074074075</c:v>
                </c:pt>
                <c:pt idx="6229">
                  <c:v>0.20074074074074075</c:v>
                </c:pt>
                <c:pt idx="6230">
                  <c:v>0.20088888888888889</c:v>
                </c:pt>
                <c:pt idx="6231">
                  <c:v>0.20088888888888889</c:v>
                </c:pt>
                <c:pt idx="6232">
                  <c:v>0.20088888888888889</c:v>
                </c:pt>
                <c:pt idx="6233">
                  <c:v>0.20088888888888889</c:v>
                </c:pt>
                <c:pt idx="6234">
                  <c:v>0.20103703703703704</c:v>
                </c:pt>
                <c:pt idx="6235">
                  <c:v>0.20103703703703704</c:v>
                </c:pt>
                <c:pt idx="6236">
                  <c:v>0.20118518518518519</c:v>
                </c:pt>
                <c:pt idx="6237">
                  <c:v>0.20118518518518519</c:v>
                </c:pt>
                <c:pt idx="6238">
                  <c:v>0.20118518518518519</c:v>
                </c:pt>
                <c:pt idx="6239">
                  <c:v>0.20118518518518519</c:v>
                </c:pt>
                <c:pt idx="6240">
                  <c:v>0.20118518518518519</c:v>
                </c:pt>
                <c:pt idx="6241">
                  <c:v>0.20118518518518519</c:v>
                </c:pt>
                <c:pt idx="6242">
                  <c:v>0.20133333333333334</c:v>
                </c:pt>
                <c:pt idx="6243">
                  <c:v>0.20133333333333334</c:v>
                </c:pt>
                <c:pt idx="6244">
                  <c:v>0.20133333333333334</c:v>
                </c:pt>
                <c:pt idx="6245">
                  <c:v>0.20133333333333334</c:v>
                </c:pt>
                <c:pt idx="6246">
                  <c:v>0.20133333333333334</c:v>
                </c:pt>
                <c:pt idx="6247">
                  <c:v>0.20148148148148148</c:v>
                </c:pt>
                <c:pt idx="6248">
                  <c:v>0.20148148148148148</c:v>
                </c:pt>
                <c:pt idx="6249">
                  <c:v>0.20162962962962963</c:v>
                </c:pt>
                <c:pt idx="6250">
                  <c:v>0.20177777777777778</c:v>
                </c:pt>
                <c:pt idx="6251">
                  <c:v>0.20192592592592593</c:v>
                </c:pt>
                <c:pt idx="6252">
                  <c:v>0.20207407407407407</c:v>
                </c:pt>
                <c:pt idx="6253">
                  <c:v>0.20222222222222222</c:v>
                </c:pt>
                <c:pt idx="6254">
                  <c:v>0.20222222222222222</c:v>
                </c:pt>
                <c:pt idx="6255">
                  <c:v>0.20222222222222222</c:v>
                </c:pt>
                <c:pt idx="6256">
                  <c:v>0.20237037037037037</c:v>
                </c:pt>
                <c:pt idx="6257">
                  <c:v>0.20237037037037037</c:v>
                </c:pt>
                <c:pt idx="6258">
                  <c:v>0.20237037037037037</c:v>
                </c:pt>
                <c:pt idx="6259">
                  <c:v>0.20237037037037037</c:v>
                </c:pt>
                <c:pt idx="6260">
                  <c:v>0.20251851851851851</c:v>
                </c:pt>
                <c:pt idx="6261">
                  <c:v>0.20251851851851851</c:v>
                </c:pt>
                <c:pt idx="6262">
                  <c:v>0.20251851851851851</c:v>
                </c:pt>
                <c:pt idx="6263">
                  <c:v>0.20251851851851851</c:v>
                </c:pt>
                <c:pt idx="6264">
                  <c:v>0.20251851851851851</c:v>
                </c:pt>
                <c:pt idx="6265">
                  <c:v>0.20251851851851851</c:v>
                </c:pt>
                <c:pt idx="6266">
                  <c:v>0.20251851851851851</c:v>
                </c:pt>
                <c:pt idx="6267">
                  <c:v>0.20251851851851851</c:v>
                </c:pt>
                <c:pt idx="6268">
                  <c:v>0.20251851851851851</c:v>
                </c:pt>
                <c:pt idx="6269">
                  <c:v>0.20251851851851851</c:v>
                </c:pt>
                <c:pt idx="6270">
                  <c:v>0.20251851851851851</c:v>
                </c:pt>
                <c:pt idx="6271">
                  <c:v>0.20266666666666666</c:v>
                </c:pt>
                <c:pt idx="6272">
                  <c:v>0.20266666666666666</c:v>
                </c:pt>
                <c:pt idx="6273">
                  <c:v>0.20266666666666666</c:v>
                </c:pt>
                <c:pt idx="6274">
                  <c:v>0.20266666666666666</c:v>
                </c:pt>
                <c:pt idx="6275">
                  <c:v>0.20266666666666666</c:v>
                </c:pt>
                <c:pt idx="6276">
                  <c:v>0.20281481481481481</c:v>
                </c:pt>
                <c:pt idx="6277">
                  <c:v>0.20281481481481481</c:v>
                </c:pt>
                <c:pt idx="6278">
                  <c:v>0.20281481481481481</c:v>
                </c:pt>
                <c:pt idx="6279">
                  <c:v>0.20281481481481481</c:v>
                </c:pt>
                <c:pt idx="6280">
                  <c:v>0.20296296296296296</c:v>
                </c:pt>
                <c:pt idx="6281">
                  <c:v>0.2031111111111111</c:v>
                </c:pt>
                <c:pt idx="6282">
                  <c:v>0.2031111111111111</c:v>
                </c:pt>
                <c:pt idx="6283">
                  <c:v>0.2031111111111111</c:v>
                </c:pt>
                <c:pt idx="6284">
                  <c:v>0.2031111111111111</c:v>
                </c:pt>
                <c:pt idx="6285">
                  <c:v>0.20325925925925925</c:v>
                </c:pt>
                <c:pt idx="6286">
                  <c:v>0.20325925925925925</c:v>
                </c:pt>
                <c:pt idx="6287">
                  <c:v>0.20325925925925925</c:v>
                </c:pt>
                <c:pt idx="6288">
                  <c:v>0.2034074074074074</c:v>
                </c:pt>
                <c:pt idx="6289">
                  <c:v>0.2034074074074074</c:v>
                </c:pt>
                <c:pt idx="6290">
                  <c:v>0.2034074074074074</c:v>
                </c:pt>
                <c:pt idx="6291">
                  <c:v>0.2034074074074074</c:v>
                </c:pt>
                <c:pt idx="6292">
                  <c:v>0.2034074074074074</c:v>
                </c:pt>
                <c:pt idx="6293">
                  <c:v>0.2034074074074074</c:v>
                </c:pt>
                <c:pt idx="6294">
                  <c:v>0.2034074074074074</c:v>
                </c:pt>
                <c:pt idx="6295">
                  <c:v>0.2034074074074074</c:v>
                </c:pt>
                <c:pt idx="6296">
                  <c:v>0.20355555555555555</c:v>
                </c:pt>
                <c:pt idx="6297">
                  <c:v>0.20370370370370369</c:v>
                </c:pt>
                <c:pt idx="6298">
                  <c:v>0.20370370370370369</c:v>
                </c:pt>
                <c:pt idx="6299">
                  <c:v>0.20370370370370369</c:v>
                </c:pt>
                <c:pt idx="6300">
                  <c:v>0.20385185185185184</c:v>
                </c:pt>
                <c:pt idx="6301">
                  <c:v>0.20385185185185184</c:v>
                </c:pt>
                <c:pt idx="6302">
                  <c:v>0.20385185185185184</c:v>
                </c:pt>
                <c:pt idx="6303">
                  <c:v>0.20385185185185184</c:v>
                </c:pt>
                <c:pt idx="6304">
                  <c:v>0.20385185185185184</c:v>
                </c:pt>
                <c:pt idx="6305">
                  <c:v>0.20385185185185184</c:v>
                </c:pt>
                <c:pt idx="6306">
                  <c:v>0.20385185185185184</c:v>
                </c:pt>
                <c:pt idx="6307">
                  <c:v>0.20385185185185184</c:v>
                </c:pt>
                <c:pt idx="6308">
                  <c:v>0.20385185185185184</c:v>
                </c:pt>
                <c:pt idx="6309">
                  <c:v>0.20385185185185184</c:v>
                </c:pt>
                <c:pt idx="6310">
                  <c:v>0.20385185185185184</c:v>
                </c:pt>
                <c:pt idx="6311">
                  <c:v>0.20385185185185184</c:v>
                </c:pt>
                <c:pt idx="6312">
                  <c:v>0.20385185185185184</c:v>
                </c:pt>
                <c:pt idx="6313">
                  <c:v>0.20385185185185184</c:v>
                </c:pt>
                <c:pt idx="6314">
                  <c:v>0.20385185185185184</c:v>
                </c:pt>
                <c:pt idx="6315">
                  <c:v>0.20385185185185184</c:v>
                </c:pt>
                <c:pt idx="6316">
                  <c:v>0.20385185185185184</c:v>
                </c:pt>
                <c:pt idx="6317">
                  <c:v>0.20385185185185184</c:v>
                </c:pt>
                <c:pt idx="6318">
                  <c:v>0.20399999999999999</c:v>
                </c:pt>
                <c:pt idx="6319">
                  <c:v>0.20414814814814816</c:v>
                </c:pt>
                <c:pt idx="6320">
                  <c:v>0.20429629629629631</c:v>
                </c:pt>
                <c:pt idx="6321">
                  <c:v>0.20429629629629631</c:v>
                </c:pt>
                <c:pt idx="6322">
                  <c:v>0.20429629629629631</c:v>
                </c:pt>
                <c:pt idx="6323">
                  <c:v>0.20429629629629631</c:v>
                </c:pt>
                <c:pt idx="6324">
                  <c:v>0.20444444444444446</c:v>
                </c:pt>
                <c:pt idx="6325">
                  <c:v>0.20444444444444446</c:v>
                </c:pt>
                <c:pt idx="6326">
                  <c:v>0.20444444444444446</c:v>
                </c:pt>
                <c:pt idx="6327">
                  <c:v>0.2045925925925926</c:v>
                </c:pt>
                <c:pt idx="6328">
                  <c:v>0.2045925925925926</c:v>
                </c:pt>
                <c:pt idx="6329">
                  <c:v>0.2045925925925926</c:v>
                </c:pt>
                <c:pt idx="6330">
                  <c:v>0.2045925925925926</c:v>
                </c:pt>
                <c:pt idx="6331">
                  <c:v>0.2045925925925926</c:v>
                </c:pt>
                <c:pt idx="6332">
                  <c:v>0.2045925925925926</c:v>
                </c:pt>
                <c:pt idx="6333">
                  <c:v>0.2045925925925926</c:v>
                </c:pt>
                <c:pt idx="6334">
                  <c:v>0.2045925925925926</c:v>
                </c:pt>
                <c:pt idx="6335">
                  <c:v>0.2045925925925926</c:v>
                </c:pt>
                <c:pt idx="6336">
                  <c:v>0.2045925925925926</c:v>
                </c:pt>
                <c:pt idx="6337">
                  <c:v>0.20474074074074075</c:v>
                </c:pt>
                <c:pt idx="6338">
                  <c:v>0.20474074074074075</c:v>
                </c:pt>
                <c:pt idx="6339">
                  <c:v>0.20474074074074075</c:v>
                </c:pt>
                <c:pt idx="6340">
                  <c:v>0.20474074074074075</c:v>
                </c:pt>
                <c:pt idx="6341">
                  <c:v>0.20474074074074075</c:v>
                </c:pt>
                <c:pt idx="6342">
                  <c:v>0.20474074074074075</c:v>
                </c:pt>
                <c:pt idx="6343">
                  <c:v>0.2048888888888889</c:v>
                </c:pt>
                <c:pt idx="6344">
                  <c:v>0.20503703703703705</c:v>
                </c:pt>
                <c:pt idx="6345">
                  <c:v>0.20503703703703705</c:v>
                </c:pt>
                <c:pt idx="6346">
                  <c:v>0.20503703703703705</c:v>
                </c:pt>
                <c:pt idx="6347">
                  <c:v>0.20503703703703705</c:v>
                </c:pt>
                <c:pt idx="6348">
                  <c:v>0.20503703703703705</c:v>
                </c:pt>
                <c:pt idx="6349">
                  <c:v>0.20518518518518519</c:v>
                </c:pt>
                <c:pt idx="6350">
                  <c:v>0.20518518518518519</c:v>
                </c:pt>
                <c:pt idx="6351">
                  <c:v>0.20518518518518519</c:v>
                </c:pt>
                <c:pt idx="6352">
                  <c:v>0.20518518518518519</c:v>
                </c:pt>
                <c:pt idx="6353">
                  <c:v>0.20533333333333334</c:v>
                </c:pt>
                <c:pt idx="6354">
                  <c:v>0.20548148148148149</c:v>
                </c:pt>
                <c:pt idx="6355">
                  <c:v>0.20548148148148149</c:v>
                </c:pt>
                <c:pt idx="6356">
                  <c:v>0.20548148148148149</c:v>
                </c:pt>
                <c:pt idx="6357">
                  <c:v>0.20548148148148149</c:v>
                </c:pt>
                <c:pt idx="6358">
                  <c:v>0.20548148148148149</c:v>
                </c:pt>
                <c:pt idx="6359">
                  <c:v>0.20548148148148149</c:v>
                </c:pt>
                <c:pt idx="6360">
                  <c:v>0.20548148148148149</c:v>
                </c:pt>
                <c:pt idx="6361">
                  <c:v>0.20548148148148149</c:v>
                </c:pt>
                <c:pt idx="6362">
                  <c:v>0.20548148148148149</c:v>
                </c:pt>
                <c:pt idx="6363">
                  <c:v>0.20562962962962963</c:v>
                </c:pt>
                <c:pt idx="6364">
                  <c:v>0.20562962962962963</c:v>
                </c:pt>
                <c:pt idx="6365">
                  <c:v>0.20562962962962963</c:v>
                </c:pt>
                <c:pt idx="6366">
                  <c:v>0.20562962962962963</c:v>
                </c:pt>
                <c:pt idx="6367">
                  <c:v>0.20562962962962963</c:v>
                </c:pt>
                <c:pt idx="6368">
                  <c:v>0.20577777777777778</c:v>
                </c:pt>
                <c:pt idx="6369">
                  <c:v>0.20577777777777778</c:v>
                </c:pt>
                <c:pt idx="6370">
                  <c:v>0.20592592592592593</c:v>
                </c:pt>
                <c:pt idx="6371">
                  <c:v>0.20592592592592593</c:v>
                </c:pt>
                <c:pt idx="6372">
                  <c:v>0.20592592592592593</c:v>
                </c:pt>
                <c:pt idx="6373">
                  <c:v>0.20592592592592593</c:v>
                </c:pt>
                <c:pt idx="6374">
                  <c:v>0.20592592592592593</c:v>
                </c:pt>
                <c:pt idx="6375">
                  <c:v>0.20607407407407408</c:v>
                </c:pt>
                <c:pt idx="6376">
                  <c:v>0.20607407407407408</c:v>
                </c:pt>
                <c:pt idx="6377">
                  <c:v>0.20622222222222222</c:v>
                </c:pt>
                <c:pt idx="6378">
                  <c:v>0.20622222222222222</c:v>
                </c:pt>
                <c:pt idx="6379">
                  <c:v>0.20637037037037037</c:v>
                </c:pt>
                <c:pt idx="6380">
                  <c:v>0.20651851851851852</c:v>
                </c:pt>
                <c:pt idx="6381">
                  <c:v>0.20651851851851852</c:v>
                </c:pt>
                <c:pt idx="6382">
                  <c:v>0.20651851851851852</c:v>
                </c:pt>
                <c:pt idx="6383">
                  <c:v>0.20651851851851852</c:v>
                </c:pt>
                <c:pt idx="6384">
                  <c:v>0.20651851851851852</c:v>
                </c:pt>
                <c:pt idx="6385">
                  <c:v>0.20666666666666667</c:v>
                </c:pt>
                <c:pt idx="6386">
                  <c:v>0.20666666666666667</c:v>
                </c:pt>
                <c:pt idx="6387">
                  <c:v>0.20681481481481481</c:v>
                </c:pt>
                <c:pt idx="6388">
                  <c:v>0.20681481481481481</c:v>
                </c:pt>
                <c:pt idx="6389">
                  <c:v>0.20696296296296296</c:v>
                </c:pt>
                <c:pt idx="6390">
                  <c:v>0.20696296296296296</c:v>
                </c:pt>
                <c:pt idx="6391">
                  <c:v>0.20696296296296296</c:v>
                </c:pt>
                <c:pt idx="6392">
                  <c:v>0.20696296296296296</c:v>
                </c:pt>
                <c:pt idx="6393">
                  <c:v>0.20696296296296296</c:v>
                </c:pt>
                <c:pt idx="6394">
                  <c:v>0.20696296296296296</c:v>
                </c:pt>
                <c:pt idx="6395">
                  <c:v>0.20711111111111111</c:v>
                </c:pt>
                <c:pt idx="6396">
                  <c:v>0.20711111111111111</c:v>
                </c:pt>
                <c:pt idx="6397">
                  <c:v>0.20711111111111111</c:v>
                </c:pt>
                <c:pt idx="6398">
                  <c:v>0.20711111111111111</c:v>
                </c:pt>
                <c:pt idx="6399">
                  <c:v>0.20711111111111111</c:v>
                </c:pt>
                <c:pt idx="6400">
                  <c:v>0.20711111111111111</c:v>
                </c:pt>
                <c:pt idx="6401">
                  <c:v>0.20711111111111111</c:v>
                </c:pt>
                <c:pt idx="6402">
                  <c:v>0.20711111111111111</c:v>
                </c:pt>
                <c:pt idx="6403">
                  <c:v>0.20711111111111111</c:v>
                </c:pt>
                <c:pt idx="6404">
                  <c:v>0.20711111111111111</c:v>
                </c:pt>
                <c:pt idx="6405">
                  <c:v>0.20711111111111111</c:v>
                </c:pt>
                <c:pt idx="6406">
                  <c:v>0.20711111111111111</c:v>
                </c:pt>
                <c:pt idx="6407">
                  <c:v>0.20711111111111111</c:v>
                </c:pt>
                <c:pt idx="6408">
                  <c:v>0.20725925925925925</c:v>
                </c:pt>
                <c:pt idx="6409">
                  <c:v>0.20725925925925925</c:v>
                </c:pt>
                <c:pt idx="6410">
                  <c:v>0.20725925925925925</c:v>
                </c:pt>
                <c:pt idx="6411">
                  <c:v>0.20725925925925925</c:v>
                </c:pt>
                <c:pt idx="6412">
                  <c:v>0.2074074074074074</c:v>
                </c:pt>
                <c:pt idx="6413">
                  <c:v>0.20755555555555555</c:v>
                </c:pt>
                <c:pt idx="6414">
                  <c:v>0.20755555555555555</c:v>
                </c:pt>
                <c:pt idx="6415">
                  <c:v>0.20755555555555555</c:v>
                </c:pt>
                <c:pt idx="6416">
                  <c:v>0.20755555555555555</c:v>
                </c:pt>
                <c:pt idx="6417">
                  <c:v>0.20755555555555555</c:v>
                </c:pt>
                <c:pt idx="6418">
                  <c:v>0.20755555555555555</c:v>
                </c:pt>
                <c:pt idx="6419">
                  <c:v>0.20755555555555555</c:v>
                </c:pt>
                <c:pt idx="6420">
                  <c:v>0.2077037037037037</c:v>
                </c:pt>
                <c:pt idx="6421">
                  <c:v>0.2077037037037037</c:v>
                </c:pt>
                <c:pt idx="6422">
                  <c:v>0.2077037037037037</c:v>
                </c:pt>
                <c:pt idx="6423">
                  <c:v>0.2077037037037037</c:v>
                </c:pt>
                <c:pt idx="6424">
                  <c:v>0.20785185185185184</c:v>
                </c:pt>
                <c:pt idx="6425">
                  <c:v>0.20799999999999999</c:v>
                </c:pt>
                <c:pt idx="6426">
                  <c:v>0.20799999999999999</c:v>
                </c:pt>
                <c:pt idx="6427">
                  <c:v>0.20799999999999999</c:v>
                </c:pt>
                <c:pt idx="6428">
                  <c:v>0.20799999999999999</c:v>
                </c:pt>
                <c:pt idx="6429">
                  <c:v>0.20799999999999999</c:v>
                </c:pt>
                <c:pt idx="6430">
                  <c:v>0.20799999999999999</c:v>
                </c:pt>
                <c:pt idx="6431">
                  <c:v>0.20799999999999999</c:v>
                </c:pt>
                <c:pt idx="6432">
                  <c:v>0.20799999999999999</c:v>
                </c:pt>
                <c:pt idx="6433">
                  <c:v>0.20799999999999999</c:v>
                </c:pt>
                <c:pt idx="6434">
                  <c:v>0.20799999999999999</c:v>
                </c:pt>
                <c:pt idx="6435">
                  <c:v>0.20799999999999999</c:v>
                </c:pt>
                <c:pt idx="6436">
                  <c:v>0.20814814814814814</c:v>
                </c:pt>
                <c:pt idx="6437">
                  <c:v>0.20829629629629628</c:v>
                </c:pt>
                <c:pt idx="6438">
                  <c:v>0.20844444444444443</c:v>
                </c:pt>
                <c:pt idx="6439">
                  <c:v>0.20844444444444443</c:v>
                </c:pt>
                <c:pt idx="6440">
                  <c:v>0.20844444444444443</c:v>
                </c:pt>
                <c:pt idx="6441">
                  <c:v>0.20844444444444443</c:v>
                </c:pt>
                <c:pt idx="6442">
                  <c:v>0.20844444444444443</c:v>
                </c:pt>
                <c:pt idx="6443">
                  <c:v>0.20844444444444443</c:v>
                </c:pt>
                <c:pt idx="6444">
                  <c:v>0.20844444444444443</c:v>
                </c:pt>
                <c:pt idx="6445">
                  <c:v>0.20859259259259258</c:v>
                </c:pt>
                <c:pt idx="6446">
                  <c:v>0.20859259259259258</c:v>
                </c:pt>
                <c:pt idx="6447">
                  <c:v>0.20859259259259258</c:v>
                </c:pt>
                <c:pt idx="6448">
                  <c:v>0.20859259259259258</c:v>
                </c:pt>
                <c:pt idx="6449">
                  <c:v>0.20859259259259258</c:v>
                </c:pt>
                <c:pt idx="6450">
                  <c:v>0.20859259259259258</c:v>
                </c:pt>
                <c:pt idx="6451">
                  <c:v>0.20859259259259258</c:v>
                </c:pt>
                <c:pt idx="6452">
                  <c:v>0.20859259259259258</c:v>
                </c:pt>
                <c:pt idx="6453">
                  <c:v>0.20859259259259258</c:v>
                </c:pt>
                <c:pt idx="6454">
                  <c:v>0.20859259259259258</c:v>
                </c:pt>
                <c:pt idx="6455">
                  <c:v>0.20859259259259258</c:v>
                </c:pt>
                <c:pt idx="6456">
                  <c:v>0.20859259259259258</c:v>
                </c:pt>
                <c:pt idx="6457">
                  <c:v>0.20859259259259258</c:v>
                </c:pt>
                <c:pt idx="6458">
                  <c:v>0.20859259259259258</c:v>
                </c:pt>
                <c:pt idx="6459">
                  <c:v>0.20859259259259258</c:v>
                </c:pt>
                <c:pt idx="6460">
                  <c:v>0.20859259259259258</c:v>
                </c:pt>
                <c:pt idx="6461">
                  <c:v>0.20859259259259258</c:v>
                </c:pt>
                <c:pt idx="6462">
                  <c:v>0.20859259259259258</c:v>
                </c:pt>
                <c:pt idx="6463">
                  <c:v>0.20859259259259258</c:v>
                </c:pt>
                <c:pt idx="6464">
                  <c:v>0.20874074074074075</c:v>
                </c:pt>
                <c:pt idx="6465">
                  <c:v>0.20874074074074075</c:v>
                </c:pt>
                <c:pt idx="6466">
                  <c:v>0.20874074074074075</c:v>
                </c:pt>
                <c:pt idx="6467">
                  <c:v>0.20874074074074075</c:v>
                </c:pt>
                <c:pt idx="6468">
                  <c:v>0.20874074074074075</c:v>
                </c:pt>
                <c:pt idx="6469">
                  <c:v>0.20874074074074075</c:v>
                </c:pt>
                <c:pt idx="6470">
                  <c:v>0.20874074074074075</c:v>
                </c:pt>
                <c:pt idx="6471">
                  <c:v>0.20874074074074075</c:v>
                </c:pt>
                <c:pt idx="6472">
                  <c:v>0.20874074074074075</c:v>
                </c:pt>
                <c:pt idx="6473">
                  <c:v>0.20874074074074075</c:v>
                </c:pt>
                <c:pt idx="6474">
                  <c:v>0.2088888888888889</c:v>
                </c:pt>
                <c:pt idx="6475">
                  <c:v>0.2088888888888889</c:v>
                </c:pt>
                <c:pt idx="6476">
                  <c:v>0.2088888888888889</c:v>
                </c:pt>
                <c:pt idx="6477">
                  <c:v>0.2088888888888889</c:v>
                </c:pt>
                <c:pt idx="6478">
                  <c:v>0.2088888888888889</c:v>
                </c:pt>
                <c:pt idx="6479">
                  <c:v>0.2088888888888889</c:v>
                </c:pt>
                <c:pt idx="6480">
                  <c:v>0.20903703703703705</c:v>
                </c:pt>
                <c:pt idx="6481">
                  <c:v>0.2091851851851852</c:v>
                </c:pt>
                <c:pt idx="6482">
                  <c:v>0.2091851851851852</c:v>
                </c:pt>
                <c:pt idx="6483">
                  <c:v>0.2091851851851852</c:v>
                </c:pt>
                <c:pt idx="6484">
                  <c:v>0.2091851851851852</c:v>
                </c:pt>
                <c:pt idx="6485">
                  <c:v>0.2091851851851852</c:v>
                </c:pt>
                <c:pt idx="6486">
                  <c:v>0.20933333333333334</c:v>
                </c:pt>
                <c:pt idx="6487">
                  <c:v>0.20933333333333334</c:v>
                </c:pt>
                <c:pt idx="6488">
                  <c:v>0.20933333333333334</c:v>
                </c:pt>
                <c:pt idx="6489">
                  <c:v>0.20933333333333334</c:v>
                </c:pt>
                <c:pt idx="6490">
                  <c:v>0.20933333333333334</c:v>
                </c:pt>
                <c:pt idx="6491">
                  <c:v>0.20933333333333334</c:v>
                </c:pt>
                <c:pt idx="6492">
                  <c:v>0.20933333333333334</c:v>
                </c:pt>
                <c:pt idx="6493">
                  <c:v>0.20933333333333334</c:v>
                </c:pt>
                <c:pt idx="6494">
                  <c:v>0.20933333333333334</c:v>
                </c:pt>
                <c:pt idx="6495">
                  <c:v>0.20948148148148149</c:v>
                </c:pt>
                <c:pt idx="6496">
                  <c:v>0.20948148148148149</c:v>
                </c:pt>
                <c:pt idx="6497">
                  <c:v>0.20948148148148149</c:v>
                </c:pt>
                <c:pt idx="6498">
                  <c:v>0.20948148148148149</c:v>
                </c:pt>
                <c:pt idx="6499">
                  <c:v>0.20948148148148149</c:v>
                </c:pt>
                <c:pt idx="6500">
                  <c:v>0.20948148148148149</c:v>
                </c:pt>
                <c:pt idx="6501">
                  <c:v>0.20948148148148149</c:v>
                </c:pt>
                <c:pt idx="6502">
                  <c:v>0.20962962962962964</c:v>
                </c:pt>
                <c:pt idx="6503">
                  <c:v>0.20962962962962964</c:v>
                </c:pt>
                <c:pt idx="6504">
                  <c:v>0.20962962962962964</c:v>
                </c:pt>
                <c:pt idx="6505">
                  <c:v>0.20977777777777779</c:v>
                </c:pt>
                <c:pt idx="6506">
                  <c:v>0.20977777777777779</c:v>
                </c:pt>
                <c:pt idx="6507">
                  <c:v>0.20992592592592593</c:v>
                </c:pt>
                <c:pt idx="6508">
                  <c:v>0.20992592592592593</c:v>
                </c:pt>
                <c:pt idx="6509">
                  <c:v>0.21007407407407408</c:v>
                </c:pt>
                <c:pt idx="6510">
                  <c:v>0.21022222222222223</c:v>
                </c:pt>
                <c:pt idx="6511">
                  <c:v>0.21022222222222223</c:v>
                </c:pt>
                <c:pt idx="6512">
                  <c:v>0.21022222222222223</c:v>
                </c:pt>
                <c:pt idx="6513">
                  <c:v>0.21022222222222223</c:v>
                </c:pt>
                <c:pt idx="6514">
                  <c:v>0.21022222222222223</c:v>
                </c:pt>
                <c:pt idx="6515">
                  <c:v>0.21022222222222223</c:v>
                </c:pt>
                <c:pt idx="6516">
                  <c:v>0.21022222222222223</c:v>
                </c:pt>
                <c:pt idx="6517">
                  <c:v>0.21022222222222223</c:v>
                </c:pt>
                <c:pt idx="6518">
                  <c:v>0.21037037037037037</c:v>
                </c:pt>
                <c:pt idx="6519">
                  <c:v>0.21037037037037037</c:v>
                </c:pt>
                <c:pt idx="6520">
                  <c:v>0.21037037037037037</c:v>
                </c:pt>
                <c:pt idx="6521">
                  <c:v>0.21051851851851852</c:v>
                </c:pt>
                <c:pt idx="6522">
                  <c:v>0.21051851851851852</c:v>
                </c:pt>
                <c:pt idx="6523">
                  <c:v>0.21051851851851852</c:v>
                </c:pt>
                <c:pt idx="6524">
                  <c:v>0.21066666666666667</c:v>
                </c:pt>
                <c:pt idx="6525">
                  <c:v>0.21081481481481482</c:v>
                </c:pt>
                <c:pt idx="6526">
                  <c:v>0.21081481481481482</c:v>
                </c:pt>
                <c:pt idx="6527">
                  <c:v>0.21081481481481482</c:v>
                </c:pt>
                <c:pt idx="6528">
                  <c:v>0.21081481481481482</c:v>
                </c:pt>
                <c:pt idx="6529">
                  <c:v>0.21081481481481482</c:v>
                </c:pt>
                <c:pt idx="6530">
                  <c:v>0.21081481481481482</c:v>
                </c:pt>
                <c:pt idx="6531">
                  <c:v>0.21081481481481482</c:v>
                </c:pt>
                <c:pt idx="6532">
                  <c:v>0.21081481481481482</c:v>
                </c:pt>
                <c:pt idx="6533">
                  <c:v>0.21081481481481482</c:v>
                </c:pt>
                <c:pt idx="6534">
                  <c:v>0.21081481481481482</c:v>
                </c:pt>
                <c:pt idx="6535">
                  <c:v>0.21081481481481482</c:v>
                </c:pt>
                <c:pt idx="6536">
                  <c:v>0.21081481481481482</c:v>
                </c:pt>
                <c:pt idx="6537">
                  <c:v>0.21096296296296296</c:v>
                </c:pt>
                <c:pt idx="6538">
                  <c:v>0.21096296296296296</c:v>
                </c:pt>
                <c:pt idx="6539">
                  <c:v>0.21096296296296296</c:v>
                </c:pt>
                <c:pt idx="6540">
                  <c:v>0.21096296296296296</c:v>
                </c:pt>
                <c:pt idx="6541">
                  <c:v>0.21096296296296296</c:v>
                </c:pt>
                <c:pt idx="6542">
                  <c:v>0.21096296296296296</c:v>
                </c:pt>
                <c:pt idx="6543">
                  <c:v>0.21096296296296296</c:v>
                </c:pt>
                <c:pt idx="6544">
                  <c:v>0.21096296296296296</c:v>
                </c:pt>
                <c:pt idx="6545">
                  <c:v>0.21096296296296296</c:v>
                </c:pt>
                <c:pt idx="6546">
                  <c:v>0.21096296296296296</c:v>
                </c:pt>
                <c:pt idx="6547">
                  <c:v>0.21096296296296296</c:v>
                </c:pt>
                <c:pt idx="6548">
                  <c:v>0.21096296296296296</c:v>
                </c:pt>
                <c:pt idx="6549">
                  <c:v>0.21111111111111111</c:v>
                </c:pt>
                <c:pt idx="6550">
                  <c:v>0.21111111111111111</c:v>
                </c:pt>
                <c:pt idx="6551">
                  <c:v>0.21125925925925926</c:v>
                </c:pt>
                <c:pt idx="6552">
                  <c:v>0.21125925925925926</c:v>
                </c:pt>
                <c:pt idx="6553">
                  <c:v>0.21125925925925926</c:v>
                </c:pt>
                <c:pt idx="6554">
                  <c:v>0.21125925925925926</c:v>
                </c:pt>
                <c:pt idx="6555">
                  <c:v>0.2114074074074074</c:v>
                </c:pt>
                <c:pt idx="6556">
                  <c:v>0.21155555555555555</c:v>
                </c:pt>
                <c:pt idx="6557">
                  <c:v>0.21155555555555555</c:v>
                </c:pt>
                <c:pt idx="6558">
                  <c:v>0.21155555555555555</c:v>
                </c:pt>
                <c:pt idx="6559">
                  <c:v>0.21155555555555555</c:v>
                </c:pt>
                <c:pt idx="6560">
                  <c:v>0.21155555555555555</c:v>
                </c:pt>
                <c:pt idx="6561">
                  <c:v>0.21155555555555555</c:v>
                </c:pt>
                <c:pt idx="6562">
                  <c:v>0.21155555555555555</c:v>
                </c:pt>
                <c:pt idx="6563">
                  <c:v>0.2117037037037037</c:v>
                </c:pt>
                <c:pt idx="6564">
                  <c:v>0.21185185185185185</c:v>
                </c:pt>
                <c:pt idx="6565">
                  <c:v>0.21185185185185185</c:v>
                </c:pt>
                <c:pt idx="6566">
                  <c:v>0.21185185185185185</c:v>
                </c:pt>
                <c:pt idx="6567">
                  <c:v>0.21185185185185185</c:v>
                </c:pt>
                <c:pt idx="6568">
                  <c:v>0.21185185185185185</c:v>
                </c:pt>
                <c:pt idx="6569">
                  <c:v>0.21199999999999999</c:v>
                </c:pt>
                <c:pt idx="6570">
                  <c:v>0.21199999999999999</c:v>
                </c:pt>
                <c:pt idx="6571">
                  <c:v>0.21199999999999999</c:v>
                </c:pt>
                <c:pt idx="6572">
                  <c:v>0.21199999999999999</c:v>
                </c:pt>
                <c:pt idx="6573">
                  <c:v>0.21214814814814814</c:v>
                </c:pt>
                <c:pt idx="6574">
                  <c:v>0.21229629629629629</c:v>
                </c:pt>
                <c:pt idx="6575">
                  <c:v>0.21244444444444444</c:v>
                </c:pt>
                <c:pt idx="6576">
                  <c:v>0.21244444444444444</c:v>
                </c:pt>
                <c:pt idx="6577">
                  <c:v>0.21244444444444444</c:v>
                </c:pt>
                <c:pt idx="6578">
                  <c:v>0.21244444444444444</c:v>
                </c:pt>
                <c:pt idx="6579">
                  <c:v>0.21244444444444444</c:v>
                </c:pt>
                <c:pt idx="6580">
                  <c:v>0.21259259259259258</c:v>
                </c:pt>
                <c:pt idx="6581">
                  <c:v>0.21259259259259258</c:v>
                </c:pt>
                <c:pt idx="6582">
                  <c:v>0.21259259259259258</c:v>
                </c:pt>
                <c:pt idx="6583">
                  <c:v>0.21259259259259258</c:v>
                </c:pt>
                <c:pt idx="6584">
                  <c:v>0.21259259259259258</c:v>
                </c:pt>
                <c:pt idx="6585">
                  <c:v>0.21259259259259258</c:v>
                </c:pt>
                <c:pt idx="6586">
                  <c:v>0.21259259259259258</c:v>
                </c:pt>
                <c:pt idx="6587">
                  <c:v>0.21259259259259258</c:v>
                </c:pt>
                <c:pt idx="6588">
                  <c:v>0.21259259259259258</c:v>
                </c:pt>
                <c:pt idx="6589">
                  <c:v>0.21259259259259258</c:v>
                </c:pt>
                <c:pt idx="6590">
                  <c:v>0.21259259259259258</c:v>
                </c:pt>
                <c:pt idx="6591">
                  <c:v>0.21259259259259258</c:v>
                </c:pt>
                <c:pt idx="6592">
                  <c:v>0.21259259259259258</c:v>
                </c:pt>
                <c:pt idx="6593">
                  <c:v>0.21259259259259258</c:v>
                </c:pt>
                <c:pt idx="6594">
                  <c:v>0.21274074074074073</c:v>
                </c:pt>
                <c:pt idx="6595">
                  <c:v>0.21274074074074073</c:v>
                </c:pt>
                <c:pt idx="6596">
                  <c:v>0.21274074074074073</c:v>
                </c:pt>
                <c:pt idx="6597">
                  <c:v>0.21274074074074073</c:v>
                </c:pt>
                <c:pt idx="6598">
                  <c:v>0.21274074074074073</c:v>
                </c:pt>
                <c:pt idx="6599">
                  <c:v>0.21274074074074073</c:v>
                </c:pt>
                <c:pt idx="6600">
                  <c:v>0.21274074074074073</c:v>
                </c:pt>
                <c:pt idx="6601">
                  <c:v>0.21274074074074073</c:v>
                </c:pt>
                <c:pt idx="6602">
                  <c:v>0.21274074074074073</c:v>
                </c:pt>
                <c:pt idx="6603">
                  <c:v>0.21274074074074073</c:v>
                </c:pt>
                <c:pt idx="6604">
                  <c:v>0.21288888888888888</c:v>
                </c:pt>
                <c:pt idx="6605">
                  <c:v>0.21288888888888888</c:v>
                </c:pt>
                <c:pt idx="6606">
                  <c:v>0.21288888888888888</c:v>
                </c:pt>
                <c:pt idx="6607">
                  <c:v>0.21288888888888888</c:v>
                </c:pt>
                <c:pt idx="6608">
                  <c:v>0.21303703703703702</c:v>
                </c:pt>
                <c:pt idx="6609">
                  <c:v>0.21303703703703702</c:v>
                </c:pt>
                <c:pt idx="6610">
                  <c:v>0.21303703703703702</c:v>
                </c:pt>
                <c:pt idx="6611">
                  <c:v>0.21303703703703702</c:v>
                </c:pt>
                <c:pt idx="6612">
                  <c:v>0.21303703703703702</c:v>
                </c:pt>
                <c:pt idx="6613">
                  <c:v>0.21318518518518517</c:v>
                </c:pt>
                <c:pt idx="6614">
                  <c:v>0.21333333333333335</c:v>
                </c:pt>
                <c:pt idx="6615">
                  <c:v>0.21333333333333335</c:v>
                </c:pt>
                <c:pt idx="6616">
                  <c:v>0.21333333333333335</c:v>
                </c:pt>
                <c:pt idx="6617">
                  <c:v>0.21333333333333335</c:v>
                </c:pt>
                <c:pt idx="6618">
                  <c:v>0.21333333333333335</c:v>
                </c:pt>
                <c:pt idx="6619">
                  <c:v>0.21348148148148149</c:v>
                </c:pt>
                <c:pt idx="6620">
                  <c:v>0.21348148148148149</c:v>
                </c:pt>
                <c:pt idx="6621">
                  <c:v>0.21348148148148149</c:v>
                </c:pt>
                <c:pt idx="6622">
                  <c:v>0.21348148148148149</c:v>
                </c:pt>
                <c:pt idx="6623">
                  <c:v>0.21348148148148149</c:v>
                </c:pt>
                <c:pt idx="6624">
                  <c:v>0.21348148148148149</c:v>
                </c:pt>
                <c:pt idx="6625">
                  <c:v>0.21362962962962964</c:v>
                </c:pt>
                <c:pt idx="6626">
                  <c:v>0.21362962962962964</c:v>
                </c:pt>
                <c:pt idx="6627">
                  <c:v>0.21362962962962964</c:v>
                </c:pt>
                <c:pt idx="6628">
                  <c:v>0.21377777777777779</c:v>
                </c:pt>
                <c:pt idx="6629">
                  <c:v>0.21377777777777779</c:v>
                </c:pt>
                <c:pt idx="6630">
                  <c:v>0.21377777777777779</c:v>
                </c:pt>
                <c:pt idx="6631">
                  <c:v>0.21377777777777779</c:v>
                </c:pt>
                <c:pt idx="6632">
                  <c:v>0.21392592592592594</c:v>
                </c:pt>
                <c:pt idx="6633">
                  <c:v>0.21407407407407408</c:v>
                </c:pt>
                <c:pt idx="6634">
                  <c:v>0.21407407407407408</c:v>
                </c:pt>
                <c:pt idx="6635">
                  <c:v>0.21407407407407408</c:v>
                </c:pt>
                <c:pt idx="6636">
                  <c:v>0.21407407407407408</c:v>
                </c:pt>
                <c:pt idx="6637">
                  <c:v>0.21407407407407408</c:v>
                </c:pt>
                <c:pt idx="6638">
                  <c:v>0.21407407407407408</c:v>
                </c:pt>
                <c:pt idx="6639">
                  <c:v>0.21407407407407408</c:v>
                </c:pt>
                <c:pt idx="6640">
                  <c:v>0.21407407407407408</c:v>
                </c:pt>
                <c:pt idx="6641">
                  <c:v>0.21407407407407408</c:v>
                </c:pt>
                <c:pt idx="6642">
                  <c:v>0.21407407407407408</c:v>
                </c:pt>
                <c:pt idx="6643">
                  <c:v>0.21407407407407408</c:v>
                </c:pt>
                <c:pt idx="6644">
                  <c:v>0.21407407407407408</c:v>
                </c:pt>
                <c:pt idx="6645">
                  <c:v>0.21422222222222223</c:v>
                </c:pt>
                <c:pt idx="6646">
                  <c:v>0.21437037037037038</c:v>
                </c:pt>
                <c:pt idx="6647">
                  <c:v>0.21437037037037038</c:v>
                </c:pt>
                <c:pt idx="6648">
                  <c:v>0.21437037037037038</c:v>
                </c:pt>
                <c:pt idx="6649">
                  <c:v>0.21437037037037038</c:v>
                </c:pt>
                <c:pt idx="6650">
                  <c:v>0.21451851851851853</c:v>
                </c:pt>
                <c:pt idx="6651">
                  <c:v>0.21451851851851853</c:v>
                </c:pt>
                <c:pt idx="6652">
                  <c:v>0.21466666666666667</c:v>
                </c:pt>
                <c:pt idx="6653">
                  <c:v>0.21466666666666667</c:v>
                </c:pt>
                <c:pt idx="6654">
                  <c:v>0.21466666666666667</c:v>
                </c:pt>
                <c:pt idx="6655">
                  <c:v>0.21466666666666667</c:v>
                </c:pt>
                <c:pt idx="6656">
                  <c:v>0.21466666666666667</c:v>
                </c:pt>
                <c:pt idx="6657">
                  <c:v>0.21481481481481482</c:v>
                </c:pt>
                <c:pt idx="6658">
                  <c:v>0.21481481481481482</c:v>
                </c:pt>
                <c:pt idx="6659">
                  <c:v>0.21481481481481482</c:v>
                </c:pt>
                <c:pt idx="6660">
                  <c:v>0.21481481481481482</c:v>
                </c:pt>
                <c:pt idx="6661">
                  <c:v>0.21481481481481482</c:v>
                </c:pt>
                <c:pt idx="6662">
                  <c:v>0.21481481481481482</c:v>
                </c:pt>
                <c:pt idx="6663">
                  <c:v>0.21481481481481482</c:v>
                </c:pt>
                <c:pt idx="6664">
                  <c:v>0.21481481481481482</c:v>
                </c:pt>
                <c:pt idx="6665">
                  <c:v>0.21481481481481482</c:v>
                </c:pt>
                <c:pt idx="6666">
                  <c:v>0.21481481481481482</c:v>
                </c:pt>
                <c:pt idx="6667">
                  <c:v>0.21481481481481482</c:v>
                </c:pt>
                <c:pt idx="6668">
                  <c:v>0.21481481481481482</c:v>
                </c:pt>
                <c:pt idx="6669">
                  <c:v>0.21481481481481482</c:v>
                </c:pt>
                <c:pt idx="6670">
                  <c:v>0.21481481481481482</c:v>
                </c:pt>
                <c:pt idx="6671">
                  <c:v>0.21496296296296297</c:v>
                </c:pt>
                <c:pt idx="6672">
                  <c:v>0.21511111111111111</c:v>
                </c:pt>
                <c:pt idx="6673">
                  <c:v>0.21511111111111111</c:v>
                </c:pt>
                <c:pt idx="6674">
                  <c:v>0.21511111111111111</c:v>
                </c:pt>
                <c:pt idx="6675">
                  <c:v>0.21511111111111111</c:v>
                </c:pt>
                <c:pt idx="6676">
                  <c:v>0.21511111111111111</c:v>
                </c:pt>
                <c:pt idx="6677">
                  <c:v>0.21511111111111111</c:v>
                </c:pt>
                <c:pt idx="6678">
                  <c:v>0.21511111111111111</c:v>
                </c:pt>
                <c:pt idx="6679">
                  <c:v>0.21525925925925926</c:v>
                </c:pt>
                <c:pt idx="6680">
                  <c:v>0.21525925925925926</c:v>
                </c:pt>
                <c:pt idx="6681">
                  <c:v>0.21525925925925926</c:v>
                </c:pt>
                <c:pt idx="6682">
                  <c:v>0.21525925925925926</c:v>
                </c:pt>
                <c:pt idx="6683">
                  <c:v>0.21525925925925926</c:v>
                </c:pt>
                <c:pt idx="6684">
                  <c:v>0.21540740740740741</c:v>
                </c:pt>
                <c:pt idx="6685">
                  <c:v>0.21540740740740741</c:v>
                </c:pt>
                <c:pt idx="6686">
                  <c:v>0.21540740740740741</c:v>
                </c:pt>
                <c:pt idx="6687">
                  <c:v>0.21555555555555556</c:v>
                </c:pt>
                <c:pt idx="6688">
                  <c:v>0.21555555555555556</c:v>
                </c:pt>
                <c:pt idx="6689">
                  <c:v>0.21555555555555556</c:v>
                </c:pt>
                <c:pt idx="6690">
                  <c:v>0.21555555555555556</c:v>
                </c:pt>
                <c:pt idx="6691">
                  <c:v>0.21555555555555556</c:v>
                </c:pt>
                <c:pt idx="6692">
                  <c:v>0.21555555555555556</c:v>
                </c:pt>
                <c:pt idx="6693">
                  <c:v>0.21555555555555556</c:v>
                </c:pt>
                <c:pt idx="6694">
                  <c:v>0.21555555555555556</c:v>
                </c:pt>
                <c:pt idx="6695">
                  <c:v>0.21555555555555556</c:v>
                </c:pt>
                <c:pt idx="6696">
                  <c:v>0.21555555555555556</c:v>
                </c:pt>
                <c:pt idx="6697">
                  <c:v>0.21555555555555556</c:v>
                </c:pt>
                <c:pt idx="6698">
                  <c:v>0.2157037037037037</c:v>
                </c:pt>
                <c:pt idx="6699">
                  <c:v>0.2157037037037037</c:v>
                </c:pt>
                <c:pt idx="6700">
                  <c:v>0.2157037037037037</c:v>
                </c:pt>
                <c:pt idx="6701">
                  <c:v>0.2157037037037037</c:v>
                </c:pt>
                <c:pt idx="6702">
                  <c:v>0.2157037037037037</c:v>
                </c:pt>
                <c:pt idx="6703">
                  <c:v>0.2157037037037037</c:v>
                </c:pt>
                <c:pt idx="6704">
                  <c:v>0.2157037037037037</c:v>
                </c:pt>
                <c:pt idx="6705">
                  <c:v>0.2157037037037037</c:v>
                </c:pt>
                <c:pt idx="6706">
                  <c:v>0.2157037037037037</c:v>
                </c:pt>
                <c:pt idx="6707">
                  <c:v>0.2157037037037037</c:v>
                </c:pt>
                <c:pt idx="6708">
                  <c:v>0.2157037037037037</c:v>
                </c:pt>
                <c:pt idx="6709">
                  <c:v>0.21585185185185185</c:v>
                </c:pt>
                <c:pt idx="6710">
                  <c:v>0.21585185185185185</c:v>
                </c:pt>
                <c:pt idx="6711">
                  <c:v>0.21585185185185185</c:v>
                </c:pt>
                <c:pt idx="6712">
                  <c:v>0.21585185185185185</c:v>
                </c:pt>
                <c:pt idx="6713">
                  <c:v>0.21585185185185185</c:v>
                </c:pt>
                <c:pt idx="6714">
                  <c:v>0.216</c:v>
                </c:pt>
                <c:pt idx="6715">
                  <c:v>0.216</c:v>
                </c:pt>
                <c:pt idx="6716">
                  <c:v>0.216</c:v>
                </c:pt>
                <c:pt idx="6717">
                  <c:v>0.216</c:v>
                </c:pt>
                <c:pt idx="6718">
                  <c:v>0.216</c:v>
                </c:pt>
                <c:pt idx="6719">
                  <c:v>0.216</c:v>
                </c:pt>
                <c:pt idx="6720">
                  <c:v>0.216</c:v>
                </c:pt>
                <c:pt idx="6721">
                  <c:v>0.216</c:v>
                </c:pt>
                <c:pt idx="6722">
                  <c:v>0.216</c:v>
                </c:pt>
                <c:pt idx="6723">
                  <c:v>0.216</c:v>
                </c:pt>
                <c:pt idx="6724">
                  <c:v>0.216</c:v>
                </c:pt>
                <c:pt idx="6725">
                  <c:v>0.216</c:v>
                </c:pt>
                <c:pt idx="6726">
                  <c:v>0.216</c:v>
                </c:pt>
                <c:pt idx="6727">
                  <c:v>0.216</c:v>
                </c:pt>
                <c:pt idx="6728">
                  <c:v>0.216</c:v>
                </c:pt>
                <c:pt idx="6729">
                  <c:v>0.216</c:v>
                </c:pt>
                <c:pt idx="6730">
                  <c:v>0.216</c:v>
                </c:pt>
                <c:pt idx="6731">
                  <c:v>0.216</c:v>
                </c:pt>
                <c:pt idx="6732">
                  <c:v>0.216</c:v>
                </c:pt>
                <c:pt idx="6733">
                  <c:v>0.216</c:v>
                </c:pt>
                <c:pt idx="6734">
                  <c:v>0.216</c:v>
                </c:pt>
                <c:pt idx="6735">
                  <c:v>0.216</c:v>
                </c:pt>
                <c:pt idx="6736">
                  <c:v>0.216</c:v>
                </c:pt>
                <c:pt idx="6737">
                  <c:v>0.216</c:v>
                </c:pt>
                <c:pt idx="6738">
                  <c:v>0.21614814814814814</c:v>
                </c:pt>
                <c:pt idx="6739">
                  <c:v>0.21629629629629629</c:v>
                </c:pt>
                <c:pt idx="6740">
                  <c:v>0.21629629629629629</c:v>
                </c:pt>
                <c:pt idx="6741">
                  <c:v>0.21644444444444444</c:v>
                </c:pt>
                <c:pt idx="6742">
                  <c:v>0.21644444444444444</c:v>
                </c:pt>
                <c:pt idx="6743">
                  <c:v>0.21644444444444444</c:v>
                </c:pt>
                <c:pt idx="6744">
                  <c:v>0.21644444444444444</c:v>
                </c:pt>
                <c:pt idx="6745">
                  <c:v>0.21644444444444444</c:v>
                </c:pt>
                <c:pt idx="6746">
                  <c:v>0.21644444444444444</c:v>
                </c:pt>
                <c:pt idx="6747">
                  <c:v>0.21644444444444444</c:v>
                </c:pt>
                <c:pt idx="6748">
                  <c:v>0.21659259259259259</c:v>
                </c:pt>
                <c:pt idx="6749">
                  <c:v>0.21659259259259259</c:v>
                </c:pt>
                <c:pt idx="6750">
                  <c:v>0.21674074074074073</c:v>
                </c:pt>
                <c:pt idx="6751">
                  <c:v>0.21674074074074073</c:v>
                </c:pt>
                <c:pt idx="6752">
                  <c:v>0.21674074074074073</c:v>
                </c:pt>
                <c:pt idx="6753">
                  <c:v>0.21674074074074073</c:v>
                </c:pt>
                <c:pt idx="6754">
                  <c:v>0.21674074074074073</c:v>
                </c:pt>
                <c:pt idx="6755">
                  <c:v>0.21674074074074073</c:v>
                </c:pt>
                <c:pt idx="6756">
                  <c:v>0.21688888888888888</c:v>
                </c:pt>
                <c:pt idx="6757">
                  <c:v>0.21688888888888888</c:v>
                </c:pt>
                <c:pt idx="6758">
                  <c:v>0.21703703703703703</c:v>
                </c:pt>
                <c:pt idx="6759">
                  <c:v>0.21718518518518518</c:v>
                </c:pt>
                <c:pt idx="6760">
                  <c:v>0.21733333333333332</c:v>
                </c:pt>
                <c:pt idx="6761">
                  <c:v>0.21748148148148147</c:v>
                </c:pt>
                <c:pt idx="6762">
                  <c:v>0.21748148148148147</c:v>
                </c:pt>
                <c:pt idx="6763">
                  <c:v>0.21762962962962962</c:v>
                </c:pt>
                <c:pt idx="6764">
                  <c:v>0.21777777777777776</c:v>
                </c:pt>
                <c:pt idx="6765">
                  <c:v>0.21777777777777776</c:v>
                </c:pt>
                <c:pt idx="6766">
                  <c:v>0.21792592592592594</c:v>
                </c:pt>
                <c:pt idx="6767">
                  <c:v>0.21807407407407409</c:v>
                </c:pt>
                <c:pt idx="6768">
                  <c:v>0.21807407407407409</c:v>
                </c:pt>
                <c:pt idx="6769">
                  <c:v>0.21807407407407409</c:v>
                </c:pt>
                <c:pt idx="6770">
                  <c:v>0.21807407407407409</c:v>
                </c:pt>
                <c:pt idx="6771">
                  <c:v>0.21807407407407409</c:v>
                </c:pt>
                <c:pt idx="6772">
                  <c:v>0.21807407407407409</c:v>
                </c:pt>
                <c:pt idx="6773">
                  <c:v>0.21807407407407409</c:v>
                </c:pt>
                <c:pt idx="6774">
                  <c:v>0.21822222222222223</c:v>
                </c:pt>
                <c:pt idx="6775">
                  <c:v>0.21822222222222223</c:v>
                </c:pt>
                <c:pt idx="6776">
                  <c:v>0.21822222222222223</c:v>
                </c:pt>
                <c:pt idx="6777">
                  <c:v>0.21837037037037038</c:v>
                </c:pt>
                <c:pt idx="6778">
                  <c:v>0.21837037037037038</c:v>
                </c:pt>
                <c:pt idx="6779">
                  <c:v>0.21837037037037038</c:v>
                </c:pt>
                <c:pt idx="6780">
                  <c:v>0.21837037037037038</c:v>
                </c:pt>
                <c:pt idx="6781">
                  <c:v>0.21837037037037038</c:v>
                </c:pt>
                <c:pt idx="6782">
                  <c:v>0.21837037037037038</c:v>
                </c:pt>
                <c:pt idx="6783">
                  <c:v>0.21837037037037038</c:v>
                </c:pt>
                <c:pt idx="6784">
                  <c:v>0.21837037037037038</c:v>
                </c:pt>
                <c:pt idx="6785">
                  <c:v>0.21851851851851853</c:v>
                </c:pt>
                <c:pt idx="6786">
                  <c:v>0.21851851851851853</c:v>
                </c:pt>
                <c:pt idx="6787">
                  <c:v>0.21851851851851853</c:v>
                </c:pt>
                <c:pt idx="6788">
                  <c:v>0.21866666666666668</c:v>
                </c:pt>
                <c:pt idx="6789">
                  <c:v>0.21866666666666668</c:v>
                </c:pt>
                <c:pt idx="6790">
                  <c:v>0.21866666666666668</c:v>
                </c:pt>
                <c:pt idx="6791">
                  <c:v>0.21866666666666668</c:v>
                </c:pt>
                <c:pt idx="6792">
                  <c:v>0.21881481481481482</c:v>
                </c:pt>
                <c:pt idx="6793">
                  <c:v>0.21896296296296297</c:v>
                </c:pt>
                <c:pt idx="6794">
                  <c:v>0.21896296296296297</c:v>
                </c:pt>
                <c:pt idx="6795">
                  <c:v>0.21896296296296297</c:v>
                </c:pt>
                <c:pt idx="6796">
                  <c:v>0.21896296296296297</c:v>
                </c:pt>
                <c:pt idx="6797">
                  <c:v>0.21896296296296297</c:v>
                </c:pt>
                <c:pt idx="6798">
                  <c:v>0.21896296296296297</c:v>
                </c:pt>
                <c:pt idx="6799">
                  <c:v>0.21896296296296297</c:v>
                </c:pt>
                <c:pt idx="6800">
                  <c:v>0.21896296296296297</c:v>
                </c:pt>
                <c:pt idx="6801">
                  <c:v>0.21896296296296297</c:v>
                </c:pt>
                <c:pt idx="6802">
                  <c:v>0.21896296296296297</c:v>
                </c:pt>
                <c:pt idx="6803">
                  <c:v>0.21896296296296297</c:v>
                </c:pt>
                <c:pt idx="6804">
                  <c:v>0.21896296296296297</c:v>
                </c:pt>
                <c:pt idx="6805">
                  <c:v>0.21896296296296297</c:v>
                </c:pt>
                <c:pt idx="6806">
                  <c:v>0.21896296296296297</c:v>
                </c:pt>
                <c:pt idx="6807">
                  <c:v>0.21911111111111112</c:v>
                </c:pt>
                <c:pt idx="6808">
                  <c:v>0.21925925925925926</c:v>
                </c:pt>
                <c:pt idx="6809">
                  <c:v>0.21925925925925926</c:v>
                </c:pt>
                <c:pt idx="6810">
                  <c:v>0.21940740740740741</c:v>
                </c:pt>
                <c:pt idx="6811">
                  <c:v>0.21955555555555556</c:v>
                </c:pt>
                <c:pt idx="6812">
                  <c:v>0.21955555555555556</c:v>
                </c:pt>
                <c:pt idx="6813">
                  <c:v>0.21955555555555556</c:v>
                </c:pt>
                <c:pt idx="6814">
                  <c:v>0.21955555555555556</c:v>
                </c:pt>
                <c:pt idx="6815">
                  <c:v>0.21955555555555556</c:v>
                </c:pt>
                <c:pt idx="6816">
                  <c:v>0.21955555555555556</c:v>
                </c:pt>
                <c:pt idx="6817">
                  <c:v>0.21955555555555556</c:v>
                </c:pt>
                <c:pt idx="6818">
                  <c:v>0.21955555555555556</c:v>
                </c:pt>
                <c:pt idx="6819">
                  <c:v>0.21955555555555556</c:v>
                </c:pt>
                <c:pt idx="6820">
                  <c:v>0.21970370370370371</c:v>
                </c:pt>
                <c:pt idx="6821">
                  <c:v>0.21985185185185185</c:v>
                </c:pt>
                <c:pt idx="6822">
                  <c:v>0.21985185185185185</c:v>
                </c:pt>
                <c:pt idx="6823">
                  <c:v>0.21985185185185185</c:v>
                </c:pt>
                <c:pt idx="6824">
                  <c:v>0.21985185185185185</c:v>
                </c:pt>
                <c:pt idx="6825">
                  <c:v>0.21985185185185185</c:v>
                </c:pt>
                <c:pt idx="6826">
                  <c:v>0.21985185185185185</c:v>
                </c:pt>
                <c:pt idx="6827">
                  <c:v>0.22</c:v>
                </c:pt>
                <c:pt idx="6828">
                  <c:v>0.22</c:v>
                </c:pt>
                <c:pt idx="6829">
                  <c:v>0.22</c:v>
                </c:pt>
                <c:pt idx="6830">
                  <c:v>0.22</c:v>
                </c:pt>
                <c:pt idx="6831">
                  <c:v>0.22014814814814815</c:v>
                </c:pt>
                <c:pt idx="6832">
                  <c:v>0.2202962962962963</c:v>
                </c:pt>
                <c:pt idx="6833">
                  <c:v>0.22044444444444444</c:v>
                </c:pt>
                <c:pt idx="6834">
                  <c:v>0.22044444444444444</c:v>
                </c:pt>
                <c:pt idx="6835">
                  <c:v>0.22044444444444444</c:v>
                </c:pt>
                <c:pt idx="6836">
                  <c:v>0.22044444444444444</c:v>
                </c:pt>
                <c:pt idx="6837">
                  <c:v>0.22059259259259259</c:v>
                </c:pt>
                <c:pt idx="6838">
                  <c:v>0.22059259259259259</c:v>
                </c:pt>
                <c:pt idx="6839">
                  <c:v>0.22059259259259259</c:v>
                </c:pt>
                <c:pt idx="6840">
                  <c:v>0.22059259259259259</c:v>
                </c:pt>
                <c:pt idx="6841">
                  <c:v>0.22059259259259259</c:v>
                </c:pt>
                <c:pt idx="6842">
                  <c:v>0.22059259259259259</c:v>
                </c:pt>
                <c:pt idx="6843">
                  <c:v>0.22059259259259259</c:v>
                </c:pt>
                <c:pt idx="6844">
                  <c:v>0.22074074074074074</c:v>
                </c:pt>
                <c:pt idx="6845">
                  <c:v>0.22074074074074074</c:v>
                </c:pt>
                <c:pt idx="6846">
                  <c:v>0.22088888888888888</c:v>
                </c:pt>
                <c:pt idx="6847">
                  <c:v>0.22088888888888888</c:v>
                </c:pt>
                <c:pt idx="6848">
                  <c:v>0.22088888888888888</c:v>
                </c:pt>
                <c:pt idx="6849">
                  <c:v>0.22103703703703703</c:v>
                </c:pt>
                <c:pt idx="6850">
                  <c:v>0.22103703703703703</c:v>
                </c:pt>
                <c:pt idx="6851">
                  <c:v>0.22118518518518518</c:v>
                </c:pt>
                <c:pt idx="6852">
                  <c:v>0.22118518518518518</c:v>
                </c:pt>
                <c:pt idx="6853">
                  <c:v>0.22133333333333333</c:v>
                </c:pt>
                <c:pt idx="6854">
                  <c:v>0.22148148148148147</c:v>
                </c:pt>
                <c:pt idx="6855">
                  <c:v>0.22148148148148147</c:v>
                </c:pt>
                <c:pt idx="6856">
                  <c:v>0.22148148148148147</c:v>
                </c:pt>
                <c:pt idx="6857">
                  <c:v>0.22148148148148147</c:v>
                </c:pt>
                <c:pt idx="6858">
                  <c:v>0.22148148148148147</c:v>
                </c:pt>
                <c:pt idx="6859">
                  <c:v>0.22148148148148147</c:v>
                </c:pt>
                <c:pt idx="6860">
                  <c:v>0.22148148148148147</c:v>
                </c:pt>
                <c:pt idx="6861">
                  <c:v>0.22148148148148147</c:v>
                </c:pt>
                <c:pt idx="6862">
                  <c:v>0.22148148148148147</c:v>
                </c:pt>
                <c:pt idx="6863">
                  <c:v>0.22162962962962962</c:v>
                </c:pt>
                <c:pt idx="6864">
                  <c:v>0.22162962962962962</c:v>
                </c:pt>
                <c:pt idx="6865">
                  <c:v>0.22162962962962962</c:v>
                </c:pt>
                <c:pt idx="6866">
                  <c:v>0.22162962962962962</c:v>
                </c:pt>
                <c:pt idx="6867">
                  <c:v>0.22162962962962962</c:v>
                </c:pt>
                <c:pt idx="6868">
                  <c:v>0.22162962962962962</c:v>
                </c:pt>
                <c:pt idx="6869">
                  <c:v>0.22162962962962962</c:v>
                </c:pt>
                <c:pt idx="6870">
                  <c:v>0.22162962962962962</c:v>
                </c:pt>
                <c:pt idx="6871">
                  <c:v>0.22162962962962962</c:v>
                </c:pt>
                <c:pt idx="6872">
                  <c:v>0.22177777777777777</c:v>
                </c:pt>
                <c:pt idx="6873">
                  <c:v>0.22177777777777777</c:v>
                </c:pt>
                <c:pt idx="6874">
                  <c:v>0.22177777777777777</c:v>
                </c:pt>
                <c:pt idx="6875">
                  <c:v>0.22177777777777777</c:v>
                </c:pt>
                <c:pt idx="6876">
                  <c:v>0.22177777777777777</c:v>
                </c:pt>
                <c:pt idx="6877">
                  <c:v>0.22177777777777777</c:v>
                </c:pt>
                <c:pt idx="6878">
                  <c:v>0.22177777777777777</c:v>
                </c:pt>
                <c:pt idx="6879">
                  <c:v>0.22177777777777777</c:v>
                </c:pt>
                <c:pt idx="6880">
                  <c:v>0.22177777777777777</c:v>
                </c:pt>
                <c:pt idx="6881">
                  <c:v>0.22192592592592592</c:v>
                </c:pt>
                <c:pt idx="6882">
                  <c:v>0.22192592592592592</c:v>
                </c:pt>
                <c:pt idx="6883">
                  <c:v>0.22192592592592592</c:v>
                </c:pt>
                <c:pt idx="6884">
                  <c:v>0.22192592592592592</c:v>
                </c:pt>
                <c:pt idx="6885">
                  <c:v>0.22192592592592592</c:v>
                </c:pt>
                <c:pt idx="6886">
                  <c:v>0.22192592592592592</c:v>
                </c:pt>
                <c:pt idx="6887">
                  <c:v>0.22192592592592592</c:v>
                </c:pt>
                <c:pt idx="6888">
                  <c:v>0.22192592592592592</c:v>
                </c:pt>
                <c:pt idx="6889">
                  <c:v>0.22192592592592592</c:v>
                </c:pt>
                <c:pt idx="6890">
                  <c:v>0.22192592592592592</c:v>
                </c:pt>
                <c:pt idx="6891">
                  <c:v>0.22192592592592592</c:v>
                </c:pt>
                <c:pt idx="6892">
                  <c:v>0.22192592592592592</c:v>
                </c:pt>
                <c:pt idx="6893">
                  <c:v>0.22207407407407406</c:v>
                </c:pt>
                <c:pt idx="6894">
                  <c:v>0.22207407407407406</c:v>
                </c:pt>
                <c:pt idx="6895">
                  <c:v>0.22207407407407406</c:v>
                </c:pt>
                <c:pt idx="6896">
                  <c:v>0.22222222222222221</c:v>
                </c:pt>
                <c:pt idx="6897">
                  <c:v>0.22222222222222221</c:v>
                </c:pt>
                <c:pt idx="6898">
                  <c:v>0.22237037037037036</c:v>
                </c:pt>
                <c:pt idx="6899">
                  <c:v>0.22237037037037036</c:v>
                </c:pt>
                <c:pt idx="6900">
                  <c:v>0.22251851851851853</c:v>
                </c:pt>
                <c:pt idx="6901">
                  <c:v>0.22251851851851853</c:v>
                </c:pt>
                <c:pt idx="6902">
                  <c:v>0.22251851851851853</c:v>
                </c:pt>
                <c:pt idx="6903">
                  <c:v>0.22251851851851853</c:v>
                </c:pt>
                <c:pt idx="6904">
                  <c:v>0.22251851851851853</c:v>
                </c:pt>
                <c:pt idx="6905">
                  <c:v>0.22251851851851853</c:v>
                </c:pt>
                <c:pt idx="6906">
                  <c:v>0.22266666666666668</c:v>
                </c:pt>
                <c:pt idx="6907">
                  <c:v>0.22266666666666668</c:v>
                </c:pt>
                <c:pt idx="6908">
                  <c:v>0.22266666666666668</c:v>
                </c:pt>
                <c:pt idx="6909">
                  <c:v>0.22266666666666668</c:v>
                </c:pt>
                <c:pt idx="6910">
                  <c:v>0.22266666666666668</c:v>
                </c:pt>
                <c:pt idx="6911">
                  <c:v>0.22266666666666668</c:v>
                </c:pt>
                <c:pt idx="6912">
                  <c:v>0.22281481481481483</c:v>
                </c:pt>
                <c:pt idx="6913">
                  <c:v>0.22296296296296297</c:v>
                </c:pt>
                <c:pt idx="6914">
                  <c:v>0.22296296296296297</c:v>
                </c:pt>
                <c:pt idx="6915">
                  <c:v>0.22296296296296297</c:v>
                </c:pt>
                <c:pt idx="6916">
                  <c:v>0.22296296296296297</c:v>
                </c:pt>
                <c:pt idx="6917">
                  <c:v>0.22296296296296297</c:v>
                </c:pt>
                <c:pt idx="6918">
                  <c:v>0.22296296296296297</c:v>
                </c:pt>
                <c:pt idx="6919">
                  <c:v>0.22296296296296297</c:v>
                </c:pt>
                <c:pt idx="6920">
                  <c:v>0.22296296296296297</c:v>
                </c:pt>
                <c:pt idx="6921">
                  <c:v>0.22296296296296297</c:v>
                </c:pt>
                <c:pt idx="6922">
                  <c:v>0.22296296296296297</c:v>
                </c:pt>
                <c:pt idx="6923">
                  <c:v>0.22296296296296297</c:v>
                </c:pt>
                <c:pt idx="6924">
                  <c:v>0.22296296296296297</c:v>
                </c:pt>
                <c:pt idx="6925">
                  <c:v>0.22311111111111112</c:v>
                </c:pt>
                <c:pt idx="6926">
                  <c:v>0.22325925925925927</c:v>
                </c:pt>
                <c:pt idx="6927">
                  <c:v>0.22340740740740742</c:v>
                </c:pt>
                <c:pt idx="6928">
                  <c:v>0.22340740740740742</c:v>
                </c:pt>
                <c:pt idx="6929">
                  <c:v>0.22340740740740742</c:v>
                </c:pt>
                <c:pt idx="6930">
                  <c:v>0.22340740740740742</c:v>
                </c:pt>
                <c:pt idx="6931">
                  <c:v>0.22340740740740742</c:v>
                </c:pt>
                <c:pt idx="6932">
                  <c:v>0.22340740740740742</c:v>
                </c:pt>
                <c:pt idx="6933">
                  <c:v>0.22355555555555556</c:v>
                </c:pt>
                <c:pt idx="6934">
                  <c:v>0.22355555555555556</c:v>
                </c:pt>
                <c:pt idx="6935">
                  <c:v>0.22370370370370371</c:v>
                </c:pt>
                <c:pt idx="6936">
                  <c:v>0.22370370370370371</c:v>
                </c:pt>
                <c:pt idx="6937">
                  <c:v>0.22370370370370371</c:v>
                </c:pt>
                <c:pt idx="6938">
                  <c:v>0.22370370370370371</c:v>
                </c:pt>
                <c:pt idx="6939">
                  <c:v>0.22385185185185186</c:v>
                </c:pt>
                <c:pt idx="6940">
                  <c:v>0.22385185185185186</c:v>
                </c:pt>
                <c:pt idx="6941">
                  <c:v>0.22385185185185186</c:v>
                </c:pt>
                <c:pt idx="6942">
                  <c:v>0.22385185185185186</c:v>
                </c:pt>
                <c:pt idx="6943">
                  <c:v>0.22385185185185186</c:v>
                </c:pt>
                <c:pt idx="6944">
                  <c:v>0.22385185185185186</c:v>
                </c:pt>
                <c:pt idx="6945">
                  <c:v>0.22385185185185186</c:v>
                </c:pt>
                <c:pt idx="6946">
                  <c:v>0.22385185185185186</c:v>
                </c:pt>
                <c:pt idx="6947">
                  <c:v>0.22385185185185186</c:v>
                </c:pt>
                <c:pt idx="6948">
                  <c:v>0.22385185185185186</c:v>
                </c:pt>
                <c:pt idx="6949">
                  <c:v>0.22385185185185186</c:v>
                </c:pt>
                <c:pt idx="6950">
                  <c:v>0.22385185185185186</c:v>
                </c:pt>
                <c:pt idx="6951">
                  <c:v>0.22385185185185186</c:v>
                </c:pt>
                <c:pt idx="6952">
                  <c:v>0.22385185185185186</c:v>
                </c:pt>
                <c:pt idx="6953">
                  <c:v>0.22385185185185186</c:v>
                </c:pt>
                <c:pt idx="6954">
                  <c:v>0.22385185185185186</c:v>
                </c:pt>
                <c:pt idx="6955">
                  <c:v>0.22385185185185186</c:v>
                </c:pt>
                <c:pt idx="6956">
                  <c:v>0.22385185185185186</c:v>
                </c:pt>
                <c:pt idx="6957">
                  <c:v>0.22385185185185186</c:v>
                </c:pt>
                <c:pt idx="6958">
                  <c:v>0.22385185185185186</c:v>
                </c:pt>
                <c:pt idx="6959">
                  <c:v>0.22385185185185186</c:v>
                </c:pt>
                <c:pt idx="6960">
                  <c:v>0.22385185185185186</c:v>
                </c:pt>
                <c:pt idx="6961">
                  <c:v>0.224</c:v>
                </c:pt>
                <c:pt idx="6962">
                  <c:v>0.22414814814814815</c:v>
                </c:pt>
                <c:pt idx="6963">
                  <c:v>0.22414814814814815</c:v>
                </c:pt>
                <c:pt idx="6964">
                  <c:v>0.22414814814814815</c:v>
                </c:pt>
                <c:pt idx="6965">
                  <c:v>0.22414814814814815</c:v>
                </c:pt>
                <c:pt idx="6966">
                  <c:v>0.22414814814814815</c:v>
                </c:pt>
                <c:pt idx="6967">
                  <c:v>0.22414814814814815</c:v>
                </c:pt>
                <c:pt idx="6968">
                  <c:v>0.22414814814814815</c:v>
                </c:pt>
                <c:pt idx="6969">
                  <c:v>0.22414814814814815</c:v>
                </c:pt>
                <c:pt idx="6970">
                  <c:v>0.22414814814814815</c:v>
                </c:pt>
                <c:pt idx="6971">
                  <c:v>0.22414814814814815</c:v>
                </c:pt>
                <c:pt idx="6972">
                  <c:v>0.22414814814814815</c:v>
                </c:pt>
                <c:pt idx="6973">
                  <c:v>0.2242962962962963</c:v>
                </c:pt>
                <c:pt idx="6974">
                  <c:v>0.2242962962962963</c:v>
                </c:pt>
                <c:pt idx="6975">
                  <c:v>0.2242962962962963</c:v>
                </c:pt>
                <c:pt idx="6976">
                  <c:v>0.22444444444444445</c:v>
                </c:pt>
                <c:pt idx="6977">
                  <c:v>0.22444444444444445</c:v>
                </c:pt>
                <c:pt idx="6978">
                  <c:v>0.22444444444444445</c:v>
                </c:pt>
                <c:pt idx="6979">
                  <c:v>0.22444444444444445</c:v>
                </c:pt>
                <c:pt idx="6980">
                  <c:v>0.22444444444444445</c:v>
                </c:pt>
                <c:pt idx="6981">
                  <c:v>0.22444444444444445</c:v>
                </c:pt>
                <c:pt idx="6982">
                  <c:v>0.22459259259259259</c:v>
                </c:pt>
                <c:pt idx="6983">
                  <c:v>0.22459259259259259</c:v>
                </c:pt>
                <c:pt idx="6984">
                  <c:v>0.22474074074074074</c:v>
                </c:pt>
                <c:pt idx="6985">
                  <c:v>0.22474074074074074</c:v>
                </c:pt>
                <c:pt idx="6986">
                  <c:v>0.22488888888888889</c:v>
                </c:pt>
                <c:pt idx="6987">
                  <c:v>0.22488888888888889</c:v>
                </c:pt>
                <c:pt idx="6988">
                  <c:v>0.22488888888888889</c:v>
                </c:pt>
                <c:pt idx="6989">
                  <c:v>0.22488888888888889</c:v>
                </c:pt>
                <c:pt idx="6990">
                  <c:v>0.22488888888888889</c:v>
                </c:pt>
                <c:pt idx="6991">
                  <c:v>0.22488888888888889</c:v>
                </c:pt>
                <c:pt idx="6992">
                  <c:v>0.22488888888888889</c:v>
                </c:pt>
                <c:pt idx="6993">
                  <c:v>0.22488888888888889</c:v>
                </c:pt>
                <c:pt idx="6994">
                  <c:v>0.22488888888888889</c:v>
                </c:pt>
                <c:pt idx="6995">
                  <c:v>0.22488888888888889</c:v>
                </c:pt>
                <c:pt idx="6996">
                  <c:v>0.22503703703703704</c:v>
                </c:pt>
                <c:pt idx="6997">
                  <c:v>0.22518518518518518</c:v>
                </c:pt>
                <c:pt idx="6998">
                  <c:v>0.22518518518518518</c:v>
                </c:pt>
                <c:pt idx="6999">
                  <c:v>0.22518518518518518</c:v>
                </c:pt>
                <c:pt idx="7000">
                  <c:v>0.22518518518518518</c:v>
                </c:pt>
                <c:pt idx="7001">
                  <c:v>0.22518518518518518</c:v>
                </c:pt>
                <c:pt idx="7002">
                  <c:v>0.22518518518518518</c:v>
                </c:pt>
                <c:pt idx="7003">
                  <c:v>0.22518518518518518</c:v>
                </c:pt>
                <c:pt idx="7004">
                  <c:v>0.22518518518518518</c:v>
                </c:pt>
                <c:pt idx="7005">
                  <c:v>0.22518518518518518</c:v>
                </c:pt>
                <c:pt idx="7006">
                  <c:v>0.22518518518518518</c:v>
                </c:pt>
                <c:pt idx="7007">
                  <c:v>0.22518518518518518</c:v>
                </c:pt>
                <c:pt idx="7008">
                  <c:v>0.22533333333333333</c:v>
                </c:pt>
                <c:pt idx="7009">
                  <c:v>0.22548148148148148</c:v>
                </c:pt>
                <c:pt idx="7010">
                  <c:v>0.22548148148148148</c:v>
                </c:pt>
                <c:pt idx="7011">
                  <c:v>0.22548148148148148</c:v>
                </c:pt>
                <c:pt idx="7012">
                  <c:v>0.22548148148148148</c:v>
                </c:pt>
                <c:pt idx="7013">
                  <c:v>0.22548148148148148</c:v>
                </c:pt>
                <c:pt idx="7014">
                  <c:v>0.22548148148148148</c:v>
                </c:pt>
                <c:pt idx="7015">
                  <c:v>0.22562962962962962</c:v>
                </c:pt>
                <c:pt idx="7016">
                  <c:v>0.22577777777777777</c:v>
                </c:pt>
                <c:pt idx="7017">
                  <c:v>0.22577777777777777</c:v>
                </c:pt>
                <c:pt idx="7018">
                  <c:v>0.22577777777777777</c:v>
                </c:pt>
                <c:pt idx="7019">
                  <c:v>0.22577777777777777</c:v>
                </c:pt>
                <c:pt idx="7020">
                  <c:v>0.22577777777777777</c:v>
                </c:pt>
                <c:pt idx="7021">
                  <c:v>0.22577777777777777</c:v>
                </c:pt>
                <c:pt idx="7022">
                  <c:v>0.22592592592592592</c:v>
                </c:pt>
                <c:pt idx="7023">
                  <c:v>0.22592592592592592</c:v>
                </c:pt>
                <c:pt idx="7024">
                  <c:v>0.22592592592592592</c:v>
                </c:pt>
                <c:pt idx="7025">
                  <c:v>0.22607407407407407</c:v>
                </c:pt>
                <c:pt idx="7026">
                  <c:v>0.22622222222222221</c:v>
                </c:pt>
                <c:pt idx="7027">
                  <c:v>0.22622222222222221</c:v>
                </c:pt>
                <c:pt idx="7028">
                  <c:v>0.22622222222222221</c:v>
                </c:pt>
                <c:pt idx="7029">
                  <c:v>0.22637037037037036</c:v>
                </c:pt>
                <c:pt idx="7030">
                  <c:v>0.22637037037037036</c:v>
                </c:pt>
                <c:pt idx="7031">
                  <c:v>0.22637037037037036</c:v>
                </c:pt>
                <c:pt idx="7032">
                  <c:v>0.22637037037037036</c:v>
                </c:pt>
                <c:pt idx="7033">
                  <c:v>0.22637037037037036</c:v>
                </c:pt>
                <c:pt idx="7034">
                  <c:v>0.22637037037037036</c:v>
                </c:pt>
                <c:pt idx="7035">
                  <c:v>0.22637037037037036</c:v>
                </c:pt>
                <c:pt idx="7036">
                  <c:v>0.22637037037037036</c:v>
                </c:pt>
                <c:pt idx="7037">
                  <c:v>0.22637037037037036</c:v>
                </c:pt>
                <c:pt idx="7038">
                  <c:v>0.22637037037037036</c:v>
                </c:pt>
                <c:pt idx="7039">
                  <c:v>0.22637037037037036</c:v>
                </c:pt>
                <c:pt idx="7040">
                  <c:v>0.22637037037037036</c:v>
                </c:pt>
                <c:pt idx="7041">
                  <c:v>0.22637037037037036</c:v>
                </c:pt>
                <c:pt idx="7042">
                  <c:v>0.22637037037037036</c:v>
                </c:pt>
                <c:pt idx="7043">
                  <c:v>0.22637037037037036</c:v>
                </c:pt>
                <c:pt idx="7044">
                  <c:v>0.22637037037037036</c:v>
                </c:pt>
                <c:pt idx="7045">
                  <c:v>0.22637037037037036</c:v>
                </c:pt>
                <c:pt idx="7046">
                  <c:v>0.22637037037037036</c:v>
                </c:pt>
                <c:pt idx="7047">
                  <c:v>0.22651851851851851</c:v>
                </c:pt>
                <c:pt idx="7048">
                  <c:v>0.22666666666666666</c:v>
                </c:pt>
                <c:pt idx="7049">
                  <c:v>0.22666666666666666</c:v>
                </c:pt>
                <c:pt idx="7050">
                  <c:v>0.22666666666666666</c:v>
                </c:pt>
                <c:pt idx="7051">
                  <c:v>0.22666666666666666</c:v>
                </c:pt>
                <c:pt idx="7052">
                  <c:v>0.22666666666666666</c:v>
                </c:pt>
                <c:pt idx="7053">
                  <c:v>0.2268148148148148</c:v>
                </c:pt>
                <c:pt idx="7054">
                  <c:v>0.2268148148148148</c:v>
                </c:pt>
                <c:pt idx="7055">
                  <c:v>0.2268148148148148</c:v>
                </c:pt>
                <c:pt idx="7056">
                  <c:v>0.2268148148148148</c:v>
                </c:pt>
                <c:pt idx="7057">
                  <c:v>0.2268148148148148</c:v>
                </c:pt>
                <c:pt idx="7058">
                  <c:v>0.2268148148148148</c:v>
                </c:pt>
                <c:pt idx="7059">
                  <c:v>0.2268148148148148</c:v>
                </c:pt>
                <c:pt idx="7060">
                  <c:v>0.2268148148148148</c:v>
                </c:pt>
                <c:pt idx="7061">
                  <c:v>0.2268148148148148</c:v>
                </c:pt>
                <c:pt idx="7062">
                  <c:v>0.2268148148148148</c:v>
                </c:pt>
                <c:pt idx="7063">
                  <c:v>0.2268148148148148</c:v>
                </c:pt>
                <c:pt idx="7064">
                  <c:v>0.2268148148148148</c:v>
                </c:pt>
                <c:pt idx="7065">
                  <c:v>0.2268148148148148</c:v>
                </c:pt>
                <c:pt idx="7066">
                  <c:v>0.2268148148148148</c:v>
                </c:pt>
                <c:pt idx="7067">
                  <c:v>0.22696296296296295</c:v>
                </c:pt>
                <c:pt idx="7068">
                  <c:v>0.22696296296296295</c:v>
                </c:pt>
                <c:pt idx="7069">
                  <c:v>0.22696296296296295</c:v>
                </c:pt>
                <c:pt idx="7070">
                  <c:v>0.22711111111111112</c:v>
                </c:pt>
                <c:pt idx="7071">
                  <c:v>0.22711111111111112</c:v>
                </c:pt>
                <c:pt idx="7072">
                  <c:v>0.22725925925925927</c:v>
                </c:pt>
                <c:pt idx="7073">
                  <c:v>0.22725925925925927</c:v>
                </c:pt>
                <c:pt idx="7074">
                  <c:v>0.22725925925925927</c:v>
                </c:pt>
                <c:pt idx="7075">
                  <c:v>0.22725925925925927</c:v>
                </c:pt>
                <c:pt idx="7076">
                  <c:v>0.22725925925925927</c:v>
                </c:pt>
                <c:pt idx="7077">
                  <c:v>0.22725925925925927</c:v>
                </c:pt>
                <c:pt idx="7078">
                  <c:v>0.22725925925925927</c:v>
                </c:pt>
                <c:pt idx="7079">
                  <c:v>0.22725925925925927</c:v>
                </c:pt>
                <c:pt idx="7080">
                  <c:v>0.22740740740740742</c:v>
                </c:pt>
                <c:pt idx="7081">
                  <c:v>0.22740740740740742</c:v>
                </c:pt>
                <c:pt idx="7082">
                  <c:v>0.22740740740740742</c:v>
                </c:pt>
                <c:pt idx="7083">
                  <c:v>0.22755555555555557</c:v>
                </c:pt>
                <c:pt idx="7084">
                  <c:v>0.22755555555555557</c:v>
                </c:pt>
                <c:pt idx="7085">
                  <c:v>0.22755555555555557</c:v>
                </c:pt>
                <c:pt idx="7086">
                  <c:v>0.22755555555555557</c:v>
                </c:pt>
                <c:pt idx="7087">
                  <c:v>0.22755555555555557</c:v>
                </c:pt>
                <c:pt idx="7088">
                  <c:v>0.22755555555555557</c:v>
                </c:pt>
                <c:pt idx="7089">
                  <c:v>0.22755555555555557</c:v>
                </c:pt>
                <c:pt idx="7090">
                  <c:v>0.22770370370370371</c:v>
                </c:pt>
                <c:pt idx="7091">
                  <c:v>0.22785185185185186</c:v>
                </c:pt>
                <c:pt idx="7092">
                  <c:v>0.22785185185185186</c:v>
                </c:pt>
                <c:pt idx="7093">
                  <c:v>0.22785185185185186</c:v>
                </c:pt>
                <c:pt idx="7094">
                  <c:v>0.22785185185185186</c:v>
                </c:pt>
                <c:pt idx="7095">
                  <c:v>0.22785185185185186</c:v>
                </c:pt>
                <c:pt idx="7096">
                  <c:v>0.22785185185185186</c:v>
                </c:pt>
                <c:pt idx="7097">
                  <c:v>0.22785185185185186</c:v>
                </c:pt>
                <c:pt idx="7098">
                  <c:v>0.22785185185185186</c:v>
                </c:pt>
                <c:pt idx="7099">
                  <c:v>0.22785185185185186</c:v>
                </c:pt>
                <c:pt idx="7100">
                  <c:v>0.22785185185185186</c:v>
                </c:pt>
                <c:pt idx="7101">
                  <c:v>0.22800000000000001</c:v>
                </c:pt>
                <c:pt idx="7102">
                  <c:v>0.22800000000000001</c:v>
                </c:pt>
                <c:pt idx="7103">
                  <c:v>0.22800000000000001</c:v>
                </c:pt>
                <c:pt idx="7104">
                  <c:v>0.22800000000000001</c:v>
                </c:pt>
                <c:pt idx="7105">
                  <c:v>0.22800000000000001</c:v>
                </c:pt>
                <c:pt idx="7106">
                  <c:v>0.22800000000000001</c:v>
                </c:pt>
                <c:pt idx="7107">
                  <c:v>0.22800000000000001</c:v>
                </c:pt>
                <c:pt idx="7108">
                  <c:v>0.22800000000000001</c:v>
                </c:pt>
                <c:pt idx="7109">
                  <c:v>0.22800000000000001</c:v>
                </c:pt>
                <c:pt idx="7110">
                  <c:v>0.22814814814814816</c:v>
                </c:pt>
                <c:pt idx="7111">
                  <c:v>0.22814814814814816</c:v>
                </c:pt>
                <c:pt idx="7112">
                  <c:v>0.22814814814814816</c:v>
                </c:pt>
                <c:pt idx="7113">
                  <c:v>0.22814814814814816</c:v>
                </c:pt>
                <c:pt idx="7114">
                  <c:v>0.2282962962962963</c:v>
                </c:pt>
                <c:pt idx="7115">
                  <c:v>0.2282962962962963</c:v>
                </c:pt>
                <c:pt idx="7116">
                  <c:v>0.2282962962962963</c:v>
                </c:pt>
                <c:pt idx="7117">
                  <c:v>0.2282962962962963</c:v>
                </c:pt>
                <c:pt idx="7118">
                  <c:v>0.2282962962962963</c:v>
                </c:pt>
                <c:pt idx="7119">
                  <c:v>0.2282962962962963</c:v>
                </c:pt>
                <c:pt idx="7120">
                  <c:v>0.2282962962962963</c:v>
                </c:pt>
                <c:pt idx="7121">
                  <c:v>0.2282962962962963</c:v>
                </c:pt>
                <c:pt idx="7122">
                  <c:v>0.22844444444444445</c:v>
                </c:pt>
                <c:pt idx="7123">
                  <c:v>0.22844444444444445</c:v>
                </c:pt>
                <c:pt idx="7124">
                  <c:v>0.22844444444444445</c:v>
                </c:pt>
                <c:pt idx="7125">
                  <c:v>0.2285925925925926</c:v>
                </c:pt>
                <c:pt idx="7126">
                  <c:v>0.2285925925925926</c:v>
                </c:pt>
                <c:pt idx="7127">
                  <c:v>0.2285925925925926</c:v>
                </c:pt>
                <c:pt idx="7128">
                  <c:v>0.2285925925925926</c:v>
                </c:pt>
                <c:pt idx="7129">
                  <c:v>0.2285925925925926</c:v>
                </c:pt>
                <c:pt idx="7130">
                  <c:v>0.2285925925925926</c:v>
                </c:pt>
                <c:pt idx="7131">
                  <c:v>0.2285925925925926</c:v>
                </c:pt>
                <c:pt idx="7132">
                  <c:v>0.2285925925925926</c:v>
                </c:pt>
                <c:pt idx="7133">
                  <c:v>0.2285925925925926</c:v>
                </c:pt>
                <c:pt idx="7134">
                  <c:v>0.2285925925925926</c:v>
                </c:pt>
                <c:pt idx="7135">
                  <c:v>0.2285925925925926</c:v>
                </c:pt>
                <c:pt idx="7136">
                  <c:v>0.2285925925925926</c:v>
                </c:pt>
                <c:pt idx="7137">
                  <c:v>0.22874074074074074</c:v>
                </c:pt>
                <c:pt idx="7138">
                  <c:v>0.22874074074074074</c:v>
                </c:pt>
                <c:pt idx="7139">
                  <c:v>0.22874074074074074</c:v>
                </c:pt>
                <c:pt idx="7140">
                  <c:v>0.22874074074074074</c:v>
                </c:pt>
                <c:pt idx="7141">
                  <c:v>0.22874074074074074</c:v>
                </c:pt>
                <c:pt idx="7142">
                  <c:v>0.22874074074074074</c:v>
                </c:pt>
                <c:pt idx="7143">
                  <c:v>0.22874074074074074</c:v>
                </c:pt>
                <c:pt idx="7144">
                  <c:v>0.22874074074074074</c:v>
                </c:pt>
                <c:pt idx="7145">
                  <c:v>0.22874074074074074</c:v>
                </c:pt>
                <c:pt idx="7146">
                  <c:v>0.22874074074074074</c:v>
                </c:pt>
                <c:pt idx="7147">
                  <c:v>0.22874074074074074</c:v>
                </c:pt>
                <c:pt idx="7148">
                  <c:v>0.22874074074074074</c:v>
                </c:pt>
                <c:pt idx="7149">
                  <c:v>0.22874074074074074</c:v>
                </c:pt>
                <c:pt idx="7150">
                  <c:v>0.22874074074074074</c:v>
                </c:pt>
                <c:pt idx="7151">
                  <c:v>0.22874074074074074</c:v>
                </c:pt>
                <c:pt idx="7152">
                  <c:v>0.22874074074074074</c:v>
                </c:pt>
                <c:pt idx="7153">
                  <c:v>0.22874074074074074</c:v>
                </c:pt>
                <c:pt idx="7154">
                  <c:v>0.22874074074074074</c:v>
                </c:pt>
                <c:pt idx="7155">
                  <c:v>0.22888888888888889</c:v>
                </c:pt>
                <c:pt idx="7156">
                  <c:v>0.22903703703703704</c:v>
                </c:pt>
                <c:pt idx="7157">
                  <c:v>0.22903703703703704</c:v>
                </c:pt>
                <c:pt idx="7158">
                  <c:v>0.22918518518518519</c:v>
                </c:pt>
                <c:pt idx="7159">
                  <c:v>0.22918518518518519</c:v>
                </c:pt>
                <c:pt idx="7160">
                  <c:v>0.22918518518518519</c:v>
                </c:pt>
                <c:pt idx="7161">
                  <c:v>0.22918518518518519</c:v>
                </c:pt>
                <c:pt idx="7162">
                  <c:v>0.22918518518518519</c:v>
                </c:pt>
                <c:pt idx="7163">
                  <c:v>0.22918518518518519</c:v>
                </c:pt>
                <c:pt idx="7164">
                  <c:v>0.22918518518518519</c:v>
                </c:pt>
                <c:pt idx="7165">
                  <c:v>0.22918518518518519</c:v>
                </c:pt>
                <c:pt idx="7166">
                  <c:v>0.22933333333333333</c:v>
                </c:pt>
                <c:pt idx="7167">
                  <c:v>0.22933333333333333</c:v>
                </c:pt>
                <c:pt idx="7168">
                  <c:v>0.22948148148148148</c:v>
                </c:pt>
                <c:pt idx="7169">
                  <c:v>0.22948148148148148</c:v>
                </c:pt>
                <c:pt idx="7170">
                  <c:v>0.22948148148148148</c:v>
                </c:pt>
                <c:pt idx="7171">
                  <c:v>0.22948148148148148</c:v>
                </c:pt>
                <c:pt idx="7172">
                  <c:v>0.22948148148148148</c:v>
                </c:pt>
                <c:pt idx="7173">
                  <c:v>0.22948148148148148</c:v>
                </c:pt>
                <c:pt idx="7174">
                  <c:v>0.22948148148148148</c:v>
                </c:pt>
                <c:pt idx="7175">
                  <c:v>0.22948148148148148</c:v>
                </c:pt>
                <c:pt idx="7176">
                  <c:v>0.22948148148148148</c:v>
                </c:pt>
                <c:pt idx="7177">
                  <c:v>0.22962962962962963</c:v>
                </c:pt>
                <c:pt idx="7178">
                  <c:v>0.22962962962962963</c:v>
                </c:pt>
                <c:pt idx="7179">
                  <c:v>0.22962962962962963</c:v>
                </c:pt>
                <c:pt idx="7180">
                  <c:v>0.22962962962962963</c:v>
                </c:pt>
                <c:pt idx="7181">
                  <c:v>0.22962962962962963</c:v>
                </c:pt>
                <c:pt idx="7182">
                  <c:v>0.22962962962962963</c:v>
                </c:pt>
                <c:pt idx="7183">
                  <c:v>0.22962962962962963</c:v>
                </c:pt>
                <c:pt idx="7184">
                  <c:v>0.22962962962962963</c:v>
                </c:pt>
                <c:pt idx="7185">
                  <c:v>0.22977777777777778</c:v>
                </c:pt>
                <c:pt idx="7186">
                  <c:v>0.22992592592592592</c:v>
                </c:pt>
                <c:pt idx="7187">
                  <c:v>0.22992592592592592</c:v>
                </c:pt>
                <c:pt idx="7188">
                  <c:v>0.22992592592592592</c:v>
                </c:pt>
                <c:pt idx="7189">
                  <c:v>0.23007407407407407</c:v>
                </c:pt>
                <c:pt idx="7190">
                  <c:v>0.23007407407407407</c:v>
                </c:pt>
                <c:pt idx="7191">
                  <c:v>0.23007407407407407</c:v>
                </c:pt>
                <c:pt idx="7192">
                  <c:v>0.23022222222222222</c:v>
                </c:pt>
                <c:pt idx="7193">
                  <c:v>0.23022222222222222</c:v>
                </c:pt>
                <c:pt idx="7194">
                  <c:v>0.23022222222222222</c:v>
                </c:pt>
                <c:pt idx="7195">
                  <c:v>0.23022222222222222</c:v>
                </c:pt>
                <c:pt idx="7196">
                  <c:v>0.23022222222222222</c:v>
                </c:pt>
                <c:pt idx="7197">
                  <c:v>0.23022222222222222</c:v>
                </c:pt>
                <c:pt idx="7198">
                  <c:v>0.23022222222222222</c:v>
                </c:pt>
                <c:pt idx="7199">
                  <c:v>0.23022222222222222</c:v>
                </c:pt>
                <c:pt idx="7200">
                  <c:v>0.23022222222222222</c:v>
                </c:pt>
                <c:pt idx="7201">
                  <c:v>0.23022222222222222</c:v>
                </c:pt>
                <c:pt idx="7202">
                  <c:v>0.23022222222222222</c:v>
                </c:pt>
                <c:pt idx="7203">
                  <c:v>0.23022222222222222</c:v>
                </c:pt>
                <c:pt idx="7204">
                  <c:v>0.23022222222222222</c:v>
                </c:pt>
                <c:pt idx="7205">
                  <c:v>0.23037037037037036</c:v>
                </c:pt>
                <c:pt idx="7206">
                  <c:v>0.23037037037037036</c:v>
                </c:pt>
                <c:pt idx="7207">
                  <c:v>0.23037037037037036</c:v>
                </c:pt>
                <c:pt idx="7208">
                  <c:v>0.23037037037037036</c:v>
                </c:pt>
                <c:pt idx="7209">
                  <c:v>0.23037037037037036</c:v>
                </c:pt>
                <c:pt idx="7210">
                  <c:v>0.23037037037037036</c:v>
                </c:pt>
                <c:pt idx="7211">
                  <c:v>0.23051851851851851</c:v>
                </c:pt>
                <c:pt idx="7212">
                  <c:v>0.23051851851851851</c:v>
                </c:pt>
                <c:pt idx="7213">
                  <c:v>0.23051851851851851</c:v>
                </c:pt>
                <c:pt idx="7214">
                  <c:v>0.23051851851851851</c:v>
                </c:pt>
                <c:pt idx="7215">
                  <c:v>0.23051851851851851</c:v>
                </c:pt>
                <c:pt idx="7216">
                  <c:v>0.23066666666666666</c:v>
                </c:pt>
                <c:pt idx="7217">
                  <c:v>0.23066666666666666</c:v>
                </c:pt>
                <c:pt idx="7218">
                  <c:v>0.23066666666666666</c:v>
                </c:pt>
                <c:pt idx="7219">
                  <c:v>0.23066666666666666</c:v>
                </c:pt>
                <c:pt idx="7220">
                  <c:v>0.23066666666666666</c:v>
                </c:pt>
                <c:pt idx="7221">
                  <c:v>0.23066666666666666</c:v>
                </c:pt>
                <c:pt idx="7222">
                  <c:v>0.23066666666666666</c:v>
                </c:pt>
                <c:pt idx="7223">
                  <c:v>0.23081481481481481</c:v>
                </c:pt>
                <c:pt idx="7224">
                  <c:v>0.23081481481481481</c:v>
                </c:pt>
                <c:pt idx="7225">
                  <c:v>0.23081481481481481</c:v>
                </c:pt>
                <c:pt idx="7226">
                  <c:v>0.23081481481481481</c:v>
                </c:pt>
                <c:pt idx="7227">
                  <c:v>0.23081481481481481</c:v>
                </c:pt>
                <c:pt idx="7228">
                  <c:v>0.23096296296296295</c:v>
                </c:pt>
                <c:pt idx="7229">
                  <c:v>0.23096296296296295</c:v>
                </c:pt>
                <c:pt idx="7230">
                  <c:v>0.23096296296296295</c:v>
                </c:pt>
                <c:pt idx="7231">
                  <c:v>0.23096296296296295</c:v>
                </c:pt>
                <c:pt idx="7232">
                  <c:v>0.23096296296296295</c:v>
                </c:pt>
                <c:pt idx="7233">
                  <c:v>0.2311111111111111</c:v>
                </c:pt>
                <c:pt idx="7234">
                  <c:v>0.2311111111111111</c:v>
                </c:pt>
                <c:pt idx="7235">
                  <c:v>0.23125925925925925</c:v>
                </c:pt>
                <c:pt idx="7236">
                  <c:v>0.23125925925925925</c:v>
                </c:pt>
                <c:pt idx="7237">
                  <c:v>0.23125925925925925</c:v>
                </c:pt>
                <c:pt idx="7238">
                  <c:v>0.23125925925925925</c:v>
                </c:pt>
                <c:pt idx="7239">
                  <c:v>0.23125925925925925</c:v>
                </c:pt>
                <c:pt idx="7240">
                  <c:v>0.23125925925925925</c:v>
                </c:pt>
                <c:pt idx="7241">
                  <c:v>0.23125925925925925</c:v>
                </c:pt>
                <c:pt idx="7242">
                  <c:v>0.2314074074074074</c:v>
                </c:pt>
                <c:pt idx="7243">
                  <c:v>0.2314074074074074</c:v>
                </c:pt>
                <c:pt idx="7244">
                  <c:v>0.2314074074074074</c:v>
                </c:pt>
                <c:pt idx="7245">
                  <c:v>0.2314074074074074</c:v>
                </c:pt>
                <c:pt idx="7246">
                  <c:v>0.23155555555555554</c:v>
                </c:pt>
                <c:pt idx="7247">
                  <c:v>0.23170370370370372</c:v>
                </c:pt>
                <c:pt idx="7248">
                  <c:v>0.23170370370370372</c:v>
                </c:pt>
                <c:pt idx="7249">
                  <c:v>0.23185185185185186</c:v>
                </c:pt>
                <c:pt idx="7250">
                  <c:v>0.23200000000000001</c:v>
                </c:pt>
                <c:pt idx="7251">
                  <c:v>0.23200000000000001</c:v>
                </c:pt>
                <c:pt idx="7252">
                  <c:v>0.23200000000000001</c:v>
                </c:pt>
                <c:pt idx="7253">
                  <c:v>0.23214814814814816</c:v>
                </c:pt>
                <c:pt idx="7254">
                  <c:v>0.23214814814814816</c:v>
                </c:pt>
                <c:pt idx="7255">
                  <c:v>0.23214814814814816</c:v>
                </c:pt>
                <c:pt idx="7256">
                  <c:v>0.23214814814814816</c:v>
                </c:pt>
                <c:pt idx="7257">
                  <c:v>0.23214814814814816</c:v>
                </c:pt>
                <c:pt idx="7258">
                  <c:v>0.23214814814814816</c:v>
                </c:pt>
                <c:pt idx="7259">
                  <c:v>0.23214814814814816</c:v>
                </c:pt>
                <c:pt idx="7260">
                  <c:v>0.23214814814814816</c:v>
                </c:pt>
                <c:pt idx="7261">
                  <c:v>0.23229629629629631</c:v>
                </c:pt>
                <c:pt idx="7262">
                  <c:v>0.23229629629629631</c:v>
                </c:pt>
                <c:pt idx="7263">
                  <c:v>0.23229629629629631</c:v>
                </c:pt>
                <c:pt idx="7264">
                  <c:v>0.23244444444444445</c:v>
                </c:pt>
                <c:pt idx="7265">
                  <c:v>0.23244444444444445</c:v>
                </c:pt>
                <c:pt idx="7266">
                  <c:v>0.23244444444444445</c:v>
                </c:pt>
                <c:pt idx="7267">
                  <c:v>0.23244444444444445</c:v>
                </c:pt>
                <c:pt idx="7268">
                  <c:v>0.2325925925925926</c:v>
                </c:pt>
                <c:pt idx="7269">
                  <c:v>0.2325925925925926</c:v>
                </c:pt>
                <c:pt idx="7270">
                  <c:v>0.2325925925925926</c:v>
                </c:pt>
                <c:pt idx="7271">
                  <c:v>0.2325925925925926</c:v>
                </c:pt>
                <c:pt idx="7272">
                  <c:v>0.2325925925925926</c:v>
                </c:pt>
                <c:pt idx="7273">
                  <c:v>0.2325925925925926</c:v>
                </c:pt>
                <c:pt idx="7274">
                  <c:v>0.23274074074074075</c:v>
                </c:pt>
                <c:pt idx="7275">
                  <c:v>0.23274074074074075</c:v>
                </c:pt>
                <c:pt idx="7276">
                  <c:v>0.2328888888888889</c:v>
                </c:pt>
                <c:pt idx="7277">
                  <c:v>0.2328888888888889</c:v>
                </c:pt>
                <c:pt idx="7278">
                  <c:v>0.2328888888888889</c:v>
                </c:pt>
                <c:pt idx="7279">
                  <c:v>0.2328888888888889</c:v>
                </c:pt>
                <c:pt idx="7280">
                  <c:v>0.2328888888888889</c:v>
                </c:pt>
                <c:pt idx="7281">
                  <c:v>0.2328888888888889</c:v>
                </c:pt>
                <c:pt idx="7282">
                  <c:v>0.2328888888888889</c:v>
                </c:pt>
                <c:pt idx="7283">
                  <c:v>0.2328888888888889</c:v>
                </c:pt>
                <c:pt idx="7284">
                  <c:v>0.23303703703703704</c:v>
                </c:pt>
                <c:pt idx="7285">
                  <c:v>0.23303703703703704</c:v>
                </c:pt>
                <c:pt idx="7286">
                  <c:v>0.23303703703703704</c:v>
                </c:pt>
                <c:pt idx="7287">
                  <c:v>0.23303703703703704</c:v>
                </c:pt>
                <c:pt idx="7288">
                  <c:v>0.23303703703703704</c:v>
                </c:pt>
                <c:pt idx="7289">
                  <c:v>0.23303703703703704</c:v>
                </c:pt>
                <c:pt idx="7290">
                  <c:v>0.23318518518518519</c:v>
                </c:pt>
                <c:pt idx="7291">
                  <c:v>0.23333333333333334</c:v>
                </c:pt>
                <c:pt idx="7292">
                  <c:v>0.23333333333333334</c:v>
                </c:pt>
                <c:pt idx="7293">
                  <c:v>0.23348148148148148</c:v>
                </c:pt>
                <c:pt idx="7294">
                  <c:v>0.23348148148148148</c:v>
                </c:pt>
                <c:pt idx="7295">
                  <c:v>0.23348148148148148</c:v>
                </c:pt>
                <c:pt idx="7296">
                  <c:v>0.23348148148148148</c:v>
                </c:pt>
                <c:pt idx="7297">
                  <c:v>0.23348148148148148</c:v>
                </c:pt>
                <c:pt idx="7298">
                  <c:v>0.23362962962962963</c:v>
                </c:pt>
                <c:pt idx="7299">
                  <c:v>0.23362962962962963</c:v>
                </c:pt>
                <c:pt idx="7300">
                  <c:v>0.23362962962962963</c:v>
                </c:pt>
                <c:pt idx="7301">
                  <c:v>0.23362962962962963</c:v>
                </c:pt>
                <c:pt idx="7302">
                  <c:v>0.23377777777777778</c:v>
                </c:pt>
                <c:pt idx="7303">
                  <c:v>0.23377777777777778</c:v>
                </c:pt>
                <c:pt idx="7304">
                  <c:v>0.23377777777777778</c:v>
                </c:pt>
                <c:pt idx="7305">
                  <c:v>0.23377777777777778</c:v>
                </c:pt>
                <c:pt idx="7306">
                  <c:v>0.23377777777777778</c:v>
                </c:pt>
                <c:pt idx="7307">
                  <c:v>0.23392592592592593</c:v>
                </c:pt>
                <c:pt idx="7308">
                  <c:v>0.23392592592592593</c:v>
                </c:pt>
                <c:pt idx="7309">
                  <c:v>0.23407407407407407</c:v>
                </c:pt>
                <c:pt idx="7310">
                  <c:v>0.23407407407407407</c:v>
                </c:pt>
                <c:pt idx="7311">
                  <c:v>0.23407407407407407</c:v>
                </c:pt>
                <c:pt idx="7312">
                  <c:v>0.23407407407407407</c:v>
                </c:pt>
                <c:pt idx="7313">
                  <c:v>0.23407407407407407</c:v>
                </c:pt>
                <c:pt idx="7314">
                  <c:v>0.23407407407407407</c:v>
                </c:pt>
                <c:pt idx="7315">
                  <c:v>0.23407407407407407</c:v>
                </c:pt>
                <c:pt idx="7316">
                  <c:v>0.23407407407407407</c:v>
                </c:pt>
                <c:pt idx="7317">
                  <c:v>0.23407407407407407</c:v>
                </c:pt>
                <c:pt idx="7318">
                  <c:v>0.23407407407407407</c:v>
                </c:pt>
                <c:pt idx="7319">
                  <c:v>0.23422222222222222</c:v>
                </c:pt>
                <c:pt idx="7320">
                  <c:v>0.23422222222222222</c:v>
                </c:pt>
                <c:pt idx="7321">
                  <c:v>0.23437037037037037</c:v>
                </c:pt>
                <c:pt idx="7322">
                  <c:v>0.23437037037037037</c:v>
                </c:pt>
                <c:pt idx="7323">
                  <c:v>0.23437037037037037</c:v>
                </c:pt>
                <c:pt idx="7324">
                  <c:v>0.23437037037037037</c:v>
                </c:pt>
                <c:pt idx="7325">
                  <c:v>0.23437037037037037</c:v>
                </c:pt>
                <c:pt idx="7326">
                  <c:v>0.23451851851851852</c:v>
                </c:pt>
                <c:pt idx="7327">
                  <c:v>0.23451851851851852</c:v>
                </c:pt>
                <c:pt idx="7328">
                  <c:v>0.23451851851851852</c:v>
                </c:pt>
                <c:pt idx="7329">
                  <c:v>0.23451851851851852</c:v>
                </c:pt>
                <c:pt idx="7330">
                  <c:v>0.23451851851851852</c:v>
                </c:pt>
                <c:pt idx="7331">
                  <c:v>0.23451851851851852</c:v>
                </c:pt>
                <c:pt idx="7332">
                  <c:v>0.23466666666666666</c:v>
                </c:pt>
                <c:pt idx="7333">
                  <c:v>0.23466666666666666</c:v>
                </c:pt>
                <c:pt idx="7334">
                  <c:v>0.23466666666666666</c:v>
                </c:pt>
                <c:pt idx="7335">
                  <c:v>0.23466666666666666</c:v>
                </c:pt>
                <c:pt idx="7336">
                  <c:v>0.23481481481481481</c:v>
                </c:pt>
                <c:pt idx="7337">
                  <c:v>0.23496296296296296</c:v>
                </c:pt>
                <c:pt idx="7338">
                  <c:v>0.23496296296296296</c:v>
                </c:pt>
                <c:pt idx="7339">
                  <c:v>0.23496296296296296</c:v>
                </c:pt>
                <c:pt idx="7340">
                  <c:v>0.2351111111111111</c:v>
                </c:pt>
                <c:pt idx="7341">
                  <c:v>0.23525925925925925</c:v>
                </c:pt>
                <c:pt idx="7342">
                  <c:v>0.23525925925925925</c:v>
                </c:pt>
                <c:pt idx="7343">
                  <c:v>0.23525925925925925</c:v>
                </c:pt>
                <c:pt idx="7344">
                  <c:v>0.23525925925925925</c:v>
                </c:pt>
                <c:pt idx="7345">
                  <c:v>0.23525925925925925</c:v>
                </c:pt>
                <c:pt idx="7346">
                  <c:v>0.2354074074074074</c:v>
                </c:pt>
                <c:pt idx="7347">
                  <c:v>0.2354074074074074</c:v>
                </c:pt>
                <c:pt idx="7348">
                  <c:v>0.2354074074074074</c:v>
                </c:pt>
                <c:pt idx="7349">
                  <c:v>0.2354074074074074</c:v>
                </c:pt>
                <c:pt idx="7350">
                  <c:v>0.2354074074074074</c:v>
                </c:pt>
                <c:pt idx="7351">
                  <c:v>0.23555555555555555</c:v>
                </c:pt>
                <c:pt idx="7352">
                  <c:v>0.23555555555555555</c:v>
                </c:pt>
                <c:pt idx="7353">
                  <c:v>0.23555555555555555</c:v>
                </c:pt>
                <c:pt idx="7354">
                  <c:v>0.23555555555555555</c:v>
                </c:pt>
                <c:pt idx="7355">
                  <c:v>0.23570370370370369</c:v>
                </c:pt>
                <c:pt idx="7356">
                  <c:v>0.23570370370370369</c:v>
                </c:pt>
                <c:pt idx="7357">
                  <c:v>0.23570370370370369</c:v>
                </c:pt>
                <c:pt idx="7358">
                  <c:v>0.23585185185185184</c:v>
                </c:pt>
                <c:pt idx="7359">
                  <c:v>0.23585185185185184</c:v>
                </c:pt>
                <c:pt idx="7360">
                  <c:v>0.23599999999999999</c:v>
                </c:pt>
                <c:pt idx="7361">
                  <c:v>0.23599999999999999</c:v>
                </c:pt>
                <c:pt idx="7362">
                  <c:v>0.23599999999999999</c:v>
                </c:pt>
                <c:pt idx="7363">
                  <c:v>0.23599999999999999</c:v>
                </c:pt>
                <c:pt idx="7364">
                  <c:v>0.23599999999999999</c:v>
                </c:pt>
                <c:pt idx="7365">
                  <c:v>0.23599999999999999</c:v>
                </c:pt>
                <c:pt idx="7366">
                  <c:v>0.23614814814814813</c:v>
                </c:pt>
                <c:pt idx="7367">
                  <c:v>0.23614814814814813</c:v>
                </c:pt>
                <c:pt idx="7368">
                  <c:v>0.23614814814814813</c:v>
                </c:pt>
                <c:pt idx="7369">
                  <c:v>0.23614814814814813</c:v>
                </c:pt>
                <c:pt idx="7370">
                  <c:v>0.23614814814814813</c:v>
                </c:pt>
                <c:pt idx="7371">
                  <c:v>0.23614814814814813</c:v>
                </c:pt>
                <c:pt idx="7372">
                  <c:v>0.23629629629629631</c:v>
                </c:pt>
                <c:pt idx="7373">
                  <c:v>0.23629629629629631</c:v>
                </c:pt>
                <c:pt idx="7374">
                  <c:v>0.23644444444444446</c:v>
                </c:pt>
                <c:pt idx="7375">
                  <c:v>0.2365925925925926</c:v>
                </c:pt>
                <c:pt idx="7376">
                  <c:v>0.2365925925925926</c:v>
                </c:pt>
                <c:pt idx="7377">
                  <c:v>0.2365925925925926</c:v>
                </c:pt>
                <c:pt idx="7378">
                  <c:v>0.2365925925925926</c:v>
                </c:pt>
                <c:pt idx="7379">
                  <c:v>0.2365925925925926</c:v>
                </c:pt>
                <c:pt idx="7380">
                  <c:v>0.23674074074074075</c:v>
                </c:pt>
                <c:pt idx="7381">
                  <c:v>0.23674074074074075</c:v>
                </c:pt>
                <c:pt idx="7382">
                  <c:v>0.23674074074074075</c:v>
                </c:pt>
                <c:pt idx="7383">
                  <c:v>0.2368888888888889</c:v>
                </c:pt>
                <c:pt idx="7384">
                  <c:v>0.2368888888888889</c:v>
                </c:pt>
                <c:pt idx="7385">
                  <c:v>0.2368888888888889</c:v>
                </c:pt>
                <c:pt idx="7386">
                  <c:v>0.2368888888888889</c:v>
                </c:pt>
                <c:pt idx="7387">
                  <c:v>0.2368888888888889</c:v>
                </c:pt>
                <c:pt idx="7388">
                  <c:v>0.2368888888888889</c:v>
                </c:pt>
                <c:pt idx="7389">
                  <c:v>0.2368888888888889</c:v>
                </c:pt>
                <c:pt idx="7390">
                  <c:v>0.2368888888888889</c:v>
                </c:pt>
                <c:pt idx="7391">
                  <c:v>0.23703703703703705</c:v>
                </c:pt>
                <c:pt idx="7392">
                  <c:v>0.23718518518518519</c:v>
                </c:pt>
                <c:pt idx="7393">
                  <c:v>0.23718518518518519</c:v>
                </c:pt>
                <c:pt idx="7394">
                  <c:v>0.23733333333333334</c:v>
                </c:pt>
                <c:pt idx="7395">
                  <c:v>0.23733333333333334</c:v>
                </c:pt>
                <c:pt idx="7396">
                  <c:v>0.23733333333333334</c:v>
                </c:pt>
                <c:pt idx="7397">
                  <c:v>0.23733333333333334</c:v>
                </c:pt>
                <c:pt idx="7398">
                  <c:v>0.23733333333333334</c:v>
                </c:pt>
                <c:pt idx="7399">
                  <c:v>0.23733333333333334</c:v>
                </c:pt>
                <c:pt idx="7400">
                  <c:v>0.23733333333333334</c:v>
                </c:pt>
                <c:pt idx="7401">
                  <c:v>0.23733333333333334</c:v>
                </c:pt>
                <c:pt idx="7402">
                  <c:v>0.23733333333333334</c:v>
                </c:pt>
                <c:pt idx="7403">
                  <c:v>0.23733333333333334</c:v>
                </c:pt>
                <c:pt idx="7404">
                  <c:v>0.23733333333333334</c:v>
                </c:pt>
                <c:pt idx="7405">
                  <c:v>0.23733333333333334</c:v>
                </c:pt>
                <c:pt idx="7406">
                  <c:v>0.23733333333333334</c:v>
                </c:pt>
                <c:pt idx="7407">
                  <c:v>0.23748148148148149</c:v>
                </c:pt>
                <c:pt idx="7408">
                  <c:v>0.23748148148148149</c:v>
                </c:pt>
                <c:pt idx="7409">
                  <c:v>0.23748148148148149</c:v>
                </c:pt>
                <c:pt idx="7410">
                  <c:v>0.23762962962962964</c:v>
                </c:pt>
                <c:pt idx="7411">
                  <c:v>0.23762962962962964</c:v>
                </c:pt>
                <c:pt idx="7412">
                  <c:v>0.23762962962962964</c:v>
                </c:pt>
                <c:pt idx="7413">
                  <c:v>0.23762962962962964</c:v>
                </c:pt>
                <c:pt idx="7414">
                  <c:v>0.23777777777777778</c:v>
                </c:pt>
                <c:pt idx="7415">
                  <c:v>0.23777777777777778</c:v>
                </c:pt>
                <c:pt idx="7416">
                  <c:v>0.23777777777777778</c:v>
                </c:pt>
                <c:pt idx="7417">
                  <c:v>0.23777777777777778</c:v>
                </c:pt>
                <c:pt idx="7418">
                  <c:v>0.23777777777777778</c:v>
                </c:pt>
                <c:pt idx="7419">
                  <c:v>0.23777777777777778</c:v>
                </c:pt>
                <c:pt idx="7420">
                  <c:v>0.23792592592592593</c:v>
                </c:pt>
                <c:pt idx="7421">
                  <c:v>0.23792592592592593</c:v>
                </c:pt>
                <c:pt idx="7422">
                  <c:v>0.23792592592592593</c:v>
                </c:pt>
                <c:pt idx="7423">
                  <c:v>0.23792592592592593</c:v>
                </c:pt>
                <c:pt idx="7424">
                  <c:v>0.23807407407407408</c:v>
                </c:pt>
                <c:pt idx="7425">
                  <c:v>0.23807407407407408</c:v>
                </c:pt>
                <c:pt idx="7426">
                  <c:v>0.23807407407407408</c:v>
                </c:pt>
                <c:pt idx="7427">
                  <c:v>0.23807407407407408</c:v>
                </c:pt>
                <c:pt idx="7428">
                  <c:v>0.23807407407407408</c:v>
                </c:pt>
                <c:pt idx="7429">
                  <c:v>0.23822222222222222</c:v>
                </c:pt>
                <c:pt idx="7430">
                  <c:v>0.23822222222222222</c:v>
                </c:pt>
                <c:pt idx="7431">
                  <c:v>0.23822222222222222</c:v>
                </c:pt>
                <c:pt idx="7432">
                  <c:v>0.23822222222222222</c:v>
                </c:pt>
                <c:pt idx="7433">
                  <c:v>0.23822222222222222</c:v>
                </c:pt>
                <c:pt idx="7434">
                  <c:v>0.23822222222222222</c:v>
                </c:pt>
                <c:pt idx="7435">
                  <c:v>0.23822222222222222</c:v>
                </c:pt>
                <c:pt idx="7436">
                  <c:v>0.23822222222222222</c:v>
                </c:pt>
                <c:pt idx="7437">
                  <c:v>0.23822222222222222</c:v>
                </c:pt>
                <c:pt idx="7438">
                  <c:v>0.23822222222222222</c:v>
                </c:pt>
                <c:pt idx="7439">
                  <c:v>0.23837037037037037</c:v>
                </c:pt>
                <c:pt idx="7440">
                  <c:v>0.23837037037037037</c:v>
                </c:pt>
                <c:pt idx="7441">
                  <c:v>0.23837037037037037</c:v>
                </c:pt>
                <c:pt idx="7442">
                  <c:v>0.23837037037037037</c:v>
                </c:pt>
                <c:pt idx="7443">
                  <c:v>0.23837037037037037</c:v>
                </c:pt>
                <c:pt idx="7444">
                  <c:v>0.23837037037037037</c:v>
                </c:pt>
                <c:pt idx="7445">
                  <c:v>0.23837037037037037</c:v>
                </c:pt>
                <c:pt idx="7446">
                  <c:v>0.23837037037037037</c:v>
                </c:pt>
                <c:pt idx="7447">
                  <c:v>0.23837037037037037</c:v>
                </c:pt>
                <c:pt idx="7448">
                  <c:v>0.23837037037037037</c:v>
                </c:pt>
                <c:pt idx="7449">
                  <c:v>0.23837037037037037</c:v>
                </c:pt>
                <c:pt idx="7450">
                  <c:v>0.23837037037037037</c:v>
                </c:pt>
                <c:pt idx="7451">
                  <c:v>0.23837037037037037</c:v>
                </c:pt>
                <c:pt idx="7452">
                  <c:v>0.23837037037037037</c:v>
                </c:pt>
                <c:pt idx="7453">
                  <c:v>0.23837037037037037</c:v>
                </c:pt>
                <c:pt idx="7454">
                  <c:v>0.23837037037037037</c:v>
                </c:pt>
                <c:pt idx="7455">
                  <c:v>0.23837037037037037</c:v>
                </c:pt>
                <c:pt idx="7456">
                  <c:v>0.23837037037037037</c:v>
                </c:pt>
                <c:pt idx="7457">
                  <c:v>0.23837037037037037</c:v>
                </c:pt>
                <c:pt idx="7458">
                  <c:v>0.23851851851851852</c:v>
                </c:pt>
                <c:pt idx="7459">
                  <c:v>0.23866666666666667</c:v>
                </c:pt>
                <c:pt idx="7460">
                  <c:v>0.23866666666666667</c:v>
                </c:pt>
                <c:pt idx="7461">
                  <c:v>0.23866666666666667</c:v>
                </c:pt>
                <c:pt idx="7462">
                  <c:v>0.23866666666666667</c:v>
                </c:pt>
                <c:pt idx="7463">
                  <c:v>0.23866666666666667</c:v>
                </c:pt>
                <c:pt idx="7464">
                  <c:v>0.23866666666666667</c:v>
                </c:pt>
                <c:pt idx="7465">
                  <c:v>0.23866666666666667</c:v>
                </c:pt>
                <c:pt idx="7466">
                  <c:v>0.23881481481481481</c:v>
                </c:pt>
                <c:pt idx="7467">
                  <c:v>0.23881481481481481</c:v>
                </c:pt>
                <c:pt idx="7468">
                  <c:v>0.23881481481481481</c:v>
                </c:pt>
                <c:pt idx="7469">
                  <c:v>0.23896296296296296</c:v>
                </c:pt>
                <c:pt idx="7470">
                  <c:v>0.23896296296296296</c:v>
                </c:pt>
                <c:pt idx="7471">
                  <c:v>0.23896296296296296</c:v>
                </c:pt>
                <c:pt idx="7472">
                  <c:v>0.23896296296296296</c:v>
                </c:pt>
                <c:pt idx="7473">
                  <c:v>0.23896296296296296</c:v>
                </c:pt>
                <c:pt idx="7474">
                  <c:v>0.23896296296296296</c:v>
                </c:pt>
                <c:pt idx="7475">
                  <c:v>0.23911111111111111</c:v>
                </c:pt>
                <c:pt idx="7476">
                  <c:v>0.23925925925925925</c:v>
                </c:pt>
                <c:pt idx="7477">
                  <c:v>0.23925925925925925</c:v>
                </c:pt>
                <c:pt idx="7478">
                  <c:v>0.2394074074074074</c:v>
                </c:pt>
                <c:pt idx="7479">
                  <c:v>0.2394074074074074</c:v>
                </c:pt>
                <c:pt idx="7480">
                  <c:v>0.2394074074074074</c:v>
                </c:pt>
                <c:pt idx="7481">
                  <c:v>0.2394074074074074</c:v>
                </c:pt>
                <c:pt idx="7482">
                  <c:v>0.2394074074074074</c:v>
                </c:pt>
                <c:pt idx="7483">
                  <c:v>0.2394074074074074</c:v>
                </c:pt>
                <c:pt idx="7484">
                  <c:v>0.2394074074074074</c:v>
                </c:pt>
                <c:pt idx="7485">
                  <c:v>0.2394074074074074</c:v>
                </c:pt>
                <c:pt idx="7486">
                  <c:v>0.2394074074074074</c:v>
                </c:pt>
                <c:pt idx="7487">
                  <c:v>0.23955555555555555</c:v>
                </c:pt>
                <c:pt idx="7488">
                  <c:v>0.2397037037037037</c:v>
                </c:pt>
                <c:pt idx="7489">
                  <c:v>0.2397037037037037</c:v>
                </c:pt>
                <c:pt idx="7490">
                  <c:v>0.2397037037037037</c:v>
                </c:pt>
                <c:pt idx="7491">
                  <c:v>0.2397037037037037</c:v>
                </c:pt>
                <c:pt idx="7492">
                  <c:v>0.23985185185185184</c:v>
                </c:pt>
                <c:pt idx="7493">
                  <c:v>0.23985185185185184</c:v>
                </c:pt>
                <c:pt idx="7494">
                  <c:v>0.23985185185185184</c:v>
                </c:pt>
                <c:pt idx="7495">
                  <c:v>0.23985185185185184</c:v>
                </c:pt>
                <c:pt idx="7496">
                  <c:v>0.23985185185185184</c:v>
                </c:pt>
                <c:pt idx="7497">
                  <c:v>0.23985185185185184</c:v>
                </c:pt>
                <c:pt idx="7498">
                  <c:v>0.24</c:v>
                </c:pt>
                <c:pt idx="7499">
                  <c:v>0.24</c:v>
                </c:pt>
                <c:pt idx="7500">
                  <c:v>0.24014814814814814</c:v>
                </c:pt>
                <c:pt idx="7501">
                  <c:v>0.24014814814814814</c:v>
                </c:pt>
                <c:pt idx="7502">
                  <c:v>0.24014814814814814</c:v>
                </c:pt>
                <c:pt idx="7503">
                  <c:v>0.24029629629629629</c:v>
                </c:pt>
                <c:pt idx="7504">
                  <c:v>0.24029629629629629</c:v>
                </c:pt>
                <c:pt idx="7505">
                  <c:v>0.24029629629629629</c:v>
                </c:pt>
                <c:pt idx="7506">
                  <c:v>0.24029629629629629</c:v>
                </c:pt>
                <c:pt idx="7507">
                  <c:v>0.24029629629629629</c:v>
                </c:pt>
                <c:pt idx="7508">
                  <c:v>0.24029629629629629</c:v>
                </c:pt>
                <c:pt idx="7509">
                  <c:v>0.24029629629629629</c:v>
                </c:pt>
                <c:pt idx="7510">
                  <c:v>0.24029629629629629</c:v>
                </c:pt>
                <c:pt idx="7511">
                  <c:v>0.24029629629629629</c:v>
                </c:pt>
                <c:pt idx="7512">
                  <c:v>0.24029629629629629</c:v>
                </c:pt>
                <c:pt idx="7513">
                  <c:v>0.24029629629629629</c:v>
                </c:pt>
                <c:pt idx="7514">
                  <c:v>0.24029629629629629</c:v>
                </c:pt>
                <c:pt idx="7515">
                  <c:v>0.24029629629629629</c:v>
                </c:pt>
                <c:pt idx="7516">
                  <c:v>0.24029629629629629</c:v>
                </c:pt>
                <c:pt idx="7517">
                  <c:v>0.24029629629629629</c:v>
                </c:pt>
                <c:pt idx="7518">
                  <c:v>0.24029629629629629</c:v>
                </c:pt>
                <c:pt idx="7519">
                  <c:v>0.24029629629629629</c:v>
                </c:pt>
                <c:pt idx="7520">
                  <c:v>0.24029629629629629</c:v>
                </c:pt>
                <c:pt idx="7521">
                  <c:v>0.24044444444444443</c:v>
                </c:pt>
                <c:pt idx="7522">
                  <c:v>0.24044444444444443</c:v>
                </c:pt>
                <c:pt idx="7523">
                  <c:v>0.24044444444444443</c:v>
                </c:pt>
                <c:pt idx="7524">
                  <c:v>0.24059259259259258</c:v>
                </c:pt>
                <c:pt idx="7525">
                  <c:v>0.24059259259259258</c:v>
                </c:pt>
                <c:pt idx="7526">
                  <c:v>0.24074074074074073</c:v>
                </c:pt>
                <c:pt idx="7527">
                  <c:v>0.2408888888888889</c:v>
                </c:pt>
                <c:pt idx="7528">
                  <c:v>0.24103703703703705</c:v>
                </c:pt>
                <c:pt idx="7529">
                  <c:v>0.24103703703703705</c:v>
                </c:pt>
                <c:pt idx="7530">
                  <c:v>0.24103703703703705</c:v>
                </c:pt>
                <c:pt idx="7531">
                  <c:v>0.24103703703703705</c:v>
                </c:pt>
                <c:pt idx="7532">
                  <c:v>0.24103703703703705</c:v>
                </c:pt>
                <c:pt idx="7533">
                  <c:v>0.24103703703703705</c:v>
                </c:pt>
                <c:pt idx="7534">
                  <c:v>0.24103703703703705</c:v>
                </c:pt>
                <c:pt idx="7535">
                  <c:v>0.24103703703703705</c:v>
                </c:pt>
                <c:pt idx="7536">
                  <c:v>0.24103703703703705</c:v>
                </c:pt>
                <c:pt idx="7537">
                  <c:v>0.24103703703703705</c:v>
                </c:pt>
                <c:pt idx="7538">
                  <c:v>0.2411851851851852</c:v>
                </c:pt>
                <c:pt idx="7539">
                  <c:v>0.2411851851851852</c:v>
                </c:pt>
                <c:pt idx="7540">
                  <c:v>0.2411851851851852</c:v>
                </c:pt>
                <c:pt idx="7541">
                  <c:v>0.24133333333333334</c:v>
                </c:pt>
                <c:pt idx="7542">
                  <c:v>0.24133333333333334</c:v>
                </c:pt>
                <c:pt idx="7543">
                  <c:v>0.24133333333333334</c:v>
                </c:pt>
                <c:pt idx="7544">
                  <c:v>0.24148148148148149</c:v>
                </c:pt>
                <c:pt idx="7545">
                  <c:v>0.24148148148148149</c:v>
                </c:pt>
                <c:pt idx="7546">
                  <c:v>0.24148148148148149</c:v>
                </c:pt>
                <c:pt idx="7547">
                  <c:v>0.24148148148148149</c:v>
                </c:pt>
                <c:pt idx="7548">
                  <c:v>0.24148148148148149</c:v>
                </c:pt>
                <c:pt idx="7549">
                  <c:v>0.24162962962962964</c:v>
                </c:pt>
                <c:pt idx="7550">
                  <c:v>0.24162962962962964</c:v>
                </c:pt>
                <c:pt idx="7551">
                  <c:v>0.24162962962962964</c:v>
                </c:pt>
                <c:pt idx="7552">
                  <c:v>0.24162962962962964</c:v>
                </c:pt>
                <c:pt idx="7553">
                  <c:v>0.24162962962962964</c:v>
                </c:pt>
                <c:pt idx="7554">
                  <c:v>0.24177777777777779</c:v>
                </c:pt>
                <c:pt idx="7555">
                  <c:v>0.24192592592592593</c:v>
                </c:pt>
                <c:pt idx="7556">
                  <c:v>0.24192592592592593</c:v>
                </c:pt>
                <c:pt idx="7557">
                  <c:v>0.24192592592592593</c:v>
                </c:pt>
                <c:pt idx="7558">
                  <c:v>0.24192592592592593</c:v>
                </c:pt>
                <c:pt idx="7559">
                  <c:v>0.24192592592592593</c:v>
                </c:pt>
                <c:pt idx="7560">
                  <c:v>0.24192592592592593</c:v>
                </c:pt>
                <c:pt idx="7561">
                  <c:v>0.24192592592592593</c:v>
                </c:pt>
                <c:pt idx="7562">
                  <c:v>0.24207407407407408</c:v>
                </c:pt>
                <c:pt idx="7563">
                  <c:v>0.24207407407407408</c:v>
                </c:pt>
                <c:pt idx="7564">
                  <c:v>0.24207407407407408</c:v>
                </c:pt>
                <c:pt idx="7565">
                  <c:v>0.24207407407407408</c:v>
                </c:pt>
                <c:pt idx="7566">
                  <c:v>0.24207407407407408</c:v>
                </c:pt>
                <c:pt idx="7567">
                  <c:v>0.24207407407407408</c:v>
                </c:pt>
                <c:pt idx="7568">
                  <c:v>0.24207407407407408</c:v>
                </c:pt>
                <c:pt idx="7569">
                  <c:v>0.24207407407407408</c:v>
                </c:pt>
                <c:pt idx="7570">
                  <c:v>0.24207407407407408</c:v>
                </c:pt>
                <c:pt idx="7571">
                  <c:v>0.24207407407407408</c:v>
                </c:pt>
                <c:pt idx="7572">
                  <c:v>0.24207407407407408</c:v>
                </c:pt>
                <c:pt idx="7573">
                  <c:v>0.24222222222222223</c:v>
                </c:pt>
                <c:pt idx="7574">
                  <c:v>0.24237037037037037</c:v>
                </c:pt>
                <c:pt idx="7575">
                  <c:v>0.24237037037037037</c:v>
                </c:pt>
                <c:pt idx="7576">
                  <c:v>0.24237037037037037</c:v>
                </c:pt>
                <c:pt idx="7577">
                  <c:v>0.24251851851851852</c:v>
                </c:pt>
                <c:pt idx="7578">
                  <c:v>0.24251851851851852</c:v>
                </c:pt>
                <c:pt idx="7579">
                  <c:v>0.24251851851851852</c:v>
                </c:pt>
                <c:pt idx="7580">
                  <c:v>0.24251851851851852</c:v>
                </c:pt>
                <c:pt idx="7581">
                  <c:v>0.24266666666666667</c:v>
                </c:pt>
                <c:pt idx="7582">
                  <c:v>0.24281481481481482</c:v>
                </c:pt>
                <c:pt idx="7583">
                  <c:v>0.24281481481481482</c:v>
                </c:pt>
                <c:pt idx="7584">
                  <c:v>0.24296296296296296</c:v>
                </c:pt>
                <c:pt idx="7585">
                  <c:v>0.24296296296296296</c:v>
                </c:pt>
                <c:pt idx="7586">
                  <c:v>0.24296296296296296</c:v>
                </c:pt>
                <c:pt idx="7587">
                  <c:v>0.24296296296296296</c:v>
                </c:pt>
                <c:pt idx="7588">
                  <c:v>0.24296296296296296</c:v>
                </c:pt>
                <c:pt idx="7589">
                  <c:v>0.24296296296296296</c:v>
                </c:pt>
                <c:pt idx="7590">
                  <c:v>0.24296296296296296</c:v>
                </c:pt>
                <c:pt idx="7591">
                  <c:v>0.24296296296296296</c:v>
                </c:pt>
                <c:pt idx="7592">
                  <c:v>0.24296296296296296</c:v>
                </c:pt>
                <c:pt idx="7593">
                  <c:v>0.24296296296296296</c:v>
                </c:pt>
                <c:pt idx="7594">
                  <c:v>0.24296296296296296</c:v>
                </c:pt>
                <c:pt idx="7595">
                  <c:v>0.24296296296296296</c:v>
                </c:pt>
                <c:pt idx="7596">
                  <c:v>0.24296296296296296</c:v>
                </c:pt>
                <c:pt idx="7597">
                  <c:v>0.24296296296296296</c:v>
                </c:pt>
                <c:pt idx="7598">
                  <c:v>0.24311111111111111</c:v>
                </c:pt>
                <c:pt idx="7599">
                  <c:v>0.24311111111111111</c:v>
                </c:pt>
                <c:pt idx="7600">
                  <c:v>0.24325925925925926</c:v>
                </c:pt>
                <c:pt idx="7601">
                  <c:v>0.24325925925925926</c:v>
                </c:pt>
                <c:pt idx="7602">
                  <c:v>0.24340740740740741</c:v>
                </c:pt>
                <c:pt idx="7603">
                  <c:v>0.24340740740740741</c:v>
                </c:pt>
                <c:pt idx="7604">
                  <c:v>0.24340740740740741</c:v>
                </c:pt>
                <c:pt idx="7605">
                  <c:v>0.24340740740740741</c:v>
                </c:pt>
                <c:pt idx="7606">
                  <c:v>0.24355555555555555</c:v>
                </c:pt>
                <c:pt idx="7607">
                  <c:v>0.24355555555555555</c:v>
                </c:pt>
                <c:pt idx="7608">
                  <c:v>0.24355555555555555</c:v>
                </c:pt>
                <c:pt idx="7609">
                  <c:v>0.2437037037037037</c:v>
                </c:pt>
                <c:pt idx="7610">
                  <c:v>0.2437037037037037</c:v>
                </c:pt>
                <c:pt idx="7611">
                  <c:v>0.2437037037037037</c:v>
                </c:pt>
                <c:pt idx="7612">
                  <c:v>0.24385185185185185</c:v>
                </c:pt>
                <c:pt idx="7613">
                  <c:v>0.24385185185185185</c:v>
                </c:pt>
                <c:pt idx="7614">
                  <c:v>0.24385185185185185</c:v>
                </c:pt>
                <c:pt idx="7615">
                  <c:v>0.24385185185185185</c:v>
                </c:pt>
                <c:pt idx="7616">
                  <c:v>0.24385185185185185</c:v>
                </c:pt>
                <c:pt idx="7617">
                  <c:v>0.24385185185185185</c:v>
                </c:pt>
                <c:pt idx="7618">
                  <c:v>0.24399999999999999</c:v>
                </c:pt>
                <c:pt idx="7619">
                  <c:v>0.24399999999999999</c:v>
                </c:pt>
                <c:pt idx="7620">
                  <c:v>0.24414814814814814</c:v>
                </c:pt>
                <c:pt idx="7621">
                  <c:v>0.24429629629629629</c:v>
                </c:pt>
                <c:pt idx="7622">
                  <c:v>0.24444444444444444</c:v>
                </c:pt>
                <c:pt idx="7623">
                  <c:v>0.24444444444444444</c:v>
                </c:pt>
                <c:pt idx="7624">
                  <c:v>0.24459259259259258</c:v>
                </c:pt>
                <c:pt idx="7625">
                  <c:v>0.24459259259259258</c:v>
                </c:pt>
                <c:pt idx="7626">
                  <c:v>0.24459259259259258</c:v>
                </c:pt>
                <c:pt idx="7627">
                  <c:v>0.24474074074074073</c:v>
                </c:pt>
                <c:pt idx="7628">
                  <c:v>0.24488888888888888</c:v>
                </c:pt>
                <c:pt idx="7629">
                  <c:v>0.24503703703703703</c:v>
                </c:pt>
                <c:pt idx="7630">
                  <c:v>0.24503703703703703</c:v>
                </c:pt>
                <c:pt idx="7631">
                  <c:v>0.24503703703703703</c:v>
                </c:pt>
                <c:pt idx="7632">
                  <c:v>0.24503703703703703</c:v>
                </c:pt>
                <c:pt idx="7633">
                  <c:v>0.24503703703703703</c:v>
                </c:pt>
                <c:pt idx="7634">
                  <c:v>0.24503703703703703</c:v>
                </c:pt>
                <c:pt idx="7635">
                  <c:v>0.24503703703703703</c:v>
                </c:pt>
                <c:pt idx="7636">
                  <c:v>0.24503703703703703</c:v>
                </c:pt>
                <c:pt idx="7637">
                  <c:v>0.24503703703703703</c:v>
                </c:pt>
                <c:pt idx="7638">
                  <c:v>0.24503703703703703</c:v>
                </c:pt>
                <c:pt idx="7639">
                  <c:v>0.24518518518518517</c:v>
                </c:pt>
                <c:pt idx="7640">
                  <c:v>0.24518518518518517</c:v>
                </c:pt>
                <c:pt idx="7641">
                  <c:v>0.24518518518518517</c:v>
                </c:pt>
                <c:pt idx="7642">
                  <c:v>0.24533333333333332</c:v>
                </c:pt>
                <c:pt idx="7643">
                  <c:v>0.24533333333333332</c:v>
                </c:pt>
                <c:pt idx="7644">
                  <c:v>0.24533333333333332</c:v>
                </c:pt>
                <c:pt idx="7645">
                  <c:v>0.24533333333333332</c:v>
                </c:pt>
                <c:pt idx="7646">
                  <c:v>0.24533333333333332</c:v>
                </c:pt>
                <c:pt idx="7647">
                  <c:v>0.24533333333333332</c:v>
                </c:pt>
                <c:pt idx="7648">
                  <c:v>0.24533333333333332</c:v>
                </c:pt>
                <c:pt idx="7649">
                  <c:v>0.24533333333333332</c:v>
                </c:pt>
                <c:pt idx="7650">
                  <c:v>0.24533333333333332</c:v>
                </c:pt>
                <c:pt idx="7651">
                  <c:v>0.24533333333333332</c:v>
                </c:pt>
                <c:pt idx="7652">
                  <c:v>0.24533333333333332</c:v>
                </c:pt>
                <c:pt idx="7653">
                  <c:v>0.24533333333333332</c:v>
                </c:pt>
                <c:pt idx="7654">
                  <c:v>0.24533333333333332</c:v>
                </c:pt>
                <c:pt idx="7655">
                  <c:v>0.24533333333333332</c:v>
                </c:pt>
                <c:pt idx="7656">
                  <c:v>0.24548148148148149</c:v>
                </c:pt>
                <c:pt idx="7657">
                  <c:v>0.24562962962962964</c:v>
                </c:pt>
                <c:pt idx="7658">
                  <c:v>0.24562962962962964</c:v>
                </c:pt>
                <c:pt idx="7659">
                  <c:v>0.24562962962962964</c:v>
                </c:pt>
                <c:pt idx="7660">
                  <c:v>0.24562962962962964</c:v>
                </c:pt>
                <c:pt idx="7661">
                  <c:v>0.24562962962962964</c:v>
                </c:pt>
                <c:pt idx="7662">
                  <c:v>0.24562962962962964</c:v>
                </c:pt>
                <c:pt idx="7663">
                  <c:v>0.24562962962962964</c:v>
                </c:pt>
                <c:pt idx="7664">
                  <c:v>0.24577777777777779</c:v>
                </c:pt>
                <c:pt idx="7665">
                  <c:v>0.24577777777777779</c:v>
                </c:pt>
                <c:pt idx="7666">
                  <c:v>0.24577777777777779</c:v>
                </c:pt>
                <c:pt idx="7667">
                  <c:v>0.24577777777777779</c:v>
                </c:pt>
                <c:pt idx="7668">
                  <c:v>0.24577777777777779</c:v>
                </c:pt>
                <c:pt idx="7669">
                  <c:v>0.24592592592592594</c:v>
                </c:pt>
                <c:pt idx="7670">
                  <c:v>0.24607407407407408</c:v>
                </c:pt>
                <c:pt idx="7671">
                  <c:v>0.24607407407407408</c:v>
                </c:pt>
                <c:pt idx="7672">
                  <c:v>0.24607407407407408</c:v>
                </c:pt>
                <c:pt idx="7673">
                  <c:v>0.24607407407407408</c:v>
                </c:pt>
                <c:pt idx="7674">
                  <c:v>0.24607407407407408</c:v>
                </c:pt>
                <c:pt idx="7675">
                  <c:v>0.24622222222222223</c:v>
                </c:pt>
                <c:pt idx="7676">
                  <c:v>0.24622222222222223</c:v>
                </c:pt>
                <c:pt idx="7677">
                  <c:v>0.24622222222222223</c:v>
                </c:pt>
                <c:pt idx="7678">
                  <c:v>0.24637037037037038</c:v>
                </c:pt>
                <c:pt idx="7679">
                  <c:v>0.24637037037037038</c:v>
                </c:pt>
                <c:pt idx="7680">
                  <c:v>0.24637037037037038</c:v>
                </c:pt>
                <c:pt idx="7681">
                  <c:v>0.24637037037037038</c:v>
                </c:pt>
                <c:pt idx="7682">
                  <c:v>0.24637037037037038</c:v>
                </c:pt>
                <c:pt idx="7683">
                  <c:v>0.24637037037037038</c:v>
                </c:pt>
                <c:pt idx="7684">
                  <c:v>0.24637037037037038</c:v>
                </c:pt>
                <c:pt idx="7685">
                  <c:v>0.24637037037037038</c:v>
                </c:pt>
                <c:pt idx="7686">
                  <c:v>0.24637037037037038</c:v>
                </c:pt>
                <c:pt idx="7687">
                  <c:v>0.24637037037037038</c:v>
                </c:pt>
                <c:pt idx="7688">
                  <c:v>0.24637037037037038</c:v>
                </c:pt>
                <c:pt idx="7689">
                  <c:v>0.24637037037037038</c:v>
                </c:pt>
                <c:pt idx="7690">
                  <c:v>0.24637037037037038</c:v>
                </c:pt>
                <c:pt idx="7691">
                  <c:v>0.24651851851851853</c:v>
                </c:pt>
                <c:pt idx="7692">
                  <c:v>0.24651851851851853</c:v>
                </c:pt>
                <c:pt idx="7693">
                  <c:v>0.24666666666666667</c:v>
                </c:pt>
                <c:pt idx="7694">
                  <c:v>0.24666666666666667</c:v>
                </c:pt>
                <c:pt idx="7695">
                  <c:v>0.24666666666666667</c:v>
                </c:pt>
                <c:pt idx="7696">
                  <c:v>0.24666666666666667</c:v>
                </c:pt>
                <c:pt idx="7697">
                  <c:v>0.24666666666666667</c:v>
                </c:pt>
                <c:pt idx="7698">
                  <c:v>0.24681481481481482</c:v>
                </c:pt>
                <c:pt idx="7699">
                  <c:v>0.24681481481481482</c:v>
                </c:pt>
                <c:pt idx="7700">
                  <c:v>0.24696296296296297</c:v>
                </c:pt>
                <c:pt idx="7701">
                  <c:v>0.24711111111111111</c:v>
                </c:pt>
                <c:pt idx="7702">
                  <c:v>0.24711111111111111</c:v>
                </c:pt>
                <c:pt idx="7703">
                  <c:v>0.24711111111111111</c:v>
                </c:pt>
                <c:pt idx="7704">
                  <c:v>0.24711111111111111</c:v>
                </c:pt>
                <c:pt idx="7705">
                  <c:v>0.24711111111111111</c:v>
                </c:pt>
                <c:pt idx="7706">
                  <c:v>0.24711111111111111</c:v>
                </c:pt>
                <c:pt idx="7707">
                  <c:v>0.24711111111111111</c:v>
                </c:pt>
                <c:pt idx="7708">
                  <c:v>0.24725925925925926</c:v>
                </c:pt>
                <c:pt idx="7709">
                  <c:v>0.24740740740740741</c:v>
                </c:pt>
                <c:pt idx="7710">
                  <c:v>0.24740740740740741</c:v>
                </c:pt>
                <c:pt idx="7711">
                  <c:v>0.24740740740740741</c:v>
                </c:pt>
                <c:pt idx="7712">
                  <c:v>0.24755555555555556</c:v>
                </c:pt>
                <c:pt idx="7713">
                  <c:v>0.24755555555555556</c:v>
                </c:pt>
                <c:pt idx="7714">
                  <c:v>0.2477037037037037</c:v>
                </c:pt>
                <c:pt idx="7715">
                  <c:v>0.24785185185185185</c:v>
                </c:pt>
                <c:pt idx="7716">
                  <c:v>0.24785185185185185</c:v>
                </c:pt>
                <c:pt idx="7717">
                  <c:v>0.24785185185185185</c:v>
                </c:pt>
                <c:pt idx="7718">
                  <c:v>0.24785185185185185</c:v>
                </c:pt>
                <c:pt idx="7719">
                  <c:v>0.24785185185185185</c:v>
                </c:pt>
                <c:pt idx="7720">
                  <c:v>0.24785185185185185</c:v>
                </c:pt>
                <c:pt idx="7721">
                  <c:v>0.24785185185185185</c:v>
                </c:pt>
                <c:pt idx="7722">
                  <c:v>0.24785185185185185</c:v>
                </c:pt>
                <c:pt idx="7723">
                  <c:v>0.24785185185185185</c:v>
                </c:pt>
                <c:pt idx="7724">
                  <c:v>0.24785185185185185</c:v>
                </c:pt>
                <c:pt idx="7725">
                  <c:v>0.248</c:v>
                </c:pt>
                <c:pt idx="7726">
                  <c:v>0.248</c:v>
                </c:pt>
                <c:pt idx="7727">
                  <c:v>0.24814814814814815</c:v>
                </c:pt>
                <c:pt idx="7728">
                  <c:v>0.24814814814814815</c:v>
                </c:pt>
                <c:pt idx="7729">
                  <c:v>0.24814814814814815</c:v>
                </c:pt>
                <c:pt idx="7730">
                  <c:v>0.24814814814814815</c:v>
                </c:pt>
                <c:pt idx="7731">
                  <c:v>0.24829629629629629</c:v>
                </c:pt>
                <c:pt idx="7732">
                  <c:v>0.24829629629629629</c:v>
                </c:pt>
                <c:pt idx="7733">
                  <c:v>0.24829629629629629</c:v>
                </c:pt>
                <c:pt idx="7734">
                  <c:v>0.24844444444444444</c:v>
                </c:pt>
                <c:pt idx="7735">
                  <c:v>0.24844444444444444</c:v>
                </c:pt>
                <c:pt idx="7736">
                  <c:v>0.24859259259259259</c:v>
                </c:pt>
                <c:pt idx="7737">
                  <c:v>0.24859259259259259</c:v>
                </c:pt>
                <c:pt idx="7738">
                  <c:v>0.24859259259259259</c:v>
                </c:pt>
                <c:pt idx="7739">
                  <c:v>0.24874074074074073</c:v>
                </c:pt>
                <c:pt idx="7740">
                  <c:v>0.24874074074074073</c:v>
                </c:pt>
                <c:pt idx="7741">
                  <c:v>0.24874074074074073</c:v>
                </c:pt>
                <c:pt idx="7742">
                  <c:v>0.24888888888888888</c:v>
                </c:pt>
                <c:pt idx="7743">
                  <c:v>0.24888888888888888</c:v>
                </c:pt>
                <c:pt idx="7744">
                  <c:v>0.24888888888888888</c:v>
                </c:pt>
                <c:pt idx="7745">
                  <c:v>0.24903703703703703</c:v>
                </c:pt>
                <c:pt idx="7746">
                  <c:v>0.24903703703703703</c:v>
                </c:pt>
                <c:pt idx="7747">
                  <c:v>0.24903703703703703</c:v>
                </c:pt>
                <c:pt idx="7748">
                  <c:v>0.24918518518518518</c:v>
                </c:pt>
                <c:pt idx="7749">
                  <c:v>0.24918518518518518</c:v>
                </c:pt>
                <c:pt idx="7750">
                  <c:v>0.24933333333333332</c:v>
                </c:pt>
                <c:pt idx="7751">
                  <c:v>0.24948148148148147</c:v>
                </c:pt>
                <c:pt idx="7752">
                  <c:v>0.24962962962962962</c:v>
                </c:pt>
                <c:pt idx="7753">
                  <c:v>0.24977777777777777</c:v>
                </c:pt>
                <c:pt idx="7754">
                  <c:v>0.24977777777777777</c:v>
                </c:pt>
                <c:pt idx="7755">
                  <c:v>0.24977777777777777</c:v>
                </c:pt>
                <c:pt idx="7756">
                  <c:v>0.24977777777777777</c:v>
                </c:pt>
                <c:pt idx="7757">
                  <c:v>0.24977777777777777</c:v>
                </c:pt>
                <c:pt idx="7758">
                  <c:v>0.24977777777777777</c:v>
                </c:pt>
                <c:pt idx="7759">
                  <c:v>0.24992592592592591</c:v>
                </c:pt>
                <c:pt idx="7760">
                  <c:v>0.25007407407407406</c:v>
                </c:pt>
                <c:pt idx="7761">
                  <c:v>0.25007407407407406</c:v>
                </c:pt>
                <c:pt idx="7762">
                  <c:v>0.25007407407407406</c:v>
                </c:pt>
                <c:pt idx="7763">
                  <c:v>0.25022222222222223</c:v>
                </c:pt>
                <c:pt idx="7764">
                  <c:v>0.25037037037037035</c:v>
                </c:pt>
                <c:pt idx="7765">
                  <c:v>0.25037037037037035</c:v>
                </c:pt>
                <c:pt idx="7766">
                  <c:v>0.25051851851851853</c:v>
                </c:pt>
                <c:pt idx="7767">
                  <c:v>0.25051851851851853</c:v>
                </c:pt>
                <c:pt idx="7768">
                  <c:v>0.25066666666666665</c:v>
                </c:pt>
                <c:pt idx="7769">
                  <c:v>0.25066666666666665</c:v>
                </c:pt>
                <c:pt idx="7770">
                  <c:v>0.25066666666666665</c:v>
                </c:pt>
                <c:pt idx="7771">
                  <c:v>0.25066666666666665</c:v>
                </c:pt>
                <c:pt idx="7772">
                  <c:v>0.25066666666666665</c:v>
                </c:pt>
                <c:pt idx="7773">
                  <c:v>0.25066666666666665</c:v>
                </c:pt>
                <c:pt idx="7774">
                  <c:v>0.25066666666666665</c:v>
                </c:pt>
                <c:pt idx="7775">
                  <c:v>0.25066666666666665</c:v>
                </c:pt>
                <c:pt idx="7776">
                  <c:v>0.25066666666666665</c:v>
                </c:pt>
                <c:pt idx="7777">
                  <c:v>0.25066666666666665</c:v>
                </c:pt>
                <c:pt idx="7778">
                  <c:v>0.25081481481481482</c:v>
                </c:pt>
                <c:pt idx="7779">
                  <c:v>0.25081481481481482</c:v>
                </c:pt>
                <c:pt idx="7780">
                  <c:v>0.25081481481481482</c:v>
                </c:pt>
                <c:pt idx="7781">
                  <c:v>0.25096296296296294</c:v>
                </c:pt>
                <c:pt idx="7782">
                  <c:v>0.25096296296296294</c:v>
                </c:pt>
                <c:pt idx="7783">
                  <c:v>0.25096296296296294</c:v>
                </c:pt>
                <c:pt idx="7784">
                  <c:v>0.25096296296296294</c:v>
                </c:pt>
                <c:pt idx="7785">
                  <c:v>0.25096296296296294</c:v>
                </c:pt>
                <c:pt idx="7786">
                  <c:v>0.25096296296296294</c:v>
                </c:pt>
                <c:pt idx="7787">
                  <c:v>0.25096296296296294</c:v>
                </c:pt>
                <c:pt idx="7788">
                  <c:v>0.25096296296296294</c:v>
                </c:pt>
                <c:pt idx="7789">
                  <c:v>0.25111111111111112</c:v>
                </c:pt>
                <c:pt idx="7790">
                  <c:v>0.25125925925925924</c:v>
                </c:pt>
                <c:pt idx="7791">
                  <c:v>0.25125925925925924</c:v>
                </c:pt>
                <c:pt idx="7792">
                  <c:v>0.25125925925925924</c:v>
                </c:pt>
                <c:pt idx="7793">
                  <c:v>0.25125925925925924</c:v>
                </c:pt>
                <c:pt idx="7794">
                  <c:v>0.25125925925925924</c:v>
                </c:pt>
                <c:pt idx="7795">
                  <c:v>0.25125925925925924</c:v>
                </c:pt>
                <c:pt idx="7796">
                  <c:v>0.25140740740740741</c:v>
                </c:pt>
                <c:pt idx="7797">
                  <c:v>0.25155555555555553</c:v>
                </c:pt>
                <c:pt idx="7798">
                  <c:v>0.25155555555555553</c:v>
                </c:pt>
                <c:pt idx="7799">
                  <c:v>0.25155555555555553</c:v>
                </c:pt>
                <c:pt idx="7800">
                  <c:v>0.25170370370370371</c:v>
                </c:pt>
                <c:pt idx="7801">
                  <c:v>0.25170370370370371</c:v>
                </c:pt>
                <c:pt idx="7802">
                  <c:v>0.25170370370370371</c:v>
                </c:pt>
                <c:pt idx="7803">
                  <c:v>0.25170370370370371</c:v>
                </c:pt>
                <c:pt idx="7804">
                  <c:v>0.25170370370370371</c:v>
                </c:pt>
                <c:pt idx="7805">
                  <c:v>0.25170370370370371</c:v>
                </c:pt>
                <c:pt idx="7806">
                  <c:v>0.25170370370370371</c:v>
                </c:pt>
                <c:pt idx="7807">
                  <c:v>0.25170370370370371</c:v>
                </c:pt>
                <c:pt idx="7808">
                  <c:v>0.25170370370370371</c:v>
                </c:pt>
                <c:pt idx="7809">
                  <c:v>0.25170370370370371</c:v>
                </c:pt>
                <c:pt idx="7810">
                  <c:v>0.25170370370370371</c:v>
                </c:pt>
                <c:pt idx="7811">
                  <c:v>0.25170370370370371</c:v>
                </c:pt>
                <c:pt idx="7812">
                  <c:v>0.25170370370370371</c:v>
                </c:pt>
                <c:pt idx="7813">
                  <c:v>0.25170370370370371</c:v>
                </c:pt>
                <c:pt idx="7814">
                  <c:v>0.25170370370370371</c:v>
                </c:pt>
                <c:pt idx="7815">
                  <c:v>0.25185185185185183</c:v>
                </c:pt>
                <c:pt idx="7816">
                  <c:v>0.25185185185185183</c:v>
                </c:pt>
                <c:pt idx="7817">
                  <c:v>0.25185185185185183</c:v>
                </c:pt>
                <c:pt idx="7818">
                  <c:v>0.25185185185185183</c:v>
                </c:pt>
                <c:pt idx="7819">
                  <c:v>0.25185185185185183</c:v>
                </c:pt>
                <c:pt idx="7820">
                  <c:v>0.25185185185185183</c:v>
                </c:pt>
                <c:pt idx="7821">
                  <c:v>0.25185185185185183</c:v>
                </c:pt>
                <c:pt idx="7822">
                  <c:v>0.25185185185185183</c:v>
                </c:pt>
                <c:pt idx="7823">
                  <c:v>0.25185185185185183</c:v>
                </c:pt>
                <c:pt idx="7824">
                  <c:v>0.252</c:v>
                </c:pt>
                <c:pt idx="7825">
                  <c:v>0.252</c:v>
                </c:pt>
                <c:pt idx="7826">
                  <c:v>0.252</c:v>
                </c:pt>
                <c:pt idx="7827">
                  <c:v>0.252</c:v>
                </c:pt>
                <c:pt idx="7828">
                  <c:v>0.25214814814814812</c:v>
                </c:pt>
                <c:pt idx="7829">
                  <c:v>0.25214814814814812</c:v>
                </c:pt>
                <c:pt idx="7830">
                  <c:v>0.25214814814814812</c:v>
                </c:pt>
                <c:pt idx="7831">
                  <c:v>0.25214814814814812</c:v>
                </c:pt>
                <c:pt idx="7832">
                  <c:v>0.25214814814814812</c:v>
                </c:pt>
                <c:pt idx="7833">
                  <c:v>0.25214814814814812</c:v>
                </c:pt>
                <c:pt idx="7834">
                  <c:v>0.25214814814814812</c:v>
                </c:pt>
                <c:pt idx="7835">
                  <c:v>0.2522962962962963</c:v>
                </c:pt>
                <c:pt idx="7836">
                  <c:v>0.25244444444444447</c:v>
                </c:pt>
                <c:pt idx="7837">
                  <c:v>0.25244444444444447</c:v>
                </c:pt>
                <c:pt idx="7838">
                  <c:v>0.25244444444444447</c:v>
                </c:pt>
                <c:pt idx="7839">
                  <c:v>0.25244444444444447</c:v>
                </c:pt>
                <c:pt idx="7840">
                  <c:v>0.25244444444444447</c:v>
                </c:pt>
                <c:pt idx="7841">
                  <c:v>0.25244444444444447</c:v>
                </c:pt>
                <c:pt idx="7842">
                  <c:v>0.25244444444444447</c:v>
                </c:pt>
                <c:pt idx="7843">
                  <c:v>0.25244444444444447</c:v>
                </c:pt>
                <c:pt idx="7844">
                  <c:v>0.25244444444444447</c:v>
                </c:pt>
                <c:pt idx="7845">
                  <c:v>0.25244444444444447</c:v>
                </c:pt>
                <c:pt idx="7846">
                  <c:v>0.25244444444444447</c:v>
                </c:pt>
                <c:pt idx="7847">
                  <c:v>0.25244444444444447</c:v>
                </c:pt>
                <c:pt idx="7848">
                  <c:v>0.25244444444444447</c:v>
                </c:pt>
                <c:pt idx="7849">
                  <c:v>0.25244444444444447</c:v>
                </c:pt>
                <c:pt idx="7850">
                  <c:v>0.25244444444444447</c:v>
                </c:pt>
                <c:pt idx="7851">
                  <c:v>0.25244444444444447</c:v>
                </c:pt>
                <c:pt idx="7852">
                  <c:v>0.25259259259259259</c:v>
                </c:pt>
                <c:pt idx="7853">
                  <c:v>0.25259259259259259</c:v>
                </c:pt>
                <c:pt idx="7854">
                  <c:v>0.25259259259259259</c:v>
                </c:pt>
                <c:pt idx="7855">
                  <c:v>0.25274074074074077</c:v>
                </c:pt>
                <c:pt idx="7856">
                  <c:v>0.25274074074074077</c:v>
                </c:pt>
                <c:pt idx="7857">
                  <c:v>0.25274074074074077</c:v>
                </c:pt>
                <c:pt idx="7858">
                  <c:v>0.25274074074074077</c:v>
                </c:pt>
                <c:pt idx="7859">
                  <c:v>0.25274074074074077</c:v>
                </c:pt>
                <c:pt idx="7860">
                  <c:v>0.25274074074074077</c:v>
                </c:pt>
                <c:pt idx="7861">
                  <c:v>0.25274074074074077</c:v>
                </c:pt>
                <c:pt idx="7862">
                  <c:v>0.25274074074074077</c:v>
                </c:pt>
                <c:pt idx="7863">
                  <c:v>0.25288888888888889</c:v>
                </c:pt>
                <c:pt idx="7864">
                  <c:v>0.25288888888888889</c:v>
                </c:pt>
                <c:pt idx="7865">
                  <c:v>0.25288888888888889</c:v>
                </c:pt>
                <c:pt idx="7866">
                  <c:v>0.25288888888888889</c:v>
                </c:pt>
                <c:pt idx="7867">
                  <c:v>0.25288888888888889</c:v>
                </c:pt>
                <c:pt idx="7868">
                  <c:v>0.25288888888888889</c:v>
                </c:pt>
                <c:pt idx="7869">
                  <c:v>0.25288888888888889</c:v>
                </c:pt>
                <c:pt idx="7870">
                  <c:v>0.25288888888888889</c:v>
                </c:pt>
                <c:pt idx="7871">
                  <c:v>0.25303703703703706</c:v>
                </c:pt>
                <c:pt idx="7872">
                  <c:v>0.25318518518518518</c:v>
                </c:pt>
                <c:pt idx="7873">
                  <c:v>0.25333333333333335</c:v>
                </c:pt>
                <c:pt idx="7874">
                  <c:v>0.25348148148148147</c:v>
                </c:pt>
                <c:pt idx="7875">
                  <c:v>0.25348148148148147</c:v>
                </c:pt>
                <c:pt idx="7876">
                  <c:v>0.25362962962962965</c:v>
                </c:pt>
                <c:pt idx="7877">
                  <c:v>0.25362962962962965</c:v>
                </c:pt>
                <c:pt idx="7878">
                  <c:v>0.25362962962962965</c:v>
                </c:pt>
                <c:pt idx="7879">
                  <c:v>0.25362962962962965</c:v>
                </c:pt>
                <c:pt idx="7880">
                  <c:v>0.25377777777777777</c:v>
                </c:pt>
                <c:pt idx="7881">
                  <c:v>0.25392592592592594</c:v>
                </c:pt>
                <c:pt idx="7882">
                  <c:v>0.25392592592592594</c:v>
                </c:pt>
                <c:pt idx="7883">
                  <c:v>0.25407407407407406</c:v>
                </c:pt>
                <c:pt idx="7884">
                  <c:v>0.25407407407407406</c:v>
                </c:pt>
                <c:pt idx="7885">
                  <c:v>0.25422222222222224</c:v>
                </c:pt>
                <c:pt idx="7886">
                  <c:v>0.25422222222222224</c:v>
                </c:pt>
                <c:pt idx="7887">
                  <c:v>0.25422222222222224</c:v>
                </c:pt>
                <c:pt idx="7888">
                  <c:v>0.25422222222222224</c:v>
                </c:pt>
                <c:pt idx="7889">
                  <c:v>0.25437037037037036</c:v>
                </c:pt>
                <c:pt idx="7890">
                  <c:v>0.25437037037037036</c:v>
                </c:pt>
                <c:pt idx="7891">
                  <c:v>0.25437037037037036</c:v>
                </c:pt>
                <c:pt idx="7892">
                  <c:v>0.25451851851851853</c:v>
                </c:pt>
                <c:pt idx="7893">
                  <c:v>0.25451851851851853</c:v>
                </c:pt>
                <c:pt idx="7894">
                  <c:v>0.25451851851851853</c:v>
                </c:pt>
                <c:pt idx="7895">
                  <c:v>0.25451851851851853</c:v>
                </c:pt>
                <c:pt idx="7896">
                  <c:v>0.25451851851851853</c:v>
                </c:pt>
                <c:pt idx="7897">
                  <c:v>0.25451851851851853</c:v>
                </c:pt>
                <c:pt idx="7898">
                  <c:v>0.25451851851851853</c:v>
                </c:pt>
                <c:pt idx="7899">
                  <c:v>0.25451851851851853</c:v>
                </c:pt>
                <c:pt idx="7900">
                  <c:v>0.25451851851851853</c:v>
                </c:pt>
                <c:pt idx="7901">
                  <c:v>0.25451851851851853</c:v>
                </c:pt>
                <c:pt idx="7902">
                  <c:v>0.25451851851851853</c:v>
                </c:pt>
                <c:pt idx="7903">
                  <c:v>0.25466666666666665</c:v>
                </c:pt>
                <c:pt idx="7904">
                  <c:v>0.25466666666666665</c:v>
                </c:pt>
                <c:pt idx="7905">
                  <c:v>0.25466666666666665</c:v>
                </c:pt>
                <c:pt idx="7906">
                  <c:v>0.25481481481481483</c:v>
                </c:pt>
                <c:pt idx="7907">
                  <c:v>0.25481481481481483</c:v>
                </c:pt>
                <c:pt idx="7908">
                  <c:v>0.25496296296296295</c:v>
                </c:pt>
                <c:pt idx="7909">
                  <c:v>0.25511111111111112</c:v>
                </c:pt>
                <c:pt idx="7910">
                  <c:v>0.25511111111111112</c:v>
                </c:pt>
                <c:pt idx="7911">
                  <c:v>0.25511111111111112</c:v>
                </c:pt>
                <c:pt idx="7912">
                  <c:v>0.25511111111111112</c:v>
                </c:pt>
                <c:pt idx="7913">
                  <c:v>0.25511111111111112</c:v>
                </c:pt>
                <c:pt idx="7914">
                  <c:v>0.25511111111111112</c:v>
                </c:pt>
                <c:pt idx="7915">
                  <c:v>0.25511111111111112</c:v>
                </c:pt>
                <c:pt idx="7916">
                  <c:v>0.25511111111111112</c:v>
                </c:pt>
                <c:pt idx="7917">
                  <c:v>0.25511111111111112</c:v>
                </c:pt>
                <c:pt idx="7918">
                  <c:v>0.25511111111111112</c:v>
                </c:pt>
                <c:pt idx="7919">
                  <c:v>0.25511111111111112</c:v>
                </c:pt>
                <c:pt idx="7920">
                  <c:v>0.25511111111111112</c:v>
                </c:pt>
                <c:pt idx="7921">
                  <c:v>0.25511111111111112</c:v>
                </c:pt>
                <c:pt idx="7922">
                  <c:v>0.25511111111111112</c:v>
                </c:pt>
                <c:pt idx="7923">
                  <c:v>0.25511111111111112</c:v>
                </c:pt>
                <c:pt idx="7924">
                  <c:v>0.25511111111111112</c:v>
                </c:pt>
                <c:pt idx="7925">
                  <c:v>0.25511111111111112</c:v>
                </c:pt>
                <c:pt idx="7926">
                  <c:v>0.25525925925925924</c:v>
                </c:pt>
                <c:pt idx="7927">
                  <c:v>0.25525925925925924</c:v>
                </c:pt>
                <c:pt idx="7928">
                  <c:v>0.25525925925925924</c:v>
                </c:pt>
                <c:pt idx="7929">
                  <c:v>0.25525925925925924</c:v>
                </c:pt>
                <c:pt idx="7930">
                  <c:v>0.25525925925925924</c:v>
                </c:pt>
                <c:pt idx="7931">
                  <c:v>0.25525925925925924</c:v>
                </c:pt>
                <c:pt idx="7932">
                  <c:v>0.25525925925925924</c:v>
                </c:pt>
                <c:pt idx="7933">
                  <c:v>0.25525925925925924</c:v>
                </c:pt>
                <c:pt idx="7934">
                  <c:v>0.25540740740740742</c:v>
                </c:pt>
                <c:pt idx="7935">
                  <c:v>0.25540740740740742</c:v>
                </c:pt>
                <c:pt idx="7936">
                  <c:v>0.25540740740740742</c:v>
                </c:pt>
                <c:pt idx="7937">
                  <c:v>0.25540740740740742</c:v>
                </c:pt>
                <c:pt idx="7938">
                  <c:v>0.25540740740740742</c:v>
                </c:pt>
                <c:pt idx="7939">
                  <c:v>0.25555555555555554</c:v>
                </c:pt>
                <c:pt idx="7940">
                  <c:v>0.25555555555555554</c:v>
                </c:pt>
                <c:pt idx="7941">
                  <c:v>0.25555555555555554</c:v>
                </c:pt>
                <c:pt idx="7942">
                  <c:v>0.25555555555555554</c:v>
                </c:pt>
                <c:pt idx="7943">
                  <c:v>0.25555555555555554</c:v>
                </c:pt>
                <c:pt idx="7944">
                  <c:v>0.25555555555555554</c:v>
                </c:pt>
                <c:pt idx="7945">
                  <c:v>0.25570370370370371</c:v>
                </c:pt>
                <c:pt idx="7946">
                  <c:v>0.25585185185185183</c:v>
                </c:pt>
                <c:pt idx="7947">
                  <c:v>0.25585185185185183</c:v>
                </c:pt>
                <c:pt idx="7948">
                  <c:v>0.25585185185185183</c:v>
                </c:pt>
                <c:pt idx="7949">
                  <c:v>0.25600000000000001</c:v>
                </c:pt>
                <c:pt idx="7950">
                  <c:v>0.25600000000000001</c:v>
                </c:pt>
                <c:pt idx="7951">
                  <c:v>0.25600000000000001</c:v>
                </c:pt>
                <c:pt idx="7952">
                  <c:v>0.25600000000000001</c:v>
                </c:pt>
                <c:pt idx="7953">
                  <c:v>0.25600000000000001</c:v>
                </c:pt>
                <c:pt idx="7954">
                  <c:v>0.25600000000000001</c:v>
                </c:pt>
                <c:pt idx="7955">
                  <c:v>0.25600000000000001</c:v>
                </c:pt>
                <c:pt idx="7956">
                  <c:v>0.25600000000000001</c:v>
                </c:pt>
                <c:pt idx="7957">
                  <c:v>0.25614814814814812</c:v>
                </c:pt>
                <c:pt idx="7958">
                  <c:v>0.25614814814814812</c:v>
                </c:pt>
                <c:pt idx="7959">
                  <c:v>0.25614814814814812</c:v>
                </c:pt>
                <c:pt idx="7960">
                  <c:v>0.25614814814814812</c:v>
                </c:pt>
                <c:pt idx="7961">
                  <c:v>0.25614814814814812</c:v>
                </c:pt>
                <c:pt idx="7962">
                  <c:v>0.25614814814814812</c:v>
                </c:pt>
                <c:pt idx="7963">
                  <c:v>0.25614814814814812</c:v>
                </c:pt>
                <c:pt idx="7964">
                  <c:v>0.2562962962962963</c:v>
                </c:pt>
                <c:pt idx="7965">
                  <c:v>0.25644444444444442</c:v>
                </c:pt>
                <c:pt idx="7966">
                  <c:v>0.25644444444444442</c:v>
                </c:pt>
                <c:pt idx="7967">
                  <c:v>0.25659259259259259</c:v>
                </c:pt>
                <c:pt idx="7968">
                  <c:v>0.25659259259259259</c:v>
                </c:pt>
                <c:pt idx="7969">
                  <c:v>0.25674074074074071</c:v>
                </c:pt>
                <c:pt idx="7970">
                  <c:v>0.25674074074074071</c:v>
                </c:pt>
                <c:pt idx="7971">
                  <c:v>0.25688888888888889</c:v>
                </c:pt>
                <c:pt idx="7972">
                  <c:v>0.25688888888888889</c:v>
                </c:pt>
                <c:pt idx="7973">
                  <c:v>0.25688888888888889</c:v>
                </c:pt>
                <c:pt idx="7974">
                  <c:v>0.25703703703703706</c:v>
                </c:pt>
                <c:pt idx="7975">
                  <c:v>0.25703703703703706</c:v>
                </c:pt>
                <c:pt idx="7976">
                  <c:v>0.25703703703703706</c:v>
                </c:pt>
                <c:pt idx="7977">
                  <c:v>0.25703703703703706</c:v>
                </c:pt>
                <c:pt idx="7978">
                  <c:v>0.25703703703703706</c:v>
                </c:pt>
                <c:pt idx="7979">
                  <c:v>0.25703703703703706</c:v>
                </c:pt>
                <c:pt idx="7980">
                  <c:v>0.25703703703703706</c:v>
                </c:pt>
                <c:pt idx="7981">
                  <c:v>0.25703703703703706</c:v>
                </c:pt>
                <c:pt idx="7982">
                  <c:v>0.25703703703703706</c:v>
                </c:pt>
                <c:pt idx="7983">
                  <c:v>0.25703703703703706</c:v>
                </c:pt>
                <c:pt idx="7984">
                  <c:v>0.25703703703703706</c:v>
                </c:pt>
                <c:pt idx="7985">
                  <c:v>0.25703703703703706</c:v>
                </c:pt>
                <c:pt idx="7986">
                  <c:v>0.25703703703703706</c:v>
                </c:pt>
                <c:pt idx="7987">
                  <c:v>0.25718518518518518</c:v>
                </c:pt>
                <c:pt idx="7988">
                  <c:v>0.25733333333333336</c:v>
                </c:pt>
                <c:pt idx="7989">
                  <c:v>0.25748148148148148</c:v>
                </c:pt>
                <c:pt idx="7990">
                  <c:v>0.25748148148148148</c:v>
                </c:pt>
                <c:pt idx="7991">
                  <c:v>0.25748148148148148</c:v>
                </c:pt>
                <c:pt idx="7992">
                  <c:v>0.25748148148148148</c:v>
                </c:pt>
                <c:pt idx="7993">
                  <c:v>0.25762962962962965</c:v>
                </c:pt>
                <c:pt idx="7994">
                  <c:v>0.25762962962962965</c:v>
                </c:pt>
                <c:pt idx="7995">
                  <c:v>0.25762962962962965</c:v>
                </c:pt>
                <c:pt idx="7996">
                  <c:v>0.25762962962962965</c:v>
                </c:pt>
                <c:pt idx="7997">
                  <c:v>0.25777777777777777</c:v>
                </c:pt>
                <c:pt idx="7998">
                  <c:v>0.25777777777777777</c:v>
                </c:pt>
                <c:pt idx="7999">
                  <c:v>0.25777777777777777</c:v>
                </c:pt>
                <c:pt idx="8000">
                  <c:v>0.25777777777777777</c:v>
                </c:pt>
                <c:pt idx="8001">
                  <c:v>0.25777777777777777</c:v>
                </c:pt>
                <c:pt idx="8002">
                  <c:v>0.25777777777777777</c:v>
                </c:pt>
                <c:pt idx="8003">
                  <c:v>0.25777777777777777</c:v>
                </c:pt>
                <c:pt idx="8004">
                  <c:v>0.25777777777777777</c:v>
                </c:pt>
                <c:pt idx="8005">
                  <c:v>0.25792592592592595</c:v>
                </c:pt>
                <c:pt idx="8006">
                  <c:v>0.25792592592592595</c:v>
                </c:pt>
                <c:pt idx="8007">
                  <c:v>0.25807407407407407</c:v>
                </c:pt>
                <c:pt idx="8008">
                  <c:v>0.25807407407407407</c:v>
                </c:pt>
                <c:pt idx="8009">
                  <c:v>0.25807407407407407</c:v>
                </c:pt>
                <c:pt idx="8010">
                  <c:v>0.25807407407407407</c:v>
                </c:pt>
                <c:pt idx="8011">
                  <c:v>0.25807407407407407</c:v>
                </c:pt>
                <c:pt idx="8012">
                  <c:v>0.25807407407407407</c:v>
                </c:pt>
                <c:pt idx="8013">
                  <c:v>0.25807407407407407</c:v>
                </c:pt>
                <c:pt idx="8014">
                  <c:v>0.25807407407407407</c:v>
                </c:pt>
                <c:pt idx="8015">
                  <c:v>0.25807407407407407</c:v>
                </c:pt>
                <c:pt idx="8016">
                  <c:v>0.25822222222222224</c:v>
                </c:pt>
                <c:pt idx="8017">
                  <c:v>0.25822222222222224</c:v>
                </c:pt>
                <c:pt idx="8018">
                  <c:v>0.25837037037037036</c:v>
                </c:pt>
                <c:pt idx="8019">
                  <c:v>0.25837037037037036</c:v>
                </c:pt>
                <c:pt idx="8020">
                  <c:v>0.25851851851851854</c:v>
                </c:pt>
                <c:pt idx="8021">
                  <c:v>0.25851851851851854</c:v>
                </c:pt>
                <c:pt idx="8022">
                  <c:v>0.25851851851851854</c:v>
                </c:pt>
                <c:pt idx="8023">
                  <c:v>0.25851851851851854</c:v>
                </c:pt>
                <c:pt idx="8024">
                  <c:v>0.25851851851851854</c:v>
                </c:pt>
                <c:pt idx="8025">
                  <c:v>0.25851851851851854</c:v>
                </c:pt>
                <c:pt idx="8026">
                  <c:v>0.25866666666666666</c:v>
                </c:pt>
                <c:pt idx="8027">
                  <c:v>0.25881481481481483</c:v>
                </c:pt>
                <c:pt idx="8028">
                  <c:v>0.25881481481481483</c:v>
                </c:pt>
                <c:pt idx="8029">
                  <c:v>0.25896296296296295</c:v>
                </c:pt>
                <c:pt idx="8030">
                  <c:v>0.25896296296296295</c:v>
                </c:pt>
                <c:pt idx="8031">
                  <c:v>0.25896296296296295</c:v>
                </c:pt>
                <c:pt idx="8032">
                  <c:v>0.25896296296296295</c:v>
                </c:pt>
                <c:pt idx="8033">
                  <c:v>0.25896296296296295</c:v>
                </c:pt>
                <c:pt idx="8034">
                  <c:v>0.25896296296296295</c:v>
                </c:pt>
                <c:pt idx="8035">
                  <c:v>0.25896296296296295</c:v>
                </c:pt>
                <c:pt idx="8036">
                  <c:v>0.25896296296296295</c:v>
                </c:pt>
                <c:pt idx="8037">
                  <c:v>0.25896296296296295</c:v>
                </c:pt>
                <c:pt idx="8038">
                  <c:v>0.25896296296296295</c:v>
                </c:pt>
                <c:pt idx="8039">
                  <c:v>0.25896296296296295</c:v>
                </c:pt>
                <c:pt idx="8040">
                  <c:v>0.25896296296296295</c:v>
                </c:pt>
                <c:pt idx="8041">
                  <c:v>0.25911111111111113</c:v>
                </c:pt>
                <c:pt idx="8042">
                  <c:v>0.25911111111111113</c:v>
                </c:pt>
                <c:pt idx="8043">
                  <c:v>0.25925925925925924</c:v>
                </c:pt>
                <c:pt idx="8044">
                  <c:v>0.25925925925925924</c:v>
                </c:pt>
                <c:pt idx="8045">
                  <c:v>0.25925925925925924</c:v>
                </c:pt>
                <c:pt idx="8046">
                  <c:v>0.25925925925925924</c:v>
                </c:pt>
                <c:pt idx="8047">
                  <c:v>0.25925925925925924</c:v>
                </c:pt>
                <c:pt idx="8048">
                  <c:v>0.25925925925925924</c:v>
                </c:pt>
                <c:pt idx="8049">
                  <c:v>0.25925925925925924</c:v>
                </c:pt>
                <c:pt idx="8050">
                  <c:v>0.25925925925925924</c:v>
                </c:pt>
                <c:pt idx="8051">
                  <c:v>0.25925925925925924</c:v>
                </c:pt>
                <c:pt idx="8052">
                  <c:v>0.25940740740740742</c:v>
                </c:pt>
                <c:pt idx="8053">
                  <c:v>0.25940740740740742</c:v>
                </c:pt>
                <c:pt idx="8054">
                  <c:v>0.25940740740740742</c:v>
                </c:pt>
                <c:pt idx="8055">
                  <c:v>0.25940740740740742</c:v>
                </c:pt>
                <c:pt idx="8056">
                  <c:v>0.25940740740740742</c:v>
                </c:pt>
                <c:pt idx="8057">
                  <c:v>0.25940740740740742</c:v>
                </c:pt>
                <c:pt idx="8058">
                  <c:v>0.25940740740740742</c:v>
                </c:pt>
                <c:pt idx="8059">
                  <c:v>0.25940740740740742</c:v>
                </c:pt>
                <c:pt idx="8060">
                  <c:v>0.25940740740740742</c:v>
                </c:pt>
                <c:pt idx="8061">
                  <c:v>0.25940740740740742</c:v>
                </c:pt>
                <c:pt idx="8062">
                  <c:v>0.25940740740740742</c:v>
                </c:pt>
                <c:pt idx="8063">
                  <c:v>0.25940740740740742</c:v>
                </c:pt>
                <c:pt idx="8064">
                  <c:v>0.25940740740740742</c:v>
                </c:pt>
                <c:pt idx="8065">
                  <c:v>0.25940740740740742</c:v>
                </c:pt>
                <c:pt idx="8066">
                  <c:v>0.25955555555555554</c:v>
                </c:pt>
                <c:pt idx="8067">
                  <c:v>0.25955555555555554</c:v>
                </c:pt>
                <c:pt idx="8068">
                  <c:v>0.25955555555555554</c:v>
                </c:pt>
                <c:pt idx="8069">
                  <c:v>0.25955555555555554</c:v>
                </c:pt>
                <c:pt idx="8070">
                  <c:v>0.25955555555555554</c:v>
                </c:pt>
                <c:pt idx="8071">
                  <c:v>0.25955555555555554</c:v>
                </c:pt>
                <c:pt idx="8072">
                  <c:v>0.25970370370370371</c:v>
                </c:pt>
                <c:pt idx="8073">
                  <c:v>0.25970370370370371</c:v>
                </c:pt>
                <c:pt idx="8074">
                  <c:v>0.25970370370370371</c:v>
                </c:pt>
                <c:pt idx="8075">
                  <c:v>0.25970370370370371</c:v>
                </c:pt>
                <c:pt idx="8076">
                  <c:v>0.25985185185185183</c:v>
                </c:pt>
                <c:pt idx="8077">
                  <c:v>0.26</c:v>
                </c:pt>
                <c:pt idx="8078">
                  <c:v>0.26014814814814813</c:v>
                </c:pt>
                <c:pt idx="8079">
                  <c:v>0.26014814814814813</c:v>
                </c:pt>
                <c:pt idx="8080">
                  <c:v>0.26014814814814813</c:v>
                </c:pt>
                <c:pt idx="8081">
                  <c:v>0.26014814814814813</c:v>
                </c:pt>
                <c:pt idx="8082">
                  <c:v>0.26014814814814813</c:v>
                </c:pt>
                <c:pt idx="8083">
                  <c:v>0.26014814814814813</c:v>
                </c:pt>
                <c:pt idx="8084">
                  <c:v>0.26014814814814813</c:v>
                </c:pt>
                <c:pt idx="8085">
                  <c:v>0.26014814814814813</c:v>
                </c:pt>
                <c:pt idx="8086">
                  <c:v>0.26014814814814813</c:v>
                </c:pt>
                <c:pt idx="8087">
                  <c:v>0.26014814814814813</c:v>
                </c:pt>
                <c:pt idx="8088">
                  <c:v>0.26014814814814813</c:v>
                </c:pt>
                <c:pt idx="8089">
                  <c:v>0.26014814814814813</c:v>
                </c:pt>
                <c:pt idx="8090">
                  <c:v>0.2602962962962963</c:v>
                </c:pt>
                <c:pt idx="8091">
                  <c:v>0.2602962962962963</c:v>
                </c:pt>
                <c:pt idx="8092">
                  <c:v>0.2602962962962963</c:v>
                </c:pt>
                <c:pt idx="8093">
                  <c:v>0.26044444444444442</c:v>
                </c:pt>
                <c:pt idx="8094">
                  <c:v>0.26044444444444442</c:v>
                </c:pt>
                <c:pt idx="8095">
                  <c:v>0.26044444444444442</c:v>
                </c:pt>
                <c:pt idx="8096">
                  <c:v>0.26044444444444442</c:v>
                </c:pt>
                <c:pt idx="8097">
                  <c:v>0.26044444444444442</c:v>
                </c:pt>
                <c:pt idx="8098">
                  <c:v>0.26044444444444442</c:v>
                </c:pt>
                <c:pt idx="8099">
                  <c:v>0.26044444444444442</c:v>
                </c:pt>
                <c:pt idx="8100">
                  <c:v>0.26044444444444442</c:v>
                </c:pt>
                <c:pt idx="8101">
                  <c:v>0.26044444444444442</c:v>
                </c:pt>
                <c:pt idx="8102">
                  <c:v>0.26044444444444442</c:v>
                </c:pt>
                <c:pt idx="8103">
                  <c:v>0.2605925925925926</c:v>
                </c:pt>
                <c:pt idx="8104">
                  <c:v>0.26074074074074072</c:v>
                </c:pt>
                <c:pt idx="8105">
                  <c:v>0.26074074074074072</c:v>
                </c:pt>
                <c:pt idx="8106">
                  <c:v>0.26074074074074072</c:v>
                </c:pt>
                <c:pt idx="8107">
                  <c:v>0.26088888888888889</c:v>
                </c:pt>
                <c:pt idx="8108">
                  <c:v>0.26103703703703701</c:v>
                </c:pt>
                <c:pt idx="8109">
                  <c:v>0.26118518518518519</c:v>
                </c:pt>
                <c:pt idx="8110">
                  <c:v>0.26118518518518519</c:v>
                </c:pt>
                <c:pt idx="8111">
                  <c:v>0.26133333333333331</c:v>
                </c:pt>
                <c:pt idx="8112">
                  <c:v>0.26133333333333331</c:v>
                </c:pt>
                <c:pt idx="8113">
                  <c:v>0.26133333333333331</c:v>
                </c:pt>
                <c:pt idx="8114">
                  <c:v>0.26133333333333331</c:v>
                </c:pt>
                <c:pt idx="8115">
                  <c:v>0.26133333333333331</c:v>
                </c:pt>
                <c:pt idx="8116">
                  <c:v>0.26148148148148148</c:v>
                </c:pt>
                <c:pt idx="8117">
                  <c:v>0.26148148148148148</c:v>
                </c:pt>
                <c:pt idx="8118">
                  <c:v>0.26148148148148148</c:v>
                </c:pt>
                <c:pt idx="8119">
                  <c:v>0.26148148148148148</c:v>
                </c:pt>
                <c:pt idx="8120">
                  <c:v>0.26148148148148148</c:v>
                </c:pt>
                <c:pt idx="8121">
                  <c:v>0.26148148148148148</c:v>
                </c:pt>
                <c:pt idx="8122">
                  <c:v>0.26162962962962966</c:v>
                </c:pt>
                <c:pt idx="8123">
                  <c:v>0.26162962962962966</c:v>
                </c:pt>
                <c:pt idx="8124">
                  <c:v>0.26162962962962966</c:v>
                </c:pt>
                <c:pt idx="8125">
                  <c:v>0.26162962962962966</c:v>
                </c:pt>
                <c:pt idx="8126">
                  <c:v>0.26162962962962966</c:v>
                </c:pt>
                <c:pt idx="8127">
                  <c:v>0.26162962962962966</c:v>
                </c:pt>
                <c:pt idx="8128">
                  <c:v>0.26162962962962966</c:v>
                </c:pt>
                <c:pt idx="8129">
                  <c:v>0.26162962962962966</c:v>
                </c:pt>
                <c:pt idx="8130">
                  <c:v>0.26162962962962966</c:v>
                </c:pt>
                <c:pt idx="8131">
                  <c:v>0.26162962962962966</c:v>
                </c:pt>
                <c:pt idx="8132">
                  <c:v>0.26162962962962966</c:v>
                </c:pt>
                <c:pt idx="8133">
                  <c:v>0.26177777777777778</c:v>
                </c:pt>
                <c:pt idx="8134">
                  <c:v>0.26192592592592595</c:v>
                </c:pt>
                <c:pt idx="8135">
                  <c:v>0.26192592592592595</c:v>
                </c:pt>
                <c:pt idx="8136">
                  <c:v>0.26207407407407407</c:v>
                </c:pt>
                <c:pt idx="8137">
                  <c:v>0.26207407407407407</c:v>
                </c:pt>
                <c:pt idx="8138">
                  <c:v>0.26222222222222225</c:v>
                </c:pt>
                <c:pt idx="8139">
                  <c:v>0.26222222222222225</c:v>
                </c:pt>
                <c:pt idx="8140">
                  <c:v>0.26222222222222225</c:v>
                </c:pt>
                <c:pt idx="8141">
                  <c:v>0.26222222222222225</c:v>
                </c:pt>
                <c:pt idx="8142">
                  <c:v>0.26237037037037036</c:v>
                </c:pt>
                <c:pt idx="8143">
                  <c:v>0.26251851851851854</c:v>
                </c:pt>
                <c:pt idx="8144">
                  <c:v>0.26251851851851854</c:v>
                </c:pt>
                <c:pt idx="8145">
                  <c:v>0.26266666666666666</c:v>
                </c:pt>
                <c:pt idx="8146">
                  <c:v>0.26281481481481483</c:v>
                </c:pt>
                <c:pt idx="8147">
                  <c:v>0.26281481481481483</c:v>
                </c:pt>
                <c:pt idx="8148">
                  <c:v>0.26281481481481483</c:v>
                </c:pt>
                <c:pt idx="8149">
                  <c:v>0.26281481481481483</c:v>
                </c:pt>
                <c:pt idx="8150">
                  <c:v>0.26281481481481483</c:v>
                </c:pt>
                <c:pt idx="8151">
                  <c:v>0.26281481481481483</c:v>
                </c:pt>
                <c:pt idx="8152">
                  <c:v>0.26281481481481483</c:v>
                </c:pt>
                <c:pt idx="8153">
                  <c:v>0.26281481481481483</c:v>
                </c:pt>
                <c:pt idx="8154">
                  <c:v>0.26281481481481483</c:v>
                </c:pt>
                <c:pt idx="8155">
                  <c:v>0.26281481481481483</c:v>
                </c:pt>
                <c:pt idx="8156">
                  <c:v>0.26296296296296295</c:v>
                </c:pt>
                <c:pt idx="8157">
                  <c:v>0.26296296296296295</c:v>
                </c:pt>
                <c:pt idx="8158">
                  <c:v>0.26296296296296295</c:v>
                </c:pt>
                <c:pt idx="8159">
                  <c:v>0.26296296296296295</c:v>
                </c:pt>
                <c:pt idx="8160">
                  <c:v>0.26296296296296295</c:v>
                </c:pt>
                <c:pt idx="8161">
                  <c:v>0.26296296296296295</c:v>
                </c:pt>
                <c:pt idx="8162">
                  <c:v>0.26296296296296295</c:v>
                </c:pt>
                <c:pt idx="8163">
                  <c:v>0.26296296296296295</c:v>
                </c:pt>
                <c:pt idx="8164">
                  <c:v>0.26296296296296295</c:v>
                </c:pt>
                <c:pt idx="8165">
                  <c:v>0.26296296296296295</c:v>
                </c:pt>
                <c:pt idx="8166">
                  <c:v>0.26296296296296295</c:v>
                </c:pt>
                <c:pt idx="8167">
                  <c:v>0.26296296296296295</c:v>
                </c:pt>
                <c:pt idx="8168">
                  <c:v>0.26296296296296295</c:v>
                </c:pt>
                <c:pt idx="8169">
                  <c:v>0.26296296296296295</c:v>
                </c:pt>
                <c:pt idx="8170">
                  <c:v>0.26296296296296295</c:v>
                </c:pt>
                <c:pt idx="8171">
                  <c:v>0.26296296296296295</c:v>
                </c:pt>
                <c:pt idx="8172">
                  <c:v>0.26296296296296295</c:v>
                </c:pt>
                <c:pt idx="8173">
                  <c:v>0.26296296296296295</c:v>
                </c:pt>
                <c:pt idx="8174">
                  <c:v>0.26296296296296295</c:v>
                </c:pt>
                <c:pt idx="8175">
                  <c:v>0.26296296296296295</c:v>
                </c:pt>
                <c:pt idx="8176">
                  <c:v>0.26296296296296295</c:v>
                </c:pt>
                <c:pt idx="8177">
                  <c:v>0.26296296296296295</c:v>
                </c:pt>
                <c:pt idx="8178">
                  <c:v>0.26296296296296295</c:v>
                </c:pt>
                <c:pt idx="8179">
                  <c:v>0.26296296296296295</c:v>
                </c:pt>
                <c:pt idx="8180">
                  <c:v>0.26296296296296295</c:v>
                </c:pt>
                <c:pt idx="8181">
                  <c:v>0.26296296296296295</c:v>
                </c:pt>
                <c:pt idx="8182">
                  <c:v>0.26311111111111113</c:v>
                </c:pt>
                <c:pt idx="8183">
                  <c:v>0.26325925925925925</c:v>
                </c:pt>
                <c:pt idx="8184">
                  <c:v>0.26340740740740742</c:v>
                </c:pt>
                <c:pt idx="8185">
                  <c:v>0.26340740740740742</c:v>
                </c:pt>
                <c:pt idx="8186">
                  <c:v>0.26340740740740742</c:v>
                </c:pt>
                <c:pt idx="8187">
                  <c:v>0.26355555555555554</c:v>
                </c:pt>
                <c:pt idx="8188">
                  <c:v>0.26355555555555554</c:v>
                </c:pt>
                <c:pt idx="8189">
                  <c:v>0.26355555555555554</c:v>
                </c:pt>
                <c:pt idx="8190">
                  <c:v>0.26355555555555554</c:v>
                </c:pt>
                <c:pt idx="8191">
                  <c:v>0.26355555555555554</c:v>
                </c:pt>
                <c:pt idx="8192">
                  <c:v>0.26355555555555554</c:v>
                </c:pt>
                <c:pt idx="8193">
                  <c:v>0.26355555555555554</c:v>
                </c:pt>
                <c:pt idx="8194">
                  <c:v>0.26370370370370372</c:v>
                </c:pt>
                <c:pt idx="8195">
                  <c:v>0.26385185185185184</c:v>
                </c:pt>
                <c:pt idx="8196">
                  <c:v>0.26400000000000001</c:v>
                </c:pt>
                <c:pt idx="8197">
                  <c:v>0.26414814814814813</c:v>
                </c:pt>
                <c:pt idx="8198">
                  <c:v>0.26429629629629631</c:v>
                </c:pt>
                <c:pt idx="8199">
                  <c:v>0.26429629629629631</c:v>
                </c:pt>
                <c:pt idx="8200">
                  <c:v>0.26429629629629631</c:v>
                </c:pt>
                <c:pt idx="8201">
                  <c:v>0.26429629629629631</c:v>
                </c:pt>
                <c:pt idx="8202">
                  <c:v>0.26429629629629631</c:v>
                </c:pt>
                <c:pt idx="8203">
                  <c:v>0.26429629629629631</c:v>
                </c:pt>
                <c:pt idx="8204">
                  <c:v>0.26444444444444443</c:v>
                </c:pt>
                <c:pt idx="8205">
                  <c:v>0.2645925925925926</c:v>
                </c:pt>
                <c:pt idx="8206">
                  <c:v>0.26474074074074072</c:v>
                </c:pt>
                <c:pt idx="8207">
                  <c:v>0.26474074074074072</c:v>
                </c:pt>
                <c:pt idx="8208">
                  <c:v>0.2648888888888889</c:v>
                </c:pt>
                <c:pt idx="8209">
                  <c:v>0.2648888888888889</c:v>
                </c:pt>
                <c:pt idx="8210">
                  <c:v>0.2648888888888889</c:v>
                </c:pt>
                <c:pt idx="8211">
                  <c:v>0.2648888888888889</c:v>
                </c:pt>
                <c:pt idx="8212">
                  <c:v>0.2648888888888889</c:v>
                </c:pt>
                <c:pt idx="8213">
                  <c:v>0.26503703703703702</c:v>
                </c:pt>
                <c:pt idx="8214">
                  <c:v>0.26503703703703702</c:v>
                </c:pt>
                <c:pt idx="8215">
                  <c:v>0.26503703703703702</c:v>
                </c:pt>
                <c:pt idx="8216">
                  <c:v>0.26518518518518519</c:v>
                </c:pt>
                <c:pt idx="8217">
                  <c:v>0.26518518518518519</c:v>
                </c:pt>
                <c:pt idx="8218">
                  <c:v>0.26518518518518519</c:v>
                </c:pt>
                <c:pt idx="8219">
                  <c:v>0.26533333333333331</c:v>
                </c:pt>
                <c:pt idx="8220">
                  <c:v>0.26548148148148148</c:v>
                </c:pt>
                <c:pt idx="8221">
                  <c:v>0.26548148148148148</c:v>
                </c:pt>
                <c:pt idx="8222">
                  <c:v>0.26548148148148148</c:v>
                </c:pt>
                <c:pt idx="8223">
                  <c:v>0.26548148148148148</c:v>
                </c:pt>
                <c:pt idx="8224">
                  <c:v>0.26548148148148148</c:v>
                </c:pt>
                <c:pt idx="8225">
                  <c:v>0.26548148148148148</c:v>
                </c:pt>
                <c:pt idx="8226">
                  <c:v>0.26548148148148148</c:v>
                </c:pt>
                <c:pt idx="8227">
                  <c:v>0.2656296296296296</c:v>
                </c:pt>
                <c:pt idx="8228">
                  <c:v>0.2656296296296296</c:v>
                </c:pt>
                <c:pt idx="8229">
                  <c:v>0.2656296296296296</c:v>
                </c:pt>
                <c:pt idx="8230">
                  <c:v>0.2656296296296296</c:v>
                </c:pt>
                <c:pt idx="8231">
                  <c:v>0.2656296296296296</c:v>
                </c:pt>
                <c:pt idx="8232">
                  <c:v>0.2656296296296296</c:v>
                </c:pt>
                <c:pt idx="8233">
                  <c:v>0.2656296296296296</c:v>
                </c:pt>
                <c:pt idx="8234">
                  <c:v>0.26577777777777778</c:v>
                </c:pt>
                <c:pt idx="8235">
                  <c:v>0.26577777777777778</c:v>
                </c:pt>
                <c:pt idx="8236">
                  <c:v>0.26577777777777778</c:v>
                </c:pt>
                <c:pt idx="8237">
                  <c:v>0.26577777777777778</c:v>
                </c:pt>
                <c:pt idx="8238">
                  <c:v>0.26577777777777778</c:v>
                </c:pt>
                <c:pt idx="8239">
                  <c:v>0.2659259259259259</c:v>
                </c:pt>
                <c:pt idx="8240">
                  <c:v>0.2659259259259259</c:v>
                </c:pt>
                <c:pt idx="8241">
                  <c:v>0.2659259259259259</c:v>
                </c:pt>
                <c:pt idx="8242">
                  <c:v>0.2659259259259259</c:v>
                </c:pt>
                <c:pt idx="8243">
                  <c:v>0.26607407407407407</c:v>
                </c:pt>
                <c:pt idx="8244">
                  <c:v>0.26622222222222225</c:v>
                </c:pt>
                <c:pt idx="8245">
                  <c:v>0.26622222222222225</c:v>
                </c:pt>
                <c:pt idx="8246">
                  <c:v>0.26622222222222225</c:v>
                </c:pt>
                <c:pt idx="8247">
                  <c:v>0.26622222222222225</c:v>
                </c:pt>
                <c:pt idx="8248">
                  <c:v>0.26637037037037037</c:v>
                </c:pt>
                <c:pt idx="8249">
                  <c:v>0.26637037037037037</c:v>
                </c:pt>
                <c:pt idx="8250">
                  <c:v>0.26637037037037037</c:v>
                </c:pt>
                <c:pt idx="8251">
                  <c:v>0.26637037037037037</c:v>
                </c:pt>
                <c:pt idx="8252">
                  <c:v>0.26637037037037037</c:v>
                </c:pt>
                <c:pt idx="8253">
                  <c:v>0.26651851851851854</c:v>
                </c:pt>
                <c:pt idx="8254">
                  <c:v>0.26651851851851854</c:v>
                </c:pt>
                <c:pt idx="8255">
                  <c:v>0.26666666666666666</c:v>
                </c:pt>
                <c:pt idx="8256">
                  <c:v>0.26666666666666666</c:v>
                </c:pt>
                <c:pt idx="8257">
                  <c:v>0.26666666666666666</c:v>
                </c:pt>
                <c:pt idx="8258">
                  <c:v>0.26666666666666666</c:v>
                </c:pt>
                <c:pt idx="8259">
                  <c:v>0.26666666666666666</c:v>
                </c:pt>
                <c:pt idx="8260">
                  <c:v>0.26666666666666666</c:v>
                </c:pt>
                <c:pt idx="8261">
                  <c:v>0.26666666666666666</c:v>
                </c:pt>
                <c:pt idx="8262">
                  <c:v>0.26666666666666666</c:v>
                </c:pt>
                <c:pt idx="8263">
                  <c:v>0.26681481481481484</c:v>
                </c:pt>
                <c:pt idx="8264">
                  <c:v>0.26681481481481484</c:v>
                </c:pt>
                <c:pt idx="8265">
                  <c:v>0.26681481481481484</c:v>
                </c:pt>
                <c:pt idx="8266">
                  <c:v>0.26681481481481484</c:v>
                </c:pt>
                <c:pt idx="8267">
                  <c:v>0.26696296296296296</c:v>
                </c:pt>
                <c:pt idx="8268">
                  <c:v>0.26696296296296296</c:v>
                </c:pt>
                <c:pt idx="8269">
                  <c:v>0.26696296296296296</c:v>
                </c:pt>
                <c:pt idx="8270">
                  <c:v>0.26696296296296296</c:v>
                </c:pt>
                <c:pt idx="8271">
                  <c:v>0.26711111111111113</c:v>
                </c:pt>
                <c:pt idx="8272">
                  <c:v>0.26711111111111113</c:v>
                </c:pt>
                <c:pt idx="8273">
                  <c:v>0.26711111111111113</c:v>
                </c:pt>
                <c:pt idx="8274">
                  <c:v>0.26711111111111113</c:v>
                </c:pt>
                <c:pt idx="8275">
                  <c:v>0.26725925925925925</c:v>
                </c:pt>
                <c:pt idx="8276">
                  <c:v>0.26725925925925925</c:v>
                </c:pt>
                <c:pt idx="8277">
                  <c:v>0.26725925925925925</c:v>
                </c:pt>
                <c:pt idx="8278">
                  <c:v>0.26725925925925925</c:v>
                </c:pt>
                <c:pt idx="8279">
                  <c:v>0.26725925925925925</c:v>
                </c:pt>
                <c:pt idx="8280">
                  <c:v>0.26725925925925925</c:v>
                </c:pt>
                <c:pt idx="8281">
                  <c:v>0.26725925925925925</c:v>
                </c:pt>
                <c:pt idx="8282">
                  <c:v>0.26725925925925925</c:v>
                </c:pt>
                <c:pt idx="8283">
                  <c:v>0.26725925925925925</c:v>
                </c:pt>
                <c:pt idx="8284">
                  <c:v>0.26725925925925925</c:v>
                </c:pt>
                <c:pt idx="8285">
                  <c:v>0.26725925925925925</c:v>
                </c:pt>
                <c:pt idx="8286">
                  <c:v>0.26725925925925925</c:v>
                </c:pt>
                <c:pt idx="8287">
                  <c:v>0.26725925925925925</c:v>
                </c:pt>
                <c:pt idx="8288">
                  <c:v>0.26725925925925925</c:v>
                </c:pt>
                <c:pt idx="8289">
                  <c:v>0.26725925925925925</c:v>
                </c:pt>
                <c:pt idx="8290">
                  <c:v>0.26725925925925925</c:v>
                </c:pt>
                <c:pt idx="8291">
                  <c:v>0.26725925925925925</c:v>
                </c:pt>
                <c:pt idx="8292">
                  <c:v>0.26725925925925925</c:v>
                </c:pt>
                <c:pt idx="8293">
                  <c:v>0.26740740740740743</c:v>
                </c:pt>
                <c:pt idx="8294">
                  <c:v>0.26740740740740743</c:v>
                </c:pt>
                <c:pt idx="8295">
                  <c:v>0.26740740740740743</c:v>
                </c:pt>
                <c:pt idx="8296">
                  <c:v>0.26740740740740743</c:v>
                </c:pt>
                <c:pt idx="8297">
                  <c:v>0.26740740740740743</c:v>
                </c:pt>
                <c:pt idx="8298">
                  <c:v>0.26740740740740743</c:v>
                </c:pt>
                <c:pt idx="8299">
                  <c:v>0.26740740740740743</c:v>
                </c:pt>
                <c:pt idx="8300">
                  <c:v>0.26740740740740743</c:v>
                </c:pt>
                <c:pt idx="8301">
                  <c:v>0.26755555555555555</c:v>
                </c:pt>
                <c:pt idx="8302">
                  <c:v>0.26755555555555555</c:v>
                </c:pt>
                <c:pt idx="8303">
                  <c:v>0.26755555555555555</c:v>
                </c:pt>
                <c:pt idx="8304">
                  <c:v>0.26755555555555555</c:v>
                </c:pt>
                <c:pt idx="8305">
                  <c:v>0.26770370370370372</c:v>
                </c:pt>
                <c:pt idx="8306">
                  <c:v>0.26770370370370372</c:v>
                </c:pt>
                <c:pt idx="8307">
                  <c:v>0.26770370370370372</c:v>
                </c:pt>
                <c:pt idx="8308">
                  <c:v>0.26770370370370372</c:v>
                </c:pt>
                <c:pt idx="8309">
                  <c:v>0.26770370370370372</c:v>
                </c:pt>
                <c:pt idx="8310">
                  <c:v>0.26770370370370372</c:v>
                </c:pt>
                <c:pt idx="8311">
                  <c:v>0.26770370370370372</c:v>
                </c:pt>
                <c:pt idx="8312">
                  <c:v>0.26770370370370372</c:v>
                </c:pt>
                <c:pt idx="8313">
                  <c:v>0.26770370370370372</c:v>
                </c:pt>
                <c:pt idx="8314">
                  <c:v>0.26770370370370372</c:v>
                </c:pt>
                <c:pt idx="8315">
                  <c:v>0.26770370370370372</c:v>
                </c:pt>
                <c:pt idx="8316">
                  <c:v>0.26785185185185184</c:v>
                </c:pt>
                <c:pt idx="8317">
                  <c:v>0.26785185185185184</c:v>
                </c:pt>
                <c:pt idx="8318">
                  <c:v>0.26785185185185184</c:v>
                </c:pt>
                <c:pt idx="8319">
                  <c:v>0.26785185185185184</c:v>
                </c:pt>
                <c:pt idx="8320">
                  <c:v>0.26800000000000002</c:v>
                </c:pt>
                <c:pt idx="8321">
                  <c:v>0.26800000000000002</c:v>
                </c:pt>
                <c:pt idx="8322">
                  <c:v>0.26800000000000002</c:v>
                </c:pt>
                <c:pt idx="8323">
                  <c:v>0.26800000000000002</c:v>
                </c:pt>
                <c:pt idx="8324">
                  <c:v>0.26800000000000002</c:v>
                </c:pt>
                <c:pt idx="8325">
                  <c:v>0.26814814814814814</c:v>
                </c:pt>
                <c:pt idx="8326">
                  <c:v>0.26814814814814814</c:v>
                </c:pt>
                <c:pt idx="8327">
                  <c:v>0.26814814814814814</c:v>
                </c:pt>
                <c:pt idx="8328">
                  <c:v>0.26814814814814814</c:v>
                </c:pt>
                <c:pt idx="8329">
                  <c:v>0.26829629629629631</c:v>
                </c:pt>
                <c:pt idx="8330">
                  <c:v>0.26844444444444443</c:v>
                </c:pt>
                <c:pt idx="8331">
                  <c:v>0.26844444444444443</c:v>
                </c:pt>
                <c:pt idx="8332">
                  <c:v>0.26844444444444443</c:v>
                </c:pt>
                <c:pt idx="8333">
                  <c:v>0.26844444444444443</c:v>
                </c:pt>
                <c:pt idx="8334">
                  <c:v>0.26844444444444443</c:v>
                </c:pt>
                <c:pt idx="8335">
                  <c:v>0.26844444444444443</c:v>
                </c:pt>
                <c:pt idx="8336">
                  <c:v>0.2685925925925926</c:v>
                </c:pt>
                <c:pt idx="8337">
                  <c:v>0.2685925925925926</c:v>
                </c:pt>
                <c:pt idx="8338">
                  <c:v>0.2685925925925926</c:v>
                </c:pt>
                <c:pt idx="8339">
                  <c:v>0.2685925925925926</c:v>
                </c:pt>
                <c:pt idx="8340">
                  <c:v>0.2685925925925926</c:v>
                </c:pt>
                <c:pt idx="8341">
                  <c:v>0.2685925925925926</c:v>
                </c:pt>
                <c:pt idx="8342">
                  <c:v>0.26874074074074072</c:v>
                </c:pt>
                <c:pt idx="8343">
                  <c:v>0.26874074074074072</c:v>
                </c:pt>
                <c:pt idx="8344">
                  <c:v>0.26874074074074072</c:v>
                </c:pt>
                <c:pt idx="8345">
                  <c:v>0.26874074074074072</c:v>
                </c:pt>
                <c:pt idx="8346">
                  <c:v>0.26874074074074072</c:v>
                </c:pt>
                <c:pt idx="8347">
                  <c:v>0.2688888888888889</c:v>
                </c:pt>
                <c:pt idx="8348">
                  <c:v>0.2688888888888889</c:v>
                </c:pt>
                <c:pt idx="8349">
                  <c:v>0.2688888888888889</c:v>
                </c:pt>
                <c:pt idx="8350">
                  <c:v>0.2688888888888889</c:v>
                </c:pt>
                <c:pt idx="8351">
                  <c:v>0.2688888888888889</c:v>
                </c:pt>
                <c:pt idx="8352">
                  <c:v>0.2688888888888889</c:v>
                </c:pt>
                <c:pt idx="8353">
                  <c:v>0.26903703703703702</c:v>
                </c:pt>
                <c:pt idx="8354">
                  <c:v>0.26903703703703702</c:v>
                </c:pt>
                <c:pt idx="8355">
                  <c:v>0.26903703703703702</c:v>
                </c:pt>
                <c:pt idx="8356">
                  <c:v>0.26918518518518519</c:v>
                </c:pt>
                <c:pt idx="8357">
                  <c:v>0.26918518518518519</c:v>
                </c:pt>
                <c:pt idx="8358">
                  <c:v>0.26918518518518519</c:v>
                </c:pt>
                <c:pt idx="8359">
                  <c:v>0.26918518518518519</c:v>
                </c:pt>
                <c:pt idx="8360">
                  <c:v>0.26933333333333331</c:v>
                </c:pt>
                <c:pt idx="8361">
                  <c:v>0.26933333333333331</c:v>
                </c:pt>
                <c:pt idx="8362">
                  <c:v>0.26933333333333331</c:v>
                </c:pt>
                <c:pt idx="8363">
                  <c:v>0.26948148148148149</c:v>
                </c:pt>
                <c:pt idx="8364">
                  <c:v>0.26948148148148149</c:v>
                </c:pt>
                <c:pt idx="8365">
                  <c:v>0.26948148148148149</c:v>
                </c:pt>
                <c:pt idx="8366">
                  <c:v>0.26948148148148149</c:v>
                </c:pt>
                <c:pt idx="8367">
                  <c:v>0.26948148148148149</c:v>
                </c:pt>
                <c:pt idx="8368">
                  <c:v>0.26948148148148149</c:v>
                </c:pt>
                <c:pt idx="8369">
                  <c:v>0.26962962962962961</c:v>
                </c:pt>
                <c:pt idx="8370">
                  <c:v>0.26962962962962961</c:v>
                </c:pt>
                <c:pt idx="8371">
                  <c:v>0.26962962962962961</c:v>
                </c:pt>
                <c:pt idx="8372">
                  <c:v>0.26977777777777778</c:v>
                </c:pt>
                <c:pt idx="8373">
                  <c:v>0.26977777777777778</c:v>
                </c:pt>
                <c:pt idx="8374">
                  <c:v>0.26977777777777778</c:v>
                </c:pt>
                <c:pt idx="8375">
                  <c:v>0.2699259259259259</c:v>
                </c:pt>
                <c:pt idx="8376">
                  <c:v>0.2699259259259259</c:v>
                </c:pt>
                <c:pt idx="8377">
                  <c:v>0.2699259259259259</c:v>
                </c:pt>
                <c:pt idx="8378">
                  <c:v>0.2699259259259259</c:v>
                </c:pt>
                <c:pt idx="8379">
                  <c:v>0.2699259259259259</c:v>
                </c:pt>
                <c:pt idx="8380">
                  <c:v>0.2699259259259259</c:v>
                </c:pt>
                <c:pt idx="8381">
                  <c:v>0.2699259259259259</c:v>
                </c:pt>
                <c:pt idx="8382">
                  <c:v>0.2699259259259259</c:v>
                </c:pt>
                <c:pt idx="8383">
                  <c:v>0.27007407407407408</c:v>
                </c:pt>
                <c:pt idx="8384">
                  <c:v>0.27007407407407408</c:v>
                </c:pt>
                <c:pt idx="8385">
                  <c:v>0.2702222222222222</c:v>
                </c:pt>
                <c:pt idx="8386">
                  <c:v>0.27037037037037037</c:v>
                </c:pt>
                <c:pt idx="8387">
                  <c:v>0.27037037037037037</c:v>
                </c:pt>
                <c:pt idx="8388">
                  <c:v>0.27037037037037037</c:v>
                </c:pt>
                <c:pt idx="8389">
                  <c:v>0.27037037037037037</c:v>
                </c:pt>
                <c:pt idx="8390">
                  <c:v>0.27037037037037037</c:v>
                </c:pt>
                <c:pt idx="8391">
                  <c:v>0.27037037037037037</c:v>
                </c:pt>
                <c:pt idx="8392">
                  <c:v>0.27051851851851849</c:v>
                </c:pt>
                <c:pt idx="8393">
                  <c:v>0.27051851851851849</c:v>
                </c:pt>
                <c:pt idx="8394">
                  <c:v>0.27051851851851849</c:v>
                </c:pt>
                <c:pt idx="8395">
                  <c:v>0.27051851851851849</c:v>
                </c:pt>
                <c:pt idx="8396">
                  <c:v>0.27066666666666667</c:v>
                </c:pt>
                <c:pt idx="8397">
                  <c:v>0.27066666666666667</c:v>
                </c:pt>
                <c:pt idx="8398">
                  <c:v>0.27066666666666667</c:v>
                </c:pt>
                <c:pt idx="8399">
                  <c:v>0.27066666666666667</c:v>
                </c:pt>
                <c:pt idx="8400">
                  <c:v>0.27066666666666667</c:v>
                </c:pt>
                <c:pt idx="8401">
                  <c:v>0.27066666666666667</c:v>
                </c:pt>
                <c:pt idx="8402">
                  <c:v>0.27066666666666667</c:v>
                </c:pt>
                <c:pt idx="8403">
                  <c:v>0.27081481481481484</c:v>
                </c:pt>
                <c:pt idx="8404">
                  <c:v>0.27081481481481484</c:v>
                </c:pt>
                <c:pt idx="8405">
                  <c:v>0.27096296296296296</c:v>
                </c:pt>
                <c:pt idx="8406">
                  <c:v>0.27096296296296296</c:v>
                </c:pt>
                <c:pt idx="8407">
                  <c:v>0.27096296296296296</c:v>
                </c:pt>
                <c:pt idx="8408">
                  <c:v>0.27096296296296296</c:v>
                </c:pt>
                <c:pt idx="8409">
                  <c:v>0.27096296296296296</c:v>
                </c:pt>
                <c:pt idx="8410">
                  <c:v>0.27096296296296296</c:v>
                </c:pt>
                <c:pt idx="8411">
                  <c:v>0.27096296296296296</c:v>
                </c:pt>
                <c:pt idx="8412">
                  <c:v>0.27096296296296296</c:v>
                </c:pt>
                <c:pt idx="8413">
                  <c:v>0.27096296296296296</c:v>
                </c:pt>
                <c:pt idx="8414">
                  <c:v>0.27096296296296296</c:v>
                </c:pt>
                <c:pt idx="8415">
                  <c:v>0.27096296296296296</c:v>
                </c:pt>
                <c:pt idx="8416">
                  <c:v>0.27096296296296296</c:v>
                </c:pt>
                <c:pt idx="8417">
                  <c:v>0.27096296296296296</c:v>
                </c:pt>
                <c:pt idx="8418">
                  <c:v>0.27096296296296296</c:v>
                </c:pt>
                <c:pt idx="8419">
                  <c:v>0.27096296296296296</c:v>
                </c:pt>
                <c:pt idx="8420">
                  <c:v>0.27111111111111114</c:v>
                </c:pt>
                <c:pt idx="8421">
                  <c:v>0.27111111111111114</c:v>
                </c:pt>
                <c:pt idx="8422">
                  <c:v>0.27111111111111114</c:v>
                </c:pt>
                <c:pt idx="8423">
                  <c:v>0.27111111111111114</c:v>
                </c:pt>
                <c:pt idx="8424">
                  <c:v>0.27125925925925926</c:v>
                </c:pt>
                <c:pt idx="8425">
                  <c:v>0.27125925925925926</c:v>
                </c:pt>
                <c:pt idx="8426">
                  <c:v>0.27125925925925926</c:v>
                </c:pt>
                <c:pt idx="8427">
                  <c:v>0.27125925925925926</c:v>
                </c:pt>
                <c:pt idx="8428">
                  <c:v>0.27125925925925926</c:v>
                </c:pt>
                <c:pt idx="8429">
                  <c:v>0.27125925925925926</c:v>
                </c:pt>
                <c:pt idx="8430">
                  <c:v>0.27125925925925926</c:v>
                </c:pt>
                <c:pt idx="8431">
                  <c:v>0.27125925925925926</c:v>
                </c:pt>
                <c:pt idx="8432">
                  <c:v>0.27140740740740743</c:v>
                </c:pt>
                <c:pt idx="8433">
                  <c:v>0.27140740740740743</c:v>
                </c:pt>
                <c:pt idx="8434">
                  <c:v>0.27140740740740743</c:v>
                </c:pt>
                <c:pt idx="8435">
                  <c:v>0.27140740740740743</c:v>
                </c:pt>
                <c:pt idx="8436">
                  <c:v>0.27140740740740743</c:v>
                </c:pt>
                <c:pt idx="8437">
                  <c:v>0.27140740740740743</c:v>
                </c:pt>
                <c:pt idx="8438">
                  <c:v>0.27155555555555555</c:v>
                </c:pt>
                <c:pt idx="8439">
                  <c:v>0.27155555555555555</c:v>
                </c:pt>
                <c:pt idx="8440">
                  <c:v>0.27155555555555555</c:v>
                </c:pt>
                <c:pt idx="8441">
                  <c:v>0.27155555555555555</c:v>
                </c:pt>
                <c:pt idx="8442">
                  <c:v>0.27170370370370373</c:v>
                </c:pt>
                <c:pt idx="8443">
                  <c:v>0.27185185185185184</c:v>
                </c:pt>
                <c:pt idx="8444">
                  <c:v>0.27185185185185184</c:v>
                </c:pt>
                <c:pt idx="8445">
                  <c:v>0.27185185185185184</c:v>
                </c:pt>
                <c:pt idx="8446">
                  <c:v>0.27185185185185184</c:v>
                </c:pt>
                <c:pt idx="8447">
                  <c:v>0.27185185185185184</c:v>
                </c:pt>
                <c:pt idx="8448">
                  <c:v>0.27185185185185184</c:v>
                </c:pt>
                <c:pt idx="8449">
                  <c:v>0.27200000000000002</c:v>
                </c:pt>
                <c:pt idx="8450">
                  <c:v>0.27200000000000002</c:v>
                </c:pt>
                <c:pt idx="8451">
                  <c:v>0.27200000000000002</c:v>
                </c:pt>
                <c:pt idx="8452">
                  <c:v>0.27200000000000002</c:v>
                </c:pt>
                <c:pt idx="8453">
                  <c:v>0.27200000000000002</c:v>
                </c:pt>
                <c:pt idx="8454">
                  <c:v>0.27200000000000002</c:v>
                </c:pt>
                <c:pt idx="8455">
                  <c:v>0.27214814814814814</c:v>
                </c:pt>
                <c:pt idx="8456">
                  <c:v>0.27214814814814814</c:v>
                </c:pt>
                <c:pt idx="8457">
                  <c:v>0.27229629629629631</c:v>
                </c:pt>
                <c:pt idx="8458">
                  <c:v>0.27229629629629631</c:v>
                </c:pt>
                <c:pt idx="8459">
                  <c:v>0.27229629629629631</c:v>
                </c:pt>
                <c:pt idx="8460">
                  <c:v>0.27244444444444443</c:v>
                </c:pt>
                <c:pt idx="8461">
                  <c:v>0.27259259259259261</c:v>
                </c:pt>
                <c:pt idx="8462">
                  <c:v>0.27259259259259261</c:v>
                </c:pt>
                <c:pt idx="8463">
                  <c:v>0.27259259259259261</c:v>
                </c:pt>
                <c:pt idx="8464">
                  <c:v>0.27259259259259261</c:v>
                </c:pt>
                <c:pt idx="8465">
                  <c:v>0.27259259259259261</c:v>
                </c:pt>
                <c:pt idx="8466">
                  <c:v>0.27259259259259261</c:v>
                </c:pt>
                <c:pt idx="8467">
                  <c:v>0.27259259259259261</c:v>
                </c:pt>
                <c:pt idx="8468">
                  <c:v>0.27259259259259261</c:v>
                </c:pt>
                <c:pt idx="8469">
                  <c:v>0.27259259259259261</c:v>
                </c:pt>
                <c:pt idx="8470">
                  <c:v>0.27259259259259261</c:v>
                </c:pt>
                <c:pt idx="8471">
                  <c:v>0.27274074074074073</c:v>
                </c:pt>
                <c:pt idx="8472">
                  <c:v>0.27274074074074073</c:v>
                </c:pt>
                <c:pt idx="8473">
                  <c:v>0.27274074074074073</c:v>
                </c:pt>
                <c:pt idx="8474">
                  <c:v>0.27274074074074073</c:v>
                </c:pt>
                <c:pt idx="8475">
                  <c:v>0.2728888888888889</c:v>
                </c:pt>
                <c:pt idx="8476">
                  <c:v>0.2728888888888889</c:v>
                </c:pt>
                <c:pt idx="8477">
                  <c:v>0.2728888888888889</c:v>
                </c:pt>
                <c:pt idx="8478">
                  <c:v>0.2728888888888889</c:v>
                </c:pt>
                <c:pt idx="8479">
                  <c:v>0.2728888888888889</c:v>
                </c:pt>
                <c:pt idx="8480">
                  <c:v>0.2728888888888889</c:v>
                </c:pt>
                <c:pt idx="8481">
                  <c:v>0.2728888888888889</c:v>
                </c:pt>
                <c:pt idx="8482">
                  <c:v>0.2728888888888889</c:v>
                </c:pt>
                <c:pt idx="8483">
                  <c:v>0.27303703703703702</c:v>
                </c:pt>
                <c:pt idx="8484">
                  <c:v>0.27303703703703702</c:v>
                </c:pt>
                <c:pt idx="8485">
                  <c:v>0.27303703703703702</c:v>
                </c:pt>
                <c:pt idx="8486">
                  <c:v>0.27303703703703702</c:v>
                </c:pt>
                <c:pt idx="8487">
                  <c:v>0.27303703703703702</c:v>
                </c:pt>
                <c:pt idx="8488">
                  <c:v>0.27303703703703702</c:v>
                </c:pt>
                <c:pt idx="8489">
                  <c:v>0.2731851851851852</c:v>
                </c:pt>
                <c:pt idx="8490">
                  <c:v>0.2731851851851852</c:v>
                </c:pt>
                <c:pt idx="8491">
                  <c:v>0.27333333333333332</c:v>
                </c:pt>
                <c:pt idx="8492">
                  <c:v>0.27333333333333332</c:v>
                </c:pt>
                <c:pt idx="8493">
                  <c:v>0.27333333333333332</c:v>
                </c:pt>
                <c:pt idx="8494">
                  <c:v>0.27333333333333332</c:v>
                </c:pt>
                <c:pt idx="8495">
                  <c:v>0.27333333333333332</c:v>
                </c:pt>
                <c:pt idx="8496">
                  <c:v>0.27348148148148149</c:v>
                </c:pt>
                <c:pt idx="8497">
                  <c:v>0.27348148148148149</c:v>
                </c:pt>
                <c:pt idx="8498">
                  <c:v>0.27348148148148149</c:v>
                </c:pt>
                <c:pt idx="8499">
                  <c:v>0.27348148148148149</c:v>
                </c:pt>
                <c:pt idx="8500">
                  <c:v>0.27348148148148149</c:v>
                </c:pt>
                <c:pt idx="8501">
                  <c:v>0.27348148148148149</c:v>
                </c:pt>
                <c:pt idx="8502">
                  <c:v>0.27362962962962961</c:v>
                </c:pt>
                <c:pt idx="8503">
                  <c:v>0.27362962962962961</c:v>
                </c:pt>
                <c:pt idx="8504">
                  <c:v>0.27362962962962961</c:v>
                </c:pt>
                <c:pt idx="8505">
                  <c:v>0.27362962962962961</c:v>
                </c:pt>
                <c:pt idx="8506">
                  <c:v>0.27362962962962961</c:v>
                </c:pt>
                <c:pt idx="8507">
                  <c:v>0.27362962962962961</c:v>
                </c:pt>
                <c:pt idx="8508">
                  <c:v>0.27377777777777779</c:v>
                </c:pt>
                <c:pt idx="8509">
                  <c:v>0.27377777777777779</c:v>
                </c:pt>
                <c:pt idx="8510">
                  <c:v>0.27392592592592591</c:v>
                </c:pt>
                <c:pt idx="8511">
                  <c:v>0.27392592592592591</c:v>
                </c:pt>
                <c:pt idx="8512">
                  <c:v>0.27392592592592591</c:v>
                </c:pt>
                <c:pt idx="8513">
                  <c:v>0.27392592592592591</c:v>
                </c:pt>
                <c:pt idx="8514">
                  <c:v>0.27407407407407408</c:v>
                </c:pt>
                <c:pt idx="8515">
                  <c:v>0.27407407407407408</c:v>
                </c:pt>
                <c:pt idx="8516">
                  <c:v>0.27407407407407408</c:v>
                </c:pt>
                <c:pt idx="8517">
                  <c:v>0.27407407407407408</c:v>
                </c:pt>
                <c:pt idx="8518">
                  <c:v>0.27407407407407408</c:v>
                </c:pt>
                <c:pt idx="8519">
                  <c:v>0.27407407407407408</c:v>
                </c:pt>
                <c:pt idx="8520">
                  <c:v>0.27407407407407408</c:v>
                </c:pt>
                <c:pt idx="8521">
                  <c:v>0.27407407407407408</c:v>
                </c:pt>
                <c:pt idx="8522">
                  <c:v>0.27407407407407408</c:v>
                </c:pt>
                <c:pt idx="8523">
                  <c:v>0.27407407407407408</c:v>
                </c:pt>
                <c:pt idx="8524">
                  <c:v>0.2742222222222222</c:v>
                </c:pt>
                <c:pt idx="8525">
                  <c:v>0.2742222222222222</c:v>
                </c:pt>
                <c:pt idx="8526">
                  <c:v>0.2742222222222222</c:v>
                </c:pt>
                <c:pt idx="8527">
                  <c:v>0.2742222222222222</c:v>
                </c:pt>
                <c:pt idx="8528">
                  <c:v>0.2742222222222222</c:v>
                </c:pt>
                <c:pt idx="8529">
                  <c:v>0.2742222222222222</c:v>
                </c:pt>
                <c:pt idx="8530">
                  <c:v>0.27437037037037038</c:v>
                </c:pt>
                <c:pt idx="8531">
                  <c:v>0.27437037037037038</c:v>
                </c:pt>
                <c:pt idx="8532">
                  <c:v>0.27437037037037038</c:v>
                </c:pt>
                <c:pt idx="8533">
                  <c:v>0.27437037037037038</c:v>
                </c:pt>
                <c:pt idx="8534">
                  <c:v>0.2745185185185185</c:v>
                </c:pt>
                <c:pt idx="8535">
                  <c:v>0.2745185185185185</c:v>
                </c:pt>
                <c:pt idx="8536">
                  <c:v>0.27466666666666667</c:v>
                </c:pt>
                <c:pt idx="8537">
                  <c:v>0.27466666666666667</c:v>
                </c:pt>
                <c:pt idx="8538">
                  <c:v>0.27466666666666667</c:v>
                </c:pt>
                <c:pt idx="8539">
                  <c:v>0.27481481481481479</c:v>
                </c:pt>
                <c:pt idx="8540">
                  <c:v>0.27481481481481479</c:v>
                </c:pt>
                <c:pt idx="8541">
                  <c:v>0.27481481481481479</c:v>
                </c:pt>
                <c:pt idx="8542">
                  <c:v>0.27481481481481479</c:v>
                </c:pt>
                <c:pt idx="8543">
                  <c:v>0.27481481481481479</c:v>
                </c:pt>
                <c:pt idx="8544">
                  <c:v>0.27481481481481479</c:v>
                </c:pt>
                <c:pt idx="8545">
                  <c:v>0.27481481481481479</c:v>
                </c:pt>
                <c:pt idx="8546">
                  <c:v>0.27496296296296296</c:v>
                </c:pt>
                <c:pt idx="8547">
                  <c:v>0.27511111111111108</c:v>
                </c:pt>
                <c:pt idx="8548">
                  <c:v>0.27511111111111108</c:v>
                </c:pt>
                <c:pt idx="8549">
                  <c:v>0.27511111111111108</c:v>
                </c:pt>
                <c:pt idx="8550">
                  <c:v>0.27511111111111108</c:v>
                </c:pt>
                <c:pt idx="8551">
                  <c:v>0.27511111111111108</c:v>
                </c:pt>
                <c:pt idx="8552">
                  <c:v>0.27511111111111108</c:v>
                </c:pt>
                <c:pt idx="8553">
                  <c:v>0.27511111111111108</c:v>
                </c:pt>
                <c:pt idx="8554">
                  <c:v>0.27511111111111108</c:v>
                </c:pt>
                <c:pt idx="8555">
                  <c:v>0.27511111111111108</c:v>
                </c:pt>
                <c:pt idx="8556">
                  <c:v>0.27511111111111108</c:v>
                </c:pt>
                <c:pt idx="8557">
                  <c:v>0.27511111111111108</c:v>
                </c:pt>
                <c:pt idx="8558">
                  <c:v>0.27511111111111108</c:v>
                </c:pt>
                <c:pt idx="8559">
                  <c:v>0.27511111111111108</c:v>
                </c:pt>
                <c:pt idx="8560">
                  <c:v>0.27525925925925926</c:v>
                </c:pt>
                <c:pt idx="8561">
                  <c:v>0.27540740740740743</c:v>
                </c:pt>
                <c:pt idx="8562">
                  <c:v>0.27555555555555555</c:v>
                </c:pt>
                <c:pt idx="8563">
                  <c:v>0.27570370370370373</c:v>
                </c:pt>
                <c:pt idx="8564">
                  <c:v>0.27570370370370373</c:v>
                </c:pt>
                <c:pt idx="8565">
                  <c:v>0.27585185185185185</c:v>
                </c:pt>
                <c:pt idx="8566">
                  <c:v>0.27585185185185185</c:v>
                </c:pt>
                <c:pt idx="8567">
                  <c:v>0.27585185185185185</c:v>
                </c:pt>
                <c:pt idx="8568">
                  <c:v>0.27585185185185185</c:v>
                </c:pt>
                <c:pt idx="8569">
                  <c:v>0.27585185185185185</c:v>
                </c:pt>
                <c:pt idx="8570">
                  <c:v>0.27585185185185185</c:v>
                </c:pt>
                <c:pt idx="8571">
                  <c:v>0.27600000000000002</c:v>
                </c:pt>
                <c:pt idx="8572">
                  <c:v>0.27600000000000002</c:v>
                </c:pt>
                <c:pt idx="8573">
                  <c:v>0.27614814814814814</c:v>
                </c:pt>
                <c:pt idx="8574">
                  <c:v>0.27614814814814814</c:v>
                </c:pt>
                <c:pt idx="8575">
                  <c:v>0.27614814814814814</c:v>
                </c:pt>
                <c:pt idx="8576">
                  <c:v>0.27614814814814814</c:v>
                </c:pt>
                <c:pt idx="8577">
                  <c:v>0.27629629629629632</c:v>
                </c:pt>
                <c:pt idx="8578">
                  <c:v>0.27644444444444444</c:v>
                </c:pt>
                <c:pt idx="8579">
                  <c:v>0.27644444444444444</c:v>
                </c:pt>
                <c:pt idx="8580">
                  <c:v>0.27644444444444444</c:v>
                </c:pt>
                <c:pt idx="8581">
                  <c:v>0.27644444444444444</c:v>
                </c:pt>
                <c:pt idx="8582">
                  <c:v>0.27659259259259261</c:v>
                </c:pt>
                <c:pt idx="8583">
                  <c:v>0.27659259259259261</c:v>
                </c:pt>
                <c:pt idx="8584">
                  <c:v>0.27659259259259261</c:v>
                </c:pt>
                <c:pt idx="8585">
                  <c:v>0.27659259259259261</c:v>
                </c:pt>
                <c:pt idx="8586">
                  <c:v>0.27674074074074073</c:v>
                </c:pt>
                <c:pt idx="8587">
                  <c:v>0.27688888888888891</c:v>
                </c:pt>
                <c:pt idx="8588">
                  <c:v>0.27688888888888891</c:v>
                </c:pt>
                <c:pt idx="8589">
                  <c:v>0.27688888888888891</c:v>
                </c:pt>
                <c:pt idx="8590">
                  <c:v>0.27688888888888891</c:v>
                </c:pt>
                <c:pt idx="8591">
                  <c:v>0.27688888888888891</c:v>
                </c:pt>
                <c:pt idx="8592">
                  <c:v>0.27688888888888891</c:v>
                </c:pt>
                <c:pt idx="8593">
                  <c:v>0.27703703703703703</c:v>
                </c:pt>
                <c:pt idx="8594">
                  <c:v>0.2771851851851852</c:v>
                </c:pt>
                <c:pt idx="8595">
                  <c:v>0.2771851851851852</c:v>
                </c:pt>
                <c:pt idx="8596">
                  <c:v>0.27733333333333332</c:v>
                </c:pt>
                <c:pt idx="8597">
                  <c:v>0.27733333333333332</c:v>
                </c:pt>
                <c:pt idx="8598">
                  <c:v>0.2774814814814815</c:v>
                </c:pt>
                <c:pt idx="8599">
                  <c:v>0.2774814814814815</c:v>
                </c:pt>
                <c:pt idx="8600">
                  <c:v>0.2774814814814815</c:v>
                </c:pt>
                <c:pt idx="8601">
                  <c:v>0.27762962962962962</c:v>
                </c:pt>
                <c:pt idx="8602">
                  <c:v>0.27762962962962962</c:v>
                </c:pt>
                <c:pt idx="8603">
                  <c:v>0.27762962962962962</c:v>
                </c:pt>
                <c:pt idx="8604">
                  <c:v>0.27762962962962962</c:v>
                </c:pt>
                <c:pt idx="8605">
                  <c:v>0.27777777777777779</c:v>
                </c:pt>
                <c:pt idx="8606">
                  <c:v>0.27792592592592591</c:v>
                </c:pt>
                <c:pt idx="8607">
                  <c:v>0.27807407407407408</c:v>
                </c:pt>
                <c:pt idx="8608">
                  <c:v>0.27807407407407408</c:v>
                </c:pt>
                <c:pt idx="8609">
                  <c:v>0.27807407407407408</c:v>
                </c:pt>
                <c:pt idx="8610">
                  <c:v>0.2782222222222222</c:v>
                </c:pt>
                <c:pt idx="8611">
                  <c:v>0.27837037037037038</c:v>
                </c:pt>
                <c:pt idx="8612">
                  <c:v>0.2785185185185185</c:v>
                </c:pt>
                <c:pt idx="8613">
                  <c:v>0.2785185185185185</c:v>
                </c:pt>
                <c:pt idx="8614">
                  <c:v>0.27866666666666667</c:v>
                </c:pt>
                <c:pt idx="8615">
                  <c:v>0.27866666666666667</c:v>
                </c:pt>
                <c:pt idx="8616">
                  <c:v>0.27866666666666667</c:v>
                </c:pt>
                <c:pt idx="8617">
                  <c:v>0.27866666666666667</c:v>
                </c:pt>
                <c:pt idx="8618">
                  <c:v>0.27866666666666667</c:v>
                </c:pt>
                <c:pt idx="8619">
                  <c:v>0.27866666666666667</c:v>
                </c:pt>
                <c:pt idx="8620">
                  <c:v>0.27866666666666667</c:v>
                </c:pt>
                <c:pt idx="8621">
                  <c:v>0.27866666666666667</c:v>
                </c:pt>
                <c:pt idx="8622">
                  <c:v>0.27881481481481479</c:v>
                </c:pt>
                <c:pt idx="8623">
                  <c:v>0.27881481481481479</c:v>
                </c:pt>
                <c:pt idx="8624">
                  <c:v>0.27881481481481479</c:v>
                </c:pt>
                <c:pt idx="8625">
                  <c:v>0.27896296296296297</c:v>
                </c:pt>
                <c:pt idx="8626">
                  <c:v>0.27896296296296297</c:v>
                </c:pt>
                <c:pt idx="8627">
                  <c:v>0.27896296296296297</c:v>
                </c:pt>
                <c:pt idx="8628">
                  <c:v>0.27896296296296297</c:v>
                </c:pt>
                <c:pt idx="8629">
                  <c:v>0.27896296296296297</c:v>
                </c:pt>
                <c:pt idx="8630">
                  <c:v>0.27896296296296297</c:v>
                </c:pt>
                <c:pt idx="8631">
                  <c:v>0.27896296296296297</c:v>
                </c:pt>
                <c:pt idx="8632">
                  <c:v>0.27911111111111109</c:v>
                </c:pt>
                <c:pt idx="8633">
                  <c:v>0.27911111111111109</c:v>
                </c:pt>
                <c:pt idx="8634">
                  <c:v>0.27911111111111109</c:v>
                </c:pt>
                <c:pt idx="8635">
                  <c:v>0.27925925925925926</c:v>
                </c:pt>
                <c:pt idx="8636">
                  <c:v>0.27925925925925926</c:v>
                </c:pt>
                <c:pt idx="8637">
                  <c:v>0.27925925925925926</c:v>
                </c:pt>
                <c:pt idx="8638">
                  <c:v>0.27925925925925926</c:v>
                </c:pt>
                <c:pt idx="8639">
                  <c:v>0.27940740740740738</c:v>
                </c:pt>
                <c:pt idx="8640">
                  <c:v>0.27940740740740738</c:v>
                </c:pt>
                <c:pt idx="8641">
                  <c:v>0.27940740740740738</c:v>
                </c:pt>
                <c:pt idx="8642">
                  <c:v>0.27940740740740738</c:v>
                </c:pt>
                <c:pt idx="8643">
                  <c:v>0.27940740740740738</c:v>
                </c:pt>
                <c:pt idx="8644">
                  <c:v>0.27955555555555556</c:v>
                </c:pt>
                <c:pt idx="8645">
                  <c:v>0.27955555555555556</c:v>
                </c:pt>
                <c:pt idx="8646">
                  <c:v>0.27955555555555556</c:v>
                </c:pt>
                <c:pt idx="8647">
                  <c:v>0.27955555555555556</c:v>
                </c:pt>
                <c:pt idx="8648">
                  <c:v>0.27955555555555556</c:v>
                </c:pt>
                <c:pt idx="8649">
                  <c:v>0.27955555555555556</c:v>
                </c:pt>
                <c:pt idx="8650">
                  <c:v>0.27970370370370368</c:v>
                </c:pt>
                <c:pt idx="8651">
                  <c:v>0.27970370370370368</c:v>
                </c:pt>
                <c:pt idx="8652">
                  <c:v>0.27970370370370368</c:v>
                </c:pt>
                <c:pt idx="8653">
                  <c:v>0.27970370370370368</c:v>
                </c:pt>
                <c:pt idx="8654">
                  <c:v>0.27970370370370368</c:v>
                </c:pt>
                <c:pt idx="8655">
                  <c:v>0.27985185185185185</c:v>
                </c:pt>
                <c:pt idx="8656">
                  <c:v>0.27985185185185185</c:v>
                </c:pt>
                <c:pt idx="8657">
                  <c:v>0.28000000000000003</c:v>
                </c:pt>
                <c:pt idx="8658">
                  <c:v>0.28000000000000003</c:v>
                </c:pt>
                <c:pt idx="8659">
                  <c:v>0.28000000000000003</c:v>
                </c:pt>
                <c:pt idx="8660">
                  <c:v>0.28000000000000003</c:v>
                </c:pt>
                <c:pt idx="8661">
                  <c:v>0.28000000000000003</c:v>
                </c:pt>
                <c:pt idx="8662">
                  <c:v>0.28000000000000003</c:v>
                </c:pt>
                <c:pt idx="8663">
                  <c:v>0.28000000000000003</c:v>
                </c:pt>
                <c:pt idx="8664">
                  <c:v>0.28000000000000003</c:v>
                </c:pt>
                <c:pt idx="8665">
                  <c:v>0.28000000000000003</c:v>
                </c:pt>
                <c:pt idx="8666">
                  <c:v>0.28014814814814815</c:v>
                </c:pt>
                <c:pt idx="8667">
                  <c:v>0.28014814814814815</c:v>
                </c:pt>
                <c:pt idx="8668">
                  <c:v>0.28014814814814815</c:v>
                </c:pt>
                <c:pt idx="8669">
                  <c:v>0.28014814814814815</c:v>
                </c:pt>
                <c:pt idx="8670">
                  <c:v>0.28014814814814815</c:v>
                </c:pt>
                <c:pt idx="8671">
                  <c:v>0.28014814814814815</c:v>
                </c:pt>
                <c:pt idx="8672">
                  <c:v>0.28029629629629632</c:v>
                </c:pt>
                <c:pt idx="8673">
                  <c:v>0.28044444444444444</c:v>
                </c:pt>
                <c:pt idx="8674">
                  <c:v>0.28044444444444444</c:v>
                </c:pt>
                <c:pt idx="8675">
                  <c:v>0.28059259259259262</c:v>
                </c:pt>
                <c:pt idx="8676">
                  <c:v>0.28059259259259262</c:v>
                </c:pt>
                <c:pt idx="8677">
                  <c:v>0.28059259259259262</c:v>
                </c:pt>
                <c:pt idx="8678">
                  <c:v>0.28059259259259262</c:v>
                </c:pt>
                <c:pt idx="8679">
                  <c:v>0.28059259259259262</c:v>
                </c:pt>
                <c:pt idx="8680">
                  <c:v>0.28059259259259262</c:v>
                </c:pt>
                <c:pt idx="8681">
                  <c:v>0.28059259259259262</c:v>
                </c:pt>
                <c:pt idx="8682">
                  <c:v>0.28059259259259262</c:v>
                </c:pt>
                <c:pt idx="8683">
                  <c:v>0.28059259259259262</c:v>
                </c:pt>
                <c:pt idx="8684">
                  <c:v>0.28074074074074074</c:v>
                </c:pt>
                <c:pt idx="8685">
                  <c:v>0.28088888888888891</c:v>
                </c:pt>
                <c:pt idx="8686">
                  <c:v>0.28088888888888891</c:v>
                </c:pt>
                <c:pt idx="8687">
                  <c:v>0.28103703703703703</c:v>
                </c:pt>
                <c:pt idx="8688">
                  <c:v>0.2811851851851852</c:v>
                </c:pt>
                <c:pt idx="8689">
                  <c:v>0.2811851851851852</c:v>
                </c:pt>
                <c:pt idx="8690">
                  <c:v>0.2811851851851852</c:v>
                </c:pt>
                <c:pt idx="8691">
                  <c:v>0.2811851851851852</c:v>
                </c:pt>
                <c:pt idx="8692">
                  <c:v>0.28133333333333332</c:v>
                </c:pt>
                <c:pt idx="8693">
                  <c:v>0.28133333333333332</c:v>
                </c:pt>
                <c:pt idx="8694">
                  <c:v>0.28133333333333332</c:v>
                </c:pt>
                <c:pt idx="8695">
                  <c:v>0.2814814814814815</c:v>
                </c:pt>
                <c:pt idx="8696">
                  <c:v>0.28162962962962962</c:v>
                </c:pt>
                <c:pt idx="8697">
                  <c:v>0.28162962962962962</c:v>
                </c:pt>
                <c:pt idx="8698">
                  <c:v>0.28177777777777779</c:v>
                </c:pt>
                <c:pt idx="8699">
                  <c:v>0.28192592592592591</c:v>
                </c:pt>
                <c:pt idx="8700">
                  <c:v>0.28192592592592591</c:v>
                </c:pt>
                <c:pt idx="8701">
                  <c:v>0.28192592592592591</c:v>
                </c:pt>
                <c:pt idx="8702">
                  <c:v>0.28192592592592591</c:v>
                </c:pt>
                <c:pt idx="8703">
                  <c:v>0.28192592592592591</c:v>
                </c:pt>
                <c:pt idx="8704">
                  <c:v>0.28192592592592591</c:v>
                </c:pt>
                <c:pt idx="8705">
                  <c:v>0.28207407407407409</c:v>
                </c:pt>
                <c:pt idx="8706">
                  <c:v>0.28222222222222221</c:v>
                </c:pt>
                <c:pt idx="8707">
                  <c:v>0.28222222222222221</c:v>
                </c:pt>
                <c:pt idx="8708">
                  <c:v>0.28222222222222221</c:v>
                </c:pt>
                <c:pt idx="8709">
                  <c:v>0.28222222222222221</c:v>
                </c:pt>
                <c:pt idx="8710">
                  <c:v>0.28222222222222221</c:v>
                </c:pt>
                <c:pt idx="8711">
                  <c:v>0.28222222222222221</c:v>
                </c:pt>
                <c:pt idx="8712">
                  <c:v>0.28222222222222221</c:v>
                </c:pt>
                <c:pt idx="8713">
                  <c:v>0.28222222222222221</c:v>
                </c:pt>
                <c:pt idx="8714">
                  <c:v>0.28222222222222221</c:v>
                </c:pt>
                <c:pt idx="8715">
                  <c:v>0.28222222222222221</c:v>
                </c:pt>
                <c:pt idx="8716">
                  <c:v>0.28222222222222221</c:v>
                </c:pt>
                <c:pt idx="8717">
                  <c:v>0.28237037037037038</c:v>
                </c:pt>
                <c:pt idx="8718">
                  <c:v>0.28237037037037038</c:v>
                </c:pt>
                <c:pt idx="8719">
                  <c:v>0.2825185185185185</c:v>
                </c:pt>
                <c:pt idx="8720">
                  <c:v>0.2825185185185185</c:v>
                </c:pt>
                <c:pt idx="8721">
                  <c:v>0.2825185185185185</c:v>
                </c:pt>
                <c:pt idx="8722">
                  <c:v>0.2825185185185185</c:v>
                </c:pt>
                <c:pt idx="8723">
                  <c:v>0.2825185185185185</c:v>
                </c:pt>
                <c:pt idx="8724">
                  <c:v>0.28266666666666668</c:v>
                </c:pt>
                <c:pt idx="8725">
                  <c:v>0.28266666666666668</c:v>
                </c:pt>
                <c:pt idx="8726">
                  <c:v>0.28266666666666668</c:v>
                </c:pt>
                <c:pt idx="8727">
                  <c:v>0.28266666666666668</c:v>
                </c:pt>
                <c:pt idx="8728">
                  <c:v>0.28266666666666668</c:v>
                </c:pt>
                <c:pt idx="8729">
                  <c:v>0.2828148148148148</c:v>
                </c:pt>
                <c:pt idx="8730">
                  <c:v>0.2828148148148148</c:v>
                </c:pt>
                <c:pt idx="8731">
                  <c:v>0.2828148148148148</c:v>
                </c:pt>
                <c:pt idx="8732">
                  <c:v>0.2828148148148148</c:v>
                </c:pt>
                <c:pt idx="8733">
                  <c:v>0.2828148148148148</c:v>
                </c:pt>
                <c:pt idx="8734">
                  <c:v>0.2828148148148148</c:v>
                </c:pt>
                <c:pt idx="8735">
                  <c:v>0.2828148148148148</c:v>
                </c:pt>
                <c:pt idx="8736">
                  <c:v>0.28296296296296297</c:v>
                </c:pt>
                <c:pt idx="8737">
                  <c:v>0.28296296296296297</c:v>
                </c:pt>
                <c:pt idx="8738">
                  <c:v>0.28296296296296297</c:v>
                </c:pt>
                <c:pt idx="8739">
                  <c:v>0.28296296296296297</c:v>
                </c:pt>
                <c:pt idx="8740">
                  <c:v>0.28311111111111109</c:v>
                </c:pt>
                <c:pt idx="8741">
                  <c:v>0.28311111111111109</c:v>
                </c:pt>
                <c:pt idx="8742">
                  <c:v>0.28311111111111109</c:v>
                </c:pt>
                <c:pt idx="8743">
                  <c:v>0.28311111111111109</c:v>
                </c:pt>
                <c:pt idx="8744">
                  <c:v>0.28325925925925927</c:v>
                </c:pt>
                <c:pt idx="8745">
                  <c:v>0.28340740740740739</c:v>
                </c:pt>
                <c:pt idx="8746">
                  <c:v>0.28340740740740739</c:v>
                </c:pt>
                <c:pt idx="8747">
                  <c:v>0.28340740740740739</c:v>
                </c:pt>
                <c:pt idx="8748">
                  <c:v>0.28340740740740739</c:v>
                </c:pt>
                <c:pt idx="8749">
                  <c:v>0.28355555555555556</c:v>
                </c:pt>
                <c:pt idx="8750">
                  <c:v>0.28370370370370368</c:v>
                </c:pt>
                <c:pt idx="8751">
                  <c:v>0.28370370370370368</c:v>
                </c:pt>
                <c:pt idx="8752">
                  <c:v>0.28370370370370368</c:v>
                </c:pt>
                <c:pt idx="8753">
                  <c:v>0.28385185185185186</c:v>
                </c:pt>
                <c:pt idx="8754">
                  <c:v>0.28385185185185186</c:v>
                </c:pt>
                <c:pt idx="8755">
                  <c:v>0.28385185185185186</c:v>
                </c:pt>
                <c:pt idx="8756">
                  <c:v>0.28385185185185186</c:v>
                </c:pt>
                <c:pt idx="8757">
                  <c:v>0.28385185185185186</c:v>
                </c:pt>
                <c:pt idx="8758">
                  <c:v>0.28385185185185186</c:v>
                </c:pt>
                <c:pt idx="8759">
                  <c:v>0.28385185185185186</c:v>
                </c:pt>
                <c:pt idx="8760">
                  <c:v>0.28399999999999997</c:v>
                </c:pt>
                <c:pt idx="8761">
                  <c:v>0.28399999999999997</c:v>
                </c:pt>
                <c:pt idx="8762">
                  <c:v>0.28399999999999997</c:v>
                </c:pt>
                <c:pt idx="8763">
                  <c:v>0.28399999999999997</c:v>
                </c:pt>
                <c:pt idx="8764">
                  <c:v>0.28399999999999997</c:v>
                </c:pt>
                <c:pt idx="8765">
                  <c:v>0.28399999999999997</c:v>
                </c:pt>
                <c:pt idx="8766">
                  <c:v>0.28399999999999997</c:v>
                </c:pt>
                <c:pt idx="8767">
                  <c:v>0.28414814814814815</c:v>
                </c:pt>
                <c:pt idx="8768">
                  <c:v>0.28414814814814815</c:v>
                </c:pt>
                <c:pt idx="8769">
                  <c:v>0.28429629629629627</c:v>
                </c:pt>
                <c:pt idx="8770">
                  <c:v>0.28444444444444444</c:v>
                </c:pt>
                <c:pt idx="8771">
                  <c:v>0.28444444444444444</c:v>
                </c:pt>
                <c:pt idx="8772">
                  <c:v>0.28459259259259262</c:v>
                </c:pt>
                <c:pt idx="8773">
                  <c:v>0.28459259259259262</c:v>
                </c:pt>
                <c:pt idx="8774">
                  <c:v>0.28459259259259262</c:v>
                </c:pt>
                <c:pt idx="8775">
                  <c:v>0.28474074074074074</c:v>
                </c:pt>
                <c:pt idx="8776">
                  <c:v>0.28474074074074074</c:v>
                </c:pt>
                <c:pt idx="8777">
                  <c:v>0.28474074074074074</c:v>
                </c:pt>
                <c:pt idx="8778">
                  <c:v>0.28474074074074074</c:v>
                </c:pt>
                <c:pt idx="8779">
                  <c:v>0.28474074074074074</c:v>
                </c:pt>
                <c:pt idx="8780">
                  <c:v>0.28474074074074074</c:v>
                </c:pt>
                <c:pt idx="8781">
                  <c:v>0.28474074074074074</c:v>
                </c:pt>
                <c:pt idx="8782">
                  <c:v>0.28474074074074074</c:v>
                </c:pt>
                <c:pt idx="8783">
                  <c:v>0.28474074074074074</c:v>
                </c:pt>
                <c:pt idx="8784">
                  <c:v>0.28474074074074074</c:v>
                </c:pt>
                <c:pt idx="8785">
                  <c:v>0.28474074074074074</c:v>
                </c:pt>
                <c:pt idx="8786">
                  <c:v>0.28488888888888891</c:v>
                </c:pt>
                <c:pt idx="8787">
                  <c:v>0.28503703703703703</c:v>
                </c:pt>
                <c:pt idx="8788">
                  <c:v>0.28518518518518521</c:v>
                </c:pt>
                <c:pt idx="8789">
                  <c:v>0.28518518518518521</c:v>
                </c:pt>
                <c:pt idx="8790">
                  <c:v>0.28533333333333333</c:v>
                </c:pt>
                <c:pt idx="8791">
                  <c:v>0.28533333333333333</c:v>
                </c:pt>
                <c:pt idx="8792">
                  <c:v>0.2854814814814815</c:v>
                </c:pt>
                <c:pt idx="8793">
                  <c:v>0.2854814814814815</c:v>
                </c:pt>
                <c:pt idx="8794">
                  <c:v>0.2854814814814815</c:v>
                </c:pt>
                <c:pt idx="8795">
                  <c:v>0.2854814814814815</c:v>
                </c:pt>
                <c:pt idx="8796">
                  <c:v>0.2854814814814815</c:v>
                </c:pt>
                <c:pt idx="8797">
                  <c:v>0.2854814814814815</c:v>
                </c:pt>
                <c:pt idx="8798">
                  <c:v>0.28562962962962962</c:v>
                </c:pt>
                <c:pt idx="8799">
                  <c:v>0.28562962962962962</c:v>
                </c:pt>
                <c:pt idx="8800">
                  <c:v>0.28562962962962962</c:v>
                </c:pt>
                <c:pt idx="8801">
                  <c:v>0.2857777777777778</c:v>
                </c:pt>
                <c:pt idx="8802">
                  <c:v>0.2857777777777778</c:v>
                </c:pt>
                <c:pt idx="8803">
                  <c:v>0.2857777777777778</c:v>
                </c:pt>
                <c:pt idx="8804">
                  <c:v>0.2857777777777778</c:v>
                </c:pt>
                <c:pt idx="8805">
                  <c:v>0.28592592592592592</c:v>
                </c:pt>
                <c:pt idx="8806">
                  <c:v>0.28592592592592592</c:v>
                </c:pt>
                <c:pt idx="8807">
                  <c:v>0.28607407407407409</c:v>
                </c:pt>
                <c:pt idx="8808">
                  <c:v>0.28607407407407409</c:v>
                </c:pt>
                <c:pt idx="8809">
                  <c:v>0.28607407407407409</c:v>
                </c:pt>
                <c:pt idx="8810">
                  <c:v>0.28607407407407409</c:v>
                </c:pt>
                <c:pt idx="8811">
                  <c:v>0.28622222222222221</c:v>
                </c:pt>
                <c:pt idx="8812">
                  <c:v>0.28622222222222221</c:v>
                </c:pt>
                <c:pt idx="8813">
                  <c:v>0.28622222222222221</c:v>
                </c:pt>
                <c:pt idx="8814">
                  <c:v>0.28622222222222221</c:v>
                </c:pt>
                <c:pt idx="8815">
                  <c:v>0.28622222222222221</c:v>
                </c:pt>
                <c:pt idx="8816">
                  <c:v>0.28637037037037039</c:v>
                </c:pt>
                <c:pt idx="8817">
                  <c:v>0.28651851851851851</c:v>
                </c:pt>
                <c:pt idx="8818">
                  <c:v>0.28651851851851851</c:v>
                </c:pt>
                <c:pt idx="8819">
                  <c:v>0.28651851851851851</c:v>
                </c:pt>
                <c:pt idx="8820">
                  <c:v>0.28651851851851851</c:v>
                </c:pt>
                <c:pt idx="8821">
                  <c:v>0.28651851851851851</c:v>
                </c:pt>
                <c:pt idx="8822">
                  <c:v>0.28651851851851851</c:v>
                </c:pt>
                <c:pt idx="8823">
                  <c:v>0.28651851851851851</c:v>
                </c:pt>
                <c:pt idx="8824">
                  <c:v>0.28666666666666668</c:v>
                </c:pt>
                <c:pt idx="8825">
                  <c:v>0.28666666666666668</c:v>
                </c:pt>
                <c:pt idx="8826">
                  <c:v>0.2868148148148148</c:v>
                </c:pt>
                <c:pt idx="8827">
                  <c:v>0.2868148148148148</c:v>
                </c:pt>
                <c:pt idx="8828">
                  <c:v>0.28696296296296298</c:v>
                </c:pt>
                <c:pt idx="8829">
                  <c:v>0.28711111111111109</c:v>
                </c:pt>
                <c:pt idx="8830">
                  <c:v>0.28711111111111109</c:v>
                </c:pt>
                <c:pt idx="8831">
                  <c:v>0.28725925925925927</c:v>
                </c:pt>
                <c:pt idx="8832">
                  <c:v>0.28725925925925927</c:v>
                </c:pt>
                <c:pt idx="8833">
                  <c:v>0.28725925925925927</c:v>
                </c:pt>
                <c:pt idx="8834">
                  <c:v>0.28725925925925927</c:v>
                </c:pt>
                <c:pt idx="8835">
                  <c:v>0.28725925925925927</c:v>
                </c:pt>
                <c:pt idx="8836">
                  <c:v>0.28725925925925927</c:v>
                </c:pt>
                <c:pt idx="8837">
                  <c:v>0.28740740740740739</c:v>
                </c:pt>
                <c:pt idx="8838">
                  <c:v>0.28740740740740739</c:v>
                </c:pt>
                <c:pt idx="8839">
                  <c:v>0.28755555555555556</c:v>
                </c:pt>
                <c:pt idx="8840">
                  <c:v>0.28755555555555556</c:v>
                </c:pt>
                <c:pt idx="8841">
                  <c:v>0.28755555555555556</c:v>
                </c:pt>
                <c:pt idx="8842">
                  <c:v>0.28755555555555556</c:v>
                </c:pt>
                <c:pt idx="8843">
                  <c:v>0.28770370370370368</c:v>
                </c:pt>
                <c:pt idx="8844">
                  <c:v>0.28770370370370368</c:v>
                </c:pt>
                <c:pt idx="8845">
                  <c:v>0.28770370370370368</c:v>
                </c:pt>
                <c:pt idx="8846">
                  <c:v>0.28785185185185186</c:v>
                </c:pt>
                <c:pt idx="8847">
                  <c:v>0.28785185185185186</c:v>
                </c:pt>
                <c:pt idx="8848">
                  <c:v>0.28799999999999998</c:v>
                </c:pt>
                <c:pt idx="8849">
                  <c:v>0.28799999999999998</c:v>
                </c:pt>
                <c:pt idx="8850">
                  <c:v>0.28799999999999998</c:v>
                </c:pt>
                <c:pt idx="8851">
                  <c:v>0.28799999999999998</c:v>
                </c:pt>
                <c:pt idx="8852">
                  <c:v>0.28799999999999998</c:v>
                </c:pt>
                <c:pt idx="8853">
                  <c:v>0.28814814814814815</c:v>
                </c:pt>
                <c:pt idx="8854">
                  <c:v>0.28814814814814815</c:v>
                </c:pt>
                <c:pt idx="8855">
                  <c:v>0.28829629629629627</c:v>
                </c:pt>
                <c:pt idx="8856">
                  <c:v>0.28829629629629627</c:v>
                </c:pt>
                <c:pt idx="8857">
                  <c:v>0.28829629629629627</c:v>
                </c:pt>
                <c:pt idx="8858">
                  <c:v>0.28829629629629627</c:v>
                </c:pt>
                <c:pt idx="8859">
                  <c:v>0.28829629629629627</c:v>
                </c:pt>
                <c:pt idx="8860">
                  <c:v>0.28829629629629627</c:v>
                </c:pt>
                <c:pt idx="8861">
                  <c:v>0.28829629629629627</c:v>
                </c:pt>
                <c:pt idx="8862">
                  <c:v>0.28829629629629627</c:v>
                </c:pt>
                <c:pt idx="8863">
                  <c:v>0.28829629629629627</c:v>
                </c:pt>
                <c:pt idx="8864">
                  <c:v>0.28829629629629627</c:v>
                </c:pt>
                <c:pt idx="8865">
                  <c:v>0.28829629629629627</c:v>
                </c:pt>
                <c:pt idx="8866">
                  <c:v>0.28829629629629627</c:v>
                </c:pt>
                <c:pt idx="8867">
                  <c:v>0.28829629629629627</c:v>
                </c:pt>
                <c:pt idx="8868">
                  <c:v>0.28829629629629627</c:v>
                </c:pt>
                <c:pt idx="8869">
                  <c:v>0.28829629629629627</c:v>
                </c:pt>
                <c:pt idx="8870">
                  <c:v>0.28844444444444445</c:v>
                </c:pt>
                <c:pt idx="8871">
                  <c:v>0.28859259259259257</c:v>
                </c:pt>
                <c:pt idx="8872">
                  <c:v>0.28859259259259257</c:v>
                </c:pt>
                <c:pt idx="8873">
                  <c:v>0.28859259259259257</c:v>
                </c:pt>
                <c:pt idx="8874">
                  <c:v>0.28859259259259257</c:v>
                </c:pt>
                <c:pt idx="8875">
                  <c:v>0.28859259259259257</c:v>
                </c:pt>
                <c:pt idx="8876">
                  <c:v>0.28859259259259257</c:v>
                </c:pt>
                <c:pt idx="8877">
                  <c:v>0.28859259259259257</c:v>
                </c:pt>
                <c:pt idx="8878">
                  <c:v>0.28874074074074074</c:v>
                </c:pt>
                <c:pt idx="8879">
                  <c:v>0.28874074074074074</c:v>
                </c:pt>
                <c:pt idx="8880">
                  <c:v>0.28874074074074074</c:v>
                </c:pt>
                <c:pt idx="8881">
                  <c:v>0.28874074074074074</c:v>
                </c:pt>
                <c:pt idx="8882">
                  <c:v>0.28874074074074074</c:v>
                </c:pt>
                <c:pt idx="8883">
                  <c:v>0.28874074074074074</c:v>
                </c:pt>
                <c:pt idx="8884">
                  <c:v>0.28874074074074074</c:v>
                </c:pt>
                <c:pt idx="8885">
                  <c:v>0.28874074074074074</c:v>
                </c:pt>
                <c:pt idx="8886">
                  <c:v>0.28874074074074074</c:v>
                </c:pt>
                <c:pt idx="8887">
                  <c:v>0.28874074074074074</c:v>
                </c:pt>
                <c:pt idx="8888">
                  <c:v>0.28888888888888886</c:v>
                </c:pt>
                <c:pt idx="8889">
                  <c:v>0.28888888888888886</c:v>
                </c:pt>
                <c:pt idx="8890">
                  <c:v>0.28888888888888886</c:v>
                </c:pt>
                <c:pt idx="8891">
                  <c:v>0.28888888888888886</c:v>
                </c:pt>
                <c:pt idx="8892">
                  <c:v>0.28888888888888886</c:v>
                </c:pt>
                <c:pt idx="8893">
                  <c:v>0.28888888888888886</c:v>
                </c:pt>
                <c:pt idx="8894">
                  <c:v>0.28888888888888886</c:v>
                </c:pt>
                <c:pt idx="8895">
                  <c:v>0.28888888888888886</c:v>
                </c:pt>
                <c:pt idx="8896">
                  <c:v>0.28888888888888886</c:v>
                </c:pt>
                <c:pt idx="8897">
                  <c:v>0.28888888888888886</c:v>
                </c:pt>
                <c:pt idx="8898">
                  <c:v>0.28888888888888886</c:v>
                </c:pt>
                <c:pt idx="8899">
                  <c:v>0.28903703703703704</c:v>
                </c:pt>
                <c:pt idx="8900">
                  <c:v>0.28903703703703704</c:v>
                </c:pt>
                <c:pt idx="8901">
                  <c:v>0.28903703703703704</c:v>
                </c:pt>
                <c:pt idx="8902">
                  <c:v>0.28903703703703704</c:v>
                </c:pt>
                <c:pt idx="8903">
                  <c:v>0.28903703703703704</c:v>
                </c:pt>
                <c:pt idx="8904">
                  <c:v>0.28918518518518521</c:v>
                </c:pt>
                <c:pt idx="8905">
                  <c:v>0.28918518518518521</c:v>
                </c:pt>
                <c:pt idx="8906">
                  <c:v>0.28918518518518521</c:v>
                </c:pt>
                <c:pt idx="8907">
                  <c:v>0.28933333333333333</c:v>
                </c:pt>
                <c:pt idx="8908">
                  <c:v>0.28948148148148151</c:v>
                </c:pt>
                <c:pt idx="8909">
                  <c:v>0.28962962962962963</c:v>
                </c:pt>
                <c:pt idx="8910">
                  <c:v>0.28962962962962963</c:v>
                </c:pt>
                <c:pt idx="8911">
                  <c:v>0.2897777777777778</c:v>
                </c:pt>
                <c:pt idx="8912">
                  <c:v>0.28992592592592592</c:v>
                </c:pt>
                <c:pt idx="8913">
                  <c:v>0.28992592592592592</c:v>
                </c:pt>
                <c:pt idx="8914">
                  <c:v>0.28992592592592592</c:v>
                </c:pt>
                <c:pt idx="8915">
                  <c:v>0.2900740740740741</c:v>
                </c:pt>
                <c:pt idx="8916">
                  <c:v>0.29022222222222221</c:v>
                </c:pt>
                <c:pt idx="8917">
                  <c:v>0.29037037037037039</c:v>
                </c:pt>
                <c:pt idx="8918">
                  <c:v>0.29051851851851851</c:v>
                </c:pt>
                <c:pt idx="8919">
                  <c:v>0.29051851851851851</c:v>
                </c:pt>
                <c:pt idx="8920">
                  <c:v>0.29051851851851851</c:v>
                </c:pt>
                <c:pt idx="8921">
                  <c:v>0.29051851851851851</c:v>
                </c:pt>
                <c:pt idx="8922">
                  <c:v>0.29066666666666668</c:v>
                </c:pt>
                <c:pt idx="8923">
                  <c:v>0.29066666666666668</c:v>
                </c:pt>
                <c:pt idx="8924">
                  <c:v>0.29066666666666668</c:v>
                </c:pt>
                <c:pt idx="8925">
                  <c:v>0.2908148148148148</c:v>
                </c:pt>
                <c:pt idx="8926">
                  <c:v>0.29096296296296298</c:v>
                </c:pt>
                <c:pt idx="8927">
                  <c:v>0.29096296296296298</c:v>
                </c:pt>
                <c:pt idx="8928">
                  <c:v>0.29096296296296298</c:v>
                </c:pt>
                <c:pt idx="8929">
                  <c:v>0.29096296296296298</c:v>
                </c:pt>
                <c:pt idx="8930">
                  <c:v>0.29096296296296298</c:v>
                </c:pt>
                <c:pt idx="8931">
                  <c:v>0.29096296296296298</c:v>
                </c:pt>
                <c:pt idx="8932">
                  <c:v>0.29096296296296298</c:v>
                </c:pt>
                <c:pt idx="8933">
                  <c:v>0.29096296296296298</c:v>
                </c:pt>
                <c:pt idx="8934">
                  <c:v>0.29096296296296298</c:v>
                </c:pt>
                <c:pt idx="8935">
                  <c:v>0.29096296296296298</c:v>
                </c:pt>
                <c:pt idx="8936">
                  <c:v>0.29096296296296298</c:v>
                </c:pt>
                <c:pt idx="8937">
                  <c:v>0.29096296296296298</c:v>
                </c:pt>
                <c:pt idx="8938">
                  <c:v>0.2911111111111111</c:v>
                </c:pt>
                <c:pt idx="8939">
                  <c:v>0.2911111111111111</c:v>
                </c:pt>
                <c:pt idx="8940">
                  <c:v>0.2911111111111111</c:v>
                </c:pt>
                <c:pt idx="8941">
                  <c:v>0.2911111111111111</c:v>
                </c:pt>
                <c:pt idx="8942">
                  <c:v>0.29125925925925927</c:v>
                </c:pt>
                <c:pt idx="8943">
                  <c:v>0.29140740740740739</c:v>
                </c:pt>
                <c:pt idx="8944">
                  <c:v>0.29140740740740739</c:v>
                </c:pt>
                <c:pt idx="8945">
                  <c:v>0.29140740740740739</c:v>
                </c:pt>
                <c:pt idx="8946">
                  <c:v>0.29140740740740739</c:v>
                </c:pt>
                <c:pt idx="8947">
                  <c:v>0.29140740740740739</c:v>
                </c:pt>
                <c:pt idx="8948">
                  <c:v>0.29155555555555557</c:v>
                </c:pt>
                <c:pt idx="8949">
                  <c:v>0.29155555555555557</c:v>
                </c:pt>
                <c:pt idx="8950">
                  <c:v>0.29155555555555557</c:v>
                </c:pt>
                <c:pt idx="8951">
                  <c:v>0.29155555555555557</c:v>
                </c:pt>
                <c:pt idx="8952">
                  <c:v>0.29155555555555557</c:v>
                </c:pt>
                <c:pt idx="8953">
                  <c:v>0.29155555555555557</c:v>
                </c:pt>
                <c:pt idx="8954">
                  <c:v>0.29155555555555557</c:v>
                </c:pt>
                <c:pt idx="8955">
                  <c:v>0.29155555555555557</c:v>
                </c:pt>
                <c:pt idx="8956">
                  <c:v>0.29155555555555557</c:v>
                </c:pt>
                <c:pt idx="8957">
                  <c:v>0.29155555555555557</c:v>
                </c:pt>
                <c:pt idx="8958">
                  <c:v>0.29155555555555557</c:v>
                </c:pt>
                <c:pt idx="8959">
                  <c:v>0.29170370370370369</c:v>
                </c:pt>
                <c:pt idx="8960">
                  <c:v>0.29170370370370369</c:v>
                </c:pt>
                <c:pt idx="8961">
                  <c:v>0.29170370370370369</c:v>
                </c:pt>
                <c:pt idx="8962">
                  <c:v>0.29185185185185186</c:v>
                </c:pt>
                <c:pt idx="8963">
                  <c:v>0.29185185185185186</c:v>
                </c:pt>
                <c:pt idx="8964">
                  <c:v>0.29199999999999998</c:v>
                </c:pt>
                <c:pt idx="8965">
                  <c:v>0.29199999999999998</c:v>
                </c:pt>
                <c:pt idx="8966">
                  <c:v>0.29199999999999998</c:v>
                </c:pt>
                <c:pt idx="8967">
                  <c:v>0.29214814814814816</c:v>
                </c:pt>
                <c:pt idx="8968">
                  <c:v>0.29214814814814816</c:v>
                </c:pt>
                <c:pt idx="8969">
                  <c:v>0.29229629629629628</c:v>
                </c:pt>
                <c:pt idx="8970">
                  <c:v>0.29229629629629628</c:v>
                </c:pt>
                <c:pt idx="8971">
                  <c:v>0.29229629629629628</c:v>
                </c:pt>
                <c:pt idx="8972">
                  <c:v>0.29229629629629628</c:v>
                </c:pt>
                <c:pt idx="8973">
                  <c:v>0.29244444444444445</c:v>
                </c:pt>
                <c:pt idx="8974">
                  <c:v>0.29244444444444445</c:v>
                </c:pt>
                <c:pt idx="8975">
                  <c:v>0.29244444444444445</c:v>
                </c:pt>
                <c:pt idx="8976">
                  <c:v>0.29259259259259257</c:v>
                </c:pt>
                <c:pt idx="8977">
                  <c:v>0.29274074074074075</c:v>
                </c:pt>
                <c:pt idx="8978">
                  <c:v>0.29274074074074075</c:v>
                </c:pt>
                <c:pt idx="8979">
                  <c:v>0.29288888888888887</c:v>
                </c:pt>
                <c:pt idx="8980">
                  <c:v>0.29288888888888887</c:v>
                </c:pt>
                <c:pt idx="8981">
                  <c:v>0.29288888888888887</c:v>
                </c:pt>
                <c:pt idx="8982">
                  <c:v>0.29288888888888887</c:v>
                </c:pt>
                <c:pt idx="8983">
                  <c:v>0.29288888888888887</c:v>
                </c:pt>
                <c:pt idx="8984">
                  <c:v>0.29288888888888887</c:v>
                </c:pt>
                <c:pt idx="8985">
                  <c:v>0.29303703703703704</c:v>
                </c:pt>
                <c:pt idx="8986">
                  <c:v>0.29318518518518516</c:v>
                </c:pt>
                <c:pt idx="8987">
                  <c:v>0.29318518518518516</c:v>
                </c:pt>
                <c:pt idx="8988">
                  <c:v>0.29318518518518516</c:v>
                </c:pt>
                <c:pt idx="8989">
                  <c:v>0.29318518518518516</c:v>
                </c:pt>
                <c:pt idx="8990">
                  <c:v>0.29333333333333333</c:v>
                </c:pt>
                <c:pt idx="8991">
                  <c:v>0.29333333333333333</c:v>
                </c:pt>
                <c:pt idx="8992">
                  <c:v>0.29333333333333333</c:v>
                </c:pt>
                <c:pt idx="8993">
                  <c:v>0.29333333333333333</c:v>
                </c:pt>
                <c:pt idx="8994">
                  <c:v>0.29333333333333333</c:v>
                </c:pt>
                <c:pt idx="8995">
                  <c:v>0.29333333333333333</c:v>
                </c:pt>
                <c:pt idx="8996">
                  <c:v>0.29333333333333333</c:v>
                </c:pt>
                <c:pt idx="8997">
                  <c:v>0.29333333333333333</c:v>
                </c:pt>
                <c:pt idx="8998">
                  <c:v>0.29333333333333333</c:v>
                </c:pt>
                <c:pt idx="8999">
                  <c:v>0.29333333333333333</c:v>
                </c:pt>
                <c:pt idx="9000">
                  <c:v>0.29333333333333333</c:v>
                </c:pt>
                <c:pt idx="9001">
                  <c:v>0.29333333333333333</c:v>
                </c:pt>
                <c:pt idx="9002">
                  <c:v>0.29333333333333333</c:v>
                </c:pt>
                <c:pt idx="9003">
                  <c:v>0.29333333333333333</c:v>
                </c:pt>
                <c:pt idx="9004">
                  <c:v>0.29348148148148145</c:v>
                </c:pt>
                <c:pt idx="9005">
                  <c:v>0.29348148148148145</c:v>
                </c:pt>
                <c:pt idx="9006">
                  <c:v>0.29348148148148145</c:v>
                </c:pt>
                <c:pt idx="9007">
                  <c:v>0.29348148148148145</c:v>
                </c:pt>
                <c:pt idx="9008">
                  <c:v>0.29348148148148145</c:v>
                </c:pt>
                <c:pt idx="9009">
                  <c:v>0.29348148148148145</c:v>
                </c:pt>
                <c:pt idx="9010">
                  <c:v>0.29362962962962963</c:v>
                </c:pt>
                <c:pt idx="9011">
                  <c:v>0.29362962962962963</c:v>
                </c:pt>
                <c:pt idx="9012">
                  <c:v>0.29362962962962963</c:v>
                </c:pt>
                <c:pt idx="9013">
                  <c:v>0.29362962962962963</c:v>
                </c:pt>
                <c:pt idx="9014">
                  <c:v>0.29362962962962963</c:v>
                </c:pt>
                <c:pt idx="9015">
                  <c:v>0.29362962962962963</c:v>
                </c:pt>
                <c:pt idx="9016">
                  <c:v>0.2937777777777778</c:v>
                </c:pt>
                <c:pt idx="9017">
                  <c:v>0.29392592592592592</c:v>
                </c:pt>
                <c:pt idx="9018">
                  <c:v>0.2940740740740741</c:v>
                </c:pt>
                <c:pt idx="9019">
                  <c:v>0.2940740740740741</c:v>
                </c:pt>
                <c:pt idx="9020">
                  <c:v>0.2940740740740741</c:v>
                </c:pt>
                <c:pt idx="9021">
                  <c:v>0.2940740740740741</c:v>
                </c:pt>
                <c:pt idx="9022">
                  <c:v>0.2940740740740741</c:v>
                </c:pt>
                <c:pt idx="9023">
                  <c:v>0.2940740740740741</c:v>
                </c:pt>
                <c:pt idx="9024">
                  <c:v>0.2940740740740741</c:v>
                </c:pt>
                <c:pt idx="9025">
                  <c:v>0.29422222222222222</c:v>
                </c:pt>
                <c:pt idx="9026">
                  <c:v>0.29422222222222222</c:v>
                </c:pt>
                <c:pt idx="9027">
                  <c:v>0.29422222222222222</c:v>
                </c:pt>
                <c:pt idx="9028">
                  <c:v>0.29422222222222222</c:v>
                </c:pt>
                <c:pt idx="9029">
                  <c:v>0.29437037037037039</c:v>
                </c:pt>
                <c:pt idx="9030">
                  <c:v>0.29437037037037039</c:v>
                </c:pt>
                <c:pt idx="9031">
                  <c:v>0.29437037037037039</c:v>
                </c:pt>
                <c:pt idx="9032">
                  <c:v>0.29451851851851851</c:v>
                </c:pt>
                <c:pt idx="9033">
                  <c:v>0.29466666666666669</c:v>
                </c:pt>
                <c:pt idx="9034">
                  <c:v>0.29466666666666669</c:v>
                </c:pt>
                <c:pt idx="9035">
                  <c:v>0.29466666666666669</c:v>
                </c:pt>
                <c:pt idx="9036">
                  <c:v>0.29481481481481481</c:v>
                </c:pt>
                <c:pt idx="9037">
                  <c:v>0.29481481481481481</c:v>
                </c:pt>
                <c:pt idx="9038">
                  <c:v>0.29496296296296298</c:v>
                </c:pt>
                <c:pt idx="9039">
                  <c:v>0.29496296296296298</c:v>
                </c:pt>
                <c:pt idx="9040">
                  <c:v>0.29496296296296298</c:v>
                </c:pt>
                <c:pt idx="9041">
                  <c:v>0.29496296296296298</c:v>
                </c:pt>
                <c:pt idx="9042">
                  <c:v>0.29496296296296298</c:v>
                </c:pt>
                <c:pt idx="9043">
                  <c:v>0.2951111111111111</c:v>
                </c:pt>
                <c:pt idx="9044">
                  <c:v>0.2951111111111111</c:v>
                </c:pt>
                <c:pt idx="9045">
                  <c:v>0.2951111111111111</c:v>
                </c:pt>
                <c:pt idx="9046">
                  <c:v>0.2951111111111111</c:v>
                </c:pt>
                <c:pt idx="9047">
                  <c:v>0.2951111111111111</c:v>
                </c:pt>
                <c:pt idx="9048">
                  <c:v>0.29525925925925928</c:v>
                </c:pt>
                <c:pt idx="9049">
                  <c:v>0.29525925925925928</c:v>
                </c:pt>
                <c:pt idx="9050">
                  <c:v>0.29525925925925928</c:v>
                </c:pt>
                <c:pt idx="9051">
                  <c:v>0.29525925925925928</c:v>
                </c:pt>
                <c:pt idx="9052">
                  <c:v>0.2954074074074074</c:v>
                </c:pt>
                <c:pt idx="9053">
                  <c:v>0.2954074074074074</c:v>
                </c:pt>
                <c:pt idx="9054">
                  <c:v>0.2954074074074074</c:v>
                </c:pt>
                <c:pt idx="9055">
                  <c:v>0.29555555555555557</c:v>
                </c:pt>
                <c:pt idx="9056">
                  <c:v>0.29555555555555557</c:v>
                </c:pt>
                <c:pt idx="9057">
                  <c:v>0.29570370370370369</c:v>
                </c:pt>
                <c:pt idx="9058">
                  <c:v>0.29570370370370369</c:v>
                </c:pt>
                <c:pt idx="9059">
                  <c:v>0.29570370370370369</c:v>
                </c:pt>
                <c:pt idx="9060">
                  <c:v>0.29570370370370369</c:v>
                </c:pt>
                <c:pt idx="9061">
                  <c:v>0.29570370370370369</c:v>
                </c:pt>
                <c:pt idx="9062">
                  <c:v>0.29570370370370369</c:v>
                </c:pt>
                <c:pt idx="9063">
                  <c:v>0.29570370370370369</c:v>
                </c:pt>
                <c:pt idx="9064">
                  <c:v>0.29570370370370369</c:v>
                </c:pt>
                <c:pt idx="9065">
                  <c:v>0.29570370370370369</c:v>
                </c:pt>
                <c:pt idx="9066">
                  <c:v>0.29570370370370369</c:v>
                </c:pt>
                <c:pt idx="9067">
                  <c:v>0.29570370370370369</c:v>
                </c:pt>
                <c:pt idx="9068">
                  <c:v>0.29570370370370369</c:v>
                </c:pt>
                <c:pt idx="9069">
                  <c:v>0.29570370370370369</c:v>
                </c:pt>
                <c:pt idx="9070">
                  <c:v>0.29585185185185187</c:v>
                </c:pt>
                <c:pt idx="9071">
                  <c:v>0.29585185185185187</c:v>
                </c:pt>
                <c:pt idx="9072">
                  <c:v>0.29599999999999999</c:v>
                </c:pt>
                <c:pt idx="9073">
                  <c:v>0.29599999999999999</c:v>
                </c:pt>
                <c:pt idx="9074">
                  <c:v>0.29599999999999999</c:v>
                </c:pt>
                <c:pt idx="9075">
                  <c:v>0.29599999999999999</c:v>
                </c:pt>
                <c:pt idx="9076">
                  <c:v>0.29599999999999999</c:v>
                </c:pt>
                <c:pt idx="9077">
                  <c:v>0.29599999999999999</c:v>
                </c:pt>
                <c:pt idx="9078">
                  <c:v>0.29599999999999999</c:v>
                </c:pt>
                <c:pt idx="9079">
                  <c:v>0.29599999999999999</c:v>
                </c:pt>
                <c:pt idx="9080">
                  <c:v>0.29599999999999999</c:v>
                </c:pt>
                <c:pt idx="9081">
                  <c:v>0.29599999999999999</c:v>
                </c:pt>
                <c:pt idx="9082">
                  <c:v>0.29599999999999999</c:v>
                </c:pt>
                <c:pt idx="9083">
                  <c:v>0.29599999999999999</c:v>
                </c:pt>
                <c:pt idx="9084">
                  <c:v>0.29599999999999999</c:v>
                </c:pt>
                <c:pt idx="9085">
                  <c:v>0.29599999999999999</c:v>
                </c:pt>
                <c:pt idx="9086">
                  <c:v>0.29614814814814816</c:v>
                </c:pt>
                <c:pt idx="9087">
                  <c:v>0.29629629629629628</c:v>
                </c:pt>
                <c:pt idx="9088">
                  <c:v>0.29629629629629628</c:v>
                </c:pt>
                <c:pt idx="9089">
                  <c:v>0.29629629629629628</c:v>
                </c:pt>
                <c:pt idx="9090">
                  <c:v>0.29629629629629628</c:v>
                </c:pt>
                <c:pt idx="9091">
                  <c:v>0.29629629629629628</c:v>
                </c:pt>
                <c:pt idx="9092">
                  <c:v>0.29629629629629628</c:v>
                </c:pt>
                <c:pt idx="9093">
                  <c:v>0.29629629629629628</c:v>
                </c:pt>
                <c:pt idx="9094">
                  <c:v>0.29644444444444445</c:v>
                </c:pt>
                <c:pt idx="9095">
                  <c:v>0.29644444444444445</c:v>
                </c:pt>
                <c:pt idx="9096">
                  <c:v>0.29644444444444445</c:v>
                </c:pt>
                <c:pt idx="9097">
                  <c:v>0.29644444444444445</c:v>
                </c:pt>
                <c:pt idx="9098">
                  <c:v>0.29644444444444445</c:v>
                </c:pt>
                <c:pt idx="9099">
                  <c:v>0.29644444444444445</c:v>
                </c:pt>
                <c:pt idx="9100">
                  <c:v>0.29644444444444445</c:v>
                </c:pt>
                <c:pt idx="9101">
                  <c:v>0.29644444444444445</c:v>
                </c:pt>
                <c:pt idx="9102">
                  <c:v>0.29644444444444445</c:v>
                </c:pt>
                <c:pt idx="9103">
                  <c:v>0.29644444444444445</c:v>
                </c:pt>
                <c:pt idx="9104">
                  <c:v>0.29644444444444445</c:v>
                </c:pt>
                <c:pt idx="9105">
                  <c:v>0.29659259259259257</c:v>
                </c:pt>
                <c:pt idx="9106">
                  <c:v>0.29659259259259257</c:v>
                </c:pt>
                <c:pt idx="9107">
                  <c:v>0.29659259259259257</c:v>
                </c:pt>
                <c:pt idx="9108">
                  <c:v>0.29659259259259257</c:v>
                </c:pt>
                <c:pt idx="9109">
                  <c:v>0.29659259259259257</c:v>
                </c:pt>
                <c:pt idx="9110">
                  <c:v>0.29659259259259257</c:v>
                </c:pt>
                <c:pt idx="9111">
                  <c:v>0.29659259259259257</c:v>
                </c:pt>
                <c:pt idx="9112">
                  <c:v>0.29659259259259257</c:v>
                </c:pt>
                <c:pt idx="9113">
                  <c:v>0.29659259259259257</c:v>
                </c:pt>
                <c:pt idx="9114">
                  <c:v>0.29659259259259257</c:v>
                </c:pt>
                <c:pt idx="9115">
                  <c:v>0.29659259259259257</c:v>
                </c:pt>
                <c:pt idx="9116">
                  <c:v>0.29674074074074075</c:v>
                </c:pt>
                <c:pt idx="9117">
                  <c:v>0.29674074074074075</c:v>
                </c:pt>
                <c:pt idx="9118">
                  <c:v>0.29674074074074075</c:v>
                </c:pt>
                <c:pt idx="9119">
                  <c:v>0.29674074074074075</c:v>
                </c:pt>
                <c:pt idx="9120">
                  <c:v>0.29674074074074075</c:v>
                </c:pt>
                <c:pt idx="9121">
                  <c:v>0.29674074074074075</c:v>
                </c:pt>
                <c:pt idx="9122">
                  <c:v>0.29674074074074075</c:v>
                </c:pt>
                <c:pt idx="9123">
                  <c:v>0.29674074074074075</c:v>
                </c:pt>
                <c:pt idx="9124">
                  <c:v>0.29688888888888887</c:v>
                </c:pt>
                <c:pt idx="9125">
                  <c:v>0.29703703703703704</c:v>
                </c:pt>
                <c:pt idx="9126">
                  <c:v>0.29703703703703704</c:v>
                </c:pt>
                <c:pt idx="9127">
                  <c:v>0.29703703703703704</c:v>
                </c:pt>
                <c:pt idx="9128">
                  <c:v>0.29703703703703704</c:v>
                </c:pt>
                <c:pt idx="9129">
                  <c:v>0.29703703703703704</c:v>
                </c:pt>
                <c:pt idx="9130">
                  <c:v>0.29718518518518516</c:v>
                </c:pt>
                <c:pt idx="9131">
                  <c:v>0.29718518518518516</c:v>
                </c:pt>
                <c:pt idx="9132">
                  <c:v>0.29718518518518516</c:v>
                </c:pt>
                <c:pt idx="9133">
                  <c:v>0.29718518518518516</c:v>
                </c:pt>
                <c:pt idx="9134">
                  <c:v>0.29718518518518516</c:v>
                </c:pt>
                <c:pt idx="9135">
                  <c:v>0.29733333333333334</c:v>
                </c:pt>
                <c:pt idx="9136">
                  <c:v>0.29733333333333334</c:v>
                </c:pt>
                <c:pt idx="9137">
                  <c:v>0.29733333333333334</c:v>
                </c:pt>
                <c:pt idx="9138">
                  <c:v>0.29733333333333334</c:v>
                </c:pt>
                <c:pt idx="9139">
                  <c:v>0.29733333333333334</c:v>
                </c:pt>
                <c:pt idx="9140">
                  <c:v>0.29733333333333334</c:v>
                </c:pt>
                <c:pt idx="9141">
                  <c:v>0.29733333333333334</c:v>
                </c:pt>
                <c:pt idx="9142">
                  <c:v>0.29733333333333334</c:v>
                </c:pt>
                <c:pt idx="9143">
                  <c:v>0.29748148148148146</c:v>
                </c:pt>
                <c:pt idx="9144">
                  <c:v>0.29762962962962963</c:v>
                </c:pt>
                <c:pt idx="9145">
                  <c:v>0.29762962962962963</c:v>
                </c:pt>
                <c:pt idx="9146">
                  <c:v>0.29762962962962963</c:v>
                </c:pt>
                <c:pt idx="9147">
                  <c:v>0.29762962962962963</c:v>
                </c:pt>
                <c:pt idx="9148">
                  <c:v>0.29762962962962963</c:v>
                </c:pt>
                <c:pt idx="9149">
                  <c:v>0.29777777777777775</c:v>
                </c:pt>
                <c:pt idx="9150">
                  <c:v>0.29777777777777775</c:v>
                </c:pt>
                <c:pt idx="9151">
                  <c:v>0.29792592592592593</c:v>
                </c:pt>
                <c:pt idx="9152">
                  <c:v>0.29807407407407405</c:v>
                </c:pt>
                <c:pt idx="9153">
                  <c:v>0.29807407407407405</c:v>
                </c:pt>
                <c:pt idx="9154">
                  <c:v>0.29807407407407405</c:v>
                </c:pt>
                <c:pt idx="9155">
                  <c:v>0.29807407407407405</c:v>
                </c:pt>
                <c:pt idx="9156">
                  <c:v>0.29807407407407405</c:v>
                </c:pt>
                <c:pt idx="9157">
                  <c:v>0.29807407407407405</c:v>
                </c:pt>
                <c:pt idx="9158">
                  <c:v>0.29822222222222222</c:v>
                </c:pt>
                <c:pt idx="9159">
                  <c:v>0.2983703703703704</c:v>
                </c:pt>
                <c:pt idx="9160">
                  <c:v>0.2983703703703704</c:v>
                </c:pt>
                <c:pt idx="9161">
                  <c:v>0.2983703703703704</c:v>
                </c:pt>
                <c:pt idx="9162">
                  <c:v>0.2983703703703704</c:v>
                </c:pt>
                <c:pt idx="9163">
                  <c:v>0.29851851851851852</c:v>
                </c:pt>
                <c:pt idx="9164">
                  <c:v>0.29851851851851852</c:v>
                </c:pt>
                <c:pt idx="9165">
                  <c:v>0.29851851851851852</c:v>
                </c:pt>
                <c:pt idx="9166">
                  <c:v>0.29851851851851852</c:v>
                </c:pt>
                <c:pt idx="9167">
                  <c:v>0.29851851851851852</c:v>
                </c:pt>
                <c:pt idx="9168">
                  <c:v>0.29851851851851852</c:v>
                </c:pt>
                <c:pt idx="9169">
                  <c:v>0.29851851851851852</c:v>
                </c:pt>
                <c:pt idx="9170">
                  <c:v>0.29851851851851852</c:v>
                </c:pt>
                <c:pt idx="9171">
                  <c:v>0.29851851851851852</c:v>
                </c:pt>
                <c:pt idx="9172">
                  <c:v>0.29851851851851852</c:v>
                </c:pt>
                <c:pt idx="9173">
                  <c:v>0.29851851851851852</c:v>
                </c:pt>
                <c:pt idx="9174">
                  <c:v>0.29851851851851852</c:v>
                </c:pt>
                <c:pt idx="9175">
                  <c:v>0.29866666666666669</c:v>
                </c:pt>
                <c:pt idx="9176">
                  <c:v>0.29866666666666669</c:v>
                </c:pt>
                <c:pt idx="9177">
                  <c:v>0.29881481481481481</c:v>
                </c:pt>
                <c:pt idx="9178">
                  <c:v>0.29881481481481481</c:v>
                </c:pt>
                <c:pt idx="9179">
                  <c:v>0.29881481481481481</c:v>
                </c:pt>
                <c:pt idx="9180">
                  <c:v>0.29881481481481481</c:v>
                </c:pt>
                <c:pt idx="9181">
                  <c:v>0.29881481481481481</c:v>
                </c:pt>
                <c:pt idx="9182">
                  <c:v>0.29896296296296299</c:v>
                </c:pt>
                <c:pt idx="9183">
                  <c:v>0.29896296296296299</c:v>
                </c:pt>
                <c:pt idx="9184">
                  <c:v>0.29896296296296299</c:v>
                </c:pt>
                <c:pt idx="9185">
                  <c:v>0.29896296296296299</c:v>
                </c:pt>
                <c:pt idx="9186">
                  <c:v>0.29911111111111111</c:v>
                </c:pt>
                <c:pt idx="9187">
                  <c:v>0.29925925925925928</c:v>
                </c:pt>
                <c:pt idx="9188">
                  <c:v>0.2994074074074074</c:v>
                </c:pt>
                <c:pt idx="9189">
                  <c:v>0.2994074074074074</c:v>
                </c:pt>
                <c:pt idx="9190">
                  <c:v>0.2994074074074074</c:v>
                </c:pt>
                <c:pt idx="9191">
                  <c:v>0.2994074074074074</c:v>
                </c:pt>
                <c:pt idx="9192">
                  <c:v>0.29955555555555557</c:v>
                </c:pt>
                <c:pt idx="9193">
                  <c:v>0.29955555555555557</c:v>
                </c:pt>
                <c:pt idx="9194">
                  <c:v>0.29955555555555557</c:v>
                </c:pt>
                <c:pt idx="9195">
                  <c:v>0.29955555555555557</c:v>
                </c:pt>
                <c:pt idx="9196">
                  <c:v>0.29955555555555557</c:v>
                </c:pt>
                <c:pt idx="9197">
                  <c:v>0.29955555555555557</c:v>
                </c:pt>
                <c:pt idx="9198">
                  <c:v>0.29955555555555557</c:v>
                </c:pt>
                <c:pt idx="9199">
                  <c:v>0.29955555555555557</c:v>
                </c:pt>
                <c:pt idx="9200">
                  <c:v>0.29970370370370369</c:v>
                </c:pt>
                <c:pt idx="9201">
                  <c:v>0.29985185185185187</c:v>
                </c:pt>
                <c:pt idx="9202">
                  <c:v>0.29985185185185187</c:v>
                </c:pt>
                <c:pt idx="9203">
                  <c:v>0.3</c:v>
                </c:pt>
                <c:pt idx="9204">
                  <c:v>0.30014814814814816</c:v>
                </c:pt>
                <c:pt idx="9205">
                  <c:v>0.30014814814814816</c:v>
                </c:pt>
                <c:pt idx="9206">
                  <c:v>0.30014814814814816</c:v>
                </c:pt>
                <c:pt idx="9207">
                  <c:v>0.30014814814814816</c:v>
                </c:pt>
                <c:pt idx="9208">
                  <c:v>0.30014814814814816</c:v>
                </c:pt>
                <c:pt idx="9209">
                  <c:v>0.30029629629629628</c:v>
                </c:pt>
                <c:pt idx="9210">
                  <c:v>0.30044444444444446</c:v>
                </c:pt>
                <c:pt idx="9211">
                  <c:v>0.30044444444444446</c:v>
                </c:pt>
                <c:pt idx="9212">
                  <c:v>0.30044444444444446</c:v>
                </c:pt>
                <c:pt idx="9213">
                  <c:v>0.30044444444444446</c:v>
                </c:pt>
                <c:pt idx="9214">
                  <c:v>0.30044444444444446</c:v>
                </c:pt>
                <c:pt idx="9215">
                  <c:v>0.30044444444444446</c:v>
                </c:pt>
                <c:pt idx="9216">
                  <c:v>0.30044444444444446</c:v>
                </c:pt>
                <c:pt idx="9217">
                  <c:v>0.30044444444444446</c:v>
                </c:pt>
                <c:pt idx="9218">
                  <c:v>0.30059259259259258</c:v>
                </c:pt>
                <c:pt idx="9219">
                  <c:v>0.30074074074074075</c:v>
                </c:pt>
                <c:pt idx="9220">
                  <c:v>0.30088888888888887</c:v>
                </c:pt>
                <c:pt idx="9221">
                  <c:v>0.30088888888888887</c:v>
                </c:pt>
                <c:pt idx="9222">
                  <c:v>0.30088888888888887</c:v>
                </c:pt>
                <c:pt idx="9223">
                  <c:v>0.30088888888888887</c:v>
                </c:pt>
                <c:pt idx="9224">
                  <c:v>0.30088888888888887</c:v>
                </c:pt>
                <c:pt idx="9225">
                  <c:v>0.30088888888888887</c:v>
                </c:pt>
                <c:pt idx="9226">
                  <c:v>0.30103703703703705</c:v>
                </c:pt>
                <c:pt idx="9227">
                  <c:v>0.30103703703703705</c:v>
                </c:pt>
                <c:pt idx="9228">
                  <c:v>0.30118518518518517</c:v>
                </c:pt>
                <c:pt idx="9229">
                  <c:v>0.30133333333333334</c:v>
                </c:pt>
                <c:pt idx="9230">
                  <c:v>0.30133333333333334</c:v>
                </c:pt>
                <c:pt idx="9231">
                  <c:v>0.30133333333333334</c:v>
                </c:pt>
                <c:pt idx="9232">
                  <c:v>0.30133333333333334</c:v>
                </c:pt>
                <c:pt idx="9233">
                  <c:v>0.30133333333333334</c:v>
                </c:pt>
                <c:pt idx="9234">
                  <c:v>0.30148148148148146</c:v>
                </c:pt>
                <c:pt idx="9235">
                  <c:v>0.30148148148148146</c:v>
                </c:pt>
                <c:pt idx="9236">
                  <c:v>0.30148148148148146</c:v>
                </c:pt>
                <c:pt idx="9237">
                  <c:v>0.30148148148148146</c:v>
                </c:pt>
                <c:pt idx="9238">
                  <c:v>0.30148148148148146</c:v>
                </c:pt>
                <c:pt idx="9239">
                  <c:v>0.30162962962962964</c:v>
                </c:pt>
                <c:pt idx="9240">
                  <c:v>0.30162962962962964</c:v>
                </c:pt>
                <c:pt idx="9241">
                  <c:v>0.30162962962962964</c:v>
                </c:pt>
                <c:pt idx="9242">
                  <c:v>0.30177777777777776</c:v>
                </c:pt>
                <c:pt idx="9243">
                  <c:v>0.30177777777777776</c:v>
                </c:pt>
                <c:pt idx="9244">
                  <c:v>0.30177777777777776</c:v>
                </c:pt>
                <c:pt idx="9245">
                  <c:v>0.30177777777777776</c:v>
                </c:pt>
                <c:pt idx="9246">
                  <c:v>0.30177777777777776</c:v>
                </c:pt>
                <c:pt idx="9247">
                  <c:v>0.30192592592592593</c:v>
                </c:pt>
                <c:pt idx="9248">
                  <c:v>0.30192592592592593</c:v>
                </c:pt>
                <c:pt idx="9249">
                  <c:v>0.30207407407407405</c:v>
                </c:pt>
                <c:pt idx="9250">
                  <c:v>0.30207407407407405</c:v>
                </c:pt>
                <c:pt idx="9251">
                  <c:v>0.30222222222222223</c:v>
                </c:pt>
                <c:pt idx="9252">
                  <c:v>0.30222222222222223</c:v>
                </c:pt>
                <c:pt idx="9253">
                  <c:v>0.30222222222222223</c:v>
                </c:pt>
                <c:pt idx="9254">
                  <c:v>0.30222222222222223</c:v>
                </c:pt>
                <c:pt idx="9255">
                  <c:v>0.30237037037037034</c:v>
                </c:pt>
                <c:pt idx="9256">
                  <c:v>0.30237037037037034</c:v>
                </c:pt>
                <c:pt idx="9257">
                  <c:v>0.30237037037037034</c:v>
                </c:pt>
                <c:pt idx="9258">
                  <c:v>0.30237037037037034</c:v>
                </c:pt>
                <c:pt idx="9259">
                  <c:v>0.30237037037037034</c:v>
                </c:pt>
                <c:pt idx="9260">
                  <c:v>0.30251851851851852</c:v>
                </c:pt>
                <c:pt idx="9261">
                  <c:v>0.30251851851851852</c:v>
                </c:pt>
                <c:pt idx="9262">
                  <c:v>0.30251851851851852</c:v>
                </c:pt>
                <c:pt idx="9263">
                  <c:v>0.30266666666666664</c:v>
                </c:pt>
                <c:pt idx="9264">
                  <c:v>0.30266666666666664</c:v>
                </c:pt>
                <c:pt idx="9265">
                  <c:v>0.30266666666666664</c:v>
                </c:pt>
                <c:pt idx="9266">
                  <c:v>0.30266666666666664</c:v>
                </c:pt>
                <c:pt idx="9267">
                  <c:v>0.30266666666666664</c:v>
                </c:pt>
                <c:pt idx="9268">
                  <c:v>0.30281481481481481</c:v>
                </c:pt>
                <c:pt idx="9269">
                  <c:v>0.30281481481481481</c:v>
                </c:pt>
                <c:pt idx="9270">
                  <c:v>0.30281481481481481</c:v>
                </c:pt>
                <c:pt idx="9271">
                  <c:v>0.30296296296296299</c:v>
                </c:pt>
                <c:pt idx="9272">
                  <c:v>0.30296296296296299</c:v>
                </c:pt>
                <c:pt idx="9273">
                  <c:v>0.30296296296296299</c:v>
                </c:pt>
                <c:pt idx="9274">
                  <c:v>0.30296296296296299</c:v>
                </c:pt>
                <c:pt idx="9275">
                  <c:v>0.30296296296296299</c:v>
                </c:pt>
                <c:pt idx="9276">
                  <c:v>0.30296296296296299</c:v>
                </c:pt>
                <c:pt idx="9277">
                  <c:v>0.30296296296296299</c:v>
                </c:pt>
                <c:pt idx="9278">
                  <c:v>0.30311111111111111</c:v>
                </c:pt>
                <c:pt idx="9279">
                  <c:v>0.30325925925925928</c:v>
                </c:pt>
                <c:pt idx="9280">
                  <c:v>0.30325925925925928</c:v>
                </c:pt>
                <c:pt idx="9281">
                  <c:v>0.30325925925925928</c:v>
                </c:pt>
                <c:pt idx="9282">
                  <c:v>0.30325925925925928</c:v>
                </c:pt>
                <c:pt idx="9283">
                  <c:v>0.30325925925925928</c:v>
                </c:pt>
                <c:pt idx="9284">
                  <c:v>0.30325925925925928</c:v>
                </c:pt>
                <c:pt idx="9285">
                  <c:v>0.30325925925925928</c:v>
                </c:pt>
                <c:pt idx="9286">
                  <c:v>0.30325925925925928</c:v>
                </c:pt>
                <c:pt idx="9287">
                  <c:v>0.30325925925925928</c:v>
                </c:pt>
                <c:pt idx="9288">
                  <c:v>0.30325925925925928</c:v>
                </c:pt>
                <c:pt idx="9289">
                  <c:v>0.3034074074074074</c:v>
                </c:pt>
                <c:pt idx="9290">
                  <c:v>0.3034074074074074</c:v>
                </c:pt>
                <c:pt idx="9291">
                  <c:v>0.3034074074074074</c:v>
                </c:pt>
                <c:pt idx="9292">
                  <c:v>0.3034074074074074</c:v>
                </c:pt>
                <c:pt idx="9293">
                  <c:v>0.3034074074074074</c:v>
                </c:pt>
                <c:pt idx="9294">
                  <c:v>0.3034074074074074</c:v>
                </c:pt>
                <c:pt idx="9295">
                  <c:v>0.30355555555555558</c:v>
                </c:pt>
                <c:pt idx="9296">
                  <c:v>0.30355555555555558</c:v>
                </c:pt>
                <c:pt idx="9297">
                  <c:v>0.30355555555555558</c:v>
                </c:pt>
                <c:pt idx="9298">
                  <c:v>0.3037037037037037</c:v>
                </c:pt>
                <c:pt idx="9299">
                  <c:v>0.3037037037037037</c:v>
                </c:pt>
                <c:pt idx="9300">
                  <c:v>0.3037037037037037</c:v>
                </c:pt>
                <c:pt idx="9301">
                  <c:v>0.3037037037037037</c:v>
                </c:pt>
                <c:pt idx="9302">
                  <c:v>0.3037037037037037</c:v>
                </c:pt>
                <c:pt idx="9303">
                  <c:v>0.30385185185185187</c:v>
                </c:pt>
                <c:pt idx="9304">
                  <c:v>0.30385185185185187</c:v>
                </c:pt>
                <c:pt idx="9305">
                  <c:v>0.30399999999999999</c:v>
                </c:pt>
                <c:pt idx="9306">
                  <c:v>0.30399999999999999</c:v>
                </c:pt>
                <c:pt idx="9307">
                  <c:v>0.30414814814814817</c:v>
                </c:pt>
                <c:pt idx="9308">
                  <c:v>0.30414814814814817</c:v>
                </c:pt>
                <c:pt idx="9309">
                  <c:v>0.30414814814814817</c:v>
                </c:pt>
                <c:pt idx="9310">
                  <c:v>0.30414814814814817</c:v>
                </c:pt>
                <c:pt idx="9311">
                  <c:v>0.30414814814814817</c:v>
                </c:pt>
                <c:pt idx="9312">
                  <c:v>0.30414814814814817</c:v>
                </c:pt>
                <c:pt idx="9313">
                  <c:v>0.30414814814814817</c:v>
                </c:pt>
                <c:pt idx="9314">
                  <c:v>0.30414814814814817</c:v>
                </c:pt>
                <c:pt idx="9315">
                  <c:v>0.30414814814814817</c:v>
                </c:pt>
                <c:pt idx="9316">
                  <c:v>0.30414814814814817</c:v>
                </c:pt>
                <c:pt idx="9317">
                  <c:v>0.30429629629629629</c:v>
                </c:pt>
                <c:pt idx="9318">
                  <c:v>0.30429629629629629</c:v>
                </c:pt>
                <c:pt idx="9319">
                  <c:v>0.30429629629629629</c:v>
                </c:pt>
                <c:pt idx="9320">
                  <c:v>0.30429629629629629</c:v>
                </c:pt>
                <c:pt idx="9321">
                  <c:v>0.30444444444444446</c:v>
                </c:pt>
                <c:pt idx="9322">
                  <c:v>0.30444444444444446</c:v>
                </c:pt>
                <c:pt idx="9323">
                  <c:v>0.30444444444444446</c:v>
                </c:pt>
                <c:pt idx="9324">
                  <c:v>0.30444444444444446</c:v>
                </c:pt>
                <c:pt idx="9325">
                  <c:v>0.30444444444444446</c:v>
                </c:pt>
                <c:pt idx="9326">
                  <c:v>0.30459259259259258</c:v>
                </c:pt>
                <c:pt idx="9327">
                  <c:v>0.30459259259259258</c:v>
                </c:pt>
                <c:pt idx="9328">
                  <c:v>0.30459259259259258</c:v>
                </c:pt>
                <c:pt idx="9329">
                  <c:v>0.30474074074074076</c:v>
                </c:pt>
                <c:pt idx="9330">
                  <c:v>0.30474074074074076</c:v>
                </c:pt>
                <c:pt idx="9331">
                  <c:v>0.30488888888888888</c:v>
                </c:pt>
                <c:pt idx="9332">
                  <c:v>0.30488888888888888</c:v>
                </c:pt>
                <c:pt idx="9333">
                  <c:v>0.30503703703703705</c:v>
                </c:pt>
                <c:pt idx="9334">
                  <c:v>0.30503703703703705</c:v>
                </c:pt>
                <c:pt idx="9335">
                  <c:v>0.30503703703703705</c:v>
                </c:pt>
                <c:pt idx="9336">
                  <c:v>0.30518518518518517</c:v>
                </c:pt>
                <c:pt idx="9337">
                  <c:v>0.30533333333333335</c:v>
                </c:pt>
                <c:pt idx="9338">
                  <c:v>0.30533333333333335</c:v>
                </c:pt>
                <c:pt idx="9339">
                  <c:v>0.30533333333333335</c:v>
                </c:pt>
                <c:pt idx="9340">
                  <c:v>0.30548148148148146</c:v>
                </c:pt>
                <c:pt idx="9341">
                  <c:v>0.30562962962962964</c:v>
                </c:pt>
                <c:pt idx="9342">
                  <c:v>0.30562962962962964</c:v>
                </c:pt>
                <c:pt idx="9343">
                  <c:v>0.30562962962962964</c:v>
                </c:pt>
                <c:pt idx="9344">
                  <c:v>0.30562962962962964</c:v>
                </c:pt>
                <c:pt idx="9345">
                  <c:v>0.30577777777777776</c:v>
                </c:pt>
                <c:pt idx="9346">
                  <c:v>0.30577777777777776</c:v>
                </c:pt>
                <c:pt idx="9347">
                  <c:v>0.30577777777777776</c:v>
                </c:pt>
                <c:pt idx="9348">
                  <c:v>0.30592592592592593</c:v>
                </c:pt>
                <c:pt idx="9349">
                  <c:v>0.30607407407407405</c:v>
                </c:pt>
                <c:pt idx="9350">
                  <c:v>0.30622222222222223</c:v>
                </c:pt>
                <c:pt idx="9351">
                  <c:v>0.30622222222222223</c:v>
                </c:pt>
                <c:pt idx="9352">
                  <c:v>0.30637037037037035</c:v>
                </c:pt>
                <c:pt idx="9353">
                  <c:v>0.30637037037037035</c:v>
                </c:pt>
                <c:pt idx="9354">
                  <c:v>0.30637037037037035</c:v>
                </c:pt>
                <c:pt idx="9355">
                  <c:v>0.30637037037037035</c:v>
                </c:pt>
                <c:pt idx="9356">
                  <c:v>0.30651851851851852</c:v>
                </c:pt>
                <c:pt idx="9357">
                  <c:v>0.30666666666666664</c:v>
                </c:pt>
                <c:pt idx="9358">
                  <c:v>0.30666666666666664</c:v>
                </c:pt>
                <c:pt idx="9359">
                  <c:v>0.30681481481481482</c:v>
                </c:pt>
                <c:pt idx="9360">
                  <c:v>0.30681481481481482</c:v>
                </c:pt>
                <c:pt idx="9361">
                  <c:v>0.30681481481481482</c:v>
                </c:pt>
                <c:pt idx="9362">
                  <c:v>0.30681481481481482</c:v>
                </c:pt>
                <c:pt idx="9363">
                  <c:v>0.30696296296296294</c:v>
                </c:pt>
                <c:pt idx="9364">
                  <c:v>0.30696296296296294</c:v>
                </c:pt>
                <c:pt idx="9365">
                  <c:v>0.30696296296296294</c:v>
                </c:pt>
                <c:pt idx="9366">
                  <c:v>0.30696296296296294</c:v>
                </c:pt>
                <c:pt idx="9367">
                  <c:v>0.30696296296296294</c:v>
                </c:pt>
                <c:pt idx="9368">
                  <c:v>0.30696296296296294</c:v>
                </c:pt>
                <c:pt idx="9369">
                  <c:v>0.30711111111111111</c:v>
                </c:pt>
                <c:pt idx="9370">
                  <c:v>0.30711111111111111</c:v>
                </c:pt>
                <c:pt idx="9371">
                  <c:v>0.30711111111111111</c:v>
                </c:pt>
                <c:pt idx="9372">
                  <c:v>0.30711111111111111</c:v>
                </c:pt>
                <c:pt idx="9373">
                  <c:v>0.30711111111111111</c:v>
                </c:pt>
                <c:pt idx="9374">
                  <c:v>0.30725925925925923</c:v>
                </c:pt>
                <c:pt idx="9375">
                  <c:v>0.30725925925925923</c:v>
                </c:pt>
                <c:pt idx="9376">
                  <c:v>0.30740740740740741</c:v>
                </c:pt>
                <c:pt idx="9377">
                  <c:v>0.30740740740740741</c:v>
                </c:pt>
                <c:pt idx="9378">
                  <c:v>0.30755555555555558</c:v>
                </c:pt>
                <c:pt idx="9379">
                  <c:v>0.30755555555555558</c:v>
                </c:pt>
                <c:pt idx="9380">
                  <c:v>0.30755555555555558</c:v>
                </c:pt>
                <c:pt idx="9381">
                  <c:v>0.3077037037037037</c:v>
                </c:pt>
                <c:pt idx="9382">
                  <c:v>0.3077037037037037</c:v>
                </c:pt>
                <c:pt idx="9383">
                  <c:v>0.3077037037037037</c:v>
                </c:pt>
                <c:pt idx="9384">
                  <c:v>0.3077037037037037</c:v>
                </c:pt>
                <c:pt idx="9385">
                  <c:v>0.3077037037037037</c:v>
                </c:pt>
                <c:pt idx="9386">
                  <c:v>0.3077037037037037</c:v>
                </c:pt>
                <c:pt idx="9387">
                  <c:v>0.3077037037037037</c:v>
                </c:pt>
                <c:pt idx="9388">
                  <c:v>0.3077037037037037</c:v>
                </c:pt>
                <c:pt idx="9389">
                  <c:v>0.3077037037037037</c:v>
                </c:pt>
                <c:pt idx="9390">
                  <c:v>0.30785185185185188</c:v>
                </c:pt>
                <c:pt idx="9391">
                  <c:v>0.30785185185185188</c:v>
                </c:pt>
                <c:pt idx="9392">
                  <c:v>0.308</c:v>
                </c:pt>
                <c:pt idx="9393">
                  <c:v>0.308</c:v>
                </c:pt>
                <c:pt idx="9394">
                  <c:v>0.308</c:v>
                </c:pt>
                <c:pt idx="9395">
                  <c:v>0.308</c:v>
                </c:pt>
                <c:pt idx="9396">
                  <c:v>0.308</c:v>
                </c:pt>
                <c:pt idx="9397">
                  <c:v>0.308</c:v>
                </c:pt>
                <c:pt idx="9398">
                  <c:v>0.308</c:v>
                </c:pt>
                <c:pt idx="9399">
                  <c:v>0.308</c:v>
                </c:pt>
                <c:pt idx="9400">
                  <c:v>0.30814814814814817</c:v>
                </c:pt>
                <c:pt idx="9401">
                  <c:v>0.30814814814814817</c:v>
                </c:pt>
                <c:pt idx="9402">
                  <c:v>0.30814814814814817</c:v>
                </c:pt>
                <c:pt idx="9403">
                  <c:v>0.30814814814814817</c:v>
                </c:pt>
                <c:pt idx="9404">
                  <c:v>0.30829629629629629</c:v>
                </c:pt>
                <c:pt idx="9405">
                  <c:v>0.30844444444444447</c:v>
                </c:pt>
                <c:pt idx="9406">
                  <c:v>0.30844444444444447</c:v>
                </c:pt>
                <c:pt idx="9407">
                  <c:v>0.30844444444444447</c:v>
                </c:pt>
                <c:pt idx="9408">
                  <c:v>0.30844444444444447</c:v>
                </c:pt>
                <c:pt idx="9409">
                  <c:v>0.30859259259259259</c:v>
                </c:pt>
                <c:pt idx="9410">
                  <c:v>0.30859259259259259</c:v>
                </c:pt>
                <c:pt idx="9411">
                  <c:v>0.30859259259259259</c:v>
                </c:pt>
                <c:pt idx="9412">
                  <c:v>0.30859259259259259</c:v>
                </c:pt>
                <c:pt idx="9413">
                  <c:v>0.30859259259259259</c:v>
                </c:pt>
                <c:pt idx="9414">
                  <c:v>0.30859259259259259</c:v>
                </c:pt>
                <c:pt idx="9415">
                  <c:v>0.30859259259259259</c:v>
                </c:pt>
                <c:pt idx="9416">
                  <c:v>0.30859259259259259</c:v>
                </c:pt>
                <c:pt idx="9417">
                  <c:v>0.30874074074074076</c:v>
                </c:pt>
                <c:pt idx="9418">
                  <c:v>0.30874074074074076</c:v>
                </c:pt>
                <c:pt idx="9419">
                  <c:v>0.30874074074074076</c:v>
                </c:pt>
                <c:pt idx="9420">
                  <c:v>0.30874074074074076</c:v>
                </c:pt>
                <c:pt idx="9421">
                  <c:v>0.30874074074074076</c:v>
                </c:pt>
                <c:pt idx="9422">
                  <c:v>0.30874074074074076</c:v>
                </c:pt>
                <c:pt idx="9423">
                  <c:v>0.30888888888888888</c:v>
                </c:pt>
                <c:pt idx="9424">
                  <c:v>0.30888888888888888</c:v>
                </c:pt>
                <c:pt idx="9425">
                  <c:v>0.30888888888888888</c:v>
                </c:pt>
                <c:pt idx="9426">
                  <c:v>0.30903703703703705</c:v>
                </c:pt>
                <c:pt idx="9427">
                  <c:v>0.30903703703703705</c:v>
                </c:pt>
                <c:pt idx="9428">
                  <c:v>0.30903703703703705</c:v>
                </c:pt>
                <c:pt idx="9429">
                  <c:v>0.30903703703703705</c:v>
                </c:pt>
                <c:pt idx="9430">
                  <c:v>0.30903703703703705</c:v>
                </c:pt>
                <c:pt idx="9431">
                  <c:v>0.30903703703703705</c:v>
                </c:pt>
                <c:pt idx="9432">
                  <c:v>0.30903703703703705</c:v>
                </c:pt>
                <c:pt idx="9433">
                  <c:v>0.30903703703703705</c:v>
                </c:pt>
                <c:pt idx="9434">
                  <c:v>0.30903703703703705</c:v>
                </c:pt>
                <c:pt idx="9435">
                  <c:v>0.30903703703703705</c:v>
                </c:pt>
                <c:pt idx="9436">
                  <c:v>0.30903703703703705</c:v>
                </c:pt>
                <c:pt idx="9437">
                  <c:v>0.30903703703703705</c:v>
                </c:pt>
                <c:pt idx="9438">
                  <c:v>0.30903703703703705</c:v>
                </c:pt>
                <c:pt idx="9439">
                  <c:v>0.30918518518518517</c:v>
                </c:pt>
                <c:pt idx="9440">
                  <c:v>0.30918518518518517</c:v>
                </c:pt>
                <c:pt idx="9441">
                  <c:v>0.30918518518518517</c:v>
                </c:pt>
                <c:pt idx="9442">
                  <c:v>0.30933333333333335</c:v>
                </c:pt>
                <c:pt idx="9443">
                  <c:v>0.30933333333333335</c:v>
                </c:pt>
                <c:pt idx="9444">
                  <c:v>0.30933333333333335</c:v>
                </c:pt>
                <c:pt idx="9445">
                  <c:v>0.30933333333333335</c:v>
                </c:pt>
                <c:pt idx="9446">
                  <c:v>0.30933333333333335</c:v>
                </c:pt>
                <c:pt idx="9447">
                  <c:v>0.30933333333333335</c:v>
                </c:pt>
                <c:pt idx="9448">
                  <c:v>0.30933333333333335</c:v>
                </c:pt>
                <c:pt idx="9449">
                  <c:v>0.30933333333333335</c:v>
                </c:pt>
                <c:pt idx="9450">
                  <c:v>0.30933333333333335</c:v>
                </c:pt>
                <c:pt idx="9451">
                  <c:v>0.30933333333333335</c:v>
                </c:pt>
                <c:pt idx="9452">
                  <c:v>0.30933333333333335</c:v>
                </c:pt>
                <c:pt idx="9453">
                  <c:v>0.30933333333333335</c:v>
                </c:pt>
                <c:pt idx="9454">
                  <c:v>0.30948148148148147</c:v>
                </c:pt>
                <c:pt idx="9455">
                  <c:v>0.30962962962962964</c:v>
                </c:pt>
                <c:pt idx="9456">
                  <c:v>0.30962962962962964</c:v>
                </c:pt>
                <c:pt idx="9457">
                  <c:v>0.30962962962962964</c:v>
                </c:pt>
                <c:pt idx="9458">
                  <c:v>0.30962962962962964</c:v>
                </c:pt>
                <c:pt idx="9459">
                  <c:v>0.30962962962962964</c:v>
                </c:pt>
                <c:pt idx="9460">
                  <c:v>0.30962962962962964</c:v>
                </c:pt>
                <c:pt idx="9461">
                  <c:v>0.30962962962962964</c:v>
                </c:pt>
                <c:pt idx="9462">
                  <c:v>0.30977777777777776</c:v>
                </c:pt>
                <c:pt idx="9463">
                  <c:v>0.30992592592592594</c:v>
                </c:pt>
                <c:pt idx="9464">
                  <c:v>0.30992592592592594</c:v>
                </c:pt>
                <c:pt idx="9465">
                  <c:v>0.30992592592592594</c:v>
                </c:pt>
                <c:pt idx="9466">
                  <c:v>0.30992592592592594</c:v>
                </c:pt>
                <c:pt idx="9467">
                  <c:v>0.30992592592592594</c:v>
                </c:pt>
                <c:pt idx="9468">
                  <c:v>0.30992592592592594</c:v>
                </c:pt>
                <c:pt idx="9469">
                  <c:v>0.31007407407407406</c:v>
                </c:pt>
                <c:pt idx="9470">
                  <c:v>0.31022222222222223</c:v>
                </c:pt>
                <c:pt idx="9471">
                  <c:v>0.31022222222222223</c:v>
                </c:pt>
                <c:pt idx="9472">
                  <c:v>0.31037037037037035</c:v>
                </c:pt>
                <c:pt idx="9473">
                  <c:v>0.31051851851851853</c:v>
                </c:pt>
                <c:pt idx="9474">
                  <c:v>0.31051851851851853</c:v>
                </c:pt>
                <c:pt idx="9475">
                  <c:v>0.31051851851851853</c:v>
                </c:pt>
                <c:pt idx="9476">
                  <c:v>0.31051851851851853</c:v>
                </c:pt>
                <c:pt idx="9477">
                  <c:v>0.31051851851851853</c:v>
                </c:pt>
                <c:pt idx="9478">
                  <c:v>0.31051851851851853</c:v>
                </c:pt>
                <c:pt idx="9479">
                  <c:v>0.31066666666666665</c:v>
                </c:pt>
                <c:pt idx="9480">
                  <c:v>0.31081481481481482</c:v>
                </c:pt>
                <c:pt idx="9481">
                  <c:v>0.31081481481481482</c:v>
                </c:pt>
                <c:pt idx="9482">
                  <c:v>0.31096296296296294</c:v>
                </c:pt>
                <c:pt idx="9483">
                  <c:v>0.31096296296296294</c:v>
                </c:pt>
                <c:pt idx="9484">
                  <c:v>0.31096296296296294</c:v>
                </c:pt>
                <c:pt idx="9485">
                  <c:v>0.31096296296296294</c:v>
                </c:pt>
                <c:pt idx="9486">
                  <c:v>0.31111111111111112</c:v>
                </c:pt>
                <c:pt idx="9487">
                  <c:v>0.31125925925925924</c:v>
                </c:pt>
                <c:pt idx="9488">
                  <c:v>0.31140740740740741</c:v>
                </c:pt>
                <c:pt idx="9489">
                  <c:v>0.31140740740740741</c:v>
                </c:pt>
                <c:pt idx="9490">
                  <c:v>0.31140740740740741</c:v>
                </c:pt>
                <c:pt idx="9491">
                  <c:v>0.31155555555555553</c:v>
                </c:pt>
                <c:pt idx="9492">
                  <c:v>0.31170370370370371</c:v>
                </c:pt>
                <c:pt idx="9493">
                  <c:v>0.31170370370370371</c:v>
                </c:pt>
                <c:pt idx="9494">
                  <c:v>0.31170370370370371</c:v>
                </c:pt>
                <c:pt idx="9495">
                  <c:v>0.31170370370370371</c:v>
                </c:pt>
                <c:pt idx="9496">
                  <c:v>0.31170370370370371</c:v>
                </c:pt>
                <c:pt idx="9497">
                  <c:v>0.31185185185185182</c:v>
                </c:pt>
                <c:pt idx="9498">
                  <c:v>0.31185185185185182</c:v>
                </c:pt>
                <c:pt idx="9499">
                  <c:v>0.31185185185185182</c:v>
                </c:pt>
                <c:pt idx="9500">
                  <c:v>0.312</c:v>
                </c:pt>
                <c:pt idx="9501">
                  <c:v>0.31214814814814817</c:v>
                </c:pt>
                <c:pt idx="9502">
                  <c:v>0.31214814814814817</c:v>
                </c:pt>
                <c:pt idx="9503">
                  <c:v>0.31214814814814817</c:v>
                </c:pt>
                <c:pt idx="9504">
                  <c:v>0.31229629629629629</c:v>
                </c:pt>
                <c:pt idx="9505">
                  <c:v>0.31244444444444447</c:v>
                </c:pt>
                <c:pt idx="9506">
                  <c:v>0.31244444444444447</c:v>
                </c:pt>
                <c:pt idx="9507">
                  <c:v>0.31244444444444447</c:v>
                </c:pt>
                <c:pt idx="9508">
                  <c:v>0.31244444444444447</c:v>
                </c:pt>
                <c:pt idx="9509">
                  <c:v>0.31259259259259259</c:v>
                </c:pt>
                <c:pt idx="9510">
                  <c:v>0.31259259259259259</c:v>
                </c:pt>
                <c:pt idx="9511">
                  <c:v>0.31274074074074076</c:v>
                </c:pt>
                <c:pt idx="9512">
                  <c:v>0.31274074074074076</c:v>
                </c:pt>
                <c:pt idx="9513">
                  <c:v>0.31274074074074076</c:v>
                </c:pt>
                <c:pt idx="9514">
                  <c:v>0.31274074074074076</c:v>
                </c:pt>
                <c:pt idx="9515">
                  <c:v>0.31274074074074076</c:v>
                </c:pt>
                <c:pt idx="9516">
                  <c:v>0.31274074074074076</c:v>
                </c:pt>
                <c:pt idx="9517">
                  <c:v>0.31274074074074076</c:v>
                </c:pt>
                <c:pt idx="9518">
                  <c:v>0.31274074074074076</c:v>
                </c:pt>
                <c:pt idx="9519">
                  <c:v>0.31288888888888888</c:v>
                </c:pt>
                <c:pt idx="9520">
                  <c:v>0.31288888888888888</c:v>
                </c:pt>
                <c:pt idx="9521">
                  <c:v>0.31288888888888888</c:v>
                </c:pt>
                <c:pt idx="9522">
                  <c:v>0.31288888888888888</c:v>
                </c:pt>
                <c:pt idx="9523">
                  <c:v>0.31288888888888888</c:v>
                </c:pt>
                <c:pt idx="9524">
                  <c:v>0.31303703703703706</c:v>
                </c:pt>
                <c:pt idx="9525">
                  <c:v>0.31318518518518518</c:v>
                </c:pt>
                <c:pt idx="9526">
                  <c:v>0.31318518518518518</c:v>
                </c:pt>
                <c:pt idx="9527">
                  <c:v>0.31318518518518518</c:v>
                </c:pt>
                <c:pt idx="9528">
                  <c:v>0.31318518518518518</c:v>
                </c:pt>
                <c:pt idx="9529">
                  <c:v>0.31318518518518518</c:v>
                </c:pt>
                <c:pt idx="9530">
                  <c:v>0.31333333333333335</c:v>
                </c:pt>
                <c:pt idx="9531">
                  <c:v>0.31333333333333335</c:v>
                </c:pt>
                <c:pt idx="9532">
                  <c:v>0.31333333333333335</c:v>
                </c:pt>
                <c:pt idx="9533">
                  <c:v>0.31333333333333335</c:v>
                </c:pt>
                <c:pt idx="9534">
                  <c:v>0.31333333333333335</c:v>
                </c:pt>
                <c:pt idx="9535">
                  <c:v>0.31333333333333335</c:v>
                </c:pt>
                <c:pt idx="9536">
                  <c:v>0.31333333333333335</c:v>
                </c:pt>
                <c:pt idx="9537">
                  <c:v>0.31333333333333335</c:v>
                </c:pt>
                <c:pt idx="9538">
                  <c:v>0.31333333333333335</c:v>
                </c:pt>
                <c:pt idx="9539">
                  <c:v>0.31333333333333335</c:v>
                </c:pt>
                <c:pt idx="9540">
                  <c:v>0.31348148148148147</c:v>
                </c:pt>
                <c:pt idx="9541">
                  <c:v>0.31348148148148147</c:v>
                </c:pt>
                <c:pt idx="9542">
                  <c:v>0.31348148148148147</c:v>
                </c:pt>
                <c:pt idx="9543">
                  <c:v>0.31362962962962965</c:v>
                </c:pt>
                <c:pt idx="9544">
                  <c:v>0.31362962962962965</c:v>
                </c:pt>
                <c:pt idx="9545">
                  <c:v>0.31362962962962965</c:v>
                </c:pt>
                <c:pt idx="9546">
                  <c:v>0.31377777777777777</c:v>
                </c:pt>
                <c:pt idx="9547">
                  <c:v>0.31377777777777777</c:v>
                </c:pt>
                <c:pt idx="9548">
                  <c:v>0.31392592592592594</c:v>
                </c:pt>
                <c:pt idx="9549">
                  <c:v>0.31407407407407406</c:v>
                </c:pt>
                <c:pt idx="9550">
                  <c:v>0.31407407407407406</c:v>
                </c:pt>
                <c:pt idx="9551">
                  <c:v>0.31407407407407406</c:v>
                </c:pt>
                <c:pt idx="9552">
                  <c:v>0.31407407407407406</c:v>
                </c:pt>
                <c:pt idx="9553">
                  <c:v>0.31407407407407406</c:v>
                </c:pt>
                <c:pt idx="9554">
                  <c:v>0.31407407407407406</c:v>
                </c:pt>
                <c:pt idx="9555">
                  <c:v>0.31407407407407406</c:v>
                </c:pt>
                <c:pt idx="9556">
                  <c:v>0.31407407407407406</c:v>
                </c:pt>
                <c:pt idx="9557">
                  <c:v>0.31407407407407406</c:v>
                </c:pt>
                <c:pt idx="9558">
                  <c:v>0.31407407407407406</c:v>
                </c:pt>
                <c:pt idx="9559">
                  <c:v>0.31407407407407406</c:v>
                </c:pt>
                <c:pt idx="9560">
                  <c:v>0.31407407407407406</c:v>
                </c:pt>
                <c:pt idx="9561">
                  <c:v>0.31407407407407406</c:v>
                </c:pt>
                <c:pt idx="9562">
                  <c:v>0.31407407407407406</c:v>
                </c:pt>
                <c:pt idx="9563">
                  <c:v>0.31407407407407406</c:v>
                </c:pt>
                <c:pt idx="9564">
                  <c:v>0.31407407407407406</c:v>
                </c:pt>
                <c:pt idx="9565">
                  <c:v>0.31407407407407406</c:v>
                </c:pt>
                <c:pt idx="9566">
                  <c:v>0.31407407407407406</c:v>
                </c:pt>
                <c:pt idx="9567">
                  <c:v>0.31422222222222224</c:v>
                </c:pt>
                <c:pt idx="9568">
                  <c:v>0.31422222222222224</c:v>
                </c:pt>
                <c:pt idx="9569">
                  <c:v>0.31437037037037036</c:v>
                </c:pt>
                <c:pt idx="9570">
                  <c:v>0.31437037037037036</c:v>
                </c:pt>
                <c:pt idx="9571">
                  <c:v>0.31437037037037036</c:v>
                </c:pt>
                <c:pt idx="9572">
                  <c:v>0.31437037037037036</c:v>
                </c:pt>
                <c:pt idx="9573">
                  <c:v>0.31437037037037036</c:v>
                </c:pt>
                <c:pt idx="9574">
                  <c:v>0.31451851851851853</c:v>
                </c:pt>
                <c:pt idx="9575">
                  <c:v>0.31451851851851853</c:v>
                </c:pt>
                <c:pt idx="9576">
                  <c:v>0.31451851851851853</c:v>
                </c:pt>
                <c:pt idx="9577">
                  <c:v>0.31451851851851853</c:v>
                </c:pt>
                <c:pt idx="9578">
                  <c:v>0.31451851851851853</c:v>
                </c:pt>
                <c:pt idx="9579">
                  <c:v>0.31451851851851853</c:v>
                </c:pt>
                <c:pt idx="9580">
                  <c:v>0.31451851851851853</c:v>
                </c:pt>
                <c:pt idx="9581">
                  <c:v>0.31451851851851853</c:v>
                </c:pt>
                <c:pt idx="9582">
                  <c:v>0.31451851851851853</c:v>
                </c:pt>
                <c:pt idx="9583">
                  <c:v>0.31451851851851853</c:v>
                </c:pt>
                <c:pt idx="9584">
                  <c:v>0.31451851851851853</c:v>
                </c:pt>
                <c:pt idx="9585">
                  <c:v>0.31451851851851853</c:v>
                </c:pt>
                <c:pt idx="9586">
                  <c:v>0.31451851851851853</c:v>
                </c:pt>
                <c:pt idx="9587">
                  <c:v>0.31451851851851853</c:v>
                </c:pt>
                <c:pt idx="9588">
                  <c:v>0.31451851851851853</c:v>
                </c:pt>
                <c:pt idx="9589">
                  <c:v>0.31466666666666665</c:v>
                </c:pt>
                <c:pt idx="9590">
                  <c:v>0.31466666666666665</c:v>
                </c:pt>
                <c:pt idx="9591">
                  <c:v>0.31481481481481483</c:v>
                </c:pt>
                <c:pt idx="9592">
                  <c:v>0.31496296296296294</c:v>
                </c:pt>
                <c:pt idx="9593">
                  <c:v>0.31496296296296294</c:v>
                </c:pt>
                <c:pt idx="9594">
                  <c:v>0.31496296296296294</c:v>
                </c:pt>
                <c:pt idx="9595">
                  <c:v>0.31496296296296294</c:v>
                </c:pt>
                <c:pt idx="9596">
                  <c:v>0.31496296296296294</c:v>
                </c:pt>
                <c:pt idx="9597">
                  <c:v>0.31496296296296294</c:v>
                </c:pt>
                <c:pt idx="9598">
                  <c:v>0.31496296296296294</c:v>
                </c:pt>
                <c:pt idx="9599">
                  <c:v>0.31496296296296294</c:v>
                </c:pt>
                <c:pt idx="9600">
                  <c:v>0.31496296296296294</c:v>
                </c:pt>
                <c:pt idx="9601">
                  <c:v>0.31496296296296294</c:v>
                </c:pt>
                <c:pt idx="9602">
                  <c:v>0.31511111111111112</c:v>
                </c:pt>
                <c:pt idx="9603">
                  <c:v>0.31525925925925924</c:v>
                </c:pt>
                <c:pt idx="9604">
                  <c:v>0.31525925925925924</c:v>
                </c:pt>
                <c:pt idx="9605">
                  <c:v>0.31525925925925924</c:v>
                </c:pt>
                <c:pt idx="9606">
                  <c:v>0.31525925925925924</c:v>
                </c:pt>
                <c:pt idx="9607">
                  <c:v>0.31525925925925924</c:v>
                </c:pt>
                <c:pt idx="9608">
                  <c:v>0.31525925925925924</c:v>
                </c:pt>
                <c:pt idx="9609">
                  <c:v>0.31525925925925924</c:v>
                </c:pt>
                <c:pt idx="9610">
                  <c:v>0.31525925925925924</c:v>
                </c:pt>
                <c:pt idx="9611">
                  <c:v>0.31525925925925924</c:v>
                </c:pt>
                <c:pt idx="9612">
                  <c:v>0.31525925925925924</c:v>
                </c:pt>
                <c:pt idx="9613">
                  <c:v>0.31525925925925924</c:v>
                </c:pt>
                <c:pt idx="9614">
                  <c:v>0.31540740740740741</c:v>
                </c:pt>
                <c:pt idx="9615">
                  <c:v>0.31555555555555553</c:v>
                </c:pt>
                <c:pt idx="9616">
                  <c:v>0.31555555555555553</c:v>
                </c:pt>
                <c:pt idx="9617">
                  <c:v>0.31555555555555553</c:v>
                </c:pt>
                <c:pt idx="9618">
                  <c:v>0.31555555555555553</c:v>
                </c:pt>
                <c:pt idx="9619">
                  <c:v>0.31555555555555553</c:v>
                </c:pt>
                <c:pt idx="9620">
                  <c:v>0.31555555555555553</c:v>
                </c:pt>
                <c:pt idx="9621">
                  <c:v>0.31555555555555553</c:v>
                </c:pt>
                <c:pt idx="9622">
                  <c:v>0.31555555555555553</c:v>
                </c:pt>
                <c:pt idx="9623">
                  <c:v>0.31570370370370371</c:v>
                </c:pt>
                <c:pt idx="9624">
                  <c:v>0.31570370370370371</c:v>
                </c:pt>
                <c:pt idx="9625">
                  <c:v>0.31570370370370371</c:v>
                </c:pt>
                <c:pt idx="9626">
                  <c:v>0.31585185185185183</c:v>
                </c:pt>
                <c:pt idx="9627">
                  <c:v>0.31585185185185183</c:v>
                </c:pt>
                <c:pt idx="9628">
                  <c:v>0.31585185185185183</c:v>
                </c:pt>
                <c:pt idx="9629">
                  <c:v>0.31585185185185183</c:v>
                </c:pt>
                <c:pt idx="9630">
                  <c:v>0.31585185185185183</c:v>
                </c:pt>
                <c:pt idx="9631">
                  <c:v>0.31585185185185183</c:v>
                </c:pt>
                <c:pt idx="9632">
                  <c:v>0.31585185185185183</c:v>
                </c:pt>
                <c:pt idx="9633">
                  <c:v>0.31585185185185183</c:v>
                </c:pt>
                <c:pt idx="9634">
                  <c:v>0.31585185185185183</c:v>
                </c:pt>
                <c:pt idx="9635">
                  <c:v>0.316</c:v>
                </c:pt>
                <c:pt idx="9636">
                  <c:v>0.316</c:v>
                </c:pt>
                <c:pt idx="9637">
                  <c:v>0.316</c:v>
                </c:pt>
                <c:pt idx="9638">
                  <c:v>0.316</c:v>
                </c:pt>
                <c:pt idx="9639">
                  <c:v>0.316</c:v>
                </c:pt>
                <c:pt idx="9640">
                  <c:v>0.316</c:v>
                </c:pt>
                <c:pt idx="9641">
                  <c:v>0.316</c:v>
                </c:pt>
                <c:pt idx="9642">
                  <c:v>0.316</c:v>
                </c:pt>
                <c:pt idx="9643">
                  <c:v>0.316</c:v>
                </c:pt>
                <c:pt idx="9644">
                  <c:v>0.316</c:v>
                </c:pt>
                <c:pt idx="9645">
                  <c:v>0.31614814814814812</c:v>
                </c:pt>
                <c:pt idx="9646">
                  <c:v>0.31614814814814812</c:v>
                </c:pt>
                <c:pt idx="9647">
                  <c:v>0.31614814814814812</c:v>
                </c:pt>
                <c:pt idx="9648">
                  <c:v>0.3162962962962963</c:v>
                </c:pt>
                <c:pt idx="9649">
                  <c:v>0.3162962962962963</c:v>
                </c:pt>
                <c:pt idx="9650">
                  <c:v>0.3162962962962963</c:v>
                </c:pt>
                <c:pt idx="9651">
                  <c:v>0.3162962962962963</c:v>
                </c:pt>
                <c:pt idx="9652">
                  <c:v>0.31644444444444442</c:v>
                </c:pt>
                <c:pt idx="9653">
                  <c:v>0.31644444444444442</c:v>
                </c:pt>
                <c:pt idx="9654">
                  <c:v>0.31659259259259259</c:v>
                </c:pt>
                <c:pt idx="9655">
                  <c:v>0.31659259259259259</c:v>
                </c:pt>
                <c:pt idx="9656">
                  <c:v>0.31674074074074077</c:v>
                </c:pt>
                <c:pt idx="9657">
                  <c:v>0.31674074074074077</c:v>
                </c:pt>
                <c:pt idx="9658">
                  <c:v>0.31674074074074077</c:v>
                </c:pt>
                <c:pt idx="9659">
                  <c:v>0.31674074074074077</c:v>
                </c:pt>
                <c:pt idx="9660">
                  <c:v>0.31674074074074077</c:v>
                </c:pt>
                <c:pt idx="9661">
                  <c:v>0.31674074074074077</c:v>
                </c:pt>
                <c:pt idx="9662">
                  <c:v>0.31674074074074077</c:v>
                </c:pt>
                <c:pt idx="9663">
                  <c:v>0.31674074074074077</c:v>
                </c:pt>
                <c:pt idx="9664">
                  <c:v>0.31674074074074077</c:v>
                </c:pt>
                <c:pt idx="9665">
                  <c:v>0.31674074074074077</c:v>
                </c:pt>
                <c:pt idx="9666">
                  <c:v>0.31688888888888889</c:v>
                </c:pt>
                <c:pt idx="9667">
                  <c:v>0.31688888888888889</c:v>
                </c:pt>
                <c:pt idx="9668">
                  <c:v>0.31688888888888889</c:v>
                </c:pt>
                <c:pt idx="9669">
                  <c:v>0.31688888888888889</c:v>
                </c:pt>
                <c:pt idx="9670">
                  <c:v>0.31688888888888889</c:v>
                </c:pt>
                <c:pt idx="9671">
                  <c:v>0.31688888888888889</c:v>
                </c:pt>
                <c:pt idx="9672">
                  <c:v>0.31688888888888889</c:v>
                </c:pt>
                <c:pt idx="9673">
                  <c:v>0.31688888888888889</c:v>
                </c:pt>
                <c:pt idx="9674">
                  <c:v>0.31688888888888889</c:v>
                </c:pt>
                <c:pt idx="9675">
                  <c:v>0.31688888888888889</c:v>
                </c:pt>
                <c:pt idx="9676">
                  <c:v>0.31688888888888889</c:v>
                </c:pt>
                <c:pt idx="9677">
                  <c:v>0.31703703703703706</c:v>
                </c:pt>
                <c:pt idx="9678">
                  <c:v>0.31703703703703706</c:v>
                </c:pt>
                <c:pt idx="9679">
                  <c:v>0.31703703703703706</c:v>
                </c:pt>
                <c:pt idx="9680">
                  <c:v>0.31703703703703706</c:v>
                </c:pt>
                <c:pt idx="9681">
                  <c:v>0.31718518518518518</c:v>
                </c:pt>
                <c:pt idx="9682">
                  <c:v>0.31718518518518518</c:v>
                </c:pt>
                <c:pt idx="9683">
                  <c:v>0.31718518518518518</c:v>
                </c:pt>
                <c:pt idx="9684">
                  <c:v>0.31733333333333336</c:v>
                </c:pt>
                <c:pt idx="9685">
                  <c:v>0.31733333333333336</c:v>
                </c:pt>
                <c:pt idx="9686">
                  <c:v>0.31733333333333336</c:v>
                </c:pt>
                <c:pt idx="9687">
                  <c:v>0.31733333333333336</c:v>
                </c:pt>
                <c:pt idx="9688">
                  <c:v>0.31733333333333336</c:v>
                </c:pt>
                <c:pt idx="9689">
                  <c:v>0.31733333333333336</c:v>
                </c:pt>
                <c:pt idx="9690">
                  <c:v>0.31733333333333336</c:v>
                </c:pt>
                <c:pt idx="9691">
                  <c:v>0.31733333333333336</c:v>
                </c:pt>
                <c:pt idx="9692">
                  <c:v>0.31733333333333336</c:v>
                </c:pt>
                <c:pt idx="9693">
                  <c:v>0.31733333333333336</c:v>
                </c:pt>
                <c:pt idx="9694">
                  <c:v>0.31733333333333336</c:v>
                </c:pt>
                <c:pt idx="9695">
                  <c:v>0.31748148148148148</c:v>
                </c:pt>
                <c:pt idx="9696">
                  <c:v>0.31762962962962965</c:v>
                </c:pt>
                <c:pt idx="9697">
                  <c:v>0.31762962962962965</c:v>
                </c:pt>
                <c:pt idx="9698">
                  <c:v>0.31777777777777777</c:v>
                </c:pt>
                <c:pt idx="9699">
                  <c:v>0.31777777777777777</c:v>
                </c:pt>
                <c:pt idx="9700">
                  <c:v>0.31777777777777777</c:v>
                </c:pt>
                <c:pt idx="9701">
                  <c:v>0.31777777777777777</c:v>
                </c:pt>
                <c:pt idx="9702">
                  <c:v>0.31777777777777777</c:v>
                </c:pt>
                <c:pt idx="9703">
                  <c:v>0.31777777777777777</c:v>
                </c:pt>
                <c:pt idx="9704">
                  <c:v>0.31777777777777777</c:v>
                </c:pt>
                <c:pt idx="9705">
                  <c:v>0.31792592592592595</c:v>
                </c:pt>
                <c:pt idx="9706">
                  <c:v>0.31792592592592595</c:v>
                </c:pt>
                <c:pt idx="9707">
                  <c:v>0.31792592592592595</c:v>
                </c:pt>
                <c:pt idx="9708">
                  <c:v>0.31807407407407406</c:v>
                </c:pt>
                <c:pt idx="9709">
                  <c:v>0.31807407407407406</c:v>
                </c:pt>
                <c:pt idx="9710">
                  <c:v>0.31807407407407406</c:v>
                </c:pt>
                <c:pt idx="9711">
                  <c:v>0.31807407407407406</c:v>
                </c:pt>
                <c:pt idx="9712">
                  <c:v>0.31822222222222224</c:v>
                </c:pt>
                <c:pt idx="9713">
                  <c:v>0.31837037037037036</c:v>
                </c:pt>
                <c:pt idx="9714">
                  <c:v>0.31837037037037036</c:v>
                </c:pt>
                <c:pt idx="9715">
                  <c:v>0.31851851851851853</c:v>
                </c:pt>
                <c:pt idx="9716">
                  <c:v>0.31866666666666665</c:v>
                </c:pt>
                <c:pt idx="9717">
                  <c:v>0.31866666666666665</c:v>
                </c:pt>
                <c:pt idx="9718">
                  <c:v>0.31866666666666665</c:v>
                </c:pt>
                <c:pt idx="9719">
                  <c:v>0.31866666666666665</c:v>
                </c:pt>
                <c:pt idx="9720">
                  <c:v>0.31881481481481483</c:v>
                </c:pt>
                <c:pt idx="9721">
                  <c:v>0.31896296296296295</c:v>
                </c:pt>
                <c:pt idx="9722">
                  <c:v>0.31896296296296295</c:v>
                </c:pt>
                <c:pt idx="9723">
                  <c:v>0.31896296296296295</c:v>
                </c:pt>
                <c:pt idx="9724">
                  <c:v>0.31896296296296295</c:v>
                </c:pt>
                <c:pt idx="9725">
                  <c:v>0.31896296296296295</c:v>
                </c:pt>
                <c:pt idx="9726">
                  <c:v>0.31896296296296295</c:v>
                </c:pt>
                <c:pt idx="9727">
                  <c:v>0.31911111111111112</c:v>
                </c:pt>
                <c:pt idx="9728">
                  <c:v>0.31911111111111112</c:v>
                </c:pt>
                <c:pt idx="9729">
                  <c:v>0.31911111111111112</c:v>
                </c:pt>
                <c:pt idx="9730">
                  <c:v>0.31911111111111112</c:v>
                </c:pt>
                <c:pt idx="9731">
                  <c:v>0.31925925925925924</c:v>
                </c:pt>
                <c:pt idx="9732">
                  <c:v>0.31940740740740742</c:v>
                </c:pt>
                <c:pt idx="9733">
                  <c:v>0.31940740740740742</c:v>
                </c:pt>
                <c:pt idx="9734">
                  <c:v>0.31940740740740742</c:v>
                </c:pt>
                <c:pt idx="9735">
                  <c:v>0.31940740740740742</c:v>
                </c:pt>
                <c:pt idx="9736">
                  <c:v>0.31940740740740742</c:v>
                </c:pt>
                <c:pt idx="9737">
                  <c:v>0.31955555555555554</c:v>
                </c:pt>
                <c:pt idx="9738">
                  <c:v>0.31970370370370371</c:v>
                </c:pt>
                <c:pt idx="9739">
                  <c:v>0.31970370370370371</c:v>
                </c:pt>
                <c:pt idx="9740">
                  <c:v>0.31970370370370371</c:v>
                </c:pt>
                <c:pt idx="9741">
                  <c:v>0.31970370370370371</c:v>
                </c:pt>
                <c:pt idx="9742">
                  <c:v>0.31970370370370371</c:v>
                </c:pt>
                <c:pt idx="9743">
                  <c:v>0.31970370370370371</c:v>
                </c:pt>
                <c:pt idx="9744">
                  <c:v>0.31970370370370371</c:v>
                </c:pt>
                <c:pt idx="9745">
                  <c:v>0.31970370370370371</c:v>
                </c:pt>
                <c:pt idx="9746">
                  <c:v>0.31985185185185183</c:v>
                </c:pt>
                <c:pt idx="9747">
                  <c:v>0.32</c:v>
                </c:pt>
                <c:pt idx="9748">
                  <c:v>0.32</c:v>
                </c:pt>
                <c:pt idx="9749">
                  <c:v>0.32</c:v>
                </c:pt>
                <c:pt idx="9750">
                  <c:v>0.32</c:v>
                </c:pt>
                <c:pt idx="9751">
                  <c:v>0.32</c:v>
                </c:pt>
                <c:pt idx="9752">
                  <c:v>0.32</c:v>
                </c:pt>
                <c:pt idx="9753">
                  <c:v>0.32014814814814813</c:v>
                </c:pt>
                <c:pt idx="9754">
                  <c:v>0.32014814814814813</c:v>
                </c:pt>
                <c:pt idx="9755">
                  <c:v>0.32014814814814813</c:v>
                </c:pt>
                <c:pt idx="9756">
                  <c:v>0.32014814814814813</c:v>
                </c:pt>
                <c:pt idx="9757">
                  <c:v>0.32014814814814813</c:v>
                </c:pt>
                <c:pt idx="9758">
                  <c:v>0.3202962962962963</c:v>
                </c:pt>
                <c:pt idx="9759">
                  <c:v>0.32044444444444442</c:v>
                </c:pt>
                <c:pt idx="9760">
                  <c:v>0.32044444444444442</c:v>
                </c:pt>
                <c:pt idx="9761">
                  <c:v>0.3205925925925926</c:v>
                </c:pt>
                <c:pt idx="9762">
                  <c:v>0.32074074074074072</c:v>
                </c:pt>
                <c:pt idx="9763">
                  <c:v>0.32088888888888889</c:v>
                </c:pt>
                <c:pt idx="9764">
                  <c:v>0.32088888888888889</c:v>
                </c:pt>
                <c:pt idx="9765">
                  <c:v>0.32088888888888889</c:v>
                </c:pt>
                <c:pt idx="9766">
                  <c:v>0.32088888888888889</c:v>
                </c:pt>
                <c:pt idx="9767">
                  <c:v>0.32088888888888889</c:v>
                </c:pt>
                <c:pt idx="9768">
                  <c:v>0.32088888888888889</c:v>
                </c:pt>
                <c:pt idx="9769">
                  <c:v>0.32103703703703701</c:v>
                </c:pt>
                <c:pt idx="9770">
                  <c:v>0.32118518518518518</c:v>
                </c:pt>
                <c:pt idx="9771">
                  <c:v>0.32118518518518518</c:v>
                </c:pt>
                <c:pt idx="9772">
                  <c:v>0.32118518518518518</c:v>
                </c:pt>
                <c:pt idx="9773">
                  <c:v>0.32118518518518518</c:v>
                </c:pt>
                <c:pt idx="9774">
                  <c:v>0.32118518518518518</c:v>
                </c:pt>
                <c:pt idx="9775">
                  <c:v>0.32118518518518518</c:v>
                </c:pt>
                <c:pt idx="9776">
                  <c:v>0.32118518518518518</c:v>
                </c:pt>
                <c:pt idx="9777">
                  <c:v>0.32118518518518518</c:v>
                </c:pt>
                <c:pt idx="9778">
                  <c:v>0.32133333333333336</c:v>
                </c:pt>
                <c:pt idx="9779">
                  <c:v>0.32133333333333336</c:v>
                </c:pt>
                <c:pt idx="9780">
                  <c:v>0.32133333333333336</c:v>
                </c:pt>
                <c:pt idx="9781">
                  <c:v>0.32133333333333336</c:v>
                </c:pt>
                <c:pt idx="9782">
                  <c:v>0.32133333333333336</c:v>
                </c:pt>
                <c:pt idx="9783">
                  <c:v>0.32133333333333336</c:v>
                </c:pt>
                <c:pt idx="9784">
                  <c:v>0.32148148148148148</c:v>
                </c:pt>
                <c:pt idx="9785">
                  <c:v>0.32148148148148148</c:v>
                </c:pt>
                <c:pt idx="9786">
                  <c:v>0.32148148148148148</c:v>
                </c:pt>
                <c:pt idx="9787">
                  <c:v>0.32148148148148148</c:v>
                </c:pt>
                <c:pt idx="9788">
                  <c:v>0.32148148148148148</c:v>
                </c:pt>
                <c:pt idx="9789">
                  <c:v>0.32148148148148148</c:v>
                </c:pt>
                <c:pt idx="9790">
                  <c:v>0.32148148148148148</c:v>
                </c:pt>
                <c:pt idx="9791">
                  <c:v>0.32148148148148148</c:v>
                </c:pt>
                <c:pt idx="9792">
                  <c:v>0.32148148148148148</c:v>
                </c:pt>
                <c:pt idx="9793">
                  <c:v>0.32148148148148148</c:v>
                </c:pt>
                <c:pt idx="9794">
                  <c:v>0.32148148148148148</c:v>
                </c:pt>
                <c:pt idx="9795">
                  <c:v>0.32148148148148148</c:v>
                </c:pt>
                <c:pt idx="9796">
                  <c:v>0.32148148148148148</c:v>
                </c:pt>
                <c:pt idx="9797">
                  <c:v>0.32148148148148148</c:v>
                </c:pt>
                <c:pt idx="9798">
                  <c:v>0.32148148148148148</c:v>
                </c:pt>
                <c:pt idx="9799">
                  <c:v>0.32148148148148148</c:v>
                </c:pt>
                <c:pt idx="9800">
                  <c:v>0.32162962962962965</c:v>
                </c:pt>
                <c:pt idx="9801">
                  <c:v>0.32162962962962965</c:v>
                </c:pt>
                <c:pt idx="9802">
                  <c:v>0.32162962962962965</c:v>
                </c:pt>
                <c:pt idx="9803">
                  <c:v>0.32162962962962965</c:v>
                </c:pt>
                <c:pt idx="9804">
                  <c:v>0.32177777777777777</c:v>
                </c:pt>
                <c:pt idx="9805">
                  <c:v>0.32177777777777777</c:v>
                </c:pt>
                <c:pt idx="9806">
                  <c:v>0.32177777777777777</c:v>
                </c:pt>
                <c:pt idx="9807">
                  <c:v>0.32177777777777777</c:v>
                </c:pt>
                <c:pt idx="9808">
                  <c:v>0.32177777777777777</c:v>
                </c:pt>
                <c:pt idx="9809">
                  <c:v>0.32177777777777777</c:v>
                </c:pt>
                <c:pt idx="9810">
                  <c:v>0.32177777777777777</c:v>
                </c:pt>
                <c:pt idx="9811">
                  <c:v>0.32192592592592595</c:v>
                </c:pt>
                <c:pt idx="9812">
                  <c:v>0.32192592592592595</c:v>
                </c:pt>
                <c:pt idx="9813">
                  <c:v>0.32192592592592595</c:v>
                </c:pt>
                <c:pt idx="9814">
                  <c:v>0.32192592592592595</c:v>
                </c:pt>
                <c:pt idx="9815">
                  <c:v>0.32192592592592595</c:v>
                </c:pt>
                <c:pt idx="9816">
                  <c:v>0.32207407407407407</c:v>
                </c:pt>
                <c:pt idx="9817">
                  <c:v>0.32207407407407407</c:v>
                </c:pt>
                <c:pt idx="9818">
                  <c:v>0.32207407407407407</c:v>
                </c:pt>
                <c:pt idx="9819">
                  <c:v>0.32207407407407407</c:v>
                </c:pt>
                <c:pt idx="9820">
                  <c:v>0.32207407407407407</c:v>
                </c:pt>
                <c:pt idx="9821">
                  <c:v>0.32207407407407407</c:v>
                </c:pt>
                <c:pt idx="9822">
                  <c:v>0.32207407407407407</c:v>
                </c:pt>
                <c:pt idx="9823">
                  <c:v>0.32207407407407407</c:v>
                </c:pt>
                <c:pt idx="9824">
                  <c:v>0.32207407407407407</c:v>
                </c:pt>
                <c:pt idx="9825">
                  <c:v>0.32207407407407407</c:v>
                </c:pt>
                <c:pt idx="9826">
                  <c:v>0.32222222222222224</c:v>
                </c:pt>
                <c:pt idx="9827">
                  <c:v>0.32222222222222224</c:v>
                </c:pt>
                <c:pt idx="9828">
                  <c:v>0.32222222222222224</c:v>
                </c:pt>
                <c:pt idx="9829">
                  <c:v>0.32222222222222224</c:v>
                </c:pt>
                <c:pt idx="9830">
                  <c:v>0.32222222222222224</c:v>
                </c:pt>
                <c:pt idx="9831">
                  <c:v>0.32222222222222224</c:v>
                </c:pt>
                <c:pt idx="9832">
                  <c:v>0.32222222222222224</c:v>
                </c:pt>
                <c:pt idx="9833">
                  <c:v>0.32222222222222224</c:v>
                </c:pt>
                <c:pt idx="9834">
                  <c:v>0.32222222222222224</c:v>
                </c:pt>
                <c:pt idx="9835">
                  <c:v>0.32222222222222224</c:v>
                </c:pt>
                <c:pt idx="9836">
                  <c:v>0.32222222222222224</c:v>
                </c:pt>
                <c:pt idx="9837">
                  <c:v>0.32237037037037036</c:v>
                </c:pt>
                <c:pt idx="9838">
                  <c:v>0.32237037037037036</c:v>
                </c:pt>
                <c:pt idx="9839">
                  <c:v>0.32251851851851854</c:v>
                </c:pt>
                <c:pt idx="9840">
                  <c:v>0.32251851851851854</c:v>
                </c:pt>
                <c:pt idx="9841">
                  <c:v>0.32251851851851854</c:v>
                </c:pt>
                <c:pt idx="9842">
                  <c:v>0.32251851851851854</c:v>
                </c:pt>
                <c:pt idx="9843">
                  <c:v>0.32251851851851854</c:v>
                </c:pt>
                <c:pt idx="9844">
                  <c:v>0.32251851851851854</c:v>
                </c:pt>
                <c:pt idx="9845">
                  <c:v>0.32251851851851854</c:v>
                </c:pt>
                <c:pt idx="9846">
                  <c:v>0.32266666666666666</c:v>
                </c:pt>
                <c:pt idx="9847">
                  <c:v>0.32266666666666666</c:v>
                </c:pt>
                <c:pt idx="9848">
                  <c:v>0.32281481481481483</c:v>
                </c:pt>
                <c:pt idx="9849">
                  <c:v>0.32281481481481483</c:v>
                </c:pt>
                <c:pt idx="9850">
                  <c:v>0.32281481481481483</c:v>
                </c:pt>
                <c:pt idx="9851">
                  <c:v>0.32281481481481483</c:v>
                </c:pt>
                <c:pt idx="9852">
                  <c:v>0.32281481481481483</c:v>
                </c:pt>
                <c:pt idx="9853">
                  <c:v>0.32281481481481483</c:v>
                </c:pt>
                <c:pt idx="9854">
                  <c:v>0.32281481481481483</c:v>
                </c:pt>
                <c:pt idx="9855">
                  <c:v>0.32281481481481483</c:v>
                </c:pt>
                <c:pt idx="9856">
                  <c:v>0.32281481481481483</c:v>
                </c:pt>
                <c:pt idx="9857">
                  <c:v>0.32296296296296295</c:v>
                </c:pt>
                <c:pt idx="9858">
                  <c:v>0.32296296296296295</c:v>
                </c:pt>
                <c:pt idx="9859">
                  <c:v>0.32296296296296295</c:v>
                </c:pt>
                <c:pt idx="9860">
                  <c:v>0.32296296296296295</c:v>
                </c:pt>
                <c:pt idx="9861">
                  <c:v>0.32296296296296295</c:v>
                </c:pt>
                <c:pt idx="9862">
                  <c:v>0.32296296296296295</c:v>
                </c:pt>
                <c:pt idx="9863">
                  <c:v>0.32296296296296295</c:v>
                </c:pt>
                <c:pt idx="9864">
                  <c:v>0.32296296296296295</c:v>
                </c:pt>
                <c:pt idx="9865">
                  <c:v>0.32296296296296295</c:v>
                </c:pt>
                <c:pt idx="9866">
                  <c:v>0.32296296296296295</c:v>
                </c:pt>
                <c:pt idx="9867">
                  <c:v>0.32296296296296295</c:v>
                </c:pt>
                <c:pt idx="9868">
                  <c:v>0.32296296296296295</c:v>
                </c:pt>
                <c:pt idx="9869">
                  <c:v>0.32311111111111113</c:v>
                </c:pt>
                <c:pt idx="9870">
                  <c:v>0.32311111111111113</c:v>
                </c:pt>
                <c:pt idx="9871">
                  <c:v>0.32311111111111113</c:v>
                </c:pt>
                <c:pt idx="9872">
                  <c:v>0.32311111111111113</c:v>
                </c:pt>
                <c:pt idx="9873">
                  <c:v>0.32311111111111113</c:v>
                </c:pt>
                <c:pt idx="9874">
                  <c:v>0.32325925925925925</c:v>
                </c:pt>
                <c:pt idx="9875">
                  <c:v>0.32325925925925925</c:v>
                </c:pt>
                <c:pt idx="9876">
                  <c:v>0.32325925925925925</c:v>
                </c:pt>
                <c:pt idx="9877">
                  <c:v>0.32325925925925925</c:v>
                </c:pt>
                <c:pt idx="9878">
                  <c:v>0.32325925925925925</c:v>
                </c:pt>
                <c:pt idx="9879">
                  <c:v>0.32325925925925925</c:v>
                </c:pt>
                <c:pt idx="9880">
                  <c:v>0.32340740740740742</c:v>
                </c:pt>
                <c:pt idx="9881">
                  <c:v>0.32340740740740742</c:v>
                </c:pt>
                <c:pt idx="9882">
                  <c:v>0.32340740740740742</c:v>
                </c:pt>
                <c:pt idx="9883">
                  <c:v>0.32340740740740742</c:v>
                </c:pt>
                <c:pt idx="9884">
                  <c:v>0.32340740740740742</c:v>
                </c:pt>
                <c:pt idx="9885">
                  <c:v>0.32355555555555554</c:v>
                </c:pt>
                <c:pt idx="9886">
                  <c:v>0.32355555555555554</c:v>
                </c:pt>
                <c:pt idx="9887">
                  <c:v>0.32355555555555554</c:v>
                </c:pt>
                <c:pt idx="9888">
                  <c:v>0.32355555555555554</c:v>
                </c:pt>
                <c:pt idx="9889">
                  <c:v>0.32370370370370372</c:v>
                </c:pt>
                <c:pt idx="9890">
                  <c:v>0.32370370370370372</c:v>
                </c:pt>
                <c:pt idx="9891">
                  <c:v>0.32370370370370372</c:v>
                </c:pt>
                <c:pt idx="9892">
                  <c:v>0.32370370370370372</c:v>
                </c:pt>
                <c:pt idx="9893">
                  <c:v>0.32370370370370372</c:v>
                </c:pt>
                <c:pt idx="9894">
                  <c:v>0.32385185185185184</c:v>
                </c:pt>
                <c:pt idx="9895">
                  <c:v>0.32385185185185184</c:v>
                </c:pt>
                <c:pt idx="9896">
                  <c:v>0.32400000000000001</c:v>
                </c:pt>
                <c:pt idx="9897">
                  <c:v>0.32400000000000001</c:v>
                </c:pt>
                <c:pt idx="9898">
                  <c:v>0.32400000000000001</c:v>
                </c:pt>
                <c:pt idx="9899">
                  <c:v>0.32414814814814813</c:v>
                </c:pt>
                <c:pt idx="9900">
                  <c:v>0.32414814814814813</c:v>
                </c:pt>
                <c:pt idx="9901">
                  <c:v>0.3242962962962963</c:v>
                </c:pt>
                <c:pt idx="9902">
                  <c:v>0.3242962962962963</c:v>
                </c:pt>
                <c:pt idx="9903">
                  <c:v>0.32444444444444442</c:v>
                </c:pt>
                <c:pt idx="9904">
                  <c:v>0.3245925925925926</c:v>
                </c:pt>
                <c:pt idx="9905">
                  <c:v>0.32474074074074072</c:v>
                </c:pt>
                <c:pt idx="9906">
                  <c:v>0.32474074074074072</c:v>
                </c:pt>
                <c:pt idx="9907">
                  <c:v>0.32474074074074072</c:v>
                </c:pt>
                <c:pt idx="9908">
                  <c:v>0.32474074074074072</c:v>
                </c:pt>
                <c:pt idx="9909">
                  <c:v>0.32488888888888889</c:v>
                </c:pt>
                <c:pt idx="9910">
                  <c:v>0.32488888888888889</c:v>
                </c:pt>
                <c:pt idx="9911">
                  <c:v>0.32488888888888889</c:v>
                </c:pt>
                <c:pt idx="9912">
                  <c:v>0.32488888888888889</c:v>
                </c:pt>
                <c:pt idx="9913">
                  <c:v>0.32503703703703701</c:v>
                </c:pt>
                <c:pt idx="9914">
                  <c:v>0.32503703703703701</c:v>
                </c:pt>
                <c:pt idx="9915">
                  <c:v>0.32503703703703701</c:v>
                </c:pt>
                <c:pt idx="9916">
                  <c:v>0.32503703703703701</c:v>
                </c:pt>
                <c:pt idx="9917">
                  <c:v>0.32503703703703701</c:v>
                </c:pt>
                <c:pt idx="9918">
                  <c:v>0.32503703703703701</c:v>
                </c:pt>
                <c:pt idx="9919">
                  <c:v>0.32518518518518519</c:v>
                </c:pt>
                <c:pt idx="9920">
                  <c:v>0.32518518518518519</c:v>
                </c:pt>
                <c:pt idx="9921">
                  <c:v>0.32518518518518519</c:v>
                </c:pt>
                <c:pt idx="9922">
                  <c:v>0.32518518518518519</c:v>
                </c:pt>
                <c:pt idx="9923">
                  <c:v>0.32518518518518519</c:v>
                </c:pt>
                <c:pt idx="9924">
                  <c:v>0.32518518518518519</c:v>
                </c:pt>
                <c:pt idx="9925">
                  <c:v>0.32518518518518519</c:v>
                </c:pt>
                <c:pt idx="9926">
                  <c:v>0.32518518518518519</c:v>
                </c:pt>
                <c:pt idx="9927">
                  <c:v>0.32518518518518519</c:v>
                </c:pt>
                <c:pt idx="9928">
                  <c:v>0.32518518518518519</c:v>
                </c:pt>
                <c:pt idx="9929">
                  <c:v>0.32518518518518519</c:v>
                </c:pt>
                <c:pt idx="9930">
                  <c:v>0.32533333333333331</c:v>
                </c:pt>
                <c:pt idx="9931">
                  <c:v>0.32548148148148148</c:v>
                </c:pt>
                <c:pt idx="9932">
                  <c:v>0.3256296296296296</c:v>
                </c:pt>
                <c:pt idx="9933">
                  <c:v>0.3256296296296296</c:v>
                </c:pt>
                <c:pt idx="9934">
                  <c:v>0.32577777777777778</c:v>
                </c:pt>
                <c:pt idx="9935">
                  <c:v>0.32577777777777778</c:v>
                </c:pt>
                <c:pt idx="9936">
                  <c:v>0.32577777777777778</c:v>
                </c:pt>
                <c:pt idx="9937">
                  <c:v>0.32577777777777778</c:v>
                </c:pt>
                <c:pt idx="9938">
                  <c:v>0.32577777777777778</c:v>
                </c:pt>
                <c:pt idx="9939">
                  <c:v>0.32577777777777778</c:v>
                </c:pt>
                <c:pt idx="9940">
                  <c:v>0.32577777777777778</c:v>
                </c:pt>
                <c:pt idx="9941">
                  <c:v>0.32592592592592595</c:v>
                </c:pt>
                <c:pt idx="9942">
                  <c:v>0.32592592592592595</c:v>
                </c:pt>
                <c:pt idx="9943">
                  <c:v>0.32592592592592595</c:v>
                </c:pt>
                <c:pt idx="9944">
                  <c:v>0.32607407407407407</c:v>
                </c:pt>
                <c:pt idx="9945">
                  <c:v>0.32622222222222225</c:v>
                </c:pt>
                <c:pt idx="9946">
                  <c:v>0.32622222222222225</c:v>
                </c:pt>
                <c:pt idx="9947">
                  <c:v>0.32637037037037037</c:v>
                </c:pt>
                <c:pt idx="9948">
                  <c:v>0.32637037037037037</c:v>
                </c:pt>
                <c:pt idx="9949">
                  <c:v>0.32637037037037037</c:v>
                </c:pt>
                <c:pt idx="9950">
                  <c:v>0.32651851851851854</c:v>
                </c:pt>
                <c:pt idx="9951">
                  <c:v>0.32651851851851854</c:v>
                </c:pt>
                <c:pt idx="9952">
                  <c:v>0.32651851851851854</c:v>
                </c:pt>
                <c:pt idx="9953">
                  <c:v>0.32651851851851854</c:v>
                </c:pt>
                <c:pt idx="9954">
                  <c:v>0.32651851851851854</c:v>
                </c:pt>
                <c:pt idx="9955">
                  <c:v>0.32651851851851854</c:v>
                </c:pt>
                <c:pt idx="9956">
                  <c:v>0.32651851851851854</c:v>
                </c:pt>
                <c:pt idx="9957">
                  <c:v>0.32651851851851854</c:v>
                </c:pt>
                <c:pt idx="9958">
                  <c:v>0.32666666666666666</c:v>
                </c:pt>
                <c:pt idx="9959">
                  <c:v>0.32666666666666666</c:v>
                </c:pt>
                <c:pt idx="9960">
                  <c:v>0.32666666666666666</c:v>
                </c:pt>
                <c:pt idx="9961">
                  <c:v>0.32681481481481484</c:v>
                </c:pt>
                <c:pt idx="9962">
                  <c:v>0.32681481481481484</c:v>
                </c:pt>
                <c:pt idx="9963">
                  <c:v>0.32696296296296296</c:v>
                </c:pt>
                <c:pt idx="9964">
                  <c:v>0.32711111111111113</c:v>
                </c:pt>
                <c:pt idx="9965">
                  <c:v>0.32711111111111113</c:v>
                </c:pt>
                <c:pt idx="9966">
                  <c:v>0.32711111111111113</c:v>
                </c:pt>
                <c:pt idx="9967">
                  <c:v>0.32711111111111113</c:v>
                </c:pt>
                <c:pt idx="9968">
                  <c:v>0.32711111111111113</c:v>
                </c:pt>
                <c:pt idx="9969">
                  <c:v>0.32725925925925925</c:v>
                </c:pt>
                <c:pt idx="9970">
                  <c:v>0.32725925925925925</c:v>
                </c:pt>
                <c:pt idx="9971">
                  <c:v>0.32740740740740742</c:v>
                </c:pt>
                <c:pt idx="9972">
                  <c:v>0.32740740740740742</c:v>
                </c:pt>
                <c:pt idx="9973">
                  <c:v>0.32740740740740742</c:v>
                </c:pt>
                <c:pt idx="9974">
                  <c:v>0.32740740740740742</c:v>
                </c:pt>
                <c:pt idx="9975">
                  <c:v>0.32740740740740742</c:v>
                </c:pt>
                <c:pt idx="9976">
                  <c:v>0.32740740740740742</c:v>
                </c:pt>
                <c:pt idx="9977">
                  <c:v>0.32740740740740742</c:v>
                </c:pt>
                <c:pt idx="9978">
                  <c:v>0.32755555555555554</c:v>
                </c:pt>
                <c:pt idx="9979">
                  <c:v>0.32755555555555554</c:v>
                </c:pt>
                <c:pt idx="9980">
                  <c:v>0.32770370370370372</c:v>
                </c:pt>
                <c:pt idx="9981">
                  <c:v>0.32770370370370372</c:v>
                </c:pt>
                <c:pt idx="9982">
                  <c:v>0.32770370370370372</c:v>
                </c:pt>
                <c:pt idx="9983">
                  <c:v>0.32785185185185184</c:v>
                </c:pt>
                <c:pt idx="9984">
                  <c:v>0.32785185185185184</c:v>
                </c:pt>
                <c:pt idx="9985">
                  <c:v>0.32785185185185184</c:v>
                </c:pt>
                <c:pt idx="9986">
                  <c:v>0.32785185185185184</c:v>
                </c:pt>
                <c:pt idx="9987">
                  <c:v>0.32785185185185184</c:v>
                </c:pt>
                <c:pt idx="9988">
                  <c:v>0.32800000000000001</c:v>
                </c:pt>
                <c:pt idx="9989">
                  <c:v>0.32800000000000001</c:v>
                </c:pt>
                <c:pt idx="9990">
                  <c:v>0.32800000000000001</c:v>
                </c:pt>
                <c:pt idx="9991">
                  <c:v>0.32814814814814813</c:v>
                </c:pt>
                <c:pt idx="9992">
                  <c:v>0.32814814814814813</c:v>
                </c:pt>
                <c:pt idx="9993">
                  <c:v>0.32814814814814813</c:v>
                </c:pt>
                <c:pt idx="9994">
                  <c:v>0.32814814814814813</c:v>
                </c:pt>
                <c:pt idx="9995">
                  <c:v>0.32829629629629631</c:v>
                </c:pt>
                <c:pt idx="9996">
                  <c:v>0.32829629629629631</c:v>
                </c:pt>
                <c:pt idx="9997">
                  <c:v>0.32829629629629631</c:v>
                </c:pt>
                <c:pt idx="9998">
                  <c:v>0.32829629629629631</c:v>
                </c:pt>
                <c:pt idx="9999">
                  <c:v>0.32829629629629631</c:v>
                </c:pt>
                <c:pt idx="10000">
                  <c:v>0.32829629629629631</c:v>
                </c:pt>
                <c:pt idx="10001">
                  <c:v>0.32829629629629631</c:v>
                </c:pt>
                <c:pt idx="10002">
                  <c:v>0.32829629629629631</c:v>
                </c:pt>
                <c:pt idx="10003">
                  <c:v>0.32829629629629631</c:v>
                </c:pt>
                <c:pt idx="10004">
                  <c:v>0.32829629629629631</c:v>
                </c:pt>
                <c:pt idx="10005">
                  <c:v>0.32844444444444443</c:v>
                </c:pt>
                <c:pt idx="10006">
                  <c:v>0.32844444444444443</c:v>
                </c:pt>
                <c:pt idx="10007">
                  <c:v>0.32844444444444443</c:v>
                </c:pt>
                <c:pt idx="10008">
                  <c:v>0.32844444444444443</c:v>
                </c:pt>
                <c:pt idx="10009">
                  <c:v>0.32844444444444443</c:v>
                </c:pt>
                <c:pt idx="10010">
                  <c:v>0.32844444444444443</c:v>
                </c:pt>
                <c:pt idx="10011">
                  <c:v>0.32844444444444443</c:v>
                </c:pt>
                <c:pt idx="10012">
                  <c:v>0.32844444444444443</c:v>
                </c:pt>
                <c:pt idx="10013">
                  <c:v>0.32844444444444443</c:v>
                </c:pt>
                <c:pt idx="10014">
                  <c:v>0.32844444444444443</c:v>
                </c:pt>
                <c:pt idx="10015">
                  <c:v>0.32844444444444443</c:v>
                </c:pt>
                <c:pt idx="10016">
                  <c:v>0.32844444444444443</c:v>
                </c:pt>
                <c:pt idx="10017">
                  <c:v>0.32844444444444443</c:v>
                </c:pt>
                <c:pt idx="10018">
                  <c:v>0.32844444444444443</c:v>
                </c:pt>
                <c:pt idx="10019">
                  <c:v>0.32844444444444443</c:v>
                </c:pt>
                <c:pt idx="10020">
                  <c:v>0.32844444444444443</c:v>
                </c:pt>
                <c:pt idx="10021">
                  <c:v>0.32844444444444443</c:v>
                </c:pt>
                <c:pt idx="10022">
                  <c:v>0.32844444444444443</c:v>
                </c:pt>
                <c:pt idx="10023">
                  <c:v>0.32844444444444443</c:v>
                </c:pt>
                <c:pt idx="10024">
                  <c:v>0.32844444444444443</c:v>
                </c:pt>
                <c:pt idx="10025">
                  <c:v>0.32844444444444443</c:v>
                </c:pt>
                <c:pt idx="10026">
                  <c:v>0.32844444444444443</c:v>
                </c:pt>
                <c:pt idx="10027">
                  <c:v>0.32844444444444443</c:v>
                </c:pt>
                <c:pt idx="10028">
                  <c:v>0.32844444444444443</c:v>
                </c:pt>
                <c:pt idx="10029">
                  <c:v>0.32844444444444443</c:v>
                </c:pt>
                <c:pt idx="10030">
                  <c:v>0.32844444444444443</c:v>
                </c:pt>
                <c:pt idx="10031">
                  <c:v>0.32844444444444443</c:v>
                </c:pt>
                <c:pt idx="10032">
                  <c:v>0.3285925925925926</c:v>
                </c:pt>
                <c:pt idx="10033">
                  <c:v>0.3285925925925926</c:v>
                </c:pt>
                <c:pt idx="10034">
                  <c:v>0.3285925925925926</c:v>
                </c:pt>
                <c:pt idx="10035">
                  <c:v>0.32874074074074072</c:v>
                </c:pt>
                <c:pt idx="10036">
                  <c:v>0.32874074074074072</c:v>
                </c:pt>
                <c:pt idx="10037">
                  <c:v>0.32874074074074072</c:v>
                </c:pt>
                <c:pt idx="10038">
                  <c:v>0.32874074074074072</c:v>
                </c:pt>
                <c:pt idx="10039">
                  <c:v>0.32874074074074072</c:v>
                </c:pt>
                <c:pt idx="10040">
                  <c:v>0.32874074074074072</c:v>
                </c:pt>
                <c:pt idx="10041">
                  <c:v>0.3288888888888889</c:v>
                </c:pt>
                <c:pt idx="10042">
                  <c:v>0.3288888888888889</c:v>
                </c:pt>
                <c:pt idx="10043">
                  <c:v>0.32903703703703702</c:v>
                </c:pt>
                <c:pt idx="10044">
                  <c:v>0.32903703703703702</c:v>
                </c:pt>
                <c:pt idx="10045">
                  <c:v>0.32903703703703702</c:v>
                </c:pt>
                <c:pt idx="10046">
                  <c:v>0.32918518518518519</c:v>
                </c:pt>
                <c:pt idx="10047">
                  <c:v>0.32918518518518519</c:v>
                </c:pt>
                <c:pt idx="10048">
                  <c:v>0.32918518518518519</c:v>
                </c:pt>
                <c:pt idx="10049">
                  <c:v>0.32918518518518519</c:v>
                </c:pt>
                <c:pt idx="10050">
                  <c:v>0.32918518518518519</c:v>
                </c:pt>
                <c:pt idx="10051">
                  <c:v>0.32918518518518519</c:v>
                </c:pt>
                <c:pt idx="10052">
                  <c:v>0.32918518518518519</c:v>
                </c:pt>
                <c:pt idx="10053">
                  <c:v>0.32933333333333331</c:v>
                </c:pt>
                <c:pt idx="10054">
                  <c:v>0.32948148148148149</c:v>
                </c:pt>
                <c:pt idx="10055">
                  <c:v>0.32962962962962961</c:v>
                </c:pt>
                <c:pt idx="10056">
                  <c:v>0.32962962962962961</c:v>
                </c:pt>
                <c:pt idx="10057">
                  <c:v>0.32962962962962961</c:v>
                </c:pt>
                <c:pt idx="10058">
                  <c:v>0.32962962962962961</c:v>
                </c:pt>
                <c:pt idx="10059">
                  <c:v>0.32962962962962961</c:v>
                </c:pt>
                <c:pt idx="10060">
                  <c:v>0.32962962962962961</c:v>
                </c:pt>
                <c:pt idx="10061">
                  <c:v>0.32962962962962961</c:v>
                </c:pt>
                <c:pt idx="10062">
                  <c:v>0.32977777777777778</c:v>
                </c:pt>
                <c:pt idx="10063">
                  <c:v>0.32977777777777778</c:v>
                </c:pt>
                <c:pt idx="10064">
                  <c:v>0.32977777777777778</c:v>
                </c:pt>
                <c:pt idx="10065">
                  <c:v>0.3299259259259259</c:v>
                </c:pt>
                <c:pt idx="10066">
                  <c:v>0.3299259259259259</c:v>
                </c:pt>
                <c:pt idx="10067">
                  <c:v>0.33007407407407408</c:v>
                </c:pt>
                <c:pt idx="10068">
                  <c:v>0.33007407407407408</c:v>
                </c:pt>
                <c:pt idx="10069">
                  <c:v>0.33022222222222219</c:v>
                </c:pt>
                <c:pt idx="10070">
                  <c:v>0.33022222222222219</c:v>
                </c:pt>
                <c:pt idx="10071">
                  <c:v>0.33022222222222219</c:v>
                </c:pt>
                <c:pt idx="10072">
                  <c:v>0.33037037037037037</c:v>
                </c:pt>
                <c:pt idx="10073">
                  <c:v>0.33037037037037037</c:v>
                </c:pt>
                <c:pt idx="10074">
                  <c:v>0.33037037037037037</c:v>
                </c:pt>
                <c:pt idx="10075">
                  <c:v>0.33037037037037037</c:v>
                </c:pt>
                <c:pt idx="10076">
                  <c:v>0.33037037037037037</c:v>
                </c:pt>
                <c:pt idx="10077">
                  <c:v>0.33037037037037037</c:v>
                </c:pt>
                <c:pt idx="10078">
                  <c:v>0.33037037037037037</c:v>
                </c:pt>
                <c:pt idx="10079">
                  <c:v>0.33037037037037037</c:v>
                </c:pt>
                <c:pt idx="10080">
                  <c:v>0.33037037037037037</c:v>
                </c:pt>
                <c:pt idx="10081">
                  <c:v>0.33037037037037037</c:v>
                </c:pt>
                <c:pt idx="10082">
                  <c:v>0.33037037037037037</c:v>
                </c:pt>
                <c:pt idx="10083">
                  <c:v>0.33037037037037037</c:v>
                </c:pt>
                <c:pt idx="10084">
                  <c:v>0.33037037037037037</c:v>
                </c:pt>
                <c:pt idx="10085">
                  <c:v>0.33037037037037037</c:v>
                </c:pt>
                <c:pt idx="10086">
                  <c:v>0.33037037037037037</c:v>
                </c:pt>
                <c:pt idx="10087">
                  <c:v>0.33037037037037037</c:v>
                </c:pt>
                <c:pt idx="10088">
                  <c:v>0.33051851851851854</c:v>
                </c:pt>
                <c:pt idx="10089">
                  <c:v>0.33051851851851854</c:v>
                </c:pt>
                <c:pt idx="10090">
                  <c:v>0.33051851851851854</c:v>
                </c:pt>
                <c:pt idx="10091">
                  <c:v>0.33051851851851854</c:v>
                </c:pt>
                <c:pt idx="10092">
                  <c:v>0.33051851851851854</c:v>
                </c:pt>
                <c:pt idx="10093">
                  <c:v>0.33051851851851854</c:v>
                </c:pt>
                <c:pt idx="10094">
                  <c:v>0.33066666666666666</c:v>
                </c:pt>
                <c:pt idx="10095">
                  <c:v>0.33066666666666666</c:v>
                </c:pt>
                <c:pt idx="10096">
                  <c:v>0.33066666666666666</c:v>
                </c:pt>
                <c:pt idx="10097">
                  <c:v>0.33066666666666666</c:v>
                </c:pt>
                <c:pt idx="10098">
                  <c:v>0.33081481481481484</c:v>
                </c:pt>
                <c:pt idx="10099">
                  <c:v>0.33081481481481484</c:v>
                </c:pt>
                <c:pt idx="10100">
                  <c:v>0.33081481481481484</c:v>
                </c:pt>
                <c:pt idx="10101">
                  <c:v>0.33081481481481484</c:v>
                </c:pt>
                <c:pt idx="10102">
                  <c:v>0.33081481481481484</c:v>
                </c:pt>
                <c:pt idx="10103">
                  <c:v>0.33081481481481484</c:v>
                </c:pt>
                <c:pt idx="10104">
                  <c:v>0.33096296296296296</c:v>
                </c:pt>
                <c:pt idx="10105">
                  <c:v>0.33096296296296296</c:v>
                </c:pt>
                <c:pt idx="10106">
                  <c:v>0.33111111111111113</c:v>
                </c:pt>
                <c:pt idx="10107">
                  <c:v>0.33111111111111113</c:v>
                </c:pt>
                <c:pt idx="10108">
                  <c:v>0.33111111111111113</c:v>
                </c:pt>
                <c:pt idx="10109">
                  <c:v>0.33111111111111113</c:v>
                </c:pt>
                <c:pt idx="10110">
                  <c:v>0.33111111111111113</c:v>
                </c:pt>
                <c:pt idx="10111">
                  <c:v>0.33111111111111113</c:v>
                </c:pt>
                <c:pt idx="10112">
                  <c:v>0.33111111111111113</c:v>
                </c:pt>
                <c:pt idx="10113">
                  <c:v>0.33111111111111113</c:v>
                </c:pt>
                <c:pt idx="10114">
                  <c:v>0.33111111111111113</c:v>
                </c:pt>
                <c:pt idx="10115">
                  <c:v>0.33111111111111113</c:v>
                </c:pt>
                <c:pt idx="10116">
                  <c:v>0.33125925925925925</c:v>
                </c:pt>
                <c:pt idx="10117">
                  <c:v>0.33125925925925925</c:v>
                </c:pt>
                <c:pt idx="10118">
                  <c:v>0.33125925925925925</c:v>
                </c:pt>
                <c:pt idx="10119">
                  <c:v>0.33125925925925925</c:v>
                </c:pt>
                <c:pt idx="10120">
                  <c:v>0.33125925925925925</c:v>
                </c:pt>
                <c:pt idx="10121">
                  <c:v>0.33140740740740743</c:v>
                </c:pt>
                <c:pt idx="10122">
                  <c:v>0.33155555555555555</c:v>
                </c:pt>
                <c:pt idx="10123">
                  <c:v>0.33170370370370372</c:v>
                </c:pt>
                <c:pt idx="10124">
                  <c:v>0.33170370370370372</c:v>
                </c:pt>
                <c:pt idx="10125">
                  <c:v>0.33185185185185184</c:v>
                </c:pt>
                <c:pt idx="10126">
                  <c:v>0.33185185185185184</c:v>
                </c:pt>
                <c:pt idx="10127">
                  <c:v>0.33185185185185184</c:v>
                </c:pt>
                <c:pt idx="10128">
                  <c:v>0.33185185185185184</c:v>
                </c:pt>
                <c:pt idx="10129">
                  <c:v>0.33185185185185184</c:v>
                </c:pt>
                <c:pt idx="10130">
                  <c:v>0.33185185185185184</c:v>
                </c:pt>
                <c:pt idx="10131">
                  <c:v>0.33185185185185184</c:v>
                </c:pt>
                <c:pt idx="10132">
                  <c:v>0.33200000000000002</c:v>
                </c:pt>
                <c:pt idx="10133">
                  <c:v>0.33200000000000002</c:v>
                </c:pt>
                <c:pt idx="10134">
                  <c:v>0.33214814814814814</c:v>
                </c:pt>
                <c:pt idx="10135">
                  <c:v>0.33214814814814814</c:v>
                </c:pt>
                <c:pt idx="10136">
                  <c:v>0.33214814814814814</c:v>
                </c:pt>
                <c:pt idx="10137">
                  <c:v>0.33214814814814814</c:v>
                </c:pt>
                <c:pt idx="10138">
                  <c:v>0.33214814814814814</c:v>
                </c:pt>
                <c:pt idx="10139">
                  <c:v>0.33229629629629631</c:v>
                </c:pt>
                <c:pt idx="10140">
                  <c:v>0.33229629629629631</c:v>
                </c:pt>
                <c:pt idx="10141">
                  <c:v>0.33229629629629631</c:v>
                </c:pt>
                <c:pt idx="10142">
                  <c:v>0.33229629629629631</c:v>
                </c:pt>
                <c:pt idx="10143">
                  <c:v>0.33229629629629631</c:v>
                </c:pt>
                <c:pt idx="10144">
                  <c:v>0.33244444444444443</c:v>
                </c:pt>
                <c:pt idx="10145">
                  <c:v>0.33244444444444443</c:v>
                </c:pt>
                <c:pt idx="10146">
                  <c:v>0.33259259259259261</c:v>
                </c:pt>
                <c:pt idx="10147">
                  <c:v>0.33259259259259261</c:v>
                </c:pt>
                <c:pt idx="10148">
                  <c:v>0.33259259259259261</c:v>
                </c:pt>
                <c:pt idx="10149">
                  <c:v>0.33259259259259261</c:v>
                </c:pt>
                <c:pt idx="10150">
                  <c:v>0.33274074074074073</c:v>
                </c:pt>
                <c:pt idx="10151">
                  <c:v>0.33274074074074073</c:v>
                </c:pt>
                <c:pt idx="10152">
                  <c:v>0.33274074074074073</c:v>
                </c:pt>
                <c:pt idx="10153">
                  <c:v>0.33274074074074073</c:v>
                </c:pt>
                <c:pt idx="10154">
                  <c:v>0.33274074074074073</c:v>
                </c:pt>
                <c:pt idx="10155">
                  <c:v>0.33274074074074073</c:v>
                </c:pt>
                <c:pt idx="10156">
                  <c:v>0.33274074074074073</c:v>
                </c:pt>
                <c:pt idx="10157">
                  <c:v>0.3328888888888889</c:v>
                </c:pt>
                <c:pt idx="10158">
                  <c:v>0.3328888888888889</c:v>
                </c:pt>
                <c:pt idx="10159">
                  <c:v>0.33303703703703702</c:v>
                </c:pt>
                <c:pt idx="10160">
                  <c:v>0.33303703703703702</c:v>
                </c:pt>
                <c:pt idx="10161">
                  <c:v>0.33303703703703702</c:v>
                </c:pt>
                <c:pt idx="10162">
                  <c:v>0.33303703703703702</c:v>
                </c:pt>
                <c:pt idx="10163">
                  <c:v>0.33303703703703702</c:v>
                </c:pt>
                <c:pt idx="10164">
                  <c:v>0.33303703703703702</c:v>
                </c:pt>
                <c:pt idx="10165">
                  <c:v>0.33303703703703702</c:v>
                </c:pt>
                <c:pt idx="10166">
                  <c:v>0.33303703703703702</c:v>
                </c:pt>
                <c:pt idx="10167">
                  <c:v>0.33303703703703702</c:v>
                </c:pt>
                <c:pt idx="10168">
                  <c:v>0.3331851851851852</c:v>
                </c:pt>
                <c:pt idx="10169">
                  <c:v>0.3331851851851852</c:v>
                </c:pt>
                <c:pt idx="10170">
                  <c:v>0.3331851851851852</c:v>
                </c:pt>
                <c:pt idx="10171">
                  <c:v>0.33333333333333331</c:v>
                </c:pt>
                <c:pt idx="10172">
                  <c:v>0.33348148148148149</c:v>
                </c:pt>
                <c:pt idx="10173">
                  <c:v>0.33362962962962961</c:v>
                </c:pt>
                <c:pt idx="10174">
                  <c:v>0.33377777777777778</c:v>
                </c:pt>
                <c:pt idx="10175">
                  <c:v>0.33377777777777778</c:v>
                </c:pt>
                <c:pt idx="10176">
                  <c:v>0.33377777777777778</c:v>
                </c:pt>
                <c:pt idx="10177">
                  <c:v>0.33377777777777778</c:v>
                </c:pt>
                <c:pt idx="10178">
                  <c:v>0.3339259259259259</c:v>
                </c:pt>
                <c:pt idx="10179">
                  <c:v>0.3339259259259259</c:v>
                </c:pt>
                <c:pt idx="10180">
                  <c:v>0.3339259259259259</c:v>
                </c:pt>
                <c:pt idx="10181">
                  <c:v>0.33407407407407408</c:v>
                </c:pt>
                <c:pt idx="10182">
                  <c:v>0.3342222222222222</c:v>
                </c:pt>
                <c:pt idx="10183">
                  <c:v>0.3342222222222222</c:v>
                </c:pt>
                <c:pt idx="10184">
                  <c:v>0.33437037037037037</c:v>
                </c:pt>
                <c:pt idx="10185">
                  <c:v>0.33437037037037037</c:v>
                </c:pt>
                <c:pt idx="10186">
                  <c:v>0.33437037037037037</c:v>
                </c:pt>
                <c:pt idx="10187">
                  <c:v>0.33437037037037037</c:v>
                </c:pt>
                <c:pt idx="10188">
                  <c:v>0.33451851851851849</c:v>
                </c:pt>
                <c:pt idx="10189">
                  <c:v>0.33451851851851849</c:v>
                </c:pt>
                <c:pt idx="10190">
                  <c:v>0.33466666666666667</c:v>
                </c:pt>
                <c:pt idx="10191">
                  <c:v>0.33481481481481479</c:v>
                </c:pt>
                <c:pt idx="10192">
                  <c:v>0.33496296296296296</c:v>
                </c:pt>
                <c:pt idx="10193">
                  <c:v>0.33496296296296296</c:v>
                </c:pt>
                <c:pt idx="10194">
                  <c:v>0.33496296296296296</c:v>
                </c:pt>
                <c:pt idx="10195">
                  <c:v>0.33511111111111114</c:v>
                </c:pt>
                <c:pt idx="10196">
                  <c:v>0.33511111111111114</c:v>
                </c:pt>
                <c:pt idx="10197">
                  <c:v>0.33525925925925926</c:v>
                </c:pt>
                <c:pt idx="10198">
                  <c:v>0.33525925925925926</c:v>
                </c:pt>
                <c:pt idx="10199">
                  <c:v>0.33525925925925926</c:v>
                </c:pt>
                <c:pt idx="10200">
                  <c:v>0.33525925925925926</c:v>
                </c:pt>
                <c:pt idx="10201">
                  <c:v>0.33525925925925926</c:v>
                </c:pt>
                <c:pt idx="10202">
                  <c:v>0.33525925925925926</c:v>
                </c:pt>
                <c:pt idx="10203">
                  <c:v>0.33525925925925926</c:v>
                </c:pt>
                <c:pt idx="10204">
                  <c:v>0.33525925925925926</c:v>
                </c:pt>
                <c:pt idx="10205">
                  <c:v>0.33525925925925926</c:v>
                </c:pt>
                <c:pt idx="10206">
                  <c:v>0.33525925925925926</c:v>
                </c:pt>
                <c:pt idx="10207">
                  <c:v>0.33525925925925926</c:v>
                </c:pt>
                <c:pt idx="10208">
                  <c:v>0.33540740740740743</c:v>
                </c:pt>
                <c:pt idx="10209">
                  <c:v>0.33540740740740743</c:v>
                </c:pt>
                <c:pt idx="10210">
                  <c:v>0.33555555555555555</c:v>
                </c:pt>
                <c:pt idx="10211">
                  <c:v>0.33570370370370373</c:v>
                </c:pt>
                <c:pt idx="10212">
                  <c:v>0.33570370370370373</c:v>
                </c:pt>
                <c:pt idx="10213">
                  <c:v>0.33585185185185185</c:v>
                </c:pt>
                <c:pt idx="10214">
                  <c:v>0.33585185185185185</c:v>
                </c:pt>
                <c:pt idx="10215">
                  <c:v>0.33600000000000002</c:v>
                </c:pt>
                <c:pt idx="10216">
                  <c:v>0.33600000000000002</c:v>
                </c:pt>
                <c:pt idx="10217">
                  <c:v>0.33600000000000002</c:v>
                </c:pt>
                <c:pt idx="10218">
                  <c:v>0.33614814814814814</c:v>
                </c:pt>
                <c:pt idx="10219">
                  <c:v>0.33614814814814814</c:v>
                </c:pt>
                <c:pt idx="10220">
                  <c:v>0.33614814814814814</c:v>
                </c:pt>
                <c:pt idx="10221">
                  <c:v>0.33614814814814814</c:v>
                </c:pt>
                <c:pt idx="10222">
                  <c:v>0.33614814814814814</c:v>
                </c:pt>
                <c:pt idx="10223">
                  <c:v>0.33614814814814814</c:v>
                </c:pt>
                <c:pt idx="10224">
                  <c:v>0.33629629629629632</c:v>
                </c:pt>
                <c:pt idx="10225">
                  <c:v>0.33644444444444443</c:v>
                </c:pt>
                <c:pt idx="10226">
                  <c:v>0.33644444444444443</c:v>
                </c:pt>
                <c:pt idx="10227">
                  <c:v>0.33644444444444443</c:v>
                </c:pt>
                <c:pt idx="10228">
                  <c:v>0.33644444444444443</c:v>
                </c:pt>
                <c:pt idx="10229">
                  <c:v>0.33644444444444443</c:v>
                </c:pt>
                <c:pt idx="10230">
                  <c:v>0.33644444444444443</c:v>
                </c:pt>
                <c:pt idx="10231">
                  <c:v>0.33659259259259261</c:v>
                </c:pt>
                <c:pt idx="10232">
                  <c:v>0.33659259259259261</c:v>
                </c:pt>
                <c:pt idx="10233">
                  <c:v>0.33674074074074073</c:v>
                </c:pt>
                <c:pt idx="10234">
                  <c:v>0.3368888888888889</c:v>
                </c:pt>
                <c:pt idx="10235">
                  <c:v>0.3368888888888889</c:v>
                </c:pt>
                <c:pt idx="10236">
                  <c:v>0.3368888888888889</c:v>
                </c:pt>
                <c:pt idx="10237">
                  <c:v>0.3368888888888889</c:v>
                </c:pt>
                <c:pt idx="10238">
                  <c:v>0.3368888888888889</c:v>
                </c:pt>
                <c:pt idx="10239">
                  <c:v>0.3368888888888889</c:v>
                </c:pt>
                <c:pt idx="10240">
                  <c:v>0.3368888888888889</c:v>
                </c:pt>
                <c:pt idx="10241">
                  <c:v>0.3368888888888889</c:v>
                </c:pt>
                <c:pt idx="10242">
                  <c:v>0.3368888888888889</c:v>
                </c:pt>
                <c:pt idx="10243">
                  <c:v>0.33703703703703702</c:v>
                </c:pt>
                <c:pt idx="10244">
                  <c:v>0.33703703703703702</c:v>
                </c:pt>
                <c:pt idx="10245">
                  <c:v>0.33703703703703702</c:v>
                </c:pt>
                <c:pt idx="10246">
                  <c:v>0.33703703703703702</c:v>
                </c:pt>
                <c:pt idx="10247">
                  <c:v>0.33703703703703702</c:v>
                </c:pt>
                <c:pt idx="10248">
                  <c:v>0.33703703703703702</c:v>
                </c:pt>
                <c:pt idx="10249">
                  <c:v>0.33703703703703702</c:v>
                </c:pt>
                <c:pt idx="10250">
                  <c:v>0.33703703703703702</c:v>
                </c:pt>
                <c:pt idx="10251">
                  <c:v>0.33703703703703702</c:v>
                </c:pt>
                <c:pt idx="10252">
                  <c:v>0.33703703703703702</c:v>
                </c:pt>
                <c:pt idx="10253">
                  <c:v>0.3371851851851852</c:v>
                </c:pt>
                <c:pt idx="10254">
                  <c:v>0.3371851851851852</c:v>
                </c:pt>
                <c:pt idx="10255">
                  <c:v>0.3371851851851852</c:v>
                </c:pt>
                <c:pt idx="10256">
                  <c:v>0.3371851851851852</c:v>
                </c:pt>
                <c:pt idx="10257">
                  <c:v>0.3371851851851852</c:v>
                </c:pt>
                <c:pt idx="10258">
                  <c:v>0.3371851851851852</c:v>
                </c:pt>
                <c:pt idx="10259">
                  <c:v>0.3371851851851852</c:v>
                </c:pt>
                <c:pt idx="10260">
                  <c:v>0.3371851851851852</c:v>
                </c:pt>
                <c:pt idx="10261">
                  <c:v>0.3371851851851852</c:v>
                </c:pt>
                <c:pt idx="10262">
                  <c:v>0.3371851851851852</c:v>
                </c:pt>
                <c:pt idx="10263">
                  <c:v>0.3371851851851852</c:v>
                </c:pt>
                <c:pt idx="10264">
                  <c:v>0.3371851851851852</c:v>
                </c:pt>
                <c:pt idx="10265">
                  <c:v>0.3371851851851852</c:v>
                </c:pt>
                <c:pt idx="10266">
                  <c:v>0.3371851851851852</c:v>
                </c:pt>
                <c:pt idx="10267">
                  <c:v>0.3371851851851852</c:v>
                </c:pt>
                <c:pt idx="10268">
                  <c:v>0.3371851851851852</c:v>
                </c:pt>
                <c:pt idx="10269">
                  <c:v>0.3371851851851852</c:v>
                </c:pt>
                <c:pt idx="10270">
                  <c:v>0.3371851851851852</c:v>
                </c:pt>
                <c:pt idx="10271">
                  <c:v>0.3371851851851852</c:v>
                </c:pt>
                <c:pt idx="10272">
                  <c:v>0.3371851851851852</c:v>
                </c:pt>
                <c:pt idx="10273">
                  <c:v>0.3371851851851852</c:v>
                </c:pt>
                <c:pt idx="10274">
                  <c:v>0.3371851851851852</c:v>
                </c:pt>
                <c:pt idx="10275">
                  <c:v>0.3371851851851852</c:v>
                </c:pt>
                <c:pt idx="10276">
                  <c:v>0.3371851851851852</c:v>
                </c:pt>
                <c:pt idx="10277">
                  <c:v>0.3371851851851852</c:v>
                </c:pt>
                <c:pt idx="10278">
                  <c:v>0.3371851851851852</c:v>
                </c:pt>
                <c:pt idx="10279">
                  <c:v>0.3371851851851852</c:v>
                </c:pt>
                <c:pt idx="10280">
                  <c:v>0.33733333333333332</c:v>
                </c:pt>
                <c:pt idx="10281">
                  <c:v>0.33733333333333332</c:v>
                </c:pt>
                <c:pt idx="10282">
                  <c:v>0.33748148148148149</c:v>
                </c:pt>
                <c:pt idx="10283">
                  <c:v>0.33748148148148149</c:v>
                </c:pt>
                <c:pt idx="10284">
                  <c:v>0.33762962962962961</c:v>
                </c:pt>
                <c:pt idx="10285">
                  <c:v>0.33762962962962961</c:v>
                </c:pt>
                <c:pt idx="10286">
                  <c:v>0.33777777777777779</c:v>
                </c:pt>
                <c:pt idx="10287">
                  <c:v>0.33777777777777779</c:v>
                </c:pt>
                <c:pt idx="10288">
                  <c:v>0.33792592592592591</c:v>
                </c:pt>
                <c:pt idx="10289">
                  <c:v>0.33792592592592591</c:v>
                </c:pt>
                <c:pt idx="10290">
                  <c:v>0.33792592592592591</c:v>
                </c:pt>
                <c:pt idx="10291">
                  <c:v>0.33792592592592591</c:v>
                </c:pt>
                <c:pt idx="10292">
                  <c:v>0.33792592592592591</c:v>
                </c:pt>
                <c:pt idx="10293">
                  <c:v>0.33807407407407408</c:v>
                </c:pt>
                <c:pt idx="10294">
                  <c:v>0.33807407407407408</c:v>
                </c:pt>
                <c:pt idx="10295">
                  <c:v>0.33807407407407408</c:v>
                </c:pt>
                <c:pt idx="10296">
                  <c:v>0.33807407407407408</c:v>
                </c:pt>
                <c:pt idx="10297">
                  <c:v>0.33807407407407408</c:v>
                </c:pt>
                <c:pt idx="10298">
                  <c:v>0.33807407407407408</c:v>
                </c:pt>
                <c:pt idx="10299">
                  <c:v>0.3382222222222222</c:v>
                </c:pt>
                <c:pt idx="10300">
                  <c:v>0.3382222222222222</c:v>
                </c:pt>
                <c:pt idx="10301">
                  <c:v>0.3382222222222222</c:v>
                </c:pt>
                <c:pt idx="10302">
                  <c:v>0.3382222222222222</c:v>
                </c:pt>
                <c:pt idx="10303">
                  <c:v>0.33837037037037038</c:v>
                </c:pt>
                <c:pt idx="10304">
                  <c:v>0.33837037037037038</c:v>
                </c:pt>
                <c:pt idx="10305">
                  <c:v>0.33837037037037038</c:v>
                </c:pt>
                <c:pt idx="10306">
                  <c:v>0.3385185185185185</c:v>
                </c:pt>
                <c:pt idx="10307">
                  <c:v>0.3385185185185185</c:v>
                </c:pt>
                <c:pt idx="10308">
                  <c:v>0.33866666666666667</c:v>
                </c:pt>
                <c:pt idx="10309">
                  <c:v>0.33866666666666667</c:v>
                </c:pt>
                <c:pt idx="10310">
                  <c:v>0.33881481481481479</c:v>
                </c:pt>
                <c:pt idx="10311">
                  <c:v>0.33881481481481479</c:v>
                </c:pt>
                <c:pt idx="10312">
                  <c:v>0.33881481481481479</c:v>
                </c:pt>
                <c:pt idx="10313">
                  <c:v>0.33896296296296297</c:v>
                </c:pt>
                <c:pt idx="10314">
                  <c:v>0.33896296296296297</c:v>
                </c:pt>
                <c:pt idx="10315">
                  <c:v>0.33896296296296297</c:v>
                </c:pt>
                <c:pt idx="10316">
                  <c:v>0.33896296296296297</c:v>
                </c:pt>
                <c:pt idx="10317">
                  <c:v>0.33896296296296297</c:v>
                </c:pt>
                <c:pt idx="10318">
                  <c:v>0.33896296296296297</c:v>
                </c:pt>
                <c:pt idx="10319">
                  <c:v>0.33896296296296297</c:v>
                </c:pt>
                <c:pt idx="10320">
                  <c:v>0.33911111111111109</c:v>
                </c:pt>
                <c:pt idx="10321">
                  <c:v>0.33911111111111109</c:v>
                </c:pt>
                <c:pt idx="10322">
                  <c:v>0.33911111111111109</c:v>
                </c:pt>
                <c:pt idx="10323">
                  <c:v>0.33911111111111109</c:v>
                </c:pt>
                <c:pt idx="10324">
                  <c:v>0.33911111111111109</c:v>
                </c:pt>
                <c:pt idx="10325">
                  <c:v>0.33925925925925926</c:v>
                </c:pt>
                <c:pt idx="10326">
                  <c:v>0.33925925925925926</c:v>
                </c:pt>
                <c:pt idx="10327">
                  <c:v>0.33925925925925926</c:v>
                </c:pt>
                <c:pt idx="10328">
                  <c:v>0.33925925925925926</c:v>
                </c:pt>
                <c:pt idx="10329">
                  <c:v>0.33925925925925926</c:v>
                </c:pt>
                <c:pt idx="10330">
                  <c:v>0.33925925925925926</c:v>
                </c:pt>
                <c:pt idx="10331">
                  <c:v>0.33925925925925926</c:v>
                </c:pt>
                <c:pt idx="10332">
                  <c:v>0.33925925925925926</c:v>
                </c:pt>
                <c:pt idx="10333">
                  <c:v>0.33925925925925926</c:v>
                </c:pt>
                <c:pt idx="10334">
                  <c:v>0.33925925925925926</c:v>
                </c:pt>
                <c:pt idx="10335">
                  <c:v>0.33925925925925926</c:v>
                </c:pt>
                <c:pt idx="10336">
                  <c:v>0.33940740740740738</c:v>
                </c:pt>
                <c:pt idx="10337">
                  <c:v>0.33940740740740738</c:v>
                </c:pt>
                <c:pt idx="10338">
                  <c:v>0.33955555555555555</c:v>
                </c:pt>
                <c:pt idx="10339">
                  <c:v>0.33955555555555555</c:v>
                </c:pt>
                <c:pt idx="10340">
                  <c:v>0.33955555555555555</c:v>
                </c:pt>
                <c:pt idx="10341">
                  <c:v>0.33970370370370373</c:v>
                </c:pt>
                <c:pt idx="10342">
                  <c:v>0.33985185185185185</c:v>
                </c:pt>
                <c:pt idx="10343">
                  <c:v>0.33985185185185185</c:v>
                </c:pt>
                <c:pt idx="10344">
                  <c:v>0.34</c:v>
                </c:pt>
                <c:pt idx="10345">
                  <c:v>0.34014814814814814</c:v>
                </c:pt>
                <c:pt idx="10346">
                  <c:v>0.34029629629629632</c:v>
                </c:pt>
                <c:pt idx="10347">
                  <c:v>0.34029629629629632</c:v>
                </c:pt>
                <c:pt idx="10348">
                  <c:v>0.34029629629629632</c:v>
                </c:pt>
                <c:pt idx="10349">
                  <c:v>0.34029629629629632</c:v>
                </c:pt>
                <c:pt idx="10350">
                  <c:v>0.34029629629629632</c:v>
                </c:pt>
                <c:pt idx="10351">
                  <c:v>0.34029629629629632</c:v>
                </c:pt>
                <c:pt idx="10352">
                  <c:v>0.34029629629629632</c:v>
                </c:pt>
                <c:pt idx="10353">
                  <c:v>0.34029629629629632</c:v>
                </c:pt>
                <c:pt idx="10354">
                  <c:v>0.34029629629629632</c:v>
                </c:pt>
                <c:pt idx="10355">
                  <c:v>0.34029629629629632</c:v>
                </c:pt>
                <c:pt idx="10356">
                  <c:v>0.34029629629629632</c:v>
                </c:pt>
                <c:pt idx="10357">
                  <c:v>0.34029629629629632</c:v>
                </c:pt>
                <c:pt idx="10358">
                  <c:v>0.34029629629629632</c:v>
                </c:pt>
                <c:pt idx="10359">
                  <c:v>0.34044444444444444</c:v>
                </c:pt>
                <c:pt idx="10360">
                  <c:v>0.34059259259259261</c:v>
                </c:pt>
                <c:pt idx="10361">
                  <c:v>0.34059259259259261</c:v>
                </c:pt>
                <c:pt idx="10362">
                  <c:v>0.34059259259259261</c:v>
                </c:pt>
                <c:pt idx="10363">
                  <c:v>0.34074074074074073</c:v>
                </c:pt>
                <c:pt idx="10364">
                  <c:v>0.34074074074074073</c:v>
                </c:pt>
                <c:pt idx="10365">
                  <c:v>0.34074074074074073</c:v>
                </c:pt>
                <c:pt idx="10366">
                  <c:v>0.34074074074074073</c:v>
                </c:pt>
                <c:pt idx="10367">
                  <c:v>0.34074074074074073</c:v>
                </c:pt>
                <c:pt idx="10368">
                  <c:v>0.34074074074074073</c:v>
                </c:pt>
                <c:pt idx="10369">
                  <c:v>0.34074074074074073</c:v>
                </c:pt>
                <c:pt idx="10370">
                  <c:v>0.34074074074074073</c:v>
                </c:pt>
                <c:pt idx="10371">
                  <c:v>0.34074074074074073</c:v>
                </c:pt>
                <c:pt idx="10372">
                  <c:v>0.34074074074074073</c:v>
                </c:pt>
                <c:pt idx="10373">
                  <c:v>0.34074074074074073</c:v>
                </c:pt>
                <c:pt idx="10374">
                  <c:v>0.34074074074074073</c:v>
                </c:pt>
                <c:pt idx="10375">
                  <c:v>0.34074074074074073</c:v>
                </c:pt>
                <c:pt idx="10376">
                  <c:v>0.34088888888888891</c:v>
                </c:pt>
                <c:pt idx="10377">
                  <c:v>0.34088888888888891</c:v>
                </c:pt>
                <c:pt idx="10378">
                  <c:v>0.34088888888888891</c:v>
                </c:pt>
                <c:pt idx="10379">
                  <c:v>0.34103703703703703</c:v>
                </c:pt>
                <c:pt idx="10380">
                  <c:v>0.34103703703703703</c:v>
                </c:pt>
                <c:pt idx="10381">
                  <c:v>0.34103703703703703</c:v>
                </c:pt>
                <c:pt idx="10382">
                  <c:v>0.3411851851851852</c:v>
                </c:pt>
                <c:pt idx="10383">
                  <c:v>0.3411851851851852</c:v>
                </c:pt>
                <c:pt idx="10384">
                  <c:v>0.3411851851851852</c:v>
                </c:pt>
                <c:pt idx="10385">
                  <c:v>0.3411851851851852</c:v>
                </c:pt>
                <c:pt idx="10386">
                  <c:v>0.3411851851851852</c:v>
                </c:pt>
                <c:pt idx="10387">
                  <c:v>0.3411851851851852</c:v>
                </c:pt>
                <c:pt idx="10388">
                  <c:v>0.3411851851851852</c:v>
                </c:pt>
                <c:pt idx="10389">
                  <c:v>0.3411851851851852</c:v>
                </c:pt>
                <c:pt idx="10390">
                  <c:v>0.34133333333333332</c:v>
                </c:pt>
                <c:pt idx="10391">
                  <c:v>0.34133333333333332</c:v>
                </c:pt>
                <c:pt idx="10392">
                  <c:v>0.34133333333333332</c:v>
                </c:pt>
                <c:pt idx="10393">
                  <c:v>0.34133333333333332</c:v>
                </c:pt>
                <c:pt idx="10394">
                  <c:v>0.3414814814814815</c:v>
                </c:pt>
                <c:pt idx="10395">
                  <c:v>0.3414814814814815</c:v>
                </c:pt>
                <c:pt idx="10396">
                  <c:v>0.3414814814814815</c:v>
                </c:pt>
                <c:pt idx="10397">
                  <c:v>0.3414814814814815</c:v>
                </c:pt>
                <c:pt idx="10398">
                  <c:v>0.34162962962962962</c:v>
                </c:pt>
                <c:pt idx="10399">
                  <c:v>0.34162962962962962</c:v>
                </c:pt>
                <c:pt idx="10400">
                  <c:v>0.34162962962962962</c:v>
                </c:pt>
                <c:pt idx="10401">
                  <c:v>0.34162962962962962</c:v>
                </c:pt>
                <c:pt idx="10402">
                  <c:v>0.34162962962962962</c:v>
                </c:pt>
                <c:pt idx="10403">
                  <c:v>0.34162962962962962</c:v>
                </c:pt>
                <c:pt idx="10404">
                  <c:v>0.34162962962962962</c:v>
                </c:pt>
                <c:pt idx="10405">
                  <c:v>0.34162962962962962</c:v>
                </c:pt>
                <c:pt idx="10406">
                  <c:v>0.34162962962962962</c:v>
                </c:pt>
                <c:pt idx="10407">
                  <c:v>0.34162962962962962</c:v>
                </c:pt>
                <c:pt idx="10408">
                  <c:v>0.34177777777777779</c:v>
                </c:pt>
                <c:pt idx="10409">
                  <c:v>0.34192592592592591</c:v>
                </c:pt>
                <c:pt idx="10410">
                  <c:v>0.34207407407407409</c:v>
                </c:pt>
                <c:pt idx="10411">
                  <c:v>0.34222222222222221</c:v>
                </c:pt>
                <c:pt idx="10412">
                  <c:v>0.34222222222222221</c:v>
                </c:pt>
                <c:pt idx="10413">
                  <c:v>0.34237037037037038</c:v>
                </c:pt>
                <c:pt idx="10414">
                  <c:v>0.34237037037037038</c:v>
                </c:pt>
                <c:pt idx="10415">
                  <c:v>0.3425185185185185</c:v>
                </c:pt>
                <c:pt idx="10416">
                  <c:v>0.3425185185185185</c:v>
                </c:pt>
                <c:pt idx="10417">
                  <c:v>0.3425185185185185</c:v>
                </c:pt>
                <c:pt idx="10418">
                  <c:v>0.3425185185185185</c:v>
                </c:pt>
                <c:pt idx="10419">
                  <c:v>0.3425185185185185</c:v>
                </c:pt>
                <c:pt idx="10420">
                  <c:v>0.34266666666666667</c:v>
                </c:pt>
                <c:pt idx="10421">
                  <c:v>0.34266666666666667</c:v>
                </c:pt>
                <c:pt idx="10422">
                  <c:v>0.34266666666666667</c:v>
                </c:pt>
                <c:pt idx="10423">
                  <c:v>0.34266666666666667</c:v>
                </c:pt>
                <c:pt idx="10424">
                  <c:v>0.34266666666666667</c:v>
                </c:pt>
                <c:pt idx="10425">
                  <c:v>0.34266666666666667</c:v>
                </c:pt>
                <c:pt idx="10426">
                  <c:v>0.34266666666666667</c:v>
                </c:pt>
                <c:pt idx="10427">
                  <c:v>0.34266666666666667</c:v>
                </c:pt>
                <c:pt idx="10428">
                  <c:v>0.34266666666666667</c:v>
                </c:pt>
                <c:pt idx="10429">
                  <c:v>0.34281481481481479</c:v>
                </c:pt>
                <c:pt idx="10430">
                  <c:v>0.34296296296296297</c:v>
                </c:pt>
                <c:pt idx="10431">
                  <c:v>0.34296296296296297</c:v>
                </c:pt>
                <c:pt idx="10432">
                  <c:v>0.34296296296296297</c:v>
                </c:pt>
                <c:pt idx="10433">
                  <c:v>0.34296296296296297</c:v>
                </c:pt>
                <c:pt idx="10434">
                  <c:v>0.34311111111111109</c:v>
                </c:pt>
                <c:pt idx="10435">
                  <c:v>0.34311111111111109</c:v>
                </c:pt>
                <c:pt idx="10436">
                  <c:v>0.34311111111111109</c:v>
                </c:pt>
                <c:pt idx="10437">
                  <c:v>0.34311111111111109</c:v>
                </c:pt>
                <c:pt idx="10438">
                  <c:v>0.34325925925925926</c:v>
                </c:pt>
                <c:pt idx="10439">
                  <c:v>0.34325925925925926</c:v>
                </c:pt>
                <c:pt idx="10440">
                  <c:v>0.34325925925925926</c:v>
                </c:pt>
                <c:pt idx="10441">
                  <c:v>0.34325925925925926</c:v>
                </c:pt>
                <c:pt idx="10442">
                  <c:v>0.34325925925925926</c:v>
                </c:pt>
                <c:pt idx="10443">
                  <c:v>0.34325925925925926</c:v>
                </c:pt>
                <c:pt idx="10444">
                  <c:v>0.34325925925925926</c:v>
                </c:pt>
                <c:pt idx="10445">
                  <c:v>0.34325925925925926</c:v>
                </c:pt>
                <c:pt idx="10446">
                  <c:v>0.34325925925925926</c:v>
                </c:pt>
                <c:pt idx="10447">
                  <c:v>0.34325925925925926</c:v>
                </c:pt>
                <c:pt idx="10448">
                  <c:v>0.34325925925925926</c:v>
                </c:pt>
                <c:pt idx="10449">
                  <c:v>0.34340740740740738</c:v>
                </c:pt>
                <c:pt idx="10450">
                  <c:v>0.34340740740740738</c:v>
                </c:pt>
                <c:pt idx="10451">
                  <c:v>0.34340740740740738</c:v>
                </c:pt>
                <c:pt idx="10452">
                  <c:v>0.34340740740740738</c:v>
                </c:pt>
                <c:pt idx="10453">
                  <c:v>0.34355555555555556</c:v>
                </c:pt>
                <c:pt idx="10454">
                  <c:v>0.34370370370370368</c:v>
                </c:pt>
                <c:pt idx="10455">
                  <c:v>0.34385185185185185</c:v>
                </c:pt>
                <c:pt idx="10456">
                  <c:v>0.34385185185185185</c:v>
                </c:pt>
                <c:pt idx="10457">
                  <c:v>0.34385185185185185</c:v>
                </c:pt>
                <c:pt idx="10458">
                  <c:v>0.34399999999999997</c:v>
                </c:pt>
                <c:pt idx="10459">
                  <c:v>0.34399999999999997</c:v>
                </c:pt>
                <c:pt idx="10460">
                  <c:v>0.34399999999999997</c:v>
                </c:pt>
                <c:pt idx="10461">
                  <c:v>0.34399999999999997</c:v>
                </c:pt>
                <c:pt idx="10462">
                  <c:v>0.34414814814814815</c:v>
                </c:pt>
                <c:pt idx="10463">
                  <c:v>0.34414814814814815</c:v>
                </c:pt>
                <c:pt idx="10464">
                  <c:v>0.34429629629629632</c:v>
                </c:pt>
                <c:pt idx="10465">
                  <c:v>0.34429629629629632</c:v>
                </c:pt>
                <c:pt idx="10466">
                  <c:v>0.34444444444444444</c:v>
                </c:pt>
                <c:pt idx="10467">
                  <c:v>0.34444444444444444</c:v>
                </c:pt>
                <c:pt idx="10468">
                  <c:v>0.34444444444444444</c:v>
                </c:pt>
                <c:pt idx="10469">
                  <c:v>0.34444444444444444</c:v>
                </c:pt>
                <c:pt idx="10470">
                  <c:v>0.34459259259259262</c:v>
                </c:pt>
                <c:pt idx="10471">
                  <c:v>0.34459259259259262</c:v>
                </c:pt>
                <c:pt idx="10472">
                  <c:v>0.34459259259259262</c:v>
                </c:pt>
                <c:pt idx="10473">
                  <c:v>0.34459259259259262</c:v>
                </c:pt>
                <c:pt idx="10474">
                  <c:v>0.34474074074074074</c:v>
                </c:pt>
                <c:pt idx="10475">
                  <c:v>0.34488888888888891</c:v>
                </c:pt>
                <c:pt idx="10476">
                  <c:v>0.34488888888888891</c:v>
                </c:pt>
                <c:pt idx="10477">
                  <c:v>0.34488888888888891</c:v>
                </c:pt>
                <c:pt idx="10478">
                  <c:v>0.34488888888888891</c:v>
                </c:pt>
                <c:pt idx="10479">
                  <c:v>0.34488888888888891</c:v>
                </c:pt>
                <c:pt idx="10480">
                  <c:v>0.34488888888888891</c:v>
                </c:pt>
                <c:pt idx="10481">
                  <c:v>0.34488888888888891</c:v>
                </c:pt>
                <c:pt idx="10482">
                  <c:v>0.34488888888888891</c:v>
                </c:pt>
                <c:pt idx="10483">
                  <c:v>0.34488888888888891</c:v>
                </c:pt>
                <c:pt idx="10484">
                  <c:v>0.34488888888888891</c:v>
                </c:pt>
                <c:pt idx="10485">
                  <c:v>0.34488888888888891</c:v>
                </c:pt>
                <c:pt idx="10486">
                  <c:v>0.34503703703703703</c:v>
                </c:pt>
                <c:pt idx="10487">
                  <c:v>0.34518518518518521</c:v>
                </c:pt>
                <c:pt idx="10488">
                  <c:v>0.34518518518518521</c:v>
                </c:pt>
                <c:pt idx="10489">
                  <c:v>0.34518518518518521</c:v>
                </c:pt>
                <c:pt idx="10490">
                  <c:v>0.34518518518518521</c:v>
                </c:pt>
                <c:pt idx="10491">
                  <c:v>0.34518518518518521</c:v>
                </c:pt>
                <c:pt idx="10492">
                  <c:v>0.34518518518518521</c:v>
                </c:pt>
                <c:pt idx="10493">
                  <c:v>0.34518518518518521</c:v>
                </c:pt>
                <c:pt idx="10494">
                  <c:v>0.34518518518518521</c:v>
                </c:pt>
                <c:pt idx="10495">
                  <c:v>0.34518518518518521</c:v>
                </c:pt>
                <c:pt idx="10496">
                  <c:v>0.34518518518518521</c:v>
                </c:pt>
                <c:pt idx="10497">
                  <c:v>0.34518518518518521</c:v>
                </c:pt>
                <c:pt idx="10498">
                  <c:v>0.34518518518518521</c:v>
                </c:pt>
                <c:pt idx="10499">
                  <c:v>0.34518518518518521</c:v>
                </c:pt>
                <c:pt idx="10500">
                  <c:v>0.34518518518518521</c:v>
                </c:pt>
                <c:pt idx="10501">
                  <c:v>0.34518518518518521</c:v>
                </c:pt>
                <c:pt idx="10502">
                  <c:v>0.34518518518518521</c:v>
                </c:pt>
                <c:pt idx="10503">
                  <c:v>0.34518518518518521</c:v>
                </c:pt>
                <c:pt idx="10504">
                  <c:v>0.34518518518518521</c:v>
                </c:pt>
                <c:pt idx="10505">
                  <c:v>0.34518518518518521</c:v>
                </c:pt>
                <c:pt idx="10506">
                  <c:v>0.34533333333333333</c:v>
                </c:pt>
                <c:pt idx="10507">
                  <c:v>0.34533333333333333</c:v>
                </c:pt>
                <c:pt idx="10508">
                  <c:v>0.3454814814814815</c:v>
                </c:pt>
                <c:pt idx="10509">
                  <c:v>0.3454814814814815</c:v>
                </c:pt>
                <c:pt idx="10510">
                  <c:v>0.34562962962962962</c:v>
                </c:pt>
                <c:pt idx="10511">
                  <c:v>0.34562962962962962</c:v>
                </c:pt>
                <c:pt idx="10512">
                  <c:v>0.34562962962962962</c:v>
                </c:pt>
                <c:pt idx="10513">
                  <c:v>0.34562962962962962</c:v>
                </c:pt>
                <c:pt idx="10514">
                  <c:v>0.34577777777777779</c:v>
                </c:pt>
                <c:pt idx="10515">
                  <c:v>0.34592592592592591</c:v>
                </c:pt>
                <c:pt idx="10516">
                  <c:v>0.34592592592592591</c:v>
                </c:pt>
                <c:pt idx="10517">
                  <c:v>0.34592592592592591</c:v>
                </c:pt>
                <c:pt idx="10518">
                  <c:v>0.34592592592592591</c:v>
                </c:pt>
                <c:pt idx="10519">
                  <c:v>0.34592592592592591</c:v>
                </c:pt>
                <c:pt idx="10520">
                  <c:v>0.34592592592592591</c:v>
                </c:pt>
                <c:pt idx="10521">
                  <c:v>0.34592592592592591</c:v>
                </c:pt>
                <c:pt idx="10522">
                  <c:v>0.34592592592592591</c:v>
                </c:pt>
                <c:pt idx="10523">
                  <c:v>0.34607407407407409</c:v>
                </c:pt>
                <c:pt idx="10524">
                  <c:v>0.34607407407407409</c:v>
                </c:pt>
                <c:pt idx="10525">
                  <c:v>0.34607407407407409</c:v>
                </c:pt>
                <c:pt idx="10526">
                  <c:v>0.34607407407407409</c:v>
                </c:pt>
                <c:pt idx="10527">
                  <c:v>0.34607407407407409</c:v>
                </c:pt>
                <c:pt idx="10528">
                  <c:v>0.34607407407407409</c:v>
                </c:pt>
                <c:pt idx="10529">
                  <c:v>0.34607407407407409</c:v>
                </c:pt>
                <c:pt idx="10530">
                  <c:v>0.34607407407407409</c:v>
                </c:pt>
                <c:pt idx="10531">
                  <c:v>0.34607407407407409</c:v>
                </c:pt>
                <c:pt idx="10532">
                  <c:v>0.34622222222222221</c:v>
                </c:pt>
                <c:pt idx="10533">
                  <c:v>0.34622222222222221</c:v>
                </c:pt>
                <c:pt idx="10534">
                  <c:v>0.34622222222222221</c:v>
                </c:pt>
                <c:pt idx="10535">
                  <c:v>0.34622222222222221</c:v>
                </c:pt>
                <c:pt idx="10536">
                  <c:v>0.34622222222222221</c:v>
                </c:pt>
                <c:pt idx="10537">
                  <c:v>0.34622222222222221</c:v>
                </c:pt>
                <c:pt idx="10538">
                  <c:v>0.34622222222222221</c:v>
                </c:pt>
                <c:pt idx="10539">
                  <c:v>0.34622222222222221</c:v>
                </c:pt>
                <c:pt idx="10540">
                  <c:v>0.34622222222222221</c:v>
                </c:pt>
                <c:pt idx="10541">
                  <c:v>0.34637037037037038</c:v>
                </c:pt>
                <c:pt idx="10542">
                  <c:v>0.34637037037037038</c:v>
                </c:pt>
                <c:pt idx="10543">
                  <c:v>0.3465185185185185</c:v>
                </c:pt>
                <c:pt idx="10544">
                  <c:v>0.3465185185185185</c:v>
                </c:pt>
                <c:pt idx="10545">
                  <c:v>0.3465185185185185</c:v>
                </c:pt>
                <c:pt idx="10546">
                  <c:v>0.3465185185185185</c:v>
                </c:pt>
                <c:pt idx="10547">
                  <c:v>0.34666666666666668</c:v>
                </c:pt>
                <c:pt idx="10548">
                  <c:v>0.34666666666666668</c:v>
                </c:pt>
                <c:pt idx="10549">
                  <c:v>0.3468148148148148</c:v>
                </c:pt>
                <c:pt idx="10550">
                  <c:v>0.34696296296296297</c:v>
                </c:pt>
                <c:pt idx="10551">
                  <c:v>0.34696296296296297</c:v>
                </c:pt>
                <c:pt idx="10552">
                  <c:v>0.34696296296296297</c:v>
                </c:pt>
                <c:pt idx="10553">
                  <c:v>0.34696296296296297</c:v>
                </c:pt>
                <c:pt idx="10554">
                  <c:v>0.34696296296296297</c:v>
                </c:pt>
                <c:pt idx="10555">
                  <c:v>0.34696296296296297</c:v>
                </c:pt>
                <c:pt idx="10556">
                  <c:v>0.34696296296296297</c:v>
                </c:pt>
                <c:pt idx="10557">
                  <c:v>0.34696296296296297</c:v>
                </c:pt>
                <c:pt idx="10558">
                  <c:v>0.34711111111111109</c:v>
                </c:pt>
                <c:pt idx="10559">
                  <c:v>0.34711111111111109</c:v>
                </c:pt>
                <c:pt idx="10560">
                  <c:v>0.34711111111111109</c:v>
                </c:pt>
                <c:pt idx="10561">
                  <c:v>0.34725925925925927</c:v>
                </c:pt>
                <c:pt idx="10562">
                  <c:v>0.34740740740740739</c:v>
                </c:pt>
                <c:pt idx="10563">
                  <c:v>0.34740740740740739</c:v>
                </c:pt>
                <c:pt idx="10564">
                  <c:v>0.34755555555555556</c:v>
                </c:pt>
                <c:pt idx="10565">
                  <c:v>0.34755555555555556</c:v>
                </c:pt>
                <c:pt idx="10566">
                  <c:v>0.34755555555555556</c:v>
                </c:pt>
                <c:pt idx="10567">
                  <c:v>0.34755555555555556</c:v>
                </c:pt>
                <c:pt idx="10568">
                  <c:v>0.34770370370370368</c:v>
                </c:pt>
                <c:pt idx="10569">
                  <c:v>0.34770370370370368</c:v>
                </c:pt>
                <c:pt idx="10570">
                  <c:v>0.34770370370370368</c:v>
                </c:pt>
                <c:pt idx="10571">
                  <c:v>0.34770370370370368</c:v>
                </c:pt>
                <c:pt idx="10572">
                  <c:v>0.34770370370370368</c:v>
                </c:pt>
                <c:pt idx="10573">
                  <c:v>0.34770370370370368</c:v>
                </c:pt>
                <c:pt idx="10574">
                  <c:v>0.34770370370370368</c:v>
                </c:pt>
                <c:pt idx="10575">
                  <c:v>0.34770370370370368</c:v>
                </c:pt>
                <c:pt idx="10576">
                  <c:v>0.34770370370370368</c:v>
                </c:pt>
                <c:pt idx="10577">
                  <c:v>0.34770370370370368</c:v>
                </c:pt>
                <c:pt idx="10578">
                  <c:v>0.34770370370370368</c:v>
                </c:pt>
                <c:pt idx="10579">
                  <c:v>0.34770370370370368</c:v>
                </c:pt>
                <c:pt idx="10580">
                  <c:v>0.34770370370370368</c:v>
                </c:pt>
                <c:pt idx="10581">
                  <c:v>0.34785185185185186</c:v>
                </c:pt>
                <c:pt idx="10582">
                  <c:v>0.34799999999999998</c:v>
                </c:pt>
                <c:pt idx="10583">
                  <c:v>0.34799999999999998</c:v>
                </c:pt>
                <c:pt idx="10584">
                  <c:v>0.34814814814814815</c:v>
                </c:pt>
                <c:pt idx="10585">
                  <c:v>0.34814814814814815</c:v>
                </c:pt>
                <c:pt idx="10586">
                  <c:v>0.34829629629629627</c:v>
                </c:pt>
                <c:pt idx="10587">
                  <c:v>0.34844444444444445</c:v>
                </c:pt>
                <c:pt idx="10588">
                  <c:v>0.34844444444444445</c:v>
                </c:pt>
                <c:pt idx="10589">
                  <c:v>0.34859259259259257</c:v>
                </c:pt>
                <c:pt idx="10590">
                  <c:v>0.34859259259259257</c:v>
                </c:pt>
                <c:pt idx="10591">
                  <c:v>0.34859259259259257</c:v>
                </c:pt>
                <c:pt idx="10592">
                  <c:v>0.34874074074074074</c:v>
                </c:pt>
                <c:pt idx="10593">
                  <c:v>0.34888888888888892</c:v>
                </c:pt>
                <c:pt idx="10594">
                  <c:v>0.34903703703703703</c:v>
                </c:pt>
                <c:pt idx="10595">
                  <c:v>0.34903703703703703</c:v>
                </c:pt>
                <c:pt idx="10596">
                  <c:v>0.34903703703703703</c:v>
                </c:pt>
                <c:pt idx="10597">
                  <c:v>0.34903703703703703</c:v>
                </c:pt>
                <c:pt idx="10598">
                  <c:v>0.34903703703703703</c:v>
                </c:pt>
                <c:pt idx="10599">
                  <c:v>0.34903703703703703</c:v>
                </c:pt>
                <c:pt idx="10600">
                  <c:v>0.34903703703703703</c:v>
                </c:pt>
                <c:pt idx="10601">
                  <c:v>0.34903703703703703</c:v>
                </c:pt>
                <c:pt idx="10602">
                  <c:v>0.34903703703703703</c:v>
                </c:pt>
                <c:pt idx="10603">
                  <c:v>0.34918518518518521</c:v>
                </c:pt>
                <c:pt idx="10604">
                  <c:v>0.34918518518518521</c:v>
                </c:pt>
                <c:pt idx="10605">
                  <c:v>0.34933333333333333</c:v>
                </c:pt>
                <c:pt idx="10606">
                  <c:v>0.34933333333333333</c:v>
                </c:pt>
                <c:pt idx="10607">
                  <c:v>0.34933333333333333</c:v>
                </c:pt>
                <c:pt idx="10608">
                  <c:v>0.34933333333333333</c:v>
                </c:pt>
                <c:pt idx="10609">
                  <c:v>0.34933333333333333</c:v>
                </c:pt>
                <c:pt idx="10610">
                  <c:v>0.3494814814814815</c:v>
                </c:pt>
                <c:pt idx="10611">
                  <c:v>0.3494814814814815</c:v>
                </c:pt>
                <c:pt idx="10612">
                  <c:v>0.3494814814814815</c:v>
                </c:pt>
                <c:pt idx="10613">
                  <c:v>0.3494814814814815</c:v>
                </c:pt>
                <c:pt idx="10614">
                  <c:v>0.3494814814814815</c:v>
                </c:pt>
                <c:pt idx="10615">
                  <c:v>0.34962962962962962</c:v>
                </c:pt>
                <c:pt idx="10616">
                  <c:v>0.34962962962962962</c:v>
                </c:pt>
                <c:pt idx="10617">
                  <c:v>0.34962962962962962</c:v>
                </c:pt>
                <c:pt idx="10618">
                  <c:v>0.34962962962962962</c:v>
                </c:pt>
                <c:pt idx="10619">
                  <c:v>0.3497777777777778</c:v>
                </c:pt>
                <c:pt idx="10620">
                  <c:v>0.34992592592592592</c:v>
                </c:pt>
                <c:pt idx="10621">
                  <c:v>0.34992592592592592</c:v>
                </c:pt>
                <c:pt idx="10622">
                  <c:v>0.35007407407407409</c:v>
                </c:pt>
                <c:pt idx="10623">
                  <c:v>0.35007407407407409</c:v>
                </c:pt>
                <c:pt idx="10624">
                  <c:v>0.35022222222222221</c:v>
                </c:pt>
                <c:pt idx="10625">
                  <c:v>0.35037037037037039</c:v>
                </c:pt>
                <c:pt idx="10626">
                  <c:v>0.35037037037037039</c:v>
                </c:pt>
                <c:pt idx="10627">
                  <c:v>0.35051851851851851</c:v>
                </c:pt>
                <c:pt idx="10628">
                  <c:v>0.35051851851851851</c:v>
                </c:pt>
                <c:pt idx="10629">
                  <c:v>0.35051851851851851</c:v>
                </c:pt>
                <c:pt idx="10630">
                  <c:v>0.35051851851851851</c:v>
                </c:pt>
                <c:pt idx="10631">
                  <c:v>0.35051851851851851</c:v>
                </c:pt>
                <c:pt idx="10632">
                  <c:v>0.35051851851851851</c:v>
                </c:pt>
                <c:pt idx="10633">
                  <c:v>0.35051851851851851</c:v>
                </c:pt>
                <c:pt idx="10634">
                  <c:v>0.35066666666666668</c:v>
                </c:pt>
                <c:pt idx="10635">
                  <c:v>0.35066666666666668</c:v>
                </c:pt>
                <c:pt idx="10636">
                  <c:v>0.35066666666666668</c:v>
                </c:pt>
                <c:pt idx="10637">
                  <c:v>0.35066666666666668</c:v>
                </c:pt>
                <c:pt idx="10638">
                  <c:v>0.35066666666666668</c:v>
                </c:pt>
                <c:pt idx="10639">
                  <c:v>0.3508148148148148</c:v>
                </c:pt>
                <c:pt idx="10640">
                  <c:v>0.3508148148148148</c:v>
                </c:pt>
                <c:pt idx="10641">
                  <c:v>0.3508148148148148</c:v>
                </c:pt>
                <c:pt idx="10642">
                  <c:v>0.3508148148148148</c:v>
                </c:pt>
                <c:pt idx="10643">
                  <c:v>0.35096296296296298</c:v>
                </c:pt>
                <c:pt idx="10644">
                  <c:v>0.3511111111111111</c:v>
                </c:pt>
                <c:pt idx="10645">
                  <c:v>0.3511111111111111</c:v>
                </c:pt>
                <c:pt idx="10646">
                  <c:v>0.3511111111111111</c:v>
                </c:pt>
                <c:pt idx="10647">
                  <c:v>0.35125925925925927</c:v>
                </c:pt>
                <c:pt idx="10648">
                  <c:v>0.35140740740740739</c:v>
                </c:pt>
                <c:pt idx="10649">
                  <c:v>0.35140740740740739</c:v>
                </c:pt>
                <c:pt idx="10650">
                  <c:v>0.35140740740740739</c:v>
                </c:pt>
                <c:pt idx="10651">
                  <c:v>0.35140740740740739</c:v>
                </c:pt>
                <c:pt idx="10652">
                  <c:v>0.35140740740740739</c:v>
                </c:pt>
                <c:pt idx="10653">
                  <c:v>0.35140740740740739</c:v>
                </c:pt>
                <c:pt idx="10654">
                  <c:v>0.35140740740740739</c:v>
                </c:pt>
                <c:pt idx="10655">
                  <c:v>0.35140740740740739</c:v>
                </c:pt>
                <c:pt idx="10656">
                  <c:v>0.35155555555555557</c:v>
                </c:pt>
                <c:pt idx="10657">
                  <c:v>0.35170370370370369</c:v>
                </c:pt>
                <c:pt idx="10658">
                  <c:v>0.35170370370370369</c:v>
                </c:pt>
                <c:pt idx="10659">
                  <c:v>0.35170370370370369</c:v>
                </c:pt>
                <c:pt idx="10660">
                  <c:v>0.35170370370370369</c:v>
                </c:pt>
                <c:pt idx="10661">
                  <c:v>0.35170370370370369</c:v>
                </c:pt>
                <c:pt idx="10662">
                  <c:v>0.35170370370370369</c:v>
                </c:pt>
                <c:pt idx="10663">
                  <c:v>0.35185185185185186</c:v>
                </c:pt>
                <c:pt idx="10664">
                  <c:v>0.35199999999999998</c:v>
                </c:pt>
                <c:pt idx="10665">
                  <c:v>0.35199999999999998</c:v>
                </c:pt>
                <c:pt idx="10666">
                  <c:v>0.35199999999999998</c:v>
                </c:pt>
                <c:pt idx="10667">
                  <c:v>0.35199999999999998</c:v>
                </c:pt>
                <c:pt idx="10668">
                  <c:v>0.35199999999999998</c:v>
                </c:pt>
                <c:pt idx="10669">
                  <c:v>0.35199999999999998</c:v>
                </c:pt>
                <c:pt idx="10670">
                  <c:v>0.35199999999999998</c:v>
                </c:pt>
                <c:pt idx="10671">
                  <c:v>0.35199999999999998</c:v>
                </c:pt>
                <c:pt idx="10672">
                  <c:v>0.35199999999999998</c:v>
                </c:pt>
                <c:pt idx="10673">
                  <c:v>0.35199999999999998</c:v>
                </c:pt>
                <c:pt idx="10674">
                  <c:v>0.35199999999999998</c:v>
                </c:pt>
                <c:pt idx="10675">
                  <c:v>0.35199999999999998</c:v>
                </c:pt>
                <c:pt idx="10676">
                  <c:v>0.35214814814814815</c:v>
                </c:pt>
                <c:pt idx="10677">
                  <c:v>0.35214814814814815</c:v>
                </c:pt>
                <c:pt idx="10678">
                  <c:v>0.35214814814814815</c:v>
                </c:pt>
                <c:pt idx="10679">
                  <c:v>0.35214814814814815</c:v>
                </c:pt>
                <c:pt idx="10680">
                  <c:v>0.35214814814814815</c:v>
                </c:pt>
                <c:pt idx="10681">
                  <c:v>0.35229629629629627</c:v>
                </c:pt>
                <c:pt idx="10682">
                  <c:v>0.35229629629629627</c:v>
                </c:pt>
                <c:pt idx="10683">
                  <c:v>0.35229629629629627</c:v>
                </c:pt>
                <c:pt idx="10684">
                  <c:v>0.35244444444444445</c:v>
                </c:pt>
                <c:pt idx="10685">
                  <c:v>0.35244444444444445</c:v>
                </c:pt>
                <c:pt idx="10686">
                  <c:v>0.35244444444444445</c:v>
                </c:pt>
                <c:pt idx="10687">
                  <c:v>0.35244444444444445</c:v>
                </c:pt>
                <c:pt idx="10688">
                  <c:v>0.35259259259259257</c:v>
                </c:pt>
                <c:pt idx="10689">
                  <c:v>0.35274074074074074</c:v>
                </c:pt>
                <c:pt idx="10690">
                  <c:v>0.35274074074074074</c:v>
                </c:pt>
                <c:pt idx="10691">
                  <c:v>0.35274074074074074</c:v>
                </c:pt>
                <c:pt idx="10692">
                  <c:v>0.35288888888888886</c:v>
                </c:pt>
                <c:pt idx="10693">
                  <c:v>0.35288888888888886</c:v>
                </c:pt>
                <c:pt idx="10694">
                  <c:v>0.35288888888888886</c:v>
                </c:pt>
                <c:pt idx="10695">
                  <c:v>0.35288888888888886</c:v>
                </c:pt>
                <c:pt idx="10696">
                  <c:v>0.35288888888888886</c:v>
                </c:pt>
                <c:pt idx="10697">
                  <c:v>0.35288888888888886</c:v>
                </c:pt>
                <c:pt idx="10698">
                  <c:v>0.35288888888888886</c:v>
                </c:pt>
                <c:pt idx="10699">
                  <c:v>0.35288888888888886</c:v>
                </c:pt>
                <c:pt idx="10700">
                  <c:v>0.35288888888888886</c:v>
                </c:pt>
                <c:pt idx="10701">
                  <c:v>0.35288888888888886</c:v>
                </c:pt>
                <c:pt idx="10702">
                  <c:v>0.35303703703703704</c:v>
                </c:pt>
                <c:pt idx="10703">
                  <c:v>0.35318518518518516</c:v>
                </c:pt>
                <c:pt idx="10704">
                  <c:v>0.35318518518518516</c:v>
                </c:pt>
                <c:pt idx="10705">
                  <c:v>0.35318518518518516</c:v>
                </c:pt>
                <c:pt idx="10706">
                  <c:v>0.35318518518518516</c:v>
                </c:pt>
                <c:pt idx="10707">
                  <c:v>0.35318518518518516</c:v>
                </c:pt>
                <c:pt idx="10708">
                  <c:v>0.35318518518518516</c:v>
                </c:pt>
                <c:pt idx="10709">
                  <c:v>0.35318518518518516</c:v>
                </c:pt>
                <c:pt idx="10710">
                  <c:v>0.35318518518518516</c:v>
                </c:pt>
                <c:pt idx="10711">
                  <c:v>0.35333333333333333</c:v>
                </c:pt>
                <c:pt idx="10712">
                  <c:v>0.35333333333333333</c:v>
                </c:pt>
                <c:pt idx="10713">
                  <c:v>0.35333333333333333</c:v>
                </c:pt>
                <c:pt idx="10714">
                  <c:v>0.35333333333333333</c:v>
                </c:pt>
                <c:pt idx="10715">
                  <c:v>0.35333333333333333</c:v>
                </c:pt>
                <c:pt idx="10716">
                  <c:v>0.35348148148148151</c:v>
                </c:pt>
                <c:pt idx="10717">
                  <c:v>0.35362962962962963</c:v>
                </c:pt>
                <c:pt idx="10718">
                  <c:v>0.35362962962962963</c:v>
                </c:pt>
                <c:pt idx="10719">
                  <c:v>0.35362962962962963</c:v>
                </c:pt>
                <c:pt idx="10720">
                  <c:v>0.35362962962962963</c:v>
                </c:pt>
                <c:pt idx="10721">
                  <c:v>0.35362962962962963</c:v>
                </c:pt>
                <c:pt idx="10722">
                  <c:v>0.3537777777777778</c:v>
                </c:pt>
                <c:pt idx="10723">
                  <c:v>0.3537777777777778</c:v>
                </c:pt>
                <c:pt idx="10724">
                  <c:v>0.35392592592592592</c:v>
                </c:pt>
                <c:pt idx="10725">
                  <c:v>0.3540740740740741</c:v>
                </c:pt>
                <c:pt idx="10726">
                  <c:v>0.3540740740740741</c:v>
                </c:pt>
                <c:pt idx="10727">
                  <c:v>0.3540740740740741</c:v>
                </c:pt>
                <c:pt idx="10728">
                  <c:v>0.3540740740740741</c:v>
                </c:pt>
                <c:pt idx="10729">
                  <c:v>0.3540740740740741</c:v>
                </c:pt>
                <c:pt idx="10730">
                  <c:v>0.35422222222222222</c:v>
                </c:pt>
                <c:pt idx="10731">
                  <c:v>0.35422222222222222</c:v>
                </c:pt>
                <c:pt idx="10732">
                  <c:v>0.35422222222222222</c:v>
                </c:pt>
                <c:pt idx="10733">
                  <c:v>0.35422222222222222</c:v>
                </c:pt>
                <c:pt idx="10734">
                  <c:v>0.35422222222222222</c:v>
                </c:pt>
                <c:pt idx="10735">
                  <c:v>0.35422222222222222</c:v>
                </c:pt>
                <c:pt idx="10736">
                  <c:v>0.35437037037037039</c:v>
                </c:pt>
                <c:pt idx="10737">
                  <c:v>0.35437037037037039</c:v>
                </c:pt>
                <c:pt idx="10738">
                  <c:v>0.35437037037037039</c:v>
                </c:pt>
                <c:pt idx="10739">
                  <c:v>0.35437037037037039</c:v>
                </c:pt>
                <c:pt idx="10740">
                  <c:v>0.35451851851851851</c:v>
                </c:pt>
                <c:pt idx="10741">
                  <c:v>0.35451851851851851</c:v>
                </c:pt>
                <c:pt idx="10742">
                  <c:v>0.35451851851851851</c:v>
                </c:pt>
                <c:pt idx="10743">
                  <c:v>0.35451851851851851</c:v>
                </c:pt>
                <c:pt idx="10744">
                  <c:v>0.35451851851851851</c:v>
                </c:pt>
                <c:pt idx="10745">
                  <c:v>0.35451851851851851</c:v>
                </c:pt>
                <c:pt idx="10746">
                  <c:v>0.35466666666666669</c:v>
                </c:pt>
                <c:pt idx="10747">
                  <c:v>0.35466666666666669</c:v>
                </c:pt>
                <c:pt idx="10748">
                  <c:v>0.35466666666666669</c:v>
                </c:pt>
                <c:pt idx="10749">
                  <c:v>0.35466666666666669</c:v>
                </c:pt>
                <c:pt idx="10750">
                  <c:v>0.35481481481481481</c:v>
                </c:pt>
                <c:pt idx="10751">
                  <c:v>0.35481481481481481</c:v>
                </c:pt>
                <c:pt idx="10752">
                  <c:v>0.35496296296296298</c:v>
                </c:pt>
                <c:pt idx="10753">
                  <c:v>0.35496296296296298</c:v>
                </c:pt>
                <c:pt idx="10754">
                  <c:v>0.3551111111111111</c:v>
                </c:pt>
                <c:pt idx="10755">
                  <c:v>0.3551111111111111</c:v>
                </c:pt>
                <c:pt idx="10756">
                  <c:v>0.3551111111111111</c:v>
                </c:pt>
                <c:pt idx="10757">
                  <c:v>0.3551111111111111</c:v>
                </c:pt>
                <c:pt idx="10758">
                  <c:v>0.3551111111111111</c:v>
                </c:pt>
                <c:pt idx="10759">
                  <c:v>0.3551111111111111</c:v>
                </c:pt>
                <c:pt idx="10760">
                  <c:v>0.35525925925925927</c:v>
                </c:pt>
                <c:pt idx="10761">
                  <c:v>0.35525925925925927</c:v>
                </c:pt>
                <c:pt idx="10762">
                  <c:v>0.35525925925925927</c:v>
                </c:pt>
                <c:pt idx="10763">
                  <c:v>0.35525925925925927</c:v>
                </c:pt>
                <c:pt idx="10764">
                  <c:v>0.35525925925925927</c:v>
                </c:pt>
                <c:pt idx="10765">
                  <c:v>0.35525925925925927</c:v>
                </c:pt>
                <c:pt idx="10766">
                  <c:v>0.35525925925925927</c:v>
                </c:pt>
                <c:pt idx="10767">
                  <c:v>0.35525925925925927</c:v>
                </c:pt>
                <c:pt idx="10768">
                  <c:v>0.35525925925925927</c:v>
                </c:pt>
                <c:pt idx="10769">
                  <c:v>0.35525925925925927</c:v>
                </c:pt>
                <c:pt idx="10770">
                  <c:v>0.35525925925925927</c:v>
                </c:pt>
                <c:pt idx="10771">
                  <c:v>0.35525925925925927</c:v>
                </c:pt>
                <c:pt idx="10772">
                  <c:v>0.35540740740740739</c:v>
                </c:pt>
                <c:pt idx="10773">
                  <c:v>0.35540740740740739</c:v>
                </c:pt>
                <c:pt idx="10774">
                  <c:v>0.35540740740740739</c:v>
                </c:pt>
                <c:pt idx="10775">
                  <c:v>0.35540740740740739</c:v>
                </c:pt>
                <c:pt idx="10776">
                  <c:v>0.35540740740740739</c:v>
                </c:pt>
                <c:pt idx="10777">
                  <c:v>0.35555555555555557</c:v>
                </c:pt>
                <c:pt idx="10778">
                  <c:v>0.35570370370370369</c:v>
                </c:pt>
                <c:pt idx="10779">
                  <c:v>0.35585185185185186</c:v>
                </c:pt>
                <c:pt idx="10780">
                  <c:v>0.35585185185185186</c:v>
                </c:pt>
                <c:pt idx="10781">
                  <c:v>0.35599999999999998</c:v>
                </c:pt>
                <c:pt idx="10782">
                  <c:v>0.35599999999999998</c:v>
                </c:pt>
                <c:pt idx="10783">
                  <c:v>0.35599999999999998</c:v>
                </c:pt>
                <c:pt idx="10784">
                  <c:v>0.35599999999999998</c:v>
                </c:pt>
                <c:pt idx="10785">
                  <c:v>0.35599999999999998</c:v>
                </c:pt>
                <c:pt idx="10786">
                  <c:v>0.35614814814814816</c:v>
                </c:pt>
                <c:pt idx="10787">
                  <c:v>0.35614814814814816</c:v>
                </c:pt>
                <c:pt idx="10788">
                  <c:v>0.35629629629629628</c:v>
                </c:pt>
                <c:pt idx="10789">
                  <c:v>0.35644444444444445</c:v>
                </c:pt>
                <c:pt idx="10790">
                  <c:v>0.35659259259259257</c:v>
                </c:pt>
                <c:pt idx="10791">
                  <c:v>0.35659259259259257</c:v>
                </c:pt>
                <c:pt idx="10792">
                  <c:v>0.35659259259259257</c:v>
                </c:pt>
                <c:pt idx="10793">
                  <c:v>0.35659259259259257</c:v>
                </c:pt>
                <c:pt idx="10794">
                  <c:v>0.35659259259259257</c:v>
                </c:pt>
                <c:pt idx="10795">
                  <c:v>0.35674074074074075</c:v>
                </c:pt>
                <c:pt idx="10796">
                  <c:v>0.35674074074074075</c:v>
                </c:pt>
                <c:pt idx="10797">
                  <c:v>0.35674074074074075</c:v>
                </c:pt>
                <c:pt idx="10798">
                  <c:v>0.35674074074074075</c:v>
                </c:pt>
                <c:pt idx="10799">
                  <c:v>0.35674074074074075</c:v>
                </c:pt>
                <c:pt idx="10800">
                  <c:v>0.35674074074074075</c:v>
                </c:pt>
                <c:pt idx="10801">
                  <c:v>0.35674074074074075</c:v>
                </c:pt>
                <c:pt idx="10802">
                  <c:v>0.35674074074074075</c:v>
                </c:pt>
                <c:pt idx="10803">
                  <c:v>0.35674074074074075</c:v>
                </c:pt>
                <c:pt idx="10804">
                  <c:v>0.35674074074074075</c:v>
                </c:pt>
                <c:pt idx="10805">
                  <c:v>0.35674074074074075</c:v>
                </c:pt>
                <c:pt idx="10806">
                  <c:v>0.35674074074074075</c:v>
                </c:pt>
                <c:pt idx="10807">
                  <c:v>0.35688888888888887</c:v>
                </c:pt>
                <c:pt idx="10808">
                  <c:v>0.35688888888888887</c:v>
                </c:pt>
                <c:pt idx="10809">
                  <c:v>0.35688888888888887</c:v>
                </c:pt>
                <c:pt idx="10810">
                  <c:v>0.35688888888888887</c:v>
                </c:pt>
                <c:pt idx="10811">
                  <c:v>0.35688888888888887</c:v>
                </c:pt>
                <c:pt idx="10812">
                  <c:v>0.35688888888888887</c:v>
                </c:pt>
                <c:pt idx="10813">
                  <c:v>0.35688888888888887</c:v>
                </c:pt>
                <c:pt idx="10814">
                  <c:v>0.35688888888888887</c:v>
                </c:pt>
                <c:pt idx="10815">
                  <c:v>0.35688888888888887</c:v>
                </c:pt>
                <c:pt idx="10816">
                  <c:v>0.35703703703703704</c:v>
                </c:pt>
                <c:pt idx="10817">
                  <c:v>0.35703703703703704</c:v>
                </c:pt>
                <c:pt idx="10818">
                  <c:v>0.35703703703703704</c:v>
                </c:pt>
                <c:pt idx="10819">
                  <c:v>0.35703703703703704</c:v>
                </c:pt>
                <c:pt idx="10820">
                  <c:v>0.35703703703703704</c:v>
                </c:pt>
                <c:pt idx="10821">
                  <c:v>0.35703703703703704</c:v>
                </c:pt>
                <c:pt idx="10822">
                  <c:v>0.35718518518518516</c:v>
                </c:pt>
                <c:pt idx="10823">
                  <c:v>0.35718518518518516</c:v>
                </c:pt>
                <c:pt idx="10824">
                  <c:v>0.35733333333333334</c:v>
                </c:pt>
                <c:pt idx="10825">
                  <c:v>0.35733333333333334</c:v>
                </c:pt>
                <c:pt idx="10826">
                  <c:v>0.35733333333333334</c:v>
                </c:pt>
                <c:pt idx="10827">
                  <c:v>0.35733333333333334</c:v>
                </c:pt>
                <c:pt idx="10828">
                  <c:v>0.35733333333333334</c:v>
                </c:pt>
                <c:pt idx="10829">
                  <c:v>0.35733333333333334</c:v>
                </c:pt>
                <c:pt idx="10830">
                  <c:v>0.35733333333333334</c:v>
                </c:pt>
                <c:pt idx="10831">
                  <c:v>0.35733333333333334</c:v>
                </c:pt>
                <c:pt idx="10832">
                  <c:v>0.35748148148148146</c:v>
                </c:pt>
                <c:pt idx="10833">
                  <c:v>0.35748148148148146</c:v>
                </c:pt>
                <c:pt idx="10834">
                  <c:v>0.35748148148148146</c:v>
                </c:pt>
                <c:pt idx="10835">
                  <c:v>0.35748148148148146</c:v>
                </c:pt>
                <c:pt idx="10836">
                  <c:v>0.35748148148148146</c:v>
                </c:pt>
                <c:pt idx="10837">
                  <c:v>0.35748148148148146</c:v>
                </c:pt>
                <c:pt idx="10838">
                  <c:v>0.35762962962962963</c:v>
                </c:pt>
                <c:pt idx="10839">
                  <c:v>0.35762962962962963</c:v>
                </c:pt>
                <c:pt idx="10840">
                  <c:v>0.35762962962962963</c:v>
                </c:pt>
                <c:pt idx="10841">
                  <c:v>0.35762962962962963</c:v>
                </c:pt>
                <c:pt idx="10842">
                  <c:v>0.35762962962962963</c:v>
                </c:pt>
                <c:pt idx="10843">
                  <c:v>0.35762962962962963</c:v>
                </c:pt>
                <c:pt idx="10844">
                  <c:v>0.35762962962962963</c:v>
                </c:pt>
                <c:pt idx="10845">
                  <c:v>0.35762962962962963</c:v>
                </c:pt>
                <c:pt idx="10846">
                  <c:v>0.35762962962962963</c:v>
                </c:pt>
                <c:pt idx="10847">
                  <c:v>0.35777777777777775</c:v>
                </c:pt>
                <c:pt idx="10848">
                  <c:v>0.35777777777777775</c:v>
                </c:pt>
                <c:pt idx="10849">
                  <c:v>0.35777777777777775</c:v>
                </c:pt>
                <c:pt idx="10850">
                  <c:v>0.35777777777777775</c:v>
                </c:pt>
                <c:pt idx="10851">
                  <c:v>0.35777777777777775</c:v>
                </c:pt>
                <c:pt idx="10852">
                  <c:v>0.35792592592592593</c:v>
                </c:pt>
                <c:pt idx="10853">
                  <c:v>0.3580740740740741</c:v>
                </c:pt>
                <c:pt idx="10854">
                  <c:v>0.3580740740740741</c:v>
                </c:pt>
                <c:pt idx="10855">
                  <c:v>0.3580740740740741</c:v>
                </c:pt>
                <c:pt idx="10856">
                  <c:v>0.3580740740740741</c:v>
                </c:pt>
                <c:pt idx="10857">
                  <c:v>0.3580740740740741</c:v>
                </c:pt>
                <c:pt idx="10858">
                  <c:v>0.35822222222222222</c:v>
                </c:pt>
                <c:pt idx="10859">
                  <c:v>0.35822222222222222</c:v>
                </c:pt>
                <c:pt idx="10860">
                  <c:v>0.35822222222222222</c:v>
                </c:pt>
                <c:pt idx="10861">
                  <c:v>0.35822222222222222</c:v>
                </c:pt>
                <c:pt idx="10862">
                  <c:v>0.35822222222222222</c:v>
                </c:pt>
                <c:pt idx="10863">
                  <c:v>0.35822222222222222</c:v>
                </c:pt>
                <c:pt idx="10864">
                  <c:v>0.35822222222222222</c:v>
                </c:pt>
                <c:pt idx="10865">
                  <c:v>0.35822222222222222</c:v>
                </c:pt>
                <c:pt idx="10866">
                  <c:v>0.35822222222222222</c:v>
                </c:pt>
                <c:pt idx="10867">
                  <c:v>0.35822222222222222</c:v>
                </c:pt>
                <c:pt idx="10868">
                  <c:v>0.35822222222222222</c:v>
                </c:pt>
                <c:pt idx="10869">
                  <c:v>0.35837037037037039</c:v>
                </c:pt>
                <c:pt idx="10870">
                  <c:v>0.35851851851851851</c:v>
                </c:pt>
                <c:pt idx="10871">
                  <c:v>0.35851851851851851</c:v>
                </c:pt>
                <c:pt idx="10872">
                  <c:v>0.35851851851851851</c:v>
                </c:pt>
                <c:pt idx="10873">
                  <c:v>0.35851851851851851</c:v>
                </c:pt>
                <c:pt idx="10874">
                  <c:v>0.35851851851851851</c:v>
                </c:pt>
                <c:pt idx="10875">
                  <c:v>0.35851851851851851</c:v>
                </c:pt>
                <c:pt idx="10876">
                  <c:v>0.35866666666666669</c:v>
                </c:pt>
                <c:pt idx="10877">
                  <c:v>0.35866666666666669</c:v>
                </c:pt>
                <c:pt idx="10878">
                  <c:v>0.35866666666666669</c:v>
                </c:pt>
                <c:pt idx="10879">
                  <c:v>0.35866666666666669</c:v>
                </c:pt>
                <c:pt idx="10880">
                  <c:v>0.35866666666666669</c:v>
                </c:pt>
                <c:pt idx="10881">
                  <c:v>0.35866666666666669</c:v>
                </c:pt>
                <c:pt idx="10882">
                  <c:v>0.35866666666666669</c:v>
                </c:pt>
                <c:pt idx="10883">
                  <c:v>0.35881481481481481</c:v>
                </c:pt>
                <c:pt idx="10884">
                  <c:v>0.35896296296296298</c:v>
                </c:pt>
                <c:pt idx="10885">
                  <c:v>0.35896296296296298</c:v>
                </c:pt>
                <c:pt idx="10886">
                  <c:v>0.35896296296296298</c:v>
                </c:pt>
                <c:pt idx="10887">
                  <c:v>0.35896296296296298</c:v>
                </c:pt>
                <c:pt idx="10888">
                  <c:v>0.35896296296296298</c:v>
                </c:pt>
                <c:pt idx="10889">
                  <c:v>0.3591111111111111</c:v>
                </c:pt>
                <c:pt idx="10890">
                  <c:v>0.3591111111111111</c:v>
                </c:pt>
                <c:pt idx="10891">
                  <c:v>0.3591111111111111</c:v>
                </c:pt>
                <c:pt idx="10892">
                  <c:v>0.3591111111111111</c:v>
                </c:pt>
                <c:pt idx="10893">
                  <c:v>0.3591111111111111</c:v>
                </c:pt>
                <c:pt idx="10894">
                  <c:v>0.3591111111111111</c:v>
                </c:pt>
                <c:pt idx="10895">
                  <c:v>0.3591111111111111</c:v>
                </c:pt>
                <c:pt idx="10896">
                  <c:v>0.35925925925925928</c:v>
                </c:pt>
                <c:pt idx="10897">
                  <c:v>0.35925925925925928</c:v>
                </c:pt>
                <c:pt idx="10898">
                  <c:v>0.35925925925925928</c:v>
                </c:pt>
                <c:pt idx="10899">
                  <c:v>0.35925925925925928</c:v>
                </c:pt>
                <c:pt idx="10900">
                  <c:v>0.35925925925925928</c:v>
                </c:pt>
                <c:pt idx="10901">
                  <c:v>0.35925925925925928</c:v>
                </c:pt>
                <c:pt idx="10902">
                  <c:v>0.35925925925925928</c:v>
                </c:pt>
                <c:pt idx="10903">
                  <c:v>0.35925925925925928</c:v>
                </c:pt>
                <c:pt idx="10904">
                  <c:v>0.3594074074074074</c:v>
                </c:pt>
                <c:pt idx="10905">
                  <c:v>0.3594074074074074</c:v>
                </c:pt>
                <c:pt idx="10906">
                  <c:v>0.3594074074074074</c:v>
                </c:pt>
                <c:pt idx="10907">
                  <c:v>0.35955555555555557</c:v>
                </c:pt>
                <c:pt idx="10908">
                  <c:v>0.35970370370370369</c:v>
                </c:pt>
                <c:pt idx="10909">
                  <c:v>0.35970370370370369</c:v>
                </c:pt>
                <c:pt idx="10910">
                  <c:v>0.35970370370370369</c:v>
                </c:pt>
                <c:pt idx="10911">
                  <c:v>0.35970370370370369</c:v>
                </c:pt>
                <c:pt idx="10912">
                  <c:v>0.35970370370370369</c:v>
                </c:pt>
                <c:pt idx="10913">
                  <c:v>0.35970370370370369</c:v>
                </c:pt>
                <c:pt idx="10914">
                  <c:v>0.35970370370370369</c:v>
                </c:pt>
                <c:pt idx="10915">
                  <c:v>0.35970370370370369</c:v>
                </c:pt>
                <c:pt idx="10916">
                  <c:v>0.35970370370370369</c:v>
                </c:pt>
                <c:pt idx="10917">
                  <c:v>0.35970370370370369</c:v>
                </c:pt>
                <c:pt idx="10918">
                  <c:v>0.35970370370370369</c:v>
                </c:pt>
                <c:pt idx="10919">
                  <c:v>0.35970370370370369</c:v>
                </c:pt>
                <c:pt idx="10920">
                  <c:v>0.35970370370370369</c:v>
                </c:pt>
                <c:pt idx="10921">
                  <c:v>0.35970370370370369</c:v>
                </c:pt>
                <c:pt idx="10922">
                  <c:v>0.35985185185185187</c:v>
                </c:pt>
                <c:pt idx="10923">
                  <c:v>0.35985185185185187</c:v>
                </c:pt>
                <c:pt idx="10924">
                  <c:v>0.35985185185185187</c:v>
                </c:pt>
                <c:pt idx="10925">
                  <c:v>0.36</c:v>
                </c:pt>
                <c:pt idx="10926">
                  <c:v>0.36</c:v>
                </c:pt>
                <c:pt idx="10927">
                  <c:v>0.36014814814814816</c:v>
                </c:pt>
                <c:pt idx="10928">
                  <c:v>0.36014814814814816</c:v>
                </c:pt>
                <c:pt idx="10929">
                  <c:v>0.36014814814814816</c:v>
                </c:pt>
                <c:pt idx="10930">
                  <c:v>0.36029629629629628</c:v>
                </c:pt>
                <c:pt idx="10931">
                  <c:v>0.36029629629629628</c:v>
                </c:pt>
                <c:pt idx="10932">
                  <c:v>0.36044444444444446</c:v>
                </c:pt>
                <c:pt idx="10933">
                  <c:v>0.36044444444444446</c:v>
                </c:pt>
                <c:pt idx="10934">
                  <c:v>0.36044444444444446</c:v>
                </c:pt>
                <c:pt idx="10935">
                  <c:v>0.36044444444444446</c:v>
                </c:pt>
                <c:pt idx="10936">
                  <c:v>0.36044444444444446</c:v>
                </c:pt>
                <c:pt idx="10937">
                  <c:v>0.36044444444444446</c:v>
                </c:pt>
                <c:pt idx="10938">
                  <c:v>0.36059259259259258</c:v>
                </c:pt>
                <c:pt idx="10939">
                  <c:v>0.36074074074074075</c:v>
                </c:pt>
                <c:pt idx="10940">
                  <c:v>0.36074074074074075</c:v>
                </c:pt>
                <c:pt idx="10941">
                  <c:v>0.36088888888888887</c:v>
                </c:pt>
                <c:pt idx="10942">
                  <c:v>0.36088888888888887</c:v>
                </c:pt>
                <c:pt idx="10943">
                  <c:v>0.36088888888888887</c:v>
                </c:pt>
                <c:pt idx="10944">
                  <c:v>0.36088888888888887</c:v>
                </c:pt>
                <c:pt idx="10945">
                  <c:v>0.36088888888888887</c:v>
                </c:pt>
                <c:pt idx="10946">
                  <c:v>0.36088888888888887</c:v>
                </c:pt>
                <c:pt idx="10947">
                  <c:v>0.36103703703703705</c:v>
                </c:pt>
                <c:pt idx="10948">
                  <c:v>0.36103703703703705</c:v>
                </c:pt>
                <c:pt idx="10949">
                  <c:v>0.36103703703703705</c:v>
                </c:pt>
                <c:pt idx="10950">
                  <c:v>0.36103703703703705</c:v>
                </c:pt>
                <c:pt idx="10951">
                  <c:v>0.36118518518518516</c:v>
                </c:pt>
                <c:pt idx="10952">
                  <c:v>0.36133333333333334</c:v>
                </c:pt>
                <c:pt idx="10953">
                  <c:v>0.36148148148148146</c:v>
                </c:pt>
                <c:pt idx="10954">
                  <c:v>0.36148148148148146</c:v>
                </c:pt>
                <c:pt idx="10955">
                  <c:v>0.36162962962962963</c:v>
                </c:pt>
                <c:pt idx="10956">
                  <c:v>0.36162962962962963</c:v>
                </c:pt>
                <c:pt idx="10957">
                  <c:v>0.36162962962962963</c:v>
                </c:pt>
                <c:pt idx="10958">
                  <c:v>0.36162962962962963</c:v>
                </c:pt>
                <c:pt idx="10959">
                  <c:v>0.36162962962962963</c:v>
                </c:pt>
                <c:pt idx="10960">
                  <c:v>0.36162962962962963</c:v>
                </c:pt>
                <c:pt idx="10961">
                  <c:v>0.36162962962962963</c:v>
                </c:pt>
                <c:pt idx="10962">
                  <c:v>0.36177777777777775</c:v>
                </c:pt>
                <c:pt idx="10963">
                  <c:v>0.36177777777777775</c:v>
                </c:pt>
                <c:pt idx="10964">
                  <c:v>0.36192592592592593</c:v>
                </c:pt>
                <c:pt idx="10965">
                  <c:v>0.36192592592592593</c:v>
                </c:pt>
                <c:pt idx="10966">
                  <c:v>0.36207407407407405</c:v>
                </c:pt>
                <c:pt idx="10967">
                  <c:v>0.36222222222222222</c:v>
                </c:pt>
                <c:pt idx="10968">
                  <c:v>0.36222222222222222</c:v>
                </c:pt>
                <c:pt idx="10969">
                  <c:v>0.36222222222222222</c:v>
                </c:pt>
                <c:pt idx="10970">
                  <c:v>0.36222222222222222</c:v>
                </c:pt>
                <c:pt idx="10971">
                  <c:v>0.36237037037037034</c:v>
                </c:pt>
                <c:pt idx="10972">
                  <c:v>0.36237037037037034</c:v>
                </c:pt>
                <c:pt idx="10973">
                  <c:v>0.36237037037037034</c:v>
                </c:pt>
                <c:pt idx="10974">
                  <c:v>0.36237037037037034</c:v>
                </c:pt>
                <c:pt idx="10975">
                  <c:v>0.36237037037037034</c:v>
                </c:pt>
                <c:pt idx="10976">
                  <c:v>0.36237037037037034</c:v>
                </c:pt>
                <c:pt idx="10977">
                  <c:v>0.36237037037037034</c:v>
                </c:pt>
                <c:pt idx="10978">
                  <c:v>0.36251851851851852</c:v>
                </c:pt>
                <c:pt idx="10979">
                  <c:v>0.36251851851851852</c:v>
                </c:pt>
                <c:pt idx="10980">
                  <c:v>0.36251851851851852</c:v>
                </c:pt>
                <c:pt idx="10981">
                  <c:v>0.36251851851851852</c:v>
                </c:pt>
                <c:pt idx="10982">
                  <c:v>0.36251851851851852</c:v>
                </c:pt>
                <c:pt idx="10983">
                  <c:v>0.36251851851851852</c:v>
                </c:pt>
                <c:pt idx="10984">
                  <c:v>0.36251851851851852</c:v>
                </c:pt>
                <c:pt idx="10985">
                  <c:v>0.36251851851851852</c:v>
                </c:pt>
                <c:pt idx="10986">
                  <c:v>0.36251851851851852</c:v>
                </c:pt>
                <c:pt idx="10987">
                  <c:v>0.36266666666666669</c:v>
                </c:pt>
                <c:pt idx="10988">
                  <c:v>0.36266666666666669</c:v>
                </c:pt>
                <c:pt idx="10989">
                  <c:v>0.36266666666666669</c:v>
                </c:pt>
                <c:pt idx="10990">
                  <c:v>0.36266666666666669</c:v>
                </c:pt>
                <c:pt idx="10991">
                  <c:v>0.36266666666666669</c:v>
                </c:pt>
                <c:pt idx="10992">
                  <c:v>0.36266666666666669</c:v>
                </c:pt>
                <c:pt idx="10993">
                  <c:v>0.36281481481481481</c:v>
                </c:pt>
                <c:pt idx="10994">
                  <c:v>0.36281481481481481</c:v>
                </c:pt>
                <c:pt idx="10995">
                  <c:v>0.36281481481481481</c:v>
                </c:pt>
                <c:pt idx="10996">
                  <c:v>0.36296296296296299</c:v>
                </c:pt>
                <c:pt idx="10997">
                  <c:v>0.36296296296296299</c:v>
                </c:pt>
                <c:pt idx="10998">
                  <c:v>0.36296296296296299</c:v>
                </c:pt>
                <c:pt idx="10999">
                  <c:v>0.36296296296296299</c:v>
                </c:pt>
                <c:pt idx="11000">
                  <c:v>0.36296296296296299</c:v>
                </c:pt>
                <c:pt idx="11001">
                  <c:v>0.36296296296296299</c:v>
                </c:pt>
                <c:pt idx="11002">
                  <c:v>0.36311111111111111</c:v>
                </c:pt>
                <c:pt idx="11003">
                  <c:v>0.36311111111111111</c:v>
                </c:pt>
                <c:pt idx="11004">
                  <c:v>0.36311111111111111</c:v>
                </c:pt>
                <c:pt idx="11005">
                  <c:v>0.36325925925925928</c:v>
                </c:pt>
                <c:pt idx="11006">
                  <c:v>0.3634074074074074</c:v>
                </c:pt>
                <c:pt idx="11007">
                  <c:v>0.3634074074074074</c:v>
                </c:pt>
                <c:pt idx="11008">
                  <c:v>0.36355555555555558</c:v>
                </c:pt>
                <c:pt idx="11009">
                  <c:v>0.36355555555555558</c:v>
                </c:pt>
                <c:pt idx="11010">
                  <c:v>0.36355555555555558</c:v>
                </c:pt>
                <c:pt idx="11011">
                  <c:v>0.36355555555555558</c:v>
                </c:pt>
                <c:pt idx="11012">
                  <c:v>0.36355555555555558</c:v>
                </c:pt>
                <c:pt idx="11013">
                  <c:v>0.36355555555555558</c:v>
                </c:pt>
                <c:pt idx="11014">
                  <c:v>0.3637037037037037</c:v>
                </c:pt>
                <c:pt idx="11015">
                  <c:v>0.3637037037037037</c:v>
                </c:pt>
                <c:pt idx="11016">
                  <c:v>0.3637037037037037</c:v>
                </c:pt>
                <c:pt idx="11017">
                  <c:v>0.3637037037037037</c:v>
                </c:pt>
                <c:pt idx="11018">
                  <c:v>0.3637037037037037</c:v>
                </c:pt>
                <c:pt idx="11019">
                  <c:v>0.3637037037037037</c:v>
                </c:pt>
                <c:pt idx="11020">
                  <c:v>0.3637037037037037</c:v>
                </c:pt>
                <c:pt idx="11021">
                  <c:v>0.3637037037037037</c:v>
                </c:pt>
                <c:pt idx="11022">
                  <c:v>0.36385185185185187</c:v>
                </c:pt>
                <c:pt idx="11023">
                  <c:v>0.36385185185185187</c:v>
                </c:pt>
                <c:pt idx="11024">
                  <c:v>0.36385185185185187</c:v>
                </c:pt>
                <c:pt idx="11025">
                  <c:v>0.36385185185185187</c:v>
                </c:pt>
                <c:pt idx="11026">
                  <c:v>0.36385185185185187</c:v>
                </c:pt>
                <c:pt idx="11027">
                  <c:v>0.36399999999999999</c:v>
                </c:pt>
                <c:pt idx="11028">
                  <c:v>0.36414814814814817</c:v>
                </c:pt>
                <c:pt idx="11029">
                  <c:v>0.36414814814814817</c:v>
                </c:pt>
                <c:pt idx="11030">
                  <c:v>0.36429629629629628</c:v>
                </c:pt>
                <c:pt idx="11031">
                  <c:v>0.36429629629629628</c:v>
                </c:pt>
                <c:pt idx="11032">
                  <c:v>0.36429629629629628</c:v>
                </c:pt>
                <c:pt idx="11033">
                  <c:v>0.36429629629629628</c:v>
                </c:pt>
                <c:pt idx="11034">
                  <c:v>0.36429629629629628</c:v>
                </c:pt>
                <c:pt idx="11035">
                  <c:v>0.36429629629629628</c:v>
                </c:pt>
                <c:pt idx="11036">
                  <c:v>0.36429629629629628</c:v>
                </c:pt>
                <c:pt idx="11037">
                  <c:v>0.36429629629629628</c:v>
                </c:pt>
                <c:pt idx="11038">
                  <c:v>0.36429629629629628</c:v>
                </c:pt>
                <c:pt idx="11039">
                  <c:v>0.36429629629629628</c:v>
                </c:pt>
                <c:pt idx="11040">
                  <c:v>0.36429629629629628</c:v>
                </c:pt>
                <c:pt idx="11041">
                  <c:v>0.36429629629629628</c:v>
                </c:pt>
                <c:pt idx="11042">
                  <c:v>0.36429629629629628</c:v>
                </c:pt>
                <c:pt idx="11043">
                  <c:v>0.36429629629629628</c:v>
                </c:pt>
                <c:pt idx="11044">
                  <c:v>0.36429629629629628</c:v>
                </c:pt>
                <c:pt idx="11045">
                  <c:v>0.36444444444444446</c:v>
                </c:pt>
                <c:pt idx="11046">
                  <c:v>0.36444444444444446</c:v>
                </c:pt>
                <c:pt idx="11047">
                  <c:v>0.36444444444444446</c:v>
                </c:pt>
                <c:pt idx="11048">
                  <c:v>0.36444444444444446</c:v>
                </c:pt>
                <c:pt idx="11049">
                  <c:v>0.36444444444444446</c:v>
                </c:pt>
                <c:pt idx="11050">
                  <c:v>0.36444444444444446</c:v>
                </c:pt>
                <c:pt idx="11051">
                  <c:v>0.36444444444444446</c:v>
                </c:pt>
                <c:pt idx="11052">
                  <c:v>0.36444444444444446</c:v>
                </c:pt>
                <c:pt idx="11053">
                  <c:v>0.36444444444444446</c:v>
                </c:pt>
                <c:pt idx="11054">
                  <c:v>0.36444444444444446</c:v>
                </c:pt>
                <c:pt idx="11055">
                  <c:v>0.36459259259259258</c:v>
                </c:pt>
                <c:pt idx="11056">
                  <c:v>0.36459259259259258</c:v>
                </c:pt>
                <c:pt idx="11057">
                  <c:v>0.36459259259259258</c:v>
                </c:pt>
                <c:pt idx="11058">
                  <c:v>0.36459259259259258</c:v>
                </c:pt>
                <c:pt idx="11059">
                  <c:v>0.36459259259259258</c:v>
                </c:pt>
                <c:pt idx="11060">
                  <c:v>0.36459259259259258</c:v>
                </c:pt>
                <c:pt idx="11061">
                  <c:v>0.36459259259259258</c:v>
                </c:pt>
                <c:pt idx="11062">
                  <c:v>0.36459259259259258</c:v>
                </c:pt>
                <c:pt idx="11063">
                  <c:v>0.36459259259259258</c:v>
                </c:pt>
                <c:pt idx="11064">
                  <c:v>0.36474074074074075</c:v>
                </c:pt>
                <c:pt idx="11065">
                  <c:v>0.36474074074074075</c:v>
                </c:pt>
                <c:pt idx="11066">
                  <c:v>0.36474074074074075</c:v>
                </c:pt>
                <c:pt idx="11067">
                  <c:v>0.36488888888888887</c:v>
                </c:pt>
                <c:pt idx="11068">
                  <c:v>0.36488888888888887</c:v>
                </c:pt>
                <c:pt idx="11069">
                  <c:v>0.36488888888888887</c:v>
                </c:pt>
                <c:pt idx="11070">
                  <c:v>0.36488888888888887</c:v>
                </c:pt>
                <c:pt idx="11071">
                  <c:v>0.36503703703703705</c:v>
                </c:pt>
                <c:pt idx="11072">
                  <c:v>0.36503703703703705</c:v>
                </c:pt>
                <c:pt idx="11073">
                  <c:v>0.36503703703703705</c:v>
                </c:pt>
                <c:pt idx="11074">
                  <c:v>0.36518518518518517</c:v>
                </c:pt>
                <c:pt idx="11075">
                  <c:v>0.36518518518518517</c:v>
                </c:pt>
                <c:pt idx="11076">
                  <c:v>0.36518518518518517</c:v>
                </c:pt>
                <c:pt idx="11077">
                  <c:v>0.36518518518518517</c:v>
                </c:pt>
                <c:pt idx="11078">
                  <c:v>0.36518518518518517</c:v>
                </c:pt>
                <c:pt idx="11079">
                  <c:v>0.36533333333333334</c:v>
                </c:pt>
                <c:pt idx="11080">
                  <c:v>0.36533333333333334</c:v>
                </c:pt>
                <c:pt idx="11081">
                  <c:v>0.36533333333333334</c:v>
                </c:pt>
                <c:pt idx="11082">
                  <c:v>0.36548148148148146</c:v>
                </c:pt>
                <c:pt idx="11083">
                  <c:v>0.36548148148148146</c:v>
                </c:pt>
                <c:pt idx="11084">
                  <c:v>0.36548148148148146</c:v>
                </c:pt>
                <c:pt idx="11085">
                  <c:v>0.36562962962962964</c:v>
                </c:pt>
                <c:pt idx="11086">
                  <c:v>0.36577777777777776</c:v>
                </c:pt>
                <c:pt idx="11087">
                  <c:v>0.36577777777777776</c:v>
                </c:pt>
                <c:pt idx="11088">
                  <c:v>0.36577777777777776</c:v>
                </c:pt>
                <c:pt idx="11089">
                  <c:v>0.36577777777777776</c:v>
                </c:pt>
                <c:pt idx="11090">
                  <c:v>0.36592592592592593</c:v>
                </c:pt>
                <c:pt idx="11091">
                  <c:v>0.36592592592592593</c:v>
                </c:pt>
                <c:pt idx="11092">
                  <c:v>0.36592592592592593</c:v>
                </c:pt>
                <c:pt idx="11093">
                  <c:v>0.36607407407407405</c:v>
                </c:pt>
                <c:pt idx="11094">
                  <c:v>0.36607407407407405</c:v>
                </c:pt>
                <c:pt idx="11095">
                  <c:v>0.36607407407407405</c:v>
                </c:pt>
                <c:pt idx="11096">
                  <c:v>0.36607407407407405</c:v>
                </c:pt>
                <c:pt idx="11097">
                  <c:v>0.36607407407407405</c:v>
                </c:pt>
                <c:pt idx="11098">
                  <c:v>0.36622222222222223</c:v>
                </c:pt>
                <c:pt idx="11099">
                  <c:v>0.36637037037037035</c:v>
                </c:pt>
                <c:pt idx="11100">
                  <c:v>0.36651851851851852</c:v>
                </c:pt>
                <c:pt idx="11101">
                  <c:v>0.36651851851851852</c:v>
                </c:pt>
                <c:pt idx="11102">
                  <c:v>0.36666666666666664</c:v>
                </c:pt>
                <c:pt idx="11103">
                  <c:v>0.36666666666666664</c:v>
                </c:pt>
                <c:pt idx="11104">
                  <c:v>0.36666666666666664</c:v>
                </c:pt>
                <c:pt idx="11105">
                  <c:v>0.36666666666666664</c:v>
                </c:pt>
                <c:pt idx="11106">
                  <c:v>0.36666666666666664</c:v>
                </c:pt>
                <c:pt idx="11107">
                  <c:v>0.36666666666666664</c:v>
                </c:pt>
                <c:pt idx="11108">
                  <c:v>0.36681481481481482</c:v>
                </c:pt>
                <c:pt idx="11109">
                  <c:v>0.36681481481481482</c:v>
                </c:pt>
                <c:pt idx="11110">
                  <c:v>0.36681481481481482</c:v>
                </c:pt>
                <c:pt idx="11111">
                  <c:v>0.36681481481481482</c:v>
                </c:pt>
                <c:pt idx="11112">
                  <c:v>0.36681481481481482</c:v>
                </c:pt>
                <c:pt idx="11113">
                  <c:v>0.36681481481481482</c:v>
                </c:pt>
                <c:pt idx="11114">
                  <c:v>0.36681481481481482</c:v>
                </c:pt>
                <c:pt idx="11115">
                  <c:v>0.36681481481481482</c:v>
                </c:pt>
                <c:pt idx="11116">
                  <c:v>0.36681481481481482</c:v>
                </c:pt>
                <c:pt idx="11117">
                  <c:v>0.36681481481481482</c:v>
                </c:pt>
                <c:pt idx="11118">
                  <c:v>0.36681481481481482</c:v>
                </c:pt>
                <c:pt idx="11119">
                  <c:v>0.36681481481481482</c:v>
                </c:pt>
                <c:pt idx="11120">
                  <c:v>0.36681481481481482</c:v>
                </c:pt>
                <c:pt idx="11121">
                  <c:v>0.36696296296296294</c:v>
                </c:pt>
                <c:pt idx="11122">
                  <c:v>0.36696296296296294</c:v>
                </c:pt>
                <c:pt idx="11123">
                  <c:v>0.36696296296296294</c:v>
                </c:pt>
                <c:pt idx="11124">
                  <c:v>0.36696296296296294</c:v>
                </c:pt>
                <c:pt idx="11125">
                  <c:v>0.36696296296296294</c:v>
                </c:pt>
                <c:pt idx="11126">
                  <c:v>0.36696296296296294</c:v>
                </c:pt>
                <c:pt idx="11127">
                  <c:v>0.36696296296296294</c:v>
                </c:pt>
                <c:pt idx="11128">
                  <c:v>0.36696296296296294</c:v>
                </c:pt>
                <c:pt idx="11129">
                  <c:v>0.36711111111111111</c:v>
                </c:pt>
                <c:pt idx="11130">
                  <c:v>0.36711111111111111</c:v>
                </c:pt>
                <c:pt idx="11131">
                  <c:v>0.36711111111111111</c:v>
                </c:pt>
                <c:pt idx="11132">
                  <c:v>0.36725925925925929</c:v>
                </c:pt>
                <c:pt idx="11133">
                  <c:v>0.36725925925925929</c:v>
                </c:pt>
                <c:pt idx="11134">
                  <c:v>0.36725925925925929</c:v>
                </c:pt>
                <c:pt idx="11135">
                  <c:v>0.36725925925925929</c:v>
                </c:pt>
                <c:pt idx="11136">
                  <c:v>0.3674074074074074</c:v>
                </c:pt>
                <c:pt idx="11137">
                  <c:v>0.36755555555555558</c:v>
                </c:pt>
                <c:pt idx="11138">
                  <c:v>0.36755555555555558</c:v>
                </c:pt>
                <c:pt idx="11139">
                  <c:v>0.36755555555555558</c:v>
                </c:pt>
                <c:pt idx="11140">
                  <c:v>0.36755555555555558</c:v>
                </c:pt>
                <c:pt idx="11141">
                  <c:v>0.36755555555555558</c:v>
                </c:pt>
                <c:pt idx="11142">
                  <c:v>0.36755555555555558</c:v>
                </c:pt>
                <c:pt idx="11143">
                  <c:v>0.3677037037037037</c:v>
                </c:pt>
                <c:pt idx="11144">
                  <c:v>0.3677037037037037</c:v>
                </c:pt>
                <c:pt idx="11145">
                  <c:v>0.3677037037037037</c:v>
                </c:pt>
                <c:pt idx="11146">
                  <c:v>0.36785185185185187</c:v>
                </c:pt>
                <c:pt idx="11147">
                  <c:v>0.36785185185185187</c:v>
                </c:pt>
                <c:pt idx="11148">
                  <c:v>0.36785185185185187</c:v>
                </c:pt>
                <c:pt idx="11149">
                  <c:v>0.36799999999999999</c:v>
                </c:pt>
                <c:pt idx="11150">
                  <c:v>0.36799999999999999</c:v>
                </c:pt>
                <c:pt idx="11151">
                  <c:v>0.36814814814814817</c:v>
                </c:pt>
                <c:pt idx="11152">
                  <c:v>0.36814814814814817</c:v>
                </c:pt>
                <c:pt idx="11153">
                  <c:v>0.36829629629629629</c:v>
                </c:pt>
                <c:pt idx="11154">
                  <c:v>0.36829629629629629</c:v>
                </c:pt>
                <c:pt idx="11155">
                  <c:v>0.36829629629629629</c:v>
                </c:pt>
                <c:pt idx="11156">
                  <c:v>0.36829629629629629</c:v>
                </c:pt>
                <c:pt idx="11157">
                  <c:v>0.36844444444444446</c:v>
                </c:pt>
                <c:pt idx="11158">
                  <c:v>0.36844444444444446</c:v>
                </c:pt>
                <c:pt idx="11159">
                  <c:v>0.36859259259259258</c:v>
                </c:pt>
                <c:pt idx="11160">
                  <c:v>0.36874074074074076</c:v>
                </c:pt>
                <c:pt idx="11161">
                  <c:v>0.36874074074074076</c:v>
                </c:pt>
                <c:pt idx="11162">
                  <c:v>0.36874074074074076</c:v>
                </c:pt>
                <c:pt idx="11163">
                  <c:v>0.36888888888888888</c:v>
                </c:pt>
                <c:pt idx="11164">
                  <c:v>0.36888888888888888</c:v>
                </c:pt>
                <c:pt idx="11165">
                  <c:v>0.36888888888888888</c:v>
                </c:pt>
                <c:pt idx="11166">
                  <c:v>0.36888888888888888</c:v>
                </c:pt>
                <c:pt idx="11167">
                  <c:v>0.36903703703703705</c:v>
                </c:pt>
                <c:pt idx="11168">
                  <c:v>0.36903703703703705</c:v>
                </c:pt>
                <c:pt idx="11169">
                  <c:v>0.36903703703703705</c:v>
                </c:pt>
                <c:pt idx="11170">
                  <c:v>0.36903703703703705</c:v>
                </c:pt>
                <c:pt idx="11171">
                  <c:v>0.36903703703703705</c:v>
                </c:pt>
                <c:pt idx="11172">
                  <c:v>0.36903703703703705</c:v>
                </c:pt>
                <c:pt idx="11173">
                  <c:v>0.36903703703703705</c:v>
                </c:pt>
                <c:pt idx="11174">
                  <c:v>0.36903703703703705</c:v>
                </c:pt>
                <c:pt idx="11175">
                  <c:v>0.36918518518518517</c:v>
                </c:pt>
                <c:pt idx="11176">
                  <c:v>0.36933333333333335</c:v>
                </c:pt>
                <c:pt idx="11177">
                  <c:v>0.36933333333333335</c:v>
                </c:pt>
                <c:pt idx="11178">
                  <c:v>0.36933333333333335</c:v>
                </c:pt>
                <c:pt idx="11179">
                  <c:v>0.36933333333333335</c:v>
                </c:pt>
                <c:pt idx="11180">
                  <c:v>0.36933333333333335</c:v>
                </c:pt>
                <c:pt idx="11181">
                  <c:v>0.36933333333333335</c:v>
                </c:pt>
                <c:pt idx="11182">
                  <c:v>0.36948148148148147</c:v>
                </c:pt>
                <c:pt idx="11183">
                  <c:v>0.36948148148148147</c:v>
                </c:pt>
                <c:pt idx="11184">
                  <c:v>0.36948148148148147</c:v>
                </c:pt>
                <c:pt idx="11185">
                  <c:v>0.36962962962962964</c:v>
                </c:pt>
                <c:pt idx="11186">
                  <c:v>0.36977777777777776</c:v>
                </c:pt>
                <c:pt idx="11187">
                  <c:v>0.36977777777777776</c:v>
                </c:pt>
                <c:pt idx="11188">
                  <c:v>0.36992592592592594</c:v>
                </c:pt>
                <c:pt idx="11189">
                  <c:v>0.36992592592592594</c:v>
                </c:pt>
                <c:pt idx="11190">
                  <c:v>0.36992592592592594</c:v>
                </c:pt>
                <c:pt idx="11191">
                  <c:v>0.36992592592592594</c:v>
                </c:pt>
                <c:pt idx="11192">
                  <c:v>0.37007407407407406</c:v>
                </c:pt>
                <c:pt idx="11193">
                  <c:v>0.37007407407407406</c:v>
                </c:pt>
                <c:pt idx="11194">
                  <c:v>0.37007407407407406</c:v>
                </c:pt>
                <c:pt idx="11195">
                  <c:v>0.37007407407407406</c:v>
                </c:pt>
                <c:pt idx="11196">
                  <c:v>0.37022222222222223</c:v>
                </c:pt>
                <c:pt idx="11197">
                  <c:v>0.37022222222222223</c:v>
                </c:pt>
                <c:pt idx="11198">
                  <c:v>0.37022222222222223</c:v>
                </c:pt>
                <c:pt idx="11199">
                  <c:v>0.37037037037037035</c:v>
                </c:pt>
                <c:pt idx="11200">
                  <c:v>0.37037037037037035</c:v>
                </c:pt>
                <c:pt idx="11201">
                  <c:v>0.37037037037037035</c:v>
                </c:pt>
                <c:pt idx="11202">
                  <c:v>0.37037037037037035</c:v>
                </c:pt>
                <c:pt idx="11203">
                  <c:v>0.37037037037037035</c:v>
                </c:pt>
                <c:pt idx="11204">
                  <c:v>0.37037037037037035</c:v>
                </c:pt>
                <c:pt idx="11205">
                  <c:v>0.37037037037037035</c:v>
                </c:pt>
                <c:pt idx="11206">
                  <c:v>0.37037037037037035</c:v>
                </c:pt>
                <c:pt idx="11207">
                  <c:v>0.37051851851851852</c:v>
                </c:pt>
                <c:pt idx="11208">
                  <c:v>0.37051851851851852</c:v>
                </c:pt>
                <c:pt idx="11209">
                  <c:v>0.37051851851851852</c:v>
                </c:pt>
                <c:pt idx="11210">
                  <c:v>0.37066666666666664</c:v>
                </c:pt>
                <c:pt idx="11211">
                  <c:v>0.37066666666666664</c:v>
                </c:pt>
                <c:pt idx="11212">
                  <c:v>0.37066666666666664</c:v>
                </c:pt>
                <c:pt idx="11213">
                  <c:v>0.37066666666666664</c:v>
                </c:pt>
                <c:pt idx="11214">
                  <c:v>0.37081481481481482</c:v>
                </c:pt>
                <c:pt idx="11215">
                  <c:v>0.37081481481481482</c:v>
                </c:pt>
                <c:pt idx="11216">
                  <c:v>0.37081481481481482</c:v>
                </c:pt>
                <c:pt idx="11217">
                  <c:v>0.37081481481481482</c:v>
                </c:pt>
                <c:pt idx="11218">
                  <c:v>0.37081481481481482</c:v>
                </c:pt>
                <c:pt idx="11219">
                  <c:v>0.37081481481481482</c:v>
                </c:pt>
                <c:pt idx="11220">
                  <c:v>0.37081481481481482</c:v>
                </c:pt>
                <c:pt idx="11221">
                  <c:v>0.37081481481481482</c:v>
                </c:pt>
                <c:pt idx="11222">
                  <c:v>0.37081481481481482</c:v>
                </c:pt>
                <c:pt idx="11223">
                  <c:v>0.37081481481481482</c:v>
                </c:pt>
                <c:pt idx="11224">
                  <c:v>0.37081481481481482</c:v>
                </c:pt>
                <c:pt idx="11225">
                  <c:v>0.37081481481481482</c:v>
                </c:pt>
                <c:pt idx="11226">
                  <c:v>0.37081481481481482</c:v>
                </c:pt>
                <c:pt idx="11227">
                  <c:v>0.37081481481481482</c:v>
                </c:pt>
                <c:pt idx="11228">
                  <c:v>0.37081481481481482</c:v>
                </c:pt>
                <c:pt idx="11229">
                  <c:v>0.37096296296296294</c:v>
                </c:pt>
                <c:pt idx="11230">
                  <c:v>0.37096296296296294</c:v>
                </c:pt>
                <c:pt idx="11231">
                  <c:v>0.37096296296296294</c:v>
                </c:pt>
                <c:pt idx="11232">
                  <c:v>0.37096296296296294</c:v>
                </c:pt>
                <c:pt idx="11233">
                  <c:v>0.37096296296296294</c:v>
                </c:pt>
                <c:pt idx="11234">
                  <c:v>0.37111111111111111</c:v>
                </c:pt>
                <c:pt idx="11235">
                  <c:v>0.37111111111111111</c:v>
                </c:pt>
                <c:pt idx="11236">
                  <c:v>0.37125925925925923</c:v>
                </c:pt>
                <c:pt idx="11237">
                  <c:v>0.37140740740740741</c:v>
                </c:pt>
                <c:pt idx="11238">
                  <c:v>0.37140740740740741</c:v>
                </c:pt>
                <c:pt idx="11239">
                  <c:v>0.37140740740740741</c:v>
                </c:pt>
                <c:pt idx="11240">
                  <c:v>0.37140740740740741</c:v>
                </c:pt>
                <c:pt idx="11241">
                  <c:v>0.37155555555555553</c:v>
                </c:pt>
                <c:pt idx="11242">
                  <c:v>0.37155555555555553</c:v>
                </c:pt>
                <c:pt idx="11243">
                  <c:v>0.37155555555555553</c:v>
                </c:pt>
                <c:pt idx="11244">
                  <c:v>0.3717037037037037</c:v>
                </c:pt>
                <c:pt idx="11245">
                  <c:v>0.37185185185185188</c:v>
                </c:pt>
                <c:pt idx="11246">
                  <c:v>0.37185185185185188</c:v>
                </c:pt>
                <c:pt idx="11247">
                  <c:v>0.372</c:v>
                </c:pt>
                <c:pt idx="11248">
                  <c:v>0.372</c:v>
                </c:pt>
                <c:pt idx="11249">
                  <c:v>0.37214814814814817</c:v>
                </c:pt>
                <c:pt idx="11250">
                  <c:v>0.37214814814814817</c:v>
                </c:pt>
                <c:pt idx="11251">
                  <c:v>0.37214814814814817</c:v>
                </c:pt>
                <c:pt idx="11252">
                  <c:v>0.37229629629629629</c:v>
                </c:pt>
                <c:pt idx="11253">
                  <c:v>0.37244444444444447</c:v>
                </c:pt>
                <c:pt idx="11254">
                  <c:v>0.37244444444444447</c:v>
                </c:pt>
                <c:pt idx="11255">
                  <c:v>0.37259259259259259</c:v>
                </c:pt>
                <c:pt idx="11256">
                  <c:v>0.37259259259259259</c:v>
                </c:pt>
                <c:pt idx="11257">
                  <c:v>0.37259259259259259</c:v>
                </c:pt>
                <c:pt idx="11258">
                  <c:v>0.37259259259259259</c:v>
                </c:pt>
                <c:pt idx="11259">
                  <c:v>0.37274074074074076</c:v>
                </c:pt>
                <c:pt idx="11260">
                  <c:v>0.37274074074074076</c:v>
                </c:pt>
                <c:pt idx="11261">
                  <c:v>0.37274074074074076</c:v>
                </c:pt>
                <c:pt idx="11262">
                  <c:v>0.37288888888888888</c:v>
                </c:pt>
                <c:pt idx="11263">
                  <c:v>0.37288888888888888</c:v>
                </c:pt>
                <c:pt idx="11264">
                  <c:v>0.37303703703703706</c:v>
                </c:pt>
                <c:pt idx="11265">
                  <c:v>0.37318518518518518</c:v>
                </c:pt>
                <c:pt idx="11266">
                  <c:v>0.37318518518518518</c:v>
                </c:pt>
                <c:pt idx="11267">
                  <c:v>0.37318518518518518</c:v>
                </c:pt>
                <c:pt idx="11268">
                  <c:v>0.37318518518518518</c:v>
                </c:pt>
                <c:pt idx="11269">
                  <c:v>0.37318518518518518</c:v>
                </c:pt>
                <c:pt idx="11270">
                  <c:v>0.37318518518518518</c:v>
                </c:pt>
                <c:pt idx="11271">
                  <c:v>0.37318518518518518</c:v>
                </c:pt>
                <c:pt idx="11272">
                  <c:v>0.37318518518518518</c:v>
                </c:pt>
                <c:pt idx="11273">
                  <c:v>0.37333333333333335</c:v>
                </c:pt>
                <c:pt idx="11274">
                  <c:v>0.37333333333333335</c:v>
                </c:pt>
                <c:pt idx="11275">
                  <c:v>0.37333333333333335</c:v>
                </c:pt>
                <c:pt idx="11276">
                  <c:v>0.37333333333333335</c:v>
                </c:pt>
                <c:pt idx="11277">
                  <c:v>0.37333333333333335</c:v>
                </c:pt>
                <c:pt idx="11278">
                  <c:v>0.37333333333333335</c:v>
                </c:pt>
                <c:pt idx="11279">
                  <c:v>0.37333333333333335</c:v>
                </c:pt>
                <c:pt idx="11280">
                  <c:v>0.37333333333333335</c:v>
                </c:pt>
                <c:pt idx="11281">
                  <c:v>0.37348148148148147</c:v>
                </c:pt>
                <c:pt idx="11282">
                  <c:v>0.37348148148148147</c:v>
                </c:pt>
                <c:pt idx="11283">
                  <c:v>0.37362962962962964</c:v>
                </c:pt>
                <c:pt idx="11284">
                  <c:v>0.37362962962962964</c:v>
                </c:pt>
                <c:pt idx="11285">
                  <c:v>0.37362962962962964</c:v>
                </c:pt>
                <c:pt idx="11286">
                  <c:v>0.37362962962962964</c:v>
                </c:pt>
                <c:pt idx="11287">
                  <c:v>0.37377777777777776</c:v>
                </c:pt>
                <c:pt idx="11288">
                  <c:v>0.37392592592592594</c:v>
                </c:pt>
                <c:pt idx="11289">
                  <c:v>0.37392592592592594</c:v>
                </c:pt>
                <c:pt idx="11290">
                  <c:v>0.37392592592592594</c:v>
                </c:pt>
                <c:pt idx="11291">
                  <c:v>0.37407407407407406</c:v>
                </c:pt>
                <c:pt idx="11292">
                  <c:v>0.37407407407407406</c:v>
                </c:pt>
                <c:pt idx="11293">
                  <c:v>0.37407407407407406</c:v>
                </c:pt>
                <c:pt idx="11294">
                  <c:v>0.37407407407407406</c:v>
                </c:pt>
                <c:pt idx="11295">
                  <c:v>0.37407407407407406</c:v>
                </c:pt>
                <c:pt idx="11296">
                  <c:v>0.37422222222222223</c:v>
                </c:pt>
                <c:pt idx="11297">
                  <c:v>0.37422222222222223</c:v>
                </c:pt>
                <c:pt idx="11298">
                  <c:v>0.37422222222222223</c:v>
                </c:pt>
                <c:pt idx="11299">
                  <c:v>0.37422222222222223</c:v>
                </c:pt>
                <c:pt idx="11300">
                  <c:v>0.37422222222222223</c:v>
                </c:pt>
                <c:pt idx="11301">
                  <c:v>0.37437037037037035</c:v>
                </c:pt>
                <c:pt idx="11302">
                  <c:v>0.37437037037037035</c:v>
                </c:pt>
                <c:pt idx="11303">
                  <c:v>0.37437037037037035</c:v>
                </c:pt>
                <c:pt idx="11304">
                  <c:v>0.37437037037037035</c:v>
                </c:pt>
                <c:pt idx="11305">
                  <c:v>0.37437037037037035</c:v>
                </c:pt>
                <c:pt idx="11306">
                  <c:v>0.37451851851851853</c:v>
                </c:pt>
                <c:pt idx="11307">
                  <c:v>0.37451851851851853</c:v>
                </c:pt>
                <c:pt idx="11308">
                  <c:v>0.37451851851851853</c:v>
                </c:pt>
                <c:pt idx="11309">
                  <c:v>0.37451851851851853</c:v>
                </c:pt>
                <c:pt idx="11310">
                  <c:v>0.37451851851851853</c:v>
                </c:pt>
                <c:pt idx="11311">
                  <c:v>0.37451851851851853</c:v>
                </c:pt>
                <c:pt idx="11312">
                  <c:v>0.37451851851851853</c:v>
                </c:pt>
                <c:pt idx="11313">
                  <c:v>0.37451851851851853</c:v>
                </c:pt>
                <c:pt idx="11314">
                  <c:v>0.37451851851851853</c:v>
                </c:pt>
                <c:pt idx="11315">
                  <c:v>0.37451851851851853</c:v>
                </c:pt>
                <c:pt idx="11316">
                  <c:v>0.37451851851851853</c:v>
                </c:pt>
                <c:pt idx="11317">
                  <c:v>0.37451851851851853</c:v>
                </c:pt>
                <c:pt idx="11318">
                  <c:v>0.37451851851851853</c:v>
                </c:pt>
                <c:pt idx="11319">
                  <c:v>0.37451851851851853</c:v>
                </c:pt>
                <c:pt idx="11320">
                  <c:v>0.37451851851851853</c:v>
                </c:pt>
                <c:pt idx="11321">
                  <c:v>0.37451851851851853</c:v>
                </c:pt>
                <c:pt idx="11322">
                  <c:v>0.37451851851851853</c:v>
                </c:pt>
                <c:pt idx="11323">
                  <c:v>0.37451851851851853</c:v>
                </c:pt>
                <c:pt idx="11324">
                  <c:v>0.37451851851851853</c:v>
                </c:pt>
                <c:pt idx="11325">
                  <c:v>0.37451851851851853</c:v>
                </c:pt>
                <c:pt idx="11326">
                  <c:v>0.37451851851851853</c:v>
                </c:pt>
                <c:pt idx="11327">
                  <c:v>0.37466666666666665</c:v>
                </c:pt>
                <c:pt idx="11328">
                  <c:v>0.37466666666666665</c:v>
                </c:pt>
                <c:pt idx="11329">
                  <c:v>0.37466666666666665</c:v>
                </c:pt>
                <c:pt idx="11330">
                  <c:v>0.37466666666666665</c:v>
                </c:pt>
                <c:pt idx="11331">
                  <c:v>0.37466666666666665</c:v>
                </c:pt>
                <c:pt idx="11332">
                  <c:v>0.37466666666666665</c:v>
                </c:pt>
                <c:pt idx="11333">
                  <c:v>0.37466666666666665</c:v>
                </c:pt>
                <c:pt idx="11334">
                  <c:v>0.37481481481481482</c:v>
                </c:pt>
                <c:pt idx="11335">
                  <c:v>0.37481481481481482</c:v>
                </c:pt>
                <c:pt idx="11336">
                  <c:v>0.37496296296296294</c:v>
                </c:pt>
                <c:pt idx="11337">
                  <c:v>0.37511111111111112</c:v>
                </c:pt>
                <c:pt idx="11338">
                  <c:v>0.37511111111111112</c:v>
                </c:pt>
                <c:pt idx="11339">
                  <c:v>0.37511111111111112</c:v>
                </c:pt>
                <c:pt idx="11340">
                  <c:v>0.37511111111111112</c:v>
                </c:pt>
                <c:pt idx="11341">
                  <c:v>0.37525925925925924</c:v>
                </c:pt>
                <c:pt idx="11342">
                  <c:v>0.37525925925925924</c:v>
                </c:pt>
                <c:pt idx="11343">
                  <c:v>0.37525925925925924</c:v>
                </c:pt>
                <c:pt idx="11344">
                  <c:v>0.37525925925925924</c:v>
                </c:pt>
                <c:pt idx="11345">
                  <c:v>0.37525925925925924</c:v>
                </c:pt>
                <c:pt idx="11346">
                  <c:v>0.37525925925925924</c:v>
                </c:pt>
                <c:pt idx="11347">
                  <c:v>0.37525925925925924</c:v>
                </c:pt>
                <c:pt idx="11348">
                  <c:v>0.37540740740740741</c:v>
                </c:pt>
                <c:pt idx="11349">
                  <c:v>0.37540740740740741</c:v>
                </c:pt>
                <c:pt idx="11350">
                  <c:v>0.37555555555555553</c:v>
                </c:pt>
                <c:pt idx="11351">
                  <c:v>0.37555555555555553</c:v>
                </c:pt>
                <c:pt idx="11352">
                  <c:v>0.37555555555555553</c:v>
                </c:pt>
                <c:pt idx="11353">
                  <c:v>0.37570370370370371</c:v>
                </c:pt>
                <c:pt idx="11354">
                  <c:v>0.37585185185185183</c:v>
                </c:pt>
                <c:pt idx="11355">
                  <c:v>0.37585185185185183</c:v>
                </c:pt>
                <c:pt idx="11356">
                  <c:v>0.376</c:v>
                </c:pt>
                <c:pt idx="11357">
                  <c:v>0.37614814814814818</c:v>
                </c:pt>
                <c:pt idx="11358">
                  <c:v>0.3762962962962963</c:v>
                </c:pt>
                <c:pt idx="11359">
                  <c:v>0.3762962962962963</c:v>
                </c:pt>
                <c:pt idx="11360">
                  <c:v>0.37644444444444447</c:v>
                </c:pt>
                <c:pt idx="11361">
                  <c:v>0.37644444444444447</c:v>
                </c:pt>
                <c:pt idx="11362">
                  <c:v>0.37644444444444447</c:v>
                </c:pt>
                <c:pt idx="11363">
                  <c:v>0.37644444444444447</c:v>
                </c:pt>
                <c:pt idx="11364">
                  <c:v>0.37659259259259259</c:v>
                </c:pt>
                <c:pt idx="11365">
                  <c:v>0.37659259259259259</c:v>
                </c:pt>
                <c:pt idx="11366">
                  <c:v>0.37659259259259259</c:v>
                </c:pt>
                <c:pt idx="11367">
                  <c:v>0.37674074074074076</c:v>
                </c:pt>
                <c:pt idx="11368">
                  <c:v>0.37688888888888888</c:v>
                </c:pt>
                <c:pt idx="11369">
                  <c:v>0.37688888888888888</c:v>
                </c:pt>
                <c:pt idx="11370">
                  <c:v>0.37688888888888888</c:v>
                </c:pt>
                <c:pt idx="11371">
                  <c:v>0.37688888888888888</c:v>
                </c:pt>
                <c:pt idx="11372">
                  <c:v>0.37688888888888888</c:v>
                </c:pt>
                <c:pt idx="11373">
                  <c:v>0.37688888888888888</c:v>
                </c:pt>
                <c:pt idx="11374">
                  <c:v>0.37688888888888888</c:v>
                </c:pt>
                <c:pt idx="11375">
                  <c:v>0.37688888888888888</c:v>
                </c:pt>
                <c:pt idx="11376">
                  <c:v>0.37703703703703706</c:v>
                </c:pt>
                <c:pt idx="11377">
                  <c:v>0.37703703703703706</c:v>
                </c:pt>
                <c:pt idx="11378">
                  <c:v>0.37718518518518518</c:v>
                </c:pt>
                <c:pt idx="11379">
                  <c:v>0.37733333333333335</c:v>
                </c:pt>
                <c:pt idx="11380">
                  <c:v>0.37748148148148147</c:v>
                </c:pt>
                <c:pt idx="11381">
                  <c:v>0.37748148148148147</c:v>
                </c:pt>
                <c:pt idx="11382">
                  <c:v>0.37762962962962965</c:v>
                </c:pt>
                <c:pt idx="11383">
                  <c:v>0.37762962962962965</c:v>
                </c:pt>
                <c:pt idx="11384">
                  <c:v>0.37762962962962965</c:v>
                </c:pt>
                <c:pt idx="11385">
                  <c:v>0.37762962962962965</c:v>
                </c:pt>
                <c:pt idx="11386">
                  <c:v>0.37777777777777777</c:v>
                </c:pt>
                <c:pt idx="11387">
                  <c:v>0.37777777777777777</c:v>
                </c:pt>
                <c:pt idx="11388">
                  <c:v>0.37792592592592594</c:v>
                </c:pt>
                <c:pt idx="11389">
                  <c:v>0.37792592592592594</c:v>
                </c:pt>
                <c:pt idx="11390">
                  <c:v>0.37792592592592594</c:v>
                </c:pt>
                <c:pt idx="11391">
                  <c:v>0.37807407407407406</c:v>
                </c:pt>
                <c:pt idx="11392">
                  <c:v>0.37807407407407406</c:v>
                </c:pt>
                <c:pt idx="11393">
                  <c:v>0.37807407407407406</c:v>
                </c:pt>
                <c:pt idx="11394">
                  <c:v>0.37822222222222224</c:v>
                </c:pt>
                <c:pt idx="11395">
                  <c:v>0.37837037037037036</c:v>
                </c:pt>
                <c:pt idx="11396">
                  <c:v>0.37837037037037036</c:v>
                </c:pt>
                <c:pt idx="11397">
                  <c:v>0.37837037037037036</c:v>
                </c:pt>
                <c:pt idx="11398">
                  <c:v>0.37837037037037036</c:v>
                </c:pt>
                <c:pt idx="11399">
                  <c:v>0.37837037037037036</c:v>
                </c:pt>
                <c:pt idx="11400">
                  <c:v>0.37837037037037036</c:v>
                </c:pt>
                <c:pt idx="11401">
                  <c:v>0.37837037037037036</c:v>
                </c:pt>
                <c:pt idx="11402">
                  <c:v>0.37837037037037036</c:v>
                </c:pt>
                <c:pt idx="11403">
                  <c:v>0.37837037037037036</c:v>
                </c:pt>
                <c:pt idx="11404">
                  <c:v>0.37837037037037036</c:v>
                </c:pt>
                <c:pt idx="11405">
                  <c:v>0.37837037037037036</c:v>
                </c:pt>
                <c:pt idx="11406">
                  <c:v>0.37837037037037036</c:v>
                </c:pt>
                <c:pt idx="11407">
                  <c:v>0.37837037037037036</c:v>
                </c:pt>
                <c:pt idx="11408">
                  <c:v>0.37837037037037036</c:v>
                </c:pt>
                <c:pt idx="11409">
                  <c:v>0.37837037037037036</c:v>
                </c:pt>
                <c:pt idx="11410">
                  <c:v>0.37837037037037036</c:v>
                </c:pt>
                <c:pt idx="11411">
                  <c:v>0.37837037037037036</c:v>
                </c:pt>
                <c:pt idx="11412">
                  <c:v>0.37837037037037036</c:v>
                </c:pt>
                <c:pt idx="11413">
                  <c:v>0.37851851851851853</c:v>
                </c:pt>
                <c:pt idx="11414">
                  <c:v>0.37851851851851853</c:v>
                </c:pt>
                <c:pt idx="11415">
                  <c:v>0.37851851851851853</c:v>
                </c:pt>
                <c:pt idx="11416">
                  <c:v>0.37851851851851853</c:v>
                </c:pt>
                <c:pt idx="11417">
                  <c:v>0.37851851851851853</c:v>
                </c:pt>
                <c:pt idx="11418">
                  <c:v>0.37851851851851853</c:v>
                </c:pt>
                <c:pt idx="11419">
                  <c:v>0.37851851851851853</c:v>
                </c:pt>
                <c:pt idx="11420">
                  <c:v>0.37866666666666665</c:v>
                </c:pt>
                <c:pt idx="11421">
                  <c:v>0.37866666666666665</c:v>
                </c:pt>
                <c:pt idx="11422">
                  <c:v>0.37866666666666665</c:v>
                </c:pt>
                <c:pt idx="11423">
                  <c:v>0.37866666666666665</c:v>
                </c:pt>
                <c:pt idx="11424">
                  <c:v>0.37866666666666665</c:v>
                </c:pt>
                <c:pt idx="11425">
                  <c:v>0.37866666666666665</c:v>
                </c:pt>
                <c:pt idx="11426">
                  <c:v>0.37866666666666665</c:v>
                </c:pt>
                <c:pt idx="11427">
                  <c:v>0.37866666666666665</c:v>
                </c:pt>
                <c:pt idx="11428">
                  <c:v>0.37881481481481483</c:v>
                </c:pt>
                <c:pt idx="11429">
                  <c:v>0.37896296296296295</c:v>
                </c:pt>
                <c:pt idx="11430">
                  <c:v>0.37896296296296295</c:v>
                </c:pt>
                <c:pt idx="11431">
                  <c:v>0.37911111111111112</c:v>
                </c:pt>
                <c:pt idx="11432">
                  <c:v>0.37925925925925924</c:v>
                </c:pt>
                <c:pt idx="11433">
                  <c:v>0.37940740740740742</c:v>
                </c:pt>
                <c:pt idx="11434">
                  <c:v>0.37940740740740742</c:v>
                </c:pt>
                <c:pt idx="11435">
                  <c:v>0.37940740740740742</c:v>
                </c:pt>
                <c:pt idx="11436">
                  <c:v>0.37940740740740742</c:v>
                </c:pt>
                <c:pt idx="11437">
                  <c:v>0.37955555555555553</c:v>
                </c:pt>
                <c:pt idx="11438">
                  <c:v>0.37955555555555553</c:v>
                </c:pt>
                <c:pt idx="11439">
                  <c:v>0.37955555555555553</c:v>
                </c:pt>
                <c:pt idx="11440">
                  <c:v>0.37955555555555553</c:v>
                </c:pt>
                <c:pt idx="11441">
                  <c:v>0.37955555555555553</c:v>
                </c:pt>
                <c:pt idx="11442">
                  <c:v>0.37955555555555553</c:v>
                </c:pt>
                <c:pt idx="11443">
                  <c:v>0.37955555555555553</c:v>
                </c:pt>
                <c:pt idx="11444">
                  <c:v>0.37955555555555553</c:v>
                </c:pt>
                <c:pt idx="11445">
                  <c:v>0.37970370370370371</c:v>
                </c:pt>
                <c:pt idx="11446">
                  <c:v>0.37985185185185183</c:v>
                </c:pt>
                <c:pt idx="11447">
                  <c:v>0.37985185185185183</c:v>
                </c:pt>
                <c:pt idx="11448">
                  <c:v>0.38</c:v>
                </c:pt>
                <c:pt idx="11449">
                  <c:v>0.38</c:v>
                </c:pt>
                <c:pt idx="11450">
                  <c:v>0.38</c:v>
                </c:pt>
                <c:pt idx="11451">
                  <c:v>0.38</c:v>
                </c:pt>
                <c:pt idx="11452">
                  <c:v>0.38</c:v>
                </c:pt>
                <c:pt idx="11453">
                  <c:v>0.38</c:v>
                </c:pt>
                <c:pt idx="11454">
                  <c:v>0.38</c:v>
                </c:pt>
                <c:pt idx="11455">
                  <c:v>0.38</c:v>
                </c:pt>
                <c:pt idx="11456">
                  <c:v>0.38</c:v>
                </c:pt>
                <c:pt idx="11457">
                  <c:v>0.38</c:v>
                </c:pt>
                <c:pt idx="11458">
                  <c:v>0.38</c:v>
                </c:pt>
                <c:pt idx="11459">
                  <c:v>0.38</c:v>
                </c:pt>
                <c:pt idx="11460">
                  <c:v>0.38</c:v>
                </c:pt>
                <c:pt idx="11461">
                  <c:v>0.38</c:v>
                </c:pt>
                <c:pt idx="11462">
                  <c:v>0.38</c:v>
                </c:pt>
                <c:pt idx="11463">
                  <c:v>0.38</c:v>
                </c:pt>
                <c:pt idx="11464">
                  <c:v>0.38</c:v>
                </c:pt>
                <c:pt idx="11465">
                  <c:v>0.38</c:v>
                </c:pt>
                <c:pt idx="11466">
                  <c:v>0.38014814814814812</c:v>
                </c:pt>
                <c:pt idx="11467">
                  <c:v>0.38014814814814812</c:v>
                </c:pt>
                <c:pt idx="11468">
                  <c:v>0.38014814814814812</c:v>
                </c:pt>
                <c:pt idx="11469">
                  <c:v>0.38014814814814812</c:v>
                </c:pt>
                <c:pt idx="11470">
                  <c:v>0.3802962962962963</c:v>
                </c:pt>
                <c:pt idx="11471">
                  <c:v>0.3802962962962963</c:v>
                </c:pt>
                <c:pt idx="11472">
                  <c:v>0.38044444444444442</c:v>
                </c:pt>
                <c:pt idx="11473">
                  <c:v>0.38044444444444442</c:v>
                </c:pt>
                <c:pt idx="11474">
                  <c:v>0.38044444444444442</c:v>
                </c:pt>
                <c:pt idx="11475">
                  <c:v>0.38059259259259259</c:v>
                </c:pt>
                <c:pt idx="11476">
                  <c:v>0.38059259259259259</c:v>
                </c:pt>
                <c:pt idx="11477">
                  <c:v>0.38074074074074077</c:v>
                </c:pt>
                <c:pt idx="11478">
                  <c:v>0.38074074074074077</c:v>
                </c:pt>
                <c:pt idx="11479">
                  <c:v>0.38074074074074077</c:v>
                </c:pt>
                <c:pt idx="11480">
                  <c:v>0.38074074074074077</c:v>
                </c:pt>
                <c:pt idx="11481">
                  <c:v>0.38074074074074077</c:v>
                </c:pt>
                <c:pt idx="11482">
                  <c:v>0.38074074074074077</c:v>
                </c:pt>
                <c:pt idx="11483">
                  <c:v>0.38074074074074077</c:v>
                </c:pt>
                <c:pt idx="11484">
                  <c:v>0.38088888888888889</c:v>
                </c:pt>
                <c:pt idx="11485">
                  <c:v>0.38088888888888889</c:v>
                </c:pt>
                <c:pt idx="11486">
                  <c:v>0.38088888888888889</c:v>
                </c:pt>
                <c:pt idx="11487">
                  <c:v>0.38088888888888889</c:v>
                </c:pt>
                <c:pt idx="11488">
                  <c:v>0.38088888888888889</c:v>
                </c:pt>
                <c:pt idx="11489">
                  <c:v>0.38088888888888889</c:v>
                </c:pt>
                <c:pt idx="11490">
                  <c:v>0.38088888888888889</c:v>
                </c:pt>
                <c:pt idx="11491">
                  <c:v>0.38103703703703706</c:v>
                </c:pt>
                <c:pt idx="11492">
                  <c:v>0.38103703703703706</c:v>
                </c:pt>
                <c:pt idx="11493">
                  <c:v>0.38103703703703706</c:v>
                </c:pt>
                <c:pt idx="11494">
                  <c:v>0.38103703703703706</c:v>
                </c:pt>
                <c:pt idx="11495">
                  <c:v>0.38103703703703706</c:v>
                </c:pt>
                <c:pt idx="11496">
                  <c:v>0.38103703703703706</c:v>
                </c:pt>
                <c:pt idx="11497">
                  <c:v>0.38103703703703706</c:v>
                </c:pt>
                <c:pt idx="11498">
                  <c:v>0.38118518518518518</c:v>
                </c:pt>
                <c:pt idx="11499">
                  <c:v>0.38118518518518518</c:v>
                </c:pt>
                <c:pt idx="11500">
                  <c:v>0.38118518518518518</c:v>
                </c:pt>
                <c:pt idx="11501">
                  <c:v>0.38118518518518518</c:v>
                </c:pt>
                <c:pt idx="11502">
                  <c:v>0.38118518518518518</c:v>
                </c:pt>
                <c:pt idx="11503">
                  <c:v>0.38118518518518518</c:v>
                </c:pt>
                <c:pt idx="11504">
                  <c:v>0.38118518518518518</c:v>
                </c:pt>
                <c:pt idx="11505">
                  <c:v>0.38133333333333336</c:v>
                </c:pt>
                <c:pt idx="11506">
                  <c:v>0.38133333333333336</c:v>
                </c:pt>
                <c:pt idx="11507">
                  <c:v>0.38148148148148148</c:v>
                </c:pt>
                <c:pt idx="11508">
                  <c:v>0.38148148148148148</c:v>
                </c:pt>
                <c:pt idx="11509">
                  <c:v>0.38148148148148148</c:v>
                </c:pt>
                <c:pt idx="11510">
                  <c:v>0.38148148148148148</c:v>
                </c:pt>
                <c:pt idx="11511">
                  <c:v>0.38162962962962965</c:v>
                </c:pt>
                <c:pt idx="11512">
                  <c:v>0.38162962962962965</c:v>
                </c:pt>
                <c:pt idx="11513">
                  <c:v>0.38162962962962965</c:v>
                </c:pt>
                <c:pt idx="11514">
                  <c:v>0.38162962962962965</c:v>
                </c:pt>
                <c:pt idx="11515">
                  <c:v>0.38162962962962965</c:v>
                </c:pt>
                <c:pt idx="11516">
                  <c:v>0.38162962962962965</c:v>
                </c:pt>
                <c:pt idx="11517">
                  <c:v>0.38162962962962965</c:v>
                </c:pt>
                <c:pt idx="11518">
                  <c:v>0.38162962962962965</c:v>
                </c:pt>
                <c:pt idx="11519">
                  <c:v>0.38162962962962965</c:v>
                </c:pt>
                <c:pt idx="11520">
                  <c:v>0.38162962962962965</c:v>
                </c:pt>
                <c:pt idx="11521">
                  <c:v>0.38162962962962965</c:v>
                </c:pt>
                <c:pt idx="11522">
                  <c:v>0.38162962962962965</c:v>
                </c:pt>
                <c:pt idx="11523">
                  <c:v>0.38162962962962965</c:v>
                </c:pt>
                <c:pt idx="11524">
                  <c:v>0.38162962962962965</c:v>
                </c:pt>
                <c:pt idx="11525">
                  <c:v>0.38162962962962965</c:v>
                </c:pt>
                <c:pt idx="11526">
                  <c:v>0.38162962962962965</c:v>
                </c:pt>
                <c:pt idx="11527">
                  <c:v>0.38162962962962965</c:v>
                </c:pt>
                <c:pt idx="11528">
                  <c:v>0.38162962962962965</c:v>
                </c:pt>
                <c:pt idx="11529">
                  <c:v>0.38162962962962965</c:v>
                </c:pt>
                <c:pt idx="11530">
                  <c:v>0.38177777777777777</c:v>
                </c:pt>
                <c:pt idx="11531">
                  <c:v>0.38177777777777777</c:v>
                </c:pt>
                <c:pt idx="11532">
                  <c:v>0.38177777777777777</c:v>
                </c:pt>
                <c:pt idx="11533">
                  <c:v>0.38192592592592595</c:v>
                </c:pt>
                <c:pt idx="11534">
                  <c:v>0.38192592592592595</c:v>
                </c:pt>
                <c:pt idx="11535">
                  <c:v>0.38207407407407407</c:v>
                </c:pt>
                <c:pt idx="11536">
                  <c:v>0.38222222222222224</c:v>
                </c:pt>
                <c:pt idx="11537">
                  <c:v>0.38222222222222224</c:v>
                </c:pt>
                <c:pt idx="11538">
                  <c:v>0.38222222222222224</c:v>
                </c:pt>
                <c:pt idx="11539">
                  <c:v>0.38237037037037036</c:v>
                </c:pt>
                <c:pt idx="11540">
                  <c:v>0.38251851851851854</c:v>
                </c:pt>
                <c:pt idx="11541">
                  <c:v>0.38251851851851854</c:v>
                </c:pt>
                <c:pt idx="11542">
                  <c:v>0.38251851851851854</c:v>
                </c:pt>
                <c:pt idx="11543">
                  <c:v>0.38251851851851854</c:v>
                </c:pt>
                <c:pt idx="11544">
                  <c:v>0.38251851851851854</c:v>
                </c:pt>
                <c:pt idx="11545">
                  <c:v>0.38251851851851854</c:v>
                </c:pt>
                <c:pt idx="11546">
                  <c:v>0.38251851851851854</c:v>
                </c:pt>
                <c:pt idx="11547">
                  <c:v>0.38251851851851854</c:v>
                </c:pt>
                <c:pt idx="11548">
                  <c:v>0.38251851851851854</c:v>
                </c:pt>
                <c:pt idx="11549">
                  <c:v>0.38251851851851854</c:v>
                </c:pt>
                <c:pt idx="11550">
                  <c:v>0.38251851851851854</c:v>
                </c:pt>
                <c:pt idx="11551">
                  <c:v>0.38251851851851854</c:v>
                </c:pt>
                <c:pt idx="11552">
                  <c:v>0.38251851851851854</c:v>
                </c:pt>
                <c:pt idx="11553">
                  <c:v>0.38251851851851854</c:v>
                </c:pt>
                <c:pt idx="11554">
                  <c:v>0.38251851851851854</c:v>
                </c:pt>
                <c:pt idx="11555">
                  <c:v>0.38251851851851854</c:v>
                </c:pt>
                <c:pt idx="11556">
                  <c:v>0.38266666666666665</c:v>
                </c:pt>
                <c:pt idx="11557">
                  <c:v>0.38281481481481483</c:v>
                </c:pt>
                <c:pt idx="11558">
                  <c:v>0.38281481481481483</c:v>
                </c:pt>
                <c:pt idx="11559">
                  <c:v>0.38281481481481483</c:v>
                </c:pt>
                <c:pt idx="11560">
                  <c:v>0.38281481481481483</c:v>
                </c:pt>
                <c:pt idx="11561">
                  <c:v>0.38281481481481483</c:v>
                </c:pt>
                <c:pt idx="11562">
                  <c:v>0.38296296296296295</c:v>
                </c:pt>
                <c:pt idx="11563">
                  <c:v>0.38296296296296295</c:v>
                </c:pt>
                <c:pt idx="11564">
                  <c:v>0.38296296296296295</c:v>
                </c:pt>
                <c:pt idx="11565">
                  <c:v>0.38296296296296295</c:v>
                </c:pt>
                <c:pt idx="11566">
                  <c:v>0.38296296296296295</c:v>
                </c:pt>
                <c:pt idx="11567">
                  <c:v>0.38296296296296295</c:v>
                </c:pt>
                <c:pt idx="11568">
                  <c:v>0.38296296296296295</c:v>
                </c:pt>
                <c:pt idx="11569">
                  <c:v>0.38296296296296295</c:v>
                </c:pt>
                <c:pt idx="11570">
                  <c:v>0.38296296296296295</c:v>
                </c:pt>
                <c:pt idx="11571">
                  <c:v>0.38296296296296295</c:v>
                </c:pt>
                <c:pt idx="11572">
                  <c:v>0.38311111111111112</c:v>
                </c:pt>
                <c:pt idx="11573">
                  <c:v>0.38325925925925924</c:v>
                </c:pt>
                <c:pt idx="11574">
                  <c:v>0.38325925925925924</c:v>
                </c:pt>
                <c:pt idx="11575">
                  <c:v>0.38340740740740742</c:v>
                </c:pt>
                <c:pt idx="11576">
                  <c:v>0.38340740740740742</c:v>
                </c:pt>
                <c:pt idx="11577">
                  <c:v>0.38340740740740742</c:v>
                </c:pt>
                <c:pt idx="11578">
                  <c:v>0.38355555555555554</c:v>
                </c:pt>
                <c:pt idx="11579">
                  <c:v>0.38355555555555554</c:v>
                </c:pt>
                <c:pt idx="11580">
                  <c:v>0.38370370370370371</c:v>
                </c:pt>
                <c:pt idx="11581">
                  <c:v>0.38385185185185183</c:v>
                </c:pt>
                <c:pt idx="11582">
                  <c:v>0.38400000000000001</c:v>
                </c:pt>
                <c:pt idx="11583">
                  <c:v>0.38400000000000001</c:v>
                </c:pt>
                <c:pt idx="11584">
                  <c:v>0.38400000000000001</c:v>
                </c:pt>
                <c:pt idx="11585">
                  <c:v>0.38400000000000001</c:v>
                </c:pt>
                <c:pt idx="11586">
                  <c:v>0.38400000000000001</c:v>
                </c:pt>
                <c:pt idx="11587">
                  <c:v>0.38414814814814813</c:v>
                </c:pt>
                <c:pt idx="11588">
                  <c:v>0.38414814814814813</c:v>
                </c:pt>
                <c:pt idx="11589">
                  <c:v>0.3842962962962963</c:v>
                </c:pt>
                <c:pt idx="11590">
                  <c:v>0.3842962962962963</c:v>
                </c:pt>
                <c:pt idx="11591">
                  <c:v>0.3842962962962963</c:v>
                </c:pt>
                <c:pt idx="11592">
                  <c:v>0.38444444444444442</c:v>
                </c:pt>
                <c:pt idx="11593">
                  <c:v>0.38444444444444442</c:v>
                </c:pt>
                <c:pt idx="11594">
                  <c:v>0.3845925925925926</c:v>
                </c:pt>
                <c:pt idx="11595">
                  <c:v>0.3845925925925926</c:v>
                </c:pt>
                <c:pt idx="11596">
                  <c:v>0.3845925925925926</c:v>
                </c:pt>
                <c:pt idx="11597">
                  <c:v>0.38474074074074072</c:v>
                </c:pt>
                <c:pt idx="11598">
                  <c:v>0.38474074074074072</c:v>
                </c:pt>
                <c:pt idx="11599">
                  <c:v>0.38474074074074072</c:v>
                </c:pt>
                <c:pt idx="11600">
                  <c:v>0.38488888888888889</c:v>
                </c:pt>
                <c:pt idx="11601">
                  <c:v>0.38503703703703701</c:v>
                </c:pt>
                <c:pt idx="11602">
                  <c:v>0.38503703703703701</c:v>
                </c:pt>
                <c:pt idx="11603">
                  <c:v>0.38503703703703701</c:v>
                </c:pt>
                <c:pt idx="11604">
                  <c:v>0.38503703703703701</c:v>
                </c:pt>
                <c:pt idx="11605">
                  <c:v>0.38503703703703701</c:v>
                </c:pt>
                <c:pt idx="11606">
                  <c:v>0.38503703703703701</c:v>
                </c:pt>
                <c:pt idx="11607">
                  <c:v>0.38518518518518519</c:v>
                </c:pt>
                <c:pt idx="11608">
                  <c:v>0.38533333333333336</c:v>
                </c:pt>
                <c:pt idx="11609">
                  <c:v>0.38533333333333336</c:v>
                </c:pt>
                <c:pt idx="11610">
                  <c:v>0.38548148148148148</c:v>
                </c:pt>
                <c:pt idx="11611">
                  <c:v>0.38548148148148148</c:v>
                </c:pt>
                <c:pt idx="11612">
                  <c:v>0.38562962962962966</c:v>
                </c:pt>
                <c:pt idx="11613">
                  <c:v>0.38577777777777778</c:v>
                </c:pt>
                <c:pt idx="11614">
                  <c:v>0.38592592592592595</c:v>
                </c:pt>
                <c:pt idx="11615">
                  <c:v>0.38607407407407407</c:v>
                </c:pt>
                <c:pt idx="11616">
                  <c:v>0.38607407407407407</c:v>
                </c:pt>
                <c:pt idx="11617">
                  <c:v>0.38607407407407407</c:v>
                </c:pt>
                <c:pt idx="11618">
                  <c:v>0.38622222222222224</c:v>
                </c:pt>
                <c:pt idx="11619">
                  <c:v>0.38622222222222224</c:v>
                </c:pt>
                <c:pt idx="11620">
                  <c:v>0.38622222222222224</c:v>
                </c:pt>
                <c:pt idx="11621">
                  <c:v>0.38622222222222224</c:v>
                </c:pt>
                <c:pt idx="11622">
                  <c:v>0.38622222222222224</c:v>
                </c:pt>
                <c:pt idx="11623">
                  <c:v>0.38622222222222224</c:v>
                </c:pt>
                <c:pt idx="11624">
                  <c:v>0.38637037037037036</c:v>
                </c:pt>
                <c:pt idx="11625">
                  <c:v>0.38637037037037036</c:v>
                </c:pt>
                <c:pt idx="11626">
                  <c:v>0.38637037037037036</c:v>
                </c:pt>
                <c:pt idx="11627">
                  <c:v>0.38637037037037036</c:v>
                </c:pt>
                <c:pt idx="11628">
                  <c:v>0.38637037037037036</c:v>
                </c:pt>
                <c:pt idx="11629">
                  <c:v>0.38637037037037036</c:v>
                </c:pt>
                <c:pt idx="11630">
                  <c:v>0.38637037037037036</c:v>
                </c:pt>
                <c:pt idx="11631">
                  <c:v>0.38637037037037036</c:v>
                </c:pt>
                <c:pt idx="11632">
                  <c:v>0.38637037037037036</c:v>
                </c:pt>
                <c:pt idx="11633">
                  <c:v>0.38637037037037036</c:v>
                </c:pt>
                <c:pt idx="11634">
                  <c:v>0.38637037037037036</c:v>
                </c:pt>
                <c:pt idx="11635">
                  <c:v>0.38651851851851854</c:v>
                </c:pt>
                <c:pt idx="11636">
                  <c:v>0.38651851851851854</c:v>
                </c:pt>
                <c:pt idx="11637">
                  <c:v>0.38651851851851854</c:v>
                </c:pt>
                <c:pt idx="11638">
                  <c:v>0.38666666666666666</c:v>
                </c:pt>
                <c:pt idx="11639">
                  <c:v>0.38666666666666666</c:v>
                </c:pt>
                <c:pt idx="11640">
                  <c:v>0.38666666666666666</c:v>
                </c:pt>
                <c:pt idx="11641">
                  <c:v>0.38681481481481483</c:v>
                </c:pt>
                <c:pt idx="11642">
                  <c:v>0.38696296296296295</c:v>
                </c:pt>
                <c:pt idx="11643">
                  <c:v>0.38696296296296295</c:v>
                </c:pt>
                <c:pt idx="11644">
                  <c:v>0.38696296296296295</c:v>
                </c:pt>
                <c:pt idx="11645">
                  <c:v>0.38711111111111113</c:v>
                </c:pt>
                <c:pt idx="11646">
                  <c:v>0.38711111111111113</c:v>
                </c:pt>
                <c:pt idx="11647">
                  <c:v>0.38711111111111113</c:v>
                </c:pt>
                <c:pt idx="11648">
                  <c:v>0.38711111111111113</c:v>
                </c:pt>
                <c:pt idx="11649">
                  <c:v>0.38711111111111113</c:v>
                </c:pt>
                <c:pt idx="11650">
                  <c:v>0.38711111111111113</c:v>
                </c:pt>
                <c:pt idx="11651">
                  <c:v>0.38725925925925925</c:v>
                </c:pt>
                <c:pt idx="11652">
                  <c:v>0.38725925925925925</c:v>
                </c:pt>
                <c:pt idx="11653">
                  <c:v>0.38725925925925925</c:v>
                </c:pt>
                <c:pt idx="11654">
                  <c:v>0.38740740740740742</c:v>
                </c:pt>
                <c:pt idx="11655">
                  <c:v>0.38740740740740742</c:v>
                </c:pt>
                <c:pt idx="11656">
                  <c:v>0.38740740740740742</c:v>
                </c:pt>
                <c:pt idx="11657">
                  <c:v>0.38755555555555554</c:v>
                </c:pt>
                <c:pt idx="11658">
                  <c:v>0.38770370370370372</c:v>
                </c:pt>
                <c:pt idx="11659">
                  <c:v>0.38770370370370372</c:v>
                </c:pt>
                <c:pt idx="11660">
                  <c:v>0.38770370370370372</c:v>
                </c:pt>
                <c:pt idx="11661">
                  <c:v>0.38785185185185184</c:v>
                </c:pt>
                <c:pt idx="11662">
                  <c:v>0.38785185185185184</c:v>
                </c:pt>
                <c:pt idx="11663">
                  <c:v>0.38785185185185184</c:v>
                </c:pt>
                <c:pt idx="11664">
                  <c:v>0.38785185185185184</c:v>
                </c:pt>
                <c:pt idx="11665">
                  <c:v>0.38785185185185184</c:v>
                </c:pt>
                <c:pt idx="11666">
                  <c:v>0.38785185185185184</c:v>
                </c:pt>
                <c:pt idx="11667">
                  <c:v>0.38785185185185184</c:v>
                </c:pt>
                <c:pt idx="11668">
                  <c:v>0.38785185185185184</c:v>
                </c:pt>
                <c:pt idx="11669">
                  <c:v>0.38785185185185184</c:v>
                </c:pt>
                <c:pt idx="11670">
                  <c:v>0.38785185185185184</c:v>
                </c:pt>
                <c:pt idx="11671">
                  <c:v>0.38800000000000001</c:v>
                </c:pt>
                <c:pt idx="11672">
                  <c:v>0.38800000000000001</c:v>
                </c:pt>
                <c:pt idx="11673">
                  <c:v>0.38800000000000001</c:v>
                </c:pt>
                <c:pt idx="11674">
                  <c:v>0.38800000000000001</c:v>
                </c:pt>
                <c:pt idx="11675">
                  <c:v>0.38800000000000001</c:v>
                </c:pt>
                <c:pt idx="11676">
                  <c:v>0.38800000000000001</c:v>
                </c:pt>
                <c:pt idx="11677">
                  <c:v>0.38814814814814813</c:v>
                </c:pt>
                <c:pt idx="11678">
                  <c:v>0.38814814814814813</c:v>
                </c:pt>
                <c:pt idx="11679">
                  <c:v>0.38814814814814813</c:v>
                </c:pt>
                <c:pt idx="11680">
                  <c:v>0.38829629629629631</c:v>
                </c:pt>
                <c:pt idx="11681">
                  <c:v>0.38844444444444443</c:v>
                </c:pt>
                <c:pt idx="11682">
                  <c:v>0.38844444444444443</c:v>
                </c:pt>
                <c:pt idx="11683">
                  <c:v>0.3885925925925926</c:v>
                </c:pt>
                <c:pt idx="11684">
                  <c:v>0.3885925925925926</c:v>
                </c:pt>
                <c:pt idx="11685">
                  <c:v>0.3885925925925926</c:v>
                </c:pt>
                <c:pt idx="11686">
                  <c:v>0.3885925925925926</c:v>
                </c:pt>
                <c:pt idx="11687">
                  <c:v>0.3885925925925926</c:v>
                </c:pt>
                <c:pt idx="11688">
                  <c:v>0.38874074074074072</c:v>
                </c:pt>
                <c:pt idx="11689">
                  <c:v>0.3888888888888889</c:v>
                </c:pt>
                <c:pt idx="11690">
                  <c:v>0.38903703703703701</c:v>
                </c:pt>
                <c:pt idx="11691">
                  <c:v>0.38903703703703701</c:v>
                </c:pt>
                <c:pt idx="11692">
                  <c:v>0.38903703703703701</c:v>
                </c:pt>
                <c:pt idx="11693">
                  <c:v>0.38903703703703701</c:v>
                </c:pt>
                <c:pt idx="11694">
                  <c:v>0.38903703703703701</c:v>
                </c:pt>
                <c:pt idx="11695">
                  <c:v>0.38903703703703701</c:v>
                </c:pt>
                <c:pt idx="11696">
                  <c:v>0.38903703703703701</c:v>
                </c:pt>
                <c:pt idx="11697">
                  <c:v>0.38918518518518519</c:v>
                </c:pt>
                <c:pt idx="11698">
                  <c:v>0.38933333333333331</c:v>
                </c:pt>
                <c:pt idx="11699">
                  <c:v>0.38933333333333331</c:v>
                </c:pt>
                <c:pt idx="11700">
                  <c:v>0.38933333333333331</c:v>
                </c:pt>
                <c:pt idx="11701">
                  <c:v>0.38933333333333331</c:v>
                </c:pt>
                <c:pt idx="11702">
                  <c:v>0.38933333333333331</c:v>
                </c:pt>
                <c:pt idx="11703">
                  <c:v>0.38933333333333331</c:v>
                </c:pt>
                <c:pt idx="11704">
                  <c:v>0.38948148148148148</c:v>
                </c:pt>
                <c:pt idx="11705">
                  <c:v>0.38948148148148148</c:v>
                </c:pt>
                <c:pt idx="11706">
                  <c:v>0.38948148148148148</c:v>
                </c:pt>
                <c:pt idx="11707">
                  <c:v>0.38948148148148148</c:v>
                </c:pt>
                <c:pt idx="11708">
                  <c:v>0.38948148148148148</c:v>
                </c:pt>
                <c:pt idx="11709">
                  <c:v>0.38948148148148148</c:v>
                </c:pt>
                <c:pt idx="11710">
                  <c:v>0.38948148148148148</c:v>
                </c:pt>
                <c:pt idx="11711">
                  <c:v>0.38948148148148148</c:v>
                </c:pt>
                <c:pt idx="11712">
                  <c:v>0.38948148148148148</c:v>
                </c:pt>
                <c:pt idx="11713">
                  <c:v>0.3896296296296296</c:v>
                </c:pt>
                <c:pt idx="11714">
                  <c:v>0.3896296296296296</c:v>
                </c:pt>
                <c:pt idx="11715">
                  <c:v>0.3896296296296296</c:v>
                </c:pt>
                <c:pt idx="11716">
                  <c:v>0.3896296296296296</c:v>
                </c:pt>
                <c:pt idx="11717">
                  <c:v>0.38977777777777778</c:v>
                </c:pt>
                <c:pt idx="11718">
                  <c:v>0.38977777777777778</c:v>
                </c:pt>
                <c:pt idx="11719">
                  <c:v>0.38977777777777778</c:v>
                </c:pt>
                <c:pt idx="11720">
                  <c:v>0.38977777777777778</c:v>
                </c:pt>
                <c:pt idx="11721">
                  <c:v>0.38992592592592595</c:v>
                </c:pt>
                <c:pt idx="11722">
                  <c:v>0.38992592592592595</c:v>
                </c:pt>
                <c:pt idx="11723">
                  <c:v>0.38992592592592595</c:v>
                </c:pt>
                <c:pt idx="11724">
                  <c:v>0.38992592592592595</c:v>
                </c:pt>
                <c:pt idx="11725">
                  <c:v>0.39007407407407407</c:v>
                </c:pt>
                <c:pt idx="11726">
                  <c:v>0.39007407407407407</c:v>
                </c:pt>
                <c:pt idx="11727">
                  <c:v>0.39007407407407407</c:v>
                </c:pt>
                <c:pt idx="11728">
                  <c:v>0.39007407407407407</c:v>
                </c:pt>
                <c:pt idx="11729">
                  <c:v>0.39007407407407407</c:v>
                </c:pt>
                <c:pt idx="11730">
                  <c:v>0.39022222222222225</c:v>
                </c:pt>
                <c:pt idx="11731">
                  <c:v>0.39022222222222225</c:v>
                </c:pt>
                <c:pt idx="11732">
                  <c:v>0.39022222222222225</c:v>
                </c:pt>
                <c:pt idx="11733">
                  <c:v>0.39022222222222225</c:v>
                </c:pt>
                <c:pt idx="11734">
                  <c:v>0.39037037037037037</c:v>
                </c:pt>
                <c:pt idx="11735">
                  <c:v>0.39037037037037037</c:v>
                </c:pt>
                <c:pt idx="11736">
                  <c:v>0.39037037037037037</c:v>
                </c:pt>
                <c:pt idx="11737">
                  <c:v>0.39037037037037037</c:v>
                </c:pt>
                <c:pt idx="11738">
                  <c:v>0.39037037037037037</c:v>
                </c:pt>
                <c:pt idx="11739">
                  <c:v>0.39051851851851854</c:v>
                </c:pt>
                <c:pt idx="11740">
                  <c:v>0.39051851851851854</c:v>
                </c:pt>
                <c:pt idx="11741">
                  <c:v>0.39051851851851854</c:v>
                </c:pt>
                <c:pt idx="11742">
                  <c:v>0.39051851851851854</c:v>
                </c:pt>
                <c:pt idx="11743">
                  <c:v>0.39051851851851854</c:v>
                </c:pt>
                <c:pt idx="11744">
                  <c:v>0.39066666666666666</c:v>
                </c:pt>
                <c:pt idx="11745">
                  <c:v>0.39066666666666666</c:v>
                </c:pt>
                <c:pt idx="11746">
                  <c:v>0.39066666666666666</c:v>
                </c:pt>
                <c:pt idx="11747">
                  <c:v>0.39066666666666666</c:v>
                </c:pt>
                <c:pt idx="11748">
                  <c:v>0.39066666666666666</c:v>
                </c:pt>
                <c:pt idx="11749">
                  <c:v>0.39066666666666666</c:v>
                </c:pt>
                <c:pt idx="11750">
                  <c:v>0.39066666666666666</c:v>
                </c:pt>
                <c:pt idx="11751">
                  <c:v>0.39066666666666666</c:v>
                </c:pt>
                <c:pt idx="11752">
                  <c:v>0.39066666666666666</c:v>
                </c:pt>
                <c:pt idx="11753">
                  <c:v>0.39066666666666666</c:v>
                </c:pt>
                <c:pt idx="11754">
                  <c:v>0.39066666666666666</c:v>
                </c:pt>
                <c:pt idx="11755">
                  <c:v>0.39066666666666666</c:v>
                </c:pt>
                <c:pt idx="11756">
                  <c:v>0.39066666666666666</c:v>
                </c:pt>
                <c:pt idx="11757">
                  <c:v>0.39081481481481484</c:v>
                </c:pt>
                <c:pt idx="11758">
                  <c:v>0.39081481481481484</c:v>
                </c:pt>
                <c:pt idx="11759">
                  <c:v>0.39096296296296296</c:v>
                </c:pt>
                <c:pt idx="11760">
                  <c:v>0.39111111111111113</c:v>
                </c:pt>
                <c:pt idx="11761">
                  <c:v>0.39111111111111113</c:v>
                </c:pt>
                <c:pt idx="11762">
                  <c:v>0.39111111111111113</c:v>
                </c:pt>
                <c:pt idx="11763">
                  <c:v>0.39111111111111113</c:v>
                </c:pt>
                <c:pt idx="11764">
                  <c:v>0.39125925925925925</c:v>
                </c:pt>
                <c:pt idx="11765">
                  <c:v>0.39125925925925925</c:v>
                </c:pt>
                <c:pt idx="11766">
                  <c:v>0.39125925925925925</c:v>
                </c:pt>
                <c:pt idx="11767">
                  <c:v>0.39125925925925925</c:v>
                </c:pt>
                <c:pt idx="11768">
                  <c:v>0.39125925925925925</c:v>
                </c:pt>
                <c:pt idx="11769">
                  <c:v>0.39125925925925925</c:v>
                </c:pt>
                <c:pt idx="11770">
                  <c:v>0.39125925925925925</c:v>
                </c:pt>
                <c:pt idx="11771">
                  <c:v>0.39125925925925925</c:v>
                </c:pt>
                <c:pt idx="11772">
                  <c:v>0.39125925925925925</c:v>
                </c:pt>
                <c:pt idx="11773">
                  <c:v>0.39125925925925925</c:v>
                </c:pt>
                <c:pt idx="11774">
                  <c:v>0.39140740740740743</c:v>
                </c:pt>
                <c:pt idx="11775">
                  <c:v>0.39155555555555555</c:v>
                </c:pt>
                <c:pt idx="11776">
                  <c:v>0.39155555555555555</c:v>
                </c:pt>
                <c:pt idx="11777">
                  <c:v>0.39155555555555555</c:v>
                </c:pt>
                <c:pt idx="11778">
                  <c:v>0.39155555555555555</c:v>
                </c:pt>
                <c:pt idx="11779">
                  <c:v>0.39170370370370372</c:v>
                </c:pt>
                <c:pt idx="11780">
                  <c:v>0.39170370370370372</c:v>
                </c:pt>
                <c:pt idx="11781">
                  <c:v>0.39170370370370372</c:v>
                </c:pt>
                <c:pt idx="11782">
                  <c:v>0.39170370370370372</c:v>
                </c:pt>
                <c:pt idx="11783">
                  <c:v>0.39170370370370372</c:v>
                </c:pt>
                <c:pt idx="11784">
                  <c:v>0.39170370370370372</c:v>
                </c:pt>
                <c:pt idx="11785">
                  <c:v>0.39185185185185184</c:v>
                </c:pt>
                <c:pt idx="11786">
                  <c:v>0.39185185185185184</c:v>
                </c:pt>
                <c:pt idx="11787">
                  <c:v>0.39185185185185184</c:v>
                </c:pt>
                <c:pt idx="11788">
                  <c:v>0.39185185185185184</c:v>
                </c:pt>
                <c:pt idx="11789">
                  <c:v>0.39185185185185184</c:v>
                </c:pt>
                <c:pt idx="11790">
                  <c:v>0.39185185185185184</c:v>
                </c:pt>
                <c:pt idx="11791">
                  <c:v>0.39185185185185184</c:v>
                </c:pt>
                <c:pt idx="11792">
                  <c:v>0.39185185185185184</c:v>
                </c:pt>
                <c:pt idx="11793">
                  <c:v>0.39185185185185184</c:v>
                </c:pt>
                <c:pt idx="11794">
                  <c:v>0.39185185185185184</c:v>
                </c:pt>
                <c:pt idx="11795">
                  <c:v>0.39185185185185184</c:v>
                </c:pt>
                <c:pt idx="11796">
                  <c:v>0.39185185185185184</c:v>
                </c:pt>
                <c:pt idx="11797">
                  <c:v>0.39185185185185184</c:v>
                </c:pt>
                <c:pt idx="11798">
                  <c:v>0.39185185185185184</c:v>
                </c:pt>
                <c:pt idx="11799">
                  <c:v>0.39185185185185184</c:v>
                </c:pt>
                <c:pt idx="11800">
                  <c:v>0.39185185185185184</c:v>
                </c:pt>
                <c:pt idx="11801">
                  <c:v>0.39185185185185184</c:v>
                </c:pt>
                <c:pt idx="11802">
                  <c:v>0.39200000000000002</c:v>
                </c:pt>
                <c:pt idx="11803">
                  <c:v>0.39200000000000002</c:v>
                </c:pt>
                <c:pt idx="11804">
                  <c:v>0.39200000000000002</c:v>
                </c:pt>
                <c:pt idx="11805">
                  <c:v>0.39200000000000002</c:v>
                </c:pt>
                <c:pt idx="11806">
                  <c:v>0.39200000000000002</c:v>
                </c:pt>
                <c:pt idx="11807">
                  <c:v>0.39200000000000002</c:v>
                </c:pt>
                <c:pt idx="11808">
                  <c:v>0.39200000000000002</c:v>
                </c:pt>
                <c:pt idx="11809">
                  <c:v>0.39200000000000002</c:v>
                </c:pt>
                <c:pt idx="11810">
                  <c:v>0.39200000000000002</c:v>
                </c:pt>
                <c:pt idx="11811">
                  <c:v>0.39200000000000002</c:v>
                </c:pt>
                <c:pt idx="11812">
                  <c:v>0.39214814814814813</c:v>
                </c:pt>
                <c:pt idx="11813">
                  <c:v>0.39214814814814813</c:v>
                </c:pt>
                <c:pt idx="11814">
                  <c:v>0.39229629629629631</c:v>
                </c:pt>
                <c:pt idx="11815">
                  <c:v>0.39229629629629631</c:v>
                </c:pt>
                <c:pt idx="11816">
                  <c:v>0.39244444444444443</c:v>
                </c:pt>
                <c:pt idx="11817">
                  <c:v>0.3925925925925926</c:v>
                </c:pt>
                <c:pt idx="11818">
                  <c:v>0.3925925925925926</c:v>
                </c:pt>
                <c:pt idx="11819">
                  <c:v>0.3925925925925926</c:v>
                </c:pt>
                <c:pt idx="11820">
                  <c:v>0.3925925925925926</c:v>
                </c:pt>
                <c:pt idx="11821">
                  <c:v>0.3925925925925926</c:v>
                </c:pt>
                <c:pt idx="11822">
                  <c:v>0.39274074074074072</c:v>
                </c:pt>
                <c:pt idx="11823">
                  <c:v>0.39274074074074072</c:v>
                </c:pt>
                <c:pt idx="11824">
                  <c:v>0.39274074074074072</c:v>
                </c:pt>
                <c:pt idx="11825">
                  <c:v>0.39274074074074072</c:v>
                </c:pt>
                <c:pt idx="11826">
                  <c:v>0.39274074074074072</c:v>
                </c:pt>
                <c:pt idx="11827">
                  <c:v>0.3928888888888889</c:v>
                </c:pt>
                <c:pt idx="11828">
                  <c:v>0.39303703703703702</c:v>
                </c:pt>
                <c:pt idx="11829">
                  <c:v>0.39303703703703702</c:v>
                </c:pt>
                <c:pt idx="11830">
                  <c:v>0.39318518518518519</c:v>
                </c:pt>
                <c:pt idx="11831">
                  <c:v>0.39333333333333331</c:v>
                </c:pt>
                <c:pt idx="11832">
                  <c:v>0.39348148148148149</c:v>
                </c:pt>
                <c:pt idx="11833">
                  <c:v>0.39348148148148149</c:v>
                </c:pt>
                <c:pt idx="11834">
                  <c:v>0.39362962962962961</c:v>
                </c:pt>
                <c:pt idx="11835">
                  <c:v>0.39362962962962961</c:v>
                </c:pt>
                <c:pt idx="11836">
                  <c:v>0.39362962962962961</c:v>
                </c:pt>
                <c:pt idx="11837">
                  <c:v>0.39362962962962961</c:v>
                </c:pt>
                <c:pt idx="11838">
                  <c:v>0.39362962962962961</c:v>
                </c:pt>
                <c:pt idx="11839">
                  <c:v>0.39362962962962961</c:v>
                </c:pt>
                <c:pt idx="11840">
                  <c:v>0.39362962962962961</c:v>
                </c:pt>
                <c:pt idx="11841">
                  <c:v>0.39362962962962961</c:v>
                </c:pt>
                <c:pt idx="11842">
                  <c:v>0.39362962962962961</c:v>
                </c:pt>
                <c:pt idx="11843">
                  <c:v>0.39362962962962961</c:v>
                </c:pt>
                <c:pt idx="11844">
                  <c:v>0.39362962962962961</c:v>
                </c:pt>
                <c:pt idx="11845">
                  <c:v>0.39362962962962961</c:v>
                </c:pt>
                <c:pt idx="11846">
                  <c:v>0.39377777777777778</c:v>
                </c:pt>
                <c:pt idx="11847">
                  <c:v>0.3939259259259259</c:v>
                </c:pt>
                <c:pt idx="11848">
                  <c:v>0.3939259259259259</c:v>
                </c:pt>
                <c:pt idx="11849">
                  <c:v>0.3939259259259259</c:v>
                </c:pt>
                <c:pt idx="11850">
                  <c:v>0.3939259259259259</c:v>
                </c:pt>
                <c:pt idx="11851">
                  <c:v>0.39407407407407408</c:v>
                </c:pt>
                <c:pt idx="11852">
                  <c:v>0.39407407407407408</c:v>
                </c:pt>
                <c:pt idx="11853">
                  <c:v>0.39407407407407408</c:v>
                </c:pt>
                <c:pt idx="11854">
                  <c:v>0.39407407407407408</c:v>
                </c:pt>
                <c:pt idx="11855">
                  <c:v>0.39407407407407408</c:v>
                </c:pt>
                <c:pt idx="11856">
                  <c:v>0.39407407407407408</c:v>
                </c:pt>
                <c:pt idx="11857">
                  <c:v>0.3942222222222222</c:v>
                </c:pt>
                <c:pt idx="11858">
                  <c:v>0.3942222222222222</c:v>
                </c:pt>
                <c:pt idx="11859">
                  <c:v>0.39437037037037037</c:v>
                </c:pt>
                <c:pt idx="11860">
                  <c:v>0.39451851851851855</c:v>
                </c:pt>
                <c:pt idx="11861">
                  <c:v>0.39451851851851855</c:v>
                </c:pt>
                <c:pt idx="11862">
                  <c:v>0.39451851851851855</c:v>
                </c:pt>
                <c:pt idx="11863">
                  <c:v>0.39451851851851855</c:v>
                </c:pt>
                <c:pt idx="11864">
                  <c:v>0.39451851851851855</c:v>
                </c:pt>
                <c:pt idx="11865">
                  <c:v>0.39451851851851855</c:v>
                </c:pt>
                <c:pt idx="11866">
                  <c:v>0.39466666666666667</c:v>
                </c:pt>
                <c:pt idx="11867">
                  <c:v>0.39466666666666667</c:v>
                </c:pt>
                <c:pt idx="11868">
                  <c:v>0.39466666666666667</c:v>
                </c:pt>
                <c:pt idx="11869">
                  <c:v>0.39466666666666667</c:v>
                </c:pt>
                <c:pt idx="11870">
                  <c:v>0.39466666666666667</c:v>
                </c:pt>
                <c:pt idx="11871">
                  <c:v>0.39481481481481484</c:v>
                </c:pt>
                <c:pt idx="11872">
                  <c:v>0.39481481481481484</c:v>
                </c:pt>
                <c:pt idx="11873">
                  <c:v>0.39496296296296296</c:v>
                </c:pt>
                <c:pt idx="11874">
                  <c:v>0.39496296296296296</c:v>
                </c:pt>
                <c:pt idx="11875">
                  <c:v>0.39496296296296296</c:v>
                </c:pt>
                <c:pt idx="11876">
                  <c:v>0.39496296296296296</c:v>
                </c:pt>
                <c:pt idx="11877">
                  <c:v>0.39511111111111114</c:v>
                </c:pt>
                <c:pt idx="11878">
                  <c:v>0.39511111111111114</c:v>
                </c:pt>
                <c:pt idx="11879">
                  <c:v>0.39511111111111114</c:v>
                </c:pt>
                <c:pt idx="11880">
                  <c:v>0.39525925925925925</c:v>
                </c:pt>
                <c:pt idx="11881">
                  <c:v>0.39525925925925925</c:v>
                </c:pt>
                <c:pt idx="11882">
                  <c:v>0.39525925925925925</c:v>
                </c:pt>
                <c:pt idx="11883">
                  <c:v>0.39525925925925925</c:v>
                </c:pt>
                <c:pt idx="11884">
                  <c:v>0.39525925925925925</c:v>
                </c:pt>
                <c:pt idx="11885">
                  <c:v>0.39525925925925925</c:v>
                </c:pt>
                <c:pt idx="11886">
                  <c:v>0.39525925925925925</c:v>
                </c:pt>
                <c:pt idx="11887">
                  <c:v>0.39525925925925925</c:v>
                </c:pt>
                <c:pt idx="11888">
                  <c:v>0.39540740740740743</c:v>
                </c:pt>
                <c:pt idx="11889">
                  <c:v>0.39540740740740743</c:v>
                </c:pt>
                <c:pt idx="11890">
                  <c:v>0.39555555555555555</c:v>
                </c:pt>
                <c:pt idx="11891">
                  <c:v>0.39555555555555555</c:v>
                </c:pt>
                <c:pt idx="11892">
                  <c:v>0.39555555555555555</c:v>
                </c:pt>
                <c:pt idx="11893">
                  <c:v>0.39555555555555555</c:v>
                </c:pt>
                <c:pt idx="11894">
                  <c:v>0.39570370370370372</c:v>
                </c:pt>
                <c:pt idx="11895">
                  <c:v>0.39570370370370372</c:v>
                </c:pt>
                <c:pt idx="11896">
                  <c:v>0.39585185185185184</c:v>
                </c:pt>
                <c:pt idx="11897">
                  <c:v>0.39585185185185184</c:v>
                </c:pt>
                <c:pt idx="11898">
                  <c:v>0.39585185185185184</c:v>
                </c:pt>
                <c:pt idx="11899">
                  <c:v>0.39600000000000002</c:v>
                </c:pt>
                <c:pt idx="11900">
                  <c:v>0.39600000000000002</c:v>
                </c:pt>
                <c:pt idx="11901">
                  <c:v>0.39600000000000002</c:v>
                </c:pt>
                <c:pt idx="11902">
                  <c:v>0.39614814814814814</c:v>
                </c:pt>
                <c:pt idx="11903">
                  <c:v>0.39614814814814814</c:v>
                </c:pt>
                <c:pt idx="11904">
                  <c:v>0.39629629629629631</c:v>
                </c:pt>
                <c:pt idx="11905">
                  <c:v>0.39629629629629631</c:v>
                </c:pt>
                <c:pt idx="11906">
                  <c:v>0.39629629629629631</c:v>
                </c:pt>
                <c:pt idx="11907">
                  <c:v>0.39644444444444443</c:v>
                </c:pt>
                <c:pt idx="11908">
                  <c:v>0.39644444444444443</c:v>
                </c:pt>
                <c:pt idx="11909">
                  <c:v>0.39644444444444443</c:v>
                </c:pt>
                <c:pt idx="11910">
                  <c:v>0.39644444444444443</c:v>
                </c:pt>
                <c:pt idx="11911">
                  <c:v>0.39659259259259261</c:v>
                </c:pt>
                <c:pt idx="11912">
                  <c:v>0.39659259259259261</c:v>
                </c:pt>
                <c:pt idx="11913">
                  <c:v>0.39659259259259261</c:v>
                </c:pt>
                <c:pt idx="11914">
                  <c:v>0.39659259259259261</c:v>
                </c:pt>
                <c:pt idx="11915">
                  <c:v>0.39659259259259261</c:v>
                </c:pt>
                <c:pt idx="11916">
                  <c:v>0.39659259259259261</c:v>
                </c:pt>
                <c:pt idx="11917">
                  <c:v>0.39674074074074073</c:v>
                </c:pt>
                <c:pt idx="11918">
                  <c:v>0.39674074074074073</c:v>
                </c:pt>
                <c:pt idx="11919">
                  <c:v>0.39674074074074073</c:v>
                </c:pt>
                <c:pt idx="11920">
                  <c:v>0.39674074074074073</c:v>
                </c:pt>
                <c:pt idx="11921">
                  <c:v>0.39674074074074073</c:v>
                </c:pt>
                <c:pt idx="11922">
                  <c:v>0.3968888888888889</c:v>
                </c:pt>
                <c:pt idx="11923">
                  <c:v>0.3968888888888889</c:v>
                </c:pt>
                <c:pt idx="11924">
                  <c:v>0.3968888888888889</c:v>
                </c:pt>
                <c:pt idx="11925">
                  <c:v>0.3968888888888889</c:v>
                </c:pt>
                <c:pt idx="11926">
                  <c:v>0.3968888888888889</c:v>
                </c:pt>
                <c:pt idx="11927">
                  <c:v>0.3968888888888889</c:v>
                </c:pt>
                <c:pt idx="11928">
                  <c:v>0.3968888888888889</c:v>
                </c:pt>
                <c:pt idx="11929">
                  <c:v>0.39703703703703702</c:v>
                </c:pt>
                <c:pt idx="11930">
                  <c:v>0.39703703703703702</c:v>
                </c:pt>
                <c:pt idx="11931">
                  <c:v>0.39703703703703702</c:v>
                </c:pt>
                <c:pt idx="11932">
                  <c:v>0.39703703703703702</c:v>
                </c:pt>
                <c:pt idx="11933">
                  <c:v>0.39703703703703702</c:v>
                </c:pt>
                <c:pt idx="11934">
                  <c:v>0.39703703703703702</c:v>
                </c:pt>
                <c:pt idx="11935">
                  <c:v>0.39703703703703702</c:v>
                </c:pt>
                <c:pt idx="11936">
                  <c:v>0.39703703703703702</c:v>
                </c:pt>
                <c:pt idx="11937">
                  <c:v>0.3971851851851852</c:v>
                </c:pt>
                <c:pt idx="11938">
                  <c:v>0.3971851851851852</c:v>
                </c:pt>
                <c:pt idx="11939">
                  <c:v>0.3971851851851852</c:v>
                </c:pt>
                <c:pt idx="11940">
                  <c:v>0.39733333333333332</c:v>
                </c:pt>
                <c:pt idx="11941">
                  <c:v>0.39748148148148149</c:v>
                </c:pt>
                <c:pt idx="11942">
                  <c:v>0.39762962962962961</c:v>
                </c:pt>
                <c:pt idx="11943">
                  <c:v>0.39762962962962961</c:v>
                </c:pt>
                <c:pt idx="11944">
                  <c:v>0.39762962962962961</c:v>
                </c:pt>
                <c:pt idx="11945">
                  <c:v>0.39777777777777779</c:v>
                </c:pt>
                <c:pt idx="11946">
                  <c:v>0.39777777777777779</c:v>
                </c:pt>
                <c:pt idx="11947">
                  <c:v>0.39777777777777779</c:v>
                </c:pt>
                <c:pt idx="11948">
                  <c:v>0.39777777777777779</c:v>
                </c:pt>
                <c:pt idx="11949">
                  <c:v>0.39792592592592591</c:v>
                </c:pt>
                <c:pt idx="11950">
                  <c:v>0.39807407407407408</c:v>
                </c:pt>
                <c:pt idx="11951">
                  <c:v>0.3982222222222222</c:v>
                </c:pt>
                <c:pt idx="11952">
                  <c:v>0.3982222222222222</c:v>
                </c:pt>
                <c:pt idx="11953">
                  <c:v>0.3982222222222222</c:v>
                </c:pt>
                <c:pt idx="11954">
                  <c:v>0.3982222222222222</c:v>
                </c:pt>
                <c:pt idx="11955">
                  <c:v>0.3982222222222222</c:v>
                </c:pt>
                <c:pt idx="11956">
                  <c:v>0.3982222222222222</c:v>
                </c:pt>
                <c:pt idx="11957">
                  <c:v>0.3982222222222222</c:v>
                </c:pt>
                <c:pt idx="11958">
                  <c:v>0.3982222222222222</c:v>
                </c:pt>
                <c:pt idx="11959">
                  <c:v>0.3982222222222222</c:v>
                </c:pt>
                <c:pt idx="11960">
                  <c:v>0.3982222222222222</c:v>
                </c:pt>
                <c:pt idx="11961">
                  <c:v>0.3982222222222222</c:v>
                </c:pt>
                <c:pt idx="11962">
                  <c:v>0.3982222222222222</c:v>
                </c:pt>
                <c:pt idx="11963">
                  <c:v>0.3982222222222222</c:v>
                </c:pt>
                <c:pt idx="11964">
                  <c:v>0.3982222222222222</c:v>
                </c:pt>
                <c:pt idx="11965">
                  <c:v>0.3982222222222222</c:v>
                </c:pt>
                <c:pt idx="11966">
                  <c:v>0.3982222222222222</c:v>
                </c:pt>
                <c:pt idx="11967">
                  <c:v>0.3982222222222222</c:v>
                </c:pt>
                <c:pt idx="11968">
                  <c:v>0.3982222222222222</c:v>
                </c:pt>
                <c:pt idx="11969">
                  <c:v>0.3982222222222222</c:v>
                </c:pt>
                <c:pt idx="11970">
                  <c:v>0.3982222222222222</c:v>
                </c:pt>
                <c:pt idx="11971">
                  <c:v>0.3982222222222222</c:v>
                </c:pt>
                <c:pt idx="11972">
                  <c:v>0.3982222222222222</c:v>
                </c:pt>
                <c:pt idx="11973">
                  <c:v>0.3982222222222222</c:v>
                </c:pt>
                <c:pt idx="11974">
                  <c:v>0.3982222222222222</c:v>
                </c:pt>
                <c:pt idx="11975">
                  <c:v>0.3982222222222222</c:v>
                </c:pt>
                <c:pt idx="11976">
                  <c:v>0.3982222222222222</c:v>
                </c:pt>
                <c:pt idx="11977">
                  <c:v>0.39837037037037037</c:v>
                </c:pt>
                <c:pt idx="11978">
                  <c:v>0.39837037037037037</c:v>
                </c:pt>
                <c:pt idx="11979">
                  <c:v>0.39837037037037037</c:v>
                </c:pt>
                <c:pt idx="11980">
                  <c:v>0.39837037037037037</c:v>
                </c:pt>
                <c:pt idx="11981">
                  <c:v>0.39851851851851849</c:v>
                </c:pt>
                <c:pt idx="11982">
                  <c:v>0.39851851851851849</c:v>
                </c:pt>
                <c:pt idx="11983">
                  <c:v>0.39851851851851849</c:v>
                </c:pt>
                <c:pt idx="11984">
                  <c:v>0.39851851851851849</c:v>
                </c:pt>
                <c:pt idx="11985">
                  <c:v>0.39851851851851849</c:v>
                </c:pt>
                <c:pt idx="11986">
                  <c:v>0.39866666666666667</c:v>
                </c:pt>
                <c:pt idx="11987">
                  <c:v>0.39866666666666667</c:v>
                </c:pt>
                <c:pt idx="11988">
                  <c:v>0.39866666666666667</c:v>
                </c:pt>
                <c:pt idx="11989">
                  <c:v>0.39866666666666667</c:v>
                </c:pt>
                <c:pt idx="11990">
                  <c:v>0.39866666666666667</c:v>
                </c:pt>
                <c:pt idx="11991">
                  <c:v>0.39866666666666667</c:v>
                </c:pt>
                <c:pt idx="11992">
                  <c:v>0.39866666666666667</c:v>
                </c:pt>
                <c:pt idx="11993">
                  <c:v>0.39866666666666667</c:v>
                </c:pt>
                <c:pt idx="11994">
                  <c:v>0.39881481481481479</c:v>
                </c:pt>
                <c:pt idx="11995">
                  <c:v>0.39881481481481479</c:v>
                </c:pt>
                <c:pt idx="11996">
                  <c:v>0.39881481481481479</c:v>
                </c:pt>
                <c:pt idx="11997">
                  <c:v>0.39881481481481479</c:v>
                </c:pt>
                <c:pt idx="11998">
                  <c:v>0.39881481481481479</c:v>
                </c:pt>
                <c:pt idx="11999">
                  <c:v>0.39881481481481479</c:v>
                </c:pt>
                <c:pt idx="12000">
                  <c:v>0.39881481481481479</c:v>
                </c:pt>
                <c:pt idx="12001">
                  <c:v>0.39881481481481479</c:v>
                </c:pt>
                <c:pt idx="12002">
                  <c:v>0.39881481481481479</c:v>
                </c:pt>
                <c:pt idx="12003">
                  <c:v>0.39881481481481479</c:v>
                </c:pt>
                <c:pt idx="12004">
                  <c:v>0.39881481481481479</c:v>
                </c:pt>
                <c:pt idx="12005">
                  <c:v>0.39881481481481479</c:v>
                </c:pt>
                <c:pt idx="12006">
                  <c:v>0.39881481481481479</c:v>
                </c:pt>
                <c:pt idx="12007">
                  <c:v>0.39881481481481479</c:v>
                </c:pt>
                <c:pt idx="12008">
                  <c:v>0.39881481481481479</c:v>
                </c:pt>
                <c:pt idx="12009">
                  <c:v>0.39881481481481479</c:v>
                </c:pt>
                <c:pt idx="12010">
                  <c:v>0.39881481481481479</c:v>
                </c:pt>
                <c:pt idx="12011">
                  <c:v>0.39881481481481479</c:v>
                </c:pt>
                <c:pt idx="12012">
                  <c:v>0.39881481481481479</c:v>
                </c:pt>
                <c:pt idx="12013">
                  <c:v>0.39881481481481479</c:v>
                </c:pt>
                <c:pt idx="12014">
                  <c:v>0.39881481481481479</c:v>
                </c:pt>
                <c:pt idx="12015">
                  <c:v>0.39896296296296296</c:v>
                </c:pt>
                <c:pt idx="12016">
                  <c:v>0.39896296296296296</c:v>
                </c:pt>
                <c:pt idx="12017">
                  <c:v>0.39896296296296296</c:v>
                </c:pt>
                <c:pt idx="12018">
                  <c:v>0.39896296296296296</c:v>
                </c:pt>
                <c:pt idx="12019">
                  <c:v>0.39896296296296296</c:v>
                </c:pt>
                <c:pt idx="12020">
                  <c:v>0.39896296296296296</c:v>
                </c:pt>
                <c:pt idx="12021">
                  <c:v>0.39911111111111114</c:v>
                </c:pt>
                <c:pt idx="12022">
                  <c:v>0.39911111111111114</c:v>
                </c:pt>
                <c:pt idx="12023">
                  <c:v>0.39911111111111114</c:v>
                </c:pt>
                <c:pt idx="12024">
                  <c:v>0.39911111111111114</c:v>
                </c:pt>
                <c:pt idx="12025">
                  <c:v>0.39911111111111114</c:v>
                </c:pt>
                <c:pt idx="12026">
                  <c:v>0.39911111111111114</c:v>
                </c:pt>
                <c:pt idx="12027">
                  <c:v>0.39911111111111114</c:v>
                </c:pt>
                <c:pt idx="12028">
                  <c:v>0.39911111111111114</c:v>
                </c:pt>
                <c:pt idx="12029">
                  <c:v>0.39925925925925926</c:v>
                </c:pt>
                <c:pt idx="12030">
                  <c:v>0.39925925925925926</c:v>
                </c:pt>
                <c:pt idx="12031">
                  <c:v>0.39940740740740743</c:v>
                </c:pt>
                <c:pt idx="12032">
                  <c:v>0.39940740740740743</c:v>
                </c:pt>
                <c:pt idx="12033">
                  <c:v>0.39940740740740743</c:v>
                </c:pt>
                <c:pt idx="12034">
                  <c:v>0.39940740740740743</c:v>
                </c:pt>
                <c:pt idx="12035">
                  <c:v>0.39940740740740743</c:v>
                </c:pt>
                <c:pt idx="12036">
                  <c:v>0.39940740740740743</c:v>
                </c:pt>
                <c:pt idx="12037">
                  <c:v>0.39940740740740743</c:v>
                </c:pt>
                <c:pt idx="12038">
                  <c:v>0.39940740740740743</c:v>
                </c:pt>
                <c:pt idx="12039">
                  <c:v>0.39940740740740743</c:v>
                </c:pt>
                <c:pt idx="12040">
                  <c:v>0.39940740740740743</c:v>
                </c:pt>
                <c:pt idx="12041">
                  <c:v>0.39940740740740743</c:v>
                </c:pt>
                <c:pt idx="12042">
                  <c:v>0.39940740740740743</c:v>
                </c:pt>
                <c:pt idx="12043">
                  <c:v>0.39940740740740743</c:v>
                </c:pt>
                <c:pt idx="12044">
                  <c:v>0.39940740740740743</c:v>
                </c:pt>
                <c:pt idx="12045">
                  <c:v>0.39940740740740743</c:v>
                </c:pt>
                <c:pt idx="12046">
                  <c:v>0.39940740740740743</c:v>
                </c:pt>
                <c:pt idx="12047">
                  <c:v>0.39940740740740743</c:v>
                </c:pt>
                <c:pt idx="12048">
                  <c:v>0.39940740740740743</c:v>
                </c:pt>
                <c:pt idx="12049">
                  <c:v>0.39940740740740743</c:v>
                </c:pt>
                <c:pt idx="12050">
                  <c:v>0.39955555555555555</c:v>
                </c:pt>
                <c:pt idx="12051">
                  <c:v>0.39955555555555555</c:v>
                </c:pt>
                <c:pt idx="12052">
                  <c:v>0.39955555555555555</c:v>
                </c:pt>
                <c:pt idx="12053">
                  <c:v>0.39955555555555555</c:v>
                </c:pt>
                <c:pt idx="12054">
                  <c:v>0.39955555555555555</c:v>
                </c:pt>
                <c:pt idx="12055">
                  <c:v>0.39955555555555555</c:v>
                </c:pt>
                <c:pt idx="12056">
                  <c:v>0.39955555555555555</c:v>
                </c:pt>
                <c:pt idx="12057">
                  <c:v>0.39955555555555555</c:v>
                </c:pt>
                <c:pt idx="12058">
                  <c:v>0.39970370370370373</c:v>
                </c:pt>
                <c:pt idx="12059">
                  <c:v>0.39970370370370373</c:v>
                </c:pt>
                <c:pt idx="12060">
                  <c:v>0.39970370370370373</c:v>
                </c:pt>
                <c:pt idx="12061">
                  <c:v>0.39970370370370373</c:v>
                </c:pt>
                <c:pt idx="12062">
                  <c:v>0.39985185185185185</c:v>
                </c:pt>
                <c:pt idx="12063">
                  <c:v>0.39985185185185185</c:v>
                </c:pt>
                <c:pt idx="12064">
                  <c:v>0.39985185185185185</c:v>
                </c:pt>
                <c:pt idx="12065">
                  <c:v>0.39985185185185185</c:v>
                </c:pt>
                <c:pt idx="12066">
                  <c:v>0.39985185185185185</c:v>
                </c:pt>
                <c:pt idx="12067">
                  <c:v>0.4</c:v>
                </c:pt>
                <c:pt idx="12068">
                  <c:v>0.4</c:v>
                </c:pt>
                <c:pt idx="12069">
                  <c:v>0.4</c:v>
                </c:pt>
                <c:pt idx="12070">
                  <c:v>0.40014814814814814</c:v>
                </c:pt>
                <c:pt idx="12071">
                  <c:v>0.40014814814814814</c:v>
                </c:pt>
                <c:pt idx="12072">
                  <c:v>0.40014814814814814</c:v>
                </c:pt>
                <c:pt idx="12073">
                  <c:v>0.40014814814814814</c:v>
                </c:pt>
                <c:pt idx="12074">
                  <c:v>0.40014814814814814</c:v>
                </c:pt>
                <c:pt idx="12075">
                  <c:v>0.40029629629629632</c:v>
                </c:pt>
                <c:pt idx="12076">
                  <c:v>0.40029629629629632</c:v>
                </c:pt>
                <c:pt idx="12077">
                  <c:v>0.40029629629629632</c:v>
                </c:pt>
                <c:pt idx="12078">
                  <c:v>0.40029629629629632</c:v>
                </c:pt>
                <c:pt idx="12079">
                  <c:v>0.40029629629629632</c:v>
                </c:pt>
                <c:pt idx="12080">
                  <c:v>0.40029629629629632</c:v>
                </c:pt>
                <c:pt idx="12081">
                  <c:v>0.40029629629629632</c:v>
                </c:pt>
                <c:pt idx="12082">
                  <c:v>0.40029629629629632</c:v>
                </c:pt>
                <c:pt idx="12083">
                  <c:v>0.40044444444444444</c:v>
                </c:pt>
                <c:pt idx="12084">
                  <c:v>0.40044444444444444</c:v>
                </c:pt>
                <c:pt idx="12085">
                  <c:v>0.40044444444444444</c:v>
                </c:pt>
                <c:pt idx="12086">
                  <c:v>0.40044444444444444</c:v>
                </c:pt>
                <c:pt idx="12087">
                  <c:v>0.40059259259259261</c:v>
                </c:pt>
                <c:pt idx="12088">
                  <c:v>0.40074074074074073</c:v>
                </c:pt>
                <c:pt idx="12089">
                  <c:v>0.40074074074074073</c:v>
                </c:pt>
                <c:pt idx="12090">
                  <c:v>0.40074074074074073</c:v>
                </c:pt>
                <c:pt idx="12091">
                  <c:v>0.40074074074074073</c:v>
                </c:pt>
                <c:pt idx="12092">
                  <c:v>0.40088888888888891</c:v>
                </c:pt>
                <c:pt idx="12093">
                  <c:v>0.40088888888888891</c:v>
                </c:pt>
                <c:pt idx="12094">
                  <c:v>0.40088888888888891</c:v>
                </c:pt>
                <c:pt idx="12095">
                  <c:v>0.40088888888888891</c:v>
                </c:pt>
                <c:pt idx="12096">
                  <c:v>0.40088888888888891</c:v>
                </c:pt>
                <c:pt idx="12097">
                  <c:v>0.40088888888888891</c:v>
                </c:pt>
                <c:pt idx="12098">
                  <c:v>0.40088888888888891</c:v>
                </c:pt>
                <c:pt idx="12099">
                  <c:v>0.40088888888888891</c:v>
                </c:pt>
                <c:pt idx="12100">
                  <c:v>0.40088888888888891</c:v>
                </c:pt>
                <c:pt idx="12101">
                  <c:v>0.40088888888888891</c:v>
                </c:pt>
                <c:pt idx="12102">
                  <c:v>0.40103703703703703</c:v>
                </c:pt>
                <c:pt idx="12103">
                  <c:v>0.4011851851851852</c:v>
                </c:pt>
                <c:pt idx="12104">
                  <c:v>0.4011851851851852</c:v>
                </c:pt>
                <c:pt idx="12105">
                  <c:v>0.4011851851851852</c:v>
                </c:pt>
                <c:pt idx="12106">
                  <c:v>0.40133333333333332</c:v>
                </c:pt>
                <c:pt idx="12107">
                  <c:v>0.40133333333333332</c:v>
                </c:pt>
                <c:pt idx="12108">
                  <c:v>0.40133333333333332</c:v>
                </c:pt>
                <c:pt idx="12109">
                  <c:v>0.40133333333333332</c:v>
                </c:pt>
                <c:pt idx="12110">
                  <c:v>0.40133333333333332</c:v>
                </c:pt>
                <c:pt idx="12111">
                  <c:v>0.40133333333333332</c:v>
                </c:pt>
                <c:pt idx="12112">
                  <c:v>0.40133333333333332</c:v>
                </c:pt>
                <c:pt idx="12113">
                  <c:v>0.40133333333333332</c:v>
                </c:pt>
                <c:pt idx="12114">
                  <c:v>0.40148148148148149</c:v>
                </c:pt>
                <c:pt idx="12115">
                  <c:v>0.40148148148148149</c:v>
                </c:pt>
                <c:pt idx="12116">
                  <c:v>0.40148148148148149</c:v>
                </c:pt>
                <c:pt idx="12117">
                  <c:v>0.40162962962962961</c:v>
                </c:pt>
                <c:pt idx="12118">
                  <c:v>0.40162962962962961</c:v>
                </c:pt>
                <c:pt idx="12119">
                  <c:v>0.40162962962962961</c:v>
                </c:pt>
                <c:pt idx="12120">
                  <c:v>0.40162962962962961</c:v>
                </c:pt>
                <c:pt idx="12121">
                  <c:v>0.40162962962962961</c:v>
                </c:pt>
                <c:pt idx="12122">
                  <c:v>0.40177777777777779</c:v>
                </c:pt>
                <c:pt idx="12123">
                  <c:v>0.40177777777777779</c:v>
                </c:pt>
                <c:pt idx="12124">
                  <c:v>0.40177777777777779</c:v>
                </c:pt>
                <c:pt idx="12125">
                  <c:v>0.40177777777777779</c:v>
                </c:pt>
                <c:pt idx="12126">
                  <c:v>0.40192592592592591</c:v>
                </c:pt>
                <c:pt idx="12127">
                  <c:v>0.40192592592592591</c:v>
                </c:pt>
                <c:pt idx="12128">
                  <c:v>0.40192592592592591</c:v>
                </c:pt>
                <c:pt idx="12129">
                  <c:v>0.40192592592592591</c:v>
                </c:pt>
                <c:pt idx="12130">
                  <c:v>0.40207407407407408</c:v>
                </c:pt>
                <c:pt idx="12131">
                  <c:v>0.4022222222222222</c:v>
                </c:pt>
                <c:pt idx="12132">
                  <c:v>0.4022222222222222</c:v>
                </c:pt>
                <c:pt idx="12133">
                  <c:v>0.4022222222222222</c:v>
                </c:pt>
                <c:pt idx="12134">
                  <c:v>0.4022222222222222</c:v>
                </c:pt>
                <c:pt idx="12135">
                  <c:v>0.4022222222222222</c:v>
                </c:pt>
                <c:pt idx="12136">
                  <c:v>0.4022222222222222</c:v>
                </c:pt>
                <c:pt idx="12137">
                  <c:v>0.4022222222222222</c:v>
                </c:pt>
                <c:pt idx="12138">
                  <c:v>0.40237037037037038</c:v>
                </c:pt>
                <c:pt idx="12139">
                  <c:v>0.40237037037037038</c:v>
                </c:pt>
                <c:pt idx="12140">
                  <c:v>0.40237037037037038</c:v>
                </c:pt>
                <c:pt idx="12141">
                  <c:v>0.40237037037037038</c:v>
                </c:pt>
                <c:pt idx="12142">
                  <c:v>0.40237037037037038</c:v>
                </c:pt>
                <c:pt idx="12143">
                  <c:v>0.40237037037037038</c:v>
                </c:pt>
                <c:pt idx="12144">
                  <c:v>0.40237037037037038</c:v>
                </c:pt>
                <c:pt idx="12145">
                  <c:v>0.40237037037037038</c:v>
                </c:pt>
                <c:pt idx="12146">
                  <c:v>0.40237037037037038</c:v>
                </c:pt>
                <c:pt idx="12147">
                  <c:v>0.40237037037037038</c:v>
                </c:pt>
                <c:pt idx="12148">
                  <c:v>0.4025185185185185</c:v>
                </c:pt>
                <c:pt idx="12149">
                  <c:v>0.4025185185185185</c:v>
                </c:pt>
                <c:pt idx="12150">
                  <c:v>0.4025185185185185</c:v>
                </c:pt>
                <c:pt idx="12151">
                  <c:v>0.40266666666666667</c:v>
                </c:pt>
                <c:pt idx="12152">
                  <c:v>0.40266666666666667</c:v>
                </c:pt>
                <c:pt idx="12153">
                  <c:v>0.40266666666666667</c:v>
                </c:pt>
                <c:pt idx="12154">
                  <c:v>0.40281481481481479</c:v>
                </c:pt>
                <c:pt idx="12155">
                  <c:v>0.40296296296296297</c:v>
                </c:pt>
                <c:pt idx="12156">
                  <c:v>0.40296296296296297</c:v>
                </c:pt>
                <c:pt idx="12157">
                  <c:v>0.40311111111111109</c:v>
                </c:pt>
                <c:pt idx="12158">
                  <c:v>0.40325925925925926</c:v>
                </c:pt>
                <c:pt idx="12159">
                  <c:v>0.40325925925925926</c:v>
                </c:pt>
                <c:pt idx="12160">
                  <c:v>0.40325925925925926</c:v>
                </c:pt>
                <c:pt idx="12161">
                  <c:v>0.40325925925925926</c:v>
                </c:pt>
                <c:pt idx="12162">
                  <c:v>0.40325925925925926</c:v>
                </c:pt>
                <c:pt idx="12163">
                  <c:v>0.40325925925925926</c:v>
                </c:pt>
                <c:pt idx="12164">
                  <c:v>0.40325925925925926</c:v>
                </c:pt>
                <c:pt idx="12165">
                  <c:v>0.40325925925925926</c:v>
                </c:pt>
                <c:pt idx="12166">
                  <c:v>0.40340740740740738</c:v>
                </c:pt>
                <c:pt idx="12167">
                  <c:v>0.40340740740740738</c:v>
                </c:pt>
                <c:pt idx="12168">
                  <c:v>0.40355555555555556</c:v>
                </c:pt>
                <c:pt idx="12169">
                  <c:v>0.40355555555555556</c:v>
                </c:pt>
                <c:pt idx="12170">
                  <c:v>0.40355555555555556</c:v>
                </c:pt>
                <c:pt idx="12171">
                  <c:v>0.40355555555555556</c:v>
                </c:pt>
                <c:pt idx="12172">
                  <c:v>0.40355555555555556</c:v>
                </c:pt>
                <c:pt idx="12173">
                  <c:v>0.40355555555555556</c:v>
                </c:pt>
                <c:pt idx="12174">
                  <c:v>0.40370370370370373</c:v>
                </c:pt>
                <c:pt idx="12175">
                  <c:v>0.40370370370370373</c:v>
                </c:pt>
                <c:pt idx="12176">
                  <c:v>0.40370370370370373</c:v>
                </c:pt>
                <c:pt idx="12177">
                  <c:v>0.40370370370370373</c:v>
                </c:pt>
                <c:pt idx="12178">
                  <c:v>0.40370370370370373</c:v>
                </c:pt>
                <c:pt idx="12179">
                  <c:v>0.40370370370370373</c:v>
                </c:pt>
                <c:pt idx="12180">
                  <c:v>0.40370370370370373</c:v>
                </c:pt>
                <c:pt idx="12181">
                  <c:v>0.40370370370370373</c:v>
                </c:pt>
                <c:pt idx="12182">
                  <c:v>0.40370370370370373</c:v>
                </c:pt>
                <c:pt idx="12183">
                  <c:v>0.40370370370370373</c:v>
                </c:pt>
                <c:pt idx="12184">
                  <c:v>0.40370370370370373</c:v>
                </c:pt>
                <c:pt idx="12185">
                  <c:v>0.40385185185185185</c:v>
                </c:pt>
                <c:pt idx="12186">
                  <c:v>0.40385185185185185</c:v>
                </c:pt>
                <c:pt idx="12187">
                  <c:v>0.40385185185185185</c:v>
                </c:pt>
                <c:pt idx="12188">
                  <c:v>0.40385185185185185</c:v>
                </c:pt>
                <c:pt idx="12189">
                  <c:v>0.40400000000000003</c:v>
                </c:pt>
                <c:pt idx="12190">
                  <c:v>0.40400000000000003</c:v>
                </c:pt>
                <c:pt idx="12191">
                  <c:v>0.40400000000000003</c:v>
                </c:pt>
                <c:pt idx="12192">
                  <c:v>0.40400000000000003</c:v>
                </c:pt>
                <c:pt idx="12193">
                  <c:v>0.40400000000000003</c:v>
                </c:pt>
                <c:pt idx="12194">
                  <c:v>0.40400000000000003</c:v>
                </c:pt>
                <c:pt idx="12195">
                  <c:v>0.40400000000000003</c:v>
                </c:pt>
                <c:pt idx="12196">
                  <c:v>0.40400000000000003</c:v>
                </c:pt>
                <c:pt idx="12197">
                  <c:v>0.40414814814814815</c:v>
                </c:pt>
                <c:pt idx="12198">
                  <c:v>0.40429629629629632</c:v>
                </c:pt>
                <c:pt idx="12199">
                  <c:v>0.40429629629629632</c:v>
                </c:pt>
                <c:pt idx="12200">
                  <c:v>0.40429629629629632</c:v>
                </c:pt>
                <c:pt idx="12201">
                  <c:v>0.40444444444444444</c:v>
                </c:pt>
                <c:pt idx="12202">
                  <c:v>0.40444444444444444</c:v>
                </c:pt>
                <c:pt idx="12203">
                  <c:v>0.40444444444444444</c:v>
                </c:pt>
                <c:pt idx="12204">
                  <c:v>0.40444444444444444</c:v>
                </c:pt>
                <c:pt idx="12205">
                  <c:v>0.40444444444444444</c:v>
                </c:pt>
                <c:pt idx="12206">
                  <c:v>0.40444444444444444</c:v>
                </c:pt>
                <c:pt idx="12207">
                  <c:v>0.40459259259259261</c:v>
                </c:pt>
                <c:pt idx="12208">
                  <c:v>0.40459259259259261</c:v>
                </c:pt>
                <c:pt idx="12209">
                  <c:v>0.40459259259259261</c:v>
                </c:pt>
                <c:pt idx="12210">
                  <c:v>0.40459259259259261</c:v>
                </c:pt>
                <c:pt idx="12211">
                  <c:v>0.40474074074074073</c:v>
                </c:pt>
                <c:pt idx="12212">
                  <c:v>0.40474074074074073</c:v>
                </c:pt>
                <c:pt idx="12213">
                  <c:v>0.40474074074074073</c:v>
                </c:pt>
                <c:pt idx="12214">
                  <c:v>0.40474074074074073</c:v>
                </c:pt>
                <c:pt idx="12215">
                  <c:v>0.40488888888888891</c:v>
                </c:pt>
                <c:pt idx="12216">
                  <c:v>0.40488888888888891</c:v>
                </c:pt>
                <c:pt idx="12217">
                  <c:v>0.40488888888888891</c:v>
                </c:pt>
                <c:pt idx="12218">
                  <c:v>0.40503703703703703</c:v>
                </c:pt>
                <c:pt idx="12219">
                  <c:v>0.40503703703703703</c:v>
                </c:pt>
                <c:pt idx="12220">
                  <c:v>0.4051851851851852</c:v>
                </c:pt>
                <c:pt idx="12221">
                  <c:v>0.4051851851851852</c:v>
                </c:pt>
                <c:pt idx="12222">
                  <c:v>0.4051851851851852</c:v>
                </c:pt>
                <c:pt idx="12223">
                  <c:v>0.40533333333333332</c:v>
                </c:pt>
                <c:pt idx="12224">
                  <c:v>0.40533333333333332</c:v>
                </c:pt>
                <c:pt idx="12225">
                  <c:v>0.40533333333333332</c:v>
                </c:pt>
                <c:pt idx="12226">
                  <c:v>0.4054814814814815</c:v>
                </c:pt>
                <c:pt idx="12227">
                  <c:v>0.4054814814814815</c:v>
                </c:pt>
                <c:pt idx="12228">
                  <c:v>0.4054814814814815</c:v>
                </c:pt>
                <c:pt idx="12229">
                  <c:v>0.4054814814814815</c:v>
                </c:pt>
                <c:pt idx="12230">
                  <c:v>0.40562962962962962</c:v>
                </c:pt>
                <c:pt idx="12231">
                  <c:v>0.40562962962962962</c:v>
                </c:pt>
                <c:pt idx="12232">
                  <c:v>0.40562962962962962</c:v>
                </c:pt>
                <c:pt idx="12233">
                  <c:v>0.40562962962962962</c:v>
                </c:pt>
                <c:pt idx="12234">
                  <c:v>0.40562962962962962</c:v>
                </c:pt>
                <c:pt idx="12235">
                  <c:v>0.40562962962962962</c:v>
                </c:pt>
                <c:pt idx="12236">
                  <c:v>0.40562962962962962</c:v>
                </c:pt>
                <c:pt idx="12237">
                  <c:v>0.40562962962962962</c:v>
                </c:pt>
                <c:pt idx="12238">
                  <c:v>0.40562962962962962</c:v>
                </c:pt>
                <c:pt idx="12239">
                  <c:v>0.40562962962962962</c:v>
                </c:pt>
                <c:pt idx="12240">
                  <c:v>0.40562962962962962</c:v>
                </c:pt>
                <c:pt idx="12241">
                  <c:v>0.40562962962962962</c:v>
                </c:pt>
                <c:pt idx="12242">
                  <c:v>0.40562962962962962</c:v>
                </c:pt>
                <c:pt idx="12243">
                  <c:v>0.40577777777777779</c:v>
                </c:pt>
                <c:pt idx="12244">
                  <c:v>0.40577777777777779</c:v>
                </c:pt>
                <c:pt idx="12245">
                  <c:v>0.40577777777777779</c:v>
                </c:pt>
                <c:pt idx="12246">
                  <c:v>0.40577777777777779</c:v>
                </c:pt>
                <c:pt idx="12247">
                  <c:v>0.40577777777777779</c:v>
                </c:pt>
                <c:pt idx="12248">
                  <c:v>0.40577777777777779</c:v>
                </c:pt>
                <c:pt idx="12249">
                  <c:v>0.40577777777777779</c:v>
                </c:pt>
                <c:pt idx="12250">
                  <c:v>0.40577777777777779</c:v>
                </c:pt>
                <c:pt idx="12251">
                  <c:v>0.40577777777777779</c:v>
                </c:pt>
                <c:pt idx="12252">
                  <c:v>0.40577777777777779</c:v>
                </c:pt>
                <c:pt idx="12253">
                  <c:v>0.40577777777777779</c:v>
                </c:pt>
                <c:pt idx="12254">
                  <c:v>0.40577777777777779</c:v>
                </c:pt>
                <c:pt idx="12255">
                  <c:v>0.40592592592592591</c:v>
                </c:pt>
                <c:pt idx="12256">
                  <c:v>0.40592592592592591</c:v>
                </c:pt>
                <c:pt idx="12257">
                  <c:v>0.40607407407407409</c:v>
                </c:pt>
                <c:pt idx="12258">
                  <c:v>0.40607407407407409</c:v>
                </c:pt>
                <c:pt idx="12259">
                  <c:v>0.40622222222222221</c:v>
                </c:pt>
                <c:pt idx="12260">
                  <c:v>0.40622222222222221</c:v>
                </c:pt>
                <c:pt idx="12261">
                  <c:v>0.40637037037037038</c:v>
                </c:pt>
                <c:pt idx="12262">
                  <c:v>0.4065185185185185</c:v>
                </c:pt>
                <c:pt idx="12263">
                  <c:v>0.4065185185185185</c:v>
                </c:pt>
                <c:pt idx="12264">
                  <c:v>0.40666666666666668</c:v>
                </c:pt>
                <c:pt idx="12265">
                  <c:v>0.4068148148148148</c:v>
                </c:pt>
                <c:pt idx="12266">
                  <c:v>0.4068148148148148</c:v>
                </c:pt>
                <c:pt idx="12267">
                  <c:v>0.40696296296296297</c:v>
                </c:pt>
                <c:pt idx="12268">
                  <c:v>0.40711111111111109</c:v>
                </c:pt>
                <c:pt idx="12269">
                  <c:v>0.40711111111111109</c:v>
                </c:pt>
                <c:pt idx="12270">
                  <c:v>0.40711111111111109</c:v>
                </c:pt>
                <c:pt idx="12271">
                  <c:v>0.40711111111111109</c:v>
                </c:pt>
                <c:pt idx="12272">
                  <c:v>0.40711111111111109</c:v>
                </c:pt>
                <c:pt idx="12273">
                  <c:v>0.40711111111111109</c:v>
                </c:pt>
                <c:pt idx="12274">
                  <c:v>0.40711111111111109</c:v>
                </c:pt>
                <c:pt idx="12275">
                  <c:v>0.40711111111111109</c:v>
                </c:pt>
                <c:pt idx="12276">
                  <c:v>0.40711111111111109</c:v>
                </c:pt>
                <c:pt idx="12277">
                  <c:v>0.40711111111111109</c:v>
                </c:pt>
                <c:pt idx="12278">
                  <c:v>0.40711111111111109</c:v>
                </c:pt>
                <c:pt idx="12279">
                  <c:v>0.40711111111111109</c:v>
                </c:pt>
                <c:pt idx="12280">
                  <c:v>0.40711111111111109</c:v>
                </c:pt>
                <c:pt idx="12281">
                  <c:v>0.40711111111111109</c:v>
                </c:pt>
                <c:pt idx="12282">
                  <c:v>0.40711111111111109</c:v>
                </c:pt>
                <c:pt idx="12283">
                  <c:v>0.40711111111111109</c:v>
                </c:pt>
                <c:pt idx="12284">
                  <c:v>0.40725925925925927</c:v>
                </c:pt>
                <c:pt idx="12285">
                  <c:v>0.40725925925925927</c:v>
                </c:pt>
                <c:pt idx="12286">
                  <c:v>0.40725925925925927</c:v>
                </c:pt>
                <c:pt idx="12287">
                  <c:v>0.40725925925925927</c:v>
                </c:pt>
                <c:pt idx="12288">
                  <c:v>0.40725925925925927</c:v>
                </c:pt>
                <c:pt idx="12289">
                  <c:v>0.40725925925925927</c:v>
                </c:pt>
                <c:pt idx="12290">
                  <c:v>0.40740740740740738</c:v>
                </c:pt>
                <c:pt idx="12291">
                  <c:v>0.40740740740740738</c:v>
                </c:pt>
                <c:pt idx="12292">
                  <c:v>0.40740740740740738</c:v>
                </c:pt>
                <c:pt idx="12293">
                  <c:v>0.40740740740740738</c:v>
                </c:pt>
                <c:pt idx="12294">
                  <c:v>0.40740740740740738</c:v>
                </c:pt>
                <c:pt idx="12295">
                  <c:v>0.40755555555555556</c:v>
                </c:pt>
                <c:pt idx="12296">
                  <c:v>0.40755555555555556</c:v>
                </c:pt>
                <c:pt idx="12297">
                  <c:v>0.40755555555555556</c:v>
                </c:pt>
                <c:pt idx="12298">
                  <c:v>0.40755555555555556</c:v>
                </c:pt>
                <c:pt idx="12299">
                  <c:v>0.40755555555555556</c:v>
                </c:pt>
                <c:pt idx="12300">
                  <c:v>0.40755555555555556</c:v>
                </c:pt>
                <c:pt idx="12301">
                  <c:v>0.40755555555555556</c:v>
                </c:pt>
                <c:pt idx="12302">
                  <c:v>0.40755555555555556</c:v>
                </c:pt>
                <c:pt idx="12303">
                  <c:v>0.40755555555555556</c:v>
                </c:pt>
                <c:pt idx="12304">
                  <c:v>0.40755555555555556</c:v>
                </c:pt>
                <c:pt idx="12305">
                  <c:v>0.40770370370370368</c:v>
                </c:pt>
                <c:pt idx="12306">
                  <c:v>0.40770370370370368</c:v>
                </c:pt>
                <c:pt idx="12307">
                  <c:v>0.40770370370370368</c:v>
                </c:pt>
                <c:pt idx="12308">
                  <c:v>0.40770370370370368</c:v>
                </c:pt>
                <c:pt idx="12309">
                  <c:v>0.40770370370370368</c:v>
                </c:pt>
                <c:pt idx="12310">
                  <c:v>0.40785185185185185</c:v>
                </c:pt>
                <c:pt idx="12311">
                  <c:v>0.40785185185185185</c:v>
                </c:pt>
                <c:pt idx="12312">
                  <c:v>0.40785185185185185</c:v>
                </c:pt>
                <c:pt idx="12313">
                  <c:v>0.40799999999999997</c:v>
                </c:pt>
                <c:pt idx="12314">
                  <c:v>0.40799999999999997</c:v>
                </c:pt>
                <c:pt idx="12315">
                  <c:v>0.40814814814814815</c:v>
                </c:pt>
                <c:pt idx="12316">
                  <c:v>0.40814814814814815</c:v>
                </c:pt>
                <c:pt idx="12317">
                  <c:v>0.40814814814814815</c:v>
                </c:pt>
                <c:pt idx="12318">
                  <c:v>0.40814814814814815</c:v>
                </c:pt>
                <c:pt idx="12319">
                  <c:v>0.40814814814814815</c:v>
                </c:pt>
                <c:pt idx="12320">
                  <c:v>0.40829629629629632</c:v>
                </c:pt>
                <c:pt idx="12321">
                  <c:v>0.40829629629629632</c:v>
                </c:pt>
                <c:pt idx="12322">
                  <c:v>0.40829629629629632</c:v>
                </c:pt>
                <c:pt idx="12323">
                  <c:v>0.40844444444444444</c:v>
                </c:pt>
                <c:pt idx="12324">
                  <c:v>0.40844444444444444</c:v>
                </c:pt>
                <c:pt idx="12325">
                  <c:v>0.40844444444444444</c:v>
                </c:pt>
                <c:pt idx="12326">
                  <c:v>0.40844444444444444</c:v>
                </c:pt>
                <c:pt idx="12327">
                  <c:v>0.40844444444444444</c:v>
                </c:pt>
                <c:pt idx="12328">
                  <c:v>0.40859259259259262</c:v>
                </c:pt>
                <c:pt idx="12329">
                  <c:v>0.40859259259259262</c:v>
                </c:pt>
                <c:pt idx="12330">
                  <c:v>0.40859259259259262</c:v>
                </c:pt>
                <c:pt idx="12331">
                  <c:v>0.40874074074074074</c:v>
                </c:pt>
                <c:pt idx="12332">
                  <c:v>0.40874074074074074</c:v>
                </c:pt>
                <c:pt idx="12333">
                  <c:v>0.40874074074074074</c:v>
                </c:pt>
                <c:pt idx="12334">
                  <c:v>0.40888888888888891</c:v>
                </c:pt>
                <c:pt idx="12335">
                  <c:v>0.40903703703703703</c:v>
                </c:pt>
                <c:pt idx="12336">
                  <c:v>0.40903703703703703</c:v>
                </c:pt>
                <c:pt idx="12337">
                  <c:v>0.40918518518518521</c:v>
                </c:pt>
                <c:pt idx="12338">
                  <c:v>0.40933333333333333</c:v>
                </c:pt>
                <c:pt idx="12339">
                  <c:v>0.40933333333333333</c:v>
                </c:pt>
                <c:pt idx="12340">
                  <c:v>0.40933333333333333</c:v>
                </c:pt>
                <c:pt idx="12341">
                  <c:v>0.40933333333333333</c:v>
                </c:pt>
                <c:pt idx="12342">
                  <c:v>0.40933333333333333</c:v>
                </c:pt>
                <c:pt idx="12343">
                  <c:v>0.40933333333333333</c:v>
                </c:pt>
                <c:pt idx="12344">
                  <c:v>0.40933333333333333</c:v>
                </c:pt>
                <c:pt idx="12345">
                  <c:v>0.40933333333333333</c:v>
                </c:pt>
                <c:pt idx="12346">
                  <c:v>0.40933333333333333</c:v>
                </c:pt>
                <c:pt idx="12347">
                  <c:v>0.4094814814814815</c:v>
                </c:pt>
                <c:pt idx="12348">
                  <c:v>0.40962962962962962</c:v>
                </c:pt>
                <c:pt idx="12349">
                  <c:v>0.40962962962962962</c:v>
                </c:pt>
                <c:pt idx="12350">
                  <c:v>0.4097777777777778</c:v>
                </c:pt>
                <c:pt idx="12351">
                  <c:v>0.4097777777777778</c:v>
                </c:pt>
                <c:pt idx="12352">
                  <c:v>0.40992592592592592</c:v>
                </c:pt>
                <c:pt idx="12353">
                  <c:v>0.40992592592592592</c:v>
                </c:pt>
                <c:pt idx="12354">
                  <c:v>0.40992592592592592</c:v>
                </c:pt>
                <c:pt idx="12355">
                  <c:v>0.40992592592592592</c:v>
                </c:pt>
                <c:pt idx="12356">
                  <c:v>0.41007407407407409</c:v>
                </c:pt>
                <c:pt idx="12357">
                  <c:v>0.41007407407407409</c:v>
                </c:pt>
                <c:pt idx="12358">
                  <c:v>0.41007407407407409</c:v>
                </c:pt>
                <c:pt idx="12359">
                  <c:v>0.41007407407407409</c:v>
                </c:pt>
                <c:pt idx="12360">
                  <c:v>0.41022222222222221</c:v>
                </c:pt>
                <c:pt idx="12361">
                  <c:v>0.41022222222222221</c:v>
                </c:pt>
                <c:pt idx="12362">
                  <c:v>0.41022222222222221</c:v>
                </c:pt>
                <c:pt idx="12363">
                  <c:v>0.41022222222222221</c:v>
                </c:pt>
                <c:pt idx="12364">
                  <c:v>0.41022222222222221</c:v>
                </c:pt>
                <c:pt idx="12365">
                  <c:v>0.41022222222222221</c:v>
                </c:pt>
                <c:pt idx="12366">
                  <c:v>0.41022222222222221</c:v>
                </c:pt>
                <c:pt idx="12367">
                  <c:v>0.41037037037037039</c:v>
                </c:pt>
                <c:pt idx="12368">
                  <c:v>0.41037037037037039</c:v>
                </c:pt>
                <c:pt idx="12369">
                  <c:v>0.41037037037037039</c:v>
                </c:pt>
                <c:pt idx="12370">
                  <c:v>0.41037037037037039</c:v>
                </c:pt>
                <c:pt idx="12371">
                  <c:v>0.4105185185185185</c:v>
                </c:pt>
                <c:pt idx="12372">
                  <c:v>0.4105185185185185</c:v>
                </c:pt>
                <c:pt idx="12373">
                  <c:v>0.41066666666666668</c:v>
                </c:pt>
                <c:pt idx="12374">
                  <c:v>0.41066666666666668</c:v>
                </c:pt>
                <c:pt idx="12375">
                  <c:v>0.41066666666666668</c:v>
                </c:pt>
                <c:pt idx="12376">
                  <c:v>0.41066666666666668</c:v>
                </c:pt>
                <c:pt idx="12377">
                  <c:v>0.41066666666666668</c:v>
                </c:pt>
                <c:pt idx="12378">
                  <c:v>0.4108148148148148</c:v>
                </c:pt>
                <c:pt idx="12379">
                  <c:v>0.4108148148148148</c:v>
                </c:pt>
                <c:pt idx="12380">
                  <c:v>0.4108148148148148</c:v>
                </c:pt>
                <c:pt idx="12381">
                  <c:v>0.4108148148148148</c:v>
                </c:pt>
                <c:pt idx="12382">
                  <c:v>0.4108148148148148</c:v>
                </c:pt>
                <c:pt idx="12383">
                  <c:v>0.41096296296296297</c:v>
                </c:pt>
                <c:pt idx="12384">
                  <c:v>0.41096296296296297</c:v>
                </c:pt>
                <c:pt idx="12385">
                  <c:v>0.41096296296296297</c:v>
                </c:pt>
                <c:pt idx="12386">
                  <c:v>0.41096296296296297</c:v>
                </c:pt>
                <c:pt idx="12387">
                  <c:v>0.41096296296296297</c:v>
                </c:pt>
                <c:pt idx="12388">
                  <c:v>0.41096296296296297</c:v>
                </c:pt>
                <c:pt idx="12389">
                  <c:v>0.41096296296296297</c:v>
                </c:pt>
                <c:pt idx="12390">
                  <c:v>0.41096296296296297</c:v>
                </c:pt>
                <c:pt idx="12391">
                  <c:v>0.41096296296296297</c:v>
                </c:pt>
                <c:pt idx="12392">
                  <c:v>0.41096296296296297</c:v>
                </c:pt>
                <c:pt idx="12393">
                  <c:v>0.41096296296296297</c:v>
                </c:pt>
                <c:pt idx="12394">
                  <c:v>0.41096296296296297</c:v>
                </c:pt>
                <c:pt idx="12395">
                  <c:v>0.41096296296296297</c:v>
                </c:pt>
                <c:pt idx="12396">
                  <c:v>0.41096296296296297</c:v>
                </c:pt>
                <c:pt idx="12397">
                  <c:v>0.41096296296296297</c:v>
                </c:pt>
                <c:pt idx="12398">
                  <c:v>0.41111111111111109</c:v>
                </c:pt>
                <c:pt idx="12399">
                  <c:v>0.41111111111111109</c:v>
                </c:pt>
                <c:pt idx="12400">
                  <c:v>0.41111111111111109</c:v>
                </c:pt>
                <c:pt idx="12401">
                  <c:v>0.41111111111111109</c:v>
                </c:pt>
                <c:pt idx="12402">
                  <c:v>0.41125925925925927</c:v>
                </c:pt>
                <c:pt idx="12403">
                  <c:v>0.41125925925925927</c:v>
                </c:pt>
                <c:pt idx="12404">
                  <c:v>0.41140740740740739</c:v>
                </c:pt>
                <c:pt idx="12405">
                  <c:v>0.41140740740740739</c:v>
                </c:pt>
                <c:pt idx="12406">
                  <c:v>0.41140740740740739</c:v>
                </c:pt>
                <c:pt idx="12407">
                  <c:v>0.41140740740740739</c:v>
                </c:pt>
                <c:pt idx="12408">
                  <c:v>0.41140740740740739</c:v>
                </c:pt>
                <c:pt idx="12409">
                  <c:v>0.41140740740740739</c:v>
                </c:pt>
                <c:pt idx="12410">
                  <c:v>0.41140740740740739</c:v>
                </c:pt>
                <c:pt idx="12411">
                  <c:v>0.41155555555555556</c:v>
                </c:pt>
                <c:pt idx="12412">
                  <c:v>0.41155555555555556</c:v>
                </c:pt>
                <c:pt idx="12413">
                  <c:v>0.41155555555555556</c:v>
                </c:pt>
                <c:pt idx="12414">
                  <c:v>0.41170370370370368</c:v>
                </c:pt>
                <c:pt idx="12415">
                  <c:v>0.41185185185185186</c:v>
                </c:pt>
                <c:pt idx="12416">
                  <c:v>0.41185185185185186</c:v>
                </c:pt>
                <c:pt idx="12417">
                  <c:v>0.41185185185185186</c:v>
                </c:pt>
                <c:pt idx="12418">
                  <c:v>0.41185185185185186</c:v>
                </c:pt>
                <c:pt idx="12419">
                  <c:v>0.41185185185185186</c:v>
                </c:pt>
                <c:pt idx="12420">
                  <c:v>0.41185185185185186</c:v>
                </c:pt>
                <c:pt idx="12421">
                  <c:v>0.41185185185185186</c:v>
                </c:pt>
                <c:pt idx="12422">
                  <c:v>0.41185185185185186</c:v>
                </c:pt>
                <c:pt idx="12423">
                  <c:v>0.41185185185185186</c:v>
                </c:pt>
                <c:pt idx="12424">
                  <c:v>0.41185185185185186</c:v>
                </c:pt>
                <c:pt idx="12425">
                  <c:v>0.41185185185185186</c:v>
                </c:pt>
                <c:pt idx="12426">
                  <c:v>0.41185185185185186</c:v>
                </c:pt>
                <c:pt idx="12427">
                  <c:v>0.41185185185185186</c:v>
                </c:pt>
                <c:pt idx="12428">
                  <c:v>0.41199999999999998</c:v>
                </c:pt>
                <c:pt idx="12429">
                  <c:v>0.41199999999999998</c:v>
                </c:pt>
                <c:pt idx="12430">
                  <c:v>0.41214814814814815</c:v>
                </c:pt>
                <c:pt idx="12431">
                  <c:v>0.41229629629629627</c:v>
                </c:pt>
                <c:pt idx="12432">
                  <c:v>0.41244444444444445</c:v>
                </c:pt>
                <c:pt idx="12433">
                  <c:v>0.41244444444444445</c:v>
                </c:pt>
                <c:pt idx="12434">
                  <c:v>0.41244444444444445</c:v>
                </c:pt>
                <c:pt idx="12435">
                  <c:v>0.41244444444444445</c:v>
                </c:pt>
                <c:pt idx="12436">
                  <c:v>0.41244444444444445</c:v>
                </c:pt>
                <c:pt idx="12437">
                  <c:v>0.41244444444444445</c:v>
                </c:pt>
                <c:pt idx="12438">
                  <c:v>0.41244444444444445</c:v>
                </c:pt>
                <c:pt idx="12439">
                  <c:v>0.41244444444444445</c:v>
                </c:pt>
                <c:pt idx="12440">
                  <c:v>0.41244444444444445</c:v>
                </c:pt>
                <c:pt idx="12441">
                  <c:v>0.41244444444444445</c:v>
                </c:pt>
                <c:pt idx="12442">
                  <c:v>0.41244444444444445</c:v>
                </c:pt>
                <c:pt idx="12443">
                  <c:v>0.41259259259259257</c:v>
                </c:pt>
                <c:pt idx="12444">
                  <c:v>0.41259259259259257</c:v>
                </c:pt>
                <c:pt idx="12445">
                  <c:v>0.41274074074074074</c:v>
                </c:pt>
                <c:pt idx="12446">
                  <c:v>0.41274074074074074</c:v>
                </c:pt>
                <c:pt idx="12447">
                  <c:v>0.41274074074074074</c:v>
                </c:pt>
                <c:pt idx="12448">
                  <c:v>0.41274074074074074</c:v>
                </c:pt>
                <c:pt idx="12449">
                  <c:v>0.41274074074074074</c:v>
                </c:pt>
                <c:pt idx="12450">
                  <c:v>0.41288888888888892</c:v>
                </c:pt>
                <c:pt idx="12451">
                  <c:v>0.41288888888888892</c:v>
                </c:pt>
                <c:pt idx="12452">
                  <c:v>0.41303703703703704</c:v>
                </c:pt>
                <c:pt idx="12453">
                  <c:v>0.41303703703703704</c:v>
                </c:pt>
                <c:pt idx="12454">
                  <c:v>0.41318518518518521</c:v>
                </c:pt>
                <c:pt idx="12455">
                  <c:v>0.41318518518518521</c:v>
                </c:pt>
                <c:pt idx="12456">
                  <c:v>0.41318518518518521</c:v>
                </c:pt>
                <c:pt idx="12457">
                  <c:v>0.41318518518518521</c:v>
                </c:pt>
                <c:pt idx="12458">
                  <c:v>0.41318518518518521</c:v>
                </c:pt>
                <c:pt idx="12459">
                  <c:v>0.41318518518518521</c:v>
                </c:pt>
                <c:pt idx="12460">
                  <c:v>0.41318518518518521</c:v>
                </c:pt>
                <c:pt idx="12461">
                  <c:v>0.41318518518518521</c:v>
                </c:pt>
                <c:pt idx="12462">
                  <c:v>0.41318518518518521</c:v>
                </c:pt>
                <c:pt idx="12463">
                  <c:v>0.41318518518518521</c:v>
                </c:pt>
                <c:pt idx="12464">
                  <c:v>0.41318518518518521</c:v>
                </c:pt>
                <c:pt idx="12465">
                  <c:v>0.41318518518518521</c:v>
                </c:pt>
                <c:pt idx="12466">
                  <c:v>0.41333333333333333</c:v>
                </c:pt>
                <c:pt idx="12467">
                  <c:v>0.41348148148148151</c:v>
                </c:pt>
                <c:pt idx="12468">
                  <c:v>0.41362962962962962</c:v>
                </c:pt>
                <c:pt idx="12469">
                  <c:v>0.41362962962962962</c:v>
                </c:pt>
                <c:pt idx="12470">
                  <c:v>0.41362962962962962</c:v>
                </c:pt>
                <c:pt idx="12471">
                  <c:v>0.41362962962962962</c:v>
                </c:pt>
                <c:pt idx="12472">
                  <c:v>0.41362962962962962</c:v>
                </c:pt>
                <c:pt idx="12473">
                  <c:v>0.41362962962962962</c:v>
                </c:pt>
                <c:pt idx="12474">
                  <c:v>0.41362962962962962</c:v>
                </c:pt>
                <c:pt idx="12475">
                  <c:v>0.4137777777777778</c:v>
                </c:pt>
                <c:pt idx="12476">
                  <c:v>0.4137777777777778</c:v>
                </c:pt>
                <c:pt idx="12477">
                  <c:v>0.41392592592592592</c:v>
                </c:pt>
                <c:pt idx="12478">
                  <c:v>0.41392592592592592</c:v>
                </c:pt>
                <c:pt idx="12479">
                  <c:v>0.41407407407407409</c:v>
                </c:pt>
                <c:pt idx="12480">
                  <c:v>0.41407407407407409</c:v>
                </c:pt>
                <c:pt idx="12481">
                  <c:v>0.41407407407407409</c:v>
                </c:pt>
                <c:pt idx="12482">
                  <c:v>0.41407407407407409</c:v>
                </c:pt>
                <c:pt idx="12483">
                  <c:v>0.41407407407407409</c:v>
                </c:pt>
                <c:pt idx="12484">
                  <c:v>0.41407407407407409</c:v>
                </c:pt>
                <c:pt idx="12485">
                  <c:v>0.41407407407407409</c:v>
                </c:pt>
                <c:pt idx="12486">
                  <c:v>0.41407407407407409</c:v>
                </c:pt>
                <c:pt idx="12487">
                  <c:v>0.41407407407407409</c:v>
                </c:pt>
                <c:pt idx="12488">
                  <c:v>0.41407407407407409</c:v>
                </c:pt>
                <c:pt idx="12489">
                  <c:v>0.41407407407407409</c:v>
                </c:pt>
                <c:pt idx="12490">
                  <c:v>0.41422222222222221</c:v>
                </c:pt>
                <c:pt idx="12491">
                  <c:v>0.41422222222222221</c:v>
                </c:pt>
                <c:pt idx="12492">
                  <c:v>0.41437037037037039</c:v>
                </c:pt>
                <c:pt idx="12493">
                  <c:v>0.41437037037037039</c:v>
                </c:pt>
                <c:pt idx="12494">
                  <c:v>0.41451851851851851</c:v>
                </c:pt>
                <c:pt idx="12495">
                  <c:v>0.41451851851851851</c:v>
                </c:pt>
                <c:pt idx="12496">
                  <c:v>0.41451851851851851</c:v>
                </c:pt>
                <c:pt idx="12497">
                  <c:v>0.41451851851851851</c:v>
                </c:pt>
                <c:pt idx="12498">
                  <c:v>0.41451851851851851</c:v>
                </c:pt>
                <c:pt idx="12499">
                  <c:v>0.41451851851851851</c:v>
                </c:pt>
                <c:pt idx="12500">
                  <c:v>0.41451851851851851</c:v>
                </c:pt>
                <c:pt idx="12501">
                  <c:v>0.41466666666666668</c:v>
                </c:pt>
                <c:pt idx="12502">
                  <c:v>0.4148148148148148</c:v>
                </c:pt>
                <c:pt idx="12503">
                  <c:v>0.4148148148148148</c:v>
                </c:pt>
                <c:pt idx="12504">
                  <c:v>0.4148148148148148</c:v>
                </c:pt>
                <c:pt idx="12505">
                  <c:v>0.4148148148148148</c:v>
                </c:pt>
                <c:pt idx="12506">
                  <c:v>0.4148148148148148</c:v>
                </c:pt>
                <c:pt idx="12507">
                  <c:v>0.41496296296296298</c:v>
                </c:pt>
                <c:pt idx="12508">
                  <c:v>0.41496296296296298</c:v>
                </c:pt>
                <c:pt idx="12509">
                  <c:v>0.41496296296296298</c:v>
                </c:pt>
                <c:pt idx="12510">
                  <c:v>0.41496296296296298</c:v>
                </c:pt>
                <c:pt idx="12511">
                  <c:v>0.41496296296296298</c:v>
                </c:pt>
                <c:pt idx="12512">
                  <c:v>0.41496296296296298</c:v>
                </c:pt>
                <c:pt idx="12513">
                  <c:v>0.41496296296296298</c:v>
                </c:pt>
                <c:pt idx="12514">
                  <c:v>0.41496296296296298</c:v>
                </c:pt>
                <c:pt idx="12515">
                  <c:v>0.41496296296296298</c:v>
                </c:pt>
                <c:pt idx="12516">
                  <c:v>0.41496296296296298</c:v>
                </c:pt>
                <c:pt idx="12517">
                  <c:v>0.4151111111111111</c:v>
                </c:pt>
                <c:pt idx="12518">
                  <c:v>0.41525925925925927</c:v>
                </c:pt>
                <c:pt idx="12519">
                  <c:v>0.41525925925925927</c:v>
                </c:pt>
                <c:pt idx="12520">
                  <c:v>0.41525925925925927</c:v>
                </c:pt>
                <c:pt idx="12521">
                  <c:v>0.41540740740740739</c:v>
                </c:pt>
                <c:pt idx="12522">
                  <c:v>0.41540740740740739</c:v>
                </c:pt>
                <c:pt idx="12523">
                  <c:v>0.41540740740740739</c:v>
                </c:pt>
                <c:pt idx="12524">
                  <c:v>0.41540740740740739</c:v>
                </c:pt>
                <c:pt idx="12525">
                  <c:v>0.41540740740740739</c:v>
                </c:pt>
                <c:pt idx="12526">
                  <c:v>0.41555555555555557</c:v>
                </c:pt>
                <c:pt idx="12527">
                  <c:v>0.41555555555555557</c:v>
                </c:pt>
                <c:pt idx="12528">
                  <c:v>0.41555555555555557</c:v>
                </c:pt>
                <c:pt idx="12529">
                  <c:v>0.41555555555555557</c:v>
                </c:pt>
                <c:pt idx="12530">
                  <c:v>0.41555555555555557</c:v>
                </c:pt>
                <c:pt idx="12531">
                  <c:v>0.41570370370370369</c:v>
                </c:pt>
                <c:pt idx="12532">
                  <c:v>0.41570370370370369</c:v>
                </c:pt>
                <c:pt idx="12533">
                  <c:v>0.41585185185185186</c:v>
                </c:pt>
                <c:pt idx="12534">
                  <c:v>0.41585185185185186</c:v>
                </c:pt>
                <c:pt idx="12535">
                  <c:v>0.41585185185185186</c:v>
                </c:pt>
                <c:pt idx="12536">
                  <c:v>0.41599999999999998</c:v>
                </c:pt>
                <c:pt idx="12537">
                  <c:v>0.41614814814814816</c:v>
                </c:pt>
                <c:pt idx="12538">
                  <c:v>0.41614814814814816</c:v>
                </c:pt>
                <c:pt idx="12539">
                  <c:v>0.41614814814814816</c:v>
                </c:pt>
                <c:pt idx="12540">
                  <c:v>0.41614814814814816</c:v>
                </c:pt>
                <c:pt idx="12541">
                  <c:v>0.41629629629629628</c:v>
                </c:pt>
                <c:pt idx="12542">
                  <c:v>0.41629629629629628</c:v>
                </c:pt>
                <c:pt idx="12543">
                  <c:v>0.41644444444444445</c:v>
                </c:pt>
                <c:pt idx="12544">
                  <c:v>0.41644444444444445</c:v>
                </c:pt>
                <c:pt idx="12545">
                  <c:v>0.41644444444444445</c:v>
                </c:pt>
                <c:pt idx="12546">
                  <c:v>0.41659259259259257</c:v>
                </c:pt>
                <c:pt idx="12547">
                  <c:v>0.41659259259259257</c:v>
                </c:pt>
                <c:pt idx="12548">
                  <c:v>0.41659259259259257</c:v>
                </c:pt>
                <c:pt idx="12549">
                  <c:v>0.41659259259259257</c:v>
                </c:pt>
                <c:pt idx="12550">
                  <c:v>0.41659259259259257</c:v>
                </c:pt>
                <c:pt idx="12551">
                  <c:v>0.41659259259259257</c:v>
                </c:pt>
                <c:pt idx="12552">
                  <c:v>0.41659259259259257</c:v>
                </c:pt>
                <c:pt idx="12553">
                  <c:v>0.41659259259259257</c:v>
                </c:pt>
                <c:pt idx="12554">
                  <c:v>0.41659259259259257</c:v>
                </c:pt>
                <c:pt idx="12555">
                  <c:v>0.41659259259259257</c:v>
                </c:pt>
                <c:pt idx="12556">
                  <c:v>0.41659259259259257</c:v>
                </c:pt>
                <c:pt idx="12557">
                  <c:v>0.41674074074074074</c:v>
                </c:pt>
                <c:pt idx="12558">
                  <c:v>0.41688888888888886</c:v>
                </c:pt>
                <c:pt idx="12559">
                  <c:v>0.41703703703703704</c:v>
                </c:pt>
                <c:pt idx="12560">
                  <c:v>0.41718518518518516</c:v>
                </c:pt>
                <c:pt idx="12561">
                  <c:v>0.41733333333333333</c:v>
                </c:pt>
                <c:pt idx="12562">
                  <c:v>0.41733333333333333</c:v>
                </c:pt>
                <c:pt idx="12563">
                  <c:v>0.41733333333333333</c:v>
                </c:pt>
                <c:pt idx="12564">
                  <c:v>0.41733333333333333</c:v>
                </c:pt>
                <c:pt idx="12565">
                  <c:v>0.41733333333333333</c:v>
                </c:pt>
                <c:pt idx="12566">
                  <c:v>0.41733333333333333</c:v>
                </c:pt>
                <c:pt idx="12567">
                  <c:v>0.41733333333333333</c:v>
                </c:pt>
                <c:pt idx="12568">
                  <c:v>0.41733333333333333</c:v>
                </c:pt>
                <c:pt idx="12569">
                  <c:v>0.41733333333333333</c:v>
                </c:pt>
                <c:pt idx="12570">
                  <c:v>0.41733333333333333</c:v>
                </c:pt>
                <c:pt idx="12571">
                  <c:v>0.41748148148148151</c:v>
                </c:pt>
                <c:pt idx="12572">
                  <c:v>0.41762962962962963</c:v>
                </c:pt>
                <c:pt idx="12573">
                  <c:v>0.41762962962962963</c:v>
                </c:pt>
                <c:pt idx="12574">
                  <c:v>0.41762962962962963</c:v>
                </c:pt>
                <c:pt idx="12575">
                  <c:v>0.4177777777777778</c:v>
                </c:pt>
                <c:pt idx="12576">
                  <c:v>0.4177777777777778</c:v>
                </c:pt>
                <c:pt idx="12577">
                  <c:v>0.4177777777777778</c:v>
                </c:pt>
                <c:pt idx="12578">
                  <c:v>0.4177777777777778</c:v>
                </c:pt>
                <c:pt idx="12579">
                  <c:v>0.4177777777777778</c:v>
                </c:pt>
                <c:pt idx="12580">
                  <c:v>0.4177777777777778</c:v>
                </c:pt>
                <c:pt idx="12581">
                  <c:v>0.4177777777777778</c:v>
                </c:pt>
                <c:pt idx="12582">
                  <c:v>0.4177777777777778</c:v>
                </c:pt>
                <c:pt idx="12583">
                  <c:v>0.4177777777777778</c:v>
                </c:pt>
                <c:pt idx="12584">
                  <c:v>0.4177777777777778</c:v>
                </c:pt>
                <c:pt idx="12585">
                  <c:v>0.4177777777777778</c:v>
                </c:pt>
                <c:pt idx="12586">
                  <c:v>0.4177777777777778</c:v>
                </c:pt>
                <c:pt idx="12587">
                  <c:v>0.4177777777777778</c:v>
                </c:pt>
                <c:pt idx="12588">
                  <c:v>0.4177777777777778</c:v>
                </c:pt>
                <c:pt idx="12589">
                  <c:v>0.4177777777777778</c:v>
                </c:pt>
                <c:pt idx="12590">
                  <c:v>0.41792592592592592</c:v>
                </c:pt>
                <c:pt idx="12591">
                  <c:v>0.41792592592592592</c:v>
                </c:pt>
                <c:pt idx="12592">
                  <c:v>0.4180740740740741</c:v>
                </c:pt>
                <c:pt idx="12593">
                  <c:v>0.41822222222222222</c:v>
                </c:pt>
                <c:pt idx="12594">
                  <c:v>0.41822222222222222</c:v>
                </c:pt>
                <c:pt idx="12595">
                  <c:v>0.41822222222222222</c:v>
                </c:pt>
                <c:pt idx="12596">
                  <c:v>0.41822222222222222</c:v>
                </c:pt>
                <c:pt idx="12597">
                  <c:v>0.41822222222222222</c:v>
                </c:pt>
                <c:pt idx="12598">
                  <c:v>0.41822222222222222</c:v>
                </c:pt>
                <c:pt idx="12599">
                  <c:v>0.41822222222222222</c:v>
                </c:pt>
                <c:pt idx="12600">
                  <c:v>0.41822222222222222</c:v>
                </c:pt>
                <c:pt idx="12601">
                  <c:v>0.41837037037037039</c:v>
                </c:pt>
                <c:pt idx="12602">
                  <c:v>0.41837037037037039</c:v>
                </c:pt>
                <c:pt idx="12603">
                  <c:v>0.41837037037037039</c:v>
                </c:pt>
                <c:pt idx="12604">
                  <c:v>0.41837037037037039</c:v>
                </c:pt>
                <c:pt idx="12605">
                  <c:v>0.41837037037037039</c:v>
                </c:pt>
                <c:pt idx="12606">
                  <c:v>0.41851851851851851</c:v>
                </c:pt>
                <c:pt idx="12607">
                  <c:v>0.41851851851851851</c:v>
                </c:pt>
                <c:pt idx="12608">
                  <c:v>0.41851851851851851</c:v>
                </c:pt>
                <c:pt idx="12609">
                  <c:v>0.41866666666666669</c:v>
                </c:pt>
                <c:pt idx="12610">
                  <c:v>0.41866666666666669</c:v>
                </c:pt>
                <c:pt idx="12611">
                  <c:v>0.41866666666666669</c:v>
                </c:pt>
                <c:pt idx="12612">
                  <c:v>0.41881481481481481</c:v>
                </c:pt>
                <c:pt idx="12613">
                  <c:v>0.41881481481481481</c:v>
                </c:pt>
                <c:pt idx="12614">
                  <c:v>0.41881481481481481</c:v>
                </c:pt>
                <c:pt idx="12615">
                  <c:v>0.41881481481481481</c:v>
                </c:pt>
                <c:pt idx="12616">
                  <c:v>0.41896296296296298</c:v>
                </c:pt>
                <c:pt idx="12617">
                  <c:v>0.41896296296296298</c:v>
                </c:pt>
                <c:pt idx="12618">
                  <c:v>0.41896296296296298</c:v>
                </c:pt>
                <c:pt idx="12619">
                  <c:v>0.41896296296296298</c:v>
                </c:pt>
                <c:pt idx="12620">
                  <c:v>0.41896296296296298</c:v>
                </c:pt>
                <c:pt idx="12621">
                  <c:v>0.4191111111111111</c:v>
                </c:pt>
                <c:pt idx="12622">
                  <c:v>0.41925925925925928</c:v>
                </c:pt>
                <c:pt idx="12623">
                  <c:v>0.41925925925925928</c:v>
                </c:pt>
                <c:pt idx="12624">
                  <c:v>0.41925925925925928</c:v>
                </c:pt>
                <c:pt idx="12625">
                  <c:v>0.4194074074074074</c:v>
                </c:pt>
                <c:pt idx="12626">
                  <c:v>0.4194074074074074</c:v>
                </c:pt>
                <c:pt idx="12627">
                  <c:v>0.41955555555555557</c:v>
                </c:pt>
                <c:pt idx="12628">
                  <c:v>0.41970370370370369</c:v>
                </c:pt>
                <c:pt idx="12629">
                  <c:v>0.41970370370370369</c:v>
                </c:pt>
                <c:pt idx="12630">
                  <c:v>0.41970370370370369</c:v>
                </c:pt>
                <c:pt idx="12631">
                  <c:v>0.41970370370370369</c:v>
                </c:pt>
                <c:pt idx="12632">
                  <c:v>0.41970370370370369</c:v>
                </c:pt>
                <c:pt idx="12633">
                  <c:v>0.41970370370370369</c:v>
                </c:pt>
                <c:pt idx="12634">
                  <c:v>0.41985185185185186</c:v>
                </c:pt>
                <c:pt idx="12635">
                  <c:v>0.41985185185185186</c:v>
                </c:pt>
                <c:pt idx="12636">
                  <c:v>0.41985185185185186</c:v>
                </c:pt>
                <c:pt idx="12637">
                  <c:v>0.41985185185185186</c:v>
                </c:pt>
                <c:pt idx="12638">
                  <c:v>0.41985185185185186</c:v>
                </c:pt>
                <c:pt idx="12639">
                  <c:v>0.41985185185185186</c:v>
                </c:pt>
                <c:pt idx="12640">
                  <c:v>0.42</c:v>
                </c:pt>
                <c:pt idx="12641">
                  <c:v>0.42014814814814816</c:v>
                </c:pt>
                <c:pt idx="12642">
                  <c:v>0.42014814814814816</c:v>
                </c:pt>
                <c:pt idx="12643">
                  <c:v>0.42014814814814816</c:v>
                </c:pt>
                <c:pt idx="12644">
                  <c:v>0.42014814814814816</c:v>
                </c:pt>
                <c:pt idx="12645">
                  <c:v>0.42029629629629628</c:v>
                </c:pt>
                <c:pt idx="12646">
                  <c:v>0.42029629629629628</c:v>
                </c:pt>
                <c:pt idx="12647">
                  <c:v>0.42029629629629628</c:v>
                </c:pt>
                <c:pt idx="12648">
                  <c:v>0.42029629629629628</c:v>
                </c:pt>
                <c:pt idx="12649">
                  <c:v>0.42044444444444445</c:v>
                </c:pt>
                <c:pt idx="12650">
                  <c:v>0.42044444444444445</c:v>
                </c:pt>
                <c:pt idx="12651">
                  <c:v>0.42044444444444445</c:v>
                </c:pt>
                <c:pt idx="12652">
                  <c:v>0.42044444444444445</c:v>
                </c:pt>
                <c:pt idx="12653">
                  <c:v>0.42044444444444445</c:v>
                </c:pt>
                <c:pt idx="12654">
                  <c:v>0.42044444444444445</c:v>
                </c:pt>
                <c:pt idx="12655">
                  <c:v>0.42044444444444445</c:v>
                </c:pt>
                <c:pt idx="12656">
                  <c:v>0.42044444444444445</c:v>
                </c:pt>
                <c:pt idx="12657">
                  <c:v>0.42059259259259257</c:v>
                </c:pt>
                <c:pt idx="12658">
                  <c:v>0.42059259259259257</c:v>
                </c:pt>
                <c:pt idx="12659">
                  <c:v>0.42059259259259257</c:v>
                </c:pt>
                <c:pt idx="12660">
                  <c:v>0.42059259259259257</c:v>
                </c:pt>
                <c:pt idx="12661">
                  <c:v>0.42059259259259257</c:v>
                </c:pt>
                <c:pt idx="12662">
                  <c:v>0.42059259259259257</c:v>
                </c:pt>
                <c:pt idx="12663">
                  <c:v>0.42059259259259257</c:v>
                </c:pt>
                <c:pt idx="12664">
                  <c:v>0.42059259259259257</c:v>
                </c:pt>
                <c:pt idx="12665">
                  <c:v>0.42074074074074075</c:v>
                </c:pt>
                <c:pt idx="12666">
                  <c:v>0.42074074074074075</c:v>
                </c:pt>
                <c:pt idx="12667">
                  <c:v>0.42088888888888887</c:v>
                </c:pt>
                <c:pt idx="12668">
                  <c:v>0.42088888888888887</c:v>
                </c:pt>
                <c:pt idx="12669">
                  <c:v>0.42088888888888887</c:v>
                </c:pt>
                <c:pt idx="12670">
                  <c:v>0.42103703703703704</c:v>
                </c:pt>
                <c:pt idx="12671">
                  <c:v>0.42103703703703704</c:v>
                </c:pt>
                <c:pt idx="12672">
                  <c:v>0.42103703703703704</c:v>
                </c:pt>
                <c:pt idx="12673">
                  <c:v>0.42103703703703704</c:v>
                </c:pt>
                <c:pt idx="12674">
                  <c:v>0.42103703703703704</c:v>
                </c:pt>
                <c:pt idx="12675">
                  <c:v>0.42103703703703704</c:v>
                </c:pt>
                <c:pt idx="12676">
                  <c:v>0.42118518518518516</c:v>
                </c:pt>
                <c:pt idx="12677">
                  <c:v>0.42118518518518516</c:v>
                </c:pt>
                <c:pt idx="12678">
                  <c:v>0.42133333333333334</c:v>
                </c:pt>
                <c:pt idx="12679">
                  <c:v>0.42148148148148146</c:v>
                </c:pt>
                <c:pt idx="12680">
                  <c:v>0.42148148148148146</c:v>
                </c:pt>
                <c:pt idx="12681">
                  <c:v>0.42162962962962963</c:v>
                </c:pt>
                <c:pt idx="12682">
                  <c:v>0.42162962962962963</c:v>
                </c:pt>
                <c:pt idx="12683">
                  <c:v>0.42162962962962963</c:v>
                </c:pt>
                <c:pt idx="12684">
                  <c:v>0.42162962962962963</c:v>
                </c:pt>
                <c:pt idx="12685">
                  <c:v>0.42162962962962963</c:v>
                </c:pt>
                <c:pt idx="12686">
                  <c:v>0.42162962962962963</c:v>
                </c:pt>
                <c:pt idx="12687">
                  <c:v>0.42162962962962963</c:v>
                </c:pt>
                <c:pt idx="12688">
                  <c:v>0.42162962962962963</c:v>
                </c:pt>
                <c:pt idx="12689">
                  <c:v>0.42162962962962963</c:v>
                </c:pt>
                <c:pt idx="12690">
                  <c:v>0.42162962962962963</c:v>
                </c:pt>
                <c:pt idx="12691">
                  <c:v>0.42162962962962963</c:v>
                </c:pt>
                <c:pt idx="12692">
                  <c:v>0.42162962962962963</c:v>
                </c:pt>
                <c:pt idx="12693">
                  <c:v>0.42162962962962963</c:v>
                </c:pt>
                <c:pt idx="12694">
                  <c:v>0.42162962962962963</c:v>
                </c:pt>
                <c:pt idx="12695">
                  <c:v>0.42162962962962963</c:v>
                </c:pt>
                <c:pt idx="12696">
                  <c:v>0.42177777777777775</c:v>
                </c:pt>
                <c:pt idx="12697">
                  <c:v>0.42177777777777775</c:v>
                </c:pt>
                <c:pt idx="12698">
                  <c:v>0.42192592592592593</c:v>
                </c:pt>
                <c:pt idx="12699">
                  <c:v>0.42192592592592593</c:v>
                </c:pt>
                <c:pt idx="12700">
                  <c:v>0.42192592592592593</c:v>
                </c:pt>
                <c:pt idx="12701">
                  <c:v>0.42192592592592593</c:v>
                </c:pt>
                <c:pt idx="12702">
                  <c:v>0.42192592592592593</c:v>
                </c:pt>
                <c:pt idx="12703">
                  <c:v>0.42192592592592593</c:v>
                </c:pt>
                <c:pt idx="12704">
                  <c:v>0.42192592592592593</c:v>
                </c:pt>
                <c:pt idx="12705">
                  <c:v>0.4220740740740741</c:v>
                </c:pt>
                <c:pt idx="12706">
                  <c:v>0.4220740740740741</c:v>
                </c:pt>
                <c:pt idx="12707">
                  <c:v>0.4220740740740741</c:v>
                </c:pt>
                <c:pt idx="12708">
                  <c:v>0.4220740740740741</c:v>
                </c:pt>
                <c:pt idx="12709">
                  <c:v>0.42222222222222222</c:v>
                </c:pt>
                <c:pt idx="12710">
                  <c:v>0.42222222222222222</c:v>
                </c:pt>
                <c:pt idx="12711">
                  <c:v>0.42222222222222222</c:v>
                </c:pt>
                <c:pt idx="12712">
                  <c:v>0.42222222222222222</c:v>
                </c:pt>
                <c:pt idx="12713">
                  <c:v>0.42222222222222222</c:v>
                </c:pt>
                <c:pt idx="12714">
                  <c:v>0.4223703703703704</c:v>
                </c:pt>
                <c:pt idx="12715">
                  <c:v>0.4223703703703704</c:v>
                </c:pt>
                <c:pt idx="12716">
                  <c:v>0.4223703703703704</c:v>
                </c:pt>
                <c:pt idx="12717">
                  <c:v>0.4223703703703704</c:v>
                </c:pt>
                <c:pt idx="12718">
                  <c:v>0.4223703703703704</c:v>
                </c:pt>
                <c:pt idx="12719">
                  <c:v>0.4223703703703704</c:v>
                </c:pt>
                <c:pt idx="12720">
                  <c:v>0.4223703703703704</c:v>
                </c:pt>
                <c:pt idx="12721">
                  <c:v>0.4223703703703704</c:v>
                </c:pt>
                <c:pt idx="12722">
                  <c:v>0.4223703703703704</c:v>
                </c:pt>
                <c:pt idx="12723">
                  <c:v>0.4223703703703704</c:v>
                </c:pt>
                <c:pt idx="12724">
                  <c:v>0.4223703703703704</c:v>
                </c:pt>
                <c:pt idx="12725">
                  <c:v>0.4223703703703704</c:v>
                </c:pt>
                <c:pt idx="12726">
                  <c:v>0.4223703703703704</c:v>
                </c:pt>
                <c:pt idx="12727">
                  <c:v>0.4223703703703704</c:v>
                </c:pt>
                <c:pt idx="12728">
                  <c:v>0.4223703703703704</c:v>
                </c:pt>
                <c:pt idx="12729">
                  <c:v>0.4223703703703704</c:v>
                </c:pt>
                <c:pt idx="12730">
                  <c:v>0.4223703703703704</c:v>
                </c:pt>
                <c:pt idx="12731">
                  <c:v>0.42251851851851852</c:v>
                </c:pt>
                <c:pt idx="12732">
                  <c:v>0.42251851851851852</c:v>
                </c:pt>
                <c:pt idx="12733">
                  <c:v>0.42266666666666669</c:v>
                </c:pt>
                <c:pt idx="12734">
                  <c:v>0.42266666666666669</c:v>
                </c:pt>
                <c:pt idx="12735">
                  <c:v>0.42266666666666669</c:v>
                </c:pt>
                <c:pt idx="12736">
                  <c:v>0.42281481481481481</c:v>
                </c:pt>
                <c:pt idx="12737">
                  <c:v>0.42281481481481481</c:v>
                </c:pt>
                <c:pt idx="12738">
                  <c:v>0.42281481481481481</c:v>
                </c:pt>
                <c:pt idx="12739">
                  <c:v>0.42281481481481481</c:v>
                </c:pt>
                <c:pt idx="12740">
                  <c:v>0.42296296296296299</c:v>
                </c:pt>
                <c:pt idx="12741">
                  <c:v>0.42296296296296299</c:v>
                </c:pt>
                <c:pt idx="12742">
                  <c:v>0.42296296296296299</c:v>
                </c:pt>
                <c:pt idx="12743">
                  <c:v>0.42296296296296299</c:v>
                </c:pt>
                <c:pt idx="12744">
                  <c:v>0.4231111111111111</c:v>
                </c:pt>
                <c:pt idx="12745">
                  <c:v>0.4231111111111111</c:v>
                </c:pt>
                <c:pt idx="12746">
                  <c:v>0.42325925925925928</c:v>
                </c:pt>
                <c:pt idx="12747">
                  <c:v>0.42325925925925928</c:v>
                </c:pt>
                <c:pt idx="12748">
                  <c:v>0.4234074074074074</c:v>
                </c:pt>
                <c:pt idx="12749">
                  <c:v>0.4234074074074074</c:v>
                </c:pt>
                <c:pt idx="12750">
                  <c:v>0.4234074074074074</c:v>
                </c:pt>
                <c:pt idx="12751">
                  <c:v>0.42355555555555557</c:v>
                </c:pt>
                <c:pt idx="12752">
                  <c:v>0.42370370370370369</c:v>
                </c:pt>
                <c:pt idx="12753">
                  <c:v>0.42370370370370369</c:v>
                </c:pt>
                <c:pt idx="12754">
                  <c:v>0.42370370370370369</c:v>
                </c:pt>
                <c:pt idx="12755">
                  <c:v>0.42370370370370369</c:v>
                </c:pt>
                <c:pt idx="12756">
                  <c:v>0.42385185185185187</c:v>
                </c:pt>
                <c:pt idx="12757">
                  <c:v>0.42385185185185187</c:v>
                </c:pt>
                <c:pt idx="12758">
                  <c:v>0.42385185185185187</c:v>
                </c:pt>
                <c:pt idx="12759">
                  <c:v>0.42399999999999999</c:v>
                </c:pt>
                <c:pt idx="12760">
                  <c:v>0.42399999999999999</c:v>
                </c:pt>
                <c:pt idx="12761">
                  <c:v>0.42399999999999999</c:v>
                </c:pt>
                <c:pt idx="12762">
                  <c:v>0.42399999999999999</c:v>
                </c:pt>
                <c:pt idx="12763">
                  <c:v>0.42414814814814816</c:v>
                </c:pt>
                <c:pt idx="12764">
                  <c:v>0.42429629629629628</c:v>
                </c:pt>
                <c:pt idx="12765">
                  <c:v>0.42429629629629628</c:v>
                </c:pt>
                <c:pt idx="12766">
                  <c:v>0.42429629629629628</c:v>
                </c:pt>
                <c:pt idx="12767">
                  <c:v>0.42444444444444446</c:v>
                </c:pt>
                <c:pt idx="12768">
                  <c:v>0.42444444444444446</c:v>
                </c:pt>
                <c:pt idx="12769">
                  <c:v>0.42459259259259258</c:v>
                </c:pt>
                <c:pt idx="12770">
                  <c:v>0.42474074074074075</c:v>
                </c:pt>
                <c:pt idx="12771">
                  <c:v>0.42488888888888887</c:v>
                </c:pt>
                <c:pt idx="12772">
                  <c:v>0.42488888888888887</c:v>
                </c:pt>
                <c:pt idx="12773">
                  <c:v>0.42488888888888887</c:v>
                </c:pt>
                <c:pt idx="12774">
                  <c:v>0.42488888888888887</c:v>
                </c:pt>
                <c:pt idx="12775">
                  <c:v>0.42488888888888887</c:v>
                </c:pt>
                <c:pt idx="12776">
                  <c:v>0.42488888888888887</c:v>
                </c:pt>
                <c:pt idx="12777">
                  <c:v>0.42488888888888887</c:v>
                </c:pt>
                <c:pt idx="12778">
                  <c:v>0.42503703703703705</c:v>
                </c:pt>
                <c:pt idx="12779">
                  <c:v>0.42518518518518517</c:v>
                </c:pt>
                <c:pt idx="12780">
                  <c:v>0.42518518518518517</c:v>
                </c:pt>
                <c:pt idx="12781">
                  <c:v>0.42518518518518517</c:v>
                </c:pt>
                <c:pt idx="12782">
                  <c:v>0.42533333333333334</c:v>
                </c:pt>
                <c:pt idx="12783">
                  <c:v>0.42533333333333334</c:v>
                </c:pt>
                <c:pt idx="12784">
                  <c:v>0.42548148148148146</c:v>
                </c:pt>
                <c:pt idx="12785">
                  <c:v>0.42548148148148146</c:v>
                </c:pt>
                <c:pt idx="12786">
                  <c:v>0.42562962962962964</c:v>
                </c:pt>
                <c:pt idx="12787">
                  <c:v>0.42562962962962964</c:v>
                </c:pt>
                <c:pt idx="12788">
                  <c:v>0.42577777777777776</c:v>
                </c:pt>
                <c:pt idx="12789">
                  <c:v>0.42577777777777776</c:v>
                </c:pt>
                <c:pt idx="12790">
                  <c:v>0.42592592592592593</c:v>
                </c:pt>
                <c:pt idx="12791">
                  <c:v>0.42592592592592593</c:v>
                </c:pt>
                <c:pt idx="12792">
                  <c:v>0.42592592592592593</c:v>
                </c:pt>
                <c:pt idx="12793">
                  <c:v>0.42592592592592593</c:v>
                </c:pt>
                <c:pt idx="12794">
                  <c:v>0.42607407407407405</c:v>
                </c:pt>
                <c:pt idx="12795">
                  <c:v>0.42607407407407405</c:v>
                </c:pt>
                <c:pt idx="12796">
                  <c:v>0.42607407407407405</c:v>
                </c:pt>
                <c:pt idx="12797">
                  <c:v>0.42622222222222222</c:v>
                </c:pt>
                <c:pt idx="12798">
                  <c:v>0.42622222222222222</c:v>
                </c:pt>
                <c:pt idx="12799">
                  <c:v>0.42622222222222222</c:v>
                </c:pt>
                <c:pt idx="12800">
                  <c:v>0.42622222222222222</c:v>
                </c:pt>
                <c:pt idx="12801">
                  <c:v>0.42622222222222222</c:v>
                </c:pt>
                <c:pt idx="12802">
                  <c:v>0.42622222222222222</c:v>
                </c:pt>
                <c:pt idx="12803">
                  <c:v>0.42637037037037034</c:v>
                </c:pt>
                <c:pt idx="12804">
                  <c:v>0.42637037037037034</c:v>
                </c:pt>
                <c:pt idx="12805">
                  <c:v>0.42637037037037034</c:v>
                </c:pt>
                <c:pt idx="12806">
                  <c:v>0.42637037037037034</c:v>
                </c:pt>
                <c:pt idx="12807">
                  <c:v>0.42651851851851852</c:v>
                </c:pt>
                <c:pt idx="12808">
                  <c:v>0.42651851851851852</c:v>
                </c:pt>
                <c:pt idx="12809">
                  <c:v>0.42651851851851852</c:v>
                </c:pt>
                <c:pt idx="12810">
                  <c:v>0.42666666666666669</c:v>
                </c:pt>
                <c:pt idx="12811">
                  <c:v>0.42681481481481481</c:v>
                </c:pt>
                <c:pt idx="12812">
                  <c:v>0.42681481481481481</c:v>
                </c:pt>
                <c:pt idx="12813">
                  <c:v>0.42681481481481481</c:v>
                </c:pt>
                <c:pt idx="12814">
                  <c:v>0.42681481481481481</c:v>
                </c:pt>
                <c:pt idx="12815">
                  <c:v>0.42681481481481481</c:v>
                </c:pt>
                <c:pt idx="12816">
                  <c:v>0.42681481481481481</c:v>
                </c:pt>
                <c:pt idx="12817">
                  <c:v>0.42681481481481481</c:v>
                </c:pt>
                <c:pt idx="12818">
                  <c:v>0.42696296296296299</c:v>
                </c:pt>
                <c:pt idx="12819">
                  <c:v>0.42711111111111111</c:v>
                </c:pt>
                <c:pt idx="12820">
                  <c:v>0.42711111111111111</c:v>
                </c:pt>
                <c:pt idx="12821">
                  <c:v>0.42711111111111111</c:v>
                </c:pt>
                <c:pt idx="12822">
                  <c:v>0.42711111111111111</c:v>
                </c:pt>
                <c:pt idx="12823">
                  <c:v>0.42711111111111111</c:v>
                </c:pt>
                <c:pt idx="12824">
                  <c:v>0.42725925925925928</c:v>
                </c:pt>
                <c:pt idx="12825">
                  <c:v>0.42725925925925928</c:v>
                </c:pt>
                <c:pt idx="12826">
                  <c:v>0.42725925925925928</c:v>
                </c:pt>
                <c:pt idx="12827">
                  <c:v>0.42725925925925928</c:v>
                </c:pt>
                <c:pt idx="12828">
                  <c:v>0.42725925925925928</c:v>
                </c:pt>
                <c:pt idx="12829">
                  <c:v>0.42725925925925928</c:v>
                </c:pt>
                <c:pt idx="12830">
                  <c:v>0.42725925925925928</c:v>
                </c:pt>
                <c:pt idx="12831">
                  <c:v>0.42725925925925928</c:v>
                </c:pt>
                <c:pt idx="12832">
                  <c:v>0.42725925925925928</c:v>
                </c:pt>
                <c:pt idx="12833">
                  <c:v>0.42725925925925928</c:v>
                </c:pt>
                <c:pt idx="12834">
                  <c:v>0.4274074074074074</c:v>
                </c:pt>
                <c:pt idx="12835">
                  <c:v>0.4274074074074074</c:v>
                </c:pt>
                <c:pt idx="12836">
                  <c:v>0.4274074074074074</c:v>
                </c:pt>
                <c:pt idx="12837">
                  <c:v>0.4274074074074074</c:v>
                </c:pt>
                <c:pt idx="12838">
                  <c:v>0.4274074074074074</c:v>
                </c:pt>
                <c:pt idx="12839">
                  <c:v>0.42755555555555558</c:v>
                </c:pt>
                <c:pt idx="12840">
                  <c:v>0.42755555555555558</c:v>
                </c:pt>
                <c:pt idx="12841">
                  <c:v>0.42755555555555558</c:v>
                </c:pt>
                <c:pt idx="12842">
                  <c:v>0.42755555555555558</c:v>
                </c:pt>
                <c:pt idx="12843">
                  <c:v>0.4277037037037037</c:v>
                </c:pt>
                <c:pt idx="12844">
                  <c:v>0.4277037037037037</c:v>
                </c:pt>
                <c:pt idx="12845">
                  <c:v>0.4277037037037037</c:v>
                </c:pt>
                <c:pt idx="12846">
                  <c:v>0.4277037037037037</c:v>
                </c:pt>
                <c:pt idx="12847">
                  <c:v>0.4277037037037037</c:v>
                </c:pt>
                <c:pt idx="12848">
                  <c:v>0.4277037037037037</c:v>
                </c:pt>
                <c:pt idx="12849">
                  <c:v>0.4277037037037037</c:v>
                </c:pt>
                <c:pt idx="12850">
                  <c:v>0.4277037037037037</c:v>
                </c:pt>
                <c:pt idx="12851">
                  <c:v>0.42785185185185187</c:v>
                </c:pt>
                <c:pt idx="12852">
                  <c:v>0.42785185185185187</c:v>
                </c:pt>
                <c:pt idx="12853">
                  <c:v>0.42785185185185187</c:v>
                </c:pt>
                <c:pt idx="12854">
                  <c:v>0.42785185185185187</c:v>
                </c:pt>
                <c:pt idx="12855">
                  <c:v>0.42785185185185187</c:v>
                </c:pt>
                <c:pt idx="12856">
                  <c:v>0.42785185185185187</c:v>
                </c:pt>
                <c:pt idx="12857">
                  <c:v>0.42799999999999999</c:v>
                </c:pt>
                <c:pt idx="12858">
                  <c:v>0.42799999999999999</c:v>
                </c:pt>
                <c:pt idx="12859">
                  <c:v>0.42814814814814817</c:v>
                </c:pt>
                <c:pt idx="12860">
                  <c:v>0.42814814814814817</c:v>
                </c:pt>
                <c:pt idx="12861">
                  <c:v>0.42814814814814817</c:v>
                </c:pt>
                <c:pt idx="12862">
                  <c:v>0.42814814814814817</c:v>
                </c:pt>
                <c:pt idx="12863">
                  <c:v>0.42814814814814817</c:v>
                </c:pt>
                <c:pt idx="12864">
                  <c:v>0.42829629629629629</c:v>
                </c:pt>
                <c:pt idx="12865">
                  <c:v>0.42829629629629629</c:v>
                </c:pt>
                <c:pt idx="12866">
                  <c:v>0.42829629629629629</c:v>
                </c:pt>
                <c:pt idx="12867">
                  <c:v>0.42844444444444446</c:v>
                </c:pt>
                <c:pt idx="12868">
                  <c:v>0.42844444444444446</c:v>
                </c:pt>
                <c:pt idx="12869">
                  <c:v>0.42859259259259258</c:v>
                </c:pt>
                <c:pt idx="12870">
                  <c:v>0.42859259259259258</c:v>
                </c:pt>
                <c:pt idx="12871">
                  <c:v>0.42859259259259258</c:v>
                </c:pt>
                <c:pt idx="12872">
                  <c:v>0.42859259259259258</c:v>
                </c:pt>
                <c:pt idx="12873">
                  <c:v>0.42859259259259258</c:v>
                </c:pt>
                <c:pt idx="12874">
                  <c:v>0.42859259259259258</c:v>
                </c:pt>
                <c:pt idx="12875">
                  <c:v>0.42859259259259258</c:v>
                </c:pt>
                <c:pt idx="12876">
                  <c:v>0.42859259259259258</c:v>
                </c:pt>
                <c:pt idx="12877">
                  <c:v>0.42859259259259258</c:v>
                </c:pt>
                <c:pt idx="12878">
                  <c:v>0.42859259259259258</c:v>
                </c:pt>
                <c:pt idx="12879">
                  <c:v>0.42859259259259258</c:v>
                </c:pt>
                <c:pt idx="12880">
                  <c:v>0.42859259259259258</c:v>
                </c:pt>
                <c:pt idx="12881">
                  <c:v>0.42859259259259258</c:v>
                </c:pt>
                <c:pt idx="12882">
                  <c:v>0.42859259259259258</c:v>
                </c:pt>
                <c:pt idx="12883">
                  <c:v>0.42859259259259258</c:v>
                </c:pt>
                <c:pt idx="12884">
                  <c:v>0.42859259259259258</c:v>
                </c:pt>
                <c:pt idx="12885">
                  <c:v>0.42859259259259258</c:v>
                </c:pt>
                <c:pt idx="12886">
                  <c:v>0.42859259259259258</c:v>
                </c:pt>
                <c:pt idx="12887">
                  <c:v>0.42874074074074076</c:v>
                </c:pt>
                <c:pt idx="12888">
                  <c:v>0.42874074074074076</c:v>
                </c:pt>
                <c:pt idx="12889">
                  <c:v>0.42874074074074076</c:v>
                </c:pt>
                <c:pt idx="12890">
                  <c:v>0.42888888888888888</c:v>
                </c:pt>
                <c:pt idx="12891">
                  <c:v>0.42888888888888888</c:v>
                </c:pt>
                <c:pt idx="12892">
                  <c:v>0.42888888888888888</c:v>
                </c:pt>
                <c:pt idx="12893">
                  <c:v>0.42888888888888888</c:v>
                </c:pt>
                <c:pt idx="12894">
                  <c:v>0.42888888888888888</c:v>
                </c:pt>
                <c:pt idx="12895">
                  <c:v>0.42903703703703705</c:v>
                </c:pt>
                <c:pt idx="12896">
                  <c:v>0.42918518518518517</c:v>
                </c:pt>
                <c:pt idx="12897">
                  <c:v>0.42918518518518517</c:v>
                </c:pt>
                <c:pt idx="12898">
                  <c:v>0.42918518518518517</c:v>
                </c:pt>
                <c:pt idx="12899">
                  <c:v>0.42918518518518517</c:v>
                </c:pt>
                <c:pt idx="12900">
                  <c:v>0.42918518518518517</c:v>
                </c:pt>
                <c:pt idx="12901">
                  <c:v>0.42918518518518517</c:v>
                </c:pt>
                <c:pt idx="12902">
                  <c:v>0.42918518518518517</c:v>
                </c:pt>
                <c:pt idx="12903">
                  <c:v>0.42918518518518517</c:v>
                </c:pt>
                <c:pt idx="12904">
                  <c:v>0.42933333333333334</c:v>
                </c:pt>
                <c:pt idx="12905">
                  <c:v>0.42933333333333334</c:v>
                </c:pt>
                <c:pt idx="12906">
                  <c:v>0.42933333333333334</c:v>
                </c:pt>
                <c:pt idx="12907">
                  <c:v>0.42933333333333334</c:v>
                </c:pt>
                <c:pt idx="12908">
                  <c:v>0.42948148148148146</c:v>
                </c:pt>
                <c:pt idx="12909">
                  <c:v>0.42948148148148146</c:v>
                </c:pt>
                <c:pt idx="12910">
                  <c:v>0.42962962962962964</c:v>
                </c:pt>
                <c:pt idx="12911">
                  <c:v>0.42977777777777776</c:v>
                </c:pt>
                <c:pt idx="12912">
                  <c:v>0.42992592592592593</c:v>
                </c:pt>
                <c:pt idx="12913">
                  <c:v>0.42992592592592593</c:v>
                </c:pt>
                <c:pt idx="12914">
                  <c:v>0.43007407407407405</c:v>
                </c:pt>
                <c:pt idx="12915">
                  <c:v>0.43007407407407405</c:v>
                </c:pt>
                <c:pt idx="12916">
                  <c:v>0.43007407407407405</c:v>
                </c:pt>
                <c:pt idx="12917">
                  <c:v>0.43007407407407405</c:v>
                </c:pt>
                <c:pt idx="12918">
                  <c:v>0.43022222222222223</c:v>
                </c:pt>
                <c:pt idx="12919">
                  <c:v>0.43022222222222223</c:v>
                </c:pt>
                <c:pt idx="12920">
                  <c:v>0.43022222222222223</c:v>
                </c:pt>
                <c:pt idx="12921">
                  <c:v>0.43022222222222223</c:v>
                </c:pt>
                <c:pt idx="12922">
                  <c:v>0.43022222222222223</c:v>
                </c:pt>
                <c:pt idx="12923">
                  <c:v>0.43037037037037035</c:v>
                </c:pt>
                <c:pt idx="12924">
                  <c:v>0.43051851851851852</c:v>
                </c:pt>
                <c:pt idx="12925">
                  <c:v>0.43066666666666664</c:v>
                </c:pt>
                <c:pt idx="12926">
                  <c:v>0.43081481481481482</c:v>
                </c:pt>
                <c:pt idx="12927">
                  <c:v>0.43081481481481482</c:v>
                </c:pt>
                <c:pt idx="12928">
                  <c:v>0.43096296296296294</c:v>
                </c:pt>
                <c:pt idx="12929">
                  <c:v>0.43096296296296294</c:v>
                </c:pt>
                <c:pt idx="12930">
                  <c:v>0.43096296296296294</c:v>
                </c:pt>
                <c:pt idx="12931">
                  <c:v>0.43096296296296294</c:v>
                </c:pt>
                <c:pt idx="12932">
                  <c:v>0.43096296296296294</c:v>
                </c:pt>
                <c:pt idx="12933">
                  <c:v>0.43096296296296294</c:v>
                </c:pt>
                <c:pt idx="12934">
                  <c:v>0.43096296296296294</c:v>
                </c:pt>
                <c:pt idx="12935">
                  <c:v>0.43096296296296294</c:v>
                </c:pt>
                <c:pt idx="12936">
                  <c:v>0.43111111111111111</c:v>
                </c:pt>
                <c:pt idx="12937">
                  <c:v>0.43125925925925929</c:v>
                </c:pt>
                <c:pt idx="12938">
                  <c:v>0.43125925925925929</c:v>
                </c:pt>
                <c:pt idx="12939">
                  <c:v>0.43125925925925929</c:v>
                </c:pt>
                <c:pt idx="12940">
                  <c:v>0.43125925925925929</c:v>
                </c:pt>
                <c:pt idx="12941">
                  <c:v>0.43125925925925929</c:v>
                </c:pt>
                <c:pt idx="12942">
                  <c:v>0.43125925925925929</c:v>
                </c:pt>
                <c:pt idx="12943">
                  <c:v>0.43125925925925929</c:v>
                </c:pt>
                <c:pt idx="12944">
                  <c:v>0.43140740740740741</c:v>
                </c:pt>
                <c:pt idx="12945">
                  <c:v>0.43155555555555558</c:v>
                </c:pt>
                <c:pt idx="12946">
                  <c:v>0.43155555555555558</c:v>
                </c:pt>
                <c:pt idx="12947">
                  <c:v>0.43155555555555558</c:v>
                </c:pt>
                <c:pt idx="12948">
                  <c:v>0.43155555555555558</c:v>
                </c:pt>
                <c:pt idx="12949">
                  <c:v>0.43155555555555558</c:v>
                </c:pt>
                <c:pt idx="12950">
                  <c:v>0.43155555555555558</c:v>
                </c:pt>
                <c:pt idx="12951">
                  <c:v>0.4317037037037037</c:v>
                </c:pt>
                <c:pt idx="12952">
                  <c:v>0.4317037037037037</c:v>
                </c:pt>
                <c:pt idx="12953">
                  <c:v>0.4317037037037037</c:v>
                </c:pt>
                <c:pt idx="12954">
                  <c:v>0.4317037037037037</c:v>
                </c:pt>
                <c:pt idx="12955">
                  <c:v>0.4317037037037037</c:v>
                </c:pt>
                <c:pt idx="12956">
                  <c:v>0.4317037037037037</c:v>
                </c:pt>
                <c:pt idx="12957">
                  <c:v>0.4317037037037037</c:v>
                </c:pt>
                <c:pt idx="12958">
                  <c:v>0.4317037037037037</c:v>
                </c:pt>
                <c:pt idx="12959">
                  <c:v>0.4317037037037037</c:v>
                </c:pt>
                <c:pt idx="12960">
                  <c:v>0.4317037037037037</c:v>
                </c:pt>
                <c:pt idx="12961">
                  <c:v>0.43185185185185188</c:v>
                </c:pt>
                <c:pt idx="12962">
                  <c:v>0.43185185185185188</c:v>
                </c:pt>
                <c:pt idx="12963">
                  <c:v>0.43185185185185188</c:v>
                </c:pt>
                <c:pt idx="12964">
                  <c:v>0.43185185185185188</c:v>
                </c:pt>
                <c:pt idx="12965">
                  <c:v>0.432</c:v>
                </c:pt>
                <c:pt idx="12966">
                  <c:v>0.43214814814814817</c:v>
                </c:pt>
                <c:pt idx="12967">
                  <c:v>0.43214814814814817</c:v>
                </c:pt>
                <c:pt idx="12968">
                  <c:v>0.43229629629629629</c:v>
                </c:pt>
                <c:pt idx="12969">
                  <c:v>0.43229629629629629</c:v>
                </c:pt>
                <c:pt idx="12970">
                  <c:v>0.43244444444444446</c:v>
                </c:pt>
                <c:pt idx="12971">
                  <c:v>0.43244444444444446</c:v>
                </c:pt>
                <c:pt idx="12972">
                  <c:v>0.43244444444444446</c:v>
                </c:pt>
                <c:pt idx="12973">
                  <c:v>0.43244444444444446</c:v>
                </c:pt>
                <c:pt idx="12974">
                  <c:v>0.43259259259259258</c:v>
                </c:pt>
                <c:pt idx="12975">
                  <c:v>0.43274074074074076</c:v>
                </c:pt>
                <c:pt idx="12976">
                  <c:v>0.43274074074074076</c:v>
                </c:pt>
                <c:pt idx="12977">
                  <c:v>0.43274074074074076</c:v>
                </c:pt>
                <c:pt idx="12978">
                  <c:v>0.43274074074074076</c:v>
                </c:pt>
                <c:pt idx="12979">
                  <c:v>0.43274074074074076</c:v>
                </c:pt>
                <c:pt idx="12980">
                  <c:v>0.43274074074074076</c:v>
                </c:pt>
                <c:pt idx="12981">
                  <c:v>0.43274074074074076</c:v>
                </c:pt>
                <c:pt idx="12982">
                  <c:v>0.43288888888888888</c:v>
                </c:pt>
                <c:pt idx="12983">
                  <c:v>0.43303703703703705</c:v>
                </c:pt>
                <c:pt idx="12984">
                  <c:v>0.43303703703703705</c:v>
                </c:pt>
                <c:pt idx="12985">
                  <c:v>0.43318518518518517</c:v>
                </c:pt>
                <c:pt idx="12986">
                  <c:v>0.43318518518518517</c:v>
                </c:pt>
                <c:pt idx="12987">
                  <c:v>0.43333333333333335</c:v>
                </c:pt>
                <c:pt idx="12988">
                  <c:v>0.43333333333333335</c:v>
                </c:pt>
                <c:pt idx="12989">
                  <c:v>0.43333333333333335</c:v>
                </c:pt>
                <c:pt idx="12990">
                  <c:v>0.43348148148148147</c:v>
                </c:pt>
                <c:pt idx="12991">
                  <c:v>0.43348148148148147</c:v>
                </c:pt>
                <c:pt idx="12992">
                  <c:v>0.43362962962962964</c:v>
                </c:pt>
                <c:pt idx="12993">
                  <c:v>0.43362962962962964</c:v>
                </c:pt>
                <c:pt idx="12994">
                  <c:v>0.43377777777777776</c:v>
                </c:pt>
                <c:pt idx="12995">
                  <c:v>0.43377777777777776</c:v>
                </c:pt>
                <c:pt idx="12996">
                  <c:v>0.43377777777777776</c:v>
                </c:pt>
                <c:pt idx="12997">
                  <c:v>0.43377777777777776</c:v>
                </c:pt>
                <c:pt idx="12998">
                  <c:v>0.43377777777777776</c:v>
                </c:pt>
                <c:pt idx="12999">
                  <c:v>0.43377777777777776</c:v>
                </c:pt>
                <c:pt idx="13000">
                  <c:v>0.43377777777777776</c:v>
                </c:pt>
                <c:pt idx="13001">
                  <c:v>0.43377777777777776</c:v>
                </c:pt>
                <c:pt idx="13002">
                  <c:v>0.43377777777777776</c:v>
                </c:pt>
                <c:pt idx="13003">
                  <c:v>0.43392592592592594</c:v>
                </c:pt>
                <c:pt idx="13004">
                  <c:v>0.43392592592592594</c:v>
                </c:pt>
                <c:pt idx="13005">
                  <c:v>0.43392592592592594</c:v>
                </c:pt>
                <c:pt idx="13006">
                  <c:v>0.43392592592592594</c:v>
                </c:pt>
                <c:pt idx="13007">
                  <c:v>0.43392592592592594</c:v>
                </c:pt>
                <c:pt idx="13008">
                  <c:v>0.43392592592592594</c:v>
                </c:pt>
                <c:pt idx="13009">
                  <c:v>0.43392592592592594</c:v>
                </c:pt>
                <c:pt idx="13010">
                  <c:v>0.43392592592592594</c:v>
                </c:pt>
                <c:pt idx="13011">
                  <c:v>0.43392592592592594</c:v>
                </c:pt>
                <c:pt idx="13012">
                  <c:v>0.43407407407407406</c:v>
                </c:pt>
                <c:pt idx="13013">
                  <c:v>0.43407407407407406</c:v>
                </c:pt>
                <c:pt idx="13014">
                  <c:v>0.43407407407407406</c:v>
                </c:pt>
                <c:pt idx="13015">
                  <c:v>0.43407407407407406</c:v>
                </c:pt>
                <c:pt idx="13016">
                  <c:v>0.43422222222222223</c:v>
                </c:pt>
                <c:pt idx="13017">
                  <c:v>0.43437037037037035</c:v>
                </c:pt>
                <c:pt idx="13018">
                  <c:v>0.43437037037037035</c:v>
                </c:pt>
                <c:pt idx="13019">
                  <c:v>0.43451851851851853</c:v>
                </c:pt>
                <c:pt idx="13020">
                  <c:v>0.43451851851851853</c:v>
                </c:pt>
                <c:pt idx="13021">
                  <c:v>0.43451851851851853</c:v>
                </c:pt>
                <c:pt idx="13022">
                  <c:v>0.43451851851851853</c:v>
                </c:pt>
                <c:pt idx="13023">
                  <c:v>0.43451851851851853</c:v>
                </c:pt>
                <c:pt idx="13024">
                  <c:v>0.43451851851851853</c:v>
                </c:pt>
                <c:pt idx="13025">
                  <c:v>0.43451851851851853</c:v>
                </c:pt>
                <c:pt idx="13026">
                  <c:v>0.43451851851851853</c:v>
                </c:pt>
                <c:pt idx="13027">
                  <c:v>0.43451851851851853</c:v>
                </c:pt>
                <c:pt idx="13028">
                  <c:v>0.43451851851851853</c:v>
                </c:pt>
                <c:pt idx="13029">
                  <c:v>0.43451851851851853</c:v>
                </c:pt>
                <c:pt idx="13030">
                  <c:v>0.43466666666666665</c:v>
                </c:pt>
                <c:pt idx="13031">
                  <c:v>0.43466666666666665</c:v>
                </c:pt>
                <c:pt idx="13032">
                  <c:v>0.43466666666666665</c:v>
                </c:pt>
                <c:pt idx="13033">
                  <c:v>0.43481481481481482</c:v>
                </c:pt>
                <c:pt idx="13034">
                  <c:v>0.43481481481481482</c:v>
                </c:pt>
                <c:pt idx="13035">
                  <c:v>0.43481481481481482</c:v>
                </c:pt>
                <c:pt idx="13036">
                  <c:v>0.43481481481481482</c:v>
                </c:pt>
                <c:pt idx="13037">
                  <c:v>0.43481481481481482</c:v>
                </c:pt>
                <c:pt idx="13038">
                  <c:v>0.43481481481481482</c:v>
                </c:pt>
                <c:pt idx="13039">
                  <c:v>0.43481481481481482</c:v>
                </c:pt>
                <c:pt idx="13040">
                  <c:v>0.43481481481481482</c:v>
                </c:pt>
                <c:pt idx="13041">
                  <c:v>0.43481481481481482</c:v>
                </c:pt>
                <c:pt idx="13042">
                  <c:v>0.43481481481481482</c:v>
                </c:pt>
                <c:pt idx="13043">
                  <c:v>0.43481481481481482</c:v>
                </c:pt>
                <c:pt idx="13044">
                  <c:v>0.43496296296296294</c:v>
                </c:pt>
                <c:pt idx="13045">
                  <c:v>0.43496296296296294</c:v>
                </c:pt>
                <c:pt idx="13046">
                  <c:v>0.43496296296296294</c:v>
                </c:pt>
                <c:pt idx="13047">
                  <c:v>0.43511111111111112</c:v>
                </c:pt>
                <c:pt idx="13048">
                  <c:v>0.43511111111111112</c:v>
                </c:pt>
                <c:pt idx="13049">
                  <c:v>0.43525925925925923</c:v>
                </c:pt>
                <c:pt idx="13050">
                  <c:v>0.43525925925925923</c:v>
                </c:pt>
                <c:pt idx="13051">
                  <c:v>0.43525925925925923</c:v>
                </c:pt>
                <c:pt idx="13052">
                  <c:v>0.43525925925925923</c:v>
                </c:pt>
                <c:pt idx="13053">
                  <c:v>0.43525925925925923</c:v>
                </c:pt>
                <c:pt idx="13054">
                  <c:v>0.43525925925925923</c:v>
                </c:pt>
                <c:pt idx="13055">
                  <c:v>0.43540740740740741</c:v>
                </c:pt>
                <c:pt idx="13056">
                  <c:v>0.43540740740740741</c:v>
                </c:pt>
                <c:pt idx="13057">
                  <c:v>0.43540740740740741</c:v>
                </c:pt>
                <c:pt idx="13058">
                  <c:v>0.43540740740740741</c:v>
                </c:pt>
                <c:pt idx="13059">
                  <c:v>0.43555555555555553</c:v>
                </c:pt>
                <c:pt idx="13060">
                  <c:v>0.4357037037037037</c:v>
                </c:pt>
                <c:pt idx="13061">
                  <c:v>0.4357037037037037</c:v>
                </c:pt>
                <c:pt idx="13062">
                  <c:v>0.4357037037037037</c:v>
                </c:pt>
                <c:pt idx="13063">
                  <c:v>0.4357037037037037</c:v>
                </c:pt>
                <c:pt idx="13064">
                  <c:v>0.4357037037037037</c:v>
                </c:pt>
                <c:pt idx="13065">
                  <c:v>0.4357037037037037</c:v>
                </c:pt>
                <c:pt idx="13066">
                  <c:v>0.43585185185185188</c:v>
                </c:pt>
                <c:pt idx="13067">
                  <c:v>0.43585185185185188</c:v>
                </c:pt>
                <c:pt idx="13068">
                  <c:v>0.43585185185185188</c:v>
                </c:pt>
                <c:pt idx="13069">
                  <c:v>0.436</c:v>
                </c:pt>
                <c:pt idx="13070">
                  <c:v>0.436</c:v>
                </c:pt>
                <c:pt idx="13071">
                  <c:v>0.43614814814814817</c:v>
                </c:pt>
                <c:pt idx="13072">
                  <c:v>0.43614814814814817</c:v>
                </c:pt>
                <c:pt idx="13073">
                  <c:v>0.43614814814814817</c:v>
                </c:pt>
                <c:pt idx="13074">
                  <c:v>0.43629629629629629</c:v>
                </c:pt>
                <c:pt idx="13075">
                  <c:v>0.43629629629629629</c:v>
                </c:pt>
                <c:pt idx="13076">
                  <c:v>0.43629629629629629</c:v>
                </c:pt>
                <c:pt idx="13077">
                  <c:v>0.43629629629629629</c:v>
                </c:pt>
                <c:pt idx="13078">
                  <c:v>0.43629629629629629</c:v>
                </c:pt>
                <c:pt idx="13079">
                  <c:v>0.43629629629629629</c:v>
                </c:pt>
                <c:pt idx="13080">
                  <c:v>0.43629629629629629</c:v>
                </c:pt>
                <c:pt idx="13081">
                  <c:v>0.43629629629629629</c:v>
                </c:pt>
                <c:pt idx="13082">
                  <c:v>0.43644444444444447</c:v>
                </c:pt>
                <c:pt idx="13083">
                  <c:v>0.43644444444444447</c:v>
                </c:pt>
                <c:pt idx="13084">
                  <c:v>0.43644444444444447</c:v>
                </c:pt>
                <c:pt idx="13085">
                  <c:v>0.43644444444444447</c:v>
                </c:pt>
                <c:pt idx="13086">
                  <c:v>0.43644444444444447</c:v>
                </c:pt>
                <c:pt idx="13087">
                  <c:v>0.43644444444444447</c:v>
                </c:pt>
                <c:pt idx="13088">
                  <c:v>0.43644444444444447</c:v>
                </c:pt>
                <c:pt idx="13089">
                  <c:v>0.43644444444444447</c:v>
                </c:pt>
                <c:pt idx="13090">
                  <c:v>0.43644444444444447</c:v>
                </c:pt>
                <c:pt idx="13091">
                  <c:v>0.43644444444444447</c:v>
                </c:pt>
                <c:pt idx="13092">
                  <c:v>0.43644444444444447</c:v>
                </c:pt>
                <c:pt idx="13093">
                  <c:v>0.43644444444444447</c:v>
                </c:pt>
                <c:pt idx="13094">
                  <c:v>0.43644444444444447</c:v>
                </c:pt>
                <c:pt idx="13095">
                  <c:v>0.43659259259259259</c:v>
                </c:pt>
                <c:pt idx="13096">
                  <c:v>0.43659259259259259</c:v>
                </c:pt>
                <c:pt idx="13097">
                  <c:v>0.43659259259259259</c:v>
                </c:pt>
                <c:pt idx="13098">
                  <c:v>0.43659259259259259</c:v>
                </c:pt>
                <c:pt idx="13099">
                  <c:v>0.43659259259259259</c:v>
                </c:pt>
                <c:pt idx="13100">
                  <c:v>0.43674074074074076</c:v>
                </c:pt>
                <c:pt idx="13101">
                  <c:v>0.43674074074074076</c:v>
                </c:pt>
                <c:pt idx="13102">
                  <c:v>0.43674074074074076</c:v>
                </c:pt>
                <c:pt idx="13103">
                  <c:v>0.43674074074074076</c:v>
                </c:pt>
                <c:pt idx="13104">
                  <c:v>0.43674074074074076</c:v>
                </c:pt>
                <c:pt idx="13105">
                  <c:v>0.43674074074074076</c:v>
                </c:pt>
                <c:pt idx="13106">
                  <c:v>0.43674074074074076</c:v>
                </c:pt>
                <c:pt idx="13107">
                  <c:v>0.43688888888888888</c:v>
                </c:pt>
                <c:pt idx="13108">
                  <c:v>0.43688888888888888</c:v>
                </c:pt>
                <c:pt idx="13109">
                  <c:v>0.43703703703703706</c:v>
                </c:pt>
                <c:pt idx="13110">
                  <c:v>0.43703703703703706</c:v>
                </c:pt>
                <c:pt idx="13111">
                  <c:v>0.43718518518518518</c:v>
                </c:pt>
                <c:pt idx="13112">
                  <c:v>0.43718518518518518</c:v>
                </c:pt>
                <c:pt idx="13113">
                  <c:v>0.43718518518518518</c:v>
                </c:pt>
                <c:pt idx="13114">
                  <c:v>0.43718518518518518</c:v>
                </c:pt>
                <c:pt idx="13115">
                  <c:v>0.43718518518518518</c:v>
                </c:pt>
                <c:pt idx="13116">
                  <c:v>0.43718518518518518</c:v>
                </c:pt>
                <c:pt idx="13117">
                  <c:v>0.43718518518518518</c:v>
                </c:pt>
                <c:pt idx="13118">
                  <c:v>0.43718518518518518</c:v>
                </c:pt>
                <c:pt idx="13119">
                  <c:v>0.43718518518518518</c:v>
                </c:pt>
                <c:pt idx="13120">
                  <c:v>0.43718518518518518</c:v>
                </c:pt>
                <c:pt idx="13121">
                  <c:v>0.43718518518518518</c:v>
                </c:pt>
                <c:pt idx="13122">
                  <c:v>0.43718518518518518</c:v>
                </c:pt>
                <c:pt idx="13123">
                  <c:v>0.43718518518518518</c:v>
                </c:pt>
                <c:pt idx="13124">
                  <c:v>0.43733333333333335</c:v>
                </c:pt>
                <c:pt idx="13125">
                  <c:v>0.43733333333333335</c:v>
                </c:pt>
                <c:pt idx="13126">
                  <c:v>0.43748148148148147</c:v>
                </c:pt>
                <c:pt idx="13127">
                  <c:v>0.43762962962962965</c:v>
                </c:pt>
                <c:pt idx="13128">
                  <c:v>0.43762962962962965</c:v>
                </c:pt>
                <c:pt idx="13129">
                  <c:v>0.43762962962962965</c:v>
                </c:pt>
                <c:pt idx="13130">
                  <c:v>0.43777777777777777</c:v>
                </c:pt>
                <c:pt idx="13131">
                  <c:v>0.43792592592592594</c:v>
                </c:pt>
                <c:pt idx="13132">
                  <c:v>0.43792592592592594</c:v>
                </c:pt>
                <c:pt idx="13133">
                  <c:v>0.43792592592592594</c:v>
                </c:pt>
                <c:pt idx="13134">
                  <c:v>0.43792592592592594</c:v>
                </c:pt>
                <c:pt idx="13135">
                  <c:v>0.43807407407407406</c:v>
                </c:pt>
                <c:pt idx="13136">
                  <c:v>0.43807407407407406</c:v>
                </c:pt>
                <c:pt idx="13137">
                  <c:v>0.43807407407407406</c:v>
                </c:pt>
                <c:pt idx="13138">
                  <c:v>0.43807407407407406</c:v>
                </c:pt>
                <c:pt idx="13139">
                  <c:v>0.43807407407407406</c:v>
                </c:pt>
                <c:pt idx="13140">
                  <c:v>0.43807407407407406</c:v>
                </c:pt>
                <c:pt idx="13141">
                  <c:v>0.43807407407407406</c:v>
                </c:pt>
                <c:pt idx="13142">
                  <c:v>0.43807407407407406</c:v>
                </c:pt>
                <c:pt idx="13143">
                  <c:v>0.43807407407407406</c:v>
                </c:pt>
                <c:pt idx="13144">
                  <c:v>0.43807407407407406</c:v>
                </c:pt>
                <c:pt idx="13145">
                  <c:v>0.43807407407407406</c:v>
                </c:pt>
                <c:pt idx="13146">
                  <c:v>0.43822222222222224</c:v>
                </c:pt>
                <c:pt idx="13147">
                  <c:v>0.43822222222222224</c:v>
                </c:pt>
                <c:pt idx="13148">
                  <c:v>0.43837037037037035</c:v>
                </c:pt>
                <c:pt idx="13149">
                  <c:v>0.43837037037037035</c:v>
                </c:pt>
                <c:pt idx="13150">
                  <c:v>0.43837037037037035</c:v>
                </c:pt>
                <c:pt idx="13151">
                  <c:v>0.43837037037037035</c:v>
                </c:pt>
                <c:pt idx="13152">
                  <c:v>0.43837037037037035</c:v>
                </c:pt>
                <c:pt idx="13153">
                  <c:v>0.43851851851851853</c:v>
                </c:pt>
                <c:pt idx="13154">
                  <c:v>0.43851851851851853</c:v>
                </c:pt>
                <c:pt idx="13155">
                  <c:v>0.43851851851851853</c:v>
                </c:pt>
                <c:pt idx="13156">
                  <c:v>0.43851851851851853</c:v>
                </c:pt>
                <c:pt idx="13157">
                  <c:v>0.43851851851851853</c:v>
                </c:pt>
                <c:pt idx="13158">
                  <c:v>0.43866666666666665</c:v>
                </c:pt>
                <c:pt idx="13159">
                  <c:v>0.43866666666666665</c:v>
                </c:pt>
                <c:pt idx="13160">
                  <c:v>0.43881481481481482</c:v>
                </c:pt>
                <c:pt idx="13161">
                  <c:v>0.43881481481481482</c:v>
                </c:pt>
                <c:pt idx="13162">
                  <c:v>0.43881481481481482</c:v>
                </c:pt>
                <c:pt idx="13163">
                  <c:v>0.43896296296296294</c:v>
                </c:pt>
                <c:pt idx="13164">
                  <c:v>0.43896296296296294</c:v>
                </c:pt>
                <c:pt idx="13165">
                  <c:v>0.43911111111111112</c:v>
                </c:pt>
                <c:pt idx="13166">
                  <c:v>0.43911111111111112</c:v>
                </c:pt>
                <c:pt idx="13167">
                  <c:v>0.43911111111111112</c:v>
                </c:pt>
                <c:pt idx="13168">
                  <c:v>0.43911111111111112</c:v>
                </c:pt>
                <c:pt idx="13169">
                  <c:v>0.43911111111111112</c:v>
                </c:pt>
                <c:pt idx="13170">
                  <c:v>0.43911111111111112</c:v>
                </c:pt>
                <c:pt idx="13171">
                  <c:v>0.43911111111111112</c:v>
                </c:pt>
                <c:pt idx="13172">
                  <c:v>0.43911111111111112</c:v>
                </c:pt>
                <c:pt idx="13173">
                  <c:v>0.43925925925925924</c:v>
                </c:pt>
                <c:pt idx="13174">
                  <c:v>0.43940740740740741</c:v>
                </c:pt>
                <c:pt idx="13175">
                  <c:v>0.43940740740740741</c:v>
                </c:pt>
                <c:pt idx="13176">
                  <c:v>0.43955555555555553</c:v>
                </c:pt>
                <c:pt idx="13177">
                  <c:v>0.43955555555555553</c:v>
                </c:pt>
                <c:pt idx="13178">
                  <c:v>0.43970370370370371</c:v>
                </c:pt>
                <c:pt idx="13179">
                  <c:v>0.43970370370370371</c:v>
                </c:pt>
                <c:pt idx="13180">
                  <c:v>0.43970370370370371</c:v>
                </c:pt>
                <c:pt idx="13181">
                  <c:v>0.43970370370370371</c:v>
                </c:pt>
                <c:pt idx="13182">
                  <c:v>0.43970370370370371</c:v>
                </c:pt>
                <c:pt idx="13183">
                  <c:v>0.43985185185185183</c:v>
                </c:pt>
                <c:pt idx="13184">
                  <c:v>0.44</c:v>
                </c:pt>
                <c:pt idx="13185">
                  <c:v>0.44014814814814812</c:v>
                </c:pt>
                <c:pt idx="13186">
                  <c:v>0.4402962962962963</c:v>
                </c:pt>
                <c:pt idx="13187">
                  <c:v>0.44044444444444447</c:v>
                </c:pt>
                <c:pt idx="13188">
                  <c:v>0.44044444444444447</c:v>
                </c:pt>
                <c:pt idx="13189">
                  <c:v>0.44059259259259259</c:v>
                </c:pt>
                <c:pt idx="13190">
                  <c:v>0.44059259259259259</c:v>
                </c:pt>
                <c:pt idx="13191">
                  <c:v>0.44059259259259259</c:v>
                </c:pt>
                <c:pt idx="13192">
                  <c:v>0.44074074074074077</c:v>
                </c:pt>
                <c:pt idx="13193">
                  <c:v>0.44088888888888889</c:v>
                </c:pt>
                <c:pt idx="13194">
                  <c:v>0.44088888888888889</c:v>
                </c:pt>
                <c:pt idx="13195">
                  <c:v>0.44088888888888889</c:v>
                </c:pt>
                <c:pt idx="13196">
                  <c:v>0.44088888888888889</c:v>
                </c:pt>
                <c:pt idx="13197">
                  <c:v>0.44088888888888889</c:v>
                </c:pt>
                <c:pt idx="13198">
                  <c:v>0.44088888888888889</c:v>
                </c:pt>
                <c:pt idx="13199">
                  <c:v>0.44103703703703706</c:v>
                </c:pt>
                <c:pt idx="13200">
                  <c:v>0.44103703703703706</c:v>
                </c:pt>
                <c:pt idx="13201">
                  <c:v>0.44103703703703706</c:v>
                </c:pt>
                <c:pt idx="13202">
                  <c:v>0.44103703703703706</c:v>
                </c:pt>
                <c:pt idx="13203">
                  <c:v>0.44118518518518518</c:v>
                </c:pt>
                <c:pt idx="13204">
                  <c:v>0.44118518518518518</c:v>
                </c:pt>
                <c:pt idx="13205">
                  <c:v>0.44118518518518518</c:v>
                </c:pt>
                <c:pt idx="13206">
                  <c:v>0.44118518518518518</c:v>
                </c:pt>
                <c:pt idx="13207">
                  <c:v>0.44133333333333336</c:v>
                </c:pt>
                <c:pt idx="13208">
                  <c:v>0.44133333333333336</c:v>
                </c:pt>
                <c:pt idx="13209">
                  <c:v>0.44148148148148147</c:v>
                </c:pt>
                <c:pt idx="13210">
                  <c:v>0.44148148148148147</c:v>
                </c:pt>
                <c:pt idx="13211">
                  <c:v>0.44148148148148147</c:v>
                </c:pt>
                <c:pt idx="13212">
                  <c:v>0.44148148148148147</c:v>
                </c:pt>
                <c:pt idx="13213">
                  <c:v>0.44148148148148147</c:v>
                </c:pt>
                <c:pt idx="13214">
                  <c:v>0.44162962962962965</c:v>
                </c:pt>
                <c:pt idx="13215">
                  <c:v>0.44177777777777777</c:v>
                </c:pt>
                <c:pt idx="13216">
                  <c:v>0.44177777777777777</c:v>
                </c:pt>
                <c:pt idx="13217">
                  <c:v>0.44177777777777777</c:v>
                </c:pt>
                <c:pt idx="13218">
                  <c:v>0.44177777777777777</c:v>
                </c:pt>
                <c:pt idx="13219">
                  <c:v>0.44177777777777777</c:v>
                </c:pt>
                <c:pt idx="13220">
                  <c:v>0.44177777777777777</c:v>
                </c:pt>
                <c:pt idx="13221">
                  <c:v>0.44177777777777777</c:v>
                </c:pt>
                <c:pt idx="13222">
                  <c:v>0.44177777777777777</c:v>
                </c:pt>
                <c:pt idx="13223">
                  <c:v>0.44192592592592594</c:v>
                </c:pt>
                <c:pt idx="13224">
                  <c:v>0.44207407407407406</c:v>
                </c:pt>
                <c:pt idx="13225">
                  <c:v>0.44207407407407406</c:v>
                </c:pt>
                <c:pt idx="13226">
                  <c:v>0.44222222222222224</c:v>
                </c:pt>
                <c:pt idx="13227">
                  <c:v>0.44222222222222224</c:v>
                </c:pt>
                <c:pt idx="13228">
                  <c:v>0.44222222222222224</c:v>
                </c:pt>
                <c:pt idx="13229">
                  <c:v>0.44237037037037036</c:v>
                </c:pt>
                <c:pt idx="13230">
                  <c:v>0.44251851851851853</c:v>
                </c:pt>
                <c:pt idx="13231">
                  <c:v>0.44251851851851853</c:v>
                </c:pt>
                <c:pt idx="13232">
                  <c:v>0.44266666666666665</c:v>
                </c:pt>
                <c:pt idx="13233">
                  <c:v>0.44266666666666665</c:v>
                </c:pt>
                <c:pt idx="13234">
                  <c:v>0.44266666666666665</c:v>
                </c:pt>
                <c:pt idx="13235">
                  <c:v>0.44281481481481483</c:v>
                </c:pt>
                <c:pt idx="13236">
                  <c:v>0.44296296296296295</c:v>
                </c:pt>
                <c:pt idx="13237">
                  <c:v>0.44311111111111112</c:v>
                </c:pt>
                <c:pt idx="13238">
                  <c:v>0.44311111111111112</c:v>
                </c:pt>
                <c:pt idx="13239">
                  <c:v>0.44311111111111112</c:v>
                </c:pt>
                <c:pt idx="13240">
                  <c:v>0.44325925925925924</c:v>
                </c:pt>
                <c:pt idx="13241">
                  <c:v>0.44340740740740742</c:v>
                </c:pt>
                <c:pt idx="13242">
                  <c:v>0.44340740740740742</c:v>
                </c:pt>
                <c:pt idx="13243">
                  <c:v>0.44340740740740742</c:v>
                </c:pt>
                <c:pt idx="13244">
                  <c:v>0.44340740740740742</c:v>
                </c:pt>
                <c:pt idx="13245">
                  <c:v>0.44355555555555554</c:v>
                </c:pt>
                <c:pt idx="13246">
                  <c:v>0.44355555555555554</c:v>
                </c:pt>
                <c:pt idx="13247">
                  <c:v>0.44355555555555554</c:v>
                </c:pt>
                <c:pt idx="13248">
                  <c:v>0.44355555555555554</c:v>
                </c:pt>
                <c:pt idx="13249">
                  <c:v>0.44355555555555554</c:v>
                </c:pt>
                <c:pt idx="13250">
                  <c:v>0.44355555555555554</c:v>
                </c:pt>
                <c:pt idx="13251">
                  <c:v>0.44370370370370371</c:v>
                </c:pt>
                <c:pt idx="13252">
                  <c:v>0.44370370370370371</c:v>
                </c:pt>
                <c:pt idx="13253">
                  <c:v>0.44370370370370371</c:v>
                </c:pt>
                <c:pt idx="13254">
                  <c:v>0.44370370370370371</c:v>
                </c:pt>
                <c:pt idx="13255">
                  <c:v>0.44370370370370371</c:v>
                </c:pt>
                <c:pt idx="13256">
                  <c:v>0.44370370370370371</c:v>
                </c:pt>
                <c:pt idx="13257">
                  <c:v>0.44370370370370371</c:v>
                </c:pt>
                <c:pt idx="13258">
                  <c:v>0.44370370370370371</c:v>
                </c:pt>
                <c:pt idx="13259">
                  <c:v>0.44385185185185183</c:v>
                </c:pt>
                <c:pt idx="13260">
                  <c:v>0.44385185185185183</c:v>
                </c:pt>
                <c:pt idx="13261">
                  <c:v>0.44385185185185183</c:v>
                </c:pt>
                <c:pt idx="13262">
                  <c:v>0.44385185185185183</c:v>
                </c:pt>
                <c:pt idx="13263">
                  <c:v>0.44385185185185183</c:v>
                </c:pt>
                <c:pt idx="13264">
                  <c:v>0.44385185185185183</c:v>
                </c:pt>
                <c:pt idx="13265">
                  <c:v>0.44385185185185183</c:v>
                </c:pt>
                <c:pt idx="13266">
                  <c:v>0.44400000000000001</c:v>
                </c:pt>
                <c:pt idx="13267">
                  <c:v>0.44400000000000001</c:v>
                </c:pt>
                <c:pt idx="13268">
                  <c:v>0.44400000000000001</c:v>
                </c:pt>
                <c:pt idx="13269">
                  <c:v>0.44414814814814813</c:v>
                </c:pt>
                <c:pt idx="13270">
                  <c:v>0.4442962962962963</c:v>
                </c:pt>
                <c:pt idx="13271">
                  <c:v>0.4442962962962963</c:v>
                </c:pt>
                <c:pt idx="13272">
                  <c:v>0.4442962962962963</c:v>
                </c:pt>
                <c:pt idx="13273">
                  <c:v>0.4442962962962963</c:v>
                </c:pt>
                <c:pt idx="13274">
                  <c:v>0.4442962962962963</c:v>
                </c:pt>
                <c:pt idx="13275">
                  <c:v>0.4442962962962963</c:v>
                </c:pt>
                <c:pt idx="13276">
                  <c:v>0.4442962962962963</c:v>
                </c:pt>
                <c:pt idx="13277">
                  <c:v>0.44444444444444442</c:v>
                </c:pt>
                <c:pt idx="13278">
                  <c:v>0.44444444444444442</c:v>
                </c:pt>
                <c:pt idx="13279">
                  <c:v>0.44459259259259259</c:v>
                </c:pt>
                <c:pt idx="13280">
                  <c:v>0.44474074074074071</c:v>
                </c:pt>
                <c:pt idx="13281">
                  <c:v>0.44488888888888889</c:v>
                </c:pt>
                <c:pt idx="13282">
                  <c:v>0.44503703703703706</c:v>
                </c:pt>
                <c:pt idx="13283">
                  <c:v>0.44503703703703706</c:v>
                </c:pt>
                <c:pt idx="13284">
                  <c:v>0.44518518518518518</c:v>
                </c:pt>
                <c:pt idx="13285">
                  <c:v>0.44533333333333336</c:v>
                </c:pt>
                <c:pt idx="13286">
                  <c:v>0.44533333333333336</c:v>
                </c:pt>
                <c:pt idx="13287">
                  <c:v>0.44533333333333336</c:v>
                </c:pt>
                <c:pt idx="13288">
                  <c:v>0.44533333333333336</c:v>
                </c:pt>
                <c:pt idx="13289">
                  <c:v>0.44533333333333336</c:v>
                </c:pt>
                <c:pt idx="13290">
                  <c:v>0.44533333333333336</c:v>
                </c:pt>
                <c:pt idx="13291">
                  <c:v>0.44533333333333336</c:v>
                </c:pt>
                <c:pt idx="13292">
                  <c:v>0.44548148148148148</c:v>
                </c:pt>
                <c:pt idx="13293">
                  <c:v>0.44548148148148148</c:v>
                </c:pt>
                <c:pt idx="13294">
                  <c:v>0.44562962962962965</c:v>
                </c:pt>
                <c:pt idx="13295">
                  <c:v>0.44562962962962965</c:v>
                </c:pt>
                <c:pt idx="13296">
                  <c:v>0.44562962962962965</c:v>
                </c:pt>
                <c:pt idx="13297">
                  <c:v>0.44562962962962965</c:v>
                </c:pt>
                <c:pt idx="13298">
                  <c:v>0.44562962962962965</c:v>
                </c:pt>
                <c:pt idx="13299">
                  <c:v>0.44562962962962965</c:v>
                </c:pt>
                <c:pt idx="13300">
                  <c:v>0.44562962962962965</c:v>
                </c:pt>
                <c:pt idx="13301">
                  <c:v>0.44562962962962965</c:v>
                </c:pt>
                <c:pt idx="13302">
                  <c:v>0.44562962962962965</c:v>
                </c:pt>
                <c:pt idx="13303">
                  <c:v>0.44577777777777777</c:v>
                </c:pt>
                <c:pt idx="13304">
                  <c:v>0.44592592592592595</c:v>
                </c:pt>
                <c:pt idx="13305">
                  <c:v>0.44607407407407407</c:v>
                </c:pt>
                <c:pt idx="13306">
                  <c:v>0.44607407407407407</c:v>
                </c:pt>
                <c:pt idx="13307">
                  <c:v>0.44607407407407407</c:v>
                </c:pt>
                <c:pt idx="13308">
                  <c:v>0.44622222222222224</c:v>
                </c:pt>
                <c:pt idx="13309">
                  <c:v>0.44622222222222224</c:v>
                </c:pt>
                <c:pt idx="13310">
                  <c:v>0.44637037037037036</c:v>
                </c:pt>
                <c:pt idx="13311">
                  <c:v>0.44637037037037036</c:v>
                </c:pt>
                <c:pt idx="13312">
                  <c:v>0.44637037037037036</c:v>
                </c:pt>
                <c:pt idx="13313">
                  <c:v>0.44637037037037036</c:v>
                </c:pt>
                <c:pt idx="13314">
                  <c:v>0.44637037037037036</c:v>
                </c:pt>
                <c:pt idx="13315">
                  <c:v>0.44637037037037036</c:v>
                </c:pt>
                <c:pt idx="13316">
                  <c:v>0.44651851851851854</c:v>
                </c:pt>
                <c:pt idx="13317">
                  <c:v>0.44666666666666666</c:v>
                </c:pt>
                <c:pt idx="13318">
                  <c:v>0.44681481481481483</c:v>
                </c:pt>
                <c:pt idx="13319">
                  <c:v>0.44681481481481483</c:v>
                </c:pt>
                <c:pt idx="13320">
                  <c:v>0.44696296296296295</c:v>
                </c:pt>
                <c:pt idx="13321">
                  <c:v>0.44696296296296295</c:v>
                </c:pt>
                <c:pt idx="13322">
                  <c:v>0.44696296296296295</c:v>
                </c:pt>
                <c:pt idx="13323">
                  <c:v>0.44696296296296295</c:v>
                </c:pt>
                <c:pt idx="13324">
                  <c:v>0.44696296296296295</c:v>
                </c:pt>
                <c:pt idx="13325">
                  <c:v>0.44696296296296295</c:v>
                </c:pt>
                <c:pt idx="13326">
                  <c:v>0.44696296296296295</c:v>
                </c:pt>
                <c:pt idx="13327">
                  <c:v>0.44696296296296295</c:v>
                </c:pt>
                <c:pt idx="13328">
                  <c:v>0.44696296296296295</c:v>
                </c:pt>
                <c:pt idx="13329">
                  <c:v>0.44696296296296295</c:v>
                </c:pt>
                <c:pt idx="13330">
                  <c:v>0.44696296296296295</c:v>
                </c:pt>
                <c:pt idx="13331">
                  <c:v>0.44711111111111113</c:v>
                </c:pt>
                <c:pt idx="13332">
                  <c:v>0.44711111111111113</c:v>
                </c:pt>
                <c:pt idx="13333">
                  <c:v>0.44711111111111113</c:v>
                </c:pt>
                <c:pt idx="13334">
                  <c:v>0.44711111111111113</c:v>
                </c:pt>
                <c:pt idx="13335">
                  <c:v>0.44725925925925925</c:v>
                </c:pt>
                <c:pt idx="13336">
                  <c:v>0.44725925925925925</c:v>
                </c:pt>
                <c:pt idx="13337">
                  <c:v>0.44725925925925925</c:v>
                </c:pt>
                <c:pt idx="13338">
                  <c:v>0.44725925925925925</c:v>
                </c:pt>
                <c:pt idx="13339">
                  <c:v>0.44725925925925925</c:v>
                </c:pt>
                <c:pt idx="13340">
                  <c:v>0.44740740740740742</c:v>
                </c:pt>
                <c:pt idx="13341">
                  <c:v>0.44740740740740742</c:v>
                </c:pt>
                <c:pt idx="13342">
                  <c:v>0.44740740740740742</c:v>
                </c:pt>
                <c:pt idx="13343">
                  <c:v>0.44740740740740742</c:v>
                </c:pt>
                <c:pt idx="13344">
                  <c:v>0.44740740740740742</c:v>
                </c:pt>
                <c:pt idx="13345">
                  <c:v>0.44740740740740742</c:v>
                </c:pt>
                <c:pt idx="13346">
                  <c:v>0.44740740740740742</c:v>
                </c:pt>
                <c:pt idx="13347">
                  <c:v>0.44740740740740742</c:v>
                </c:pt>
                <c:pt idx="13348">
                  <c:v>0.44740740740740742</c:v>
                </c:pt>
                <c:pt idx="13349">
                  <c:v>0.44740740740740742</c:v>
                </c:pt>
                <c:pt idx="13350">
                  <c:v>0.44740740740740742</c:v>
                </c:pt>
                <c:pt idx="13351">
                  <c:v>0.44740740740740742</c:v>
                </c:pt>
                <c:pt idx="13352">
                  <c:v>0.44740740740740742</c:v>
                </c:pt>
                <c:pt idx="13353">
                  <c:v>0.44740740740740742</c:v>
                </c:pt>
                <c:pt idx="13354">
                  <c:v>0.44755555555555554</c:v>
                </c:pt>
                <c:pt idx="13355">
                  <c:v>0.44755555555555554</c:v>
                </c:pt>
                <c:pt idx="13356">
                  <c:v>0.44755555555555554</c:v>
                </c:pt>
                <c:pt idx="13357">
                  <c:v>0.44755555555555554</c:v>
                </c:pt>
                <c:pt idx="13358">
                  <c:v>0.44755555555555554</c:v>
                </c:pt>
                <c:pt idx="13359">
                  <c:v>0.44770370370370371</c:v>
                </c:pt>
                <c:pt idx="13360">
                  <c:v>0.44770370370370371</c:v>
                </c:pt>
                <c:pt idx="13361">
                  <c:v>0.44770370370370371</c:v>
                </c:pt>
                <c:pt idx="13362">
                  <c:v>0.44770370370370371</c:v>
                </c:pt>
                <c:pt idx="13363">
                  <c:v>0.44770370370370371</c:v>
                </c:pt>
                <c:pt idx="13364">
                  <c:v>0.44770370370370371</c:v>
                </c:pt>
                <c:pt idx="13365">
                  <c:v>0.44770370370370371</c:v>
                </c:pt>
                <c:pt idx="13366">
                  <c:v>0.44770370370370371</c:v>
                </c:pt>
                <c:pt idx="13367">
                  <c:v>0.44770370370370371</c:v>
                </c:pt>
                <c:pt idx="13368">
                  <c:v>0.44770370370370371</c:v>
                </c:pt>
                <c:pt idx="13369">
                  <c:v>0.44770370370370371</c:v>
                </c:pt>
                <c:pt idx="13370">
                  <c:v>0.44770370370370371</c:v>
                </c:pt>
                <c:pt idx="13371">
                  <c:v>0.44785185185185183</c:v>
                </c:pt>
                <c:pt idx="13372">
                  <c:v>0.44800000000000001</c:v>
                </c:pt>
                <c:pt idx="13373">
                  <c:v>0.44800000000000001</c:v>
                </c:pt>
                <c:pt idx="13374">
                  <c:v>0.44814814814814813</c:v>
                </c:pt>
                <c:pt idx="13375">
                  <c:v>0.44814814814814813</c:v>
                </c:pt>
                <c:pt idx="13376">
                  <c:v>0.44814814814814813</c:v>
                </c:pt>
                <c:pt idx="13377">
                  <c:v>0.4482962962962963</c:v>
                </c:pt>
                <c:pt idx="13378">
                  <c:v>0.4482962962962963</c:v>
                </c:pt>
                <c:pt idx="13379">
                  <c:v>0.44844444444444442</c:v>
                </c:pt>
                <c:pt idx="13380">
                  <c:v>0.4485925925925926</c:v>
                </c:pt>
                <c:pt idx="13381">
                  <c:v>0.4485925925925926</c:v>
                </c:pt>
                <c:pt idx="13382">
                  <c:v>0.4485925925925926</c:v>
                </c:pt>
                <c:pt idx="13383">
                  <c:v>0.44874074074074072</c:v>
                </c:pt>
                <c:pt idx="13384">
                  <c:v>0.44888888888888889</c:v>
                </c:pt>
                <c:pt idx="13385">
                  <c:v>0.44888888888888889</c:v>
                </c:pt>
                <c:pt idx="13386">
                  <c:v>0.44903703703703701</c:v>
                </c:pt>
                <c:pt idx="13387">
                  <c:v>0.44918518518518519</c:v>
                </c:pt>
                <c:pt idx="13388">
                  <c:v>0.44918518518518519</c:v>
                </c:pt>
                <c:pt idx="13389">
                  <c:v>0.44918518518518519</c:v>
                </c:pt>
                <c:pt idx="13390">
                  <c:v>0.44918518518518519</c:v>
                </c:pt>
                <c:pt idx="13391">
                  <c:v>0.44933333333333331</c:v>
                </c:pt>
                <c:pt idx="13392">
                  <c:v>0.44948148148148148</c:v>
                </c:pt>
                <c:pt idx="13393">
                  <c:v>0.44948148148148148</c:v>
                </c:pt>
                <c:pt idx="13394">
                  <c:v>0.44962962962962966</c:v>
                </c:pt>
                <c:pt idx="13395">
                  <c:v>0.44962962962962966</c:v>
                </c:pt>
                <c:pt idx="13396">
                  <c:v>0.44962962962962966</c:v>
                </c:pt>
                <c:pt idx="13397">
                  <c:v>0.44962962962962966</c:v>
                </c:pt>
                <c:pt idx="13398">
                  <c:v>0.44962962962962966</c:v>
                </c:pt>
                <c:pt idx="13399">
                  <c:v>0.44962962962962966</c:v>
                </c:pt>
                <c:pt idx="13400">
                  <c:v>0.44962962962962966</c:v>
                </c:pt>
                <c:pt idx="13401">
                  <c:v>0.44962962962962966</c:v>
                </c:pt>
                <c:pt idx="13402">
                  <c:v>0.44977777777777778</c:v>
                </c:pt>
                <c:pt idx="13403">
                  <c:v>0.44977777777777778</c:v>
                </c:pt>
                <c:pt idx="13404">
                  <c:v>0.44977777777777778</c:v>
                </c:pt>
                <c:pt idx="13405">
                  <c:v>0.44977777777777778</c:v>
                </c:pt>
                <c:pt idx="13406">
                  <c:v>0.44977777777777778</c:v>
                </c:pt>
                <c:pt idx="13407">
                  <c:v>0.44992592592592595</c:v>
                </c:pt>
                <c:pt idx="13408">
                  <c:v>0.44992592592592595</c:v>
                </c:pt>
                <c:pt idx="13409">
                  <c:v>0.44992592592592595</c:v>
                </c:pt>
                <c:pt idx="13410">
                  <c:v>0.44992592592592595</c:v>
                </c:pt>
                <c:pt idx="13411">
                  <c:v>0.44992592592592595</c:v>
                </c:pt>
                <c:pt idx="13412">
                  <c:v>0.44992592592592595</c:v>
                </c:pt>
                <c:pt idx="13413">
                  <c:v>0.44992592592592595</c:v>
                </c:pt>
                <c:pt idx="13414">
                  <c:v>0.44992592592592595</c:v>
                </c:pt>
                <c:pt idx="13415">
                  <c:v>0.44992592592592595</c:v>
                </c:pt>
                <c:pt idx="13416">
                  <c:v>0.45007407407407407</c:v>
                </c:pt>
                <c:pt idx="13417">
                  <c:v>0.45007407407407407</c:v>
                </c:pt>
                <c:pt idx="13418">
                  <c:v>0.45007407407407407</c:v>
                </c:pt>
                <c:pt idx="13419">
                  <c:v>0.45007407407407407</c:v>
                </c:pt>
                <c:pt idx="13420">
                  <c:v>0.45007407407407407</c:v>
                </c:pt>
                <c:pt idx="13421">
                  <c:v>0.45007407407407407</c:v>
                </c:pt>
                <c:pt idx="13422">
                  <c:v>0.45007407407407407</c:v>
                </c:pt>
                <c:pt idx="13423">
                  <c:v>0.45007407407407407</c:v>
                </c:pt>
                <c:pt idx="13424">
                  <c:v>0.45007407407407407</c:v>
                </c:pt>
                <c:pt idx="13425">
                  <c:v>0.45007407407407407</c:v>
                </c:pt>
                <c:pt idx="13426">
                  <c:v>0.45007407407407407</c:v>
                </c:pt>
                <c:pt idx="13427">
                  <c:v>0.45007407407407407</c:v>
                </c:pt>
                <c:pt idx="13428">
                  <c:v>0.45007407407407407</c:v>
                </c:pt>
                <c:pt idx="13429">
                  <c:v>0.45022222222222225</c:v>
                </c:pt>
                <c:pt idx="13430">
                  <c:v>0.45022222222222225</c:v>
                </c:pt>
                <c:pt idx="13431">
                  <c:v>0.45037037037037037</c:v>
                </c:pt>
                <c:pt idx="13432">
                  <c:v>0.45037037037037037</c:v>
                </c:pt>
                <c:pt idx="13433">
                  <c:v>0.45051851851851854</c:v>
                </c:pt>
                <c:pt idx="13434">
                  <c:v>0.45051851851851854</c:v>
                </c:pt>
                <c:pt idx="13435">
                  <c:v>0.45051851851851854</c:v>
                </c:pt>
                <c:pt idx="13436">
                  <c:v>0.45066666666666666</c:v>
                </c:pt>
                <c:pt idx="13437">
                  <c:v>0.45081481481481483</c:v>
                </c:pt>
                <c:pt idx="13438">
                  <c:v>0.45081481481481483</c:v>
                </c:pt>
                <c:pt idx="13439">
                  <c:v>0.45081481481481483</c:v>
                </c:pt>
                <c:pt idx="13440">
                  <c:v>0.45081481481481483</c:v>
                </c:pt>
                <c:pt idx="13441">
                  <c:v>0.45096296296296295</c:v>
                </c:pt>
                <c:pt idx="13442">
                  <c:v>0.45111111111111113</c:v>
                </c:pt>
                <c:pt idx="13443">
                  <c:v>0.45111111111111113</c:v>
                </c:pt>
                <c:pt idx="13444">
                  <c:v>0.45111111111111113</c:v>
                </c:pt>
                <c:pt idx="13445">
                  <c:v>0.45125925925925925</c:v>
                </c:pt>
                <c:pt idx="13446">
                  <c:v>0.45125925925925925</c:v>
                </c:pt>
                <c:pt idx="13447">
                  <c:v>0.45140740740740742</c:v>
                </c:pt>
                <c:pt idx="13448">
                  <c:v>0.45155555555555554</c:v>
                </c:pt>
                <c:pt idx="13449">
                  <c:v>0.45155555555555554</c:v>
                </c:pt>
                <c:pt idx="13450">
                  <c:v>0.45170370370370372</c:v>
                </c:pt>
                <c:pt idx="13451">
                  <c:v>0.45170370370370372</c:v>
                </c:pt>
                <c:pt idx="13452">
                  <c:v>0.45170370370370372</c:v>
                </c:pt>
                <c:pt idx="13453">
                  <c:v>0.45170370370370372</c:v>
                </c:pt>
                <c:pt idx="13454">
                  <c:v>0.45170370370370372</c:v>
                </c:pt>
                <c:pt idx="13455">
                  <c:v>0.45170370370370372</c:v>
                </c:pt>
                <c:pt idx="13456">
                  <c:v>0.45185185185185184</c:v>
                </c:pt>
                <c:pt idx="13457">
                  <c:v>0.45185185185185184</c:v>
                </c:pt>
                <c:pt idx="13458">
                  <c:v>0.45185185185185184</c:v>
                </c:pt>
                <c:pt idx="13459">
                  <c:v>0.45185185185185184</c:v>
                </c:pt>
                <c:pt idx="13460">
                  <c:v>0.45185185185185184</c:v>
                </c:pt>
                <c:pt idx="13461">
                  <c:v>0.45185185185185184</c:v>
                </c:pt>
                <c:pt idx="13462">
                  <c:v>0.45200000000000001</c:v>
                </c:pt>
                <c:pt idx="13463">
                  <c:v>0.45200000000000001</c:v>
                </c:pt>
                <c:pt idx="13464">
                  <c:v>0.45214814814814813</c:v>
                </c:pt>
                <c:pt idx="13465">
                  <c:v>0.45214814814814813</c:v>
                </c:pt>
                <c:pt idx="13466">
                  <c:v>0.45214814814814813</c:v>
                </c:pt>
                <c:pt idx="13467">
                  <c:v>0.45214814814814813</c:v>
                </c:pt>
                <c:pt idx="13468">
                  <c:v>0.45214814814814813</c:v>
                </c:pt>
                <c:pt idx="13469">
                  <c:v>0.45229629629629631</c:v>
                </c:pt>
                <c:pt idx="13470">
                  <c:v>0.45229629629629631</c:v>
                </c:pt>
                <c:pt idx="13471">
                  <c:v>0.45229629629629631</c:v>
                </c:pt>
                <c:pt idx="13472">
                  <c:v>0.45229629629629631</c:v>
                </c:pt>
                <c:pt idx="13473">
                  <c:v>0.45229629629629631</c:v>
                </c:pt>
                <c:pt idx="13474">
                  <c:v>0.45244444444444443</c:v>
                </c:pt>
                <c:pt idx="13475">
                  <c:v>0.4525925925925926</c:v>
                </c:pt>
                <c:pt idx="13476">
                  <c:v>0.45274074074074072</c:v>
                </c:pt>
                <c:pt idx="13477">
                  <c:v>0.45274074074074072</c:v>
                </c:pt>
                <c:pt idx="13478">
                  <c:v>0.45274074074074072</c:v>
                </c:pt>
                <c:pt idx="13479">
                  <c:v>0.4528888888888889</c:v>
                </c:pt>
                <c:pt idx="13480">
                  <c:v>0.45303703703703702</c:v>
                </c:pt>
                <c:pt idx="13481">
                  <c:v>0.45303703703703702</c:v>
                </c:pt>
                <c:pt idx="13482">
                  <c:v>0.45303703703703702</c:v>
                </c:pt>
                <c:pt idx="13483">
                  <c:v>0.45303703703703702</c:v>
                </c:pt>
                <c:pt idx="13484">
                  <c:v>0.45303703703703702</c:v>
                </c:pt>
                <c:pt idx="13485">
                  <c:v>0.45303703703703702</c:v>
                </c:pt>
                <c:pt idx="13486">
                  <c:v>0.45303703703703702</c:v>
                </c:pt>
                <c:pt idx="13487">
                  <c:v>0.45303703703703702</c:v>
                </c:pt>
                <c:pt idx="13488">
                  <c:v>0.45318518518518519</c:v>
                </c:pt>
                <c:pt idx="13489">
                  <c:v>0.45318518518518519</c:v>
                </c:pt>
                <c:pt idx="13490">
                  <c:v>0.45333333333333331</c:v>
                </c:pt>
                <c:pt idx="13491">
                  <c:v>0.45333333333333331</c:v>
                </c:pt>
                <c:pt idx="13492">
                  <c:v>0.45333333333333331</c:v>
                </c:pt>
                <c:pt idx="13493">
                  <c:v>0.45333333333333331</c:v>
                </c:pt>
                <c:pt idx="13494">
                  <c:v>0.45348148148148149</c:v>
                </c:pt>
                <c:pt idx="13495">
                  <c:v>0.45348148148148149</c:v>
                </c:pt>
                <c:pt idx="13496">
                  <c:v>0.4536296296296296</c:v>
                </c:pt>
                <c:pt idx="13497">
                  <c:v>0.4536296296296296</c:v>
                </c:pt>
                <c:pt idx="13498">
                  <c:v>0.4536296296296296</c:v>
                </c:pt>
                <c:pt idx="13499">
                  <c:v>0.4536296296296296</c:v>
                </c:pt>
                <c:pt idx="13500">
                  <c:v>0.45377777777777778</c:v>
                </c:pt>
                <c:pt idx="13501">
                  <c:v>0.45377777777777778</c:v>
                </c:pt>
                <c:pt idx="13502">
                  <c:v>0.45377777777777778</c:v>
                </c:pt>
                <c:pt idx="13503">
                  <c:v>0.45377777777777778</c:v>
                </c:pt>
                <c:pt idx="13504">
                  <c:v>0.4539259259259259</c:v>
                </c:pt>
                <c:pt idx="13505">
                  <c:v>0.4539259259259259</c:v>
                </c:pt>
                <c:pt idx="13506">
                  <c:v>0.4539259259259259</c:v>
                </c:pt>
                <c:pt idx="13507">
                  <c:v>0.4539259259259259</c:v>
                </c:pt>
                <c:pt idx="13508">
                  <c:v>0.4539259259259259</c:v>
                </c:pt>
                <c:pt idx="13509">
                  <c:v>0.4539259259259259</c:v>
                </c:pt>
                <c:pt idx="13510">
                  <c:v>0.4539259259259259</c:v>
                </c:pt>
                <c:pt idx="13511">
                  <c:v>0.4539259259259259</c:v>
                </c:pt>
                <c:pt idx="13512">
                  <c:v>0.4539259259259259</c:v>
                </c:pt>
                <c:pt idx="13513">
                  <c:v>0.4539259259259259</c:v>
                </c:pt>
                <c:pt idx="13514">
                  <c:v>0.4539259259259259</c:v>
                </c:pt>
                <c:pt idx="13515">
                  <c:v>0.4539259259259259</c:v>
                </c:pt>
                <c:pt idx="13516">
                  <c:v>0.4539259259259259</c:v>
                </c:pt>
                <c:pt idx="13517">
                  <c:v>0.4539259259259259</c:v>
                </c:pt>
                <c:pt idx="13518">
                  <c:v>0.4539259259259259</c:v>
                </c:pt>
                <c:pt idx="13519">
                  <c:v>0.4539259259259259</c:v>
                </c:pt>
                <c:pt idx="13520">
                  <c:v>0.4539259259259259</c:v>
                </c:pt>
                <c:pt idx="13521">
                  <c:v>0.4539259259259259</c:v>
                </c:pt>
                <c:pt idx="13522">
                  <c:v>0.4539259259259259</c:v>
                </c:pt>
                <c:pt idx="13523">
                  <c:v>0.4539259259259259</c:v>
                </c:pt>
                <c:pt idx="13524">
                  <c:v>0.4539259259259259</c:v>
                </c:pt>
                <c:pt idx="13525">
                  <c:v>0.45407407407407407</c:v>
                </c:pt>
                <c:pt idx="13526">
                  <c:v>0.45422222222222225</c:v>
                </c:pt>
                <c:pt idx="13527">
                  <c:v>0.45422222222222225</c:v>
                </c:pt>
                <c:pt idx="13528">
                  <c:v>0.45422222222222225</c:v>
                </c:pt>
                <c:pt idx="13529">
                  <c:v>0.45437037037037037</c:v>
                </c:pt>
                <c:pt idx="13530">
                  <c:v>0.45437037037037037</c:v>
                </c:pt>
                <c:pt idx="13531">
                  <c:v>0.45437037037037037</c:v>
                </c:pt>
                <c:pt idx="13532">
                  <c:v>0.45437037037037037</c:v>
                </c:pt>
                <c:pt idx="13533">
                  <c:v>0.45451851851851854</c:v>
                </c:pt>
                <c:pt idx="13534">
                  <c:v>0.45451851851851854</c:v>
                </c:pt>
                <c:pt idx="13535">
                  <c:v>0.45451851851851854</c:v>
                </c:pt>
                <c:pt idx="13536">
                  <c:v>0.45451851851851854</c:v>
                </c:pt>
                <c:pt idx="13537">
                  <c:v>0.45451851851851854</c:v>
                </c:pt>
                <c:pt idx="13538">
                  <c:v>0.45451851851851854</c:v>
                </c:pt>
                <c:pt idx="13539">
                  <c:v>0.45451851851851854</c:v>
                </c:pt>
                <c:pt idx="13540">
                  <c:v>0.45451851851851854</c:v>
                </c:pt>
                <c:pt idx="13541">
                  <c:v>0.45451851851851854</c:v>
                </c:pt>
                <c:pt idx="13542">
                  <c:v>0.45451851851851854</c:v>
                </c:pt>
                <c:pt idx="13543">
                  <c:v>0.45451851851851854</c:v>
                </c:pt>
                <c:pt idx="13544">
                  <c:v>0.45451851851851854</c:v>
                </c:pt>
                <c:pt idx="13545">
                  <c:v>0.45451851851851854</c:v>
                </c:pt>
                <c:pt idx="13546">
                  <c:v>0.45451851851851854</c:v>
                </c:pt>
                <c:pt idx="13547">
                  <c:v>0.45451851851851854</c:v>
                </c:pt>
                <c:pt idx="13548">
                  <c:v>0.45451851851851854</c:v>
                </c:pt>
                <c:pt idx="13549">
                  <c:v>0.45451851851851854</c:v>
                </c:pt>
                <c:pt idx="13550">
                  <c:v>0.45451851851851854</c:v>
                </c:pt>
                <c:pt idx="13551">
                  <c:v>0.45451851851851854</c:v>
                </c:pt>
                <c:pt idx="13552">
                  <c:v>0.45451851851851854</c:v>
                </c:pt>
                <c:pt idx="13553">
                  <c:v>0.45466666666666666</c:v>
                </c:pt>
                <c:pt idx="13554">
                  <c:v>0.45466666666666666</c:v>
                </c:pt>
                <c:pt idx="13555">
                  <c:v>0.45466666666666666</c:v>
                </c:pt>
                <c:pt idx="13556">
                  <c:v>0.45466666666666666</c:v>
                </c:pt>
                <c:pt idx="13557">
                  <c:v>0.45466666666666666</c:v>
                </c:pt>
                <c:pt idx="13558">
                  <c:v>0.45466666666666666</c:v>
                </c:pt>
                <c:pt idx="13559">
                  <c:v>0.45481481481481484</c:v>
                </c:pt>
                <c:pt idx="13560">
                  <c:v>0.45481481481481484</c:v>
                </c:pt>
                <c:pt idx="13561">
                  <c:v>0.45481481481481484</c:v>
                </c:pt>
                <c:pt idx="13562">
                  <c:v>0.45481481481481484</c:v>
                </c:pt>
                <c:pt idx="13563">
                  <c:v>0.45481481481481484</c:v>
                </c:pt>
                <c:pt idx="13564">
                  <c:v>0.45481481481481484</c:v>
                </c:pt>
                <c:pt idx="13565">
                  <c:v>0.45481481481481484</c:v>
                </c:pt>
                <c:pt idx="13566">
                  <c:v>0.45481481481481484</c:v>
                </c:pt>
                <c:pt idx="13567">
                  <c:v>0.45496296296296296</c:v>
                </c:pt>
                <c:pt idx="13568">
                  <c:v>0.45496296296296296</c:v>
                </c:pt>
                <c:pt idx="13569">
                  <c:v>0.45496296296296296</c:v>
                </c:pt>
                <c:pt idx="13570">
                  <c:v>0.45496296296296296</c:v>
                </c:pt>
                <c:pt idx="13571">
                  <c:v>0.45496296296296296</c:v>
                </c:pt>
                <c:pt idx="13572">
                  <c:v>0.45511111111111113</c:v>
                </c:pt>
                <c:pt idx="13573">
                  <c:v>0.45511111111111113</c:v>
                </c:pt>
                <c:pt idx="13574">
                  <c:v>0.45511111111111113</c:v>
                </c:pt>
                <c:pt idx="13575">
                  <c:v>0.45511111111111113</c:v>
                </c:pt>
                <c:pt idx="13576">
                  <c:v>0.45511111111111113</c:v>
                </c:pt>
                <c:pt idx="13577">
                  <c:v>0.45525925925925925</c:v>
                </c:pt>
                <c:pt idx="13578">
                  <c:v>0.45525925925925925</c:v>
                </c:pt>
                <c:pt idx="13579">
                  <c:v>0.45525925925925925</c:v>
                </c:pt>
                <c:pt idx="13580">
                  <c:v>0.45525925925925925</c:v>
                </c:pt>
                <c:pt idx="13581">
                  <c:v>0.45525925925925925</c:v>
                </c:pt>
                <c:pt idx="13582">
                  <c:v>0.45525925925925925</c:v>
                </c:pt>
                <c:pt idx="13583">
                  <c:v>0.45525925925925925</c:v>
                </c:pt>
                <c:pt idx="13584">
                  <c:v>0.45525925925925925</c:v>
                </c:pt>
                <c:pt idx="13585">
                  <c:v>0.45540740740740743</c:v>
                </c:pt>
                <c:pt idx="13586">
                  <c:v>0.45555555555555555</c:v>
                </c:pt>
                <c:pt idx="13587">
                  <c:v>0.45555555555555555</c:v>
                </c:pt>
                <c:pt idx="13588">
                  <c:v>0.45555555555555555</c:v>
                </c:pt>
                <c:pt idx="13589">
                  <c:v>0.45555555555555555</c:v>
                </c:pt>
                <c:pt idx="13590">
                  <c:v>0.45555555555555555</c:v>
                </c:pt>
                <c:pt idx="13591">
                  <c:v>0.45555555555555555</c:v>
                </c:pt>
                <c:pt idx="13592">
                  <c:v>0.45555555555555555</c:v>
                </c:pt>
                <c:pt idx="13593">
                  <c:v>0.45555555555555555</c:v>
                </c:pt>
                <c:pt idx="13594">
                  <c:v>0.45555555555555555</c:v>
                </c:pt>
                <c:pt idx="13595">
                  <c:v>0.45570370370370372</c:v>
                </c:pt>
                <c:pt idx="13596">
                  <c:v>0.45570370370370372</c:v>
                </c:pt>
                <c:pt idx="13597">
                  <c:v>0.45570370370370372</c:v>
                </c:pt>
                <c:pt idx="13598">
                  <c:v>0.45570370370370372</c:v>
                </c:pt>
                <c:pt idx="13599">
                  <c:v>0.45570370370370372</c:v>
                </c:pt>
                <c:pt idx="13600">
                  <c:v>0.45585185185185184</c:v>
                </c:pt>
                <c:pt idx="13601">
                  <c:v>0.45600000000000002</c:v>
                </c:pt>
                <c:pt idx="13602">
                  <c:v>0.45600000000000002</c:v>
                </c:pt>
                <c:pt idx="13603">
                  <c:v>0.45614814814814814</c:v>
                </c:pt>
                <c:pt idx="13604">
                  <c:v>0.45614814814814814</c:v>
                </c:pt>
                <c:pt idx="13605">
                  <c:v>0.45614814814814814</c:v>
                </c:pt>
                <c:pt idx="13606">
                  <c:v>0.45614814814814814</c:v>
                </c:pt>
                <c:pt idx="13607">
                  <c:v>0.45614814814814814</c:v>
                </c:pt>
                <c:pt idx="13608">
                  <c:v>0.45614814814814814</c:v>
                </c:pt>
                <c:pt idx="13609">
                  <c:v>0.45629629629629631</c:v>
                </c:pt>
                <c:pt idx="13610">
                  <c:v>0.45629629629629631</c:v>
                </c:pt>
                <c:pt idx="13611">
                  <c:v>0.45629629629629631</c:v>
                </c:pt>
                <c:pt idx="13612">
                  <c:v>0.45629629629629631</c:v>
                </c:pt>
                <c:pt idx="13613">
                  <c:v>0.45629629629629631</c:v>
                </c:pt>
                <c:pt idx="13614">
                  <c:v>0.45629629629629631</c:v>
                </c:pt>
                <c:pt idx="13615">
                  <c:v>0.45629629629629631</c:v>
                </c:pt>
                <c:pt idx="13616">
                  <c:v>0.45629629629629631</c:v>
                </c:pt>
                <c:pt idx="13617">
                  <c:v>0.45629629629629631</c:v>
                </c:pt>
                <c:pt idx="13618">
                  <c:v>0.45629629629629631</c:v>
                </c:pt>
                <c:pt idx="13619">
                  <c:v>0.45629629629629631</c:v>
                </c:pt>
                <c:pt idx="13620">
                  <c:v>0.45644444444444443</c:v>
                </c:pt>
                <c:pt idx="13621">
                  <c:v>0.45644444444444443</c:v>
                </c:pt>
                <c:pt idx="13622">
                  <c:v>0.45644444444444443</c:v>
                </c:pt>
                <c:pt idx="13623">
                  <c:v>0.45644444444444443</c:v>
                </c:pt>
                <c:pt idx="13624">
                  <c:v>0.45644444444444443</c:v>
                </c:pt>
                <c:pt idx="13625">
                  <c:v>0.45644444444444443</c:v>
                </c:pt>
                <c:pt idx="13626">
                  <c:v>0.45644444444444443</c:v>
                </c:pt>
                <c:pt idx="13627">
                  <c:v>0.45644444444444443</c:v>
                </c:pt>
                <c:pt idx="13628">
                  <c:v>0.45644444444444443</c:v>
                </c:pt>
                <c:pt idx="13629">
                  <c:v>0.45644444444444443</c:v>
                </c:pt>
                <c:pt idx="13630">
                  <c:v>0.45644444444444443</c:v>
                </c:pt>
                <c:pt idx="13631">
                  <c:v>0.45644444444444443</c:v>
                </c:pt>
                <c:pt idx="13632">
                  <c:v>0.45644444444444443</c:v>
                </c:pt>
                <c:pt idx="13633">
                  <c:v>0.45644444444444443</c:v>
                </c:pt>
                <c:pt idx="13634">
                  <c:v>0.45644444444444443</c:v>
                </c:pt>
                <c:pt idx="13635">
                  <c:v>0.45644444444444443</c:v>
                </c:pt>
                <c:pt idx="13636">
                  <c:v>0.45644444444444443</c:v>
                </c:pt>
                <c:pt idx="13637">
                  <c:v>0.45644444444444443</c:v>
                </c:pt>
                <c:pt idx="13638">
                  <c:v>0.45644444444444443</c:v>
                </c:pt>
                <c:pt idx="13639">
                  <c:v>0.45644444444444443</c:v>
                </c:pt>
                <c:pt idx="13640">
                  <c:v>0.45644444444444443</c:v>
                </c:pt>
                <c:pt idx="13641">
                  <c:v>0.45644444444444443</c:v>
                </c:pt>
                <c:pt idx="13642">
                  <c:v>0.45644444444444443</c:v>
                </c:pt>
                <c:pt idx="13643">
                  <c:v>0.45659259259259261</c:v>
                </c:pt>
                <c:pt idx="13644">
                  <c:v>0.45674074074074072</c:v>
                </c:pt>
                <c:pt idx="13645">
                  <c:v>0.45674074074074072</c:v>
                </c:pt>
                <c:pt idx="13646">
                  <c:v>0.45674074074074072</c:v>
                </c:pt>
                <c:pt idx="13647">
                  <c:v>0.45674074074074072</c:v>
                </c:pt>
                <c:pt idx="13648">
                  <c:v>0.45674074074074072</c:v>
                </c:pt>
                <c:pt idx="13649">
                  <c:v>0.45674074074074072</c:v>
                </c:pt>
                <c:pt idx="13650">
                  <c:v>0.45674074074074072</c:v>
                </c:pt>
                <c:pt idx="13651">
                  <c:v>0.45674074074074072</c:v>
                </c:pt>
                <c:pt idx="13652">
                  <c:v>0.4568888888888889</c:v>
                </c:pt>
                <c:pt idx="13653">
                  <c:v>0.4568888888888889</c:v>
                </c:pt>
                <c:pt idx="13654">
                  <c:v>0.4568888888888889</c:v>
                </c:pt>
                <c:pt idx="13655">
                  <c:v>0.45703703703703702</c:v>
                </c:pt>
                <c:pt idx="13656">
                  <c:v>0.45703703703703702</c:v>
                </c:pt>
                <c:pt idx="13657">
                  <c:v>0.45703703703703702</c:v>
                </c:pt>
                <c:pt idx="13658">
                  <c:v>0.45703703703703702</c:v>
                </c:pt>
                <c:pt idx="13659">
                  <c:v>0.45703703703703702</c:v>
                </c:pt>
                <c:pt idx="13660">
                  <c:v>0.45718518518518519</c:v>
                </c:pt>
                <c:pt idx="13661">
                  <c:v>0.45718518518518519</c:v>
                </c:pt>
                <c:pt idx="13662">
                  <c:v>0.45718518518518519</c:v>
                </c:pt>
                <c:pt idx="13663">
                  <c:v>0.45733333333333331</c:v>
                </c:pt>
                <c:pt idx="13664">
                  <c:v>0.45733333333333331</c:v>
                </c:pt>
                <c:pt idx="13665">
                  <c:v>0.45748148148148149</c:v>
                </c:pt>
                <c:pt idx="13666">
                  <c:v>0.45748148148148149</c:v>
                </c:pt>
                <c:pt idx="13667">
                  <c:v>0.45762962962962961</c:v>
                </c:pt>
                <c:pt idx="13668">
                  <c:v>0.45762962962962961</c:v>
                </c:pt>
                <c:pt idx="13669">
                  <c:v>0.45762962962962961</c:v>
                </c:pt>
                <c:pt idx="13670">
                  <c:v>0.45777777777777778</c:v>
                </c:pt>
                <c:pt idx="13671">
                  <c:v>0.45777777777777778</c:v>
                </c:pt>
                <c:pt idx="13672">
                  <c:v>0.45777777777777778</c:v>
                </c:pt>
                <c:pt idx="13673">
                  <c:v>0.45777777777777778</c:v>
                </c:pt>
                <c:pt idx="13674">
                  <c:v>0.45777777777777778</c:v>
                </c:pt>
                <c:pt idx="13675">
                  <c:v>0.45777777777777778</c:v>
                </c:pt>
                <c:pt idx="13676">
                  <c:v>0.45777777777777778</c:v>
                </c:pt>
                <c:pt idx="13677">
                  <c:v>0.45777777777777778</c:v>
                </c:pt>
                <c:pt idx="13678">
                  <c:v>0.45777777777777778</c:v>
                </c:pt>
                <c:pt idx="13679">
                  <c:v>0.45777777777777778</c:v>
                </c:pt>
                <c:pt idx="13680">
                  <c:v>0.45777777777777778</c:v>
                </c:pt>
                <c:pt idx="13681">
                  <c:v>0.4579259259259259</c:v>
                </c:pt>
                <c:pt idx="13682">
                  <c:v>0.4579259259259259</c:v>
                </c:pt>
                <c:pt idx="13683">
                  <c:v>0.4579259259259259</c:v>
                </c:pt>
                <c:pt idx="13684">
                  <c:v>0.4579259259259259</c:v>
                </c:pt>
                <c:pt idx="13685">
                  <c:v>0.45807407407407408</c:v>
                </c:pt>
                <c:pt idx="13686">
                  <c:v>0.45807407407407408</c:v>
                </c:pt>
                <c:pt idx="13687">
                  <c:v>0.45807407407407408</c:v>
                </c:pt>
                <c:pt idx="13688">
                  <c:v>0.45807407407407408</c:v>
                </c:pt>
                <c:pt idx="13689">
                  <c:v>0.45807407407407408</c:v>
                </c:pt>
                <c:pt idx="13690">
                  <c:v>0.45807407407407408</c:v>
                </c:pt>
                <c:pt idx="13691">
                  <c:v>0.4582222222222222</c:v>
                </c:pt>
                <c:pt idx="13692">
                  <c:v>0.4582222222222222</c:v>
                </c:pt>
                <c:pt idx="13693">
                  <c:v>0.4582222222222222</c:v>
                </c:pt>
                <c:pt idx="13694">
                  <c:v>0.4582222222222222</c:v>
                </c:pt>
                <c:pt idx="13695">
                  <c:v>0.4582222222222222</c:v>
                </c:pt>
                <c:pt idx="13696">
                  <c:v>0.4582222222222222</c:v>
                </c:pt>
                <c:pt idx="13697">
                  <c:v>0.4582222222222222</c:v>
                </c:pt>
                <c:pt idx="13698">
                  <c:v>0.4582222222222222</c:v>
                </c:pt>
                <c:pt idx="13699">
                  <c:v>0.45837037037037037</c:v>
                </c:pt>
                <c:pt idx="13700">
                  <c:v>0.45837037037037037</c:v>
                </c:pt>
                <c:pt idx="13701">
                  <c:v>0.45851851851851849</c:v>
                </c:pt>
                <c:pt idx="13702">
                  <c:v>0.45851851851851849</c:v>
                </c:pt>
                <c:pt idx="13703">
                  <c:v>0.45851851851851849</c:v>
                </c:pt>
                <c:pt idx="13704">
                  <c:v>0.45851851851851849</c:v>
                </c:pt>
                <c:pt idx="13705">
                  <c:v>0.45851851851851849</c:v>
                </c:pt>
                <c:pt idx="13706">
                  <c:v>0.45851851851851849</c:v>
                </c:pt>
                <c:pt idx="13707">
                  <c:v>0.45851851851851849</c:v>
                </c:pt>
                <c:pt idx="13708">
                  <c:v>0.45851851851851849</c:v>
                </c:pt>
                <c:pt idx="13709">
                  <c:v>0.45851851851851849</c:v>
                </c:pt>
                <c:pt idx="13710">
                  <c:v>0.45851851851851849</c:v>
                </c:pt>
                <c:pt idx="13711">
                  <c:v>0.45851851851851849</c:v>
                </c:pt>
                <c:pt idx="13712">
                  <c:v>0.45851851851851849</c:v>
                </c:pt>
                <c:pt idx="13713">
                  <c:v>0.45851851851851849</c:v>
                </c:pt>
                <c:pt idx="13714">
                  <c:v>0.45851851851851849</c:v>
                </c:pt>
                <c:pt idx="13715">
                  <c:v>0.45866666666666667</c:v>
                </c:pt>
                <c:pt idx="13716">
                  <c:v>0.45881481481481484</c:v>
                </c:pt>
                <c:pt idx="13717">
                  <c:v>0.45881481481481484</c:v>
                </c:pt>
                <c:pt idx="13718">
                  <c:v>0.45881481481481484</c:v>
                </c:pt>
                <c:pt idx="13719">
                  <c:v>0.45881481481481484</c:v>
                </c:pt>
                <c:pt idx="13720">
                  <c:v>0.45881481481481484</c:v>
                </c:pt>
                <c:pt idx="13721">
                  <c:v>0.45896296296296296</c:v>
                </c:pt>
                <c:pt idx="13722">
                  <c:v>0.45896296296296296</c:v>
                </c:pt>
                <c:pt idx="13723">
                  <c:v>0.45911111111111114</c:v>
                </c:pt>
                <c:pt idx="13724">
                  <c:v>0.45925925925925926</c:v>
                </c:pt>
                <c:pt idx="13725">
                  <c:v>0.45925925925925926</c:v>
                </c:pt>
                <c:pt idx="13726">
                  <c:v>0.45925925925925926</c:v>
                </c:pt>
                <c:pt idx="13727">
                  <c:v>0.45940740740740743</c:v>
                </c:pt>
                <c:pt idx="13728">
                  <c:v>0.45940740740740743</c:v>
                </c:pt>
                <c:pt idx="13729">
                  <c:v>0.45940740740740743</c:v>
                </c:pt>
                <c:pt idx="13730">
                  <c:v>0.45940740740740743</c:v>
                </c:pt>
                <c:pt idx="13731">
                  <c:v>0.45940740740740743</c:v>
                </c:pt>
                <c:pt idx="13732">
                  <c:v>0.45955555555555555</c:v>
                </c:pt>
                <c:pt idx="13733">
                  <c:v>0.45955555555555555</c:v>
                </c:pt>
                <c:pt idx="13734">
                  <c:v>0.45970370370370373</c:v>
                </c:pt>
                <c:pt idx="13735">
                  <c:v>0.45970370370370373</c:v>
                </c:pt>
                <c:pt idx="13736">
                  <c:v>0.45970370370370373</c:v>
                </c:pt>
                <c:pt idx="13737">
                  <c:v>0.45970370370370373</c:v>
                </c:pt>
                <c:pt idx="13738">
                  <c:v>0.45985185185185184</c:v>
                </c:pt>
                <c:pt idx="13739">
                  <c:v>0.46</c:v>
                </c:pt>
                <c:pt idx="13740">
                  <c:v>0.46</c:v>
                </c:pt>
                <c:pt idx="13741">
                  <c:v>0.46</c:v>
                </c:pt>
                <c:pt idx="13742">
                  <c:v>0.46014814814814814</c:v>
                </c:pt>
                <c:pt idx="13743">
                  <c:v>0.46029629629629631</c:v>
                </c:pt>
                <c:pt idx="13744">
                  <c:v>0.46029629629629631</c:v>
                </c:pt>
                <c:pt idx="13745">
                  <c:v>0.46029629629629631</c:v>
                </c:pt>
                <c:pt idx="13746">
                  <c:v>0.46029629629629631</c:v>
                </c:pt>
                <c:pt idx="13747">
                  <c:v>0.46029629629629631</c:v>
                </c:pt>
                <c:pt idx="13748">
                  <c:v>0.46029629629629631</c:v>
                </c:pt>
                <c:pt idx="13749">
                  <c:v>0.46029629629629631</c:v>
                </c:pt>
                <c:pt idx="13750">
                  <c:v>0.46029629629629631</c:v>
                </c:pt>
                <c:pt idx="13751">
                  <c:v>0.46029629629629631</c:v>
                </c:pt>
                <c:pt idx="13752">
                  <c:v>0.46029629629629631</c:v>
                </c:pt>
                <c:pt idx="13753">
                  <c:v>0.46029629629629631</c:v>
                </c:pt>
                <c:pt idx="13754">
                  <c:v>0.46044444444444443</c:v>
                </c:pt>
                <c:pt idx="13755">
                  <c:v>0.46044444444444443</c:v>
                </c:pt>
                <c:pt idx="13756">
                  <c:v>0.46044444444444443</c:v>
                </c:pt>
                <c:pt idx="13757">
                  <c:v>0.46044444444444443</c:v>
                </c:pt>
                <c:pt idx="13758">
                  <c:v>0.46044444444444443</c:v>
                </c:pt>
                <c:pt idx="13759">
                  <c:v>0.46044444444444443</c:v>
                </c:pt>
                <c:pt idx="13760">
                  <c:v>0.46059259259259261</c:v>
                </c:pt>
                <c:pt idx="13761">
                  <c:v>0.46074074074074073</c:v>
                </c:pt>
                <c:pt idx="13762">
                  <c:v>0.46074074074074073</c:v>
                </c:pt>
                <c:pt idx="13763">
                  <c:v>0.4608888888888889</c:v>
                </c:pt>
                <c:pt idx="13764">
                  <c:v>0.4608888888888889</c:v>
                </c:pt>
                <c:pt idx="13765">
                  <c:v>0.4608888888888889</c:v>
                </c:pt>
                <c:pt idx="13766">
                  <c:v>0.4608888888888889</c:v>
                </c:pt>
                <c:pt idx="13767">
                  <c:v>0.4608888888888889</c:v>
                </c:pt>
                <c:pt idx="13768">
                  <c:v>0.46103703703703702</c:v>
                </c:pt>
                <c:pt idx="13769">
                  <c:v>0.46103703703703702</c:v>
                </c:pt>
                <c:pt idx="13770">
                  <c:v>0.46103703703703702</c:v>
                </c:pt>
                <c:pt idx="13771">
                  <c:v>0.46103703703703702</c:v>
                </c:pt>
                <c:pt idx="13772">
                  <c:v>0.46103703703703702</c:v>
                </c:pt>
                <c:pt idx="13773">
                  <c:v>0.46103703703703702</c:v>
                </c:pt>
                <c:pt idx="13774">
                  <c:v>0.46103703703703702</c:v>
                </c:pt>
                <c:pt idx="13775">
                  <c:v>0.46103703703703702</c:v>
                </c:pt>
                <c:pt idx="13776">
                  <c:v>0.46103703703703702</c:v>
                </c:pt>
                <c:pt idx="13777">
                  <c:v>0.46103703703703702</c:v>
                </c:pt>
                <c:pt idx="13778">
                  <c:v>0.4611851851851852</c:v>
                </c:pt>
                <c:pt idx="13779">
                  <c:v>0.4611851851851852</c:v>
                </c:pt>
                <c:pt idx="13780">
                  <c:v>0.4611851851851852</c:v>
                </c:pt>
                <c:pt idx="13781">
                  <c:v>0.4611851851851852</c:v>
                </c:pt>
                <c:pt idx="13782">
                  <c:v>0.4611851851851852</c:v>
                </c:pt>
                <c:pt idx="13783">
                  <c:v>0.4611851851851852</c:v>
                </c:pt>
                <c:pt idx="13784">
                  <c:v>0.4611851851851852</c:v>
                </c:pt>
                <c:pt idx="13785">
                  <c:v>0.4611851851851852</c:v>
                </c:pt>
                <c:pt idx="13786">
                  <c:v>0.46133333333333332</c:v>
                </c:pt>
                <c:pt idx="13787">
                  <c:v>0.46133333333333332</c:v>
                </c:pt>
                <c:pt idx="13788">
                  <c:v>0.46133333333333332</c:v>
                </c:pt>
                <c:pt idx="13789">
                  <c:v>0.46133333333333332</c:v>
                </c:pt>
                <c:pt idx="13790">
                  <c:v>0.46133333333333332</c:v>
                </c:pt>
                <c:pt idx="13791">
                  <c:v>0.46148148148148149</c:v>
                </c:pt>
                <c:pt idx="13792">
                  <c:v>0.46148148148148149</c:v>
                </c:pt>
                <c:pt idx="13793">
                  <c:v>0.46148148148148149</c:v>
                </c:pt>
                <c:pt idx="13794">
                  <c:v>0.46148148148148149</c:v>
                </c:pt>
                <c:pt idx="13795">
                  <c:v>0.46148148148148149</c:v>
                </c:pt>
                <c:pt idx="13796">
                  <c:v>0.46148148148148149</c:v>
                </c:pt>
                <c:pt idx="13797">
                  <c:v>0.46148148148148149</c:v>
                </c:pt>
                <c:pt idx="13798">
                  <c:v>0.46148148148148149</c:v>
                </c:pt>
                <c:pt idx="13799">
                  <c:v>0.46148148148148149</c:v>
                </c:pt>
                <c:pt idx="13800">
                  <c:v>0.46162962962962961</c:v>
                </c:pt>
                <c:pt idx="13801">
                  <c:v>0.46162962962962961</c:v>
                </c:pt>
                <c:pt idx="13802">
                  <c:v>0.46177777777777779</c:v>
                </c:pt>
                <c:pt idx="13803">
                  <c:v>0.46192592592592591</c:v>
                </c:pt>
                <c:pt idx="13804">
                  <c:v>0.46192592592592591</c:v>
                </c:pt>
                <c:pt idx="13805">
                  <c:v>0.46207407407407408</c:v>
                </c:pt>
                <c:pt idx="13806">
                  <c:v>0.46207407407407408</c:v>
                </c:pt>
                <c:pt idx="13807">
                  <c:v>0.46207407407407408</c:v>
                </c:pt>
                <c:pt idx="13808">
                  <c:v>0.46207407407407408</c:v>
                </c:pt>
                <c:pt idx="13809">
                  <c:v>0.46207407407407408</c:v>
                </c:pt>
                <c:pt idx="13810">
                  <c:v>0.4622222222222222</c:v>
                </c:pt>
                <c:pt idx="13811">
                  <c:v>0.4622222222222222</c:v>
                </c:pt>
                <c:pt idx="13812">
                  <c:v>0.4622222222222222</c:v>
                </c:pt>
                <c:pt idx="13813">
                  <c:v>0.4622222222222222</c:v>
                </c:pt>
                <c:pt idx="13814">
                  <c:v>0.4622222222222222</c:v>
                </c:pt>
                <c:pt idx="13815">
                  <c:v>0.4622222222222222</c:v>
                </c:pt>
                <c:pt idx="13816">
                  <c:v>0.4622222222222222</c:v>
                </c:pt>
                <c:pt idx="13817">
                  <c:v>0.4622222222222222</c:v>
                </c:pt>
                <c:pt idx="13818">
                  <c:v>0.46237037037037038</c:v>
                </c:pt>
                <c:pt idx="13819">
                  <c:v>0.46237037037037038</c:v>
                </c:pt>
                <c:pt idx="13820">
                  <c:v>0.4625185185185185</c:v>
                </c:pt>
                <c:pt idx="13821">
                  <c:v>0.4625185185185185</c:v>
                </c:pt>
                <c:pt idx="13822">
                  <c:v>0.46266666666666667</c:v>
                </c:pt>
                <c:pt idx="13823">
                  <c:v>0.46266666666666667</c:v>
                </c:pt>
                <c:pt idx="13824">
                  <c:v>0.46266666666666667</c:v>
                </c:pt>
                <c:pt idx="13825">
                  <c:v>0.46281481481481479</c:v>
                </c:pt>
                <c:pt idx="13826">
                  <c:v>0.46296296296296297</c:v>
                </c:pt>
                <c:pt idx="13827">
                  <c:v>0.46311111111111108</c:v>
                </c:pt>
                <c:pt idx="13828">
                  <c:v>0.46325925925925926</c:v>
                </c:pt>
                <c:pt idx="13829">
                  <c:v>0.46325925925925926</c:v>
                </c:pt>
                <c:pt idx="13830">
                  <c:v>0.46325925925925926</c:v>
                </c:pt>
                <c:pt idx="13831">
                  <c:v>0.46340740740740743</c:v>
                </c:pt>
                <c:pt idx="13832">
                  <c:v>0.46340740740740743</c:v>
                </c:pt>
                <c:pt idx="13833">
                  <c:v>0.46340740740740743</c:v>
                </c:pt>
                <c:pt idx="13834">
                  <c:v>0.46355555555555555</c:v>
                </c:pt>
                <c:pt idx="13835">
                  <c:v>0.46355555555555555</c:v>
                </c:pt>
                <c:pt idx="13836">
                  <c:v>0.46355555555555555</c:v>
                </c:pt>
                <c:pt idx="13837">
                  <c:v>0.46355555555555555</c:v>
                </c:pt>
                <c:pt idx="13838">
                  <c:v>0.46355555555555555</c:v>
                </c:pt>
                <c:pt idx="13839">
                  <c:v>0.46355555555555555</c:v>
                </c:pt>
                <c:pt idx="13840">
                  <c:v>0.46370370370370373</c:v>
                </c:pt>
                <c:pt idx="13841">
                  <c:v>0.46370370370370373</c:v>
                </c:pt>
                <c:pt idx="13842">
                  <c:v>0.46370370370370373</c:v>
                </c:pt>
                <c:pt idx="13843">
                  <c:v>0.46385185185185185</c:v>
                </c:pt>
                <c:pt idx="13844">
                  <c:v>0.46385185185185185</c:v>
                </c:pt>
                <c:pt idx="13845">
                  <c:v>0.46385185185185185</c:v>
                </c:pt>
                <c:pt idx="13846">
                  <c:v>0.46385185185185185</c:v>
                </c:pt>
                <c:pt idx="13847">
                  <c:v>0.46385185185185185</c:v>
                </c:pt>
                <c:pt idx="13848">
                  <c:v>0.46385185185185185</c:v>
                </c:pt>
                <c:pt idx="13849">
                  <c:v>0.46385185185185185</c:v>
                </c:pt>
                <c:pt idx="13850">
                  <c:v>0.46400000000000002</c:v>
                </c:pt>
                <c:pt idx="13851">
                  <c:v>0.46414814814814814</c:v>
                </c:pt>
                <c:pt idx="13852">
                  <c:v>0.46414814814814814</c:v>
                </c:pt>
                <c:pt idx="13853">
                  <c:v>0.46414814814814814</c:v>
                </c:pt>
                <c:pt idx="13854">
                  <c:v>0.46414814814814814</c:v>
                </c:pt>
                <c:pt idx="13855">
                  <c:v>0.46429629629629632</c:v>
                </c:pt>
                <c:pt idx="13856">
                  <c:v>0.46429629629629632</c:v>
                </c:pt>
                <c:pt idx="13857">
                  <c:v>0.46429629629629632</c:v>
                </c:pt>
                <c:pt idx="13858">
                  <c:v>0.46429629629629632</c:v>
                </c:pt>
                <c:pt idx="13859">
                  <c:v>0.46444444444444444</c:v>
                </c:pt>
                <c:pt idx="13860">
                  <c:v>0.46444444444444444</c:v>
                </c:pt>
                <c:pt idx="13861">
                  <c:v>0.46459259259259261</c:v>
                </c:pt>
                <c:pt idx="13862">
                  <c:v>0.46459259259259261</c:v>
                </c:pt>
                <c:pt idx="13863">
                  <c:v>0.46459259259259261</c:v>
                </c:pt>
                <c:pt idx="13864">
                  <c:v>0.46459259259259261</c:v>
                </c:pt>
                <c:pt idx="13865">
                  <c:v>0.46474074074074073</c:v>
                </c:pt>
                <c:pt idx="13866">
                  <c:v>0.46488888888888891</c:v>
                </c:pt>
                <c:pt idx="13867">
                  <c:v>0.46488888888888891</c:v>
                </c:pt>
                <c:pt idx="13868">
                  <c:v>0.46488888888888891</c:v>
                </c:pt>
                <c:pt idx="13869">
                  <c:v>0.46488888888888891</c:v>
                </c:pt>
                <c:pt idx="13870">
                  <c:v>0.46503703703703703</c:v>
                </c:pt>
                <c:pt idx="13871">
                  <c:v>0.46503703703703703</c:v>
                </c:pt>
                <c:pt idx="13872">
                  <c:v>0.4651851851851852</c:v>
                </c:pt>
                <c:pt idx="13873">
                  <c:v>0.4651851851851852</c:v>
                </c:pt>
                <c:pt idx="13874">
                  <c:v>0.46533333333333332</c:v>
                </c:pt>
                <c:pt idx="13875">
                  <c:v>0.46533333333333332</c:v>
                </c:pt>
                <c:pt idx="13876">
                  <c:v>0.46533333333333332</c:v>
                </c:pt>
                <c:pt idx="13877">
                  <c:v>0.4654814814814815</c:v>
                </c:pt>
                <c:pt idx="13878">
                  <c:v>0.4654814814814815</c:v>
                </c:pt>
                <c:pt idx="13879">
                  <c:v>0.4654814814814815</c:v>
                </c:pt>
                <c:pt idx="13880">
                  <c:v>0.46562962962962962</c:v>
                </c:pt>
                <c:pt idx="13881">
                  <c:v>0.46562962962962962</c:v>
                </c:pt>
                <c:pt idx="13882">
                  <c:v>0.46562962962962962</c:v>
                </c:pt>
                <c:pt idx="13883">
                  <c:v>0.46562962962962962</c:v>
                </c:pt>
                <c:pt idx="13884">
                  <c:v>0.46562962962962962</c:v>
                </c:pt>
                <c:pt idx="13885">
                  <c:v>0.46562962962962962</c:v>
                </c:pt>
                <c:pt idx="13886">
                  <c:v>0.46562962962962962</c:v>
                </c:pt>
                <c:pt idx="13887">
                  <c:v>0.46562962962962962</c:v>
                </c:pt>
                <c:pt idx="13888">
                  <c:v>0.46562962962962962</c:v>
                </c:pt>
                <c:pt idx="13889">
                  <c:v>0.46562962962962962</c:v>
                </c:pt>
                <c:pt idx="13890">
                  <c:v>0.46562962962962962</c:v>
                </c:pt>
                <c:pt idx="13891">
                  <c:v>0.46562962962962962</c:v>
                </c:pt>
                <c:pt idx="13892">
                  <c:v>0.46577777777777779</c:v>
                </c:pt>
                <c:pt idx="13893">
                  <c:v>0.46577777777777779</c:v>
                </c:pt>
                <c:pt idx="13894">
                  <c:v>0.46577777777777779</c:v>
                </c:pt>
                <c:pt idx="13895">
                  <c:v>0.46577777777777779</c:v>
                </c:pt>
                <c:pt idx="13896">
                  <c:v>0.46577777777777779</c:v>
                </c:pt>
                <c:pt idx="13897">
                  <c:v>0.46592592592592591</c:v>
                </c:pt>
                <c:pt idx="13898">
                  <c:v>0.46592592592592591</c:v>
                </c:pt>
                <c:pt idx="13899">
                  <c:v>0.46607407407407409</c:v>
                </c:pt>
                <c:pt idx="13900">
                  <c:v>0.46607407407407409</c:v>
                </c:pt>
                <c:pt idx="13901">
                  <c:v>0.4662222222222222</c:v>
                </c:pt>
                <c:pt idx="13902">
                  <c:v>0.4662222222222222</c:v>
                </c:pt>
                <c:pt idx="13903">
                  <c:v>0.4662222222222222</c:v>
                </c:pt>
                <c:pt idx="13904">
                  <c:v>0.4662222222222222</c:v>
                </c:pt>
                <c:pt idx="13905">
                  <c:v>0.4662222222222222</c:v>
                </c:pt>
                <c:pt idx="13906">
                  <c:v>0.46637037037037038</c:v>
                </c:pt>
                <c:pt idx="13907">
                  <c:v>0.4665185185185185</c:v>
                </c:pt>
                <c:pt idx="13908">
                  <c:v>0.4665185185185185</c:v>
                </c:pt>
                <c:pt idx="13909">
                  <c:v>0.4665185185185185</c:v>
                </c:pt>
                <c:pt idx="13910">
                  <c:v>0.46666666666666667</c:v>
                </c:pt>
                <c:pt idx="13911">
                  <c:v>0.46681481481481479</c:v>
                </c:pt>
                <c:pt idx="13912">
                  <c:v>0.46681481481481479</c:v>
                </c:pt>
                <c:pt idx="13913">
                  <c:v>0.46681481481481479</c:v>
                </c:pt>
                <c:pt idx="13914">
                  <c:v>0.46681481481481479</c:v>
                </c:pt>
                <c:pt idx="13915">
                  <c:v>0.46681481481481479</c:v>
                </c:pt>
                <c:pt idx="13916">
                  <c:v>0.46681481481481479</c:v>
                </c:pt>
                <c:pt idx="13917">
                  <c:v>0.46681481481481479</c:v>
                </c:pt>
                <c:pt idx="13918">
                  <c:v>0.46696296296296297</c:v>
                </c:pt>
                <c:pt idx="13919">
                  <c:v>0.46711111111111109</c:v>
                </c:pt>
                <c:pt idx="13920">
                  <c:v>0.46711111111111109</c:v>
                </c:pt>
                <c:pt idx="13921">
                  <c:v>0.46711111111111109</c:v>
                </c:pt>
                <c:pt idx="13922">
                  <c:v>0.46711111111111109</c:v>
                </c:pt>
                <c:pt idx="13923">
                  <c:v>0.46711111111111109</c:v>
                </c:pt>
                <c:pt idx="13924">
                  <c:v>0.46711111111111109</c:v>
                </c:pt>
                <c:pt idx="13925">
                  <c:v>0.46725925925925926</c:v>
                </c:pt>
                <c:pt idx="13926">
                  <c:v>0.46725925925925926</c:v>
                </c:pt>
                <c:pt idx="13927">
                  <c:v>0.46725925925925926</c:v>
                </c:pt>
                <c:pt idx="13928">
                  <c:v>0.46740740740740738</c:v>
                </c:pt>
                <c:pt idx="13929">
                  <c:v>0.46740740740740738</c:v>
                </c:pt>
                <c:pt idx="13930">
                  <c:v>0.46740740740740738</c:v>
                </c:pt>
                <c:pt idx="13931">
                  <c:v>0.46755555555555556</c:v>
                </c:pt>
                <c:pt idx="13932">
                  <c:v>0.46755555555555556</c:v>
                </c:pt>
                <c:pt idx="13933">
                  <c:v>0.46755555555555556</c:v>
                </c:pt>
                <c:pt idx="13934">
                  <c:v>0.46755555555555556</c:v>
                </c:pt>
                <c:pt idx="13935">
                  <c:v>0.46755555555555556</c:v>
                </c:pt>
                <c:pt idx="13936">
                  <c:v>0.46770370370370368</c:v>
                </c:pt>
                <c:pt idx="13937">
                  <c:v>0.46770370370370368</c:v>
                </c:pt>
                <c:pt idx="13938">
                  <c:v>0.46770370370370368</c:v>
                </c:pt>
                <c:pt idx="13939">
                  <c:v>0.46770370370370368</c:v>
                </c:pt>
                <c:pt idx="13940">
                  <c:v>0.46770370370370368</c:v>
                </c:pt>
                <c:pt idx="13941">
                  <c:v>0.46785185185185185</c:v>
                </c:pt>
                <c:pt idx="13942">
                  <c:v>0.46800000000000003</c:v>
                </c:pt>
                <c:pt idx="13943">
                  <c:v>0.46814814814814815</c:v>
                </c:pt>
                <c:pt idx="13944">
                  <c:v>0.46814814814814815</c:v>
                </c:pt>
                <c:pt idx="13945">
                  <c:v>0.46814814814814815</c:v>
                </c:pt>
                <c:pt idx="13946">
                  <c:v>0.46814814814814815</c:v>
                </c:pt>
                <c:pt idx="13947">
                  <c:v>0.46814814814814815</c:v>
                </c:pt>
                <c:pt idx="13948">
                  <c:v>0.46814814814814815</c:v>
                </c:pt>
                <c:pt idx="13949">
                  <c:v>0.46814814814814815</c:v>
                </c:pt>
                <c:pt idx="13950">
                  <c:v>0.46814814814814815</c:v>
                </c:pt>
                <c:pt idx="13951">
                  <c:v>0.46829629629629632</c:v>
                </c:pt>
                <c:pt idx="13952">
                  <c:v>0.46829629629629632</c:v>
                </c:pt>
                <c:pt idx="13953">
                  <c:v>0.46829629629629632</c:v>
                </c:pt>
                <c:pt idx="13954">
                  <c:v>0.46829629629629632</c:v>
                </c:pt>
                <c:pt idx="13955">
                  <c:v>0.46844444444444444</c:v>
                </c:pt>
                <c:pt idx="13956">
                  <c:v>0.46844444444444444</c:v>
                </c:pt>
                <c:pt idx="13957">
                  <c:v>0.46844444444444444</c:v>
                </c:pt>
                <c:pt idx="13958">
                  <c:v>0.46844444444444444</c:v>
                </c:pt>
                <c:pt idx="13959">
                  <c:v>0.46844444444444444</c:v>
                </c:pt>
                <c:pt idx="13960">
                  <c:v>0.46844444444444444</c:v>
                </c:pt>
                <c:pt idx="13961">
                  <c:v>0.46844444444444444</c:v>
                </c:pt>
                <c:pt idx="13962">
                  <c:v>0.46844444444444444</c:v>
                </c:pt>
                <c:pt idx="13963">
                  <c:v>0.46844444444444444</c:v>
                </c:pt>
                <c:pt idx="13964">
                  <c:v>0.46844444444444444</c:v>
                </c:pt>
                <c:pt idx="13965">
                  <c:v>0.46844444444444444</c:v>
                </c:pt>
                <c:pt idx="13966">
                  <c:v>0.46844444444444444</c:v>
                </c:pt>
                <c:pt idx="13967">
                  <c:v>0.46844444444444444</c:v>
                </c:pt>
                <c:pt idx="13968">
                  <c:v>0.46844444444444444</c:v>
                </c:pt>
                <c:pt idx="13969">
                  <c:v>0.46859259259259262</c:v>
                </c:pt>
                <c:pt idx="13970">
                  <c:v>0.46859259259259262</c:v>
                </c:pt>
                <c:pt idx="13971">
                  <c:v>0.46859259259259262</c:v>
                </c:pt>
                <c:pt idx="13972">
                  <c:v>0.46859259259259262</c:v>
                </c:pt>
                <c:pt idx="13973">
                  <c:v>0.46859259259259262</c:v>
                </c:pt>
                <c:pt idx="13974">
                  <c:v>0.46874074074074074</c:v>
                </c:pt>
                <c:pt idx="13975">
                  <c:v>0.46888888888888891</c:v>
                </c:pt>
                <c:pt idx="13976">
                  <c:v>0.46903703703703703</c:v>
                </c:pt>
                <c:pt idx="13977">
                  <c:v>0.46903703703703703</c:v>
                </c:pt>
                <c:pt idx="13978">
                  <c:v>0.46903703703703703</c:v>
                </c:pt>
                <c:pt idx="13979">
                  <c:v>0.46903703703703703</c:v>
                </c:pt>
                <c:pt idx="13980">
                  <c:v>0.46903703703703703</c:v>
                </c:pt>
                <c:pt idx="13981">
                  <c:v>0.46903703703703703</c:v>
                </c:pt>
                <c:pt idx="13982">
                  <c:v>0.46903703703703703</c:v>
                </c:pt>
                <c:pt idx="13983">
                  <c:v>0.46903703703703703</c:v>
                </c:pt>
                <c:pt idx="13984">
                  <c:v>0.46903703703703703</c:v>
                </c:pt>
                <c:pt idx="13985">
                  <c:v>0.46903703703703703</c:v>
                </c:pt>
                <c:pt idx="13986">
                  <c:v>0.46903703703703703</c:v>
                </c:pt>
                <c:pt idx="13987">
                  <c:v>0.46918518518518521</c:v>
                </c:pt>
                <c:pt idx="13988">
                  <c:v>0.46918518518518521</c:v>
                </c:pt>
                <c:pt idx="13989">
                  <c:v>0.46918518518518521</c:v>
                </c:pt>
                <c:pt idx="13990">
                  <c:v>0.46933333333333332</c:v>
                </c:pt>
                <c:pt idx="13991">
                  <c:v>0.46933333333333332</c:v>
                </c:pt>
                <c:pt idx="13992">
                  <c:v>0.46933333333333332</c:v>
                </c:pt>
                <c:pt idx="13993">
                  <c:v>0.46933333333333332</c:v>
                </c:pt>
                <c:pt idx="13994">
                  <c:v>0.4694814814814815</c:v>
                </c:pt>
                <c:pt idx="13995">
                  <c:v>0.4694814814814815</c:v>
                </c:pt>
                <c:pt idx="13996">
                  <c:v>0.46962962962962962</c:v>
                </c:pt>
                <c:pt idx="13997">
                  <c:v>0.46962962962962962</c:v>
                </c:pt>
                <c:pt idx="13998">
                  <c:v>0.46962962962962962</c:v>
                </c:pt>
                <c:pt idx="13999">
                  <c:v>0.46962962962962962</c:v>
                </c:pt>
                <c:pt idx="14000">
                  <c:v>0.46962962962962962</c:v>
                </c:pt>
                <c:pt idx="14001">
                  <c:v>0.46962962962962962</c:v>
                </c:pt>
                <c:pt idx="14002">
                  <c:v>0.46977777777777779</c:v>
                </c:pt>
                <c:pt idx="14003">
                  <c:v>0.46992592592592591</c:v>
                </c:pt>
                <c:pt idx="14004">
                  <c:v>0.46992592592592591</c:v>
                </c:pt>
                <c:pt idx="14005">
                  <c:v>0.46992592592592591</c:v>
                </c:pt>
                <c:pt idx="14006">
                  <c:v>0.46992592592592591</c:v>
                </c:pt>
                <c:pt idx="14007">
                  <c:v>0.46992592592592591</c:v>
                </c:pt>
                <c:pt idx="14008">
                  <c:v>0.46992592592592591</c:v>
                </c:pt>
                <c:pt idx="14009">
                  <c:v>0.47007407407407409</c:v>
                </c:pt>
                <c:pt idx="14010">
                  <c:v>0.47007407407407409</c:v>
                </c:pt>
                <c:pt idx="14011">
                  <c:v>0.47007407407407409</c:v>
                </c:pt>
                <c:pt idx="14012">
                  <c:v>0.47007407407407409</c:v>
                </c:pt>
                <c:pt idx="14013">
                  <c:v>0.47022222222222221</c:v>
                </c:pt>
                <c:pt idx="14014">
                  <c:v>0.47022222222222221</c:v>
                </c:pt>
                <c:pt idx="14015">
                  <c:v>0.47022222222222221</c:v>
                </c:pt>
                <c:pt idx="14016">
                  <c:v>0.47022222222222221</c:v>
                </c:pt>
                <c:pt idx="14017">
                  <c:v>0.47022222222222221</c:v>
                </c:pt>
                <c:pt idx="14018">
                  <c:v>0.47022222222222221</c:v>
                </c:pt>
                <c:pt idx="14019">
                  <c:v>0.47037037037037038</c:v>
                </c:pt>
                <c:pt idx="14020">
                  <c:v>0.47037037037037038</c:v>
                </c:pt>
                <c:pt idx="14021">
                  <c:v>0.47037037037037038</c:v>
                </c:pt>
                <c:pt idx="14022">
                  <c:v>0.47037037037037038</c:v>
                </c:pt>
                <c:pt idx="14023">
                  <c:v>0.47037037037037038</c:v>
                </c:pt>
                <c:pt idx="14024">
                  <c:v>0.47037037037037038</c:v>
                </c:pt>
                <c:pt idx="14025">
                  <c:v>0.47037037037037038</c:v>
                </c:pt>
                <c:pt idx="14026">
                  <c:v>0.47037037037037038</c:v>
                </c:pt>
                <c:pt idx="14027">
                  <c:v>0.47037037037037038</c:v>
                </c:pt>
                <c:pt idx="14028">
                  <c:v>0.4705185185185185</c:v>
                </c:pt>
                <c:pt idx="14029">
                  <c:v>0.4705185185185185</c:v>
                </c:pt>
                <c:pt idx="14030">
                  <c:v>0.4705185185185185</c:v>
                </c:pt>
                <c:pt idx="14031">
                  <c:v>0.47066666666666668</c:v>
                </c:pt>
                <c:pt idx="14032">
                  <c:v>0.47066666666666668</c:v>
                </c:pt>
                <c:pt idx="14033">
                  <c:v>0.47066666666666668</c:v>
                </c:pt>
                <c:pt idx="14034">
                  <c:v>0.47066666666666668</c:v>
                </c:pt>
                <c:pt idx="14035">
                  <c:v>0.4708148148148148</c:v>
                </c:pt>
                <c:pt idx="14036">
                  <c:v>0.4708148148148148</c:v>
                </c:pt>
                <c:pt idx="14037">
                  <c:v>0.4708148148148148</c:v>
                </c:pt>
                <c:pt idx="14038">
                  <c:v>0.4708148148148148</c:v>
                </c:pt>
                <c:pt idx="14039">
                  <c:v>0.4708148148148148</c:v>
                </c:pt>
                <c:pt idx="14040">
                  <c:v>0.4708148148148148</c:v>
                </c:pt>
                <c:pt idx="14041">
                  <c:v>0.47096296296296297</c:v>
                </c:pt>
                <c:pt idx="14042">
                  <c:v>0.47096296296296297</c:v>
                </c:pt>
                <c:pt idx="14043">
                  <c:v>0.47096296296296297</c:v>
                </c:pt>
                <c:pt idx="14044">
                  <c:v>0.47111111111111109</c:v>
                </c:pt>
                <c:pt idx="14045">
                  <c:v>0.47111111111111109</c:v>
                </c:pt>
                <c:pt idx="14046">
                  <c:v>0.47111111111111109</c:v>
                </c:pt>
                <c:pt idx="14047">
                  <c:v>0.47125925925925927</c:v>
                </c:pt>
                <c:pt idx="14048">
                  <c:v>0.47140740740740739</c:v>
                </c:pt>
                <c:pt idx="14049">
                  <c:v>0.47140740740740739</c:v>
                </c:pt>
                <c:pt idx="14050">
                  <c:v>0.47140740740740739</c:v>
                </c:pt>
                <c:pt idx="14051">
                  <c:v>0.47140740740740739</c:v>
                </c:pt>
                <c:pt idx="14052">
                  <c:v>0.47155555555555556</c:v>
                </c:pt>
                <c:pt idx="14053">
                  <c:v>0.47155555555555556</c:v>
                </c:pt>
                <c:pt idx="14054">
                  <c:v>0.47155555555555556</c:v>
                </c:pt>
                <c:pt idx="14055">
                  <c:v>0.47155555555555556</c:v>
                </c:pt>
                <c:pt idx="14056">
                  <c:v>0.47155555555555556</c:v>
                </c:pt>
                <c:pt idx="14057">
                  <c:v>0.47155555555555556</c:v>
                </c:pt>
                <c:pt idx="14058">
                  <c:v>0.47155555555555556</c:v>
                </c:pt>
                <c:pt idx="14059">
                  <c:v>0.47155555555555556</c:v>
                </c:pt>
                <c:pt idx="14060">
                  <c:v>0.47170370370370368</c:v>
                </c:pt>
                <c:pt idx="14061">
                  <c:v>0.47185185185185186</c:v>
                </c:pt>
                <c:pt idx="14062">
                  <c:v>0.47185185185185186</c:v>
                </c:pt>
                <c:pt idx="14063">
                  <c:v>0.47185185185185186</c:v>
                </c:pt>
                <c:pt idx="14064">
                  <c:v>0.47185185185185186</c:v>
                </c:pt>
                <c:pt idx="14065">
                  <c:v>0.47185185185185186</c:v>
                </c:pt>
                <c:pt idx="14066">
                  <c:v>0.47185185185185186</c:v>
                </c:pt>
                <c:pt idx="14067">
                  <c:v>0.47199999999999998</c:v>
                </c:pt>
                <c:pt idx="14068">
                  <c:v>0.47199999999999998</c:v>
                </c:pt>
                <c:pt idx="14069">
                  <c:v>0.47199999999999998</c:v>
                </c:pt>
                <c:pt idx="14070">
                  <c:v>0.47199999999999998</c:v>
                </c:pt>
                <c:pt idx="14071">
                  <c:v>0.47199999999999998</c:v>
                </c:pt>
                <c:pt idx="14072">
                  <c:v>0.47199999999999998</c:v>
                </c:pt>
                <c:pt idx="14073">
                  <c:v>0.47199999999999998</c:v>
                </c:pt>
                <c:pt idx="14074">
                  <c:v>0.47199999999999998</c:v>
                </c:pt>
                <c:pt idx="14075">
                  <c:v>0.47214814814814815</c:v>
                </c:pt>
                <c:pt idx="14076">
                  <c:v>0.47214814814814815</c:v>
                </c:pt>
                <c:pt idx="14077">
                  <c:v>0.47214814814814815</c:v>
                </c:pt>
                <c:pt idx="14078">
                  <c:v>0.47214814814814815</c:v>
                </c:pt>
                <c:pt idx="14079">
                  <c:v>0.47214814814814815</c:v>
                </c:pt>
                <c:pt idx="14080">
                  <c:v>0.47214814814814815</c:v>
                </c:pt>
                <c:pt idx="14081">
                  <c:v>0.47214814814814815</c:v>
                </c:pt>
                <c:pt idx="14082">
                  <c:v>0.47229629629629627</c:v>
                </c:pt>
                <c:pt idx="14083">
                  <c:v>0.47244444444444444</c:v>
                </c:pt>
                <c:pt idx="14084">
                  <c:v>0.47259259259259262</c:v>
                </c:pt>
                <c:pt idx="14085">
                  <c:v>0.47259259259259262</c:v>
                </c:pt>
                <c:pt idx="14086">
                  <c:v>0.47259259259259262</c:v>
                </c:pt>
                <c:pt idx="14087">
                  <c:v>0.47259259259259262</c:v>
                </c:pt>
                <c:pt idx="14088">
                  <c:v>0.47259259259259262</c:v>
                </c:pt>
                <c:pt idx="14089">
                  <c:v>0.47259259259259262</c:v>
                </c:pt>
                <c:pt idx="14090">
                  <c:v>0.47274074074074074</c:v>
                </c:pt>
                <c:pt idx="14091">
                  <c:v>0.47274074074074074</c:v>
                </c:pt>
                <c:pt idx="14092">
                  <c:v>0.47274074074074074</c:v>
                </c:pt>
                <c:pt idx="14093">
                  <c:v>0.47274074074074074</c:v>
                </c:pt>
                <c:pt idx="14094">
                  <c:v>0.47288888888888891</c:v>
                </c:pt>
                <c:pt idx="14095">
                  <c:v>0.47288888888888891</c:v>
                </c:pt>
                <c:pt idx="14096">
                  <c:v>0.47303703703703703</c:v>
                </c:pt>
                <c:pt idx="14097">
                  <c:v>0.47303703703703703</c:v>
                </c:pt>
                <c:pt idx="14098">
                  <c:v>0.47303703703703703</c:v>
                </c:pt>
                <c:pt idx="14099">
                  <c:v>0.47303703703703703</c:v>
                </c:pt>
                <c:pt idx="14100">
                  <c:v>0.47303703703703703</c:v>
                </c:pt>
                <c:pt idx="14101">
                  <c:v>0.47318518518518521</c:v>
                </c:pt>
                <c:pt idx="14102">
                  <c:v>0.47318518518518521</c:v>
                </c:pt>
                <c:pt idx="14103">
                  <c:v>0.47318518518518521</c:v>
                </c:pt>
                <c:pt idx="14104">
                  <c:v>0.47333333333333333</c:v>
                </c:pt>
                <c:pt idx="14105">
                  <c:v>0.4734814814814815</c:v>
                </c:pt>
                <c:pt idx="14106">
                  <c:v>0.47362962962962962</c:v>
                </c:pt>
                <c:pt idx="14107">
                  <c:v>0.4737777777777778</c:v>
                </c:pt>
                <c:pt idx="14108">
                  <c:v>0.4737777777777778</c:v>
                </c:pt>
                <c:pt idx="14109">
                  <c:v>0.4737777777777778</c:v>
                </c:pt>
                <c:pt idx="14110">
                  <c:v>0.4737777777777778</c:v>
                </c:pt>
                <c:pt idx="14111">
                  <c:v>0.4737777777777778</c:v>
                </c:pt>
                <c:pt idx="14112">
                  <c:v>0.4737777777777778</c:v>
                </c:pt>
                <c:pt idx="14113">
                  <c:v>0.4737777777777778</c:v>
                </c:pt>
                <c:pt idx="14114">
                  <c:v>0.4737777777777778</c:v>
                </c:pt>
                <c:pt idx="14115">
                  <c:v>0.4737777777777778</c:v>
                </c:pt>
                <c:pt idx="14116">
                  <c:v>0.47392592592592592</c:v>
                </c:pt>
                <c:pt idx="14117">
                  <c:v>0.47392592592592592</c:v>
                </c:pt>
                <c:pt idx="14118">
                  <c:v>0.47407407407407409</c:v>
                </c:pt>
                <c:pt idx="14119">
                  <c:v>0.47407407407407409</c:v>
                </c:pt>
                <c:pt idx="14120">
                  <c:v>0.47407407407407409</c:v>
                </c:pt>
                <c:pt idx="14121">
                  <c:v>0.47407407407407409</c:v>
                </c:pt>
                <c:pt idx="14122">
                  <c:v>0.47407407407407409</c:v>
                </c:pt>
                <c:pt idx="14123">
                  <c:v>0.47422222222222221</c:v>
                </c:pt>
                <c:pt idx="14124">
                  <c:v>0.47422222222222221</c:v>
                </c:pt>
                <c:pt idx="14125">
                  <c:v>0.47437037037037039</c:v>
                </c:pt>
                <c:pt idx="14126">
                  <c:v>0.47437037037037039</c:v>
                </c:pt>
                <c:pt idx="14127">
                  <c:v>0.47437037037037039</c:v>
                </c:pt>
                <c:pt idx="14128">
                  <c:v>0.47437037037037039</c:v>
                </c:pt>
                <c:pt idx="14129">
                  <c:v>0.47437037037037039</c:v>
                </c:pt>
                <c:pt idx="14130">
                  <c:v>0.47437037037037039</c:v>
                </c:pt>
                <c:pt idx="14131">
                  <c:v>0.47437037037037039</c:v>
                </c:pt>
                <c:pt idx="14132">
                  <c:v>0.47437037037037039</c:v>
                </c:pt>
                <c:pt idx="14133">
                  <c:v>0.47437037037037039</c:v>
                </c:pt>
                <c:pt idx="14134">
                  <c:v>0.47437037037037039</c:v>
                </c:pt>
                <c:pt idx="14135">
                  <c:v>0.47437037037037039</c:v>
                </c:pt>
                <c:pt idx="14136">
                  <c:v>0.47437037037037039</c:v>
                </c:pt>
                <c:pt idx="14137">
                  <c:v>0.47437037037037039</c:v>
                </c:pt>
                <c:pt idx="14138">
                  <c:v>0.47437037037037039</c:v>
                </c:pt>
                <c:pt idx="14139">
                  <c:v>0.47451851851851851</c:v>
                </c:pt>
                <c:pt idx="14140">
                  <c:v>0.47466666666666668</c:v>
                </c:pt>
                <c:pt idx="14141">
                  <c:v>0.47466666666666668</c:v>
                </c:pt>
                <c:pt idx="14142">
                  <c:v>0.4748148148148148</c:v>
                </c:pt>
                <c:pt idx="14143">
                  <c:v>0.4748148148148148</c:v>
                </c:pt>
                <c:pt idx="14144">
                  <c:v>0.4748148148148148</c:v>
                </c:pt>
                <c:pt idx="14145">
                  <c:v>0.4748148148148148</c:v>
                </c:pt>
                <c:pt idx="14146">
                  <c:v>0.47496296296296298</c:v>
                </c:pt>
                <c:pt idx="14147">
                  <c:v>0.47496296296296298</c:v>
                </c:pt>
                <c:pt idx="14148">
                  <c:v>0.47496296296296298</c:v>
                </c:pt>
                <c:pt idx="14149">
                  <c:v>0.47496296296296298</c:v>
                </c:pt>
                <c:pt idx="14150">
                  <c:v>0.47496296296296298</c:v>
                </c:pt>
                <c:pt idx="14151">
                  <c:v>0.47496296296296298</c:v>
                </c:pt>
                <c:pt idx="14152">
                  <c:v>0.47496296296296298</c:v>
                </c:pt>
                <c:pt idx="14153">
                  <c:v>0.47496296296296298</c:v>
                </c:pt>
                <c:pt idx="14154">
                  <c:v>0.47496296296296298</c:v>
                </c:pt>
                <c:pt idx="14155">
                  <c:v>0.47496296296296298</c:v>
                </c:pt>
                <c:pt idx="14156">
                  <c:v>0.4751111111111111</c:v>
                </c:pt>
                <c:pt idx="14157">
                  <c:v>0.47525925925925927</c:v>
                </c:pt>
                <c:pt idx="14158">
                  <c:v>0.47540740740740739</c:v>
                </c:pt>
                <c:pt idx="14159">
                  <c:v>0.47555555555555556</c:v>
                </c:pt>
                <c:pt idx="14160">
                  <c:v>0.47555555555555556</c:v>
                </c:pt>
                <c:pt idx="14161">
                  <c:v>0.47555555555555556</c:v>
                </c:pt>
                <c:pt idx="14162">
                  <c:v>0.47555555555555556</c:v>
                </c:pt>
                <c:pt idx="14163">
                  <c:v>0.47555555555555556</c:v>
                </c:pt>
                <c:pt idx="14164">
                  <c:v>0.47555555555555556</c:v>
                </c:pt>
                <c:pt idx="14165">
                  <c:v>0.47555555555555556</c:v>
                </c:pt>
                <c:pt idx="14166">
                  <c:v>0.47570370370370368</c:v>
                </c:pt>
                <c:pt idx="14167">
                  <c:v>0.47585185185185186</c:v>
                </c:pt>
                <c:pt idx="14168">
                  <c:v>0.47585185185185186</c:v>
                </c:pt>
                <c:pt idx="14169">
                  <c:v>0.47585185185185186</c:v>
                </c:pt>
                <c:pt idx="14170">
                  <c:v>0.47585185185185186</c:v>
                </c:pt>
                <c:pt idx="14171">
                  <c:v>0.47585185185185186</c:v>
                </c:pt>
                <c:pt idx="14172">
                  <c:v>0.47585185185185186</c:v>
                </c:pt>
                <c:pt idx="14173">
                  <c:v>0.47599999999999998</c:v>
                </c:pt>
                <c:pt idx="14174">
                  <c:v>0.47599999999999998</c:v>
                </c:pt>
                <c:pt idx="14175">
                  <c:v>0.47614814814814815</c:v>
                </c:pt>
                <c:pt idx="14176">
                  <c:v>0.47614814814814815</c:v>
                </c:pt>
                <c:pt idx="14177">
                  <c:v>0.47614814814814815</c:v>
                </c:pt>
                <c:pt idx="14178">
                  <c:v>0.47614814814814815</c:v>
                </c:pt>
                <c:pt idx="14179">
                  <c:v>0.47614814814814815</c:v>
                </c:pt>
                <c:pt idx="14180">
                  <c:v>0.47614814814814815</c:v>
                </c:pt>
                <c:pt idx="14181">
                  <c:v>0.47614814814814815</c:v>
                </c:pt>
                <c:pt idx="14182">
                  <c:v>0.47614814814814815</c:v>
                </c:pt>
                <c:pt idx="14183">
                  <c:v>0.47614814814814815</c:v>
                </c:pt>
                <c:pt idx="14184">
                  <c:v>0.47614814814814815</c:v>
                </c:pt>
                <c:pt idx="14185">
                  <c:v>0.47614814814814815</c:v>
                </c:pt>
                <c:pt idx="14186">
                  <c:v>0.47614814814814815</c:v>
                </c:pt>
                <c:pt idx="14187">
                  <c:v>0.47614814814814815</c:v>
                </c:pt>
                <c:pt idx="14188">
                  <c:v>0.47614814814814815</c:v>
                </c:pt>
                <c:pt idx="14189">
                  <c:v>0.47629629629629627</c:v>
                </c:pt>
                <c:pt idx="14190">
                  <c:v>0.47629629629629627</c:v>
                </c:pt>
                <c:pt idx="14191">
                  <c:v>0.47629629629629627</c:v>
                </c:pt>
                <c:pt idx="14192">
                  <c:v>0.47629629629629627</c:v>
                </c:pt>
                <c:pt idx="14193">
                  <c:v>0.47629629629629627</c:v>
                </c:pt>
                <c:pt idx="14194">
                  <c:v>0.47629629629629627</c:v>
                </c:pt>
                <c:pt idx="14195">
                  <c:v>0.47629629629629627</c:v>
                </c:pt>
                <c:pt idx="14196">
                  <c:v>0.47629629629629627</c:v>
                </c:pt>
                <c:pt idx="14197">
                  <c:v>0.47629629629629627</c:v>
                </c:pt>
                <c:pt idx="14198">
                  <c:v>0.47629629629629627</c:v>
                </c:pt>
                <c:pt idx="14199">
                  <c:v>0.47629629629629627</c:v>
                </c:pt>
                <c:pt idx="14200">
                  <c:v>0.47644444444444445</c:v>
                </c:pt>
                <c:pt idx="14201">
                  <c:v>0.47659259259259257</c:v>
                </c:pt>
                <c:pt idx="14202">
                  <c:v>0.47659259259259257</c:v>
                </c:pt>
                <c:pt idx="14203">
                  <c:v>0.47659259259259257</c:v>
                </c:pt>
                <c:pt idx="14204">
                  <c:v>0.47659259259259257</c:v>
                </c:pt>
                <c:pt idx="14205">
                  <c:v>0.47659259259259257</c:v>
                </c:pt>
                <c:pt idx="14206">
                  <c:v>0.47659259259259257</c:v>
                </c:pt>
                <c:pt idx="14207">
                  <c:v>0.47659259259259257</c:v>
                </c:pt>
                <c:pt idx="14208">
                  <c:v>0.47659259259259257</c:v>
                </c:pt>
                <c:pt idx="14209">
                  <c:v>0.47674074074074074</c:v>
                </c:pt>
                <c:pt idx="14210">
                  <c:v>0.47674074074074074</c:v>
                </c:pt>
                <c:pt idx="14211">
                  <c:v>0.47688888888888886</c:v>
                </c:pt>
                <c:pt idx="14212">
                  <c:v>0.47688888888888886</c:v>
                </c:pt>
                <c:pt idx="14213">
                  <c:v>0.47703703703703704</c:v>
                </c:pt>
                <c:pt idx="14214">
                  <c:v>0.47718518518518521</c:v>
                </c:pt>
                <c:pt idx="14215">
                  <c:v>0.47733333333333333</c:v>
                </c:pt>
                <c:pt idx="14216">
                  <c:v>0.47748148148148151</c:v>
                </c:pt>
                <c:pt idx="14217">
                  <c:v>0.47748148148148151</c:v>
                </c:pt>
                <c:pt idx="14218">
                  <c:v>0.47762962962962963</c:v>
                </c:pt>
                <c:pt idx="14219">
                  <c:v>0.4777777777777778</c:v>
                </c:pt>
                <c:pt idx="14220">
                  <c:v>0.4777777777777778</c:v>
                </c:pt>
                <c:pt idx="14221">
                  <c:v>0.47792592592592592</c:v>
                </c:pt>
                <c:pt idx="14222">
                  <c:v>0.47792592592592592</c:v>
                </c:pt>
                <c:pt idx="14223">
                  <c:v>0.47792592592592592</c:v>
                </c:pt>
                <c:pt idx="14224">
                  <c:v>0.47792592592592592</c:v>
                </c:pt>
                <c:pt idx="14225">
                  <c:v>0.47792592592592592</c:v>
                </c:pt>
                <c:pt idx="14226">
                  <c:v>0.4780740740740741</c:v>
                </c:pt>
                <c:pt idx="14227">
                  <c:v>0.4780740740740741</c:v>
                </c:pt>
                <c:pt idx="14228">
                  <c:v>0.4780740740740741</c:v>
                </c:pt>
                <c:pt idx="14229">
                  <c:v>0.4780740740740741</c:v>
                </c:pt>
                <c:pt idx="14230">
                  <c:v>0.4780740740740741</c:v>
                </c:pt>
                <c:pt idx="14231">
                  <c:v>0.4780740740740741</c:v>
                </c:pt>
                <c:pt idx="14232">
                  <c:v>0.4780740740740741</c:v>
                </c:pt>
                <c:pt idx="14233">
                  <c:v>0.4780740740740741</c:v>
                </c:pt>
                <c:pt idx="14234">
                  <c:v>0.4780740740740741</c:v>
                </c:pt>
                <c:pt idx="14235">
                  <c:v>0.4780740740740741</c:v>
                </c:pt>
                <c:pt idx="14236">
                  <c:v>0.4780740740740741</c:v>
                </c:pt>
                <c:pt idx="14237">
                  <c:v>0.4780740740740741</c:v>
                </c:pt>
                <c:pt idx="14238">
                  <c:v>0.4780740740740741</c:v>
                </c:pt>
                <c:pt idx="14239">
                  <c:v>0.4780740740740741</c:v>
                </c:pt>
                <c:pt idx="14240">
                  <c:v>0.4780740740740741</c:v>
                </c:pt>
                <c:pt idx="14241">
                  <c:v>0.4780740740740741</c:v>
                </c:pt>
                <c:pt idx="14242">
                  <c:v>0.4780740740740741</c:v>
                </c:pt>
                <c:pt idx="14243">
                  <c:v>0.4780740740740741</c:v>
                </c:pt>
                <c:pt idx="14244">
                  <c:v>0.47822222222222222</c:v>
                </c:pt>
                <c:pt idx="14245">
                  <c:v>0.47837037037037039</c:v>
                </c:pt>
                <c:pt idx="14246">
                  <c:v>0.47837037037037039</c:v>
                </c:pt>
                <c:pt idx="14247">
                  <c:v>0.47851851851851851</c:v>
                </c:pt>
                <c:pt idx="14248">
                  <c:v>0.47851851851851851</c:v>
                </c:pt>
                <c:pt idx="14249">
                  <c:v>0.47851851851851851</c:v>
                </c:pt>
                <c:pt idx="14250">
                  <c:v>0.47851851851851851</c:v>
                </c:pt>
                <c:pt idx="14251">
                  <c:v>0.47851851851851851</c:v>
                </c:pt>
                <c:pt idx="14252">
                  <c:v>0.47851851851851851</c:v>
                </c:pt>
                <c:pt idx="14253">
                  <c:v>0.47851851851851851</c:v>
                </c:pt>
                <c:pt idx="14254">
                  <c:v>0.47851851851851851</c:v>
                </c:pt>
                <c:pt idx="14255">
                  <c:v>0.47851851851851851</c:v>
                </c:pt>
                <c:pt idx="14256">
                  <c:v>0.47851851851851851</c:v>
                </c:pt>
                <c:pt idx="14257">
                  <c:v>0.47851851851851851</c:v>
                </c:pt>
                <c:pt idx="14258">
                  <c:v>0.47851851851851851</c:v>
                </c:pt>
                <c:pt idx="14259">
                  <c:v>0.47866666666666668</c:v>
                </c:pt>
                <c:pt idx="14260">
                  <c:v>0.4788148148148148</c:v>
                </c:pt>
                <c:pt idx="14261">
                  <c:v>0.4788148148148148</c:v>
                </c:pt>
                <c:pt idx="14262">
                  <c:v>0.4788148148148148</c:v>
                </c:pt>
                <c:pt idx="14263">
                  <c:v>0.4788148148148148</c:v>
                </c:pt>
                <c:pt idx="14264">
                  <c:v>0.4788148148148148</c:v>
                </c:pt>
                <c:pt idx="14265">
                  <c:v>0.47896296296296298</c:v>
                </c:pt>
                <c:pt idx="14266">
                  <c:v>0.47896296296296298</c:v>
                </c:pt>
                <c:pt idx="14267">
                  <c:v>0.4791111111111111</c:v>
                </c:pt>
                <c:pt idx="14268">
                  <c:v>0.4791111111111111</c:v>
                </c:pt>
                <c:pt idx="14269">
                  <c:v>0.4791111111111111</c:v>
                </c:pt>
                <c:pt idx="14270">
                  <c:v>0.47925925925925927</c:v>
                </c:pt>
                <c:pt idx="14271">
                  <c:v>0.47925925925925927</c:v>
                </c:pt>
                <c:pt idx="14272">
                  <c:v>0.47925925925925927</c:v>
                </c:pt>
                <c:pt idx="14273">
                  <c:v>0.47925925925925927</c:v>
                </c:pt>
                <c:pt idx="14274">
                  <c:v>0.47925925925925927</c:v>
                </c:pt>
                <c:pt idx="14275">
                  <c:v>0.47925925925925927</c:v>
                </c:pt>
                <c:pt idx="14276">
                  <c:v>0.47925925925925927</c:v>
                </c:pt>
                <c:pt idx="14277">
                  <c:v>0.47925925925925927</c:v>
                </c:pt>
                <c:pt idx="14278">
                  <c:v>0.47940740740740739</c:v>
                </c:pt>
                <c:pt idx="14279">
                  <c:v>0.47940740740740739</c:v>
                </c:pt>
                <c:pt idx="14280">
                  <c:v>0.47940740740740739</c:v>
                </c:pt>
                <c:pt idx="14281">
                  <c:v>0.47940740740740739</c:v>
                </c:pt>
                <c:pt idx="14282">
                  <c:v>0.47940740740740739</c:v>
                </c:pt>
                <c:pt idx="14283">
                  <c:v>0.47940740740740739</c:v>
                </c:pt>
                <c:pt idx="14284">
                  <c:v>0.47955555555555557</c:v>
                </c:pt>
                <c:pt idx="14285">
                  <c:v>0.47955555555555557</c:v>
                </c:pt>
                <c:pt idx="14286">
                  <c:v>0.47970370370370369</c:v>
                </c:pt>
                <c:pt idx="14287">
                  <c:v>0.47970370370370369</c:v>
                </c:pt>
                <c:pt idx="14288">
                  <c:v>0.47970370370370369</c:v>
                </c:pt>
                <c:pt idx="14289">
                  <c:v>0.47970370370370369</c:v>
                </c:pt>
                <c:pt idx="14290">
                  <c:v>0.47970370370370369</c:v>
                </c:pt>
                <c:pt idx="14291">
                  <c:v>0.47970370370370369</c:v>
                </c:pt>
                <c:pt idx="14292">
                  <c:v>0.47985185185185186</c:v>
                </c:pt>
                <c:pt idx="14293">
                  <c:v>0.48</c:v>
                </c:pt>
                <c:pt idx="14294">
                  <c:v>0.48014814814814816</c:v>
                </c:pt>
                <c:pt idx="14295">
                  <c:v>0.48014814814814816</c:v>
                </c:pt>
                <c:pt idx="14296">
                  <c:v>0.48014814814814816</c:v>
                </c:pt>
                <c:pt idx="14297">
                  <c:v>0.48029629629629628</c:v>
                </c:pt>
                <c:pt idx="14298">
                  <c:v>0.48029629629629628</c:v>
                </c:pt>
                <c:pt idx="14299">
                  <c:v>0.48029629629629628</c:v>
                </c:pt>
                <c:pt idx="14300">
                  <c:v>0.48029629629629628</c:v>
                </c:pt>
                <c:pt idx="14301">
                  <c:v>0.48044444444444445</c:v>
                </c:pt>
                <c:pt idx="14302">
                  <c:v>0.48044444444444445</c:v>
                </c:pt>
                <c:pt idx="14303">
                  <c:v>0.48059259259259257</c:v>
                </c:pt>
                <c:pt idx="14304">
                  <c:v>0.48074074074074075</c:v>
                </c:pt>
                <c:pt idx="14305">
                  <c:v>0.48074074074074075</c:v>
                </c:pt>
                <c:pt idx="14306">
                  <c:v>0.48074074074074075</c:v>
                </c:pt>
                <c:pt idx="14307">
                  <c:v>0.48074074074074075</c:v>
                </c:pt>
                <c:pt idx="14308">
                  <c:v>0.48074074074074075</c:v>
                </c:pt>
                <c:pt idx="14309">
                  <c:v>0.48074074074074075</c:v>
                </c:pt>
                <c:pt idx="14310">
                  <c:v>0.48074074074074075</c:v>
                </c:pt>
                <c:pt idx="14311">
                  <c:v>0.48074074074074075</c:v>
                </c:pt>
                <c:pt idx="14312">
                  <c:v>0.48074074074074075</c:v>
                </c:pt>
                <c:pt idx="14313">
                  <c:v>0.48074074074074075</c:v>
                </c:pt>
                <c:pt idx="14314">
                  <c:v>0.48074074074074075</c:v>
                </c:pt>
                <c:pt idx="14315">
                  <c:v>0.48074074074074075</c:v>
                </c:pt>
                <c:pt idx="14316">
                  <c:v>0.48074074074074075</c:v>
                </c:pt>
                <c:pt idx="14317">
                  <c:v>0.48074074074074075</c:v>
                </c:pt>
                <c:pt idx="14318">
                  <c:v>0.48074074074074075</c:v>
                </c:pt>
                <c:pt idx="14319">
                  <c:v>0.48074074074074075</c:v>
                </c:pt>
                <c:pt idx="14320">
                  <c:v>0.48074074074074075</c:v>
                </c:pt>
                <c:pt idx="14321">
                  <c:v>0.48088888888888887</c:v>
                </c:pt>
                <c:pt idx="14322">
                  <c:v>0.48088888888888887</c:v>
                </c:pt>
                <c:pt idx="14323">
                  <c:v>0.48103703703703704</c:v>
                </c:pt>
                <c:pt idx="14324">
                  <c:v>0.48103703703703704</c:v>
                </c:pt>
                <c:pt idx="14325">
                  <c:v>0.48103703703703704</c:v>
                </c:pt>
                <c:pt idx="14326">
                  <c:v>0.48103703703703704</c:v>
                </c:pt>
                <c:pt idx="14327">
                  <c:v>0.48103703703703704</c:v>
                </c:pt>
                <c:pt idx="14328">
                  <c:v>0.48118518518518516</c:v>
                </c:pt>
                <c:pt idx="14329">
                  <c:v>0.48118518518518516</c:v>
                </c:pt>
                <c:pt idx="14330">
                  <c:v>0.48118518518518516</c:v>
                </c:pt>
                <c:pt idx="14331">
                  <c:v>0.48118518518518516</c:v>
                </c:pt>
                <c:pt idx="14332">
                  <c:v>0.48118518518518516</c:v>
                </c:pt>
                <c:pt idx="14333">
                  <c:v>0.48118518518518516</c:v>
                </c:pt>
                <c:pt idx="14334">
                  <c:v>0.48118518518518516</c:v>
                </c:pt>
                <c:pt idx="14335">
                  <c:v>0.48118518518518516</c:v>
                </c:pt>
                <c:pt idx="14336">
                  <c:v>0.48118518518518516</c:v>
                </c:pt>
                <c:pt idx="14337">
                  <c:v>0.48118518518518516</c:v>
                </c:pt>
                <c:pt idx="14338">
                  <c:v>0.48118518518518516</c:v>
                </c:pt>
                <c:pt idx="14339">
                  <c:v>0.48118518518518516</c:v>
                </c:pt>
                <c:pt idx="14340">
                  <c:v>0.48118518518518516</c:v>
                </c:pt>
                <c:pt idx="14341">
                  <c:v>0.48118518518518516</c:v>
                </c:pt>
                <c:pt idx="14342">
                  <c:v>0.48133333333333334</c:v>
                </c:pt>
                <c:pt idx="14343">
                  <c:v>0.48133333333333334</c:v>
                </c:pt>
                <c:pt idx="14344">
                  <c:v>0.48148148148148145</c:v>
                </c:pt>
                <c:pt idx="14345">
                  <c:v>0.48162962962962963</c:v>
                </c:pt>
                <c:pt idx="14346">
                  <c:v>0.4817777777777778</c:v>
                </c:pt>
                <c:pt idx="14347">
                  <c:v>0.4817777777777778</c:v>
                </c:pt>
                <c:pt idx="14348">
                  <c:v>0.4817777777777778</c:v>
                </c:pt>
                <c:pt idx="14349">
                  <c:v>0.4817777777777778</c:v>
                </c:pt>
                <c:pt idx="14350">
                  <c:v>0.4817777777777778</c:v>
                </c:pt>
                <c:pt idx="14351">
                  <c:v>0.48192592592592592</c:v>
                </c:pt>
                <c:pt idx="14352">
                  <c:v>0.48192592592592592</c:v>
                </c:pt>
                <c:pt idx="14353">
                  <c:v>0.48192592592592592</c:v>
                </c:pt>
                <c:pt idx="14354">
                  <c:v>0.4820740740740741</c:v>
                </c:pt>
                <c:pt idx="14355">
                  <c:v>0.4820740740740741</c:v>
                </c:pt>
                <c:pt idx="14356">
                  <c:v>0.48222222222222222</c:v>
                </c:pt>
                <c:pt idx="14357">
                  <c:v>0.48222222222222222</c:v>
                </c:pt>
                <c:pt idx="14358">
                  <c:v>0.48222222222222222</c:v>
                </c:pt>
                <c:pt idx="14359">
                  <c:v>0.48222222222222222</c:v>
                </c:pt>
                <c:pt idx="14360">
                  <c:v>0.48222222222222222</c:v>
                </c:pt>
                <c:pt idx="14361">
                  <c:v>0.48237037037037039</c:v>
                </c:pt>
                <c:pt idx="14362">
                  <c:v>0.48251851851851851</c:v>
                </c:pt>
                <c:pt idx="14363">
                  <c:v>0.48251851851851851</c:v>
                </c:pt>
                <c:pt idx="14364">
                  <c:v>0.48251851851851851</c:v>
                </c:pt>
                <c:pt idx="14365">
                  <c:v>0.48266666666666669</c:v>
                </c:pt>
                <c:pt idx="14366">
                  <c:v>0.48266666666666669</c:v>
                </c:pt>
                <c:pt idx="14367">
                  <c:v>0.48266666666666669</c:v>
                </c:pt>
                <c:pt idx="14368">
                  <c:v>0.48281481481481481</c:v>
                </c:pt>
                <c:pt idx="14369">
                  <c:v>0.48281481481481481</c:v>
                </c:pt>
                <c:pt idx="14370">
                  <c:v>0.48281481481481481</c:v>
                </c:pt>
                <c:pt idx="14371">
                  <c:v>0.48296296296296298</c:v>
                </c:pt>
                <c:pt idx="14372">
                  <c:v>0.48296296296296298</c:v>
                </c:pt>
                <c:pt idx="14373">
                  <c:v>0.48296296296296298</c:v>
                </c:pt>
                <c:pt idx="14374">
                  <c:v>0.48296296296296298</c:v>
                </c:pt>
                <c:pt idx="14375">
                  <c:v>0.48296296296296298</c:v>
                </c:pt>
                <c:pt idx="14376">
                  <c:v>0.48296296296296298</c:v>
                </c:pt>
                <c:pt idx="14377">
                  <c:v>0.4831111111111111</c:v>
                </c:pt>
                <c:pt idx="14378">
                  <c:v>0.4831111111111111</c:v>
                </c:pt>
                <c:pt idx="14379">
                  <c:v>0.4831111111111111</c:v>
                </c:pt>
                <c:pt idx="14380">
                  <c:v>0.48325925925925928</c:v>
                </c:pt>
                <c:pt idx="14381">
                  <c:v>0.48325925925925928</c:v>
                </c:pt>
                <c:pt idx="14382">
                  <c:v>0.4834074074074074</c:v>
                </c:pt>
                <c:pt idx="14383">
                  <c:v>0.4834074074074074</c:v>
                </c:pt>
                <c:pt idx="14384">
                  <c:v>0.48355555555555557</c:v>
                </c:pt>
                <c:pt idx="14385">
                  <c:v>0.48355555555555557</c:v>
                </c:pt>
                <c:pt idx="14386">
                  <c:v>0.48355555555555557</c:v>
                </c:pt>
                <c:pt idx="14387">
                  <c:v>0.48370370370370369</c:v>
                </c:pt>
                <c:pt idx="14388">
                  <c:v>0.48385185185185187</c:v>
                </c:pt>
                <c:pt idx="14389">
                  <c:v>0.48399999999999999</c:v>
                </c:pt>
                <c:pt idx="14390">
                  <c:v>0.48414814814814816</c:v>
                </c:pt>
                <c:pt idx="14391">
                  <c:v>0.48414814814814816</c:v>
                </c:pt>
                <c:pt idx="14392">
                  <c:v>0.48414814814814816</c:v>
                </c:pt>
                <c:pt idx="14393">
                  <c:v>0.48414814814814816</c:v>
                </c:pt>
                <c:pt idx="14394">
                  <c:v>0.48414814814814816</c:v>
                </c:pt>
                <c:pt idx="14395">
                  <c:v>0.48414814814814816</c:v>
                </c:pt>
                <c:pt idx="14396">
                  <c:v>0.48429629629629628</c:v>
                </c:pt>
                <c:pt idx="14397">
                  <c:v>0.48429629629629628</c:v>
                </c:pt>
                <c:pt idx="14398">
                  <c:v>0.48429629629629628</c:v>
                </c:pt>
                <c:pt idx="14399">
                  <c:v>0.48429629629629628</c:v>
                </c:pt>
                <c:pt idx="14400">
                  <c:v>0.48444444444444446</c:v>
                </c:pt>
                <c:pt idx="14401">
                  <c:v>0.48444444444444446</c:v>
                </c:pt>
                <c:pt idx="14402">
                  <c:v>0.48444444444444446</c:v>
                </c:pt>
                <c:pt idx="14403">
                  <c:v>0.48444444444444446</c:v>
                </c:pt>
                <c:pt idx="14404">
                  <c:v>0.48444444444444446</c:v>
                </c:pt>
                <c:pt idx="14405">
                  <c:v>0.48444444444444446</c:v>
                </c:pt>
                <c:pt idx="14406">
                  <c:v>0.48444444444444446</c:v>
                </c:pt>
                <c:pt idx="14407">
                  <c:v>0.48444444444444446</c:v>
                </c:pt>
                <c:pt idx="14408">
                  <c:v>0.48444444444444446</c:v>
                </c:pt>
                <c:pt idx="14409">
                  <c:v>0.48444444444444446</c:v>
                </c:pt>
                <c:pt idx="14410">
                  <c:v>0.48444444444444446</c:v>
                </c:pt>
                <c:pt idx="14411">
                  <c:v>0.48459259259259257</c:v>
                </c:pt>
                <c:pt idx="14412">
                  <c:v>0.48459259259259257</c:v>
                </c:pt>
                <c:pt idx="14413">
                  <c:v>0.48459259259259257</c:v>
                </c:pt>
                <c:pt idx="14414">
                  <c:v>0.48459259259259257</c:v>
                </c:pt>
                <c:pt idx="14415">
                  <c:v>0.48459259259259257</c:v>
                </c:pt>
                <c:pt idx="14416">
                  <c:v>0.48474074074074075</c:v>
                </c:pt>
                <c:pt idx="14417">
                  <c:v>0.48474074074074075</c:v>
                </c:pt>
                <c:pt idx="14418">
                  <c:v>0.48474074074074075</c:v>
                </c:pt>
                <c:pt idx="14419">
                  <c:v>0.48488888888888887</c:v>
                </c:pt>
                <c:pt idx="14420">
                  <c:v>0.48503703703703704</c:v>
                </c:pt>
                <c:pt idx="14421">
                  <c:v>0.48503703703703704</c:v>
                </c:pt>
                <c:pt idx="14422">
                  <c:v>0.48503703703703704</c:v>
                </c:pt>
                <c:pt idx="14423">
                  <c:v>0.48503703703703704</c:v>
                </c:pt>
                <c:pt idx="14424">
                  <c:v>0.48518518518518516</c:v>
                </c:pt>
                <c:pt idx="14425">
                  <c:v>0.48518518518518516</c:v>
                </c:pt>
                <c:pt idx="14426">
                  <c:v>0.48518518518518516</c:v>
                </c:pt>
                <c:pt idx="14427">
                  <c:v>0.48518518518518516</c:v>
                </c:pt>
                <c:pt idx="14428">
                  <c:v>0.48518518518518516</c:v>
                </c:pt>
                <c:pt idx="14429">
                  <c:v>0.48533333333333334</c:v>
                </c:pt>
                <c:pt idx="14430">
                  <c:v>0.48533333333333334</c:v>
                </c:pt>
                <c:pt idx="14431">
                  <c:v>0.48548148148148146</c:v>
                </c:pt>
                <c:pt idx="14432">
                  <c:v>0.48548148148148146</c:v>
                </c:pt>
                <c:pt idx="14433">
                  <c:v>0.48548148148148146</c:v>
                </c:pt>
                <c:pt idx="14434">
                  <c:v>0.48548148148148146</c:v>
                </c:pt>
                <c:pt idx="14435">
                  <c:v>0.48548148148148146</c:v>
                </c:pt>
                <c:pt idx="14436">
                  <c:v>0.48562962962962963</c:v>
                </c:pt>
                <c:pt idx="14437">
                  <c:v>0.48562962962962963</c:v>
                </c:pt>
                <c:pt idx="14438">
                  <c:v>0.48562962962962963</c:v>
                </c:pt>
                <c:pt idx="14439">
                  <c:v>0.48562962962962963</c:v>
                </c:pt>
                <c:pt idx="14440">
                  <c:v>0.48562962962962963</c:v>
                </c:pt>
                <c:pt idx="14441">
                  <c:v>0.48562962962962963</c:v>
                </c:pt>
                <c:pt idx="14442">
                  <c:v>0.48562962962962963</c:v>
                </c:pt>
                <c:pt idx="14443">
                  <c:v>0.48562962962962963</c:v>
                </c:pt>
                <c:pt idx="14444">
                  <c:v>0.48562962962962963</c:v>
                </c:pt>
                <c:pt idx="14445">
                  <c:v>0.48562962962962963</c:v>
                </c:pt>
                <c:pt idx="14446">
                  <c:v>0.48562962962962963</c:v>
                </c:pt>
                <c:pt idx="14447">
                  <c:v>0.48562962962962963</c:v>
                </c:pt>
                <c:pt idx="14448">
                  <c:v>0.48577777777777775</c:v>
                </c:pt>
                <c:pt idx="14449">
                  <c:v>0.48592592592592593</c:v>
                </c:pt>
                <c:pt idx="14450">
                  <c:v>0.48592592592592593</c:v>
                </c:pt>
                <c:pt idx="14451">
                  <c:v>0.48592592592592593</c:v>
                </c:pt>
                <c:pt idx="14452">
                  <c:v>0.48592592592592593</c:v>
                </c:pt>
                <c:pt idx="14453">
                  <c:v>0.48592592592592593</c:v>
                </c:pt>
                <c:pt idx="14454">
                  <c:v>0.48592592592592593</c:v>
                </c:pt>
                <c:pt idx="14455">
                  <c:v>0.48592592592592593</c:v>
                </c:pt>
                <c:pt idx="14456">
                  <c:v>0.48607407407407405</c:v>
                </c:pt>
                <c:pt idx="14457">
                  <c:v>0.48607407407407405</c:v>
                </c:pt>
                <c:pt idx="14458">
                  <c:v>0.48607407407407405</c:v>
                </c:pt>
                <c:pt idx="14459">
                  <c:v>0.48622222222222222</c:v>
                </c:pt>
                <c:pt idx="14460">
                  <c:v>0.4863703703703704</c:v>
                </c:pt>
                <c:pt idx="14461">
                  <c:v>0.4863703703703704</c:v>
                </c:pt>
                <c:pt idx="14462">
                  <c:v>0.4863703703703704</c:v>
                </c:pt>
                <c:pt idx="14463">
                  <c:v>0.4863703703703704</c:v>
                </c:pt>
                <c:pt idx="14464">
                  <c:v>0.4863703703703704</c:v>
                </c:pt>
                <c:pt idx="14465">
                  <c:v>0.48651851851851852</c:v>
                </c:pt>
                <c:pt idx="14466">
                  <c:v>0.48666666666666669</c:v>
                </c:pt>
                <c:pt idx="14467">
                  <c:v>0.48666666666666669</c:v>
                </c:pt>
                <c:pt idx="14468">
                  <c:v>0.48666666666666669</c:v>
                </c:pt>
                <c:pt idx="14469">
                  <c:v>0.48666666666666669</c:v>
                </c:pt>
                <c:pt idx="14470">
                  <c:v>0.48666666666666669</c:v>
                </c:pt>
                <c:pt idx="14471">
                  <c:v>0.48666666666666669</c:v>
                </c:pt>
                <c:pt idx="14472">
                  <c:v>0.48666666666666669</c:v>
                </c:pt>
                <c:pt idx="14473">
                  <c:v>0.48666666666666669</c:v>
                </c:pt>
                <c:pt idx="14474">
                  <c:v>0.48666666666666669</c:v>
                </c:pt>
                <c:pt idx="14475">
                  <c:v>0.48666666666666669</c:v>
                </c:pt>
                <c:pt idx="14476">
                  <c:v>0.48681481481481481</c:v>
                </c:pt>
                <c:pt idx="14477">
                  <c:v>0.48681481481481481</c:v>
                </c:pt>
                <c:pt idx="14478">
                  <c:v>0.48681481481481481</c:v>
                </c:pt>
                <c:pt idx="14479">
                  <c:v>0.48696296296296299</c:v>
                </c:pt>
                <c:pt idx="14480">
                  <c:v>0.48696296296296299</c:v>
                </c:pt>
                <c:pt idx="14481">
                  <c:v>0.48696296296296299</c:v>
                </c:pt>
                <c:pt idx="14482">
                  <c:v>0.48696296296296299</c:v>
                </c:pt>
                <c:pt idx="14483">
                  <c:v>0.48696296296296299</c:v>
                </c:pt>
                <c:pt idx="14484">
                  <c:v>0.48711111111111111</c:v>
                </c:pt>
                <c:pt idx="14485">
                  <c:v>0.48725925925925928</c:v>
                </c:pt>
                <c:pt idx="14486">
                  <c:v>0.4874074074074074</c:v>
                </c:pt>
                <c:pt idx="14487">
                  <c:v>0.4874074074074074</c:v>
                </c:pt>
                <c:pt idx="14488">
                  <c:v>0.4874074074074074</c:v>
                </c:pt>
                <c:pt idx="14489">
                  <c:v>0.4874074074074074</c:v>
                </c:pt>
                <c:pt idx="14490">
                  <c:v>0.4874074074074074</c:v>
                </c:pt>
                <c:pt idx="14491">
                  <c:v>0.48755555555555558</c:v>
                </c:pt>
                <c:pt idx="14492">
                  <c:v>0.48755555555555558</c:v>
                </c:pt>
                <c:pt idx="14493">
                  <c:v>0.48755555555555558</c:v>
                </c:pt>
                <c:pt idx="14494">
                  <c:v>0.48755555555555558</c:v>
                </c:pt>
                <c:pt idx="14495">
                  <c:v>0.48755555555555558</c:v>
                </c:pt>
                <c:pt idx="14496">
                  <c:v>0.48770370370370369</c:v>
                </c:pt>
                <c:pt idx="14497">
                  <c:v>0.48770370370370369</c:v>
                </c:pt>
                <c:pt idx="14498">
                  <c:v>0.48770370370370369</c:v>
                </c:pt>
                <c:pt idx="14499">
                  <c:v>0.48770370370370369</c:v>
                </c:pt>
                <c:pt idx="14500">
                  <c:v>0.48770370370370369</c:v>
                </c:pt>
                <c:pt idx="14501">
                  <c:v>0.48770370370370369</c:v>
                </c:pt>
                <c:pt idx="14502">
                  <c:v>0.48770370370370369</c:v>
                </c:pt>
                <c:pt idx="14503">
                  <c:v>0.48770370370370369</c:v>
                </c:pt>
                <c:pt idx="14504">
                  <c:v>0.48770370370370369</c:v>
                </c:pt>
                <c:pt idx="14505">
                  <c:v>0.48770370370370369</c:v>
                </c:pt>
                <c:pt idx="14506">
                  <c:v>0.48785185185185187</c:v>
                </c:pt>
                <c:pt idx="14507">
                  <c:v>0.48785185185185187</c:v>
                </c:pt>
                <c:pt idx="14508">
                  <c:v>0.48785185185185187</c:v>
                </c:pt>
                <c:pt idx="14509">
                  <c:v>0.48785185185185187</c:v>
                </c:pt>
                <c:pt idx="14510">
                  <c:v>0.48785185185185187</c:v>
                </c:pt>
                <c:pt idx="14511">
                  <c:v>0.48799999999999999</c:v>
                </c:pt>
                <c:pt idx="14512">
                  <c:v>0.48799999999999999</c:v>
                </c:pt>
                <c:pt idx="14513">
                  <c:v>0.48799999999999999</c:v>
                </c:pt>
                <c:pt idx="14514">
                  <c:v>0.48799999999999999</c:v>
                </c:pt>
                <c:pt idx="14515">
                  <c:v>0.48799999999999999</c:v>
                </c:pt>
                <c:pt idx="14516">
                  <c:v>0.48799999999999999</c:v>
                </c:pt>
                <c:pt idx="14517">
                  <c:v>0.48814814814814816</c:v>
                </c:pt>
                <c:pt idx="14518">
                  <c:v>0.48814814814814816</c:v>
                </c:pt>
                <c:pt idx="14519">
                  <c:v>0.48814814814814816</c:v>
                </c:pt>
                <c:pt idx="14520">
                  <c:v>0.48814814814814816</c:v>
                </c:pt>
                <c:pt idx="14521">
                  <c:v>0.48814814814814816</c:v>
                </c:pt>
                <c:pt idx="14522">
                  <c:v>0.48814814814814816</c:v>
                </c:pt>
                <c:pt idx="14523">
                  <c:v>0.48814814814814816</c:v>
                </c:pt>
                <c:pt idx="14524">
                  <c:v>0.48829629629629628</c:v>
                </c:pt>
                <c:pt idx="14525">
                  <c:v>0.48829629629629628</c:v>
                </c:pt>
                <c:pt idx="14526">
                  <c:v>0.48844444444444446</c:v>
                </c:pt>
                <c:pt idx="14527">
                  <c:v>0.48844444444444446</c:v>
                </c:pt>
                <c:pt idx="14528">
                  <c:v>0.48844444444444446</c:v>
                </c:pt>
                <c:pt idx="14529">
                  <c:v>0.48844444444444446</c:v>
                </c:pt>
                <c:pt idx="14530">
                  <c:v>0.48844444444444446</c:v>
                </c:pt>
                <c:pt idx="14531">
                  <c:v>0.48844444444444446</c:v>
                </c:pt>
                <c:pt idx="14532">
                  <c:v>0.48844444444444446</c:v>
                </c:pt>
                <c:pt idx="14533">
                  <c:v>0.48844444444444446</c:v>
                </c:pt>
                <c:pt idx="14534">
                  <c:v>0.48859259259259258</c:v>
                </c:pt>
                <c:pt idx="14535">
                  <c:v>0.48859259259259258</c:v>
                </c:pt>
                <c:pt idx="14536">
                  <c:v>0.48874074074074075</c:v>
                </c:pt>
                <c:pt idx="14537">
                  <c:v>0.48874074074074075</c:v>
                </c:pt>
                <c:pt idx="14538">
                  <c:v>0.48874074074074075</c:v>
                </c:pt>
                <c:pt idx="14539">
                  <c:v>0.48874074074074075</c:v>
                </c:pt>
                <c:pt idx="14540">
                  <c:v>0.48888888888888887</c:v>
                </c:pt>
                <c:pt idx="14541">
                  <c:v>0.48888888888888887</c:v>
                </c:pt>
                <c:pt idx="14542">
                  <c:v>0.48888888888888887</c:v>
                </c:pt>
                <c:pt idx="14543">
                  <c:v>0.48903703703703705</c:v>
                </c:pt>
                <c:pt idx="14544">
                  <c:v>0.48903703703703705</c:v>
                </c:pt>
                <c:pt idx="14545">
                  <c:v>0.48903703703703705</c:v>
                </c:pt>
                <c:pt idx="14546">
                  <c:v>0.48903703703703705</c:v>
                </c:pt>
                <c:pt idx="14547">
                  <c:v>0.48903703703703705</c:v>
                </c:pt>
                <c:pt idx="14548">
                  <c:v>0.48918518518518517</c:v>
                </c:pt>
                <c:pt idx="14549">
                  <c:v>0.48918518518518517</c:v>
                </c:pt>
                <c:pt idx="14550">
                  <c:v>0.48918518518518517</c:v>
                </c:pt>
                <c:pt idx="14551">
                  <c:v>0.48918518518518517</c:v>
                </c:pt>
                <c:pt idx="14552">
                  <c:v>0.48918518518518517</c:v>
                </c:pt>
                <c:pt idx="14553">
                  <c:v>0.48933333333333334</c:v>
                </c:pt>
                <c:pt idx="14554">
                  <c:v>0.48933333333333334</c:v>
                </c:pt>
                <c:pt idx="14555">
                  <c:v>0.48933333333333334</c:v>
                </c:pt>
                <c:pt idx="14556">
                  <c:v>0.48933333333333334</c:v>
                </c:pt>
                <c:pt idx="14557">
                  <c:v>0.48948148148148146</c:v>
                </c:pt>
                <c:pt idx="14558">
                  <c:v>0.48962962962962964</c:v>
                </c:pt>
                <c:pt idx="14559">
                  <c:v>0.48962962962962964</c:v>
                </c:pt>
                <c:pt idx="14560">
                  <c:v>0.48962962962962964</c:v>
                </c:pt>
                <c:pt idx="14561">
                  <c:v>0.48977777777777776</c:v>
                </c:pt>
                <c:pt idx="14562">
                  <c:v>0.48977777777777776</c:v>
                </c:pt>
                <c:pt idx="14563">
                  <c:v>0.48977777777777776</c:v>
                </c:pt>
                <c:pt idx="14564">
                  <c:v>0.48977777777777776</c:v>
                </c:pt>
                <c:pt idx="14565">
                  <c:v>0.48977777777777776</c:v>
                </c:pt>
                <c:pt idx="14566">
                  <c:v>0.48977777777777776</c:v>
                </c:pt>
                <c:pt idx="14567">
                  <c:v>0.48977777777777776</c:v>
                </c:pt>
                <c:pt idx="14568">
                  <c:v>0.48977777777777776</c:v>
                </c:pt>
                <c:pt idx="14569">
                  <c:v>0.48977777777777776</c:v>
                </c:pt>
                <c:pt idx="14570">
                  <c:v>0.48977777777777776</c:v>
                </c:pt>
                <c:pt idx="14571">
                  <c:v>0.48977777777777776</c:v>
                </c:pt>
                <c:pt idx="14572">
                  <c:v>0.48977777777777776</c:v>
                </c:pt>
                <c:pt idx="14573">
                  <c:v>0.48977777777777776</c:v>
                </c:pt>
                <c:pt idx="14574">
                  <c:v>0.48977777777777776</c:v>
                </c:pt>
                <c:pt idx="14575">
                  <c:v>0.48992592592592593</c:v>
                </c:pt>
                <c:pt idx="14576">
                  <c:v>0.48992592592592593</c:v>
                </c:pt>
                <c:pt idx="14577">
                  <c:v>0.48992592592592593</c:v>
                </c:pt>
                <c:pt idx="14578">
                  <c:v>0.49007407407407405</c:v>
                </c:pt>
                <c:pt idx="14579">
                  <c:v>0.49007407407407405</c:v>
                </c:pt>
                <c:pt idx="14580">
                  <c:v>0.49007407407407405</c:v>
                </c:pt>
                <c:pt idx="14581">
                  <c:v>0.49007407407407405</c:v>
                </c:pt>
                <c:pt idx="14582">
                  <c:v>0.49007407407407405</c:v>
                </c:pt>
                <c:pt idx="14583">
                  <c:v>0.49007407407407405</c:v>
                </c:pt>
                <c:pt idx="14584">
                  <c:v>0.49007407407407405</c:v>
                </c:pt>
                <c:pt idx="14585">
                  <c:v>0.49007407407407405</c:v>
                </c:pt>
                <c:pt idx="14586">
                  <c:v>0.49022222222222223</c:v>
                </c:pt>
                <c:pt idx="14587">
                  <c:v>0.49022222222222223</c:v>
                </c:pt>
                <c:pt idx="14588">
                  <c:v>0.49022222222222223</c:v>
                </c:pt>
                <c:pt idx="14589">
                  <c:v>0.49022222222222223</c:v>
                </c:pt>
                <c:pt idx="14590">
                  <c:v>0.49022222222222223</c:v>
                </c:pt>
                <c:pt idx="14591">
                  <c:v>0.49022222222222223</c:v>
                </c:pt>
                <c:pt idx="14592">
                  <c:v>0.49037037037037035</c:v>
                </c:pt>
                <c:pt idx="14593">
                  <c:v>0.49037037037037035</c:v>
                </c:pt>
                <c:pt idx="14594">
                  <c:v>0.49037037037037035</c:v>
                </c:pt>
                <c:pt idx="14595">
                  <c:v>0.49037037037037035</c:v>
                </c:pt>
                <c:pt idx="14596">
                  <c:v>0.49037037037037035</c:v>
                </c:pt>
                <c:pt idx="14597">
                  <c:v>0.49037037037037035</c:v>
                </c:pt>
                <c:pt idx="14598">
                  <c:v>0.49037037037037035</c:v>
                </c:pt>
                <c:pt idx="14599">
                  <c:v>0.49037037037037035</c:v>
                </c:pt>
                <c:pt idx="14600">
                  <c:v>0.49037037037037035</c:v>
                </c:pt>
                <c:pt idx="14601">
                  <c:v>0.49037037037037035</c:v>
                </c:pt>
                <c:pt idx="14602">
                  <c:v>0.49037037037037035</c:v>
                </c:pt>
                <c:pt idx="14603">
                  <c:v>0.49051851851851852</c:v>
                </c:pt>
                <c:pt idx="14604">
                  <c:v>0.49051851851851852</c:v>
                </c:pt>
                <c:pt idx="14605">
                  <c:v>0.49051851851851852</c:v>
                </c:pt>
                <c:pt idx="14606">
                  <c:v>0.49051851851851852</c:v>
                </c:pt>
                <c:pt idx="14607">
                  <c:v>0.49066666666666664</c:v>
                </c:pt>
                <c:pt idx="14608">
                  <c:v>0.49066666666666664</c:v>
                </c:pt>
                <c:pt idx="14609">
                  <c:v>0.49081481481481481</c:v>
                </c:pt>
                <c:pt idx="14610">
                  <c:v>0.49081481481481481</c:v>
                </c:pt>
                <c:pt idx="14611">
                  <c:v>0.49081481481481481</c:v>
                </c:pt>
                <c:pt idx="14612">
                  <c:v>0.49081481481481481</c:v>
                </c:pt>
                <c:pt idx="14613">
                  <c:v>0.49081481481481481</c:v>
                </c:pt>
                <c:pt idx="14614">
                  <c:v>0.49081481481481481</c:v>
                </c:pt>
                <c:pt idx="14615">
                  <c:v>0.49096296296296299</c:v>
                </c:pt>
                <c:pt idx="14616">
                  <c:v>0.49096296296296299</c:v>
                </c:pt>
                <c:pt idx="14617">
                  <c:v>0.49096296296296299</c:v>
                </c:pt>
                <c:pt idx="14618">
                  <c:v>0.49096296296296299</c:v>
                </c:pt>
                <c:pt idx="14619">
                  <c:v>0.49096296296296299</c:v>
                </c:pt>
                <c:pt idx="14620">
                  <c:v>0.49096296296296299</c:v>
                </c:pt>
                <c:pt idx="14621">
                  <c:v>0.49096296296296299</c:v>
                </c:pt>
                <c:pt idx="14622">
                  <c:v>0.49096296296296299</c:v>
                </c:pt>
                <c:pt idx="14623">
                  <c:v>0.49096296296296299</c:v>
                </c:pt>
                <c:pt idx="14624">
                  <c:v>0.49096296296296299</c:v>
                </c:pt>
                <c:pt idx="14625">
                  <c:v>0.49096296296296299</c:v>
                </c:pt>
                <c:pt idx="14626">
                  <c:v>0.49096296296296299</c:v>
                </c:pt>
                <c:pt idx="14627">
                  <c:v>0.49096296296296299</c:v>
                </c:pt>
                <c:pt idx="14628">
                  <c:v>0.49096296296296299</c:v>
                </c:pt>
                <c:pt idx="14629">
                  <c:v>0.49096296296296299</c:v>
                </c:pt>
                <c:pt idx="14630">
                  <c:v>0.49096296296296299</c:v>
                </c:pt>
                <c:pt idx="14631">
                  <c:v>0.49096296296296299</c:v>
                </c:pt>
                <c:pt idx="14632">
                  <c:v>0.49111111111111111</c:v>
                </c:pt>
                <c:pt idx="14633">
                  <c:v>0.49111111111111111</c:v>
                </c:pt>
                <c:pt idx="14634">
                  <c:v>0.49111111111111111</c:v>
                </c:pt>
                <c:pt idx="14635">
                  <c:v>0.49111111111111111</c:v>
                </c:pt>
                <c:pt idx="14636">
                  <c:v>0.49111111111111111</c:v>
                </c:pt>
                <c:pt idx="14637">
                  <c:v>0.49111111111111111</c:v>
                </c:pt>
                <c:pt idx="14638">
                  <c:v>0.49111111111111111</c:v>
                </c:pt>
                <c:pt idx="14639">
                  <c:v>0.49111111111111111</c:v>
                </c:pt>
                <c:pt idx="14640">
                  <c:v>0.49111111111111111</c:v>
                </c:pt>
                <c:pt idx="14641">
                  <c:v>0.49111111111111111</c:v>
                </c:pt>
                <c:pt idx="14642">
                  <c:v>0.49111111111111111</c:v>
                </c:pt>
                <c:pt idx="14643">
                  <c:v>0.49111111111111111</c:v>
                </c:pt>
                <c:pt idx="14644">
                  <c:v>0.49125925925925928</c:v>
                </c:pt>
                <c:pt idx="14645">
                  <c:v>0.49125925925925928</c:v>
                </c:pt>
                <c:pt idx="14646">
                  <c:v>0.4914074074074074</c:v>
                </c:pt>
                <c:pt idx="14647">
                  <c:v>0.4914074074074074</c:v>
                </c:pt>
                <c:pt idx="14648">
                  <c:v>0.4914074074074074</c:v>
                </c:pt>
                <c:pt idx="14649">
                  <c:v>0.4914074074074074</c:v>
                </c:pt>
                <c:pt idx="14650">
                  <c:v>0.49155555555555558</c:v>
                </c:pt>
                <c:pt idx="14651">
                  <c:v>0.49155555555555558</c:v>
                </c:pt>
                <c:pt idx="14652">
                  <c:v>0.49155555555555558</c:v>
                </c:pt>
                <c:pt idx="14653">
                  <c:v>0.49155555555555558</c:v>
                </c:pt>
                <c:pt idx="14654">
                  <c:v>0.49155555555555558</c:v>
                </c:pt>
                <c:pt idx="14655">
                  <c:v>0.4917037037037037</c:v>
                </c:pt>
                <c:pt idx="14656">
                  <c:v>0.4917037037037037</c:v>
                </c:pt>
                <c:pt idx="14657">
                  <c:v>0.49185185185185187</c:v>
                </c:pt>
                <c:pt idx="14658">
                  <c:v>0.49185185185185187</c:v>
                </c:pt>
                <c:pt idx="14659">
                  <c:v>0.49185185185185187</c:v>
                </c:pt>
                <c:pt idx="14660">
                  <c:v>0.49185185185185187</c:v>
                </c:pt>
                <c:pt idx="14661">
                  <c:v>0.49185185185185187</c:v>
                </c:pt>
                <c:pt idx="14662">
                  <c:v>0.49185185185185187</c:v>
                </c:pt>
                <c:pt idx="14663">
                  <c:v>0.49185185185185187</c:v>
                </c:pt>
                <c:pt idx="14664">
                  <c:v>0.49199999999999999</c:v>
                </c:pt>
                <c:pt idx="14665">
                  <c:v>0.49199999999999999</c:v>
                </c:pt>
                <c:pt idx="14666">
                  <c:v>0.49199999999999999</c:v>
                </c:pt>
                <c:pt idx="14667">
                  <c:v>0.49199999999999999</c:v>
                </c:pt>
                <c:pt idx="14668">
                  <c:v>0.49214814814814817</c:v>
                </c:pt>
                <c:pt idx="14669">
                  <c:v>0.49214814814814817</c:v>
                </c:pt>
                <c:pt idx="14670">
                  <c:v>0.49214814814814817</c:v>
                </c:pt>
                <c:pt idx="14671">
                  <c:v>0.49214814814814817</c:v>
                </c:pt>
                <c:pt idx="14672">
                  <c:v>0.49214814814814817</c:v>
                </c:pt>
                <c:pt idx="14673">
                  <c:v>0.49214814814814817</c:v>
                </c:pt>
                <c:pt idx="14674">
                  <c:v>0.49229629629629629</c:v>
                </c:pt>
                <c:pt idx="14675">
                  <c:v>0.49229629629629629</c:v>
                </c:pt>
                <c:pt idx="14676">
                  <c:v>0.49229629629629629</c:v>
                </c:pt>
                <c:pt idx="14677">
                  <c:v>0.49244444444444446</c:v>
                </c:pt>
                <c:pt idx="14678">
                  <c:v>0.49259259259259258</c:v>
                </c:pt>
                <c:pt idx="14679">
                  <c:v>0.49259259259259258</c:v>
                </c:pt>
                <c:pt idx="14680">
                  <c:v>0.49259259259259258</c:v>
                </c:pt>
                <c:pt idx="14681">
                  <c:v>0.49259259259259258</c:v>
                </c:pt>
                <c:pt idx="14682">
                  <c:v>0.49274074074074076</c:v>
                </c:pt>
                <c:pt idx="14683">
                  <c:v>0.49288888888888888</c:v>
                </c:pt>
                <c:pt idx="14684">
                  <c:v>0.49288888888888888</c:v>
                </c:pt>
                <c:pt idx="14685">
                  <c:v>0.49288888888888888</c:v>
                </c:pt>
                <c:pt idx="14686">
                  <c:v>0.49288888888888888</c:v>
                </c:pt>
                <c:pt idx="14687">
                  <c:v>0.49288888888888888</c:v>
                </c:pt>
                <c:pt idx="14688">
                  <c:v>0.49288888888888888</c:v>
                </c:pt>
                <c:pt idx="14689">
                  <c:v>0.49303703703703705</c:v>
                </c:pt>
                <c:pt idx="14690">
                  <c:v>0.49303703703703705</c:v>
                </c:pt>
                <c:pt idx="14691">
                  <c:v>0.49303703703703705</c:v>
                </c:pt>
                <c:pt idx="14692">
                  <c:v>0.49318518518518517</c:v>
                </c:pt>
                <c:pt idx="14693">
                  <c:v>0.49318518518518517</c:v>
                </c:pt>
                <c:pt idx="14694">
                  <c:v>0.49318518518518517</c:v>
                </c:pt>
                <c:pt idx="14695">
                  <c:v>0.49318518518518517</c:v>
                </c:pt>
                <c:pt idx="14696">
                  <c:v>0.49318518518518517</c:v>
                </c:pt>
                <c:pt idx="14697">
                  <c:v>0.49318518518518517</c:v>
                </c:pt>
                <c:pt idx="14698">
                  <c:v>0.49333333333333335</c:v>
                </c:pt>
                <c:pt idx="14699">
                  <c:v>0.49348148148148147</c:v>
                </c:pt>
                <c:pt idx="14700">
                  <c:v>0.49348148148148147</c:v>
                </c:pt>
                <c:pt idx="14701">
                  <c:v>0.49348148148148147</c:v>
                </c:pt>
                <c:pt idx="14702">
                  <c:v>0.49348148148148147</c:v>
                </c:pt>
                <c:pt idx="14703">
                  <c:v>0.49348148148148147</c:v>
                </c:pt>
                <c:pt idx="14704">
                  <c:v>0.49348148148148147</c:v>
                </c:pt>
                <c:pt idx="14705">
                  <c:v>0.49348148148148147</c:v>
                </c:pt>
                <c:pt idx="14706">
                  <c:v>0.49348148148148147</c:v>
                </c:pt>
                <c:pt idx="14707">
                  <c:v>0.49348148148148147</c:v>
                </c:pt>
                <c:pt idx="14708">
                  <c:v>0.49348148148148147</c:v>
                </c:pt>
                <c:pt idx="14709">
                  <c:v>0.49348148148148147</c:v>
                </c:pt>
                <c:pt idx="14710">
                  <c:v>0.49348148148148147</c:v>
                </c:pt>
                <c:pt idx="14711">
                  <c:v>0.49362962962962964</c:v>
                </c:pt>
                <c:pt idx="14712">
                  <c:v>0.49362962962962964</c:v>
                </c:pt>
                <c:pt idx="14713">
                  <c:v>0.49362962962962964</c:v>
                </c:pt>
                <c:pt idx="14714">
                  <c:v>0.49362962962962964</c:v>
                </c:pt>
                <c:pt idx="14715">
                  <c:v>0.49362962962962964</c:v>
                </c:pt>
                <c:pt idx="14716">
                  <c:v>0.49362962962962964</c:v>
                </c:pt>
                <c:pt idx="14717">
                  <c:v>0.49362962962962964</c:v>
                </c:pt>
                <c:pt idx="14718">
                  <c:v>0.49362962962962964</c:v>
                </c:pt>
                <c:pt idx="14719">
                  <c:v>0.49362962962962964</c:v>
                </c:pt>
                <c:pt idx="14720">
                  <c:v>0.49362962962962964</c:v>
                </c:pt>
                <c:pt idx="14721">
                  <c:v>0.49362962962962964</c:v>
                </c:pt>
                <c:pt idx="14722">
                  <c:v>0.49362962962962964</c:v>
                </c:pt>
                <c:pt idx="14723">
                  <c:v>0.49362962962962964</c:v>
                </c:pt>
                <c:pt idx="14724">
                  <c:v>0.49362962962962964</c:v>
                </c:pt>
                <c:pt idx="14725">
                  <c:v>0.49362962962962964</c:v>
                </c:pt>
                <c:pt idx="14726">
                  <c:v>0.49362962962962964</c:v>
                </c:pt>
                <c:pt idx="14727">
                  <c:v>0.49362962962962964</c:v>
                </c:pt>
                <c:pt idx="14728">
                  <c:v>0.49362962962962964</c:v>
                </c:pt>
                <c:pt idx="14729">
                  <c:v>0.49377777777777776</c:v>
                </c:pt>
                <c:pt idx="14730">
                  <c:v>0.49377777777777776</c:v>
                </c:pt>
                <c:pt idx="14731">
                  <c:v>0.49392592592592593</c:v>
                </c:pt>
                <c:pt idx="14732">
                  <c:v>0.49392592592592593</c:v>
                </c:pt>
                <c:pt idx="14733">
                  <c:v>0.49407407407407405</c:v>
                </c:pt>
                <c:pt idx="14734">
                  <c:v>0.49407407407407405</c:v>
                </c:pt>
                <c:pt idx="14735">
                  <c:v>0.49407407407407405</c:v>
                </c:pt>
                <c:pt idx="14736">
                  <c:v>0.49407407407407405</c:v>
                </c:pt>
                <c:pt idx="14737">
                  <c:v>0.49407407407407405</c:v>
                </c:pt>
                <c:pt idx="14738">
                  <c:v>0.49422222222222223</c:v>
                </c:pt>
                <c:pt idx="14739">
                  <c:v>0.49437037037037035</c:v>
                </c:pt>
                <c:pt idx="14740">
                  <c:v>0.49437037037037035</c:v>
                </c:pt>
                <c:pt idx="14741">
                  <c:v>0.49451851851851852</c:v>
                </c:pt>
                <c:pt idx="14742">
                  <c:v>0.49451851851851852</c:v>
                </c:pt>
                <c:pt idx="14743">
                  <c:v>0.49451851851851852</c:v>
                </c:pt>
                <c:pt idx="14744">
                  <c:v>0.49451851851851852</c:v>
                </c:pt>
                <c:pt idx="14745">
                  <c:v>0.49451851851851852</c:v>
                </c:pt>
                <c:pt idx="14746">
                  <c:v>0.49466666666666664</c:v>
                </c:pt>
                <c:pt idx="14747">
                  <c:v>0.49466666666666664</c:v>
                </c:pt>
                <c:pt idx="14748">
                  <c:v>0.49466666666666664</c:v>
                </c:pt>
                <c:pt idx="14749">
                  <c:v>0.49466666666666664</c:v>
                </c:pt>
                <c:pt idx="14750">
                  <c:v>0.49466666666666664</c:v>
                </c:pt>
                <c:pt idx="14751">
                  <c:v>0.49481481481481482</c:v>
                </c:pt>
                <c:pt idx="14752">
                  <c:v>0.49496296296296294</c:v>
                </c:pt>
                <c:pt idx="14753">
                  <c:v>0.49496296296296294</c:v>
                </c:pt>
                <c:pt idx="14754">
                  <c:v>0.49496296296296294</c:v>
                </c:pt>
                <c:pt idx="14755">
                  <c:v>0.49511111111111111</c:v>
                </c:pt>
                <c:pt idx="14756">
                  <c:v>0.49511111111111111</c:v>
                </c:pt>
                <c:pt idx="14757">
                  <c:v>0.49525925925925923</c:v>
                </c:pt>
                <c:pt idx="14758">
                  <c:v>0.49540740740740741</c:v>
                </c:pt>
                <c:pt idx="14759">
                  <c:v>0.49540740740740741</c:v>
                </c:pt>
                <c:pt idx="14760">
                  <c:v>0.49540740740740741</c:v>
                </c:pt>
                <c:pt idx="14761">
                  <c:v>0.49540740740740741</c:v>
                </c:pt>
                <c:pt idx="14762">
                  <c:v>0.49540740740740741</c:v>
                </c:pt>
                <c:pt idx="14763">
                  <c:v>0.49540740740740741</c:v>
                </c:pt>
                <c:pt idx="14764">
                  <c:v>0.49555555555555558</c:v>
                </c:pt>
                <c:pt idx="14765">
                  <c:v>0.49555555555555558</c:v>
                </c:pt>
                <c:pt idx="14766">
                  <c:v>0.49555555555555558</c:v>
                </c:pt>
                <c:pt idx="14767">
                  <c:v>0.49555555555555558</c:v>
                </c:pt>
                <c:pt idx="14768">
                  <c:v>0.49555555555555558</c:v>
                </c:pt>
                <c:pt idx="14769">
                  <c:v>0.49555555555555558</c:v>
                </c:pt>
                <c:pt idx="14770">
                  <c:v>0.49555555555555558</c:v>
                </c:pt>
                <c:pt idx="14771">
                  <c:v>0.49555555555555558</c:v>
                </c:pt>
                <c:pt idx="14772">
                  <c:v>0.4957037037037037</c:v>
                </c:pt>
                <c:pt idx="14773">
                  <c:v>0.4957037037037037</c:v>
                </c:pt>
                <c:pt idx="14774">
                  <c:v>0.4957037037037037</c:v>
                </c:pt>
                <c:pt idx="14775">
                  <c:v>0.4957037037037037</c:v>
                </c:pt>
                <c:pt idx="14776">
                  <c:v>0.49585185185185188</c:v>
                </c:pt>
                <c:pt idx="14777">
                  <c:v>0.49585185185185188</c:v>
                </c:pt>
                <c:pt idx="14778">
                  <c:v>0.496</c:v>
                </c:pt>
                <c:pt idx="14779">
                  <c:v>0.496</c:v>
                </c:pt>
                <c:pt idx="14780">
                  <c:v>0.496</c:v>
                </c:pt>
                <c:pt idx="14781">
                  <c:v>0.49614814814814817</c:v>
                </c:pt>
                <c:pt idx="14782">
                  <c:v>0.49614814814814817</c:v>
                </c:pt>
                <c:pt idx="14783">
                  <c:v>0.49614814814814817</c:v>
                </c:pt>
                <c:pt idx="14784">
                  <c:v>0.49614814814814817</c:v>
                </c:pt>
                <c:pt idx="14785">
                  <c:v>0.49629629629629629</c:v>
                </c:pt>
                <c:pt idx="14786">
                  <c:v>0.49629629629629629</c:v>
                </c:pt>
                <c:pt idx="14787">
                  <c:v>0.49629629629629629</c:v>
                </c:pt>
                <c:pt idx="14788">
                  <c:v>0.49629629629629629</c:v>
                </c:pt>
                <c:pt idx="14789">
                  <c:v>0.49629629629629629</c:v>
                </c:pt>
                <c:pt idx="14790">
                  <c:v>0.49629629629629629</c:v>
                </c:pt>
                <c:pt idx="14791">
                  <c:v>0.49629629629629629</c:v>
                </c:pt>
                <c:pt idx="14792">
                  <c:v>0.49644444444444447</c:v>
                </c:pt>
                <c:pt idx="14793">
                  <c:v>0.49644444444444447</c:v>
                </c:pt>
                <c:pt idx="14794">
                  <c:v>0.49644444444444447</c:v>
                </c:pt>
                <c:pt idx="14795">
                  <c:v>0.49644444444444447</c:v>
                </c:pt>
                <c:pt idx="14796">
                  <c:v>0.49644444444444447</c:v>
                </c:pt>
                <c:pt idx="14797">
                  <c:v>0.49644444444444447</c:v>
                </c:pt>
                <c:pt idx="14798">
                  <c:v>0.49644444444444447</c:v>
                </c:pt>
                <c:pt idx="14799">
                  <c:v>0.49644444444444447</c:v>
                </c:pt>
                <c:pt idx="14800">
                  <c:v>0.49644444444444447</c:v>
                </c:pt>
                <c:pt idx="14801">
                  <c:v>0.49644444444444447</c:v>
                </c:pt>
                <c:pt idx="14802">
                  <c:v>0.49644444444444447</c:v>
                </c:pt>
                <c:pt idx="14803">
                  <c:v>0.49644444444444447</c:v>
                </c:pt>
                <c:pt idx="14804">
                  <c:v>0.49644444444444447</c:v>
                </c:pt>
                <c:pt idx="14805">
                  <c:v>0.49659259259259259</c:v>
                </c:pt>
                <c:pt idx="14806">
                  <c:v>0.49659259259259259</c:v>
                </c:pt>
                <c:pt idx="14807">
                  <c:v>0.49659259259259259</c:v>
                </c:pt>
                <c:pt idx="14808">
                  <c:v>0.49659259259259259</c:v>
                </c:pt>
                <c:pt idx="14809">
                  <c:v>0.49659259259259259</c:v>
                </c:pt>
                <c:pt idx="14810">
                  <c:v>0.49659259259259259</c:v>
                </c:pt>
                <c:pt idx="14811">
                  <c:v>0.49659259259259259</c:v>
                </c:pt>
                <c:pt idx="14812">
                  <c:v>0.49659259259259259</c:v>
                </c:pt>
                <c:pt idx="14813">
                  <c:v>0.49659259259259259</c:v>
                </c:pt>
                <c:pt idx="14814">
                  <c:v>0.49674074074074076</c:v>
                </c:pt>
                <c:pt idx="14815">
                  <c:v>0.49674074074074076</c:v>
                </c:pt>
                <c:pt idx="14816">
                  <c:v>0.49674074074074076</c:v>
                </c:pt>
                <c:pt idx="14817">
                  <c:v>0.49688888888888888</c:v>
                </c:pt>
                <c:pt idx="14818">
                  <c:v>0.49688888888888888</c:v>
                </c:pt>
                <c:pt idx="14819">
                  <c:v>0.49688888888888888</c:v>
                </c:pt>
                <c:pt idx="14820">
                  <c:v>0.49688888888888888</c:v>
                </c:pt>
                <c:pt idx="14821">
                  <c:v>0.49688888888888888</c:v>
                </c:pt>
                <c:pt idx="14822">
                  <c:v>0.49688888888888888</c:v>
                </c:pt>
                <c:pt idx="14823">
                  <c:v>0.49688888888888888</c:v>
                </c:pt>
                <c:pt idx="14824">
                  <c:v>0.49688888888888888</c:v>
                </c:pt>
                <c:pt idx="14825">
                  <c:v>0.49688888888888888</c:v>
                </c:pt>
                <c:pt idx="14826">
                  <c:v>0.49688888888888888</c:v>
                </c:pt>
                <c:pt idx="14827">
                  <c:v>0.49688888888888888</c:v>
                </c:pt>
                <c:pt idx="14828">
                  <c:v>0.49688888888888888</c:v>
                </c:pt>
                <c:pt idx="14829">
                  <c:v>0.49688888888888888</c:v>
                </c:pt>
                <c:pt idx="14830">
                  <c:v>0.49688888888888888</c:v>
                </c:pt>
                <c:pt idx="14831">
                  <c:v>0.49703703703703705</c:v>
                </c:pt>
                <c:pt idx="14832">
                  <c:v>0.49718518518518517</c:v>
                </c:pt>
                <c:pt idx="14833">
                  <c:v>0.49718518518518517</c:v>
                </c:pt>
                <c:pt idx="14834">
                  <c:v>0.49718518518518517</c:v>
                </c:pt>
                <c:pt idx="14835">
                  <c:v>0.49718518518518517</c:v>
                </c:pt>
                <c:pt idx="14836">
                  <c:v>0.49718518518518517</c:v>
                </c:pt>
                <c:pt idx="14837">
                  <c:v>0.49718518518518517</c:v>
                </c:pt>
                <c:pt idx="14838">
                  <c:v>0.49718518518518517</c:v>
                </c:pt>
                <c:pt idx="14839">
                  <c:v>0.49718518518518517</c:v>
                </c:pt>
                <c:pt idx="14840">
                  <c:v>0.49718518518518517</c:v>
                </c:pt>
                <c:pt idx="14841">
                  <c:v>0.49718518518518517</c:v>
                </c:pt>
                <c:pt idx="14842">
                  <c:v>0.49718518518518517</c:v>
                </c:pt>
                <c:pt idx="14843">
                  <c:v>0.49718518518518517</c:v>
                </c:pt>
                <c:pt idx="14844">
                  <c:v>0.49718518518518517</c:v>
                </c:pt>
                <c:pt idx="14845">
                  <c:v>0.49718518518518517</c:v>
                </c:pt>
                <c:pt idx="14846">
                  <c:v>0.49718518518518517</c:v>
                </c:pt>
                <c:pt idx="14847">
                  <c:v>0.49733333333333335</c:v>
                </c:pt>
                <c:pt idx="14848">
                  <c:v>0.49733333333333335</c:v>
                </c:pt>
                <c:pt idx="14849">
                  <c:v>0.49748148148148147</c:v>
                </c:pt>
                <c:pt idx="14850">
                  <c:v>0.49748148148148147</c:v>
                </c:pt>
                <c:pt idx="14851">
                  <c:v>0.49748148148148147</c:v>
                </c:pt>
                <c:pt idx="14852">
                  <c:v>0.49748148148148147</c:v>
                </c:pt>
                <c:pt idx="14853">
                  <c:v>0.49748148148148147</c:v>
                </c:pt>
                <c:pt idx="14854">
                  <c:v>0.49748148148148147</c:v>
                </c:pt>
                <c:pt idx="14855">
                  <c:v>0.49748148148148147</c:v>
                </c:pt>
                <c:pt idx="14856">
                  <c:v>0.49748148148148147</c:v>
                </c:pt>
                <c:pt idx="14857">
                  <c:v>0.49748148148148147</c:v>
                </c:pt>
                <c:pt idx="14858">
                  <c:v>0.49748148148148147</c:v>
                </c:pt>
                <c:pt idx="14859">
                  <c:v>0.49748148148148147</c:v>
                </c:pt>
                <c:pt idx="14860">
                  <c:v>0.49748148148148147</c:v>
                </c:pt>
                <c:pt idx="14861">
                  <c:v>0.49762962962962964</c:v>
                </c:pt>
                <c:pt idx="14862">
                  <c:v>0.49762962962962964</c:v>
                </c:pt>
                <c:pt idx="14863">
                  <c:v>0.49762962962962964</c:v>
                </c:pt>
                <c:pt idx="14864">
                  <c:v>0.49762962962962964</c:v>
                </c:pt>
                <c:pt idx="14865">
                  <c:v>0.49762962962962964</c:v>
                </c:pt>
                <c:pt idx="14866">
                  <c:v>0.49762962962962964</c:v>
                </c:pt>
                <c:pt idx="14867">
                  <c:v>0.49762962962962964</c:v>
                </c:pt>
                <c:pt idx="14868">
                  <c:v>0.49762962962962964</c:v>
                </c:pt>
                <c:pt idx="14869">
                  <c:v>0.49762962962962964</c:v>
                </c:pt>
                <c:pt idx="14870">
                  <c:v>0.49762962962962964</c:v>
                </c:pt>
                <c:pt idx="14871">
                  <c:v>0.49762962962962964</c:v>
                </c:pt>
                <c:pt idx="14872">
                  <c:v>0.49762962962962964</c:v>
                </c:pt>
                <c:pt idx="14873">
                  <c:v>0.49762962962962964</c:v>
                </c:pt>
                <c:pt idx="14874">
                  <c:v>0.49762962962962964</c:v>
                </c:pt>
                <c:pt idx="14875">
                  <c:v>0.49762962962962964</c:v>
                </c:pt>
                <c:pt idx="14876">
                  <c:v>0.49762962962962964</c:v>
                </c:pt>
                <c:pt idx="14877">
                  <c:v>0.49777777777777776</c:v>
                </c:pt>
                <c:pt idx="14878">
                  <c:v>0.49792592592592594</c:v>
                </c:pt>
                <c:pt idx="14879">
                  <c:v>0.49792592592592594</c:v>
                </c:pt>
                <c:pt idx="14880">
                  <c:v>0.49807407407407406</c:v>
                </c:pt>
                <c:pt idx="14881">
                  <c:v>0.49807407407407406</c:v>
                </c:pt>
                <c:pt idx="14882">
                  <c:v>0.49807407407407406</c:v>
                </c:pt>
                <c:pt idx="14883">
                  <c:v>0.49807407407407406</c:v>
                </c:pt>
                <c:pt idx="14884">
                  <c:v>0.49807407407407406</c:v>
                </c:pt>
                <c:pt idx="14885">
                  <c:v>0.49807407407407406</c:v>
                </c:pt>
                <c:pt idx="14886">
                  <c:v>0.49807407407407406</c:v>
                </c:pt>
                <c:pt idx="14887">
                  <c:v>0.49807407407407406</c:v>
                </c:pt>
                <c:pt idx="14888">
                  <c:v>0.49807407407407406</c:v>
                </c:pt>
                <c:pt idx="14889">
                  <c:v>0.49807407407407406</c:v>
                </c:pt>
                <c:pt idx="14890">
                  <c:v>0.49807407407407406</c:v>
                </c:pt>
                <c:pt idx="14891">
                  <c:v>0.49807407407407406</c:v>
                </c:pt>
                <c:pt idx="14892">
                  <c:v>0.49807407407407406</c:v>
                </c:pt>
                <c:pt idx="14893">
                  <c:v>0.49807407407407406</c:v>
                </c:pt>
                <c:pt idx="14894">
                  <c:v>0.49807407407407406</c:v>
                </c:pt>
                <c:pt idx="14895">
                  <c:v>0.49807407407407406</c:v>
                </c:pt>
                <c:pt idx="14896">
                  <c:v>0.49822222222222223</c:v>
                </c:pt>
                <c:pt idx="14897">
                  <c:v>0.49822222222222223</c:v>
                </c:pt>
                <c:pt idx="14898">
                  <c:v>0.49822222222222223</c:v>
                </c:pt>
                <c:pt idx="14899">
                  <c:v>0.49822222222222223</c:v>
                </c:pt>
                <c:pt idx="14900">
                  <c:v>0.49822222222222223</c:v>
                </c:pt>
                <c:pt idx="14901">
                  <c:v>0.49822222222222223</c:v>
                </c:pt>
                <c:pt idx="14902">
                  <c:v>0.49822222222222223</c:v>
                </c:pt>
                <c:pt idx="14903">
                  <c:v>0.49822222222222223</c:v>
                </c:pt>
                <c:pt idx="14904">
                  <c:v>0.49822222222222223</c:v>
                </c:pt>
                <c:pt idx="14905">
                  <c:v>0.49822222222222223</c:v>
                </c:pt>
                <c:pt idx="14906">
                  <c:v>0.49822222222222223</c:v>
                </c:pt>
                <c:pt idx="14907">
                  <c:v>0.49837037037037035</c:v>
                </c:pt>
                <c:pt idx="14908">
                  <c:v>0.49851851851851853</c:v>
                </c:pt>
                <c:pt idx="14909">
                  <c:v>0.49851851851851853</c:v>
                </c:pt>
                <c:pt idx="14910">
                  <c:v>0.49851851851851853</c:v>
                </c:pt>
                <c:pt idx="14911">
                  <c:v>0.49866666666666665</c:v>
                </c:pt>
                <c:pt idx="14912">
                  <c:v>0.49881481481481482</c:v>
                </c:pt>
                <c:pt idx="14913">
                  <c:v>0.49881481481481482</c:v>
                </c:pt>
                <c:pt idx="14914">
                  <c:v>0.49881481481481482</c:v>
                </c:pt>
                <c:pt idx="14915">
                  <c:v>0.49881481481481482</c:v>
                </c:pt>
                <c:pt idx="14916">
                  <c:v>0.49881481481481482</c:v>
                </c:pt>
                <c:pt idx="14917">
                  <c:v>0.49881481481481482</c:v>
                </c:pt>
                <c:pt idx="14918">
                  <c:v>0.49881481481481482</c:v>
                </c:pt>
                <c:pt idx="14919">
                  <c:v>0.49881481481481482</c:v>
                </c:pt>
                <c:pt idx="14920">
                  <c:v>0.49881481481481482</c:v>
                </c:pt>
                <c:pt idx="14921">
                  <c:v>0.49881481481481482</c:v>
                </c:pt>
                <c:pt idx="14922">
                  <c:v>0.49881481481481482</c:v>
                </c:pt>
                <c:pt idx="14923">
                  <c:v>0.49896296296296294</c:v>
                </c:pt>
                <c:pt idx="14924">
                  <c:v>0.49896296296296294</c:v>
                </c:pt>
                <c:pt idx="14925">
                  <c:v>0.49896296296296294</c:v>
                </c:pt>
                <c:pt idx="14926">
                  <c:v>0.49896296296296294</c:v>
                </c:pt>
                <c:pt idx="14927">
                  <c:v>0.49911111111111112</c:v>
                </c:pt>
                <c:pt idx="14928">
                  <c:v>0.49911111111111112</c:v>
                </c:pt>
                <c:pt idx="14929">
                  <c:v>0.49911111111111112</c:v>
                </c:pt>
                <c:pt idx="14930">
                  <c:v>0.49911111111111112</c:v>
                </c:pt>
                <c:pt idx="14931">
                  <c:v>0.49911111111111112</c:v>
                </c:pt>
                <c:pt idx="14932">
                  <c:v>0.49911111111111112</c:v>
                </c:pt>
                <c:pt idx="14933">
                  <c:v>0.49925925925925924</c:v>
                </c:pt>
                <c:pt idx="14934">
                  <c:v>0.49925925925925924</c:v>
                </c:pt>
                <c:pt idx="14935">
                  <c:v>0.49925925925925924</c:v>
                </c:pt>
                <c:pt idx="14936">
                  <c:v>0.49940740740740741</c:v>
                </c:pt>
                <c:pt idx="14937">
                  <c:v>0.49940740740740741</c:v>
                </c:pt>
                <c:pt idx="14938">
                  <c:v>0.49940740740740741</c:v>
                </c:pt>
                <c:pt idx="14939">
                  <c:v>0.49940740740740741</c:v>
                </c:pt>
                <c:pt idx="14940">
                  <c:v>0.49940740740740741</c:v>
                </c:pt>
                <c:pt idx="14941">
                  <c:v>0.49940740740740741</c:v>
                </c:pt>
                <c:pt idx="14942">
                  <c:v>0.49940740740740741</c:v>
                </c:pt>
                <c:pt idx="14943">
                  <c:v>0.49940740740740741</c:v>
                </c:pt>
                <c:pt idx="14944">
                  <c:v>0.49955555555555553</c:v>
                </c:pt>
                <c:pt idx="14945">
                  <c:v>0.49955555555555553</c:v>
                </c:pt>
                <c:pt idx="14946">
                  <c:v>0.49955555555555553</c:v>
                </c:pt>
                <c:pt idx="14947">
                  <c:v>0.49955555555555553</c:v>
                </c:pt>
                <c:pt idx="14948">
                  <c:v>0.49955555555555553</c:v>
                </c:pt>
                <c:pt idx="14949">
                  <c:v>0.49970370370370371</c:v>
                </c:pt>
                <c:pt idx="14950">
                  <c:v>0.49970370370370371</c:v>
                </c:pt>
                <c:pt idx="14951">
                  <c:v>0.49970370370370371</c:v>
                </c:pt>
                <c:pt idx="14952">
                  <c:v>0.49970370370370371</c:v>
                </c:pt>
                <c:pt idx="14953">
                  <c:v>0.49970370370370371</c:v>
                </c:pt>
                <c:pt idx="14954">
                  <c:v>0.49970370370370371</c:v>
                </c:pt>
                <c:pt idx="14955">
                  <c:v>0.49970370370370371</c:v>
                </c:pt>
                <c:pt idx="14956">
                  <c:v>0.49970370370370371</c:v>
                </c:pt>
                <c:pt idx="14957">
                  <c:v>0.49970370370370371</c:v>
                </c:pt>
                <c:pt idx="14958">
                  <c:v>0.49970370370370371</c:v>
                </c:pt>
                <c:pt idx="14959">
                  <c:v>0.49970370370370371</c:v>
                </c:pt>
                <c:pt idx="14960">
                  <c:v>0.49970370370370371</c:v>
                </c:pt>
                <c:pt idx="14961">
                  <c:v>0.49985185185185182</c:v>
                </c:pt>
                <c:pt idx="14962">
                  <c:v>0.5</c:v>
                </c:pt>
                <c:pt idx="14963">
                  <c:v>0.50014814814814812</c:v>
                </c:pt>
                <c:pt idx="14964">
                  <c:v>0.50029629629629635</c:v>
                </c:pt>
                <c:pt idx="14965">
                  <c:v>0.50029629629629635</c:v>
                </c:pt>
                <c:pt idx="14966">
                  <c:v>0.50029629629629635</c:v>
                </c:pt>
                <c:pt idx="14967">
                  <c:v>0.50044444444444447</c:v>
                </c:pt>
                <c:pt idx="14968">
                  <c:v>0.50044444444444447</c:v>
                </c:pt>
                <c:pt idx="14969">
                  <c:v>0.50044444444444447</c:v>
                </c:pt>
                <c:pt idx="14970">
                  <c:v>0.50059259259259259</c:v>
                </c:pt>
                <c:pt idx="14971">
                  <c:v>0.50059259259259259</c:v>
                </c:pt>
                <c:pt idx="14972">
                  <c:v>0.50059259259259259</c:v>
                </c:pt>
                <c:pt idx="14973">
                  <c:v>0.50059259259259259</c:v>
                </c:pt>
                <c:pt idx="14974">
                  <c:v>0.50074074074074071</c:v>
                </c:pt>
                <c:pt idx="14975">
                  <c:v>0.50088888888888894</c:v>
                </c:pt>
                <c:pt idx="14976">
                  <c:v>0.50088888888888894</c:v>
                </c:pt>
                <c:pt idx="14977">
                  <c:v>0.50088888888888894</c:v>
                </c:pt>
                <c:pt idx="14978">
                  <c:v>0.50103703703703706</c:v>
                </c:pt>
                <c:pt idx="14979">
                  <c:v>0.50118518518518518</c:v>
                </c:pt>
                <c:pt idx="14980">
                  <c:v>0.50118518518518518</c:v>
                </c:pt>
                <c:pt idx="14981">
                  <c:v>0.50118518518518518</c:v>
                </c:pt>
                <c:pt idx="14982">
                  <c:v>0.50118518518518518</c:v>
                </c:pt>
                <c:pt idx="14983">
                  <c:v>0.5013333333333333</c:v>
                </c:pt>
                <c:pt idx="14984">
                  <c:v>0.5013333333333333</c:v>
                </c:pt>
                <c:pt idx="14985">
                  <c:v>0.5013333333333333</c:v>
                </c:pt>
                <c:pt idx="14986">
                  <c:v>0.5013333333333333</c:v>
                </c:pt>
                <c:pt idx="14987">
                  <c:v>0.50148148148148153</c:v>
                </c:pt>
                <c:pt idx="14988">
                  <c:v>0.50148148148148153</c:v>
                </c:pt>
                <c:pt idx="14989">
                  <c:v>0.50148148148148153</c:v>
                </c:pt>
                <c:pt idx="14990">
                  <c:v>0.50148148148148153</c:v>
                </c:pt>
                <c:pt idx="14991">
                  <c:v>0.50148148148148153</c:v>
                </c:pt>
                <c:pt idx="14992">
                  <c:v>0.50148148148148153</c:v>
                </c:pt>
                <c:pt idx="14993">
                  <c:v>0.50148148148148153</c:v>
                </c:pt>
                <c:pt idx="14994">
                  <c:v>0.50162962962962965</c:v>
                </c:pt>
                <c:pt idx="14995">
                  <c:v>0.50162962962962965</c:v>
                </c:pt>
                <c:pt idx="14996">
                  <c:v>0.50162962962962965</c:v>
                </c:pt>
                <c:pt idx="14997">
                  <c:v>0.50162962962962965</c:v>
                </c:pt>
                <c:pt idx="14998">
                  <c:v>0.50162962962962965</c:v>
                </c:pt>
                <c:pt idx="14999">
                  <c:v>0.50162962962962965</c:v>
                </c:pt>
                <c:pt idx="15000">
                  <c:v>0.50162962962962965</c:v>
                </c:pt>
                <c:pt idx="15001">
                  <c:v>0.50162962962962965</c:v>
                </c:pt>
                <c:pt idx="15002">
                  <c:v>0.50162962962962965</c:v>
                </c:pt>
                <c:pt idx="15003">
                  <c:v>0.50162962962962965</c:v>
                </c:pt>
                <c:pt idx="15004">
                  <c:v>0.50162962962962965</c:v>
                </c:pt>
                <c:pt idx="15005">
                  <c:v>0.50162962962962965</c:v>
                </c:pt>
                <c:pt idx="15006">
                  <c:v>0.50162962962962965</c:v>
                </c:pt>
                <c:pt idx="15007">
                  <c:v>0.50162962962962965</c:v>
                </c:pt>
                <c:pt idx="15008">
                  <c:v>0.50177777777777777</c:v>
                </c:pt>
                <c:pt idx="15009">
                  <c:v>0.50177777777777777</c:v>
                </c:pt>
                <c:pt idx="15010">
                  <c:v>0.50177777777777777</c:v>
                </c:pt>
                <c:pt idx="15011">
                  <c:v>0.50192592592592589</c:v>
                </c:pt>
                <c:pt idx="15012">
                  <c:v>0.50192592592592589</c:v>
                </c:pt>
                <c:pt idx="15013">
                  <c:v>0.50192592592592589</c:v>
                </c:pt>
                <c:pt idx="15014">
                  <c:v>0.50192592592592589</c:v>
                </c:pt>
                <c:pt idx="15015">
                  <c:v>0.50207407407407412</c:v>
                </c:pt>
                <c:pt idx="15016">
                  <c:v>0.50207407407407412</c:v>
                </c:pt>
                <c:pt idx="15017">
                  <c:v>0.50222222222222224</c:v>
                </c:pt>
                <c:pt idx="15018">
                  <c:v>0.50222222222222224</c:v>
                </c:pt>
                <c:pt idx="15019">
                  <c:v>0.50222222222222224</c:v>
                </c:pt>
                <c:pt idx="15020">
                  <c:v>0.50222222222222224</c:v>
                </c:pt>
                <c:pt idx="15021">
                  <c:v>0.50222222222222224</c:v>
                </c:pt>
                <c:pt idx="15022">
                  <c:v>0.50222222222222224</c:v>
                </c:pt>
                <c:pt idx="15023">
                  <c:v>0.50222222222222224</c:v>
                </c:pt>
                <c:pt idx="15024">
                  <c:v>0.50222222222222224</c:v>
                </c:pt>
                <c:pt idx="15025">
                  <c:v>0.50222222222222224</c:v>
                </c:pt>
                <c:pt idx="15026">
                  <c:v>0.50222222222222224</c:v>
                </c:pt>
                <c:pt idx="15027">
                  <c:v>0.50222222222222224</c:v>
                </c:pt>
                <c:pt idx="15028">
                  <c:v>0.50237037037037036</c:v>
                </c:pt>
                <c:pt idx="15029">
                  <c:v>0.50237037037037036</c:v>
                </c:pt>
                <c:pt idx="15030">
                  <c:v>0.50237037037037036</c:v>
                </c:pt>
                <c:pt idx="15031">
                  <c:v>0.50237037037037036</c:v>
                </c:pt>
                <c:pt idx="15032">
                  <c:v>0.50251851851851848</c:v>
                </c:pt>
                <c:pt idx="15033">
                  <c:v>0.50251851851851848</c:v>
                </c:pt>
                <c:pt idx="15034">
                  <c:v>0.50251851851851848</c:v>
                </c:pt>
                <c:pt idx="15035">
                  <c:v>0.50251851851851848</c:v>
                </c:pt>
                <c:pt idx="15036">
                  <c:v>0.50266666666666671</c:v>
                </c:pt>
                <c:pt idx="15037">
                  <c:v>0.50281481481481483</c:v>
                </c:pt>
                <c:pt idx="15038">
                  <c:v>0.50281481481481483</c:v>
                </c:pt>
                <c:pt idx="15039">
                  <c:v>0.50281481481481483</c:v>
                </c:pt>
                <c:pt idx="15040">
                  <c:v>0.50281481481481483</c:v>
                </c:pt>
                <c:pt idx="15041">
                  <c:v>0.50281481481481483</c:v>
                </c:pt>
                <c:pt idx="15042">
                  <c:v>0.50281481481481483</c:v>
                </c:pt>
                <c:pt idx="15043">
                  <c:v>0.50281481481481483</c:v>
                </c:pt>
                <c:pt idx="15044">
                  <c:v>0.50281481481481483</c:v>
                </c:pt>
                <c:pt idx="15045">
                  <c:v>0.50296296296296295</c:v>
                </c:pt>
                <c:pt idx="15046">
                  <c:v>0.50296296296296295</c:v>
                </c:pt>
                <c:pt idx="15047">
                  <c:v>0.50296296296296295</c:v>
                </c:pt>
                <c:pt idx="15048">
                  <c:v>0.50311111111111106</c:v>
                </c:pt>
                <c:pt idx="15049">
                  <c:v>0.50311111111111106</c:v>
                </c:pt>
                <c:pt idx="15050">
                  <c:v>0.50311111111111106</c:v>
                </c:pt>
                <c:pt idx="15051">
                  <c:v>0.50311111111111106</c:v>
                </c:pt>
                <c:pt idx="15052">
                  <c:v>0.50311111111111106</c:v>
                </c:pt>
                <c:pt idx="15053">
                  <c:v>0.50311111111111106</c:v>
                </c:pt>
                <c:pt idx="15054">
                  <c:v>0.5032592592592593</c:v>
                </c:pt>
                <c:pt idx="15055">
                  <c:v>0.5032592592592593</c:v>
                </c:pt>
                <c:pt idx="15056">
                  <c:v>0.5032592592592593</c:v>
                </c:pt>
                <c:pt idx="15057">
                  <c:v>0.5032592592592593</c:v>
                </c:pt>
                <c:pt idx="15058">
                  <c:v>0.5032592592592593</c:v>
                </c:pt>
                <c:pt idx="15059">
                  <c:v>0.5032592592592593</c:v>
                </c:pt>
                <c:pt idx="15060">
                  <c:v>0.5032592592592593</c:v>
                </c:pt>
                <c:pt idx="15061">
                  <c:v>0.5032592592592593</c:v>
                </c:pt>
                <c:pt idx="15062">
                  <c:v>0.5032592592592593</c:v>
                </c:pt>
                <c:pt idx="15063">
                  <c:v>0.50340740740740741</c:v>
                </c:pt>
                <c:pt idx="15064">
                  <c:v>0.50340740740740741</c:v>
                </c:pt>
                <c:pt idx="15065">
                  <c:v>0.50340740740740741</c:v>
                </c:pt>
                <c:pt idx="15066">
                  <c:v>0.50340740740740741</c:v>
                </c:pt>
                <c:pt idx="15067">
                  <c:v>0.50340740740740741</c:v>
                </c:pt>
                <c:pt idx="15068">
                  <c:v>0.50340740740740741</c:v>
                </c:pt>
                <c:pt idx="15069">
                  <c:v>0.50340740740740741</c:v>
                </c:pt>
                <c:pt idx="15070">
                  <c:v>0.50340740740740741</c:v>
                </c:pt>
                <c:pt idx="15071">
                  <c:v>0.50355555555555553</c:v>
                </c:pt>
                <c:pt idx="15072">
                  <c:v>0.50370370370370365</c:v>
                </c:pt>
                <c:pt idx="15073">
                  <c:v>0.50370370370370365</c:v>
                </c:pt>
                <c:pt idx="15074">
                  <c:v>0.50370370370370365</c:v>
                </c:pt>
                <c:pt idx="15075">
                  <c:v>0.50385185185185188</c:v>
                </c:pt>
                <c:pt idx="15076">
                  <c:v>0.50385185185185188</c:v>
                </c:pt>
                <c:pt idx="15077">
                  <c:v>0.50385185185185188</c:v>
                </c:pt>
                <c:pt idx="15078">
                  <c:v>0.50385185185185188</c:v>
                </c:pt>
                <c:pt idx="15079">
                  <c:v>0.50385185185185188</c:v>
                </c:pt>
                <c:pt idx="15080">
                  <c:v>0.504</c:v>
                </c:pt>
                <c:pt idx="15081">
                  <c:v>0.50414814814814812</c:v>
                </c:pt>
                <c:pt idx="15082">
                  <c:v>0.50414814814814812</c:v>
                </c:pt>
                <c:pt idx="15083">
                  <c:v>0.50414814814814812</c:v>
                </c:pt>
                <c:pt idx="15084">
                  <c:v>0.50414814814814812</c:v>
                </c:pt>
                <c:pt idx="15085">
                  <c:v>0.50429629629629624</c:v>
                </c:pt>
                <c:pt idx="15086">
                  <c:v>0.50429629629629624</c:v>
                </c:pt>
                <c:pt idx="15087">
                  <c:v>0.50444444444444447</c:v>
                </c:pt>
                <c:pt idx="15088">
                  <c:v>0.50444444444444447</c:v>
                </c:pt>
                <c:pt idx="15089">
                  <c:v>0.50444444444444447</c:v>
                </c:pt>
                <c:pt idx="15090">
                  <c:v>0.50444444444444447</c:v>
                </c:pt>
                <c:pt idx="15091">
                  <c:v>0.50444444444444447</c:v>
                </c:pt>
                <c:pt idx="15092">
                  <c:v>0.50444444444444447</c:v>
                </c:pt>
                <c:pt idx="15093">
                  <c:v>0.50459259259259259</c:v>
                </c:pt>
                <c:pt idx="15094">
                  <c:v>0.50459259259259259</c:v>
                </c:pt>
                <c:pt idx="15095">
                  <c:v>0.50459259259259259</c:v>
                </c:pt>
                <c:pt idx="15096">
                  <c:v>0.50459259259259259</c:v>
                </c:pt>
                <c:pt idx="15097">
                  <c:v>0.50459259259259259</c:v>
                </c:pt>
                <c:pt idx="15098">
                  <c:v>0.50459259259259259</c:v>
                </c:pt>
                <c:pt idx="15099">
                  <c:v>0.50459259259259259</c:v>
                </c:pt>
                <c:pt idx="15100">
                  <c:v>0.50459259259259259</c:v>
                </c:pt>
                <c:pt idx="15101">
                  <c:v>0.50459259259259259</c:v>
                </c:pt>
                <c:pt idx="15102">
                  <c:v>0.50459259259259259</c:v>
                </c:pt>
                <c:pt idx="15103">
                  <c:v>0.50474074074074071</c:v>
                </c:pt>
                <c:pt idx="15104">
                  <c:v>0.50474074074074071</c:v>
                </c:pt>
                <c:pt idx="15105">
                  <c:v>0.50488888888888894</c:v>
                </c:pt>
                <c:pt idx="15106">
                  <c:v>0.50488888888888894</c:v>
                </c:pt>
                <c:pt idx="15107">
                  <c:v>0.50488888888888894</c:v>
                </c:pt>
                <c:pt idx="15108">
                  <c:v>0.50488888888888894</c:v>
                </c:pt>
                <c:pt idx="15109">
                  <c:v>0.50488888888888894</c:v>
                </c:pt>
                <c:pt idx="15110">
                  <c:v>0.50488888888888894</c:v>
                </c:pt>
                <c:pt idx="15111">
                  <c:v>0.50488888888888894</c:v>
                </c:pt>
                <c:pt idx="15112">
                  <c:v>0.50488888888888894</c:v>
                </c:pt>
                <c:pt idx="15113">
                  <c:v>0.50488888888888894</c:v>
                </c:pt>
                <c:pt idx="15114">
                  <c:v>0.50488888888888894</c:v>
                </c:pt>
                <c:pt idx="15115">
                  <c:v>0.50488888888888894</c:v>
                </c:pt>
                <c:pt idx="15116">
                  <c:v>0.50503703703703706</c:v>
                </c:pt>
                <c:pt idx="15117">
                  <c:v>0.50503703703703706</c:v>
                </c:pt>
                <c:pt idx="15118">
                  <c:v>0.50503703703703706</c:v>
                </c:pt>
                <c:pt idx="15119">
                  <c:v>0.50503703703703706</c:v>
                </c:pt>
                <c:pt idx="15120">
                  <c:v>0.50503703703703706</c:v>
                </c:pt>
                <c:pt idx="15121">
                  <c:v>0.50518518518518518</c:v>
                </c:pt>
                <c:pt idx="15122">
                  <c:v>0.50518518518518518</c:v>
                </c:pt>
                <c:pt idx="15123">
                  <c:v>0.5053333333333333</c:v>
                </c:pt>
                <c:pt idx="15124">
                  <c:v>0.50548148148148153</c:v>
                </c:pt>
                <c:pt idx="15125">
                  <c:v>0.50548148148148153</c:v>
                </c:pt>
                <c:pt idx="15126">
                  <c:v>0.50548148148148153</c:v>
                </c:pt>
                <c:pt idx="15127">
                  <c:v>0.50548148148148153</c:v>
                </c:pt>
                <c:pt idx="15128">
                  <c:v>0.50562962962962965</c:v>
                </c:pt>
                <c:pt idx="15129">
                  <c:v>0.50562962962962965</c:v>
                </c:pt>
                <c:pt idx="15130">
                  <c:v>0.50562962962962965</c:v>
                </c:pt>
                <c:pt idx="15131">
                  <c:v>0.50562962962962965</c:v>
                </c:pt>
                <c:pt idx="15132">
                  <c:v>0.50577777777777777</c:v>
                </c:pt>
                <c:pt idx="15133">
                  <c:v>0.50577777777777777</c:v>
                </c:pt>
                <c:pt idx="15134">
                  <c:v>0.50592592592592589</c:v>
                </c:pt>
                <c:pt idx="15135">
                  <c:v>0.50592592592592589</c:v>
                </c:pt>
                <c:pt idx="15136">
                  <c:v>0.50592592592592589</c:v>
                </c:pt>
                <c:pt idx="15137">
                  <c:v>0.50592592592592589</c:v>
                </c:pt>
                <c:pt idx="15138">
                  <c:v>0.50592592592592589</c:v>
                </c:pt>
                <c:pt idx="15139">
                  <c:v>0.50592592592592589</c:v>
                </c:pt>
                <c:pt idx="15140">
                  <c:v>0.50592592592592589</c:v>
                </c:pt>
                <c:pt idx="15141">
                  <c:v>0.50607407407407412</c:v>
                </c:pt>
                <c:pt idx="15142">
                  <c:v>0.50622222222222224</c:v>
                </c:pt>
                <c:pt idx="15143">
                  <c:v>0.50622222222222224</c:v>
                </c:pt>
                <c:pt idx="15144">
                  <c:v>0.50622222222222224</c:v>
                </c:pt>
                <c:pt idx="15145">
                  <c:v>0.50637037037037036</c:v>
                </c:pt>
                <c:pt idx="15146">
                  <c:v>0.50637037037037036</c:v>
                </c:pt>
                <c:pt idx="15147">
                  <c:v>0.50637037037037036</c:v>
                </c:pt>
                <c:pt idx="15148">
                  <c:v>0.50637037037037036</c:v>
                </c:pt>
                <c:pt idx="15149">
                  <c:v>0.50637037037037036</c:v>
                </c:pt>
                <c:pt idx="15150">
                  <c:v>0.50637037037037036</c:v>
                </c:pt>
                <c:pt idx="15151">
                  <c:v>0.50637037037037036</c:v>
                </c:pt>
                <c:pt idx="15152">
                  <c:v>0.50651851851851848</c:v>
                </c:pt>
                <c:pt idx="15153">
                  <c:v>0.50651851851851848</c:v>
                </c:pt>
                <c:pt idx="15154">
                  <c:v>0.50666666666666671</c:v>
                </c:pt>
                <c:pt idx="15155">
                  <c:v>0.50681481481481483</c:v>
                </c:pt>
                <c:pt idx="15156">
                  <c:v>0.50681481481481483</c:v>
                </c:pt>
                <c:pt idx="15157">
                  <c:v>0.50681481481481483</c:v>
                </c:pt>
                <c:pt idx="15158">
                  <c:v>0.50681481481481483</c:v>
                </c:pt>
                <c:pt idx="15159">
                  <c:v>0.50681481481481483</c:v>
                </c:pt>
                <c:pt idx="15160">
                  <c:v>0.50681481481481483</c:v>
                </c:pt>
                <c:pt idx="15161">
                  <c:v>0.50681481481481483</c:v>
                </c:pt>
                <c:pt idx="15162">
                  <c:v>0.50681481481481483</c:v>
                </c:pt>
                <c:pt idx="15163">
                  <c:v>0.50681481481481483</c:v>
                </c:pt>
                <c:pt idx="15164">
                  <c:v>0.50696296296296295</c:v>
                </c:pt>
                <c:pt idx="15165">
                  <c:v>0.50696296296296295</c:v>
                </c:pt>
                <c:pt idx="15166">
                  <c:v>0.50696296296296295</c:v>
                </c:pt>
                <c:pt idx="15167">
                  <c:v>0.50696296296296295</c:v>
                </c:pt>
                <c:pt idx="15168">
                  <c:v>0.50696296296296295</c:v>
                </c:pt>
                <c:pt idx="15169">
                  <c:v>0.50696296296296295</c:v>
                </c:pt>
                <c:pt idx="15170">
                  <c:v>0.50696296296296295</c:v>
                </c:pt>
                <c:pt idx="15171">
                  <c:v>0.50711111111111107</c:v>
                </c:pt>
                <c:pt idx="15172">
                  <c:v>0.5072592592592593</c:v>
                </c:pt>
                <c:pt idx="15173">
                  <c:v>0.50740740740740742</c:v>
                </c:pt>
                <c:pt idx="15174">
                  <c:v>0.50755555555555554</c:v>
                </c:pt>
                <c:pt idx="15175">
                  <c:v>0.50755555555555554</c:v>
                </c:pt>
                <c:pt idx="15176">
                  <c:v>0.50755555555555554</c:v>
                </c:pt>
                <c:pt idx="15177">
                  <c:v>0.50755555555555554</c:v>
                </c:pt>
                <c:pt idx="15178">
                  <c:v>0.50755555555555554</c:v>
                </c:pt>
                <c:pt idx="15179">
                  <c:v>0.50770370370370366</c:v>
                </c:pt>
                <c:pt idx="15180">
                  <c:v>0.50785185185185189</c:v>
                </c:pt>
                <c:pt idx="15181">
                  <c:v>0.50785185185185189</c:v>
                </c:pt>
                <c:pt idx="15182">
                  <c:v>0.50785185185185189</c:v>
                </c:pt>
                <c:pt idx="15183">
                  <c:v>0.50800000000000001</c:v>
                </c:pt>
                <c:pt idx="15184">
                  <c:v>0.50800000000000001</c:v>
                </c:pt>
                <c:pt idx="15185">
                  <c:v>0.50814814814814813</c:v>
                </c:pt>
                <c:pt idx="15186">
                  <c:v>0.50814814814814813</c:v>
                </c:pt>
                <c:pt idx="15187">
                  <c:v>0.50814814814814813</c:v>
                </c:pt>
                <c:pt idx="15188">
                  <c:v>0.50829629629629625</c:v>
                </c:pt>
                <c:pt idx="15189">
                  <c:v>0.50829629629629625</c:v>
                </c:pt>
                <c:pt idx="15190">
                  <c:v>0.50844444444444448</c:v>
                </c:pt>
                <c:pt idx="15191">
                  <c:v>0.50844444444444448</c:v>
                </c:pt>
                <c:pt idx="15192">
                  <c:v>0.50844444444444448</c:v>
                </c:pt>
                <c:pt idx="15193">
                  <c:v>0.50844444444444448</c:v>
                </c:pt>
                <c:pt idx="15194">
                  <c:v>0.50844444444444448</c:v>
                </c:pt>
                <c:pt idx="15195">
                  <c:v>0.50844444444444448</c:v>
                </c:pt>
                <c:pt idx="15196">
                  <c:v>0.50844444444444448</c:v>
                </c:pt>
                <c:pt idx="15197">
                  <c:v>0.50844444444444448</c:v>
                </c:pt>
                <c:pt idx="15198">
                  <c:v>0.50844444444444448</c:v>
                </c:pt>
                <c:pt idx="15199">
                  <c:v>0.5085925925925926</c:v>
                </c:pt>
                <c:pt idx="15200">
                  <c:v>0.5085925925925926</c:v>
                </c:pt>
                <c:pt idx="15201">
                  <c:v>0.5085925925925926</c:v>
                </c:pt>
                <c:pt idx="15202">
                  <c:v>0.5085925925925926</c:v>
                </c:pt>
                <c:pt idx="15203">
                  <c:v>0.5085925925925926</c:v>
                </c:pt>
                <c:pt idx="15204">
                  <c:v>0.5085925925925926</c:v>
                </c:pt>
                <c:pt idx="15205">
                  <c:v>0.50874074074074072</c:v>
                </c:pt>
                <c:pt idx="15206">
                  <c:v>0.50874074074074072</c:v>
                </c:pt>
                <c:pt idx="15207">
                  <c:v>0.50888888888888884</c:v>
                </c:pt>
                <c:pt idx="15208">
                  <c:v>0.50888888888888884</c:v>
                </c:pt>
                <c:pt idx="15209">
                  <c:v>0.50888888888888884</c:v>
                </c:pt>
                <c:pt idx="15210">
                  <c:v>0.50888888888888884</c:v>
                </c:pt>
                <c:pt idx="15211">
                  <c:v>0.50888888888888884</c:v>
                </c:pt>
                <c:pt idx="15212">
                  <c:v>0.50888888888888884</c:v>
                </c:pt>
                <c:pt idx="15213">
                  <c:v>0.50888888888888884</c:v>
                </c:pt>
                <c:pt idx="15214">
                  <c:v>0.50903703703703707</c:v>
                </c:pt>
                <c:pt idx="15215">
                  <c:v>0.50903703703703707</c:v>
                </c:pt>
                <c:pt idx="15216">
                  <c:v>0.50903703703703707</c:v>
                </c:pt>
                <c:pt idx="15217">
                  <c:v>0.50903703703703707</c:v>
                </c:pt>
                <c:pt idx="15218">
                  <c:v>0.50903703703703707</c:v>
                </c:pt>
                <c:pt idx="15219">
                  <c:v>0.50918518518518519</c:v>
                </c:pt>
                <c:pt idx="15220">
                  <c:v>0.50918518518518519</c:v>
                </c:pt>
                <c:pt idx="15221">
                  <c:v>0.50918518518518519</c:v>
                </c:pt>
                <c:pt idx="15222">
                  <c:v>0.5093333333333333</c:v>
                </c:pt>
                <c:pt idx="15223">
                  <c:v>0.5093333333333333</c:v>
                </c:pt>
                <c:pt idx="15224">
                  <c:v>0.5093333333333333</c:v>
                </c:pt>
                <c:pt idx="15225">
                  <c:v>0.5093333333333333</c:v>
                </c:pt>
                <c:pt idx="15226">
                  <c:v>0.50948148148148154</c:v>
                </c:pt>
                <c:pt idx="15227">
                  <c:v>0.50948148148148154</c:v>
                </c:pt>
                <c:pt idx="15228">
                  <c:v>0.50948148148148154</c:v>
                </c:pt>
                <c:pt idx="15229">
                  <c:v>0.50948148148148154</c:v>
                </c:pt>
                <c:pt idx="15230">
                  <c:v>0.50948148148148154</c:v>
                </c:pt>
                <c:pt idx="15231">
                  <c:v>0.50948148148148154</c:v>
                </c:pt>
                <c:pt idx="15232">
                  <c:v>0.50948148148148154</c:v>
                </c:pt>
                <c:pt idx="15233">
                  <c:v>0.50962962962962965</c:v>
                </c:pt>
                <c:pt idx="15234">
                  <c:v>0.50962962962962965</c:v>
                </c:pt>
                <c:pt idx="15235">
                  <c:v>0.50977777777777777</c:v>
                </c:pt>
                <c:pt idx="15236">
                  <c:v>0.50977777777777777</c:v>
                </c:pt>
                <c:pt idx="15237">
                  <c:v>0.50977777777777777</c:v>
                </c:pt>
                <c:pt idx="15238">
                  <c:v>0.50992592592592589</c:v>
                </c:pt>
                <c:pt idx="15239">
                  <c:v>0.51007407407407412</c:v>
                </c:pt>
                <c:pt idx="15240">
                  <c:v>0.51007407407407412</c:v>
                </c:pt>
                <c:pt idx="15241">
                  <c:v>0.51007407407407412</c:v>
                </c:pt>
                <c:pt idx="15242">
                  <c:v>0.51007407407407412</c:v>
                </c:pt>
                <c:pt idx="15243">
                  <c:v>0.51007407407407412</c:v>
                </c:pt>
                <c:pt idx="15244">
                  <c:v>0.51007407407407412</c:v>
                </c:pt>
                <c:pt idx="15245">
                  <c:v>0.51007407407407412</c:v>
                </c:pt>
                <c:pt idx="15246">
                  <c:v>0.51007407407407412</c:v>
                </c:pt>
                <c:pt idx="15247">
                  <c:v>0.51007407407407412</c:v>
                </c:pt>
                <c:pt idx="15248">
                  <c:v>0.51022222222222224</c:v>
                </c:pt>
                <c:pt idx="15249">
                  <c:v>0.51022222222222224</c:v>
                </c:pt>
                <c:pt idx="15250">
                  <c:v>0.51022222222222224</c:v>
                </c:pt>
                <c:pt idx="15251">
                  <c:v>0.51022222222222224</c:v>
                </c:pt>
                <c:pt idx="15252">
                  <c:v>0.51022222222222224</c:v>
                </c:pt>
                <c:pt idx="15253">
                  <c:v>0.51022222222222224</c:v>
                </c:pt>
                <c:pt idx="15254">
                  <c:v>0.51022222222222224</c:v>
                </c:pt>
                <c:pt idx="15255">
                  <c:v>0.51022222222222224</c:v>
                </c:pt>
                <c:pt idx="15256">
                  <c:v>0.51022222222222224</c:v>
                </c:pt>
                <c:pt idx="15257">
                  <c:v>0.51022222222222224</c:v>
                </c:pt>
                <c:pt idx="15258">
                  <c:v>0.51037037037037036</c:v>
                </c:pt>
                <c:pt idx="15259">
                  <c:v>0.51037037037037036</c:v>
                </c:pt>
                <c:pt idx="15260">
                  <c:v>0.51037037037037036</c:v>
                </c:pt>
                <c:pt idx="15261">
                  <c:v>0.51051851851851848</c:v>
                </c:pt>
                <c:pt idx="15262">
                  <c:v>0.51051851851851848</c:v>
                </c:pt>
                <c:pt idx="15263">
                  <c:v>0.51051851851851848</c:v>
                </c:pt>
                <c:pt idx="15264">
                  <c:v>0.51051851851851848</c:v>
                </c:pt>
                <c:pt idx="15265">
                  <c:v>0.51051851851851848</c:v>
                </c:pt>
                <c:pt idx="15266">
                  <c:v>0.51066666666666671</c:v>
                </c:pt>
                <c:pt idx="15267">
                  <c:v>0.51081481481481483</c:v>
                </c:pt>
                <c:pt idx="15268">
                  <c:v>0.51081481481481483</c:v>
                </c:pt>
                <c:pt idx="15269">
                  <c:v>0.51081481481481483</c:v>
                </c:pt>
                <c:pt idx="15270">
                  <c:v>0.51081481481481483</c:v>
                </c:pt>
                <c:pt idx="15271">
                  <c:v>0.51096296296296295</c:v>
                </c:pt>
                <c:pt idx="15272">
                  <c:v>0.51096296296296295</c:v>
                </c:pt>
                <c:pt idx="15273">
                  <c:v>0.51096296296296295</c:v>
                </c:pt>
                <c:pt idx="15274">
                  <c:v>0.51111111111111107</c:v>
                </c:pt>
                <c:pt idx="15275">
                  <c:v>0.51111111111111107</c:v>
                </c:pt>
                <c:pt idx="15276">
                  <c:v>0.51111111111111107</c:v>
                </c:pt>
                <c:pt idx="15277">
                  <c:v>0.51111111111111107</c:v>
                </c:pt>
                <c:pt idx="15278">
                  <c:v>0.51111111111111107</c:v>
                </c:pt>
                <c:pt idx="15279">
                  <c:v>0.5112592592592593</c:v>
                </c:pt>
                <c:pt idx="15280">
                  <c:v>0.5112592592592593</c:v>
                </c:pt>
                <c:pt idx="15281">
                  <c:v>0.5112592592592593</c:v>
                </c:pt>
                <c:pt idx="15282">
                  <c:v>0.51140740740740742</c:v>
                </c:pt>
                <c:pt idx="15283">
                  <c:v>0.51140740740740742</c:v>
                </c:pt>
                <c:pt idx="15284">
                  <c:v>0.51140740740740742</c:v>
                </c:pt>
                <c:pt idx="15285">
                  <c:v>0.51140740740740742</c:v>
                </c:pt>
                <c:pt idx="15286">
                  <c:v>0.51140740740740742</c:v>
                </c:pt>
                <c:pt idx="15287">
                  <c:v>0.51140740740740742</c:v>
                </c:pt>
                <c:pt idx="15288">
                  <c:v>0.51140740740740742</c:v>
                </c:pt>
                <c:pt idx="15289">
                  <c:v>0.51140740740740742</c:v>
                </c:pt>
                <c:pt idx="15290">
                  <c:v>0.51140740740740742</c:v>
                </c:pt>
                <c:pt idx="15291">
                  <c:v>0.51140740740740742</c:v>
                </c:pt>
                <c:pt idx="15292">
                  <c:v>0.51140740740740742</c:v>
                </c:pt>
                <c:pt idx="15293">
                  <c:v>0.51140740740740742</c:v>
                </c:pt>
                <c:pt idx="15294">
                  <c:v>0.51140740740740742</c:v>
                </c:pt>
                <c:pt idx="15295">
                  <c:v>0.51140740740740742</c:v>
                </c:pt>
                <c:pt idx="15296">
                  <c:v>0.51140740740740742</c:v>
                </c:pt>
                <c:pt idx="15297">
                  <c:v>0.51155555555555554</c:v>
                </c:pt>
                <c:pt idx="15298">
                  <c:v>0.51155555555555554</c:v>
                </c:pt>
                <c:pt idx="15299">
                  <c:v>0.51155555555555554</c:v>
                </c:pt>
                <c:pt idx="15300">
                  <c:v>0.51155555555555554</c:v>
                </c:pt>
                <c:pt idx="15301">
                  <c:v>0.51155555555555554</c:v>
                </c:pt>
                <c:pt idx="15302">
                  <c:v>0.51155555555555554</c:v>
                </c:pt>
                <c:pt idx="15303">
                  <c:v>0.51155555555555554</c:v>
                </c:pt>
                <c:pt idx="15304">
                  <c:v>0.51155555555555554</c:v>
                </c:pt>
                <c:pt idx="15305">
                  <c:v>0.51155555555555554</c:v>
                </c:pt>
                <c:pt idx="15306">
                  <c:v>0.51170370370370366</c:v>
                </c:pt>
                <c:pt idx="15307">
                  <c:v>0.51170370370370366</c:v>
                </c:pt>
                <c:pt idx="15308">
                  <c:v>0.51185185185185189</c:v>
                </c:pt>
                <c:pt idx="15309">
                  <c:v>0.51185185185185189</c:v>
                </c:pt>
                <c:pt idx="15310">
                  <c:v>0.51200000000000001</c:v>
                </c:pt>
                <c:pt idx="15311">
                  <c:v>0.51200000000000001</c:v>
                </c:pt>
                <c:pt idx="15312">
                  <c:v>0.51200000000000001</c:v>
                </c:pt>
                <c:pt idx="15313">
                  <c:v>0.51200000000000001</c:v>
                </c:pt>
                <c:pt idx="15314">
                  <c:v>0.51214814814814813</c:v>
                </c:pt>
                <c:pt idx="15315">
                  <c:v>0.51214814814814813</c:v>
                </c:pt>
                <c:pt idx="15316">
                  <c:v>0.51214814814814813</c:v>
                </c:pt>
                <c:pt idx="15317">
                  <c:v>0.51214814814814813</c:v>
                </c:pt>
                <c:pt idx="15318">
                  <c:v>0.51214814814814813</c:v>
                </c:pt>
                <c:pt idx="15319">
                  <c:v>0.51229629629629625</c:v>
                </c:pt>
                <c:pt idx="15320">
                  <c:v>0.51244444444444448</c:v>
                </c:pt>
                <c:pt idx="15321">
                  <c:v>0.51244444444444448</c:v>
                </c:pt>
                <c:pt idx="15322">
                  <c:v>0.51244444444444448</c:v>
                </c:pt>
                <c:pt idx="15323">
                  <c:v>0.5125925925925926</c:v>
                </c:pt>
                <c:pt idx="15324">
                  <c:v>0.5125925925925926</c:v>
                </c:pt>
                <c:pt idx="15325">
                  <c:v>0.5125925925925926</c:v>
                </c:pt>
                <c:pt idx="15326">
                  <c:v>0.5125925925925926</c:v>
                </c:pt>
                <c:pt idx="15327">
                  <c:v>0.5125925925925926</c:v>
                </c:pt>
                <c:pt idx="15328">
                  <c:v>0.5125925925925926</c:v>
                </c:pt>
                <c:pt idx="15329">
                  <c:v>0.51274074074074072</c:v>
                </c:pt>
                <c:pt idx="15330">
                  <c:v>0.51288888888888884</c:v>
                </c:pt>
                <c:pt idx="15331">
                  <c:v>0.51288888888888884</c:v>
                </c:pt>
                <c:pt idx="15332">
                  <c:v>0.51288888888888884</c:v>
                </c:pt>
                <c:pt idx="15333">
                  <c:v>0.51288888888888884</c:v>
                </c:pt>
                <c:pt idx="15334">
                  <c:v>0.51303703703703707</c:v>
                </c:pt>
                <c:pt idx="15335">
                  <c:v>0.51303703703703707</c:v>
                </c:pt>
                <c:pt idx="15336">
                  <c:v>0.51318518518518519</c:v>
                </c:pt>
                <c:pt idx="15337">
                  <c:v>0.51333333333333331</c:v>
                </c:pt>
                <c:pt idx="15338">
                  <c:v>0.51333333333333331</c:v>
                </c:pt>
                <c:pt idx="15339">
                  <c:v>0.51333333333333331</c:v>
                </c:pt>
                <c:pt idx="15340">
                  <c:v>0.51333333333333331</c:v>
                </c:pt>
                <c:pt idx="15341">
                  <c:v>0.51348148148148143</c:v>
                </c:pt>
                <c:pt idx="15342">
                  <c:v>0.51348148148148143</c:v>
                </c:pt>
                <c:pt idx="15343">
                  <c:v>0.51362962962962966</c:v>
                </c:pt>
                <c:pt idx="15344">
                  <c:v>0.51377777777777778</c:v>
                </c:pt>
                <c:pt idx="15345">
                  <c:v>0.51377777777777778</c:v>
                </c:pt>
                <c:pt idx="15346">
                  <c:v>0.51377777777777778</c:v>
                </c:pt>
                <c:pt idx="15347">
                  <c:v>0.5139259259259259</c:v>
                </c:pt>
                <c:pt idx="15348">
                  <c:v>0.5139259259259259</c:v>
                </c:pt>
                <c:pt idx="15349">
                  <c:v>0.5139259259259259</c:v>
                </c:pt>
                <c:pt idx="15350">
                  <c:v>0.5139259259259259</c:v>
                </c:pt>
                <c:pt idx="15351">
                  <c:v>0.5139259259259259</c:v>
                </c:pt>
                <c:pt idx="15352">
                  <c:v>0.5139259259259259</c:v>
                </c:pt>
                <c:pt idx="15353">
                  <c:v>0.5139259259259259</c:v>
                </c:pt>
                <c:pt idx="15354">
                  <c:v>0.51407407407407413</c:v>
                </c:pt>
                <c:pt idx="15355">
                  <c:v>0.51407407407407413</c:v>
                </c:pt>
                <c:pt idx="15356">
                  <c:v>0.51407407407407413</c:v>
                </c:pt>
                <c:pt idx="15357">
                  <c:v>0.51407407407407413</c:v>
                </c:pt>
                <c:pt idx="15358">
                  <c:v>0.51422222222222225</c:v>
                </c:pt>
                <c:pt idx="15359">
                  <c:v>0.51422222222222225</c:v>
                </c:pt>
                <c:pt idx="15360">
                  <c:v>0.51422222222222225</c:v>
                </c:pt>
                <c:pt idx="15361">
                  <c:v>0.51437037037037037</c:v>
                </c:pt>
                <c:pt idx="15362">
                  <c:v>0.51437037037037037</c:v>
                </c:pt>
                <c:pt idx="15363">
                  <c:v>0.51437037037037037</c:v>
                </c:pt>
                <c:pt idx="15364">
                  <c:v>0.51437037037037037</c:v>
                </c:pt>
                <c:pt idx="15365">
                  <c:v>0.51437037037037037</c:v>
                </c:pt>
                <c:pt idx="15366">
                  <c:v>0.51437037037037037</c:v>
                </c:pt>
                <c:pt idx="15367">
                  <c:v>0.51451851851851849</c:v>
                </c:pt>
                <c:pt idx="15368">
                  <c:v>0.51451851851851849</c:v>
                </c:pt>
                <c:pt idx="15369">
                  <c:v>0.51451851851851849</c:v>
                </c:pt>
                <c:pt idx="15370">
                  <c:v>0.51451851851851849</c:v>
                </c:pt>
                <c:pt idx="15371">
                  <c:v>0.51466666666666672</c:v>
                </c:pt>
                <c:pt idx="15372">
                  <c:v>0.51466666666666672</c:v>
                </c:pt>
                <c:pt idx="15373">
                  <c:v>0.51466666666666672</c:v>
                </c:pt>
                <c:pt idx="15374">
                  <c:v>0.51466666666666672</c:v>
                </c:pt>
                <c:pt idx="15375">
                  <c:v>0.51481481481481484</c:v>
                </c:pt>
                <c:pt idx="15376">
                  <c:v>0.51481481481481484</c:v>
                </c:pt>
                <c:pt idx="15377">
                  <c:v>0.51481481481481484</c:v>
                </c:pt>
                <c:pt idx="15378">
                  <c:v>0.51481481481481484</c:v>
                </c:pt>
                <c:pt idx="15379">
                  <c:v>0.51481481481481484</c:v>
                </c:pt>
                <c:pt idx="15380">
                  <c:v>0.51481481481481484</c:v>
                </c:pt>
                <c:pt idx="15381">
                  <c:v>0.51496296296296296</c:v>
                </c:pt>
                <c:pt idx="15382">
                  <c:v>0.51496296296296296</c:v>
                </c:pt>
                <c:pt idx="15383">
                  <c:v>0.51496296296296296</c:v>
                </c:pt>
                <c:pt idx="15384">
                  <c:v>0.51511111111111108</c:v>
                </c:pt>
                <c:pt idx="15385">
                  <c:v>0.51511111111111108</c:v>
                </c:pt>
                <c:pt idx="15386">
                  <c:v>0.51511111111111108</c:v>
                </c:pt>
                <c:pt idx="15387">
                  <c:v>0.51511111111111108</c:v>
                </c:pt>
                <c:pt idx="15388">
                  <c:v>0.51525925925925931</c:v>
                </c:pt>
                <c:pt idx="15389">
                  <c:v>0.51525925925925931</c:v>
                </c:pt>
                <c:pt idx="15390">
                  <c:v>0.51525925925925931</c:v>
                </c:pt>
                <c:pt idx="15391">
                  <c:v>0.51525925925925931</c:v>
                </c:pt>
                <c:pt idx="15392">
                  <c:v>0.51525925925925931</c:v>
                </c:pt>
                <c:pt idx="15393">
                  <c:v>0.51525925925925931</c:v>
                </c:pt>
                <c:pt idx="15394">
                  <c:v>0.51525925925925931</c:v>
                </c:pt>
                <c:pt idx="15395">
                  <c:v>0.51525925925925931</c:v>
                </c:pt>
                <c:pt idx="15396">
                  <c:v>0.51525925925925931</c:v>
                </c:pt>
                <c:pt idx="15397">
                  <c:v>0.51540740740740743</c:v>
                </c:pt>
                <c:pt idx="15398">
                  <c:v>0.51555555555555554</c:v>
                </c:pt>
                <c:pt idx="15399">
                  <c:v>0.51555555555555554</c:v>
                </c:pt>
                <c:pt idx="15400">
                  <c:v>0.51570370370370366</c:v>
                </c:pt>
                <c:pt idx="15401">
                  <c:v>0.51585185185185189</c:v>
                </c:pt>
                <c:pt idx="15402">
                  <c:v>0.51585185185185189</c:v>
                </c:pt>
                <c:pt idx="15403">
                  <c:v>0.51585185185185189</c:v>
                </c:pt>
                <c:pt idx="15404">
                  <c:v>0.51585185185185189</c:v>
                </c:pt>
                <c:pt idx="15405">
                  <c:v>0.51585185185185189</c:v>
                </c:pt>
                <c:pt idx="15406">
                  <c:v>0.51585185185185189</c:v>
                </c:pt>
                <c:pt idx="15407">
                  <c:v>0.51585185185185189</c:v>
                </c:pt>
                <c:pt idx="15408">
                  <c:v>0.51585185185185189</c:v>
                </c:pt>
                <c:pt idx="15409">
                  <c:v>0.51585185185185189</c:v>
                </c:pt>
                <c:pt idx="15410">
                  <c:v>0.51600000000000001</c:v>
                </c:pt>
                <c:pt idx="15411">
                  <c:v>0.51600000000000001</c:v>
                </c:pt>
                <c:pt idx="15412">
                  <c:v>0.51600000000000001</c:v>
                </c:pt>
                <c:pt idx="15413">
                  <c:v>0.51600000000000001</c:v>
                </c:pt>
                <c:pt idx="15414">
                  <c:v>0.51600000000000001</c:v>
                </c:pt>
                <c:pt idx="15415">
                  <c:v>0.51600000000000001</c:v>
                </c:pt>
                <c:pt idx="15416">
                  <c:v>0.51600000000000001</c:v>
                </c:pt>
                <c:pt idx="15417">
                  <c:v>0.51600000000000001</c:v>
                </c:pt>
                <c:pt idx="15418">
                  <c:v>0.51600000000000001</c:v>
                </c:pt>
                <c:pt idx="15419">
                  <c:v>0.51614814814814813</c:v>
                </c:pt>
                <c:pt idx="15420">
                  <c:v>0.51614814814814813</c:v>
                </c:pt>
                <c:pt idx="15421">
                  <c:v>0.51614814814814813</c:v>
                </c:pt>
                <c:pt idx="15422">
                  <c:v>0.51614814814814813</c:v>
                </c:pt>
                <c:pt idx="15423">
                  <c:v>0.51614814814814813</c:v>
                </c:pt>
                <c:pt idx="15424">
                  <c:v>0.51614814814814813</c:v>
                </c:pt>
                <c:pt idx="15425">
                  <c:v>0.51614814814814813</c:v>
                </c:pt>
                <c:pt idx="15426">
                  <c:v>0.51614814814814813</c:v>
                </c:pt>
                <c:pt idx="15427">
                  <c:v>0.51629629629629625</c:v>
                </c:pt>
                <c:pt idx="15428">
                  <c:v>0.51629629629629625</c:v>
                </c:pt>
                <c:pt idx="15429">
                  <c:v>0.51629629629629625</c:v>
                </c:pt>
                <c:pt idx="15430">
                  <c:v>0.51629629629629625</c:v>
                </c:pt>
                <c:pt idx="15431">
                  <c:v>0.51629629629629625</c:v>
                </c:pt>
                <c:pt idx="15432">
                  <c:v>0.51629629629629625</c:v>
                </c:pt>
                <c:pt idx="15433">
                  <c:v>0.51629629629629625</c:v>
                </c:pt>
                <c:pt idx="15434">
                  <c:v>0.51629629629629625</c:v>
                </c:pt>
                <c:pt idx="15435">
                  <c:v>0.51644444444444448</c:v>
                </c:pt>
                <c:pt idx="15436">
                  <c:v>0.51644444444444448</c:v>
                </c:pt>
                <c:pt idx="15437">
                  <c:v>0.51644444444444448</c:v>
                </c:pt>
                <c:pt idx="15438">
                  <c:v>0.51644444444444448</c:v>
                </c:pt>
                <c:pt idx="15439">
                  <c:v>0.51644444444444448</c:v>
                </c:pt>
                <c:pt idx="15440">
                  <c:v>0.5165925925925926</c:v>
                </c:pt>
                <c:pt idx="15441">
                  <c:v>0.51674074074074072</c:v>
                </c:pt>
                <c:pt idx="15442">
                  <c:v>0.51674074074074072</c:v>
                </c:pt>
                <c:pt idx="15443">
                  <c:v>0.51688888888888884</c:v>
                </c:pt>
                <c:pt idx="15444">
                  <c:v>0.51688888888888884</c:v>
                </c:pt>
                <c:pt idx="15445">
                  <c:v>0.51688888888888884</c:v>
                </c:pt>
                <c:pt idx="15446">
                  <c:v>0.51688888888888884</c:v>
                </c:pt>
                <c:pt idx="15447">
                  <c:v>0.51688888888888884</c:v>
                </c:pt>
                <c:pt idx="15448">
                  <c:v>0.51688888888888884</c:v>
                </c:pt>
                <c:pt idx="15449">
                  <c:v>0.51688888888888884</c:v>
                </c:pt>
                <c:pt idx="15450">
                  <c:v>0.51688888888888884</c:v>
                </c:pt>
                <c:pt idx="15451">
                  <c:v>0.51688888888888884</c:v>
                </c:pt>
                <c:pt idx="15452">
                  <c:v>0.51703703703703707</c:v>
                </c:pt>
                <c:pt idx="15453">
                  <c:v>0.51703703703703707</c:v>
                </c:pt>
                <c:pt idx="15454">
                  <c:v>0.51703703703703707</c:v>
                </c:pt>
                <c:pt idx="15455">
                  <c:v>0.51703703703703707</c:v>
                </c:pt>
                <c:pt idx="15456">
                  <c:v>0.51703703703703707</c:v>
                </c:pt>
                <c:pt idx="15457">
                  <c:v>0.51703703703703707</c:v>
                </c:pt>
                <c:pt idx="15458">
                  <c:v>0.51718518518518519</c:v>
                </c:pt>
                <c:pt idx="15459">
                  <c:v>0.51718518518518519</c:v>
                </c:pt>
                <c:pt idx="15460">
                  <c:v>0.51718518518518519</c:v>
                </c:pt>
                <c:pt idx="15461">
                  <c:v>0.51718518518518519</c:v>
                </c:pt>
                <c:pt idx="15462">
                  <c:v>0.51733333333333331</c:v>
                </c:pt>
                <c:pt idx="15463">
                  <c:v>0.51733333333333331</c:v>
                </c:pt>
                <c:pt idx="15464">
                  <c:v>0.51733333333333331</c:v>
                </c:pt>
                <c:pt idx="15465">
                  <c:v>0.51748148148148143</c:v>
                </c:pt>
                <c:pt idx="15466">
                  <c:v>0.51762962962962966</c:v>
                </c:pt>
                <c:pt idx="15467">
                  <c:v>0.51762962962962966</c:v>
                </c:pt>
                <c:pt idx="15468">
                  <c:v>0.51777777777777778</c:v>
                </c:pt>
                <c:pt idx="15469">
                  <c:v>0.51777777777777778</c:v>
                </c:pt>
                <c:pt idx="15470">
                  <c:v>0.51777777777777778</c:v>
                </c:pt>
                <c:pt idx="15471">
                  <c:v>0.51777777777777778</c:v>
                </c:pt>
                <c:pt idx="15472">
                  <c:v>0.51777777777777778</c:v>
                </c:pt>
                <c:pt idx="15473">
                  <c:v>0.51777777777777778</c:v>
                </c:pt>
                <c:pt idx="15474">
                  <c:v>0.5179259259259259</c:v>
                </c:pt>
                <c:pt idx="15475">
                  <c:v>0.5179259259259259</c:v>
                </c:pt>
                <c:pt idx="15476">
                  <c:v>0.5179259259259259</c:v>
                </c:pt>
                <c:pt idx="15477">
                  <c:v>0.5179259259259259</c:v>
                </c:pt>
                <c:pt idx="15478">
                  <c:v>0.5179259259259259</c:v>
                </c:pt>
                <c:pt idx="15479">
                  <c:v>0.51807407407407402</c:v>
                </c:pt>
                <c:pt idx="15480">
                  <c:v>0.51822222222222225</c:v>
                </c:pt>
                <c:pt idx="15481">
                  <c:v>0.51822222222222225</c:v>
                </c:pt>
                <c:pt idx="15482">
                  <c:v>0.51822222222222225</c:v>
                </c:pt>
                <c:pt idx="15483">
                  <c:v>0.51822222222222225</c:v>
                </c:pt>
                <c:pt idx="15484">
                  <c:v>0.51822222222222225</c:v>
                </c:pt>
                <c:pt idx="15485">
                  <c:v>0.51837037037037037</c:v>
                </c:pt>
                <c:pt idx="15486">
                  <c:v>0.51837037037037037</c:v>
                </c:pt>
                <c:pt idx="15487">
                  <c:v>0.51837037037037037</c:v>
                </c:pt>
                <c:pt idx="15488">
                  <c:v>0.51837037037037037</c:v>
                </c:pt>
                <c:pt idx="15489">
                  <c:v>0.51851851851851849</c:v>
                </c:pt>
                <c:pt idx="15490">
                  <c:v>0.51851851851851849</c:v>
                </c:pt>
                <c:pt idx="15491">
                  <c:v>0.51851851851851849</c:v>
                </c:pt>
                <c:pt idx="15492">
                  <c:v>0.51851851851851849</c:v>
                </c:pt>
                <c:pt idx="15493">
                  <c:v>0.51851851851851849</c:v>
                </c:pt>
                <c:pt idx="15494">
                  <c:v>0.51866666666666672</c:v>
                </c:pt>
                <c:pt idx="15495">
                  <c:v>0.51866666666666672</c:v>
                </c:pt>
                <c:pt idx="15496">
                  <c:v>0.51881481481481484</c:v>
                </c:pt>
                <c:pt idx="15497">
                  <c:v>0.51881481481481484</c:v>
                </c:pt>
                <c:pt idx="15498">
                  <c:v>0.51881481481481484</c:v>
                </c:pt>
                <c:pt idx="15499">
                  <c:v>0.51881481481481484</c:v>
                </c:pt>
                <c:pt idx="15500">
                  <c:v>0.51896296296296296</c:v>
                </c:pt>
                <c:pt idx="15501">
                  <c:v>0.51911111111111108</c:v>
                </c:pt>
                <c:pt idx="15502">
                  <c:v>0.51925925925925931</c:v>
                </c:pt>
                <c:pt idx="15503">
                  <c:v>0.51925925925925931</c:v>
                </c:pt>
                <c:pt idx="15504">
                  <c:v>0.51925925925925931</c:v>
                </c:pt>
                <c:pt idx="15505">
                  <c:v>0.51925925925925931</c:v>
                </c:pt>
                <c:pt idx="15506">
                  <c:v>0.51925925925925931</c:v>
                </c:pt>
                <c:pt idx="15507">
                  <c:v>0.51925925925925931</c:v>
                </c:pt>
                <c:pt idx="15508">
                  <c:v>0.51925925925925931</c:v>
                </c:pt>
                <c:pt idx="15509">
                  <c:v>0.51925925925925931</c:v>
                </c:pt>
                <c:pt idx="15510">
                  <c:v>0.51925925925925931</c:v>
                </c:pt>
                <c:pt idx="15511">
                  <c:v>0.51925925925925931</c:v>
                </c:pt>
                <c:pt idx="15512">
                  <c:v>0.51925925925925931</c:v>
                </c:pt>
                <c:pt idx="15513">
                  <c:v>0.51925925925925931</c:v>
                </c:pt>
                <c:pt idx="15514">
                  <c:v>0.51925925925925931</c:v>
                </c:pt>
                <c:pt idx="15515">
                  <c:v>0.51925925925925931</c:v>
                </c:pt>
                <c:pt idx="15516">
                  <c:v>0.51925925925925931</c:v>
                </c:pt>
                <c:pt idx="15517">
                  <c:v>0.51925925925925931</c:v>
                </c:pt>
                <c:pt idx="15518">
                  <c:v>0.51925925925925931</c:v>
                </c:pt>
                <c:pt idx="15519">
                  <c:v>0.51925925925925931</c:v>
                </c:pt>
                <c:pt idx="15520">
                  <c:v>0.51940740740740743</c:v>
                </c:pt>
                <c:pt idx="15521">
                  <c:v>0.51955555555555555</c:v>
                </c:pt>
                <c:pt idx="15522">
                  <c:v>0.51955555555555555</c:v>
                </c:pt>
                <c:pt idx="15523">
                  <c:v>0.51955555555555555</c:v>
                </c:pt>
                <c:pt idx="15524">
                  <c:v>0.51955555555555555</c:v>
                </c:pt>
                <c:pt idx="15525">
                  <c:v>0.51955555555555555</c:v>
                </c:pt>
                <c:pt idx="15526">
                  <c:v>0.51955555555555555</c:v>
                </c:pt>
                <c:pt idx="15527">
                  <c:v>0.51955555555555555</c:v>
                </c:pt>
                <c:pt idx="15528">
                  <c:v>0.51955555555555555</c:v>
                </c:pt>
                <c:pt idx="15529">
                  <c:v>0.51955555555555555</c:v>
                </c:pt>
                <c:pt idx="15530">
                  <c:v>0.51955555555555555</c:v>
                </c:pt>
                <c:pt idx="15531">
                  <c:v>0.51970370370370367</c:v>
                </c:pt>
                <c:pt idx="15532">
                  <c:v>0.51970370370370367</c:v>
                </c:pt>
                <c:pt idx="15533">
                  <c:v>0.51970370370370367</c:v>
                </c:pt>
                <c:pt idx="15534">
                  <c:v>0.5198518518518519</c:v>
                </c:pt>
                <c:pt idx="15535">
                  <c:v>0.5198518518518519</c:v>
                </c:pt>
                <c:pt idx="15536">
                  <c:v>0.5198518518518519</c:v>
                </c:pt>
                <c:pt idx="15537">
                  <c:v>0.5198518518518519</c:v>
                </c:pt>
                <c:pt idx="15538">
                  <c:v>0.5198518518518519</c:v>
                </c:pt>
                <c:pt idx="15539">
                  <c:v>0.52</c:v>
                </c:pt>
                <c:pt idx="15540">
                  <c:v>0.52</c:v>
                </c:pt>
                <c:pt idx="15541">
                  <c:v>0.52</c:v>
                </c:pt>
                <c:pt idx="15542">
                  <c:v>0.52</c:v>
                </c:pt>
                <c:pt idx="15543">
                  <c:v>0.52</c:v>
                </c:pt>
                <c:pt idx="15544">
                  <c:v>0.52014814814814814</c:v>
                </c:pt>
                <c:pt idx="15545">
                  <c:v>0.52014814814814814</c:v>
                </c:pt>
                <c:pt idx="15546">
                  <c:v>0.52014814814814814</c:v>
                </c:pt>
                <c:pt idx="15547">
                  <c:v>0.52014814814814814</c:v>
                </c:pt>
                <c:pt idx="15548">
                  <c:v>0.52014814814814814</c:v>
                </c:pt>
                <c:pt idx="15549">
                  <c:v>0.52014814814814814</c:v>
                </c:pt>
                <c:pt idx="15550">
                  <c:v>0.52014814814814814</c:v>
                </c:pt>
                <c:pt idx="15551">
                  <c:v>0.52014814814814814</c:v>
                </c:pt>
                <c:pt idx="15552">
                  <c:v>0.52014814814814814</c:v>
                </c:pt>
                <c:pt idx="15553">
                  <c:v>0.52014814814814814</c:v>
                </c:pt>
                <c:pt idx="15554">
                  <c:v>0.52014814814814814</c:v>
                </c:pt>
                <c:pt idx="15555">
                  <c:v>0.52014814814814814</c:v>
                </c:pt>
                <c:pt idx="15556">
                  <c:v>0.52014814814814814</c:v>
                </c:pt>
                <c:pt idx="15557">
                  <c:v>0.52014814814814814</c:v>
                </c:pt>
                <c:pt idx="15558">
                  <c:v>0.52014814814814814</c:v>
                </c:pt>
                <c:pt idx="15559">
                  <c:v>0.52014814814814814</c:v>
                </c:pt>
                <c:pt idx="15560">
                  <c:v>0.52014814814814814</c:v>
                </c:pt>
                <c:pt idx="15561">
                  <c:v>0.52014814814814814</c:v>
                </c:pt>
                <c:pt idx="15562">
                  <c:v>0.52014814814814814</c:v>
                </c:pt>
                <c:pt idx="15563">
                  <c:v>0.52014814814814814</c:v>
                </c:pt>
                <c:pt idx="15564">
                  <c:v>0.52014814814814814</c:v>
                </c:pt>
                <c:pt idx="15565">
                  <c:v>0.52014814814814814</c:v>
                </c:pt>
                <c:pt idx="15566">
                  <c:v>0.52014814814814814</c:v>
                </c:pt>
                <c:pt idx="15567">
                  <c:v>0.52014814814814814</c:v>
                </c:pt>
                <c:pt idx="15568">
                  <c:v>0.52029629629629626</c:v>
                </c:pt>
                <c:pt idx="15569">
                  <c:v>0.52029629629629626</c:v>
                </c:pt>
                <c:pt idx="15570">
                  <c:v>0.52029629629629626</c:v>
                </c:pt>
                <c:pt idx="15571">
                  <c:v>0.52029629629629626</c:v>
                </c:pt>
                <c:pt idx="15572">
                  <c:v>0.52029629629629626</c:v>
                </c:pt>
                <c:pt idx="15573">
                  <c:v>0.52029629629629626</c:v>
                </c:pt>
                <c:pt idx="15574">
                  <c:v>0.52029629629629626</c:v>
                </c:pt>
                <c:pt idx="15575">
                  <c:v>0.52044444444444449</c:v>
                </c:pt>
                <c:pt idx="15576">
                  <c:v>0.52059259259259261</c:v>
                </c:pt>
                <c:pt idx="15577">
                  <c:v>0.52059259259259261</c:v>
                </c:pt>
                <c:pt idx="15578">
                  <c:v>0.52074074074074073</c:v>
                </c:pt>
                <c:pt idx="15579">
                  <c:v>0.52074074074074073</c:v>
                </c:pt>
                <c:pt idx="15580">
                  <c:v>0.52074074074074073</c:v>
                </c:pt>
                <c:pt idx="15581">
                  <c:v>0.52074074074074073</c:v>
                </c:pt>
                <c:pt idx="15582">
                  <c:v>0.52074074074074073</c:v>
                </c:pt>
                <c:pt idx="15583">
                  <c:v>0.52074074074074073</c:v>
                </c:pt>
                <c:pt idx="15584">
                  <c:v>0.52074074074074073</c:v>
                </c:pt>
                <c:pt idx="15585">
                  <c:v>0.52074074074074073</c:v>
                </c:pt>
                <c:pt idx="15586">
                  <c:v>0.52074074074074073</c:v>
                </c:pt>
                <c:pt idx="15587">
                  <c:v>0.52074074074074073</c:v>
                </c:pt>
                <c:pt idx="15588">
                  <c:v>0.52088888888888885</c:v>
                </c:pt>
                <c:pt idx="15589">
                  <c:v>0.52088888888888885</c:v>
                </c:pt>
                <c:pt idx="15590">
                  <c:v>0.52103703703703708</c:v>
                </c:pt>
                <c:pt idx="15591">
                  <c:v>0.52103703703703708</c:v>
                </c:pt>
                <c:pt idx="15592">
                  <c:v>0.5211851851851852</c:v>
                </c:pt>
                <c:pt idx="15593">
                  <c:v>0.5211851851851852</c:v>
                </c:pt>
                <c:pt idx="15594">
                  <c:v>0.5211851851851852</c:v>
                </c:pt>
                <c:pt idx="15595">
                  <c:v>0.5211851851851852</c:v>
                </c:pt>
                <c:pt idx="15596">
                  <c:v>0.5211851851851852</c:v>
                </c:pt>
                <c:pt idx="15597">
                  <c:v>0.5211851851851852</c:v>
                </c:pt>
                <c:pt idx="15598">
                  <c:v>0.5211851851851852</c:v>
                </c:pt>
                <c:pt idx="15599">
                  <c:v>0.52133333333333332</c:v>
                </c:pt>
                <c:pt idx="15600">
                  <c:v>0.52133333333333332</c:v>
                </c:pt>
                <c:pt idx="15601">
                  <c:v>0.52133333333333332</c:v>
                </c:pt>
                <c:pt idx="15602">
                  <c:v>0.52148148148148143</c:v>
                </c:pt>
                <c:pt idx="15603">
                  <c:v>0.52148148148148143</c:v>
                </c:pt>
                <c:pt idx="15604">
                  <c:v>0.52148148148148143</c:v>
                </c:pt>
                <c:pt idx="15605">
                  <c:v>0.52148148148148143</c:v>
                </c:pt>
                <c:pt idx="15606">
                  <c:v>0.52148148148148143</c:v>
                </c:pt>
                <c:pt idx="15607">
                  <c:v>0.52162962962962967</c:v>
                </c:pt>
                <c:pt idx="15608">
                  <c:v>0.52162962962962967</c:v>
                </c:pt>
                <c:pt idx="15609">
                  <c:v>0.52162962962962967</c:v>
                </c:pt>
                <c:pt idx="15610">
                  <c:v>0.52162962962962967</c:v>
                </c:pt>
                <c:pt idx="15611">
                  <c:v>0.52162962962962967</c:v>
                </c:pt>
                <c:pt idx="15612">
                  <c:v>0.52177777777777778</c:v>
                </c:pt>
                <c:pt idx="15613">
                  <c:v>0.52177777777777778</c:v>
                </c:pt>
                <c:pt idx="15614">
                  <c:v>0.52177777777777778</c:v>
                </c:pt>
                <c:pt idx="15615">
                  <c:v>0.52177777777777778</c:v>
                </c:pt>
                <c:pt idx="15616">
                  <c:v>0.52177777777777778</c:v>
                </c:pt>
                <c:pt idx="15617">
                  <c:v>0.52177777777777778</c:v>
                </c:pt>
                <c:pt idx="15618">
                  <c:v>0.52177777777777778</c:v>
                </c:pt>
                <c:pt idx="15619">
                  <c:v>0.5219259259259259</c:v>
                </c:pt>
                <c:pt idx="15620">
                  <c:v>0.5219259259259259</c:v>
                </c:pt>
                <c:pt idx="15621">
                  <c:v>0.52207407407407402</c:v>
                </c:pt>
                <c:pt idx="15622">
                  <c:v>0.52207407407407402</c:v>
                </c:pt>
                <c:pt idx="15623">
                  <c:v>0.52207407407407402</c:v>
                </c:pt>
                <c:pt idx="15624">
                  <c:v>0.52207407407407402</c:v>
                </c:pt>
                <c:pt idx="15625">
                  <c:v>0.52207407407407402</c:v>
                </c:pt>
                <c:pt idx="15626">
                  <c:v>0.52207407407407402</c:v>
                </c:pt>
                <c:pt idx="15627">
                  <c:v>0.52207407407407402</c:v>
                </c:pt>
                <c:pt idx="15628">
                  <c:v>0.52222222222222225</c:v>
                </c:pt>
                <c:pt idx="15629">
                  <c:v>0.52222222222222225</c:v>
                </c:pt>
                <c:pt idx="15630">
                  <c:v>0.52237037037037037</c:v>
                </c:pt>
                <c:pt idx="15631">
                  <c:v>0.52251851851851849</c:v>
                </c:pt>
                <c:pt idx="15632">
                  <c:v>0.52251851851851849</c:v>
                </c:pt>
                <c:pt idx="15633">
                  <c:v>0.52266666666666661</c:v>
                </c:pt>
                <c:pt idx="15634">
                  <c:v>0.52266666666666661</c:v>
                </c:pt>
                <c:pt idx="15635">
                  <c:v>0.52266666666666661</c:v>
                </c:pt>
                <c:pt idx="15636">
                  <c:v>0.52266666666666661</c:v>
                </c:pt>
                <c:pt idx="15637">
                  <c:v>0.52266666666666661</c:v>
                </c:pt>
                <c:pt idx="15638">
                  <c:v>0.52266666666666661</c:v>
                </c:pt>
                <c:pt idx="15639">
                  <c:v>0.52266666666666661</c:v>
                </c:pt>
                <c:pt idx="15640">
                  <c:v>0.52266666666666661</c:v>
                </c:pt>
                <c:pt idx="15641">
                  <c:v>0.52281481481481484</c:v>
                </c:pt>
                <c:pt idx="15642">
                  <c:v>0.52281481481481484</c:v>
                </c:pt>
                <c:pt idx="15643">
                  <c:v>0.52296296296296296</c:v>
                </c:pt>
                <c:pt idx="15644">
                  <c:v>0.52296296296296296</c:v>
                </c:pt>
                <c:pt idx="15645">
                  <c:v>0.52296296296296296</c:v>
                </c:pt>
                <c:pt idx="15646">
                  <c:v>0.52296296296296296</c:v>
                </c:pt>
                <c:pt idx="15647">
                  <c:v>0.52311111111111108</c:v>
                </c:pt>
                <c:pt idx="15648">
                  <c:v>0.52311111111111108</c:v>
                </c:pt>
                <c:pt idx="15649">
                  <c:v>0.52325925925925931</c:v>
                </c:pt>
                <c:pt idx="15650">
                  <c:v>0.52325925925925931</c:v>
                </c:pt>
                <c:pt idx="15651">
                  <c:v>0.52325925925925931</c:v>
                </c:pt>
                <c:pt idx="15652">
                  <c:v>0.52325925925925931</c:v>
                </c:pt>
                <c:pt idx="15653">
                  <c:v>0.52340740740740743</c:v>
                </c:pt>
                <c:pt idx="15654">
                  <c:v>0.52355555555555555</c:v>
                </c:pt>
                <c:pt idx="15655">
                  <c:v>0.52355555555555555</c:v>
                </c:pt>
                <c:pt idx="15656">
                  <c:v>0.52355555555555555</c:v>
                </c:pt>
                <c:pt idx="15657">
                  <c:v>0.52355555555555555</c:v>
                </c:pt>
                <c:pt idx="15658">
                  <c:v>0.52355555555555555</c:v>
                </c:pt>
                <c:pt idx="15659">
                  <c:v>0.52355555555555555</c:v>
                </c:pt>
                <c:pt idx="15660">
                  <c:v>0.52355555555555555</c:v>
                </c:pt>
                <c:pt idx="15661">
                  <c:v>0.52355555555555555</c:v>
                </c:pt>
                <c:pt idx="15662">
                  <c:v>0.52355555555555555</c:v>
                </c:pt>
                <c:pt idx="15663">
                  <c:v>0.52355555555555555</c:v>
                </c:pt>
                <c:pt idx="15664">
                  <c:v>0.52355555555555555</c:v>
                </c:pt>
                <c:pt idx="15665">
                  <c:v>0.52355555555555555</c:v>
                </c:pt>
                <c:pt idx="15666">
                  <c:v>0.52355555555555555</c:v>
                </c:pt>
                <c:pt idx="15667">
                  <c:v>0.52355555555555555</c:v>
                </c:pt>
                <c:pt idx="15668">
                  <c:v>0.52355555555555555</c:v>
                </c:pt>
                <c:pt idx="15669">
                  <c:v>0.52355555555555555</c:v>
                </c:pt>
                <c:pt idx="15670">
                  <c:v>0.52370370370370367</c:v>
                </c:pt>
                <c:pt idx="15671">
                  <c:v>0.52370370370370367</c:v>
                </c:pt>
                <c:pt idx="15672">
                  <c:v>0.52370370370370367</c:v>
                </c:pt>
                <c:pt idx="15673">
                  <c:v>0.52370370370370367</c:v>
                </c:pt>
                <c:pt idx="15674">
                  <c:v>0.5238518518518519</c:v>
                </c:pt>
                <c:pt idx="15675">
                  <c:v>0.52400000000000002</c:v>
                </c:pt>
                <c:pt idx="15676">
                  <c:v>0.52400000000000002</c:v>
                </c:pt>
                <c:pt idx="15677">
                  <c:v>0.52414814814814814</c:v>
                </c:pt>
                <c:pt idx="15678">
                  <c:v>0.52414814814814814</c:v>
                </c:pt>
                <c:pt idx="15679">
                  <c:v>0.52414814814814814</c:v>
                </c:pt>
                <c:pt idx="15680">
                  <c:v>0.52414814814814814</c:v>
                </c:pt>
                <c:pt idx="15681">
                  <c:v>0.52429629629629626</c:v>
                </c:pt>
                <c:pt idx="15682">
                  <c:v>0.52429629629629626</c:v>
                </c:pt>
                <c:pt idx="15683">
                  <c:v>0.52429629629629626</c:v>
                </c:pt>
                <c:pt idx="15684">
                  <c:v>0.52429629629629626</c:v>
                </c:pt>
                <c:pt idx="15685">
                  <c:v>0.52444444444444449</c:v>
                </c:pt>
                <c:pt idx="15686">
                  <c:v>0.52444444444444449</c:v>
                </c:pt>
                <c:pt idx="15687">
                  <c:v>0.52444444444444449</c:v>
                </c:pt>
                <c:pt idx="15688">
                  <c:v>0.52459259259259261</c:v>
                </c:pt>
                <c:pt idx="15689">
                  <c:v>0.52459259259259261</c:v>
                </c:pt>
                <c:pt idx="15690">
                  <c:v>0.52459259259259261</c:v>
                </c:pt>
                <c:pt idx="15691">
                  <c:v>0.52474074074074073</c:v>
                </c:pt>
                <c:pt idx="15692">
                  <c:v>0.52474074074074073</c:v>
                </c:pt>
                <c:pt idx="15693">
                  <c:v>0.52474074074074073</c:v>
                </c:pt>
                <c:pt idx="15694">
                  <c:v>0.52474074074074073</c:v>
                </c:pt>
                <c:pt idx="15695">
                  <c:v>0.52474074074074073</c:v>
                </c:pt>
                <c:pt idx="15696">
                  <c:v>0.52474074074074073</c:v>
                </c:pt>
                <c:pt idx="15697">
                  <c:v>0.52488888888888885</c:v>
                </c:pt>
                <c:pt idx="15698">
                  <c:v>0.52488888888888885</c:v>
                </c:pt>
                <c:pt idx="15699">
                  <c:v>0.52503703703703708</c:v>
                </c:pt>
                <c:pt idx="15700">
                  <c:v>0.5251851851851852</c:v>
                </c:pt>
                <c:pt idx="15701">
                  <c:v>0.5251851851851852</c:v>
                </c:pt>
                <c:pt idx="15702">
                  <c:v>0.5251851851851852</c:v>
                </c:pt>
                <c:pt idx="15703">
                  <c:v>0.52533333333333332</c:v>
                </c:pt>
                <c:pt idx="15704">
                  <c:v>0.52533333333333332</c:v>
                </c:pt>
                <c:pt idx="15705">
                  <c:v>0.52548148148148144</c:v>
                </c:pt>
                <c:pt idx="15706">
                  <c:v>0.52562962962962967</c:v>
                </c:pt>
                <c:pt idx="15707">
                  <c:v>0.52562962962962967</c:v>
                </c:pt>
                <c:pt idx="15708">
                  <c:v>0.52562962962962967</c:v>
                </c:pt>
                <c:pt idx="15709">
                  <c:v>0.52562962962962967</c:v>
                </c:pt>
                <c:pt idx="15710">
                  <c:v>0.52562962962962967</c:v>
                </c:pt>
                <c:pt idx="15711">
                  <c:v>0.52562962962962967</c:v>
                </c:pt>
                <c:pt idx="15712">
                  <c:v>0.52562962962962967</c:v>
                </c:pt>
                <c:pt idx="15713">
                  <c:v>0.52562962962962967</c:v>
                </c:pt>
                <c:pt idx="15714">
                  <c:v>0.52562962962962967</c:v>
                </c:pt>
                <c:pt idx="15715">
                  <c:v>0.52562962962962967</c:v>
                </c:pt>
                <c:pt idx="15716">
                  <c:v>0.52562962962962967</c:v>
                </c:pt>
                <c:pt idx="15717">
                  <c:v>0.52562962962962967</c:v>
                </c:pt>
                <c:pt idx="15718">
                  <c:v>0.52562962962962967</c:v>
                </c:pt>
                <c:pt idx="15719">
                  <c:v>0.52562962962962967</c:v>
                </c:pt>
                <c:pt idx="15720">
                  <c:v>0.52577777777777779</c:v>
                </c:pt>
                <c:pt idx="15721">
                  <c:v>0.52577777777777779</c:v>
                </c:pt>
                <c:pt idx="15722">
                  <c:v>0.52577777777777779</c:v>
                </c:pt>
                <c:pt idx="15723">
                  <c:v>0.52592592592592591</c:v>
                </c:pt>
                <c:pt idx="15724">
                  <c:v>0.52592592592592591</c:v>
                </c:pt>
                <c:pt idx="15725">
                  <c:v>0.52592592592592591</c:v>
                </c:pt>
                <c:pt idx="15726">
                  <c:v>0.52592592592592591</c:v>
                </c:pt>
                <c:pt idx="15727">
                  <c:v>0.52592592592592591</c:v>
                </c:pt>
                <c:pt idx="15728">
                  <c:v>0.52592592592592591</c:v>
                </c:pt>
                <c:pt idx="15729">
                  <c:v>0.52607407407407403</c:v>
                </c:pt>
                <c:pt idx="15730">
                  <c:v>0.52607407407407403</c:v>
                </c:pt>
                <c:pt idx="15731">
                  <c:v>0.52622222222222226</c:v>
                </c:pt>
                <c:pt idx="15732">
                  <c:v>0.52637037037037038</c:v>
                </c:pt>
                <c:pt idx="15733">
                  <c:v>0.52637037037037038</c:v>
                </c:pt>
                <c:pt idx="15734">
                  <c:v>0.52637037037037038</c:v>
                </c:pt>
                <c:pt idx="15735">
                  <c:v>0.52637037037037038</c:v>
                </c:pt>
                <c:pt idx="15736">
                  <c:v>0.52637037037037038</c:v>
                </c:pt>
                <c:pt idx="15737">
                  <c:v>0.5265185185185185</c:v>
                </c:pt>
                <c:pt idx="15738">
                  <c:v>0.5265185185185185</c:v>
                </c:pt>
                <c:pt idx="15739">
                  <c:v>0.52666666666666662</c:v>
                </c:pt>
                <c:pt idx="15740">
                  <c:v>0.52681481481481485</c:v>
                </c:pt>
                <c:pt idx="15741">
                  <c:v>0.52681481481481485</c:v>
                </c:pt>
                <c:pt idx="15742">
                  <c:v>0.52681481481481485</c:v>
                </c:pt>
                <c:pt idx="15743">
                  <c:v>0.52681481481481485</c:v>
                </c:pt>
                <c:pt idx="15744">
                  <c:v>0.52681481481481485</c:v>
                </c:pt>
                <c:pt idx="15745">
                  <c:v>0.52696296296296297</c:v>
                </c:pt>
                <c:pt idx="15746">
                  <c:v>0.52696296296296297</c:v>
                </c:pt>
                <c:pt idx="15747">
                  <c:v>0.52696296296296297</c:v>
                </c:pt>
                <c:pt idx="15748">
                  <c:v>0.52696296296296297</c:v>
                </c:pt>
                <c:pt idx="15749">
                  <c:v>0.52696296296296297</c:v>
                </c:pt>
                <c:pt idx="15750">
                  <c:v>0.52696296296296297</c:v>
                </c:pt>
                <c:pt idx="15751">
                  <c:v>0.52696296296296297</c:v>
                </c:pt>
                <c:pt idx="15752">
                  <c:v>0.52696296296296297</c:v>
                </c:pt>
                <c:pt idx="15753">
                  <c:v>0.52696296296296297</c:v>
                </c:pt>
                <c:pt idx="15754">
                  <c:v>0.52696296296296297</c:v>
                </c:pt>
                <c:pt idx="15755">
                  <c:v>0.52696296296296297</c:v>
                </c:pt>
                <c:pt idx="15756">
                  <c:v>0.52696296296296297</c:v>
                </c:pt>
                <c:pt idx="15757">
                  <c:v>0.52696296296296297</c:v>
                </c:pt>
                <c:pt idx="15758">
                  <c:v>0.52696296296296297</c:v>
                </c:pt>
                <c:pt idx="15759">
                  <c:v>0.52696296296296297</c:v>
                </c:pt>
                <c:pt idx="15760">
                  <c:v>0.52696296296296297</c:v>
                </c:pt>
                <c:pt idx="15761">
                  <c:v>0.52696296296296297</c:v>
                </c:pt>
                <c:pt idx="15762">
                  <c:v>0.52696296296296297</c:v>
                </c:pt>
                <c:pt idx="15763">
                  <c:v>0.52711111111111109</c:v>
                </c:pt>
                <c:pt idx="15764">
                  <c:v>0.52725925925925921</c:v>
                </c:pt>
                <c:pt idx="15765">
                  <c:v>0.52725925925925921</c:v>
                </c:pt>
                <c:pt idx="15766">
                  <c:v>0.52725925925925921</c:v>
                </c:pt>
                <c:pt idx="15767">
                  <c:v>0.52725925925925921</c:v>
                </c:pt>
                <c:pt idx="15768">
                  <c:v>0.52740740740740744</c:v>
                </c:pt>
                <c:pt idx="15769">
                  <c:v>0.52740740740740744</c:v>
                </c:pt>
                <c:pt idx="15770">
                  <c:v>0.52740740740740744</c:v>
                </c:pt>
                <c:pt idx="15771">
                  <c:v>0.52740740740740744</c:v>
                </c:pt>
                <c:pt idx="15772">
                  <c:v>0.52740740740740744</c:v>
                </c:pt>
                <c:pt idx="15773">
                  <c:v>0.52740740740740744</c:v>
                </c:pt>
                <c:pt idx="15774">
                  <c:v>0.52740740740740744</c:v>
                </c:pt>
                <c:pt idx="15775">
                  <c:v>0.52740740740740744</c:v>
                </c:pt>
                <c:pt idx="15776">
                  <c:v>0.52740740740740744</c:v>
                </c:pt>
                <c:pt idx="15777">
                  <c:v>0.52740740740740744</c:v>
                </c:pt>
                <c:pt idx="15778">
                  <c:v>0.52755555555555556</c:v>
                </c:pt>
                <c:pt idx="15779">
                  <c:v>0.52755555555555556</c:v>
                </c:pt>
                <c:pt idx="15780">
                  <c:v>0.52770370370370367</c:v>
                </c:pt>
                <c:pt idx="15781">
                  <c:v>0.52770370370370367</c:v>
                </c:pt>
                <c:pt idx="15782">
                  <c:v>0.52770370370370367</c:v>
                </c:pt>
                <c:pt idx="15783">
                  <c:v>0.52785185185185191</c:v>
                </c:pt>
                <c:pt idx="15784">
                  <c:v>0.52785185185185191</c:v>
                </c:pt>
                <c:pt idx="15785">
                  <c:v>0.52785185185185191</c:v>
                </c:pt>
                <c:pt idx="15786">
                  <c:v>0.52785185185185191</c:v>
                </c:pt>
                <c:pt idx="15787">
                  <c:v>0.52785185185185191</c:v>
                </c:pt>
                <c:pt idx="15788">
                  <c:v>0.52785185185185191</c:v>
                </c:pt>
                <c:pt idx="15789">
                  <c:v>0.52785185185185191</c:v>
                </c:pt>
                <c:pt idx="15790">
                  <c:v>0.52785185185185191</c:v>
                </c:pt>
                <c:pt idx="15791">
                  <c:v>0.52800000000000002</c:v>
                </c:pt>
                <c:pt idx="15792">
                  <c:v>0.52800000000000002</c:v>
                </c:pt>
                <c:pt idx="15793">
                  <c:v>0.52800000000000002</c:v>
                </c:pt>
                <c:pt idx="15794">
                  <c:v>0.52800000000000002</c:v>
                </c:pt>
                <c:pt idx="15795">
                  <c:v>0.52800000000000002</c:v>
                </c:pt>
                <c:pt idx="15796">
                  <c:v>0.52800000000000002</c:v>
                </c:pt>
                <c:pt idx="15797">
                  <c:v>0.52800000000000002</c:v>
                </c:pt>
                <c:pt idx="15798">
                  <c:v>0.52800000000000002</c:v>
                </c:pt>
                <c:pt idx="15799">
                  <c:v>0.52814814814814814</c:v>
                </c:pt>
                <c:pt idx="15800">
                  <c:v>0.52814814814814814</c:v>
                </c:pt>
                <c:pt idx="15801">
                  <c:v>0.52814814814814814</c:v>
                </c:pt>
                <c:pt idx="15802">
                  <c:v>0.52814814814814814</c:v>
                </c:pt>
                <c:pt idx="15803">
                  <c:v>0.52814814814814814</c:v>
                </c:pt>
                <c:pt idx="15804">
                  <c:v>0.52814814814814814</c:v>
                </c:pt>
                <c:pt idx="15805">
                  <c:v>0.52814814814814814</c:v>
                </c:pt>
                <c:pt idx="15806">
                  <c:v>0.52829629629629626</c:v>
                </c:pt>
                <c:pt idx="15807">
                  <c:v>0.52829629629629626</c:v>
                </c:pt>
                <c:pt idx="15808">
                  <c:v>0.52829629629629626</c:v>
                </c:pt>
                <c:pt idx="15809">
                  <c:v>0.52829629629629626</c:v>
                </c:pt>
                <c:pt idx="15810">
                  <c:v>0.52844444444444449</c:v>
                </c:pt>
                <c:pt idx="15811">
                  <c:v>0.52844444444444449</c:v>
                </c:pt>
                <c:pt idx="15812">
                  <c:v>0.52844444444444449</c:v>
                </c:pt>
                <c:pt idx="15813">
                  <c:v>0.52844444444444449</c:v>
                </c:pt>
                <c:pt idx="15814">
                  <c:v>0.52844444444444449</c:v>
                </c:pt>
                <c:pt idx="15815">
                  <c:v>0.52844444444444449</c:v>
                </c:pt>
                <c:pt idx="15816">
                  <c:v>0.52844444444444449</c:v>
                </c:pt>
                <c:pt idx="15817">
                  <c:v>0.52844444444444449</c:v>
                </c:pt>
                <c:pt idx="15818">
                  <c:v>0.52844444444444449</c:v>
                </c:pt>
                <c:pt idx="15819">
                  <c:v>0.52859259259259261</c:v>
                </c:pt>
                <c:pt idx="15820">
                  <c:v>0.52859259259259261</c:v>
                </c:pt>
                <c:pt idx="15821">
                  <c:v>0.52859259259259261</c:v>
                </c:pt>
                <c:pt idx="15822">
                  <c:v>0.52859259259259261</c:v>
                </c:pt>
                <c:pt idx="15823">
                  <c:v>0.52874074074074073</c:v>
                </c:pt>
                <c:pt idx="15824">
                  <c:v>0.52888888888888885</c:v>
                </c:pt>
                <c:pt idx="15825">
                  <c:v>0.52888888888888885</c:v>
                </c:pt>
                <c:pt idx="15826">
                  <c:v>0.52888888888888885</c:v>
                </c:pt>
                <c:pt idx="15827">
                  <c:v>0.52888888888888885</c:v>
                </c:pt>
                <c:pt idx="15828">
                  <c:v>0.52888888888888885</c:v>
                </c:pt>
                <c:pt idx="15829">
                  <c:v>0.52903703703703708</c:v>
                </c:pt>
                <c:pt idx="15830">
                  <c:v>0.52903703703703708</c:v>
                </c:pt>
                <c:pt idx="15831">
                  <c:v>0.52903703703703708</c:v>
                </c:pt>
                <c:pt idx="15832">
                  <c:v>0.5291851851851852</c:v>
                </c:pt>
                <c:pt idx="15833">
                  <c:v>0.5291851851851852</c:v>
                </c:pt>
                <c:pt idx="15834">
                  <c:v>0.5291851851851852</c:v>
                </c:pt>
                <c:pt idx="15835">
                  <c:v>0.5291851851851852</c:v>
                </c:pt>
                <c:pt idx="15836">
                  <c:v>0.5291851851851852</c:v>
                </c:pt>
                <c:pt idx="15837">
                  <c:v>0.5291851851851852</c:v>
                </c:pt>
                <c:pt idx="15838">
                  <c:v>0.5291851851851852</c:v>
                </c:pt>
                <c:pt idx="15839">
                  <c:v>0.5291851851851852</c:v>
                </c:pt>
                <c:pt idx="15840">
                  <c:v>0.5291851851851852</c:v>
                </c:pt>
                <c:pt idx="15841">
                  <c:v>0.5291851851851852</c:v>
                </c:pt>
                <c:pt idx="15842">
                  <c:v>0.5291851851851852</c:v>
                </c:pt>
                <c:pt idx="15843">
                  <c:v>0.5291851851851852</c:v>
                </c:pt>
                <c:pt idx="15844">
                  <c:v>0.5291851851851852</c:v>
                </c:pt>
                <c:pt idx="15845">
                  <c:v>0.5291851851851852</c:v>
                </c:pt>
                <c:pt idx="15846">
                  <c:v>0.5291851851851852</c:v>
                </c:pt>
                <c:pt idx="15847">
                  <c:v>0.52933333333333332</c:v>
                </c:pt>
                <c:pt idx="15848">
                  <c:v>0.52933333333333332</c:v>
                </c:pt>
                <c:pt idx="15849">
                  <c:v>0.52933333333333332</c:v>
                </c:pt>
                <c:pt idx="15850">
                  <c:v>0.52948148148148144</c:v>
                </c:pt>
                <c:pt idx="15851">
                  <c:v>0.52948148148148144</c:v>
                </c:pt>
                <c:pt idx="15852">
                  <c:v>0.52962962962962967</c:v>
                </c:pt>
                <c:pt idx="15853">
                  <c:v>0.52977777777777779</c:v>
                </c:pt>
                <c:pt idx="15854">
                  <c:v>0.52977777777777779</c:v>
                </c:pt>
                <c:pt idx="15855">
                  <c:v>0.52992592592592591</c:v>
                </c:pt>
                <c:pt idx="15856">
                  <c:v>0.52992592592592591</c:v>
                </c:pt>
                <c:pt idx="15857">
                  <c:v>0.52992592592592591</c:v>
                </c:pt>
                <c:pt idx="15858">
                  <c:v>0.52992592592592591</c:v>
                </c:pt>
                <c:pt idx="15859">
                  <c:v>0.52992592592592591</c:v>
                </c:pt>
                <c:pt idx="15860">
                  <c:v>0.52992592592592591</c:v>
                </c:pt>
                <c:pt idx="15861">
                  <c:v>0.52992592592592591</c:v>
                </c:pt>
                <c:pt idx="15862">
                  <c:v>0.52992592592592591</c:v>
                </c:pt>
                <c:pt idx="15863">
                  <c:v>0.52992592592592591</c:v>
                </c:pt>
                <c:pt idx="15864">
                  <c:v>0.52992592592592591</c:v>
                </c:pt>
                <c:pt idx="15865">
                  <c:v>0.52992592592592591</c:v>
                </c:pt>
                <c:pt idx="15866">
                  <c:v>0.52992592592592591</c:v>
                </c:pt>
                <c:pt idx="15867">
                  <c:v>0.52992592592592591</c:v>
                </c:pt>
                <c:pt idx="15868">
                  <c:v>0.52992592592592591</c:v>
                </c:pt>
                <c:pt idx="15869">
                  <c:v>0.52992592592592591</c:v>
                </c:pt>
                <c:pt idx="15870">
                  <c:v>0.52992592592592591</c:v>
                </c:pt>
                <c:pt idx="15871">
                  <c:v>0.52992592592592591</c:v>
                </c:pt>
                <c:pt idx="15872">
                  <c:v>0.52992592592592591</c:v>
                </c:pt>
                <c:pt idx="15873">
                  <c:v>0.52992592592592591</c:v>
                </c:pt>
                <c:pt idx="15874">
                  <c:v>0.52992592592592591</c:v>
                </c:pt>
                <c:pt idx="15875">
                  <c:v>0.52992592592592591</c:v>
                </c:pt>
                <c:pt idx="15876">
                  <c:v>0.52992592592592591</c:v>
                </c:pt>
                <c:pt idx="15877">
                  <c:v>0.52992592592592591</c:v>
                </c:pt>
                <c:pt idx="15878">
                  <c:v>0.53007407407407403</c:v>
                </c:pt>
                <c:pt idx="15879">
                  <c:v>0.53007407407407403</c:v>
                </c:pt>
                <c:pt idx="15880">
                  <c:v>0.53007407407407403</c:v>
                </c:pt>
                <c:pt idx="15881">
                  <c:v>0.53007407407407403</c:v>
                </c:pt>
                <c:pt idx="15882">
                  <c:v>0.53007407407407403</c:v>
                </c:pt>
                <c:pt idx="15883">
                  <c:v>0.53007407407407403</c:v>
                </c:pt>
                <c:pt idx="15884">
                  <c:v>0.53007407407407403</c:v>
                </c:pt>
                <c:pt idx="15885">
                  <c:v>0.53007407407407403</c:v>
                </c:pt>
                <c:pt idx="15886">
                  <c:v>0.53007407407407403</c:v>
                </c:pt>
                <c:pt idx="15887">
                  <c:v>0.53007407407407403</c:v>
                </c:pt>
                <c:pt idx="15888">
                  <c:v>0.53022222222222226</c:v>
                </c:pt>
                <c:pt idx="15889">
                  <c:v>0.53022222222222226</c:v>
                </c:pt>
                <c:pt idx="15890">
                  <c:v>0.53022222222222226</c:v>
                </c:pt>
                <c:pt idx="15891">
                  <c:v>0.53022222222222226</c:v>
                </c:pt>
                <c:pt idx="15892">
                  <c:v>0.53037037037037038</c:v>
                </c:pt>
                <c:pt idx="15893">
                  <c:v>0.53037037037037038</c:v>
                </c:pt>
                <c:pt idx="15894">
                  <c:v>0.53037037037037038</c:v>
                </c:pt>
                <c:pt idx="15895">
                  <c:v>0.53037037037037038</c:v>
                </c:pt>
                <c:pt idx="15896">
                  <c:v>0.53037037037037038</c:v>
                </c:pt>
                <c:pt idx="15897">
                  <c:v>0.53037037037037038</c:v>
                </c:pt>
                <c:pt idx="15898">
                  <c:v>0.53037037037037038</c:v>
                </c:pt>
                <c:pt idx="15899">
                  <c:v>0.5305185185185185</c:v>
                </c:pt>
                <c:pt idx="15900">
                  <c:v>0.5305185185185185</c:v>
                </c:pt>
                <c:pt idx="15901">
                  <c:v>0.53066666666666662</c:v>
                </c:pt>
                <c:pt idx="15902">
                  <c:v>0.53066666666666662</c:v>
                </c:pt>
                <c:pt idx="15903">
                  <c:v>0.53066666666666662</c:v>
                </c:pt>
                <c:pt idx="15904">
                  <c:v>0.53066666666666662</c:v>
                </c:pt>
                <c:pt idx="15905">
                  <c:v>0.53066666666666662</c:v>
                </c:pt>
                <c:pt idx="15906">
                  <c:v>0.53066666666666662</c:v>
                </c:pt>
                <c:pt idx="15907">
                  <c:v>0.53081481481481485</c:v>
                </c:pt>
                <c:pt idx="15908">
                  <c:v>0.53096296296296297</c:v>
                </c:pt>
                <c:pt idx="15909">
                  <c:v>0.53096296296296297</c:v>
                </c:pt>
                <c:pt idx="15910">
                  <c:v>0.53096296296296297</c:v>
                </c:pt>
                <c:pt idx="15911">
                  <c:v>0.53096296296296297</c:v>
                </c:pt>
                <c:pt idx="15912">
                  <c:v>0.53096296296296297</c:v>
                </c:pt>
                <c:pt idx="15913">
                  <c:v>0.53096296296296297</c:v>
                </c:pt>
                <c:pt idx="15914">
                  <c:v>0.53096296296296297</c:v>
                </c:pt>
                <c:pt idx="15915">
                  <c:v>0.53096296296296297</c:v>
                </c:pt>
                <c:pt idx="15916">
                  <c:v>0.53111111111111109</c:v>
                </c:pt>
                <c:pt idx="15917">
                  <c:v>0.53111111111111109</c:v>
                </c:pt>
                <c:pt idx="15918">
                  <c:v>0.53111111111111109</c:v>
                </c:pt>
                <c:pt idx="15919">
                  <c:v>0.53125925925925921</c:v>
                </c:pt>
                <c:pt idx="15920">
                  <c:v>0.53125925925925921</c:v>
                </c:pt>
                <c:pt idx="15921">
                  <c:v>0.53125925925925921</c:v>
                </c:pt>
                <c:pt idx="15922">
                  <c:v>0.53125925925925921</c:v>
                </c:pt>
                <c:pt idx="15923">
                  <c:v>0.53125925925925921</c:v>
                </c:pt>
                <c:pt idx="15924">
                  <c:v>0.53125925925925921</c:v>
                </c:pt>
                <c:pt idx="15925">
                  <c:v>0.53125925925925921</c:v>
                </c:pt>
                <c:pt idx="15926">
                  <c:v>0.53125925925925921</c:v>
                </c:pt>
                <c:pt idx="15927">
                  <c:v>0.53125925925925921</c:v>
                </c:pt>
                <c:pt idx="15928">
                  <c:v>0.53140740740740744</c:v>
                </c:pt>
                <c:pt idx="15929">
                  <c:v>0.53140740740740744</c:v>
                </c:pt>
                <c:pt idx="15930">
                  <c:v>0.53140740740740744</c:v>
                </c:pt>
                <c:pt idx="15931">
                  <c:v>0.53140740740740744</c:v>
                </c:pt>
                <c:pt idx="15932">
                  <c:v>0.53140740740740744</c:v>
                </c:pt>
                <c:pt idx="15933">
                  <c:v>0.53155555555555556</c:v>
                </c:pt>
                <c:pt idx="15934">
                  <c:v>0.53155555555555556</c:v>
                </c:pt>
                <c:pt idx="15935">
                  <c:v>0.53155555555555556</c:v>
                </c:pt>
                <c:pt idx="15936">
                  <c:v>0.53170370370370368</c:v>
                </c:pt>
                <c:pt idx="15937">
                  <c:v>0.53170370370370368</c:v>
                </c:pt>
                <c:pt idx="15938">
                  <c:v>0.53170370370370368</c:v>
                </c:pt>
                <c:pt idx="15939">
                  <c:v>0.53170370370370368</c:v>
                </c:pt>
                <c:pt idx="15940">
                  <c:v>0.53170370370370368</c:v>
                </c:pt>
                <c:pt idx="15941">
                  <c:v>0.53170370370370368</c:v>
                </c:pt>
                <c:pt idx="15942">
                  <c:v>0.53170370370370368</c:v>
                </c:pt>
                <c:pt idx="15943">
                  <c:v>0.53170370370370368</c:v>
                </c:pt>
                <c:pt idx="15944">
                  <c:v>0.53170370370370368</c:v>
                </c:pt>
                <c:pt idx="15945">
                  <c:v>0.53170370370370368</c:v>
                </c:pt>
                <c:pt idx="15946">
                  <c:v>0.53170370370370368</c:v>
                </c:pt>
                <c:pt idx="15947">
                  <c:v>0.53170370370370368</c:v>
                </c:pt>
                <c:pt idx="15948">
                  <c:v>0.53170370370370368</c:v>
                </c:pt>
                <c:pt idx="15949">
                  <c:v>0.53170370370370368</c:v>
                </c:pt>
                <c:pt idx="15950">
                  <c:v>0.53170370370370368</c:v>
                </c:pt>
                <c:pt idx="15951">
                  <c:v>0.53170370370370368</c:v>
                </c:pt>
                <c:pt idx="15952">
                  <c:v>0.53170370370370368</c:v>
                </c:pt>
                <c:pt idx="15953">
                  <c:v>0.53170370370370368</c:v>
                </c:pt>
                <c:pt idx="15954">
                  <c:v>0.53170370370370368</c:v>
                </c:pt>
                <c:pt idx="15955">
                  <c:v>0.53170370370370368</c:v>
                </c:pt>
                <c:pt idx="15956">
                  <c:v>0.5318518518518518</c:v>
                </c:pt>
                <c:pt idx="15957">
                  <c:v>0.53200000000000003</c:v>
                </c:pt>
                <c:pt idx="15958">
                  <c:v>0.53200000000000003</c:v>
                </c:pt>
                <c:pt idx="15959">
                  <c:v>0.53200000000000003</c:v>
                </c:pt>
                <c:pt idx="15960">
                  <c:v>0.53214814814814815</c:v>
                </c:pt>
                <c:pt idx="15961">
                  <c:v>0.53214814814814815</c:v>
                </c:pt>
                <c:pt idx="15962">
                  <c:v>0.53214814814814815</c:v>
                </c:pt>
                <c:pt idx="15963">
                  <c:v>0.53214814814814815</c:v>
                </c:pt>
                <c:pt idx="15964">
                  <c:v>0.53214814814814815</c:v>
                </c:pt>
                <c:pt idx="15965">
                  <c:v>0.53214814814814815</c:v>
                </c:pt>
                <c:pt idx="15966">
                  <c:v>0.53214814814814815</c:v>
                </c:pt>
                <c:pt idx="15967">
                  <c:v>0.53214814814814815</c:v>
                </c:pt>
                <c:pt idx="15968">
                  <c:v>0.53229629629629627</c:v>
                </c:pt>
                <c:pt idx="15969">
                  <c:v>0.5324444444444445</c:v>
                </c:pt>
                <c:pt idx="15970">
                  <c:v>0.5324444444444445</c:v>
                </c:pt>
                <c:pt idx="15971">
                  <c:v>0.5324444444444445</c:v>
                </c:pt>
                <c:pt idx="15972">
                  <c:v>0.5324444444444445</c:v>
                </c:pt>
                <c:pt idx="15973">
                  <c:v>0.53259259259259262</c:v>
                </c:pt>
                <c:pt idx="15974">
                  <c:v>0.53274074074074074</c:v>
                </c:pt>
                <c:pt idx="15975">
                  <c:v>0.53288888888888886</c:v>
                </c:pt>
                <c:pt idx="15976">
                  <c:v>0.53288888888888886</c:v>
                </c:pt>
                <c:pt idx="15977">
                  <c:v>0.53288888888888886</c:v>
                </c:pt>
                <c:pt idx="15978">
                  <c:v>0.53288888888888886</c:v>
                </c:pt>
                <c:pt idx="15979">
                  <c:v>0.53288888888888886</c:v>
                </c:pt>
                <c:pt idx="15980">
                  <c:v>0.53288888888888886</c:v>
                </c:pt>
                <c:pt idx="15981">
                  <c:v>0.53288888888888886</c:v>
                </c:pt>
                <c:pt idx="15982">
                  <c:v>0.53303703703703709</c:v>
                </c:pt>
                <c:pt idx="15983">
                  <c:v>0.53318518518518521</c:v>
                </c:pt>
                <c:pt idx="15984">
                  <c:v>0.53318518518518521</c:v>
                </c:pt>
                <c:pt idx="15985">
                  <c:v>0.53318518518518521</c:v>
                </c:pt>
                <c:pt idx="15986">
                  <c:v>0.53318518518518521</c:v>
                </c:pt>
                <c:pt idx="15987">
                  <c:v>0.53318518518518521</c:v>
                </c:pt>
                <c:pt idx="15988">
                  <c:v>0.53333333333333333</c:v>
                </c:pt>
                <c:pt idx="15989">
                  <c:v>0.53348148148148145</c:v>
                </c:pt>
                <c:pt idx="15990">
                  <c:v>0.53362962962962968</c:v>
                </c:pt>
                <c:pt idx="15991">
                  <c:v>0.53362962962962968</c:v>
                </c:pt>
                <c:pt idx="15992">
                  <c:v>0.53362962962962968</c:v>
                </c:pt>
                <c:pt idx="15993">
                  <c:v>0.53362962962962968</c:v>
                </c:pt>
                <c:pt idx="15994">
                  <c:v>0.53362962962962968</c:v>
                </c:pt>
                <c:pt idx="15995">
                  <c:v>0.53362962962962968</c:v>
                </c:pt>
                <c:pt idx="15996">
                  <c:v>0.53362962962962968</c:v>
                </c:pt>
                <c:pt idx="15997">
                  <c:v>0.53362962962962968</c:v>
                </c:pt>
                <c:pt idx="15998">
                  <c:v>0.53362962962962968</c:v>
                </c:pt>
                <c:pt idx="15999">
                  <c:v>0.53362962962962968</c:v>
                </c:pt>
                <c:pt idx="16000">
                  <c:v>0.5337777777777778</c:v>
                </c:pt>
                <c:pt idx="16001">
                  <c:v>0.53392592592592591</c:v>
                </c:pt>
                <c:pt idx="16002">
                  <c:v>0.53407407407407403</c:v>
                </c:pt>
                <c:pt idx="16003">
                  <c:v>0.53407407407407403</c:v>
                </c:pt>
                <c:pt idx="16004">
                  <c:v>0.53407407407407403</c:v>
                </c:pt>
                <c:pt idx="16005">
                  <c:v>0.53407407407407403</c:v>
                </c:pt>
                <c:pt idx="16006">
                  <c:v>0.53422222222222226</c:v>
                </c:pt>
                <c:pt idx="16007">
                  <c:v>0.53422222222222226</c:v>
                </c:pt>
                <c:pt idx="16008">
                  <c:v>0.53422222222222226</c:v>
                </c:pt>
                <c:pt idx="16009">
                  <c:v>0.53422222222222226</c:v>
                </c:pt>
                <c:pt idx="16010">
                  <c:v>0.53422222222222226</c:v>
                </c:pt>
                <c:pt idx="16011">
                  <c:v>0.53437037037037038</c:v>
                </c:pt>
                <c:pt idx="16012">
                  <c:v>0.5345185185185185</c:v>
                </c:pt>
                <c:pt idx="16013">
                  <c:v>0.5345185185185185</c:v>
                </c:pt>
                <c:pt idx="16014">
                  <c:v>0.5345185185185185</c:v>
                </c:pt>
                <c:pt idx="16015">
                  <c:v>0.5345185185185185</c:v>
                </c:pt>
                <c:pt idx="16016">
                  <c:v>0.53466666666666662</c:v>
                </c:pt>
                <c:pt idx="16017">
                  <c:v>0.53481481481481485</c:v>
                </c:pt>
                <c:pt idx="16018">
                  <c:v>0.53481481481481485</c:v>
                </c:pt>
                <c:pt idx="16019">
                  <c:v>0.53481481481481485</c:v>
                </c:pt>
                <c:pt idx="16020">
                  <c:v>0.53496296296296297</c:v>
                </c:pt>
                <c:pt idx="16021">
                  <c:v>0.53496296296296297</c:v>
                </c:pt>
                <c:pt idx="16022">
                  <c:v>0.53496296296296297</c:v>
                </c:pt>
                <c:pt idx="16023">
                  <c:v>0.53511111111111109</c:v>
                </c:pt>
                <c:pt idx="16024">
                  <c:v>0.53511111111111109</c:v>
                </c:pt>
                <c:pt idx="16025">
                  <c:v>0.53511111111111109</c:v>
                </c:pt>
                <c:pt idx="16026">
                  <c:v>0.53511111111111109</c:v>
                </c:pt>
                <c:pt idx="16027">
                  <c:v>0.53511111111111109</c:v>
                </c:pt>
                <c:pt idx="16028">
                  <c:v>0.53511111111111109</c:v>
                </c:pt>
                <c:pt idx="16029">
                  <c:v>0.53511111111111109</c:v>
                </c:pt>
                <c:pt idx="16030">
                  <c:v>0.53511111111111109</c:v>
                </c:pt>
                <c:pt idx="16031">
                  <c:v>0.53511111111111109</c:v>
                </c:pt>
                <c:pt idx="16032">
                  <c:v>0.53511111111111109</c:v>
                </c:pt>
                <c:pt idx="16033">
                  <c:v>0.53525925925925921</c:v>
                </c:pt>
                <c:pt idx="16034">
                  <c:v>0.53525925925925921</c:v>
                </c:pt>
                <c:pt idx="16035">
                  <c:v>0.53525925925925921</c:v>
                </c:pt>
                <c:pt idx="16036">
                  <c:v>0.53540740740740744</c:v>
                </c:pt>
                <c:pt idx="16037">
                  <c:v>0.53540740740740744</c:v>
                </c:pt>
                <c:pt idx="16038">
                  <c:v>0.53555555555555556</c:v>
                </c:pt>
                <c:pt idx="16039">
                  <c:v>0.53570370370370368</c:v>
                </c:pt>
                <c:pt idx="16040">
                  <c:v>0.53570370370370368</c:v>
                </c:pt>
                <c:pt idx="16041">
                  <c:v>0.53570370370370368</c:v>
                </c:pt>
                <c:pt idx="16042">
                  <c:v>0.53570370370370368</c:v>
                </c:pt>
                <c:pt idx="16043">
                  <c:v>0.5358518518518518</c:v>
                </c:pt>
                <c:pt idx="16044">
                  <c:v>0.53600000000000003</c:v>
                </c:pt>
                <c:pt idx="16045">
                  <c:v>0.53600000000000003</c:v>
                </c:pt>
                <c:pt idx="16046">
                  <c:v>0.53600000000000003</c:v>
                </c:pt>
                <c:pt idx="16047">
                  <c:v>0.53600000000000003</c:v>
                </c:pt>
                <c:pt idx="16048">
                  <c:v>0.53600000000000003</c:v>
                </c:pt>
                <c:pt idx="16049">
                  <c:v>0.53600000000000003</c:v>
                </c:pt>
                <c:pt idx="16050">
                  <c:v>0.53614814814814815</c:v>
                </c:pt>
                <c:pt idx="16051">
                  <c:v>0.53614814814814815</c:v>
                </c:pt>
                <c:pt idx="16052">
                  <c:v>0.53614814814814815</c:v>
                </c:pt>
                <c:pt idx="16053">
                  <c:v>0.53614814814814815</c:v>
                </c:pt>
                <c:pt idx="16054">
                  <c:v>0.53614814814814815</c:v>
                </c:pt>
                <c:pt idx="16055">
                  <c:v>0.53629629629629627</c:v>
                </c:pt>
                <c:pt idx="16056">
                  <c:v>0.53629629629629627</c:v>
                </c:pt>
                <c:pt idx="16057">
                  <c:v>0.53629629629629627</c:v>
                </c:pt>
                <c:pt idx="16058">
                  <c:v>0.53629629629629627</c:v>
                </c:pt>
                <c:pt idx="16059">
                  <c:v>0.53629629629629627</c:v>
                </c:pt>
                <c:pt idx="16060">
                  <c:v>0.53629629629629627</c:v>
                </c:pt>
                <c:pt idx="16061">
                  <c:v>0.53629629629629627</c:v>
                </c:pt>
                <c:pt idx="16062">
                  <c:v>0.53629629629629627</c:v>
                </c:pt>
                <c:pt idx="16063">
                  <c:v>0.53644444444444439</c:v>
                </c:pt>
                <c:pt idx="16064">
                  <c:v>0.53644444444444439</c:v>
                </c:pt>
                <c:pt idx="16065">
                  <c:v>0.53644444444444439</c:v>
                </c:pt>
                <c:pt idx="16066">
                  <c:v>0.53644444444444439</c:v>
                </c:pt>
                <c:pt idx="16067">
                  <c:v>0.53644444444444439</c:v>
                </c:pt>
                <c:pt idx="16068">
                  <c:v>0.53644444444444439</c:v>
                </c:pt>
                <c:pt idx="16069">
                  <c:v>0.53644444444444439</c:v>
                </c:pt>
                <c:pt idx="16070">
                  <c:v>0.53644444444444439</c:v>
                </c:pt>
                <c:pt idx="16071">
                  <c:v>0.53659259259259262</c:v>
                </c:pt>
                <c:pt idx="16072">
                  <c:v>0.53659259259259262</c:v>
                </c:pt>
                <c:pt idx="16073">
                  <c:v>0.53659259259259262</c:v>
                </c:pt>
                <c:pt idx="16074">
                  <c:v>0.53674074074074074</c:v>
                </c:pt>
                <c:pt idx="16075">
                  <c:v>0.53674074074074074</c:v>
                </c:pt>
                <c:pt idx="16076">
                  <c:v>0.53688888888888886</c:v>
                </c:pt>
                <c:pt idx="16077">
                  <c:v>0.53688888888888886</c:v>
                </c:pt>
                <c:pt idx="16078">
                  <c:v>0.53688888888888886</c:v>
                </c:pt>
                <c:pt idx="16079">
                  <c:v>0.53703703703703709</c:v>
                </c:pt>
                <c:pt idx="16080">
                  <c:v>0.53703703703703709</c:v>
                </c:pt>
                <c:pt idx="16081">
                  <c:v>0.53703703703703709</c:v>
                </c:pt>
                <c:pt idx="16082">
                  <c:v>0.53703703703703709</c:v>
                </c:pt>
                <c:pt idx="16083">
                  <c:v>0.53703703703703709</c:v>
                </c:pt>
                <c:pt idx="16084">
                  <c:v>0.53718518518518521</c:v>
                </c:pt>
                <c:pt idx="16085">
                  <c:v>0.53718518518518521</c:v>
                </c:pt>
                <c:pt idx="16086">
                  <c:v>0.53733333333333333</c:v>
                </c:pt>
                <c:pt idx="16087">
                  <c:v>0.53748148148148145</c:v>
                </c:pt>
                <c:pt idx="16088">
                  <c:v>0.53748148148148145</c:v>
                </c:pt>
                <c:pt idx="16089">
                  <c:v>0.53748148148148145</c:v>
                </c:pt>
                <c:pt idx="16090">
                  <c:v>0.53748148148148145</c:v>
                </c:pt>
                <c:pt idx="16091">
                  <c:v>0.53762962962962968</c:v>
                </c:pt>
                <c:pt idx="16092">
                  <c:v>0.5377777777777778</c:v>
                </c:pt>
                <c:pt idx="16093">
                  <c:v>0.5377777777777778</c:v>
                </c:pt>
                <c:pt idx="16094">
                  <c:v>0.53792592592592592</c:v>
                </c:pt>
                <c:pt idx="16095">
                  <c:v>0.53792592592592592</c:v>
                </c:pt>
                <c:pt idx="16096">
                  <c:v>0.53792592592592592</c:v>
                </c:pt>
                <c:pt idx="16097">
                  <c:v>0.53807407407407404</c:v>
                </c:pt>
                <c:pt idx="16098">
                  <c:v>0.53807407407407404</c:v>
                </c:pt>
                <c:pt idx="16099">
                  <c:v>0.53807407407407404</c:v>
                </c:pt>
                <c:pt idx="16100">
                  <c:v>0.53822222222222227</c:v>
                </c:pt>
                <c:pt idx="16101">
                  <c:v>0.53822222222222227</c:v>
                </c:pt>
                <c:pt idx="16102">
                  <c:v>0.53822222222222227</c:v>
                </c:pt>
                <c:pt idx="16103">
                  <c:v>0.53822222222222227</c:v>
                </c:pt>
                <c:pt idx="16104">
                  <c:v>0.53822222222222227</c:v>
                </c:pt>
                <c:pt idx="16105">
                  <c:v>0.53822222222222227</c:v>
                </c:pt>
                <c:pt idx="16106">
                  <c:v>0.53822222222222227</c:v>
                </c:pt>
                <c:pt idx="16107">
                  <c:v>0.53837037037037039</c:v>
                </c:pt>
                <c:pt idx="16108">
                  <c:v>0.53851851851851851</c:v>
                </c:pt>
                <c:pt idx="16109">
                  <c:v>0.53851851851851851</c:v>
                </c:pt>
                <c:pt idx="16110">
                  <c:v>0.53851851851851851</c:v>
                </c:pt>
                <c:pt idx="16111">
                  <c:v>0.53851851851851851</c:v>
                </c:pt>
                <c:pt idx="16112">
                  <c:v>0.53851851851851851</c:v>
                </c:pt>
                <c:pt idx="16113">
                  <c:v>0.53851851851851851</c:v>
                </c:pt>
                <c:pt idx="16114">
                  <c:v>0.53866666666666663</c:v>
                </c:pt>
                <c:pt idx="16115">
                  <c:v>0.53866666666666663</c:v>
                </c:pt>
                <c:pt idx="16116">
                  <c:v>0.53881481481481486</c:v>
                </c:pt>
                <c:pt idx="16117">
                  <c:v>0.53896296296296298</c:v>
                </c:pt>
                <c:pt idx="16118">
                  <c:v>0.53896296296296298</c:v>
                </c:pt>
                <c:pt idx="16119">
                  <c:v>0.53896296296296298</c:v>
                </c:pt>
                <c:pt idx="16120">
                  <c:v>0.53896296296296298</c:v>
                </c:pt>
                <c:pt idx="16121">
                  <c:v>0.53896296296296298</c:v>
                </c:pt>
                <c:pt idx="16122">
                  <c:v>0.5391111111111111</c:v>
                </c:pt>
                <c:pt idx="16123">
                  <c:v>0.5391111111111111</c:v>
                </c:pt>
                <c:pt idx="16124">
                  <c:v>0.53925925925925922</c:v>
                </c:pt>
                <c:pt idx="16125">
                  <c:v>0.53925925925925922</c:v>
                </c:pt>
                <c:pt idx="16126">
                  <c:v>0.53925925925925922</c:v>
                </c:pt>
                <c:pt idx="16127">
                  <c:v>0.53940740740740745</c:v>
                </c:pt>
                <c:pt idx="16128">
                  <c:v>0.53940740740740745</c:v>
                </c:pt>
                <c:pt idx="16129">
                  <c:v>0.53940740740740745</c:v>
                </c:pt>
                <c:pt idx="16130">
                  <c:v>0.53940740740740745</c:v>
                </c:pt>
                <c:pt idx="16131">
                  <c:v>0.53955555555555557</c:v>
                </c:pt>
                <c:pt idx="16132">
                  <c:v>0.53955555555555557</c:v>
                </c:pt>
                <c:pt idx="16133">
                  <c:v>0.53955555555555557</c:v>
                </c:pt>
                <c:pt idx="16134">
                  <c:v>0.53955555555555557</c:v>
                </c:pt>
                <c:pt idx="16135">
                  <c:v>0.53955555555555557</c:v>
                </c:pt>
                <c:pt idx="16136">
                  <c:v>0.53955555555555557</c:v>
                </c:pt>
                <c:pt idx="16137">
                  <c:v>0.53970370370370369</c:v>
                </c:pt>
                <c:pt idx="16138">
                  <c:v>0.53970370370370369</c:v>
                </c:pt>
                <c:pt idx="16139">
                  <c:v>0.53985185185185181</c:v>
                </c:pt>
                <c:pt idx="16140">
                  <c:v>0.54</c:v>
                </c:pt>
                <c:pt idx="16141">
                  <c:v>0.54</c:v>
                </c:pt>
                <c:pt idx="16142">
                  <c:v>0.54</c:v>
                </c:pt>
                <c:pt idx="16143">
                  <c:v>0.54</c:v>
                </c:pt>
                <c:pt idx="16144">
                  <c:v>0.54</c:v>
                </c:pt>
                <c:pt idx="16145">
                  <c:v>0.54</c:v>
                </c:pt>
                <c:pt idx="16146">
                  <c:v>0.54</c:v>
                </c:pt>
                <c:pt idx="16147">
                  <c:v>0.54</c:v>
                </c:pt>
                <c:pt idx="16148">
                  <c:v>0.54014814814814816</c:v>
                </c:pt>
                <c:pt idx="16149">
                  <c:v>0.54014814814814816</c:v>
                </c:pt>
                <c:pt idx="16150">
                  <c:v>0.54014814814814816</c:v>
                </c:pt>
                <c:pt idx="16151">
                  <c:v>0.54014814814814816</c:v>
                </c:pt>
                <c:pt idx="16152">
                  <c:v>0.54014814814814816</c:v>
                </c:pt>
                <c:pt idx="16153">
                  <c:v>0.54014814814814816</c:v>
                </c:pt>
                <c:pt idx="16154">
                  <c:v>0.54014814814814816</c:v>
                </c:pt>
                <c:pt idx="16155">
                  <c:v>0.54014814814814816</c:v>
                </c:pt>
                <c:pt idx="16156">
                  <c:v>0.54014814814814816</c:v>
                </c:pt>
                <c:pt idx="16157">
                  <c:v>0.54014814814814816</c:v>
                </c:pt>
                <c:pt idx="16158">
                  <c:v>0.54029629629629627</c:v>
                </c:pt>
                <c:pt idx="16159">
                  <c:v>0.54029629629629627</c:v>
                </c:pt>
                <c:pt idx="16160">
                  <c:v>0.54029629629629627</c:v>
                </c:pt>
                <c:pt idx="16161">
                  <c:v>0.54029629629629627</c:v>
                </c:pt>
                <c:pt idx="16162">
                  <c:v>0.54044444444444439</c:v>
                </c:pt>
                <c:pt idx="16163">
                  <c:v>0.54044444444444439</c:v>
                </c:pt>
                <c:pt idx="16164">
                  <c:v>0.54059259259259262</c:v>
                </c:pt>
                <c:pt idx="16165">
                  <c:v>0.54074074074074074</c:v>
                </c:pt>
                <c:pt idx="16166">
                  <c:v>0.54074074074074074</c:v>
                </c:pt>
                <c:pt idx="16167">
                  <c:v>0.54074074074074074</c:v>
                </c:pt>
                <c:pt idx="16168">
                  <c:v>0.54074074074074074</c:v>
                </c:pt>
                <c:pt idx="16169">
                  <c:v>0.54088888888888886</c:v>
                </c:pt>
                <c:pt idx="16170">
                  <c:v>0.54088888888888886</c:v>
                </c:pt>
                <c:pt idx="16171">
                  <c:v>0.54103703703703698</c:v>
                </c:pt>
                <c:pt idx="16172">
                  <c:v>0.54118518518518521</c:v>
                </c:pt>
                <c:pt idx="16173">
                  <c:v>0.54118518518518521</c:v>
                </c:pt>
                <c:pt idx="16174">
                  <c:v>0.54118518518518521</c:v>
                </c:pt>
                <c:pt idx="16175">
                  <c:v>0.54118518518518521</c:v>
                </c:pt>
                <c:pt idx="16176">
                  <c:v>0.54118518518518521</c:v>
                </c:pt>
                <c:pt idx="16177">
                  <c:v>0.54118518518518521</c:v>
                </c:pt>
                <c:pt idx="16178">
                  <c:v>0.54118518518518521</c:v>
                </c:pt>
                <c:pt idx="16179">
                  <c:v>0.54118518518518521</c:v>
                </c:pt>
                <c:pt idx="16180">
                  <c:v>0.54118518518518521</c:v>
                </c:pt>
                <c:pt idx="16181">
                  <c:v>0.54118518518518521</c:v>
                </c:pt>
                <c:pt idx="16182">
                  <c:v>0.54133333333333333</c:v>
                </c:pt>
                <c:pt idx="16183">
                  <c:v>0.54133333333333333</c:v>
                </c:pt>
                <c:pt idx="16184">
                  <c:v>0.54133333333333333</c:v>
                </c:pt>
                <c:pt idx="16185">
                  <c:v>0.54133333333333333</c:v>
                </c:pt>
                <c:pt idx="16186">
                  <c:v>0.54133333333333333</c:v>
                </c:pt>
                <c:pt idx="16187">
                  <c:v>0.54148148148148145</c:v>
                </c:pt>
                <c:pt idx="16188">
                  <c:v>0.54148148148148145</c:v>
                </c:pt>
                <c:pt idx="16189">
                  <c:v>0.54148148148148145</c:v>
                </c:pt>
                <c:pt idx="16190">
                  <c:v>0.54162962962962968</c:v>
                </c:pt>
                <c:pt idx="16191">
                  <c:v>0.5417777777777778</c:v>
                </c:pt>
                <c:pt idx="16192">
                  <c:v>0.54192592592592592</c:v>
                </c:pt>
                <c:pt idx="16193">
                  <c:v>0.54207407407407404</c:v>
                </c:pt>
                <c:pt idx="16194">
                  <c:v>0.54207407407407404</c:v>
                </c:pt>
                <c:pt idx="16195">
                  <c:v>0.54207407407407404</c:v>
                </c:pt>
                <c:pt idx="16196">
                  <c:v>0.54207407407407404</c:v>
                </c:pt>
                <c:pt idx="16197">
                  <c:v>0.54222222222222227</c:v>
                </c:pt>
                <c:pt idx="16198">
                  <c:v>0.54222222222222227</c:v>
                </c:pt>
                <c:pt idx="16199">
                  <c:v>0.54222222222222227</c:v>
                </c:pt>
                <c:pt idx="16200">
                  <c:v>0.54222222222222227</c:v>
                </c:pt>
                <c:pt idx="16201">
                  <c:v>0.54222222222222227</c:v>
                </c:pt>
                <c:pt idx="16202">
                  <c:v>0.54222222222222227</c:v>
                </c:pt>
                <c:pt idx="16203">
                  <c:v>0.54222222222222227</c:v>
                </c:pt>
                <c:pt idx="16204">
                  <c:v>0.54222222222222227</c:v>
                </c:pt>
                <c:pt idx="16205">
                  <c:v>0.54237037037037039</c:v>
                </c:pt>
                <c:pt idx="16206">
                  <c:v>0.54251851851851851</c:v>
                </c:pt>
                <c:pt idx="16207">
                  <c:v>0.54251851851851851</c:v>
                </c:pt>
                <c:pt idx="16208">
                  <c:v>0.54266666666666663</c:v>
                </c:pt>
                <c:pt idx="16209">
                  <c:v>0.54266666666666663</c:v>
                </c:pt>
                <c:pt idx="16210">
                  <c:v>0.54266666666666663</c:v>
                </c:pt>
                <c:pt idx="16211">
                  <c:v>0.54281481481481486</c:v>
                </c:pt>
                <c:pt idx="16212">
                  <c:v>0.54281481481481486</c:v>
                </c:pt>
                <c:pt idx="16213">
                  <c:v>0.54281481481481486</c:v>
                </c:pt>
                <c:pt idx="16214">
                  <c:v>0.54281481481481486</c:v>
                </c:pt>
                <c:pt idx="16215">
                  <c:v>0.54281481481481486</c:v>
                </c:pt>
                <c:pt idx="16216">
                  <c:v>0.54281481481481486</c:v>
                </c:pt>
                <c:pt idx="16217">
                  <c:v>0.54296296296296298</c:v>
                </c:pt>
                <c:pt idx="16218">
                  <c:v>0.5431111111111111</c:v>
                </c:pt>
                <c:pt idx="16219">
                  <c:v>0.5431111111111111</c:v>
                </c:pt>
                <c:pt idx="16220">
                  <c:v>0.5431111111111111</c:v>
                </c:pt>
                <c:pt idx="16221">
                  <c:v>0.54325925925925922</c:v>
                </c:pt>
                <c:pt idx="16222">
                  <c:v>0.54325925925925922</c:v>
                </c:pt>
                <c:pt idx="16223">
                  <c:v>0.54340740740740745</c:v>
                </c:pt>
                <c:pt idx="16224">
                  <c:v>0.54340740740740745</c:v>
                </c:pt>
                <c:pt idx="16225">
                  <c:v>0.54340740740740745</c:v>
                </c:pt>
                <c:pt idx="16226">
                  <c:v>0.54340740740740745</c:v>
                </c:pt>
                <c:pt idx="16227">
                  <c:v>0.54340740740740745</c:v>
                </c:pt>
                <c:pt idx="16228">
                  <c:v>0.54340740740740745</c:v>
                </c:pt>
                <c:pt idx="16229">
                  <c:v>0.54340740740740745</c:v>
                </c:pt>
                <c:pt idx="16230">
                  <c:v>0.54340740740740745</c:v>
                </c:pt>
                <c:pt idx="16231">
                  <c:v>0.54340740740740745</c:v>
                </c:pt>
                <c:pt idx="16232">
                  <c:v>0.54340740740740745</c:v>
                </c:pt>
                <c:pt idx="16233">
                  <c:v>0.54340740740740745</c:v>
                </c:pt>
                <c:pt idx="16234">
                  <c:v>0.54340740740740745</c:v>
                </c:pt>
                <c:pt idx="16235">
                  <c:v>0.54355555555555557</c:v>
                </c:pt>
                <c:pt idx="16236">
                  <c:v>0.54355555555555557</c:v>
                </c:pt>
                <c:pt idx="16237">
                  <c:v>0.54355555555555557</c:v>
                </c:pt>
                <c:pt idx="16238">
                  <c:v>0.54355555555555557</c:v>
                </c:pt>
                <c:pt idx="16239">
                  <c:v>0.54370370370370369</c:v>
                </c:pt>
                <c:pt idx="16240">
                  <c:v>0.54370370370370369</c:v>
                </c:pt>
                <c:pt idx="16241">
                  <c:v>0.54370370370370369</c:v>
                </c:pt>
                <c:pt idx="16242">
                  <c:v>0.54370370370370369</c:v>
                </c:pt>
                <c:pt idx="16243">
                  <c:v>0.54370370370370369</c:v>
                </c:pt>
                <c:pt idx="16244">
                  <c:v>0.54370370370370369</c:v>
                </c:pt>
                <c:pt idx="16245">
                  <c:v>0.54385185185185181</c:v>
                </c:pt>
                <c:pt idx="16246">
                  <c:v>0.54385185185185181</c:v>
                </c:pt>
                <c:pt idx="16247">
                  <c:v>0.54385185185185181</c:v>
                </c:pt>
                <c:pt idx="16248">
                  <c:v>0.54385185185185181</c:v>
                </c:pt>
                <c:pt idx="16249">
                  <c:v>0.54385185185185181</c:v>
                </c:pt>
                <c:pt idx="16250">
                  <c:v>0.54400000000000004</c:v>
                </c:pt>
                <c:pt idx="16251">
                  <c:v>0.54400000000000004</c:v>
                </c:pt>
                <c:pt idx="16252">
                  <c:v>0.54400000000000004</c:v>
                </c:pt>
                <c:pt idx="16253">
                  <c:v>0.54400000000000004</c:v>
                </c:pt>
                <c:pt idx="16254">
                  <c:v>0.54400000000000004</c:v>
                </c:pt>
                <c:pt idx="16255">
                  <c:v>0.54400000000000004</c:v>
                </c:pt>
                <c:pt idx="16256">
                  <c:v>0.54400000000000004</c:v>
                </c:pt>
                <c:pt idx="16257">
                  <c:v>0.54400000000000004</c:v>
                </c:pt>
                <c:pt idx="16258">
                  <c:v>0.54400000000000004</c:v>
                </c:pt>
                <c:pt idx="16259">
                  <c:v>0.54400000000000004</c:v>
                </c:pt>
                <c:pt idx="16260">
                  <c:v>0.54400000000000004</c:v>
                </c:pt>
                <c:pt idx="16261">
                  <c:v>0.54400000000000004</c:v>
                </c:pt>
                <c:pt idx="16262">
                  <c:v>0.54400000000000004</c:v>
                </c:pt>
                <c:pt idx="16263">
                  <c:v>0.54414814814814816</c:v>
                </c:pt>
                <c:pt idx="16264">
                  <c:v>0.54414814814814816</c:v>
                </c:pt>
                <c:pt idx="16265">
                  <c:v>0.54429629629629628</c:v>
                </c:pt>
                <c:pt idx="16266">
                  <c:v>0.54429629629629628</c:v>
                </c:pt>
                <c:pt idx="16267">
                  <c:v>0.54429629629629628</c:v>
                </c:pt>
                <c:pt idx="16268">
                  <c:v>0.54429629629629628</c:v>
                </c:pt>
                <c:pt idx="16269">
                  <c:v>0.54429629629629628</c:v>
                </c:pt>
                <c:pt idx="16270">
                  <c:v>0.54429629629629628</c:v>
                </c:pt>
                <c:pt idx="16271">
                  <c:v>0.54429629629629628</c:v>
                </c:pt>
                <c:pt idx="16272">
                  <c:v>0.5444444444444444</c:v>
                </c:pt>
                <c:pt idx="16273">
                  <c:v>0.54459259259259263</c:v>
                </c:pt>
                <c:pt idx="16274">
                  <c:v>0.54459259259259263</c:v>
                </c:pt>
                <c:pt idx="16275">
                  <c:v>0.54459259259259263</c:v>
                </c:pt>
                <c:pt idx="16276">
                  <c:v>0.54459259259259263</c:v>
                </c:pt>
                <c:pt idx="16277">
                  <c:v>0.54459259259259263</c:v>
                </c:pt>
                <c:pt idx="16278">
                  <c:v>0.54459259259259263</c:v>
                </c:pt>
                <c:pt idx="16279">
                  <c:v>0.54474074074074075</c:v>
                </c:pt>
                <c:pt idx="16280">
                  <c:v>0.54474074074074075</c:v>
                </c:pt>
                <c:pt idx="16281">
                  <c:v>0.54474074074074075</c:v>
                </c:pt>
                <c:pt idx="16282">
                  <c:v>0.54474074074074075</c:v>
                </c:pt>
                <c:pt idx="16283">
                  <c:v>0.54474074074074075</c:v>
                </c:pt>
                <c:pt idx="16284">
                  <c:v>0.54474074074074075</c:v>
                </c:pt>
                <c:pt idx="16285">
                  <c:v>0.54488888888888887</c:v>
                </c:pt>
                <c:pt idx="16286">
                  <c:v>0.54488888888888887</c:v>
                </c:pt>
                <c:pt idx="16287">
                  <c:v>0.54488888888888887</c:v>
                </c:pt>
                <c:pt idx="16288">
                  <c:v>0.54488888888888887</c:v>
                </c:pt>
                <c:pt idx="16289">
                  <c:v>0.54503703703703699</c:v>
                </c:pt>
                <c:pt idx="16290">
                  <c:v>0.54503703703703699</c:v>
                </c:pt>
                <c:pt idx="16291">
                  <c:v>0.54503703703703699</c:v>
                </c:pt>
                <c:pt idx="16292">
                  <c:v>0.54503703703703699</c:v>
                </c:pt>
                <c:pt idx="16293">
                  <c:v>0.54503703703703699</c:v>
                </c:pt>
                <c:pt idx="16294">
                  <c:v>0.54503703703703699</c:v>
                </c:pt>
                <c:pt idx="16295">
                  <c:v>0.54503703703703699</c:v>
                </c:pt>
                <c:pt idx="16296">
                  <c:v>0.54503703703703699</c:v>
                </c:pt>
                <c:pt idx="16297">
                  <c:v>0.54518518518518522</c:v>
                </c:pt>
                <c:pt idx="16298">
                  <c:v>0.54518518518518522</c:v>
                </c:pt>
                <c:pt idx="16299">
                  <c:v>0.54518518518518522</c:v>
                </c:pt>
                <c:pt idx="16300">
                  <c:v>0.54518518518518522</c:v>
                </c:pt>
                <c:pt idx="16301">
                  <c:v>0.54518518518518522</c:v>
                </c:pt>
                <c:pt idx="16302">
                  <c:v>0.54518518518518522</c:v>
                </c:pt>
                <c:pt idx="16303">
                  <c:v>0.54518518518518522</c:v>
                </c:pt>
                <c:pt idx="16304">
                  <c:v>0.54518518518518522</c:v>
                </c:pt>
                <c:pt idx="16305">
                  <c:v>0.54518518518518522</c:v>
                </c:pt>
                <c:pt idx="16306">
                  <c:v>0.54518518518518522</c:v>
                </c:pt>
                <c:pt idx="16307">
                  <c:v>0.54533333333333334</c:v>
                </c:pt>
                <c:pt idx="16308">
                  <c:v>0.54548148148148146</c:v>
                </c:pt>
                <c:pt idx="16309">
                  <c:v>0.54548148148148146</c:v>
                </c:pt>
                <c:pt idx="16310">
                  <c:v>0.54562962962962958</c:v>
                </c:pt>
                <c:pt idx="16311">
                  <c:v>0.54562962962962958</c:v>
                </c:pt>
                <c:pt idx="16312">
                  <c:v>0.54577777777777781</c:v>
                </c:pt>
                <c:pt idx="16313">
                  <c:v>0.54577777777777781</c:v>
                </c:pt>
                <c:pt idx="16314">
                  <c:v>0.54577777777777781</c:v>
                </c:pt>
                <c:pt idx="16315">
                  <c:v>0.54577777777777781</c:v>
                </c:pt>
                <c:pt idx="16316">
                  <c:v>0.54577777777777781</c:v>
                </c:pt>
                <c:pt idx="16317">
                  <c:v>0.54577777777777781</c:v>
                </c:pt>
                <c:pt idx="16318">
                  <c:v>0.54577777777777781</c:v>
                </c:pt>
                <c:pt idx="16319">
                  <c:v>0.54577777777777781</c:v>
                </c:pt>
                <c:pt idx="16320">
                  <c:v>0.54592592592592593</c:v>
                </c:pt>
                <c:pt idx="16321">
                  <c:v>0.54592592592592593</c:v>
                </c:pt>
                <c:pt idx="16322">
                  <c:v>0.54592592592592593</c:v>
                </c:pt>
                <c:pt idx="16323">
                  <c:v>0.54592592592592593</c:v>
                </c:pt>
                <c:pt idx="16324">
                  <c:v>0.54607407407407405</c:v>
                </c:pt>
                <c:pt idx="16325">
                  <c:v>0.54607407407407405</c:v>
                </c:pt>
                <c:pt idx="16326">
                  <c:v>0.54622222222222228</c:v>
                </c:pt>
                <c:pt idx="16327">
                  <c:v>0.5463703703703704</c:v>
                </c:pt>
                <c:pt idx="16328">
                  <c:v>0.5463703703703704</c:v>
                </c:pt>
                <c:pt idx="16329">
                  <c:v>0.54651851851851851</c:v>
                </c:pt>
                <c:pt idx="16330">
                  <c:v>0.54651851851851851</c:v>
                </c:pt>
                <c:pt idx="16331">
                  <c:v>0.54651851851851851</c:v>
                </c:pt>
                <c:pt idx="16332">
                  <c:v>0.54651851851851851</c:v>
                </c:pt>
                <c:pt idx="16333">
                  <c:v>0.54651851851851851</c:v>
                </c:pt>
                <c:pt idx="16334">
                  <c:v>0.54651851851851851</c:v>
                </c:pt>
                <c:pt idx="16335">
                  <c:v>0.54651851851851851</c:v>
                </c:pt>
                <c:pt idx="16336">
                  <c:v>0.54651851851851851</c:v>
                </c:pt>
                <c:pt idx="16337">
                  <c:v>0.54651851851851851</c:v>
                </c:pt>
                <c:pt idx="16338">
                  <c:v>0.54666666666666663</c:v>
                </c:pt>
                <c:pt idx="16339">
                  <c:v>0.54666666666666663</c:v>
                </c:pt>
                <c:pt idx="16340">
                  <c:v>0.54681481481481486</c:v>
                </c:pt>
                <c:pt idx="16341">
                  <c:v>0.54681481481481486</c:v>
                </c:pt>
                <c:pt idx="16342">
                  <c:v>0.54696296296296298</c:v>
                </c:pt>
                <c:pt idx="16343">
                  <c:v>0.54696296296296298</c:v>
                </c:pt>
                <c:pt idx="16344">
                  <c:v>0.54696296296296298</c:v>
                </c:pt>
                <c:pt idx="16345">
                  <c:v>0.54696296296296298</c:v>
                </c:pt>
                <c:pt idx="16346">
                  <c:v>0.54696296296296298</c:v>
                </c:pt>
                <c:pt idx="16347">
                  <c:v>0.5471111111111111</c:v>
                </c:pt>
                <c:pt idx="16348">
                  <c:v>0.5471111111111111</c:v>
                </c:pt>
                <c:pt idx="16349">
                  <c:v>0.54725925925925922</c:v>
                </c:pt>
                <c:pt idx="16350">
                  <c:v>0.54725925925925922</c:v>
                </c:pt>
                <c:pt idx="16351">
                  <c:v>0.54725925925925922</c:v>
                </c:pt>
                <c:pt idx="16352">
                  <c:v>0.54740740740740745</c:v>
                </c:pt>
                <c:pt idx="16353">
                  <c:v>0.54740740740740745</c:v>
                </c:pt>
                <c:pt idx="16354">
                  <c:v>0.54740740740740745</c:v>
                </c:pt>
                <c:pt idx="16355">
                  <c:v>0.54740740740740745</c:v>
                </c:pt>
                <c:pt idx="16356">
                  <c:v>0.54740740740740745</c:v>
                </c:pt>
                <c:pt idx="16357">
                  <c:v>0.54740740740740745</c:v>
                </c:pt>
                <c:pt idx="16358">
                  <c:v>0.54740740740740745</c:v>
                </c:pt>
                <c:pt idx="16359">
                  <c:v>0.54740740740740745</c:v>
                </c:pt>
                <c:pt idx="16360">
                  <c:v>0.54740740740740745</c:v>
                </c:pt>
                <c:pt idx="16361">
                  <c:v>0.54755555555555557</c:v>
                </c:pt>
                <c:pt idx="16362">
                  <c:v>0.54755555555555557</c:v>
                </c:pt>
                <c:pt idx="16363">
                  <c:v>0.54770370370370369</c:v>
                </c:pt>
                <c:pt idx="16364">
                  <c:v>0.54770370370370369</c:v>
                </c:pt>
                <c:pt idx="16365">
                  <c:v>0.54770370370370369</c:v>
                </c:pt>
                <c:pt idx="16366">
                  <c:v>0.54770370370370369</c:v>
                </c:pt>
                <c:pt idx="16367">
                  <c:v>0.54770370370370369</c:v>
                </c:pt>
                <c:pt idx="16368">
                  <c:v>0.54770370370370369</c:v>
                </c:pt>
                <c:pt idx="16369">
                  <c:v>0.54770370370370369</c:v>
                </c:pt>
                <c:pt idx="16370">
                  <c:v>0.54785185185185181</c:v>
                </c:pt>
                <c:pt idx="16371">
                  <c:v>0.54785185185185181</c:v>
                </c:pt>
                <c:pt idx="16372">
                  <c:v>0.54785185185185181</c:v>
                </c:pt>
                <c:pt idx="16373">
                  <c:v>0.54800000000000004</c:v>
                </c:pt>
                <c:pt idx="16374">
                  <c:v>0.54800000000000004</c:v>
                </c:pt>
                <c:pt idx="16375">
                  <c:v>0.54800000000000004</c:v>
                </c:pt>
                <c:pt idx="16376">
                  <c:v>0.54814814814814816</c:v>
                </c:pt>
                <c:pt idx="16377">
                  <c:v>0.54814814814814816</c:v>
                </c:pt>
                <c:pt idx="16378">
                  <c:v>0.54814814814814816</c:v>
                </c:pt>
                <c:pt idx="16379">
                  <c:v>0.54814814814814816</c:v>
                </c:pt>
                <c:pt idx="16380">
                  <c:v>0.54814814814814816</c:v>
                </c:pt>
                <c:pt idx="16381">
                  <c:v>0.54814814814814816</c:v>
                </c:pt>
                <c:pt idx="16382">
                  <c:v>0.54814814814814816</c:v>
                </c:pt>
                <c:pt idx="16383">
                  <c:v>0.54814814814814816</c:v>
                </c:pt>
                <c:pt idx="16384">
                  <c:v>0.54829629629629628</c:v>
                </c:pt>
                <c:pt idx="16385">
                  <c:v>0.54829629629629628</c:v>
                </c:pt>
                <c:pt idx="16386">
                  <c:v>0.5484444444444444</c:v>
                </c:pt>
                <c:pt idx="16387">
                  <c:v>0.5484444444444444</c:v>
                </c:pt>
                <c:pt idx="16388">
                  <c:v>0.5484444444444444</c:v>
                </c:pt>
                <c:pt idx="16389">
                  <c:v>0.5484444444444444</c:v>
                </c:pt>
                <c:pt idx="16390">
                  <c:v>0.5484444444444444</c:v>
                </c:pt>
                <c:pt idx="16391">
                  <c:v>0.5484444444444444</c:v>
                </c:pt>
                <c:pt idx="16392">
                  <c:v>0.54859259259259263</c:v>
                </c:pt>
                <c:pt idx="16393">
                  <c:v>0.54874074074074075</c:v>
                </c:pt>
                <c:pt idx="16394">
                  <c:v>0.54874074074074075</c:v>
                </c:pt>
                <c:pt idx="16395">
                  <c:v>0.54874074074074075</c:v>
                </c:pt>
                <c:pt idx="16396">
                  <c:v>0.54874074074074075</c:v>
                </c:pt>
                <c:pt idx="16397">
                  <c:v>0.54874074074074075</c:v>
                </c:pt>
                <c:pt idx="16398">
                  <c:v>0.54888888888888887</c:v>
                </c:pt>
                <c:pt idx="16399">
                  <c:v>0.54888888888888887</c:v>
                </c:pt>
                <c:pt idx="16400">
                  <c:v>0.54888888888888887</c:v>
                </c:pt>
                <c:pt idx="16401">
                  <c:v>0.54888888888888887</c:v>
                </c:pt>
                <c:pt idx="16402">
                  <c:v>0.54888888888888887</c:v>
                </c:pt>
                <c:pt idx="16403">
                  <c:v>0.54888888888888887</c:v>
                </c:pt>
                <c:pt idx="16404">
                  <c:v>0.54888888888888887</c:v>
                </c:pt>
                <c:pt idx="16405">
                  <c:v>0.54888888888888887</c:v>
                </c:pt>
                <c:pt idx="16406">
                  <c:v>0.54888888888888887</c:v>
                </c:pt>
                <c:pt idx="16407">
                  <c:v>0.54903703703703699</c:v>
                </c:pt>
                <c:pt idx="16408">
                  <c:v>0.54903703703703699</c:v>
                </c:pt>
                <c:pt idx="16409">
                  <c:v>0.54903703703703699</c:v>
                </c:pt>
                <c:pt idx="16410">
                  <c:v>0.54903703703703699</c:v>
                </c:pt>
                <c:pt idx="16411">
                  <c:v>0.54903703703703699</c:v>
                </c:pt>
                <c:pt idx="16412">
                  <c:v>0.54903703703703699</c:v>
                </c:pt>
                <c:pt idx="16413">
                  <c:v>0.54903703703703699</c:v>
                </c:pt>
                <c:pt idx="16414">
                  <c:v>0.54918518518518522</c:v>
                </c:pt>
                <c:pt idx="16415">
                  <c:v>0.54918518518518522</c:v>
                </c:pt>
                <c:pt idx="16416">
                  <c:v>0.54918518518518522</c:v>
                </c:pt>
                <c:pt idx="16417">
                  <c:v>0.54933333333333334</c:v>
                </c:pt>
                <c:pt idx="16418">
                  <c:v>0.54948148148148146</c:v>
                </c:pt>
                <c:pt idx="16419">
                  <c:v>0.54948148148148146</c:v>
                </c:pt>
                <c:pt idx="16420">
                  <c:v>0.54948148148148146</c:v>
                </c:pt>
                <c:pt idx="16421">
                  <c:v>0.54962962962962958</c:v>
                </c:pt>
                <c:pt idx="16422">
                  <c:v>0.54962962962962958</c:v>
                </c:pt>
                <c:pt idx="16423">
                  <c:v>0.54977777777777781</c:v>
                </c:pt>
                <c:pt idx="16424">
                  <c:v>0.54977777777777781</c:v>
                </c:pt>
                <c:pt idx="16425">
                  <c:v>0.54977777777777781</c:v>
                </c:pt>
                <c:pt idx="16426">
                  <c:v>0.54977777777777781</c:v>
                </c:pt>
                <c:pt idx="16427">
                  <c:v>0.54977777777777781</c:v>
                </c:pt>
                <c:pt idx="16428">
                  <c:v>0.54992592592592593</c:v>
                </c:pt>
                <c:pt idx="16429">
                  <c:v>0.54992592592592593</c:v>
                </c:pt>
                <c:pt idx="16430">
                  <c:v>0.54992592592592593</c:v>
                </c:pt>
                <c:pt idx="16431">
                  <c:v>0.54992592592592593</c:v>
                </c:pt>
                <c:pt idx="16432">
                  <c:v>0.54992592592592593</c:v>
                </c:pt>
                <c:pt idx="16433">
                  <c:v>0.54992592592592593</c:v>
                </c:pt>
                <c:pt idx="16434">
                  <c:v>0.54992592592592593</c:v>
                </c:pt>
                <c:pt idx="16435">
                  <c:v>0.55007407407407405</c:v>
                </c:pt>
                <c:pt idx="16436">
                  <c:v>0.55007407407407405</c:v>
                </c:pt>
                <c:pt idx="16437">
                  <c:v>0.55007407407407405</c:v>
                </c:pt>
                <c:pt idx="16438">
                  <c:v>0.55007407407407405</c:v>
                </c:pt>
                <c:pt idx="16439">
                  <c:v>0.55007407407407405</c:v>
                </c:pt>
                <c:pt idx="16440">
                  <c:v>0.55007407407407405</c:v>
                </c:pt>
                <c:pt idx="16441">
                  <c:v>0.55007407407407405</c:v>
                </c:pt>
                <c:pt idx="16442">
                  <c:v>0.55022222222222217</c:v>
                </c:pt>
                <c:pt idx="16443">
                  <c:v>0.55022222222222217</c:v>
                </c:pt>
                <c:pt idx="16444">
                  <c:v>0.55022222222222217</c:v>
                </c:pt>
                <c:pt idx="16445">
                  <c:v>0.55022222222222217</c:v>
                </c:pt>
                <c:pt idx="16446">
                  <c:v>0.55022222222222217</c:v>
                </c:pt>
                <c:pt idx="16447">
                  <c:v>0.55022222222222217</c:v>
                </c:pt>
                <c:pt idx="16448">
                  <c:v>0.55022222222222217</c:v>
                </c:pt>
                <c:pt idx="16449">
                  <c:v>0.55022222222222217</c:v>
                </c:pt>
                <c:pt idx="16450">
                  <c:v>0.55022222222222217</c:v>
                </c:pt>
                <c:pt idx="16451">
                  <c:v>0.55022222222222217</c:v>
                </c:pt>
                <c:pt idx="16452">
                  <c:v>0.55022222222222217</c:v>
                </c:pt>
                <c:pt idx="16453">
                  <c:v>0.55022222222222217</c:v>
                </c:pt>
                <c:pt idx="16454">
                  <c:v>0.55022222222222217</c:v>
                </c:pt>
                <c:pt idx="16455">
                  <c:v>0.55022222222222217</c:v>
                </c:pt>
                <c:pt idx="16456">
                  <c:v>0.55022222222222217</c:v>
                </c:pt>
                <c:pt idx="16457">
                  <c:v>0.55022222222222217</c:v>
                </c:pt>
                <c:pt idx="16458">
                  <c:v>0.5503703703703704</c:v>
                </c:pt>
                <c:pt idx="16459">
                  <c:v>0.55051851851851852</c:v>
                </c:pt>
                <c:pt idx="16460">
                  <c:v>0.55066666666666664</c:v>
                </c:pt>
                <c:pt idx="16461">
                  <c:v>0.55066666666666664</c:v>
                </c:pt>
                <c:pt idx="16462">
                  <c:v>0.55066666666666664</c:v>
                </c:pt>
                <c:pt idx="16463">
                  <c:v>0.55066666666666664</c:v>
                </c:pt>
                <c:pt idx="16464">
                  <c:v>0.55066666666666664</c:v>
                </c:pt>
                <c:pt idx="16465">
                  <c:v>0.55081481481481487</c:v>
                </c:pt>
                <c:pt idx="16466">
                  <c:v>0.55096296296296299</c:v>
                </c:pt>
                <c:pt idx="16467">
                  <c:v>0.55096296296296299</c:v>
                </c:pt>
                <c:pt idx="16468">
                  <c:v>0.55096296296296299</c:v>
                </c:pt>
                <c:pt idx="16469">
                  <c:v>0.55096296296296299</c:v>
                </c:pt>
                <c:pt idx="16470">
                  <c:v>0.55096296296296299</c:v>
                </c:pt>
                <c:pt idx="16471">
                  <c:v>0.55096296296296299</c:v>
                </c:pt>
                <c:pt idx="16472">
                  <c:v>0.55096296296296299</c:v>
                </c:pt>
                <c:pt idx="16473">
                  <c:v>0.55096296296296299</c:v>
                </c:pt>
                <c:pt idx="16474">
                  <c:v>0.55096296296296299</c:v>
                </c:pt>
                <c:pt idx="16475">
                  <c:v>0.55096296296296299</c:v>
                </c:pt>
                <c:pt idx="16476">
                  <c:v>0.55096296296296299</c:v>
                </c:pt>
                <c:pt idx="16477">
                  <c:v>0.55096296296296299</c:v>
                </c:pt>
                <c:pt idx="16478">
                  <c:v>0.55096296296296299</c:v>
                </c:pt>
                <c:pt idx="16479">
                  <c:v>0.55096296296296299</c:v>
                </c:pt>
                <c:pt idx="16480">
                  <c:v>0.55096296296296299</c:v>
                </c:pt>
                <c:pt idx="16481">
                  <c:v>0.55096296296296299</c:v>
                </c:pt>
                <c:pt idx="16482">
                  <c:v>0.55096296296296299</c:v>
                </c:pt>
                <c:pt idx="16483">
                  <c:v>0.55111111111111111</c:v>
                </c:pt>
                <c:pt idx="16484">
                  <c:v>0.55111111111111111</c:v>
                </c:pt>
                <c:pt idx="16485">
                  <c:v>0.55111111111111111</c:v>
                </c:pt>
                <c:pt idx="16486">
                  <c:v>0.55111111111111111</c:v>
                </c:pt>
                <c:pt idx="16487">
                  <c:v>0.55125925925925923</c:v>
                </c:pt>
                <c:pt idx="16488">
                  <c:v>0.55140740740740746</c:v>
                </c:pt>
                <c:pt idx="16489">
                  <c:v>0.55140740740740746</c:v>
                </c:pt>
                <c:pt idx="16490">
                  <c:v>0.55140740740740746</c:v>
                </c:pt>
                <c:pt idx="16491">
                  <c:v>0.55155555555555558</c:v>
                </c:pt>
                <c:pt idx="16492">
                  <c:v>0.55155555555555558</c:v>
                </c:pt>
                <c:pt idx="16493">
                  <c:v>0.55155555555555558</c:v>
                </c:pt>
                <c:pt idx="16494">
                  <c:v>0.55155555555555558</c:v>
                </c:pt>
                <c:pt idx="16495">
                  <c:v>0.5517037037037037</c:v>
                </c:pt>
                <c:pt idx="16496">
                  <c:v>0.5517037037037037</c:v>
                </c:pt>
                <c:pt idx="16497">
                  <c:v>0.5517037037037037</c:v>
                </c:pt>
                <c:pt idx="16498">
                  <c:v>0.5517037037037037</c:v>
                </c:pt>
                <c:pt idx="16499">
                  <c:v>0.55185185185185182</c:v>
                </c:pt>
                <c:pt idx="16500">
                  <c:v>0.55185185185185182</c:v>
                </c:pt>
                <c:pt idx="16501">
                  <c:v>0.55185185185185182</c:v>
                </c:pt>
                <c:pt idx="16502">
                  <c:v>0.55185185185185182</c:v>
                </c:pt>
                <c:pt idx="16503">
                  <c:v>0.55185185185185182</c:v>
                </c:pt>
                <c:pt idx="16504">
                  <c:v>0.55185185185185182</c:v>
                </c:pt>
                <c:pt idx="16505">
                  <c:v>0.55185185185185182</c:v>
                </c:pt>
                <c:pt idx="16506">
                  <c:v>0.55185185185185182</c:v>
                </c:pt>
                <c:pt idx="16507">
                  <c:v>0.55185185185185182</c:v>
                </c:pt>
                <c:pt idx="16508">
                  <c:v>0.55185185185185182</c:v>
                </c:pt>
                <c:pt idx="16509">
                  <c:v>0.55185185185185182</c:v>
                </c:pt>
                <c:pt idx="16510">
                  <c:v>0.55185185185185182</c:v>
                </c:pt>
                <c:pt idx="16511">
                  <c:v>0.55185185185185182</c:v>
                </c:pt>
                <c:pt idx="16512">
                  <c:v>0.55200000000000005</c:v>
                </c:pt>
                <c:pt idx="16513">
                  <c:v>0.55200000000000005</c:v>
                </c:pt>
                <c:pt idx="16514">
                  <c:v>0.55200000000000005</c:v>
                </c:pt>
                <c:pt idx="16515">
                  <c:v>0.55200000000000005</c:v>
                </c:pt>
                <c:pt idx="16516">
                  <c:v>0.55200000000000005</c:v>
                </c:pt>
                <c:pt idx="16517">
                  <c:v>0.55200000000000005</c:v>
                </c:pt>
                <c:pt idx="16518">
                  <c:v>0.55214814814814817</c:v>
                </c:pt>
                <c:pt idx="16519">
                  <c:v>0.55214814814814817</c:v>
                </c:pt>
                <c:pt idx="16520">
                  <c:v>0.55229629629629629</c:v>
                </c:pt>
                <c:pt idx="16521">
                  <c:v>0.55229629629629629</c:v>
                </c:pt>
                <c:pt idx="16522">
                  <c:v>0.55229629629629629</c:v>
                </c:pt>
                <c:pt idx="16523">
                  <c:v>0.55229629629629629</c:v>
                </c:pt>
                <c:pt idx="16524">
                  <c:v>0.5524444444444444</c:v>
                </c:pt>
                <c:pt idx="16525">
                  <c:v>0.5524444444444444</c:v>
                </c:pt>
                <c:pt idx="16526">
                  <c:v>0.55259259259259264</c:v>
                </c:pt>
                <c:pt idx="16527">
                  <c:v>0.55259259259259264</c:v>
                </c:pt>
                <c:pt idx="16528">
                  <c:v>0.55274074074074075</c:v>
                </c:pt>
                <c:pt idx="16529">
                  <c:v>0.55274074074074075</c:v>
                </c:pt>
                <c:pt idx="16530">
                  <c:v>0.55288888888888887</c:v>
                </c:pt>
                <c:pt idx="16531">
                  <c:v>0.55288888888888887</c:v>
                </c:pt>
                <c:pt idx="16532">
                  <c:v>0.55288888888888887</c:v>
                </c:pt>
                <c:pt idx="16533">
                  <c:v>0.55288888888888887</c:v>
                </c:pt>
                <c:pt idx="16534">
                  <c:v>0.55288888888888887</c:v>
                </c:pt>
                <c:pt idx="16535">
                  <c:v>0.55288888888888887</c:v>
                </c:pt>
                <c:pt idx="16536">
                  <c:v>0.55288888888888887</c:v>
                </c:pt>
                <c:pt idx="16537">
                  <c:v>0.55288888888888887</c:v>
                </c:pt>
                <c:pt idx="16538">
                  <c:v>0.55288888888888887</c:v>
                </c:pt>
                <c:pt idx="16539">
                  <c:v>0.55288888888888887</c:v>
                </c:pt>
                <c:pt idx="16540">
                  <c:v>0.55303703703703699</c:v>
                </c:pt>
                <c:pt idx="16541">
                  <c:v>0.55303703703703699</c:v>
                </c:pt>
                <c:pt idx="16542">
                  <c:v>0.55303703703703699</c:v>
                </c:pt>
                <c:pt idx="16543">
                  <c:v>0.55303703703703699</c:v>
                </c:pt>
                <c:pt idx="16544">
                  <c:v>0.55303703703703699</c:v>
                </c:pt>
                <c:pt idx="16545">
                  <c:v>0.55303703703703699</c:v>
                </c:pt>
                <c:pt idx="16546">
                  <c:v>0.55303703703703699</c:v>
                </c:pt>
                <c:pt idx="16547">
                  <c:v>0.55303703703703699</c:v>
                </c:pt>
                <c:pt idx="16548">
                  <c:v>0.55318518518518522</c:v>
                </c:pt>
                <c:pt idx="16549">
                  <c:v>0.55333333333333334</c:v>
                </c:pt>
                <c:pt idx="16550">
                  <c:v>0.55333333333333334</c:v>
                </c:pt>
                <c:pt idx="16551">
                  <c:v>0.55333333333333334</c:v>
                </c:pt>
                <c:pt idx="16552">
                  <c:v>0.55348148148148146</c:v>
                </c:pt>
                <c:pt idx="16553">
                  <c:v>0.55362962962962958</c:v>
                </c:pt>
                <c:pt idx="16554">
                  <c:v>0.55362962962962958</c:v>
                </c:pt>
                <c:pt idx="16555">
                  <c:v>0.55362962962962958</c:v>
                </c:pt>
                <c:pt idx="16556">
                  <c:v>0.55362962962962958</c:v>
                </c:pt>
                <c:pt idx="16557">
                  <c:v>0.55377777777777781</c:v>
                </c:pt>
                <c:pt idx="16558">
                  <c:v>0.55377777777777781</c:v>
                </c:pt>
                <c:pt idx="16559">
                  <c:v>0.55377777777777781</c:v>
                </c:pt>
                <c:pt idx="16560">
                  <c:v>0.55392592592592593</c:v>
                </c:pt>
                <c:pt idx="16561">
                  <c:v>0.55392592592592593</c:v>
                </c:pt>
                <c:pt idx="16562">
                  <c:v>0.55392592592592593</c:v>
                </c:pt>
                <c:pt idx="16563">
                  <c:v>0.55392592592592593</c:v>
                </c:pt>
                <c:pt idx="16564">
                  <c:v>0.55392592592592593</c:v>
                </c:pt>
                <c:pt idx="16565">
                  <c:v>0.55407407407407405</c:v>
                </c:pt>
                <c:pt idx="16566">
                  <c:v>0.55407407407407405</c:v>
                </c:pt>
                <c:pt idx="16567">
                  <c:v>0.55422222222222217</c:v>
                </c:pt>
                <c:pt idx="16568">
                  <c:v>0.55422222222222217</c:v>
                </c:pt>
                <c:pt idx="16569">
                  <c:v>0.5543703703703704</c:v>
                </c:pt>
                <c:pt idx="16570">
                  <c:v>0.5543703703703704</c:v>
                </c:pt>
                <c:pt idx="16571">
                  <c:v>0.5543703703703704</c:v>
                </c:pt>
                <c:pt idx="16572">
                  <c:v>0.55451851851851852</c:v>
                </c:pt>
                <c:pt idx="16573">
                  <c:v>0.55466666666666664</c:v>
                </c:pt>
                <c:pt idx="16574">
                  <c:v>0.55466666666666664</c:v>
                </c:pt>
                <c:pt idx="16575">
                  <c:v>0.55466666666666664</c:v>
                </c:pt>
                <c:pt idx="16576">
                  <c:v>0.55481481481481476</c:v>
                </c:pt>
                <c:pt idx="16577">
                  <c:v>0.55481481481481476</c:v>
                </c:pt>
                <c:pt idx="16578">
                  <c:v>0.55481481481481476</c:v>
                </c:pt>
                <c:pt idx="16579">
                  <c:v>0.55481481481481476</c:v>
                </c:pt>
                <c:pt idx="16580">
                  <c:v>0.55496296296296299</c:v>
                </c:pt>
                <c:pt idx="16581">
                  <c:v>0.55496296296296299</c:v>
                </c:pt>
                <c:pt idx="16582">
                  <c:v>0.55496296296296299</c:v>
                </c:pt>
                <c:pt idx="16583">
                  <c:v>0.55496296296296299</c:v>
                </c:pt>
                <c:pt idx="16584">
                  <c:v>0.55496296296296299</c:v>
                </c:pt>
                <c:pt idx="16585">
                  <c:v>0.55496296296296299</c:v>
                </c:pt>
                <c:pt idx="16586">
                  <c:v>0.55496296296296299</c:v>
                </c:pt>
                <c:pt idx="16587">
                  <c:v>0.55496296296296299</c:v>
                </c:pt>
                <c:pt idx="16588">
                  <c:v>0.55496296296296299</c:v>
                </c:pt>
                <c:pt idx="16589">
                  <c:v>0.55496296296296299</c:v>
                </c:pt>
                <c:pt idx="16590">
                  <c:v>0.55511111111111111</c:v>
                </c:pt>
                <c:pt idx="16591">
                  <c:v>0.55511111111111111</c:v>
                </c:pt>
                <c:pt idx="16592">
                  <c:v>0.55525925925925923</c:v>
                </c:pt>
                <c:pt idx="16593">
                  <c:v>0.55525925925925923</c:v>
                </c:pt>
                <c:pt idx="16594">
                  <c:v>0.55540740740740746</c:v>
                </c:pt>
                <c:pt idx="16595">
                  <c:v>0.55540740740740746</c:v>
                </c:pt>
                <c:pt idx="16596">
                  <c:v>0.55540740740740746</c:v>
                </c:pt>
                <c:pt idx="16597">
                  <c:v>0.55540740740740746</c:v>
                </c:pt>
                <c:pt idx="16598">
                  <c:v>0.55540740740740746</c:v>
                </c:pt>
                <c:pt idx="16599">
                  <c:v>0.55540740740740746</c:v>
                </c:pt>
                <c:pt idx="16600">
                  <c:v>0.55540740740740746</c:v>
                </c:pt>
                <c:pt idx="16601">
                  <c:v>0.55540740740740746</c:v>
                </c:pt>
                <c:pt idx="16602">
                  <c:v>0.55540740740740746</c:v>
                </c:pt>
                <c:pt idx="16603">
                  <c:v>0.55555555555555558</c:v>
                </c:pt>
                <c:pt idx="16604">
                  <c:v>0.55555555555555558</c:v>
                </c:pt>
                <c:pt idx="16605">
                  <c:v>0.55555555555555558</c:v>
                </c:pt>
                <c:pt idx="16606">
                  <c:v>0.55555555555555558</c:v>
                </c:pt>
                <c:pt idx="16607">
                  <c:v>0.55555555555555558</c:v>
                </c:pt>
                <c:pt idx="16608">
                  <c:v>0.55555555555555558</c:v>
                </c:pt>
                <c:pt idx="16609">
                  <c:v>0.55555555555555558</c:v>
                </c:pt>
                <c:pt idx="16610">
                  <c:v>0.55555555555555558</c:v>
                </c:pt>
                <c:pt idx="16611">
                  <c:v>0.5557037037037037</c:v>
                </c:pt>
                <c:pt idx="16612">
                  <c:v>0.5557037037037037</c:v>
                </c:pt>
                <c:pt idx="16613">
                  <c:v>0.5557037037037037</c:v>
                </c:pt>
                <c:pt idx="16614">
                  <c:v>0.5557037037037037</c:v>
                </c:pt>
                <c:pt idx="16615">
                  <c:v>0.5557037037037037</c:v>
                </c:pt>
                <c:pt idx="16616">
                  <c:v>0.55585185185185182</c:v>
                </c:pt>
                <c:pt idx="16617">
                  <c:v>0.55585185185185182</c:v>
                </c:pt>
                <c:pt idx="16618">
                  <c:v>0.55585185185185182</c:v>
                </c:pt>
                <c:pt idx="16619">
                  <c:v>0.55585185185185182</c:v>
                </c:pt>
                <c:pt idx="16620">
                  <c:v>0.55600000000000005</c:v>
                </c:pt>
                <c:pt idx="16621">
                  <c:v>0.55600000000000005</c:v>
                </c:pt>
                <c:pt idx="16622">
                  <c:v>0.55600000000000005</c:v>
                </c:pt>
                <c:pt idx="16623">
                  <c:v>0.55614814814814817</c:v>
                </c:pt>
                <c:pt idx="16624">
                  <c:v>0.55614814814814817</c:v>
                </c:pt>
                <c:pt idx="16625">
                  <c:v>0.55614814814814817</c:v>
                </c:pt>
                <c:pt idx="16626">
                  <c:v>0.55614814814814817</c:v>
                </c:pt>
                <c:pt idx="16627">
                  <c:v>0.55614814814814817</c:v>
                </c:pt>
                <c:pt idx="16628">
                  <c:v>0.55614814814814817</c:v>
                </c:pt>
                <c:pt idx="16629">
                  <c:v>0.55614814814814817</c:v>
                </c:pt>
                <c:pt idx="16630">
                  <c:v>0.55614814814814817</c:v>
                </c:pt>
                <c:pt idx="16631">
                  <c:v>0.55614814814814817</c:v>
                </c:pt>
                <c:pt idx="16632">
                  <c:v>0.55629629629629629</c:v>
                </c:pt>
                <c:pt idx="16633">
                  <c:v>0.55629629629629629</c:v>
                </c:pt>
                <c:pt idx="16634">
                  <c:v>0.55629629629629629</c:v>
                </c:pt>
                <c:pt idx="16635">
                  <c:v>0.55644444444444441</c:v>
                </c:pt>
                <c:pt idx="16636">
                  <c:v>0.55659259259259264</c:v>
                </c:pt>
                <c:pt idx="16637">
                  <c:v>0.55659259259259264</c:v>
                </c:pt>
                <c:pt idx="16638">
                  <c:v>0.55674074074074076</c:v>
                </c:pt>
                <c:pt idx="16639">
                  <c:v>0.55688888888888888</c:v>
                </c:pt>
                <c:pt idx="16640">
                  <c:v>0.55688888888888888</c:v>
                </c:pt>
                <c:pt idx="16641">
                  <c:v>0.557037037037037</c:v>
                </c:pt>
                <c:pt idx="16642">
                  <c:v>0.557037037037037</c:v>
                </c:pt>
                <c:pt idx="16643">
                  <c:v>0.55718518518518523</c:v>
                </c:pt>
                <c:pt idx="16644">
                  <c:v>0.55718518518518523</c:v>
                </c:pt>
                <c:pt idx="16645">
                  <c:v>0.55718518518518523</c:v>
                </c:pt>
                <c:pt idx="16646">
                  <c:v>0.55718518518518523</c:v>
                </c:pt>
                <c:pt idx="16647">
                  <c:v>0.55718518518518523</c:v>
                </c:pt>
                <c:pt idx="16648">
                  <c:v>0.55733333333333335</c:v>
                </c:pt>
                <c:pt idx="16649">
                  <c:v>0.55733333333333335</c:v>
                </c:pt>
                <c:pt idx="16650">
                  <c:v>0.55733333333333335</c:v>
                </c:pt>
                <c:pt idx="16651">
                  <c:v>0.55748148148148147</c:v>
                </c:pt>
                <c:pt idx="16652">
                  <c:v>0.55748148148148147</c:v>
                </c:pt>
                <c:pt idx="16653">
                  <c:v>0.55748148148148147</c:v>
                </c:pt>
                <c:pt idx="16654">
                  <c:v>0.55748148148148147</c:v>
                </c:pt>
                <c:pt idx="16655">
                  <c:v>0.55762962962962959</c:v>
                </c:pt>
                <c:pt idx="16656">
                  <c:v>0.55762962962962959</c:v>
                </c:pt>
                <c:pt idx="16657">
                  <c:v>0.55762962962962959</c:v>
                </c:pt>
                <c:pt idx="16658">
                  <c:v>0.55762962962962959</c:v>
                </c:pt>
                <c:pt idx="16659">
                  <c:v>0.55762962962962959</c:v>
                </c:pt>
                <c:pt idx="16660">
                  <c:v>0.55762962962962959</c:v>
                </c:pt>
                <c:pt idx="16661">
                  <c:v>0.55762962962962959</c:v>
                </c:pt>
                <c:pt idx="16662">
                  <c:v>0.55762962962962959</c:v>
                </c:pt>
                <c:pt idx="16663">
                  <c:v>0.55777777777777782</c:v>
                </c:pt>
                <c:pt idx="16664">
                  <c:v>0.55777777777777782</c:v>
                </c:pt>
                <c:pt idx="16665">
                  <c:v>0.55777777777777782</c:v>
                </c:pt>
                <c:pt idx="16666">
                  <c:v>0.55777777777777782</c:v>
                </c:pt>
                <c:pt idx="16667">
                  <c:v>0.55777777777777782</c:v>
                </c:pt>
                <c:pt idx="16668">
                  <c:v>0.55777777777777782</c:v>
                </c:pt>
                <c:pt idx="16669">
                  <c:v>0.55777777777777782</c:v>
                </c:pt>
                <c:pt idx="16670">
                  <c:v>0.55792592592592594</c:v>
                </c:pt>
                <c:pt idx="16671">
                  <c:v>0.55792592592592594</c:v>
                </c:pt>
                <c:pt idx="16672">
                  <c:v>0.55792592592592594</c:v>
                </c:pt>
                <c:pt idx="16673">
                  <c:v>0.55792592592592594</c:v>
                </c:pt>
                <c:pt idx="16674">
                  <c:v>0.55792592592592594</c:v>
                </c:pt>
                <c:pt idx="16675">
                  <c:v>0.55792592592592594</c:v>
                </c:pt>
                <c:pt idx="16676">
                  <c:v>0.55792592592592594</c:v>
                </c:pt>
                <c:pt idx="16677">
                  <c:v>0.55792592592592594</c:v>
                </c:pt>
                <c:pt idx="16678">
                  <c:v>0.55792592592592594</c:v>
                </c:pt>
                <c:pt idx="16679">
                  <c:v>0.55792592592592594</c:v>
                </c:pt>
                <c:pt idx="16680">
                  <c:v>0.55792592592592594</c:v>
                </c:pt>
                <c:pt idx="16681">
                  <c:v>0.55792592592592594</c:v>
                </c:pt>
                <c:pt idx="16682">
                  <c:v>0.55792592592592594</c:v>
                </c:pt>
                <c:pt idx="16683">
                  <c:v>0.55807407407407406</c:v>
                </c:pt>
                <c:pt idx="16684">
                  <c:v>0.55807407407407406</c:v>
                </c:pt>
                <c:pt idx="16685">
                  <c:v>0.55807407407407406</c:v>
                </c:pt>
                <c:pt idx="16686">
                  <c:v>0.55807407407407406</c:v>
                </c:pt>
                <c:pt idx="16687">
                  <c:v>0.55807407407407406</c:v>
                </c:pt>
                <c:pt idx="16688">
                  <c:v>0.55822222222222218</c:v>
                </c:pt>
                <c:pt idx="16689">
                  <c:v>0.55837037037037041</c:v>
                </c:pt>
                <c:pt idx="16690">
                  <c:v>0.55837037037037041</c:v>
                </c:pt>
                <c:pt idx="16691">
                  <c:v>0.55851851851851853</c:v>
                </c:pt>
                <c:pt idx="16692">
                  <c:v>0.55851851851851853</c:v>
                </c:pt>
                <c:pt idx="16693">
                  <c:v>0.55866666666666664</c:v>
                </c:pt>
                <c:pt idx="16694">
                  <c:v>0.55866666666666664</c:v>
                </c:pt>
                <c:pt idx="16695">
                  <c:v>0.55881481481481476</c:v>
                </c:pt>
                <c:pt idx="16696">
                  <c:v>0.55896296296296299</c:v>
                </c:pt>
                <c:pt idx="16697">
                  <c:v>0.55911111111111111</c:v>
                </c:pt>
                <c:pt idx="16698">
                  <c:v>0.55925925925925923</c:v>
                </c:pt>
                <c:pt idx="16699">
                  <c:v>0.55940740740740735</c:v>
                </c:pt>
                <c:pt idx="16700">
                  <c:v>0.55940740740740735</c:v>
                </c:pt>
                <c:pt idx="16701">
                  <c:v>0.55940740740740735</c:v>
                </c:pt>
                <c:pt idx="16702">
                  <c:v>0.55955555555555558</c:v>
                </c:pt>
                <c:pt idx="16703">
                  <c:v>0.5597037037037037</c:v>
                </c:pt>
                <c:pt idx="16704">
                  <c:v>0.5597037037037037</c:v>
                </c:pt>
                <c:pt idx="16705">
                  <c:v>0.5597037037037037</c:v>
                </c:pt>
                <c:pt idx="16706">
                  <c:v>0.5597037037037037</c:v>
                </c:pt>
                <c:pt idx="16707">
                  <c:v>0.5597037037037037</c:v>
                </c:pt>
                <c:pt idx="16708">
                  <c:v>0.5597037037037037</c:v>
                </c:pt>
                <c:pt idx="16709">
                  <c:v>0.5597037037037037</c:v>
                </c:pt>
                <c:pt idx="16710">
                  <c:v>0.5597037037037037</c:v>
                </c:pt>
                <c:pt idx="16711">
                  <c:v>0.5597037037037037</c:v>
                </c:pt>
                <c:pt idx="16712">
                  <c:v>0.55985185185185182</c:v>
                </c:pt>
                <c:pt idx="16713">
                  <c:v>0.55985185185185182</c:v>
                </c:pt>
                <c:pt idx="16714">
                  <c:v>0.55985185185185182</c:v>
                </c:pt>
                <c:pt idx="16715">
                  <c:v>0.55985185185185182</c:v>
                </c:pt>
                <c:pt idx="16716">
                  <c:v>0.55985185185185182</c:v>
                </c:pt>
                <c:pt idx="16717">
                  <c:v>0.55985185185185182</c:v>
                </c:pt>
                <c:pt idx="16718">
                  <c:v>0.55985185185185182</c:v>
                </c:pt>
                <c:pt idx="16719">
                  <c:v>0.55985185185185182</c:v>
                </c:pt>
                <c:pt idx="16720">
                  <c:v>0.55985185185185182</c:v>
                </c:pt>
                <c:pt idx="16721">
                  <c:v>0.56000000000000005</c:v>
                </c:pt>
                <c:pt idx="16722">
                  <c:v>0.56014814814814817</c:v>
                </c:pt>
                <c:pt idx="16723">
                  <c:v>0.56029629629629629</c:v>
                </c:pt>
                <c:pt idx="16724">
                  <c:v>0.56029629629629629</c:v>
                </c:pt>
                <c:pt idx="16725">
                  <c:v>0.56029629629629629</c:v>
                </c:pt>
                <c:pt idx="16726">
                  <c:v>0.56029629629629629</c:v>
                </c:pt>
                <c:pt idx="16727">
                  <c:v>0.56029629629629629</c:v>
                </c:pt>
                <c:pt idx="16728">
                  <c:v>0.56029629629629629</c:v>
                </c:pt>
                <c:pt idx="16729">
                  <c:v>0.56029629629629629</c:v>
                </c:pt>
                <c:pt idx="16730">
                  <c:v>0.56044444444444441</c:v>
                </c:pt>
                <c:pt idx="16731">
                  <c:v>0.56059259259259264</c:v>
                </c:pt>
                <c:pt idx="16732">
                  <c:v>0.56074074074074076</c:v>
                </c:pt>
                <c:pt idx="16733">
                  <c:v>0.56088888888888888</c:v>
                </c:pt>
                <c:pt idx="16734">
                  <c:v>0.56088888888888888</c:v>
                </c:pt>
                <c:pt idx="16735">
                  <c:v>0.56088888888888888</c:v>
                </c:pt>
                <c:pt idx="16736">
                  <c:v>0.56088888888888888</c:v>
                </c:pt>
                <c:pt idx="16737">
                  <c:v>0.56088888888888888</c:v>
                </c:pt>
                <c:pt idx="16738">
                  <c:v>0.56088888888888888</c:v>
                </c:pt>
                <c:pt idx="16739">
                  <c:v>0.56088888888888888</c:v>
                </c:pt>
                <c:pt idx="16740">
                  <c:v>0.56088888888888888</c:v>
                </c:pt>
                <c:pt idx="16741">
                  <c:v>0.56088888888888888</c:v>
                </c:pt>
                <c:pt idx="16742">
                  <c:v>0.561037037037037</c:v>
                </c:pt>
                <c:pt idx="16743">
                  <c:v>0.561037037037037</c:v>
                </c:pt>
                <c:pt idx="16744">
                  <c:v>0.561037037037037</c:v>
                </c:pt>
                <c:pt idx="16745">
                  <c:v>0.561037037037037</c:v>
                </c:pt>
                <c:pt idx="16746">
                  <c:v>0.56118518518518523</c:v>
                </c:pt>
                <c:pt idx="16747">
                  <c:v>0.56118518518518523</c:v>
                </c:pt>
                <c:pt idx="16748">
                  <c:v>0.56118518518518523</c:v>
                </c:pt>
                <c:pt idx="16749">
                  <c:v>0.56133333333333335</c:v>
                </c:pt>
                <c:pt idx="16750">
                  <c:v>0.56133333333333335</c:v>
                </c:pt>
                <c:pt idx="16751">
                  <c:v>0.56148148148148147</c:v>
                </c:pt>
                <c:pt idx="16752">
                  <c:v>0.56162962962962959</c:v>
                </c:pt>
                <c:pt idx="16753">
                  <c:v>0.56162962962962959</c:v>
                </c:pt>
                <c:pt idx="16754">
                  <c:v>0.56177777777777782</c:v>
                </c:pt>
                <c:pt idx="16755">
                  <c:v>0.56177777777777782</c:v>
                </c:pt>
                <c:pt idx="16756">
                  <c:v>0.56192592592592594</c:v>
                </c:pt>
                <c:pt idx="16757">
                  <c:v>0.56192592592592594</c:v>
                </c:pt>
                <c:pt idx="16758">
                  <c:v>0.56192592592592594</c:v>
                </c:pt>
                <c:pt idx="16759">
                  <c:v>0.56192592592592594</c:v>
                </c:pt>
                <c:pt idx="16760">
                  <c:v>0.56207407407407406</c:v>
                </c:pt>
                <c:pt idx="16761">
                  <c:v>0.56222222222222218</c:v>
                </c:pt>
                <c:pt idx="16762">
                  <c:v>0.56222222222222218</c:v>
                </c:pt>
                <c:pt idx="16763">
                  <c:v>0.56237037037037041</c:v>
                </c:pt>
                <c:pt idx="16764">
                  <c:v>0.56251851851851853</c:v>
                </c:pt>
                <c:pt idx="16765">
                  <c:v>0.56251851851851853</c:v>
                </c:pt>
                <c:pt idx="16766">
                  <c:v>0.56251851851851853</c:v>
                </c:pt>
                <c:pt idx="16767">
                  <c:v>0.56251851851851853</c:v>
                </c:pt>
                <c:pt idx="16768">
                  <c:v>0.56251851851851853</c:v>
                </c:pt>
                <c:pt idx="16769">
                  <c:v>0.56251851851851853</c:v>
                </c:pt>
                <c:pt idx="16770">
                  <c:v>0.56266666666666665</c:v>
                </c:pt>
                <c:pt idx="16771">
                  <c:v>0.56266666666666665</c:v>
                </c:pt>
                <c:pt idx="16772">
                  <c:v>0.56266666666666665</c:v>
                </c:pt>
                <c:pt idx="16773">
                  <c:v>0.56266666666666665</c:v>
                </c:pt>
                <c:pt idx="16774">
                  <c:v>0.56266666666666665</c:v>
                </c:pt>
                <c:pt idx="16775">
                  <c:v>0.56266666666666665</c:v>
                </c:pt>
                <c:pt idx="16776">
                  <c:v>0.56266666666666665</c:v>
                </c:pt>
                <c:pt idx="16777">
                  <c:v>0.56266666666666665</c:v>
                </c:pt>
                <c:pt idx="16778">
                  <c:v>0.56266666666666665</c:v>
                </c:pt>
                <c:pt idx="16779">
                  <c:v>0.56266666666666665</c:v>
                </c:pt>
                <c:pt idx="16780">
                  <c:v>0.56266666666666665</c:v>
                </c:pt>
                <c:pt idx="16781">
                  <c:v>0.56266666666666665</c:v>
                </c:pt>
                <c:pt idx="16782">
                  <c:v>0.56266666666666665</c:v>
                </c:pt>
                <c:pt idx="16783">
                  <c:v>0.56266666666666665</c:v>
                </c:pt>
                <c:pt idx="16784">
                  <c:v>0.56266666666666665</c:v>
                </c:pt>
                <c:pt idx="16785">
                  <c:v>0.56266666666666665</c:v>
                </c:pt>
                <c:pt idx="16786">
                  <c:v>0.56266666666666665</c:v>
                </c:pt>
                <c:pt idx="16787">
                  <c:v>0.56266666666666665</c:v>
                </c:pt>
                <c:pt idx="16788">
                  <c:v>0.56266666666666665</c:v>
                </c:pt>
                <c:pt idx="16789">
                  <c:v>0.56266666666666665</c:v>
                </c:pt>
                <c:pt idx="16790">
                  <c:v>0.56266666666666665</c:v>
                </c:pt>
                <c:pt idx="16791">
                  <c:v>0.56281481481481477</c:v>
                </c:pt>
                <c:pt idx="16792">
                  <c:v>0.56281481481481477</c:v>
                </c:pt>
                <c:pt idx="16793">
                  <c:v>0.56281481481481477</c:v>
                </c:pt>
                <c:pt idx="16794">
                  <c:v>0.56281481481481477</c:v>
                </c:pt>
                <c:pt idx="16795">
                  <c:v>0.56281481481481477</c:v>
                </c:pt>
                <c:pt idx="16796">
                  <c:v>0.56281481481481477</c:v>
                </c:pt>
                <c:pt idx="16797">
                  <c:v>0.56281481481481477</c:v>
                </c:pt>
                <c:pt idx="16798">
                  <c:v>0.56281481481481477</c:v>
                </c:pt>
                <c:pt idx="16799">
                  <c:v>0.56281481481481477</c:v>
                </c:pt>
                <c:pt idx="16800">
                  <c:v>0.562962962962963</c:v>
                </c:pt>
                <c:pt idx="16801">
                  <c:v>0.562962962962963</c:v>
                </c:pt>
                <c:pt idx="16802">
                  <c:v>0.56311111111111112</c:v>
                </c:pt>
                <c:pt idx="16803">
                  <c:v>0.56311111111111112</c:v>
                </c:pt>
                <c:pt idx="16804">
                  <c:v>0.56311111111111112</c:v>
                </c:pt>
                <c:pt idx="16805">
                  <c:v>0.56325925925925924</c:v>
                </c:pt>
                <c:pt idx="16806">
                  <c:v>0.56325925925925924</c:v>
                </c:pt>
                <c:pt idx="16807">
                  <c:v>0.56325925925925924</c:v>
                </c:pt>
                <c:pt idx="16808">
                  <c:v>0.56325925925925924</c:v>
                </c:pt>
                <c:pt idx="16809">
                  <c:v>0.56325925925925924</c:v>
                </c:pt>
                <c:pt idx="16810">
                  <c:v>0.56325925925925924</c:v>
                </c:pt>
                <c:pt idx="16811">
                  <c:v>0.56325925925925924</c:v>
                </c:pt>
                <c:pt idx="16812">
                  <c:v>0.56325925925925924</c:v>
                </c:pt>
                <c:pt idx="16813">
                  <c:v>0.56325925925925924</c:v>
                </c:pt>
                <c:pt idx="16814">
                  <c:v>0.56340740740740736</c:v>
                </c:pt>
                <c:pt idx="16815">
                  <c:v>0.56340740740740736</c:v>
                </c:pt>
                <c:pt idx="16816">
                  <c:v>0.56340740740740736</c:v>
                </c:pt>
                <c:pt idx="16817">
                  <c:v>0.56340740740740736</c:v>
                </c:pt>
                <c:pt idx="16818">
                  <c:v>0.56340740740740736</c:v>
                </c:pt>
                <c:pt idx="16819">
                  <c:v>0.56340740740740736</c:v>
                </c:pt>
                <c:pt idx="16820">
                  <c:v>0.56340740740740736</c:v>
                </c:pt>
                <c:pt idx="16821">
                  <c:v>0.56355555555555559</c:v>
                </c:pt>
                <c:pt idx="16822">
                  <c:v>0.56355555555555559</c:v>
                </c:pt>
                <c:pt idx="16823">
                  <c:v>0.56355555555555559</c:v>
                </c:pt>
                <c:pt idx="16824">
                  <c:v>0.56370370370370371</c:v>
                </c:pt>
                <c:pt idx="16825">
                  <c:v>0.56370370370370371</c:v>
                </c:pt>
                <c:pt idx="16826">
                  <c:v>0.56370370370370371</c:v>
                </c:pt>
                <c:pt idx="16827">
                  <c:v>0.56370370370370371</c:v>
                </c:pt>
                <c:pt idx="16828">
                  <c:v>0.56370370370370371</c:v>
                </c:pt>
                <c:pt idx="16829">
                  <c:v>0.56385185185185183</c:v>
                </c:pt>
                <c:pt idx="16830">
                  <c:v>0.56385185185185183</c:v>
                </c:pt>
                <c:pt idx="16831">
                  <c:v>0.56385185185185183</c:v>
                </c:pt>
                <c:pt idx="16832">
                  <c:v>0.56385185185185183</c:v>
                </c:pt>
                <c:pt idx="16833">
                  <c:v>0.56385185185185183</c:v>
                </c:pt>
                <c:pt idx="16834">
                  <c:v>0.56385185185185183</c:v>
                </c:pt>
                <c:pt idx="16835">
                  <c:v>0.56385185185185183</c:v>
                </c:pt>
                <c:pt idx="16836">
                  <c:v>0.56385185185185183</c:v>
                </c:pt>
                <c:pt idx="16837">
                  <c:v>0.56399999999999995</c:v>
                </c:pt>
                <c:pt idx="16838">
                  <c:v>0.56414814814814818</c:v>
                </c:pt>
                <c:pt idx="16839">
                  <c:v>0.56414814814814818</c:v>
                </c:pt>
                <c:pt idx="16840">
                  <c:v>0.5642962962962963</c:v>
                </c:pt>
                <c:pt idx="16841">
                  <c:v>0.56444444444444442</c:v>
                </c:pt>
                <c:pt idx="16842">
                  <c:v>0.56444444444444442</c:v>
                </c:pt>
                <c:pt idx="16843">
                  <c:v>0.56444444444444442</c:v>
                </c:pt>
                <c:pt idx="16844">
                  <c:v>0.56444444444444442</c:v>
                </c:pt>
                <c:pt idx="16845">
                  <c:v>0.56444444444444442</c:v>
                </c:pt>
                <c:pt idx="16846">
                  <c:v>0.56444444444444442</c:v>
                </c:pt>
                <c:pt idx="16847">
                  <c:v>0.56444444444444442</c:v>
                </c:pt>
                <c:pt idx="16848">
                  <c:v>0.56444444444444442</c:v>
                </c:pt>
                <c:pt idx="16849">
                  <c:v>0.56444444444444442</c:v>
                </c:pt>
                <c:pt idx="16850">
                  <c:v>0.56459259259259265</c:v>
                </c:pt>
                <c:pt idx="16851">
                  <c:v>0.56474074074074077</c:v>
                </c:pt>
                <c:pt idx="16852">
                  <c:v>0.56488888888888888</c:v>
                </c:pt>
                <c:pt idx="16853">
                  <c:v>0.56488888888888888</c:v>
                </c:pt>
                <c:pt idx="16854">
                  <c:v>0.56488888888888888</c:v>
                </c:pt>
                <c:pt idx="16855">
                  <c:v>0.56488888888888888</c:v>
                </c:pt>
                <c:pt idx="16856">
                  <c:v>0.56488888888888888</c:v>
                </c:pt>
                <c:pt idx="16857">
                  <c:v>0.56488888888888888</c:v>
                </c:pt>
                <c:pt idx="16858">
                  <c:v>0.56488888888888888</c:v>
                </c:pt>
                <c:pt idx="16859">
                  <c:v>0.56488888888888888</c:v>
                </c:pt>
                <c:pt idx="16860">
                  <c:v>0.56488888888888888</c:v>
                </c:pt>
                <c:pt idx="16861">
                  <c:v>0.56488888888888888</c:v>
                </c:pt>
                <c:pt idx="16862">
                  <c:v>0.56488888888888888</c:v>
                </c:pt>
                <c:pt idx="16863">
                  <c:v>0.565037037037037</c:v>
                </c:pt>
                <c:pt idx="16864">
                  <c:v>0.565037037037037</c:v>
                </c:pt>
                <c:pt idx="16865">
                  <c:v>0.565037037037037</c:v>
                </c:pt>
                <c:pt idx="16866">
                  <c:v>0.565037037037037</c:v>
                </c:pt>
                <c:pt idx="16867">
                  <c:v>0.565037037037037</c:v>
                </c:pt>
                <c:pt idx="16868">
                  <c:v>0.565037037037037</c:v>
                </c:pt>
                <c:pt idx="16869">
                  <c:v>0.565037037037037</c:v>
                </c:pt>
                <c:pt idx="16870">
                  <c:v>0.565037037037037</c:v>
                </c:pt>
                <c:pt idx="16871">
                  <c:v>0.565037037037037</c:v>
                </c:pt>
                <c:pt idx="16872">
                  <c:v>0.565037037037037</c:v>
                </c:pt>
                <c:pt idx="16873">
                  <c:v>0.565037037037037</c:v>
                </c:pt>
                <c:pt idx="16874">
                  <c:v>0.565037037037037</c:v>
                </c:pt>
                <c:pt idx="16875">
                  <c:v>0.56518518518518523</c:v>
                </c:pt>
                <c:pt idx="16876">
                  <c:v>0.56518518518518523</c:v>
                </c:pt>
                <c:pt idx="16877">
                  <c:v>0.56518518518518523</c:v>
                </c:pt>
                <c:pt idx="16878">
                  <c:v>0.56533333333333335</c:v>
                </c:pt>
                <c:pt idx="16879">
                  <c:v>0.56533333333333335</c:v>
                </c:pt>
                <c:pt idx="16880">
                  <c:v>0.56533333333333335</c:v>
                </c:pt>
                <c:pt idx="16881">
                  <c:v>0.56533333333333335</c:v>
                </c:pt>
                <c:pt idx="16882">
                  <c:v>0.56533333333333335</c:v>
                </c:pt>
                <c:pt idx="16883">
                  <c:v>0.56533333333333335</c:v>
                </c:pt>
                <c:pt idx="16884">
                  <c:v>0.56533333333333335</c:v>
                </c:pt>
                <c:pt idx="16885">
                  <c:v>0.56533333333333335</c:v>
                </c:pt>
                <c:pt idx="16886">
                  <c:v>0.56533333333333335</c:v>
                </c:pt>
                <c:pt idx="16887">
                  <c:v>0.56533333333333335</c:v>
                </c:pt>
                <c:pt idx="16888">
                  <c:v>0.56533333333333335</c:v>
                </c:pt>
                <c:pt idx="16889">
                  <c:v>0.56533333333333335</c:v>
                </c:pt>
                <c:pt idx="16890">
                  <c:v>0.56533333333333335</c:v>
                </c:pt>
                <c:pt idx="16891">
                  <c:v>0.56548148148148147</c:v>
                </c:pt>
                <c:pt idx="16892">
                  <c:v>0.56562962962962959</c:v>
                </c:pt>
                <c:pt idx="16893">
                  <c:v>0.56577777777777782</c:v>
                </c:pt>
                <c:pt idx="16894">
                  <c:v>0.56577777777777782</c:v>
                </c:pt>
                <c:pt idx="16895">
                  <c:v>0.56577777777777782</c:v>
                </c:pt>
                <c:pt idx="16896">
                  <c:v>0.56577777777777782</c:v>
                </c:pt>
                <c:pt idx="16897">
                  <c:v>0.56577777777777782</c:v>
                </c:pt>
                <c:pt idx="16898">
                  <c:v>0.56577777777777782</c:v>
                </c:pt>
                <c:pt idx="16899">
                  <c:v>0.56592592592592594</c:v>
                </c:pt>
                <c:pt idx="16900">
                  <c:v>0.56592592592592594</c:v>
                </c:pt>
                <c:pt idx="16901">
                  <c:v>0.56607407407407406</c:v>
                </c:pt>
                <c:pt idx="16902">
                  <c:v>0.56607407407407406</c:v>
                </c:pt>
                <c:pt idx="16903">
                  <c:v>0.56607407407407406</c:v>
                </c:pt>
                <c:pt idx="16904">
                  <c:v>0.56607407407407406</c:v>
                </c:pt>
                <c:pt idx="16905">
                  <c:v>0.56607407407407406</c:v>
                </c:pt>
                <c:pt idx="16906">
                  <c:v>0.56607407407407406</c:v>
                </c:pt>
                <c:pt idx="16907">
                  <c:v>0.56607407407407406</c:v>
                </c:pt>
                <c:pt idx="16908">
                  <c:v>0.56607407407407406</c:v>
                </c:pt>
                <c:pt idx="16909">
                  <c:v>0.56607407407407406</c:v>
                </c:pt>
                <c:pt idx="16910">
                  <c:v>0.56607407407407406</c:v>
                </c:pt>
                <c:pt idx="16911">
                  <c:v>0.56622222222222218</c:v>
                </c:pt>
                <c:pt idx="16912">
                  <c:v>0.56622222222222218</c:v>
                </c:pt>
                <c:pt idx="16913">
                  <c:v>0.56637037037037041</c:v>
                </c:pt>
                <c:pt idx="16914">
                  <c:v>0.56651851851851853</c:v>
                </c:pt>
                <c:pt idx="16915">
                  <c:v>0.56651851851851853</c:v>
                </c:pt>
                <c:pt idx="16916">
                  <c:v>0.56666666666666665</c:v>
                </c:pt>
                <c:pt idx="16917">
                  <c:v>0.56681481481481477</c:v>
                </c:pt>
                <c:pt idx="16918">
                  <c:v>0.566962962962963</c:v>
                </c:pt>
                <c:pt idx="16919">
                  <c:v>0.566962962962963</c:v>
                </c:pt>
                <c:pt idx="16920">
                  <c:v>0.566962962962963</c:v>
                </c:pt>
                <c:pt idx="16921">
                  <c:v>0.566962962962963</c:v>
                </c:pt>
                <c:pt idx="16922">
                  <c:v>0.566962962962963</c:v>
                </c:pt>
                <c:pt idx="16923">
                  <c:v>0.56711111111111112</c:v>
                </c:pt>
                <c:pt idx="16924">
                  <c:v>0.56725925925925924</c:v>
                </c:pt>
                <c:pt idx="16925">
                  <c:v>0.56725925925925924</c:v>
                </c:pt>
                <c:pt idx="16926">
                  <c:v>0.56725925925925924</c:v>
                </c:pt>
                <c:pt idx="16927">
                  <c:v>0.56725925925925924</c:v>
                </c:pt>
                <c:pt idx="16928">
                  <c:v>0.56725925925925924</c:v>
                </c:pt>
                <c:pt idx="16929">
                  <c:v>0.56740740740740736</c:v>
                </c:pt>
                <c:pt idx="16930">
                  <c:v>0.56740740740740736</c:v>
                </c:pt>
                <c:pt idx="16931">
                  <c:v>0.56755555555555559</c:v>
                </c:pt>
                <c:pt idx="16932">
                  <c:v>0.56770370370370371</c:v>
                </c:pt>
                <c:pt idx="16933">
                  <c:v>0.56785185185185183</c:v>
                </c:pt>
                <c:pt idx="16934">
                  <c:v>0.56785185185185183</c:v>
                </c:pt>
                <c:pt idx="16935">
                  <c:v>0.56785185185185183</c:v>
                </c:pt>
                <c:pt idx="16936">
                  <c:v>0.56799999999999995</c:v>
                </c:pt>
                <c:pt idx="16937">
                  <c:v>0.56799999999999995</c:v>
                </c:pt>
                <c:pt idx="16938">
                  <c:v>0.56799999999999995</c:v>
                </c:pt>
                <c:pt idx="16939">
                  <c:v>0.56799999999999995</c:v>
                </c:pt>
                <c:pt idx="16940">
                  <c:v>0.56799999999999995</c:v>
                </c:pt>
                <c:pt idx="16941">
                  <c:v>0.56799999999999995</c:v>
                </c:pt>
                <c:pt idx="16942">
                  <c:v>0.56799999999999995</c:v>
                </c:pt>
                <c:pt idx="16943">
                  <c:v>0.56814814814814818</c:v>
                </c:pt>
                <c:pt idx="16944">
                  <c:v>0.56814814814814818</c:v>
                </c:pt>
                <c:pt idx="16945">
                  <c:v>0.56814814814814818</c:v>
                </c:pt>
                <c:pt idx="16946">
                  <c:v>0.56814814814814818</c:v>
                </c:pt>
                <c:pt idx="16947">
                  <c:v>0.56814814814814818</c:v>
                </c:pt>
                <c:pt idx="16948">
                  <c:v>0.5682962962962963</c:v>
                </c:pt>
                <c:pt idx="16949">
                  <c:v>0.5682962962962963</c:v>
                </c:pt>
                <c:pt idx="16950">
                  <c:v>0.5682962962962963</c:v>
                </c:pt>
                <c:pt idx="16951">
                  <c:v>0.5682962962962963</c:v>
                </c:pt>
                <c:pt idx="16952">
                  <c:v>0.5682962962962963</c:v>
                </c:pt>
                <c:pt idx="16953">
                  <c:v>0.5682962962962963</c:v>
                </c:pt>
                <c:pt idx="16954">
                  <c:v>0.5682962962962963</c:v>
                </c:pt>
                <c:pt idx="16955">
                  <c:v>0.5682962962962963</c:v>
                </c:pt>
                <c:pt idx="16956">
                  <c:v>0.5682962962962963</c:v>
                </c:pt>
                <c:pt idx="16957">
                  <c:v>0.5682962962962963</c:v>
                </c:pt>
                <c:pt idx="16958">
                  <c:v>0.56844444444444442</c:v>
                </c:pt>
                <c:pt idx="16959">
                  <c:v>0.56859259259259254</c:v>
                </c:pt>
                <c:pt idx="16960">
                  <c:v>0.56859259259259254</c:v>
                </c:pt>
                <c:pt idx="16961">
                  <c:v>0.56874074074074077</c:v>
                </c:pt>
                <c:pt idx="16962">
                  <c:v>0.56874074074074077</c:v>
                </c:pt>
                <c:pt idx="16963">
                  <c:v>0.56888888888888889</c:v>
                </c:pt>
                <c:pt idx="16964">
                  <c:v>0.56888888888888889</c:v>
                </c:pt>
                <c:pt idx="16965">
                  <c:v>0.56903703703703701</c:v>
                </c:pt>
                <c:pt idx="16966">
                  <c:v>0.56918518518518524</c:v>
                </c:pt>
                <c:pt idx="16967">
                  <c:v>0.56918518518518524</c:v>
                </c:pt>
                <c:pt idx="16968">
                  <c:v>0.56918518518518524</c:v>
                </c:pt>
                <c:pt idx="16969">
                  <c:v>0.56918518518518524</c:v>
                </c:pt>
                <c:pt idx="16970">
                  <c:v>0.56933333333333336</c:v>
                </c:pt>
                <c:pt idx="16971">
                  <c:v>0.56933333333333336</c:v>
                </c:pt>
                <c:pt idx="16972">
                  <c:v>0.56933333333333336</c:v>
                </c:pt>
                <c:pt idx="16973">
                  <c:v>0.56933333333333336</c:v>
                </c:pt>
                <c:pt idx="16974">
                  <c:v>0.56933333333333336</c:v>
                </c:pt>
                <c:pt idx="16975">
                  <c:v>0.56933333333333336</c:v>
                </c:pt>
                <c:pt idx="16976">
                  <c:v>0.56933333333333336</c:v>
                </c:pt>
                <c:pt idx="16977">
                  <c:v>0.56948148148148148</c:v>
                </c:pt>
                <c:pt idx="16978">
                  <c:v>0.56948148148148148</c:v>
                </c:pt>
                <c:pt idx="16979">
                  <c:v>0.56948148148148148</c:v>
                </c:pt>
                <c:pt idx="16980">
                  <c:v>0.56948148148148148</c:v>
                </c:pt>
                <c:pt idx="16981">
                  <c:v>0.5696296296296296</c:v>
                </c:pt>
                <c:pt idx="16982">
                  <c:v>0.5696296296296296</c:v>
                </c:pt>
                <c:pt idx="16983">
                  <c:v>0.56977777777777783</c:v>
                </c:pt>
                <c:pt idx="16984">
                  <c:v>0.56977777777777783</c:v>
                </c:pt>
                <c:pt idx="16985">
                  <c:v>0.56992592592592595</c:v>
                </c:pt>
                <c:pt idx="16986">
                  <c:v>0.57007407407407407</c:v>
                </c:pt>
                <c:pt idx="16987">
                  <c:v>0.57007407407407407</c:v>
                </c:pt>
                <c:pt idx="16988">
                  <c:v>0.57007407407407407</c:v>
                </c:pt>
                <c:pt idx="16989">
                  <c:v>0.57007407407407407</c:v>
                </c:pt>
                <c:pt idx="16990">
                  <c:v>0.57007407407407407</c:v>
                </c:pt>
                <c:pt idx="16991">
                  <c:v>0.57007407407407407</c:v>
                </c:pt>
                <c:pt idx="16992">
                  <c:v>0.57022222222222219</c:v>
                </c:pt>
                <c:pt idx="16993">
                  <c:v>0.57022222222222219</c:v>
                </c:pt>
                <c:pt idx="16994">
                  <c:v>0.57022222222222219</c:v>
                </c:pt>
                <c:pt idx="16995">
                  <c:v>0.57022222222222219</c:v>
                </c:pt>
                <c:pt idx="16996">
                  <c:v>0.57022222222222219</c:v>
                </c:pt>
                <c:pt idx="16997">
                  <c:v>0.57022222222222219</c:v>
                </c:pt>
                <c:pt idx="16998">
                  <c:v>0.57022222222222219</c:v>
                </c:pt>
                <c:pt idx="16999">
                  <c:v>0.57022222222222219</c:v>
                </c:pt>
                <c:pt idx="17000">
                  <c:v>0.57022222222222219</c:v>
                </c:pt>
                <c:pt idx="17001">
                  <c:v>0.57037037037037042</c:v>
                </c:pt>
                <c:pt idx="17002">
                  <c:v>0.57037037037037042</c:v>
                </c:pt>
                <c:pt idx="17003">
                  <c:v>0.57037037037037042</c:v>
                </c:pt>
                <c:pt idx="17004">
                  <c:v>0.57037037037037042</c:v>
                </c:pt>
                <c:pt idx="17005">
                  <c:v>0.57037037037037042</c:v>
                </c:pt>
                <c:pt idx="17006">
                  <c:v>0.57037037037037042</c:v>
                </c:pt>
                <c:pt idx="17007">
                  <c:v>0.57037037037037042</c:v>
                </c:pt>
                <c:pt idx="17008">
                  <c:v>0.57051851851851854</c:v>
                </c:pt>
                <c:pt idx="17009">
                  <c:v>0.57051851851851854</c:v>
                </c:pt>
                <c:pt idx="17010">
                  <c:v>0.57051851851851854</c:v>
                </c:pt>
                <c:pt idx="17011">
                  <c:v>0.57051851851851854</c:v>
                </c:pt>
                <c:pt idx="17012">
                  <c:v>0.57051851851851854</c:v>
                </c:pt>
                <c:pt idx="17013">
                  <c:v>0.57051851851851854</c:v>
                </c:pt>
                <c:pt idx="17014">
                  <c:v>0.57066666666666666</c:v>
                </c:pt>
                <c:pt idx="17015">
                  <c:v>0.57066666666666666</c:v>
                </c:pt>
                <c:pt idx="17016">
                  <c:v>0.57066666666666666</c:v>
                </c:pt>
                <c:pt idx="17017">
                  <c:v>0.57066666666666666</c:v>
                </c:pt>
                <c:pt idx="17018">
                  <c:v>0.57066666666666666</c:v>
                </c:pt>
                <c:pt idx="17019">
                  <c:v>0.57066666666666666</c:v>
                </c:pt>
                <c:pt idx="17020">
                  <c:v>0.57066666666666666</c:v>
                </c:pt>
                <c:pt idx="17021">
                  <c:v>0.57066666666666666</c:v>
                </c:pt>
                <c:pt idx="17022">
                  <c:v>0.57066666666666666</c:v>
                </c:pt>
                <c:pt idx="17023">
                  <c:v>0.57066666666666666</c:v>
                </c:pt>
                <c:pt idx="17024">
                  <c:v>0.57066666666666666</c:v>
                </c:pt>
                <c:pt idx="17025">
                  <c:v>0.57081481481481477</c:v>
                </c:pt>
                <c:pt idx="17026">
                  <c:v>0.57081481481481477</c:v>
                </c:pt>
                <c:pt idx="17027">
                  <c:v>0.57081481481481477</c:v>
                </c:pt>
                <c:pt idx="17028">
                  <c:v>0.57081481481481477</c:v>
                </c:pt>
                <c:pt idx="17029">
                  <c:v>0.57081481481481477</c:v>
                </c:pt>
                <c:pt idx="17030">
                  <c:v>0.57081481481481477</c:v>
                </c:pt>
                <c:pt idx="17031">
                  <c:v>0.57096296296296301</c:v>
                </c:pt>
                <c:pt idx="17032">
                  <c:v>0.57096296296296301</c:v>
                </c:pt>
                <c:pt idx="17033">
                  <c:v>0.57111111111111112</c:v>
                </c:pt>
                <c:pt idx="17034">
                  <c:v>0.57111111111111112</c:v>
                </c:pt>
                <c:pt idx="17035">
                  <c:v>0.57111111111111112</c:v>
                </c:pt>
                <c:pt idx="17036">
                  <c:v>0.57111111111111112</c:v>
                </c:pt>
                <c:pt idx="17037">
                  <c:v>0.57125925925925924</c:v>
                </c:pt>
                <c:pt idx="17038">
                  <c:v>0.57125925925925924</c:v>
                </c:pt>
                <c:pt idx="17039">
                  <c:v>0.57125925925925924</c:v>
                </c:pt>
                <c:pt idx="17040">
                  <c:v>0.57125925925925924</c:v>
                </c:pt>
                <c:pt idx="17041">
                  <c:v>0.57125925925925924</c:v>
                </c:pt>
                <c:pt idx="17042">
                  <c:v>0.57140740740740736</c:v>
                </c:pt>
                <c:pt idx="17043">
                  <c:v>0.57140740740740736</c:v>
                </c:pt>
                <c:pt idx="17044">
                  <c:v>0.57140740740740736</c:v>
                </c:pt>
                <c:pt idx="17045">
                  <c:v>0.57140740740740736</c:v>
                </c:pt>
                <c:pt idx="17046">
                  <c:v>0.57155555555555559</c:v>
                </c:pt>
                <c:pt idx="17047">
                  <c:v>0.57155555555555559</c:v>
                </c:pt>
                <c:pt idx="17048">
                  <c:v>0.57155555555555559</c:v>
                </c:pt>
                <c:pt idx="17049">
                  <c:v>0.57155555555555559</c:v>
                </c:pt>
                <c:pt idx="17050">
                  <c:v>0.57170370370370371</c:v>
                </c:pt>
                <c:pt idx="17051">
                  <c:v>0.57185185185185183</c:v>
                </c:pt>
                <c:pt idx="17052">
                  <c:v>0.57185185185185183</c:v>
                </c:pt>
                <c:pt idx="17053">
                  <c:v>0.57185185185185183</c:v>
                </c:pt>
                <c:pt idx="17054">
                  <c:v>0.57185185185185183</c:v>
                </c:pt>
                <c:pt idx="17055">
                  <c:v>0.57185185185185183</c:v>
                </c:pt>
                <c:pt idx="17056">
                  <c:v>0.57185185185185183</c:v>
                </c:pt>
                <c:pt idx="17057">
                  <c:v>0.57199999999999995</c:v>
                </c:pt>
                <c:pt idx="17058">
                  <c:v>0.57199999999999995</c:v>
                </c:pt>
                <c:pt idx="17059">
                  <c:v>0.57199999999999995</c:v>
                </c:pt>
                <c:pt idx="17060">
                  <c:v>0.57214814814814818</c:v>
                </c:pt>
                <c:pt idx="17061">
                  <c:v>0.57214814814814818</c:v>
                </c:pt>
                <c:pt idx="17062">
                  <c:v>0.57214814814814818</c:v>
                </c:pt>
                <c:pt idx="17063">
                  <c:v>0.57214814814814818</c:v>
                </c:pt>
                <c:pt idx="17064">
                  <c:v>0.5722962962962963</c:v>
                </c:pt>
                <c:pt idx="17065">
                  <c:v>0.57244444444444442</c:v>
                </c:pt>
                <c:pt idx="17066">
                  <c:v>0.57244444444444442</c:v>
                </c:pt>
                <c:pt idx="17067">
                  <c:v>0.57244444444444442</c:v>
                </c:pt>
                <c:pt idx="17068">
                  <c:v>0.57259259259259254</c:v>
                </c:pt>
                <c:pt idx="17069">
                  <c:v>0.57259259259259254</c:v>
                </c:pt>
                <c:pt idx="17070">
                  <c:v>0.57259259259259254</c:v>
                </c:pt>
                <c:pt idx="17071">
                  <c:v>0.57259259259259254</c:v>
                </c:pt>
                <c:pt idx="17072">
                  <c:v>0.57259259259259254</c:v>
                </c:pt>
                <c:pt idx="17073">
                  <c:v>0.57259259259259254</c:v>
                </c:pt>
                <c:pt idx="17074">
                  <c:v>0.57259259259259254</c:v>
                </c:pt>
                <c:pt idx="17075">
                  <c:v>0.57259259259259254</c:v>
                </c:pt>
                <c:pt idx="17076">
                  <c:v>0.57259259259259254</c:v>
                </c:pt>
                <c:pt idx="17077">
                  <c:v>0.57259259259259254</c:v>
                </c:pt>
                <c:pt idx="17078">
                  <c:v>0.57259259259259254</c:v>
                </c:pt>
                <c:pt idx="17079">
                  <c:v>0.57259259259259254</c:v>
                </c:pt>
                <c:pt idx="17080">
                  <c:v>0.57259259259259254</c:v>
                </c:pt>
                <c:pt idx="17081">
                  <c:v>0.57259259259259254</c:v>
                </c:pt>
                <c:pt idx="17082">
                  <c:v>0.57259259259259254</c:v>
                </c:pt>
                <c:pt idx="17083">
                  <c:v>0.57259259259259254</c:v>
                </c:pt>
                <c:pt idx="17084">
                  <c:v>0.57259259259259254</c:v>
                </c:pt>
                <c:pt idx="17085">
                  <c:v>0.57274074074074077</c:v>
                </c:pt>
                <c:pt idx="17086">
                  <c:v>0.57274074074074077</c:v>
                </c:pt>
                <c:pt idx="17087">
                  <c:v>0.57274074074074077</c:v>
                </c:pt>
                <c:pt idx="17088">
                  <c:v>0.57274074074074077</c:v>
                </c:pt>
                <c:pt idx="17089">
                  <c:v>0.57274074074074077</c:v>
                </c:pt>
                <c:pt idx="17090">
                  <c:v>0.57288888888888889</c:v>
                </c:pt>
                <c:pt idx="17091">
                  <c:v>0.57288888888888889</c:v>
                </c:pt>
                <c:pt idx="17092">
                  <c:v>0.57288888888888889</c:v>
                </c:pt>
                <c:pt idx="17093">
                  <c:v>0.57288888888888889</c:v>
                </c:pt>
                <c:pt idx="17094">
                  <c:v>0.57288888888888889</c:v>
                </c:pt>
                <c:pt idx="17095">
                  <c:v>0.57288888888888889</c:v>
                </c:pt>
                <c:pt idx="17096">
                  <c:v>0.57288888888888889</c:v>
                </c:pt>
                <c:pt idx="17097">
                  <c:v>0.57288888888888889</c:v>
                </c:pt>
                <c:pt idx="17098">
                  <c:v>0.57303703703703701</c:v>
                </c:pt>
                <c:pt idx="17099">
                  <c:v>0.57303703703703701</c:v>
                </c:pt>
                <c:pt idx="17100">
                  <c:v>0.57303703703703701</c:v>
                </c:pt>
                <c:pt idx="17101">
                  <c:v>0.57303703703703701</c:v>
                </c:pt>
                <c:pt idx="17102">
                  <c:v>0.57303703703703701</c:v>
                </c:pt>
                <c:pt idx="17103">
                  <c:v>0.57318518518518513</c:v>
                </c:pt>
                <c:pt idx="17104">
                  <c:v>0.57318518518518513</c:v>
                </c:pt>
                <c:pt idx="17105">
                  <c:v>0.57318518518518513</c:v>
                </c:pt>
                <c:pt idx="17106">
                  <c:v>0.57333333333333336</c:v>
                </c:pt>
                <c:pt idx="17107">
                  <c:v>0.57348148148148148</c:v>
                </c:pt>
                <c:pt idx="17108">
                  <c:v>0.5736296296296296</c:v>
                </c:pt>
                <c:pt idx="17109">
                  <c:v>0.5736296296296296</c:v>
                </c:pt>
                <c:pt idx="17110">
                  <c:v>0.57377777777777783</c:v>
                </c:pt>
                <c:pt idx="17111">
                  <c:v>0.57392592592592595</c:v>
                </c:pt>
                <c:pt idx="17112">
                  <c:v>0.57407407407407407</c:v>
                </c:pt>
                <c:pt idx="17113">
                  <c:v>0.57407407407407407</c:v>
                </c:pt>
                <c:pt idx="17114">
                  <c:v>0.57407407407407407</c:v>
                </c:pt>
                <c:pt idx="17115">
                  <c:v>0.57407407407407407</c:v>
                </c:pt>
                <c:pt idx="17116">
                  <c:v>0.57407407407407407</c:v>
                </c:pt>
                <c:pt idx="17117">
                  <c:v>0.57407407407407407</c:v>
                </c:pt>
                <c:pt idx="17118">
                  <c:v>0.57407407407407407</c:v>
                </c:pt>
                <c:pt idx="17119">
                  <c:v>0.57407407407407407</c:v>
                </c:pt>
                <c:pt idx="17120">
                  <c:v>0.57407407407407407</c:v>
                </c:pt>
                <c:pt idx="17121">
                  <c:v>0.57422222222222219</c:v>
                </c:pt>
                <c:pt idx="17122">
                  <c:v>0.57437037037037042</c:v>
                </c:pt>
                <c:pt idx="17123">
                  <c:v>0.57437037037037042</c:v>
                </c:pt>
                <c:pt idx="17124">
                  <c:v>0.57451851851851854</c:v>
                </c:pt>
                <c:pt idx="17125">
                  <c:v>0.57451851851851854</c:v>
                </c:pt>
                <c:pt idx="17126">
                  <c:v>0.57451851851851854</c:v>
                </c:pt>
                <c:pt idx="17127">
                  <c:v>0.57451851851851854</c:v>
                </c:pt>
                <c:pt idx="17128">
                  <c:v>0.57451851851851854</c:v>
                </c:pt>
                <c:pt idx="17129">
                  <c:v>0.57451851851851854</c:v>
                </c:pt>
                <c:pt idx="17130">
                  <c:v>0.57451851851851854</c:v>
                </c:pt>
                <c:pt idx="17131">
                  <c:v>0.57451851851851854</c:v>
                </c:pt>
                <c:pt idx="17132">
                  <c:v>0.57451851851851854</c:v>
                </c:pt>
                <c:pt idx="17133">
                  <c:v>0.57451851851851854</c:v>
                </c:pt>
                <c:pt idx="17134">
                  <c:v>0.57451851851851854</c:v>
                </c:pt>
                <c:pt idx="17135">
                  <c:v>0.57451851851851854</c:v>
                </c:pt>
                <c:pt idx="17136">
                  <c:v>0.57466666666666666</c:v>
                </c:pt>
                <c:pt idx="17137">
                  <c:v>0.57466666666666666</c:v>
                </c:pt>
                <c:pt idx="17138">
                  <c:v>0.57466666666666666</c:v>
                </c:pt>
                <c:pt idx="17139">
                  <c:v>0.57466666666666666</c:v>
                </c:pt>
                <c:pt idx="17140">
                  <c:v>0.57466666666666666</c:v>
                </c:pt>
                <c:pt idx="17141">
                  <c:v>0.57466666666666666</c:v>
                </c:pt>
                <c:pt idx="17142">
                  <c:v>0.57481481481481478</c:v>
                </c:pt>
                <c:pt idx="17143">
                  <c:v>0.57481481481481478</c:v>
                </c:pt>
                <c:pt idx="17144">
                  <c:v>0.57496296296296301</c:v>
                </c:pt>
                <c:pt idx="17145">
                  <c:v>0.57496296296296301</c:v>
                </c:pt>
                <c:pt idx="17146">
                  <c:v>0.57496296296296301</c:v>
                </c:pt>
                <c:pt idx="17147">
                  <c:v>0.57511111111111113</c:v>
                </c:pt>
                <c:pt idx="17148">
                  <c:v>0.57511111111111113</c:v>
                </c:pt>
                <c:pt idx="17149">
                  <c:v>0.57511111111111113</c:v>
                </c:pt>
                <c:pt idx="17150">
                  <c:v>0.57511111111111113</c:v>
                </c:pt>
                <c:pt idx="17151">
                  <c:v>0.57525925925925925</c:v>
                </c:pt>
                <c:pt idx="17152">
                  <c:v>0.57525925925925925</c:v>
                </c:pt>
                <c:pt idx="17153">
                  <c:v>0.57525925925925925</c:v>
                </c:pt>
                <c:pt idx="17154">
                  <c:v>0.57540740740740737</c:v>
                </c:pt>
                <c:pt idx="17155">
                  <c:v>0.5755555555555556</c:v>
                </c:pt>
                <c:pt idx="17156">
                  <c:v>0.5755555555555556</c:v>
                </c:pt>
                <c:pt idx="17157">
                  <c:v>0.5755555555555556</c:v>
                </c:pt>
                <c:pt idx="17158">
                  <c:v>0.5755555555555556</c:v>
                </c:pt>
                <c:pt idx="17159">
                  <c:v>0.5755555555555556</c:v>
                </c:pt>
                <c:pt idx="17160">
                  <c:v>0.5755555555555556</c:v>
                </c:pt>
                <c:pt idx="17161">
                  <c:v>0.5755555555555556</c:v>
                </c:pt>
                <c:pt idx="17162">
                  <c:v>0.5755555555555556</c:v>
                </c:pt>
                <c:pt idx="17163">
                  <c:v>0.5755555555555556</c:v>
                </c:pt>
                <c:pt idx="17164">
                  <c:v>0.57570370370370372</c:v>
                </c:pt>
                <c:pt idx="17165">
                  <c:v>0.57570370370370372</c:v>
                </c:pt>
                <c:pt idx="17166">
                  <c:v>0.57570370370370372</c:v>
                </c:pt>
                <c:pt idx="17167">
                  <c:v>0.57585185185185184</c:v>
                </c:pt>
                <c:pt idx="17168">
                  <c:v>0.57585185185185184</c:v>
                </c:pt>
                <c:pt idx="17169">
                  <c:v>0.57585185185185184</c:v>
                </c:pt>
                <c:pt idx="17170">
                  <c:v>0.57585185185185184</c:v>
                </c:pt>
                <c:pt idx="17171">
                  <c:v>0.57585185185185184</c:v>
                </c:pt>
                <c:pt idx="17172">
                  <c:v>0.57585185185185184</c:v>
                </c:pt>
                <c:pt idx="17173">
                  <c:v>0.57585185185185184</c:v>
                </c:pt>
                <c:pt idx="17174">
                  <c:v>0.57585185185185184</c:v>
                </c:pt>
                <c:pt idx="17175">
                  <c:v>0.57585185185185184</c:v>
                </c:pt>
                <c:pt idx="17176">
                  <c:v>0.57585185185185184</c:v>
                </c:pt>
                <c:pt idx="17177">
                  <c:v>0.57585185185185184</c:v>
                </c:pt>
                <c:pt idx="17178">
                  <c:v>0.57599999999999996</c:v>
                </c:pt>
                <c:pt idx="17179">
                  <c:v>0.57599999999999996</c:v>
                </c:pt>
                <c:pt idx="17180">
                  <c:v>0.57614814814814819</c:v>
                </c:pt>
                <c:pt idx="17181">
                  <c:v>0.57614814814814819</c:v>
                </c:pt>
                <c:pt idx="17182">
                  <c:v>0.57629629629629631</c:v>
                </c:pt>
                <c:pt idx="17183">
                  <c:v>0.57629629629629631</c:v>
                </c:pt>
                <c:pt idx="17184">
                  <c:v>0.57629629629629631</c:v>
                </c:pt>
                <c:pt idx="17185">
                  <c:v>0.57629629629629631</c:v>
                </c:pt>
                <c:pt idx="17186">
                  <c:v>0.57629629629629631</c:v>
                </c:pt>
                <c:pt idx="17187">
                  <c:v>0.57644444444444443</c:v>
                </c:pt>
                <c:pt idx="17188">
                  <c:v>0.57659259259259255</c:v>
                </c:pt>
                <c:pt idx="17189">
                  <c:v>0.57674074074074078</c:v>
                </c:pt>
                <c:pt idx="17190">
                  <c:v>0.5768888888888889</c:v>
                </c:pt>
                <c:pt idx="17191">
                  <c:v>0.5768888888888889</c:v>
                </c:pt>
                <c:pt idx="17192">
                  <c:v>0.57703703703703701</c:v>
                </c:pt>
                <c:pt idx="17193">
                  <c:v>0.57703703703703701</c:v>
                </c:pt>
                <c:pt idx="17194">
                  <c:v>0.57703703703703701</c:v>
                </c:pt>
                <c:pt idx="17195">
                  <c:v>0.57703703703703701</c:v>
                </c:pt>
                <c:pt idx="17196">
                  <c:v>0.57703703703703701</c:v>
                </c:pt>
                <c:pt idx="17197">
                  <c:v>0.57703703703703701</c:v>
                </c:pt>
                <c:pt idx="17198">
                  <c:v>0.57703703703703701</c:v>
                </c:pt>
                <c:pt idx="17199">
                  <c:v>0.57703703703703701</c:v>
                </c:pt>
                <c:pt idx="17200">
                  <c:v>0.57703703703703701</c:v>
                </c:pt>
                <c:pt idx="17201">
                  <c:v>0.57703703703703701</c:v>
                </c:pt>
                <c:pt idx="17202">
                  <c:v>0.57703703703703701</c:v>
                </c:pt>
                <c:pt idx="17203">
                  <c:v>0.57718518518518513</c:v>
                </c:pt>
                <c:pt idx="17204">
                  <c:v>0.57718518518518513</c:v>
                </c:pt>
                <c:pt idx="17205">
                  <c:v>0.57718518518518513</c:v>
                </c:pt>
                <c:pt idx="17206">
                  <c:v>0.57718518518518513</c:v>
                </c:pt>
                <c:pt idx="17207">
                  <c:v>0.57718518518518513</c:v>
                </c:pt>
                <c:pt idx="17208">
                  <c:v>0.57718518518518513</c:v>
                </c:pt>
                <c:pt idx="17209">
                  <c:v>0.57733333333333337</c:v>
                </c:pt>
                <c:pt idx="17210">
                  <c:v>0.57733333333333337</c:v>
                </c:pt>
                <c:pt idx="17211">
                  <c:v>0.57748148148148148</c:v>
                </c:pt>
                <c:pt idx="17212">
                  <c:v>0.57748148148148148</c:v>
                </c:pt>
                <c:pt idx="17213">
                  <c:v>0.5776296296296296</c:v>
                </c:pt>
                <c:pt idx="17214">
                  <c:v>0.57777777777777772</c:v>
                </c:pt>
                <c:pt idx="17215">
                  <c:v>0.57777777777777772</c:v>
                </c:pt>
                <c:pt idx="17216">
                  <c:v>0.57777777777777772</c:v>
                </c:pt>
                <c:pt idx="17217">
                  <c:v>0.57777777777777772</c:v>
                </c:pt>
                <c:pt idx="17218">
                  <c:v>0.57777777777777772</c:v>
                </c:pt>
                <c:pt idx="17219">
                  <c:v>0.57777777777777772</c:v>
                </c:pt>
                <c:pt idx="17220">
                  <c:v>0.57777777777777772</c:v>
                </c:pt>
                <c:pt idx="17221">
                  <c:v>0.57777777777777772</c:v>
                </c:pt>
                <c:pt idx="17222">
                  <c:v>0.57777777777777772</c:v>
                </c:pt>
                <c:pt idx="17223">
                  <c:v>0.57777777777777772</c:v>
                </c:pt>
                <c:pt idx="17224">
                  <c:v>0.57792592592592595</c:v>
                </c:pt>
                <c:pt idx="17225">
                  <c:v>0.57807407407407407</c:v>
                </c:pt>
                <c:pt idx="17226">
                  <c:v>0.57807407407407407</c:v>
                </c:pt>
                <c:pt idx="17227">
                  <c:v>0.57822222222222219</c:v>
                </c:pt>
                <c:pt idx="17228">
                  <c:v>0.57837037037037042</c:v>
                </c:pt>
                <c:pt idx="17229">
                  <c:v>0.57837037037037042</c:v>
                </c:pt>
                <c:pt idx="17230">
                  <c:v>0.57837037037037042</c:v>
                </c:pt>
                <c:pt idx="17231">
                  <c:v>0.57837037037037042</c:v>
                </c:pt>
                <c:pt idx="17232">
                  <c:v>0.57851851851851854</c:v>
                </c:pt>
                <c:pt idx="17233">
                  <c:v>0.57851851851851854</c:v>
                </c:pt>
                <c:pt idx="17234">
                  <c:v>0.57866666666666666</c:v>
                </c:pt>
                <c:pt idx="17235">
                  <c:v>0.57881481481481478</c:v>
                </c:pt>
                <c:pt idx="17236">
                  <c:v>0.57881481481481478</c:v>
                </c:pt>
                <c:pt idx="17237">
                  <c:v>0.57881481481481478</c:v>
                </c:pt>
                <c:pt idx="17238">
                  <c:v>0.57896296296296301</c:v>
                </c:pt>
                <c:pt idx="17239">
                  <c:v>0.57896296296296301</c:v>
                </c:pt>
                <c:pt idx="17240">
                  <c:v>0.57896296296296301</c:v>
                </c:pt>
                <c:pt idx="17241">
                  <c:v>0.57896296296296301</c:v>
                </c:pt>
                <c:pt idx="17242">
                  <c:v>0.57896296296296301</c:v>
                </c:pt>
                <c:pt idx="17243">
                  <c:v>0.57896296296296301</c:v>
                </c:pt>
                <c:pt idx="17244">
                  <c:v>0.57896296296296301</c:v>
                </c:pt>
                <c:pt idx="17245">
                  <c:v>0.57896296296296301</c:v>
                </c:pt>
                <c:pt idx="17246">
                  <c:v>0.57896296296296301</c:v>
                </c:pt>
                <c:pt idx="17247">
                  <c:v>0.57896296296296301</c:v>
                </c:pt>
                <c:pt idx="17248">
                  <c:v>0.57896296296296301</c:v>
                </c:pt>
                <c:pt idx="17249">
                  <c:v>0.57896296296296301</c:v>
                </c:pt>
                <c:pt idx="17250">
                  <c:v>0.57896296296296301</c:v>
                </c:pt>
                <c:pt idx="17251">
                  <c:v>0.57896296296296301</c:v>
                </c:pt>
                <c:pt idx="17252">
                  <c:v>0.57911111111111113</c:v>
                </c:pt>
                <c:pt idx="17253">
                  <c:v>0.57911111111111113</c:v>
                </c:pt>
                <c:pt idx="17254">
                  <c:v>0.57911111111111113</c:v>
                </c:pt>
                <c:pt idx="17255">
                  <c:v>0.57911111111111113</c:v>
                </c:pt>
                <c:pt idx="17256">
                  <c:v>0.57925925925925925</c:v>
                </c:pt>
                <c:pt idx="17257">
                  <c:v>0.57940740740740737</c:v>
                </c:pt>
                <c:pt idx="17258">
                  <c:v>0.57940740740740737</c:v>
                </c:pt>
                <c:pt idx="17259">
                  <c:v>0.5795555555555556</c:v>
                </c:pt>
                <c:pt idx="17260">
                  <c:v>0.5795555555555556</c:v>
                </c:pt>
                <c:pt idx="17261">
                  <c:v>0.5795555555555556</c:v>
                </c:pt>
                <c:pt idx="17262">
                  <c:v>0.5795555555555556</c:v>
                </c:pt>
                <c:pt idx="17263">
                  <c:v>0.57970370370370372</c:v>
                </c:pt>
                <c:pt idx="17264">
                  <c:v>0.57985185185185184</c:v>
                </c:pt>
                <c:pt idx="17265">
                  <c:v>0.57999999999999996</c:v>
                </c:pt>
                <c:pt idx="17266">
                  <c:v>0.57999999999999996</c:v>
                </c:pt>
                <c:pt idx="17267">
                  <c:v>0.57999999999999996</c:v>
                </c:pt>
                <c:pt idx="17268">
                  <c:v>0.57999999999999996</c:v>
                </c:pt>
                <c:pt idx="17269">
                  <c:v>0.57999999999999996</c:v>
                </c:pt>
                <c:pt idx="17270">
                  <c:v>0.58014814814814819</c:v>
                </c:pt>
                <c:pt idx="17271">
                  <c:v>0.58029629629629631</c:v>
                </c:pt>
                <c:pt idx="17272">
                  <c:v>0.58044444444444443</c:v>
                </c:pt>
                <c:pt idx="17273">
                  <c:v>0.58059259259259255</c:v>
                </c:pt>
                <c:pt idx="17274">
                  <c:v>0.58059259259259255</c:v>
                </c:pt>
                <c:pt idx="17275">
                  <c:v>0.58059259259259255</c:v>
                </c:pt>
                <c:pt idx="17276">
                  <c:v>0.58059259259259255</c:v>
                </c:pt>
                <c:pt idx="17277">
                  <c:v>0.58074074074074078</c:v>
                </c:pt>
                <c:pt idx="17278">
                  <c:v>0.58074074074074078</c:v>
                </c:pt>
                <c:pt idx="17279">
                  <c:v>0.5808888888888889</c:v>
                </c:pt>
                <c:pt idx="17280">
                  <c:v>0.58103703703703702</c:v>
                </c:pt>
                <c:pt idx="17281">
                  <c:v>0.58118518518518514</c:v>
                </c:pt>
                <c:pt idx="17282">
                  <c:v>0.58118518518518514</c:v>
                </c:pt>
                <c:pt idx="17283">
                  <c:v>0.58133333333333337</c:v>
                </c:pt>
                <c:pt idx="17284">
                  <c:v>0.58148148148148149</c:v>
                </c:pt>
                <c:pt idx="17285">
                  <c:v>0.58148148148148149</c:v>
                </c:pt>
                <c:pt idx="17286">
                  <c:v>0.58162962962962961</c:v>
                </c:pt>
                <c:pt idx="17287">
                  <c:v>0.58177777777777773</c:v>
                </c:pt>
                <c:pt idx="17288">
                  <c:v>0.58192592592592596</c:v>
                </c:pt>
                <c:pt idx="17289">
                  <c:v>0.58192592592592596</c:v>
                </c:pt>
                <c:pt idx="17290">
                  <c:v>0.58192592592592596</c:v>
                </c:pt>
                <c:pt idx="17291">
                  <c:v>0.58207407407407408</c:v>
                </c:pt>
                <c:pt idx="17292">
                  <c:v>0.58207407407407408</c:v>
                </c:pt>
                <c:pt idx="17293">
                  <c:v>0.58207407407407408</c:v>
                </c:pt>
                <c:pt idx="17294">
                  <c:v>0.58207407407407408</c:v>
                </c:pt>
                <c:pt idx="17295">
                  <c:v>0.58207407407407408</c:v>
                </c:pt>
                <c:pt idx="17296">
                  <c:v>0.58207407407407408</c:v>
                </c:pt>
                <c:pt idx="17297">
                  <c:v>0.58207407407407408</c:v>
                </c:pt>
                <c:pt idx="17298">
                  <c:v>0.58207407407407408</c:v>
                </c:pt>
                <c:pt idx="17299">
                  <c:v>0.5822222222222222</c:v>
                </c:pt>
                <c:pt idx="17300">
                  <c:v>0.5822222222222222</c:v>
                </c:pt>
                <c:pt idx="17301">
                  <c:v>0.5822222222222222</c:v>
                </c:pt>
                <c:pt idx="17302">
                  <c:v>0.58237037037037032</c:v>
                </c:pt>
                <c:pt idx="17303">
                  <c:v>0.58237037037037032</c:v>
                </c:pt>
                <c:pt idx="17304">
                  <c:v>0.58237037037037032</c:v>
                </c:pt>
                <c:pt idx="17305">
                  <c:v>0.58251851851851855</c:v>
                </c:pt>
                <c:pt idx="17306">
                  <c:v>0.58266666666666667</c:v>
                </c:pt>
                <c:pt idx="17307">
                  <c:v>0.58266666666666667</c:v>
                </c:pt>
                <c:pt idx="17308">
                  <c:v>0.58266666666666667</c:v>
                </c:pt>
                <c:pt idx="17309">
                  <c:v>0.58266666666666667</c:v>
                </c:pt>
                <c:pt idx="17310">
                  <c:v>0.58266666666666667</c:v>
                </c:pt>
                <c:pt idx="17311">
                  <c:v>0.58281481481481479</c:v>
                </c:pt>
                <c:pt idx="17312">
                  <c:v>0.58281481481481479</c:v>
                </c:pt>
                <c:pt idx="17313">
                  <c:v>0.58281481481481479</c:v>
                </c:pt>
                <c:pt idx="17314">
                  <c:v>0.58281481481481479</c:v>
                </c:pt>
                <c:pt idx="17315">
                  <c:v>0.58281481481481479</c:v>
                </c:pt>
                <c:pt idx="17316">
                  <c:v>0.58281481481481479</c:v>
                </c:pt>
                <c:pt idx="17317">
                  <c:v>0.58281481481481479</c:v>
                </c:pt>
                <c:pt idx="17318">
                  <c:v>0.58296296296296302</c:v>
                </c:pt>
                <c:pt idx="17319">
                  <c:v>0.58311111111111114</c:v>
                </c:pt>
                <c:pt idx="17320">
                  <c:v>0.58311111111111114</c:v>
                </c:pt>
                <c:pt idx="17321">
                  <c:v>0.58311111111111114</c:v>
                </c:pt>
                <c:pt idx="17322">
                  <c:v>0.58325925925925926</c:v>
                </c:pt>
                <c:pt idx="17323">
                  <c:v>0.58325925925925926</c:v>
                </c:pt>
                <c:pt idx="17324">
                  <c:v>0.58340740740740737</c:v>
                </c:pt>
                <c:pt idx="17325">
                  <c:v>0.58340740740740737</c:v>
                </c:pt>
                <c:pt idx="17326">
                  <c:v>0.58355555555555561</c:v>
                </c:pt>
                <c:pt idx="17327">
                  <c:v>0.58355555555555561</c:v>
                </c:pt>
                <c:pt idx="17328">
                  <c:v>0.58355555555555561</c:v>
                </c:pt>
                <c:pt idx="17329">
                  <c:v>0.58355555555555561</c:v>
                </c:pt>
                <c:pt idx="17330">
                  <c:v>0.58370370370370372</c:v>
                </c:pt>
                <c:pt idx="17331">
                  <c:v>0.58370370370370372</c:v>
                </c:pt>
                <c:pt idx="17332">
                  <c:v>0.58370370370370372</c:v>
                </c:pt>
                <c:pt idx="17333">
                  <c:v>0.58385185185185184</c:v>
                </c:pt>
                <c:pt idx="17334">
                  <c:v>0.58385185185185184</c:v>
                </c:pt>
                <c:pt idx="17335">
                  <c:v>0.58385185185185184</c:v>
                </c:pt>
                <c:pt idx="17336">
                  <c:v>0.58385185185185184</c:v>
                </c:pt>
                <c:pt idx="17337">
                  <c:v>0.58385185185185184</c:v>
                </c:pt>
                <c:pt idx="17338">
                  <c:v>0.58385185185185184</c:v>
                </c:pt>
                <c:pt idx="17339">
                  <c:v>0.58385185185185184</c:v>
                </c:pt>
                <c:pt idx="17340">
                  <c:v>0.58385185185185184</c:v>
                </c:pt>
                <c:pt idx="17341">
                  <c:v>0.58399999999999996</c:v>
                </c:pt>
                <c:pt idx="17342">
                  <c:v>0.58399999999999996</c:v>
                </c:pt>
                <c:pt idx="17343">
                  <c:v>0.58399999999999996</c:v>
                </c:pt>
                <c:pt idx="17344">
                  <c:v>0.58399999999999996</c:v>
                </c:pt>
                <c:pt idx="17345">
                  <c:v>0.58399999999999996</c:v>
                </c:pt>
                <c:pt idx="17346">
                  <c:v>0.58414814814814819</c:v>
                </c:pt>
                <c:pt idx="17347">
                  <c:v>0.58414814814814819</c:v>
                </c:pt>
                <c:pt idx="17348">
                  <c:v>0.58414814814814819</c:v>
                </c:pt>
                <c:pt idx="17349">
                  <c:v>0.58414814814814819</c:v>
                </c:pt>
                <c:pt idx="17350">
                  <c:v>0.58414814814814819</c:v>
                </c:pt>
                <c:pt idx="17351">
                  <c:v>0.58414814814814819</c:v>
                </c:pt>
                <c:pt idx="17352">
                  <c:v>0.58429629629629631</c:v>
                </c:pt>
                <c:pt idx="17353">
                  <c:v>0.58444444444444443</c:v>
                </c:pt>
                <c:pt idx="17354">
                  <c:v>0.58444444444444443</c:v>
                </c:pt>
                <c:pt idx="17355">
                  <c:v>0.58444444444444443</c:v>
                </c:pt>
                <c:pt idx="17356">
                  <c:v>0.58444444444444443</c:v>
                </c:pt>
                <c:pt idx="17357">
                  <c:v>0.58459259259259255</c:v>
                </c:pt>
                <c:pt idx="17358">
                  <c:v>0.58474074074074078</c:v>
                </c:pt>
                <c:pt idx="17359">
                  <c:v>0.58474074074074078</c:v>
                </c:pt>
                <c:pt idx="17360">
                  <c:v>0.5848888888888889</c:v>
                </c:pt>
                <c:pt idx="17361">
                  <c:v>0.5848888888888889</c:v>
                </c:pt>
                <c:pt idx="17362">
                  <c:v>0.5848888888888889</c:v>
                </c:pt>
                <c:pt idx="17363">
                  <c:v>0.5848888888888889</c:v>
                </c:pt>
                <c:pt idx="17364">
                  <c:v>0.58503703703703702</c:v>
                </c:pt>
                <c:pt idx="17365">
                  <c:v>0.58518518518518514</c:v>
                </c:pt>
                <c:pt idx="17366">
                  <c:v>0.58518518518518514</c:v>
                </c:pt>
                <c:pt idx="17367">
                  <c:v>0.58518518518518514</c:v>
                </c:pt>
                <c:pt idx="17368">
                  <c:v>0.58533333333333337</c:v>
                </c:pt>
                <c:pt idx="17369">
                  <c:v>0.58548148148148149</c:v>
                </c:pt>
                <c:pt idx="17370">
                  <c:v>0.58548148148148149</c:v>
                </c:pt>
                <c:pt idx="17371">
                  <c:v>0.58562962962962961</c:v>
                </c:pt>
                <c:pt idx="17372">
                  <c:v>0.58562962962962961</c:v>
                </c:pt>
                <c:pt idx="17373">
                  <c:v>0.58562962962962961</c:v>
                </c:pt>
                <c:pt idx="17374">
                  <c:v>0.58562962962962961</c:v>
                </c:pt>
                <c:pt idx="17375">
                  <c:v>0.58562962962962961</c:v>
                </c:pt>
                <c:pt idx="17376">
                  <c:v>0.58562962962962961</c:v>
                </c:pt>
                <c:pt idx="17377">
                  <c:v>0.58562962962962961</c:v>
                </c:pt>
                <c:pt idx="17378">
                  <c:v>0.58562962962962961</c:v>
                </c:pt>
                <c:pt idx="17379">
                  <c:v>0.58562962962962961</c:v>
                </c:pt>
                <c:pt idx="17380">
                  <c:v>0.58562962962962961</c:v>
                </c:pt>
                <c:pt idx="17381">
                  <c:v>0.58577777777777773</c:v>
                </c:pt>
                <c:pt idx="17382">
                  <c:v>0.58577777777777773</c:v>
                </c:pt>
                <c:pt idx="17383">
                  <c:v>0.58592592592592596</c:v>
                </c:pt>
                <c:pt idx="17384">
                  <c:v>0.58592592592592596</c:v>
                </c:pt>
                <c:pt idx="17385">
                  <c:v>0.58592592592592596</c:v>
                </c:pt>
                <c:pt idx="17386">
                  <c:v>0.58607407407407408</c:v>
                </c:pt>
                <c:pt idx="17387">
                  <c:v>0.58607407407407408</c:v>
                </c:pt>
                <c:pt idx="17388">
                  <c:v>0.5862222222222222</c:v>
                </c:pt>
                <c:pt idx="17389">
                  <c:v>0.5862222222222222</c:v>
                </c:pt>
                <c:pt idx="17390">
                  <c:v>0.5862222222222222</c:v>
                </c:pt>
                <c:pt idx="17391">
                  <c:v>0.58637037037037032</c:v>
                </c:pt>
                <c:pt idx="17392">
                  <c:v>0.58637037037037032</c:v>
                </c:pt>
                <c:pt idx="17393">
                  <c:v>0.58637037037037032</c:v>
                </c:pt>
                <c:pt idx="17394">
                  <c:v>0.58637037037037032</c:v>
                </c:pt>
                <c:pt idx="17395">
                  <c:v>0.58637037037037032</c:v>
                </c:pt>
                <c:pt idx="17396">
                  <c:v>0.58637037037037032</c:v>
                </c:pt>
                <c:pt idx="17397">
                  <c:v>0.58637037037037032</c:v>
                </c:pt>
                <c:pt idx="17398">
                  <c:v>0.58637037037037032</c:v>
                </c:pt>
                <c:pt idx="17399">
                  <c:v>0.58651851851851855</c:v>
                </c:pt>
                <c:pt idx="17400">
                  <c:v>0.58651851851851855</c:v>
                </c:pt>
                <c:pt idx="17401">
                  <c:v>0.58651851851851855</c:v>
                </c:pt>
                <c:pt idx="17402">
                  <c:v>0.58666666666666667</c:v>
                </c:pt>
                <c:pt idx="17403">
                  <c:v>0.58666666666666667</c:v>
                </c:pt>
                <c:pt idx="17404">
                  <c:v>0.58666666666666667</c:v>
                </c:pt>
                <c:pt idx="17405">
                  <c:v>0.58681481481481479</c:v>
                </c:pt>
                <c:pt idx="17406">
                  <c:v>0.58681481481481479</c:v>
                </c:pt>
                <c:pt idx="17407">
                  <c:v>0.58681481481481479</c:v>
                </c:pt>
                <c:pt idx="17408">
                  <c:v>0.58696296296296291</c:v>
                </c:pt>
                <c:pt idx="17409">
                  <c:v>0.58696296296296291</c:v>
                </c:pt>
                <c:pt idx="17410">
                  <c:v>0.58696296296296291</c:v>
                </c:pt>
                <c:pt idx="17411">
                  <c:v>0.58711111111111114</c:v>
                </c:pt>
                <c:pt idx="17412">
                  <c:v>0.58711111111111114</c:v>
                </c:pt>
                <c:pt idx="17413">
                  <c:v>0.58711111111111114</c:v>
                </c:pt>
                <c:pt idx="17414">
                  <c:v>0.58711111111111114</c:v>
                </c:pt>
                <c:pt idx="17415">
                  <c:v>0.58711111111111114</c:v>
                </c:pt>
                <c:pt idx="17416">
                  <c:v>0.58711111111111114</c:v>
                </c:pt>
                <c:pt idx="17417">
                  <c:v>0.58711111111111114</c:v>
                </c:pt>
                <c:pt idx="17418">
                  <c:v>0.58711111111111114</c:v>
                </c:pt>
                <c:pt idx="17419">
                  <c:v>0.58711111111111114</c:v>
                </c:pt>
                <c:pt idx="17420">
                  <c:v>0.58711111111111114</c:v>
                </c:pt>
                <c:pt idx="17421">
                  <c:v>0.58711111111111114</c:v>
                </c:pt>
                <c:pt idx="17422">
                  <c:v>0.58711111111111114</c:v>
                </c:pt>
                <c:pt idx="17423">
                  <c:v>0.58711111111111114</c:v>
                </c:pt>
                <c:pt idx="17424">
                  <c:v>0.58711111111111114</c:v>
                </c:pt>
                <c:pt idx="17425">
                  <c:v>0.58711111111111114</c:v>
                </c:pt>
                <c:pt idx="17426">
                  <c:v>0.58711111111111114</c:v>
                </c:pt>
                <c:pt idx="17427">
                  <c:v>0.58711111111111114</c:v>
                </c:pt>
                <c:pt idx="17428">
                  <c:v>0.58711111111111114</c:v>
                </c:pt>
                <c:pt idx="17429">
                  <c:v>0.58711111111111114</c:v>
                </c:pt>
                <c:pt idx="17430">
                  <c:v>0.58725925925925926</c:v>
                </c:pt>
                <c:pt idx="17431">
                  <c:v>0.58725925925925926</c:v>
                </c:pt>
                <c:pt idx="17432">
                  <c:v>0.58725925925925926</c:v>
                </c:pt>
                <c:pt idx="17433">
                  <c:v>0.58725925925925926</c:v>
                </c:pt>
                <c:pt idx="17434">
                  <c:v>0.58725925925925926</c:v>
                </c:pt>
                <c:pt idx="17435">
                  <c:v>0.58725925925925926</c:v>
                </c:pt>
                <c:pt idx="17436">
                  <c:v>0.58725925925925926</c:v>
                </c:pt>
                <c:pt idx="17437">
                  <c:v>0.58740740740740738</c:v>
                </c:pt>
                <c:pt idx="17438">
                  <c:v>0.58740740740740738</c:v>
                </c:pt>
                <c:pt idx="17439">
                  <c:v>0.58740740740740738</c:v>
                </c:pt>
                <c:pt idx="17440">
                  <c:v>0.58740740740740738</c:v>
                </c:pt>
                <c:pt idx="17441">
                  <c:v>0.58740740740740738</c:v>
                </c:pt>
                <c:pt idx="17442">
                  <c:v>0.58740740740740738</c:v>
                </c:pt>
                <c:pt idx="17443">
                  <c:v>0.58740740740740738</c:v>
                </c:pt>
                <c:pt idx="17444">
                  <c:v>0.58740740740740738</c:v>
                </c:pt>
                <c:pt idx="17445">
                  <c:v>0.58740740740740738</c:v>
                </c:pt>
                <c:pt idx="17446">
                  <c:v>0.58740740740740738</c:v>
                </c:pt>
                <c:pt idx="17447">
                  <c:v>0.58740740740740738</c:v>
                </c:pt>
                <c:pt idx="17448">
                  <c:v>0.58740740740740738</c:v>
                </c:pt>
                <c:pt idx="17449">
                  <c:v>0.58755555555555561</c:v>
                </c:pt>
                <c:pt idx="17450">
                  <c:v>0.58755555555555561</c:v>
                </c:pt>
                <c:pt idx="17451">
                  <c:v>0.58755555555555561</c:v>
                </c:pt>
                <c:pt idx="17452">
                  <c:v>0.58770370370370373</c:v>
                </c:pt>
                <c:pt idx="17453">
                  <c:v>0.58785185185185185</c:v>
                </c:pt>
                <c:pt idx="17454">
                  <c:v>0.58799999999999997</c:v>
                </c:pt>
                <c:pt idx="17455">
                  <c:v>0.58799999999999997</c:v>
                </c:pt>
                <c:pt idx="17456">
                  <c:v>0.58799999999999997</c:v>
                </c:pt>
                <c:pt idx="17457">
                  <c:v>0.58799999999999997</c:v>
                </c:pt>
                <c:pt idx="17458">
                  <c:v>0.5881481481481482</c:v>
                </c:pt>
                <c:pt idx="17459">
                  <c:v>0.5881481481481482</c:v>
                </c:pt>
                <c:pt idx="17460">
                  <c:v>0.5881481481481482</c:v>
                </c:pt>
                <c:pt idx="17461">
                  <c:v>0.5881481481481482</c:v>
                </c:pt>
                <c:pt idx="17462">
                  <c:v>0.5881481481481482</c:v>
                </c:pt>
                <c:pt idx="17463">
                  <c:v>0.5881481481481482</c:v>
                </c:pt>
                <c:pt idx="17464">
                  <c:v>0.58829629629629632</c:v>
                </c:pt>
                <c:pt idx="17465">
                  <c:v>0.58829629629629632</c:v>
                </c:pt>
                <c:pt idx="17466">
                  <c:v>0.58829629629629632</c:v>
                </c:pt>
                <c:pt idx="17467">
                  <c:v>0.58829629629629632</c:v>
                </c:pt>
                <c:pt idx="17468">
                  <c:v>0.58829629629629632</c:v>
                </c:pt>
                <c:pt idx="17469">
                  <c:v>0.58844444444444444</c:v>
                </c:pt>
                <c:pt idx="17470">
                  <c:v>0.58844444444444444</c:v>
                </c:pt>
                <c:pt idx="17471">
                  <c:v>0.58844444444444444</c:v>
                </c:pt>
                <c:pt idx="17472">
                  <c:v>0.58859259259259256</c:v>
                </c:pt>
                <c:pt idx="17473">
                  <c:v>0.58859259259259256</c:v>
                </c:pt>
                <c:pt idx="17474">
                  <c:v>0.58859259259259256</c:v>
                </c:pt>
                <c:pt idx="17475">
                  <c:v>0.58874074074074079</c:v>
                </c:pt>
                <c:pt idx="17476">
                  <c:v>0.58888888888888891</c:v>
                </c:pt>
                <c:pt idx="17477">
                  <c:v>0.58888888888888891</c:v>
                </c:pt>
                <c:pt idx="17478">
                  <c:v>0.58888888888888891</c:v>
                </c:pt>
                <c:pt idx="17479">
                  <c:v>0.58888888888888891</c:v>
                </c:pt>
                <c:pt idx="17480">
                  <c:v>0.58888888888888891</c:v>
                </c:pt>
                <c:pt idx="17481">
                  <c:v>0.58888888888888891</c:v>
                </c:pt>
                <c:pt idx="17482">
                  <c:v>0.58888888888888891</c:v>
                </c:pt>
                <c:pt idx="17483">
                  <c:v>0.58888888888888891</c:v>
                </c:pt>
                <c:pt idx="17484">
                  <c:v>0.58888888888888891</c:v>
                </c:pt>
                <c:pt idx="17485">
                  <c:v>0.58903703703703703</c:v>
                </c:pt>
                <c:pt idx="17486">
                  <c:v>0.58918518518518515</c:v>
                </c:pt>
                <c:pt idx="17487">
                  <c:v>0.58933333333333338</c:v>
                </c:pt>
                <c:pt idx="17488">
                  <c:v>0.5894814814814815</c:v>
                </c:pt>
                <c:pt idx="17489">
                  <c:v>0.5894814814814815</c:v>
                </c:pt>
                <c:pt idx="17490">
                  <c:v>0.5894814814814815</c:v>
                </c:pt>
                <c:pt idx="17491">
                  <c:v>0.5894814814814815</c:v>
                </c:pt>
                <c:pt idx="17492">
                  <c:v>0.5894814814814815</c:v>
                </c:pt>
                <c:pt idx="17493">
                  <c:v>0.5894814814814815</c:v>
                </c:pt>
                <c:pt idx="17494">
                  <c:v>0.5894814814814815</c:v>
                </c:pt>
                <c:pt idx="17495">
                  <c:v>0.5894814814814815</c:v>
                </c:pt>
                <c:pt idx="17496">
                  <c:v>0.5894814814814815</c:v>
                </c:pt>
                <c:pt idx="17497">
                  <c:v>0.5894814814814815</c:v>
                </c:pt>
                <c:pt idx="17498">
                  <c:v>0.5894814814814815</c:v>
                </c:pt>
                <c:pt idx="17499">
                  <c:v>0.5894814814814815</c:v>
                </c:pt>
                <c:pt idx="17500">
                  <c:v>0.5894814814814815</c:v>
                </c:pt>
                <c:pt idx="17501">
                  <c:v>0.5894814814814815</c:v>
                </c:pt>
                <c:pt idx="17502">
                  <c:v>0.5894814814814815</c:v>
                </c:pt>
                <c:pt idx="17503">
                  <c:v>0.5894814814814815</c:v>
                </c:pt>
                <c:pt idx="17504">
                  <c:v>0.58962962962962961</c:v>
                </c:pt>
                <c:pt idx="17505">
                  <c:v>0.58962962962962961</c:v>
                </c:pt>
                <c:pt idx="17506">
                  <c:v>0.58962962962962961</c:v>
                </c:pt>
                <c:pt idx="17507">
                  <c:v>0.58962962962962961</c:v>
                </c:pt>
                <c:pt idx="17508">
                  <c:v>0.58977777777777773</c:v>
                </c:pt>
                <c:pt idx="17509">
                  <c:v>0.58977777777777773</c:v>
                </c:pt>
                <c:pt idx="17510">
                  <c:v>0.58977777777777773</c:v>
                </c:pt>
                <c:pt idx="17511">
                  <c:v>0.58977777777777773</c:v>
                </c:pt>
                <c:pt idx="17512">
                  <c:v>0.58992592592592596</c:v>
                </c:pt>
                <c:pt idx="17513">
                  <c:v>0.58992592592592596</c:v>
                </c:pt>
                <c:pt idx="17514">
                  <c:v>0.58992592592592596</c:v>
                </c:pt>
                <c:pt idx="17515">
                  <c:v>0.58992592592592596</c:v>
                </c:pt>
                <c:pt idx="17516">
                  <c:v>0.58992592592592596</c:v>
                </c:pt>
                <c:pt idx="17517">
                  <c:v>0.59007407407407408</c:v>
                </c:pt>
                <c:pt idx="17518">
                  <c:v>0.59007407407407408</c:v>
                </c:pt>
                <c:pt idx="17519">
                  <c:v>0.59007407407407408</c:v>
                </c:pt>
                <c:pt idx="17520">
                  <c:v>0.59007407407407408</c:v>
                </c:pt>
                <c:pt idx="17521">
                  <c:v>0.59007407407407408</c:v>
                </c:pt>
                <c:pt idx="17522">
                  <c:v>0.59007407407407408</c:v>
                </c:pt>
                <c:pt idx="17523">
                  <c:v>0.5902222222222222</c:v>
                </c:pt>
                <c:pt idx="17524">
                  <c:v>0.59037037037037032</c:v>
                </c:pt>
                <c:pt idx="17525">
                  <c:v>0.59037037037037032</c:v>
                </c:pt>
                <c:pt idx="17526">
                  <c:v>0.59037037037037032</c:v>
                </c:pt>
                <c:pt idx="17527">
                  <c:v>0.59037037037037032</c:v>
                </c:pt>
                <c:pt idx="17528">
                  <c:v>0.59037037037037032</c:v>
                </c:pt>
                <c:pt idx="17529">
                  <c:v>0.59037037037037032</c:v>
                </c:pt>
                <c:pt idx="17530">
                  <c:v>0.59037037037037032</c:v>
                </c:pt>
                <c:pt idx="17531">
                  <c:v>0.59037037037037032</c:v>
                </c:pt>
                <c:pt idx="17532">
                  <c:v>0.59037037037037032</c:v>
                </c:pt>
                <c:pt idx="17533">
                  <c:v>0.59037037037037032</c:v>
                </c:pt>
                <c:pt idx="17534">
                  <c:v>0.59037037037037032</c:v>
                </c:pt>
                <c:pt idx="17535">
                  <c:v>0.59037037037037032</c:v>
                </c:pt>
                <c:pt idx="17536">
                  <c:v>0.59037037037037032</c:v>
                </c:pt>
                <c:pt idx="17537">
                  <c:v>0.59051851851851855</c:v>
                </c:pt>
                <c:pt idx="17538">
                  <c:v>0.59051851851851855</c:v>
                </c:pt>
                <c:pt idx="17539">
                  <c:v>0.59051851851851855</c:v>
                </c:pt>
                <c:pt idx="17540">
                  <c:v>0.59051851851851855</c:v>
                </c:pt>
                <c:pt idx="17541">
                  <c:v>0.59051851851851855</c:v>
                </c:pt>
                <c:pt idx="17542">
                  <c:v>0.59051851851851855</c:v>
                </c:pt>
                <c:pt idx="17543">
                  <c:v>0.59051851851851855</c:v>
                </c:pt>
                <c:pt idx="17544">
                  <c:v>0.59051851851851855</c:v>
                </c:pt>
                <c:pt idx="17545">
                  <c:v>0.59051851851851855</c:v>
                </c:pt>
                <c:pt idx="17546">
                  <c:v>0.59066666666666667</c:v>
                </c:pt>
                <c:pt idx="17547">
                  <c:v>0.59066666666666667</c:v>
                </c:pt>
                <c:pt idx="17548">
                  <c:v>0.59066666666666667</c:v>
                </c:pt>
                <c:pt idx="17549">
                  <c:v>0.59066666666666667</c:v>
                </c:pt>
                <c:pt idx="17550">
                  <c:v>0.59081481481481479</c:v>
                </c:pt>
                <c:pt idx="17551">
                  <c:v>0.59081481481481479</c:v>
                </c:pt>
                <c:pt idx="17552">
                  <c:v>0.59081481481481479</c:v>
                </c:pt>
                <c:pt idx="17553">
                  <c:v>0.59081481481481479</c:v>
                </c:pt>
                <c:pt idx="17554">
                  <c:v>0.59081481481481479</c:v>
                </c:pt>
                <c:pt idx="17555">
                  <c:v>0.59096296296296291</c:v>
                </c:pt>
                <c:pt idx="17556">
                  <c:v>0.59096296296296291</c:v>
                </c:pt>
                <c:pt idx="17557">
                  <c:v>0.59096296296296291</c:v>
                </c:pt>
                <c:pt idx="17558">
                  <c:v>0.59096296296296291</c:v>
                </c:pt>
                <c:pt idx="17559">
                  <c:v>0.59096296296296291</c:v>
                </c:pt>
                <c:pt idx="17560">
                  <c:v>0.59096296296296291</c:v>
                </c:pt>
                <c:pt idx="17561">
                  <c:v>0.59096296296296291</c:v>
                </c:pt>
                <c:pt idx="17562">
                  <c:v>0.59096296296296291</c:v>
                </c:pt>
                <c:pt idx="17563">
                  <c:v>0.59096296296296291</c:v>
                </c:pt>
                <c:pt idx="17564">
                  <c:v>0.59096296296296291</c:v>
                </c:pt>
                <c:pt idx="17565">
                  <c:v>0.59111111111111114</c:v>
                </c:pt>
                <c:pt idx="17566">
                  <c:v>0.59111111111111114</c:v>
                </c:pt>
                <c:pt idx="17567">
                  <c:v>0.59111111111111114</c:v>
                </c:pt>
                <c:pt idx="17568">
                  <c:v>0.59111111111111114</c:v>
                </c:pt>
                <c:pt idx="17569">
                  <c:v>0.59111111111111114</c:v>
                </c:pt>
                <c:pt idx="17570">
                  <c:v>0.59125925925925926</c:v>
                </c:pt>
                <c:pt idx="17571">
                  <c:v>0.59125925925925926</c:v>
                </c:pt>
                <c:pt idx="17572">
                  <c:v>0.59125925925925926</c:v>
                </c:pt>
                <c:pt idx="17573">
                  <c:v>0.59125925925925926</c:v>
                </c:pt>
                <c:pt idx="17574">
                  <c:v>0.59125925925925926</c:v>
                </c:pt>
                <c:pt idx="17575">
                  <c:v>0.59125925925925926</c:v>
                </c:pt>
                <c:pt idx="17576">
                  <c:v>0.59140740740740738</c:v>
                </c:pt>
                <c:pt idx="17577">
                  <c:v>0.59140740740740738</c:v>
                </c:pt>
                <c:pt idx="17578">
                  <c:v>0.5915555555555555</c:v>
                </c:pt>
                <c:pt idx="17579">
                  <c:v>0.59170370370370373</c:v>
                </c:pt>
                <c:pt idx="17580">
                  <c:v>0.59170370370370373</c:v>
                </c:pt>
                <c:pt idx="17581">
                  <c:v>0.59170370370370373</c:v>
                </c:pt>
                <c:pt idx="17582">
                  <c:v>0.59170370370370373</c:v>
                </c:pt>
                <c:pt idx="17583">
                  <c:v>0.59185185185185185</c:v>
                </c:pt>
                <c:pt idx="17584">
                  <c:v>0.59185185185185185</c:v>
                </c:pt>
                <c:pt idx="17585">
                  <c:v>0.59185185185185185</c:v>
                </c:pt>
                <c:pt idx="17586">
                  <c:v>0.59185185185185185</c:v>
                </c:pt>
                <c:pt idx="17587">
                  <c:v>0.59185185185185185</c:v>
                </c:pt>
                <c:pt idx="17588">
                  <c:v>0.59185185185185185</c:v>
                </c:pt>
                <c:pt idx="17589">
                  <c:v>0.59199999999999997</c:v>
                </c:pt>
                <c:pt idx="17590">
                  <c:v>0.59199999999999997</c:v>
                </c:pt>
                <c:pt idx="17591">
                  <c:v>0.5921481481481482</c:v>
                </c:pt>
                <c:pt idx="17592">
                  <c:v>0.5921481481481482</c:v>
                </c:pt>
                <c:pt idx="17593">
                  <c:v>0.5921481481481482</c:v>
                </c:pt>
                <c:pt idx="17594">
                  <c:v>0.59229629629629632</c:v>
                </c:pt>
                <c:pt idx="17595">
                  <c:v>0.59229629629629632</c:v>
                </c:pt>
                <c:pt idx="17596">
                  <c:v>0.59229629629629632</c:v>
                </c:pt>
                <c:pt idx="17597">
                  <c:v>0.59244444444444444</c:v>
                </c:pt>
                <c:pt idx="17598">
                  <c:v>0.59244444444444444</c:v>
                </c:pt>
                <c:pt idx="17599">
                  <c:v>0.59244444444444444</c:v>
                </c:pt>
                <c:pt idx="17600">
                  <c:v>0.59259259259259256</c:v>
                </c:pt>
                <c:pt idx="17601">
                  <c:v>0.59274074074074079</c:v>
                </c:pt>
                <c:pt idx="17602">
                  <c:v>0.59288888888888891</c:v>
                </c:pt>
                <c:pt idx="17603">
                  <c:v>0.59288888888888891</c:v>
                </c:pt>
                <c:pt idx="17604">
                  <c:v>0.59303703703703703</c:v>
                </c:pt>
                <c:pt idx="17605">
                  <c:v>0.59303703703703703</c:v>
                </c:pt>
                <c:pt idx="17606">
                  <c:v>0.59303703703703703</c:v>
                </c:pt>
                <c:pt idx="17607">
                  <c:v>0.59303703703703703</c:v>
                </c:pt>
                <c:pt idx="17608">
                  <c:v>0.59303703703703703</c:v>
                </c:pt>
                <c:pt idx="17609">
                  <c:v>0.59303703703703703</c:v>
                </c:pt>
                <c:pt idx="17610">
                  <c:v>0.59318518518518515</c:v>
                </c:pt>
                <c:pt idx="17611">
                  <c:v>0.59318518518518515</c:v>
                </c:pt>
                <c:pt idx="17612">
                  <c:v>0.59318518518518515</c:v>
                </c:pt>
                <c:pt idx="17613">
                  <c:v>0.59318518518518515</c:v>
                </c:pt>
                <c:pt idx="17614">
                  <c:v>0.59333333333333338</c:v>
                </c:pt>
                <c:pt idx="17615">
                  <c:v>0.59333333333333338</c:v>
                </c:pt>
                <c:pt idx="17616">
                  <c:v>0.59333333333333338</c:v>
                </c:pt>
                <c:pt idx="17617">
                  <c:v>0.59333333333333338</c:v>
                </c:pt>
                <c:pt idx="17618">
                  <c:v>0.59333333333333338</c:v>
                </c:pt>
                <c:pt idx="17619">
                  <c:v>0.59333333333333338</c:v>
                </c:pt>
                <c:pt idx="17620">
                  <c:v>0.5934814814814815</c:v>
                </c:pt>
                <c:pt idx="17621">
                  <c:v>0.59362962962962962</c:v>
                </c:pt>
                <c:pt idx="17622">
                  <c:v>0.59362962962962962</c:v>
                </c:pt>
                <c:pt idx="17623">
                  <c:v>0.59377777777777774</c:v>
                </c:pt>
                <c:pt idx="17624">
                  <c:v>0.59377777777777774</c:v>
                </c:pt>
                <c:pt idx="17625">
                  <c:v>0.59392592592592597</c:v>
                </c:pt>
                <c:pt idx="17626">
                  <c:v>0.59407407407407409</c:v>
                </c:pt>
                <c:pt idx="17627">
                  <c:v>0.59422222222222221</c:v>
                </c:pt>
                <c:pt idx="17628">
                  <c:v>0.59422222222222221</c:v>
                </c:pt>
                <c:pt idx="17629">
                  <c:v>0.59422222222222221</c:v>
                </c:pt>
                <c:pt idx="17630">
                  <c:v>0.59422222222222221</c:v>
                </c:pt>
                <c:pt idx="17631">
                  <c:v>0.59437037037037033</c:v>
                </c:pt>
                <c:pt idx="17632">
                  <c:v>0.59437037037037033</c:v>
                </c:pt>
                <c:pt idx="17633">
                  <c:v>0.59451851851851856</c:v>
                </c:pt>
                <c:pt idx="17634">
                  <c:v>0.59451851851851856</c:v>
                </c:pt>
                <c:pt idx="17635">
                  <c:v>0.59451851851851856</c:v>
                </c:pt>
                <c:pt idx="17636">
                  <c:v>0.59451851851851856</c:v>
                </c:pt>
                <c:pt idx="17637">
                  <c:v>0.59466666666666668</c:v>
                </c:pt>
                <c:pt idx="17638">
                  <c:v>0.59466666666666668</c:v>
                </c:pt>
                <c:pt idx="17639">
                  <c:v>0.5948148148148148</c:v>
                </c:pt>
                <c:pt idx="17640">
                  <c:v>0.5948148148148148</c:v>
                </c:pt>
                <c:pt idx="17641">
                  <c:v>0.59496296296296292</c:v>
                </c:pt>
                <c:pt idx="17642">
                  <c:v>0.59496296296296292</c:v>
                </c:pt>
                <c:pt idx="17643">
                  <c:v>0.59511111111111115</c:v>
                </c:pt>
                <c:pt idx="17644">
                  <c:v>0.59525925925925927</c:v>
                </c:pt>
                <c:pt idx="17645">
                  <c:v>0.59525925925925927</c:v>
                </c:pt>
                <c:pt idx="17646">
                  <c:v>0.59540740740740739</c:v>
                </c:pt>
                <c:pt idx="17647">
                  <c:v>0.59540740740740739</c:v>
                </c:pt>
                <c:pt idx="17648">
                  <c:v>0.59540740740740739</c:v>
                </c:pt>
                <c:pt idx="17649">
                  <c:v>0.5955555555555555</c:v>
                </c:pt>
                <c:pt idx="17650">
                  <c:v>0.5955555555555555</c:v>
                </c:pt>
                <c:pt idx="17651">
                  <c:v>0.5955555555555555</c:v>
                </c:pt>
                <c:pt idx="17652">
                  <c:v>0.5955555555555555</c:v>
                </c:pt>
                <c:pt idx="17653">
                  <c:v>0.5955555555555555</c:v>
                </c:pt>
                <c:pt idx="17654">
                  <c:v>0.5955555555555555</c:v>
                </c:pt>
                <c:pt idx="17655">
                  <c:v>0.5955555555555555</c:v>
                </c:pt>
                <c:pt idx="17656">
                  <c:v>0.5955555555555555</c:v>
                </c:pt>
                <c:pt idx="17657">
                  <c:v>0.5955555555555555</c:v>
                </c:pt>
                <c:pt idx="17658">
                  <c:v>0.5955555555555555</c:v>
                </c:pt>
                <c:pt idx="17659">
                  <c:v>0.5955555555555555</c:v>
                </c:pt>
                <c:pt idx="17660">
                  <c:v>0.5955555555555555</c:v>
                </c:pt>
                <c:pt idx="17661">
                  <c:v>0.59570370370370374</c:v>
                </c:pt>
                <c:pt idx="17662">
                  <c:v>0.59570370370370374</c:v>
                </c:pt>
                <c:pt idx="17663">
                  <c:v>0.59570370370370374</c:v>
                </c:pt>
                <c:pt idx="17664">
                  <c:v>0.59585185185185185</c:v>
                </c:pt>
                <c:pt idx="17665">
                  <c:v>0.59585185185185185</c:v>
                </c:pt>
                <c:pt idx="17666">
                  <c:v>0.59585185185185185</c:v>
                </c:pt>
                <c:pt idx="17667">
                  <c:v>0.59599999999999997</c:v>
                </c:pt>
                <c:pt idx="17668">
                  <c:v>0.59614814814814809</c:v>
                </c:pt>
                <c:pt idx="17669">
                  <c:v>0.59629629629629632</c:v>
                </c:pt>
                <c:pt idx="17670">
                  <c:v>0.59629629629629632</c:v>
                </c:pt>
                <c:pt idx="17671">
                  <c:v>0.59644444444444444</c:v>
                </c:pt>
                <c:pt idx="17672">
                  <c:v>0.59644444444444444</c:v>
                </c:pt>
                <c:pt idx="17673">
                  <c:v>0.59644444444444444</c:v>
                </c:pt>
                <c:pt idx="17674">
                  <c:v>0.59659259259259256</c:v>
                </c:pt>
                <c:pt idx="17675">
                  <c:v>0.59659259259259256</c:v>
                </c:pt>
                <c:pt idx="17676">
                  <c:v>0.59659259259259256</c:v>
                </c:pt>
                <c:pt idx="17677">
                  <c:v>0.59659259259259256</c:v>
                </c:pt>
                <c:pt idx="17678">
                  <c:v>0.59659259259259256</c:v>
                </c:pt>
                <c:pt idx="17679">
                  <c:v>0.59659259259259256</c:v>
                </c:pt>
                <c:pt idx="17680">
                  <c:v>0.59674074074074079</c:v>
                </c:pt>
                <c:pt idx="17681">
                  <c:v>0.59674074074074079</c:v>
                </c:pt>
                <c:pt idx="17682">
                  <c:v>0.59674074074074079</c:v>
                </c:pt>
                <c:pt idx="17683">
                  <c:v>0.59688888888888891</c:v>
                </c:pt>
                <c:pt idx="17684">
                  <c:v>0.59703703703703703</c:v>
                </c:pt>
                <c:pt idx="17685">
                  <c:v>0.59703703703703703</c:v>
                </c:pt>
                <c:pt idx="17686">
                  <c:v>0.59703703703703703</c:v>
                </c:pt>
                <c:pt idx="17687">
                  <c:v>0.59703703703703703</c:v>
                </c:pt>
                <c:pt idx="17688">
                  <c:v>0.59703703703703703</c:v>
                </c:pt>
                <c:pt idx="17689">
                  <c:v>0.59718518518518515</c:v>
                </c:pt>
                <c:pt idx="17690">
                  <c:v>0.59718518518518515</c:v>
                </c:pt>
                <c:pt idx="17691">
                  <c:v>0.59718518518518515</c:v>
                </c:pt>
                <c:pt idx="17692">
                  <c:v>0.59733333333333338</c:v>
                </c:pt>
                <c:pt idx="17693">
                  <c:v>0.59733333333333338</c:v>
                </c:pt>
                <c:pt idx="17694">
                  <c:v>0.5974814814814815</c:v>
                </c:pt>
                <c:pt idx="17695">
                  <c:v>0.5974814814814815</c:v>
                </c:pt>
                <c:pt idx="17696">
                  <c:v>0.59762962962962962</c:v>
                </c:pt>
                <c:pt idx="17697">
                  <c:v>0.59762962962962962</c:v>
                </c:pt>
                <c:pt idx="17698">
                  <c:v>0.59762962962962962</c:v>
                </c:pt>
                <c:pt idx="17699">
                  <c:v>0.59762962962962962</c:v>
                </c:pt>
                <c:pt idx="17700">
                  <c:v>0.59762962962962962</c:v>
                </c:pt>
                <c:pt idx="17701">
                  <c:v>0.59762962962962962</c:v>
                </c:pt>
                <c:pt idx="17702">
                  <c:v>0.59777777777777774</c:v>
                </c:pt>
                <c:pt idx="17703">
                  <c:v>0.59792592592592597</c:v>
                </c:pt>
                <c:pt idx="17704">
                  <c:v>0.59792592592592597</c:v>
                </c:pt>
                <c:pt idx="17705">
                  <c:v>0.59792592592592597</c:v>
                </c:pt>
                <c:pt idx="17706">
                  <c:v>0.59807407407407409</c:v>
                </c:pt>
                <c:pt idx="17707">
                  <c:v>0.59807407407407409</c:v>
                </c:pt>
                <c:pt idx="17708">
                  <c:v>0.59807407407407409</c:v>
                </c:pt>
                <c:pt idx="17709">
                  <c:v>0.59807407407407409</c:v>
                </c:pt>
                <c:pt idx="17710">
                  <c:v>0.59807407407407409</c:v>
                </c:pt>
                <c:pt idx="17711">
                  <c:v>0.59807407407407409</c:v>
                </c:pt>
                <c:pt idx="17712">
                  <c:v>0.59822222222222221</c:v>
                </c:pt>
                <c:pt idx="17713">
                  <c:v>0.59822222222222221</c:v>
                </c:pt>
                <c:pt idx="17714">
                  <c:v>0.59822222222222221</c:v>
                </c:pt>
                <c:pt idx="17715">
                  <c:v>0.59822222222222221</c:v>
                </c:pt>
                <c:pt idx="17716">
                  <c:v>0.59822222222222221</c:v>
                </c:pt>
                <c:pt idx="17717">
                  <c:v>0.59822222222222221</c:v>
                </c:pt>
                <c:pt idx="17718">
                  <c:v>0.59822222222222221</c:v>
                </c:pt>
                <c:pt idx="17719">
                  <c:v>0.59822222222222221</c:v>
                </c:pt>
                <c:pt idx="17720">
                  <c:v>0.59837037037037033</c:v>
                </c:pt>
                <c:pt idx="17721">
                  <c:v>0.59837037037037033</c:v>
                </c:pt>
                <c:pt idx="17722">
                  <c:v>0.59837037037037033</c:v>
                </c:pt>
                <c:pt idx="17723">
                  <c:v>0.59837037037037033</c:v>
                </c:pt>
                <c:pt idx="17724">
                  <c:v>0.59837037037037033</c:v>
                </c:pt>
                <c:pt idx="17725">
                  <c:v>0.59837037037037033</c:v>
                </c:pt>
                <c:pt idx="17726">
                  <c:v>0.59851851851851856</c:v>
                </c:pt>
                <c:pt idx="17727">
                  <c:v>0.59866666666666668</c:v>
                </c:pt>
                <c:pt idx="17728">
                  <c:v>0.5988148148148148</c:v>
                </c:pt>
                <c:pt idx="17729">
                  <c:v>0.5988148148148148</c:v>
                </c:pt>
                <c:pt idx="17730">
                  <c:v>0.5988148148148148</c:v>
                </c:pt>
                <c:pt idx="17731">
                  <c:v>0.5988148148148148</c:v>
                </c:pt>
                <c:pt idx="17732">
                  <c:v>0.59896296296296292</c:v>
                </c:pt>
                <c:pt idx="17733">
                  <c:v>0.59896296296296292</c:v>
                </c:pt>
                <c:pt idx="17734">
                  <c:v>0.59911111111111115</c:v>
                </c:pt>
                <c:pt idx="17735">
                  <c:v>0.59911111111111115</c:v>
                </c:pt>
                <c:pt idx="17736">
                  <c:v>0.59911111111111115</c:v>
                </c:pt>
                <c:pt idx="17737">
                  <c:v>0.59911111111111115</c:v>
                </c:pt>
                <c:pt idx="17738">
                  <c:v>0.59911111111111115</c:v>
                </c:pt>
                <c:pt idx="17739">
                  <c:v>0.59911111111111115</c:v>
                </c:pt>
                <c:pt idx="17740">
                  <c:v>0.59911111111111115</c:v>
                </c:pt>
                <c:pt idx="17741">
                  <c:v>0.59911111111111115</c:v>
                </c:pt>
                <c:pt idx="17742">
                  <c:v>0.59925925925925927</c:v>
                </c:pt>
                <c:pt idx="17743">
                  <c:v>0.59925925925925927</c:v>
                </c:pt>
                <c:pt idx="17744">
                  <c:v>0.59940740740740739</c:v>
                </c:pt>
                <c:pt idx="17745">
                  <c:v>0.59955555555555551</c:v>
                </c:pt>
                <c:pt idx="17746">
                  <c:v>0.59955555555555551</c:v>
                </c:pt>
                <c:pt idx="17747">
                  <c:v>0.59955555555555551</c:v>
                </c:pt>
                <c:pt idx="17748">
                  <c:v>0.59955555555555551</c:v>
                </c:pt>
                <c:pt idx="17749">
                  <c:v>0.59955555555555551</c:v>
                </c:pt>
                <c:pt idx="17750">
                  <c:v>0.59955555555555551</c:v>
                </c:pt>
                <c:pt idx="17751">
                  <c:v>0.59955555555555551</c:v>
                </c:pt>
                <c:pt idx="17752">
                  <c:v>0.59955555555555551</c:v>
                </c:pt>
                <c:pt idx="17753">
                  <c:v>0.59955555555555551</c:v>
                </c:pt>
                <c:pt idx="17754">
                  <c:v>0.59955555555555551</c:v>
                </c:pt>
                <c:pt idx="17755">
                  <c:v>0.59955555555555551</c:v>
                </c:pt>
                <c:pt idx="17756">
                  <c:v>0.59955555555555551</c:v>
                </c:pt>
                <c:pt idx="17757">
                  <c:v>0.59955555555555551</c:v>
                </c:pt>
                <c:pt idx="17758">
                  <c:v>0.59955555555555551</c:v>
                </c:pt>
                <c:pt idx="17759">
                  <c:v>0.59955555555555551</c:v>
                </c:pt>
                <c:pt idx="17760">
                  <c:v>0.59955555555555551</c:v>
                </c:pt>
                <c:pt idx="17761">
                  <c:v>0.59970370370370374</c:v>
                </c:pt>
                <c:pt idx="17762">
                  <c:v>0.59970370370370374</c:v>
                </c:pt>
                <c:pt idx="17763">
                  <c:v>0.59970370370370374</c:v>
                </c:pt>
                <c:pt idx="17764">
                  <c:v>0.59970370370370374</c:v>
                </c:pt>
                <c:pt idx="17765">
                  <c:v>0.59985185185185186</c:v>
                </c:pt>
                <c:pt idx="17766">
                  <c:v>0.6</c:v>
                </c:pt>
                <c:pt idx="17767">
                  <c:v>0.6</c:v>
                </c:pt>
                <c:pt idx="17768">
                  <c:v>0.6</c:v>
                </c:pt>
                <c:pt idx="17769">
                  <c:v>0.6001481481481481</c:v>
                </c:pt>
                <c:pt idx="17770">
                  <c:v>0.6001481481481481</c:v>
                </c:pt>
                <c:pt idx="17771">
                  <c:v>0.6001481481481481</c:v>
                </c:pt>
                <c:pt idx="17772">
                  <c:v>0.6001481481481481</c:v>
                </c:pt>
                <c:pt idx="17773">
                  <c:v>0.6001481481481481</c:v>
                </c:pt>
                <c:pt idx="17774">
                  <c:v>0.6001481481481481</c:v>
                </c:pt>
                <c:pt idx="17775">
                  <c:v>0.6001481481481481</c:v>
                </c:pt>
                <c:pt idx="17776">
                  <c:v>0.60029629629629633</c:v>
                </c:pt>
                <c:pt idx="17777">
                  <c:v>0.60029629629629633</c:v>
                </c:pt>
                <c:pt idx="17778">
                  <c:v>0.60029629629629633</c:v>
                </c:pt>
                <c:pt idx="17779">
                  <c:v>0.60029629629629633</c:v>
                </c:pt>
                <c:pt idx="17780">
                  <c:v>0.60029629629629633</c:v>
                </c:pt>
                <c:pt idx="17781">
                  <c:v>0.60044444444444445</c:v>
                </c:pt>
                <c:pt idx="17782">
                  <c:v>0.60059259259259257</c:v>
                </c:pt>
                <c:pt idx="17783">
                  <c:v>0.60059259259259257</c:v>
                </c:pt>
                <c:pt idx="17784">
                  <c:v>0.60059259259259257</c:v>
                </c:pt>
                <c:pt idx="17785">
                  <c:v>0.60059259259259257</c:v>
                </c:pt>
                <c:pt idx="17786">
                  <c:v>0.60059259259259257</c:v>
                </c:pt>
                <c:pt idx="17787">
                  <c:v>0.60074074074074069</c:v>
                </c:pt>
                <c:pt idx="17788">
                  <c:v>0.60074074074074069</c:v>
                </c:pt>
                <c:pt idx="17789">
                  <c:v>0.60074074074074069</c:v>
                </c:pt>
                <c:pt idx="17790">
                  <c:v>0.60088888888888892</c:v>
                </c:pt>
                <c:pt idx="17791">
                  <c:v>0.60088888888888892</c:v>
                </c:pt>
                <c:pt idx="17792">
                  <c:v>0.60088888888888892</c:v>
                </c:pt>
                <c:pt idx="17793">
                  <c:v>0.60088888888888892</c:v>
                </c:pt>
                <c:pt idx="17794">
                  <c:v>0.60088888888888892</c:v>
                </c:pt>
                <c:pt idx="17795">
                  <c:v>0.60088888888888892</c:v>
                </c:pt>
                <c:pt idx="17796">
                  <c:v>0.60088888888888892</c:v>
                </c:pt>
                <c:pt idx="17797">
                  <c:v>0.60088888888888892</c:v>
                </c:pt>
                <c:pt idx="17798">
                  <c:v>0.60088888888888892</c:v>
                </c:pt>
                <c:pt idx="17799">
                  <c:v>0.60088888888888892</c:v>
                </c:pt>
                <c:pt idx="17800">
                  <c:v>0.60088888888888892</c:v>
                </c:pt>
                <c:pt idx="17801">
                  <c:v>0.60103703703703704</c:v>
                </c:pt>
                <c:pt idx="17802">
                  <c:v>0.60103703703703704</c:v>
                </c:pt>
                <c:pt idx="17803">
                  <c:v>0.60103703703703704</c:v>
                </c:pt>
                <c:pt idx="17804">
                  <c:v>0.60118518518518516</c:v>
                </c:pt>
                <c:pt idx="17805">
                  <c:v>0.60118518518518516</c:v>
                </c:pt>
                <c:pt idx="17806">
                  <c:v>0.60118518518518516</c:v>
                </c:pt>
                <c:pt idx="17807">
                  <c:v>0.60118518518518516</c:v>
                </c:pt>
                <c:pt idx="17808">
                  <c:v>0.60118518518518516</c:v>
                </c:pt>
                <c:pt idx="17809">
                  <c:v>0.60118518518518516</c:v>
                </c:pt>
                <c:pt idx="17810">
                  <c:v>0.60118518518518516</c:v>
                </c:pt>
                <c:pt idx="17811">
                  <c:v>0.60118518518518516</c:v>
                </c:pt>
                <c:pt idx="17812">
                  <c:v>0.60133333333333339</c:v>
                </c:pt>
                <c:pt idx="17813">
                  <c:v>0.60148148148148151</c:v>
                </c:pt>
                <c:pt idx="17814">
                  <c:v>0.60148148148148151</c:v>
                </c:pt>
                <c:pt idx="17815">
                  <c:v>0.60162962962962963</c:v>
                </c:pt>
                <c:pt idx="17816">
                  <c:v>0.60162962962962963</c:v>
                </c:pt>
                <c:pt idx="17817">
                  <c:v>0.60177777777777774</c:v>
                </c:pt>
                <c:pt idx="17818">
                  <c:v>0.60177777777777774</c:v>
                </c:pt>
                <c:pt idx="17819">
                  <c:v>0.60192592592592598</c:v>
                </c:pt>
                <c:pt idx="17820">
                  <c:v>0.60192592592592598</c:v>
                </c:pt>
                <c:pt idx="17821">
                  <c:v>0.60207407407407409</c:v>
                </c:pt>
                <c:pt idx="17822">
                  <c:v>0.60207407407407409</c:v>
                </c:pt>
                <c:pt idx="17823">
                  <c:v>0.60207407407407409</c:v>
                </c:pt>
                <c:pt idx="17824">
                  <c:v>0.60207407407407409</c:v>
                </c:pt>
                <c:pt idx="17825">
                  <c:v>0.60207407407407409</c:v>
                </c:pt>
                <c:pt idx="17826">
                  <c:v>0.60222222222222221</c:v>
                </c:pt>
                <c:pt idx="17827">
                  <c:v>0.60222222222222221</c:v>
                </c:pt>
                <c:pt idx="17828">
                  <c:v>0.60222222222222221</c:v>
                </c:pt>
                <c:pt idx="17829">
                  <c:v>0.60222222222222221</c:v>
                </c:pt>
                <c:pt idx="17830">
                  <c:v>0.60222222222222221</c:v>
                </c:pt>
                <c:pt idx="17831">
                  <c:v>0.60237037037037033</c:v>
                </c:pt>
                <c:pt idx="17832">
                  <c:v>0.60251851851851856</c:v>
                </c:pt>
                <c:pt idx="17833">
                  <c:v>0.60266666666666668</c:v>
                </c:pt>
                <c:pt idx="17834">
                  <c:v>0.60266666666666668</c:v>
                </c:pt>
                <c:pt idx="17835">
                  <c:v>0.60266666666666668</c:v>
                </c:pt>
                <c:pt idx="17836">
                  <c:v>0.60266666666666668</c:v>
                </c:pt>
                <c:pt idx="17837">
                  <c:v>0.6028148148148148</c:v>
                </c:pt>
                <c:pt idx="17838">
                  <c:v>0.6028148148148148</c:v>
                </c:pt>
                <c:pt idx="17839">
                  <c:v>0.6028148148148148</c:v>
                </c:pt>
                <c:pt idx="17840">
                  <c:v>0.6028148148148148</c:v>
                </c:pt>
                <c:pt idx="17841">
                  <c:v>0.6028148148148148</c:v>
                </c:pt>
                <c:pt idx="17842">
                  <c:v>0.6028148148148148</c:v>
                </c:pt>
                <c:pt idx="17843">
                  <c:v>0.6028148148148148</c:v>
                </c:pt>
                <c:pt idx="17844">
                  <c:v>0.60296296296296292</c:v>
                </c:pt>
                <c:pt idx="17845">
                  <c:v>0.60296296296296292</c:v>
                </c:pt>
                <c:pt idx="17846">
                  <c:v>0.60296296296296292</c:v>
                </c:pt>
                <c:pt idx="17847">
                  <c:v>0.60296296296296292</c:v>
                </c:pt>
                <c:pt idx="17848">
                  <c:v>0.60296296296296292</c:v>
                </c:pt>
                <c:pt idx="17849">
                  <c:v>0.60296296296296292</c:v>
                </c:pt>
                <c:pt idx="17850">
                  <c:v>0.60311111111111115</c:v>
                </c:pt>
                <c:pt idx="17851">
                  <c:v>0.60311111111111115</c:v>
                </c:pt>
                <c:pt idx="17852">
                  <c:v>0.60311111111111115</c:v>
                </c:pt>
                <c:pt idx="17853">
                  <c:v>0.60325925925925927</c:v>
                </c:pt>
                <c:pt idx="17854">
                  <c:v>0.60340740740740739</c:v>
                </c:pt>
                <c:pt idx="17855">
                  <c:v>0.60340740740740739</c:v>
                </c:pt>
                <c:pt idx="17856">
                  <c:v>0.60340740740740739</c:v>
                </c:pt>
                <c:pt idx="17857">
                  <c:v>0.60355555555555551</c:v>
                </c:pt>
                <c:pt idx="17858">
                  <c:v>0.60355555555555551</c:v>
                </c:pt>
                <c:pt idx="17859">
                  <c:v>0.60370370370370374</c:v>
                </c:pt>
                <c:pt idx="17860">
                  <c:v>0.60385185185185186</c:v>
                </c:pt>
                <c:pt idx="17861">
                  <c:v>0.60399999999999998</c:v>
                </c:pt>
                <c:pt idx="17862">
                  <c:v>0.60399999999999998</c:v>
                </c:pt>
                <c:pt idx="17863">
                  <c:v>0.60399999999999998</c:v>
                </c:pt>
                <c:pt idx="17864">
                  <c:v>0.6041481481481481</c:v>
                </c:pt>
                <c:pt idx="17865">
                  <c:v>0.6041481481481481</c:v>
                </c:pt>
                <c:pt idx="17866">
                  <c:v>0.6041481481481481</c:v>
                </c:pt>
                <c:pt idx="17867">
                  <c:v>0.60429629629629633</c:v>
                </c:pt>
                <c:pt idx="17868">
                  <c:v>0.60429629629629633</c:v>
                </c:pt>
                <c:pt idx="17869">
                  <c:v>0.60444444444444445</c:v>
                </c:pt>
                <c:pt idx="17870">
                  <c:v>0.60459259259259257</c:v>
                </c:pt>
                <c:pt idx="17871">
                  <c:v>0.60459259259259257</c:v>
                </c:pt>
                <c:pt idx="17872">
                  <c:v>0.60459259259259257</c:v>
                </c:pt>
                <c:pt idx="17873">
                  <c:v>0.60459259259259257</c:v>
                </c:pt>
                <c:pt idx="17874">
                  <c:v>0.60459259259259257</c:v>
                </c:pt>
                <c:pt idx="17875">
                  <c:v>0.60474074074074069</c:v>
                </c:pt>
                <c:pt idx="17876">
                  <c:v>0.60474074074074069</c:v>
                </c:pt>
                <c:pt idx="17877">
                  <c:v>0.60488888888888892</c:v>
                </c:pt>
                <c:pt idx="17878">
                  <c:v>0.60503703703703704</c:v>
                </c:pt>
                <c:pt idx="17879">
                  <c:v>0.60503703703703704</c:v>
                </c:pt>
                <c:pt idx="17880">
                  <c:v>0.60503703703703704</c:v>
                </c:pt>
                <c:pt idx="17881">
                  <c:v>0.60503703703703704</c:v>
                </c:pt>
                <c:pt idx="17882">
                  <c:v>0.60503703703703704</c:v>
                </c:pt>
                <c:pt idx="17883">
                  <c:v>0.60518518518518516</c:v>
                </c:pt>
                <c:pt idx="17884">
                  <c:v>0.60518518518518516</c:v>
                </c:pt>
                <c:pt idx="17885">
                  <c:v>0.60533333333333328</c:v>
                </c:pt>
                <c:pt idx="17886">
                  <c:v>0.60548148148148151</c:v>
                </c:pt>
                <c:pt idx="17887">
                  <c:v>0.60548148148148151</c:v>
                </c:pt>
                <c:pt idx="17888">
                  <c:v>0.60548148148148151</c:v>
                </c:pt>
                <c:pt idx="17889">
                  <c:v>0.60548148148148151</c:v>
                </c:pt>
                <c:pt idx="17890">
                  <c:v>0.60548148148148151</c:v>
                </c:pt>
                <c:pt idx="17891">
                  <c:v>0.60548148148148151</c:v>
                </c:pt>
                <c:pt idx="17892">
                  <c:v>0.60548148148148151</c:v>
                </c:pt>
                <c:pt idx="17893">
                  <c:v>0.60548148148148151</c:v>
                </c:pt>
                <c:pt idx="17894">
                  <c:v>0.60562962962962963</c:v>
                </c:pt>
                <c:pt idx="17895">
                  <c:v>0.60562962962962963</c:v>
                </c:pt>
                <c:pt idx="17896">
                  <c:v>0.60562962962962963</c:v>
                </c:pt>
                <c:pt idx="17897">
                  <c:v>0.60577777777777775</c:v>
                </c:pt>
                <c:pt idx="17898">
                  <c:v>0.60592592592592598</c:v>
                </c:pt>
                <c:pt idx="17899">
                  <c:v>0.6060740740740741</c:v>
                </c:pt>
                <c:pt idx="17900">
                  <c:v>0.6060740740740741</c:v>
                </c:pt>
                <c:pt idx="17901">
                  <c:v>0.60622222222222222</c:v>
                </c:pt>
                <c:pt idx="17902">
                  <c:v>0.60622222222222222</c:v>
                </c:pt>
                <c:pt idx="17903">
                  <c:v>0.60622222222222222</c:v>
                </c:pt>
                <c:pt idx="17904">
                  <c:v>0.60622222222222222</c:v>
                </c:pt>
                <c:pt idx="17905">
                  <c:v>0.60622222222222222</c:v>
                </c:pt>
                <c:pt idx="17906">
                  <c:v>0.60622222222222222</c:v>
                </c:pt>
                <c:pt idx="17907">
                  <c:v>0.60622222222222222</c:v>
                </c:pt>
                <c:pt idx="17908">
                  <c:v>0.60622222222222222</c:v>
                </c:pt>
                <c:pt idx="17909">
                  <c:v>0.60622222222222222</c:v>
                </c:pt>
                <c:pt idx="17910">
                  <c:v>0.60622222222222222</c:v>
                </c:pt>
                <c:pt idx="17911">
                  <c:v>0.60622222222222222</c:v>
                </c:pt>
                <c:pt idx="17912">
                  <c:v>0.60637037037037034</c:v>
                </c:pt>
                <c:pt idx="17913">
                  <c:v>0.60651851851851857</c:v>
                </c:pt>
                <c:pt idx="17914">
                  <c:v>0.60651851851851857</c:v>
                </c:pt>
                <c:pt idx="17915">
                  <c:v>0.60651851851851857</c:v>
                </c:pt>
                <c:pt idx="17916">
                  <c:v>0.60651851851851857</c:v>
                </c:pt>
                <c:pt idx="17917">
                  <c:v>0.60651851851851857</c:v>
                </c:pt>
                <c:pt idx="17918">
                  <c:v>0.60651851851851857</c:v>
                </c:pt>
                <c:pt idx="17919">
                  <c:v>0.60651851851851857</c:v>
                </c:pt>
                <c:pt idx="17920">
                  <c:v>0.60651851851851857</c:v>
                </c:pt>
                <c:pt idx="17921">
                  <c:v>0.60651851851851857</c:v>
                </c:pt>
                <c:pt idx="17922">
                  <c:v>0.60666666666666669</c:v>
                </c:pt>
                <c:pt idx="17923">
                  <c:v>0.60666666666666669</c:v>
                </c:pt>
                <c:pt idx="17924">
                  <c:v>0.60666666666666669</c:v>
                </c:pt>
                <c:pt idx="17925">
                  <c:v>0.60681481481481481</c:v>
                </c:pt>
                <c:pt idx="17926">
                  <c:v>0.60681481481481481</c:v>
                </c:pt>
                <c:pt idx="17927">
                  <c:v>0.60681481481481481</c:v>
                </c:pt>
                <c:pt idx="17928">
                  <c:v>0.60681481481481481</c:v>
                </c:pt>
                <c:pt idx="17929">
                  <c:v>0.60696296296296293</c:v>
                </c:pt>
                <c:pt idx="17930">
                  <c:v>0.60711111111111116</c:v>
                </c:pt>
                <c:pt idx="17931">
                  <c:v>0.60711111111111116</c:v>
                </c:pt>
                <c:pt idx="17932">
                  <c:v>0.60711111111111116</c:v>
                </c:pt>
                <c:pt idx="17933">
                  <c:v>0.60711111111111116</c:v>
                </c:pt>
                <c:pt idx="17934">
                  <c:v>0.60711111111111116</c:v>
                </c:pt>
                <c:pt idx="17935">
                  <c:v>0.60725925925925928</c:v>
                </c:pt>
                <c:pt idx="17936">
                  <c:v>0.60725925925925928</c:v>
                </c:pt>
                <c:pt idx="17937">
                  <c:v>0.60725925925925928</c:v>
                </c:pt>
                <c:pt idx="17938">
                  <c:v>0.60725925925925928</c:v>
                </c:pt>
                <c:pt idx="17939">
                  <c:v>0.60725925925925928</c:v>
                </c:pt>
                <c:pt idx="17940">
                  <c:v>0.6074074074074074</c:v>
                </c:pt>
                <c:pt idx="17941">
                  <c:v>0.6074074074074074</c:v>
                </c:pt>
                <c:pt idx="17942">
                  <c:v>0.60755555555555552</c:v>
                </c:pt>
                <c:pt idx="17943">
                  <c:v>0.60755555555555552</c:v>
                </c:pt>
                <c:pt idx="17944">
                  <c:v>0.60755555555555552</c:v>
                </c:pt>
                <c:pt idx="17945">
                  <c:v>0.60755555555555552</c:v>
                </c:pt>
                <c:pt idx="17946">
                  <c:v>0.60755555555555552</c:v>
                </c:pt>
                <c:pt idx="17947">
                  <c:v>0.60770370370370375</c:v>
                </c:pt>
                <c:pt idx="17948">
                  <c:v>0.60770370370370375</c:v>
                </c:pt>
                <c:pt idx="17949">
                  <c:v>0.60770370370370375</c:v>
                </c:pt>
                <c:pt idx="17950">
                  <c:v>0.60770370370370375</c:v>
                </c:pt>
                <c:pt idx="17951">
                  <c:v>0.60770370370370375</c:v>
                </c:pt>
                <c:pt idx="17952">
                  <c:v>0.60785185185185187</c:v>
                </c:pt>
                <c:pt idx="17953">
                  <c:v>0.60785185185185187</c:v>
                </c:pt>
                <c:pt idx="17954">
                  <c:v>0.60799999999999998</c:v>
                </c:pt>
                <c:pt idx="17955">
                  <c:v>0.6081481481481481</c:v>
                </c:pt>
                <c:pt idx="17956">
                  <c:v>0.6081481481481481</c:v>
                </c:pt>
                <c:pt idx="17957">
                  <c:v>0.60829629629629633</c:v>
                </c:pt>
                <c:pt idx="17958">
                  <c:v>0.60829629629629633</c:v>
                </c:pt>
                <c:pt idx="17959">
                  <c:v>0.60829629629629633</c:v>
                </c:pt>
                <c:pt idx="17960">
                  <c:v>0.60844444444444445</c:v>
                </c:pt>
                <c:pt idx="17961">
                  <c:v>0.60844444444444445</c:v>
                </c:pt>
                <c:pt idx="17962">
                  <c:v>0.60859259259259257</c:v>
                </c:pt>
                <c:pt idx="17963">
                  <c:v>0.60874074074074069</c:v>
                </c:pt>
                <c:pt idx="17964">
                  <c:v>0.60874074074074069</c:v>
                </c:pt>
                <c:pt idx="17965">
                  <c:v>0.60874074074074069</c:v>
                </c:pt>
                <c:pt idx="17966">
                  <c:v>0.60874074074074069</c:v>
                </c:pt>
                <c:pt idx="17967">
                  <c:v>0.60874074074074069</c:v>
                </c:pt>
                <c:pt idx="17968">
                  <c:v>0.60888888888888892</c:v>
                </c:pt>
                <c:pt idx="17969">
                  <c:v>0.60888888888888892</c:v>
                </c:pt>
                <c:pt idx="17970">
                  <c:v>0.60888888888888892</c:v>
                </c:pt>
                <c:pt idx="17971">
                  <c:v>0.60888888888888892</c:v>
                </c:pt>
                <c:pt idx="17972">
                  <c:v>0.60903703703703704</c:v>
                </c:pt>
                <c:pt idx="17973">
                  <c:v>0.60903703703703704</c:v>
                </c:pt>
                <c:pt idx="17974">
                  <c:v>0.60903703703703704</c:v>
                </c:pt>
                <c:pt idx="17975">
                  <c:v>0.60903703703703704</c:v>
                </c:pt>
                <c:pt idx="17976">
                  <c:v>0.60903703703703704</c:v>
                </c:pt>
                <c:pt idx="17977">
                  <c:v>0.60918518518518516</c:v>
                </c:pt>
                <c:pt idx="17978">
                  <c:v>0.60918518518518516</c:v>
                </c:pt>
                <c:pt idx="17979">
                  <c:v>0.60918518518518516</c:v>
                </c:pt>
                <c:pt idx="17980">
                  <c:v>0.60918518518518516</c:v>
                </c:pt>
                <c:pt idx="17981">
                  <c:v>0.60918518518518516</c:v>
                </c:pt>
                <c:pt idx="17982">
                  <c:v>0.60933333333333328</c:v>
                </c:pt>
                <c:pt idx="17983">
                  <c:v>0.60933333333333328</c:v>
                </c:pt>
                <c:pt idx="17984">
                  <c:v>0.60933333333333328</c:v>
                </c:pt>
                <c:pt idx="17985">
                  <c:v>0.60948148148148151</c:v>
                </c:pt>
                <c:pt idx="17986">
                  <c:v>0.60948148148148151</c:v>
                </c:pt>
                <c:pt idx="17987">
                  <c:v>0.60948148148148151</c:v>
                </c:pt>
                <c:pt idx="17988">
                  <c:v>0.60948148148148151</c:v>
                </c:pt>
                <c:pt idx="17989">
                  <c:v>0.60948148148148151</c:v>
                </c:pt>
                <c:pt idx="17990">
                  <c:v>0.60962962962962963</c:v>
                </c:pt>
                <c:pt idx="17991">
                  <c:v>0.60962962962962963</c:v>
                </c:pt>
                <c:pt idx="17992">
                  <c:v>0.60962962962962963</c:v>
                </c:pt>
                <c:pt idx="17993">
                  <c:v>0.60977777777777775</c:v>
                </c:pt>
                <c:pt idx="17994">
                  <c:v>0.60977777777777775</c:v>
                </c:pt>
                <c:pt idx="17995">
                  <c:v>0.60992592592592587</c:v>
                </c:pt>
                <c:pt idx="17996">
                  <c:v>0.6100740740740741</c:v>
                </c:pt>
                <c:pt idx="17997">
                  <c:v>0.6100740740740741</c:v>
                </c:pt>
                <c:pt idx="17998">
                  <c:v>0.6100740740740741</c:v>
                </c:pt>
                <c:pt idx="17999">
                  <c:v>0.6100740740740741</c:v>
                </c:pt>
                <c:pt idx="18000">
                  <c:v>0.61022222222222222</c:v>
                </c:pt>
                <c:pt idx="18001">
                  <c:v>0.61037037037037034</c:v>
                </c:pt>
                <c:pt idx="18002">
                  <c:v>0.61051851851851857</c:v>
                </c:pt>
                <c:pt idx="18003">
                  <c:v>0.61066666666666669</c:v>
                </c:pt>
                <c:pt idx="18004">
                  <c:v>0.61066666666666669</c:v>
                </c:pt>
                <c:pt idx="18005">
                  <c:v>0.61081481481481481</c:v>
                </c:pt>
                <c:pt idx="18006">
                  <c:v>0.61096296296296293</c:v>
                </c:pt>
                <c:pt idx="18007">
                  <c:v>0.61096296296296293</c:v>
                </c:pt>
                <c:pt idx="18008">
                  <c:v>0.61096296296296293</c:v>
                </c:pt>
                <c:pt idx="18009">
                  <c:v>0.61111111111111116</c:v>
                </c:pt>
                <c:pt idx="18010">
                  <c:v>0.61111111111111116</c:v>
                </c:pt>
                <c:pt idx="18011">
                  <c:v>0.61125925925925928</c:v>
                </c:pt>
                <c:pt idx="18012">
                  <c:v>0.61125925925925928</c:v>
                </c:pt>
                <c:pt idx="18013">
                  <c:v>0.61125925925925928</c:v>
                </c:pt>
                <c:pt idx="18014">
                  <c:v>0.61125925925925928</c:v>
                </c:pt>
                <c:pt idx="18015">
                  <c:v>0.6114074074074074</c:v>
                </c:pt>
                <c:pt idx="18016">
                  <c:v>0.6114074074074074</c:v>
                </c:pt>
                <c:pt idx="18017">
                  <c:v>0.6114074074074074</c:v>
                </c:pt>
                <c:pt idx="18018">
                  <c:v>0.6114074074074074</c:v>
                </c:pt>
                <c:pt idx="18019">
                  <c:v>0.6114074074074074</c:v>
                </c:pt>
                <c:pt idx="18020">
                  <c:v>0.61155555555555552</c:v>
                </c:pt>
                <c:pt idx="18021">
                  <c:v>0.61155555555555552</c:v>
                </c:pt>
                <c:pt idx="18022">
                  <c:v>0.61155555555555552</c:v>
                </c:pt>
                <c:pt idx="18023">
                  <c:v>0.61155555555555552</c:v>
                </c:pt>
                <c:pt idx="18024">
                  <c:v>0.61155555555555552</c:v>
                </c:pt>
                <c:pt idx="18025">
                  <c:v>0.61155555555555552</c:v>
                </c:pt>
                <c:pt idx="18026">
                  <c:v>0.61155555555555552</c:v>
                </c:pt>
                <c:pt idx="18027">
                  <c:v>0.61170370370370375</c:v>
                </c:pt>
                <c:pt idx="18028">
                  <c:v>0.61170370370370375</c:v>
                </c:pt>
                <c:pt idx="18029">
                  <c:v>0.61170370370370375</c:v>
                </c:pt>
                <c:pt idx="18030">
                  <c:v>0.61185185185185187</c:v>
                </c:pt>
                <c:pt idx="18031">
                  <c:v>0.61199999999999999</c:v>
                </c:pt>
                <c:pt idx="18032">
                  <c:v>0.61199999999999999</c:v>
                </c:pt>
                <c:pt idx="18033">
                  <c:v>0.61199999999999999</c:v>
                </c:pt>
                <c:pt idx="18034">
                  <c:v>0.61199999999999999</c:v>
                </c:pt>
                <c:pt idx="18035">
                  <c:v>0.61199999999999999</c:v>
                </c:pt>
                <c:pt idx="18036">
                  <c:v>0.61199999999999999</c:v>
                </c:pt>
                <c:pt idx="18037">
                  <c:v>0.61199999999999999</c:v>
                </c:pt>
                <c:pt idx="18038">
                  <c:v>0.61214814814814811</c:v>
                </c:pt>
                <c:pt idx="18039">
                  <c:v>0.61214814814814811</c:v>
                </c:pt>
                <c:pt idx="18040">
                  <c:v>0.61229629629629634</c:v>
                </c:pt>
                <c:pt idx="18041">
                  <c:v>0.61244444444444446</c:v>
                </c:pt>
                <c:pt idx="18042">
                  <c:v>0.61244444444444446</c:v>
                </c:pt>
                <c:pt idx="18043">
                  <c:v>0.61244444444444446</c:v>
                </c:pt>
                <c:pt idx="18044">
                  <c:v>0.61259259259259258</c:v>
                </c:pt>
                <c:pt idx="18045">
                  <c:v>0.61259259259259258</c:v>
                </c:pt>
                <c:pt idx="18046">
                  <c:v>0.6127407407407407</c:v>
                </c:pt>
                <c:pt idx="18047">
                  <c:v>0.6127407407407407</c:v>
                </c:pt>
                <c:pt idx="18048">
                  <c:v>0.6127407407407407</c:v>
                </c:pt>
                <c:pt idx="18049">
                  <c:v>0.6127407407407407</c:v>
                </c:pt>
                <c:pt idx="18050">
                  <c:v>0.6127407407407407</c:v>
                </c:pt>
                <c:pt idx="18051">
                  <c:v>0.61288888888888893</c:v>
                </c:pt>
                <c:pt idx="18052">
                  <c:v>0.61303703703703705</c:v>
                </c:pt>
                <c:pt idx="18053">
                  <c:v>0.61303703703703705</c:v>
                </c:pt>
                <c:pt idx="18054">
                  <c:v>0.61303703703703705</c:v>
                </c:pt>
                <c:pt idx="18055">
                  <c:v>0.61303703703703705</c:v>
                </c:pt>
                <c:pt idx="18056">
                  <c:v>0.61318518518518517</c:v>
                </c:pt>
                <c:pt idx="18057">
                  <c:v>0.61333333333333329</c:v>
                </c:pt>
                <c:pt idx="18058">
                  <c:v>0.61348148148148152</c:v>
                </c:pt>
                <c:pt idx="18059">
                  <c:v>0.61348148148148152</c:v>
                </c:pt>
                <c:pt idx="18060">
                  <c:v>0.61348148148148152</c:v>
                </c:pt>
                <c:pt idx="18061">
                  <c:v>0.61348148148148152</c:v>
                </c:pt>
                <c:pt idx="18062">
                  <c:v>0.61348148148148152</c:v>
                </c:pt>
                <c:pt idx="18063">
                  <c:v>0.61348148148148152</c:v>
                </c:pt>
                <c:pt idx="18064">
                  <c:v>0.61348148148148152</c:v>
                </c:pt>
                <c:pt idx="18065">
                  <c:v>0.61348148148148152</c:v>
                </c:pt>
                <c:pt idx="18066">
                  <c:v>0.61348148148148152</c:v>
                </c:pt>
                <c:pt idx="18067">
                  <c:v>0.61348148148148152</c:v>
                </c:pt>
                <c:pt idx="18068">
                  <c:v>0.61362962962962964</c:v>
                </c:pt>
                <c:pt idx="18069">
                  <c:v>0.61362962962962964</c:v>
                </c:pt>
                <c:pt idx="18070">
                  <c:v>0.61362962962962964</c:v>
                </c:pt>
                <c:pt idx="18071">
                  <c:v>0.61377777777777776</c:v>
                </c:pt>
                <c:pt idx="18072">
                  <c:v>0.61377777777777776</c:v>
                </c:pt>
                <c:pt idx="18073">
                  <c:v>0.61377777777777776</c:v>
                </c:pt>
                <c:pt idx="18074">
                  <c:v>0.61377777777777776</c:v>
                </c:pt>
                <c:pt idx="18075">
                  <c:v>0.61392592592592587</c:v>
                </c:pt>
                <c:pt idx="18076">
                  <c:v>0.61407407407407411</c:v>
                </c:pt>
                <c:pt idx="18077">
                  <c:v>0.61407407407407411</c:v>
                </c:pt>
                <c:pt idx="18078">
                  <c:v>0.61422222222222222</c:v>
                </c:pt>
                <c:pt idx="18079">
                  <c:v>0.61422222222222222</c:v>
                </c:pt>
                <c:pt idx="18080">
                  <c:v>0.61422222222222222</c:v>
                </c:pt>
                <c:pt idx="18081">
                  <c:v>0.61422222222222222</c:v>
                </c:pt>
                <c:pt idx="18082">
                  <c:v>0.61437037037037034</c:v>
                </c:pt>
                <c:pt idx="18083">
                  <c:v>0.61451851851851846</c:v>
                </c:pt>
                <c:pt idx="18084">
                  <c:v>0.61466666666666669</c:v>
                </c:pt>
                <c:pt idx="18085">
                  <c:v>0.61466666666666669</c:v>
                </c:pt>
                <c:pt idx="18086">
                  <c:v>0.61466666666666669</c:v>
                </c:pt>
                <c:pt idx="18087">
                  <c:v>0.61466666666666669</c:v>
                </c:pt>
                <c:pt idx="18088">
                  <c:v>0.61466666666666669</c:v>
                </c:pt>
                <c:pt idx="18089">
                  <c:v>0.61466666666666669</c:v>
                </c:pt>
                <c:pt idx="18090">
                  <c:v>0.61466666666666669</c:v>
                </c:pt>
                <c:pt idx="18091">
                  <c:v>0.61466666666666669</c:v>
                </c:pt>
                <c:pt idx="18092">
                  <c:v>0.61481481481481481</c:v>
                </c:pt>
                <c:pt idx="18093">
                  <c:v>0.61481481481481481</c:v>
                </c:pt>
                <c:pt idx="18094">
                  <c:v>0.61481481481481481</c:v>
                </c:pt>
                <c:pt idx="18095">
                  <c:v>0.61481481481481481</c:v>
                </c:pt>
                <c:pt idx="18096">
                  <c:v>0.61481481481481481</c:v>
                </c:pt>
                <c:pt idx="18097">
                  <c:v>0.61481481481481481</c:v>
                </c:pt>
                <c:pt idx="18098">
                  <c:v>0.61496296296296293</c:v>
                </c:pt>
                <c:pt idx="18099">
                  <c:v>0.61496296296296293</c:v>
                </c:pt>
                <c:pt idx="18100">
                  <c:v>0.61496296296296293</c:v>
                </c:pt>
                <c:pt idx="18101">
                  <c:v>0.61496296296296293</c:v>
                </c:pt>
                <c:pt idx="18102">
                  <c:v>0.61496296296296293</c:v>
                </c:pt>
                <c:pt idx="18103">
                  <c:v>0.61511111111111116</c:v>
                </c:pt>
                <c:pt idx="18104">
                  <c:v>0.61525925925925928</c:v>
                </c:pt>
                <c:pt idx="18105">
                  <c:v>0.6154074074074074</c:v>
                </c:pt>
                <c:pt idx="18106">
                  <c:v>0.6154074074074074</c:v>
                </c:pt>
                <c:pt idx="18107">
                  <c:v>0.6154074074074074</c:v>
                </c:pt>
                <c:pt idx="18108">
                  <c:v>0.6154074074074074</c:v>
                </c:pt>
                <c:pt idx="18109">
                  <c:v>0.6154074074074074</c:v>
                </c:pt>
                <c:pt idx="18110">
                  <c:v>0.61555555555555552</c:v>
                </c:pt>
                <c:pt idx="18111">
                  <c:v>0.61570370370370375</c:v>
                </c:pt>
                <c:pt idx="18112">
                  <c:v>0.61570370370370375</c:v>
                </c:pt>
                <c:pt idx="18113">
                  <c:v>0.61570370370370375</c:v>
                </c:pt>
                <c:pt idx="18114">
                  <c:v>0.61570370370370375</c:v>
                </c:pt>
                <c:pt idx="18115">
                  <c:v>0.61570370370370375</c:v>
                </c:pt>
                <c:pt idx="18116">
                  <c:v>0.61570370370370375</c:v>
                </c:pt>
                <c:pt idx="18117">
                  <c:v>0.61570370370370375</c:v>
                </c:pt>
                <c:pt idx="18118">
                  <c:v>0.61585185185185187</c:v>
                </c:pt>
                <c:pt idx="18119">
                  <c:v>0.61585185185185187</c:v>
                </c:pt>
                <c:pt idx="18120">
                  <c:v>0.61585185185185187</c:v>
                </c:pt>
                <c:pt idx="18121">
                  <c:v>0.61585185185185187</c:v>
                </c:pt>
                <c:pt idx="18122">
                  <c:v>0.61585185185185187</c:v>
                </c:pt>
                <c:pt idx="18123">
                  <c:v>0.61585185185185187</c:v>
                </c:pt>
                <c:pt idx="18124">
                  <c:v>0.61599999999999999</c:v>
                </c:pt>
                <c:pt idx="18125">
                  <c:v>0.61599999999999999</c:v>
                </c:pt>
                <c:pt idx="18126">
                  <c:v>0.61599999999999999</c:v>
                </c:pt>
                <c:pt idx="18127">
                  <c:v>0.61599999999999999</c:v>
                </c:pt>
                <c:pt idx="18128">
                  <c:v>0.61614814814814811</c:v>
                </c:pt>
                <c:pt idx="18129">
                  <c:v>0.61629629629629634</c:v>
                </c:pt>
                <c:pt idx="18130">
                  <c:v>0.61644444444444446</c:v>
                </c:pt>
                <c:pt idx="18131">
                  <c:v>0.61644444444444446</c:v>
                </c:pt>
                <c:pt idx="18132">
                  <c:v>0.61644444444444446</c:v>
                </c:pt>
                <c:pt idx="18133">
                  <c:v>0.61644444444444446</c:v>
                </c:pt>
                <c:pt idx="18134">
                  <c:v>0.61644444444444446</c:v>
                </c:pt>
                <c:pt idx="18135">
                  <c:v>0.61644444444444446</c:v>
                </c:pt>
                <c:pt idx="18136">
                  <c:v>0.61644444444444446</c:v>
                </c:pt>
                <c:pt idx="18137">
                  <c:v>0.61644444444444446</c:v>
                </c:pt>
                <c:pt idx="18138">
                  <c:v>0.61644444444444446</c:v>
                </c:pt>
                <c:pt idx="18139">
                  <c:v>0.61644444444444446</c:v>
                </c:pt>
                <c:pt idx="18140">
                  <c:v>0.61659259259259258</c:v>
                </c:pt>
                <c:pt idx="18141">
                  <c:v>0.6167407407407407</c:v>
                </c:pt>
                <c:pt idx="18142">
                  <c:v>0.6167407407407407</c:v>
                </c:pt>
                <c:pt idx="18143">
                  <c:v>0.6167407407407407</c:v>
                </c:pt>
                <c:pt idx="18144">
                  <c:v>0.6167407407407407</c:v>
                </c:pt>
                <c:pt idx="18145">
                  <c:v>0.61688888888888893</c:v>
                </c:pt>
                <c:pt idx="18146">
                  <c:v>0.61688888888888893</c:v>
                </c:pt>
                <c:pt idx="18147">
                  <c:v>0.61688888888888893</c:v>
                </c:pt>
                <c:pt idx="18148">
                  <c:v>0.61688888888888893</c:v>
                </c:pt>
                <c:pt idx="18149">
                  <c:v>0.61688888888888893</c:v>
                </c:pt>
                <c:pt idx="18150">
                  <c:v>0.61688888888888893</c:v>
                </c:pt>
                <c:pt idx="18151">
                  <c:v>0.61688888888888893</c:v>
                </c:pt>
                <c:pt idx="18152">
                  <c:v>0.61688888888888893</c:v>
                </c:pt>
                <c:pt idx="18153">
                  <c:v>0.61688888888888893</c:v>
                </c:pt>
                <c:pt idx="18154">
                  <c:v>0.61688888888888893</c:v>
                </c:pt>
                <c:pt idx="18155">
                  <c:v>0.61688888888888893</c:v>
                </c:pt>
                <c:pt idx="18156">
                  <c:v>0.61703703703703705</c:v>
                </c:pt>
                <c:pt idx="18157">
                  <c:v>0.61703703703703705</c:v>
                </c:pt>
                <c:pt idx="18158">
                  <c:v>0.61718518518518517</c:v>
                </c:pt>
                <c:pt idx="18159">
                  <c:v>0.61718518518518517</c:v>
                </c:pt>
                <c:pt idx="18160">
                  <c:v>0.61733333333333329</c:v>
                </c:pt>
                <c:pt idx="18161">
                  <c:v>0.61733333333333329</c:v>
                </c:pt>
                <c:pt idx="18162">
                  <c:v>0.61733333333333329</c:v>
                </c:pt>
                <c:pt idx="18163">
                  <c:v>0.61733333333333329</c:v>
                </c:pt>
                <c:pt idx="18164">
                  <c:v>0.61733333333333329</c:v>
                </c:pt>
                <c:pt idx="18165">
                  <c:v>0.61733333333333329</c:v>
                </c:pt>
                <c:pt idx="18166">
                  <c:v>0.61733333333333329</c:v>
                </c:pt>
                <c:pt idx="18167">
                  <c:v>0.61733333333333329</c:v>
                </c:pt>
                <c:pt idx="18168">
                  <c:v>0.61733333333333329</c:v>
                </c:pt>
                <c:pt idx="18169">
                  <c:v>0.61733333333333329</c:v>
                </c:pt>
                <c:pt idx="18170">
                  <c:v>0.61733333333333329</c:v>
                </c:pt>
                <c:pt idx="18171">
                  <c:v>0.61748148148148152</c:v>
                </c:pt>
                <c:pt idx="18172">
                  <c:v>0.61748148148148152</c:v>
                </c:pt>
                <c:pt idx="18173">
                  <c:v>0.61748148148148152</c:v>
                </c:pt>
                <c:pt idx="18174">
                  <c:v>0.61748148148148152</c:v>
                </c:pt>
                <c:pt idx="18175">
                  <c:v>0.61748148148148152</c:v>
                </c:pt>
                <c:pt idx="18176">
                  <c:v>0.61762962962962964</c:v>
                </c:pt>
                <c:pt idx="18177">
                  <c:v>0.61762962962962964</c:v>
                </c:pt>
                <c:pt idx="18178">
                  <c:v>0.61762962962962964</c:v>
                </c:pt>
                <c:pt idx="18179">
                  <c:v>0.61777777777777776</c:v>
                </c:pt>
                <c:pt idx="18180">
                  <c:v>0.61777777777777776</c:v>
                </c:pt>
                <c:pt idx="18181">
                  <c:v>0.61777777777777776</c:v>
                </c:pt>
                <c:pt idx="18182">
                  <c:v>0.61777777777777776</c:v>
                </c:pt>
                <c:pt idx="18183">
                  <c:v>0.61792592592592588</c:v>
                </c:pt>
                <c:pt idx="18184">
                  <c:v>0.61792592592592588</c:v>
                </c:pt>
                <c:pt idx="18185">
                  <c:v>0.61792592592592588</c:v>
                </c:pt>
                <c:pt idx="18186">
                  <c:v>0.61807407407407411</c:v>
                </c:pt>
                <c:pt idx="18187">
                  <c:v>0.61822222222222223</c:v>
                </c:pt>
                <c:pt idx="18188">
                  <c:v>0.61822222222222223</c:v>
                </c:pt>
                <c:pt idx="18189">
                  <c:v>0.61822222222222223</c:v>
                </c:pt>
                <c:pt idx="18190">
                  <c:v>0.61837037037037035</c:v>
                </c:pt>
                <c:pt idx="18191">
                  <c:v>0.61837037037037035</c:v>
                </c:pt>
                <c:pt idx="18192">
                  <c:v>0.61837037037037035</c:v>
                </c:pt>
                <c:pt idx="18193">
                  <c:v>0.61837037037037035</c:v>
                </c:pt>
                <c:pt idx="18194">
                  <c:v>0.61837037037037035</c:v>
                </c:pt>
                <c:pt idx="18195">
                  <c:v>0.61851851851851847</c:v>
                </c:pt>
                <c:pt idx="18196">
                  <c:v>0.61851851851851847</c:v>
                </c:pt>
                <c:pt idx="18197">
                  <c:v>0.61851851851851847</c:v>
                </c:pt>
                <c:pt idx="18198">
                  <c:v>0.6186666666666667</c:v>
                </c:pt>
                <c:pt idx="18199">
                  <c:v>0.6186666666666667</c:v>
                </c:pt>
                <c:pt idx="18200">
                  <c:v>0.6186666666666667</c:v>
                </c:pt>
                <c:pt idx="18201">
                  <c:v>0.6186666666666667</c:v>
                </c:pt>
                <c:pt idx="18202">
                  <c:v>0.61881481481481482</c:v>
                </c:pt>
                <c:pt idx="18203">
                  <c:v>0.61881481481481482</c:v>
                </c:pt>
                <c:pt idx="18204">
                  <c:v>0.61881481481481482</c:v>
                </c:pt>
                <c:pt idx="18205">
                  <c:v>0.61881481481481482</c:v>
                </c:pt>
                <c:pt idx="18206">
                  <c:v>0.61881481481481482</c:v>
                </c:pt>
                <c:pt idx="18207">
                  <c:v>0.61881481481481482</c:v>
                </c:pt>
                <c:pt idx="18208">
                  <c:v>0.61881481481481482</c:v>
                </c:pt>
                <c:pt idx="18209">
                  <c:v>0.61881481481481482</c:v>
                </c:pt>
                <c:pt idx="18210">
                  <c:v>0.61881481481481482</c:v>
                </c:pt>
                <c:pt idx="18211">
                  <c:v>0.61881481481481482</c:v>
                </c:pt>
                <c:pt idx="18212">
                  <c:v>0.61896296296296294</c:v>
                </c:pt>
                <c:pt idx="18213">
                  <c:v>0.61911111111111106</c:v>
                </c:pt>
                <c:pt idx="18214">
                  <c:v>0.61911111111111106</c:v>
                </c:pt>
                <c:pt idx="18215">
                  <c:v>0.61911111111111106</c:v>
                </c:pt>
                <c:pt idx="18216">
                  <c:v>0.61925925925925929</c:v>
                </c:pt>
                <c:pt idx="18217">
                  <c:v>0.61925925925925929</c:v>
                </c:pt>
                <c:pt idx="18218">
                  <c:v>0.61925925925925929</c:v>
                </c:pt>
                <c:pt idx="18219">
                  <c:v>0.61925925925925929</c:v>
                </c:pt>
                <c:pt idx="18220">
                  <c:v>0.61925925925925929</c:v>
                </c:pt>
                <c:pt idx="18221">
                  <c:v>0.61925925925925929</c:v>
                </c:pt>
                <c:pt idx="18222">
                  <c:v>0.61940740740740741</c:v>
                </c:pt>
                <c:pt idx="18223">
                  <c:v>0.61940740740740741</c:v>
                </c:pt>
                <c:pt idx="18224">
                  <c:v>0.61955555555555553</c:v>
                </c:pt>
                <c:pt idx="18225">
                  <c:v>0.61970370370370376</c:v>
                </c:pt>
                <c:pt idx="18226">
                  <c:v>0.61970370370370376</c:v>
                </c:pt>
                <c:pt idx="18227">
                  <c:v>0.61970370370370376</c:v>
                </c:pt>
                <c:pt idx="18228">
                  <c:v>0.61970370370370376</c:v>
                </c:pt>
                <c:pt idx="18229">
                  <c:v>0.61970370370370376</c:v>
                </c:pt>
                <c:pt idx="18230">
                  <c:v>0.61985185185185188</c:v>
                </c:pt>
                <c:pt idx="18231">
                  <c:v>0.61985185185185188</c:v>
                </c:pt>
                <c:pt idx="18232">
                  <c:v>0.61985185185185188</c:v>
                </c:pt>
                <c:pt idx="18233">
                  <c:v>0.61985185185185188</c:v>
                </c:pt>
                <c:pt idx="18234">
                  <c:v>0.61985185185185188</c:v>
                </c:pt>
                <c:pt idx="18235">
                  <c:v>0.61985185185185188</c:v>
                </c:pt>
                <c:pt idx="18236">
                  <c:v>0.62</c:v>
                </c:pt>
                <c:pt idx="18237">
                  <c:v>0.62</c:v>
                </c:pt>
                <c:pt idx="18238">
                  <c:v>0.62</c:v>
                </c:pt>
                <c:pt idx="18239">
                  <c:v>0.62014814814814812</c:v>
                </c:pt>
                <c:pt idx="18240">
                  <c:v>0.62014814814814812</c:v>
                </c:pt>
                <c:pt idx="18241">
                  <c:v>0.62029629629629635</c:v>
                </c:pt>
                <c:pt idx="18242">
                  <c:v>0.62044444444444447</c:v>
                </c:pt>
                <c:pt idx="18243">
                  <c:v>0.62044444444444447</c:v>
                </c:pt>
                <c:pt idx="18244">
                  <c:v>0.62044444444444447</c:v>
                </c:pt>
                <c:pt idx="18245">
                  <c:v>0.62044444444444447</c:v>
                </c:pt>
                <c:pt idx="18246">
                  <c:v>0.62044444444444447</c:v>
                </c:pt>
                <c:pt idx="18247">
                  <c:v>0.62044444444444447</c:v>
                </c:pt>
                <c:pt idx="18248">
                  <c:v>0.62044444444444447</c:v>
                </c:pt>
                <c:pt idx="18249">
                  <c:v>0.62044444444444447</c:v>
                </c:pt>
                <c:pt idx="18250">
                  <c:v>0.62044444444444447</c:v>
                </c:pt>
                <c:pt idx="18251">
                  <c:v>0.62044444444444447</c:v>
                </c:pt>
                <c:pt idx="18252">
                  <c:v>0.62044444444444447</c:v>
                </c:pt>
                <c:pt idx="18253">
                  <c:v>0.62044444444444447</c:v>
                </c:pt>
                <c:pt idx="18254">
                  <c:v>0.62044444444444447</c:v>
                </c:pt>
                <c:pt idx="18255">
                  <c:v>0.62044444444444447</c:v>
                </c:pt>
                <c:pt idx="18256">
                  <c:v>0.62044444444444447</c:v>
                </c:pt>
                <c:pt idx="18257">
                  <c:v>0.62044444444444447</c:v>
                </c:pt>
                <c:pt idx="18258">
                  <c:v>0.62059259259259258</c:v>
                </c:pt>
                <c:pt idx="18259">
                  <c:v>0.62059259259259258</c:v>
                </c:pt>
                <c:pt idx="18260">
                  <c:v>0.62059259259259258</c:v>
                </c:pt>
                <c:pt idx="18261">
                  <c:v>0.6207407407407407</c:v>
                </c:pt>
                <c:pt idx="18262">
                  <c:v>0.62088888888888893</c:v>
                </c:pt>
                <c:pt idx="18263">
                  <c:v>0.62088888888888893</c:v>
                </c:pt>
                <c:pt idx="18264">
                  <c:v>0.62088888888888893</c:v>
                </c:pt>
                <c:pt idx="18265">
                  <c:v>0.62088888888888893</c:v>
                </c:pt>
                <c:pt idx="18266">
                  <c:v>0.62088888888888893</c:v>
                </c:pt>
                <c:pt idx="18267">
                  <c:v>0.62088888888888893</c:v>
                </c:pt>
                <c:pt idx="18268">
                  <c:v>0.62088888888888893</c:v>
                </c:pt>
                <c:pt idx="18269">
                  <c:v>0.62088888888888893</c:v>
                </c:pt>
                <c:pt idx="18270">
                  <c:v>0.62088888888888893</c:v>
                </c:pt>
                <c:pt idx="18271">
                  <c:v>0.62088888888888893</c:v>
                </c:pt>
                <c:pt idx="18272">
                  <c:v>0.62088888888888893</c:v>
                </c:pt>
                <c:pt idx="18273">
                  <c:v>0.62088888888888893</c:v>
                </c:pt>
                <c:pt idx="18274">
                  <c:v>0.62103703703703705</c:v>
                </c:pt>
                <c:pt idx="18275">
                  <c:v>0.62103703703703705</c:v>
                </c:pt>
                <c:pt idx="18276">
                  <c:v>0.62103703703703705</c:v>
                </c:pt>
                <c:pt idx="18277">
                  <c:v>0.62103703703703705</c:v>
                </c:pt>
                <c:pt idx="18278">
                  <c:v>0.62103703703703705</c:v>
                </c:pt>
                <c:pt idx="18279">
                  <c:v>0.62103703703703705</c:v>
                </c:pt>
                <c:pt idx="18280">
                  <c:v>0.62103703703703705</c:v>
                </c:pt>
                <c:pt idx="18281">
                  <c:v>0.62118518518518517</c:v>
                </c:pt>
                <c:pt idx="18282">
                  <c:v>0.62118518518518517</c:v>
                </c:pt>
                <c:pt idx="18283">
                  <c:v>0.62118518518518517</c:v>
                </c:pt>
                <c:pt idx="18284">
                  <c:v>0.62118518518518517</c:v>
                </c:pt>
                <c:pt idx="18285">
                  <c:v>0.62118518518518517</c:v>
                </c:pt>
                <c:pt idx="18286">
                  <c:v>0.62118518518518517</c:v>
                </c:pt>
                <c:pt idx="18287">
                  <c:v>0.62133333333333329</c:v>
                </c:pt>
                <c:pt idx="18288">
                  <c:v>0.62133333333333329</c:v>
                </c:pt>
                <c:pt idx="18289">
                  <c:v>0.62133333333333329</c:v>
                </c:pt>
                <c:pt idx="18290">
                  <c:v>0.62133333333333329</c:v>
                </c:pt>
                <c:pt idx="18291">
                  <c:v>0.62133333333333329</c:v>
                </c:pt>
                <c:pt idx="18292">
                  <c:v>0.62148148148148152</c:v>
                </c:pt>
                <c:pt idx="18293">
                  <c:v>0.62162962962962964</c:v>
                </c:pt>
                <c:pt idx="18294">
                  <c:v>0.62177777777777776</c:v>
                </c:pt>
                <c:pt idx="18295">
                  <c:v>0.62192592592592588</c:v>
                </c:pt>
                <c:pt idx="18296">
                  <c:v>0.62192592592592588</c:v>
                </c:pt>
                <c:pt idx="18297">
                  <c:v>0.62192592592592588</c:v>
                </c:pt>
                <c:pt idx="18298">
                  <c:v>0.62207407407407411</c:v>
                </c:pt>
                <c:pt idx="18299">
                  <c:v>0.62207407407407411</c:v>
                </c:pt>
                <c:pt idx="18300">
                  <c:v>0.62207407407407411</c:v>
                </c:pt>
                <c:pt idx="18301">
                  <c:v>0.62222222222222223</c:v>
                </c:pt>
                <c:pt idx="18302">
                  <c:v>0.62222222222222223</c:v>
                </c:pt>
                <c:pt idx="18303">
                  <c:v>0.62237037037037035</c:v>
                </c:pt>
                <c:pt idx="18304">
                  <c:v>0.62251851851851847</c:v>
                </c:pt>
                <c:pt idx="18305">
                  <c:v>0.62251851851851847</c:v>
                </c:pt>
                <c:pt idx="18306">
                  <c:v>0.62251851851851847</c:v>
                </c:pt>
                <c:pt idx="18307">
                  <c:v>0.62251851851851847</c:v>
                </c:pt>
                <c:pt idx="18308">
                  <c:v>0.6226666666666667</c:v>
                </c:pt>
                <c:pt idx="18309">
                  <c:v>0.6226666666666667</c:v>
                </c:pt>
                <c:pt idx="18310">
                  <c:v>0.62281481481481482</c:v>
                </c:pt>
                <c:pt idx="18311">
                  <c:v>0.62281481481481482</c:v>
                </c:pt>
                <c:pt idx="18312">
                  <c:v>0.62296296296296294</c:v>
                </c:pt>
                <c:pt idx="18313">
                  <c:v>0.62296296296296294</c:v>
                </c:pt>
                <c:pt idx="18314">
                  <c:v>0.62296296296296294</c:v>
                </c:pt>
                <c:pt idx="18315">
                  <c:v>0.62296296296296294</c:v>
                </c:pt>
                <c:pt idx="18316">
                  <c:v>0.62296296296296294</c:v>
                </c:pt>
                <c:pt idx="18317">
                  <c:v>0.62296296296296294</c:v>
                </c:pt>
                <c:pt idx="18318">
                  <c:v>0.62311111111111106</c:v>
                </c:pt>
                <c:pt idx="18319">
                  <c:v>0.62311111111111106</c:v>
                </c:pt>
                <c:pt idx="18320">
                  <c:v>0.62311111111111106</c:v>
                </c:pt>
                <c:pt idx="18321">
                  <c:v>0.62325925925925929</c:v>
                </c:pt>
                <c:pt idx="18322">
                  <c:v>0.62325925925925929</c:v>
                </c:pt>
                <c:pt idx="18323">
                  <c:v>0.62325925925925929</c:v>
                </c:pt>
                <c:pt idx="18324">
                  <c:v>0.62340740740740741</c:v>
                </c:pt>
                <c:pt idx="18325">
                  <c:v>0.62355555555555553</c:v>
                </c:pt>
                <c:pt idx="18326">
                  <c:v>0.62355555555555553</c:v>
                </c:pt>
                <c:pt idx="18327">
                  <c:v>0.62355555555555553</c:v>
                </c:pt>
                <c:pt idx="18328">
                  <c:v>0.62355555555555553</c:v>
                </c:pt>
                <c:pt idx="18329">
                  <c:v>0.62355555555555553</c:v>
                </c:pt>
                <c:pt idx="18330">
                  <c:v>0.62370370370370365</c:v>
                </c:pt>
                <c:pt idx="18331">
                  <c:v>0.62370370370370365</c:v>
                </c:pt>
                <c:pt idx="18332">
                  <c:v>0.62370370370370365</c:v>
                </c:pt>
                <c:pt idx="18333">
                  <c:v>0.62385185185185188</c:v>
                </c:pt>
                <c:pt idx="18334">
                  <c:v>0.62385185185185188</c:v>
                </c:pt>
                <c:pt idx="18335">
                  <c:v>0.624</c:v>
                </c:pt>
                <c:pt idx="18336">
                  <c:v>0.624</c:v>
                </c:pt>
                <c:pt idx="18337">
                  <c:v>0.624</c:v>
                </c:pt>
                <c:pt idx="18338">
                  <c:v>0.624</c:v>
                </c:pt>
                <c:pt idx="18339">
                  <c:v>0.624</c:v>
                </c:pt>
                <c:pt idx="18340">
                  <c:v>0.624</c:v>
                </c:pt>
                <c:pt idx="18341">
                  <c:v>0.62414814814814812</c:v>
                </c:pt>
                <c:pt idx="18342">
                  <c:v>0.62414814814814812</c:v>
                </c:pt>
                <c:pt idx="18343">
                  <c:v>0.62414814814814812</c:v>
                </c:pt>
                <c:pt idx="18344">
                  <c:v>0.62414814814814812</c:v>
                </c:pt>
                <c:pt idx="18345">
                  <c:v>0.62429629629629635</c:v>
                </c:pt>
                <c:pt idx="18346">
                  <c:v>0.62429629629629635</c:v>
                </c:pt>
                <c:pt idx="18347">
                  <c:v>0.62429629629629635</c:v>
                </c:pt>
                <c:pt idx="18348">
                  <c:v>0.62429629629629635</c:v>
                </c:pt>
                <c:pt idx="18349">
                  <c:v>0.62429629629629635</c:v>
                </c:pt>
                <c:pt idx="18350">
                  <c:v>0.62429629629629635</c:v>
                </c:pt>
                <c:pt idx="18351">
                  <c:v>0.62429629629629635</c:v>
                </c:pt>
                <c:pt idx="18352">
                  <c:v>0.62429629629629635</c:v>
                </c:pt>
                <c:pt idx="18353">
                  <c:v>0.62429629629629635</c:v>
                </c:pt>
                <c:pt idx="18354">
                  <c:v>0.62429629629629635</c:v>
                </c:pt>
                <c:pt idx="18355">
                  <c:v>0.62429629629629635</c:v>
                </c:pt>
                <c:pt idx="18356">
                  <c:v>0.62444444444444447</c:v>
                </c:pt>
                <c:pt idx="18357">
                  <c:v>0.62444444444444447</c:v>
                </c:pt>
                <c:pt idx="18358">
                  <c:v>0.62444444444444447</c:v>
                </c:pt>
                <c:pt idx="18359">
                  <c:v>0.62444444444444447</c:v>
                </c:pt>
                <c:pt idx="18360">
                  <c:v>0.62444444444444447</c:v>
                </c:pt>
                <c:pt idx="18361">
                  <c:v>0.62459259259259259</c:v>
                </c:pt>
                <c:pt idx="18362">
                  <c:v>0.62459259259259259</c:v>
                </c:pt>
                <c:pt idx="18363">
                  <c:v>0.62459259259259259</c:v>
                </c:pt>
                <c:pt idx="18364">
                  <c:v>0.62474074074074071</c:v>
                </c:pt>
                <c:pt idx="18365">
                  <c:v>0.62474074074074071</c:v>
                </c:pt>
                <c:pt idx="18366">
                  <c:v>0.62474074074074071</c:v>
                </c:pt>
                <c:pt idx="18367">
                  <c:v>0.62474074074074071</c:v>
                </c:pt>
                <c:pt idx="18368">
                  <c:v>0.62474074074074071</c:v>
                </c:pt>
                <c:pt idx="18369">
                  <c:v>0.62474074074074071</c:v>
                </c:pt>
                <c:pt idx="18370">
                  <c:v>0.62488888888888894</c:v>
                </c:pt>
                <c:pt idx="18371">
                  <c:v>0.62488888888888894</c:v>
                </c:pt>
                <c:pt idx="18372">
                  <c:v>0.62488888888888894</c:v>
                </c:pt>
                <c:pt idx="18373">
                  <c:v>0.62488888888888894</c:v>
                </c:pt>
                <c:pt idx="18374">
                  <c:v>0.62503703703703706</c:v>
                </c:pt>
                <c:pt idx="18375">
                  <c:v>0.62503703703703706</c:v>
                </c:pt>
                <c:pt idx="18376">
                  <c:v>0.62503703703703706</c:v>
                </c:pt>
                <c:pt idx="18377">
                  <c:v>0.62518518518518518</c:v>
                </c:pt>
                <c:pt idx="18378">
                  <c:v>0.62518518518518518</c:v>
                </c:pt>
                <c:pt idx="18379">
                  <c:v>0.6253333333333333</c:v>
                </c:pt>
                <c:pt idx="18380">
                  <c:v>0.6253333333333333</c:v>
                </c:pt>
                <c:pt idx="18381">
                  <c:v>0.6253333333333333</c:v>
                </c:pt>
                <c:pt idx="18382">
                  <c:v>0.6253333333333333</c:v>
                </c:pt>
                <c:pt idx="18383">
                  <c:v>0.62548148148148153</c:v>
                </c:pt>
                <c:pt idx="18384">
                  <c:v>0.62562962962962965</c:v>
                </c:pt>
                <c:pt idx="18385">
                  <c:v>0.62562962962962965</c:v>
                </c:pt>
                <c:pt idx="18386">
                  <c:v>0.62562962962962965</c:v>
                </c:pt>
                <c:pt idx="18387">
                  <c:v>0.62562962962962965</c:v>
                </c:pt>
                <c:pt idx="18388">
                  <c:v>0.62562962962962965</c:v>
                </c:pt>
                <c:pt idx="18389">
                  <c:v>0.62562962962962965</c:v>
                </c:pt>
                <c:pt idx="18390">
                  <c:v>0.62562962962962965</c:v>
                </c:pt>
                <c:pt idx="18391">
                  <c:v>0.62562962962962965</c:v>
                </c:pt>
                <c:pt idx="18392">
                  <c:v>0.62562962962962965</c:v>
                </c:pt>
                <c:pt idx="18393">
                  <c:v>0.62562962962962965</c:v>
                </c:pt>
                <c:pt idx="18394">
                  <c:v>0.62562962962962965</c:v>
                </c:pt>
                <c:pt idx="18395">
                  <c:v>0.62562962962962965</c:v>
                </c:pt>
                <c:pt idx="18396">
                  <c:v>0.62562962962962965</c:v>
                </c:pt>
                <c:pt idx="18397">
                  <c:v>0.62562962962962965</c:v>
                </c:pt>
                <c:pt idx="18398">
                  <c:v>0.62562962962962965</c:v>
                </c:pt>
                <c:pt idx="18399">
                  <c:v>0.62562962962962965</c:v>
                </c:pt>
                <c:pt idx="18400">
                  <c:v>0.62562962962962965</c:v>
                </c:pt>
                <c:pt idx="18401">
                  <c:v>0.62562962962962965</c:v>
                </c:pt>
                <c:pt idx="18402">
                  <c:v>0.62562962962962965</c:v>
                </c:pt>
                <c:pt idx="18403">
                  <c:v>0.62562962962962965</c:v>
                </c:pt>
                <c:pt idx="18404">
                  <c:v>0.62577777777777777</c:v>
                </c:pt>
                <c:pt idx="18405">
                  <c:v>0.62577777777777777</c:v>
                </c:pt>
                <c:pt idx="18406">
                  <c:v>0.62577777777777777</c:v>
                </c:pt>
                <c:pt idx="18407">
                  <c:v>0.62577777777777777</c:v>
                </c:pt>
                <c:pt idx="18408">
                  <c:v>0.62577777777777777</c:v>
                </c:pt>
                <c:pt idx="18409">
                  <c:v>0.62577777777777777</c:v>
                </c:pt>
                <c:pt idx="18410">
                  <c:v>0.62577777777777777</c:v>
                </c:pt>
                <c:pt idx="18411">
                  <c:v>0.62592592592592589</c:v>
                </c:pt>
                <c:pt idx="18412">
                  <c:v>0.62592592592592589</c:v>
                </c:pt>
                <c:pt idx="18413">
                  <c:v>0.62592592592592589</c:v>
                </c:pt>
                <c:pt idx="18414">
                  <c:v>0.62592592592592589</c:v>
                </c:pt>
                <c:pt idx="18415">
                  <c:v>0.62607407407407412</c:v>
                </c:pt>
                <c:pt idx="18416">
                  <c:v>0.62607407407407412</c:v>
                </c:pt>
                <c:pt idx="18417">
                  <c:v>0.62622222222222224</c:v>
                </c:pt>
                <c:pt idx="18418">
                  <c:v>0.62622222222222224</c:v>
                </c:pt>
                <c:pt idx="18419">
                  <c:v>0.62622222222222224</c:v>
                </c:pt>
                <c:pt idx="18420">
                  <c:v>0.62622222222222224</c:v>
                </c:pt>
                <c:pt idx="18421">
                  <c:v>0.62622222222222224</c:v>
                </c:pt>
                <c:pt idx="18422">
                  <c:v>0.62622222222222224</c:v>
                </c:pt>
                <c:pt idx="18423">
                  <c:v>0.62622222222222224</c:v>
                </c:pt>
                <c:pt idx="18424">
                  <c:v>0.62622222222222224</c:v>
                </c:pt>
                <c:pt idx="18425">
                  <c:v>0.62637037037037036</c:v>
                </c:pt>
                <c:pt idx="18426">
                  <c:v>0.62651851851851847</c:v>
                </c:pt>
                <c:pt idx="18427">
                  <c:v>0.62666666666666671</c:v>
                </c:pt>
                <c:pt idx="18428">
                  <c:v>0.62666666666666671</c:v>
                </c:pt>
                <c:pt idx="18429">
                  <c:v>0.62666666666666671</c:v>
                </c:pt>
                <c:pt idx="18430">
                  <c:v>0.62666666666666671</c:v>
                </c:pt>
                <c:pt idx="18431">
                  <c:v>0.62666666666666671</c:v>
                </c:pt>
                <c:pt idx="18432">
                  <c:v>0.62681481481481482</c:v>
                </c:pt>
                <c:pt idx="18433">
                  <c:v>0.62681481481481482</c:v>
                </c:pt>
                <c:pt idx="18434">
                  <c:v>0.62696296296296294</c:v>
                </c:pt>
                <c:pt idx="18435">
                  <c:v>0.62711111111111106</c:v>
                </c:pt>
                <c:pt idx="18436">
                  <c:v>0.62711111111111106</c:v>
                </c:pt>
                <c:pt idx="18437">
                  <c:v>0.62725925925925929</c:v>
                </c:pt>
                <c:pt idx="18438">
                  <c:v>0.62725925925925929</c:v>
                </c:pt>
                <c:pt idx="18439">
                  <c:v>0.62725925925925929</c:v>
                </c:pt>
                <c:pt idx="18440">
                  <c:v>0.62725925925925929</c:v>
                </c:pt>
                <c:pt idx="18441">
                  <c:v>0.62740740740740741</c:v>
                </c:pt>
                <c:pt idx="18442">
                  <c:v>0.62740740740740741</c:v>
                </c:pt>
                <c:pt idx="18443">
                  <c:v>0.62755555555555553</c:v>
                </c:pt>
                <c:pt idx="18444">
                  <c:v>0.62755555555555553</c:v>
                </c:pt>
                <c:pt idx="18445">
                  <c:v>0.62755555555555553</c:v>
                </c:pt>
                <c:pt idx="18446">
                  <c:v>0.62755555555555553</c:v>
                </c:pt>
                <c:pt idx="18447">
                  <c:v>0.62770370370370365</c:v>
                </c:pt>
                <c:pt idx="18448">
                  <c:v>0.62770370370370365</c:v>
                </c:pt>
                <c:pt idx="18449">
                  <c:v>0.62770370370370365</c:v>
                </c:pt>
                <c:pt idx="18450">
                  <c:v>0.62770370370370365</c:v>
                </c:pt>
                <c:pt idx="18451">
                  <c:v>0.62770370370370365</c:v>
                </c:pt>
                <c:pt idx="18452">
                  <c:v>0.62770370370370365</c:v>
                </c:pt>
                <c:pt idx="18453">
                  <c:v>0.62770370370370365</c:v>
                </c:pt>
                <c:pt idx="18454">
                  <c:v>0.62770370370370365</c:v>
                </c:pt>
                <c:pt idx="18455">
                  <c:v>0.62785185185185188</c:v>
                </c:pt>
                <c:pt idx="18456">
                  <c:v>0.62785185185185188</c:v>
                </c:pt>
                <c:pt idx="18457">
                  <c:v>0.628</c:v>
                </c:pt>
                <c:pt idx="18458">
                  <c:v>0.628</c:v>
                </c:pt>
                <c:pt idx="18459">
                  <c:v>0.628</c:v>
                </c:pt>
                <c:pt idx="18460">
                  <c:v>0.628</c:v>
                </c:pt>
                <c:pt idx="18461">
                  <c:v>0.628</c:v>
                </c:pt>
                <c:pt idx="18462">
                  <c:v>0.628</c:v>
                </c:pt>
                <c:pt idx="18463">
                  <c:v>0.628</c:v>
                </c:pt>
                <c:pt idx="18464">
                  <c:v>0.628</c:v>
                </c:pt>
                <c:pt idx="18465">
                  <c:v>0.628</c:v>
                </c:pt>
                <c:pt idx="18466">
                  <c:v>0.628</c:v>
                </c:pt>
                <c:pt idx="18467">
                  <c:v>0.628</c:v>
                </c:pt>
                <c:pt idx="18468">
                  <c:v>0.628</c:v>
                </c:pt>
                <c:pt idx="18469">
                  <c:v>0.628</c:v>
                </c:pt>
                <c:pt idx="18470">
                  <c:v>0.628</c:v>
                </c:pt>
                <c:pt idx="18471">
                  <c:v>0.628</c:v>
                </c:pt>
                <c:pt idx="18472">
                  <c:v>0.628</c:v>
                </c:pt>
                <c:pt idx="18473">
                  <c:v>0.628</c:v>
                </c:pt>
                <c:pt idx="18474">
                  <c:v>0.628</c:v>
                </c:pt>
                <c:pt idx="18475">
                  <c:v>0.628</c:v>
                </c:pt>
                <c:pt idx="18476">
                  <c:v>0.628</c:v>
                </c:pt>
                <c:pt idx="18477">
                  <c:v>0.62814814814814812</c:v>
                </c:pt>
                <c:pt idx="18478">
                  <c:v>0.62829629629629624</c:v>
                </c:pt>
                <c:pt idx="18479">
                  <c:v>0.62829629629629624</c:v>
                </c:pt>
                <c:pt idx="18480">
                  <c:v>0.62829629629629624</c:v>
                </c:pt>
                <c:pt idx="18481">
                  <c:v>0.62829629629629624</c:v>
                </c:pt>
                <c:pt idx="18482">
                  <c:v>0.62829629629629624</c:v>
                </c:pt>
                <c:pt idx="18483">
                  <c:v>0.62829629629629624</c:v>
                </c:pt>
                <c:pt idx="18484">
                  <c:v>0.62829629629629624</c:v>
                </c:pt>
                <c:pt idx="18485">
                  <c:v>0.62829629629629624</c:v>
                </c:pt>
                <c:pt idx="18486">
                  <c:v>0.62829629629629624</c:v>
                </c:pt>
                <c:pt idx="18487">
                  <c:v>0.62829629629629624</c:v>
                </c:pt>
                <c:pt idx="18488">
                  <c:v>0.62844444444444447</c:v>
                </c:pt>
                <c:pt idx="18489">
                  <c:v>0.62844444444444447</c:v>
                </c:pt>
                <c:pt idx="18490">
                  <c:v>0.62844444444444447</c:v>
                </c:pt>
                <c:pt idx="18491">
                  <c:v>0.62859259259259259</c:v>
                </c:pt>
                <c:pt idx="18492">
                  <c:v>0.62859259259259259</c:v>
                </c:pt>
                <c:pt idx="18493">
                  <c:v>0.62859259259259259</c:v>
                </c:pt>
                <c:pt idx="18494">
                  <c:v>0.62859259259259259</c:v>
                </c:pt>
                <c:pt idx="18495">
                  <c:v>0.62859259259259259</c:v>
                </c:pt>
                <c:pt idx="18496">
                  <c:v>0.62874074074074071</c:v>
                </c:pt>
                <c:pt idx="18497">
                  <c:v>0.62888888888888894</c:v>
                </c:pt>
                <c:pt idx="18498">
                  <c:v>0.62888888888888894</c:v>
                </c:pt>
                <c:pt idx="18499">
                  <c:v>0.62888888888888894</c:v>
                </c:pt>
                <c:pt idx="18500">
                  <c:v>0.62903703703703706</c:v>
                </c:pt>
                <c:pt idx="18501">
                  <c:v>0.62903703703703706</c:v>
                </c:pt>
                <c:pt idx="18502">
                  <c:v>0.62903703703703706</c:v>
                </c:pt>
                <c:pt idx="18503">
                  <c:v>0.62918518518518518</c:v>
                </c:pt>
                <c:pt idx="18504">
                  <c:v>0.62918518518518518</c:v>
                </c:pt>
                <c:pt idx="18505">
                  <c:v>0.6293333333333333</c:v>
                </c:pt>
                <c:pt idx="18506">
                  <c:v>0.62948148148148153</c:v>
                </c:pt>
                <c:pt idx="18507">
                  <c:v>0.62948148148148153</c:v>
                </c:pt>
                <c:pt idx="18508">
                  <c:v>0.62948148148148153</c:v>
                </c:pt>
                <c:pt idx="18509">
                  <c:v>0.62948148148148153</c:v>
                </c:pt>
                <c:pt idx="18510">
                  <c:v>0.62948148148148153</c:v>
                </c:pt>
                <c:pt idx="18511">
                  <c:v>0.62948148148148153</c:v>
                </c:pt>
                <c:pt idx="18512">
                  <c:v>0.62962962962962965</c:v>
                </c:pt>
                <c:pt idx="18513">
                  <c:v>0.62977777777777777</c:v>
                </c:pt>
                <c:pt idx="18514">
                  <c:v>0.62977777777777777</c:v>
                </c:pt>
                <c:pt idx="18515">
                  <c:v>0.62977777777777777</c:v>
                </c:pt>
                <c:pt idx="18516">
                  <c:v>0.62977777777777777</c:v>
                </c:pt>
                <c:pt idx="18517">
                  <c:v>0.62992592592592589</c:v>
                </c:pt>
                <c:pt idx="18518">
                  <c:v>0.63007407407407412</c:v>
                </c:pt>
                <c:pt idx="18519">
                  <c:v>0.63022222222222224</c:v>
                </c:pt>
                <c:pt idx="18520">
                  <c:v>0.63022222222222224</c:v>
                </c:pt>
                <c:pt idx="18521">
                  <c:v>0.63022222222222224</c:v>
                </c:pt>
                <c:pt idx="18522">
                  <c:v>0.63022222222222224</c:v>
                </c:pt>
                <c:pt idx="18523">
                  <c:v>0.63022222222222224</c:v>
                </c:pt>
                <c:pt idx="18524">
                  <c:v>0.63022222222222224</c:v>
                </c:pt>
                <c:pt idx="18525">
                  <c:v>0.63022222222222224</c:v>
                </c:pt>
                <c:pt idx="18526">
                  <c:v>0.63022222222222224</c:v>
                </c:pt>
                <c:pt idx="18527">
                  <c:v>0.63022222222222224</c:v>
                </c:pt>
                <c:pt idx="18528">
                  <c:v>0.63022222222222224</c:v>
                </c:pt>
                <c:pt idx="18529">
                  <c:v>0.63022222222222224</c:v>
                </c:pt>
                <c:pt idx="18530">
                  <c:v>0.63022222222222224</c:v>
                </c:pt>
                <c:pt idx="18531">
                  <c:v>0.63037037037037036</c:v>
                </c:pt>
                <c:pt idx="18532">
                  <c:v>0.63051851851851848</c:v>
                </c:pt>
                <c:pt idx="18533">
                  <c:v>0.63051851851851848</c:v>
                </c:pt>
                <c:pt idx="18534">
                  <c:v>0.63066666666666671</c:v>
                </c:pt>
                <c:pt idx="18535">
                  <c:v>0.63066666666666671</c:v>
                </c:pt>
                <c:pt idx="18536">
                  <c:v>0.63066666666666671</c:v>
                </c:pt>
                <c:pt idx="18537">
                  <c:v>0.63066666666666671</c:v>
                </c:pt>
                <c:pt idx="18538">
                  <c:v>0.63081481481481483</c:v>
                </c:pt>
                <c:pt idx="18539">
                  <c:v>0.63096296296296295</c:v>
                </c:pt>
                <c:pt idx="18540">
                  <c:v>0.63096296296296295</c:v>
                </c:pt>
                <c:pt idx="18541">
                  <c:v>0.63096296296296295</c:v>
                </c:pt>
                <c:pt idx="18542">
                  <c:v>0.63096296296296295</c:v>
                </c:pt>
                <c:pt idx="18543">
                  <c:v>0.63111111111111107</c:v>
                </c:pt>
                <c:pt idx="18544">
                  <c:v>0.63111111111111107</c:v>
                </c:pt>
                <c:pt idx="18545">
                  <c:v>0.63111111111111107</c:v>
                </c:pt>
                <c:pt idx="18546">
                  <c:v>0.63111111111111107</c:v>
                </c:pt>
                <c:pt idx="18547">
                  <c:v>0.63111111111111107</c:v>
                </c:pt>
                <c:pt idx="18548">
                  <c:v>0.63111111111111107</c:v>
                </c:pt>
                <c:pt idx="18549">
                  <c:v>0.63111111111111107</c:v>
                </c:pt>
                <c:pt idx="18550">
                  <c:v>0.6312592592592593</c:v>
                </c:pt>
                <c:pt idx="18551">
                  <c:v>0.63140740740740742</c:v>
                </c:pt>
                <c:pt idx="18552">
                  <c:v>0.63155555555555554</c:v>
                </c:pt>
                <c:pt idx="18553">
                  <c:v>0.63155555555555554</c:v>
                </c:pt>
                <c:pt idx="18554">
                  <c:v>0.63155555555555554</c:v>
                </c:pt>
                <c:pt idx="18555">
                  <c:v>0.63155555555555554</c:v>
                </c:pt>
                <c:pt idx="18556">
                  <c:v>0.63170370370370366</c:v>
                </c:pt>
                <c:pt idx="18557">
                  <c:v>0.63170370370370366</c:v>
                </c:pt>
                <c:pt idx="18558">
                  <c:v>0.63170370370370366</c:v>
                </c:pt>
                <c:pt idx="18559">
                  <c:v>0.63170370370370366</c:v>
                </c:pt>
                <c:pt idx="18560">
                  <c:v>0.63170370370370366</c:v>
                </c:pt>
                <c:pt idx="18561">
                  <c:v>0.63170370370370366</c:v>
                </c:pt>
                <c:pt idx="18562">
                  <c:v>0.63170370370370366</c:v>
                </c:pt>
                <c:pt idx="18563">
                  <c:v>0.63170370370370366</c:v>
                </c:pt>
                <c:pt idx="18564">
                  <c:v>0.63170370370370366</c:v>
                </c:pt>
                <c:pt idx="18565">
                  <c:v>0.63170370370370366</c:v>
                </c:pt>
                <c:pt idx="18566">
                  <c:v>0.63170370370370366</c:v>
                </c:pt>
                <c:pt idx="18567">
                  <c:v>0.63170370370370366</c:v>
                </c:pt>
                <c:pt idx="18568">
                  <c:v>0.63170370370370366</c:v>
                </c:pt>
                <c:pt idx="18569">
                  <c:v>0.63185185185185189</c:v>
                </c:pt>
                <c:pt idx="18570">
                  <c:v>0.63200000000000001</c:v>
                </c:pt>
                <c:pt idx="18571">
                  <c:v>0.63200000000000001</c:v>
                </c:pt>
                <c:pt idx="18572">
                  <c:v>0.63200000000000001</c:v>
                </c:pt>
                <c:pt idx="18573">
                  <c:v>0.63214814814814813</c:v>
                </c:pt>
                <c:pt idx="18574">
                  <c:v>0.63214814814814813</c:v>
                </c:pt>
                <c:pt idx="18575">
                  <c:v>0.63214814814814813</c:v>
                </c:pt>
                <c:pt idx="18576">
                  <c:v>0.63229629629629625</c:v>
                </c:pt>
                <c:pt idx="18577">
                  <c:v>0.63229629629629625</c:v>
                </c:pt>
                <c:pt idx="18578">
                  <c:v>0.63229629629629625</c:v>
                </c:pt>
                <c:pt idx="18579">
                  <c:v>0.63244444444444448</c:v>
                </c:pt>
                <c:pt idx="18580">
                  <c:v>0.63244444444444448</c:v>
                </c:pt>
                <c:pt idx="18581">
                  <c:v>0.63244444444444448</c:v>
                </c:pt>
                <c:pt idx="18582">
                  <c:v>0.63244444444444448</c:v>
                </c:pt>
                <c:pt idx="18583">
                  <c:v>0.6325925925925926</c:v>
                </c:pt>
                <c:pt idx="18584">
                  <c:v>0.6325925925925926</c:v>
                </c:pt>
                <c:pt idx="18585">
                  <c:v>0.63274074074074071</c:v>
                </c:pt>
                <c:pt idx="18586">
                  <c:v>0.63274074074074071</c:v>
                </c:pt>
                <c:pt idx="18587">
                  <c:v>0.63274074074074071</c:v>
                </c:pt>
                <c:pt idx="18588">
                  <c:v>0.63288888888888883</c:v>
                </c:pt>
                <c:pt idx="18589">
                  <c:v>0.63288888888888883</c:v>
                </c:pt>
                <c:pt idx="18590">
                  <c:v>0.63288888888888883</c:v>
                </c:pt>
                <c:pt idx="18591">
                  <c:v>0.63288888888888883</c:v>
                </c:pt>
                <c:pt idx="18592">
                  <c:v>0.63303703703703706</c:v>
                </c:pt>
                <c:pt idx="18593">
                  <c:v>0.63318518518518518</c:v>
                </c:pt>
                <c:pt idx="18594">
                  <c:v>0.63318518518518518</c:v>
                </c:pt>
                <c:pt idx="18595">
                  <c:v>0.6333333333333333</c:v>
                </c:pt>
                <c:pt idx="18596">
                  <c:v>0.6333333333333333</c:v>
                </c:pt>
                <c:pt idx="18597">
                  <c:v>0.6333333333333333</c:v>
                </c:pt>
                <c:pt idx="18598">
                  <c:v>0.6333333333333333</c:v>
                </c:pt>
                <c:pt idx="18599">
                  <c:v>0.6333333333333333</c:v>
                </c:pt>
                <c:pt idx="18600">
                  <c:v>0.6333333333333333</c:v>
                </c:pt>
                <c:pt idx="18601">
                  <c:v>0.6333333333333333</c:v>
                </c:pt>
                <c:pt idx="18602">
                  <c:v>0.6333333333333333</c:v>
                </c:pt>
                <c:pt idx="18603">
                  <c:v>0.6333333333333333</c:v>
                </c:pt>
                <c:pt idx="18604">
                  <c:v>0.6333333333333333</c:v>
                </c:pt>
                <c:pt idx="18605">
                  <c:v>0.6333333333333333</c:v>
                </c:pt>
                <c:pt idx="18606">
                  <c:v>0.6333333333333333</c:v>
                </c:pt>
                <c:pt idx="18607">
                  <c:v>0.6333333333333333</c:v>
                </c:pt>
                <c:pt idx="18608">
                  <c:v>0.63348148148148153</c:v>
                </c:pt>
                <c:pt idx="18609">
                  <c:v>0.63348148148148153</c:v>
                </c:pt>
                <c:pt idx="18610">
                  <c:v>0.63362962962962965</c:v>
                </c:pt>
                <c:pt idx="18611">
                  <c:v>0.63362962962962965</c:v>
                </c:pt>
                <c:pt idx="18612">
                  <c:v>0.63362962962962965</c:v>
                </c:pt>
                <c:pt idx="18613">
                  <c:v>0.63362962962962965</c:v>
                </c:pt>
                <c:pt idx="18614">
                  <c:v>0.63377777777777777</c:v>
                </c:pt>
                <c:pt idx="18615">
                  <c:v>0.63377777777777777</c:v>
                </c:pt>
                <c:pt idx="18616">
                  <c:v>0.63392592592592589</c:v>
                </c:pt>
                <c:pt idx="18617">
                  <c:v>0.63392592592592589</c:v>
                </c:pt>
                <c:pt idx="18618">
                  <c:v>0.63407407407407412</c:v>
                </c:pt>
                <c:pt idx="18619">
                  <c:v>0.63407407407407412</c:v>
                </c:pt>
                <c:pt idx="18620">
                  <c:v>0.63407407407407412</c:v>
                </c:pt>
                <c:pt idx="18621">
                  <c:v>0.63407407407407412</c:v>
                </c:pt>
                <c:pt idx="18622">
                  <c:v>0.63407407407407412</c:v>
                </c:pt>
                <c:pt idx="18623">
                  <c:v>0.63407407407407412</c:v>
                </c:pt>
                <c:pt idx="18624">
                  <c:v>0.63407407407407412</c:v>
                </c:pt>
                <c:pt idx="18625">
                  <c:v>0.63422222222222224</c:v>
                </c:pt>
                <c:pt idx="18626">
                  <c:v>0.63422222222222224</c:v>
                </c:pt>
                <c:pt idx="18627">
                  <c:v>0.63422222222222224</c:v>
                </c:pt>
                <c:pt idx="18628">
                  <c:v>0.63422222222222224</c:v>
                </c:pt>
                <c:pt idx="18629">
                  <c:v>0.63422222222222224</c:v>
                </c:pt>
                <c:pt idx="18630">
                  <c:v>0.63422222222222224</c:v>
                </c:pt>
                <c:pt idx="18631">
                  <c:v>0.63437037037037036</c:v>
                </c:pt>
                <c:pt idx="18632">
                  <c:v>0.63437037037037036</c:v>
                </c:pt>
                <c:pt idx="18633">
                  <c:v>0.63437037037037036</c:v>
                </c:pt>
                <c:pt idx="18634">
                  <c:v>0.63437037037037036</c:v>
                </c:pt>
                <c:pt idx="18635">
                  <c:v>0.63437037037037036</c:v>
                </c:pt>
                <c:pt idx="18636">
                  <c:v>0.63437037037037036</c:v>
                </c:pt>
                <c:pt idx="18637">
                  <c:v>0.63437037037037036</c:v>
                </c:pt>
                <c:pt idx="18638">
                  <c:v>0.63437037037037036</c:v>
                </c:pt>
                <c:pt idx="18639">
                  <c:v>0.63437037037037036</c:v>
                </c:pt>
                <c:pt idx="18640">
                  <c:v>0.63437037037037036</c:v>
                </c:pt>
                <c:pt idx="18641">
                  <c:v>0.63437037037037036</c:v>
                </c:pt>
                <c:pt idx="18642">
                  <c:v>0.63451851851851848</c:v>
                </c:pt>
                <c:pt idx="18643">
                  <c:v>0.63451851851851848</c:v>
                </c:pt>
                <c:pt idx="18644">
                  <c:v>0.63451851851851848</c:v>
                </c:pt>
                <c:pt idx="18645">
                  <c:v>0.63451851851851848</c:v>
                </c:pt>
                <c:pt idx="18646">
                  <c:v>0.63451851851851848</c:v>
                </c:pt>
                <c:pt idx="18647">
                  <c:v>0.63451851851851848</c:v>
                </c:pt>
                <c:pt idx="18648">
                  <c:v>0.63451851851851848</c:v>
                </c:pt>
                <c:pt idx="18649">
                  <c:v>0.63451851851851848</c:v>
                </c:pt>
                <c:pt idx="18650">
                  <c:v>0.63451851851851848</c:v>
                </c:pt>
                <c:pt idx="18651">
                  <c:v>0.63466666666666671</c:v>
                </c:pt>
                <c:pt idx="18652">
                  <c:v>0.63466666666666671</c:v>
                </c:pt>
                <c:pt idx="18653">
                  <c:v>0.63466666666666671</c:v>
                </c:pt>
                <c:pt idx="18654">
                  <c:v>0.63466666666666671</c:v>
                </c:pt>
                <c:pt idx="18655">
                  <c:v>0.63466666666666671</c:v>
                </c:pt>
                <c:pt idx="18656">
                  <c:v>0.63466666666666671</c:v>
                </c:pt>
                <c:pt idx="18657">
                  <c:v>0.63466666666666671</c:v>
                </c:pt>
                <c:pt idx="18658">
                  <c:v>0.63466666666666671</c:v>
                </c:pt>
                <c:pt idx="18659">
                  <c:v>0.63481481481481483</c:v>
                </c:pt>
                <c:pt idx="18660">
                  <c:v>0.63496296296296295</c:v>
                </c:pt>
                <c:pt idx="18661">
                  <c:v>0.63511111111111107</c:v>
                </c:pt>
                <c:pt idx="18662">
                  <c:v>0.6352592592592593</c:v>
                </c:pt>
                <c:pt idx="18663">
                  <c:v>0.63540740740740742</c:v>
                </c:pt>
                <c:pt idx="18664">
                  <c:v>0.63540740740740742</c:v>
                </c:pt>
                <c:pt idx="18665">
                  <c:v>0.63540740740740742</c:v>
                </c:pt>
                <c:pt idx="18666">
                  <c:v>0.63540740740740742</c:v>
                </c:pt>
                <c:pt idx="18667">
                  <c:v>0.63555555555555554</c:v>
                </c:pt>
                <c:pt idx="18668">
                  <c:v>0.63555555555555554</c:v>
                </c:pt>
                <c:pt idx="18669">
                  <c:v>0.63570370370370366</c:v>
                </c:pt>
                <c:pt idx="18670">
                  <c:v>0.63585185185185189</c:v>
                </c:pt>
                <c:pt idx="18671">
                  <c:v>0.63585185185185189</c:v>
                </c:pt>
                <c:pt idx="18672">
                  <c:v>0.63585185185185189</c:v>
                </c:pt>
                <c:pt idx="18673">
                  <c:v>0.63585185185185189</c:v>
                </c:pt>
                <c:pt idx="18674">
                  <c:v>0.63585185185185189</c:v>
                </c:pt>
                <c:pt idx="18675">
                  <c:v>0.63585185185185189</c:v>
                </c:pt>
                <c:pt idx="18676">
                  <c:v>0.63585185185185189</c:v>
                </c:pt>
                <c:pt idx="18677">
                  <c:v>0.63585185185185189</c:v>
                </c:pt>
                <c:pt idx="18678">
                  <c:v>0.63585185185185189</c:v>
                </c:pt>
                <c:pt idx="18679">
                  <c:v>0.63600000000000001</c:v>
                </c:pt>
                <c:pt idx="18680">
                  <c:v>0.63600000000000001</c:v>
                </c:pt>
                <c:pt idx="18681">
                  <c:v>0.63614814814814813</c:v>
                </c:pt>
                <c:pt idx="18682">
                  <c:v>0.63614814814814813</c:v>
                </c:pt>
                <c:pt idx="18683">
                  <c:v>0.63614814814814813</c:v>
                </c:pt>
                <c:pt idx="18684">
                  <c:v>0.63614814814814813</c:v>
                </c:pt>
                <c:pt idx="18685">
                  <c:v>0.63614814814814813</c:v>
                </c:pt>
                <c:pt idx="18686">
                  <c:v>0.63629629629629625</c:v>
                </c:pt>
                <c:pt idx="18687">
                  <c:v>0.63629629629629625</c:v>
                </c:pt>
                <c:pt idx="18688">
                  <c:v>0.63644444444444448</c:v>
                </c:pt>
                <c:pt idx="18689">
                  <c:v>0.63644444444444448</c:v>
                </c:pt>
                <c:pt idx="18690">
                  <c:v>0.63644444444444448</c:v>
                </c:pt>
                <c:pt idx="18691">
                  <c:v>0.63644444444444448</c:v>
                </c:pt>
                <c:pt idx="18692">
                  <c:v>0.6365925925925926</c:v>
                </c:pt>
                <c:pt idx="18693">
                  <c:v>0.63674074074074072</c:v>
                </c:pt>
                <c:pt idx="18694">
                  <c:v>0.63674074074074072</c:v>
                </c:pt>
                <c:pt idx="18695">
                  <c:v>0.63674074074074072</c:v>
                </c:pt>
                <c:pt idx="18696">
                  <c:v>0.63674074074074072</c:v>
                </c:pt>
                <c:pt idx="18697">
                  <c:v>0.63674074074074072</c:v>
                </c:pt>
                <c:pt idx="18698">
                  <c:v>0.63674074074074072</c:v>
                </c:pt>
                <c:pt idx="18699">
                  <c:v>0.63674074074074072</c:v>
                </c:pt>
                <c:pt idx="18700">
                  <c:v>0.63674074074074072</c:v>
                </c:pt>
                <c:pt idx="18701">
                  <c:v>0.63674074074074072</c:v>
                </c:pt>
                <c:pt idx="18702">
                  <c:v>0.63674074074074072</c:v>
                </c:pt>
                <c:pt idx="18703">
                  <c:v>0.63674074074074072</c:v>
                </c:pt>
                <c:pt idx="18704">
                  <c:v>0.63674074074074072</c:v>
                </c:pt>
                <c:pt idx="18705">
                  <c:v>0.63688888888888884</c:v>
                </c:pt>
                <c:pt idx="18706">
                  <c:v>0.63688888888888884</c:v>
                </c:pt>
                <c:pt idx="18707">
                  <c:v>0.63688888888888884</c:v>
                </c:pt>
                <c:pt idx="18708">
                  <c:v>0.63688888888888884</c:v>
                </c:pt>
                <c:pt idx="18709">
                  <c:v>0.63703703703703707</c:v>
                </c:pt>
                <c:pt idx="18710">
                  <c:v>0.63703703703703707</c:v>
                </c:pt>
                <c:pt idx="18711">
                  <c:v>0.63703703703703707</c:v>
                </c:pt>
                <c:pt idx="18712">
                  <c:v>0.63703703703703707</c:v>
                </c:pt>
                <c:pt idx="18713">
                  <c:v>0.63718518518518519</c:v>
                </c:pt>
                <c:pt idx="18714">
                  <c:v>0.63718518518518519</c:v>
                </c:pt>
                <c:pt idx="18715">
                  <c:v>0.63718518518518519</c:v>
                </c:pt>
                <c:pt idx="18716">
                  <c:v>0.63718518518518519</c:v>
                </c:pt>
                <c:pt idx="18717">
                  <c:v>0.63718518518518519</c:v>
                </c:pt>
                <c:pt idx="18718">
                  <c:v>0.63718518518518519</c:v>
                </c:pt>
                <c:pt idx="18719">
                  <c:v>0.63733333333333331</c:v>
                </c:pt>
                <c:pt idx="18720">
                  <c:v>0.63733333333333331</c:v>
                </c:pt>
                <c:pt idx="18721">
                  <c:v>0.63748148148148143</c:v>
                </c:pt>
                <c:pt idx="18722">
                  <c:v>0.63762962962962966</c:v>
                </c:pt>
                <c:pt idx="18723">
                  <c:v>0.63762962962962966</c:v>
                </c:pt>
                <c:pt idx="18724">
                  <c:v>0.63762962962962966</c:v>
                </c:pt>
                <c:pt idx="18725">
                  <c:v>0.63762962962962966</c:v>
                </c:pt>
                <c:pt idx="18726">
                  <c:v>0.63762962962962966</c:v>
                </c:pt>
                <c:pt idx="18727">
                  <c:v>0.63762962962962966</c:v>
                </c:pt>
                <c:pt idx="18728">
                  <c:v>0.63762962962962966</c:v>
                </c:pt>
                <c:pt idx="18729">
                  <c:v>0.63762962962962966</c:v>
                </c:pt>
                <c:pt idx="18730">
                  <c:v>0.63762962962962966</c:v>
                </c:pt>
                <c:pt idx="18731">
                  <c:v>0.63762962962962966</c:v>
                </c:pt>
                <c:pt idx="18732">
                  <c:v>0.63762962962962966</c:v>
                </c:pt>
                <c:pt idx="18733">
                  <c:v>0.63762962962962966</c:v>
                </c:pt>
                <c:pt idx="18734">
                  <c:v>0.63777777777777778</c:v>
                </c:pt>
                <c:pt idx="18735">
                  <c:v>0.63777777777777778</c:v>
                </c:pt>
                <c:pt idx="18736">
                  <c:v>0.63777777777777778</c:v>
                </c:pt>
                <c:pt idx="18737">
                  <c:v>0.63777777777777778</c:v>
                </c:pt>
                <c:pt idx="18738">
                  <c:v>0.63777777777777778</c:v>
                </c:pt>
                <c:pt idx="18739">
                  <c:v>0.63777777777777778</c:v>
                </c:pt>
                <c:pt idx="18740">
                  <c:v>0.63777777777777778</c:v>
                </c:pt>
                <c:pt idx="18741">
                  <c:v>0.6379259259259259</c:v>
                </c:pt>
                <c:pt idx="18742">
                  <c:v>0.63807407407407413</c:v>
                </c:pt>
                <c:pt idx="18743">
                  <c:v>0.63807407407407413</c:v>
                </c:pt>
                <c:pt idx="18744">
                  <c:v>0.63822222222222225</c:v>
                </c:pt>
                <c:pt idx="18745">
                  <c:v>0.63822222222222225</c:v>
                </c:pt>
                <c:pt idx="18746">
                  <c:v>0.63822222222222225</c:v>
                </c:pt>
                <c:pt idx="18747">
                  <c:v>0.63822222222222225</c:v>
                </c:pt>
                <c:pt idx="18748">
                  <c:v>0.63837037037037037</c:v>
                </c:pt>
                <c:pt idx="18749">
                  <c:v>0.63851851851851849</c:v>
                </c:pt>
                <c:pt idx="18750">
                  <c:v>0.63866666666666672</c:v>
                </c:pt>
                <c:pt idx="18751">
                  <c:v>0.63881481481481484</c:v>
                </c:pt>
                <c:pt idx="18752">
                  <c:v>0.63881481481481484</c:v>
                </c:pt>
                <c:pt idx="18753">
                  <c:v>0.63881481481481484</c:v>
                </c:pt>
                <c:pt idx="18754">
                  <c:v>0.63881481481481484</c:v>
                </c:pt>
                <c:pt idx="18755">
                  <c:v>0.63881481481481484</c:v>
                </c:pt>
                <c:pt idx="18756">
                  <c:v>0.63881481481481484</c:v>
                </c:pt>
                <c:pt idx="18757">
                  <c:v>0.63881481481481484</c:v>
                </c:pt>
                <c:pt idx="18758">
                  <c:v>0.63881481481481484</c:v>
                </c:pt>
                <c:pt idx="18759">
                  <c:v>0.63896296296296295</c:v>
                </c:pt>
                <c:pt idx="18760">
                  <c:v>0.63896296296296295</c:v>
                </c:pt>
                <c:pt idx="18761">
                  <c:v>0.63911111111111107</c:v>
                </c:pt>
                <c:pt idx="18762">
                  <c:v>0.6392592592592593</c:v>
                </c:pt>
                <c:pt idx="18763">
                  <c:v>0.6392592592592593</c:v>
                </c:pt>
                <c:pt idx="18764">
                  <c:v>0.6392592592592593</c:v>
                </c:pt>
                <c:pt idx="18765">
                  <c:v>0.6392592592592593</c:v>
                </c:pt>
                <c:pt idx="18766">
                  <c:v>0.6392592592592593</c:v>
                </c:pt>
                <c:pt idx="18767">
                  <c:v>0.6392592592592593</c:v>
                </c:pt>
                <c:pt idx="18768">
                  <c:v>0.6392592592592593</c:v>
                </c:pt>
                <c:pt idx="18769">
                  <c:v>0.6392592592592593</c:v>
                </c:pt>
                <c:pt idx="18770">
                  <c:v>0.63940740740740742</c:v>
                </c:pt>
                <c:pt idx="18771">
                  <c:v>0.63940740740740742</c:v>
                </c:pt>
                <c:pt idx="18772">
                  <c:v>0.63940740740740742</c:v>
                </c:pt>
                <c:pt idx="18773">
                  <c:v>0.63940740740740742</c:v>
                </c:pt>
                <c:pt idx="18774">
                  <c:v>0.63955555555555554</c:v>
                </c:pt>
                <c:pt idx="18775">
                  <c:v>0.63955555555555554</c:v>
                </c:pt>
                <c:pt idx="18776">
                  <c:v>0.63955555555555554</c:v>
                </c:pt>
                <c:pt idx="18777">
                  <c:v>0.63955555555555554</c:v>
                </c:pt>
                <c:pt idx="18778">
                  <c:v>0.63955555555555554</c:v>
                </c:pt>
                <c:pt idx="18779">
                  <c:v>0.63955555555555554</c:v>
                </c:pt>
                <c:pt idx="18780">
                  <c:v>0.63955555555555554</c:v>
                </c:pt>
                <c:pt idx="18781">
                  <c:v>0.63955555555555554</c:v>
                </c:pt>
                <c:pt idx="18782">
                  <c:v>0.63955555555555554</c:v>
                </c:pt>
                <c:pt idx="18783">
                  <c:v>0.63970370370370366</c:v>
                </c:pt>
                <c:pt idx="18784">
                  <c:v>0.63970370370370366</c:v>
                </c:pt>
                <c:pt idx="18785">
                  <c:v>0.63970370370370366</c:v>
                </c:pt>
                <c:pt idx="18786">
                  <c:v>0.63985185185185189</c:v>
                </c:pt>
                <c:pt idx="18787">
                  <c:v>0.63985185185185189</c:v>
                </c:pt>
                <c:pt idx="18788">
                  <c:v>0.64</c:v>
                </c:pt>
                <c:pt idx="18789">
                  <c:v>0.64</c:v>
                </c:pt>
                <c:pt idx="18790">
                  <c:v>0.64014814814814813</c:v>
                </c:pt>
                <c:pt idx="18791">
                  <c:v>0.64014814814814813</c:v>
                </c:pt>
                <c:pt idx="18792">
                  <c:v>0.64014814814814813</c:v>
                </c:pt>
                <c:pt idx="18793">
                  <c:v>0.64014814814814813</c:v>
                </c:pt>
                <c:pt idx="18794">
                  <c:v>0.64029629629629625</c:v>
                </c:pt>
                <c:pt idx="18795">
                  <c:v>0.64029629629629625</c:v>
                </c:pt>
                <c:pt idx="18796">
                  <c:v>0.64029629629629625</c:v>
                </c:pt>
                <c:pt idx="18797">
                  <c:v>0.64029629629629625</c:v>
                </c:pt>
                <c:pt idx="18798">
                  <c:v>0.64044444444444448</c:v>
                </c:pt>
                <c:pt idx="18799">
                  <c:v>0.6405925925925926</c:v>
                </c:pt>
                <c:pt idx="18800">
                  <c:v>0.6405925925925926</c:v>
                </c:pt>
                <c:pt idx="18801">
                  <c:v>0.64074074074074072</c:v>
                </c:pt>
                <c:pt idx="18802">
                  <c:v>0.64088888888888884</c:v>
                </c:pt>
                <c:pt idx="18803">
                  <c:v>0.64103703703703707</c:v>
                </c:pt>
                <c:pt idx="18804">
                  <c:v>0.64103703703703707</c:v>
                </c:pt>
                <c:pt idx="18805">
                  <c:v>0.64103703703703707</c:v>
                </c:pt>
                <c:pt idx="18806">
                  <c:v>0.64103703703703707</c:v>
                </c:pt>
                <c:pt idx="18807">
                  <c:v>0.64118518518518519</c:v>
                </c:pt>
                <c:pt idx="18808">
                  <c:v>0.64133333333333331</c:v>
                </c:pt>
                <c:pt idx="18809">
                  <c:v>0.64133333333333331</c:v>
                </c:pt>
                <c:pt idx="18810">
                  <c:v>0.64133333333333331</c:v>
                </c:pt>
                <c:pt idx="18811">
                  <c:v>0.64148148148148143</c:v>
                </c:pt>
                <c:pt idx="18812">
                  <c:v>0.64148148148148143</c:v>
                </c:pt>
                <c:pt idx="18813">
                  <c:v>0.64162962962962966</c:v>
                </c:pt>
                <c:pt idx="18814">
                  <c:v>0.64162962962962966</c:v>
                </c:pt>
                <c:pt idx="18815">
                  <c:v>0.64162962962962966</c:v>
                </c:pt>
                <c:pt idx="18816">
                  <c:v>0.64162962962962966</c:v>
                </c:pt>
                <c:pt idx="18817">
                  <c:v>0.64162962962962966</c:v>
                </c:pt>
                <c:pt idx="18818">
                  <c:v>0.64162962962962966</c:v>
                </c:pt>
                <c:pt idx="18819">
                  <c:v>0.64177777777777778</c:v>
                </c:pt>
                <c:pt idx="18820">
                  <c:v>0.64177777777777778</c:v>
                </c:pt>
                <c:pt idx="18821">
                  <c:v>0.64177777777777778</c:v>
                </c:pt>
                <c:pt idx="18822">
                  <c:v>0.64177777777777778</c:v>
                </c:pt>
                <c:pt idx="18823">
                  <c:v>0.6419259259259259</c:v>
                </c:pt>
                <c:pt idx="18824">
                  <c:v>0.6419259259259259</c:v>
                </c:pt>
                <c:pt idx="18825">
                  <c:v>0.6419259259259259</c:v>
                </c:pt>
                <c:pt idx="18826">
                  <c:v>0.64207407407407402</c:v>
                </c:pt>
                <c:pt idx="18827">
                  <c:v>0.64207407407407402</c:v>
                </c:pt>
                <c:pt idx="18828">
                  <c:v>0.64222222222222225</c:v>
                </c:pt>
                <c:pt idx="18829">
                  <c:v>0.64222222222222225</c:v>
                </c:pt>
                <c:pt idx="18830">
                  <c:v>0.64222222222222225</c:v>
                </c:pt>
                <c:pt idx="18831">
                  <c:v>0.64222222222222225</c:v>
                </c:pt>
                <c:pt idx="18832">
                  <c:v>0.64222222222222225</c:v>
                </c:pt>
                <c:pt idx="18833">
                  <c:v>0.64222222222222225</c:v>
                </c:pt>
                <c:pt idx="18834">
                  <c:v>0.64222222222222225</c:v>
                </c:pt>
                <c:pt idx="18835">
                  <c:v>0.64222222222222225</c:v>
                </c:pt>
                <c:pt idx="18836">
                  <c:v>0.64222222222222225</c:v>
                </c:pt>
                <c:pt idx="18837">
                  <c:v>0.64237037037037037</c:v>
                </c:pt>
                <c:pt idx="18838">
                  <c:v>0.64237037037037037</c:v>
                </c:pt>
                <c:pt idx="18839">
                  <c:v>0.64237037037037037</c:v>
                </c:pt>
                <c:pt idx="18840">
                  <c:v>0.64237037037037037</c:v>
                </c:pt>
                <c:pt idx="18841">
                  <c:v>0.64237037037037037</c:v>
                </c:pt>
                <c:pt idx="18842">
                  <c:v>0.64237037037037037</c:v>
                </c:pt>
                <c:pt idx="18843">
                  <c:v>0.64251851851851849</c:v>
                </c:pt>
                <c:pt idx="18844">
                  <c:v>0.64251851851851849</c:v>
                </c:pt>
                <c:pt idx="18845">
                  <c:v>0.64251851851851849</c:v>
                </c:pt>
                <c:pt idx="18846">
                  <c:v>0.64251851851851849</c:v>
                </c:pt>
                <c:pt idx="18847">
                  <c:v>0.64251851851851849</c:v>
                </c:pt>
                <c:pt idx="18848">
                  <c:v>0.64251851851851849</c:v>
                </c:pt>
                <c:pt idx="18849">
                  <c:v>0.64251851851851849</c:v>
                </c:pt>
                <c:pt idx="18850">
                  <c:v>0.64251851851851849</c:v>
                </c:pt>
                <c:pt idx="18851">
                  <c:v>0.64251851851851849</c:v>
                </c:pt>
                <c:pt idx="18852">
                  <c:v>0.64251851851851849</c:v>
                </c:pt>
                <c:pt idx="18853">
                  <c:v>0.64251851851851849</c:v>
                </c:pt>
                <c:pt idx="18854">
                  <c:v>0.64251851851851849</c:v>
                </c:pt>
                <c:pt idx="18855">
                  <c:v>0.64251851851851849</c:v>
                </c:pt>
                <c:pt idx="18856">
                  <c:v>0.64251851851851849</c:v>
                </c:pt>
                <c:pt idx="18857">
                  <c:v>0.64251851851851849</c:v>
                </c:pt>
                <c:pt idx="18858">
                  <c:v>0.64251851851851849</c:v>
                </c:pt>
                <c:pt idx="18859">
                  <c:v>0.64251851851851849</c:v>
                </c:pt>
                <c:pt idx="18860">
                  <c:v>0.64266666666666672</c:v>
                </c:pt>
                <c:pt idx="18861">
                  <c:v>0.64266666666666672</c:v>
                </c:pt>
                <c:pt idx="18862">
                  <c:v>0.64266666666666672</c:v>
                </c:pt>
                <c:pt idx="18863">
                  <c:v>0.64266666666666672</c:v>
                </c:pt>
                <c:pt idx="18864">
                  <c:v>0.64266666666666672</c:v>
                </c:pt>
                <c:pt idx="18865">
                  <c:v>0.64266666666666672</c:v>
                </c:pt>
                <c:pt idx="18866">
                  <c:v>0.64266666666666672</c:v>
                </c:pt>
                <c:pt idx="18867">
                  <c:v>0.64266666666666672</c:v>
                </c:pt>
                <c:pt idx="18868">
                  <c:v>0.64281481481481484</c:v>
                </c:pt>
                <c:pt idx="18869">
                  <c:v>0.64281481481481484</c:v>
                </c:pt>
                <c:pt idx="18870">
                  <c:v>0.64281481481481484</c:v>
                </c:pt>
                <c:pt idx="18871">
                  <c:v>0.64281481481481484</c:v>
                </c:pt>
                <c:pt idx="18872">
                  <c:v>0.64281481481481484</c:v>
                </c:pt>
                <c:pt idx="18873">
                  <c:v>0.64296296296296296</c:v>
                </c:pt>
                <c:pt idx="18874">
                  <c:v>0.64296296296296296</c:v>
                </c:pt>
                <c:pt idx="18875">
                  <c:v>0.64311111111111108</c:v>
                </c:pt>
                <c:pt idx="18876">
                  <c:v>0.64325925925925931</c:v>
                </c:pt>
                <c:pt idx="18877">
                  <c:v>0.64340740740740743</c:v>
                </c:pt>
                <c:pt idx="18878">
                  <c:v>0.64355555555555555</c:v>
                </c:pt>
                <c:pt idx="18879">
                  <c:v>0.64355555555555555</c:v>
                </c:pt>
                <c:pt idx="18880">
                  <c:v>0.64355555555555555</c:v>
                </c:pt>
                <c:pt idx="18881">
                  <c:v>0.64355555555555555</c:v>
                </c:pt>
                <c:pt idx="18882">
                  <c:v>0.64355555555555555</c:v>
                </c:pt>
                <c:pt idx="18883">
                  <c:v>0.64370370370370367</c:v>
                </c:pt>
                <c:pt idx="18884">
                  <c:v>0.6438518518518519</c:v>
                </c:pt>
                <c:pt idx="18885">
                  <c:v>0.6438518518518519</c:v>
                </c:pt>
                <c:pt idx="18886">
                  <c:v>0.6438518518518519</c:v>
                </c:pt>
                <c:pt idx="18887">
                  <c:v>0.6438518518518519</c:v>
                </c:pt>
                <c:pt idx="18888">
                  <c:v>0.6438518518518519</c:v>
                </c:pt>
                <c:pt idx="18889">
                  <c:v>0.6438518518518519</c:v>
                </c:pt>
                <c:pt idx="18890">
                  <c:v>0.64400000000000002</c:v>
                </c:pt>
                <c:pt idx="18891">
                  <c:v>0.64400000000000002</c:v>
                </c:pt>
                <c:pt idx="18892">
                  <c:v>0.64400000000000002</c:v>
                </c:pt>
                <c:pt idx="18893">
                  <c:v>0.64414814814814814</c:v>
                </c:pt>
                <c:pt idx="18894">
                  <c:v>0.64414814814814814</c:v>
                </c:pt>
                <c:pt idx="18895">
                  <c:v>0.64414814814814814</c:v>
                </c:pt>
                <c:pt idx="18896">
                  <c:v>0.64429629629629626</c:v>
                </c:pt>
                <c:pt idx="18897">
                  <c:v>0.64429629629629626</c:v>
                </c:pt>
                <c:pt idx="18898">
                  <c:v>0.64429629629629626</c:v>
                </c:pt>
                <c:pt idx="18899">
                  <c:v>0.64444444444444449</c:v>
                </c:pt>
                <c:pt idx="18900">
                  <c:v>0.64459259259259261</c:v>
                </c:pt>
                <c:pt idx="18901">
                  <c:v>0.64459259259259261</c:v>
                </c:pt>
                <c:pt idx="18902">
                  <c:v>0.64459259259259261</c:v>
                </c:pt>
                <c:pt idx="18903">
                  <c:v>0.64459259259259261</c:v>
                </c:pt>
                <c:pt idx="18904">
                  <c:v>0.64459259259259261</c:v>
                </c:pt>
                <c:pt idx="18905">
                  <c:v>0.64459259259259261</c:v>
                </c:pt>
                <c:pt idx="18906">
                  <c:v>0.64459259259259261</c:v>
                </c:pt>
                <c:pt idx="18907">
                  <c:v>0.64459259259259261</c:v>
                </c:pt>
                <c:pt idx="18908">
                  <c:v>0.64459259259259261</c:v>
                </c:pt>
                <c:pt idx="18909">
                  <c:v>0.64459259259259261</c:v>
                </c:pt>
                <c:pt idx="18910">
                  <c:v>0.64459259259259261</c:v>
                </c:pt>
                <c:pt idx="18911">
                  <c:v>0.64459259259259261</c:v>
                </c:pt>
                <c:pt idx="18912">
                  <c:v>0.64459259259259261</c:v>
                </c:pt>
                <c:pt idx="18913">
                  <c:v>0.64459259259259261</c:v>
                </c:pt>
                <c:pt idx="18914">
                  <c:v>0.64459259259259261</c:v>
                </c:pt>
                <c:pt idx="18915">
                  <c:v>0.64474074074074073</c:v>
                </c:pt>
                <c:pt idx="18916">
                  <c:v>0.64474074074074073</c:v>
                </c:pt>
                <c:pt idx="18917">
                  <c:v>0.64474074074074073</c:v>
                </c:pt>
                <c:pt idx="18918">
                  <c:v>0.64474074074074073</c:v>
                </c:pt>
                <c:pt idx="18919">
                  <c:v>0.64474074074074073</c:v>
                </c:pt>
                <c:pt idx="18920">
                  <c:v>0.64474074074074073</c:v>
                </c:pt>
                <c:pt idx="18921">
                  <c:v>0.64474074074074073</c:v>
                </c:pt>
                <c:pt idx="18922">
                  <c:v>0.64474074074074073</c:v>
                </c:pt>
                <c:pt idx="18923">
                  <c:v>0.64474074074074073</c:v>
                </c:pt>
                <c:pt idx="18924">
                  <c:v>0.64474074074074073</c:v>
                </c:pt>
                <c:pt idx="18925">
                  <c:v>0.64474074074074073</c:v>
                </c:pt>
                <c:pt idx="18926">
                  <c:v>0.64474074074074073</c:v>
                </c:pt>
                <c:pt idx="18927">
                  <c:v>0.64488888888888884</c:v>
                </c:pt>
                <c:pt idx="18928">
                  <c:v>0.64488888888888884</c:v>
                </c:pt>
                <c:pt idx="18929">
                  <c:v>0.64488888888888884</c:v>
                </c:pt>
                <c:pt idx="18930">
                  <c:v>0.64488888888888884</c:v>
                </c:pt>
                <c:pt idx="18931">
                  <c:v>0.64488888888888884</c:v>
                </c:pt>
                <c:pt idx="18932">
                  <c:v>0.64488888888888884</c:v>
                </c:pt>
                <c:pt idx="18933">
                  <c:v>0.64488888888888884</c:v>
                </c:pt>
                <c:pt idx="18934">
                  <c:v>0.64503703703703708</c:v>
                </c:pt>
                <c:pt idx="18935">
                  <c:v>0.64503703703703708</c:v>
                </c:pt>
                <c:pt idx="18936">
                  <c:v>0.64503703703703708</c:v>
                </c:pt>
                <c:pt idx="18937">
                  <c:v>0.64503703703703708</c:v>
                </c:pt>
                <c:pt idx="18938">
                  <c:v>0.64518518518518519</c:v>
                </c:pt>
                <c:pt idx="18939">
                  <c:v>0.64518518518518519</c:v>
                </c:pt>
                <c:pt idx="18940">
                  <c:v>0.64533333333333331</c:v>
                </c:pt>
                <c:pt idx="18941">
                  <c:v>0.64533333333333331</c:v>
                </c:pt>
                <c:pt idx="18942">
                  <c:v>0.64533333333333331</c:v>
                </c:pt>
                <c:pt idx="18943">
                  <c:v>0.64533333333333331</c:v>
                </c:pt>
                <c:pt idx="18944">
                  <c:v>0.64533333333333331</c:v>
                </c:pt>
                <c:pt idx="18945">
                  <c:v>0.64533333333333331</c:v>
                </c:pt>
                <c:pt idx="18946">
                  <c:v>0.64533333333333331</c:v>
                </c:pt>
                <c:pt idx="18947">
                  <c:v>0.64548148148148143</c:v>
                </c:pt>
                <c:pt idx="18948">
                  <c:v>0.64548148148148143</c:v>
                </c:pt>
                <c:pt idx="18949">
                  <c:v>0.64548148148148143</c:v>
                </c:pt>
                <c:pt idx="18950">
                  <c:v>0.64548148148148143</c:v>
                </c:pt>
                <c:pt idx="18951">
                  <c:v>0.64548148148148143</c:v>
                </c:pt>
                <c:pt idx="18952">
                  <c:v>0.64548148148148143</c:v>
                </c:pt>
                <c:pt idx="18953">
                  <c:v>0.64548148148148143</c:v>
                </c:pt>
                <c:pt idx="18954">
                  <c:v>0.64548148148148143</c:v>
                </c:pt>
                <c:pt idx="18955">
                  <c:v>0.64548148148148143</c:v>
                </c:pt>
                <c:pt idx="18956">
                  <c:v>0.64548148148148143</c:v>
                </c:pt>
                <c:pt idx="18957">
                  <c:v>0.64548148148148143</c:v>
                </c:pt>
                <c:pt idx="18958">
                  <c:v>0.64548148148148143</c:v>
                </c:pt>
                <c:pt idx="18959">
                  <c:v>0.64548148148148143</c:v>
                </c:pt>
                <c:pt idx="18960">
                  <c:v>0.64562962962962966</c:v>
                </c:pt>
                <c:pt idx="18961">
                  <c:v>0.64562962962962966</c:v>
                </c:pt>
                <c:pt idx="18962">
                  <c:v>0.64577777777777778</c:v>
                </c:pt>
                <c:pt idx="18963">
                  <c:v>0.6459259259259259</c:v>
                </c:pt>
                <c:pt idx="18964">
                  <c:v>0.64607407407407402</c:v>
                </c:pt>
                <c:pt idx="18965">
                  <c:v>0.64607407407407402</c:v>
                </c:pt>
                <c:pt idx="18966">
                  <c:v>0.64607407407407402</c:v>
                </c:pt>
                <c:pt idx="18967">
                  <c:v>0.64607407407407402</c:v>
                </c:pt>
                <c:pt idx="18968">
                  <c:v>0.64607407407407402</c:v>
                </c:pt>
                <c:pt idx="18969">
                  <c:v>0.64607407407407402</c:v>
                </c:pt>
                <c:pt idx="18970">
                  <c:v>0.64622222222222225</c:v>
                </c:pt>
                <c:pt idx="18971">
                  <c:v>0.64637037037037037</c:v>
                </c:pt>
                <c:pt idx="18972">
                  <c:v>0.64637037037037037</c:v>
                </c:pt>
                <c:pt idx="18973">
                  <c:v>0.64637037037037037</c:v>
                </c:pt>
                <c:pt idx="18974">
                  <c:v>0.64637037037037037</c:v>
                </c:pt>
                <c:pt idx="18975">
                  <c:v>0.64637037037037037</c:v>
                </c:pt>
                <c:pt idx="18976">
                  <c:v>0.64651851851851849</c:v>
                </c:pt>
                <c:pt idx="18977">
                  <c:v>0.64651851851851849</c:v>
                </c:pt>
                <c:pt idx="18978">
                  <c:v>0.64651851851851849</c:v>
                </c:pt>
                <c:pt idx="18979">
                  <c:v>0.64651851851851849</c:v>
                </c:pt>
                <c:pt idx="18980">
                  <c:v>0.64651851851851849</c:v>
                </c:pt>
                <c:pt idx="18981">
                  <c:v>0.64666666666666661</c:v>
                </c:pt>
                <c:pt idx="18982">
                  <c:v>0.64681481481481484</c:v>
                </c:pt>
                <c:pt idx="18983">
                  <c:v>0.64681481481481484</c:v>
                </c:pt>
                <c:pt idx="18984">
                  <c:v>0.64681481481481484</c:v>
                </c:pt>
                <c:pt idx="18985">
                  <c:v>0.64696296296296296</c:v>
                </c:pt>
                <c:pt idx="18986">
                  <c:v>0.64696296296296296</c:v>
                </c:pt>
                <c:pt idx="18987">
                  <c:v>0.64696296296296296</c:v>
                </c:pt>
                <c:pt idx="18988">
                  <c:v>0.64696296296296296</c:v>
                </c:pt>
                <c:pt idx="18989">
                  <c:v>0.64696296296296296</c:v>
                </c:pt>
                <c:pt idx="18990">
                  <c:v>0.64696296296296296</c:v>
                </c:pt>
                <c:pt idx="18991">
                  <c:v>0.64696296296296296</c:v>
                </c:pt>
                <c:pt idx="18992">
                  <c:v>0.64711111111111108</c:v>
                </c:pt>
                <c:pt idx="18993">
                  <c:v>0.64711111111111108</c:v>
                </c:pt>
                <c:pt idx="18994">
                  <c:v>0.64711111111111108</c:v>
                </c:pt>
                <c:pt idx="18995">
                  <c:v>0.64711111111111108</c:v>
                </c:pt>
                <c:pt idx="18996">
                  <c:v>0.64711111111111108</c:v>
                </c:pt>
                <c:pt idx="18997">
                  <c:v>0.64711111111111108</c:v>
                </c:pt>
                <c:pt idx="18998">
                  <c:v>0.64711111111111108</c:v>
                </c:pt>
                <c:pt idx="18999">
                  <c:v>0.64711111111111108</c:v>
                </c:pt>
                <c:pt idx="19000">
                  <c:v>0.64725925925925931</c:v>
                </c:pt>
                <c:pt idx="19001">
                  <c:v>0.64725925925925931</c:v>
                </c:pt>
                <c:pt idx="19002">
                  <c:v>0.64725925925925931</c:v>
                </c:pt>
                <c:pt idx="19003">
                  <c:v>0.64725925925925931</c:v>
                </c:pt>
                <c:pt idx="19004">
                  <c:v>0.64725925925925931</c:v>
                </c:pt>
                <c:pt idx="19005">
                  <c:v>0.64725925925925931</c:v>
                </c:pt>
                <c:pt idx="19006">
                  <c:v>0.64725925925925931</c:v>
                </c:pt>
                <c:pt idx="19007">
                  <c:v>0.64725925925925931</c:v>
                </c:pt>
                <c:pt idx="19008">
                  <c:v>0.64725925925925931</c:v>
                </c:pt>
                <c:pt idx="19009">
                  <c:v>0.64725925925925931</c:v>
                </c:pt>
                <c:pt idx="19010">
                  <c:v>0.64740740740740743</c:v>
                </c:pt>
                <c:pt idx="19011">
                  <c:v>0.64740740740740743</c:v>
                </c:pt>
                <c:pt idx="19012">
                  <c:v>0.64740740740740743</c:v>
                </c:pt>
                <c:pt idx="19013">
                  <c:v>0.64740740740740743</c:v>
                </c:pt>
                <c:pt idx="19014">
                  <c:v>0.64755555555555555</c:v>
                </c:pt>
                <c:pt idx="19015">
                  <c:v>0.64755555555555555</c:v>
                </c:pt>
                <c:pt idx="19016">
                  <c:v>0.64755555555555555</c:v>
                </c:pt>
                <c:pt idx="19017">
                  <c:v>0.64770370370370367</c:v>
                </c:pt>
                <c:pt idx="19018">
                  <c:v>0.64770370370370367</c:v>
                </c:pt>
                <c:pt idx="19019">
                  <c:v>0.64770370370370367</c:v>
                </c:pt>
                <c:pt idx="19020">
                  <c:v>0.64770370370370367</c:v>
                </c:pt>
                <c:pt idx="19021">
                  <c:v>0.6478518518518519</c:v>
                </c:pt>
                <c:pt idx="19022">
                  <c:v>0.6478518518518519</c:v>
                </c:pt>
                <c:pt idx="19023">
                  <c:v>0.6478518518518519</c:v>
                </c:pt>
                <c:pt idx="19024">
                  <c:v>0.64800000000000002</c:v>
                </c:pt>
                <c:pt idx="19025">
                  <c:v>0.64800000000000002</c:v>
                </c:pt>
                <c:pt idx="19026">
                  <c:v>0.64814814814814814</c:v>
                </c:pt>
                <c:pt idx="19027">
                  <c:v>0.64814814814814814</c:v>
                </c:pt>
                <c:pt idx="19028">
                  <c:v>0.64814814814814814</c:v>
                </c:pt>
                <c:pt idx="19029">
                  <c:v>0.64814814814814814</c:v>
                </c:pt>
                <c:pt idx="19030">
                  <c:v>0.64814814814814814</c:v>
                </c:pt>
                <c:pt idx="19031">
                  <c:v>0.64829629629629626</c:v>
                </c:pt>
                <c:pt idx="19032">
                  <c:v>0.64829629629629626</c:v>
                </c:pt>
                <c:pt idx="19033">
                  <c:v>0.64844444444444449</c:v>
                </c:pt>
                <c:pt idx="19034">
                  <c:v>0.64859259259259261</c:v>
                </c:pt>
                <c:pt idx="19035">
                  <c:v>0.64874074074074073</c:v>
                </c:pt>
                <c:pt idx="19036">
                  <c:v>0.64874074074074073</c:v>
                </c:pt>
                <c:pt idx="19037">
                  <c:v>0.64888888888888885</c:v>
                </c:pt>
                <c:pt idx="19038">
                  <c:v>0.64903703703703708</c:v>
                </c:pt>
                <c:pt idx="19039">
                  <c:v>0.64903703703703708</c:v>
                </c:pt>
                <c:pt idx="19040">
                  <c:v>0.64903703703703708</c:v>
                </c:pt>
                <c:pt idx="19041">
                  <c:v>0.64903703703703708</c:v>
                </c:pt>
                <c:pt idx="19042">
                  <c:v>0.64903703703703708</c:v>
                </c:pt>
                <c:pt idx="19043">
                  <c:v>0.64903703703703708</c:v>
                </c:pt>
                <c:pt idx="19044">
                  <c:v>0.64903703703703708</c:v>
                </c:pt>
                <c:pt idx="19045">
                  <c:v>0.6491851851851852</c:v>
                </c:pt>
                <c:pt idx="19046">
                  <c:v>0.64933333333333332</c:v>
                </c:pt>
                <c:pt idx="19047">
                  <c:v>0.64933333333333332</c:v>
                </c:pt>
                <c:pt idx="19048">
                  <c:v>0.64933333333333332</c:v>
                </c:pt>
                <c:pt idx="19049">
                  <c:v>0.64933333333333332</c:v>
                </c:pt>
                <c:pt idx="19050">
                  <c:v>0.64948148148148144</c:v>
                </c:pt>
                <c:pt idx="19051">
                  <c:v>0.64948148148148144</c:v>
                </c:pt>
                <c:pt idx="19052">
                  <c:v>0.64948148148148144</c:v>
                </c:pt>
                <c:pt idx="19053">
                  <c:v>0.64948148148148144</c:v>
                </c:pt>
                <c:pt idx="19054">
                  <c:v>0.64948148148148144</c:v>
                </c:pt>
                <c:pt idx="19055">
                  <c:v>0.64948148148148144</c:v>
                </c:pt>
                <c:pt idx="19056">
                  <c:v>0.64948148148148144</c:v>
                </c:pt>
                <c:pt idx="19057">
                  <c:v>0.64948148148148144</c:v>
                </c:pt>
                <c:pt idx="19058">
                  <c:v>0.64948148148148144</c:v>
                </c:pt>
                <c:pt idx="19059">
                  <c:v>0.64948148148148144</c:v>
                </c:pt>
                <c:pt idx="19060">
                  <c:v>0.64948148148148144</c:v>
                </c:pt>
                <c:pt idx="19061">
                  <c:v>0.64962962962962967</c:v>
                </c:pt>
                <c:pt idx="19062">
                  <c:v>0.64977777777777779</c:v>
                </c:pt>
                <c:pt idx="19063">
                  <c:v>0.64977777777777779</c:v>
                </c:pt>
                <c:pt idx="19064">
                  <c:v>0.64977777777777779</c:v>
                </c:pt>
                <c:pt idx="19065">
                  <c:v>0.64977777777777779</c:v>
                </c:pt>
                <c:pt idx="19066">
                  <c:v>0.64977777777777779</c:v>
                </c:pt>
                <c:pt idx="19067">
                  <c:v>0.64992592592592591</c:v>
                </c:pt>
                <c:pt idx="19068">
                  <c:v>0.64992592592592591</c:v>
                </c:pt>
                <c:pt idx="19069">
                  <c:v>0.64992592592592591</c:v>
                </c:pt>
                <c:pt idx="19070">
                  <c:v>0.64992592592592591</c:v>
                </c:pt>
                <c:pt idx="19071">
                  <c:v>0.64992592592592591</c:v>
                </c:pt>
                <c:pt idx="19072">
                  <c:v>0.65007407407407403</c:v>
                </c:pt>
                <c:pt idx="19073">
                  <c:v>0.65022222222222226</c:v>
                </c:pt>
                <c:pt idx="19074">
                  <c:v>0.65022222222222226</c:v>
                </c:pt>
                <c:pt idx="19075">
                  <c:v>0.65037037037037038</c:v>
                </c:pt>
                <c:pt idx="19076">
                  <c:v>0.65037037037037038</c:v>
                </c:pt>
                <c:pt idx="19077">
                  <c:v>0.65037037037037038</c:v>
                </c:pt>
                <c:pt idx="19078">
                  <c:v>0.65037037037037038</c:v>
                </c:pt>
                <c:pt idx="19079">
                  <c:v>0.6505185185185185</c:v>
                </c:pt>
                <c:pt idx="19080">
                  <c:v>0.6505185185185185</c:v>
                </c:pt>
                <c:pt idx="19081">
                  <c:v>0.6505185185185185</c:v>
                </c:pt>
                <c:pt idx="19082">
                  <c:v>0.65066666666666662</c:v>
                </c:pt>
                <c:pt idx="19083">
                  <c:v>0.65066666666666662</c:v>
                </c:pt>
                <c:pt idx="19084">
                  <c:v>0.65066666666666662</c:v>
                </c:pt>
                <c:pt idx="19085">
                  <c:v>0.65066666666666662</c:v>
                </c:pt>
                <c:pt idx="19086">
                  <c:v>0.65066666666666662</c:v>
                </c:pt>
                <c:pt idx="19087">
                  <c:v>0.65081481481481485</c:v>
                </c:pt>
                <c:pt idx="19088">
                  <c:v>0.65081481481481485</c:v>
                </c:pt>
                <c:pt idx="19089">
                  <c:v>0.65081481481481485</c:v>
                </c:pt>
                <c:pt idx="19090">
                  <c:v>0.65081481481481485</c:v>
                </c:pt>
                <c:pt idx="19091">
                  <c:v>0.65081481481481485</c:v>
                </c:pt>
                <c:pt idx="19092">
                  <c:v>0.65096296296296297</c:v>
                </c:pt>
                <c:pt idx="19093">
                  <c:v>0.65111111111111108</c:v>
                </c:pt>
                <c:pt idx="19094">
                  <c:v>0.65111111111111108</c:v>
                </c:pt>
                <c:pt idx="19095">
                  <c:v>0.65111111111111108</c:v>
                </c:pt>
                <c:pt idx="19096">
                  <c:v>0.6512592592592592</c:v>
                </c:pt>
                <c:pt idx="19097">
                  <c:v>0.6512592592592592</c:v>
                </c:pt>
                <c:pt idx="19098">
                  <c:v>0.6512592592592592</c:v>
                </c:pt>
                <c:pt idx="19099">
                  <c:v>0.65140740740740743</c:v>
                </c:pt>
                <c:pt idx="19100">
                  <c:v>0.65140740740740743</c:v>
                </c:pt>
                <c:pt idx="19101">
                  <c:v>0.65155555555555555</c:v>
                </c:pt>
                <c:pt idx="19102">
                  <c:v>0.65155555555555555</c:v>
                </c:pt>
                <c:pt idx="19103">
                  <c:v>0.65170370370370367</c:v>
                </c:pt>
                <c:pt idx="19104">
                  <c:v>0.65170370370370367</c:v>
                </c:pt>
                <c:pt idx="19105">
                  <c:v>0.6518518518518519</c:v>
                </c:pt>
                <c:pt idx="19106">
                  <c:v>0.6518518518518519</c:v>
                </c:pt>
                <c:pt idx="19107">
                  <c:v>0.6518518518518519</c:v>
                </c:pt>
                <c:pt idx="19108">
                  <c:v>0.65200000000000002</c:v>
                </c:pt>
                <c:pt idx="19109">
                  <c:v>0.65200000000000002</c:v>
                </c:pt>
                <c:pt idx="19110">
                  <c:v>0.65200000000000002</c:v>
                </c:pt>
                <c:pt idx="19111">
                  <c:v>0.65200000000000002</c:v>
                </c:pt>
                <c:pt idx="19112">
                  <c:v>0.65200000000000002</c:v>
                </c:pt>
                <c:pt idx="19113">
                  <c:v>0.65200000000000002</c:v>
                </c:pt>
                <c:pt idx="19114">
                  <c:v>0.65200000000000002</c:v>
                </c:pt>
                <c:pt idx="19115">
                  <c:v>0.65214814814814814</c:v>
                </c:pt>
                <c:pt idx="19116">
                  <c:v>0.65229629629629626</c:v>
                </c:pt>
                <c:pt idx="19117">
                  <c:v>0.65229629629629626</c:v>
                </c:pt>
                <c:pt idx="19118">
                  <c:v>0.65244444444444449</c:v>
                </c:pt>
                <c:pt idx="19119">
                  <c:v>0.65244444444444449</c:v>
                </c:pt>
                <c:pt idx="19120">
                  <c:v>0.65244444444444449</c:v>
                </c:pt>
                <c:pt idx="19121">
                  <c:v>0.65244444444444449</c:v>
                </c:pt>
                <c:pt idx="19122">
                  <c:v>0.65244444444444449</c:v>
                </c:pt>
                <c:pt idx="19123">
                  <c:v>0.65244444444444449</c:v>
                </c:pt>
                <c:pt idx="19124">
                  <c:v>0.65244444444444449</c:v>
                </c:pt>
                <c:pt idx="19125">
                  <c:v>0.65244444444444449</c:v>
                </c:pt>
                <c:pt idx="19126">
                  <c:v>0.65244444444444449</c:v>
                </c:pt>
                <c:pt idx="19127">
                  <c:v>0.65244444444444449</c:v>
                </c:pt>
                <c:pt idx="19128">
                  <c:v>0.65244444444444449</c:v>
                </c:pt>
                <c:pt idx="19129">
                  <c:v>0.65244444444444449</c:v>
                </c:pt>
                <c:pt idx="19130">
                  <c:v>0.65244444444444449</c:v>
                </c:pt>
                <c:pt idx="19131">
                  <c:v>0.65244444444444449</c:v>
                </c:pt>
                <c:pt idx="19132">
                  <c:v>0.65244444444444449</c:v>
                </c:pt>
                <c:pt idx="19133">
                  <c:v>0.65244444444444449</c:v>
                </c:pt>
                <c:pt idx="19134">
                  <c:v>0.65244444444444449</c:v>
                </c:pt>
                <c:pt idx="19135">
                  <c:v>0.65244444444444449</c:v>
                </c:pt>
                <c:pt idx="19136">
                  <c:v>0.65244444444444449</c:v>
                </c:pt>
                <c:pt idx="19137">
                  <c:v>0.65244444444444449</c:v>
                </c:pt>
                <c:pt idx="19138">
                  <c:v>0.65244444444444449</c:v>
                </c:pt>
                <c:pt idx="19139">
                  <c:v>0.65259259259259261</c:v>
                </c:pt>
                <c:pt idx="19140">
                  <c:v>0.65274074074074073</c:v>
                </c:pt>
                <c:pt idx="19141">
                  <c:v>0.65274074074074073</c:v>
                </c:pt>
                <c:pt idx="19142">
                  <c:v>0.65274074074074073</c:v>
                </c:pt>
                <c:pt idx="19143">
                  <c:v>0.65288888888888885</c:v>
                </c:pt>
                <c:pt idx="19144">
                  <c:v>0.65288888888888885</c:v>
                </c:pt>
                <c:pt idx="19145">
                  <c:v>0.65288888888888885</c:v>
                </c:pt>
                <c:pt idx="19146">
                  <c:v>0.65303703703703708</c:v>
                </c:pt>
                <c:pt idx="19147">
                  <c:v>0.65303703703703708</c:v>
                </c:pt>
                <c:pt idx="19148">
                  <c:v>0.65303703703703708</c:v>
                </c:pt>
                <c:pt idx="19149">
                  <c:v>0.65303703703703708</c:v>
                </c:pt>
                <c:pt idx="19150">
                  <c:v>0.65303703703703708</c:v>
                </c:pt>
                <c:pt idx="19151">
                  <c:v>0.65303703703703708</c:v>
                </c:pt>
                <c:pt idx="19152">
                  <c:v>0.65303703703703708</c:v>
                </c:pt>
                <c:pt idx="19153">
                  <c:v>0.65303703703703708</c:v>
                </c:pt>
                <c:pt idx="19154">
                  <c:v>0.65303703703703708</c:v>
                </c:pt>
                <c:pt idx="19155">
                  <c:v>0.65303703703703708</c:v>
                </c:pt>
                <c:pt idx="19156">
                  <c:v>0.6531851851851852</c:v>
                </c:pt>
                <c:pt idx="19157">
                  <c:v>0.6531851851851852</c:v>
                </c:pt>
                <c:pt idx="19158">
                  <c:v>0.6531851851851852</c:v>
                </c:pt>
                <c:pt idx="19159">
                  <c:v>0.6531851851851852</c:v>
                </c:pt>
                <c:pt idx="19160">
                  <c:v>0.6531851851851852</c:v>
                </c:pt>
                <c:pt idx="19161">
                  <c:v>0.6531851851851852</c:v>
                </c:pt>
                <c:pt idx="19162">
                  <c:v>0.65333333333333332</c:v>
                </c:pt>
                <c:pt idx="19163">
                  <c:v>0.65333333333333332</c:v>
                </c:pt>
                <c:pt idx="19164">
                  <c:v>0.65348148148148144</c:v>
                </c:pt>
                <c:pt idx="19165">
                  <c:v>0.65348148148148144</c:v>
                </c:pt>
                <c:pt idx="19166">
                  <c:v>0.65362962962962967</c:v>
                </c:pt>
                <c:pt idx="19167">
                  <c:v>0.65362962962962967</c:v>
                </c:pt>
                <c:pt idx="19168">
                  <c:v>0.65362962962962967</c:v>
                </c:pt>
                <c:pt idx="19169">
                  <c:v>0.65377777777777779</c:v>
                </c:pt>
                <c:pt idx="19170">
                  <c:v>0.65377777777777779</c:v>
                </c:pt>
                <c:pt idx="19171">
                  <c:v>0.65377777777777779</c:v>
                </c:pt>
                <c:pt idx="19172">
                  <c:v>0.65377777777777779</c:v>
                </c:pt>
                <c:pt idx="19173">
                  <c:v>0.65377777777777779</c:v>
                </c:pt>
                <c:pt idx="19174">
                  <c:v>0.65377777777777779</c:v>
                </c:pt>
                <c:pt idx="19175">
                  <c:v>0.65392592592592591</c:v>
                </c:pt>
                <c:pt idx="19176">
                  <c:v>0.65392592592592591</c:v>
                </c:pt>
                <c:pt idx="19177">
                  <c:v>0.65392592592592591</c:v>
                </c:pt>
                <c:pt idx="19178">
                  <c:v>0.65407407407407403</c:v>
                </c:pt>
                <c:pt idx="19179">
                  <c:v>0.65407407407407403</c:v>
                </c:pt>
                <c:pt idx="19180">
                  <c:v>0.65407407407407403</c:v>
                </c:pt>
                <c:pt idx="19181">
                  <c:v>0.65407407407407403</c:v>
                </c:pt>
                <c:pt idx="19182">
                  <c:v>0.65407407407407403</c:v>
                </c:pt>
                <c:pt idx="19183">
                  <c:v>0.65407407407407403</c:v>
                </c:pt>
                <c:pt idx="19184">
                  <c:v>0.65407407407407403</c:v>
                </c:pt>
                <c:pt idx="19185">
                  <c:v>0.65407407407407403</c:v>
                </c:pt>
                <c:pt idx="19186">
                  <c:v>0.65407407407407403</c:v>
                </c:pt>
                <c:pt idx="19187">
                  <c:v>0.65407407407407403</c:v>
                </c:pt>
                <c:pt idx="19188">
                  <c:v>0.65407407407407403</c:v>
                </c:pt>
                <c:pt idx="19189">
                  <c:v>0.65407407407407403</c:v>
                </c:pt>
                <c:pt idx="19190">
                  <c:v>0.65407407407407403</c:v>
                </c:pt>
                <c:pt idx="19191">
                  <c:v>0.65422222222222226</c:v>
                </c:pt>
                <c:pt idx="19192">
                  <c:v>0.65422222222222226</c:v>
                </c:pt>
                <c:pt idx="19193">
                  <c:v>0.65422222222222226</c:v>
                </c:pt>
                <c:pt idx="19194">
                  <c:v>0.65437037037037038</c:v>
                </c:pt>
                <c:pt idx="19195">
                  <c:v>0.6545185185185185</c:v>
                </c:pt>
                <c:pt idx="19196">
                  <c:v>0.6545185185185185</c:v>
                </c:pt>
                <c:pt idx="19197">
                  <c:v>0.6545185185185185</c:v>
                </c:pt>
                <c:pt idx="19198">
                  <c:v>0.6545185185185185</c:v>
                </c:pt>
                <c:pt idx="19199">
                  <c:v>0.65466666666666662</c:v>
                </c:pt>
                <c:pt idx="19200">
                  <c:v>0.65466666666666662</c:v>
                </c:pt>
                <c:pt idx="19201">
                  <c:v>0.65481481481481485</c:v>
                </c:pt>
                <c:pt idx="19202">
                  <c:v>0.65496296296296297</c:v>
                </c:pt>
                <c:pt idx="19203">
                  <c:v>0.65496296296296297</c:v>
                </c:pt>
                <c:pt idx="19204">
                  <c:v>0.65496296296296297</c:v>
                </c:pt>
                <c:pt idx="19205">
                  <c:v>0.65511111111111109</c:v>
                </c:pt>
                <c:pt idx="19206">
                  <c:v>0.65511111111111109</c:v>
                </c:pt>
                <c:pt idx="19207">
                  <c:v>0.65525925925925921</c:v>
                </c:pt>
                <c:pt idx="19208">
                  <c:v>0.65525925925925921</c:v>
                </c:pt>
                <c:pt idx="19209">
                  <c:v>0.65525925925925921</c:v>
                </c:pt>
                <c:pt idx="19210">
                  <c:v>0.65525925925925921</c:v>
                </c:pt>
                <c:pt idx="19211">
                  <c:v>0.65525925925925921</c:v>
                </c:pt>
                <c:pt idx="19212">
                  <c:v>0.65525925925925921</c:v>
                </c:pt>
                <c:pt idx="19213">
                  <c:v>0.65525925925925921</c:v>
                </c:pt>
                <c:pt idx="19214">
                  <c:v>0.65525925925925921</c:v>
                </c:pt>
                <c:pt idx="19215">
                  <c:v>0.65540740740740744</c:v>
                </c:pt>
                <c:pt idx="19216">
                  <c:v>0.65540740740740744</c:v>
                </c:pt>
                <c:pt idx="19217">
                  <c:v>0.65540740740740744</c:v>
                </c:pt>
                <c:pt idx="19218">
                  <c:v>0.65540740740740744</c:v>
                </c:pt>
                <c:pt idx="19219">
                  <c:v>0.65540740740740744</c:v>
                </c:pt>
                <c:pt idx="19220">
                  <c:v>0.65555555555555556</c:v>
                </c:pt>
                <c:pt idx="19221">
                  <c:v>0.65555555555555556</c:v>
                </c:pt>
                <c:pt idx="19222">
                  <c:v>0.65555555555555556</c:v>
                </c:pt>
                <c:pt idx="19223">
                  <c:v>0.65555555555555556</c:v>
                </c:pt>
                <c:pt idx="19224">
                  <c:v>0.65555555555555556</c:v>
                </c:pt>
                <c:pt idx="19225">
                  <c:v>0.65555555555555556</c:v>
                </c:pt>
                <c:pt idx="19226">
                  <c:v>0.65555555555555556</c:v>
                </c:pt>
                <c:pt idx="19227">
                  <c:v>0.65570370370370368</c:v>
                </c:pt>
                <c:pt idx="19228">
                  <c:v>0.6558518518518518</c:v>
                </c:pt>
                <c:pt idx="19229">
                  <c:v>0.65600000000000003</c:v>
                </c:pt>
                <c:pt idx="19230">
                  <c:v>0.65600000000000003</c:v>
                </c:pt>
                <c:pt idx="19231">
                  <c:v>0.65600000000000003</c:v>
                </c:pt>
                <c:pt idx="19232">
                  <c:v>0.65614814814814815</c:v>
                </c:pt>
                <c:pt idx="19233">
                  <c:v>0.65614814814814815</c:v>
                </c:pt>
                <c:pt idx="19234">
                  <c:v>0.65614814814814815</c:v>
                </c:pt>
                <c:pt idx="19235">
                  <c:v>0.65614814814814815</c:v>
                </c:pt>
                <c:pt idx="19236">
                  <c:v>0.65614814814814815</c:v>
                </c:pt>
                <c:pt idx="19237">
                  <c:v>0.65629629629629627</c:v>
                </c:pt>
                <c:pt idx="19238">
                  <c:v>0.6564444444444445</c:v>
                </c:pt>
                <c:pt idx="19239">
                  <c:v>0.6564444444444445</c:v>
                </c:pt>
                <c:pt idx="19240">
                  <c:v>0.65659259259259262</c:v>
                </c:pt>
                <c:pt idx="19241">
                  <c:v>0.65659259259259262</c:v>
                </c:pt>
                <c:pt idx="19242">
                  <c:v>0.65674074074074074</c:v>
                </c:pt>
                <c:pt idx="19243">
                  <c:v>0.65674074074074074</c:v>
                </c:pt>
                <c:pt idx="19244">
                  <c:v>0.65674074074074074</c:v>
                </c:pt>
                <c:pt idx="19245">
                  <c:v>0.65674074074074074</c:v>
                </c:pt>
                <c:pt idx="19246">
                  <c:v>0.65674074074074074</c:v>
                </c:pt>
                <c:pt idx="19247">
                  <c:v>0.65674074074074074</c:v>
                </c:pt>
                <c:pt idx="19248">
                  <c:v>0.65674074074074074</c:v>
                </c:pt>
                <c:pt idx="19249">
                  <c:v>0.65674074074074074</c:v>
                </c:pt>
                <c:pt idx="19250">
                  <c:v>0.65674074074074074</c:v>
                </c:pt>
                <c:pt idx="19251">
                  <c:v>0.65688888888888886</c:v>
                </c:pt>
                <c:pt idx="19252">
                  <c:v>0.65703703703703709</c:v>
                </c:pt>
                <c:pt idx="19253">
                  <c:v>0.65718518518518521</c:v>
                </c:pt>
                <c:pt idx="19254">
                  <c:v>0.65718518518518521</c:v>
                </c:pt>
                <c:pt idx="19255">
                  <c:v>0.65718518518518521</c:v>
                </c:pt>
                <c:pt idx="19256">
                  <c:v>0.65733333333333333</c:v>
                </c:pt>
                <c:pt idx="19257">
                  <c:v>0.65733333333333333</c:v>
                </c:pt>
                <c:pt idx="19258">
                  <c:v>0.65733333333333333</c:v>
                </c:pt>
                <c:pt idx="19259">
                  <c:v>0.65733333333333333</c:v>
                </c:pt>
                <c:pt idx="19260">
                  <c:v>0.65733333333333333</c:v>
                </c:pt>
                <c:pt idx="19261">
                  <c:v>0.65733333333333333</c:v>
                </c:pt>
                <c:pt idx="19262">
                  <c:v>0.65748148148148144</c:v>
                </c:pt>
                <c:pt idx="19263">
                  <c:v>0.65762962962962968</c:v>
                </c:pt>
                <c:pt idx="19264">
                  <c:v>0.65762962962962968</c:v>
                </c:pt>
                <c:pt idx="19265">
                  <c:v>0.65762962962962968</c:v>
                </c:pt>
                <c:pt idx="19266">
                  <c:v>0.65762962962962968</c:v>
                </c:pt>
                <c:pt idx="19267">
                  <c:v>0.65777777777777779</c:v>
                </c:pt>
                <c:pt idx="19268">
                  <c:v>0.65792592592592591</c:v>
                </c:pt>
                <c:pt idx="19269">
                  <c:v>0.65792592592592591</c:v>
                </c:pt>
                <c:pt idx="19270">
                  <c:v>0.65792592592592591</c:v>
                </c:pt>
                <c:pt idx="19271">
                  <c:v>0.65792592592592591</c:v>
                </c:pt>
                <c:pt idx="19272">
                  <c:v>0.65792592592592591</c:v>
                </c:pt>
                <c:pt idx="19273">
                  <c:v>0.65792592592592591</c:v>
                </c:pt>
                <c:pt idx="19274">
                  <c:v>0.65792592592592591</c:v>
                </c:pt>
                <c:pt idx="19275">
                  <c:v>0.65792592592592591</c:v>
                </c:pt>
                <c:pt idx="19276">
                  <c:v>0.65792592592592591</c:v>
                </c:pt>
                <c:pt idx="19277">
                  <c:v>0.65792592592592591</c:v>
                </c:pt>
                <c:pt idx="19278">
                  <c:v>0.65792592592592591</c:v>
                </c:pt>
                <c:pt idx="19279">
                  <c:v>0.65792592592592591</c:v>
                </c:pt>
                <c:pt idx="19280">
                  <c:v>0.65792592592592591</c:v>
                </c:pt>
                <c:pt idx="19281">
                  <c:v>0.65792592592592591</c:v>
                </c:pt>
                <c:pt idx="19282">
                  <c:v>0.65792592592592591</c:v>
                </c:pt>
                <c:pt idx="19283">
                  <c:v>0.65807407407407403</c:v>
                </c:pt>
                <c:pt idx="19284">
                  <c:v>0.65807407407407403</c:v>
                </c:pt>
                <c:pt idx="19285">
                  <c:v>0.65822222222222226</c:v>
                </c:pt>
                <c:pt idx="19286">
                  <c:v>0.65822222222222226</c:v>
                </c:pt>
                <c:pt idx="19287">
                  <c:v>0.65822222222222226</c:v>
                </c:pt>
                <c:pt idx="19288">
                  <c:v>0.65822222222222226</c:v>
                </c:pt>
                <c:pt idx="19289">
                  <c:v>0.65822222222222226</c:v>
                </c:pt>
                <c:pt idx="19290">
                  <c:v>0.65822222222222226</c:v>
                </c:pt>
                <c:pt idx="19291">
                  <c:v>0.65822222222222226</c:v>
                </c:pt>
                <c:pt idx="19292">
                  <c:v>0.65837037037037038</c:v>
                </c:pt>
                <c:pt idx="19293">
                  <c:v>0.6585185185185185</c:v>
                </c:pt>
                <c:pt idx="19294">
                  <c:v>0.6585185185185185</c:v>
                </c:pt>
                <c:pt idx="19295">
                  <c:v>0.65866666666666662</c:v>
                </c:pt>
                <c:pt idx="19296">
                  <c:v>0.65866666666666662</c:v>
                </c:pt>
                <c:pt idx="19297">
                  <c:v>0.65866666666666662</c:v>
                </c:pt>
                <c:pt idx="19298">
                  <c:v>0.65881481481481485</c:v>
                </c:pt>
                <c:pt idx="19299">
                  <c:v>0.65881481481481485</c:v>
                </c:pt>
                <c:pt idx="19300">
                  <c:v>0.65881481481481485</c:v>
                </c:pt>
                <c:pt idx="19301">
                  <c:v>0.65881481481481485</c:v>
                </c:pt>
                <c:pt idx="19302">
                  <c:v>0.65881481481481485</c:v>
                </c:pt>
                <c:pt idx="19303">
                  <c:v>0.65881481481481485</c:v>
                </c:pt>
                <c:pt idx="19304">
                  <c:v>0.65881481481481485</c:v>
                </c:pt>
                <c:pt idx="19305">
                  <c:v>0.65881481481481485</c:v>
                </c:pt>
                <c:pt idx="19306">
                  <c:v>0.65881481481481485</c:v>
                </c:pt>
                <c:pt idx="19307">
                  <c:v>0.65896296296296297</c:v>
                </c:pt>
                <c:pt idx="19308">
                  <c:v>0.65896296296296297</c:v>
                </c:pt>
                <c:pt idx="19309">
                  <c:v>0.65896296296296297</c:v>
                </c:pt>
                <c:pt idx="19310">
                  <c:v>0.65896296296296297</c:v>
                </c:pt>
                <c:pt idx="19311">
                  <c:v>0.65896296296296297</c:v>
                </c:pt>
                <c:pt idx="19312">
                  <c:v>0.65896296296296297</c:v>
                </c:pt>
                <c:pt idx="19313">
                  <c:v>0.65896296296296297</c:v>
                </c:pt>
                <c:pt idx="19314">
                  <c:v>0.65896296296296297</c:v>
                </c:pt>
                <c:pt idx="19315">
                  <c:v>0.65896296296296297</c:v>
                </c:pt>
                <c:pt idx="19316">
                  <c:v>0.65896296296296297</c:v>
                </c:pt>
                <c:pt idx="19317">
                  <c:v>0.65896296296296297</c:v>
                </c:pt>
                <c:pt idx="19318">
                  <c:v>0.65911111111111109</c:v>
                </c:pt>
                <c:pt idx="19319">
                  <c:v>0.65911111111111109</c:v>
                </c:pt>
                <c:pt idx="19320">
                  <c:v>0.65911111111111109</c:v>
                </c:pt>
                <c:pt idx="19321">
                  <c:v>0.65925925925925921</c:v>
                </c:pt>
                <c:pt idx="19322">
                  <c:v>0.65925925925925921</c:v>
                </c:pt>
                <c:pt idx="19323">
                  <c:v>0.65925925925925921</c:v>
                </c:pt>
                <c:pt idx="19324">
                  <c:v>0.65925925925925921</c:v>
                </c:pt>
                <c:pt idx="19325">
                  <c:v>0.65940740740740744</c:v>
                </c:pt>
                <c:pt idx="19326">
                  <c:v>0.65940740740740744</c:v>
                </c:pt>
                <c:pt idx="19327">
                  <c:v>0.65955555555555556</c:v>
                </c:pt>
                <c:pt idx="19328">
                  <c:v>0.65970370370370368</c:v>
                </c:pt>
                <c:pt idx="19329">
                  <c:v>0.65970370370370368</c:v>
                </c:pt>
                <c:pt idx="19330">
                  <c:v>0.65970370370370368</c:v>
                </c:pt>
                <c:pt idx="19331">
                  <c:v>0.65970370370370368</c:v>
                </c:pt>
                <c:pt idx="19332">
                  <c:v>0.65970370370370368</c:v>
                </c:pt>
                <c:pt idx="19333">
                  <c:v>0.65970370370370368</c:v>
                </c:pt>
                <c:pt idx="19334">
                  <c:v>0.65970370370370368</c:v>
                </c:pt>
                <c:pt idx="19335">
                  <c:v>0.65970370370370368</c:v>
                </c:pt>
                <c:pt idx="19336">
                  <c:v>0.6598518518518518</c:v>
                </c:pt>
                <c:pt idx="19337">
                  <c:v>0.6598518518518518</c:v>
                </c:pt>
                <c:pt idx="19338">
                  <c:v>0.6598518518518518</c:v>
                </c:pt>
                <c:pt idx="19339">
                  <c:v>0.6598518518518518</c:v>
                </c:pt>
                <c:pt idx="19340">
                  <c:v>0.66</c:v>
                </c:pt>
                <c:pt idx="19341">
                  <c:v>0.66</c:v>
                </c:pt>
                <c:pt idx="19342">
                  <c:v>0.66014814814814815</c:v>
                </c:pt>
                <c:pt idx="19343">
                  <c:v>0.66014814814814815</c:v>
                </c:pt>
                <c:pt idx="19344">
                  <c:v>0.66014814814814815</c:v>
                </c:pt>
                <c:pt idx="19345">
                  <c:v>0.66014814814814815</c:v>
                </c:pt>
                <c:pt idx="19346">
                  <c:v>0.66014814814814815</c:v>
                </c:pt>
                <c:pt idx="19347">
                  <c:v>0.66014814814814815</c:v>
                </c:pt>
                <c:pt idx="19348">
                  <c:v>0.66014814814814815</c:v>
                </c:pt>
                <c:pt idx="19349">
                  <c:v>0.66029629629629627</c:v>
                </c:pt>
                <c:pt idx="19350">
                  <c:v>0.66029629629629627</c:v>
                </c:pt>
                <c:pt idx="19351">
                  <c:v>0.66029629629629627</c:v>
                </c:pt>
                <c:pt idx="19352">
                  <c:v>0.66044444444444439</c:v>
                </c:pt>
                <c:pt idx="19353">
                  <c:v>0.66044444444444439</c:v>
                </c:pt>
                <c:pt idx="19354">
                  <c:v>0.66044444444444439</c:v>
                </c:pt>
                <c:pt idx="19355">
                  <c:v>0.66044444444444439</c:v>
                </c:pt>
                <c:pt idx="19356">
                  <c:v>0.66044444444444439</c:v>
                </c:pt>
                <c:pt idx="19357">
                  <c:v>0.66044444444444439</c:v>
                </c:pt>
                <c:pt idx="19358">
                  <c:v>0.66044444444444439</c:v>
                </c:pt>
                <c:pt idx="19359">
                  <c:v>0.66044444444444439</c:v>
                </c:pt>
                <c:pt idx="19360">
                  <c:v>0.66044444444444439</c:v>
                </c:pt>
                <c:pt idx="19361">
                  <c:v>0.66059259259259262</c:v>
                </c:pt>
                <c:pt idx="19362">
                  <c:v>0.66059259259259262</c:v>
                </c:pt>
                <c:pt idx="19363">
                  <c:v>0.66059259259259262</c:v>
                </c:pt>
                <c:pt idx="19364">
                  <c:v>0.66059259259259262</c:v>
                </c:pt>
                <c:pt idx="19365">
                  <c:v>0.66074074074074074</c:v>
                </c:pt>
                <c:pt idx="19366">
                  <c:v>0.66088888888888886</c:v>
                </c:pt>
                <c:pt idx="19367">
                  <c:v>0.66103703703703709</c:v>
                </c:pt>
                <c:pt idx="19368">
                  <c:v>0.66103703703703709</c:v>
                </c:pt>
                <c:pt idx="19369">
                  <c:v>0.66118518518518521</c:v>
                </c:pt>
                <c:pt idx="19370">
                  <c:v>0.66133333333333333</c:v>
                </c:pt>
                <c:pt idx="19371">
                  <c:v>0.66133333333333333</c:v>
                </c:pt>
                <c:pt idx="19372">
                  <c:v>0.66133333333333333</c:v>
                </c:pt>
                <c:pt idx="19373">
                  <c:v>0.66133333333333333</c:v>
                </c:pt>
                <c:pt idx="19374">
                  <c:v>0.66133333333333333</c:v>
                </c:pt>
                <c:pt idx="19375">
                  <c:v>0.66133333333333333</c:v>
                </c:pt>
                <c:pt idx="19376">
                  <c:v>0.66133333333333333</c:v>
                </c:pt>
                <c:pt idx="19377">
                  <c:v>0.66148148148148145</c:v>
                </c:pt>
                <c:pt idx="19378">
                  <c:v>0.66148148148148145</c:v>
                </c:pt>
                <c:pt idx="19379">
                  <c:v>0.66162962962962968</c:v>
                </c:pt>
                <c:pt idx="19380">
                  <c:v>0.66162962962962968</c:v>
                </c:pt>
                <c:pt idx="19381">
                  <c:v>0.66162962962962968</c:v>
                </c:pt>
                <c:pt idx="19382">
                  <c:v>0.66162962962962968</c:v>
                </c:pt>
                <c:pt idx="19383">
                  <c:v>0.66162962962962968</c:v>
                </c:pt>
                <c:pt idx="19384">
                  <c:v>0.66162962962962968</c:v>
                </c:pt>
                <c:pt idx="19385">
                  <c:v>0.66162962962962968</c:v>
                </c:pt>
                <c:pt idx="19386">
                  <c:v>0.6617777777777778</c:v>
                </c:pt>
                <c:pt idx="19387">
                  <c:v>0.6617777777777778</c:v>
                </c:pt>
                <c:pt idx="19388">
                  <c:v>0.6617777777777778</c:v>
                </c:pt>
                <c:pt idx="19389">
                  <c:v>0.6617777777777778</c:v>
                </c:pt>
                <c:pt idx="19390">
                  <c:v>0.6617777777777778</c:v>
                </c:pt>
                <c:pt idx="19391">
                  <c:v>0.6617777777777778</c:v>
                </c:pt>
                <c:pt idx="19392">
                  <c:v>0.6617777777777778</c:v>
                </c:pt>
                <c:pt idx="19393">
                  <c:v>0.6617777777777778</c:v>
                </c:pt>
                <c:pt idx="19394">
                  <c:v>0.6617777777777778</c:v>
                </c:pt>
                <c:pt idx="19395">
                  <c:v>0.6617777777777778</c:v>
                </c:pt>
                <c:pt idx="19396">
                  <c:v>0.6617777777777778</c:v>
                </c:pt>
                <c:pt idx="19397">
                  <c:v>0.6617777777777778</c:v>
                </c:pt>
                <c:pt idx="19398">
                  <c:v>0.6617777777777778</c:v>
                </c:pt>
                <c:pt idx="19399">
                  <c:v>0.6617777777777778</c:v>
                </c:pt>
                <c:pt idx="19400">
                  <c:v>0.6617777777777778</c:v>
                </c:pt>
                <c:pt idx="19401">
                  <c:v>0.6617777777777778</c:v>
                </c:pt>
                <c:pt idx="19402">
                  <c:v>0.6617777777777778</c:v>
                </c:pt>
                <c:pt idx="19403">
                  <c:v>0.66192592592592592</c:v>
                </c:pt>
                <c:pt idx="19404">
                  <c:v>0.66192592592592592</c:v>
                </c:pt>
                <c:pt idx="19405">
                  <c:v>0.66192592592592592</c:v>
                </c:pt>
                <c:pt idx="19406">
                  <c:v>0.66192592592592592</c:v>
                </c:pt>
                <c:pt idx="19407">
                  <c:v>0.66207407407407404</c:v>
                </c:pt>
                <c:pt idx="19408">
                  <c:v>0.66207407407407404</c:v>
                </c:pt>
                <c:pt idx="19409">
                  <c:v>0.66207407407407404</c:v>
                </c:pt>
                <c:pt idx="19410">
                  <c:v>0.66207407407407404</c:v>
                </c:pt>
                <c:pt idx="19411">
                  <c:v>0.66207407407407404</c:v>
                </c:pt>
                <c:pt idx="19412">
                  <c:v>0.66207407407407404</c:v>
                </c:pt>
                <c:pt idx="19413">
                  <c:v>0.66222222222222227</c:v>
                </c:pt>
                <c:pt idx="19414">
                  <c:v>0.66222222222222227</c:v>
                </c:pt>
                <c:pt idx="19415">
                  <c:v>0.66237037037037039</c:v>
                </c:pt>
                <c:pt idx="19416">
                  <c:v>0.66251851851851851</c:v>
                </c:pt>
                <c:pt idx="19417">
                  <c:v>0.66251851851851851</c:v>
                </c:pt>
                <c:pt idx="19418">
                  <c:v>0.66266666666666663</c:v>
                </c:pt>
                <c:pt idx="19419">
                  <c:v>0.66266666666666663</c:v>
                </c:pt>
                <c:pt idx="19420">
                  <c:v>0.66266666666666663</c:v>
                </c:pt>
                <c:pt idx="19421">
                  <c:v>0.66266666666666663</c:v>
                </c:pt>
                <c:pt idx="19422">
                  <c:v>0.66281481481481486</c:v>
                </c:pt>
                <c:pt idx="19423">
                  <c:v>0.66281481481481486</c:v>
                </c:pt>
                <c:pt idx="19424">
                  <c:v>0.66296296296296298</c:v>
                </c:pt>
                <c:pt idx="19425">
                  <c:v>0.6631111111111111</c:v>
                </c:pt>
                <c:pt idx="19426">
                  <c:v>0.6631111111111111</c:v>
                </c:pt>
                <c:pt idx="19427">
                  <c:v>0.6631111111111111</c:v>
                </c:pt>
                <c:pt idx="19428">
                  <c:v>0.6631111111111111</c:v>
                </c:pt>
                <c:pt idx="19429">
                  <c:v>0.6631111111111111</c:v>
                </c:pt>
                <c:pt idx="19430">
                  <c:v>0.6631111111111111</c:v>
                </c:pt>
                <c:pt idx="19431">
                  <c:v>0.6631111111111111</c:v>
                </c:pt>
                <c:pt idx="19432">
                  <c:v>0.6631111111111111</c:v>
                </c:pt>
                <c:pt idx="19433">
                  <c:v>0.6631111111111111</c:v>
                </c:pt>
                <c:pt idx="19434">
                  <c:v>0.6631111111111111</c:v>
                </c:pt>
                <c:pt idx="19435">
                  <c:v>0.6631111111111111</c:v>
                </c:pt>
                <c:pt idx="19436">
                  <c:v>0.6631111111111111</c:v>
                </c:pt>
                <c:pt idx="19437">
                  <c:v>0.66325925925925922</c:v>
                </c:pt>
                <c:pt idx="19438">
                  <c:v>0.66325925925925922</c:v>
                </c:pt>
                <c:pt idx="19439">
                  <c:v>0.66325925925925922</c:v>
                </c:pt>
                <c:pt idx="19440">
                  <c:v>0.66325925925925922</c:v>
                </c:pt>
                <c:pt idx="19441">
                  <c:v>0.66325925925925922</c:v>
                </c:pt>
                <c:pt idx="19442">
                  <c:v>0.66325925925925922</c:v>
                </c:pt>
                <c:pt idx="19443">
                  <c:v>0.66325925925925922</c:v>
                </c:pt>
                <c:pt idx="19444">
                  <c:v>0.66325925925925922</c:v>
                </c:pt>
                <c:pt idx="19445">
                  <c:v>0.66325925925925922</c:v>
                </c:pt>
                <c:pt idx="19446">
                  <c:v>0.66325925925925922</c:v>
                </c:pt>
                <c:pt idx="19447">
                  <c:v>0.66325925925925922</c:v>
                </c:pt>
                <c:pt idx="19448">
                  <c:v>0.66340740740740745</c:v>
                </c:pt>
                <c:pt idx="19449">
                  <c:v>0.66340740740740745</c:v>
                </c:pt>
                <c:pt idx="19450">
                  <c:v>0.66340740740740745</c:v>
                </c:pt>
                <c:pt idx="19451">
                  <c:v>0.66355555555555557</c:v>
                </c:pt>
                <c:pt idx="19452">
                  <c:v>0.66370370370370368</c:v>
                </c:pt>
                <c:pt idx="19453">
                  <c:v>0.66370370370370368</c:v>
                </c:pt>
                <c:pt idx="19454">
                  <c:v>0.66370370370370368</c:v>
                </c:pt>
                <c:pt idx="19455">
                  <c:v>0.6638518518518518</c:v>
                </c:pt>
                <c:pt idx="19456">
                  <c:v>0.66400000000000003</c:v>
                </c:pt>
                <c:pt idx="19457">
                  <c:v>0.66414814814814815</c:v>
                </c:pt>
                <c:pt idx="19458">
                  <c:v>0.66429629629629627</c:v>
                </c:pt>
                <c:pt idx="19459">
                  <c:v>0.66429629629629627</c:v>
                </c:pt>
                <c:pt idx="19460">
                  <c:v>0.66429629629629627</c:v>
                </c:pt>
                <c:pt idx="19461">
                  <c:v>0.66429629629629627</c:v>
                </c:pt>
                <c:pt idx="19462">
                  <c:v>0.66429629629629627</c:v>
                </c:pt>
                <c:pt idx="19463">
                  <c:v>0.66429629629629627</c:v>
                </c:pt>
                <c:pt idx="19464">
                  <c:v>0.66429629629629627</c:v>
                </c:pt>
                <c:pt idx="19465">
                  <c:v>0.66429629629629627</c:v>
                </c:pt>
                <c:pt idx="19466">
                  <c:v>0.66429629629629627</c:v>
                </c:pt>
                <c:pt idx="19467">
                  <c:v>0.66429629629629627</c:v>
                </c:pt>
                <c:pt idx="19468">
                  <c:v>0.66429629629629627</c:v>
                </c:pt>
                <c:pt idx="19469">
                  <c:v>0.66444444444444439</c:v>
                </c:pt>
                <c:pt idx="19470">
                  <c:v>0.66444444444444439</c:v>
                </c:pt>
                <c:pt idx="19471">
                  <c:v>0.66444444444444439</c:v>
                </c:pt>
                <c:pt idx="19472">
                  <c:v>0.66444444444444439</c:v>
                </c:pt>
                <c:pt idx="19473">
                  <c:v>0.66444444444444439</c:v>
                </c:pt>
                <c:pt idx="19474">
                  <c:v>0.66444444444444439</c:v>
                </c:pt>
                <c:pt idx="19475">
                  <c:v>0.66444444444444439</c:v>
                </c:pt>
                <c:pt idx="19476">
                  <c:v>0.66459259259259262</c:v>
                </c:pt>
                <c:pt idx="19477">
                  <c:v>0.66459259259259262</c:v>
                </c:pt>
                <c:pt idx="19478">
                  <c:v>0.66459259259259262</c:v>
                </c:pt>
                <c:pt idx="19479">
                  <c:v>0.66459259259259262</c:v>
                </c:pt>
                <c:pt idx="19480">
                  <c:v>0.66459259259259262</c:v>
                </c:pt>
                <c:pt idx="19481">
                  <c:v>0.66459259259259262</c:v>
                </c:pt>
                <c:pt idx="19482">
                  <c:v>0.66474074074074074</c:v>
                </c:pt>
                <c:pt idx="19483">
                  <c:v>0.66474074074074074</c:v>
                </c:pt>
                <c:pt idx="19484">
                  <c:v>0.66488888888888886</c:v>
                </c:pt>
                <c:pt idx="19485">
                  <c:v>0.66488888888888886</c:v>
                </c:pt>
                <c:pt idx="19486">
                  <c:v>0.66503703703703698</c:v>
                </c:pt>
                <c:pt idx="19487">
                  <c:v>0.66503703703703698</c:v>
                </c:pt>
                <c:pt idx="19488">
                  <c:v>0.66503703703703698</c:v>
                </c:pt>
                <c:pt idx="19489">
                  <c:v>0.66503703703703698</c:v>
                </c:pt>
                <c:pt idx="19490">
                  <c:v>0.66503703703703698</c:v>
                </c:pt>
                <c:pt idx="19491">
                  <c:v>0.66518518518518521</c:v>
                </c:pt>
                <c:pt idx="19492">
                  <c:v>0.66518518518518521</c:v>
                </c:pt>
                <c:pt idx="19493">
                  <c:v>0.66518518518518521</c:v>
                </c:pt>
                <c:pt idx="19494">
                  <c:v>0.66518518518518521</c:v>
                </c:pt>
                <c:pt idx="19495">
                  <c:v>0.66518518518518521</c:v>
                </c:pt>
                <c:pt idx="19496">
                  <c:v>0.66518518518518521</c:v>
                </c:pt>
                <c:pt idx="19497">
                  <c:v>0.66518518518518521</c:v>
                </c:pt>
                <c:pt idx="19498">
                  <c:v>0.66518518518518521</c:v>
                </c:pt>
                <c:pt idx="19499">
                  <c:v>0.66518518518518521</c:v>
                </c:pt>
                <c:pt idx="19500">
                  <c:v>0.66518518518518521</c:v>
                </c:pt>
                <c:pt idx="19501">
                  <c:v>0.66518518518518521</c:v>
                </c:pt>
                <c:pt idx="19502">
                  <c:v>0.66533333333333333</c:v>
                </c:pt>
                <c:pt idx="19503">
                  <c:v>0.66533333333333333</c:v>
                </c:pt>
                <c:pt idx="19504">
                  <c:v>0.66533333333333333</c:v>
                </c:pt>
                <c:pt idx="19505">
                  <c:v>0.66533333333333333</c:v>
                </c:pt>
                <c:pt idx="19506">
                  <c:v>0.66533333333333333</c:v>
                </c:pt>
                <c:pt idx="19507">
                  <c:v>0.66533333333333333</c:v>
                </c:pt>
                <c:pt idx="19508">
                  <c:v>0.66533333333333333</c:v>
                </c:pt>
                <c:pt idx="19509">
                  <c:v>0.66533333333333333</c:v>
                </c:pt>
                <c:pt idx="19510">
                  <c:v>0.66548148148148145</c:v>
                </c:pt>
                <c:pt idx="19511">
                  <c:v>0.66548148148148145</c:v>
                </c:pt>
                <c:pt idx="19512">
                  <c:v>0.66548148148148145</c:v>
                </c:pt>
                <c:pt idx="19513">
                  <c:v>0.66562962962962968</c:v>
                </c:pt>
                <c:pt idx="19514">
                  <c:v>0.66562962962962968</c:v>
                </c:pt>
                <c:pt idx="19515">
                  <c:v>0.66562962962962968</c:v>
                </c:pt>
                <c:pt idx="19516">
                  <c:v>0.66562962962962968</c:v>
                </c:pt>
                <c:pt idx="19517">
                  <c:v>0.66562962962962968</c:v>
                </c:pt>
                <c:pt idx="19518">
                  <c:v>0.6657777777777778</c:v>
                </c:pt>
                <c:pt idx="19519">
                  <c:v>0.6657777777777778</c:v>
                </c:pt>
                <c:pt idx="19520">
                  <c:v>0.66592592592592592</c:v>
                </c:pt>
                <c:pt idx="19521">
                  <c:v>0.66592592592592592</c:v>
                </c:pt>
                <c:pt idx="19522">
                  <c:v>0.66592592592592592</c:v>
                </c:pt>
                <c:pt idx="19523">
                  <c:v>0.66592592592592592</c:v>
                </c:pt>
                <c:pt idx="19524">
                  <c:v>0.66592592592592592</c:v>
                </c:pt>
                <c:pt idx="19525">
                  <c:v>0.66607407407407404</c:v>
                </c:pt>
                <c:pt idx="19526">
                  <c:v>0.66607407407407404</c:v>
                </c:pt>
                <c:pt idx="19527">
                  <c:v>0.66607407407407404</c:v>
                </c:pt>
                <c:pt idx="19528">
                  <c:v>0.66607407407407404</c:v>
                </c:pt>
                <c:pt idx="19529">
                  <c:v>0.66622222222222227</c:v>
                </c:pt>
                <c:pt idx="19530">
                  <c:v>0.66622222222222227</c:v>
                </c:pt>
                <c:pt idx="19531">
                  <c:v>0.66622222222222227</c:v>
                </c:pt>
                <c:pt idx="19532">
                  <c:v>0.66622222222222227</c:v>
                </c:pt>
                <c:pt idx="19533">
                  <c:v>0.66622222222222227</c:v>
                </c:pt>
                <c:pt idx="19534">
                  <c:v>0.66622222222222227</c:v>
                </c:pt>
                <c:pt idx="19535">
                  <c:v>0.66622222222222227</c:v>
                </c:pt>
                <c:pt idx="19536">
                  <c:v>0.66622222222222227</c:v>
                </c:pt>
                <c:pt idx="19537">
                  <c:v>0.66622222222222227</c:v>
                </c:pt>
                <c:pt idx="19538">
                  <c:v>0.66622222222222227</c:v>
                </c:pt>
                <c:pt idx="19539">
                  <c:v>0.66622222222222227</c:v>
                </c:pt>
                <c:pt idx="19540">
                  <c:v>0.66622222222222227</c:v>
                </c:pt>
                <c:pt idx="19541">
                  <c:v>0.66637037037037039</c:v>
                </c:pt>
                <c:pt idx="19542">
                  <c:v>0.66637037037037039</c:v>
                </c:pt>
                <c:pt idx="19543">
                  <c:v>0.66637037037037039</c:v>
                </c:pt>
                <c:pt idx="19544">
                  <c:v>0.66637037037037039</c:v>
                </c:pt>
                <c:pt idx="19545">
                  <c:v>0.66651851851851851</c:v>
                </c:pt>
                <c:pt idx="19546">
                  <c:v>0.66651851851851851</c:v>
                </c:pt>
                <c:pt idx="19547">
                  <c:v>0.66651851851851851</c:v>
                </c:pt>
                <c:pt idx="19548">
                  <c:v>0.66651851851851851</c:v>
                </c:pt>
                <c:pt idx="19549">
                  <c:v>0.66651851851851851</c:v>
                </c:pt>
                <c:pt idx="19550">
                  <c:v>0.66651851851851851</c:v>
                </c:pt>
                <c:pt idx="19551">
                  <c:v>0.66666666666666663</c:v>
                </c:pt>
                <c:pt idx="19552">
                  <c:v>0.66666666666666663</c:v>
                </c:pt>
                <c:pt idx="19553">
                  <c:v>0.66666666666666663</c:v>
                </c:pt>
                <c:pt idx="19554">
                  <c:v>0.66666666666666663</c:v>
                </c:pt>
                <c:pt idx="19555">
                  <c:v>0.66681481481481486</c:v>
                </c:pt>
                <c:pt idx="19556">
                  <c:v>0.66681481481481486</c:v>
                </c:pt>
                <c:pt idx="19557">
                  <c:v>0.66681481481481486</c:v>
                </c:pt>
                <c:pt idx="19558">
                  <c:v>0.66681481481481486</c:v>
                </c:pt>
                <c:pt idx="19559">
                  <c:v>0.66681481481481486</c:v>
                </c:pt>
                <c:pt idx="19560">
                  <c:v>0.66681481481481486</c:v>
                </c:pt>
                <c:pt idx="19561">
                  <c:v>0.66696296296296298</c:v>
                </c:pt>
                <c:pt idx="19562">
                  <c:v>0.66696296296296298</c:v>
                </c:pt>
                <c:pt idx="19563">
                  <c:v>0.66696296296296298</c:v>
                </c:pt>
                <c:pt idx="19564">
                  <c:v>0.6671111111111111</c:v>
                </c:pt>
                <c:pt idx="19565">
                  <c:v>0.6671111111111111</c:v>
                </c:pt>
                <c:pt idx="19566">
                  <c:v>0.6671111111111111</c:v>
                </c:pt>
                <c:pt idx="19567">
                  <c:v>0.6671111111111111</c:v>
                </c:pt>
                <c:pt idx="19568">
                  <c:v>0.6671111111111111</c:v>
                </c:pt>
                <c:pt idx="19569">
                  <c:v>0.6671111111111111</c:v>
                </c:pt>
                <c:pt idx="19570">
                  <c:v>0.6671111111111111</c:v>
                </c:pt>
                <c:pt idx="19571">
                  <c:v>0.66725925925925922</c:v>
                </c:pt>
                <c:pt idx="19572">
                  <c:v>0.66725925925925922</c:v>
                </c:pt>
                <c:pt idx="19573">
                  <c:v>0.66725925925925922</c:v>
                </c:pt>
                <c:pt idx="19574">
                  <c:v>0.66725925925925922</c:v>
                </c:pt>
                <c:pt idx="19575">
                  <c:v>0.66740740740740745</c:v>
                </c:pt>
                <c:pt idx="19576">
                  <c:v>0.66740740740740745</c:v>
                </c:pt>
                <c:pt idx="19577">
                  <c:v>0.66740740740740745</c:v>
                </c:pt>
                <c:pt idx="19578">
                  <c:v>0.66740740740740745</c:v>
                </c:pt>
                <c:pt idx="19579">
                  <c:v>0.66740740740740745</c:v>
                </c:pt>
                <c:pt idx="19580">
                  <c:v>0.66755555555555557</c:v>
                </c:pt>
                <c:pt idx="19581">
                  <c:v>0.66755555555555557</c:v>
                </c:pt>
                <c:pt idx="19582">
                  <c:v>0.66755555555555557</c:v>
                </c:pt>
                <c:pt idx="19583">
                  <c:v>0.66755555555555557</c:v>
                </c:pt>
                <c:pt idx="19584">
                  <c:v>0.66755555555555557</c:v>
                </c:pt>
                <c:pt idx="19585">
                  <c:v>0.66755555555555557</c:v>
                </c:pt>
                <c:pt idx="19586">
                  <c:v>0.66755555555555557</c:v>
                </c:pt>
                <c:pt idx="19587">
                  <c:v>0.66770370370370369</c:v>
                </c:pt>
                <c:pt idx="19588">
                  <c:v>0.66770370370370369</c:v>
                </c:pt>
                <c:pt idx="19589">
                  <c:v>0.66770370370370369</c:v>
                </c:pt>
                <c:pt idx="19590">
                  <c:v>0.66770370370370369</c:v>
                </c:pt>
                <c:pt idx="19591">
                  <c:v>0.66770370370370369</c:v>
                </c:pt>
                <c:pt idx="19592">
                  <c:v>0.66770370370370369</c:v>
                </c:pt>
                <c:pt idx="19593">
                  <c:v>0.66770370370370369</c:v>
                </c:pt>
                <c:pt idx="19594">
                  <c:v>0.66770370370370369</c:v>
                </c:pt>
                <c:pt idx="19595">
                  <c:v>0.66770370370370369</c:v>
                </c:pt>
                <c:pt idx="19596">
                  <c:v>0.66770370370370369</c:v>
                </c:pt>
                <c:pt idx="19597">
                  <c:v>0.66785185185185181</c:v>
                </c:pt>
                <c:pt idx="19598">
                  <c:v>0.66785185185185181</c:v>
                </c:pt>
                <c:pt idx="19599">
                  <c:v>0.66800000000000004</c:v>
                </c:pt>
                <c:pt idx="19600">
                  <c:v>0.66800000000000004</c:v>
                </c:pt>
                <c:pt idx="19601">
                  <c:v>0.66800000000000004</c:v>
                </c:pt>
                <c:pt idx="19602">
                  <c:v>0.66800000000000004</c:v>
                </c:pt>
                <c:pt idx="19603">
                  <c:v>0.66800000000000004</c:v>
                </c:pt>
                <c:pt idx="19604">
                  <c:v>0.66800000000000004</c:v>
                </c:pt>
                <c:pt idx="19605">
                  <c:v>0.66800000000000004</c:v>
                </c:pt>
                <c:pt idx="19606">
                  <c:v>0.66814814814814816</c:v>
                </c:pt>
                <c:pt idx="19607">
                  <c:v>0.66814814814814816</c:v>
                </c:pt>
                <c:pt idx="19608">
                  <c:v>0.66814814814814816</c:v>
                </c:pt>
                <c:pt idx="19609">
                  <c:v>0.66829629629629628</c:v>
                </c:pt>
                <c:pt idx="19610">
                  <c:v>0.6684444444444444</c:v>
                </c:pt>
                <c:pt idx="19611">
                  <c:v>0.66859259259259263</c:v>
                </c:pt>
                <c:pt idx="19612">
                  <c:v>0.66874074074074075</c:v>
                </c:pt>
                <c:pt idx="19613">
                  <c:v>0.66874074074074075</c:v>
                </c:pt>
                <c:pt idx="19614">
                  <c:v>0.66888888888888887</c:v>
                </c:pt>
                <c:pt idx="19615">
                  <c:v>0.66903703703703699</c:v>
                </c:pt>
                <c:pt idx="19616">
                  <c:v>0.66918518518518522</c:v>
                </c:pt>
                <c:pt idx="19617">
                  <c:v>0.66918518518518522</c:v>
                </c:pt>
                <c:pt idx="19618">
                  <c:v>0.66933333333333334</c:v>
                </c:pt>
                <c:pt idx="19619">
                  <c:v>0.66933333333333334</c:v>
                </c:pt>
                <c:pt idx="19620">
                  <c:v>0.66948148148148146</c:v>
                </c:pt>
                <c:pt idx="19621">
                  <c:v>0.66948148148148146</c:v>
                </c:pt>
                <c:pt idx="19622">
                  <c:v>0.66962962962962957</c:v>
                </c:pt>
                <c:pt idx="19623">
                  <c:v>0.66962962962962957</c:v>
                </c:pt>
                <c:pt idx="19624">
                  <c:v>0.66962962962962957</c:v>
                </c:pt>
                <c:pt idx="19625">
                  <c:v>0.66962962962962957</c:v>
                </c:pt>
                <c:pt idx="19626">
                  <c:v>0.66962962962962957</c:v>
                </c:pt>
                <c:pt idx="19627">
                  <c:v>0.66977777777777781</c:v>
                </c:pt>
                <c:pt idx="19628">
                  <c:v>0.66977777777777781</c:v>
                </c:pt>
                <c:pt idx="19629">
                  <c:v>0.66977777777777781</c:v>
                </c:pt>
                <c:pt idx="19630">
                  <c:v>0.66977777777777781</c:v>
                </c:pt>
                <c:pt idx="19631">
                  <c:v>0.66977777777777781</c:v>
                </c:pt>
                <c:pt idx="19632">
                  <c:v>0.66977777777777781</c:v>
                </c:pt>
                <c:pt idx="19633">
                  <c:v>0.66977777777777781</c:v>
                </c:pt>
                <c:pt idx="19634">
                  <c:v>0.66977777777777781</c:v>
                </c:pt>
                <c:pt idx="19635">
                  <c:v>0.66977777777777781</c:v>
                </c:pt>
                <c:pt idx="19636">
                  <c:v>0.66992592592592592</c:v>
                </c:pt>
                <c:pt idx="19637">
                  <c:v>0.67007407407407404</c:v>
                </c:pt>
                <c:pt idx="19638">
                  <c:v>0.67022222222222227</c:v>
                </c:pt>
                <c:pt idx="19639">
                  <c:v>0.67022222222222227</c:v>
                </c:pt>
                <c:pt idx="19640">
                  <c:v>0.67022222222222227</c:v>
                </c:pt>
                <c:pt idx="19641">
                  <c:v>0.67022222222222227</c:v>
                </c:pt>
                <c:pt idx="19642">
                  <c:v>0.67022222222222227</c:v>
                </c:pt>
                <c:pt idx="19643">
                  <c:v>0.67022222222222227</c:v>
                </c:pt>
                <c:pt idx="19644">
                  <c:v>0.67022222222222227</c:v>
                </c:pt>
                <c:pt idx="19645">
                  <c:v>0.67022222222222227</c:v>
                </c:pt>
                <c:pt idx="19646">
                  <c:v>0.67022222222222227</c:v>
                </c:pt>
                <c:pt idx="19647">
                  <c:v>0.67022222222222227</c:v>
                </c:pt>
                <c:pt idx="19648">
                  <c:v>0.67022222222222227</c:v>
                </c:pt>
                <c:pt idx="19649">
                  <c:v>0.67022222222222227</c:v>
                </c:pt>
                <c:pt idx="19650">
                  <c:v>0.67022222222222227</c:v>
                </c:pt>
                <c:pt idx="19651">
                  <c:v>0.67022222222222227</c:v>
                </c:pt>
                <c:pt idx="19652">
                  <c:v>0.67022222222222227</c:v>
                </c:pt>
                <c:pt idx="19653">
                  <c:v>0.67037037037037039</c:v>
                </c:pt>
                <c:pt idx="19654">
                  <c:v>0.67037037037037039</c:v>
                </c:pt>
                <c:pt idx="19655">
                  <c:v>0.67037037037037039</c:v>
                </c:pt>
                <c:pt idx="19656">
                  <c:v>0.67037037037037039</c:v>
                </c:pt>
                <c:pt idx="19657">
                  <c:v>0.67037037037037039</c:v>
                </c:pt>
                <c:pt idx="19658">
                  <c:v>0.67037037037037039</c:v>
                </c:pt>
                <c:pt idx="19659">
                  <c:v>0.67051851851851851</c:v>
                </c:pt>
                <c:pt idx="19660">
                  <c:v>0.67051851851851851</c:v>
                </c:pt>
                <c:pt idx="19661">
                  <c:v>0.67066666666666663</c:v>
                </c:pt>
                <c:pt idx="19662">
                  <c:v>0.67081481481481486</c:v>
                </c:pt>
                <c:pt idx="19663">
                  <c:v>0.67096296296296298</c:v>
                </c:pt>
                <c:pt idx="19664">
                  <c:v>0.67096296296296298</c:v>
                </c:pt>
                <c:pt idx="19665">
                  <c:v>0.67096296296296298</c:v>
                </c:pt>
                <c:pt idx="19666">
                  <c:v>0.67096296296296298</c:v>
                </c:pt>
                <c:pt idx="19667">
                  <c:v>0.67096296296296298</c:v>
                </c:pt>
                <c:pt idx="19668">
                  <c:v>0.67096296296296298</c:v>
                </c:pt>
                <c:pt idx="19669">
                  <c:v>0.67096296296296298</c:v>
                </c:pt>
                <c:pt idx="19670">
                  <c:v>0.67096296296296298</c:v>
                </c:pt>
                <c:pt idx="19671">
                  <c:v>0.6711111111111111</c:v>
                </c:pt>
                <c:pt idx="19672">
                  <c:v>0.67125925925925922</c:v>
                </c:pt>
                <c:pt idx="19673">
                  <c:v>0.67125925925925922</c:v>
                </c:pt>
                <c:pt idx="19674">
                  <c:v>0.67125925925925922</c:v>
                </c:pt>
                <c:pt idx="19675">
                  <c:v>0.67125925925925922</c:v>
                </c:pt>
                <c:pt idx="19676">
                  <c:v>0.67125925925925922</c:v>
                </c:pt>
                <c:pt idx="19677">
                  <c:v>0.67125925925925922</c:v>
                </c:pt>
                <c:pt idx="19678">
                  <c:v>0.67125925925925922</c:v>
                </c:pt>
                <c:pt idx="19679">
                  <c:v>0.67140740740740745</c:v>
                </c:pt>
                <c:pt idx="19680">
                  <c:v>0.67155555555555557</c:v>
                </c:pt>
                <c:pt idx="19681">
                  <c:v>0.67155555555555557</c:v>
                </c:pt>
                <c:pt idx="19682">
                  <c:v>0.67170370370370369</c:v>
                </c:pt>
                <c:pt idx="19683">
                  <c:v>0.67170370370370369</c:v>
                </c:pt>
                <c:pt idx="19684">
                  <c:v>0.67170370370370369</c:v>
                </c:pt>
                <c:pt idx="19685">
                  <c:v>0.67170370370370369</c:v>
                </c:pt>
                <c:pt idx="19686">
                  <c:v>0.67170370370370369</c:v>
                </c:pt>
                <c:pt idx="19687">
                  <c:v>0.67170370370370369</c:v>
                </c:pt>
                <c:pt idx="19688">
                  <c:v>0.67185185185185181</c:v>
                </c:pt>
                <c:pt idx="19689">
                  <c:v>0.67185185185185181</c:v>
                </c:pt>
                <c:pt idx="19690">
                  <c:v>0.67185185185185181</c:v>
                </c:pt>
                <c:pt idx="19691">
                  <c:v>0.67185185185185181</c:v>
                </c:pt>
                <c:pt idx="19692">
                  <c:v>0.67185185185185181</c:v>
                </c:pt>
                <c:pt idx="19693">
                  <c:v>0.67185185185185181</c:v>
                </c:pt>
                <c:pt idx="19694">
                  <c:v>0.67185185185185181</c:v>
                </c:pt>
                <c:pt idx="19695">
                  <c:v>0.67185185185185181</c:v>
                </c:pt>
                <c:pt idx="19696">
                  <c:v>0.67200000000000004</c:v>
                </c:pt>
                <c:pt idx="19697">
                  <c:v>0.67200000000000004</c:v>
                </c:pt>
                <c:pt idx="19698">
                  <c:v>0.67214814814814816</c:v>
                </c:pt>
                <c:pt idx="19699">
                  <c:v>0.67214814814814816</c:v>
                </c:pt>
                <c:pt idx="19700">
                  <c:v>0.67229629629629628</c:v>
                </c:pt>
                <c:pt idx="19701">
                  <c:v>0.67229629629629628</c:v>
                </c:pt>
                <c:pt idx="19702">
                  <c:v>0.67229629629629628</c:v>
                </c:pt>
                <c:pt idx="19703">
                  <c:v>0.67229629629629628</c:v>
                </c:pt>
                <c:pt idx="19704">
                  <c:v>0.67229629629629628</c:v>
                </c:pt>
                <c:pt idx="19705">
                  <c:v>0.67229629629629628</c:v>
                </c:pt>
                <c:pt idx="19706">
                  <c:v>0.67229629629629628</c:v>
                </c:pt>
                <c:pt idx="19707">
                  <c:v>0.67229629629629628</c:v>
                </c:pt>
                <c:pt idx="19708">
                  <c:v>0.6724444444444444</c:v>
                </c:pt>
                <c:pt idx="19709">
                  <c:v>0.6724444444444444</c:v>
                </c:pt>
                <c:pt idx="19710">
                  <c:v>0.67259259259259263</c:v>
                </c:pt>
                <c:pt idx="19711">
                  <c:v>0.67274074074074075</c:v>
                </c:pt>
                <c:pt idx="19712">
                  <c:v>0.67274074074074075</c:v>
                </c:pt>
                <c:pt idx="19713">
                  <c:v>0.67274074074074075</c:v>
                </c:pt>
                <c:pt idx="19714">
                  <c:v>0.67274074074074075</c:v>
                </c:pt>
                <c:pt idx="19715">
                  <c:v>0.67274074074074075</c:v>
                </c:pt>
                <c:pt idx="19716">
                  <c:v>0.67274074074074075</c:v>
                </c:pt>
                <c:pt idx="19717">
                  <c:v>0.67274074074074075</c:v>
                </c:pt>
                <c:pt idx="19718">
                  <c:v>0.67274074074074075</c:v>
                </c:pt>
                <c:pt idx="19719">
                  <c:v>0.67274074074074075</c:v>
                </c:pt>
                <c:pt idx="19720">
                  <c:v>0.67288888888888887</c:v>
                </c:pt>
                <c:pt idx="19721">
                  <c:v>0.67303703703703699</c:v>
                </c:pt>
                <c:pt idx="19722">
                  <c:v>0.67303703703703699</c:v>
                </c:pt>
                <c:pt idx="19723">
                  <c:v>0.67303703703703699</c:v>
                </c:pt>
                <c:pt idx="19724">
                  <c:v>0.67318518518518522</c:v>
                </c:pt>
                <c:pt idx="19725">
                  <c:v>0.67318518518518522</c:v>
                </c:pt>
                <c:pt idx="19726">
                  <c:v>0.67333333333333334</c:v>
                </c:pt>
                <c:pt idx="19727">
                  <c:v>0.67333333333333334</c:v>
                </c:pt>
                <c:pt idx="19728">
                  <c:v>0.67333333333333334</c:v>
                </c:pt>
                <c:pt idx="19729">
                  <c:v>0.67333333333333334</c:v>
                </c:pt>
                <c:pt idx="19730">
                  <c:v>0.67333333333333334</c:v>
                </c:pt>
                <c:pt idx="19731">
                  <c:v>0.67333333333333334</c:v>
                </c:pt>
                <c:pt idx="19732">
                  <c:v>0.67333333333333334</c:v>
                </c:pt>
                <c:pt idx="19733">
                  <c:v>0.67333333333333334</c:v>
                </c:pt>
                <c:pt idx="19734">
                  <c:v>0.67333333333333334</c:v>
                </c:pt>
                <c:pt idx="19735">
                  <c:v>0.67333333333333334</c:v>
                </c:pt>
                <c:pt idx="19736">
                  <c:v>0.67333333333333334</c:v>
                </c:pt>
                <c:pt idx="19737">
                  <c:v>0.67333333333333334</c:v>
                </c:pt>
                <c:pt idx="19738">
                  <c:v>0.67333333333333334</c:v>
                </c:pt>
                <c:pt idx="19739">
                  <c:v>0.67333333333333334</c:v>
                </c:pt>
                <c:pt idx="19740">
                  <c:v>0.67333333333333334</c:v>
                </c:pt>
                <c:pt idx="19741">
                  <c:v>0.67333333333333334</c:v>
                </c:pt>
                <c:pt idx="19742">
                  <c:v>0.67333333333333334</c:v>
                </c:pt>
                <c:pt idx="19743">
                  <c:v>0.67348148148148146</c:v>
                </c:pt>
                <c:pt idx="19744">
                  <c:v>0.67362962962962958</c:v>
                </c:pt>
                <c:pt idx="19745">
                  <c:v>0.67362962962962958</c:v>
                </c:pt>
                <c:pt idx="19746">
                  <c:v>0.67362962962962958</c:v>
                </c:pt>
                <c:pt idx="19747">
                  <c:v>0.67362962962962958</c:v>
                </c:pt>
                <c:pt idx="19748">
                  <c:v>0.67362962962962958</c:v>
                </c:pt>
                <c:pt idx="19749">
                  <c:v>0.67362962962962958</c:v>
                </c:pt>
                <c:pt idx="19750">
                  <c:v>0.67362962962962958</c:v>
                </c:pt>
                <c:pt idx="19751">
                  <c:v>0.67377777777777781</c:v>
                </c:pt>
                <c:pt idx="19752">
                  <c:v>0.67377777777777781</c:v>
                </c:pt>
                <c:pt idx="19753">
                  <c:v>0.67392592592592593</c:v>
                </c:pt>
                <c:pt idx="19754">
                  <c:v>0.67392592592592593</c:v>
                </c:pt>
                <c:pt idx="19755">
                  <c:v>0.67392592592592593</c:v>
                </c:pt>
                <c:pt idx="19756">
                  <c:v>0.67392592592592593</c:v>
                </c:pt>
                <c:pt idx="19757">
                  <c:v>0.67392592592592593</c:v>
                </c:pt>
                <c:pt idx="19758">
                  <c:v>0.67392592592592593</c:v>
                </c:pt>
                <c:pt idx="19759">
                  <c:v>0.67407407407407405</c:v>
                </c:pt>
                <c:pt idx="19760">
                  <c:v>0.67422222222222217</c:v>
                </c:pt>
                <c:pt idx="19761">
                  <c:v>0.67422222222222217</c:v>
                </c:pt>
                <c:pt idx="19762">
                  <c:v>0.6743703703703704</c:v>
                </c:pt>
                <c:pt idx="19763">
                  <c:v>0.6743703703703704</c:v>
                </c:pt>
                <c:pt idx="19764">
                  <c:v>0.6743703703703704</c:v>
                </c:pt>
                <c:pt idx="19765">
                  <c:v>0.6743703703703704</c:v>
                </c:pt>
                <c:pt idx="19766">
                  <c:v>0.6743703703703704</c:v>
                </c:pt>
                <c:pt idx="19767">
                  <c:v>0.67451851851851852</c:v>
                </c:pt>
                <c:pt idx="19768">
                  <c:v>0.67451851851851852</c:v>
                </c:pt>
                <c:pt idx="19769">
                  <c:v>0.67451851851851852</c:v>
                </c:pt>
                <c:pt idx="19770">
                  <c:v>0.67451851851851852</c:v>
                </c:pt>
                <c:pt idx="19771">
                  <c:v>0.67451851851851852</c:v>
                </c:pt>
                <c:pt idx="19772">
                  <c:v>0.67451851851851852</c:v>
                </c:pt>
                <c:pt idx="19773">
                  <c:v>0.67466666666666664</c:v>
                </c:pt>
                <c:pt idx="19774">
                  <c:v>0.67466666666666664</c:v>
                </c:pt>
                <c:pt idx="19775">
                  <c:v>0.67466666666666664</c:v>
                </c:pt>
                <c:pt idx="19776">
                  <c:v>0.67466666666666664</c:v>
                </c:pt>
                <c:pt idx="19777">
                  <c:v>0.67466666666666664</c:v>
                </c:pt>
                <c:pt idx="19778">
                  <c:v>0.67481481481481487</c:v>
                </c:pt>
                <c:pt idx="19779">
                  <c:v>0.67481481481481487</c:v>
                </c:pt>
                <c:pt idx="19780">
                  <c:v>0.67496296296296299</c:v>
                </c:pt>
                <c:pt idx="19781">
                  <c:v>0.67496296296296299</c:v>
                </c:pt>
                <c:pt idx="19782">
                  <c:v>0.67496296296296299</c:v>
                </c:pt>
                <c:pt idx="19783">
                  <c:v>0.67496296296296299</c:v>
                </c:pt>
                <c:pt idx="19784">
                  <c:v>0.67496296296296299</c:v>
                </c:pt>
                <c:pt idx="19785">
                  <c:v>0.67496296296296299</c:v>
                </c:pt>
                <c:pt idx="19786">
                  <c:v>0.67496296296296299</c:v>
                </c:pt>
                <c:pt idx="19787">
                  <c:v>0.67496296296296299</c:v>
                </c:pt>
                <c:pt idx="19788">
                  <c:v>0.67496296296296299</c:v>
                </c:pt>
                <c:pt idx="19789">
                  <c:v>0.67496296296296299</c:v>
                </c:pt>
                <c:pt idx="19790">
                  <c:v>0.67496296296296299</c:v>
                </c:pt>
                <c:pt idx="19791">
                  <c:v>0.67496296296296299</c:v>
                </c:pt>
                <c:pt idx="19792">
                  <c:v>0.67511111111111111</c:v>
                </c:pt>
                <c:pt idx="19793">
                  <c:v>0.67511111111111111</c:v>
                </c:pt>
                <c:pt idx="19794">
                  <c:v>0.67525925925925923</c:v>
                </c:pt>
                <c:pt idx="19795">
                  <c:v>0.67525925925925923</c:v>
                </c:pt>
                <c:pt idx="19796">
                  <c:v>0.67525925925925923</c:v>
                </c:pt>
                <c:pt idx="19797">
                  <c:v>0.67525925925925923</c:v>
                </c:pt>
                <c:pt idx="19798">
                  <c:v>0.67540740740740746</c:v>
                </c:pt>
                <c:pt idx="19799">
                  <c:v>0.67540740740740746</c:v>
                </c:pt>
                <c:pt idx="19800">
                  <c:v>0.67555555555555558</c:v>
                </c:pt>
                <c:pt idx="19801">
                  <c:v>0.67555555555555558</c:v>
                </c:pt>
                <c:pt idx="19802">
                  <c:v>0.67555555555555558</c:v>
                </c:pt>
                <c:pt idx="19803">
                  <c:v>0.6757037037037037</c:v>
                </c:pt>
                <c:pt idx="19804">
                  <c:v>0.6757037037037037</c:v>
                </c:pt>
                <c:pt idx="19805">
                  <c:v>0.67585185185185181</c:v>
                </c:pt>
                <c:pt idx="19806">
                  <c:v>0.67585185185185181</c:v>
                </c:pt>
                <c:pt idx="19807">
                  <c:v>0.67585185185185181</c:v>
                </c:pt>
                <c:pt idx="19808">
                  <c:v>0.67585185185185181</c:v>
                </c:pt>
                <c:pt idx="19809">
                  <c:v>0.67585185185185181</c:v>
                </c:pt>
                <c:pt idx="19810">
                  <c:v>0.67585185185185181</c:v>
                </c:pt>
                <c:pt idx="19811">
                  <c:v>0.67585185185185181</c:v>
                </c:pt>
                <c:pt idx="19812">
                  <c:v>0.67585185185185181</c:v>
                </c:pt>
                <c:pt idx="19813">
                  <c:v>0.67585185185185181</c:v>
                </c:pt>
                <c:pt idx="19814">
                  <c:v>0.67600000000000005</c:v>
                </c:pt>
                <c:pt idx="19815">
                  <c:v>0.67614814814814816</c:v>
                </c:pt>
                <c:pt idx="19816">
                  <c:v>0.67614814814814816</c:v>
                </c:pt>
                <c:pt idx="19817">
                  <c:v>0.67629629629629628</c:v>
                </c:pt>
                <c:pt idx="19818">
                  <c:v>0.67629629629629628</c:v>
                </c:pt>
                <c:pt idx="19819">
                  <c:v>0.67629629629629628</c:v>
                </c:pt>
                <c:pt idx="19820">
                  <c:v>0.67629629629629628</c:v>
                </c:pt>
                <c:pt idx="19821">
                  <c:v>0.6764444444444444</c:v>
                </c:pt>
                <c:pt idx="19822">
                  <c:v>0.6764444444444444</c:v>
                </c:pt>
                <c:pt idx="19823">
                  <c:v>0.6764444444444444</c:v>
                </c:pt>
                <c:pt idx="19824">
                  <c:v>0.67659259259259263</c:v>
                </c:pt>
                <c:pt idx="19825">
                  <c:v>0.67659259259259263</c:v>
                </c:pt>
                <c:pt idx="19826">
                  <c:v>0.67659259259259263</c:v>
                </c:pt>
                <c:pt idx="19827">
                  <c:v>0.67659259259259263</c:v>
                </c:pt>
                <c:pt idx="19828">
                  <c:v>0.67659259259259263</c:v>
                </c:pt>
                <c:pt idx="19829">
                  <c:v>0.67659259259259263</c:v>
                </c:pt>
                <c:pt idx="19830">
                  <c:v>0.67674074074074075</c:v>
                </c:pt>
                <c:pt idx="19831">
                  <c:v>0.67688888888888887</c:v>
                </c:pt>
                <c:pt idx="19832">
                  <c:v>0.67688888888888887</c:v>
                </c:pt>
                <c:pt idx="19833">
                  <c:v>0.67688888888888887</c:v>
                </c:pt>
                <c:pt idx="19834">
                  <c:v>0.67703703703703699</c:v>
                </c:pt>
                <c:pt idx="19835">
                  <c:v>0.67703703703703699</c:v>
                </c:pt>
                <c:pt idx="19836">
                  <c:v>0.67703703703703699</c:v>
                </c:pt>
                <c:pt idx="19837">
                  <c:v>0.67718518518518522</c:v>
                </c:pt>
                <c:pt idx="19838">
                  <c:v>0.67718518518518522</c:v>
                </c:pt>
                <c:pt idx="19839">
                  <c:v>0.67718518518518522</c:v>
                </c:pt>
                <c:pt idx="19840">
                  <c:v>0.67733333333333334</c:v>
                </c:pt>
                <c:pt idx="19841">
                  <c:v>0.67733333333333334</c:v>
                </c:pt>
                <c:pt idx="19842">
                  <c:v>0.67748148148148146</c:v>
                </c:pt>
                <c:pt idx="19843">
                  <c:v>0.67748148148148146</c:v>
                </c:pt>
                <c:pt idx="19844">
                  <c:v>0.67748148148148146</c:v>
                </c:pt>
                <c:pt idx="19845">
                  <c:v>0.67748148148148146</c:v>
                </c:pt>
                <c:pt idx="19846">
                  <c:v>0.67748148148148146</c:v>
                </c:pt>
                <c:pt idx="19847">
                  <c:v>0.67762962962962958</c:v>
                </c:pt>
                <c:pt idx="19848">
                  <c:v>0.67777777777777781</c:v>
                </c:pt>
                <c:pt idx="19849">
                  <c:v>0.67777777777777781</c:v>
                </c:pt>
                <c:pt idx="19850">
                  <c:v>0.67777777777777781</c:v>
                </c:pt>
                <c:pt idx="19851">
                  <c:v>0.67777777777777781</c:v>
                </c:pt>
                <c:pt idx="19852">
                  <c:v>0.67792592592592593</c:v>
                </c:pt>
                <c:pt idx="19853">
                  <c:v>0.67807407407407405</c:v>
                </c:pt>
                <c:pt idx="19854">
                  <c:v>0.67807407407407405</c:v>
                </c:pt>
                <c:pt idx="19855">
                  <c:v>0.67807407407407405</c:v>
                </c:pt>
                <c:pt idx="19856">
                  <c:v>0.67807407407407405</c:v>
                </c:pt>
                <c:pt idx="19857">
                  <c:v>0.67822222222222217</c:v>
                </c:pt>
                <c:pt idx="19858">
                  <c:v>0.67822222222222217</c:v>
                </c:pt>
                <c:pt idx="19859">
                  <c:v>0.67822222222222217</c:v>
                </c:pt>
                <c:pt idx="19860">
                  <c:v>0.67822222222222217</c:v>
                </c:pt>
                <c:pt idx="19861">
                  <c:v>0.67822222222222217</c:v>
                </c:pt>
                <c:pt idx="19862">
                  <c:v>0.67822222222222217</c:v>
                </c:pt>
                <c:pt idx="19863">
                  <c:v>0.67822222222222217</c:v>
                </c:pt>
                <c:pt idx="19864">
                  <c:v>0.67822222222222217</c:v>
                </c:pt>
                <c:pt idx="19865">
                  <c:v>0.67822222222222217</c:v>
                </c:pt>
                <c:pt idx="19866">
                  <c:v>0.6783703703703704</c:v>
                </c:pt>
                <c:pt idx="19867">
                  <c:v>0.67851851851851852</c:v>
                </c:pt>
                <c:pt idx="19868">
                  <c:v>0.67851851851851852</c:v>
                </c:pt>
                <c:pt idx="19869">
                  <c:v>0.67851851851851852</c:v>
                </c:pt>
                <c:pt idx="19870">
                  <c:v>0.67866666666666664</c:v>
                </c:pt>
                <c:pt idx="19871">
                  <c:v>0.67866666666666664</c:v>
                </c:pt>
                <c:pt idx="19872">
                  <c:v>0.67866666666666664</c:v>
                </c:pt>
                <c:pt idx="19873">
                  <c:v>0.67866666666666664</c:v>
                </c:pt>
                <c:pt idx="19874">
                  <c:v>0.67866666666666664</c:v>
                </c:pt>
                <c:pt idx="19875">
                  <c:v>0.67866666666666664</c:v>
                </c:pt>
                <c:pt idx="19876">
                  <c:v>0.67881481481481476</c:v>
                </c:pt>
                <c:pt idx="19877">
                  <c:v>0.67881481481481476</c:v>
                </c:pt>
                <c:pt idx="19878">
                  <c:v>0.67896296296296299</c:v>
                </c:pt>
                <c:pt idx="19879">
                  <c:v>0.67911111111111111</c:v>
                </c:pt>
                <c:pt idx="19880">
                  <c:v>0.67925925925925923</c:v>
                </c:pt>
                <c:pt idx="19881">
                  <c:v>0.67940740740740746</c:v>
                </c:pt>
                <c:pt idx="19882">
                  <c:v>0.67940740740740746</c:v>
                </c:pt>
                <c:pt idx="19883">
                  <c:v>0.67940740740740746</c:v>
                </c:pt>
                <c:pt idx="19884">
                  <c:v>0.67940740740740746</c:v>
                </c:pt>
                <c:pt idx="19885">
                  <c:v>0.67940740740740746</c:v>
                </c:pt>
                <c:pt idx="19886">
                  <c:v>0.67940740740740746</c:v>
                </c:pt>
                <c:pt idx="19887">
                  <c:v>0.67940740740740746</c:v>
                </c:pt>
                <c:pt idx="19888">
                  <c:v>0.67940740740740746</c:v>
                </c:pt>
                <c:pt idx="19889">
                  <c:v>0.67940740740740746</c:v>
                </c:pt>
                <c:pt idx="19890">
                  <c:v>0.67940740740740746</c:v>
                </c:pt>
                <c:pt idx="19891">
                  <c:v>0.67940740740740746</c:v>
                </c:pt>
                <c:pt idx="19892">
                  <c:v>0.67940740740740746</c:v>
                </c:pt>
                <c:pt idx="19893">
                  <c:v>0.67940740740740746</c:v>
                </c:pt>
                <c:pt idx="19894">
                  <c:v>0.67955555555555558</c:v>
                </c:pt>
                <c:pt idx="19895">
                  <c:v>0.6797037037037037</c:v>
                </c:pt>
                <c:pt idx="19896">
                  <c:v>0.6797037037037037</c:v>
                </c:pt>
                <c:pt idx="19897">
                  <c:v>0.67985185185185182</c:v>
                </c:pt>
                <c:pt idx="19898">
                  <c:v>0.68</c:v>
                </c:pt>
                <c:pt idx="19899">
                  <c:v>0.68</c:v>
                </c:pt>
                <c:pt idx="19900">
                  <c:v>0.68</c:v>
                </c:pt>
                <c:pt idx="19901">
                  <c:v>0.68</c:v>
                </c:pt>
                <c:pt idx="19902">
                  <c:v>0.68</c:v>
                </c:pt>
                <c:pt idx="19903">
                  <c:v>0.68</c:v>
                </c:pt>
                <c:pt idx="19904">
                  <c:v>0.68</c:v>
                </c:pt>
                <c:pt idx="19905">
                  <c:v>0.68</c:v>
                </c:pt>
                <c:pt idx="19906">
                  <c:v>0.68</c:v>
                </c:pt>
                <c:pt idx="19907">
                  <c:v>0.68</c:v>
                </c:pt>
                <c:pt idx="19908">
                  <c:v>0.68014814814814817</c:v>
                </c:pt>
                <c:pt idx="19909">
                  <c:v>0.68029629629629629</c:v>
                </c:pt>
                <c:pt idx="19910">
                  <c:v>0.68029629629629629</c:v>
                </c:pt>
                <c:pt idx="19911">
                  <c:v>0.68029629629629629</c:v>
                </c:pt>
                <c:pt idx="19912">
                  <c:v>0.68044444444444441</c:v>
                </c:pt>
                <c:pt idx="19913">
                  <c:v>0.68044444444444441</c:v>
                </c:pt>
                <c:pt idx="19914">
                  <c:v>0.68044444444444441</c:v>
                </c:pt>
                <c:pt idx="19915">
                  <c:v>0.68044444444444441</c:v>
                </c:pt>
                <c:pt idx="19916">
                  <c:v>0.68059259259259264</c:v>
                </c:pt>
                <c:pt idx="19917">
                  <c:v>0.68059259259259264</c:v>
                </c:pt>
                <c:pt idx="19918">
                  <c:v>0.68059259259259264</c:v>
                </c:pt>
                <c:pt idx="19919">
                  <c:v>0.68074074074074076</c:v>
                </c:pt>
                <c:pt idx="19920">
                  <c:v>0.68088888888888888</c:v>
                </c:pt>
                <c:pt idx="19921">
                  <c:v>0.68088888888888888</c:v>
                </c:pt>
                <c:pt idx="19922">
                  <c:v>0.68088888888888888</c:v>
                </c:pt>
                <c:pt idx="19923">
                  <c:v>0.681037037037037</c:v>
                </c:pt>
                <c:pt idx="19924">
                  <c:v>0.68118518518518523</c:v>
                </c:pt>
                <c:pt idx="19925">
                  <c:v>0.68118518518518523</c:v>
                </c:pt>
                <c:pt idx="19926">
                  <c:v>0.68118518518518523</c:v>
                </c:pt>
                <c:pt idx="19927">
                  <c:v>0.68118518518518523</c:v>
                </c:pt>
                <c:pt idx="19928">
                  <c:v>0.68133333333333335</c:v>
                </c:pt>
                <c:pt idx="19929">
                  <c:v>0.68133333333333335</c:v>
                </c:pt>
                <c:pt idx="19930">
                  <c:v>0.68133333333333335</c:v>
                </c:pt>
                <c:pt idx="19931">
                  <c:v>0.68133333333333335</c:v>
                </c:pt>
                <c:pt idx="19932">
                  <c:v>0.68148148148148147</c:v>
                </c:pt>
                <c:pt idx="19933">
                  <c:v>0.68148148148148147</c:v>
                </c:pt>
                <c:pt idx="19934">
                  <c:v>0.68148148148148147</c:v>
                </c:pt>
                <c:pt idx="19935">
                  <c:v>0.68148148148148147</c:v>
                </c:pt>
                <c:pt idx="19936">
                  <c:v>0.68148148148148147</c:v>
                </c:pt>
                <c:pt idx="19937">
                  <c:v>0.68148148148148147</c:v>
                </c:pt>
                <c:pt idx="19938">
                  <c:v>0.68148148148148147</c:v>
                </c:pt>
                <c:pt idx="19939">
                  <c:v>0.68148148148148147</c:v>
                </c:pt>
                <c:pt idx="19940">
                  <c:v>0.68148148148148147</c:v>
                </c:pt>
                <c:pt idx="19941">
                  <c:v>0.68148148148148147</c:v>
                </c:pt>
                <c:pt idx="19942">
                  <c:v>0.68148148148148147</c:v>
                </c:pt>
                <c:pt idx="19943">
                  <c:v>0.68148148148148147</c:v>
                </c:pt>
                <c:pt idx="19944">
                  <c:v>0.68148148148148147</c:v>
                </c:pt>
                <c:pt idx="19945">
                  <c:v>0.68148148148148147</c:v>
                </c:pt>
                <c:pt idx="19946">
                  <c:v>0.68162962962962959</c:v>
                </c:pt>
                <c:pt idx="19947">
                  <c:v>0.68162962962962959</c:v>
                </c:pt>
                <c:pt idx="19948">
                  <c:v>0.68177777777777782</c:v>
                </c:pt>
                <c:pt idx="19949">
                  <c:v>0.68177777777777782</c:v>
                </c:pt>
                <c:pt idx="19950">
                  <c:v>0.68177777777777782</c:v>
                </c:pt>
                <c:pt idx="19951">
                  <c:v>0.68192592592592594</c:v>
                </c:pt>
                <c:pt idx="19952">
                  <c:v>0.68192592592592594</c:v>
                </c:pt>
                <c:pt idx="19953">
                  <c:v>0.68192592592592594</c:v>
                </c:pt>
                <c:pt idx="19954">
                  <c:v>0.68192592592592594</c:v>
                </c:pt>
                <c:pt idx="19955">
                  <c:v>0.68192592592592594</c:v>
                </c:pt>
                <c:pt idx="19956">
                  <c:v>0.68192592592592594</c:v>
                </c:pt>
                <c:pt idx="19957">
                  <c:v>0.68192592592592594</c:v>
                </c:pt>
                <c:pt idx="19958">
                  <c:v>0.68192592592592594</c:v>
                </c:pt>
                <c:pt idx="19959">
                  <c:v>0.68192592592592594</c:v>
                </c:pt>
                <c:pt idx="19960">
                  <c:v>0.68207407407407405</c:v>
                </c:pt>
                <c:pt idx="19961">
                  <c:v>0.68207407407407405</c:v>
                </c:pt>
                <c:pt idx="19962">
                  <c:v>0.68222222222222217</c:v>
                </c:pt>
                <c:pt idx="19963">
                  <c:v>0.6823703703703704</c:v>
                </c:pt>
                <c:pt idx="19964">
                  <c:v>0.6823703703703704</c:v>
                </c:pt>
                <c:pt idx="19965">
                  <c:v>0.6823703703703704</c:v>
                </c:pt>
                <c:pt idx="19966">
                  <c:v>0.6823703703703704</c:v>
                </c:pt>
                <c:pt idx="19967">
                  <c:v>0.6823703703703704</c:v>
                </c:pt>
                <c:pt idx="19968">
                  <c:v>0.6823703703703704</c:v>
                </c:pt>
                <c:pt idx="19969">
                  <c:v>0.6823703703703704</c:v>
                </c:pt>
                <c:pt idx="19970">
                  <c:v>0.6823703703703704</c:v>
                </c:pt>
                <c:pt idx="19971">
                  <c:v>0.6823703703703704</c:v>
                </c:pt>
                <c:pt idx="19972">
                  <c:v>0.6823703703703704</c:v>
                </c:pt>
                <c:pt idx="19973">
                  <c:v>0.6823703703703704</c:v>
                </c:pt>
                <c:pt idx="19974">
                  <c:v>0.6823703703703704</c:v>
                </c:pt>
                <c:pt idx="19975">
                  <c:v>0.6823703703703704</c:v>
                </c:pt>
                <c:pt idx="19976">
                  <c:v>0.6823703703703704</c:v>
                </c:pt>
                <c:pt idx="19977">
                  <c:v>0.6823703703703704</c:v>
                </c:pt>
                <c:pt idx="19978">
                  <c:v>0.68251851851851852</c:v>
                </c:pt>
                <c:pt idx="19979">
                  <c:v>0.68251851851851852</c:v>
                </c:pt>
                <c:pt idx="19980">
                  <c:v>0.68251851851851852</c:v>
                </c:pt>
                <c:pt idx="19981">
                  <c:v>0.68266666666666664</c:v>
                </c:pt>
                <c:pt idx="19982">
                  <c:v>0.68266666666666664</c:v>
                </c:pt>
                <c:pt idx="19983">
                  <c:v>0.68266666666666664</c:v>
                </c:pt>
                <c:pt idx="19984">
                  <c:v>0.68266666666666664</c:v>
                </c:pt>
                <c:pt idx="19985">
                  <c:v>0.68266666666666664</c:v>
                </c:pt>
                <c:pt idx="19986">
                  <c:v>0.68266666666666664</c:v>
                </c:pt>
                <c:pt idx="19987">
                  <c:v>0.68266666666666664</c:v>
                </c:pt>
                <c:pt idx="19988">
                  <c:v>0.68266666666666664</c:v>
                </c:pt>
                <c:pt idx="19989">
                  <c:v>0.68266666666666664</c:v>
                </c:pt>
                <c:pt idx="19990">
                  <c:v>0.68266666666666664</c:v>
                </c:pt>
                <c:pt idx="19991">
                  <c:v>0.68281481481481476</c:v>
                </c:pt>
                <c:pt idx="19992">
                  <c:v>0.68281481481481476</c:v>
                </c:pt>
                <c:pt idx="19993">
                  <c:v>0.68281481481481476</c:v>
                </c:pt>
                <c:pt idx="19994">
                  <c:v>0.68296296296296299</c:v>
                </c:pt>
                <c:pt idx="19995">
                  <c:v>0.68296296296296299</c:v>
                </c:pt>
                <c:pt idx="19996">
                  <c:v>0.68296296296296299</c:v>
                </c:pt>
                <c:pt idx="19997">
                  <c:v>0.68296296296296299</c:v>
                </c:pt>
                <c:pt idx="19998">
                  <c:v>0.68296296296296299</c:v>
                </c:pt>
                <c:pt idx="19999">
                  <c:v>0.68311111111111111</c:v>
                </c:pt>
                <c:pt idx="20000">
                  <c:v>0.68325925925925923</c:v>
                </c:pt>
                <c:pt idx="20001">
                  <c:v>0.68340740740740735</c:v>
                </c:pt>
                <c:pt idx="20002">
                  <c:v>0.68340740740740735</c:v>
                </c:pt>
                <c:pt idx="20003">
                  <c:v>0.68340740740740735</c:v>
                </c:pt>
                <c:pt idx="20004">
                  <c:v>0.68355555555555558</c:v>
                </c:pt>
                <c:pt idx="20005">
                  <c:v>0.68355555555555558</c:v>
                </c:pt>
                <c:pt idx="20006">
                  <c:v>0.6837037037037037</c:v>
                </c:pt>
                <c:pt idx="20007">
                  <c:v>0.68385185185185182</c:v>
                </c:pt>
                <c:pt idx="20008">
                  <c:v>0.68385185185185182</c:v>
                </c:pt>
                <c:pt idx="20009">
                  <c:v>0.68400000000000005</c:v>
                </c:pt>
                <c:pt idx="20010">
                  <c:v>0.68400000000000005</c:v>
                </c:pt>
                <c:pt idx="20011">
                  <c:v>0.68414814814814817</c:v>
                </c:pt>
                <c:pt idx="20012">
                  <c:v>0.68414814814814817</c:v>
                </c:pt>
                <c:pt idx="20013">
                  <c:v>0.68429629629629629</c:v>
                </c:pt>
                <c:pt idx="20014">
                  <c:v>0.68429629629629629</c:v>
                </c:pt>
                <c:pt idx="20015">
                  <c:v>0.68429629629629629</c:v>
                </c:pt>
                <c:pt idx="20016">
                  <c:v>0.68444444444444441</c:v>
                </c:pt>
                <c:pt idx="20017">
                  <c:v>0.68444444444444441</c:v>
                </c:pt>
                <c:pt idx="20018">
                  <c:v>0.68444444444444441</c:v>
                </c:pt>
                <c:pt idx="20019">
                  <c:v>0.68459259259259264</c:v>
                </c:pt>
                <c:pt idx="20020">
                  <c:v>0.68459259259259264</c:v>
                </c:pt>
                <c:pt idx="20021">
                  <c:v>0.68459259259259264</c:v>
                </c:pt>
                <c:pt idx="20022">
                  <c:v>0.68459259259259264</c:v>
                </c:pt>
                <c:pt idx="20023">
                  <c:v>0.68474074074074076</c:v>
                </c:pt>
                <c:pt idx="20024">
                  <c:v>0.68474074074074076</c:v>
                </c:pt>
                <c:pt idx="20025">
                  <c:v>0.68474074074074076</c:v>
                </c:pt>
                <c:pt idx="20026">
                  <c:v>0.68474074074074076</c:v>
                </c:pt>
                <c:pt idx="20027">
                  <c:v>0.68488888888888888</c:v>
                </c:pt>
                <c:pt idx="20028">
                  <c:v>0.68488888888888888</c:v>
                </c:pt>
                <c:pt idx="20029">
                  <c:v>0.68488888888888888</c:v>
                </c:pt>
                <c:pt idx="20030">
                  <c:v>0.685037037037037</c:v>
                </c:pt>
                <c:pt idx="20031">
                  <c:v>0.685037037037037</c:v>
                </c:pt>
                <c:pt idx="20032">
                  <c:v>0.685037037037037</c:v>
                </c:pt>
                <c:pt idx="20033">
                  <c:v>0.685037037037037</c:v>
                </c:pt>
                <c:pt idx="20034">
                  <c:v>0.685037037037037</c:v>
                </c:pt>
                <c:pt idx="20035">
                  <c:v>0.685037037037037</c:v>
                </c:pt>
                <c:pt idx="20036">
                  <c:v>0.685037037037037</c:v>
                </c:pt>
                <c:pt idx="20037">
                  <c:v>0.685037037037037</c:v>
                </c:pt>
                <c:pt idx="20038">
                  <c:v>0.685037037037037</c:v>
                </c:pt>
                <c:pt idx="20039">
                  <c:v>0.685037037037037</c:v>
                </c:pt>
                <c:pt idx="20040">
                  <c:v>0.685037037037037</c:v>
                </c:pt>
                <c:pt idx="20041">
                  <c:v>0.68518518518518523</c:v>
                </c:pt>
                <c:pt idx="20042">
                  <c:v>0.68533333333333335</c:v>
                </c:pt>
                <c:pt idx="20043">
                  <c:v>0.68533333333333335</c:v>
                </c:pt>
                <c:pt idx="20044">
                  <c:v>0.68533333333333335</c:v>
                </c:pt>
                <c:pt idx="20045">
                  <c:v>0.68533333333333335</c:v>
                </c:pt>
                <c:pt idx="20046">
                  <c:v>0.68533333333333335</c:v>
                </c:pt>
                <c:pt idx="20047">
                  <c:v>0.68548148148148147</c:v>
                </c:pt>
                <c:pt idx="20048">
                  <c:v>0.68548148148148147</c:v>
                </c:pt>
                <c:pt idx="20049">
                  <c:v>0.68548148148148147</c:v>
                </c:pt>
                <c:pt idx="20050">
                  <c:v>0.68548148148148147</c:v>
                </c:pt>
                <c:pt idx="20051">
                  <c:v>0.68548148148148147</c:v>
                </c:pt>
                <c:pt idx="20052">
                  <c:v>0.68548148148148147</c:v>
                </c:pt>
                <c:pt idx="20053">
                  <c:v>0.68548148148148147</c:v>
                </c:pt>
                <c:pt idx="20054">
                  <c:v>0.68548148148148147</c:v>
                </c:pt>
                <c:pt idx="20055">
                  <c:v>0.68548148148148147</c:v>
                </c:pt>
                <c:pt idx="20056">
                  <c:v>0.68548148148148147</c:v>
                </c:pt>
                <c:pt idx="20057">
                  <c:v>0.68548148148148147</c:v>
                </c:pt>
                <c:pt idx="20058">
                  <c:v>0.68548148148148147</c:v>
                </c:pt>
                <c:pt idx="20059">
                  <c:v>0.68562962962962959</c:v>
                </c:pt>
                <c:pt idx="20060">
                  <c:v>0.68562962962962959</c:v>
                </c:pt>
                <c:pt idx="20061">
                  <c:v>0.68577777777777782</c:v>
                </c:pt>
                <c:pt idx="20062">
                  <c:v>0.68577777777777782</c:v>
                </c:pt>
                <c:pt idx="20063">
                  <c:v>0.68577777777777782</c:v>
                </c:pt>
                <c:pt idx="20064">
                  <c:v>0.68577777777777782</c:v>
                </c:pt>
                <c:pt idx="20065">
                  <c:v>0.68577777777777782</c:v>
                </c:pt>
                <c:pt idx="20066">
                  <c:v>0.68577777777777782</c:v>
                </c:pt>
                <c:pt idx="20067">
                  <c:v>0.68577777777777782</c:v>
                </c:pt>
                <c:pt idx="20068">
                  <c:v>0.68577777777777782</c:v>
                </c:pt>
                <c:pt idx="20069">
                  <c:v>0.68592592592592594</c:v>
                </c:pt>
                <c:pt idx="20070">
                  <c:v>0.68592592592592594</c:v>
                </c:pt>
                <c:pt idx="20071">
                  <c:v>0.68592592592592594</c:v>
                </c:pt>
                <c:pt idx="20072">
                  <c:v>0.68592592592592594</c:v>
                </c:pt>
                <c:pt idx="20073">
                  <c:v>0.68592592592592594</c:v>
                </c:pt>
                <c:pt idx="20074">
                  <c:v>0.68607407407407406</c:v>
                </c:pt>
                <c:pt idx="20075">
                  <c:v>0.68607407407407406</c:v>
                </c:pt>
                <c:pt idx="20076">
                  <c:v>0.68607407407407406</c:v>
                </c:pt>
                <c:pt idx="20077">
                  <c:v>0.68622222222222218</c:v>
                </c:pt>
                <c:pt idx="20078">
                  <c:v>0.68622222222222218</c:v>
                </c:pt>
                <c:pt idx="20079">
                  <c:v>0.68622222222222218</c:v>
                </c:pt>
                <c:pt idx="20080">
                  <c:v>0.68637037037037041</c:v>
                </c:pt>
                <c:pt idx="20081">
                  <c:v>0.68637037037037041</c:v>
                </c:pt>
                <c:pt idx="20082">
                  <c:v>0.68637037037037041</c:v>
                </c:pt>
                <c:pt idx="20083">
                  <c:v>0.68637037037037041</c:v>
                </c:pt>
                <c:pt idx="20084">
                  <c:v>0.68651851851851853</c:v>
                </c:pt>
                <c:pt idx="20085">
                  <c:v>0.68651851851851853</c:v>
                </c:pt>
                <c:pt idx="20086">
                  <c:v>0.68651851851851853</c:v>
                </c:pt>
                <c:pt idx="20087">
                  <c:v>0.68651851851851853</c:v>
                </c:pt>
                <c:pt idx="20088">
                  <c:v>0.68651851851851853</c:v>
                </c:pt>
                <c:pt idx="20089">
                  <c:v>0.68651851851851853</c:v>
                </c:pt>
                <c:pt idx="20090">
                  <c:v>0.68666666666666665</c:v>
                </c:pt>
                <c:pt idx="20091">
                  <c:v>0.68681481481481477</c:v>
                </c:pt>
                <c:pt idx="20092">
                  <c:v>0.686962962962963</c:v>
                </c:pt>
                <c:pt idx="20093">
                  <c:v>0.686962962962963</c:v>
                </c:pt>
                <c:pt idx="20094">
                  <c:v>0.68711111111111112</c:v>
                </c:pt>
                <c:pt idx="20095">
                  <c:v>0.68711111111111112</c:v>
                </c:pt>
                <c:pt idx="20096">
                  <c:v>0.68711111111111112</c:v>
                </c:pt>
                <c:pt idx="20097">
                  <c:v>0.68711111111111112</c:v>
                </c:pt>
                <c:pt idx="20098">
                  <c:v>0.68711111111111112</c:v>
                </c:pt>
                <c:pt idx="20099">
                  <c:v>0.68725925925925924</c:v>
                </c:pt>
                <c:pt idx="20100">
                  <c:v>0.68725925925925924</c:v>
                </c:pt>
                <c:pt idx="20101">
                  <c:v>0.68725925925925924</c:v>
                </c:pt>
                <c:pt idx="20102">
                  <c:v>0.68725925925925924</c:v>
                </c:pt>
                <c:pt idx="20103">
                  <c:v>0.68725925925925924</c:v>
                </c:pt>
                <c:pt idx="20104">
                  <c:v>0.68740740740740736</c:v>
                </c:pt>
                <c:pt idx="20105">
                  <c:v>0.68755555555555559</c:v>
                </c:pt>
                <c:pt idx="20106">
                  <c:v>0.68755555555555559</c:v>
                </c:pt>
                <c:pt idx="20107">
                  <c:v>0.68770370370370371</c:v>
                </c:pt>
                <c:pt idx="20108">
                  <c:v>0.68770370370370371</c:v>
                </c:pt>
                <c:pt idx="20109">
                  <c:v>0.68770370370370371</c:v>
                </c:pt>
                <c:pt idx="20110">
                  <c:v>0.68770370370370371</c:v>
                </c:pt>
                <c:pt idx="20111">
                  <c:v>0.68785185185185183</c:v>
                </c:pt>
                <c:pt idx="20112">
                  <c:v>0.68799999999999994</c:v>
                </c:pt>
                <c:pt idx="20113">
                  <c:v>0.68799999999999994</c:v>
                </c:pt>
                <c:pt idx="20114">
                  <c:v>0.68799999999999994</c:v>
                </c:pt>
                <c:pt idx="20115">
                  <c:v>0.68799999999999994</c:v>
                </c:pt>
                <c:pt idx="20116">
                  <c:v>0.68814814814814818</c:v>
                </c:pt>
                <c:pt idx="20117">
                  <c:v>0.68814814814814818</c:v>
                </c:pt>
                <c:pt idx="20118">
                  <c:v>0.68814814814814818</c:v>
                </c:pt>
                <c:pt idx="20119">
                  <c:v>0.68829629629629629</c:v>
                </c:pt>
                <c:pt idx="20120">
                  <c:v>0.68829629629629629</c:v>
                </c:pt>
                <c:pt idx="20121">
                  <c:v>0.68844444444444441</c:v>
                </c:pt>
                <c:pt idx="20122">
                  <c:v>0.68844444444444441</c:v>
                </c:pt>
                <c:pt idx="20123">
                  <c:v>0.68844444444444441</c:v>
                </c:pt>
                <c:pt idx="20124">
                  <c:v>0.68859259259259264</c:v>
                </c:pt>
                <c:pt idx="20125">
                  <c:v>0.68859259259259264</c:v>
                </c:pt>
                <c:pt idx="20126">
                  <c:v>0.68859259259259264</c:v>
                </c:pt>
                <c:pt idx="20127">
                  <c:v>0.68859259259259264</c:v>
                </c:pt>
                <c:pt idx="20128">
                  <c:v>0.68859259259259264</c:v>
                </c:pt>
                <c:pt idx="20129">
                  <c:v>0.68874074074074076</c:v>
                </c:pt>
                <c:pt idx="20130">
                  <c:v>0.68874074074074076</c:v>
                </c:pt>
                <c:pt idx="20131">
                  <c:v>0.68874074074074076</c:v>
                </c:pt>
                <c:pt idx="20132">
                  <c:v>0.68874074074074076</c:v>
                </c:pt>
                <c:pt idx="20133">
                  <c:v>0.68874074074074076</c:v>
                </c:pt>
                <c:pt idx="20134">
                  <c:v>0.68874074074074076</c:v>
                </c:pt>
                <c:pt idx="20135">
                  <c:v>0.68874074074074076</c:v>
                </c:pt>
                <c:pt idx="20136">
                  <c:v>0.68874074074074076</c:v>
                </c:pt>
                <c:pt idx="20137">
                  <c:v>0.68874074074074076</c:v>
                </c:pt>
                <c:pt idx="20138">
                  <c:v>0.68874074074074076</c:v>
                </c:pt>
                <c:pt idx="20139">
                  <c:v>0.68874074074074076</c:v>
                </c:pt>
                <c:pt idx="20140">
                  <c:v>0.68874074074074076</c:v>
                </c:pt>
                <c:pt idx="20141">
                  <c:v>0.68888888888888888</c:v>
                </c:pt>
                <c:pt idx="20142">
                  <c:v>0.68888888888888888</c:v>
                </c:pt>
                <c:pt idx="20143">
                  <c:v>0.689037037037037</c:v>
                </c:pt>
                <c:pt idx="20144">
                  <c:v>0.689037037037037</c:v>
                </c:pt>
                <c:pt idx="20145">
                  <c:v>0.689037037037037</c:v>
                </c:pt>
                <c:pt idx="20146">
                  <c:v>0.689037037037037</c:v>
                </c:pt>
                <c:pt idx="20147">
                  <c:v>0.689037037037037</c:v>
                </c:pt>
                <c:pt idx="20148">
                  <c:v>0.689037037037037</c:v>
                </c:pt>
                <c:pt idx="20149">
                  <c:v>0.689037037037037</c:v>
                </c:pt>
                <c:pt idx="20150">
                  <c:v>0.689037037037037</c:v>
                </c:pt>
                <c:pt idx="20151">
                  <c:v>0.689037037037037</c:v>
                </c:pt>
                <c:pt idx="20152">
                  <c:v>0.689037037037037</c:v>
                </c:pt>
                <c:pt idx="20153">
                  <c:v>0.689037037037037</c:v>
                </c:pt>
                <c:pt idx="20154">
                  <c:v>0.689037037037037</c:v>
                </c:pt>
                <c:pt idx="20155">
                  <c:v>0.689037037037037</c:v>
                </c:pt>
                <c:pt idx="20156">
                  <c:v>0.689037037037037</c:v>
                </c:pt>
                <c:pt idx="20157">
                  <c:v>0.689037037037037</c:v>
                </c:pt>
                <c:pt idx="20158">
                  <c:v>0.689037037037037</c:v>
                </c:pt>
                <c:pt idx="20159">
                  <c:v>0.689037037037037</c:v>
                </c:pt>
                <c:pt idx="20160">
                  <c:v>0.68918518518518523</c:v>
                </c:pt>
                <c:pt idx="20161">
                  <c:v>0.68933333333333335</c:v>
                </c:pt>
                <c:pt idx="20162">
                  <c:v>0.68933333333333335</c:v>
                </c:pt>
                <c:pt idx="20163">
                  <c:v>0.68933333333333335</c:v>
                </c:pt>
                <c:pt idx="20164">
                  <c:v>0.68933333333333335</c:v>
                </c:pt>
                <c:pt idx="20165">
                  <c:v>0.68933333333333335</c:v>
                </c:pt>
                <c:pt idx="20166">
                  <c:v>0.68933333333333335</c:v>
                </c:pt>
                <c:pt idx="20167">
                  <c:v>0.68933333333333335</c:v>
                </c:pt>
                <c:pt idx="20168">
                  <c:v>0.68933333333333335</c:v>
                </c:pt>
                <c:pt idx="20169">
                  <c:v>0.68933333333333335</c:v>
                </c:pt>
                <c:pt idx="20170">
                  <c:v>0.68933333333333335</c:v>
                </c:pt>
                <c:pt idx="20171">
                  <c:v>0.68948148148148147</c:v>
                </c:pt>
                <c:pt idx="20172">
                  <c:v>0.68948148148148147</c:v>
                </c:pt>
                <c:pt idx="20173">
                  <c:v>0.68962962962962959</c:v>
                </c:pt>
                <c:pt idx="20174">
                  <c:v>0.68962962962962959</c:v>
                </c:pt>
                <c:pt idx="20175">
                  <c:v>0.68962962962962959</c:v>
                </c:pt>
                <c:pt idx="20176">
                  <c:v>0.68962962962962959</c:v>
                </c:pt>
                <c:pt idx="20177">
                  <c:v>0.68962962962962959</c:v>
                </c:pt>
                <c:pt idx="20178">
                  <c:v>0.68962962962962959</c:v>
                </c:pt>
                <c:pt idx="20179">
                  <c:v>0.68962962962962959</c:v>
                </c:pt>
                <c:pt idx="20180">
                  <c:v>0.68977777777777782</c:v>
                </c:pt>
                <c:pt idx="20181">
                  <c:v>0.68977777777777782</c:v>
                </c:pt>
                <c:pt idx="20182">
                  <c:v>0.68977777777777782</c:v>
                </c:pt>
                <c:pt idx="20183">
                  <c:v>0.68977777777777782</c:v>
                </c:pt>
                <c:pt idx="20184">
                  <c:v>0.68977777777777782</c:v>
                </c:pt>
                <c:pt idx="20185">
                  <c:v>0.68977777777777782</c:v>
                </c:pt>
                <c:pt idx="20186">
                  <c:v>0.68977777777777782</c:v>
                </c:pt>
                <c:pt idx="20187">
                  <c:v>0.68977777777777782</c:v>
                </c:pt>
                <c:pt idx="20188">
                  <c:v>0.68977777777777782</c:v>
                </c:pt>
                <c:pt idx="20189">
                  <c:v>0.68977777777777782</c:v>
                </c:pt>
                <c:pt idx="20190">
                  <c:v>0.68977777777777782</c:v>
                </c:pt>
                <c:pt idx="20191">
                  <c:v>0.68977777777777782</c:v>
                </c:pt>
                <c:pt idx="20192">
                  <c:v>0.68977777777777782</c:v>
                </c:pt>
                <c:pt idx="20193">
                  <c:v>0.68977777777777782</c:v>
                </c:pt>
                <c:pt idx="20194">
                  <c:v>0.68977777777777782</c:v>
                </c:pt>
                <c:pt idx="20195">
                  <c:v>0.68977777777777782</c:v>
                </c:pt>
                <c:pt idx="20196">
                  <c:v>0.68977777777777782</c:v>
                </c:pt>
                <c:pt idx="20197">
                  <c:v>0.68977777777777782</c:v>
                </c:pt>
                <c:pt idx="20198">
                  <c:v>0.68977777777777782</c:v>
                </c:pt>
                <c:pt idx="20199">
                  <c:v>0.68977777777777782</c:v>
                </c:pt>
                <c:pt idx="20200">
                  <c:v>0.68977777777777782</c:v>
                </c:pt>
                <c:pt idx="20201">
                  <c:v>0.68977777777777782</c:v>
                </c:pt>
                <c:pt idx="20202">
                  <c:v>0.68992592592592594</c:v>
                </c:pt>
                <c:pt idx="20203">
                  <c:v>0.69007407407407406</c:v>
                </c:pt>
                <c:pt idx="20204">
                  <c:v>0.69007407407407406</c:v>
                </c:pt>
                <c:pt idx="20205">
                  <c:v>0.69007407407407406</c:v>
                </c:pt>
                <c:pt idx="20206">
                  <c:v>0.69007407407407406</c:v>
                </c:pt>
                <c:pt idx="20207">
                  <c:v>0.69007407407407406</c:v>
                </c:pt>
                <c:pt idx="20208">
                  <c:v>0.69022222222222218</c:v>
                </c:pt>
                <c:pt idx="20209">
                  <c:v>0.69037037037037041</c:v>
                </c:pt>
                <c:pt idx="20210">
                  <c:v>0.69037037037037041</c:v>
                </c:pt>
                <c:pt idx="20211">
                  <c:v>0.69037037037037041</c:v>
                </c:pt>
                <c:pt idx="20212">
                  <c:v>0.69037037037037041</c:v>
                </c:pt>
                <c:pt idx="20213">
                  <c:v>0.69037037037037041</c:v>
                </c:pt>
                <c:pt idx="20214">
                  <c:v>0.69037037037037041</c:v>
                </c:pt>
                <c:pt idx="20215">
                  <c:v>0.69037037037037041</c:v>
                </c:pt>
                <c:pt idx="20216">
                  <c:v>0.69051851851851853</c:v>
                </c:pt>
                <c:pt idx="20217">
                  <c:v>0.69066666666666665</c:v>
                </c:pt>
                <c:pt idx="20218">
                  <c:v>0.69066666666666665</c:v>
                </c:pt>
                <c:pt idx="20219">
                  <c:v>0.69066666666666665</c:v>
                </c:pt>
                <c:pt idx="20220">
                  <c:v>0.69066666666666665</c:v>
                </c:pt>
                <c:pt idx="20221">
                  <c:v>0.69081481481481477</c:v>
                </c:pt>
                <c:pt idx="20222">
                  <c:v>0.690962962962963</c:v>
                </c:pt>
                <c:pt idx="20223">
                  <c:v>0.690962962962963</c:v>
                </c:pt>
                <c:pt idx="20224">
                  <c:v>0.69111111111111112</c:v>
                </c:pt>
                <c:pt idx="20225">
                  <c:v>0.69111111111111112</c:v>
                </c:pt>
                <c:pt idx="20226">
                  <c:v>0.69125925925925924</c:v>
                </c:pt>
                <c:pt idx="20227">
                  <c:v>0.69125925925925924</c:v>
                </c:pt>
                <c:pt idx="20228">
                  <c:v>0.69125925925925924</c:v>
                </c:pt>
                <c:pt idx="20229">
                  <c:v>0.69125925925925924</c:v>
                </c:pt>
                <c:pt idx="20230">
                  <c:v>0.69125925925925924</c:v>
                </c:pt>
                <c:pt idx="20231">
                  <c:v>0.69125925925925924</c:v>
                </c:pt>
                <c:pt idx="20232">
                  <c:v>0.69140740740740736</c:v>
                </c:pt>
                <c:pt idx="20233">
                  <c:v>0.69155555555555559</c:v>
                </c:pt>
                <c:pt idx="20234">
                  <c:v>0.69155555555555559</c:v>
                </c:pt>
                <c:pt idx="20235">
                  <c:v>0.69155555555555559</c:v>
                </c:pt>
                <c:pt idx="20236">
                  <c:v>0.69170370370370371</c:v>
                </c:pt>
                <c:pt idx="20237">
                  <c:v>0.69185185185185183</c:v>
                </c:pt>
                <c:pt idx="20238">
                  <c:v>0.69185185185185183</c:v>
                </c:pt>
                <c:pt idx="20239">
                  <c:v>0.69185185185185183</c:v>
                </c:pt>
                <c:pt idx="20240">
                  <c:v>0.69185185185185183</c:v>
                </c:pt>
                <c:pt idx="20241">
                  <c:v>0.69199999999999995</c:v>
                </c:pt>
                <c:pt idx="20242">
                  <c:v>0.69199999999999995</c:v>
                </c:pt>
                <c:pt idx="20243">
                  <c:v>0.69199999999999995</c:v>
                </c:pt>
                <c:pt idx="20244">
                  <c:v>0.69199999999999995</c:v>
                </c:pt>
                <c:pt idx="20245">
                  <c:v>0.69199999999999995</c:v>
                </c:pt>
                <c:pt idx="20246">
                  <c:v>0.69199999999999995</c:v>
                </c:pt>
                <c:pt idx="20247">
                  <c:v>0.69199999999999995</c:v>
                </c:pt>
                <c:pt idx="20248">
                  <c:v>0.69199999999999995</c:v>
                </c:pt>
                <c:pt idx="20249">
                  <c:v>0.69199999999999995</c:v>
                </c:pt>
                <c:pt idx="20250">
                  <c:v>0.69214814814814818</c:v>
                </c:pt>
                <c:pt idx="20251">
                  <c:v>0.69214814814814818</c:v>
                </c:pt>
                <c:pt idx="20252">
                  <c:v>0.69214814814814818</c:v>
                </c:pt>
                <c:pt idx="20253">
                  <c:v>0.69214814814814818</c:v>
                </c:pt>
                <c:pt idx="20254">
                  <c:v>0.69214814814814818</c:v>
                </c:pt>
                <c:pt idx="20255">
                  <c:v>0.6922962962962963</c:v>
                </c:pt>
                <c:pt idx="20256">
                  <c:v>0.6922962962962963</c:v>
                </c:pt>
                <c:pt idx="20257">
                  <c:v>0.6922962962962963</c:v>
                </c:pt>
                <c:pt idx="20258">
                  <c:v>0.6922962962962963</c:v>
                </c:pt>
                <c:pt idx="20259">
                  <c:v>0.6922962962962963</c:v>
                </c:pt>
                <c:pt idx="20260">
                  <c:v>0.6922962962962963</c:v>
                </c:pt>
                <c:pt idx="20261">
                  <c:v>0.6922962962962963</c:v>
                </c:pt>
                <c:pt idx="20262">
                  <c:v>0.69244444444444442</c:v>
                </c:pt>
                <c:pt idx="20263">
                  <c:v>0.69259259259259254</c:v>
                </c:pt>
                <c:pt idx="20264">
                  <c:v>0.69259259259259254</c:v>
                </c:pt>
                <c:pt idx="20265">
                  <c:v>0.69259259259259254</c:v>
                </c:pt>
                <c:pt idx="20266">
                  <c:v>0.69259259259259254</c:v>
                </c:pt>
                <c:pt idx="20267">
                  <c:v>0.69274074074074077</c:v>
                </c:pt>
                <c:pt idx="20268">
                  <c:v>0.69274074074074077</c:v>
                </c:pt>
                <c:pt idx="20269">
                  <c:v>0.69274074074074077</c:v>
                </c:pt>
                <c:pt idx="20270">
                  <c:v>0.69274074074074077</c:v>
                </c:pt>
                <c:pt idx="20271">
                  <c:v>0.69274074074074077</c:v>
                </c:pt>
                <c:pt idx="20272">
                  <c:v>0.69274074074074077</c:v>
                </c:pt>
                <c:pt idx="20273">
                  <c:v>0.69274074074074077</c:v>
                </c:pt>
                <c:pt idx="20274">
                  <c:v>0.69274074074074077</c:v>
                </c:pt>
                <c:pt idx="20275">
                  <c:v>0.69288888888888889</c:v>
                </c:pt>
                <c:pt idx="20276">
                  <c:v>0.69303703703703701</c:v>
                </c:pt>
                <c:pt idx="20277">
                  <c:v>0.69318518518518524</c:v>
                </c:pt>
                <c:pt idx="20278">
                  <c:v>0.69318518518518524</c:v>
                </c:pt>
                <c:pt idx="20279">
                  <c:v>0.69318518518518524</c:v>
                </c:pt>
                <c:pt idx="20280">
                  <c:v>0.69333333333333336</c:v>
                </c:pt>
                <c:pt idx="20281">
                  <c:v>0.69333333333333336</c:v>
                </c:pt>
                <c:pt idx="20282">
                  <c:v>0.69348148148148148</c:v>
                </c:pt>
                <c:pt idx="20283">
                  <c:v>0.69348148148148148</c:v>
                </c:pt>
                <c:pt idx="20284">
                  <c:v>0.69348148148148148</c:v>
                </c:pt>
                <c:pt idx="20285">
                  <c:v>0.69348148148148148</c:v>
                </c:pt>
                <c:pt idx="20286">
                  <c:v>0.6936296296296296</c:v>
                </c:pt>
                <c:pt idx="20287">
                  <c:v>0.6936296296296296</c:v>
                </c:pt>
                <c:pt idx="20288">
                  <c:v>0.69377777777777783</c:v>
                </c:pt>
                <c:pt idx="20289">
                  <c:v>0.69377777777777783</c:v>
                </c:pt>
                <c:pt idx="20290">
                  <c:v>0.69377777777777783</c:v>
                </c:pt>
                <c:pt idx="20291">
                  <c:v>0.69377777777777783</c:v>
                </c:pt>
                <c:pt idx="20292">
                  <c:v>0.69392592592592595</c:v>
                </c:pt>
                <c:pt idx="20293">
                  <c:v>0.69392592592592595</c:v>
                </c:pt>
                <c:pt idx="20294">
                  <c:v>0.69392592592592595</c:v>
                </c:pt>
                <c:pt idx="20295">
                  <c:v>0.69407407407407407</c:v>
                </c:pt>
                <c:pt idx="20296">
                  <c:v>0.69407407407407407</c:v>
                </c:pt>
                <c:pt idx="20297">
                  <c:v>0.69407407407407407</c:v>
                </c:pt>
                <c:pt idx="20298">
                  <c:v>0.69407407407407407</c:v>
                </c:pt>
                <c:pt idx="20299">
                  <c:v>0.69407407407407407</c:v>
                </c:pt>
                <c:pt idx="20300">
                  <c:v>0.69407407407407407</c:v>
                </c:pt>
                <c:pt idx="20301">
                  <c:v>0.69407407407407407</c:v>
                </c:pt>
                <c:pt idx="20302">
                  <c:v>0.69407407407407407</c:v>
                </c:pt>
                <c:pt idx="20303">
                  <c:v>0.69422222222222219</c:v>
                </c:pt>
                <c:pt idx="20304">
                  <c:v>0.69422222222222219</c:v>
                </c:pt>
                <c:pt idx="20305">
                  <c:v>0.69437037037037042</c:v>
                </c:pt>
                <c:pt idx="20306">
                  <c:v>0.69437037037037042</c:v>
                </c:pt>
                <c:pt idx="20307">
                  <c:v>0.69437037037037042</c:v>
                </c:pt>
                <c:pt idx="20308">
                  <c:v>0.69437037037037042</c:v>
                </c:pt>
                <c:pt idx="20309">
                  <c:v>0.69437037037037042</c:v>
                </c:pt>
                <c:pt idx="20310">
                  <c:v>0.69451851851851854</c:v>
                </c:pt>
                <c:pt idx="20311">
                  <c:v>0.69451851851851854</c:v>
                </c:pt>
                <c:pt idx="20312">
                  <c:v>0.69451851851851854</c:v>
                </c:pt>
                <c:pt idx="20313">
                  <c:v>0.69451851851851854</c:v>
                </c:pt>
                <c:pt idx="20314">
                  <c:v>0.69451851851851854</c:v>
                </c:pt>
                <c:pt idx="20315">
                  <c:v>0.69466666666666665</c:v>
                </c:pt>
                <c:pt idx="20316">
                  <c:v>0.69466666666666665</c:v>
                </c:pt>
                <c:pt idx="20317">
                  <c:v>0.69466666666666665</c:v>
                </c:pt>
                <c:pt idx="20318">
                  <c:v>0.69466666666666665</c:v>
                </c:pt>
                <c:pt idx="20319">
                  <c:v>0.69466666666666665</c:v>
                </c:pt>
                <c:pt idx="20320">
                  <c:v>0.69466666666666665</c:v>
                </c:pt>
                <c:pt idx="20321">
                  <c:v>0.69481481481481477</c:v>
                </c:pt>
                <c:pt idx="20322">
                  <c:v>0.69481481481481477</c:v>
                </c:pt>
                <c:pt idx="20323">
                  <c:v>0.69481481481481477</c:v>
                </c:pt>
                <c:pt idx="20324">
                  <c:v>0.694962962962963</c:v>
                </c:pt>
                <c:pt idx="20325">
                  <c:v>0.694962962962963</c:v>
                </c:pt>
                <c:pt idx="20326">
                  <c:v>0.69511111111111112</c:v>
                </c:pt>
                <c:pt idx="20327">
                  <c:v>0.69511111111111112</c:v>
                </c:pt>
                <c:pt idx="20328">
                  <c:v>0.69511111111111112</c:v>
                </c:pt>
                <c:pt idx="20329">
                  <c:v>0.69511111111111112</c:v>
                </c:pt>
                <c:pt idx="20330">
                  <c:v>0.69511111111111112</c:v>
                </c:pt>
                <c:pt idx="20331">
                  <c:v>0.69511111111111112</c:v>
                </c:pt>
                <c:pt idx="20332">
                  <c:v>0.69525925925925924</c:v>
                </c:pt>
                <c:pt idx="20333">
                  <c:v>0.69525925925925924</c:v>
                </c:pt>
                <c:pt idx="20334">
                  <c:v>0.69540740740740736</c:v>
                </c:pt>
                <c:pt idx="20335">
                  <c:v>0.69555555555555559</c:v>
                </c:pt>
                <c:pt idx="20336">
                  <c:v>0.69555555555555559</c:v>
                </c:pt>
                <c:pt idx="20337">
                  <c:v>0.69555555555555559</c:v>
                </c:pt>
                <c:pt idx="20338">
                  <c:v>0.69555555555555559</c:v>
                </c:pt>
                <c:pt idx="20339">
                  <c:v>0.69555555555555559</c:v>
                </c:pt>
                <c:pt idx="20340">
                  <c:v>0.69555555555555559</c:v>
                </c:pt>
                <c:pt idx="20341">
                  <c:v>0.69555555555555559</c:v>
                </c:pt>
                <c:pt idx="20342">
                  <c:v>0.69555555555555559</c:v>
                </c:pt>
                <c:pt idx="20343">
                  <c:v>0.69570370370370371</c:v>
                </c:pt>
                <c:pt idx="20344">
                  <c:v>0.69570370370370371</c:v>
                </c:pt>
                <c:pt idx="20345">
                  <c:v>0.69570370370370371</c:v>
                </c:pt>
                <c:pt idx="20346">
                  <c:v>0.69585185185185183</c:v>
                </c:pt>
                <c:pt idx="20347">
                  <c:v>0.69585185185185183</c:v>
                </c:pt>
                <c:pt idx="20348">
                  <c:v>0.69599999999999995</c:v>
                </c:pt>
                <c:pt idx="20349">
                  <c:v>0.69614814814814818</c:v>
                </c:pt>
                <c:pt idx="20350">
                  <c:v>0.69614814814814818</c:v>
                </c:pt>
                <c:pt idx="20351">
                  <c:v>0.69614814814814818</c:v>
                </c:pt>
                <c:pt idx="20352">
                  <c:v>0.69614814814814818</c:v>
                </c:pt>
                <c:pt idx="20353">
                  <c:v>0.69614814814814818</c:v>
                </c:pt>
                <c:pt idx="20354">
                  <c:v>0.69614814814814818</c:v>
                </c:pt>
                <c:pt idx="20355">
                  <c:v>0.69614814814814818</c:v>
                </c:pt>
                <c:pt idx="20356">
                  <c:v>0.69614814814814818</c:v>
                </c:pt>
                <c:pt idx="20357">
                  <c:v>0.69614814814814818</c:v>
                </c:pt>
                <c:pt idx="20358">
                  <c:v>0.69614814814814818</c:v>
                </c:pt>
                <c:pt idx="20359">
                  <c:v>0.69614814814814818</c:v>
                </c:pt>
                <c:pt idx="20360">
                  <c:v>0.69614814814814818</c:v>
                </c:pt>
                <c:pt idx="20361">
                  <c:v>0.6962962962962963</c:v>
                </c:pt>
                <c:pt idx="20362">
                  <c:v>0.69644444444444442</c:v>
                </c:pt>
                <c:pt idx="20363">
                  <c:v>0.69644444444444442</c:v>
                </c:pt>
                <c:pt idx="20364">
                  <c:v>0.69644444444444442</c:v>
                </c:pt>
                <c:pt idx="20365">
                  <c:v>0.69659259259259254</c:v>
                </c:pt>
                <c:pt idx="20366">
                  <c:v>0.69659259259259254</c:v>
                </c:pt>
                <c:pt idx="20367">
                  <c:v>0.69674074074074077</c:v>
                </c:pt>
                <c:pt idx="20368">
                  <c:v>0.69674074074074077</c:v>
                </c:pt>
                <c:pt idx="20369">
                  <c:v>0.69674074074074077</c:v>
                </c:pt>
                <c:pt idx="20370">
                  <c:v>0.69674074074074077</c:v>
                </c:pt>
                <c:pt idx="20371">
                  <c:v>0.69688888888888889</c:v>
                </c:pt>
                <c:pt idx="20372">
                  <c:v>0.69688888888888889</c:v>
                </c:pt>
                <c:pt idx="20373">
                  <c:v>0.69703703703703701</c:v>
                </c:pt>
                <c:pt idx="20374">
                  <c:v>0.69703703703703701</c:v>
                </c:pt>
                <c:pt idx="20375">
                  <c:v>0.69718518518518513</c:v>
                </c:pt>
                <c:pt idx="20376">
                  <c:v>0.69718518518518513</c:v>
                </c:pt>
                <c:pt idx="20377">
                  <c:v>0.69718518518518513</c:v>
                </c:pt>
                <c:pt idx="20378">
                  <c:v>0.69718518518518513</c:v>
                </c:pt>
                <c:pt idx="20379">
                  <c:v>0.69733333333333336</c:v>
                </c:pt>
                <c:pt idx="20380">
                  <c:v>0.69748148148148148</c:v>
                </c:pt>
                <c:pt idx="20381">
                  <c:v>0.69748148148148148</c:v>
                </c:pt>
                <c:pt idx="20382">
                  <c:v>0.69748148148148148</c:v>
                </c:pt>
                <c:pt idx="20383">
                  <c:v>0.6976296296296296</c:v>
                </c:pt>
                <c:pt idx="20384">
                  <c:v>0.6976296296296296</c:v>
                </c:pt>
                <c:pt idx="20385">
                  <c:v>0.6976296296296296</c:v>
                </c:pt>
                <c:pt idx="20386">
                  <c:v>0.6976296296296296</c:v>
                </c:pt>
                <c:pt idx="20387">
                  <c:v>0.69777777777777783</c:v>
                </c:pt>
                <c:pt idx="20388">
                  <c:v>0.69777777777777783</c:v>
                </c:pt>
                <c:pt idx="20389">
                  <c:v>0.69777777777777783</c:v>
                </c:pt>
                <c:pt idx="20390">
                  <c:v>0.69777777777777783</c:v>
                </c:pt>
                <c:pt idx="20391">
                  <c:v>0.69777777777777783</c:v>
                </c:pt>
                <c:pt idx="20392">
                  <c:v>0.69777777777777783</c:v>
                </c:pt>
                <c:pt idx="20393">
                  <c:v>0.69777777777777783</c:v>
                </c:pt>
                <c:pt idx="20394">
                  <c:v>0.69792592592592595</c:v>
                </c:pt>
                <c:pt idx="20395">
                  <c:v>0.69792592592592595</c:v>
                </c:pt>
                <c:pt idx="20396">
                  <c:v>0.69807407407407407</c:v>
                </c:pt>
                <c:pt idx="20397">
                  <c:v>0.69807407407407407</c:v>
                </c:pt>
                <c:pt idx="20398">
                  <c:v>0.69807407407407407</c:v>
                </c:pt>
                <c:pt idx="20399">
                  <c:v>0.69807407407407407</c:v>
                </c:pt>
                <c:pt idx="20400">
                  <c:v>0.69807407407407407</c:v>
                </c:pt>
                <c:pt idx="20401">
                  <c:v>0.69822222222222219</c:v>
                </c:pt>
                <c:pt idx="20402">
                  <c:v>0.69837037037037042</c:v>
                </c:pt>
                <c:pt idx="20403">
                  <c:v>0.69837037037037042</c:v>
                </c:pt>
                <c:pt idx="20404">
                  <c:v>0.69837037037037042</c:v>
                </c:pt>
                <c:pt idx="20405">
                  <c:v>0.69837037037037042</c:v>
                </c:pt>
                <c:pt idx="20406">
                  <c:v>0.69851851851851854</c:v>
                </c:pt>
                <c:pt idx="20407">
                  <c:v>0.69866666666666666</c:v>
                </c:pt>
                <c:pt idx="20408">
                  <c:v>0.69866666666666666</c:v>
                </c:pt>
                <c:pt idx="20409">
                  <c:v>0.69866666666666666</c:v>
                </c:pt>
                <c:pt idx="20410">
                  <c:v>0.69881481481481478</c:v>
                </c:pt>
                <c:pt idx="20411">
                  <c:v>0.69881481481481478</c:v>
                </c:pt>
                <c:pt idx="20412">
                  <c:v>0.69881481481481478</c:v>
                </c:pt>
                <c:pt idx="20413">
                  <c:v>0.69881481481481478</c:v>
                </c:pt>
                <c:pt idx="20414">
                  <c:v>0.69881481481481478</c:v>
                </c:pt>
                <c:pt idx="20415">
                  <c:v>0.69881481481481478</c:v>
                </c:pt>
                <c:pt idx="20416">
                  <c:v>0.69896296296296301</c:v>
                </c:pt>
                <c:pt idx="20417">
                  <c:v>0.69896296296296301</c:v>
                </c:pt>
                <c:pt idx="20418">
                  <c:v>0.69896296296296301</c:v>
                </c:pt>
                <c:pt idx="20419">
                  <c:v>0.69896296296296301</c:v>
                </c:pt>
                <c:pt idx="20420">
                  <c:v>0.69911111111111113</c:v>
                </c:pt>
                <c:pt idx="20421">
                  <c:v>0.69911111111111113</c:v>
                </c:pt>
                <c:pt idx="20422">
                  <c:v>0.69911111111111113</c:v>
                </c:pt>
                <c:pt idx="20423">
                  <c:v>0.69911111111111113</c:v>
                </c:pt>
                <c:pt idx="20424">
                  <c:v>0.69925925925925925</c:v>
                </c:pt>
                <c:pt idx="20425">
                  <c:v>0.69925925925925925</c:v>
                </c:pt>
                <c:pt idx="20426">
                  <c:v>0.69925925925925925</c:v>
                </c:pt>
                <c:pt idx="20427">
                  <c:v>0.69925925925925925</c:v>
                </c:pt>
                <c:pt idx="20428">
                  <c:v>0.69925925925925925</c:v>
                </c:pt>
                <c:pt idx="20429">
                  <c:v>0.69925925925925925</c:v>
                </c:pt>
                <c:pt idx="20430">
                  <c:v>0.69925925925925925</c:v>
                </c:pt>
                <c:pt idx="20431">
                  <c:v>0.69925925925925925</c:v>
                </c:pt>
                <c:pt idx="20432">
                  <c:v>0.69940740740740737</c:v>
                </c:pt>
                <c:pt idx="20433">
                  <c:v>0.69940740740740737</c:v>
                </c:pt>
                <c:pt idx="20434">
                  <c:v>0.69940740740740737</c:v>
                </c:pt>
                <c:pt idx="20435">
                  <c:v>0.69940740740740737</c:v>
                </c:pt>
                <c:pt idx="20436">
                  <c:v>0.69940740740740737</c:v>
                </c:pt>
                <c:pt idx="20437">
                  <c:v>0.69940740740740737</c:v>
                </c:pt>
                <c:pt idx="20438">
                  <c:v>0.69940740740740737</c:v>
                </c:pt>
                <c:pt idx="20439">
                  <c:v>0.6995555555555556</c:v>
                </c:pt>
                <c:pt idx="20440">
                  <c:v>0.69970370370370372</c:v>
                </c:pt>
                <c:pt idx="20441">
                  <c:v>0.69970370370370372</c:v>
                </c:pt>
                <c:pt idx="20442">
                  <c:v>0.69985185185185184</c:v>
                </c:pt>
                <c:pt idx="20443">
                  <c:v>0.69985185185185184</c:v>
                </c:pt>
                <c:pt idx="20444">
                  <c:v>0.7</c:v>
                </c:pt>
                <c:pt idx="20445">
                  <c:v>0.7</c:v>
                </c:pt>
                <c:pt idx="20446">
                  <c:v>0.70014814814814819</c:v>
                </c:pt>
                <c:pt idx="20447">
                  <c:v>0.70014814814814819</c:v>
                </c:pt>
                <c:pt idx="20448">
                  <c:v>0.70014814814814819</c:v>
                </c:pt>
                <c:pt idx="20449">
                  <c:v>0.70029629629629631</c:v>
                </c:pt>
                <c:pt idx="20450">
                  <c:v>0.70044444444444443</c:v>
                </c:pt>
                <c:pt idx="20451">
                  <c:v>0.70044444444444443</c:v>
                </c:pt>
                <c:pt idx="20452">
                  <c:v>0.70044444444444443</c:v>
                </c:pt>
                <c:pt idx="20453">
                  <c:v>0.70044444444444443</c:v>
                </c:pt>
                <c:pt idx="20454">
                  <c:v>0.70044444444444443</c:v>
                </c:pt>
                <c:pt idx="20455">
                  <c:v>0.70044444444444443</c:v>
                </c:pt>
                <c:pt idx="20456">
                  <c:v>0.70044444444444443</c:v>
                </c:pt>
                <c:pt idx="20457">
                  <c:v>0.70044444444444443</c:v>
                </c:pt>
                <c:pt idx="20458">
                  <c:v>0.70044444444444443</c:v>
                </c:pt>
                <c:pt idx="20459">
                  <c:v>0.70044444444444443</c:v>
                </c:pt>
                <c:pt idx="20460">
                  <c:v>0.70059259259259254</c:v>
                </c:pt>
                <c:pt idx="20461">
                  <c:v>0.70059259259259254</c:v>
                </c:pt>
                <c:pt idx="20462">
                  <c:v>0.70074074074074078</c:v>
                </c:pt>
                <c:pt idx="20463">
                  <c:v>0.70088888888888889</c:v>
                </c:pt>
                <c:pt idx="20464">
                  <c:v>0.70088888888888889</c:v>
                </c:pt>
                <c:pt idx="20465">
                  <c:v>0.70088888888888889</c:v>
                </c:pt>
                <c:pt idx="20466">
                  <c:v>0.70103703703703701</c:v>
                </c:pt>
                <c:pt idx="20467">
                  <c:v>0.70103703703703701</c:v>
                </c:pt>
                <c:pt idx="20468">
                  <c:v>0.70103703703703701</c:v>
                </c:pt>
                <c:pt idx="20469">
                  <c:v>0.70103703703703701</c:v>
                </c:pt>
                <c:pt idx="20470">
                  <c:v>0.70118518518518513</c:v>
                </c:pt>
                <c:pt idx="20471">
                  <c:v>0.70118518518518513</c:v>
                </c:pt>
                <c:pt idx="20472">
                  <c:v>0.70118518518518513</c:v>
                </c:pt>
                <c:pt idx="20473">
                  <c:v>0.70118518518518513</c:v>
                </c:pt>
                <c:pt idx="20474">
                  <c:v>0.70118518518518513</c:v>
                </c:pt>
                <c:pt idx="20475">
                  <c:v>0.70118518518518513</c:v>
                </c:pt>
                <c:pt idx="20476">
                  <c:v>0.70118518518518513</c:v>
                </c:pt>
                <c:pt idx="20477">
                  <c:v>0.70118518518518513</c:v>
                </c:pt>
                <c:pt idx="20478">
                  <c:v>0.70118518518518513</c:v>
                </c:pt>
                <c:pt idx="20479">
                  <c:v>0.70133333333333336</c:v>
                </c:pt>
                <c:pt idx="20480">
                  <c:v>0.70148148148148148</c:v>
                </c:pt>
                <c:pt idx="20481">
                  <c:v>0.7016296296296296</c:v>
                </c:pt>
                <c:pt idx="20482">
                  <c:v>0.70177777777777772</c:v>
                </c:pt>
                <c:pt idx="20483">
                  <c:v>0.70177777777777772</c:v>
                </c:pt>
                <c:pt idx="20484">
                  <c:v>0.70177777777777772</c:v>
                </c:pt>
                <c:pt idx="20485">
                  <c:v>0.70192592592592595</c:v>
                </c:pt>
                <c:pt idx="20486">
                  <c:v>0.70192592592592595</c:v>
                </c:pt>
                <c:pt idx="20487">
                  <c:v>0.70192592592592595</c:v>
                </c:pt>
                <c:pt idx="20488">
                  <c:v>0.70192592592592595</c:v>
                </c:pt>
                <c:pt idx="20489">
                  <c:v>0.70192592592592595</c:v>
                </c:pt>
                <c:pt idx="20490">
                  <c:v>0.70192592592592595</c:v>
                </c:pt>
                <c:pt idx="20491">
                  <c:v>0.70192592592592595</c:v>
                </c:pt>
                <c:pt idx="20492">
                  <c:v>0.70192592592592595</c:v>
                </c:pt>
                <c:pt idx="20493">
                  <c:v>0.70192592592592595</c:v>
                </c:pt>
                <c:pt idx="20494">
                  <c:v>0.70192592592592595</c:v>
                </c:pt>
                <c:pt idx="20495">
                  <c:v>0.70207407407407407</c:v>
                </c:pt>
                <c:pt idx="20496">
                  <c:v>0.70222222222222219</c:v>
                </c:pt>
                <c:pt idx="20497">
                  <c:v>0.70222222222222219</c:v>
                </c:pt>
                <c:pt idx="20498">
                  <c:v>0.70237037037037042</c:v>
                </c:pt>
                <c:pt idx="20499">
                  <c:v>0.70237037037037042</c:v>
                </c:pt>
                <c:pt idx="20500">
                  <c:v>0.70237037037037042</c:v>
                </c:pt>
                <c:pt idx="20501">
                  <c:v>0.70237037037037042</c:v>
                </c:pt>
                <c:pt idx="20502">
                  <c:v>0.70237037037037042</c:v>
                </c:pt>
                <c:pt idx="20503">
                  <c:v>0.70237037037037042</c:v>
                </c:pt>
                <c:pt idx="20504">
                  <c:v>0.70251851851851854</c:v>
                </c:pt>
                <c:pt idx="20505">
                  <c:v>0.70251851851851854</c:v>
                </c:pt>
                <c:pt idx="20506">
                  <c:v>0.70251851851851854</c:v>
                </c:pt>
                <c:pt idx="20507">
                  <c:v>0.70251851851851854</c:v>
                </c:pt>
                <c:pt idx="20508">
                  <c:v>0.70251851851851854</c:v>
                </c:pt>
                <c:pt idx="20509">
                  <c:v>0.70266666666666666</c:v>
                </c:pt>
                <c:pt idx="20510">
                  <c:v>0.70266666666666666</c:v>
                </c:pt>
                <c:pt idx="20511">
                  <c:v>0.70266666666666666</c:v>
                </c:pt>
                <c:pt idx="20512">
                  <c:v>0.70281481481481478</c:v>
                </c:pt>
                <c:pt idx="20513">
                  <c:v>0.70281481481481478</c:v>
                </c:pt>
                <c:pt idx="20514">
                  <c:v>0.70296296296296301</c:v>
                </c:pt>
                <c:pt idx="20515">
                  <c:v>0.70296296296296301</c:v>
                </c:pt>
                <c:pt idx="20516">
                  <c:v>0.70311111111111113</c:v>
                </c:pt>
                <c:pt idx="20517">
                  <c:v>0.70311111111111113</c:v>
                </c:pt>
                <c:pt idx="20518">
                  <c:v>0.70311111111111113</c:v>
                </c:pt>
                <c:pt idx="20519">
                  <c:v>0.70311111111111113</c:v>
                </c:pt>
                <c:pt idx="20520">
                  <c:v>0.70311111111111113</c:v>
                </c:pt>
                <c:pt idx="20521">
                  <c:v>0.70311111111111113</c:v>
                </c:pt>
                <c:pt idx="20522">
                  <c:v>0.70311111111111113</c:v>
                </c:pt>
                <c:pt idx="20523">
                  <c:v>0.70311111111111113</c:v>
                </c:pt>
                <c:pt idx="20524">
                  <c:v>0.70325925925925925</c:v>
                </c:pt>
                <c:pt idx="20525">
                  <c:v>0.70325925925925925</c:v>
                </c:pt>
                <c:pt idx="20526">
                  <c:v>0.70325925925925925</c:v>
                </c:pt>
                <c:pt idx="20527">
                  <c:v>0.70325925925925925</c:v>
                </c:pt>
                <c:pt idx="20528">
                  <c:v>0.70325925925925925</c:v>
                </c:pt>
                <c:pt idx="20529">
                  <c:v>0.70340740740740737</c:v>
                </c:pt>
                <c:pt idx="20530">
                  <c:v>0.7035555555555556</c:v>
                </c:pt>
                <c:pt idx="20531">
                  <c:v>0.7035555555555556</c:v>
                </c:pt>
                <c:pt idx="20532">
                  <c:v>0.7035555555555556</c:v>
                </c:pt>
                <c:pt idx="20533">
                  <c:v>0.7035555555555556</c:v>
                </c:pt>
                <c:pt idx="20534">
                  <c:v>0.7035555555555556</c:v>
                </c:pt>
                <c:pt idx="20535">
                  <c:v>0.7035555555555556</c:v>
                </c:pt>
                <c:pt idx="20536">
                  <c:v>0.70370370370370372</c:v>
                </c:pt>
                <c:pt idx="20537">
                  <c:v>0.70370370370370372</c:v>
                </c:pt>
                <c:pt idx="20538">
                  <c:v>0.70370370370370372</c:v>
                </c:pt>
                <c:pt idx="20539">
                  <c:v>0.70370370370370372</c:v>
                </c:pt>
                <c:pt idx="20540">
                  <c:v>0.70385185185185184</c:v>
                </c:pt>
                <c:pt idx="20541">
                  <c:v>0.70385185185185184</c:v>
                </c:pt>
                <c:pt idx="20542">
                  <c:v>0.70385185185185184</c:v>
                </c:pt>
                <c:pt idx="20543">
                  <c:v>0.70385185185185184</c:v>
                </c:pt>
                <c:pt idx="20544">
                  <c:v>0.70385185185185184</c:v>
                </c:pt>
                <c:pt idx="20545">
                  <c:v>0.70385185185185184</c:v>
                </c:pt>
                <c:pt idx="20546">
                  <c:v>0.70385185185185184</c:v>
                </c:pt>
                <c:pt idx="20547">
                  <c:v>0.70385185185185184</c:v>
                </c:pt>
                <c:pt idx="20548">
                  <c:v>0.70385185185185184</c:v>
                </c:pt>
                <c:pt idx="20549">
                  <c:v>0.70385185185185184</c:v>
                </c:pt>
                <c:pt idx="20550">
                  <c:v>0.70399999999999996</c:v>
                </c:pt>
                <c:pt idx="20551">
                  <c:v>0.70399999999999996</c:v>
                </c:pt>
                <c:pt idx="20552">
                  <c:v>0.70414814814814819</c:v>
                </c:pt>
                <c:pt idx="20553">
                  <c:v>0.70414814814814819</c:v>
                </c:pt>
                <c:pt idx="20554">
                  <c:v>0.70429629629629631</c:v>
                </c:pt>
                <c:pt idx="20555">
                  <c:v>0.70444444444444443</c:v>
                </c:pt>
                <c:pt idx="20556">
                  <c:v>0.70444444444444443</c:v>
                </c:pt>
                <c:pt idx="20557">
                  <c:v>0.70444444444444443</c:v>
                </c:pt>
                <c:pt idx="20558">
                  <c:v>0.70459259259259255</c:v>
                </c:pt>
                <c:pt idx="20559">
                  <c:v>0.70459259259259255</c:v>
                </c:pt>
                <c:pt idx="20560">
                  <c:v>0.70459259259259255</c:v>
                </c:pt>
                <c:pt idx="20561">
                  <c:v>0.70459259259259255</c:v>
                </c:pt>
                <c:pt idx="20562">
                  <c:v>0.70474074074074078</c:v>
                </c:pt>
                <c:pt idx="20563">
                  <c:v>0.70474074074074078</c:v>
                </c:pt>
                <c:pt idx="20564">
                  <c:v>0.70474074074074078</c:v>
                </c:pt>
                <c:pt idx="20565">
                  <c:v>0.70474074074074078</c:v>
                </c:pt>
                <c:pt idx="20566">
                  <c:v>0.70474074074074078</c:v>
                </c:pt>
                <c:pt idx="20567">
                  <c:v>0.7048888888888889</c:v>
                </c:pt>
                <c:pt idx="20568">
                  <c:v>0.70503703703703702</c:v>
                </c:pt>
                <c:pt idx="20569">
                  <c:v>0.70503703703703702</c:v>
                </c:pt>
                <c:pt idx="20570">
                  <c:v>0.70503703703703702</c:v>
                </c:pt>
                <c:pt idx="20571">
                  <c:v>0.70503703703703702</c:v>
                </c:pt>
                <c:pt idx="20572">
                  <c:v>0.70503703703703702</c:v>
                </c:pt>
                <c:pt idx="20573">
                  <c:v>0.70503703703703702</c:v>
                </c:pt>
                <c:pt idx="20574">
                  <c:v>0.70518518518518514</c:v>
                </c:pt>
                <c:pt idx="20575">
                  <c:v>0.70518518518518514</c:v>
                </c:pt>
                <c:pt idx="20576">
                  <c:v>0.70518518518518514</c:v>
                </c:pt>
                <c:pt idx="20577">
                  <c:v>0.70518518518518514</c:v>
                </c:pt>
                <c:pt idx="20578">
                  <c:v>0.70518518518518514</c:v>
                </c:pt>
                <c:pt idx="20579">
                  <c:v>0.70518518518518514</c:v>
                </c:pt>
                <c:pt idx="20580">
                  <c:v>0.70518518518518514</c:v>
                </c:pt>
                <c:pt idx="20581">
                  <c:v>0.70518518518518514</c:v>
                </c:pt>
                <c:pt idx="20582">
                  <c:v>0.70533333333333337</c:v>
                </c:pt>
                <c:pt idx="20583">
                  <c:v>0.70533333333333337</c:v>
                </c:pt>
                <c:pt idx="20584">
                  <c:v>0.70533333333333337</c:v>
                </c:pt>
                <c:pt idx="20585">
                  <c:v>0.70533333333333337</c:v>
                </c:pt>
                <c:pt idx="20586">
                  <c:v>0.70533333333333337</c:v>
                </c:pt>
                <c:pt idx="20587">
                  <c:v>0.70533333333333337</c:v>
                </c:pt>
                <c:pt idx="20588">
                  <c:v>0.70533333333333337</c:v>
                </c:pt>
                <c:pt idx="20589">
                  <c:v>0.70533333333333337</c:v>
                </c:pt>
                <c:pt idx="20590">
                  <c:v>0.70533333333333337</c:v>
                </c:pt>
                <c:pt idx="20591">
                  <c:v>0.70533333333333337</c:v>
                </c:pt>
                <c:pt idx="20592">
                  <c:v>0.70533333333333337</c:v>
                </c:pt>
                <c:pt idx="20593">
                  <c:v>0.70533333333333337</c:v>
                </c:pt>
                <c:pt idx="20594">
                  <c:v>0.70533333333333337</c:v>
                </c:pt>
                <c:pt idx="20595">
                  <c:v>0.70533333333333337</c:v>
                </c:pt>
                <c:pt idx="20596">
                  <c:v>0.70533333333333337</c:v>
                </c:pt>
                <c:pt idx="20597">
                  <c:v>0.70548148148148149</c:v>
                </c:pt>
                <c:pt idx="20598">
                  <c:v>0.70548148148148149</c:v>
                </c:pt>
                <c:pt idx="20599">
                  <c:v>0.70548148148148149</c:v>
                </c:pt>
                <c:pt idx="20600">
                  <c:v>0.70562962962962961</c:v>
                </c:pt>
                <c:pt idx="20601">
                  <c:v>0.70577777777777773</c:v>
                </c:pt>
                <c:pt idx="20602">
                  <c:v>0.70592592592592596</c:v>
                </c:pt>
                <c:pt idx="20603">
                  <c:v>0.70607407407407408</c:v>
                </c:pt>
                <c:pt idx="20604">
                  <c:v>0.70607407407407408</c:v>
                </c:pt>
                <c:pt idx="20605">
                  <c:v>0.70607407407407408</c:v>
                </c:pt>
                <c:pt idx="20606">
                  <c:v>0.70607407407407408</c:v>
                </c:pt>
                <c:pt idx="20607">
                  <c:v>0.70607407407407408</c:v>
                </c:pt>
                <c:pt idx="20608">
                  <c:v>0.7062222222222222</c:v>
                </c:pt>
                <c:pt idx="20609">
                  <c:v>0.7062222222222222</c:v>
                </c:pt>
                <c:pt idx="20610">
                  <c:v>0.7062222222222222</c:v>
                </c:pt>
                <c:pt idx="20611">
                  <c:v>0.7062222222222222</c:v>
                </c:pt>
                <c:pt idx="20612">
                  <c:v>0.7062222222222222</c:v>
                </c:pt>
                <c:pt idx="20613">
                  <c:v>0.7062222222222222</c:v>
                </c:pt>
                <c:pt idx="20614">
                  <c:v>0.7062222222222222</c:v>
                </c:pt>
                <c:pt idx="20615">
                  <c:v>0.70637037037037032</c:v>
                </c:pt>
                <c:pt idx="20616">
                  <c:v>0.70637037037037032</c:v>
                </c:pt>
                <c:pt idx="20617">
                  <c:v>0.70637037037037032</c:v>
                </c:pt>
                <c:pt idx="20618">
                  <c:v>0.70637037037037032</c:v>
                </c:pt>
                <c:pt idx="20619">
                  <c:v>0.70637037037037032</c:v>
                </c:pt>
                <c:pt idx="20620">
                  <c:v>0.70637037037037032</c:v>
                </c:pt>
                <c:pt idx="20621">
                  <c:v>0.70637037037037032</c:v>
                </c:pt>
                <c:pt idx="20622">
                  <c:v>0.70637037037037032</c:v>
                </c:pt>
                <c:pt idx="20623">
                  <c:v>0.70637037037037032</c:v>
                </c:pt>
                <c:pt idx="20624">
                  <c:v>0.70637037037037032</c:v>
                </c:pt>
                <c:pt idx="20625">
                  <c:v>0.70651851851851855</c:v>
                </c:pt>
                <c:pt idx="20626">
                  <c:v>0.70666666666666667</c:v>
                </c:pt>
                <c:pt idx="20627">
                  <c:v>0.70681481481481478</c:v>
                </c:pt>
                <c:pt idx="20628">
                  <c:v>0.70696296296296302</c:v>
                </c:pt>
                <c:pt idx="20629">
                  <c:v>0.70696296296296302</c:v>
                </c:pt>
                <c:pt idx="20630">
                  <c:v>0.70696296296296302</c:v>
                </c:pt>
                <c:pt idx="20631">
                  <c:v>0.70711111111111113</c:v>
                </c:pt>
                <c:pt idx="20632">
                  <c:v>0.70711111111111113</c:v>
                </c:pt>
                <c:pt idx="20633">
                  <c:v>0.70711111111111113</c:v>
                </c:pt>
                <c:pt idx="20634">
                  <c:v>0.70711111111111113</c:v>
                </c:pt>
                <c:pt idx="20635">
                  <c:v>0.70711111111111113</c:v>
                </c:pt>
                <c:pt idx="20636">
                  <c:v>0.70711111111111113</c:v>
                </c:pt>
                <c:pt idx="20637">
                  <c:v>0.70725925925925925</c:v>
                </c:pt>
                <c:pt idx="20638">
                  <c:v>0.70725925925925925</c:v>
                </c:pt>
                <c:pt idx="20639">
                  <c:v>0.70725925925925925</c:v>
                </c:pt>
                <c:pt idx="20640">
                  <c:v>0.70740740740740737</c:v>
                </c:pt>
                <c:pt idx="20641">
                  <c:v>0.70740740740740737</c:v>
                </c:pt>
                <c:pt idx="20642">
                  <c:v>0.70740740740740737</c:v>
                </c:pt>
                <c:pt idx="20643">
                  <c:v>0.70740740740740737</c:v>
                </c:pt>
                <c:pt idx="20644">
                  <c:v>0.70740740740740737</c:v>
                </c:pt>
                <c:pt idx="20645">
                  <c:v>0.7075555555555556</c:v>
                </c:pt>
                <c:pt idx="20646">
                  <c:v>0.7075555555555556</c:v>
                </c:pt>
                <c:pt idx="20647">
                  <c:v>0.7075555555555556</c:v>
                </c:pt>
                <c:pt idx="20648">
                  <c:v>0.7075555555555556</c:v>
                </c:pt>
                <c:pt idx="20649">
                  <c:v>0.7075555555555556</c:v>
                </c:pt>
                <c:pt idx="20650">
                  <c:v>0.7075555555555556</c:v>
                </c:pt>
                <c:pt idx="20651">
                  <c:v>0.7075555555555556</c:v>
                </c:pt>
                <c:pt idx="20652">
                  <c:v>0.7075555555555556</c:v>
                </c:pt>
                <c:pt idx="20653">
                  <c:v>0.7075555555555556</c:v>
                </c:pt>
                <c:pt idx="20654">
                  <c:v>0.70770370370370372</c:v>
                </c:pt>
                <c:pt idx="20655">
                  <c:v>0.70770370370370372</c:v>
                </c:pt>
                <c:pt idx="20656">
                  <c:v>0.70770370370370372</c:v>
                </c:pt>
                <c:pt idx="20657">
                  <c:v>0.70785185185185184</c:v>
                </c:pt>
                <c:pt idx="20658">
                  <c:v>0.70799999999999996</c:v>
                </c:pt>
                <c:pt idx="20659">
                  <c:v>0.70814814814814819</c:v>
                </c:pt>
                <c:pt idx="20660">
                  <c:v>0.70814814814814819</c:v>
                </c:pt>
                <c:pt idx="20661">
                  <c:v>0.70814814814814819</c:v>
                </c:pt>
                <c:pt idx="20662">
                  <c:v>0.70814814814814819</c:v>
                </c:pt>
                <c:pt idx="20663">
                  <c:v>0.70814814814814819</c:v>
                </c:pt>
                <c:pt idx="20664">
                  <c:v>0.70814814814814819</c:v>
                </c:pt>
                <c:pt idx="20665">
                  <c:v>0.70814814814814819</c:v>
                </c:pt>
                <c:pt idx="20666">
                  <c:v>0.70829629629629631</c:v>
                </c:pt>
                <c:pt idx="20667">
                  <c:v>0.70844444444444443</c:v>
                </c:pt>
                <c:pt idx="20668">
                  <c:v>0.70844444444444443</c:v>
                </c:pt>
                <c:pt idx="20669">
                  <c:v>0.70844444444444443</c:v>
                </c:pt>
                <c:pt idx="20670">
                  <c:v>0.70859259259259255</c:v>
                </c:pt>
                <c:pt idx="20671">
                  <c:v>0.70859259259259255</c:v>
                </c:pt>
                <c:pt idx="20672">
                  <c:v>0.70859259259259255</c:v>
                </c:pt>
                <c:pt idx="20673">
                  <c:v>0.70859259259259255</c:v>
                </c:pt>
                <c:pt idx="20674">
                  <c:v>0.70859259259259255</c:v>
                </c:pt>
                <c:pt idx="20675">
                  <c:v>0.70859259259259255</c:v>
                </c:pt>
                <c:pt idx="20676">
                  <c:v>0.70859259259259255</c:v>
                </c:pt>
                <c:pt idx="20677">
                  <c:v>0.70859259259259255</c:v>
                </c:pt>
                <c:pt idx="20678">
                  <c:v>0.70874074074074078</c:v>
                </c:pt>
                <c:pt idx="20679">
                  <c:v>0.70874074074074078</c:v>
                </c:pt>
                <c:pt idx="20680">
                  <c:v>0.70874074074074078</c:v>
                </c:pt>
                <c:pt idx="20681">
                  <c:v>0.70874074074074078</c:v>
                </c:pt>
                <c:pt idx="20682">
                  <c:v>0.70874074074074078</c:v>
                </c:pt>
                <c:pt idx="20683">
                  <c:v>0.7088888888888889</c:v>
                </c:pt>
                <c:pt idx="20684">
                  <c:v>0.7088888888888889</c:v>
                </c:pt>
                <c:pt idx="20685">
                  <c:v>0.70903703703703702</c:v>
                </c:pt>
                <c:pt idx="20686">
                  <c:v>0.70903703703703702</c:v>
                </c:pt>
                <c:pt idx="20687">
                  <c:v>0.70903703703703702</c:v>
                </c:pt>
                <c:pt idx="20688">
                  <c:v>0.70903703703703702</c:v>
                </c:pt>
                <c:pt idx="20689">
                  <c:v>0.70903703703703702</c:v>
                </c:pt>
                <c:pt idx="20690">
                  <c:v>0.70903703703703702</c:v>
                </c:pt>
                <c:pt idx="20691">
                  <c:v>0.70918518518518514</c:v>
                </c:pt>
                <c:pt idx="20692">
                  <c:v>0.70918518518518514</c:v>
                </c:pt>
                <c:pt idx="20693">
                  <c:v>0.70918518518518514</c:v>
                </c:pt>
                <c:pt idx="20694">
                  <c:v>0.70918518518518514</c:v>
                </c:pt>
                <c:pt idx="20695">
                  <c:v>0.70918518518518514</c:v>
                </c:pt>
                <c:pt idx="20696">
                  <c:v>0.70918518518518514</c:v>
                </c:pt>
                <c:pt idx="20697">
                  <c:v>0.70918518518518514</c:v>
                </c:pt>
                <c:pt idx="20698">
                  <c:v>0.70933333333333337</c:v>
                </c:pt>
                <c:pt idx="20699">
                  <c:v>0.70948148148148149</c:v>
                </c:pt>
                <c:pt idx="20700">
                  <c:v>0.70962962962962961</c:v>
                </c:pt>
                <c:pt idx="20701">
                  <c:v>0.70962962962962961</c:v>
                </c:pt>
                <c:pt idx="20702">
                  <c:v>0.70962962962962961</c:v>
                </c:pt>
                <c:pt idx="20703">
                  <c:v>0.70962962962962961</c:v>
                </c:pt>
                <c:pt idx="20704">
                  <c:v>0.70962962962962961</c:v>
                </c:pt>
                <c:pt idx="20705">
                  <c:v>0.70962962962962961</c:v>
                </c:pt>
                <c:pt idx="20706">
                  <c:v>0.70962962962962961</c:v>
                </c:pt>
                <c:pt idx="20707">
                  <c:v>0.70962962962962961</c:v>
                </c:pt>
                <c:pt idx="20708">
                  <c:v>0.70962962962962961</c:v>
                </c:pt>
                <c:pt idx="20709">
                  <c:v>0.70962962962962961</c:v>
                </c:pt>
                <c:pt idx="20710">
                  <c:v>0.70962962962962961</c:v>
                </c:pt>
                <c:pt idx="20711">
                  <c:v>0.70962962962962961</c:v>
                </c:pt>
                <c:pt idx="20712">
                  <c:v>0.70962962962962961</c:v>
                </c:pt>
                <c:pt idx="20713">
                  <c:v>0.70962962962962961</c:v>
                </c:pt>
                <c:pt idx="20714">
                  <c:v>0.70977777777777773</c:v>
                </c:pt>
                <c:pt idx="20715">
                  <c:v>0.70977777777777773</c:v>
                </c:pt>
                <c:pt idx="20716">
                  <c:v>0.70977777777777773</c:v>
                </c:pt>
                <c:pt idx="20717">
                  <c:v>0.70992592592592596</c:v>
                </c:pt>
                <c:pt idx="20718">
                  <c:v>0.70992592592592596</c:v>
                </c:pt>
                <c:pt idx="20719">
                  <c:v>0.70992592592592596</c:v>
                </c:pt>
                <c:pt idx="20720">
                  <c:v>0.71007407407407408</c:v>
                </c:pt>
                <c:pt idx="20721">
                  <c:v>0.7102222222222222</c:v>
                </c:pt>
                <c:pt idx="20722">
                  <c:v>0.7102222222222222</c:v>
                </c:pt>
                <c:pt idx="20723">
                  <c:v>0.7102222222222222</c:v>
                </c:pt>
                <c:pt idx="20724">
                  <c:v>0.7102222222222222</c:v>
                </c:pt>
                <c:pt idx="20725">
                  <c:v>0.71037037037037032</c:v>
                </c:pt>
                <c:pt idx="20726">
                  <c:v>0.71037037037037032</c:v>
                </c:pt>
                <c:pt idx="20727">
                  <c:v>0.71051851851851855</c:v>
                </c:pt>
                <c:pt idx="20728">
                  <c:v>0.71051851851851855</c:v>
                </c:pt>
                <c:pt idx="20729">
                  <c:v>0.71051851851851855</c:v>
                </c:pt>
                <c:pt idx="20730">
                  <c:v>0.71066666666666667</c:v>
                </c:pt>
                <c:pt idx="20731">
                  <c:v>0.71066666666666667</c:v>
                </c:pt>
                <c:pt idx="20732">
                  <c:v>0.71081481481481479</c:v>
                </c:pt>
                <c:pt idx="20733">
                  <c:v>0.71081481481481479</c:v>
                </c:pt>
                <c:pt idx="20734">
                  <c:v>0.71081481481481479</c:v>
                </c:pt>
                <c:pt idx="20735">
                  <c:v>0.71081481481481479</c:v>
                </c:pt>
                <c:pt idx="20736">
                  <c:v>0.71081481481481479</c:v>
                </c:pt>
                <c:pt idx="20737">
                  <c:v>0.71081481481481479</c:v>
                </c:pt>
                <c:pt idx="20738">
                  <c:v>0.71081481481481479</c:v>
                </c:pt>
                <c:pt idx="20739">
                  <c:v>0.71081481481481479</c:v>
                </c:pt>
                <c:pt idx="20740">
                  <c:v>0.71081481481481479</c:v>
                </c:pt>
                <c:pt idx="20741">
                  <c:v>0.71081481481481479</c:v>
                </c:pt>
                <c:pt idx="20742">
                  <c:v>0.71081481481481479</c:v>
                </c:pt>
                <c:pt idx="20743">
                  <c:v>0.71081481481481479</c:v>
                </c:pt>
                <c:pt idx="20744">
                  <c:v>0.71081481481481479</c:v>
                </c:pt>
                <c:pt idx="20745">
                  <c:v>0.71096296296296291</c:v>
                </c:pt>
                <c:pt idx="20746">
                  <c:v>0.71096296296296291</c:v>
                </c:pt>
                <c:pt idx="20747">
                  <c:v>0.71096296296296291</c:v>
                </c:pt>
                <c:pt idx="20748">
                  <c:v>0.71096296296296291</c:v>
                </c:pt>
                <c:pt idx="20749">
                  <c:v>0.71096296296296291</c:v>
                </c:pt>
                <c:pt idx="20750">
                  <c:v>0.71096296296296291</c:v>
                </c:pt>
                <c:pt idx="20751">
                  <c:v>0.71096296296296291</c:v>
                </c:pt>
                <c:pt idx="20752">
                  <c:v>0.71096296296296291</c:v>
                </c:pt>
                <c:pt idx="20753">
                  <c:v>0.71096296296296291</c:v>
                </c:pt>
                <c:pt idx="20754">
                  <c:v>0.71096296296296291</c:v>
                </c:pt>
                <c:pt idx="20755">
                  <c:v>0.71096296296296291</c:v>
                </c:pt>
                <c:pt idx="20756">
                  <c:v>0.71096296296296291</c:v>
                </c:pt>
                <c:pt idx="20757">
                  <c:v>0.71096296296296291</c:v>
                </c:pt>
                <c:pt idx="20758">
                  <c:v>0.71096296296296291</c:v>
                </c:pt>
                <c:pt idx="20759">
                  <c:v>0.71096296296296291</c:v>
                </c:pt>
                <c:pt idx="20760">
                  <c:v>0.71096296296296291</c:v>
                </c:pt>
                <c:pt idx="20761">
                  <c:v>0.71111111111111114</c:v>
                </c:pt>
                <c:pt idx="20762">
                  <c:v>0.71111111111111114</c:v>
                </c:pt>
                <c:pt idx="20763">
                  <c:v>0.71111111111111114</c:v>
                </c:pt>
                <c:pt idx="20764">
                  <c:v>0.71111111111111114</c:v>
                </c:pt>
                <c:pt idx="20765">
                  <c:v>0.71111111111111114</c:v>
                </c:pt>
                <c:pt idx="20766">
                  <c:v>0.71111111111111114</c:v>
                </c:pt>
                <c:pt idx="20767">
                  <c:v>0.71125925925925926</c:v>
                </c:pt>
                <c:pt idx="20768">
                  <c:v>0.71125925925925926</c:v>
                </c:pt>
                <c:pt idx="20769">
                  <c:v>0.71125925925925926</c:v>
                </c:pt>
                <c:pt idx="20770">
                  <c:v>0.71125925925925926</c:v>
                </c:pt>
                <c:pt idx="20771">
                  <c:v>0.71140740740740738</c:v>
                </c:pt>
                <c:pt idx="20772">
                  <c:v>0.71140740740740738</c:v>
                </c:pt>
                <c:pt idx="20773">
                  <c:v>0.71140740740740738</c:v>
                </c:pt>
                <c:pt idx="20774">
                  <c:v>0.71140740740740738</c:v>
                </c:pt>
                <c:pt idx="20775">
                  <c:v>0.71140740740740738</c:v>
                </c:pt>
                <c:pt idx="20776">
                  <c:v>0.71155555555555561</c:v>
                </c:pt>
                <c:pt idx="20777">
                  <c:v>0.71155555555555561</c:v>
                </c:pt>
                <c:pt idx="20778">
                  <c:v>0.71155555555555561</c:v>
                </c:pt>
                <c:pt idx="20779">
                  <c:v>0.71155555555555561</c:v>
                </c:pt>
                <c:pt idx="20780">
                  <c:v>0.71155555555555561</c:v>
                </c:pt>
                <c:pt idx="20781">
                  <c:v>0.71155555555555561</c:v>
                </c:pt>
                <c:pt idx="20782">
                  <c:v>0.71170370370370373</c:v>
                </c:pt>
                <c:pt idx="20783">
                  <c:v>0.71185185185185185</c:v>
                </c:pt>
                <c:pt idx="20784">
                  <c:v>0.71185185185185185</c:v>
                </c:pt>
                <c:pt idx="20785">
                  <c:v>0.71199999999999997</c:v>
                </c:pt>
                <c:pt idx="20786">
                  <c:v>0.71199999999999997</c:v>
                </c:pt>
                <c:pt idx="20787">
                  <c:v>0.71199999999999997</c:v>
                </c:pt>
                <c:pt idx="20788">
                  <c:v>0.7121481481481482</c:v>
                </c:pt>
                <c:pt idx="20789">
                  <c:v>0.7121481481481482</c:v>
                </c:pt>
                <c:pt idx="20790">
                  <c:v>0.7121481481481482</c:v>
                </c:pt>
                <c:pt idx="20791">
                  <c:v>0.71229629629629632</c:v>
                </c:pt>
                <c:pt idx="20792">
                  <c:v>0.71229629629629632</c:v>
                </c:pt>
                <c:pt idx="20793">
                  <c:v>0.71229629629629632</c:v>
                </c:pt>
                <c:pt idx="20794">
                  <c:v>0.71244444444444444</c:v>
                </c:pt>
                <c:pt idx="20795">
                  <c:v>0.71244444444444444</c:v>
                </c:pt>
                <c:pt idx="20796">
                  <c:v>0.71259259259259256</c:v>
                </c:pt>
                <c:pt idx="20797">
                  <c:v>0.71259259259259256</c:v>
                </c:pt>
                <c:pt idx="20798">
                  <c:v>0.71274074074074079</c:v>
                </c:pt>
                <c:pt idx="20799">
                  <c:v>0.71288888888888891</c:v>
                </c:pt>
                <c:pt idx="20800">
                  <c:v>0.71303703703703702</c:v>
                </c:pt>
                <c:pt idx="20801">
                  <c:v>0.71303703703703702</c:v>
                </c:pt>
                <c:pt idx="20802">
                  <c:v>0.71303703703703702</c:v>
                </c:pt>
                <c:pt idx="20803">
                  <c:v>0.71303703703703702</c:v>
                </c:pt>
                <c:pt idx="20804">
                  <c:v>0.71303703703703702</c:v>
                </c:pt>
                <c:pt idx="20805">
                  <c:v>0.71303703703703702</c:v>
                </c:pt>
                <c:pt idx="20806">
                  <c:v>0.71303703703703702</c:v>
                </c:pt>
                <c:pt idx="20807">
                  <c:v>0.71303703703703702</c:v>
                </c:pt>
                <c:pt idx="20808">
                  <c:v>0.71303703703703702</c:v>
                </c:pt>
                <c:pt idx="20809">
                  <c:v>0.71303703703703702</c:v>
                </c:pt>
                <c:pt idx="20810">
                  <c:v>0.71303703703703702</c:v>
                </c:pt>
                <c:pt idx="20811">
                  <c:v>0.71303703703703702</c:v>
                </c:pt>
                <c:pt idx="20812">
                  <c:v>0.71318518518518514</c:v>
                </c:pt>
                <c:pt idx="20813">
                  <c:v>0.71318518518518514</c:v>
                </c:pt>
                <c:pt idx="20814">
                  <c:v>0.71333333333333337</c:v>
                </c:pt>
                <c:pt idx="20815">
                  <c:v>0.71348148148148149</c:v>
                </c:pt>
                <c:pt idx="20816">
                  <c:v>0.71362962962962961</c:v>
                </c:pt>
                <c:pt idx="20817">
                  <c:v>0.71362962962962961</c:v>
                </c:pt>
                <c:pt idx="20818">
                  <c:v>0.71362962962962961</c:v>
                </c:pt>
                <c:pt idx="20819">
                  <c:v>0.71362962962962961</c:v>
                </c:pt>
                <c:pt idx="20820">
                  <c:v>0.71362962962962961</c:v>
                </c:pt>
                <c:pt idx="20821">
                  <c:v>0.71362962962962961</c:v>
                </c:pt>
                <c:pt idx="20822">
                  <c:v>0.71362962962962961</c:v>
                </c:pt>
                <c:pt idx="20823">
                  <c:v>0.71362962962962961</c:v>
                </c:pt>
                <c:pt idx="20824">
                  <c:v>0.71362962962962961</c:v>
                </c:pt>
                <c:pt idx="20825">
                  <c:v>0.71362962962962961</c:v>
                </c:pt>
                <c:pt idx="20826">
                  <c:v>0.71362962962962961</c:v>
                </c:pt>
                <c:pt idx="20827">
                  <c:v>0.71362962962962961</c:v>
                </c:pt>
                <c:pt idx="20828">
                  <c:v>0.71377777777777773</c:v>
                </c:pt>
                <c:pt idx="20829">
                  <c:v>0.71392592592592596</c:v>
                </c:pt>
                <c:pt idx="20830">
                  <c:v>0.71392592592592596</c:v>
                </c:pt>
                <c:pt idx="20831">
                  <c:v>0.71392592592592596</c:v>
                </c:pt>
                <c:pt idx="20832">
                  <c:v>0.71392592592592596</c:v>
                </c:pt>
                <c:pt idx="20833">
                  <c:v>0.71407407407407408</c:v>
                </c:pt>
                <c:pt idx="20834">
                  <c:v>0.71407407407407408</c:v>
                </c:pt>
                <c:pt idx="20835">
                  <c:v>0.71407407407407408</c:v>
                </c:pt>
                <c:pt idx="20836">
                  <c:v>0.7142222222222222</c:v>
                </c:pt>
                <c:pt idx="20837">
                  <c:v>0.71437037037037032</c:v>
                </c:pt>
                <c:pt idx="20838">
                  <c:v>0.71451851851851855</c:v>
                </c:pt>
                <c:pt idx="20839">
                  <c:v>0.71451851851851855</c:v>
                </c:pt>
                <c:pt idx="20840">
                  <c:v>0.71451851851851855</c:v>
                </c:pt>
                <c:pt idx="20841">
                  <c:v>0.71451851851851855</c:v>
                </c:pt>
                <c:pt idx="20842">
                  <c:v>0.71451851851851855</c:v>
                </c:pt>
                <c:pt idx="20843">
                  <c:v>0.71466666666666667</c:v>
                </c:pt>
                <c:pt idx="20844">
                  <c:v>0.71466666666666667</c:v>
                </c:pt>
                <c:pt idx="20845">
                  <c:v>0.71466666666666667</c:v>
                </c:pt>
                <c:pt idx="20846">
                  <c:v>0.71466666666666667</c:v>
                </c:pt>
                <c:pt idx="20847">
                  <c:v>0.71481481481481479</c:v>
                </c:pt>
                <c:pt idx="20848">
                  <c:v>0.71481481481481479</c:v>
                </c:pt>
                <c:pt idx="20849">
                  <c:v>0.71496296296296291</c:v>
                </c:pt>
                <c:pt idx="20850">
                  <c:v>0.71496296296296291</c:v>
                </c:pt>
                <c:pt idx="20851">
                  <c:v>0.71496296296296291</c:v>
                </c:pt>
                <c:pt idx="20852">
                  <c:v>0.71496296296296291</c:v>
                </c:pt>
                <c:pt idx="20853">
                  <c:v>0.71496296296296291</c:v>
                </c:pt>
                <c:pt idx="20854">
                  <c:v>0.71511111111111114</c:v>
                </c:pt>
                <c:pt idx="20855">
                  <c:v>0.71511111111111114</c:v>
                </c:pt>
                <c:pt idx="20856">
                  <c:v>0.71511111111111114</c:v>
                </c:pt>
                <c:pt idx="20857">
                  <c:v>0.71511111111111114</c:v>
                </c:pt>
                <c:pt idx="20858">
                  <c:v>0.71511111111111114</c:v>
                </c:pt>
                <c:pt idx="20859">
                  <c:v>0.71511111111111114</c:v>
                </c:pt>
                <c:pt idx="20860">
                  <c:v>0.71525925925925926</c:v>
                </c:pt>
                <c:pt idx="20861">
                  <c:v>0.71525925925925926</c:v>
                </c:pt>
                <c:pt idx="20862">
                  <c:v>0.71525925925925926</c:v>
                </c:pt>
                <c:pt idx="20863">
                  <c:v>0.71525925925925926</c:v>
                </c:pt>
                <c:pt idx="20864">
                  <c:v>0.71525925925925926</c:v>
                </c:pt>
                <c:pt idx="20865">
                  <c:v>0.71525925925925926</c:v>
                </c:pt>
                <c:pt idx="20866">
                  <c:v>0.71525925925925926</c:v>
                </c:pt>
                <c:pt idx="20867">
                  <c:v>0.71525925925925926</c:v>
                </c:pt>
                <c:pt idx="20868">
                  <c:v>0.71525925925925926</c:v>
                </c:pt>
                <c:pt idx="20869">
                  <c:v>0.71525925925925926</c:v>
                </c:pt>
                <c:pt idx="20870">
                  <c:v>0.71525925925925926</c:v>
                </c:pt>
                <c:pt idx="20871">
                  <c:v>0.71525925925925926</c:v>
                </c:pt>
                <c:pt idx="20872">
                  <c:v>0.71525925925925926</c:v>
                </c:pt>
                <c:pt idx="20873">
                  <c:v>0.71525925925925926</c:v>
                </c:pt>
                <c:pt idx="20874">
                  <c:v>0.71525925925925926</c:v>
                </c:pt>
                <c:pt idx="20875">
                  <c:v>0.71525925925925926</c:v>
                </c:pt>
                <c:pt idx="20876">
                  <c:v>0.71540740740740738</c:v>
                </c:pt>
                <c:pt idx="20877">
                  <c:v>0.71540740740740738</c:v>
                </c:pt>
                <c:pt idx="20878">
                  <c:v>0.71540740740740738</c:v>
                </c:pt>
                <c:pt idx="20879">
                  <c:v>0.71540740740740738</c:v>
                </c:pt>
                <c:pt idx="20880">
                  <c:v>0.71540740740740738</c:v>
                </c:pt>
                <c:pt idx="20881">
                  <c:v>0.7155555555555555</c:v>
                </c:pt>
                <c:pt idx="20882">
                  <c:v>0.7155555555555555</c:v>
                </c:pt>
                <c:pt idx="20883">
                  <c:v>0.7155555555555555</c:v>
                </c:pt>
                <c:pt idx="20884">
                  <c:v>0.7155555555555555</c:v>
                </c:pt>
                <c:pt idx="20885">
                  <c:v>0.7155555555555555</c:v>
                </c:pt>
                <c:pt idx="20886">
                  <c:v>0.7155555555555555</c:v>
                </c:pt>
                <c:pt idx="20887">
                  <c:v>0.7155555555555555</c:v>
                </c:pt>
                <c:pt idx="20888">
                  <c:v>0.7155555555555555</c:v>
                </c:pt>
                <c:pt idx="20889">
                  <c:v>0.71570370370370373</c:v>
                </c:pt>
                <c:pt idx="20890">
                  <c:v>0.71585185185185185</c:v>
                </c:pt>
                <c:pt idx="20891">
                  <c:v>0.71585185185185185</c:v>
                </c:pt>
                <c:pt idx="20892">
                  <c:v>0.71599999999999997</c:v>
                </c:pt>
                <c:pt idx="20893">
                  <c:v>0.71599999999999997</c:v>
                </c:pt>
                <c:pt idx="20894">
                  <c:v>0.71599999999999997</c:v>
                </c:pt>
                <c:pt idx="20895">
                  <c:v>0.71599999999999997</c:v>
                </c:pt>
                <c:pt idx="20896">
                  <c:v>0.7161481481481482</c:v>
                </c:pt>
                <c:pt idx="20897">
                  <c:v>0.7161481481481482</c:v>
                </c:pt>
                <c:pt idx="20898">
                  <c:v>0.7161481481481482</c:v>
                </c:pt>
                <c:pt idx="20899">
                  <c:v>0.7161481481481482</c:v>
                </c:pt>
                <c:pt idx="20900">
                  <c:v>0.71629629629629632</c:v>
                </c:pt>
                <c:pt idx="20901">
                  <c:v>0.71629629629629632</c:v>
                </c:pt>
                <c:pt idx="20902">
                  <c:v>0.71629629629629632</c:v>
                </c:pt>
                <c:pt idx="20903">
                  <c:v>0.71629629629629632</c:v>
                </c:pt>
                <c:pt idx="20904">
                  <c:v>0.71629629629629632</c:v>
                </c:pt>
                <c:pt idx="20905">
                  <c:v>0.71629629629629632</c:v>
                </c:pt>
                <c:pt idx="20906">
                  <c:v>0.71629629629629632</c:v>
                </c:pt>
                <c:pt idx="20907">
                  <c:v>0.71629629629629632</c:v>
                </c:pt>
                <c:pt idx="20908">
                  <c:v>0.71629629629629632</c:v>
                </c:pt>
                <c:pt idx="20909">
                  <c:v>0.71629629629629632</c:v>
                </c:pt>
                <c:pt idx="20910">
                  <c:v>0.71629629629629632</c:v>
                </c:pt>
                <c:pt idx="20911">
                  <c:v>0.71629629629629632</c:v>
                </c:pt>
                <c:pt idx="20912">
                  <c:v>0.71629629629629632</c:v>
                </c:pt>
                <c:pt idx="20913">
                  <c:v>0.71629629629629632</c:v>
                </c:pt>
                <c:pt idx="20914">
                  <c:v>0.71629629629629632</c:v>
                </c:pt>
                <c:pt idx="20915">
                  <c:v>0.71644444444444444</c:v>
                </c:pt>
                <c:pt idx="20916">
                  <c:v>0.71644444444444444</c:v>
                </c:pt>
                <c:pt idx="20917">
                  <c:v>0.71644444444444444</c:v>
                </c:pt>
                <c:pt idx="20918">
                  <c:v>0.71644444444444444</c:v>
                </c:pt>
                <c:pt idx="20919">
                  <c:v>0.71644444444444444</c:v>
                </c:pt>
                <c:pt idx="20920">
                  <c:v>0.71644444444444444</c:v>
                </c:pt>
                <c:pt idx="20921">
                  <c:v>0.71659259259259256</c:v>
                </c:pt>
                <c:pt idx="20922">
                  <c:v>0.71674074074074079</c:v>
                </c:pt>
                <c:pt idx="20923">
                  <c:v>0.71688888888888891</c:v>
                </c:pt>
                <c:pt idx="20924">
                  <c:v>0.71688888888888891</c:v>
                </c:pt>
                <c:pt idx="20925">
                  <c:v>0.71703703703703703</c:v>
                </c:pt>
                <c:pt idx="20926">
                  <c:v>0.71703703703703703</c:v>
                </c:pt>
                <c:pt idx="20927">
                  <c:v>0.71703703703703703</c:v>
                </c:pt>
                <c:pt idx="20928">
                  <c:v>0.71703703703703703</c:v>
                </c:pt>
                <c:pt idx="20929">
                  <c:v>0.71703703703703703</c:v>
                </c:pt>
                <c:pt idx="20930">
                  <c:v>0.71718518518518515</c:v>
                </c:pt>
                <c:pt idx="20931">
                  <c:v>0.71718518518518515</c:v>
                </c:pt>
                <c:pt idx="20932">
                  <c:v>0.71718518518518515</c:v>
                </c:pt>
                <c:pt idx="20933">
                  <c:v>0.71718518518518515</c:v>
                </c:pt>
                <c:pt idx="20934">
                  <c:v>0.71718518518518515</c:v>
                </c:pt>
                <c:pt idx="20935">
                  <c:v>0.71718518518518515</c:v>
                </c:pt>
                <c:pt idx="20936">
                  <c:v>0.71718518518518515</c:v>
                </c:pt>
                <c:pt idx="20937">
                  <c:v>0.71718518518518515</c:v>
                </c:pt>
                <c:pt idx="20938">
                  <c:v>0.71718518518518515</c:v>
                </c:pt>
                <c:pt idx="20939">
                  <c:v>0.71718518518518515</c:v>
                </c:pt>
                <c:pt idx="20940">
                  <c:v>0.71718518518518515</c:v>
                </c:pt>
                <c:pt idx="20941">
                  <c:v>0.71733333333333338</c:v>
                </c:pt>
                <c:pt idx="20942">
                  <c:v>0.71733333333333338</c:v>
                </c:pt>
                <c:pt idx="20943">
                  <c:v>0.71733333333333338</c:v>
                </c:pt>
                <c:pt idx="20944">
                  <c:v>0.71733333333333338</c:v>
                </c:pt>
                <c:pt idx="20945">
                  <c:v>0.71733333333333338</c:v>
                </c:pt>
                <c:pt idx="20946">
                  <c:v>0.71733333333333338</c:v>
                </c:pt>
                <c:pt idx="20947">
                  <c:v>0.71733333333333338</c:v>
                </c:pt>
                <c:pt idx="20948">
                  <c:v>0.71733333333333338</c:v>
                </c:pt>
                <c:pt idx="20949">
                  <c:v>0.7174814814814815</c:v>
                </c:pt>
                <c:pt idx="20950">
                  <c:v>0.71762962962962962</c:v>
                </c:pt>
                <c:pt idx="20951">
                  <c:v>0.71777777777777774</c:v>
                </c:pt>
                <c:pt idx="20952">
                  <c:v>0.71792592592592597</c:v>
                </c:pt>
                <c:pt idx="20953">
                  <c:v>0.71792592592592597</c:v>
                </c:pt>
                <c:pt idx="20954">
                  <c:v>0.71792592592592597</c:v>
                </c:pt>
                <c:pt idx="20955">
                  <c:v>0.71792592592592597</c:v>
                </c:pt>
                <c:pt idx="20956">
                  <c:v>0.71792592592592597</c:v>
                </c:pt>
                <c:pt idx="20957">
                  <c:v>0.71792592592592597</c:v>
                </c:pt>
                <c:pt idx="20958">
                  <c:v>0.71807407407407409</c:v>
                </c:pt>
                <c:pt idx="20959">
                  <c:v>0.71807407407407409</c:v>
                </c:pt>
                <c:pt idx="20960">
                  <c:v>0.71822222222222221</c:v>
                </c:pt>
                <c:pt idx="20961">
                  <c:v>0.71822222222222221</c:v>
                </c:pt>
                <c:pt idx="20962">
                  <c:v>0.71822222222222221</c:v>
                </c:pt>
                <c:pt idx="20963">
                  <c:v>0.71822222222222221</c:v>
                </c:pt>
                <c:pt idx="20964">
                  <c:v>0.71822222222222221</c:v>
                </c:pt>
                <c:pt idx="20965">
                  <c:v>0.71822222222222221</c:v>
                </c:pt>
                <c:pt idx="20966">
                  <c:v>0.71822222222222221</c:v>
                </c:pt>
                <c:pt idx="20967">
                  <c:v>0.71837037037037033</c:v>
                </c:pt>
                <c:pt idx="20968">
                  <c:v>0.71837037037037033</c:v>
                </c:pt>
                <c:pt idx="20969">
                  <c:v>0.71837037037037033</c:v>
                </c:pt>
                <c:pt idx="20970">
                  <c:v>0.71837037037037033</c:v>
                </c:pt>
                <c:pt idx="20971">
                  <c:v>0.71851851851851856</c:v>
                </c:pt>
                <c:pt idx="20972">
                  <c:v>0.71851851851851856</c:v>
                </c:pt>
                <c:pt idx="20973">
                  <c:v>0.71851851851851856</c:v>
                </c:pt>
                <c:pt idx="20974">
                  <c:v>0.71851851851851856</c:v>
                </c:pt>
                <c:pt idx="20975">
                  <c:v>0.71851851851851856</c:v>
                </c:pt>
                <c:pt idx="20976">
                  <c:v>0.71866666666666668</c:v>
                </c:pt>
                <c:pt idx="20977">
                  <c:v>0.71866666666666668</c:v>
                </c:pt>
                <c:pt idx="20978">
                  <c:v>0.71866666666666668</c:v>
                </c:pt>
                <c:pt idx="20979">
                  <c:v>0.71866666666666668</c:v>
                </c:pt>
                <c:pt idx="20980">
                  <c:v>0.7188148148148148</c:v>
                </c:pt>
                <c:pt idx="20981">
                  <c:v>0.7188148148148148</c:v>
                </c:pt>
                <c:pt idx="20982">
                  <c:v>0.71896296296296291</c:v>
                </c:pt>
                <c:pt idx="20983">
                  <c:v>0.71911111111111115</c:v>
                </c:pt>
                <c:pt idx="20984">
                  <c:v>0.71925925925925926</c:v>
                </c:pt>
                <c:pt idx="20985">
                  <c:v>0.71940740740740738</c:v>
                </c:pt>
                <c:pt idx="20986">
                  <c:v>0.7195555555555555</c:v>
                </c:pt>
                <c:pt idx="20987">
                  <c:v>0.71970370370370373</c:v>
                </c:pt>
                <c:pt idx="20988">
                  <c:v>0.71970370370370373</c:v>
                </c:pt>
                <c:pt idx="20989">
                  <c:v>0.71970370370370373</c:v>
                </c:pt>
                <c:pt idx="20990">
                  <c:v>0.71970370370370373</c:v>
                </c:pt>
                <c:pt idx="20991">
                  <c:v>0.71970370370370373</c:v>
                </c:pt>
                <c:pt idx="20992">
                  <c:v>0.71970370370370373</c:v>
                </c:pt>
                <c:pt idx="20993">
                  <c:v>0.71970370370370373</c:v>
                </c:pt>
                <c:pt idx="20994">
                  <c:v>0.71970370370370373</c:v>
                </c:pt>
                <c:pt idx="20995">
                  <c:v>0.71970370370370373</c:v>
                </c:pt>
                <c:pt idx="20996">
                  <c:v>0.71970370370370373</c:v>
                </c:pt>
                <c:pt idx="20997">
                  <c:v>0.71970370370370373</c:v>
                </c:pt>
                <c:pt idx="20998">
                  <c:v>0.71970370370370373</c:v>
                </c:pt>
                <c:pt idx="20999">
                  <c:v>0.71970370370370373</c:v>
                </c:pt>
                <c:pt idx="21000">
                  <c:v>0.71985185185185185</c:v>
                </c:pt>
                <c:pt idx="21001">
                  <c:v>0.72</c:v>
                </c:pt>
                <c:pt idx="21002">
                  <c:v>0.72014814814814809</c:v>
                </c:pt>
                <c:pt idx="21003">
                  <c:v>0.72029629629629632</c:v>
                </c:pt>
                <c:pt idx="21004">
                  <c:v>0.72029629629629632</c:v>
                </c:pt>
                <c:pt idx="21005">
                  <c:v>0.72029629629629632</c:v>
                </c:pt>
                <c:pt idx="21006">
                  <c:v>0.72029629629629632</c:v>
                </c:pt>
                <c:pt idx="21007">
                  <c:v>0.72029629629629632</c:v>
                </c:pt>
                <c:pt idx="21008">
                  <c:v>0.72044444444444444</c:v>
                </c:pt>
                <c:pt idx="21009">
                  <c:v>0.72059259259259256</c:v>
                </c:pt>
                <c:pt idx="21010">
                  <c:v>0.72059259259259256</c:v>
                </c:pt>
                <c:pt idx="21011">
                  <c:v>0.72059259259259256</c:v>
                </c:pt>
                <c:pt idx="21012">
                  <c:v>0.72059259259259256</c:v>
                </c:pt>
                <c:pt idx="21013">
                  <c:v>0.72059259259259256</c:v>
                </c:pt>
                <c:pt idx="21014">
                  <c:v>0.72074074074074079</c:v>
                </c:pt>
                <c:pt idx="21015">
                  <c:v>0.72074074074074079</c:v>
                </c:pt>
                <c:pt idx="21016">
                  <c:v>0.72088888888888891</c:v>
                </c:pt>
                <c:pt idx="21017">
                  <c:v>0.72103703703703703</c:v>
                </c:pt>
                <c:pt idx="21018">
                  <c:v>0.72103703703703703</c:v>
                </c:pt>
                <c:pt idx="21019">
                  <c:v>0.72103703703703703</c:v>
                </c:pt>
                <c:pt idx="21020">
                  <c:v>0.72103703703703703</c:v>
                </c:pt>
                <c:pt idx="21021">
                  <c:v>0.72118518518518515</c:v>
                </c:pt>
                <c:pt idx="21022">
                  <c:v>0.72133333333333338</c:v>
                </c:pt>
                <c:pt idx="21023">
                  <c:v>0.72133333333333338</c:v>
                </c:pt>
                <c:pt idx="21024">
                  <c:v>0.7214814814814815</c:v>
                </c:pt>
                <c:pt idx="21025">
                  <c:v>0.7214814814814815</c:v>
                </c:pt>
                <c:pt idx="21026">
                  <c:v>0.7214814814814815</c:v>
                </c:pt>
                <c:pt idx="21027">
                  <c:v>0.72162962962962962</c:v>
                </c:pt>
                <c:pt idx="21028">
                  <c:v>0.72162962962962962</c:v>
                </c:pt>
                <c:pt idx="21029">
                  <c:v>0.72177777777777774</c:v>
                </c:pt>
                <c:pt idx="21030">
                  <c:v>0.72192592592592597</c:v>
                </c:pt>
                <c:pt idx="21031">
                  <c:v>0.72207407407407409</c:v>
                </c:pt>
                <c:pt idx="21032">
                  <c:v>0.72207407407407409</c:v>
                </c:pt>
                <c:pt idx="21033">
                  <c:v>0.72207407407407409</c:v>
                </c:pt>
                <c:pt idx="21034">
                  <c:v>0.72207407407407409</c:v>
                </c:pt>
                <c:pt idx="21035">
                  <c:v>0.72207407407407409</c:v>
                </c:pt>
                <c:pt idx="21036">
                  <c:v>0.72207407407407409</c:v>
                </c:pt>
                <c:pt idx="21037">
                  <c:v>0.72222222222222221</c:v>
                </c:pt>
                <c:pt idx="21038">
                  <c:v>0.72222222222222221</c:v>
                </c:pt>
                <c:pt idx="21039">
                  <c:v>0.72237037037037033</c:v>
                </c:pt>
                <c:pt idx="21040">
                  <c:v>0.72237037037037033</c:v>
                </c:pt>
                <c:pt idx="21041">
                  <c:v>0.72237037037037033</c:v>
                </c:pt>
                <c:pt idx="21042">
                  <c:v>0.72237037037037033</c:v>
                </c:pt>
                <c:pt idx="21043">
                  <c:v>0.72237037037037033</c:v>
                </c:pt>
                <c:pt idx="21044">
                  <c:v>0.72251851851851856</c:v>
                </c:pt>
                <c:pt idx="21045">
                  <c:v>0.72251851851851856</c:v>
                </c:pt>
                <c:pt idx="21046">
                  <c:v>0.72251851851851856</c:v>
                </c:pt>
                <c:pt idx="21047">
                  <c:v>0.72251851851851856</c:v>
                </c:pt>
                <c:pt idx="21048">
                  <c:v>0.72251851851851856</c:v>
                </c:pt>
                <c:pt idx="21049">
                  <c:v>0.72251851851851856</c:v>
                </c:pt>
                <c:pt idx="21050">
                  <c:v>0.72251851851851856</c:v>
                </c:pt>
                <c:pt idx="21051">
                  <c:v>0.72251851851851856</c:v>
                </c:pt>
                <c:pt idx="21052">
                  <c:v>0.72251851851851856</c:v>
                </c:pt>
                <c:pt idx="21053">
                  <c:v>0.72266666666666668</c:v>
                </c:pt>
                <c:pt idx="21054">
                  <c:v>0.72266666666666668</c:v>
                </c:pt>
                <c:pt idx="21055">
                  <c:v>0.72266666666666668</c:v>
                </c:pt>
                <c:pt idx="21056">
                  <c:v>0.72266666666666668</c:v>
                </c:pt>
                <c:pt idx="21057">
                  <c:v>0.72266666666666668</c:v>
                </c:pt>
                <c:pt idx="21058">
                  <c:v>0.7228148148148148</c:v>
                </c:pt>
                <c:pt idx="21059">
                  <c:v>0.72296296296296292</c:v>
                </c:pt>
                <c:pt idx="21060">
                  <c:v>0.72296296296296292</c:v>
                </c:pt>
                <c:pt idx="21061">
                  <c:v>0.72296296296296292</c:v>
                </c:pt>
                <c:pt idx="21062">
                  <c:v>0.72311111111111115</c:v>
                </c:pt>
                <c:pt idx="21063">
                  <c:v>0.72311111111111115</c:v>
                </c:pt>
                <c:pt idx="21064">
                  <c:v>0.72325925925925927</c:v>
                </c:pt>
                <c:pt idx="21065">
                  <c:v>0.72325925925925927</c:v>
                </c:pt>
                <c:pt idx="21066">
                  <c:v>0.72325925925925927</c:v>
                </c:pt>
                <c:pt idx="21067">
                  <c:v>0.72325925925925927</c:v>
                </c:pt>
                <c:pt idx="21068">
                  <c:v>0.72325925925925927</c:v>
                </c:pt>
                <c:pt idx="21069">
                  <c:v>0.72325925925925927</c:v>
                </c:pt>
                <c:pt idx="21070">
                  <c:v>0.72325925925925927</c:v>
                </c:pt>
                <c:pt idx="21071">
                  <c:v>0.72325925925925927</c:v>
                </c:pt>
                <c:pt idx="21072">
                  <c:v>0.72325925925925927</c:v>
                </c:pt>
                <c:pt idx="21073">
                  <c:v>0.72340740740740739</c:v>
                </c:pt>
                <c:pt idx="21074">
                  <c:v>0.72340740740740739</c:v>
                </c:pt>
                <c:pt idx="21075">
                  <c:v>0.72355555555555551</c:v>
                </c:pt>
                <c:pt idx="21076">
                  <c:v>0.72355555555555551</c:v>
                </c:pt>
                <c:pt idx="21077">
                  <c:v>0.72355555555555551</c:v>
                </c:pt>
                <c:pt idx="21078">
                  <c:v>0.72370370370370374</c:v>
                </c:pt>
                <c:pt idx="21079">
                  <c:v>0.72370370370370374</c:v>
                </c:pt>
                <c:pt idx="21080">
                  <c:v>0.72370370370370374</c:v>
                </c:pt>
                <c:pt idx="21081">
                  <c:v>0.72370370370370374</c:v>
                </c:pt>
                <c:pt idx="21082">
                  <c:v>0.72370370370370374</c:v>
                </c:pt>
                <c:pt idx="21083">
                  <c:v>0.72370370370370374</c:v>
                </c:pt>
                <c:pt idx="21084">
                  <c:v>0.72370370370370374</c:v>
                </c:pt>
                <c:pt idx="21085">
                  <c:v>0.72385185185185186</c:v>
                </c:pt>
                <c:pt idx="21086">
                  <c:v>0.72385185185185186</c:v>
                </c:pt>
                <c:pt idx="21087">
                  <c:v>0.72385185185185186</c:v>
                </c:pt>
                <c:pt idx="21088">
                  <c:v>0.72399999999999998</c:v>
                </c:pt>
                <c:pt idx="21089">
                  <c:v>0.72399999999999998</c:v>
                </c:pt>
                <c:pt idx="21090">
                  <c:v>0.72399999999999998</c:v>
                </c:pt>
                <c:pt idx="21091">
                  <c:v>0.7241481481481481</c:v>
                </c:pt>
                <c:pt idx="21092">
                  <c:v>0.72429629629629633</c:v>
                </c:pt>
                <c:pt idx="21093">
                  <c:v>0.72429629629629633</c:v>
                </c:pt>
                <c:pt idx="21094">
                  <c:v>0.72429629629629633</c:v>
                </c:pt>
                <c:pt idx="21095">
                  <c:v>0.72444444444444445</c:v>
                </c:pt>
                <c:pt idx="21096">
                  <c:v>0.72444444444444445</c:v>
                </c:pt>
                <c:pt idx="21097">
                  <c:v>0.72459259259259257</c:v>
                </c:pt>
                <c:pt idx="21098">
                  <c:v>0.72474074074074069</c:v>
                </c:pt>
                <c:pt idx="21099">
                  <c:v>0.72488888888888892</c:v>
                </c:pt>
                <c:pt idx="21100">
                  <c:v>0.72503703703703704</c:v>
                </c:pt>
                <c:pt idx="21101">
                  <c:v>0.72503703703703704</c:v>
                </c:pt>
                <c:pt idx="21102">
                  <c:v>0.72503703703703704</c:v>
                </c:pt>
                <c:pt idx="21103">
                  <c:v>0.72503703703703704</c:v>
                </c:pt>
                <c:pt idx="21104">
                  <c:v>0.72503703703703704</c:v>
                </c:pt>
                <c:pt idx="21105">
                  <c:v>0.72503703703703704</c:v>
                </c:pt>
                <c:pt idx="21106">
                  <c:v>0.72503703703703704</c:v>
                </c:pt>
                <c:pt idx="21107">
                  <c:v>0.72503703703703704</c:v>
                </c:pt>
                <c:pt idx="21108">
                  <c:v>0.72503703703703704</c:v>
                </c:pt>
                <c:pt idx="21109">
                  <c:v>0.72518518518518515</c:v>
                </c:pt>
                <c:pt idx="21110">
                  <c:v>0.72533333333333339</c:v>
                </c:pt>
                <c:pt idx="21111">
                  <c:v>0.72533333333333339</c:v>
                </c:pt>
                <c:pt idx="21112">
                  <c:v>0.72533333333333339</c:v>
                </c:pt>
                <c:pt idx="21113">
                  <c:v>0.72533333333333339</c:v>
                </c:pt>
                <c:pt idx="21114">
                  <c:v>0.72533333333333339</c:v>
                </c:pt>
                <c:pt idx="21115">
                  <c:v>0.72533333333333339</c:v>
                </c:pt>
                <c:pt idx="21116">
                  <c:v>0.72533333333333339</c:v>
                </c:pt>
                <c:pt idx="21117">
                  <c:v>0.7254814814814815</c:v>
                </c:pt>
                <c:pt idx="21118">
                  <c:v>0.7254814814814815</c:v>
                </c:pt>
                <c:pt idx="21119">
                  <c:v>0.7254814814814815</c:v>
                </c:pt>
                <c:pt idx="21120">
                  <c:v>0.7254814814814815</c:v>
                </c:pt>
                <c:pt idx="21121">
                  <c:v>0.7254814814814815</c:v>
                </c:pt>
                <c:pt idx="21122">
                  <c:v>0.7254814814814815</c:v>
                </c:pt>
                <c:pt idx="21123">
                  <c:v>0.7254814814814815</c:v>
                </c:pt>
                <c:pt idx="21124">
                  <c:v>0.7254814814814815</c:v>
                </c:pt>
                <c:pt idx="21125">
                  <c:v>0.7254814814814815</c:v>
                </c:pt>
                <c:pt idx="21126">
                  <c:v>0.7254814814814815</c:v>
                </c:pt>
                <c:pt idx="21127">
                  <c:v>0.72562962962962962</c:v>
                </c:pt>
                <c:pt idx="21128">
                  <c:v>0.72562962962962962</c:v>
                </c:pt>
                <c:pt idx="21129">
                  <c:v>0.72562962962962962</c:v>
                </c:pt>
                <c:pt idx="21130">
                  <c:v>0.72562962962962962</c:v>
                </c:pt>
                <c:pt idx="21131">
                  <c:v>0.72562962962962962</c:v>
                </c:pt>
                <c:pt idx="21132">
                  <c:v>0.72577777777777774</c:v>
                </c:pt>
                <c:pt idx="21133">
                  <c:v>0.72577777777777774</c:v>
                </c:pt>
                <c:pt idx="21134">
                  <c:v>0.72577777777777774</c:v>
                </c:pt>
                <c:pt idx="21135">
                  <c:v>0.72577777777777774</c:v>
                </c:pt>
                <c:pt idx="21136">
                  <c:v>0.72577777777777774</c:v>
                </c:pt>
                <c:pt idx="21137">
                  <c:v>0.72577777777777774</c:v>
                </c:pt>
                <c:pt idx="21138">
                  <c:v>0.72577777777777774</c:v>
                </c:pt>
                <c:pt idx="21139">
                  <c:v>0.72577777777777774</c:v>
                </c:pt>
                <c:pt idx="21140">
                  <c:v>0.72577777777777774</c:v>
                </c:pt>
                <c:pt idx="21141">
                  <c:v>0.72592592592592597</c:v>
                </c:pt>
                <c:pt idx="21142">
                  <c:v>0.72592592592592597</c:v>
                </c:pt>
                <c:pt idx="21143">
                  <c:v>0.72607407407407409</c:v>
                </c:pt>
                <c:pt idx="21144">
                  <c:v>0.72607407407407409</c:v>
                </c:pt>
                <c:pt idx="21145">
                  <c:v>0.72607407407407409</c:v>
                </c:pt>
                <c:pt idx="21146">
                  <c:v>0.72607407407407409</c:v>
                </c:pt>
                <c:pt idx="21147">
                  <c:v>0.72622222222222221</c:v>
                </c:pt>
                <c:pt idx="21148">
                  <c:v>0.72622222222222221</c:v>
                </c:pt>
                <c:pt idx="21149">
                  <c:v>0.72622222222222221</c:v>
                </c:pt>
                <c:pt idx="21150">
                  <c:v>0.72622222222222221</c:v>
                </c:pt>
                <c:pt idx="21151">
                  <c:v>0.72622222222222221</c:v>
                </c:pt>
                <c:pt idx="21152">
                  <c:v>0.72622222222222221</c:v>
                </c:pt>
                <c:pt idx="21153">
                  <c:v>0.72637037037037033</c:v>
                </c:pt>
                <c:pt idx="21154">
                  <c:v>0.72637037037037033</c:v>
                </c:pt>
                <c:pt idx="21155">
                  <c:v>0.72637037037037033</c:v>
                </c:pt>
                <c:pt idx="21156">
                  <c:v>0.72637037037037033</c:v>
                </c:pt>
                <c:pt idx="21157">
                  <c:v>0.72651851851851856</c:v>
                </c:pt>
                <c:pt idx="21158">
                  <c:v>0.72651851851851856</c:v>
                </c:pt>
                <c:pt idx="21159">
                  <c:v>0.72651851851851856</c:v>
                </c:pt>
                <c:pt idx="21160">
                  <c:v>0.72651851851851856</c:v>
                </c:pt>
                <c:pt idx="21161">
                  <c:v>0.72651851851851856</c:v>
                </c:pt>
                <c:pt idx="21162">
                  <c:v>0.72651851851851856</c:v>
                </c:pt>
                <c:pt idx="21163">
                  <c:v>0.72651851851851856</c:v>
                </c:pt>
                <c:pt idx="21164">
                  <c:v>0.72651851851851856</c:v>
                </c:pt>
                <c:pt idx="21165">
                  <c:v>0.72651851851851856</c:v>
                </c:pt>
                <c:pt idx="21166">
                  <c:v>0.72651851851851856</c:v>
                </c:pt>
                <c:pt idx="21167">
                  <c:v>0.72666666666666668</c:v>
                </c:pt>
                <c:pt idx="21168">
                  <c:v>0.72666666666666668</c:v>
                </c:pt>
                <c:pt idx="21169">
                  <c:v>0.72666666666666668</c:v>
                </c:pt>
                <c:pt idx="21170">
                  <c:v>0.7268148148148148</c:v>
                </c:pt>
                <c:pt idx="21171">
                  <c:v>0.72696296296296292</c:v>
                </c:pt>
                <c:pt idx="21172">
                  <c:v>0.72696296296296292</c:v>
                </c:pt>
                <c:pt idx="21173">
                  <c:v>0.72696296296296292</c:v>
                </c:pt>
                <c:pt idx="21174">
                  <c:v>0.72696296296296292</c:v>
                </c:pt>
                <c:pt idx="21175">
                  <c:v>0.72696296296296292</c:v>
                </c:pt>
                <c:pt idx="21176">
                  <c:v>0.72711111111111115</c:v>
                </c:pt>
                <c:pt idx="21177">
                  <c:v>0.72711111111111115</c:v>
                </c:pt>
                <c:pt idx="21178">
                  <c:v>0.72711111111111115</c:v>
                </c:pt>
                <c:pt idx="21179">
                  <c:v>0.72711111111111115</c:v>
                </c:pt>
                <c:pt idx="21180">
                  <c:v>0.72711111111111115</c:v>
                </c:pt>
                <c:pt idx="21181">
                  <c:v>0.72725925925925927</c:v>
                </c:pt>
                <c:pt idx="21182">
                  <c:v>0.72725925925925927</c:v>
                </c:pt>
                <c:pt idx="21183">
                  <c:v>0.72740740740740739</c:v>
                </c:pt>
                <c:pt idx="21184">
                  <c:v>0.72740740740740739</c:v>
                </c:pt>
                <c:pt idx="21185">
                  <c:v>0.72755555555555551</c:v>
                </c:pt>
                <c:pt idx="21186">
                  <c:v>0.72770370370370374</c:v>
                </c:pt>
                <c:pt idx="21187">
                  <c:v>0.72785185185185186</c:v>
                </c:pt>
                <c:pt idx="21188">
                  <c:v>0.72785185185185186</c:v>
                </c:pt>
                <c:pt idx="21189">
                  <c:v>0.72799999999999998</c:v>
                </c:pt>
                <c:pt idx="21190">
                  <c:v>0.7281481481481481</c:v>
                </c:pt>
                <c:pt idx="21191">
                  <c:v>0.72829629629629633</c:v>
                </c:pt>
                <c:pt idx="21192">
                  <c:v>0.72829629629629633</c:v>
                </c:pt>
                <c:pt idx="21193">
                  <c:v>0.72829629629629633</c:v>
                </c:pt>
                <c:pt idx="21194">
                  <c:v>0.72829629629629633</c:v>
                </c:pt>
                <c:pt idx="21195">
                  <c:v>0.72829629629629633</c:v>
                </c:pt>
                <c:pt idx="21196">
                  <c:v>0.72829629629629633</c:v>
                </c:pt>
                <c:pt idx="21197">
                  <c:v>0.72829629629629633</c:v>
                </c:pt>
                <c:pt idx="21198">
                  <c:v>0.72844444444444445</c:v>
                </c:pt>
                <c:pt idx="21199">
                  <c:v>0.72844444444444445</c:v>
                </c:pt>
                <c:pt idx="21200">
                  <c:v>0.72859259259259257</c:v>
                </c:pt>
                <c:pt idx="21201">
                  <c:v>0.72859259259259257</c:v>
                </c:pt>
                <c:pt idx="21202">
                  <c:v>0.72859259259259257</c:v>
                </c:pt>
                <c:pt idx="21203">
                  <c:v>0.72859259259259257</c:v>
                </c:pt>
                <c:pt idx="21204">
                  <c:v>0.72859259259259257</c:v>
                </c:pt>
                <c:pt idx="21205">
                  <c:v>0.72859259259259257</c:v>
                </c:pt>
                <c:pt idx="21206">
                  <c:v>0.72859259259259257</c:v>
                </c:pt>
                <c:pt idx="21207">
                  <c:v>0.72859259259259257</c:v>
                </c:pt>
                <c:pt idx="21208">
                  <c:v>0.72874074074074069</c:v>
                </c:pt>
                <c:pt idx="21209">
                  <c:v>0.72888888888888892</c:v>
                </c:pt>
                <c:pt idx="21210">
                  <c:v>0.72888888888888892</c:v>
                </c:pt>
                <c:pt idx="21211">
                  <c:v>0.72888888888888892</c:v>
                </c:pt>
                <c:pt idx="21212">
                  <c:v>0.72903703703703704</c:v>
                </c:pt>
                <c:pt idx="21213">
                  <c:v>0.72903703703703704</c:v>
                </c:pt>
                <c:pt idx="21214">
                  <c:v>0.72903703703703704</c:v>
                </c:pt>
                <c:pt idx="21215">
                  <c:v>0.72903703703703704</c:v>
                </c:pt>
                <c:pt idx="21216">
                  <c:v>0.72903703703703704</c:v>
                </c:pt>
                <c:pt idx="21217">
                  <c:v>0.72903703703703704</c:v>
                </c:pt>
                <c:pt idx="21218">
                  <c:v>0.72918518518518516</c:v>
                </c:pt>
                <c:pt idx="21219">
                  <c:v>0.72918518518518516</c:v>
                </c:pt>
                <c:pt idx="21220">
                  <c:v>0.72918518518518516</c:v>
                </c:pt>
                <c:pt idx="21221">
                  <c:v>0.72918518518518516</c:v>
                </c:pt>
                <c:pt idx="21222">
                  <c:v>0.72933333333333328</c:v>
                </c:pt>
                <c:pt idx="21223">
                  <c:v>0.72933333333333328</c:v>
                </c:pt>
                <c:pt idx="21224">
                  <c:v>0.72933333333333328</c:v>
                </c:pt>
                <c:pt idx="21225">
                  <c:v>0.72933333333333328</c:v>
                </c:pt>
                <c:pt idx="21226">
                  <c:v>0.72933333333333328</c:v>
                </c:pt>
                <c:pt idx="21227">
                  <c:v>0.72933333333333328</c:v>
                </c:pt>
                <c:pt idx="21228">
                  <c:v>0.72933333333333328</c:v>
                </c:pt>
                <c:pt idx="21229">
                  <c:v>0.72933333333333328</c:v>
                </c:pt>
                <c:pt idx="21230">
                  <c:v>0.72933333333333328</c:v>
                </c:pt>
                <c:pt idx="21231">
                  <c:v>0.72933333333333328</c:v>
                </c:pt>
                <c:pt idx="21232">
                  <c:v>0.72933333333333328</c:v>
                </c:pt>
                <c:pt idx="21233">
                  <c:v>0.72933333333333328</c:v>
                </c:pt>
                <c:pt idx="21234">
                  <c:v>0.72933333333333328</c:v>
                </c:pt>
                <c:pt idx="21235">
                  <c:v>0.72933333333333328</c:v>
                </c:pt>
                <c:pt idx="21236">
                  <c:v>0.72933333333333328</c:v>
                </c:pt>
                <c:pt idx="21237">
                  <c:v>0.72933333333333328</c:v>
                </c:pt>
                <c:pt idx="21238">
                  <c:v>0.72948148148148151</c:v>
                </c:pt>
                <c:pt idx="21239">
                  <c:v>0.72948148148148151</c:v>
                </c:pt>
                <c:pt idx="21240">
                  <c:v>0.72948148148148151</c:v>
                </c:pt>
                <c:pt idx="21241">
                  <c:v>0.72962962962962963</c:v>
                </c:pt>
                <c:pt idx="21242">
                  <c:v>0.72977777777777775</c:v>
                </c:pt>
                <c:pt idx="21243">
                  <c:v>0.72992592592592598</c:v>
                </c:pt>
                <c:pt idx="21244">
                  <c:v>0.72992592592592598</c:v>
                </c:pt>
                <c:pt idx="21245">
                  <c:v>0.72992592592592598</c:v>
                </c:pt>
                <c:pt idx="21246">
                  <c:v>0.72992592592592598</c:v>
                </c:pt>
                <c:pt idx="21247">
                  <c:v>0.72992592592592598</c:v>
                </c:pt>
                <c:pt idx="21248">
                  <c:v>0.72992592592592598</c:v>
                </c:pt>
                <c:pt idx="21249">
                  <c:v>0.72992592592592598</c:v>
                </c:pt>
                <c:pt idx="21250">
                  <c:v>0.7300740740740741</c:v>
                </c:pt>
                <c:pt idx="21251">
                  <c:v>0.7300740740740741</c:v>
                </c:pt>
                <c:pt idx="21252">
                  <c:v>0.7300740740740741</c:v>
                </c:pt>
                <c:pt idx="21253">
                  <c:v>0.7300740740740741</c:v>
                </c:pt>
                <c:pt idx="21254">
                  <c:v>0.7300740740740741</c:v>
                </c:pt>
                <c:pt idx="21255">
                  <c:v>0.73022222222222222</c:v>
                </c:pt>
                <c:pt idx="21256">
                  <c:v>0.73022222222222222</c:v>
                </c:pt>
                <c:pt idx="21257">
                  <c:v>0.73022222222222222</c:v>
                </c:pt>
                <c:pt idx="21258">
                  <c:v>0.73022222222222222</c:v>
                </c:pt>
                <c:pt idx="21259">
                  <c:v>0.73022222222222222</c:v>
                </c:pt>
                <c:pt idx="21260">
                  <c:v>0.73037037037037034</c:v>
                </c:pt>
                <c:pt idx="21261">
                  <c:v>0.73037037037037034</c:v>
                </c:pt>
                <c:pt idx="21262">
                  <c:v>0.73037037037037034</c:v>
                </c:pt>
                <c:pt idx="21263">
                  <c:v>0.73037037037037034</c:v>
                </c:pt>
                <c:pt idx="21264">
                  <c:v>0.73051851851851857</c:v>
                </c:pt>
                <c:pt idx="21265">
                  <c:v>0.73051851851851857</c:v>
                </c:pt>
                <c:pt idx="21266">
                  <c:v>0.73051851851851857</c:v>
                </c:pt>
                <c:pt idx="21267">
                  <c:v>0.73051851851851857</c:v>
                </c:pt>
                <c:pt idx="21268">
                  <c:v>0.73066666666666669</c:v>
                </c:pt>
                <c:pt idx="21269">
                  <c:v>0.73081481481481481</c:v>
                </c:pt>
                <c:pt idx="21270">
                  <c:v>0.73081481481481481</c:v>
                </c:pt>
                <c:pt idx="21271">
                  <c:v>0.73081481481481481</c:v>
                </c:pt>
                <c:pt idx="21272">
                  <c:v>0.73081481481481481</c:v>
                </c:pt>
                <c:pt idx="21273">
                  <c:v>0.73081481481481481</c:v>
                </c:pt>
                <c:pt idx="21274">
                  <c:v>0.73096296296296293</c:v>
                </c:pt>
                <c:pt idx="21275">
                  <c:v>0.73096296296296293</c:v>
                </c:pt>
                <c:pt idx="21276">
                  <c:v>0.73096296296296293</c:v>
                </c:pt>
                <c:pt idx="21277">
                  <c:v>0.73111111111111116</c:v>
                </c:pt>
                <c:pt idx="21278">
                  <c:v>0.73111111111111116</c:v>
                </c:pt>
                <c:pt idx="21279">
                  <c:v>0.73111111111111116</c:v>
                </c:pt>
                <c:pt idx="21280">
                  <c:v>0.73111111111111116</c:v>
                </c:pt>
                <c:pt idx="21281">
                  <c:v>0.73111111111111116</c:v>
                </c:pt>
                <c:pt idx="21282">
                  <c:v>0.73125925925925928</c:v>
                </c:pt>
                <c:pt idx="21283">
                  <c:v>0.7314074074074074</c:v>
                </c:pt>
                <c:pt idx="21284">
                  <c:v>0.7314074074074074</c:v>
                </c:pt>
                <c:pt idx="21285">
                  <c:v>0.7314074074074074</c:v>
                </c:pt>
                <c:pt idx="21286">
                  <c:v>0.7314074074074074</c:v>
                </c:pt>
                <c:pt idx="21287">
                  <c:v>0.7314074074074074</c:v>
                </c:pt>
                <c:pt idx="21288">
                  <c:v>0.7314074074074074</c:v>
                </c:pt>
                <c:pt idx="21289">
                  <c:v>0.7314074074074074</c:v>
                </c:pt>
                <c:pt idx="21290">
                  <c:v>0.7314074074074074</c:v>
                </c:pt>
                <c:pt idx="21291">
                  <c:v>0.7314074074074074</c:v>
                </c:pt>
                <c:pt idx="21292">
                  <c:v>0.73155555555555551</c:v>
                </c:pt>
                <c:pt idx="21293">
                  <c:v>0.73155555555555551</c:v>
                </c:pt>
                <c:pt idx="21294">
                  <c:v>0.73155555555555551</c:v>
                </c:pt>
                <c:pt idx="21295">
                  <c:v>0.73155555555555551</c:v>
                </c:pt>
                <c:pt idx="21296">
                  <c:v>0.73155555555555551</c:v>
                </c:pt>
                <c:pt idx="21297">
                  <c:v>0.73170370370370375</c:v>
                </c:pt>
                <c:pt idx="21298">
                  <c:v>0.73170370370370375</c:v>
                </c:pt>
                <c:pt idx="21299">
                  <c:v>0.73170370370370375</c:v>
                </c:pt>
                <c:pt idx="21300">
                  <c:v>0.73170370370370375</c:v>
                </c:pt>
                <c:pt idx="21301">
                  <c:v>0.73170370370370375</c:v>
                </c:pt>
                <c:pt idx="21302">
                  <c:v>0.73170370370370375</c:v>
                </c:pt>
                <c:pt idx="21303">
                  <c:v>0.73170370370370375</c:v>
                </c:pt>
                <c:pt idx="21304">
                  <c:v>0.73185185185185186</c:v>
                </c:pt>
                <c:pt idx="21305">
                  <c:v>0.73185185185185186</c:v>
                </c:pt>
                <c:pt idx="21306">
                  <c:v>0.73185185185185186</c:v>
                </c:pt>
                <c:pt idx="21307">
                  <c:v>0.73185185185185186</c:v>
                </c:pt>
                <c:pt idx="21308">
                  <c:v>0.73185185185185186</c:v>
                </c:pt>
                <c:pt idx="21309">
                  <c:v>0.73185185185185186</c:v>
                </c:pt>
                <c:pt idx="21310">
                  <c:v>0.73185185185185186</c:v>
                </c:pt>
                <c:pt idx="21311">
                  <c:v>0.73185185185185186</c:v>
                </c:pt>
                <c:pt idx="21312">
                  <c:v>0.73185185185185186</c:v>
                </c:pt>
                <c:pt idx="21313">
                  <c:v>0.73185185185185186</c:v>
                </c:pt>
                <c:pt idx="21314">
                  <c:v>0.73185185185185186</c:v>
                </c:pt>
                <c:pt idx="21315">
                  <c:v>0.73185185185185186</c:v>
                </c:pt>
                <c:pt idx="21316">
                  <c:v>0.73185185185185186</c:v>
                </c:pt>
                <c:pt idx="21317">
                  <c:v>0.73185185185185186</c:v>
                </c:pt>
                <c:pt idx="21318">
                  <c:v>0.73185185185185186</c:v>
                </c:pt>
                <c:pt idx="21319">
                  <c:v>0.73185185185185186</c:v>
                </c:pt>
                <c:pt idx="21320">
                  <c:v>0.73199999999999998</c:v>
                </c:pt>
                <c:pt idx="21321">
                  <c:v>0.7321481481481481</c:v>
                </c:pt>
                <c:pt idx="21322">
                  <c:v>0.7321481481481481</c:v>
                </c:pt>
                <c:pt idx="21323">
                  <c:v>0.73229629629629633</c:v>
                </c:pt>
                <c:pt idx="21324">
                  <c:v>0.73229629629629633</c:v>
                </c:pt>
                <c:pt idx="21325">
                  <c:v>0.73244444444444445</c:v>
                </c:pt>
                <c:pt idx="21326">
                  <c:v>0.73244444444444445</c:v>
                </c:pt>
                <c:pt idx="21327">
                  <c:v>0.73244444444444445</c:v>
                </c:pt>
                <c:pt idx="21328">
                  <c:v>0.73244444444444445</c:v>
                </c:pt>
                <c:pt idx="21329">
                  <c:v>0.73244444444444445</c:v>
                </c:pt>
                <c:pt idx="21330">
                  <c:v>0.73244444444444445</c:v>
                </c:pt>
                <c:pt idx="21331">
                  <c:v>0.73259259259259257</c:v>
                </c:pt>
                <c:pt idx="21332">
                  <c:v>0.73259259259259257</c:v>
                </c:pt>
                <c:pt idx="21333">
                  <c:v>0.73274074074074069</c:v>
                </c:pt>
                <c:pt idx="21334">
                  <c:v>0.73274074074074069</c:v>
                </c:pt>
                <c:pt idx="21335">
                  <c:v>0.73288888888888892</c:v>
                </c:pt>
                <c:pt idx="21336">
                  <c:v>0.73303703703703704</c:v>
                </c:pt>
                <c:pt idx="21337">
                  <c:v>0.73303703703703704</c:v>
                </c:pt>
                <c:pt idx="21338">
                  <c:v>0.73318518518518516</c:v>
                </c:pt>
                <c:pt idx="21339">
                  <c:v>0.73318518518518516</c:v>
                </c:pt>
                <c:pt idx="21340">
                  <c:v>0.73333333333333328</c:v>
                </c:pt>
                <c:pt idx="21341">
                  <c:v>0.73348148148148151</c:v>
                </c:pt>
                <c:pt idx="21342">
                  <c:v>0.73362962962962963</c:v>
                </c:pt>
                <c:pt idx="21343">
                  <c:v>0.73362962962962963</c:v>
                </c:pt>
                <c:pt idx="21344">
                  <c:v>0.73362962962962963</c:v>
                </c:pt>
                <c:pt idx="21345">
                  <c:v>0.73362962962962963</c:v>
                </c:pt>
                <c:pt idx="21346">
                  <c:v>0.73377777777777775</c:v>
                </c:pt>
                <c:pt idx="21347">
                  <c:v>0.73377777777777775</c:v>
                </c:pt>
                <c:pt idx="21348">
                  <c:v>0.73377777777777775</c:v>
                </c:pt>
                <c:pt idx="21349">
                  <c:v>0.73392592592592587</c:v>
                </c:pt>
                <c:pt idx="21350">
                  <c:v>0.73392592592592587</c:v>
                </c:pt>
                <c:pt idx="21351">
                  <c:v>0.73392592592592587</c:v>
                </c:pt>
                <c:pt idx="21352">
                  <c:v>0.73392592592592587</c:v>
                </c:pt>
                <c:pt idx="21353">
                  <c:v>0.73392592592592587</c:v>
                </c:pt>
                <c:pt idx="21354">
                  <c:v>0.73392592592592587</c:v>
                </c:pt>
                <c:pt idx="21355">
                  <c:v>0.73392592592592587</c:v>
                </c:pt>
                <c:pt idx="21356">
                  <c:v>0.73392592592592587</c:v>
                </c:pt>
                <c:pt idx="21357">
                  <c:v>0.73392592592592587</c:v>
                </c:pt>
                <c:pt idx="21358">
                  <c:v>0.73392592592592587</c:v>
                </c:pt>
                <c:pt idx="21359">
                  <c:v>0.73392592592592587</c:v>
                </c:pt>
                <c:pt idx="21360">
                  <c:v>0.73392592592592587</c:v>
                </c:pt>
                <c:pt idx="21361">
                  <c:v>0.73392592592592587</c:v>
                </c:pt>
                <c:pt idx="21362">
                  <c:v>0.73392592592592587</c:v>
                </c:pt>
                <c:pt idx="21363">
                  <c:v>0.73392592592592587</c:v>
                </c:pt>
                <c:pt idx="21364">
                  <c:v>0.7340740740740741</c:v>
                </c:pt>
                <c:pt idx="21365">
                  <c:v>0.7340740740740741</c:v>
                </c:pt>
                <c:pt idx="21366">
                  <c:v>0.7340740740740741</c:v>
                </c:pt>
                <c:pt idx="21367">
                  <c:v>0.73422222222222222</c:v>
                </c:pt>
                <c:pt idx="21368">
                  <c:v>0.73437037037037034</c:v>
                </c:pt>
                <c:pt idx="21369">
                  <c:v>0.73451851851851857</c:v>
                </c:pt>
                <c:pt idx="21370">
                  <c:v>0.73451851851851857</c:v>
                </c:pt>
                <c:pt idx="21371">
                  <c:v>0.73451851851851857</c:v>
                </c:pt>
                <c:pt idx="21372">
                  <c:v>0.73451851851851857</c:v>
                </c:pt>
                <c:pt idx="21373">
                  <c:v>0.73466666666666669</c:v>
                </c:pt>
                <c:pt idx="21374">
                  <c:v>0.73466666666666669</c:v>
                </c:pt>
                <c:pt idx="21375">
                  <c:v>0.73481481481481481</c:v>
                </c:pt>
                <c:pt idx="21376">
                  <c:v>0.73481481481481481</c:v>
                </c:pt>
                <c:pt idx="21377">
                  <c:v>0.73481481481481481</c:v>
                </c:pt>
                <c:pt idx="21378">
                  <c:v>0.73496296296296293</c:v>
                </c:pt>
                <c:pt idx="21379">
                  <c:v>0.73496296296296293</c:v>
                </c:pt>
                <c:pt idx="21380">
                  <c:v>0.73496296296296293</c:v>
                </c:pt>
                <c:pt idx="21381">
                  <c:v>0.73496296296296293</c:v>
                </c:pt>
                <c:pt idx="21382">
                  <c:v>0.73496296296296293</c:v>
                </c:pt>
                <c:pt idx="21383">
                  <c:v>0.73496296296296293</c:v>
                </c:pt>
                <c:pt idx="21384">
                  <c:v>0.73496296296296293</c:v>
                </c:pt>
                <c:pt idx="21385">
                  <c:v>0.73511111111111116</c:v>
                </c:pt>
                <c:pt idx="21386">
                  <c:v>0.73511111111111116</c:v>
                </c:pt>
                <c:pt idx="21387">
                  <c:v>0.73525925925925928</c:v>
                </c:pt>
                <c:pt idx="21388">
                  <c:v>0.7354074074074074</c:v>
                </c:pt>
                <c:pt idx="21389">
                  <c:v>0.7354074074074074</c:v>
                </c:pt>
                <c:pt idx="21390">
                  <c:v>0.7354074074074074</c:v>
                </c:pt>
                <c:pt idx="21391">
                  <c:v>0.7354074074074074</c:v>
                </c:pt>
                <c:pt idx="21392">
                  <c:v>0.73555555555555552</c:v>
                </c:pt>
                <c:pt idx="21393">
                  <c:v>0.73555555555555552</c:v>
                </c:pt>
                <c:pt idx="21394">
                  <c:v>0.73555555555555552</c:v>
                </c:pt>
                <c:pt idx="21395">
                  <c:v>0.73555555555555552</c:v>
                </c:pt>
                <c:pt idx="21396">
                  <c:v>0.73570370370370375</c:v>
                </c:pt>
                <c:pt idx="21397">
                  <c:v>0.73570370370370375</c:v>
                </c:pt>
                <c:pt idx="21398">
                  <c:v>0.73570370370370375</c:v>
                </c:pt>
                <c:pt idx="21399">
                  <c:v>0.73570370370370375</c:v>
                </c:pt>
                <c:pt idx="21400">
                  <c:v>0.73585185185185187</c:v>
                </c:pt>
                <c:pt idx="21401">
                  <c:v>0.73585185185185187</c:v>
                </c:pt>
                <c:pt idx="21402">
                  <c:v>0.73585185185185187</c:v>
                </c:pt>
                <c:pt idx="21403">
                  <c:v>0.73599999999999999</c:v>
                </c:pt>
                <c:pt idx="21404">
                  <c:v>0.73599999999999999</c:v>
                </c:pt>
                <c:pt idx="21405">
                  <c:v>0.73599999999999999</c:v>
                </c:pt>
                <c:pt idx="21406">
                  <c:v>0.73599999999999999</c:v>
                </c:pt>
                <c:pt idx="21407">
                  <c:v>0.73599999999999999</c:v>
                </c:pt>
                <c:pt idx="21408">
                  <c:v>0.73599999999999999</c:v>
                </c:pt>
                <c:pt idx="21409">
                  <c:v>0.73599999999999999</c:v>
                </c:pt>
                <c:pt idx="21410">
                  <c:v>0.73599999999999999</c:v>
                </c:pt>
                <c:pt idx="21411">
                  <c:v>0.73599999999999999</c:v>
                </c:pt>
                <c:pt idx="21412">
                  <c:v>0.73599999999999999</c:v>
                </c:pt>
                <c:pt idx="21413">
                  <c:v>0.73599999999999999</c:v>
                </c:pt>
                <c:pt idx="21414">
                  <c:v>0.73599999999999999</c:v>
                </c:pt>
                <c:pt idx="21415">
                  <c:v>0.73599999999999999</c:v>
                </c:pt>
                <c:pt idx="21416">
                  <c:v>0.73599999999999999</c:v>
                </c:pt>
                <c:pt idx="21417">
                  <c:v>0.73599999999999999</c:v>
                </c:pt>
                <c:pt idx="21418">
                  <c:v>0.73599999999999999</c:v>
                </c:pt>
                <c:pt idx="21419">
                  <c:v>0.73614814814814811</c:v>
                </c:pt>
                <c:pt idx="21420">
                  <c:v>0.73629629629629634</c:v>
                </c:pt>
                <c:pt idx="21421">
                  <c:v>0.73644444444444446</c:v>
                </c:pt>
                <c:pt idx="21422">
                  <c:v>0.73644444444444446</c:v>
                </c:pt>
                <c:pt idx="21423">
                  <c:v>0.73659259259259258</c:v>
                </c:pt>
                <c:pt idx="21424">
                  <c:v>0.73659259259259258</c:v>
                </c:pt>
                <c:pt idx="21425">
                  <c:v>0.73659259259259258</c:v>
                </c:pt>
                <c:pt idx="21426">
                  <c:v>0.7367407407407407</c:v>
                </c:pt>
                <c:pt idx="21427">
                  <c:v>0.7367407407407407</c:v>
                </c:pt>
                <c:pt idx="21428">
                  <c:v>0.7367407407407407</c:v>
                </c:pt>
                <c:pt idx="21429">
                  <c:v>0.73688888888888893</c:v>
                </c:pt>
                <c:pt idx="21430">
                  <c:v>0.73688888888888893</c:v>
                </c:pt>
                <c:pt idx="21431">
                  <c:v>0.73688888888888893</c:v>
                </c:pt>
                <c:pt idx="21432">
                  <c:v>0.73688888888888893</c:v>
                </c:pt>
                <c:pt idx="21433">
                  <c:v>0.73688888888888893</c:v>
                </c:pt>
                <c:pt idx="21434">
                  <c:v>0.73703703703703705</c:v>
                </c:pt>
                <c:pt idx="21435">
                  <c:v>0.73718518518518517</c:v>
                </c:pt>
                <c:pt idx="21436">
                  <c:v>0.73718518518518517</c:v>
                </c:pt>
                <c:pt idx="21437">
                  <c:v>0.73718518518518517</c:v>
                </c:pt>
                <c:pt idx="21438">
                  <c:v>0.73718518518518517</c:v>
                </c:pt>
                <c:pt idx="21439">
                  <c:v>0.73718518518518517</c:v>
                </c:pt>
                <c:pt idx="21440">
                  <c:v>0.73718518518518517</c:v>
                </c:pt>
                <c:pt idx="21441">
                  <c:v>0.73718518518518517</c:v>
                </c:pt>
                <c:pt idx="21442">
                  <c:v>0.73733333333333329</c:v>
                </c:pt>
                <c:pt idx="21443">
                  <c:v>0.73733333333333329</c:v>
                </c:pt>
                <c:pt idx="21444">
                  <c:v>0.73733333333333329</c:v>
                </c:pt>
                <c:pt idx="21445">
                  <c:v>0.73733333333333329</c:v>
                </c:pt>
                <c:pt idx="21446">
                  <c:v>0.73748148148148152</c:v>
                </c:pt>
                <c:pt idx="21447">
                  <c:v>0.73748148148148152</c:v>
                </c:pt>
                <c:pt idx="21448">
                  <c:v>0.73748148148148152</c:v>
                </c:pt>
                <c:pt idx="21449">
                  <c:v>0.73748148148148152</c:v>
                </c:pt>
                <c:pt idx="21450">
                  <c:v>0.73748148148148152</c:v>
                </c:pt>
                <c:pt idx="21451">
                  <c:v>0.73748148148148152</c:v>
                </c:pt>
                <c:pt idx="21452">
                  <c:v>0.73762962962962964</c:v>
                </c:pt>
                <c:pt idx="21453">
                  <c:v>0.73762962962962964</c:v>
                </c:pt>
                <c:pt idx="21454">
                  <c:v>0.73762962962962964</c:v>
                </c:pt>
                <c:pt idx="21455">
                  <c:v>0.73762962962962964</c:v>
                </c:pt>
                <c:pt idx="21456">
                  <c:v>0.73762962962962964</c:v>
                </c:pt>
                <c:pt idx="21457">
                  <c:v>0.73777777777777775</c:v>
                </c:pt>
                <c:pt idx="21458">
                  <c:v>0.73792592592592587</c:v>
                </c:pt>
                <c:pt idx="21459">
                  <c:v>0.73792592592592587</c:v>
                </c:pt>
                <c:pt idx="21460">
                  <c:v>0.73792592592592587</c:v>
                </c:pt>
                <c:pt idx="21461">
                  <c:v>0.73792592592592587</c:v>
                </c:pt>
                <c:pt idx="21462">
                  <c:v>0.73792592592592587</c:v>
                </c:pt>
                <c:pt idx="21463">
                  <c:v>0.73792592592592587</c:v>
                </c:pt>
                <c:pt idx="21464">
                  <c:v>0.73792592592592587</c:v>
                </c:pt>
                <c:pt idx="21465">
                  <c:v>0.7380740740740741</c:v>
                </c:pt>
                <c:pt idx="21466">
                  <c:v>0.7380740740740741</c:v>
                </c:pt>
                <c:pt idx="21467">
                  <c:v>0.7380740740740741</c:v>
                </c:pt>
                <c:pt idx="21468">
                  <c:v>0.7380740740740741</c:v>
                </c:pt>
                <c:pt idx="21469">
                  <c:v>0.7380740740740741</c:v>
                </c:pt>
                <c:pt idx="21470">
                  <c:v>0.7380740740740741</c:v>
                </c:pt>
                <c:pt idx="21471">
                  <c:v>0.7380740740740741</c:v>
                </c:pt>
                <c:pt idx="21472">
                  <c:v>0.7380740740740741</c:v>
                </c:pt>
                <c:pt idx="21473">
                  <c:v>0.7380740740740741</c:v>
                </c:pt>
                <c:pt idx="21474">
                  <c:v>0.7380740740740741</c:v>
                </c:pt>
                <c:pt idx="21475">
                  <c:v>0.7380740740740741</c:v>
                </c:pt>
                <c:pt idx="21476">
                  <c:v>0.73822222222222222</c:v>
                </c:pt>
                <c:pt idx="21477">
                  <c:v>0.73822222222222222</c:v>
                </c:pt>
                <c:pt idx="21478">
                  <c:v>0.73822222222222222</c:v>
                </c:pt>
                <c:pt idx="21479">
                  <c:v>0.73822222222222222</c:v>
                </c:pt>
                <c:pt idx="21480">
                  <c:v>0.73822222222222222</c:v>
                </c:pt>
                <c:pt idx="21481">
                  <c:v>0.73822222222222222</c:v>
                </c:pt>
                <c:pt idx="21482">
                  <c:v>0.73822222222222222</c:v>
                </c:pt>
                <c:pt idx="21483">
                  <c:v>0.73822222222222222</c:v>
                </c:pt>
                <c:pt idx="21484">
                  <c:v>0.73822222222222222</c:v>
                </c:pt>
                <c:pt idx="21485">
                  <c:v>0.73822222222222222</c:v>
                </c:pt>
                <c:pt idx="21486">
                  <c:v>0.73822222222222222</c:v>
                </c:pt>
                <c:pt idx="21487">
                  <c:v>0.73837037037037034</c:v>
                </c:pt>
                <c:pt idx="21488">
                  <c:v>0.73837037037037034</c:v>
                </c:pt>
                <c:pt idx="21489">
                  <c:v>0.73851851851851846</c:v>
                </c:pt>
                <c:pt idx="21490">
                  <c:v>0.73866666666666669</c:v>
                </c:pt>
                <c:pt idx="21491">
                  <c:v>0.73866666666666669</c:v>
                </c:pt>
                <c:pt idx="21492">
                  <c:v>0.73866666666666669</c:v>
                </c:pt>
                <c:pt idx="21493">
                  <c:v>0.73881481481481481</c:v>
                </c:pt>
                <c:pt idx="21494">
                  <c:v>0.73896296296296293</c:v>
                </c:pt>
                <c:pt idx="21495">
                  <c:v>0.73896296296296293</c:v>
                </c:pt>
                <c:pt idx="21496">
                  <c:v>0.73896296296296293</c:v>
                </c:pt>
                <c:pt idx="21497">
                  <c:v>0.73911111111111116</c:v>
                </c:pt>
                <c:pt idx="21498">
                  <c:v>0.73911111111111116</c:v>
                </c:pt>
                <c:pt idx="21499">
                  <c:v>0.73911111111111116</c:v>
                </c:pt>
                <c:pt idx="21500">
                  <c:v>0.73911111111111116</c:v>
                </c:pt>
                <c:pt idx="21501">
                  <c:v>0.73911111111111116</c:v>
                </c:pt>
                <c:pt idx="21502">
                  <c:v>0.73925925925925928</c:v>
                </c:pt>
                <c:pt idx="21503">
                  <c:v>0.73925925925925928</c:v>
                </c:pt>
                <c:pt idx="21504">
                  <c:v>0.7394074074074074</c:v>
                </c:pt>
                <c:pt idx="21505">
                  <c:v>0.7394074074074074</c:v>
                </c:pt>
                <c:pt idx="21506">
                  <c:v>0.7394074074074074</c:v>
                </c:pt>
                <c:pt idx="21507">
                  <c:v>0.73955555555555552</c:v>
                </c:pt>
                <c:pt idx="21508">
                  <c:v>0.73955555555555552</c:v>
                </c:pt>
                <c:pt idx="21509">
                  <c:v>0.73955555555555552</c:v>
                </c:pt>
                <c:pt idx="21510">
                  <c:v>0.73970370370370375</c:v>
                </c:pt>
                <c:pt idx="21511">
                  <c:v>0.73970370370370375</c:v>
                </c:pt>
                <c:pt idx="21512">
                  <c:v>0.73970370370370375</c:v>
                </c:pt>
                <c:pt idx="21513">
                  <c:v>0.73985185185185187</c:v>
                </c:pt>
                <c:pt idx="21514">
                  <c:v>0.73985185185185187</c:v>
                </c:pt>
                <c:pt idx="21515">
                  <c:v>0.74</c:v>
                </c:pt>
                <c:pt idx="21516">
                  <c:v>0.74</c:v>
                </c:pt>
                <c:pt idx="21517">
                  <c:v>0.74</c:v>
                </c:pt>
                <c:pt idx="21518">
                  <c:v>0.74014814814814811</c:v>
                </c:pt>
                <c:pt idx="21519">
                  <c:v>0.74014814814814811</c:v>
                </c:pt>
                <c:pt idx="21520">
                  <c:v>0.74014814814814811</c:v>
                </c:pt>
                <c:pt idx="21521">
                  <c:v>0.74029629629629634</c:v>
                </c:pt>
                <c:pt idx="21522">
                  <c:v>0.74044444444444446</c:v>
                </c:pt>
                <c:pt idx="21523">
                  <c:v>0.74059259259259258</c:v>
                </c:pt>
                <c:pt idx="21524">
                  <c:v>0.74059259259259258</c:v>
                </c:pt>
                <c:pt idx="21525">
                  <c:v>0.74059259259259258</c:v>
                </c:pt>
                <c:pt idx="21526">
                  <c:v>0.7407407407407407</c:v>
                </c:pt>
                <c:pt idx="21527">
                  <c:v>0.7407407407407407</c:v>
                </c:pt>
                <c:pt idx="21528">
                  <c:v>0.7407407407407407</c:v>
                </c:pt>
                <c:pt idx="21529">
                  <c:v>0.7407407407407407</c:v>
                </c:pt>
                <c:pt idx="21530">
                  <c:v>0.7407407407407407</c:v>
                </c:pt>
                <c:pt idx="21531">
                  <c:v>0.7407407407407407</c:v>
                </c:pt>
                <c:pt idx="21532">
                  <c:v>0.74088888888888893</c:v>
                </c:pt>
                <c:pt idx="21533">
                  <c:v>0.74088888888888893</c:v>
                </c:pt>
                <c:pt idx="21534">
                  <c:v>0.74088888888888893</c:v>
                </c:pt>
                <c:pt idx="21535">
                  <c:v>0.74088888888888893</c:v>
                </c:pt>
                <c:pt idx="21536">
                  <c:v>0.74103703703703705</c:v>
                </c:pt>
                <c:pt idx="21537">
                  <c:v>0.74103703703703705</c:v>
                </c:pt>
                <c:pt idx="21538">
                  <c:v>0.74103703703703705</c:v>
                </c:pt>
                <c:pt idx="21539">
                  <c:v>0.74103703703703705</c:v>
                </c:pt>
                <c:pt idx="21540">
                  <c:v>0.74103703703703705</c:v>
                </c:pt>
                <c:pt idx="21541">
                  <c:v>0.74103703703703705</c:v>
                </c:pt>
                <c:pt idx="21542">
                  <c:v>0.74103703703703705</c:v>
                </c:pt>
                <c:pt idx="21543">
                  <c:v>0.74103703703703705</c:v>
                </c:pt>
                <c:pt idx="21544">
                  <c:v>0.74103703703703705</c:v>
                </c:pt>
                <c:pt idx="21545">
                  <c:v>0.74118518518518517</c:v>
                </c:pt>
                <c:pt idx="21546">
                  <c:v>0.74118518518518517</c:v>
                </c:pt>
                <c:pt idx="21547">
                  <c:v>0.74118518518518517</c:v>
                </c:pt>
                <c:pt idx="21548">
                  <c:v>0.74133333333333329</c:v>
                </c:pt>
                <c:pt idx="21549">
                  <c:v>0.74133333333333329</c:v>
                </c:pt>
                <c:pt idx="21550">
                  <c:v>0.74133333333333329</c:v>
                </c:pt>
                <c:pt idx="21551">
                  <c:v>0.74148148148148152</c:v>
                </c:pt>
                <c:pt idx="21552">
                  <c:v>0.74162962962962964</c:v>
                </c:pt>
                <c:pt idx="21553">
                  <c:v>0.74162962962962964</c:v>
                </c:pt>
                <c:pt idx="21554">
                  <c:v>0.74162962962962964</c:v>
                </c:pt>
                <c:pt idx="21555">
                  <c:v>0.74162962962962964</c:v>
                </c:pt>
                <c:pt idx="21556">
                  <c:v>0.74177777777777776</c:v>
                </c:pt>
                <c:pt idx="21557">
                  <c:v>0.74192592592592588</c:v>
                </c:pt>
                <c:pt idx="21558">
                  <c:v>0.74192592592592588</c:v>
                </c:pt>
                <c:pt idx="21559">
                  <c:v>0.74207407407407411</c:v>
                </c:pt>
                <c:pt idx="21560">
                  <c:v>0.74207407407407411</c:v>
                </c:pt>
                <c:pt idx="21561">
                  <c:v>0.74222222222222223</c:v>
                </c:pt>
                <c:pt idx="21562">
                  <c:v>0.74222222222222223</c:v>
                </c:pt>
                <c:pt idx="21563">
                  <c:v>0.74222222222222223</c:v>
                </c:pt>
                <c:pt idx="21564">
                  <c:v>0.74222222222222223</c:v>
                </c:pt>
                <c:pt idx="21565">
                  <c:v>0.74222222222222223</c:v>
                </c:pt>
                <c:pt idx="21566">
                  <c:v>0.74222222222222223</c:v>
                </c:pt>
                <c:pt idx="21567">
                  <c:v>0.74222222222222223</c:v>
                </c:pt>
                <c:pt idx="21568">
                  <c:v>0.74222222222222223</c:v>
                </c:pt>
                <c:pt idx="21569">
                  <c:v>0.74222222222222223</c:v>
                </c:pt>
                <c:pt idx="21570">
                  <c:v>0.74222222222222223</c:v>
                </c:pt>
                <c:pt idx="21571">
                  <c:v>0.74222222222222223</c:v>
                </c:pt>
                <c:pt idx="21572">
                  <c:v>0.74222222222222223</c:v>
                </c:pt>
                <c:pt idx="21573">
                  <c:v>0.74237037037037035</c:v>
                </c:pt>
                <c:pt idx="21574">
                  <c:v>0.74251851851851847</c:v>
                </c:pt>
                <c:pt idx="21575">
                  <c:v>0.74251851851851847</c:v>
                </c:pt>
                <c:pt idx="21576">
                  <c:v>0.74251851851851847</c:v>
                </c:pt>
                <c:pt idx="21577">
                  <c:v>0.74251851851851847</c:v>
                </c:pt>
                <c:pt idx="21578">
                  <c:v>0.74251851851851847</c:v>
                </c:pt>
                <c:pt idx="21579">
                  <c:v>0.7426666666666667</c:v>
                </c:pt>
                <c:pt idx="21580">
                  <c:v>0.74281481481481482</c:v>
                </c:pt>
                <c:pt idx="21581">
                  <c:v>0.74281481481481482</c:v>
                </c:pt>
                <c:pt idx="21582">
                  <c:v>0.74281481481481482</c:v>
                </c:pt>
                <c:pt idx="21583">
                  <c:v>0.74296296296296294</c:v>
                </c:pt>
                <c:pt idx="21584">
                  <c:v>0.74296296296296294</c:v>
                </c:pt>
                <c:pt idx="21585">
                  <c:v>0.74311111111111106</c:v>
                </c:pt>
                <c:pt idx="21586">
                  <c:v>0.74311111111111106</c:v>
                </c:pt>
                <c:pt idx="21587">
                  <c:v>0.74311111111111106</c:v>
                </c:pt>
                <c:pt idx="21588">
                  <c:v>0.74311111111111106</c:v>
                </c:pt>
                <c:pt idx="21589">
                  <c:v>0.74325925925925929</c:v>
                </c:pt>
                <c:pt idx="21590">
                  <c:v>0.74340740740740741</c:v>
                </c:pt>
                <c:pt idx="21591">
                  <c:v>0.74340740740740741</c:v>
                </c:pt>
                <c:pt idx="21592">
                  <c:v>0.74340740740740741</c:v>
                </c:pt>
                <c:pt idx="21593">
                  <c:v>0.74355555555555553</c:v>
                </c:pt>
                <c:pt idx="21594">
                  <c:v>0.74355555555555553</c:v>
                </c:pt>
                <c:pt idx="21595">
                  <c:v>0.74355555555555553</c:v>
                </c:pt>
                <c:pt idx="21596">
                  <c:v>0.74355555555555553</c:v>
                </c:pt>
                <c:pt idx="21597">
                  <c:v>0.74355555555555553</c:v>
                </c:pt>
                <c:pt idx="21598">
                  <c:v>0.74355555555555553</c:v>
                </c:pt>
                <c:pt idx="21599">
                  <c:v>0.74370370370370376</c:v>
                </c:pt>
                <c:pt idx="21600">
                  <c:v>0.74370370370370376</c:v>
                </c:pt>
                <c:pt idx="21601">
                  <c:v>0.74370370370370376</c:v>
                </c:pt>
                <c:pt idx="21602">
                  <c:v>0.74370370370370376</c:v>
                </c:pt>
                <c:pt idx="21603">
                  <c:v>0.74385185185185188</c:v>
                </c:pt>
                <c:pt idx="21604">
                  <c:v>0.74385185185185188</c:v>
                </c:pt>
                <c:pt idx="21605">
                  <c:v>0.74385185185185188</c:v>
                </c:pt>
                <c:pt idx="21606">
                  <c:v>0.74385185185185188</c:v>
                </c:pt>
                <c:pt idx="21607">
                  <c:v>0.74385185185185188</c:v>
                </c:pt>
                <c:pt idx="21608">
                  <c:v>0.74399999999999999</c:v>
                </c:pt>
                <c:pt idx="21609">
                  <c:v>0.74399999999999999</c:v>
                </c:pt>
                <c:pt idx="21610">
                  <c:v>0.74399999999999999</c:v>
                </c:pt>
                <c:pt idx="21611">
                  <c:v>0.74399999999999999</c:v>
                </c:pt>
                <c:pt idx="21612">
                  <c:v>0.74399999999999999</c:v>
                </c:pt>
                <c:pt idx="21613">
                  <c:v>0.74399999999999999</c:v>
                </c:pt>
                <c:pt idx="21614">
                  <c:v>0.74399999999999999</c:v>
                </c:pt>
                <c:pt idx="21615">
                  <c:v>0.74399999999999999</c:v>
                </c:pt>
                <c:pt idx="21616">
                  <c:v>0.74399999999999999</c:v>
                </c:pt>
                <c:pt idx="21617">
                  <c:v>0.74399999999999999</c:v>
                </c:pt>
                <c:pt idx="21618">
                  <c:v>0.74399999999999999</c:v>
                </c:pt>
                <c:pt idx="21619">
                  <c:v>0.74399999999999999</c:v>
                </c:pt>
                <c:pt idx="21620">
                  <c:v>0.74399999999999999</c:v>
                </c:pt>
                <c:pt idx="21621">
                  <c:v>0.74414814814814811</c:v>
                </c:pt>
                <c:pt idx="21622">
                  <c:v>0.74414814814814811</c:v>
                </c:pt>
                <c:pt idx="21623">
                  <c:v>0.74429629629629634</c:v>
                </c:pt>
                <c:pt idx="21624">
                  <c:v>0.74429629629629634</c:v>
                </c:pt>
                <c:pt idx="21625">
                  <c:v>0.74444444444444446</c:v>
                </c:pt>
                <c:pt idx="21626">
                  <c:v>0.74444444444444446</c:v>
                </c:pt>
                <c:pt idx="21627">
                  <c:v>0.74444444444444446</c:v>
                </c:pt>
                <c:pt idx="21628">
                  <c:v>0.74444444444444446</c:v>
                </c:pt>
                <c:pt idx="21629">
                  <c:v>0.74459259259259258</c:v>
                </c:pt>
                <c:pt idx="21630">
                  <c:v>0.74459259259259258</c:v>
                </c:pt>
                <c:pt idx="21631">
                  <c:v>0.7447407407407407</c:v>
                </c:pt>
                <c:pt idx="21632">
                  <c:v>0.74488888888888893</c:v>
                </c:pt>
                <c:pt idx="21633">
                  <c:v>0.74488888888888893</c:v>
                </c:pt>
                <c:pt idx="21634">
                  <c:v>0.74503703703703705</c:v>
                </c:pt>
                <c:pt idx="21635">
                  <c:v>0.74503703703703705</c:v>
                </c:pt>
                <c:pt idx="21636">
                  <c:v>0.74518518518518517</c:v>
                </c:pt>
                <c:pt idx="21637">
                  <c:v>0.74518518518518517</c:v>
                </c:pt>
                <c:pt idx="21638">
                  <c:v>0.74518518518518517</c:v>
                </c:pt>
                <c:pt idx="21639">
                  <c:v>0.74518518518518517</c:v>
                </c:pt>
                <c:pt idx="21640">
                  <c:v>0.74518518518518517</c:v>
                </c:pt>
                <c:pt idx="21641">
                  <c:v>0.74533333333333329</c:v>
                </c:pt>
                <c:pt idx="21642">
                  <c:v>0.74533333333333329</c:v>
                </c:pt>
                <c:pt idx="21643">
                  <c:v>0.74533333333333329</c:v>
                </c:pt>
                <c:pt idx="21644">
                  <c:v>0.74533333333333329</c:v>
                </c:pt>
                <c:pt idx="21645">
                  <c:v>0.74533333333333329</c:v>
                </c:pt>
                <c:pt idx="21646">
                  <c:v>0.74533333333333329</c:v>
                </c:pt>
                <c:pt idx="21647">
                  <c:v>0.74533333333333329</c:v>
                </c:pt>
                <c:pt idx="21648">
                  <c:v>0.74533333333333329</c:v>
                </c:pt>
                <c:pt idx="21649">
                  <c:v>0.74533333333333329</c:v>
                </c:pt>
                <c:pt idx="21650">
                  <c:v>0.74533333333333329</c:v>
                </c:pt>
                <c:pt idx="21651">
                  <c:v>0.74533333333333329</c:v>
                </c:pt>
                <c:pt idx="21652">
                  <c:v>0.74533333333333329</c:v>
                </c:pt>
                <c:pt idx="21653">
                  <c:v>0.74533333333333329</c:v>
                </c:pt>
                <c:pt idx="21654">
                  <c:v>0.74533333333333329</c:v>
                </c:pt>
                <c:pt idx="21655">
                  <c:v>0.74533333333333329</c:v>
                </c:pt>
                <c:pt idx="21656">
                  <c:v>0.74533333333333329</c:v>
                </c:pt>
                <c:pt idx="21657">
                  <c:v>0.74533333333333329</c:v>
                </c:pt>
                <c:pt idx="21658">
                  <c:v>0.74548148148148152</c:v>
                </c:pt>
                <c:pt idx="21659">
                  <c:v>0.74562962962962964</c:v>
                </c:pt>
                <c:pt idx="21660">
                  <c:v>0.74577777777777776</c:v>
                </c:pt>
                <c:pt idx="21661">
                  <c:v>0.74577777777777776</c:v>
                </c:pt>
                <c:pt idx="21662">
                  <c:v>0.74592592592592588</c:v>
                </c:pt>
                <c:pt idx="21663">
                  <c:v>0.74592592592592588</c:v>
                </c:pt>
                <c:pt idx="21664">
                  <c:v>0.74592592592592588</c:v>
                </c:pt>
                <c:pt idx="21665">
                  <c:v>0.74592592592592588</c:v>
                </c:pt>
                <c:pt idx="21666">
                  <c:v>0.74592592592592588</c:v>
                </c:pt>
                <c:pt idx="21667">
                  <c:v>0.74592592592592588</c:v>
                </c:pt>
                <c:pt idx="21668">
                  <c:v>0.74607407407407411</c:v>
                </c:pt>
                <c:pt idx="21669">
                  <c:v>0.74607407407407411</c:v>
                </c:pt>
                <c:pt idx="21670">
                  <c:v>0.74622222222222223</c:v>
                </c:pt>
                <c:pt idx="21671">
                  <c:v>0.74637037037037035</c:v>
                </c:pt>
                <c:pt idx="21672">
                  <c:v>0.74637037037037035</c:v>
                </c:pt>
                <c:pt idx="21673">
                  <c:v>0.74637037037037035</c:v>
                </c:pt>
                <c:pt idx="21674">
                  <c:v>0.74637037037037035</c:v>
                </c:pt>
                <c:pt idx="21675">
                  <c:v>0.74637037037037035</c:v>
                </c:pt>
                <c:pt idx="21676">
                  <c:v>0.74651851851851847</c:v>
                </c:pt>
                <c:pt idx="21677">
                  <c:v>0.7466666666666667</c:v>
                </c:pt>
                <c:pt idx="21678">
                  <c:v>0.7466666666666667</c:v>
                </c:pt>
                <c:pt idx="21679">
                  <c:v>0.7466666666666667</c:v>
                </c:pt>
                <c:pt idx="21680">
                  <c:v>0.7466666666666667</c:v>
                </c:pt>
                <c:pt idx="21681">
                  <c:v>0.74681481481481482</c:v>
                </c:pt>
                <c:pt idx="21682">
                  <c:v>0.74681481481481482</c:v>
                </c:pt>
                <c:pt idx="21683">
                  <c:v>0.74681481481481482</c:v>
                </c:pt>
                <c:pt idx="21684">
                  <c:v>0.74681481481481482</c:v>
                </c:pt>
                <c:pt idx="21685">
                  <c:v>0.74681481481481482</c:v>
                </c:pt>
                <c:pt idx="21686">
                  <c:v>0.74681481481481482</c:v>
                </c:pt>
                <c:pt idx="21687">
                  <c:v>0.74696296296296294</c:v>
                </c:pt>
                <c:pt idx="21688">
                  <c:v>0.74696296296296294</c:v>
                </c:pt>
                <c:pt idx="21689">
                  <c:v>0.74711111111111106</c:v>
                </c:pt>
                <c:pt idx="21690">
                  <c:v>0.74711111111111106</c:v>
                </c:pt>
                <c:pt idx="21691">
                  <c:v>0.74711111111111106</c:v>
                </c:pt>
                <c:pt idx="21692">
                  <c:v>0.74725925925925929</c:v>
                </c:pt>
                <c:pt idx="21693">
                  <c:v>0.74725925925925929</c:v>
                </c:pt>
                <c:pt idx="21694">
                  <c:v>0.74725925925925929</c:v>
                </c:pt>
                <c:pt idx="21695">
                  <c:v>0.74740740740740741</c:v>
                </c:pt>
                <c:pt idx="21696">
                  <c:v>0.74740740740740741</c:v>
                </c:pt>
                <c:pt idx="21697">
                  <c:v>0.74755555555555553</c:v>
                </c:pt>
                <c:pt idx="21698">
                  <c:v>0.74755555555555553</c:v>
                </c:pt>
                <c:pt idx="21699">
                  <c:v>0.74770370370370365</c:v>
                </c:pt>
                <c:pt idx="21700">
                  <c:v>0.74770370370370365</c:v>
                </c:pt>
                <c:pt idx="21701">
                  <c:v>0.74770370370370365</c:v>
                </c:pt>
                <c:pt idx="21702">
                  <c:v>0.74785185185185188</c:v>
                </c:pt>
                <c:pt idx="21703">
                  <c:v>0.74785185185185188</c:v>
                </c:pt>
                <c:pt idx="21704">
                  <c:v>0.74785185185185188</c:v>
                </c:pt>
                <c:pt idx="21705">
                  <c:v>0.74785185185185188</c:v>
                </c:pt>
                <c:pt idx="21706">
                  <c:v>0.74785185185185188</c:v>
                </c:pt>
                <c:pt idx="21707">
                  <c:v>0.74785185185185188</c:v>
                </c:pt>
                <c:pt idx="21708">
                  <c:v>0.74785185185185188</c:v>
                </c:pt>
                <c:pt idx="21709">
                  <c:v>0.74785185185185188</c:v>
                </c:pt>
                <c:pt idx="21710">
                  <c:v>0.74785185185185188</c:v>
                </c:pt>
                <c:pt idx="21711">
                  <c:v>0.748</c:v>
                </c:pt>
                <c:pt idx="21712">
                  <c:v>0.74814814814814812</c:v>
                </c:pt>
                <c:pt idx="21713">
                  <c:v>0.74814814814814812</c:v>
                </c:pt>
                <c:pt idx="21714">
                  <c:v>0.74814814814814812</c:v>
                </c:pt>
                <c:pt idx="21715">
                  <c:v>0.74814814814814812</c:v>
                </c:pt>
                <c:pt idx="21716">
                  <c:v>0.74814814814814812</c:v>
                </c:pt>
                <c:pt idx="21717">
                  <c:v>0.74814814814814812</c:v>
                </c:pt>
                <c:pt idx="21718">
                  <c:v>0.74814814814814812</c:v>
                </c:pt>
                <c:pt idx="21719">
                  <c:v>0.74829629629629635</c:v>
                </c:pt>
                <c:pt idx="21720">
                  <c:v>0.74844444444444447</c:v>
                </c:pt>
                <c:pt idx="21721">
                  <c:v>0.74844444444444447</c:v>
                </c:pt>
                <c:pt idx="21722">
                  <c:v>0.74844444444444447</c:v>
                </c:pt>
                <c:pt idx="21723">
                  <c:v>0.74844444444444447</c:v>
                </c:pt>
                <c:pt idx="21724">
                  <c:v>0.74859259259259259</c:v>
                </c:pt>
                <c:pt idx="21725">
                  <c:v>0.74859259259259259</c:v>
                </c:pt>
                <c:pt idx="21726">
                  <c:v>0.74859259259259259</c:v>
                </c:pt>
                <c:pt idx="21727">
                  <c:v>0.74874074074074071</c:v>
                </c:pt>
                <c:pt idx="21728">
                  <c:v>0.74874074074074071</c:v>
                </c:pt>
                <c:pt idx="21729">
                  <c:v>0.74874074074074071</c:v>
                </c:pt>
                <c:pt idx="21730">
                  <c:v>0.74874074074074071</c:v>
                </c:pt>
                <c:pt idx="21731">
                  <c:v>0.74874074074074071</c:v>
                </c:pt>
                <c:pt idx="21732">
                  <c:v>0.74874074074074071</c:v>
                </c:pt>
                <c:pt idx="21733">
                  <c:v>0.74874074074074071</c:v>
                </c:pt>
                <c:pt idx="21734">
                  <c:v>0.74888888888888894</c:v>
                </c:pt>
                <c:pt idx="21735">
                  <c:v>0.74888888888888894</c:v>
                </c:pt>
                <c:pt idx="21736">
                  <c:v>0.74903703703703706</c:v>
                </c:pt>
                <c:pt idx="21737">
                  <c:v>0.74903703703703706</c:v>
                </c:pt>
                <c:pt idx="21738">
                  <c:v>0.74903703703703706</c:v>
                </c:pt>
                <c:pt idx="21739">
                  <c:v>0.74903703703703706</c:v>
                </c:pt>
                <c:pt idx="21740">
                  <c:v>0.74903703703703706</c:v>
                </c:pt>
                <c:pt idx="21741">
                  <c:v>0.74918518518518518</c:v>
                </c:pt>
                <c:pt idx="21742">
                  <c:v>0.74918518518518518</c:v>
                </c:pt>
                <c:pt idx="21743">
                  <c:v>0.7493333333333333</c:v>
                </c:pt>
                <c:pt idx="21744">
                  <c:v>0.7493333333333333</c:v>
                </c:pt>
                <c:pt idx="21745">
                  <c:v>0.74948148148148153</c:v>
                </c:pt>
                <c:pt idx="21746">
                  <c:v>0.74948148148148153</c:v>
                </c:pt>
                <c:pt idx="21747">
                  <c:v>0.74948148148148153</c:v>
                </c:pt>
                <c:pt idx="21748">
                  <c:v>0.74948148148148153</c:v>
                </c:pt>
                <c:pt idx="21749">
                  <c:v>0.74962962962962965</c:v>
                </c:pt>
                <c:pt idx="21750">
                  <c:v>0.74962962962962965</c:v>
                </c:pt>
                <c:pt idx="21751">
                  <c:v>0.74962962962962965</c:v>
                </c:pt>
                <c:pt idx="21752">
                  <c:v>0.74962962962962965</c:v>
                </c:pt>
                <c:pt idx="21753">
                  <c:v>0.74977777777777777</c:v>
                </c:pt>
                <c:pt idx="21754">
                  <c:v>0.74977777777777777</c:v>
                </c:pt>
                <c:pt idx="21755">
                  <c:v>0.74992592592592588</c:v>
                </c:pt>
                <c:pt idx="21756">
                  <c:v>0.75007407407407412</c:v>
                </c:pt>
                <c:pt idx="21757">
                  <c:v>0.75007407407407412</c:v>
                </c:pt>
                <c:pt idx="21758">
                  <c:v>0.75007407407407412</c:v>
                </c:pt>
                <c:pt idx="21759">
                  <c:v>0.75022222222222223</c:v>
                </c:pt>
                <c:pt idx="21760">
                  <c:v>0.75022222222222223</c:v>
                </c:pt>
                <c:pt idx="21761">
                  <c:v>0.75037037037037035</c:v>
                </c:pt>
                <c:pt idx="21762">
                  <c:v>0.75037037037037035</c:v>
                </c:pt>
                <c:pt idx="21763">
                  <c:v>0.75051851851851847</c:v>
                </c:pt>
                <c:pt idx="21764">
                  <c:v>0.75051851851851847</c:v>
                </c:pt>
                <c:pt idx="21765">
                  <c:v>0.7506666666666667</c:v>
                </c:pt>
                <c:pt idx="21766">
                  <c:v>0.7506666666666667</c:v>
                </c:pt>
                <c:pt idx="21767">
                  <c:v>0.7506666666666667</c:v>
                </c:pt>
                <c:pt idx="21768">
                  <c:v>0.7506666666666667</c:v>
                </c:pt>
                <c:pt idx="21769">
                  <c:v>0.7506666666666667</c:v>
                </c:pt>
                <c:pt idx="21770">
                  <c:v>0.7506666666666667</c:v>
                </c:pt>
                <c:pt idx="21771">
                  <c:v>0.7506666666666667</c:v>
                </c:pt>
                <c:pt idx="21772">
                  <c:v>0.7506666666666667</c:v>
                </c:pt>
                <c:pt idx="21773">
                  <c:v>0.7506666666666667</c:v>
                </c:pt>
                <c:pt idx="21774">
                  <c:v>0.7506666666666667</c:v>
                </c:pt>
                <c:pt idx="21775">
                  <c:v>0.7506666666666667</c:v>
                </c:pt>
                <c:pt idx="21776">
                  <c:v>0.75081481481481482</c:v>
                </c:pt>
                <c:pt idx="21777">
                  <c:v>0.75096296296296294</c:v>
                </c:pt>
                <c:pt idx="21778">
                  <c:v>0.75111111111111106</c:v>
                </c:pt>
                <c:pt idx="21779">
                  <c:v>0.75111111111111106</c:v>
                </c:pt>
                <c:pt idx="21780">
                  <c:v>0.75125925925925929</c:v>
                </c:pt>
                <c:pt idx="21781">
                  <c:v>0.75125925925925929</c:v>
                </c:pt>
                <c:pt idx="21782">
                  <c:v>0.75140740740740741</c:v>
                </c:pt>
                <c:pt idx="21783">
                  <c:v>0.75140740740740741</c:v>
                </c:pt>
                <c:pt idx="21784">
                  <c:v>0.75140740740740741</c:v>
                </c:pt>
                <c:pt idx="21785">
                  <c:v>0.75140740740740741</c:v>
                </c:pt>
                <c:pt idx="21786">
                  <c:v>0.75140740740740741</c:v>
                </c:pt>
                <c:pt idx="21787">
                  <c:v>0.75140740740740741</c:v>
                </c:pt>
                <c:pt idx="21788">
                  <c:v>0.75155555555555553</c:v>
                </c:pt>
                <c:pt idx="21789">
                  <c:v>0.75155555555555553</c:v>
                </c:pt>
                <c:pt idx="21790">
                  <c:v>0.75155555555555553</c:v>
                </c:pt>
                <c:pt idx="21791">
                  <c:v>0.75170370370370365</c:v>
                </c:pt>
                <c:pt idx="21792">
                  <c:v>0.75170370370370365</c:v>
                </c:pt>
                <c:pt idx="21793">
                  <c:v>0.75185185185185188</c:v>
                </c:pt>
                <c:pt idx="21794">
                  <c:v>0.75185185185185188</c:v>
                </c:pt>
                <c:pt idx="21795">
                  <c:v>0.75185185185185188</c:v>
                </c:pt>
                <c:pt idx="21796">
                  <c:v>0.75185185185185188</c:v>
                </c:pt>
                <c:pt idx="21797">
                  <c:v>0.752</c:v>
                </c:pt>
                <c:pt idx="21798">
                  <c:v>0.752</c:v>
                </c:pt>
                <c:pt idx="21799">
                  <c:v>0.75214814814814812</c:v>
                </c:pt>
                <c:pt idx="21800">
                  <c:v>0.75214814814814812</c:v>
                </c:pt>
                <c:pt idx="21801">
                  <c:v>0.75214814814814812</c:v>
                </c:pt>
                <c:pt idx="21802">
                  <c:v>0.75214814814814812</c:v>
                </c:pt>
                <c:pt idx="21803">
                  <c:v>0.75214814814814812</c:v>
                </c:pt>
                <c:pt idx="21804">
                  <c:v>0.75214814814814812</c:v>
                </c:pt>
                <c:pt idx="21805">
                  <c:v>0.75214814814814812</c:v>
                </c:pt>
                <c:pt idx="21806">
                  <c:v>0.75229629629629635</c:v>
                </c:pt>
                <c:pt idx="21807">
                  <c:v>0.75229629629629635</c:v>
                </c:pt>
                <c:pt idx="21808">
                  <c:v>0.75229629629629635</c:v>
                </c:pt>
                <c:pt idx="21809">
                  <c:v>0.75244444444444447</c:v>
                </c:pt>
                <c:pt idx="21810">
                  <c:v>0.75244444444444447</c:v>
                </c:pt>
                <c:pt idx="21811">
                  <c:v>0.75259259259259259</c:v>
                </c:pt>
                <c:pt idx="21812">
                  <c:v>0.75259259259259259</c:v>
                </c:pt>
                <c:pt idx="21813">
                  <c:v>0.75259259259259259</c:v>
                </c:pt>
                <c:pt idx="21814">
                  <c:v>0.75259259259259259</c:v>
                </c:pt>
                <c:pt idx="21815">
                  <c:v>0.75259259259259259</c:v>
                </c:pt>
                <c:pt idx="21816">
                  <c:v>0.75259259259259259</c:v>
                </c:pt>
                <c:pt idx="21817">
                  <c:v>0.75259259259259259</c:v>
                </c:pt>
                <c:pt idx="21818">
                  <c:v>0.75259259259259259</c:v>
                </c:pt>
                <c:pt idx="21819">
                  <c:v>0.75274074074074071</c:v>
                </c:pt>
                <c:pt idx="21820">
                  <c:v>0.75288888888888894</c:v>
                </c:pt>
                <c:pt idx="21821">
                  <c:v>0.75288888888888894</c:v>
                </c:pt>
                <c:pt idx="21822">
                  <c:v>0.75288888888888894</c:v>
                </c:pt>
                <c:pt idx="21823">
                  <c:v>0.75288888888888894</c:v>
                </c:pt>
                <c:pt idx="21824">
                  <c:v>0.75288888888888894</c:v>
                </c:pt>
                <c:pt idx="21825">
                  <c:v>0.75288888888888894</c:v>
                </c:pt>
                <c:pt idx="21826">
                  <c:v>0.75288888888888894</c:v>
                </c:pt>
                <c:pt idx="21827">
                  <c:v>0.75288888888888894</c:v>
                </c:pt>
                <c:pt idx="21828">
                  <c:v>0.75288888888888894</c:v>
                </c:pt>
                <c:pt idx="21829">
                  <c:v>0.75288888888888894</c:v>
                </c:pt>
                <c:pt idx="21830">
                  <c:v>0.75288888888888894</c:v>
                </c:pt>
                <c:pt idx="21831">
                  <c:v>0.75288888888888894</c:v>
                </c:pt>
                <c:pt idx="21832">
                  <c:v>0.75288888888888894</c:v>
                </c:pt>
                <c:pt idx="21833">
                  <c:v>0.75288888888888894</c:v>
                </c:pt>
                <c:pt idx="21834">
                  <c:v>0.75288888888888894</c:v>
                </c:pt>
                <c:pt idx="21835">
                  <c:v>0.75288888888888894</c:v>
                </c:pt>
                <c:pt idx="21836">
                  <c:v>0.75288888888888894</c:v>
                </c:pt>
                <c:pt idx="21837">
                  <c:v>0.75288888888888894</c:v>
                </c:pt>
                <c:pt idx="21838">
                  <c:v>0.75303703703703706</c:v>
                </c:pt>
                <c:pt idx="21839">
                  <c:v>0.75318518518518518</c:v>
                </c:pt>
                <c:pt idx="21840">
                  <c:v>0.75318518518518518</c:v>
                </c:pt>
                <c:pt idx="21841">
                  <c:v>0.75318518518518518</c:v>
                </c:pt>
                <c:pt idx="21842">
                  <c:v>0.75318518518518518</c:v>
                </c:pt>
                <c:pt idx="21843">
                  <c:v>0.75318518518518518</c:v>
                </c:pt>
                <c:pt idx="21844">
                  <c:v>0.75318518518518518</c:v>
                </c:pt>
                <c:pt idx="21845">
                  <c:v>0.75318518518518518</c:v>
                </c:pt>
                <c:pt idx="21846">
                  <c:v>0.75318518518518518</c:v>
                </c:pt>
                <c:pt idx="21847">
                  <c:v>0.75318518518518518</c:v>
                </c:pt>
                <c:pt idx="21848">
                  <c:v>0.75318518518518518</c:v>
                </c:pt>
                <c:pt idx="21849">
                  <c:v>0.7533333333333333</c:v>
                </c:pt>
                <c:pt idx="21850">
                  <c:v>0.7533333333333333</c:v>
                </c:pt>
                <c:pt idx="21851">
                  <c:v>0.7533333333333333</c:v>
                </c:pt>
                <c:pt idx="21852">
                  <c:v>0.7533333333333333</c:v>
                </c:pt>
                <c:pt idx="21853">
                  <c:v>0.7533333333333333</c:v>
                </c:pt>
                <c:pt idx="21854">
                  <c:v>0.7533333333333333</c:v>
                </c:pt>
                <c:pt idx="21855">
                  <c:v>0.7533333333333333</c:v>
                </c:pt>
                <c:pt idx="21856">
                  <c:v>0.7533333333333333</c:v>
                </c:pt>
                <c:pt idx="21857">
                  <c:v>0.75348148148148153</c:v>
                </c:pt>
                <c:pt idx="21858">
                  <c:v>0.75362962962962965</c:v>
                </c:pt>
                <c:pt idx="21859">
                  <c:v>0.75377777777777777</c:v>
                </c:pt>
                <c:pt idx="21860">
                  <c:v>0.75377777777777777</c:v>
                </c:pt>
                <c:pt idx="21861">
                  <c:v>0.75377777777777777</c:v>
                </c:pt>
                <c:pt idx="21862">
                  <c:v>0.75377777777777777</c:v>
                </c:pt>
                <c:pt idx="21863">
                  <c:v>0.75392592592592589</c:v>
                </c:pt>
                <c:pt idx="21864">
                  <c:v>0.75407407407407412</c:v>
                </c:pt>
                <c:pt idx="21865">
                  <c:v>0.75407407407407412</c:v>
                </c:pt>
                <c:pt idx="21866">
                  <c:v>0.75407407407407412</c:v>
                </c:pt>
                <c:pt idx="21867">
                  <c:v>0.75407407407407412</c:v>
                </c:pt>
                <c:pt idx="21868">
                  <c:v>0.75422222222222224</c:v>
                </c:pt>
                <c:pt idx="21869">
                  <c:v>0.75437037037037036</c:v>
                </c:pt>
                <c:pt idx="21870">
                  <c:v>0.75437037037037036</c:v>
                </c:pt>
                <c:pt idx="21871">
                  <c:v>0.75437037037037036</c:v>
                </c:pt>
                <c:pt idx="21872">
                  <c:v>0.75437037037037036</c:v>
                </c:pt>
                <c:pt idx="21873">
                  <c:v>0.75451851851851848</c:v>
                </c:pt>
                <c:pt idx="21874">
                  <c:v>0.75451851851851848</c:v>
                </c:pt>
                <c:pt idx="21875">
                  <c:v>0.75451851851851848</c:v>
                </c:pt>
                <c:pt idx="21876">
                  <c:v>0.75451851851851848</c:v>
                </c:pt>
                <c:pt idx="21877">
                  <c:v>0.75451851851851848</c:v>
                </c:pt>
                <c:pt idx="21878">
                  <c:v>0.75451851851851848</c:v>
                </c:pt>
                <c:pt idx="21879">
                  <c:v>0.75451851851851848</c:v>
                </c:pt>
                <c:pt idx="21880">
                  <c:v>0.75466666666666671</c:v>
                </c:pt>
                <c:pt idx="21881">
                  <c:v>0.75466666666666671</c:v>
                </c:pt>
                <c:pt idx="21882">
                  <c:v>0.75466666666666671</c:v>
                </c:pt>
                <c:pt idx="21883">
                  <c:v>0.75466666666666671</c:v>
                </c:pt>
                <c:pt idx="21884">
                  <c:v>0.75466666666666671</c:v>
                </c:pt>
                <c:pt idx="21885">
                  <c:v>0.75466666666666671</c:v>
                </c:pt>
                <c:pt idx="21886">
                  <c:v>0.75481481481481483</c:v>
                </c:pt>
                <c:pt idx="21887">
                  <c:v>0.75496296296296295</c:v>
                </c:pt>
                <c:pt idx="21888">
                  <c:v>0.75496296296296295</c:v>
                </c:pt>
                <c:pt idx="21889">
                  <c:v>0.75496296296296295</c:v>
                </c:pt>
                <c:pt idx="21890">
                  <c:v>0.75511111111111107</c:v>
                </c:pt>
                <c:pt idx="21891">
                  <c:v>0.75511111111111107</c:v>
                </c:pt>
                <c:pt idx="21892">
                  <c:v>0.75511111111111107</c:v>
                </c:pt>
                <c:pt idx="21893">
                  <c:v>0.7552592592592593</c:v>
                </c:pt>
                <c:pt idx="21894">
                  <c:v>0.7552592592592593</c:v>
                </c:pt>
                <c:pt idx="21895">
                  <c:v>0.7552592592592593</c:v>
                </c:pt>
                <c:pt idx="21896">
                  <c:v>0.7552592592592593</c:v>
                </c:pt>
                <c:pt idx="21897">
                  <c:v>0.7552592592592593</c:v>
                </c:pt>
                <c:pt idx="21898">
                  <c:v>0.75540740740740742</c:v>
                </c:pt>
                <c:pt idx="21899">
                  <c:v>0.75555555555555554</c:v>
                </c:pt>
                <c:pt idx="21900">
                  <c:v>0.75555555555555554</c:v>
                </c:pt>
                <c:pt idx="21901">
                  <c:v>0.75555555555555554</c:v>
                </c:pt>
                <c:pt idx="21902">
                  <c:v>0.75570370370370366</c:v>
                </c:pt>
                <c:pt idx="21903">
                  <c:v>0.75570370370370366</c:v>
                </c:pt>
                <c:pt idx="21904">
                  <c:v>0.75570370370370366</c:v>
                </c:pt>
                <c:pt idx="21905">
                  <c:v>0.75570370370370366</c:v>
                </c:pt>
                <c:pt idx="21906">
                  <c:v>0.75570370370370366</c:v>
                </c:pt>
                <c:pt idx="21907">
                  <c:v>0.75570370370370366</c:v>
                </c:pt>
                <c:pt idx="21908">
                  <c:v>0.75570370370370366</c:v>
                </c:pt>
                <c:pt idx="21909">
                  <c:v>0.75570370370370366</c:v>
                </c:pt>
                <c:pt idx="21910">
                  <c:v>0.75585185185185189</c:v>
                </c:pt>
                <c:pt idx="21911">
                  <c:v>0.75585185185185189</c:v>
                </c:pt>
                <c:pt idx="21912">
                  <c:v>0.75585185185185189</c:v>
                </c:pt>
                <c:pt idx="21913">
                  <c:v>0.75600000000000001</c:v>
                </c:pt>
                <c:pt idx="21914">
                  <c:v>0.75600000000000001</c:v>
                </c:pt>
                <c:pt idx="21915">
                  <c:v>0.75600000000000001</c:v>
                </c:pt>
                <c:pt idx="21916">
                  <c:v>0.75600000000000001</c:v>
                </c:pt>
                <c:pt idx="21917">
                  <c:v>0.75600000000000001</c:v>
                </c:pt>
                <c:pt idx="21918">
                  <c:v>0.75600000000000001</c:v>
                </c:pt>
                <c:pt idx="21919">
                  <c:v>0.75614814814814812</c:v>
                </c:pt>
                <c:pt idx="21920">
                  <c:v>0.75614814814814812</c:v>
                </c:pt>
                <c:pt idx="21921">
                  <c:v>0.75614814814814812</c:v>
                </c:pt>
                <c:pt idx="21922">
                  <c:v>0.75614814814814812</c:v>
                </c:pt>
                <c:pt idx="21923">
                  <c:v>0.75614814814814812</c:v>
                </c:pt>
                <c:pt idx="21924">
                  <c:v>0.75629629629629624</c:v>
                </c:pt>
                <c:pt idx="21925">
                  <c:v>0.75644444444444447</c:v>
                </c:pt>
                <c:pt idx="21926">
                  <c:v>0.75644444444444447</c:v>
                </c:pt>
                <c:pt idx="21927">
                  <c:v>0.75659259259259259</c:v>
                </c:pt>
                <c:pt idx="21928">
                  <c:v>0.75659259259259259</c:v>
                </c:pt>
                <c:pt idx="21929">
                  <c:v>0.75674074074074071</c:v>
                </c:pt>
                <c:pt idx="21930">
                  <c:v>0.75688888888888894</c:v>
                </c:pt>
                <c:pt idx="21931">
                  <c:v>0.75703703703703706</c:v>
                </c:pt>
                <c:pt idx="21932">
                  <c:v>0.75703703703703706</c:v>
                </c:pt>
                <c:pt idx="21933">
                  <c:v>0.75718518518518518</c:v>
                </c:pt>
                <c:pt idx="21934">
                  <c:v>0.75718518518518518</c:v>
                </c:pt>
                <c:pt idx="21935">
                  <c:v>0.7573333333333333</c:v>
                </c:pt>
                <c:pt idx="21936">
                  <c:v>0.7573333333333333</c:v>
                </c:pt>
                <c:pt idx="21937">
                  <c:v>0.75748148148148153</c:v>
                </c:pt>
                <c:pt idx="21938">
                  <c:v>0.75762962962962965</c:v>
                </c:pt>
                <c:pt idx="21939">
                  <c:v>0.75762962962962965</c:v>
                </c:pt>
                <c:pt idx="21940">
                  <c:v>0.75777777777777777</c:v>
                </c:pt>
                <c:pt idx="21941">
                  <c:v>0.75777777777777777</c:v>
                </c:pt>
                <c:pt idx="21942">
                  <c:v>0.75792592592592589</c:v>
                </c:pt>
                <c:pt idx="21943">
                  <c:v>0.75792592592592589</c:v>
                </c:pt>
                <c:pt idx="21944">
                  <c:v>0.75807407407407412</c:v>
                </c:pt>
                <c:pt idx="21945">
                  <c:v>0.75807407407407412</c:v>
                </c:pt>
                <c:pt idx="21946">
                  <c:v>0.75807407407407412</c:v>
                </c:pt>
                <c:pt idx="21947">
                  <c:v>0.75807407407407412</c:v>
                </c:pt>
                <c:pt idx="21948">
                  <c:v>0.75807407407407412</c:v>
                </c:pt>
                <c:pt idx="21949">
                  <c:v>0.75807407407407412</c:v>
                </c:pt>
                <c:pt idx="21950">
                  <c:v>0.75807407407407412</c:v>
                </c:pt>
                <c:pt idx="21951">
                  <c:v>0.75807407407407412</c:v>
                </c:pt>
                <c:pt idx="21952">
                  <c:v>0.75822222222222224</c:v>
                </c:pt>
                <c:pt idx="21953">
                  <c:v>0.75822222222222224</c:v>
                </c:pt>
                <c:pt idx="21954">
                  <c:v>0.75822222222222224</c:v>
                </c:pt>
                <c:pt idx="21955">
                  <c:v>0.75837037037037036</c:v>
                </c:pt>
                <c:pt idx="21956">
                  <c:v>0.75851851851851848</c:v>
                </c:pt>
                <c:pt idx="21957">
                  <c:v>0.75851851851851848</c:v>
                </c:pt>
                <c:pt idx="21958">
                  <c:v>0.75866666666666671</c:v>
                </c:pt>
                <c:pt idx="21959">
                  <c:v>0.75866666666666671</c:v>
                </c:pt>
                <c:pt idx="21960">
                  <c:v>0.75866666666666671</c:v>
                </c:pt>
                <c:pt idx="21961">
                  <c:v>0.75881481481481483</c:v>
                </c:pt>
                <c:pt idx="21962">
                  <c:v>0.75896296296296295</c:v>
                </c:pt>
                <c:pt idx="21963">
                  <c:v>0.75911111111111107</c:v>
                </c:pt>
                <c:pt idx="21964">
                  <c:v>0.7592592592592593</c:v>
                </c:pt>
                <c:pt idx="21965">
                  <c:v>0.75940740740740742</c:v>
                </c:pt>
                <c:pt idx="21966">
                  <c:v>0.75940740740740742</c:v>
                </c:pt>
                <c:pt idx="21967">
                  <c:v>0.75940740740740742</c:v>
                </c:pt>
                <c:pt idx="21968">
                  <c:v>0.75940740740740742</c:v>
                </c:pt>
                <c:pt idx="21969">
                  <c:v>0.75940740740740742</c:v>
                </c:pt>
                <c:pt idx="21970">
                  <c:v>0.75940740740740742</c:v>
                </c:pt>
                <c:pt idx="21971">
                  <c:v>0.75940740740740742</c:v>
                </c:pt>
                <c:pt idx="21972">
                  <c:v>0.75940740740740742</c:v>
                </c:pt>
                <c:pt idx="21973">
                  <c:v>0.75940740740740742</c:v>
                </c:pt>
                <c:pt idx="21974">
                  <c:v>0.75940740740740742</c:v>
                </c:pt>
                <c:pt idx="21975">
                  <c:v>0.75955555555555554</c:v>
                </c:pt>
                <c:pt idx="21976">
                  <c:v>0.75955555555555554</c:v>
                </c:pt>
                <c:pt idx="21977">
                  <c:v>0.75955555555555554</c:v>
                </c:pt>
                <c:pt idx="21978">
                  <c:v>0.75955555555555554</c:v>
                </c:pt>
                <c:pt idx="21979">
                  <c:v>0.75955555555555554</c:v>
                </c:pt>
                <c:pt idx="21980">
                  <c:v>0.75970370370370366</c:v>
                </c:pt>
                <c:pt idx="21981">
                  <c:v>0.75970370370370366</c:v>
                </c:pt>
                <c:pt idx="21982">
                  <c:v>0.75985185185185189</c:v>
                </c:pt>
                <c:pt idx="21983">
                  <c:v>0.75985185185185189</c:v>
                </c:pt>
                <c:pt idx="21984">
                  <c:v>0.75985185185185189</c:v>
                </c:pt>
                <c:pt idx="21985">
                  <c:v>0.75985185185185189</c:v>
                </c:pt>
                <c:pt idx="21986">
                  <c:v>0.75985185185185189</c:v>
                </c:pt>
                <c:pt idx="21987">
                  <c:v>0.76</c:v>
                </c:pt>
                <c:pt idx="21988">
                  <c:v>0.76</c:v>
                </c:pt>
                <c:pt idx="21989">
                  <c:v>0.76</c:v>
                </c:pt>
                <c:pt idx="21990">
                  <c:v>0.76</c:v>
                </c:pt>
                <c:pt idx="21991">
                  <c:v>0.76</c:v>
                </c:pt>
                <c:pt idx="21992">
                  <c:v>0.76</c:v>
                </c:pt>
                <c:pt idx="21993">
                  <c:v>0.76014814814814813</c:v>
                </c:pt>
                <c:pt idx="21994">
                  <c:v>0.76014814814814813</c:v>
                </c:pt>
                <c:pt idx="21995">
                  <c:v>0.76029629629629625</c:v>
                </c:pt>
                <c:pt idx="21996">
                  <c:v>0.76029629629629625</c:v>
                </c:pt>
                <c:pt idx="21997">
                  <c:v>0.76044444444444448</c:v>
                </c:pt>
                <c:pt idx="21998">
                  <c:v>0.76044444444444448</c:v>
                </c:pt>
                <c:pt idx="21999">
                  <c:v>0.7605925925925926</c:v>
                </c:pt>
                <c:pt idx="22000">
                  <c:v>0.7605925925925926</c:v>
                </c:pt>
                <c:pt idx="22001">
                  <c:v>0.7605925925925926</c:v>
                </c:pt>
                <c:pt idx="22002">
                  <c:v>0.7605925925925926</c:v>
                </c:pt>
                <c:pt idx="22003">
                  <c:v>0.76074074074074072</c:v>
                </c:pt>
                <c:pt idx="22004">
                  <c:v>0.76088888888888884</c:v>
                </c:pt>
                <c:pt idx="22005">
                  <c:v>0.76088888888888884</c:v>
                </c:pt>
                <c:pt idx="22006">
                  <c:v>0.76088888888888884</c:v>
                </c:pt>
                <c:pt idx="22007">
                  <c:v>0.76103703703703707</c:v>
                </c:pt>
                <c:pt idx="22008">
                  <c:v>0.76103703703703707</c:v>
                </c:pt>
                <c:pt idx="22009">
                  <c:v>0.76103703703703707</c:v>
                </c:pt>
                <c:pt idx="22010">
                  <c:v>0.76118518518518519</c:v>
                </c:pt>
                <c:pt idx="22011">
                  <c:v>0.76118518518518519</c:v>
                </c:pt>
                <c:pt idx="22012">
                  <c:v>0.76118518518518519</c:v>
                </c:pt>
                <c:pt idx="22013">
                  <c:v>0.76133333333333331</c:v>
                </c:pt>
                <c:pt idx="22014">
                  <c:v>0.76133333333333331</c:v>
                </c:pt>
                <c:pt idx="22015">
                  <c:v>0.76133333333333331</c:v>
                </c:pt>
                <c:pt idx="22016">
                  <c:v>0.76148148148148154</c:v>
                </c:pt>
                <c:pt idx="22017">
                  <c:v>0.76148148148148154</c:v>
                </c:pt>
                <c:pt idx="22018">
                  <c:v>0.76148148148148154</c:v>
                </c:pt>
                <c:pt idx="22019">
                  <c:v>0.76148148148148154</c:v>
                </c:pt>
                <c:pt idx="22020">
                  <c:v>0.76148148148148154</c:v>
                </c:pt>
                <c:pt idx="22021">
                  <c:v>0.76162962962962966</c:v>
                </c:pt>
                <c:pt idx="22022">
                  <c:v>0.76162962962962966</c:v>
                </c:pt>
                <c:pt idx="22023">
                  <c:v>0.76177777777777778</c:v>
                </c:pt>
                <c:pt idx="22024">
                  <c:v>0.76177777777777778</c:v>
                </c:pt>
                <c:pt idx="22025">
                  <c:v>0.76177777777777778</c:v>
                </c:pt>
                <c:pt idx="22026">
                  <c:v>0.76177777777777778</c:v>
                </c:pt>
                <c:pt idx="22027">
                  <c:v>0.76177777777777778</c:v>
                </c:pt>
                <c:pt idx="22028">
                  <c:v>0.76177777777777778</c:v>
                </c:pt>
                <c:pt idx="22029">
                  <c:v>0.76177777777777778</c:v>
                </c:pt>
                <c:pt idx="22030">
                  <c:v>0.76177777777777778</c:v>
                </c:pt>
                <c:pt idx="22031">
                  <c:v>0.7619259259259259</c:v>
                </c:pt>
                <c:pt idx="22032">
                  <c:v>0.7619259259259259</c:v>
                </c:pt>
                <c:pt idx="22033">
                  <c:v>0.76207407407407413</c:v>
                </c:pt>
                <c:pt idx="22034">
                  <c:v>0.76207407407407413</c:v>
                </c:pt>
                <c:pt idx="22035">
                  <c:v>0.76222222222222225</c:v>
                </c:pt>
                <c:pt idx="22036">
                  <c:v>0.76222222222222225</c:v>
                </c:pt>
                <c:pt idx="22037">
                  <c:v>0.76222222222222225</c:v>
                </c:pt>
                <c:pt idx="22038">
                  <c:v>0.76222222222222225</c:v>
                </c:pt>
                <c:pt idx="22039">
                  <c:v>0.76222222222222225</c:v>
                </c:pt>
                <c:pt idx="22040">
                  <c:v>0.76237037037037036</c:v>
                </c:pt>
                <c:pt idx="22041">
                  <c:v>0.76237037037037036</c:v>
                </c:pt>
                <c:pt idx="22042">
                  <c:v>0.76237037037037036</c:v>
                </c:pt>
                <c:pt idx="22043">
                  <c:v>0.76251851851851848</c:v>
                </c:pt>
                <c:pt idx="22044">
                  <c:v>0.76251851851851848</c:v>
                </c:pt>
                <c:pt idx="22045">
                  <c:v>0.76266666666666671</c:v>
                </c:pt>
                <c:pt idx="22046">
                  <c:v>0.76281481481481483</c:v>
                </c:pt>
                <c:pt idx="22047">
                  <c:v>0.76281481481481483</c:v>
                </c:pt>
                <c:pt idx="22048">
                  <c:v>0.76281481481481483</c:v>
                </c:pt>
                <c:pt idx="22049">
                  <c:v>0.76281481481481483</c:v>
                </c:pt>
                <c:pt idx="22050">
                  <c:v>0.76281481481481483</c:v>
                </c:pt>
                <c:pt idx="22051">
                  <c:v>0.76296296296296295</c:v>
                </c:pt>
                <c:pt idx="22052">
                  <c:v>0.76296296296296295</c:v>
                </c:pt>
                <c:pt idx="22053">
                  <c:v>0.76296296296296295</c:v>
                </c:pt>
                <c:pt idx="22054">
                  <c:v>0.76296296296296295</c:v>
                </c:pt>
                <c:pt idx="22055">
                  <c:v>0.76296296296296295</c:v>
                </c:pt>
                <c:pt idx="22056">
                  <c:v>0.76296296296296295</c:v>
                </c:pt>
                <c:pt idx="22057">
                  <c:v>0.76296296296296295</c:v>
                </c:pt>
                <c:pt idx="22058">
                  <c:v>0.76296296296296295</c:v>
                </c:pt>
                <c:pt idx="22059">
                  <c:v>0.76311111111111107</c:v>
                </c:pt>
                <c:pt idx="22060">
                  <c:v>0.76311111111111107</c:v>
                </c:pt>
                <c:pt idx="22061">
                  <c:v>0.76311111111111107</c:v>
                </c:pt>
                <c:pt idx="22062">
                  <c:v>0.76311111111111107</c:v>
                </c:pt>
                <c:pt idx="22063">
                  <c:v>0.76311111111111107</c:v>
                </c:pt>
                <c:pt idx="22064">
                  <c:v>0.76311111111111107</c:v>
                </c:pt>
                <c:pt idx="22065">
                  <c:v>0.76311111111111107</c:v>
                </c:pt>
                <c:pt idx="22066">
                  <c:v>0.76311111111111107</c:v>
                </c:pt>
                <c:pt idx="22067">
                  <c:v>0.7632592592592593</c:v>
                </c:pt>
                <c:pt idx="22068">
                  <c:v>0.7632592592592593</c:v>
                </c:pt>
                <c:pt idx="22069">
                  <c:v>0.7632592592592593</c:v>
                </c:pt>
                <c:pt idx="22070">
                  <c:v>0.7632592592592593</c:v>
                </c:pt>
                <c:pt idx="22071">
                  <c:v>0.7632592592592593</c:v>
                </c:pt>
                <c:pt idx="22072">
                  <c:v>0.7632592592592593</c:v>
                </c:pt>
                <c:pt idx="22073">
                  <c:v>0.7632592592592593</c:v>
                </c:pt>
                <c:pt idx="22074">
                  <c:v>0.76340740740740742</c:v>
                </c:pt>
                <c:pt idx="22075">
                  <c:v>0.76340740740740742</c:v>
                </c:pt>
                <c:pt idx="22076">
                  <c:v>0.76340740740740742</c:v>
                </c:pt>
                <c:pt idx="22077">
                  <c:v>0.76355555555555554</c:v>
                </c:pt>
                <c:pt idx="22078">
                  <c:v>0.76355555555555554</c:v>
                </c:pt>
                <c:pt idx="22079">
                  <c:v>0.76355555555555554</c:v>
                </c:pt>
                <c:pt idx="22080">
                  <c:v>0.76355555555555554</c:v>
                </c:pt>
                <c:pt idx="22081">
                  <c:v>0.76355555555555554</c:v>
                </c:pt>
                <c:pt idx="22082">
                  <c:v>0.76370370370370366</c:v>
                </c:pt>
                <c:pt idx="22083">
                  <c:v>0.76385185185185189</c:v>
                </c:pt>
                <c:pt idx="22084">
                  <c:v>0.76385185185185189</c:v>
                </c:pt>
                <c:pt idx="22085">
                  <c:v>0.76400000000000001</c:v>
                </c:pt>
                <c:pt idx="22086">
                  <c:v>0.76414814814814813</c:v>
                </c:pt>
                <c:pt idx="22087">
                  <c:v>0.76414814814814813</c:v>
                </c:pt>
                <c:pt idx="22088">
                  <c:v>0.76429629629629625</c:v>
                </c:pt>
                <c:pt idx="22089">
                  <c:v>0.76444444444444448</c:v>
                </c:pt>
                <c:pt idx="22090">
                  <c:v>0.7645925925925926</c:v>
                </c:pt>
                <c:pt idx="22091">
                  <c:v>0.76474074074074072</c:v>
                </c:pt>
                <c:pt idx="22092">
                  <c:v>0.76474074074074072</c:v>
                </c:pt>
                <c:pt idx="22093">
                  <c:v>0.76474074074074072</c:v>
                </c:pt>
                <c:pt idx="22094">
                  <c:v>0.76474074074074072</c:v>
                </c:pt>
                <c:pt idx="22095">
                  <c:v>0.76474074074074072</c:v>
                </c:pt>
                <c:pt idx="22096">
                  <c:v>0.76474074074074072</c:v>
                </c:pt>
                <c:pt idx="22097">
                  <c:v>0.76488888888888884</c:v>
                </c:pt>
                <c:pt idx="22098">
                  <c:v>0.76488888888888884</c:v>
                </c:pt>
                <c:pt idx="22099">
                  <c:v>0.76488888888888884</c:v>
                </c:pt>
                <c:pt idx="22100">
                  <c:v>0.76503703703703707</c:v>
                </c:pt>
                <c:pt idx="22101">
                  <c:v>0.76518518518518519</c:v>
                </c:pt>
                <c:pt idx="22102">
                  <c:v>0.76533333333333331</c:v>
                </c:pt>
                <c:pt idx="22103">
                  <c:v>0.76533333333333331</c:v>
                </c:pt>
                <c:pt idx="22104">
                  <c:v>0.76533333333333331</c:v>
                </c:pt>
                <c:pt idx="22105">
                  <c:v>0.76533333333333331</c:v>
                </c:pt>
                <c:pt idx="22106">
                  <c:v>0.76533333333333331</c:v>
                </c:pt>
                <c:pt idx="22107">
                  <c:v>0.76533333333333331</c:v>
                </c:pt>
                <c:pt idx="22108">
                  <c:v>0.76533333333333331</c:v>
                </c:pt>
                <c:pt idx="22109">
                  <c:v>0.76548148148148143</c:v>
                </c:pt>
                <c:pt idx="22110">
                  <c:v>0.76562962962962966</c:v>
                </c:pt>
                <c:pt idx="22111">
                  <c:v>0.76562962962962966</c:v>
                </c:pt>
                <c:pt idx="22112">
                  <c:v>0.76562962962962966</c:v>
                </c:pt>
                <c:pt idx="22113">
                  <c:v>0.76562962962962966</c:v>
                </c:pt>
                <c:pt idx="22114">
                  <c:v>0.76577777777777778</c:v>
                </c:pt>
                <c:pt idx="22115">
                  <c:v>0.7659259259259259</c:v>
                </c:pt>
                <c:pt idx="22116">
                  <c:v>0.7659259259259259</c:v>
                </c:pt>
                <c:pt idx="22117">
                  <c:v>0.76607407407407413</c:v>
                </c:pt>
                <c:pt idx="22118">
                  <c:v>0.76607407407407413</c:v>
                </c:pt>
                <c:pt idx="22119">
                  <c:v>0.76607407407407413</c:v>
                </c:pt>
                <c:pt idx="22120">
                  <c:v>0.76607407407407413</c:v>
                </c:pt>
                <c:pt idx="22121">
                  <c:v>0.76622222222222225</c:v>
                </c:pt>
                <c:pt idx="22122">
                  <c:v>0.76622222222222225</c:v>
                </c:pt>
                <c:pt idx="22123">
                  <c:v>0.76637037037037037</c:v>
                </c:pt>
                <c:pt idx="22124">
                  <c:v>0.76637037037037037</c:v>
                </c:pt>
                <c:pt idx="22125">
                  <c:v>0.76651851851851849</c:v>
                </c:pt>
                <c:pt idx="22126">
                  <c:v>0.76666666666666672</c:v>
                </c:pt>
                <c:pt idx="22127">
                  <c:v>0.76666666666666672</c:v>
                </c:pt>
                <c:pt idx="22128">
                  <c:v>0.76666666666666672</c:v>
                </c:pt>
                <c:pt idx="22129">
                  <c:v>0.76666666666666672</c:v>
                </c:pt>
                <c:pt idx="22130">
                  <c:v>0.76666666666666672</c:v>
                </c:pt>
                <c:pt idx="22131">
                  <c:v>0.76666666666666672</c:v>
                </c:pt>
                <c:pt idx="22132">
                  <c:v>0.76666666666666672</c:v>
                </c:pt>
                <c:pt idx="22133">
                  <c:v>0.76681481481481484</c:v>
                </c:pt>
                <c:pt idx="22134">
                  <c:v>0.76681481481481484</c:v>
                </c:pt>
                <c:pt idx="22135">
                  <c:v>0.76681481481481484</c:v>
                </c:pt>
                <c:pt idx="22136">
                  <c:v>0.76681481481481484</c:v>
                </c:pt>
                <c:pt idx="22137">
                  <c:v>0.76681481481481484</c:v>
                </c:pt>
                <c:pt idx="22138">
                  <c:v>0.76681481481481484</c:v>
                </c:pt>
                <c:pt idx="22139">
                  <c:v>0.76681481481481484</c:v>
                </c:pt>
                <c:pt idx="22140">
                  <c:v>0.76681481481481484</c:v>
                </c:pt>
                <c:pt idx="22141">
                  <c:v>0.76681481481481484</c:v>
                </c:pt>
                <c:pt idx="22142">
                  <c:v>0.76681481481481484</c:v>
                </c:pt>
                <c:pt idx="22143">
                  <c:v>0.76681481481481484</c:v>
                </c:pt>
                <c:pt idx="22144">
                  <c:v>0.76696296296296296</c:v>
                </c:pt>
                <c:pt idx="22145">
                  <c:v>0.76696296296296296</c:v>
                </c:pt>
                <c:pt idx="22146">
                  <c:v>0.76696296296296296</c:v>
                </c:pt>
                <c:pt idx="22147">
                  <c:v>0.76696296296296296</c:v>
                </c:pt>
                <c:pt idx="22148">
                  <c:v>0.76696296296296296</c:v>
                </c:pt>
                <c:pt idx="22149">
                  <c:v>0.76711111111111108</c:v>
                </c:pt>
                <c:pt idx="22150">
                  <c:v>0.76725925925925931</c:v>
                </c:pt>
                <c:pt idx="22151">
                  <c:v>0.76725925925925931</c:v>
                </c:pt>
                <c:pt idx="22152">
                  <c:v>0.76725925925925931</c:v>
                </c:pt>
                <c:pt idx="22153">
                  <c:v>0.76740740740740743</c:v>
                </c:pt>
                <c:pt idx="22154">
                  <c:v>0.76740740740740743</c:v>
                </c:pt>
                <c:pt idx="22155">
                  <c:v>0.76740740740740743</c:v>
                </c:pt>
                <c:pt idx="22156">
                  <c:v>0.76740740740740743</c:v>
                </c:pt>
                <c:pt idx="22157">
                  <c:v>0.76740740740740743</c:v>
                </c:pt>
                <c:pt idx="22158">
                  <c:v>0.76755555555555555</c:v>
                </c:pt>
                <c:pt idx="22159">
                  <c:v>0.76755555555555555</c:v>
                </c:pt>
                <c:pt idx="22160">
                  <c:v>0.76770370370370367</c:v>
                </c:pt>
                <c:pt idx="22161">
                  <c:v>0.76770370370370367</c:v>
                </c:pt>
                <c:pt idx="22162">
                  <c:v>0.76770370370370367</c:v>
                </c:pt>
                <c:pt idx="22163">
                  <c:v>0.76770370370370367</c:v>
                </c:pt>
                <c:pt idx="22164">
                  <c:v>0.76770370370370367</c:v>
                </c:pt>
                <c:pt idx="22165">
                  <c:v>0.76770370370370367</c:v>
                </c:pt>
                <c:pt idx="22166">
                  <c:v>0.76770370370370367</c:v>
                </c:pt>
                <c:pt idx="22167">
                  <c:v>0.7678518518518519</c:v>
                </c:pt>
                <c:pt idx="22168">
                  <c:v>0.76800000000000002</c:v>
                </c:pt>
                <c:pt idx="22169">
                  <c:v>0.76814814814814814</c:v>
                </c:pt>
                <c:pt idx="22170">
                  <c:v>0.76814814814814814</c:v>
                </c:pt>
                <c:pt idx="22171">
                  <c:v>0.76829629629629625</c:v>
                </c:pt>
                <c:pt idx="22172">
                  <c:v>0.76829629629629625</c:v>
                </c:pt>
                <c:pt idx="22173">
                  <c:v>0.76829629629629625</c:v>
                </c:pt>
                <c:pt idx="22174">
                  <c:v>0.76829629629629625</c:v>
                </c:pt>
                <c:pt idx="22175">
                  <c:v>0.76829629629629625</c:v>
                </c:pt>
                <c:pt idx="22176">
                  <c:v>0.76829629629629625</c:v>
                </c:pt>
                <c:pt idx="22177">
                  <c:v>0.76844444444444449</c:v>
                </c:pt>
                <c:pt idx="22178">
                  <c:v>0.7685925925925926</c:v>
                </c:pt>
                <c:pt idx="22179">
                  <c:v>0.7685925925925926</c:v>
                </c:pt>
                <c:pt idx="22180">
                  <c:v>0.7685925925925926</c:v>
                </c:pt>
                <c:pt idx="22181">
                  <c:v>0.7685925925925926</c:v>
                </c:pt>
                <c:pt idx="22182">
                  <c:v>0.7685925925925926</c:v>
                </c:pt>
                <c:pt idx="22183">
                  <c:v>0.76874074074074072</c:v>
                </c:pt>
                <c:pt idx="22184">
                  <c:v>0.76888888888888884</c:v>
                </c:pt>
                <c:pt idx="22185">
                  <c:v>0.76888888888888884</c:v>
                </c:pt>
                <c:pt idx="22186">
                  <c:v>0.76888888888888884</c:v>
                </c:pt>
                <c:pt idx="22187">
                  <c:v>0.76888888888888884</c:v>
                </c:pt>
                <c:pt idx="22188">
                  <c:v>0.76888888888888884</c:v>
                </c:pt>
                <c:pt idx="22189">
                  <c:v>0.76888888888888884</c:v>
                </c:pt>
                <c:pt idx="22190">
                  <c:v>0.76888888888888884</c:v>
                </c:pt>
                <c:pt idx="22191">
                  <c:v>0.76903703703703707</c:v>
                </c:pt>
                <c:pt idx="22192">
                  <c:v>0.76903703703703707</c:v>
                </c:pt>
                <c:pt idx="22193">
                  <c:v>0.76903703703703707</c:v>
                </c:pt>
                <c:pt idx="22194">
                  <c:v>0.76903703703703707</c:v>
                </c:pt>
                <c:pt idx="22195">
                  <c:v>0.76903703703703707</c:v>
                </c:pt>
                <c:pt idx="22196">
                  <c:v>0.76903703703703707</c:v>
                </c:pt>
                <c:pt idx="22197">
                  <c:v>0.76903703703703707</c:v>
                </c:pt>
                <c:pt idx="22198">
                  <c:v>0.76903703703703707</c:v>
                </c:pt>
                <c:pt idx="22199">
                  <c:v>0.76918518518518519</c:v>
                </c:pt>
                <c:pt idx="22200">
                  <c:v>0.76933333333333331</c:v>
                </c:pt>
                <c:pt idx="22201">
                  <c:v>0.76933333333333331</c:v>
                </c:pt>
                <c:pt idx="22202">
                  <c:v>0.76933333333333331</c:v>
                </c:pt>
                <c:pt idx="22203">
                  <c:v>0.76933333333333331</c:v>
                </c:pt>
                <c:pt idx="22204">
                  <c:v>0.76933333333333331</c:v>
                </c:pt>
                <c:pt idx="22205">
                  <c:v>0.76948148148148143</c:v>
                </c:pt>
                <c:pt idx="22206">
                  <c:v>0.76962962962962966</c:v>
                </c:pt>
                <c:pt idx="22207">
                  <c:v>0.76962962962962966</c:v>
                </c:pt>
                <c:pt idx="22208">
                  <c:v>0.76962962962962966</c:v>
                </c:pt>
                <c:pt idx="22209">
                  <c:v>0.76962962962962966</c:v>
                </c:pt>
                <c:pt idx="22210">
                  <c:v>0.76962962962962966</c:v>
                </c:pt>
                <c:pt idx="22211">
                  <c:v>0.76962962962962966</c:v>
                </c:pt>
                <c:pt idx="22212">
                  <c:v>0.76977777777777778</c:v>
                </c:pt>
                <c:pt idx="22213">
                  <c:v>0.76977777777777778</c:v>
                </c:pt>
                <c:pt idx="22214">
                  <c:v>0.7699259259259259</c:v>
                </c:pt>
                <c:pt idx="22215">
                  <c:v>0.7699259259259259</c:v>
                </c:pt>
                <c:pt idx="22216">
                  <c:v>0.7699259259259259</c:v>
                </c:pt>
                <c:pt idx="22217">
                  <c:v>0.77007407407407402</c:v>
                </c:pt>
                <c:pt idx="22218">
                  <c:v>0.77007407407407402</c:v>
                </c:pt>
                <c:pt idx="22219">
                  <c:v>0.77007407407407402</c:v>
                </c:pt>
                <c:pt idx="22220">
                  <c:v>0.77007407407407402</c:v>
                </c:pt>
                <c:pt idx="22221">
                  <c:v>0.77007407407407402</c:v>
                </c:pt>
                <c:pt idx="22222">
                  <c:v>0.77007407407407402</c:v>
                </c:pt>
                <c:pt idx="22223">
                  <c:v>0.77007407407407402</c:v>
                </c:pt>
                <c:pt idx="22224">
                  <c:v>0.77007407407407402</c:v>
                </c:pt>
                <c:pt idx="22225">
                  <c:v>0.77007407407407402</c:v>
                </c:pt>
                <c:pt idx="22226">
                  <c:v>0.77022222222222225</c:v>
                </c:pt>
                <c:pt idx="22227">
                  <c:v>0.77022222222222225</c:v>
                </c:pt>
                <c:pt idx="22228">
                  <c:v>0.77022222222222225</c:v>
                </c:pt>
                <c:pt idx="22229">
                  <c:v>0.77022222222222225</c:v>
                </c:pt>
                <c:pt idx="22230">
                  <c:v>0.77037037037037037</c:v>
                </c:pt>
                <c:pt idx="22231">
                  <c:v>0.77051851851851849</c:v>
                </c:pt>
                <c:pt idx="22232">
                  <c:v>0.77051851851851849</c:v>
                </c:pt>
                <c:pt idx="22233">
                  <c:v>0.77051851851851849</c:v>
                </c:pt>
                <c:pt idx="22234">
                  <c:v>0.77066666666666672</c:v>
                </c:pt>
                <c:pt idx="22235">
                  <c:v>0.77066666666666672</c:v>
                </c:pt>
                <c:pt idx="22236">
                  <c:v>0.77066666666666672</c:v>
                </c:pt>
                <c:pt idx="22237">
                  <c:v>0.77066666666666672</c:v>
                </c:pt>
                <c:pt idx="22238">
                  <c:v>0.77066666666666672</c:v>
                </c:pt>
                <c:pt idx="22239">
                  <c:v>0.77066666666666672</c:v>
                </c:pt>
                <c:pt idx="22240">
                  <c:v>0.77066666666666672</c:v>
                </c:pt>
                <c:pt idx="22241">
                  <c:v>0.77081481481481484</c:v>
                </c:pt>
                <c:pt idx="22242">
                  <c:v>0.77096296296296296</c:v>
                </c:pt>
                <c:pt idx="22243">
                  <c:v>0.77096296296296296</c:v>
                </c:pt>
                <c:pt idx="22244">
                  <c:v>0.77096296296296296</c:v>
                </c:pt>
                <c:pt idx="22245">
                  <c:v>0.77096296296296296</c:v>
                </c:pt>
                <c:pt idx="22246">
                  <c:v>0.77111111111111108</c:v>
                </c:pt>
                <c:pt idx="22247">
                  <c:v>0.77111111111111108</c:v>
                </c:pt>
                <c:pt idx="22248">
                  <c:v>0.77111111111111108</c:v>
                </c:pt>
                <c:pt idx="22249">
                  <c:v>0.77125925925925931</c:v>
                </c:pt>
                <c:pt idx="22250">
                  <c:v>0.77125925925925931</c:v>
                </c:pt>
                <c:pt idx="22251">
                  <c:v>0.77140740740740743</c:v>
                </c:pt>
                <c:pt idx="22252">
                  <c:v>0.77155555555555555</c:v>
                </c:pt>
                <c:pt idx="22253">
                  <c:v>0.77155555555555555</c:v>
                </c:pt>
                <c:pt idx="22254">
                  <c:v>0.77155555555555555</c:v>
                </c:pt>
                <c:pt idx="22255">
                  <c:v>0.77155555555555555</c:v>
                </c:pt>
                <c:pt idx="22256">
                  <c:v>0.77155555555555555</c:v>
                </c:pt>
                <c:pt idx="22257">
                  <c:v>0.77170370370370367</c:v>
                </c:pt>
                <c:pt idx="22258">
                  <c:v>0.77170370370370367</c:v>
                </c:pt>
                <c:pt idx="22259">
                  <c:v>0.7718518518518519</c:v>
                </c:pt>
                <c:pt idx="22260">
                  <c:v>0.7718518518518519</c:v>
                </c:pt>
                <c:pt idx="22261">
                  <c:v>0.77200000000000002</c:v>
                </c:pt>
                <c:pt idx="22262">
                  <c:v>0.77200000000000002</c:v>
                </c:pt>
                <c:pt idx="22263">
                  <c:v>0.77200000000000002</c:v>
                </c:pt>
                <c:pt idx="22264">
                  <c:v>0.77200000000000002</c:v>
                </c:pt>
                <c:pt idx="22265">
                  <c:v>0.77214814814814814</c:v>
                </c:pt>
                <c:pt idx="22266">
                  <c:v>0.77229629629629626</c:v>
                </c:pt>
                <c:pt idx="22267">
                  <c:v>0.77229629629629626</c:v>
                </c:pt>
                <c:pt idx="22268">
                  <c:v>0.77229629629629626</c:v>
                </c:pt>
                <c:pt idx="22269">
                  <c:v>0.77229629629629626</c:v>
                </c:pt>
                <c:pt idx="22270">
                  <c:v>0.77244444444444449</c:v>
                </c:pt>
                <c:pt idx="22271">
                  <c:v>0.77244444444444449</c:v>
                </c:pt>
                <c:pt idx="22272">
                  <c:v>0.77244444444444449</c:v>
                </c:pt>
                <c:pt idx="22273">
                  <c:v>0.77244444444444449</c:v>
                </c:pt>
                <c:pt idx="22274">
                  <c:v>0.77244444444444449</c:v>
                </c:pt>
                <c:pt idx="22275">
                  <c:v>0.77244444444444449</c:v>
                </c:pt>
                <c:pt idx="22276">
                  <c:v>0.77259259259259261</c:v>
                </c:pt>
                <c:pt idx="22277">
                  <c:v>0.77274074074074073</c:v>
                </c:pt>
                <c:pt idx="22278">
                  <c:v>0.77274074074074073</c:v>
                </c:pt>
                <c:pt idx="22279">
                  <c:v>0.77274074074074073</c:v>
                </c:pt>
                <c:pt idx="22280">
                  <c:v>0.77288888888888885</c:v>
                </c:pt>
                <c:pt idx="22281">
                  <c:v>0.77288888888888885</c:v>
                </c:pt>
                <c:pt idx="22282">
                  <c:v>0.77288888888888885</c:v>
                </c:pt>
                <c:pt idx="22283">
                  <c:v>0.77288888888888885</c:v>
                </c:pt>
                <c:pt idx="22284">
                  <c:v>0.77303703703703708</c:v>
                </c:pt>
                <c:pt idx="22285">
                  <c:v>0.7731851851851852</c:v>
                </c:pt>
                <c:pt idx="22286">
                  <c:v>0.7731851851851852</c:v>
                </c:pt>
                <c:pt idx="22287">
                  <c:v>0.7731851851851852</c:v>
                </c:pt>
                <c:pt idx="22288">
                  <c:v>0.7731851851851852</c:v>
                </c:pt>
                <c:pt idx="22289">
                  <c:v>0.77333333333333332</c:v>
                </c:pt>
                <c:pt idx="22290">
                  <c:v>0.77333333333333332</c:v>
                </c:pt>
                <c:pt idx="22291">
                  <c:v>0.77348148148148144</c:v>
                </c:pt>
                <c:pt idx="22292">
                  <c:v>0.77362962962962967</c:v>
                </c:pt>
                <c:pt idx="22293">
                  <c:v>0.77362962962962967</c:v>
                </c:pt>
                <c:pt idx="22294">
                  <c:v>0.77377777777777779</c:v>
                </c:pt>
                <c:pt idx="22295">
                  <c:v>0.77392592592592591</c:v>
                </c:pt>
                <c:pt idx="22296">
                  <c:v>0.77407407407407403</c:v>
                </c:pt>
                <c:pt idx="22297">
                  <c:v>0.77407407407407403</c:v>
                </c:pt>
                <c:pt idx="22298">
                  <c:v>0.77407407407407403</c:v>
                </c:pt>
                <c:pt idx="22299">
                  <c:v>0.77407407407407403</c:v>
                </c:pt>
                <c:pt idx="22300">
                  <c:v>0.77422222222222226</c:v>
                </c:pt>
                <c:pt idx="22301">
                  <c:v>0.77437037037037038</c:v>
                </c:pt>
                <c:pt idx="22302">
                  <c:v>0.77437037037037038</c:v>
                </c:pt>
                <c:pt idx="22303">
                  <c:v>0.77437037037037038</c:v>
                </c:pt>
                <c:pt idx="22304">
                  <c:v>0.77437037037037038</c:v>
                </c:pt>
                <c:pt idx="22305">
                  <c:v>0.77437037037037038</c:v>
                </c:pt>
                <c:pt idx="22306">
                  <c:v>0.77437037037037038</c:v>
                </c:pt>
                <c:pt idx="22307">
                  <c:v>0.7745185185185185</c:v>
                </c:pt>
                <c:pt idx="22308">
                  <c:v>0.77466666666666661</c:v>
                </c:pt>
                <c:pt idx="22309">
                  <c:v>0.77466666666666661</c:v>
                </c:pt>
                <c:pt idx="22310">
                  <c:v>0.77481481481481485</c:v>
                </c:pt>
                <c:pt idx="22311">
                  <c:v>0.77481481481481485</c:v>
                </c:pt>
                <c:pt idx="22312">
                  <c:v>0.77481481481481485</c:v>
                </c:pt>
                <c:pt idx="22313">
                  <c:v>0.77481481481481485</c:v>
                </c:pt>
                <c:pt idx="22314">
                  <c:v>0.77481481481481485</c:v>
                </c:pt>
                <c:pt idx="22315">
                  <c:v>0.77481481481481485</c:v>
                </c:pt>
                <c:pt idx="22316">
                  <c:v>0.77481481481481485</c:v>
                </c:pt>
                <c:pt idx="22317">
                  <c:v>0.77481481481481485</c:v>
                </c:pt>
                <c:pt idx="22318">
                  <c:v>0.77481481481481485</c:v>
                </c:pt>
                <c:pt idx="22319">
                  <c:v>0.77481481481481485</c:v>
                </c:pt>
                <c:pt idx="22320">
                  <c:v>0.77481481481481485</c:v>
                </c:pt>
                <c:pt idx="22321">
                  <c:v>0.77481481481481485</c:v>
                </c:pt>
                <c:pt idx="22322">
                  <c:v>0.77481481481481485</c:v>
                </c:pt>
                <c:pt idx="22323">
                  <c:v>0.77481481481481485</c:v>
                </c:pt>
                <c:pt idx="22324">
                  <c:v>0.77496296296296296</c:v>
                </c:pt>
                <c:pt idx="22325">
                  <c:v>0.77496296296296296</c:v>
                </c:pt>
                <c:pt idx="22326">
                  <c:v>0.77496296296296296</c:v>
                </c:pt>
                <c:pt idx="22327">
                  <c:v>0.77496296296296296</c:v>
                </c:pt>
                <c:pt idx="22328">
                  <c:v>0.77496296296296296</c:v>
                </c:pt>
                <c:pt idx="22329">
                  <c:v>0.77496296296296296</c:v>
                </c:pt>
                <c:pt idx="22330">
                  <c:v>0.77496296296296296</c:v>
                </c:pt>
                <c:pt idx="22331">
                  <c:v>0.77496296296296296</c:v>
                </c:pt>
                <c:pt idx="22332">
                  <c:v>0.77496296296296296</c:v>
                </c:pt>
                <c:pt idx="22333">
                  <c:v>0.77496296296296296</c:v>
                </c:pt>
                <c:pt idx="22334">
                  <c:v>0.77496296296296296</c:v>
                </c:pt>
                <c:pt idx="22335">
                  <c:v>0.77496296296296296</c:v>
                </c:pt>
                <c:pt idx="22336">
                  <c:v>0.77496296296296296</c:v>
                </c:pt>
                <c:pt idx="22337">
                  <c:v>0.77496296296296296</c:v>
                </c:pt>
                <c:pt idx="22338">
                  <c:v>0.77496296296296296</c:v>
                </c:pt>
                <c:pt idx="22339">
                  <c:v>0.77496296296296296</c:v>
                </c:pt>
                <c:pt idx="22340">
                  <c:v>0.77511111111111108</c:v>
                </c:pt>
                <c:pt idx="22341">
                  <c:v>0.77511111111111108</c:v>
                </c:pt>
                <c:pt idx="22342">
                  <c:v>0.77525925925925931</c:v>
                </c:pt>
                <c:pt idx="22343">
                  <c:v>0.77525925925925931</c:v>
                </c:pt>
                <c:pt idx="22344">
                  <c:v>0.77525925925925931</c:v>
                </c:pt>
                <c:pt idx="22345">
                  <c:v>0.77525925925925931</c:v>
                </c:pt>
                <c:pt idx="22346">
                  <c:v>0.77525925925925931</c:v>
                </c:pt>
                <c:pt idx="22347">
                  <c:v>0.77540740740740743</c:v>
                </c:pt>
                <c:pt idx="22348">
                  <c:v>0.77540740740740743</c:v>
                </c:pt>
                <c:pt idx="22349">
                  <c:v>0.77555555555555555</c:v>
                </c:pt>
                <c:pt idx="22350">
                  <c:v>0.77570370370370367</c:v>
                </c:pt>
                <c:pt idx="22351">
                  <c:v>0.77570370370370367</c:v>
                </c:pt>
                <c:pt idx="22352">
                  <c:v>0.7758518518518519</c:v>
                </c:pt>
                <c:pt idx="22353">
                  <c:v>0.7758518518518519</c:v>
                </c:pt>
                <c:pt idx="22354">
                  <c:v>0.7758518518518519</c:v>
                </c:pt>
                <c:pt idx="22355">
                  <c:v>0.7758518518518519</c:v>
                </c:pt>
                <c:pt idx="22356">
                  <c:v>0.77600000000000002</c:v>
                </c:pt>
                <c:pt idx="22357">
                  <c:v>0.77614814814814814</c:v>
                </c:pt>
                <c:pt idx="22358">
                  <c:v>0.77614814814814814</c:v>
                </c:pt>
                <c:pt idx="22359">
                  <c:v>0.77614814814814814</c:v>
                </c:pt>
                <c:pt idx="22360">
                  <c:v>0.77614814814814814</c:v>
                </c:pt>
                <c:pt idx="22361">
                  <c:v>0.77614814814814814</c:v>
                </c:pt>
                <c:pt idx="22362">
                  <c:v>0.77614814814814814</c:v>
                </c:pt>
                <c:pt idx="22363">
                  <c:v>0.77614814814814814</c:v>
                </c:pt>
                <c:pt idx="22364">
                  <c:v>0.77614814814814814</c:v>
                </c:pt>
                <c:pt idx="22365">
                  <c:v>0.77614814814814814</c:v>
                </c:pt>
                <c:pt idx="22366">
                  <c:v>0.77614814814814814</c:v>
                </c:pt>
                <c:pt idx="22367">
                  <c:v>0.77614814814814814</c:v>
                </c:pt>
                <c:pt idx="22368">
                  <c:v>0.77614814814814814</c:v>
                </c:pt>
                <c:pt idx="22369">
                  <c:v>0.77614814814814814</c:v>
                </c:pt>
                <c:pt idx="22370">
                  <c:v>0.77614814814814814</c:v>
                </c:pt>
                <c:pt idx="22371">
                  <c:v>0.77614814814814814</c:v>
                </c:pt>
                <c:pt idx="22372">
                  <c:v>0.77614814814814814</c:v>
                </c:pt>
                <c:pt idx="22373">
                  <c:v>0.77614814814814814</c:v>
                </c:pt>
                <c:pt idx="22374">
                  <c:v>0.77629629629629626</c:v>
                </c:pt>
                <c:pt idx="22375">
                  <c:v>0.77629629629629626</c:v>
                </c:pt>
                <c:pt idx="22376">
                  <c:v>0.77644444444444449</c:v>
                </c:pt>
                <c:pt idx="22377">
                  <c:v>0.77659259259259261</c:v>
                </c:pt>
                <c:pt idx="22378">
                  <c:v>0.77659259259259261</c:v>
                </c:pt>
                <c:pt idx="22379">
                  <c:v>0.77659259259259261</c:v>
                </c:pt>
                <c:pt idx="22380">
                  <c:v>0.77659259259259261</c:v>
                </c:pt>
                <c:pt idx="22381">
                  <c:v>0.77659259259259261</c:v>
                </c:pt>
                <c:pt idx="22382">
                  <c:v>0.77659259259259261</c:v>
                </c:pt>
                <c:pt idx="22383">
                  <c:v>0.77659259259259261</c:v>
                </c:pt>
                <c:pt idx="22384">
                  <c:v>0.77659259259259261</c:v>
                </c:pt>
                <c:pt idx="22385">
                  <c:v>0.77674074074074073</c:v>
                </c:pt>
                <c:pt idx="22386">
                  <c:v>0.77674074074074073</c:v>
                </c:pt>
                <c:pt idx="22387">
                  <c:v>0.77674074074074073</c:v>
                </c:pt>
                <c:pt idx="22388">
                  <c:v>0.77688888888888885</c:v>
                </c:pt>
                <c:pt idx="22389">
                  <c:v>0.77688888888888885</c:v>
                </c:pt>
                <c:pt idx="22390">
                  <c:v>0.77688888888888885</c:v>
                </c:pt>
                <c:pt idx="22391">
                  <c:v>0.77703703703703708</c:v>
                </c:pt>
                <c:pt idx="22392">
                  <c:v>0.7771851851851852</c:v>
                </c:pt>
                <c:pt idx="22393">
                  <c:v>0.7771851851851852</c:v>
                </c:pt>
                <c:pt idx="22394">
                  <c:v>0.77733333333333332</c:v>
                </c:pt>
                <c:pt idx="22395">
                  <c:v>0.77733333333333332</c:v>
                </c:pt>
                <c:pt idx="22396">
                  <c:v>0.77748148148148144</c:v>
                </c:pt>
                <c:pt idx="22397">
                  <c:v>0.77748148148148144</c:v>
                </c:pt>
                <c:pt idx="22398">
                  <c:v>0.77748148148148144</c:v>
                </c:pt>
                <c:pt idx="22399">
                  <c:v>0.77748148148148144</c:v>
                </c:pt>
                <c:pt idx="22400">
                  <c:v>0.77748148148148144</c:v>
                </c:pt>
                <c:pt idx="22401">
                  <c:v>0.77748148148148144</c:v>
                </c:pt>
                <c:pt idx="22402">
                  <c:v>0.77748148148148144</c:v>
                </c:pt>
                <c:pt idx="22403">
                  <c:v>0.77748148148148144</c:v>
                </c:pt>
                <c:pt idx="22404">
                  <c:v>0.77762962962962967</c:v>
                </c:pt>
                <c:pt idx="22405">
                  <c:v>0.77762962962962967</c:v>
                </c:pt>
                <c:pt idx="22406">
                  <c:v>0.77777777777777779</c:v>
                </c:pt>
                <c:pt idx="22407">
                  <c:v>0.77777777777777779</c:v>
                </c:pt>
                <c:pt idx="22408">
                  <c:v>0.77777777777777779</c:v>
                </c:pt>
                <c:pt idx="22409">
                  <c:v>0.77777777777777779</c:v>
                </c:pt>
                <c:pt idx="22410">
                  <c:v>0.77792592592592591</c:v>
                </c:pt>
                <c:pt idx="22411">
                  <c:v>0.77792592592592591</c:v>
                </c:pt>
                <c:pt idx="22412">
                  <c:v>0.77807407407407403</c:v>
                </c:pt>
                <c:pt idx="22413">
                  <c:v>0.77807407407407403</c:v>
                </c:pt>
                <c:pt idx="22414">
                  <c:v>0.77807407407407403</c:v>
                </c:pt>
                <c:pt idx="22415">
                  <c:v>0.77807407407407403</c:v>
                </c:pt>
                <c:pt idx="22416">
                  <c:v>0.77822222222222226</c:v>
                </c:pt>
                <c:pt idx="22417">
                  <c:v>0.77837037037037038</c:v>
                </c:pt>
                <c:pt idx="22418">
                  <c:v>0.77837037037037038</c:v>
                </c:pt>
                <c:pt idx="22419">
                  <c:v>0.77837037037037038</c:v>
                </c:pt>
                <c:pt idx="22420">
                  <c:v>0.77837037037037038</c:v>
                </c:pt>
                <c:pt idx="22421">
                  <c:v>0.77837037037037038</c:v>
                </c:pt>
                <c:pt idx="22422">
                  <c:v>0.77837037037037038</c:v>
                </c:pt>
                <c:pt idx="22423">
                  <c:v>0.77837037037037038</c:v>
                </c:pt>
                <c:pt idx="22424">
                  <c:v>0.7785185185185185</c:v>
                </c:pt>
                <c:pt idx="22425">
                  <c:v>0.77866666666666662</c:v>
                </c:pt>
                <c:pt idx="22426">
                  <c:v>0.77881481481481485</c:v>
                </c:pt>
                <c:pt idx="22427">
                  <c:v>0.77881481481481485</c:v>
                </c:pt>
                <c:pt idx="22428">
                  <c:v>0.77881481481481485</c:v>
                </c:pt>
                <c:pt idx="22429">
                  <c:v>0.77881481481481485</c:v>
                </c:pt>
                <c:pt idx="22430">
                  <c:v>0.77881481481481485</c:v>
                </c:pt>
                <c:pt idx="22431">
                  <c:v>0.77896296296296297</c:v>
                </c:pt>
                <c:pt idx="22432">
                  <c:v>0.77911111111111109</c:v>
                </c:pt>
                <c:pt idx="22433">
                  <c:v>0.77911111111111109</c:v>
                </c:pt>
                <c:pt idx="22434">
                  <c:v>0.77925925925925921</c:v>
                </c:pt>
                <c:pt idx="22435">
                  <c:v>0.77925925925925921</c:v>
                </c:pt>
                <c:pt idx="22436">
                  <c:v>0.77925925925925921</c:v>
                </c:pt>
                <c:pt idx="22437">
                  <c:v>0.77925925925925921</c:v>
                </c:pt>
                <c:pt idx="22438">
                  <c:v>0.77925925925925921</c:v>
                </c:pt>
                <c:pt idx="22439">
                  <c:v>0.77925925925925921</c:v>
                </c:pt>
                <c:pt idx="22440">
                  <c:v>0.77925925925925921</c:v>
                </c:pt>
                <c:pt idx="22441">
                  <c:v>0.77925925925925921</c:v>
                </c:pt>
                <c:pt idx="22442">
                  <c:v>0.77940740740740744</c:v>
                </c:pt>
                <c:pt idx="22443">
                  <c:v>0.77940740740740744</c:v>
                </c:pt>
                <c:pt idx="22444">
                  <c:v>0.77940740740740744</c:v>
                </c:pt>
                <c:pt idx="22445">
                  <c:v>0.77955555555555556</c:v>
                </c:pt>
                <c:pt idx="22446">
                  <c:v>0.77955555555555556</c:v>
                </c:pt>
                <c:pt idx="22447">
                  <c:v>0.77955555555555556</c:v>
                </c:pt>
                <c:pt idx="22448">
                  <c:v>0.77955555555555556</c:v>
                </c:pt>
                <c:pt idx="22449">
                  <c:v>0.77955555555555556</c:v>
                </c:pt>
                <c:pt idx="22450">
                  <c:v>0.77955555555555556</c:v>
                </c:pt>
                <c:pt idx="22451">
                  <c:v>0.77955555555555556</c:v>
                </c:pt>
                <c:pt idx="22452">
                  <c:v>0.77955555555555556</c:v>
                </c:pt>
                <c:pt idx="22453">
                  <c:v>0.77955555555555556</c:v>
                </c:pt>
                <c:pt idx="22454">
                  <c:v>0.77955555555555556</c:v>
                </c:pt>
                <c:pt idx="22455">
                  <c:v>0.77955555555555556</c:v>
                </c:pt>
                <c:pt idx="22456">
                  <c:v>0.77955555555555556</c:v>
                </c:pt>
                <c:pt idx="22457">
                  <c:v>0.77955555555555556</c:v>
                </c:pt>
                <c:pt idx="22458">
                  <c:v>0.77955555555555556</c:v>
                </c:pt>
                <c:pt idx="22459">
                  <c:v>0.77955555555555556</c:v>
                </c:pt>
                <c:pt idx="22460">
                  <c:v>0.77970370370370368</c:v>
                </c:pt>
                <c:pt idx="22461">
                  <c:v>0.77985185185185191</c:v>
                </c:pt>
                <c:pt idx="22462">
                  <c:v>0.78</c:v>
                </c:pt>
                <c:pt idx="22463">
                  <c:v>0.78</c:v>
                </c:pt>
                <c:pt idx="22464">
                  <c:v>0.78</c:v>
                </c:pt>
                <c:pt idx="22465">
                  <c:v>0.78</c:v>
                </c:pt>
                <c:pt idx="22466">
                  <c:v>0.78</c:v>
                </c:pt>
                <c:pt idx="22467">
                  <c:v>0.78</c:v>
                </c:pt>
                <c:pt idx="22468">
                  <c:v>0.78</c:v>
                </c:pt>
                <c:pt idx="22469">
                  <c:v>0.78</c:v>
                </c:pt>
                <c:pt idx="22470">
                  <c:v>0.78014814814814815</c:v>
                </c:pt>
                <c:pt idx="22471">
                  <c:v>0.78014814814814815</c:v>
                </c:pt>
                <c:pt idx="22472">
                  <c:v>0.78014814814814815</c:v>
                </c:pt>
                <c:pt idx="22473">
                  <c:v>0.78014814814814815</c:v>
                </c:pt>
                <c:pt idx="22474">
                  <c:v>0.78014814814814815</c:v>
                </c:pt>
                <c:pt idx="22475">
                  <c:v>0.78029629629629627</c:v>
                </c:pt>
                <c:pt idx="22476">
                  <c:v>0.7804444444444445</c:v>
                </c:pt>
                <c:pt idx="22477">
                  <c:v>0.78059259259259262</c:v>
                </c:pt>
                <c:pt idx="22478">
                  <c:v>0.78074074074074074</c:v>
                </c:pt>
                <c:pt idx="22479">
                  <c:v>0.78074074074074074</c:v>
                </c:pt>
                <c:pt idx="22480">
                  <c:v>0.78074074074074074</c:v>
                </c:pt>
                <c:pt idx="22481">
                  <c:v>0.78074074074074074</c:v>
                </c:pt>
                <c:pt idx="22482">
                  <c:v>0.78074074074074074</c:v>
                </c:pt>
                <c:pt idx="22483">
                  <c:v>0.78088888888888885</c:v>
                </c:pt>
                <c:pt idx="22484">
                  <c:v>0.78103703703703709</c:v>
                </c:pt>
                <c:pt idx="22485">
                  <c:v>0.7811851851851852</c:v>
                </c:pt>
                <c:pt idx="22486">
                  <c:v>0.7811851851851852</c:v>
                </c:pt>
                <c:pt idx="22487">
                  <c:v>0.7811851851851852</c:v>
                </c:pt>
                <c:pt idx="22488">
                  <c:v>0.78133333333333332</c:v>
                </c:pt>
                <c:pt idx="22489">
                  <c:v>0.78133333333333332</c:v>
                </c:pt>
                <c:pt idx="22490">
                  <c:v>0.78133333333333332</c:v>
                </c:pt>
                <c:pt idx="22491">
                  <c:v>0.78133333333333332</c:v>
                </c:pt>
                <c:pt idx="22492">
                  <c:v>0.78133333333333332</c:v>
                </c:pt>
                <c:pt idx="22493">
                  <c:v>0.78133333333333332</c:v>
                </c:pt>
                <c:pt idx="22494">
                  <c:v>0.78133333333333332</c:v>
                </c:pt>
                <c:pt idx="22495">
                  <c:v>0.78133333333333332</c:v>
                </c:pt>
                <c:pt idx="22496">
                  <c:v>0.78133333333333332</c:v>
                </c:pt>
                <c:pt idx="22497">
                  <c:v>0.78133333333333332</c:v>
                </c:pt>
                <c:pt idx="22498">
                  <c:v>0.78148148148148144</c:v>
                </c:pt>
                <c:pt idx="22499">
                  <c:v>0.78148148148148144</c:v>
                </c:pt>
                <c:pt idx="22500">
                  <c:v>0.78162962962962967</c:v>
                </c:pt>
                <c:pt idx="22501">
                  <c:v>0.78162962962962967</c:v>
                </c:pt>
                <c:pt idx="22502">
                  <c:v>0.78162962962962967</c:v>
                </c:pt>
                <c:pt idx="22503">
                  <c:v>0.78162962962962967</c:v>
                </c:pt>
                <c:pt idx="22504">
                  <c:v>0.78177777777777779</c:v>
                </c:pt>
                <c:pt idx="22505">
                  <c:v>0.78177777777777779</c:v>
                </c:pt>
                <c:pt idx="22506">
                  <c:v>0.78192592592592591</c:v>
                </c:pt>
                <c:pt idx="22507">
                  <c:v>0.78192592592592591</c:v>
                </c:pt>
                <c:pt idx="22508">
                  <c:v>0.78192592592592591</c:v>
                </c:pt>
                <c:pt idx="22509">
                  <c:v>0.78192592592592591</c:v>
                </c:pt>
                <c:pt idx="22510">
                  <c:v>0.78192592592592591</c:v>
                </c:pt>
                <c:pt idx="22511">
                  <c:v>0.78192592592592591</c:v>
                </c:pt>
                <c:pt idx="22512">
                  <c:v>0.78207407407407403</c:v>
                </c:pt>
                <c:pt idx="22513">
                  <c:v>0.78207407407407403</c:v>
                </c:pt>
                <c:pt idx="22514">
                  <c:v>0.78207407407407403</c:v>
                </c:pt>
                <c:pt idx="22515">
                  <c:v>0.78207407407407403</c:v>
                </c:pt>
                <c:pt idx="22516">
                  <c:v>0.78207407407407403</c:v>
                </c:pt>
                <c:pt idx="22517">
                  <c:v>0.78207407407407403</c:v>
                </c:pt>
                <c:pt idx="22518">
                  <c:v>0.78207407407407403</c:v>
                </c:pt>
                <c:pt idx="22519">
                  <c:v>0.78222222222222226</c:v>
                </c:pt>
                <c:pt idx="22520">
                  <c:v>0.78222222222222226</c:v>
                </c:pt>
                <c:pt idx="22521">
                  <c:v>0.78237037037037038</c:v>
                </c:pt>
                <c:pt idx="22522">
                  <c:v>0.78237037037037038</c:v>
                </c:pt>
                <c:pt idx="22523">
                  <c:v>0.78237037037037038</c:v>
                </c:pt>
                <c:pt idx="22524">
                  <c:v>0.78237037037037038</c:v>
                </c:pt>
                <c:pt idx="22525">
                  <c:v>0.78237037037037038</c:v>
                </c:pt>
                <c:pt idx="22526">
                  <c:v>0.78237037037037038</c:v>
                </c:pt>
                <c:pt idx="22527">
                  <c:v>0.7825185185185185</c:v>
                </c:pt>
                <c:pt idx="22528">
                  <c:v>0.78266666666666662</c:v>
                </c:pt>
                <c:pt idx="22529">
                  <c:v>0.78266666666666662</c:v>
                </c:pt>
                <c:pt idx="22530">
                  <c:v>0.78266666666666662</c:v>
                </c:pt>
                <c:pt idx="22531">
                  <c:v>0.78281481481481485</c:v>
                </c:pt>
                <c:pt idx="22532">
                  <c:v>0.78281481481481485</c:v>
                </c:pt>
                <c:pt idx="22533">
                  <c:v>0.78296296296296297</c:v>
                </c:pt>
                <c:pt idx="22534">
                  <c:v>0.78296296296296297</c:v>
                </c:pt>
                <c:pt idx="22535">
                  <c:v>0.78296296296296297</c:v>
                </c:pt>
                <c:pt idx="22536">
                  <c:v>0.78296296296296297</c:v>
                </c:pt>
                <c:pt idx="22537">
                  <c:v>0.78296296296296297</c:v>
                </c:pt>
                <c:pt idx="22538">
                  <c:v>0.78296296296296297</c:v>
                </c:pt>
                <c:pt idx="22539">
                  <c:v>0.78296296296296297</c:v>
                </c:pt>
                <c:pt idx="22540">
                  <c:v>0.78311111111111109</c:v>
                </c:pt>
                <c:pt idx="22541">
                  <c:v>0.78325925925925921</c:v>
                </c:pt>
                <c:pt idx="22542">
                  <c:v>0.78325925925925921</c:v>
                </c:pt>
                <c:pt idx="22543">
                  <c:v>0.78325925925925921</c:v>
                </c:pt>
                <c:pt idx="22544">
                  <c:v>0.78340740740740744</c:v>
                </c:pt>
                <c:pt idx="22545">
                  <c:v>0.78355555555555556</c:v>
                </c:pt>
                <c:pt idx="22546">
                  <c:v>0.78355555555555556</c:v>
                </c:pt>
                <c:pt idx="22547">
                  <c:v>0.78355555555555556</c:v>
                </c:pt>
                <c:pt idx="22548">
                  <c:v>0.78355555555555556</c:v>
                </c:pt>
                <c:pt idx="22549">
                  <c:v>0.78355555555555556</c:v>
                </c:pt>
                <c:pt idx="22550">
                  <c:v>0.78355555555555556</c:v>
                </c:pt>
                <c:pt idx="22551">
                  <c:v>0.78355555555555556</c:v>
                </c:pt>
                <c:pt idx="22552">
                  <c:v>0.78355555555555556</c:v>
                </c:pt>
                <c:pt idx="22553">
                  <c:v>0.78370370370370368</c:v>
                </c:pt>
                <c:pt idx="22554">
                  <c:v>0.78370370370370368</c:v>
                </c:pt>
                <c:pt idx="22555">
                  <c:v>0.78370370370370368</c:v>
                </c:pt>
                <c:pt idx="22556">
                  <c:v>0.78370370370370368</c:v>
                </c:pt>
                <c:pt idx="22557">
                  <c:v>0.78370370370370368</c:v>
                </c:pt>
                <c:pt idx="22558">
                  <c:v>0.78370370370370368</c:v>
                </c:pt>
                <c:pt idx="22559">
                  <c:v>0.78370370370370368</c:v>
                </c:pt>
                <c:pt idx="22560">
                  <c:v>0.78370370370370368</c:v>
                </c:pt>
                <c:pt idx="22561">
                  <c:v>0.78370370370370368</c:v>
                </c:pt>
                <c:pt idx="22562">
                  <c:v>0.78370370370370368</c:v>
                </c:pt>
                <c:pt idx="22563">
                  <c:v>0.78370370370370368</c:v>
                </c:pt>
                <c:pt idx="22564">
                  <c:v>0.78370370370370368</c:v>
                </c:pt>
                <c:pt idx="22565">
                  <c:v>0.78370370370370368</c:v>
                </c:pt>
                <c:pt idx="22566">
                  <c:v>0.7838518518518518</c:v>
                </c:pt>
                <c:pt idx="22567">
                  <c:v>0.78400000000000003</c:v>
                </c:pt>
                <c:pt idx="22568">
                  <c:v>0.78400000000000003</c:v>
                </c:pt>
                <c:pt idx="22569">
                  <c:v>0.78414814814814815</c:v>
                </c:pt>
                <c:pt idx="22570">
                  <c:v>0.78414814814814815</c:v>
                </c:pt>
                <c:pt idx="22571">
                  <c:v>0.78429629629629627</c:v>
                </c:pt>
                <c:pt idx="22572">
                  <c:v>0.78429629629629627</c:v>
                </c:pt>
                <c:pt idx="22573">
                  <c:v>0.7844444444444445</c:v>
                </c:pt>
                <c:pt idx="22574">
                  <c:v>0.7844444444444445</c:v>
                </c:pt>
                <c:pt idx="22575">
                  <c:v>0.7844444444444445</c:v>
                </c:pt>
                <c:pt idx="22576">
                  <c:v>0.7844444444444445</c:v>
                </c:pt>
                <c:pt idx="22577">
                  <c:v>0.7844444444444445</c:v>
                </c:pt>
                <c:pt idx="22578">
                  <c:v>0.7844444444444445</c:v>
                </c:pt>
                <c:pt idx="22579">
                  <c:v>0.7844444444444445</c:v>
                </c:pt>
                <c:pt idx="22580">
                  <c:v>0.7844444444444445</c:v>
                </c:pt>
                <c:pt idx="22581">
                  <c:v>0.7844444444444445</c:v>
                </c:pt>
                <c:pt idx="22582">
                  <c:v>0.7844444444444445</c:v>
                </c:pt>
                <c:pt idx="22583">
                  <c:v>0.7844444444444445</c:v>
                </c:pt>
                <c:pt idx="22584">
                  <c:v>0.7844444444444445</c:v>
                </c:pt>
                <c:pt idx="22585">
                  <c:v>0.7844444444444445</c:v>
                </c:pt>
                <c:pt idx="22586">
                  <c:v>0.78459259259259262</c:v>
                </c:pt>
                <c:pt idx="22587">
                  <c:v>0.78459259259259262</c:v>
                </c:pt>
                <c:pt idx="22588">
                  <c:v>0.78459259259259262</c:v>
                </c:pt>
                <c:pt idx="22589">
                  <c:v>0.78474074074074074</c:v>
                </c:pt>
                <c:pt idx="22590">
                  <c:v>0.78474074074074074</c:v>
                </c:pt>
                <c:pt idx="22591">
                  <c:v>0.78474074074074074</c:v>
                </c:pt>
                <c:pt idx="22592">
                  <c:v>0.78474074074074074</c:v>
                </c:pt>
                <c:pt idx="22593">
                  <c:v>0.78474074074074074</c:v>
                </c:pt>
                <c:pt idx="22594">
                  <c:v>0.78474074074074074</c:v>
                </c:pt>
                <c:pt idx="22595">
                  <c:v>0.78474074074074074</c:v>
                </c:pt>
                <c:pt idx="22596">
                  <c:v>0.78474074074074074</c:v>
                </c:pt>
                <c:pt idx="22597">
                  <c:v>0.78474074074074074</c:v>
                </c:pt>
                <c:pt idx="22598">
                  <c:v>0.78488888888888886</c:v>
                </c:pt>
                <c:pt idx="22599">
                  <c:v>0.78488888888888886</c:v>
                </c:pt>
                <c:pt idx="22600">
                  <c:v>0.78503703703703709</c:v>
                </c:pt>
                <c:pt idx="22601">
                  <c:v>0.78503703703703709</c:v>
                </c:pt>
                <c:pt idx="22602">
                  <c:v>0.78518518518518521</c:v>
                </c:pt>
                <c:pt idx="22603">
                  <c:v>0.78533333333333333</c:v>
                </c:pt>
                <c:pt idx="22604">
                  <c:v>0.78533333333333333</c:v>
                </c:pt>
                <c:pt idx="22605">
                  <c:v>0.78548148148148145</c:v>
                </c:pt>
                <c:pt idx="22606">
                  <c:v>0.78562962962962968</c:v>
                </c:pt>
                <c:pt idx="22607">
                  <c:v>0.78562962962962968</c:v>
                </c:pt>
                <c:pt idx="22608">
                  <c:v>0.78562962962962968</c:v>
                </c:pt>
                <c:pt idx="22609">
                  <c:v>0.78562962962962968</c:v>
                </c:pt>
                <c:pt idx="22610">
                  <c:v>0.78562962962962968</c:v>
                </c:pt>
                <c:pt idx="22611">
                  <c:v>0.78562962962962968</c:v>
                </c:pt>
                <c:pt idx="22612">
                  <c:v>0.78562962962962968</c:v>
                </c:pt>
                <c:pt idx="22613">
                  <c:v>0.7857777777777778</c:v>
                </c:pt>
                <c:pt idx="22614">
                  <c:v>0.78592592592592592</c:v>
                </c:pt>
                <c:pt idx="22615">
                  <c:v>0.78592592592592592</c:v>
                </c:pt>
                <c:pt idx="22616">
                  <c:v>0.78592592592592592</c:v>
                </c:pt>
                <c:pt idx="22617">
                  <c:v>0.78607407407407404</c:v>
                </c:pt>
                <c:pt idx="22618">
                  <c:v>0.78622222222222227</c:v>
                </c:pt>
                <c:pt idx="22619">
                  <c:v>0.78637037037037039</c:v>
                </c:pt>
                <c:pt idx="22620">
                  <c:v>0.78651851851851851</c:v>
                </c:pt>
                <c:pt idx="22621">
                  <c:v>0.78666666666666663</c:v>
                </c:pt>
                <c:pt idx="22622">
                  <c:v>0.78681481481481486</c:v>
                </c:pt>
                <c:pt idx="22623">
                  <c:v>0.78681481481481486</c:v>
                </c:pt>
                <c:pt idx="22624">
                  <c:v>0.78696296296296298</c:v>
                </c:pt>
                <c:pt idx="22625">
                  <c:v>0.78711111111111109</c:v>
                </c:pt>
                <c:pt idx="22626">
                  <c:v>0.78725925925925921</c:v>
                </c:pt>
                <c:pt idx="22627">
                  <c:v>0.78740740740740744</c:v>
                </c:pt>
                <c:pt idx="22628">
                  <c:v>0.78740740740740744</c:v>
                </c:pt>
                <c:pt idx="22629">
                  <c:v>0.78740740740740744</c:v>
                </c:pt>
                <c:pt idx="22630">
                  <c:v>0.78755555555555556</c:v>
                </c:pt>
                <c:pt idx="22631">
                  <c:v>0.78755555555555556</c:v>
                </c:pt>
                <c:pt idx="22632">
                  <c:v>0.78755555555555556</c:v>
                </c:pt>
                <c:pt idx="22633">
                  <c:v>0.78755555555555556</c:v>
                </c:pt>
                <c:pt idx="22634">
                  <c:v>0.78755555555555556</c:v>
                </c:pt>
                <c:pt idx="22635">
                  <c:v>0.78755555555555556</c:v>
                </c:pt>
                <c:pt idx="22636">
                  <c:v>0.78755555555555556</c:v>
                </c:pt>
                <c:pt idx="22637">
                  <c:v>0.78755555555555556</c:v>
                </c:pt>
                <c:pt idx="22638">
                  <c:v>0.78755555555555556</c:v>
                </c:pt>
                <c:pt idx="22639">
                  <c:v>0.78755555555555556</c:v>
                </c:pt>
                <c:pt idx="22640">
                  <c:v>0.78755555555555556</c:v>
                </c:pt>
                <c:pt idx="22641">
                  <c:v>0.78755555555555556</c:v>
                </c:pt>
                <c:pt idx="22642">
                  <c:v>0.78755555555555556</c:v>
                </c:pt>
                <c:pt idx="22643">
                  <c:v>0.78755555555555556</c:v>
                </c:pt>
                <c:pt idx="22644">
                  <c:v>0.78755555555555556</c:v>
                </c:pt>
                <c:pt idx="22645">
                  <c:v>0.78755555555555556</c:v>
                </c:pt>
                <c:pt idx="22646">
                  <c:v>0.78755555555555556</c:v>
                </c:pt>
                <c:pt idx="22647">
                  <c:v>0.78755555555555556</c:v>
                </c:pt>
                <c:pt idx="22648">
                  <c:v>0.78755555555555556</c:v>
                </c:pt>
                <c:pt idx="22649">
                  <c:v>0.78770370370370368</c:v>
                </c:pt>
                <c:pt idx="22650">
                  <c:v>0.78770370370370368</c:v>
                </c:pt>
                <c:pt idx="22651">
                  <c:v>0.78770370370370368</c:v>
                </c:pt>
                <c:pt idx="22652">
                  <c:v>0.78770370370370368</c:v>
                </c:pt>
                <c:pt idx="22653">
                  <c:v>0.7878518518518518</c:v>
                </c:pt>
                <c:pt idx="22654">
                  <c:v>0.7878518518518518</c:v>
                </c:pt>
                <c:pt idx="22655">
                  <c:v>0.7878518518518518</c:v>
                </c:pt>
                <c:pt idx="22656">
                  <c:v>0.78800000000000003</c:v>
                </c:pt>
                <c:pt idx="22657">
                  <c:v>0.78800000000000003</c:v>
                </c:pt>
                <c:pt idx="22658">
                  <c:v>0.78814814814814815</c:v>
                </c:pt>
                <c:pt idx="22659">
                  <c:v>0.78814814814814815</c:v>
                </c:pt>
                <c:pt idx="22660">
                  <c:v>0.78814814814814815</c:v>
                </c:pt>
                <c:pt idx="22661">
                  <c:v>0.78814814814814815</c:v>
                </c:pt>
                <c:pt idx="22662">
                  <c:v>0.78814814814814815</c:v>
                </c:pt>
                <c:pt idx="22663">
                  <c:v>0.78814814814814815</c:v>
                </c:pt>
                <c:pt idx="22664">
                  <c:v>0.78829629629629627</c:v>
                </c:pt>
                <c:pt idx="22665">
                  <c:v>0.78829629629629627</c:v>
                </c:pt>
                <c:pt idx="22666">
                  <c:v>0.78844444444444439</c:v>
                </c:pt>
                <c:pt idx="22667">
                  <c:v>0.78859259259259262</c:v>
                </c:pt>
                <c:pt idx="22668">
                  <c:v>0.78859259259259262</c:v>
                </c:pt>
                <c:pt idx="22669">
                  <c:v>0.78859259259259262</c:v>
                </c:pt>
                <c:pt idx="22670">
                  <c:v>0.78859259259259262</c:v>
                </c:pt>
                <c:pt idx="22671">
                  <c:v>0.78859259259259262</c:v>
                </c:pt>
                <c:pt idx="22672">
                  <c:v>0.78874074074074074</c:v>
                </c:pt>
                <c:pt idx="22673">
                  <c:v>0.78874074074074074</c:v>
                </c:pt>
                <c:pt idx="22674">
                  <c:v>0.78888888888888886</c:v>
                </c:pt>
                <c:pt idx="22675">
                  <c:v>0.78888888888888886</c:v>
                </c:pt>
                <c:pt idx="22676">
                  <c:v>0.78888888888888886</c:v>
                </c:pt>
                <c:pt idx="22677">
                  <c:v>0.78888888888888886</c:v>
                </c:pt>
                <c:pt idx="22678">
                  <c:v>0.78903703703703709</c:v>
                </c:pt>
                <c:pt idx="22679">
                  <c:v>0.78903703703703709</c:v>
                </c:pt>
                <c:pt idx="22680">
                  <c:v>0.78903703703703709</c:v>
                </c:pt>
                <c:pt idx="22681">
                  <c:v>0.78903703703703709</c:v>
                </c:pt>
                <c:pt idx="22682">
                  <c:v>0.78918518518518521</c:v>
                </c:pt>
                <c:pt idx="22683">
                  <c:v>0.78918518518518521</c:v>
                </c:pt>
                <c:pt idx="22684">
                  <c:v>0.78918518518518521</c:v>
                </c:pt>
                <c:pt idx="22685">
                  <c:v>0.78918518518518521</c:v>
                </c:pt>
                <c:pt idx="22686">
                  <c:v>0.78918518518518521</c:v>
                </c:pt>
                <c:pt idx="22687">
                  <c:v>0.78918518518518521</c:v>
                </c:pt>
                <c:pt idx="22688">
                  <c:v>0.78933333333333333</c:v>
                </c:pt>
                <c:pt idx="22689">
                  <c:v>0.78948148148148145</c:v>
                </c:pt>
                <c:pt idx="22690">
                  <c:v>0.78948148148148145</c:v>
                </c:pt>
                <c:pt idx="22691">
                  <c:v>0.78962962962962968</c:v>
                </c:pt>
                <c:pt idx="22692">
                  <c:v>0.78962962962962968</c:v>
                </c:pt>
                <c:pt idx="22693">
                  <c:v>0.7897777777777778</c:v>
                </c:pt>
                <c:pt idx="22694">
                  <c:v>0.78992592592592592</c:v>
                </c:pt>
                <c:pt idx="22695">
                  <c:v>0.79007407407407404</c:v>
                </c:pt>
                <c:pt idx="22696">
                  <c:v>0.79022222222222227</c:v>
                </c:pt>
                <c:pt idx="22697">
                  <c:v>0.79022222222222227</c:v>
                </c:pt>
                <c:pt idx="22698">
                  <c:v>0.79022222222222227</c:v>
                </c:pt>
                <c:pt idx="22699">
                  <c:v>0.79022222222222227</c:v>
                </c:pt>
                <c:pt idx="22700">
                  <c:v>0.79037037037037039</c:v>
                </c:pt>
                <c:pt idx="22701">
                  <c:v>0.79051851851851851</c:v>
                </c:pt>
                <c:pt idx="22702">
                  <c:v>0.79051851851851851</c:v>
                </c:pt>
                <c:pt idx="22703">
                  <c:v>0.79051851851851851</c:v>
                </c:pt>
                <c:pt idx="22704">
                  <c:v>0.79051851851851851</c:v>
                </c:pt>
                <c:pt idx="22705">
                  <c:v>0.79051851851851851</c:v>
                </c:pt>
                <c:pt idx="22706">
                  <c:v>0.79066666666666663</c:v>
                </c:pt>
                <c:pt idx="22707">
                  <c:v>0.79066666666666663</c:v>
                </c:pt>
                <c:pt idx="22708">
                  <c:v>0.79066666666666663</c:v>
                </c:pt>
                <c:pt idx="22709">
                  <c:v>0.79066666666666663</c:v>
                </c:pt>
                <c:pt idx="22710">
                  <c:v>0.79066666666666663</c:v>
                </c:pt>
                <c:pt idx="22711">
                  <c:v>0.79081481481481486</c:v>
                </c:pt>
                <c:pt idx="22712">
                  <c:v>0.79081481481481486</c:v>
                </c:pt>
                <c:pt idx="22713">
                  <c:v>0.79096296296296298</c:v>
                </c:pt>
                <c:pt idx="22714">
                  <c:v>0.79096296296296298</c:v>
                </c:pt>
                <c:pt idx="22715">
                  <c:v>0.79096296296296298</c:v>
                </c:pt>
                <c:pt idx="22716">
                  <c:v>0.7911111111111111</c:v>
                </c:pt>
                <c:pt idx="22717">
                  <c:v>0.7911111111111111</c:v>
                </c:pt>
                <c:pt idx="22718">
                  <c:v>0.7911111111111111</c:v>
                </c:pt>
                <c:pt idx="22719">
                  <c:v>0.7911111111111111</c:v>
                </c:pt>
                <c:pt idx="22720">
                  <c:v>0.7911111111111111</c:v>
                </c:pt>
                <c:pt idx="22721">
                  <c:v>0.7911111111111111</c:v>
                </c:pt>
                <c:pt idx="22722">
                  <c:v>0.7911111111111111</c:v>
                </c:pt>
                <c:pt idx="22723">
                  <c:v>0.79125925925925922</c:v>
                </c:pt>
                <c:pt idx="22724">
                  <c:v>0.79125925925925922</c:v>
                </c:pt>
                <c:pt idx="22725">
                  <c:v>0.79125925925925922</c:v>
                </c:pt>
                <c:pt idx="22726">
                  <c:v>0.79140740740740745</c:v>
                </c:pt>
                <c:pt idx="22727">
                  <c:v>0.79140740740740745</c:v>
                </c:pt>
                <c:pt idx="22728">
                  <c:v>0.79140740740740745</c:v>
                </c:pt>
                <c:pt idx="22729">
                  <c:v>0.79140740740740745</c:v>
                </c:pt>
                <c:pt idx="22730">
                  <c:v>0.79140740740740745</c:v>
                </c:pt>
                <c:pt idx="22731">
                  <c:v>0.79140740740740745</c:v>
                </c:pt>
                <c:pt idx="22732">
                  <c:v>0.79140740740740745</c:v>
                </c:pt>
                <c:pt idx="22733">
                  <c:v>0.79140740740740745</c:v>
                </c:pt>
                <c:pt idx="22734">
                  <c:v>0.79140740740740745</c:v>
                </c:pt>
                <c:pt idx="22735">
                  <c:v>0.79140740740740745</c:v>
                </c:pt>
                <c:pt idx="22736">
                  <c:v>0.79155555555555557</c:v>
                </c:pt>
                <c:pt idx="22737">
                  <c:v>0.79155555555555557</c:v>
                </c:pt>
                <c:pt idx="22738">
                  <c:v>0.79155555555555557</c:v>
                </c:pt>
                <c:pt idx="22739">
                  <c:v>0.79155555555555557</c:v>
                </c:pt>
                <c:pt idx="22740">
                  <c:v>0.79155555555555557</c:v>
                </c:pt>
                <c:pt idx="22741">
                  <c:v>0.79155555555555557</c:v>
                </c:pt>
                <c:pt idx="22742">
                  <c:v>0.79155555555555557</c:v>
                </c:pt>
                <c:pt idx="22743">
                  <c:v>0.79170370370370369</c:v>
                </c:pt>
                <c:pt idx="22744">
                  <c:v>0.79170370370370369</c:v>
                </c:pt>
                <c:pt idx="22745">
                  <c:v>0.79185185185185181</c:v>
                </c:pt>
                <c:pt idx="22746">
                  <c:v>0.79185185185185181</c:v>
                </c:pt>
                <c:pt idx="22747">
                  <c:v>0.79185185185185181</c:v>
                </c:pt>
                <c:pt idx="22748">
                  <c:v>0.79200000000000004</c:v>
                </c:pt>
                <c:pt idx="22749">
                  <c:v>0.79214814814814816</c:v>
                </c:pt>
                <c:pt idx="22750">
                  <c:v>0.79214814814814816</c:v>
                </c:pt>
                <c:pt idx="22751">
                  <c:v>0.79214814814814816</c:v>
                </c:pt>
                <c:pt idx="22752">
                  <c:v>0.79229629629629628</c:v>
                </c:pt>
                <c:pt idx="22753">
                  <c:v>0.79229629629629628</c:v>
                </c:pt>
                <c:pt idx="22754">
                  <c:v>0.79229629629629628</c:v>
                </c:pt>
                <c:pt idx="22755">
                  <c:v>0.79229629629629628</c:v>
                </c:pt>
                <c:pt idx="22756">
                  <c:v>0.79229629629629628</c:v>
                </c:pt>
                <c:pt idx="22757">
                  <c:v>0.79229629629629628</c:v>
                </c:pt>
                <c:pt idx="22758">
                  <c:v>0.79229629629629628</c:v>
                </c:pt>
                <c:pt idx="22759">
                  <c:v>0.79229629629629628</c:v>
                </c:pt>
                <c:pt idx="22760">
                  <c:v>0.7924444444444444</c:v>
                </c:pt>
                <c:pt idx="22761">
                  <c:v>0.7924444444444444</c:v>
                </c:pt>
                <c:pt idx="22762">
                  <c:v>0.79259259259259263</c:v>
                </c:pt>
                <c:pt idx="22763">
                  <c:v>0.79259259259259263</c:v>
                </c:pt>
                <c:pt idx="22764">
                  <c:v>0.79274074074074075</c:v>
                </c:pt>
                <c:pt idx="22765">
                  <c:v>0.79274074074074075</c:v>
                </c:pt>
                <c:pt idx="22766">
                  <c:v>0.79274074074074075</c:v>
                </c:pt>
                <c:pt idx="22767">
                  <c:v>0.79274074074074075</c:v>
                </c:pt>
                <c:pt idx="22768">
                  <c:v>0.79274074074074075</c:v>
                </c:pt>
                <c:pt idx="22769">
                  <c:v>0.79274074074074075</c:v>
                </c:pt>
                <c:pt idx="22770">
                  <c:v>0.79274074074074075</c:v>
                </c:pt>
                <c:pt idx="22771">
                  <c:v>0.79274074074074075</c:v>
                </c:pt>
                <c:pt idx="22772">
                  <c:v>0.79274074074074075</c:v>
                </c:pt>
                <c:pt idx="22773">
                  <c:v>0.79274074074074075</c:v>
                </c:pt>
                <c:pt idx="22774">
                  <c:v>0.79274074074074075</c:v>
                </c:pt>
                <c:pt idx="22775">
                  <c:v>0.79288888888888887</c:v>
                </c:pt>
                <c:pt idx="22776">
                  <c:v>0.79303703703703698</c:v>
                </c:pt>
                <c:pt idx="22777">
                  <c:v>0.79303703703703698</c:v>
                </c:pt>
                <c:pt idx="22778">
                  <c:v>0.79303703703703698</c:v>
                </c:pt>
                <c:pt idx="22779">
                  <c:v>0.79303703703703698</c:v>
                </c:pt>
                <c:pt idx="22780">
                  <c:v>0.79303703703703698</c:v>
                </c:pt>
                <c:pt idx="22781">
                  <c:v>0.79303703703703698</c:v>
                </c:pt>
                <c:pt idx="22782">
                  <c:v>0.79303703703703698</c:v>
                </c:pt>
                <c:pt idx="22783">
                  <c:v>0.79303703703703698</c:v>
                </c:pt>
                <c:pt idx="22784">
                  <c:v>0.79318518518518522</c:v>
                </c:pt>
                <c:pt idx="22785">
                  <c:v>0.79318518518518522</c:v>
                </c:pt>
                <c:pt idx="22786">
                  <c:v>0.79333333333333333</c:v>
                </c:pt>
                <c:pt idx="22787">
                  <c:v>0.79333333333333333</c:v>
                </c:pt>
                <c:pt idx="22788">
                  <c:v>0.79333333333333333</c:v>
                </c:pt>
                <c:pt idx="22789">
                  <c:v>0.79333333333333333</c:v>
                </c:pt>
                <c:pt idx="22790">
                  <c:v>0.79333333333333333</c:v>
                </c:pt>
                <c:pt idx="22791">
                  <c:v>0.79333333333333333</c:v>
                </c:pt>
                <c:pt idx="22792">
                  <c:v>0.79348148148148145</c:v>
                </c:pt>
                <c:pt idx="22793">
                  <c:v>0.79348148148148145</c:v>
                </c:pt>
                <c:pt idx="22794">
                  <c:v>0.79348148148148145</c:v>
                </c:pt>
                <c:pt idx="22795">
                  <c:v>0.79362962962962968</c:v>
                </c:pt>
                <c:pt idx="22796">
                  <c:v>0.79362962962962968</c:v>
                </c:pt>
                <c:pt idx="22797">
                  <c:v>0.79362962962962968</c:v>
                </c:pt>
                <c:pt idx="22798">
                  <c:v>0.79362962962962968</c:v>
                </c:pt>
                <c:pt idx="22799">
                  <c:v>0.7937777777777778</c:v>
                </c:pt>
                <c:pt idx="22800">
                  <c:v>0.7937777777777778</c:v>
                </c:pt>
                <c:pt idx="22801">
                  <c:v>0.7937777777777778</c:v>
                </c:pt>
                <c:pt idx="22802">
                  <c:v>0.7937777777777778</c:v>
                </c:pt>
                <c:pt idx="22803">
                  <c:v>0.7937777777777778</c:v>
                </c:pt>
                <c:pt idx="22804">
                  <c:v>0.7937777777777778</c:v>
                </c:pt>
                <c:pt idx="22805">
                  <c:v>0.7937777777777778</c:v>
                </c:pt>
                <c:pt idx="22806">
                  <c:v>0.79392592592592592</c:v>
                </c:pt>
                <c:pt idx="22807">
                  <c:v>0.79392592592592592</c:v>
                </c:pt>
                <c:pt idx="22808">
                  <c:v>0.79407407407407404</c:v>
                </c:pt>
                <c:pt idx="22809">
                  <c:v>0.79422222222222227</c:v>
                </c:pt>
                <c:pt idx="22810">
                  <c:v>0.79437037037037039</c:v>
                </c:pt>
                <c:pt idx="22811">
                  <c:v>0.79437037037037039</c:v>
                </c:pt>
                <c:pt idx="22812">
                  <c:v>0.79437037037037039</c:v>
                </c:pt>
                <c:pt idx="22813">
                  <c:v>0.79437037037037039</c:v>
                </c:pt>
                <c:pt idx="22814">
                  <c:v>0.79437037037037039</c:v>
                </c:pt>
                <c:pt idx="22815">
                  <c:v>0.79451851851851851</c:v>
                </c:pt>
                <c:pt idx="22816">
                  <c:v>0.79451851851851851</c:v>
                </c:pt>
                <c:pt idx="22817">
                  <c:v>0.79451851851851851</c:v>
                </c:pt>
                <c:pt idx="22818">
                  <c:v>0.79451851851851851</c:v>
                </c:pt>
                <c:pt idx="22819">
                  <c:v>0.79451851851851851</c:v>
                </c:pt>
                <c:pt idx="22820">
                  <c:v>0.79451851851851851</c:v>
                </c:pt>
                <c:pt idx="22821">
                  <c:v>0.79451851851851851</c:v>
                </c:pt>
                <c:pt idx="22822">
                  <c:v>0.79451851851851851</c:v>
                </c:pt>
                <c:pt idx="22823">
                  <c:v>0.79451851851851851</c:v>
                </c:pt>
                <c:pt idx="22824">
                  <c:v>0.79451851851851851</c:v>
                </c:pt>
                <c:pt idx="22825">
                  <c:v>0.79451851851851851</c:v>
                </c:pt>
                <c:pt idx="22826">
                  <c:v>0.79466666666666663</c:v>
                </c:pt>
                <c:pt idx="22827">
                  <c:v>0.79481481481481486</c:v>
                </c:pt>
                <c:pt idx="22828">
                  <c:v>0.79481481481481486</c:v>
                </c:pt>
                <c:pt idx="22829">
                  <c:v>0.79481481481481486</c:v>
                </c:pt>
                <c:pt idx="22830">
                  <c:v>0.79481481481481486</c:v>
                </c:pt>
                <c:pt idx="22831">
                  <c:v>0.79481481481481486</c:v>
                </c:pt>
                <c:pt idx="22832">
                  <c:v>0.79481481481481486</c:v>
                </c:pt>
                <c:pt idx="22833">
                  <c:v>0.79481481481481486</c:v>
                </c:pt>
                <c:pt idx="22834">
                  <c:v>0.79481481481481486</c:v>
                </c:pt>
                <c:pt idx="22835">
                  <c:v>0.79481481481481486</c:v>
                </c:pt>
                <c:pt idx="22836">
                  <c:v>0.79481481481481486</c:v>
                </c:pt>
                <c:pt idx="22837">
                  <c:v>0.79481481481481486</c:v>
                </c:pt>
                <c:pt idx="22838">
                  <c:v>0.79496296296296298</c:v>
                </c:pt>
                <c:pt idx="22839">
                  <c:v>0.7951111111111111</c:v>
                </c:pt>
                <c:pt idx="22840">
                  <c:v>0.7951111111111111</c:v>
                </c:pt>
                <c:pt idx="22841">
                  <c:v>0.7951111111111111</c:v>
                </c:pt>
                <c:pt idx="22842">
                  <c:v>0.79525925925925922</c:v>
                </c:pt>
                <c:pt idx="22843">
                  <c:v>0.79525925925925922</c:v>
                </c:pt>
                <c:pt idx="22844">
                  <c:v>0.79525925925925922</c:v>
                </c:pt>
                <c:pt idx="22845">
                  <c:v>0.79540740740740745</c:v>
                </c:pt>
                <c:pt idx="22846">
                  <c:v>0.79540740740740745</c:v>
                </c:pt>
                <c:pt idx="22847">
                  <c:v>0.79540740740740745</c:v>
                </c:pt>
                <c:pt idx="22848">
                  <c:v>0.79540740740740745</c:v>
                </c:pt>
                <c:pt idx="22849">
                  <c:v>0.79540740740740745</c:v>
                </c:pt>
                <c:pt idx="22850">
                  <c:v>0.79540740740740745</c:v>
                </c:pt>
                <c:pt idx="22851">
                  <c:v>0.79540740740740745</c:v>
                </c:pt>
                <c:pt idx="22852">
                  <c:v>0.79540740740740745</c:v>
                </c:pt>
                <c:pt idx="22853">
                  <c:v>0.79540740740740745</c:v>
                </c:pt>
                <c:pt idx="22854">
                  <c:v>0.79540740740740745</c:v>
                </c:pt>
                <c:pt idx="22855">
                  <c:v>0.79555555555555557</c:v>
                </c:pt>
                <c:pt idx="22856">
                  <c:v>0.79555555555555557</c:v>
                </c:pt>
                <c:pt idx="22857">
                  <c:v>0.79555555555555557</c:v>
                </c:pt>
                <c:pt idx="22858">
                  <c:v>0.79555555555555557</c:v>
                </c:pt>
                <c:pt idx="22859">
                  <c:v>0.79555555555555557</c:v>
                </c:pt>
                <c:pt idx="22860">
                  <c:v>0.79555555555555557</c:v>
                </c:pt>
                <c:pt idx="22861">
                  <c:v>0.79555555555555557</c:v>
                </c:pt>
                <c:pt idx="22862">
                  <c:v>0.79555555555555557</c:v>
                </c:pt>
                <c:pt idx="22863">
                  <c:v>0.79555555555555557</c:v>
                </c:pt>
                <c:pt idx="22864">
                  <c:v>0.79555555555555557</c:v>
                </c:pt>
                <c:pt idx="22865">
                  <c:v>0.79555555555555557</c:v>
                </c:pt>
                <c:pt idx="22866">
                  <c:v>0.79570370370370369</c:v>
                </c:pt>
                <c:pt idx="22867">
                  <c:v>0.79570370370370369</c:v>
                </c:pt>
                <c:pt idx="22868">
                  <c:v>0.79570370370370369</c:v>
                </c:pt>
                <c:pt idx="22869">
                  <c:v>0.79570370370370369</c:v>
                </c:pt>
                <c:pt idx="22870">
                  <c:v>0.79585185185185181</c:v>
                </c:pt>
                <c:pt idx="22871">
                  <c:v>0.79600000000000004</c:v>
                </c:pt>
                <c:pt idx="22872">
                  <c:v>0.79600000000000004</c:v>
                </c:pt>
                <c:pt idx="22873">
                  <c:v>0.79600000000000004</c:v>
                </c:pt>
                <c:pt idx="22874">
                  <c:v>0.79600000000000004</c:v>
                </c:pt>
                <c:pt idx="22875">
                  <c:v>0.79600000000000004</c:v>
                </c:pt>
                <c:pt idx="22876">
                  <c:v>0.79600000000000004</c:v>
                </c:pt>
                <c:pt idx="22877">
                  <c:v>0.79600000000000004</c:v>
                </c:pt>
                <c:pt idx="22878">
                  <c:v>0.79614814814814816</c:v>
                </c:pt>
                <c:pt idx="22879">
                  <c:v>0.79629629629629628</c:v>
                </c:pt>
                <c:pt idx="22880">
                  <c:v>0.79629629629629628</c:v>
                </c:pt>
                <c:pt idx="22881">
                  <c:v>0.79629629629629628</c:v>
                </c:pt>
                <c:pt idx="22882">
                  <c:v>0.7964444444444444</c:v>
                </c:pt>
                <c:pt idx="22883">
                  <c:v>0.7964444444444444</c:v>
                </c:pt>
                <c:pt idx="22884">
                  <c:v>0.7964444444444444</c:v>
                </c:pt>
                <c:pt idx="22885">
                  <c:v>0.7964444444444444</c:v>
                </c:pt>
                <c:pt idx="22886">
                  <c:v>0.7964444444444444</c:v>
                </c:pt>
                <c:pt idx="22887">
                  <c:v>0.7964444444444444</c:v>
                </c:pt>
                <c:pt idx="22888">
                  <c:v>0.7964444444444444</c:v>
                </c:pt>
                <c:pt idx="22889">
                  <c:v>0.7964444444444444</c:v>
                </c:pt>
                <c:pt idx="22890">
                  <c:v>0.7964444444444444</c:v>
                </c:pt>
                <c:pt idx="22891">
                  <c:v>0.7964444444444444</c:v>
                </c:pt>
                <c:pt idx="22892">
                  <c:v>0.79659259259259263</c:v>
                </c:pt>
                <c:pt idx="22893">
                  <c:v>0.79659259259259263</c:v>
                </c:pt>
                <c:pt idx="22894">
                  <c:v>0.79659259259259263</c:v>
                </c:pt>
                <c:pt idx="22895">
                  <c:v>0.79659259259259263</c:v>
                </c:pt>
                <c:pt idx="22896">
                  <c:v>0.79659259259259263</c:v>
                </c:pt>
                <c:pt idx="22897">
                  <c:v>0.79674074074074075</c:v>
                </c:pt>
                <c:pt idx="22898">
                  <c:v>0.79674074074074075</c:v>
                </c:pt>
                <c:pt idx="22899">
                  <c:v>0.79674074074074075</c:v>
                </c:pt>
                <c:pt idx="22900">
                  <c:v>0.79674074074074075</c:v>
                </c:pt>
                <c:pt idx="22901">
                  <c:v>0.79674074074074075</c:v>
                </c:pt>
                <c:pt idx="22902">
                  <c:v>0.79674074074074075</c:v>
                </c:pt>
                <c:pt idx="22903">
                  <c:v>0.79674074074074075</c:v>
                </c:pt>
                <c:pt idx="22904">
                  <c:v>0.79674074074074075</c:v>
                </c:pt>
                <c:pt idx="22905">
                  <c:v>0.79674074074074075</c:v>
                </c:pt>
                <c:pt idx="22906">
                  <c:v>0.79674074074074075</c:v>
                </c:pt>
                <c:pt idx="22907">
                  <c:v>0.79674074074074075</c:v>
                </c:pt>
                <c:pt idx="22908">
                  <c:v>0.79688888888888887</c:v>
                </c:pt>
                <c:pt idx="22909">
                  <c:v>0.79688888888888887</c:v>
                </c:pt>
                <c:pt idx="22910">
                  <c:v>0.79688888888888887</c:v>
                </c:pt>
                <c:pt idx="22911">
                  <c:v>0.79703703703703699</c:v>
                </c:pt>
                <c:pt idx="22912">
                  <c:v>0.79703703703703699</c:v>
                </c:pt>
                <c:pt idx="22913">
                  <c:v>0.79703703703703699</c:v>
                </c:pt>
                <c:pt idx="22914">
                  <c:v>0.79703703703703699</c:v>
                </c:pt>
                <c:pt idx="22915">
                  <c:v>0.79703703703703699</c:v>
                </c:pt>
                <c:pt idx="22916">
                  <c:v>0.79703703703703699</c:v>
                </c:pt>
                <c:pt idx="22917">
                  <c:v>0.79703703703703699</c:v>
                </c:pt>
                <c:pt idx="22918">
                  <c:v>0.79703703703703699</c:v>
                </c:pt>
                <c:pt idx="22919">
                  <c:v>0.79703703703703699</c:v>
                </c:pt>
                <c:pt idx="22920">
                  <c:v>0.79703703703703699</c:v>
                </c:pt>
                <c:pt idx="22921">
                  <c:v>0.79718518518518522</c:v>
                </c:pt>
                <c:pt idx="22922">
                  <c:v>0.79718518518518522</c:v>
                </c:pt>
                <c:pt idx="22923">
                  <c:v>0.79718518518518522</c:v>
                </c:pt>
                <c:pt idx="22924">
                  <c:v>0.79718518518518522</c:v>
                </c:pt>
                <c:pt idx="22925">
                  <c:v>0.79718518518518522</c:v>
                </c:pt>
                <c:pt idx="22926">
                  <c:v>0.79718518518518522</c:v>
                </c:pt>
                <c:pt idx="22927">
                  <c:v>0.79733333333333334</c:v>
                </c:pt>
                <c:pt idx="22928">
                  <c:v>0.79748148148148146</c:v>
                </c:pt>
                <c:pt idx="22929">
                  <c:v>0.79748148148148146</c:v>
                </c:pt>
                <c:pt idx="22930">
                  <c:v>0.79748148148148146</c:v>
                </c:pt>
                <c:pt idx="22931">
                  <c:v>0.79748148148148146</c:v>
                </c:pt>
                <c:pt idx="22932">
                  <c:v>0.79748148148148146</c:v>
                </c:pt>
                <c:pt idx="22933">
                  <c:v>0.79748148148148146</c:v>
                </c:pt>
                <c:pt idx="22934">
                  <c:v>0.79748148148148146</c:v>
                </c:pt>
                <c:pt idx="22935">
                  <c:v>0.79748148148148146</c:v>
                </c:pt>
                <c:pt idx="22936">
                  <c:v>0.79762962962962958</c:v>
                </c:pt>
                <c:pt idx="22937">
                  <c:v>0.79762962962962958</c:v>
                </c:pt>
                <c:pt idx="22938">
                  <c:v>0.79762962962962958</c:v>
                </c:pt>
                <c:pt idx="22939">
                  <c:v>0.79762962962962958</c:v>
                </c:pt>
                <c:pt idx="22940">
                  <c:v>0.79762962962962958</c:v>
                </c:pt>
                <c:pt idx="22941">
                  <c:v>0.79762962962962958</c:v>
                </c:pt>
                <c:pt idx="22942">
                  <c:v>0.79777777777777781</c:v>
                </c:pt>
                <c:pt idx="22943">
                  <c:v>0.79777777777777781</c:v>
                </c:pt>
                <c:pt idx="22944">
                  <c:v>0.79777777777777781</c:v>
                </c:pt>
                <c:pt idx="22945">
                  <c:v>0.79792592592592593</c:v>
                </c:pt>
                <c:pt idx="22946">
                  <c:v>0.79807407407407405</c:v>
                </c:pt>
                <c:pt idx="22947">
                  <c:v>0.79822222222222228</c:v>
                </c:pt>
                <c:pt idx="22948">
                  <c:v>0.7983703703703704</c:v>
                </c:pt>
                <c:pt idx="22949">
                  <c:v>0.7983703703703704</c:v>
                </c:pt>
                <c:pt idx="22950">
                  <c:v>0.7983703703703704</c:v>
                </c:pt>
                <c:pt idx="22951">
                  <c:v>0.7983703703703704</c:v>
                </c:pt>
                <c:pt idx="22952">
                  <c:v>0.79851851851851852</c:v>
                </c:pt>
                <c:pt idx="22953">
                  <c:v>0.79851851851851852</c:v>
                </c:pt>
                <c:pt idx="22954">
                  <c:v>0.79866666666666664</c:v>
                </c:pt>
                <c:pt idx="22955">
                  <c:v>0.79881481481481487</c:v>
                </c:pt>
                <c:pt idx="22956">
                  <c:v>0.79881481481481487</c:v>
                </c:pt>
                <c:pt idx="22957">
                  <c:v>0.79881481481481487</c:v>
                </c:pt>
                <c:pt idx="22958">
                  <c:v>0.79896296296296299</c:v>
                </c:pt>
                <c:pt idx="22959">
                  <c:v>0.79896296296296299</c:v>
                </c:pt>
                <c:pt idx="22960">
                  <c:v>0.79896296296296299</c:v>
                </c:pt>
                <c:pt idx="22961">
                  <c:v>0.79896296296296299</c:v>
                </c:pt>
                <c:pt idx="22962">
                  <c:v>0.79911111111111111</c:v>
                </c:pt>
                <c:pt idx="22963">
                  <c:v>0.79911111111111111</c:v>
                </c:pt>
                <c:pt idx="22964">
                  <c:v>0.79911111111111111</c:v>
                </c:pt>
                <c:pt idx="22965">
                  <c:v>0.79911111111111111</c:v>
                </c:pt>
                <c:pt idx="22966">
                  <c:v>0.79925925925925922</c:v>
                </c:pt>
                <c:pt idx="22967">
                  <c:v>0.79925925925925922</c:v>
                </c:pt>
                <c:pt idx="22968">
                  <c:v>0.79925925925925922</c:v>
                </c:pt>
                <c:pt idx="22969">
                  <c:v>0.79925925925925922</c:v>
                </c:pt>
                <c:pt idx="22970">
                  <c:v>0.79940740740740746</c:v>
                </c:pt>
                <c:pt idx="22971">
                  <c:v>0.79940740740740746</c:v>
                </c:pt>
                <c:pt idx="22972">
                  <c:v>0.79940740740740746</c:v>
                </c:pt>
                <c:pt idx="22973">
                  <c:v>0.79940740740740746</c:v>
                </c:pt>
                <c:pt idx="22974">
                  <c:v>0.79940740740740746</c:v>
                </c:pt>
                <c:pt idx="22975">
                  <c:v>0.79940740740740746</c:v>
                </c:pt>
                <c:pt idx="22976">
                  <c:v>0.79955555555555557</c:v>
                </c:pt>
                <c:pt idx="22977">
                  <c:v>0.79955555555555557</c:v>
                </c:pt>
                <c:pt idx="22978">
                  <c:v>0.79955555555555557</c:v>
                </c:pt>
                <c:pt idx="22979">
                  <c:v>0.79970370370370369</c:v>
                </c:pt>
                <c:pt idx="22980">
                  <c:v>0.79985185185185181</c:v>
                </c:pt>
                <c:pt idx="22981">
                  <c:v>0.79985185185185181</c:v>
                </c:pt>
                <c:pt idx="22982">
                  <c:v>0.79985185185185181</c:v>
                </c:pt>
                <c:pt idx="22983">
                  <c:v>0.79985185185185181</c:v>
                </c:pt>
                <c:pt idx="22984">
                  <c:v>0.79985185185185181</c:v>
                </c:pt>
                <c:pt idx="22985">
                  <c:v>0.8</c:v>
                </c:pt>
                <c:pt idx="22986">
                  <c:v>0.8</c:v>
                </c:pt>
                <c:pt idx="22987">
                  <c:v>0.80014814814814816</c:v>
                </c:pt>
                <c:pt idx="22988">
                  <c:v>0.80014814814814816</c:v>
                </c:pt>
                <c:pt idx="22989">
                  <c:v>0.80029629629629628</c:v>
                </c:pt>
                <c:pt idx="22990">
                  <c:v>0.8004444444444444</c:v>
                </c:pt>
                <c:pt idx="22991">
                  <c:v>0.8004444444444444</c:v>
                </c:pt>
                <c:pt idx="22992">
                  <c:v>0.8004444444444444</c:v>
                </c:pt>
                <c:pt idx="22993">
                  <c:v>0.80059259259259263</c:v>
                </c:pt>
                <c:pt idx="22994">
                  <c:v>0.80059259259259263</c:v>
                </c:pt>
                <c:pt idx="22995">
                  <c:v>0.80074074074074075</c:v>
                </c:pt>
                <c:pt idx="22996">
                  <c:v>0.80074074074074075</c:v>
                </c:pt>
                <c:pt idx="22997">
                  <c:v>0.80074074074074075</c:v>
                </c:pt>
                <c:pt idx="22998">
                  <c:v>0.80074074074074075</c:v>
                </c:pt>
                <c:pt idx="22999">
                  <c:v>0.80088888888888887</c:v>
                </c:pt>
                <c:pt idx="23000">
                  <c:v>0.80088888888888887</c:v>
                </c:pt>
                <c:pt idx="23001">
                  <c:v>0.80088888888888887</c:v>
                </c:pt>
                <c:pt idx="23002">
                  <c:v>0.80088888888888887</c:v>
                </c:pt>
                <c:pt idx="23003">
                  <c:v>0.80088888888888887</c:v>
                </c:pt>
                <c:pt idx="23004">
                  <c:v>0.80103703703703699</c:v>
                </c:pt>
                <c:pt idx="23005">
                  <c:v>0.80103703703703699</c:v>
                </c:pt>
                <c:pt idx="23006">
                  <c:v>0.80103703703703699</c:v>
                </c:pt>
                <c:pt idx="23007">
                  <c:v>0.80118518518518522</c:v>
                </c:pt>
                <c:pt idx="23008">
                  <c:v>0.80118518518518522</c:v>
                </c:pt>
                <c:pt idx="23009">
                  <c:v>0.80118518518518522</c:v>
                </c:pt>
                <c:pt idx="23010">
                  <c:v>0.80118518518518522</c:v>
                </c:pt>
                <c:pt idx="23011">
                  <c:v>0.80118518518518522</c:v>
                </c:pt>
                <c:pt idx="23012">
                  <c:v>0.80118518518518522</c:v>
                </c:pt>
                <c:pt idx="23013">
                  <c:v>0.80118518518518522</c:v>
                </c:pt>
                <c:pt idx="23014">
                  <c:v>0.80118518518518522</c:v>
                </c:pt>
                <c:pt idx="23015">
                  <c:v>0.80118518518518522</c:v>
                </c:pt>
                <c:pt idx="23016">
                  <c:v>0.80118518518518522</c:v>
                </c:pt>
                <c:pt idx="23017">
                  <c:v>0.80118518518518522</c:v>
                </c:pt>
                <c:pt idx="23018">
                  <c:v>0.80133333333333334</c:v>
                </c:pt>
                <c:pt idx="23019">
                  <c:v>0.80148148148148146</c:v>
                </c:pt>
                <c:pt idx="23020">
                  <c:v>0.80148148148148146</c:v>
                </c:pt>
                <c:pt idx="23021">
                  <c:v>0.80148148148148146</c:v>
                </c:pt>
                <c:pt idx="23022">
                  <c:v>0.80162962962962958</c:v>
                </c:pt>
                <c:pt idx="23023">
                  <c:v>0.80162962962962958</c:v>
                </c:pt>
                <c:pt idx="23024">
                  <c:v>0.80177777777777781</c:v>
                </c:pt>
                <c:pt idx="23025">
                  <c:v>0.80177777777777781</c:v>
                </c:pt>
                <c:pt idx="23026">
                  <c:v>0.80192592592592593</c:v>
                </c:pt>
                <c:pt idx="23027">
                  <c:v>0.80207407407407405</c:v>
                </c:pt>
                <c:pt idx="23028">
                  <c:v>0.80207407407407405</c:v>
                </c:pt>
                <c:pt idx="23029">
                  <c:v>0.80207407407407405</c:v>
                </c:pt>
                <c:pt idx="23030">
                  <c:v>0.80207407407407405</c:v>
                </c:pt>
                <c:pt idx="23031">
                  <c:v>0.80207407407407405</c:v>
                </c:pt>
                <c:pt idx="23032">
                  <c:v>0.80207407407407405</c:v>
                </c:pt>
                <c:pt idx="23033">
                  <c:v>0.80207407407407405</c:v>
                </c:pt>
                <c:pt idx="23034">
                  <c:v>0.80207407407407405</c:v>
                </c:pt>
                <c:pt idx="23035">
                  <c:v>0.80207407407407405</c:v>
                </c:pt>
                <c:pt idx="23036">
                  <c:v>0.80222222222222217</c:v>
                </c:pt>
                <c:pt idx="23037">
                  <c:v>0.80222222222222217</c:v>
                </c:pt>
                <c:pt idx="23038">
                  <c:v>0.80222222222222217</c:v>
                </c:pt>
                <c:pt idx="23039">
                  <c:v>0.80222222222222217</c:v>
                </c:pt>
                <c:pt idx="23040">
                  <c:v>0.8023703703703704</c:v>
                </c:pt>
                <c:pt idx="23041">
                  <c:v>0.8023703703703704</c:v>
                </c:pt>
                <c:pt idx="23042">
                  <c:v>0.8023703703703704</c:v>
                </c:pt>
                <c:pt idx="23043">
                  <c:v>0.8023703703703704</c:v>
                </c:pt>
                <c:pt idx="23044">
                  <c:v>0.8023703703703704</c:v>
                </c:pt>
                <c:pt idx="23045">
                  <c:v>0.80251851851851852</c:v>
                </c:pt>
                <c:pt idx="23046">
                  <c:v>0.80251851851851852</c:v>
                </c:pt>
                <c:pt idx="23047">
                  <c:v>0.80251851851851852</c:v>
                </c:pt>
                <c:pt idx="23048">
                  <c:v>0.80266666666666664</c:v>
                </c:pt>
                <c:pt idx="23049">
                  <c:v>0.80281481481481487</c:v>
                </c:pt>
                <c:pt idx="23050">
                  <c:v>0.80281481481481487</c:v>
                </c:pt>
                <c:pt idx="23051">
                  <c:v>0.80281481481481487</c:v>
                </c:pt>
                <c:pt idx="23052">
                  <c:v>0.80281481481481487</c:v>
                </c:pt>
                <c:pt idx="23053">
                  <c:v>0.80296296296296299</c:v>
                </c:pt>
                <c:pt idx="23054">
                  <c:v>0.80296296296296299</c:v>
                </c:pt>
                <c:pt idx="23055">
                  <c:v>0.80296296296296299</c:v>
                </c:pt>
                <c:pt idx="23056">
                  <c:v>0.80311111111111111</c:v>
                </c:pt>
                <c:pt idx="23057">
                  <c:v>0.80311111111111111</c:v>
                </c:pt>
                <c:pt idx="23058">
                  <c:v>0.80311111111111111</c:v>
                </c:pt>
                <c:pt idx="23059">
                  <c:v>0.80311111111111111</c:v>
                </c:pt>
                <c:pt idx="23060">
                  <c:v>0.80311111111111111</c:v>
                </c:pt>
                <c:pt idx="23061">
                  <c:v>0.80325925925925923</c:v>
                </c:pt>
                <c:pt idx="23062">
                  <c:v>0.80325925925925923</c:v>
                </c:pt>
                <c:pt idx="23063">
                  <c:v>0.80325925925925923</c:v>
                </c:pt>
                <c:pt idx="23064">
                  <c:v>0.80325925925925923</c:v>
                </c:pt>
                <c:pt idx="23065">
                  <c:v>0.80325925925925923</c:v>
                </c:pt>
                <c:pt idx="23066">
                  <c:v>0.80325925925925923</c:v>
                </c:pt>
                <c:pt idx="23067">
                  <c:v>0.80325925925925923</c:v>
                </c:pt>
                <c:pt idx="23068">
                  <c:v>0.80340740740740746</c:v>
                </c:pt>
                <c:pt idx="23069">
                  <c:v>0.80340740740740746</c:v>
                </c:pt>
                <c:pt idx="23070">
                  <c:v>0.80355555555555558</c:v>
                </c:pt>
                <c:pt idx="23071">
                  <c:v>0.80355555555555558</c:v>
                </c:pt>
                <c:pt idx="23072">
                  <c:v>0.80355555555555558</c:v>
                </c:pt>
                <c:pt idx="23073">
                  <c:v>0.8037037037037037</c:v>
                </c:pt>
                <c:pt idx="23074">
                  <c:v>0.8037037037037037</c:v>
                </c:pt>
                <c:pt idx="23075">
                  <c:v>0.8037037037037037</c:v>
                </c:pt>
                <c:pt idx="23076">
                  <c:v>0.8037037037037037</c:v>
                </c:pt>
                <c:pt idx="23077">
                  <c:v>0.80385185185185182</c:v>
                </c:pt>
                <c:pt idx="23078">
                  <c:v>0.80385185185185182</c:v>
                </c:pt>
                <c:pt idx="23079">
                  <c:v>0.80385185185185182</c:v>
                </c:pt>
                <c:pt idx="23080">
                  <c:v>0.80385185185185182</c:v>
                </c:pt>
                <c:pt idx="23081">
                  <c:v>0.80385185185185182</c:v>
                </c:pt>
                <c:pt idx="23082">
                  <c:v>0.80385185185185182</c:v>
                </c:pt>
                <c:pt idx="23083">
                  <c:v>0.80385185185185182</c:v>
                </c:pt>
                <c:pt idx="23084">
                  <c:v>0.80400000000000005</c:v>
                </c:pt>
                <c:pt idx="23085">
                  <c:v>0.80400000000000005</c:v>
                </c:pt>
                <c:pt idx="23086">
                  <c:v>0.80400000000000005</c:v>
                </c:pt>
                <c:pt idx="23087">
                  <c:v>0.80400000000000005</c:v>
                </c:pt>
                <c:pt idx="23088">
                  <c:v>0.80400000000000005</c:v>
                </c:pt>
                <c:pt idx="23089">
                  <c:v>0.80414814814814817</c:v>
                </c:pt>
                <c:pt idx="23090">
                  <c:v>0.80414814814814817</c:v>
                </c:pt>
                <c:pt idx="23091">
                  <c:v>0.80414814814814817</c:v>
                </c:pt>
                <c:pt idx="23092">
                  <c:v>0.80414814814814817</c:v>
                </c:pt>
                <c:pt idx="23093">
                  <c:v>0.80414814814814817</c:v>
                </c:pt>
                <c:pt idx="23094">
                  <c:v>0.80414814814814817</c:v>
                </c:pt>
                <c:pt idx="23095">
                  <c:v>0.80429629629629629</c:v>
                </c:pt>
                <c:pt idx="23096">
                  <c:v>0.80429629629629629</c:v>
                </c:pt>
                <c:pt idx="23097">
                  <c:v>0.80429629629629629</c:v>
                </c:pt>
                <c:pt idx="23098">
                  <c:v>0.80429629629629629</c:v>
                </c:pt>
                <c:pt idx="23099">
                  <c:v>0.80429629629629629</c:v>
                </c:pt>
                <c:pt idx="23100">
                  <c:v>0.80429629629629629</c:v>
                </c:pt>
                <c:pt idx="23101">
                  <c:v>0.80429629629629629</c:v>
                </c:pt>
                <c:pt idx="23102">
                  <c:v>0.80444444444444441</c:v>
                </c:pt>
                <c:pt idx="23103">
                  <c:v>0.80444444444444441</c:v>
                </c:pt>
                <c:pt idx="23104">
                  <c:v>0.80459259259259264</c:v>
                </c:pt>
                <c:pt idx="23105">
                  <c:v>0.80459259259259264</c:v>
                </c:pt>
                <c:pt idx="23106">
                  <c:v>0.80459259259259264</c:v>
                </c:pt>
                <c:pt idx="23107">
                  <c:v>0.80459259259259264</c:v>
                </c:pt>
                <c:pt idx="23108">
                  <c:v>0.80459259259259264</c:v>
                </c:pt>
                <c:pt idx="23109">
                  <c:v>0.80474074074074076</c:v>
                </c:pt>
                <c:pt idx="23110">
                  <c:v>0.80488888888888888</c:v>
                </c:pt>
                <c:pt idx="23111">
                  <c:v>0.80488888888888888</c:v>
                </c:pt>
                <c:pt idx="23112">
                  <c:v>0.80488888888888888</c:v>
                </c:pt>
                <c:pt idx="23113">
                  <c:v>0.80488888888888888</c:v>
                </c:pt>
                <c:pt idx="23114">
                  <c:v>0.80488888888888888</c:v>
                </c:pt>
                <c:pt idx="23115">
                  <c:v>0.805037037037037</c:v>
                </c:pt>
                <c:pt idx="23116">
                  <c:v>0.805037037037037</c:v>
                </c:pt>
                <c:pt idx="23117">
                  <c:v>0.80518518518518523</c:v>
                </c:pt>
                <c:pt idx="23118">
                  <c:v>0.80518518518518523</c:v>
                </c:pt>
                <c:pt idx="23119">
                  <c:v>0.80518518518518523</c:v>
                </c:pt>
                <c:pt idx="23120">
                  <c:v>0.80533333333333335</c:v>
                </c:pt>
                <c:pt idx="23121">
                  <c:v>0.80533333333333335</c:v>
                </c:pt>
                <c:pt idx="23122">
                  <c:v>0.80533333333333335</c:v>
                </c:pt>
                <c:pt idx="23123">
                  <c:v>0.80548148148148146</c:v>
                </c:pt>
                <c:pt idx="23124">
                  <c:v>0.80548148148148146</c:v>
                </c:pt>
                <c:pt idx="23125">
                  <c:v>0.80548148148148146</c:v>
                </c:pt>
                <c:pt idx="23126">
                  <c:v>0.80548148148148146</c:v>
                </c:pt>
                <c:pt idx="23127">
                  <c:v>0.80548148148148146</c:v>
                </c:pt>
                <c:pt idx="23128">
                  <c:v>0.80562962962962958</c:v>
                </c:pt>
                <c:pt idx="23129">
                  <c:v>0.80562962962962958</c:v>
                </c:pt>
                <c:pt idx="23130">
                  <c:v>0.80562962962962958</c:v>
                </c:pt>
                <c:pt idx="23131">
                  <c:v>0.80562962962962958</c:v>
                </c:pt>
                <c:pt idx="23132">
                  <c:v>0.80577777777777781</c:v>
                </c:pt>
                <c:pt idx="23133">
                  <c:v>0.80577777777777781</c:v>
                </c:pt>
                <c:pt idx="23134">
                  <c:v>0.80592592592592593</c:v>
                </c:pt>
                <c:pt idx="23135">
                  <c:v>0.80592592592592593</c:v>
                </c:pt>
                <c:pt idx="23136">
                  <c:v>0.80592592592592593</c:v>
                </c:pt>
                <c:pt idx="23137">
                  <c:v>0.80592592592592593</c:v>
                </c:pt>
                <c:pt idx="23138">
                  <c:v>0.80592592592592593</c:v>
                </c:pt>
                <c:pt idx="23139">
                  <c:v>0.80607407407407405</c:v>
                </c:pt>
                <c:pt idx="23140">
                  <c:v>0.80607407407407405</c:v>
                </c:pt>
                <c:pt idx="23141">
                  <c:v>0.80607407407407405</c:v>
                </c:pt>
                <c:pt idx="23142">
                  <c:v>0.80607407407407405</c:v>
                </c:pt>
                <c:pt idx="23143">
                  <c:v>0.80607407407407405</c:v>
                </c:pt>
                <c:pt idx="23144">
                  <c:v>0.80607407407407405</c:v>
                </c:pt>
                <c:pt idx="23145">
                  <c:v>0.80607407407407405</c:v>
                </c:pt>
                <c:pt idx="23146">
                  <c:v>0.80607407407407405</c:v>
                </c:pt>
                <c:pt idx="23147">
                  <c:v>0.80622222222222217</c:v>
                </c:pt>
                <c:pt idx="23148">
                  <c:v>0.80622222222222217</c:v>
                </c:pt>
                <c:pt idx="23149">
                  <c:v>0.80622222222222217</c:v>
                </c:pt>
                <c:pt idx="23150">
                  <c:v>0.80622222222222217</c:v>
                </c:pt>
                <c:pt idx="23151">
                  <c:v>0.80622222222222217</c:v>
                </c:pt>
                <c:pt idx="23152">
                  <c:v>0.80622222222222217</c:v>
                </c:pt>
                <c:pt idx="23153">
                  <c:v>0.80622222222222217</c:v>
                </c:pt>
                <c:pt idx="23154">
                  <c:v>0.80622222222222217</c:v>
                </c:pt>
                <c:pt idx="23155">
                  <c:v>0.80622222222222217</c:v>
                </c:pt>
                <c:pt idx="23156">
                  <c:v>0.80622222222222217</c:v>
                </c:pt>
                <c:pt idx="23157">
                  <c:v>0.8063703703703704</c:v>
                </c:pt>
                <c:pt idx="23158">
                  <c:v>0.8063703703703704</c:v>
                </c:pt>
                <c:pt idx="23159">
                  <c:v>0.80651851851851852</c:v>
                </c:pt>
                <c:pt idx="23160">
                  <c:v>0.80666666666666664</c:v>
                </c:pt>
                <c:pt idx="23161">
                  <c:v>0.80681481481481476</c:v>
                </c:pt>
                <c:pt idx="23162">
                  <c:v>0.80696296296296299</c:v>
                </c:pt>
                <c:pt idx="23163">
                  <c:v>0.80696296296296299</c:v>
                </c:pt>
                <c:pt idx="23164">
                  <c:v>0.80696296296296299</c:v>
                </c:pt>
                <c:pt idx="23165">
                  <c:v>0.80696296296296299</c:v>
                </c:pt>
                <c:pt idx="23166">
                  <c:v>0.80696296296296299</c:v>
                </c:pt>
                <c:pt idx="23167">
                  <c:v>0.80696296296296299</c:v>
                </c:pt>
                <c:pt idx="23168">
                  <c:v>0.80711111111111111</c:v>
                </c:pt>
                <c:pt idx="23169">
                  <c:v>0.80711111111111111</c:v>
                </c:pt>
                <c:pt idx="23170">
                  <c:v>0.80711111111111111</c:v>
                </c:pt>
                <c:pt idx="23171">
                  <c:v>0.80725925925925923</c:v>
                </c:pt>
                <c:pt idx="23172">
                  <c:v>0.80725925925925923</c:v>
                </c:pt>
                <c:pt idx="23173">
                  <c:v>0.80725925925925923</c:v>
                </c:pt>
                <c:pt idx="23174">
                  <c:v>0.80725925925925923</c:v>
                </c:pt>
                <c:pt idx="23175">
                  <c:v>0.80725925925925923</c:v>
                </c:pt>
                <c:pt idx="23176">
                  <c:v>0.80740740740740746</c:v>
                </c:pt>
                <c:pt idx="23177">
                  <c:v>0.80755555555555558</c:v>
                </c:pt>
                <c:pt idx="23178">
                  <c:v>0.80755555555555558</c:v>
                </c:pt>
                <c:pt idx="23179">
                  <c:v>0.8077037037037037</c:v>
                </c:pt>
                <c:pt idx="23180">
                  <c:v>0.8077037037037037</c:v>
                </c:pt>
                <c:pt idx="23181">
                  <c:v>0.8077037037037037</c:v>
                </c:pt>
                <c:pt idx="23182">
                  <c:v>0.80785185185185182</c:v>
                </c:pt>
                <c:pt idx="23183">
                  <c:v>0.80785185185185182</c:v>
                </c:pt>
                <c:pt idx="23184">
                  <c:v>0.80800000000000005</c:v>
                </c:pt>
                <c:pt idx="23185">
                  <c:v>0.80814814814814817</c:v>
                </c:pt>
                <c:pt idx="23186">
                  <c:v>0.80814814814814817</c:v>
                </c:pt>
                <c:pt idx="23187">
                  <c:v>0.80814814814814817</c:v>
                </c:pt>
                <c:pt idx="23188">
                  <c:v>0.80814814814814817</c:v>
                </c:pt>
                <c:pt idx="23189">
                  <c:v>0.80829629629629629</c:v>
                </c:pt>
                <c:pt idx="23190">
                  <c:v>0.80844444444444441</c:v>
                </c:pt>
                <c:pt idx="23191">
                  <c:v>0.80844444444444441</c:v>
                </c:pt>
                <c:pt idx="23192">
                  <c:v>0.80844444444444441</c:v>
                </c:pt>
                <c:pt idx="23193">
                  <c:v>0.80844444444444441</c:v>
                </c:pt>
                <c:pt idx="23194">
                  <c:v>0.80844444444444441</c:v>
                </c:pt>
                <c:pt idx="23195">
                  <c:v>0.80859259259259264</c:v>
                </c:pt>
                <c:pt idx="23196">
                  <c:v>0.80859259259259264</c:v>
                </c:pt>
                <c:pt idx="23197">
                  <c:v>0.80874074074074076</c:v>
                </c:pt>
                <c:pt idx="23198">
                  <c:v>0.80874074074074076</c:v>
                </c:pt>
                <c:pt idx="23199">
                  <c:v>0.80888888888888888</c:v>
                </c:pt>
                <c:pt idx="23200">
                  <c:v>0.809037037037037</c:v>
                </c:pt>
                <c:pt idx="23201">
                  <c:v>0.809037037037037</c:v>
                </c:pt>
                <c:pt idx="23202">
                  <c:v>0.809037037037037</c:v>
                </c:pt>
                <c:pt idx="23203">
                  <c:v>0.80918518518518523</c:v>
                </c:pt>
                <c:pt idx="23204">
                  <c:v>0.80933333333333335</c:v>
                </c:pt>
                <c:pt idx="23205">
                  <c:v>0.80948148148148147</c:v>
                </c:pt>
                <c:pt idx="23206">
                  <c:v>0.80962962962962959</c:v>
                </c:pt>
                <c:pt idx="23207">
                  <c:v>0.80962962962962959</c:v>
                </c:pt>
                <c:pt idx="23208">
                  <c:v>0.80977777777777782</c:v>
                </c:pt>
                <c:pt idx="23209">
                  <c:v>0.80992592592592594</c:v>
                </c:pt>
                <c:pt idx="23210">
                  <c:v>0.80992592592592594</c:v>
                </c:pt>
                <c:pt idx="23211">
                  <c:v>0.80992592592592594</c:v>
                </c:pt>
                <c:pt idx="23212">
                  <c:v>0.81007407407407406</c:v>
                </c:pt>
                <c:pt idx="23213">
                  <c:v>0.81022222222222218</c:v>
                </c:pt>
                <c:pt idx="23214">
                  <c:v>0.81022222222222218</c:v>
                </c:pt>
                <c:pt idx="23215">
                  <c:v>0.81022222222222218</c:v>
                </c:pt>
                <c:pt idx="23216">
                  <c:v>0.81022222222222218</c:v>
                </c:pt>
                <c:pt idx="23217">
                  <c:v>0.81037037037037041</c:v>
                </c:pt>
                <c:pt idx="23218">
                  <c:v>0.81037037037037041</c:v>
                </c:pt>
                <c:pt idx="23219">
                  <c:v>0.81037037037037041</c:v>
                </c:pt>
                <c:pt idx="23220">
                  <c:v>0.81037037037037041</c:v>
                </c:pt>
                <c:pt idx="23221">
                  <c:v>0.81037037037037041</c:v>
                </c:pt>
                <c:pt idx="23222">
                  <c:v>0.81051851851851853</c:v>
                </c:pt>
                <c:pt idx="23223">
                  <c:v>0.81051851851851853</c:v>
                </c:pt>
                <c:pt idx="23224">
                  <c:v>0.81051851851851853</c:v>
                </c:pt>
                <c:pt idx="23225">
                  <c:v>0.81051851851851853</c:v>
                </c:pt>
                <c:pt idx="23226">
                  <c:v>0.81066666666666665</c:v>
                </c:pt>
                <c:pt idx="23227">
                  <c:v>0.81081481481481477</c:v>
                </c:pt>
                <c:pt idx="23228">
                  <c:v>0.81081481481481477</c:v>
                </c:pt>
                <c:pt idx="23229">
                  <c:v>0.810962962962963</c:v>
                </c:pt>
                <c:pt idx="23230">
                  <c:v>0.810962962962963</c:v>
                </c:pt>
                <c:pt idx="23231">
                  <c:v>0.810962962962963</c:v>
                </c:pt>
                <c:pt idx="23232">
                  <c:v>0.81111111111111112</c:v>
                </c:pt>
                <c:pt idx="23233">
                  <c:v>0.81111111111111112</c:v>
                </c:pt>
                <c:pt idx="23234">
                  <c:v>0.81111111111111112</c:v>
                </c:pt>
                <c:pt idx="23235">
                  <c:v>0.81111111111111112</c:v>
                </c:pt>
                <c:pt idx="23236">
                  <c:v>0.81111111111111112</c:v>
                </c:pt>
                <c:pt idx="23237">
                  <c:v>0.81111111111111112</c:v>
                </c:pt>
                <c:pt idx="23238">
                  <c:v>0.81111111111111112</c:v>
                </c:pt>
                <c:pt idx="23239">
                  <c:v>0.81111111111111112</c:v>
                </c:pt>
                <c:pt idx="23240">
                  <c:v>0.81125925925925924</c:v>
                </c:pt>
                <c:pt idx="23241">
                  <c:v>0.81125925925925924</c:v>
                </c:pt>
                <c:pt idx="23242">
                  <c:v>0.81125925925925924</c:v>
                </c:pt>
                <c:pt idx="23243">
                  <c:v>0.81125925925925924</c:v>
                </c:pt>
                <c:pt idx="23244">
                  <c:v>0.81125925925925924</c:v>
                </c:pt>
                <c:pt idx="23245">
                  <c:v>0.81125925925925924</c:v>
                </c:pt>
                <c:pt idx="23246">
                  <c:v>0.81125925925925924</c:v>
                </c:pt>
                <c:pt idx="23247">
                  <c:v>0.81125925925925924</c:v>
                </c:pt>
                <c:pt idx="23248">
                  <c:v>0.81125925925925924</c:v>
                </c:pt>
                <c:pt idx="23249">
                  <c:v>0.81125925925925924</c:v>
                </c:pt>
                <c:pt idx="23250">
                  <c:v>0.81125925925925924</c:v>
                </c:pt>
                <c:pt idx="23251">
                  <c:v>0.81125925925925924</c:v>
                </c:pt>
                <c:pt idx="23252">
                  <c:v>0.81125925925925924</c:v>
                </c:pt>
                <c:pt idx="23253">
                  <c:v>0.81125925925925924</c:v>
                </c:pt>
                <c:pt idx="23254">
                  <c:v>0.81125925925925924</c:v>
                </c:pt>
                <c:pt idx="23255">
                  <c:v>0.81125925925925924</c:v>
                </c:pt>
                <c:pt idx="23256">
                  <c:v>0.81125925925925924</c:v>
                </c:pt>
                <c:pt idx="23257">
                  <c:v>0.81125925925925924</c:v>
                </c:pt>
                <c:pt idx="23258">
                  <c:v>0.81140740740740736</c:v>
                </c:pt>
                <c:pt idx="23259">
                  <c:v>0.81140740740740736</c:v>
                </c:pt>
                <c:pt idx="23260">
                  <c:v>0.81155555555555559</c:v>
                </c:pt>
                <c:pt idx="23261">
                  <c:v>0.81155555555555559</c:v>
                </c:pt>
                <c:pt idx="23262">
                  <c:v>0.81155555555555559</c:v>
                </c:pt>
                <c:pt idx="23263">
                  <c:v>0.81155555555555559</c:v>
                </c:pt>
                <c:pt idx="23264">
                  <c:v>0.81155555555555559</c:v>
                </c:pt>
                <c:pt idx="23265">
                  <c:v>0.81155555555555559</c:v>
                </c:pt>
                <c:pt idx="23266">
                  <c:v>0.81155555555555559</c:v>
                </c:pt>
                <c:pt idx="23267">
                  <c:v>0.81170370370370371</c:v>
                </c:pt>
                <c:pt idx="23268">
                  <c:v>0.81185185185185182</c:v>
                </c:pt>
                <c:pt idx="23269">
                  <c:v>0.81185185185185182</c:v>
                </c:pt>
                <c:pt idx="23270">
                  <c:v>0.81200000000000006</c:v>
                </c:pt>
                <c:pt idx="23271">
                  <c:v>0.81214814814814817</c:v>
                </c:pt>
                <c:pt idx="23272">
                  <c:v>0.81229629629629629</c:v>
                </c:pt>
                <c:pt idx="23273">
                  <c:v>0.81244444444444441</c:v>
                </c:pt>
                <c:pt idx="23274">
                  <c:v>0.81244444444444441</c:v>
                </c:pt>
                <c:pt idx="23275">
                  <c:v>0.81244444444444441</c:v>
                </c:pt>
                <c:pt idx="23276">
                  <c:v>0.81244444444444441</c:v>
                </c:pt>
                <c:pt idx="23277">
                  <c:v>0.81244444444444441</c:v>
                </c:pt>
                <c:pt idx="23278">
                  <c:v>0.81244444444444441</c:v>
                </c:pt>
                <c:pt idx="23279">
                  <c:v>0.81244444444444441</c:v>
                </c:pt>
                <c:pt idx="23280">
                  <c:v>0.81244444444444441</c:v>
                </c:pt>
                <c:pt idx="23281">
                  <c:v>0.81244444444444441</c:v>
                </c:pt>
                <c:pt idx="23282">
                  <c:v>0.81244444444444441</c:v>
                </c:pt>
                <c:pt idx="23283">
                  <c:v>0.81244444444444441</c:v>
                </c:pt>
                <c:pt idx="23284">
                  <c:v>0.81259259259259264</c:v>
                </c:pt>
                <c:pt idx="23285">
                  <c:v>0.81274074074074076</c:v>
                </c:pt>
                <c:pt idx="23286">
                  <c:v>0.81274074074074076</c:v>
                </c:pt>
                <c:pt idx="23287">
                  <c:v>0.81288888888888888</c:v>
                </c:pt>
                <c:pt idx="23288">
                  <c:v>0.81288888888888888</c:v>
                </c:pt>
                <c:pt idx="23289">
                  <c:v>0.81288888888888888</c:v>
                </c:pt>
                <c:pt idx="23290">
                  <c:v>0.813037037037037</c:v>
                </c:pt>
                <c:pt idx="23291">
                  <c:v>0.813037037037037</c:v>
                </c:pt>
                <c:pt idx="23292">
                  <c:v>0.813037037037037</c:v>
                </c:pt>
                <c:pt idx="23293">
                  <c:v>0.813037037037037</c:v>
                </c:pt>
                <c:pt idx="23294">
                  <c:v>0.813037037037037</c:v>
                </c:pt>
                <c:pt idx="23295">
                  <c:v>0.81318518518518523</c:v>
                </c:pt>
                <c:pt idx="23296">
                  <c:v>0.81318518518518523</c:v>
                </c:pt>
                <c:pt idx="23297">
                  <c:v>0.81333333333333335</c:v>
                </c:pt>
                <c:pt idx="23298">
                  <c:v>0.81333333333333335</c:v>
                </c:pt>
                <c:pt idx="23299">
                  <c:v>0.81333333333333335</c:v>
                </c:pt>
                <c:pt idx="23300">
                  <c:v>0.81333333333333335</c:v>
                </c:pt>
                <c:pt idx="23301">
                  <c:v>0.81333333333333335</c:v>
                </c:pt>
                <c:pt idx="23302">
                  <c:v>0.81348148148148147</c:v>
                </c:pt>
                <c:pt idx="23303">
                  <c:v>0.81348148148148147</c:v>
                </c:pt>
                <c:pt idx="23304">
                  <c:v>0.81362962962962959</c:v>
                </c:pt>
                <c:pt idx="23305">
                  <c:v>0.81362962962962959</c:v>
                </c:pt>
                <c:pt idx="23306">
                  <c:v>0.81377777777777782</c:v>
                </c:pt>
                <c:pt idx="23307">
                  <c:v>0.81377777777777782</c:v>
                </c:pt>
                <c:pt idx="23308">
                  <c:v>0.81377777777777782</c:v>
                </c:pt>
                <c:pt idx="23309">
                  <c:v>0.81377777777777782</c:v>
                </c:pt>
                <c:pt idx="23310">
                  <c:v>0.81377777777777782</c:v>
                </c:pt>
                <c:pt idx="23311">
                  <c:v>0.81377777777777782</c:v>
                </c:pt>
                <c:pt idx="23312">
                  <c:v>0.81377777777777782</c:v>
                </c:pt>
                <c:pt idx="23313">
                  <c:v>0.81377777777777782</c:v>
                </c:pt>
                <c:pt idx="23314">
                  <c:v>0.81377777777777782</c:v>
                </c:pt>
                <c:pt idx="23315">
                  <c:v>0.81377777777777782</c:v>
                </c:pt>
                <c:pt idx="23316">
                  <c:v>0.81392592592592594</c:v>
                </c:pt>
                <c:pt idx="23317">
                  <c:v>0.81392592592592594</c:v>
                </c:pt>
                <c:pt idx="23318">
                  <c:v>0.81392592592592594</c:v>
                </c:pt>
                <c:pt idx="23319">
                  <c:v>0.81407407407407406</c:v>
                </c:pt>
                <c:pt idx="23320">
                  <c:v>0.81407407407407406</c:v>
                </c:pt>
                <c:pt idx="23321">
                  <c:v>0.81407407407407406</c:v>
                </c:pt>
                <c:pt idx="23322">
                  <c:v>0.81422222222222218</c:v>
                </c:pt>
                <c:pt idx="23323">
                  <c:v>0.81422222222222218</c:v>
                </c:pt>
                <c:pt idx="23324">
                  <c:v>0.81422222222222218</c:v>
                </c:pt>
                <c:pt idx="23325">
                  <c:v>0.81437037037037041</c:v>
                </c:pt>
                <c:pt idx="23326">
                  <c:v>0.81437037037037041</c:v>
                </c:pt>
                <c:pt idx="23327">
                  <c:v>0.81437037037037041</c:v>
                </c:pt>
                <c:pt idx="23328">
                  <c:v>0.81437037037037041</c:v>
                </c:pt>
                <c:pt idx="23329">
                  <c:v>0.81437037037037041</c:v>
                </c:pt>
                <c:pt idx="23330">
                  <c:v>0.81451851851851853</c:v>
                </c:pt>
                <c:pt idx="23331">
                  <c:v>0.81451851851851853</c:v>
                </c:pt>
                <c:pt idx="23332">
                  <c:v>0.81451851851851853</c:v>
                </c:pt>
                <c:pt idx="23333">
                  <c:v>0.81466666666666665</c:v>
                </c:pt>
                <c:pt idx="23334">
                  <c:v>0.81466666666666665</c:v>
                </c:pt>
                <c:pt idx="23335">
                  <c:v>0.81466666666666665</c:v>
                </c:pt>
                <c:pt idx="23336">
                  <c:v>0.81466666666666665</c:v>
                </c:pt>
                <c:pt idx="23337">
                  <c:v>0.81466666666666665</c:v>
                </c:pt>
                <c:pt idx="23338">
                  <c:v>0.81481481481481477</c:v>
                </c:pt>
                <c:pt idx="23339">
                  <c:v>0.81481481481481477</c:v>
                </c:pt>
                <c:pt idx="23340">
                  <c:v>0.81481481481481477</c:v>
                </c:pt>
                <c:pt idx="23341">
                  <c:v>0.81481481481481477</c:v>
                </c:pt>
                <c:pt idx="23342">
                  <c:v>0.814962962962963</c:v>
                </c:pt>
                <c:pt idx="23343">
                  <c:v>0.81511111111111112</c:v>
                </c:pt>
                <c:pt idx="23344">
                  <c:v>0.81511111111111112</c:v>
                </c:pt>
                <c:pt idx="23345">
                  <c:v>0.81511111111111112</c:v>
                </c:pt>
                <c:pt idx="23346">
                  <c:v>0.81511111111111112</c:v>
                </c:pt>
                <c:pt idx="23347">
                  <c:v>0.81511111111111112</c:v>
                </c:pt>
                <c:pt idx="23348">
                  <c:v>0.81511111111111112</c:v>
                </c:pt>
                <c:pt idx="23349">
                  <c:v>0.81511111111111112</c:v>
                </c:pt>
                <c:pt idx="23350">
                  <c:v>0.81511111111111112</c:v>
                </c:pt>
                <c:pt idx="23351">
                  <c:v>0.81511111111111112</c:v>
                </c:pt>
                <c:pt idx="23352">
                  <c:v>0.81511111111111112</c:v>
                </c:pt>
                <c:pt idx="23353">
                  <c:v>0.81511111111111112</c:v>
                </c:pt>
                <c:pt idx="23354">
                  <c:v>0.81525925925925924</c:v>
                </c:pt>
                <c:pt idx="23355">
                  <c:v>0.81525925925925924</c:v>
                </c:pt>
                <c:pt idx="23356">
                  <c:v>0.81525925925925924</c:v>
                </c:pt>
                <c:pt idx="23357">
                  <c:v>0.81525925925925924</c:v>
                </c:pt>
                <c:pt idx="23358">
                  <c:v>0.81525925925925924</c:v>
                </c:pt>
                <c:pt idx="23359">
                  <c:v>0.81525925925925924</c:v>
                </c:pt>
                <c:pt idx="23360">
                  <c:v>0.81525925925925924</c:v>
                </c:pt>
                <c:pt idx="23361">
                  <c:v>0.81525925925925924</c:v>
                </c:pt>
                <c:pt idx="23362">
                  <c:v>0.81540740740740736</c:v>
                </c:pt>
                <c:pt idx="23363">
                  <c:v>0.81555555555555559</c:v>
                </c:pt>
                <c:pt idx="23364">
                  <c:v>0.81555555555555559</c:v>
                </c:pt>
                <c:pt idx="23365">
                  <c:v>0.81555555555555559</c:v>
                </c:pt>
                <c:pt idx="23366">
                  <c:v>0.81555555555555559</c:v>
                </c:pt>
                <c:pt idx="23367">
                  <c:v>0.81555555555555559</c:v>
                </c:pt>
                <c:pt idx="23368">
                  <c:v>0.81555555555555559</c:v>
                </c:pt>
                <c:pt idx="23369">
                  <c:v>0.81555555555555559</c:v>
                </c:pt>
                <c:pt idx="23370">
                  <c:v>0.81570370370370371</c:v>
                </c:pt>
                <c:pt idx="23371">
                  <c:v>0.81570370370370371</c:v>
                </c:pt>
                <c:pt idx="23372">
                  <c:v>0.81570370370370371</c:v>
                </c:pt>
                <c:pt idx="23373">
                  <c:v>0.81570370370370371</c:v>
                </c:pt>
                <c:pt idx="23374">
                  <c:v>0.81585185185185183</c:v>
                </c:pt>
                <c:pt idx="23375">
                  <c:v>0.81585185185185183</c:v>
                </c:pt>
                <c:pt idx="23376">
                  <c:v>0.81599999999999995</c:v>
                </c:pt>
                <c:pt idx="23377">
                  <c:v>0.81599999999999995</c:v>
                </c:pt>
                <c:pt idx="23378">
                  <c:v>0.81614814814814818</c:v>
                </c:pt>
                <c:pt idx="23379">
                  <c:v>0.81614814814814818</c:v>
                </c:pt>
                <c:pt idx="23380">
                  <c:v>0.8162962962962963</c:v>
                </c:pt>
                <c:pt idx="23381">
                  <c:v>0.8162962962962963</c:v>
                </c:pt>
                <c:pt idx="23382">
                  <c:v>0.81644444444444442</c:v>
                </c:pt>
                <c:pt idx="23383">
                  <c:v>0.81644444444444442</c:v>
                </c:pt>
                <c:pt idx="23384">
                  <c:v>0.81644444444444442</c:v>
                </c:pt>
                <c:pt idx="23385">
                  <c:v>0.81644444444444442</c:v>
                </c:pt>
                <c:pt idx="23386">
                  <c:v>0.81644444444444442</c:v>
                </c:pt>
                <c:pt idx="23387">
                  <c:v>0.81659259259259265</c:v>
                </c:pt>
                <c:pt idx="23388">
                  <c:v>0.81659259259259265</c:v>
                </c:pt>
                <c:pt idx="23389">
                  <c:v>0.81674074074074077</c:v>
                </c:pt>
                <c:pt idx="23390">
                  <c:v>0.81674074074074077</c:v>
                </c:pt>
                <c:pt idx="23391">
                  <c:v>0.81674074074074077</c:v>
                </c:pt>
                <c:pt idx="23392">
                  <c:v>0.81674074074074077</c:v>
                </c:pt>
                <c:pt idx="23393">
                  <c:v>0.81674074074074077</c:v>
                </c:pt>
                <c:pt idx="23394">
                  <c:v>0.81674074074074077</c:v>
                </c:pt>
                <c:pt idx="23395">
                  <c:v>0.81688888888888889</c:v>
                </c:pt>
                <c:pt idx="23396">
                  <c:v>0.81688888888888889</c:v>
                </c:pt>
                <c:pt idx="23397">
                  <c:v>0.81703703703703701</c:v>
                </c:pt>
                <c:pt idx="23398">
                  <c:v>0.81718518518518524</c:v>
                </c:pt>
                <c:pt idx="23399">
                  <c:v>0.81718518518518524</c:v>
                </c:pt>
                <c:pt idx="23400">
                  <c:v>0.81718518518518524</c:v>
                </c:pt>
                <c:pt idx="23401">
                  <c:v>0.81733333333333336</c:v>
                </c:pt>
                <c:pt idx="23402">
                  <c:v>0.81733333333333336</c:v>
                </c:pt>
                <c:pt idx="23403">
                  <c:v>0.81733333333333336</c:v>
                </c:pt>
                <c:pt idx="23404">
                  <c:v>0.81733333333333336</c:v>
                </c:pt>
                <c:pt idx="23405">
                  <c:v>0.81733333333333336</c:v>
                </c:pt>
                <c:pt idx="23406">
                  <c:v>0.81733333333333336</c:v>
                </c:pt>
                <c:pt idx="23407">
                  <c:v>0.81733333333333336</c:v>
                </c:pt>
                <c:pt idx="23408">
                  <c:v>0.81733333333333336</c:v>
                </c:pt>
                <c:pt idx="23409">
                  <c:v>0.81733333333333336</c:v>
                </c:pt>
                <c:pt idx="23410">
                  <c:v>0.81733333333333336</c:v>
                </c:pt>
                <c:pt idx="23411">
                  <c:v>0.81733333333333336</c:v>
                </c:pt>
                <c:pt idx="23412">
                  <c:v>0.81733333333333336</c:v>
                </c:pt>
                <c:pt idx="23413">
                  <c:v>0.81733333333333336</c:v>
                </c:pt>
                <c:pt idx="23414">
                  <c:v>0.81733333333333336</c:v>
                </c:pt>
                <c:pt idx="23415">
                  <c:v>0.81733333333333336</c:v>
                </c:pt>
                <c:pt idx="23416">
                  <c:v>0.81748148148148148</c:v>
                </c:pt>
                <c:pt idx="23417">
                  <c:v>0.8176296296296296</c:v>
                </c:pt>
                <c:pt idx="23418">
                  <c:v>0.8176296296296296</c:v>
                </c:pt>
                <c:pt idx="23419">
                  <c:v>0.8176296296296296</c:v>
                </c:pt>
                <c:pt idx="23420">
                  <c:v>0.8176296296296296</c:v>
                </c:pt>
                <c:pt idx="23421">
                  <c:v>0.8176296296296296</c:v>
                </c:pt>
                <c:pt idx="23422">
                  <c:v>0.81777777777777783</c:v>
                </c:pt>
                <c:pt idx="23423">
                  <c:v>0.81777777777777783</c:v>
                </c:pt>
                <c:pt idx="23424">
                  <c:v>0.81777777777777783</c:v>
                </c:pt>
                <c:pt idx="23425">
                  <c:v>0.81777777777777783</c:v>
                </c:pt>
                <c:pt idx="23426">
                  <c:v>0.81777777777777783</c:v>
                </c:pt>
                <c:pt idx="23427">
                  <c:v>0.81792592592592595</c:v>
                </c:pt>
                <c:pt idx="23428">
                  <c:v>0.81792592592592595</c:v>
                </c:pt>
                <c:pt idx="23429">
                  <c:v>0.81792592592592595</c:v>
                </c:pt>
                <c:pt idx="23430">
                  <c:v>0.81792592592592595</c:v>
                </c:pt>
                <c:pt idx="23431">
                  <c:v>0.81792592592592595</c:v>
                </c:pt>
                <c:pt idx="23432">
                  <c:v>0.81807407407407406</c:v>
                </c:pt>
                <c:pt idx="23433">
                  <c:v>0.81807407407407406</c:v>
                </c:pt>
                <c:pt idx="23434">
                  <c:v>0.81807407407407406</c:v>
                </c:pt>
                <c:pt idx="23435">
                  <c:v>0.81807407407407406</c:v>
                </c:pt>
                <c:pt idx="23436">
                  <c:v>0.81807407407407406</c:v>
                </c:pt>
                <c:pt idx="23437">
                  <c:v>0.81822222222222218</c:v>
                </c:pt>
                <c:pt idx="23438">
                  <c:v>0.81822222222222218</c:v>
                </c:pt>
                <c:pt idx="23439">
                  <c:v>0.81822222222222218</c:v>
                </c:pt>
                <c:pt idx="23440">
                  <c:v>0.81837037037037041</c:v>
                </c:pt>
                <c:pt idx="23441">
                  <c:v>0.81837037037037041</c:v>
                </c:pt>
                <c:pt idx="23442">
                  <c:v>0.81851851851851853</c:v>
                </c:pt>
                <c:pt idx="23443">
                  <c:v>0.81851851851851853</c:v>
                </c:pt>
                <c:pt idx="23444">
                  <c:v>0.81866666666666665</c:v>
                </c:pt>
                <c:pt idx="23445">
                  <c:v>0.81866666666666665</c:v>
                </c:pt>
                <c:pt idx="23446">
                  <c:v>0.81881481481481477</c:v>
                </c:pt>
                <c:pt idx="23447">
                  <c:v>0.81881481481481477</c:v>
                </c:pt>
                <c:pt idx="23448">
                  <c:v>0.818962962962963</c:v>
                </c:pt>
                <c:pt idx="23449">
                  <c:v>0.818962962962963</c:v>
                </c:pt>
                <c:pt idx="23450">
                  <c:v>0.81911111111111112</c:v>
                </c:pt>
                <c:pt idx="23451">
                  <c:v>0.81911111111111112</c:v>
                </c:pt>
                <c:pt idx="23452">
                  <c:v>0.81925925925925924</c:v>
                </c:pt>
                <c:pt idx="23453">
                  <c:v>0.81925925925925924</c:v>
                </c:pt>
                <c:pt idx="23454">
                  <c:v>0.81940740740740736</c:v>
                </c:pt>
                <c:pt idx="23455">
                  <c:v>0.81940740740740736</c:v>
                </c:pt>
                <c:pt idx="23456">
                  <c:v>0.81940740740740736</c:v>
                </c:pt>
                <c:pt idx="23457">
                  <c:v>0.81940740740740736</c:v>
                </c:pt>
                <c:pt idx="23458">
                  <c:v>0.81940740740740736</c:v>
                </c:pt>
                <c:pt idx="23459">
                  <c:v>0.81955555555555559</c:v>
                </c:pt>
                <c:pt idx="23460">
                  <c:v>0.81955555555555559</c:v>
                </c:pt>
                <c:pt idx="23461">
                  <c:v>0.81955555555555559</c:v>
                </c:pt>
                <c:pt idx="23462">
                  <c:v>0.81970370370370371</c:v>
                </c:pt>
                <c:pt idx="23463">
                  <c:v>0.81970370370370371</c:v>
                </c:pt>
                <c:pt idx="23464">
                  <c:v>0.81970370370370371</c:v>
                </c:pt>
                <c:pt idx="23465">
                  <c:v>0.81985185185185183</c:v>
                </c:pt>
                <c:pt idx="23466">
                  <c:v>0.81985185185185183</c:v>
                </c:pt>
                <c:pt idx="23467">
                  <c:v>0.81985185185185183</c:v>
                </c:pt>
                <c:pt idx="23468">
                  <c:v>0.81985185185185183</c:v>
                </c:pt>
                <c:pt idx="23469">
                  <c:v>0.81985185185185183</c:v>
                </c:pt>
                <c:pt idx="23470">
                  <c:v>0.82</c:v>
                </c:pt>
                <c:pt idx="23471">
                  <c:v>0.82</c:v>
                </c:pt>
                <c:pt idx="23472">
                  <c:v>0.82</c:v>
                </c:pt>
                <c:pt idx="23473">
                  <c:v>0.82</c:v>
                </c:pt>
                <c:pt idx="23474">
                  <c:v>0.82014814814814818</c:v>
                </c:pt>
                <c:pt idx="23475">
                  <c:v>0.82014814814814818</c:v>
                </c:pt>
                <c:pt idx="23476">
                  <c:v>0.8202962962962963</c:v>
                </c:pt>
                <c:pt idx="23477">
                  <c:v>0.8202962962962963</c:v>
                </c:pt>
                <c:pt idx="23478">
                  <c:v>0.8202962962962963</c:v>
                </c:pt>
                <c:pt idx="23479">
                  <c:v>0.82044444444444442</c:v>
                </c:pt>
                <c:pt idx="23480">
                  <c:v>0.82059259259259254</c:v>
                </c:pt>
                <c:pt idx="23481">
                  <c:v>0.82059259259259254</c:v>
                </c:pt>
                <c:pt idx="23482">
                  <c:v>0.82059259259259254</c:v>
                </c:pt>
                <c:pt idx="23483">
                  <c:v>0.82074074074074077</c:v>
                </c:pt>
                <c:pt idx="23484">
                  <c:v>0.82088888888888889</c:v>
                </c:pt>
                <c:pt idx="23485">
                  <c:v>0.82088888888888889</c:v>
                </c:pt>
                <c:pt idx="23486">
                  <c:v>0.82088888888888889</c:v>
                </c:pt>
                <c:pt idx="23487">
                  <c:v>0.82088888888888889</c:v>
                </c:pt>
                <c:pt idx="23488">
                  <c:v>0.82088888888888889</c:v>
                </c:pt>
                <c:pt idx="23489">
                  <c:v>0.82103703703703701</c:v>
                </c:pt>
                <c:pt idx="23490">
                  <c:v>0.82103703703703701</c:v>
                </c:pt>
                <c:pt idx="23491">
                  <c:v>0.82103703703703701</c:v>
                </c:pt>
                <c:pt idx="23492">
                  <c:v>0.82103703703703701</c:v>
                </c:pt>
                <c:pt idx="23493">
                  <c:v>0.82103703703703701</c:v>
                </c:pt>
                <c:pt idx="23494">
                  <c:v>0.82118518518518524</c:v>
                </c:pt>
                <c:pt idx="23495">
                  <c:v>0.82118518518518524</c:v>
                </c:pt>
                <c:pt idx="23496">
                  <c:v>0.82118518518518524</c:v>
                </c:pt>
                <c:pt idx="23497">
                  <c:v>0.82118518518518524</c:v>
                </c:pt>
                <c:pt idx="23498">
                  <c:v>0.82118518518518524</c:v>
                </c:pt>
                <c:pt idx="23499">
                  <c:v>0.82133333333333336</c:v>
                </c:pt>
                <c:pt idx="23500">
                  <c:v>0.82133333333333336</c:v>
                </c:pt>
                <c:pt idx="23501">
                  <c:v>0.82133333333333336</c:v>
                </c:pt>
                <c:pt idx="23502">
                  <c:v>0.82133333333333336</c:v>
                </c:pt>
                <c:pt idx="23503">
                  <c:v>0.82148148148148148</c:v>
                </c:pt>
                <c:pt idx="23504">
                  <c:v>0.82148148148148148</c:v>
                </c:pt>
                <c:pt idx="23505">
                  <c:v>0.82148148148148148</c:v>
                </c:pt>
                <c:pt idx="23506">
                  <c:v>0.8216296296296296</c:v>
                </c:pt>
                <c:pt idx="23507">
                  <c:v>0.8216296296296296</c:v>
                </c:pt>
                <c:pt idx="23508">
                  <c:v>0.8216296296296296</c:v>
                </c:pt>
                <c:pt idx="23509">
                  <c:v>0.8216296296296296</c:v>
                </c:pt>
                <c:pt idx="23510">
                  <c:v>0.8216296296296296</c:v>
                </c:pt>
                <c:pt idx="23511">
                  <c:v>0.82177777777777783</c:v>
                </c:pt>
                <c:pt idx="23512">
                  <c:v>0.82177777777777783</c:v>
                </c:pt>
                <c:pt idx="23513">
                  <c:v>0.82177777777777783</c:v>
                </c:pt>
                <c:pt idx="23514">
                  <c:v>0.82177777777777783</c:v>
                </c:pt>
                <c:pt idx="23515">
                  <c:v>0.82177777777777783</c:v>
                </c:pt>
                <c:pt idx="23516">
                  <c:v>0.82192592592592595</c:v>
                </c:pt>
                <c:pt idx="23517">
                  <c:v>0.82192592592592595</c:v>
                </c:pt>
                <c:pt idx="23518">
                  <c:v>0.82192592592592595</c:v>
                </c:pt>
                <c:pt idx="23519">
                  <c:v>0.82207407407407407</c:v>
                </c:pt>
                <c:pt idx="23520">
                  <c:v>0.82222222222222219</c:v>
                </c:pt>
                <c:pt idx="23521">
                  <c:v>0.82222222222222219</c:v>
                </c:pt>
                <c:pt idx="23522">
                  <c:v>0.82222222222222219</c:v>
                </c:pt>
                <c:pt idx="23523">
                  <c:v>0.82222222222222219</c:v>
                </c:pt>
                <c:pt idx="23524">
                  <c:v>0.82222222222222219</c:v>
                </c:pt>
                <c:pt idx="23525">
                  <c:v>0.82222222222222219</c:v>
                </c:pt>
                <c:pt idx="23526">
                  <c:v>0.82237037037037042</c:v>
                </c:pt>
                <c:pt idx="23527">
                  <c:v>0.82237037037037042</c:v>
                </c:pt>
                <c:pt idx="23528">
                  <c:v>0.82237037037037042</c:v>
                </c:pt>
                <c:pt idx="23529">
                  <c:v>0.82251851851851854</c:v>
                </c:pt>
                <c:pt idx="23530">
                  <c:v>0.82251851851851854</c:v>
                </c:pt>
                <c:pt idx="23531">
                  <c:v>0.82266666666666666</c:v>
                </c:pt>
                <c:pt idx="23532">
                  <c:v>0.82266666666666666</c:v>
                </c:pt>
                <c:pt idx="23533">
                  <c:v>0.82281481481481478</c:v>
                </c:pt>
                <c:pt idx="23534">
                  <c:v>0.82281481481481478</c:v>
                </c:pt>
                <c:pt idx="23535">
                  <c:v>0.82281481481481478</c:v>
                </c:pt>
                <c:pt idx="23536">
                  <c:v>0.82281481481481478</c:v>
                </c:pt>
                <c:pt idx="23537">
                  <c:v>0.82296296296296301</c:v>
                </c:pt>
                <c:pt idx="23538">
                  <c:v>0.82296296296296301</c:v>
                </c:pt>
                <c:pt idx="23539">
                  <c:v>0.82296296296296301</c:v>
                </c:pt>
                <c:pt idx="23540">
                  <c:v>0.82296296296296301</c:v>
                </c:pt>
                <c:pt idx="23541">
                  <c:v>0.82296296296296301</c:v>
                </c:pt>
                <c:pt idx="23542">
                  <c:v>0.82296296296296301</c:v>
                </c:pt>
                <c:pt idx="23543">
                  <c:v>0.82311111111111113</c:v>
                </c:pt>
                <c:pt idx="23544">
                  <c:v>0.82311111111111113</c:v>
                </c:pt>
                <c:pt idx="23545">
                  <c:v>0.82311111111111113</c:v>
                </c:pt>
                <c:pt idx="23546">
                  <c:v>0.82311111111111113</c:v>
                </c:pt>
                <c:pt idx="23547">
                  <c:v>0.82311111111111113</c:v>
                </c:pt>
                <c:pt idx="23548">
                  <c:v>0.82311111111111113</c:v>
                </c:pt>
                <c:pt idx="23549">
                  <c:v>0.82325925925925925</c:v>
                </c:pt>
                <c:pt idx="23550">
                  <c:v>0.82325925925925925</c:v>
                </c:pt>
                <c:pt idx="23551">
                  <c:v>0.82325925925925925</c:v>
                </c:pt>
                <c:pt idx="23552">
                  <c:v>0.82340740740740737</c:v>
                </c:pt>
                <c:pt idx="23553">
                  <c:v>0.82340740740740737</c:v>
                </c:pt>
                <c:pt idx="23554">
                  <c:v>0.8235555555555556</c:v>
                </c:pt>
                <c:pt idx="23555">
                  <c:v>0.8235555555555556</c:v>
                </c:pt>
                <c:pt idx="23556">
                  <c:v>0.82370370370370372</c:v>
                </c:pt>
                <c:pt idx="23557">
                  <c:v>0.82370370370370372</c:v>
                </c:pt>
                <c:pt idx="23558">
                  <c:v>0.82370370370370372</c:v>
                </c:pt>
                <c:pt idx="23559">
                  <c:v>0.82370370370370372</c:v>
                </c:pt>
                <c:pt idx="23560">
                  <c:v>0.82385185185185184</c:v>
                </c:pt>
                <c:pt idx="23561">
                  <c:v>0.82385185185185184</c:v>
                </c:pt>
                <c:pt idx="23562">
                  <c:v>0.82399999999999995</c:v>
                </c:pt>
                <c:pt idx="23563">
                  <c:v>0.82399999999999995</c:v>
                </c:pt>
                <c:pt idx="23564">
                  <c:v>0.82414814814814819</c:v>
                </c:pt>
                <c:pt idx="23565">
                  <c:v>0.82414814814814819</c:v>
                </c:pt>
                <c:pt idx="23566">
                  <c:v>0.82414814814814819</c:v>
                </c:pt>
                <c:pt idx="23567">
                  <c:v>0.82414814814814819</c:v>
                </c:pt>
                <c:pt idx="23568">
                  <c:v>0.8242962962962963</c:v>
                </c:pt>
                <c:pt idx="23569">
                  <c:v>0.82444444444444442</c:v>
                </c:pt>
                <c:pt idx="23570">
                  <c:v>0.82444444444444442</c:v>
                </c:pt>
                <c:pt idx="23571">
                  <c:v>0.82459259259259254</c:v>
                </c:pt>
                <c:pt idx="23572">
                  <c:v>0.82474074074074077</c:v>
                </c:pt>
                <c:pt idx="23573">
                  <c:v>0.82474074074074077</c:v>
                </c:pt>
                <c:pt idx="23574">
                  <c:v>0.82474074074074077</c:v>
                </c:pt>
                <c:pt idx="23575">
                  <c:v>0.82474074074074077</c:v>
                </c:pt>
                <c:pt idx="23576">
                  <c:v>0.82474074074074077</c:v>
                </c:pt>
                <c:pt idx="23577">
                  <c:v>0.82474074074074077</c:v>
                </c:pt>
                <c:pt idx="23578">
                  <c:v>0.82488888888888889</c:v>
                </c:pt>
                <c:pt idx="23579">
                  <c:v>0.82503703703703701</c:v>
                </c:pt>
                <c:pt idx="23580">
                  <c:v>0.82503703703703701</c:v>
                </c:pt>
                <c:pt idx="23581">
                  <c:v>0.82503703703703701</c:v>
                </c:pt>
                <c:pt idx="23582">
                  <c:v>0.82503703703703701</c:v>
                </c:pt>
                <c:pt idx="23583">
                  <c:v>0.82518518518518513</c:v>
                </c:pt>
                <c:pt idx="23584">
                  <c:v>0.82533333333333336</c:v>
                </c:pt>
                <c:pt idx="23585">
                  <c:v>0.82548148148148148</c:v>
                </c:pt>
                <c:pt idx="23586">
                  <c:v>0.82548148148148148</c:v>
                </c:pt>
                <c:pt idx="23587">
                  <c:v>0.82548148148148148</c:v>
                </c:pt>
                <c:pt idx="23588">
                  <c:v>0.82548148148148148</c:v>
                </c:pt>
                <c:pt idx="23589">
                  <c:v>0.82548148148148148</c:v>
                </c:pt>
                <c:pt idx="23590">
                  <c:v>0.82548148148148148</c:v>
                </c:pt>
                <c:pt idx="23591">
                  <c:v>0.82548148148148148</c:v>
                </c:pt>
                <c:pt idx="23592">
                  <c:v>0.82548148148148148</c:v>
                </c:pt>
                <c:pt idx="23593">
                  <c:v>0.82548148148148148</c:v>
                </c:pt>
                <c:pt idx="23594">
                  <c:v>0.8256296296296296</c:v>
                </c:pt>
                <c:pt idx="23595">
                  <c:v>0.8256296296296296</c:v>
                </c:pt>
                <c:pt idx="23596">
                  <c:v>0.8256296296296296</c:v>
                </c:pt>
                <c:pt idx="23597">
                  <c:v>0.8256296296296296</c:v>
                </c:pt>
                <c:pt idx="23598">
                  <c:v>0.82577777777777783</c:v>
                </c:pt>
                <c:pt idx="23599">
                  <c:v>0.82592592592592595</c:v>
                </c:pt>
                <c:pt idx="23600">
                  <c:v>0.82607407407407407</c:v>
                </c:pt>
                <c:pt idx="23601">
                  <c:v>0.82622222222222219</c:v>
                </c:pt>
                <c:pt idx="23602">
                  <c:v>0.82622222222222219</c:v>
                </c:pt>
                <c:pt idx="23603">
                  <c:v>0.82637037037037042</c:v>
                </c:pt>
                <c:pt idx="23604">
                  <c:v>0.82637037037037042</c:v>
                </c:pt>
                <c:pt idx="23605">
                  <c:v>0.82637037037037042</c:v>
                </c:pt>
                <c:pt idx="23606">
                  <c:v>0.82651851851851854</c:v>
                </c:pt>
                <c:pt idx="23607">
                  <c:v>0.82651851851851854</c:v>
                </c:pt>
                <c:pt idx="23608">
                  <c:v>0.82651851851851854</c:v>
                </c:pt>
                <c:pt idx="23609">
                  <c:v>0.82666666666666666</c:v>
                </c:pt>
                <c:pt idx="23610">
                  <c:v>0.82666666666666666</c:v>
                </c:pt>
                <c:pt idx="23611">
                  <c:v>0.82681481481481478</c:v>
                </c:pt>
                <c:pt idx="23612">
                  <c:v>0.82696296296296301</c:v>
                </c:pt>
                <c:pt idx="23613">
                  <c:v>0.82696296296296301</c:v>
                </c:pt>
                <c:pt idx="23614">
                  <c:v>0.82696296296296301</c:v>
                </c:pt>
                <c:pt idx="23615">
                  <c:v>0.82696296296296301</c:v>
                </c:pt>
                <c:pt idx="23616">
                  <c:v>0.82696296296296301</c:v>
                </c:pt>
                <c:pt idx="23617">
                  <c:v>0.82696296296296301</c:v>
                </c:pt>
                <c:pt idx="23618">
                  <c:v>0.82696296296296301</c:v>
                </c:pt>
                <c:pt idx="23619">
                  <c:v>0.82696296296296301</c:v>
                </c:pt>
                <c:pt idx="23620">
                  <c:v>0.82696296296296301</c:v>
                </c:pt>
                <c:pt idx="23621">
                  <c:v>0.82696296296296301</c:v>
                </c:pt>
                <c:pt idx="23622">
                  <c:v>0.82696296296296301</c:v>
                </c:pt>
                <c:pt idx="23623">
                  <c:v>0.82696296296296301</c:v>
                </c:pt>
                <c:pt idx="23624">
                  <c:v>0.82711111111111113</c:v>
                </c:pt>
                <c:pt idx="23625">
                  <c:v>0.82711111111111113</c:v>
                </c:pt>
                <c:pt idx="23626">
                  <c:v>0.82711111111111113</c:v>
                </c:pt>
                <c:pt idx="23627">
                  <c:v>0.82711111111111113</c:v>
                </c:pt>
                <c:pt idx="23628">
                  <c:v>0.82711111111111113</c:v>
                </c:pt>
                <c:pt idx="23629">
                  <c:v>0.82711111111111113</c:v>
                </c:pt>
                <c:pt idx="23630">
                  <c:v>0.82711111111111113</c:v>
                </c:pt>
                <c:pt idx="23631">
                  <c:v>0.82725925925925925</c:v>
                </c:pt>
                <c:pt idx="23632">
                  <c:v>0.82725925925925925</c:v>
                </c:pt>
                <c:pt idx="23633">
                  <c:v>0.82725925925925925</c:v>
                </c:pt>
                <c:pt idx="23634">
                  <c:v>0.82740740740740737</c:v>
                </c:pt>
                <c:pt idx="23635">
                  <c:v>0.82740740740740737</c:v>
                </c:pt>
                <c:pt idx="23636">
                  <c:v>0.8275555555555556</c:v>
                </c:pt>
                <c:pt idx="23637">
                  <c:v>0.8275555555555556</c:v>
                </c:pt>
                <c:pt idx="23638">
                  <c:v>0.82770370370370372</c:v>
                </c:pt>
                <c:pt idx="23639">
                  <c:v>0.82770370370370372</c:v>
                </c:pt>
                <c:pt idx="23640">
                  <c:v>0.82770370370370372</c:v>
                </c:pt>
                <c:pt idx="23641">
                  <c:v>0.82770370370370372</c:v>
                </c:pt>
                <c:pt idx="23642">
                  <c:v>0.82785185185185184</c:v>
                </c:pt>
                <c:pt idx="23643">
                  <c:v>0.82785185185185184</c:v>
                </c:pt>
                <c:pt idx="23644">
                  <c:v>0.82799999999999996</c:v>
                </c:pt>
                <c:pt idx="23645">
                  <c:v>0.82799999999999996</c:v>
                </c:pt>
                <c:pt idx="23646">
                  <c:v>0.82799999999999996</c:v>
                </c:pt>
                <c:pt idx="23647">
                  <c:v>0.82799999999999996</c:v>
                </c:pt>
                <c:pt idx="23648">
                  <c:v>0.82814814814814819</c:v>
                </c:pt>
                <c:pt idx="23649">
                  <c:v>0.82814814814814819</c:v>
                </c:pt>
                <c:pt idx="23650">
                  <c:v>0.82814814814814819</c:v>
                </c:pt>
                <c:pt idx="23651">
                  <c:v>0.82814814814814819</c:v>
                </c:pt>
                <c:pt idx="23652">
                  <c:v>0.82829629629629631</c:v>
                </c:pt>
                <c:pt idx="23653">
                  <c:v>0.82829629629629631</c:v>
                </c:pt>
                <c:pt idx="23654">
                  <c:v>0.82829629629629631</c:v>
                </c:pt>
                <c:pt idx="23655">
                  <c:v>0.82829629629629631</c:v>
                </c:pt>
                <c:pt idx="23656">
                  <c:v>0.82829629629629631</c:v>
                </c:pt>
                <c:pt idx="23657">
                  <c:v>0.82829629629629631</c:v>
                </c:pt>
                <c:pt idx="23658">
                  <c:v>0.82829629629629631</c:v>
                </c:pt>
                <c:pt idx="23659">
                  <c:v>0.82829629629629631</c:v>
                </c:pt>
                <c:pt idx="23660">
                  <c:v>0.82829629629629631</c:v>
                </c:pt>
                <c:pt idx="23661">
                  <c:v>0.82829629629629631</c:v>
                </c:pt>
                <c:pt idx="23662">
                  <c:v>0.82844444444444443</c:v>
                </c:pt>
                <c:pt idx="23663">
                  <c:v>0.82859259259259255</c:v>
                </c:pt>
                <c:pt idx="23664">
                  <c:v>0.82874074074074078</c:v>
                </c:pt>
                <c:pt idx="23665">
                  <c:v>0.8288888888888889</c:v>
                </c:pt>
                <c:pt idx="23666">
                  <c:v>0.8288888888888889</c:v>
                </c:pt>
                <c:pt idx="23667">
                  <c:v>0.8288888888888889</c:v>
                </c:pt>
                <c:pt idx="23668">
                  <c:v>0.8288888888888889</c:v>
                </c:pt>
                <c:pt idx="23669">
                  <c:v>0.8288888888888889</c:v>
                </c:pt>
                <c:pt idx="23670">
                  <c:v>0.8288888888888889</c:v>
                </c:pt>
                <c:pt idx="23671">
                  <c:v>0.8288888888888889</c:v>
                </c:pt>
                <c:pt idx="23672">
                  <c:v>0.8288888888888889</c:v>
                </c:pt>
                <c:pt idx="23673">
                  <c:v>0.82903703703703702</c:v>
                </c:pt>
                <c:pt idx="23674">
                  <c:v>0.82918518518518514</c:v>
                </c:pt>
                <c:pt idx="23675">
                  <c:v>0.82918518518518514</c:v>
                </c:pt>
                <c:pt idx="23676">
                  <c:v>0.82933333333333337</c:v>
                </c:pt>
                <c:pt idx="23677">
                  <c:v>0.82948148148148149</c:v>
                </c:pt>
                <c:pt idx="23678">
                  <c:v>0.82948148148148149</c:v>
                </c:pt>
                <c:pt idx="23679">
                  <c:v>0.82948148148148149</c:v>
                </c:pt>
                <c:pt idx="23680">
                  <c:v>0.82962962962962961</c:v>
                </c:pt>
                <c:pt idx="23681">
                  <c:v>0.82962962962962961</c:v>
                </c:pt>
                <c:pt idx="23682">
                  <c:v>0.82962962962962961</c:v>
                </c:pt>
                <c:pt idx="23683">
                  <c:v>0.82962962962962961</c:v>
                </c:pt>
                <c:pt idx="23684">
                  <c:v>0.82962962962962961</c:v>
                </c:pt>
                <c:pt idx="23685">
                  <c:v>0.82977777777777773</c:v>
                </c:pt>
                <c:pt idx="23686">
                  <c:v>0.82977777777777773</c:v>
                </c:pt>
                <c:pt idx="23687">
                  <c:v>0.82992592592592596</c:v>
                </c:pt>
                <c:pt idx="23688">
                  <c:v>0.83007407407407408</c:v>
                </c:pt>
                <c:pt idx="23689">
                  <c:v>0.83007407407407408</c:v>
                </c:pt>
                <c:pt idx="23690">
                  <c:v>0.83007407407407408</c:v>
                </c:pt>
                <c:pt idx="23691">
                  <c:v>0.83007407407407408</c:v>
                </c:pt>
                <c:pt idx="23692">
                  <c:v>0.83022222222222219</c:v>
                </c:pt>
                <c:pt idx="23693">
                  <c:v>0.83022222222222219</c:v>
                </c:pt>
                <c:pt idx="23694">
                  <c:v>0.83037037037037043</c:v>
                </c:pt>
                <c:pt idx="23695">
                  <c:v>0.83037037037037043</c:v>
                </c:pt>
                <c:pt idx="23696">
                  <c:v>0.83037037037037043</c:v>
                </c:pt>
                <c:pt idx="23697">
                  <c:v>0.83037037037037043</c:v>
                </c:pt>
                <c:pt idx="23698">
                  <c:v>0.83051851851851854</c:v>
                </c:pt>
                <c:pt idx="23699">
                  <c:v>0.83066666666666666</c:v>
                </c:pt>
                <c:pt idx="23700">
                  <c:v>0.83066666666666666</c:v>
                </c:pt>
                <c:pt idx="23701">
                  <c:v>0.83066666666666666</c:v>
                </c:pt>
                <c:pt idx="23702">
                  <c:v>0.83066666666666666</c:v>
                </c:pt>
                <c:pt idx="23703">
                  <c:v>0.83066666666666666</c:v>
                </c:pt>
                <c:pt idx="23704">
                  <c:v>0.83081481481481478</c:v>
                </c:pt>
                <c:pt idx="23705">
                  <c:v>0.83081481481481478</c:v>
                </c:pt>
                <c:pt idx="23706">
                  <c:v>0.83081481481481478</c:v>
                </c:pt>
                <c:pt idx="23707">
                  <c:v>0.83081481481481478</c:v>
                </c:pt>
                <c:pt idx="23708">
                  <c:v>0.83081481481481478</c:v>
                </c:pt>
                <c:pt idx="23709">
                  <c:v>0.83096296296296301</c:v>
                </c:pt>
                <c:pt idx="23710">
                  <c:v>0.83111111111111113</c:v>
                </c:pt>
                <c:pt idx="23711">
                  <c:v>0.83111111111111113</c:v>
                </c:pt>
                <c:pt idx="23712">
                  <c:v>0.83111111111111113</c:v>
                </c:pt>
                <c:pt idx="23713">
                  <c:v>0.83125925925925925</c:v>
                </c:pt>
                <c:pt idx="23714">
                  <c:v>0.83125925925925925</c:v>
                </c:pt>
                <c:pt idx="23715">
                  <c:v>0.83125925925925925</c:v>
                </c:pt>
                <c:pt idx="23716">
                  <c:v>0.83140740740740737</c:v>
                </c:pt>
                <c:pt idx="23717">
                  <c:v>0.8315555555555556</c:v>
                </c:pt>
                <c:pt idx="23718">
                  <c:v>0.8315555555555556</c:v>
                </c:pt>
                <c:pt idx="23719">
                  <c:v>0.8315555555555556</c:v>
                </c:pt>
                <c:pt idx="23720">
                  <c:v>0.8315555555555556</c:v>
                </c:pt>
                <c:pt idx="23721">
                  <c:v>0.83170370370370372</c:v>
                </c:pt>
                <c:pt idx="23722">
                  <c:v>0.83170370370370372</c:v>
                </c:pt>
                <c:pt idx="23723">
                  <c:v>0.83170370370370372</c:v>
                </c:pt>
                <c:pt idx="23724">
                  <c:v>0.83185185185185184</c:v>
                </c:pt>
                <c:pt idx="23725">
                  <c:v>0.83185185185185184</c:v>
                </c:pt>
                <c:pt idx="23726">
                  <c:v>0.83199999999999996</c:v>
                </c:pt>
                <c:pt idx="23727">
                  <c:v>0.83199999999999996</c:v>
                </c:pt>
                <c:pt idx="23728">
                  <c:v>0.83199999999999996</c:v>
                </c:pt>
                <c:pt idx="23729">
                  <c:v>0.83199999999999996</c:v>
                </c:pt>
                <c:pt idx="23730">
                  <c:v>0.83199999999999996</c:v>
                </c:pt>
                <c:pt idx="23731">
                  <c:v>0.83214814814814819</c:v>
                </c:pt>
                <c:pt idx="23732">
                  <c:v>0.83229629629629631</c:v>
                </c:pt>
                <c:pt idx="23733">
                  <c:v>0.83229629629629631</c:v>
                </c:pt>
                <c:pt idx="23734">
                  <c:v>0.83229629629629631</c:v>
                </c:pt>
                <c:pt idx="23735">
                  <c:v>0.83229629629629631</c:v>
                </c:pt>
                <c:pt idx="23736">
                  <c:v>0.83229629629629631</c:v>
                </c:pt>
                <c:pt idx="23737">
                  <c:v>0.83244444444444443</c:v>
                </c:pt>
                <c:pt idx="23738">
                  <c:v>0.83244444444444443</c:v>
                </c:pt>
                <c:pt idx="23739">
                  <c:v>0.83244444444444443</c:v>
                </c:pt>
                <c:pt idx="23740">
                  <c:v>0.83259259259259255</c:v>
                </c:pt>
                <c:pt idx="23741">
                  <c:v>0.83259259259259255</c:v>
                </c:pt>
                <c:pt idx="23742">
                  <c:v>0.83259259259259255</c:v>
                </c:pt>
                <c:pt idx="23743">
                  <c:v>0.83259259259259255</c:v>
                </c:pt>
                <c:pt idx="23744">
                  <c:v>0.83259259259259255</c:v>
                </c:pt>
                <c:pt idx="23745">
                  <c:v>0.83274074074074078</c:v>
                </c:pt>
                <c:pt idx="23746">
                  <c:v>0.83274074074074078</c:v>
                </c:pt>
                <c:pt idx="23747">
                  <c:v>0.8328888888888889</c:v>
                </c:pt>
                <c:pt idx="23748">
                  <c:v>0.8328888888888889</c:v>
                </c:pt>
                <c:pt idx="23749">
                  <c:v>0.8328888888888889</c:v>
                </c:pt>
                <c:pt idx="23750">
                  <c:v>0.8328888888888889</c:v>
                </c:pt>
                <c:pt idx="23751">
                  <c:v>0.8328888888888889</c:v>
                </c:pt>
                <c:pt idx="23752">
                  <c:v>0.8328888888888889</c:v>
                </c:pt>
                <c:pt idx="23753">
                  <c:v>0.8328888888888889</c:v>
                </c:pt>
                <c:pt idx="23754">
                  <c:v>0.83303703703703702</c:v>
                </c:pt>
                <c:pt idx="23755">
                  <c:v>0.83303703703703702</c:v>
                </c:pt>
                <c:pt idx="23756">
                  <c:v>0.83303703703703702</c:v>
                </c:pt>
                <c:pt idx="23757">
                  <c:v>0.83303703703703702</c:v>
                </c:pt>
                <c:pt idx="23758">
                  <c:v>0.83303703703703702</c:v>
                </c:pt>
                <c:pt idx="23759">
                  <c:v>0.83303703703703702</c:v>
                </c:pt>
                <c:pt idx="23760">
                  <c:v>0.83303703703703702</c:v>
                </c:pt>
                <c:pt idx="23761">
                  <c:v>0.83303703703703702</c:v>
                </c:pt>
                <c:pt idx="23762">
                  <c:v>0.83318518518518514</c:v>
                </c:pt>
                <c:pt idx="23763">
                  <c:v>0.83318518518518514</c:v>
                </c:pt>
                <c:pt idx="23764">
                  <c:v>0.83318518518518514</c:v>
                </c:pt>
                <c:pt idx="23765">
                  <c:v>0.83318518518518514</c:v>
                </c:pt>
                <c:pt idx="23766">
                  <c:v>0.83318518518518514</c:v>
                </c:pt>
                <c:pt idx="23767">
                  <c:v>0.83318518518518514</c:v>
                </c:pt>
                <c:pt idx="23768">
                  <c:v>0.83318518518518514</c:v>
                </c:pt>
                <c:pt idx="23769">
                  <c:v>0.83318518518518514</c:v>
                </c:pt>
                <c:pt idx="23770">
                  <c:v>0.83333333333333337</c:v>
                </c:pt>
                <c:pt idx="23771">
                  <c:v>0.83333333333333337</c:v>
                </c:pt>
                <c:pt idx="23772">
                  <c:v>0.83333333333333337</c:v>
                </c:pt>
                <c:pt idx="23773">
                  <c:v>0.83333333333333337</c:v>
                </c:pt>
                <c:pt idx="23774">
                  <c:v>0.83333333333333337</c:v>
                </c:pt>
                <c:pt idx="23775">
                  <c:v>0.83333333333333337</c:v>
                </c:pt>
                <c:pt idx="23776">
                  <c:v>0.83348148148148149</c:v>
                </c:pt>
                <c:pt idx="23777">
                  <c:v>0.83348148148148149</c:v>
                </c:pt>
                <c:pt idx="23778">
                  <c:v>0.83362962962962961</c:v>
                </c:pt>
                <c:pt idx="23779">
                  <c:v>0.83377777777777773</c:v>
                </c:pt>
                <c:pt idx="23780">
                  <c:v>0.83392592592592596</c:v>
                </c:pt>
                <c:pt idx="23781">
                  <c:v>0.83392592592592596</c:v>
                </c:pt>
                <c:pt idx="23782">
                  <c:v>0.83392592592592596</c:v>
                </c:pt>
                <c:pt idx="23783">
                  <c:v>0.83392592592592596</c:v>
                </c:pt>
                <c:pt idx="23784">
                  <c:v>0.83392592592592596</c:v>
                </c:pt>
                <c:pt idx="23785">
                  <c:v>0.83392592592592596</c:v>
                </c:pt>
                <c:pt idx="23786">
                  <c:v>0.83392592592592596</c:v>
                </c:pt>
                <c:pt idx="23787">
                  <c:v>0.83392592592592596</c:v>
                </c:pt>
                <c:pt idx="23788">
                  <c:v>0.83392592592592596</c:v>
                </c:pt>
                <c:pt idx="23789">
                  <c:v>0.83407407407407408</c:v>
                </c:pt>
                <c:pt idx="23790">
                  <c:v>0.83407407407407408</c:v>
                </c:pt>
                <c:pt idx="23791">
                  <c:v>0.83407407407407408</c:v>
                </c:pt>
                <c:pt idx="23792">
                  <c:v>0.83407407407407408</c:v>
                </c:pt>
                <c:pt idx="23793">
                  <c:v>0.83407407407407408</c:v>
                </c:pt>
                <c:pt idx="23794">
                  <c:v>0.83407407407407408</c:v>
                </c:pt>
                <c:pt idx="23795">
                  <c:v>0.83407407407407408</c:v>
                </c:pt>
                <c:pt idx="23796">
                  <c:v>0.8342222222222222</c:v>
                </c:pt>
                <c:pt idx="23797">
                  <c:v>0.8342222222222222</c:v>
                </c:pt>
                <c:pt idx="23798">
                  <c:v>0.8342222222222222</c:v>
                </c:pt>
                <c:pt idx="23799">
                  <c:v>0.83437037037037032</c:v>
                </c:pt>
                <c:pt idx="23800">
                  <c:v>0.83437037037037032</c:v>
                </c:pt>
                <c:pt idx="23801">
                  <c:v>0.83437037037037032</c:v>
                </c:pt>
                <c:pt idx="23802">
                  <c:v>0.83437037037037032</c:v>
                </c:pt>
                <c:pt idx="23803">
                  <c:v>0.83437037037037032</c:v>
                </c:pt>
                <c:pt idx="23804">
                  <c:v>0.83451851851851855</c:v>
                </c:pt>
                <c:pt idx="23805">
                  <c:v>0.83451851851851855</c:v>
                </c:pt>
                <c:pt idx="23806">
                  <c:v>0.83451851851851855</c:v>
                </c:pt>
                <c:pt idx="23807">
                  <c:v>0.83466666666666667</c:v>
                </c:pt>
                <c:pt idx="23808">
                  <c:v>0.83481481481481479</c:v>
                </c:pt>
                <c:pt idx="23809">
                  <c:v>0.83496296296296302</c:v>
                </c:pt>
                <c:pt idx="23810">
                  <c:v>0.83496296296296302</c:v>
                </c:pt>
                <c:pt idx="23811">
                  <c:v>0.83496296296296302</c:v>
                </c:pt>
                <c:pt idx="23812">
                  <c:v>0.83496296296296302</c:v>
                </c:pt>
                <c:pt idx="23813">
                  <c:v>0.83496296296296302</c:v>
                </c:pt>
                <c:pt idx="23814">
                  <c:v>0.83496296296296302</c:v>
                </c:pt>
                <c:pt idx="23815">
                  <c:v>0.83496296296296302</c:v>
                </c:pt>
                <c:pt idx="23816">
                  <c:v>0.83511111111111114</c:v>
                </c:pt>
                <c:pt idx="23817">
                  <c:v>0.83511111111111114</c:v>
                </c:pt>
                <c:pt idx="23818">
                  <c:v>0.83511111111111114</c:v>
                </c:pt>
                <c:pt idx="23819">
                  <c:v>0.83511111111111114</c:v>
                </c:pt>
                <c:pt idx="23820">
                  <c:v>0.83511111111111114</c:v>
                </c:pt>
                <c:pt idx="23821">
                  <c:v>0.83511111111111114</c:v>
                </c:pt>
                <c:pt idx="23822">
                  <c:v>0.83511111111111114</c:v>
                </c:pt>
                <c:pt idx="23823">
                  <c:v>0.83525925925925926</c:v>
                </c:pt>
                <c:pt idx="23824">
                  <c:v>0.83525925925925926</c:v>
                </c:pt>
                <c:pt idx="23825">
                  <c:v>0.83525925925925926</c:v>
                </c:pt>
                <c:pt idx="23826">
                  <c:v>0.83525925925925926</c:v>
                </c:pt>
                <c:pt idx="23827">
                  <c:v>0.83525925925925926</c:v>
                </c:pt>
                <c:pt idx="23828">
                  <c:v>0.83525925925925926</c:v>
                </c:pt>
                <c:pt idx="23829">
                  <c:v>0.83525925925925926</c:v>
                </c:pt>
                <c:pt idx="23830">
                  <c:v>0.83525925925925926</c:v>
                </c:pt>
                <c:pt idx="23831">
                  <c:v>0.83525925925925926</c:v>
                </c:pt>
                <c:pt idx="23832">
                  <c:v>0.83525925925925926</c:v>
                </c:pt>
                <c:pt idx="23833">
                  <c:v>0.83540740740740738</c:v>
                </c:pt>
                <c:pt idx="23834">
                  <c:v>0.83540740740740738</c:v>
                </c:pt>
                <c:pt idx="23835">
                  <c:v>0.83540740740740738</c:v>
                </c:pt>
                <c:pt idx="23836">
                  <c:v>0.83540740740740738</c:v>
                </c:pt>
                <c:pt idx="23837">
                  <c:v>0.83540740740740738</c:v>
                </c:pt>
                <c:pt idx="23838">
                  <c:v>0.83540740740740738</c:v>
                </c:pt>
                <c:pt idx="23839">
                  <c:v>0.83540740740740738</c:v>
                </c:pt>
                <c:pt idx="23840">
                  <c:v>0.83555555555555561</c:v>
                </c:pt>
                <c:pt idx="23841">
                  <c:v>0.83570370370370373</c:v>
                </c:pt>
                <c:pt idx="23842">
                  <c:v>0.83570370370370373</c:v>
                </c:pt>
                <c:pt idx="23843">
                  <c:v>0.83570370370370373</c:v>
                </c:pt>
                <c:pt idx="23844">
                  <c:v>0.83570370370370373</c:v>
                </c:pt>
                <c:pt idx="23845">
                  <c:v>0.83570370370370373</c:v>
                </c:pt>
                <c:pt idx="23846">
                  <c:v>0.83570370370370373</c:v>
                </c:pt>
                <c:pt idx="23847">
                  <c:v>0.83570370370370373</c:v>
                </c:pt>
                <c:pt idx="23848">
                  <c:v>0.83585185185185185</c:v>
                </c:pt>
                <c:pt idx="23849">
                  <c:v>0.83585185185185185</c:v>
                </c:pt>
                <c:pt idx="23850">
                  <c:v>0.83585185185185185</c:v>
                </c:pt>
                <c:pt idx="23851">
                  <c:v>0.83585185185185185</c:v>
                </c:pt>
                <c:pt idx="23852">
                  <c:v>0.83599999999999997</c:v>
                </c:pt>
                <c:pt idx="23853">
                  <c:v>0.83599999999999997</c:v>
                </c:pt>
                <c:pt idx="23854">
                  <c:v>0.83599999999999997</c:v>
                </c:pt>
                <c:pt idx="23855">
                  <c:v>0.8361481481481482</c:v>
                </c:pt>
                <c:pt idx="23856">
                  <c:v>0.8361481481481482</c:v>
                </c:pt>
                <c:pt idx="23857">
                  <c:v>0.8361481481481482</c:v>
                </c:pt>
                <c:pt idx="23858">
                  <c:v>0.83629629629629632</c:v>
                </c:pt>
                <c:pt idx="23859">
                  <c:v>0.83644444444444443</c:v>
                </c:pt>
                <c:pt idx="23860">
                  <c:v>0.83644444444444443</c:v>
                </c:pt>
                <c:pt idx="23861">
                  <c:v>0.83659259259259255</c:v>
                </c:pt>
                <c:pt idx="23862">
                  <c:v>0.83659259259259255</c:v>
                </c:pt>
                <c:pt idx="23863">
                  <c:v>0.83659259259259255</c:v>
                </c:pt>
                <c:pt idx="23864">
                  <c:v>0.83674074074074078</c:v>
                </c:pt>
                <c:pt idx="23865">
                  <c:v>0.83674074074074078</c:v>
                </c:pt>
                <c:pt idx="23866">
                  <c:v>0.8368888888888889</c:v>
                </c:pt>
                <c:pt idx="23867">
                  <c:v>0.8368888888888889</c:v>
                </c:pt>
                <c:pt idx="23868">
                  <c:v>0.83703703703703702</c:v>
                </c:pt>
                <c:pt idx="23869">
                  <c:v>0.83718518518518514</c:v>
                </c:pt>
                <c:pt idx="23870">
                  <c:v>0.83733333333333337</c:v>
                </c:pt>
                <c:pt idx="23871">
                  <c:v>0.83733333333333337</c:v>
                </c:pt>
                <c:pt idx="23872">
                  <c:v>0.83733333333333337</c:v>
                </c:pt>
                <c:pt idx="23873">
                  <c:v>0.83733333333333337</c:v>
                </c:pt>
                <c:pt idx="23874">
                  <c:v>0.83733333333333337</c:v>
                </c:pt>
                <c:pt idx="23875">
                  <c:v>0.83748148148148149</c:v>
                </c:pt>
                <c:pt idx="23876">
                  <c:v>0.83748148148148149</c:v>
                </c:pt>
                <c:pt idx="23877">
                  <c:v>0.83748148148148149</c:v>
                </c:pt>
                <c:pt idx="23878">
                  <c:v>0.83748148148148149</c:v>
                </c:pt>
                <c:pt idx="23879">
                  <c:v>0.83748148148148149</c:v>
                </c:pt>
                <c:pt idx="23880">
                  <c:v>0.83748148148148149</c:v>
                </c:pt>
                <c:pt idx="23881">
                  <c:v>0.83762962962962961</c:v>
                </c:pt>
                <c:pt idx="23882">
                  <c:v>0.83762962962962961</c:v>
                </c:pt>
                <c:pt idx="23883">
                  <c:v>0.83762962962962961</c:v>
                </c:pt>
                <c:pt idx="23884">
                  <c:v>0.83777777777777773</c:v>
                </c:pt>
                <c:pt idx="23885">
                  <c:v>0.83777777777777773</c:v>
                </c:pt>
                <c:pt idx="23886">
                  <c:v>0.83792592592592596</c:v>
                </c:pt>
                <c:pt idx="23887">
                  <c:v>0.83807407407407408</c:v>
                </c:pt>
                <c:pt idx="23888">
                  <c:v>0.83807407407407408</c:v>
                </c:pt>
                <c:pt idx="23889">
                  <c:v>0.83807407407407408</c:v>
                </c:pt>
                <c:pt idx="23890">
                  <c:v>0.83807407407407408</c:v>
                </c:pt>
                <c:pt idx="23891">
                  <c:v>0.83807407407407408</c:v>
                </c:pt>
                <c:pt idx="23892">
                  <c:v>0.83807407407407408</c:v>
                </c:pt>
                <c:pt idx="23893">
                  <c:v>0.83807407407407408</c:v>
                </c:pt>
                <c:pt idx="23894">
                  <c:v>0.83807407407407408</c:v>
                </c:pt>
                <c:pt idx="23895">
                  <c:v>0.83807407407407408</c:v>
                </c:pt>
                <c:pt idx="23896">
                  <c:v>0.83807407407407408</c:v>
                </c:pt>
                <c:pt idx="23897">
                  <c:v>0.83807407407407408</c:v>
                </c:pt>
                <c:pt idx="23898">
                  <c:v>0.83807407407407408</c:v>
                </c:pt>
                <c:pt idx="23899">
                  <c:v>0.83807407407407408</c:v>
                </c:pt>
                <c:pt idx="23900">
                  <c:v>0.83807407407407408</c:v>
                </c:pt>
                <c:pt idx="23901">
                  <c:v>0.83807407407407408</c:v>
                </c:pt>
                <c:pt idx="23902">
                  <c:v>0.83807407407407408</c:v>
                </c:pt>
                <c:pt idx="23903">
                  <c:v>0.8382222222222222</c:v>
                </c:pt>
                <c:pt idx="23904">
                  <c:v>0.83837037037037032</c:v>
                </c:pt>
                <c:pt idx="23905">
                  <c:v>0.83837037037037032</c:v>
                </c:pt>
                <c:pt idx="23906">
                  <c:v>0.83837037037037032</c:v>
                </c:pt>
                <c:pt idx="23907">
                  <c:v>0.83837037037037032</c:v>
                </c:pt>
                <c:pt idx="23908">
                  <c:v>0.83837037037037032</c:v>
                </c:pt>
                <c:pt idx="23909">
                  <c:v>0.83837037037037032</c:v>
                </c:pt>
                <c:pt idx="23910">
                  <c:v>0.83851851851851855</c:v>
                </c:pt>
                <c:pt idx="23911">
                  <c:v>0.83866666666666667</c:v>
                </c:pt>
                <c:pt idx="23912">
                  <c:v>0.83866666666666667</c:v>
                </c:pt>
                <c:pt idx="23913">
                  <c:v>0.83866666666666667</c:v>
                </c:pt>
                <c:pt idx="23914">
                  <c:v>0.83866666666666667</c:v>
                </c:pt>
                <c:pt idx="23915">
                  <c:v>0.83881481481481479</c:v>
                </c:pt>
                <c:pt idx="23916">
                  <c:v>0.83881481481481479</c:v>
                </c:pt>
                <c:pt idx="23917">
                  <c:v>0.83896296296296291</c:v>
                </c:pt>
                <c:pt idx="23918">
                  <c:v>0.83896296296296291</c:v>
                </c:pt>
                <c:pt idx="23919">
                  <c:v>0.83911111111111114</c:v>
                </c:pt>
                <c:pt idx="23920">
                  <c:v>0.83911111111111114</c:v>
                </c:pt>
                <c:pt idx="23921">
                  <c:v>0.83911111111111114</c:v>
                </c:pt>
                <c:pt idx="23922">
                  <c:v>0.83925925925925926</c:v>
                </c:pt>
                <c:pt idx="23923">
                  <c:v>0.83925925925925926</c:v>
                </c:pt>
                <c:pt idx="23924">
                  <c:v>0.83940740740740738</c:v>
                </c:pt>
                <c:pt idx="23925">
                  <c:v>0.83940740740740738</c:v>
                </c:pt>
                <c:pt idx="23926">
                  <c:v>0.83940740740740738</c:v>
                </c:pt>
                <c:pt idx="23927">
                  <c:v>0.83940740740740738</c:v>
                </c:pt>
                <c:pt idx="23928">
                  <c:v>0.83955555555555561</c:v>
                </c:pt>
                <c:pt idx="23929">
                  <c:v>0.83955555555555561</c:v>
                </c:pt>
                <c:pt idx="23930">
                  <c:v>0.83955555555555561</c:v>
                </c:pt>
                <c:pt idx="23931">
                  <c:v>0.83955555555555561</c:v>
                </c:pt>
                <c:pt idx="23932">
                  <c:v>0.83955555555555561</c:v>
                </c:pt>
                <c:pt idx="23933">
                  <c:v>0.83970370370370373</c:v>
                </c:pt>
                <c:pt idx="23934">
                  <c:v>0.83985185185185185</c:v>
                </c:pt>
                <c:pt idx="23935">
                  <c:v>0.83985185185185185</c:v>
                </c:pt>
                <c:pt idx="23936">
                  <c:v>0.84</c:v>
                </c:pt>
                <c:pt idx="23937">
                  <c:v>0.84</c:v>
                </c:pt>
                <c:pt idx="23938">
                  <c:v>0.84</c:v>
                </c:pt>
                <c:pt idx="23939">
                  <c:v>0.84</c:v>
                </c:pt>
                <c:pt idx="23940">
                  <c:v>0.84</c:v>
                </c:pt>
                <c:pt idx="23941">
                  <c:v>0.8401481481481482</c:v>
                </c:pt>
                <c:pt idx="23942">
                  <c:v>0.8401481481481482</c:v>
                </c:pt>
                <c:pt idx="23943">
                  <c:v>0.8401481481481482</c:v>
                </c:pt>
                <c:pt idx="23944">
                  <c:v>0.84029629629629632</c:v>
                </c:pt>
                <c:pt idx="23945">
                  <c:v>0.84029629629629632</c:v>
                </c:pt>
                <c:pt idx="23946">
                  <c:v>0.84029629629629632</c:v>
                </c:pt>
                <c:pt idx="23947">
                  <c:v>0.84029629629629632</c:v>
                </c:pt>
                <c:pt idx="23948">
                  <c:v>0.84029629629629632</c:v>
                </c:pt>
                <c:pt idx="23949">
                  <c:v>0.84029629629629632</c:v>
                </c:pt>
                <c:pt idx="23950">
                  <c:v>0.84029629629629632</c:v>
                </c:pt>
                <c:pt idx="23951">
                  <c:v>0.84029629629629632</c:v>
                </c:pt>
                <c:pt idx="23952">
                  <c:v>0.84029629629629632</c:v>
                </c:pt>
                <c:pt idx="23953">
                  <c:v>0.84029629629629632</c:v>
                </c:pt>
                <c:pt idx="23954">
                  <c:v>0.84044444444444444</c:v>
                </c:pt>
                <c:pt idx="23955">
                  <c:v>0.84044444444444444</c:v>
                </c:pt>
                <c:pt idx="23956">
                  <c:v>0.84044444444444444</c:v>
                </c:pt>
                <c:pt idx="23957">
                  <c:v>0.84059259259259256</c:v>
                </c:pt>
                <c:pt idx="23958">
                  <c:v>0.84059259259259256</c:v>
                </c:pt>
                <c:pt idx="23959">
                  <c:v>0.84074074074074079</c:v>
                </c:pt>
                <c:pt idx="23960">
                  <c:v>0.84088888888888891</c:v>
                </c:pt>
                <c:pt idx="23961">
                  <c:v>0.84088888888888891</c:v>
                </c:pt>
                <c:pt idx="23962">
                  <c:v>0.84103703703703703</c:v>
                </c:pt>
                <c:pt idx="23963">
                  <c:v>0.84103703703703703</c:v>
                </c:pt>
                <c:pt idx="23964">
                  <c:v>0.84118518518518515</c:v>
                </c:pt>
                <c:pt idx="23965">
                  <c:v>0.84133333333333338</c:v>
                </c:pt>
                <c:pt idx="23966">
                  <c:v>0.84133333333333338</c:v>
                </c:pt>
                <c:pt idx="23967">
                  <c:v>0.8414814814814815</c:v>
                </c:pt>
                <c:pt idx="23968">
                  <c:v>0.8414814814814815</c:v>
                </c:pt>
                <c:pt idx="23969">
                  <c:v>0.8414814814814815</c:v>
                </c:pt>
                <c:pt idx="23970">
                  <c:v>0.84162962962962962</c:v>
                </c:pt>
                <c:pt idx="23971">
                  <c:v>0.84177777777777774</c:v>
                </c:pt>
                <c:pt idx="23972">
                  <c:v>0.84177777777777774</c:v>
                </c:pt>
                <c:pt idx="23973">
                  <c:v>0.84177777777777774</c:v>
                </c:pt>
                <c:pt idx="23974">
                  <c:v>0.84177777777777774</c:v>
                </c:pt>
                <c:pt idx="23975">
                  <c:v>0.84177777777777774</c:v>
                </c:pt>
                <c:pt idx="23976">
                  <c:v>0.84177777777777774</c:v>
                </c:pt>
                <c:pt idx="23977">
                  <c:v>0.84177777777777774</c:v>
                </c:pt>
                <c:pt idx="23978">
                  <c:v>0.84192592592592597</c:v>
                </c:pt>
                <c:pt idx="23979">
                  <c:v>0.84192592592592597</c:v>
                </c:pt>
                <c:pt idx="23980">
                  <c:v>0.84207407407407409</c:v>
                </c:pt>
                <c:pt idx="23981">
                  <c:v>0.84207407407407409</c:v>
                </c:pt>
                <c:pt idx="23982">
                  <c:v>0.84207407407407409</c:v>
                </c:pt>
                <c:pt idx="23983">
                  <c:v>0.84222222222222221</c:v>
                </c:pt>
                <c:pt idx="23984">
                  <c:v>0.84222222222222221</c:v>
                </c:pt>
                <c:pt idx="23985">
                  <c:v>0.84237037037037032</c:v>
                </c:pt>
                <c:pt idx="23986">
                  <c:v>0.84237037037037032</c:v>
                </c:pt>
                <c:pt idx="23987">
                  <c:v>0.84237037037037032</c:v>
                </c:pt>
                <c:pt idx="23988">
                  <c:v>0.84237037037037032</c:v>
                </c:pt>
                <c:pt idx="23989">
                  <c:v>0.84237037037037032</c:v>
                </c:pt>
                <c:pt idx="23990">
                  <c:v>0.84237037037037032</c:v>
                </c:pt>
                <c:pt idx="23991">
                  <c:v>0.84237037037037032</c:v>
                </c:pt>
                <c:pt idx="23992">
                  <c:v>0.84251851851851856</c:v>
                </c:pt>
                <c:pt idx="23993">
                  <c:v>0.84251851851851856</c:v>
                </c:pt>
                <c:pt idx="23994">
                  <c:v>0.84251851851851856</c:v>
                </c:pt>
                <c:pt idx="23995">
                  <c:v>0.84251851851851856</c:v>
                </c:pt>
                <c:pt idx="23996">
                  <c:v>0.84251851851851856</c:v>
                </c:pt>
                <c:pt idx="23997">
                  <c:v>0.84251851851851856</c:v>
                </c:pt>
                <c:pt idx="23998">
                  <c:v>0.84251851851851856</c:v>
                </c:pt>
                <c:pt idx="23999">
                  <c:v>0.84251851851851856</c:v>
                </c:pt>
                <c:pt idx="24000">
                  <c:v>0.84251851851851856</c:v>
                </c:pt>
                <c:pt idx="24001">
                  <c:v>0.84251851851851856</c:v>
                </c:pt>
                <c:pt idx="24002">
                  <c:v>0.84251851851851856</c:v>
                </c:pt>
                <c:pt idx="24003">
                  <c:v>0.84251851851851856</c:v>
                </c:pt>
                <c:pt idx="24004">
                  <c:v>0.84251851851851856</c:v>
                </c:pt>
                <c:pt idx="24005">
                  <c:v>0.84251851851851856</c:v>
                </c:pt>
                <c:pt idx="24006">
                  <c:v>0.84251851851851856</c:v>
                </c:pt>
                <c:pt idx="24007">
                  <c:v>0.84251851851851856</c:v>
                </c:pt>
                <c:pt idx="24008">
                  <c:v>0.84251851851851856</c:v>
                </c:pt>
                <c:pt idx="24009">
                  <c:v>0.84251851851851856</c:v>
                </c:pt>
                <c:pt idx="24010">
                  <c:v>0.84266666666666667</c:v>
                </c:pt>
                <c:pt idx="24011">
                  <c:v>0.84266666666666667</c:v>
                </c:pt>
                <c:pt idx="24012">
                  <c:v>0.84266666666666667</c:v>
                </c:pt>
                <c:pt idx="24013">
                  <c:v>0.84281481481481479</c:v>
                </c:pt>
                <c:pt idx="24014">
                  <c:v>0.84281481481481479</c:v>
                </c:pt>
                <c:pt idx="24015">
                  <c:v>0.84281481481481479</c:v>
                </c:pt>
                <c:pt idx="24016">
                  <c:v>0.84281481481481479</c:v>
                </c:pt>
                <c:pt idx="24017">
                  <c:v>0.84281481481481479</c:v>
                </c:pt>
                <c:pt idx="24018">
                  <c:v>0.84296296296296291</c:v>
                </c:pt>
                <c:pt idx="24019">
                  <c:v>0.84296296296296291</c:v>
                </c:pt>
                <c:pt idx="24020">
                  <c:v>0.84296296296296291</c:v>
                </c:pt>
                <c:pt idx="24021">
                  <c:v>0.84296296296296291</c:v>
                </c:pt>
                <c:pt idx="24022">
                  <c:v>0.84296296296296291</c:v>
                </c:pt>
                <c:pt idx="24023">
                  <c:v>0.84296296296296291</c:v>
                </c:pt>
                <c:pt idx="24024">
                  <c:v>0.84296296296296291</c:v>
                </c:pt>
                <c:pt idx="24025">
                  <c:v>0.84296296296296291</c:v>
                </c:pt>
                <c:pt idx="24026">
                  <c:v>0.84311111111111114</c:v>
                </c:pt>
                <c:pt idx="24027">
                  <c:v>0.84311111111111114</c:v>
                </c:pt>
                <c:pt idx="24028">
                  <c:v>0.84311111111111114</c:v>
                </c:pt>
                <c:pt idx="24029">
                  <c:v>0.84325925925925926</c:v>
                </c:pt>
                <c:pt idx="24030">
                  <c:v>0.84340740740740738</c:v>
                </c:pt>
                <c:pt idx="24031">
                  <c:v>0.84340740740740738</c:v>
                </c:pt>
                <c:pt idx="24032">
                  <c:v>0.84340740740740738</c:v>
                </c:pt>
                <c:pt idx="24033">
                  <c:v>0.8435555555555555</c:v>
                </c:pt>
                <c:pt idx="24034">
                  <c:v>0.84370370370370373</c:v>
                </c:pt>
                <c:pt idx="24035">
                  <c:v>0.84385185185185185</c:v>
                </c:pt>
                <c:pt idx="24036">
                  <c:v>0.84385185185185185</c:v>
                </c:pt>
                <c:pt idx="24037">
                  <c:v>0.84399999999999997</c:v>
                </c:pt>
                <c:pt idx="24038">
                  <c:v>0.84399999999999997</c:v>
                </c:pt>
                <c:pt idx="24039">
                  <c:v>0.84399999999999997</c:v>
                </c:pt>
                <c:pt idx="24040">
                  <c:v>0.8441481481481482</c:v>
                </c:pt>
                <c:pt idx="24041">
                  <c:v>0.84429629629629632</c:v>
                </c:pt>
                <c:pt idx="24042">
                  <c:v>0.84429629629629632</c:v>
                </c:pt>
                <c:pt idx="24043">
                  <c:v>0.84429629629629632</c:v>
                </c:pt>
                <c:pt idx="24044">
                  <c:v>0.84444444444444444</c:v>
                </c:pt>
                <c:pt idx="24045">
                  <c:v>0.84459259259259256</c:v>
                </c:pt>
                <c:pt idx="24046">
                  <c:v>0.84459259259259256</c:v>
                </c:pt>
                <c:pt idx="24047">
                  <c:v>0.84459259259259256</c:v>
                </c:pt>
                <c:pt idx="24048">
                  <c:v>0.84459259259259256</c:v>
                </c:pt>
                <c:pt idx="24049">
                  <c:v>0.84459259259259256</c:v>
                </c:pt>
                <c:pt idx="24050">
                  <c:v>0.84474074074074079</c:v>
                </c:pt>
                <c:pt idx="24051">
                  <c:v>0.84474074074074079</c:v>
                </c:pt>
                <c:pt idx="24052">
                  <c:v>0.84488888888888891</c:v>
                </c:pt>
                <c:pt idx="24053">
                  <c:v>0.84488888888888891</c:v>
                </c:pt>
                <c:pt idx="24054">
                  <c:v>0.84488888888888891</c:v>
                </c:pt>
                <c:pt idx="24055">
                  <c:v>0.84488888888888891</c:v>
                </c:pt>
                <c:pt idx="24056">
                  <c:v>0.84488888888888891</c:v>
                </c:pt>
                <c:pt idx="24057">
                  <c:v>0.84488888888888891</c:v>
                </c:pt>
                <c:pt idx="24058">
                  <c:v>0.84488888888888891</c:v>
                </c:pt>
                <c:pt idx="24059">
                  <c:v>0.84488888888888891</c:v>
                </c:pt>
                <c:pt idx="24060">
                  <c:v>0.84488888888888891</c:v>
                </c:pt>
                <c:pt idx="24061">
                  <c:v>0.84503703703703703</c:v>
                </c:pt>
                <c:pt idx="24062">
                  <c:v>0.84503703703703703</c:v>
                </c:pt>
                <c:pt idx="24063">
                  <c:v>0.84503703703703703</c:v>
                </c:pt>
                <c:pt idx="24064">
                  <c:v>0.84503703703703703</c:v>
                </c:pt>
                <c:pt idx="24065">
                  <c:v>0.84503703703703703</c:v>
                </c:pt>
                <c:pt idx="24066">
                  <c:v>0.84503703703703703</c:v>
                </c:pt>
                <c:pt idx="24067">
                  <c:v>0.84518518518518515</c:v>
                </c:pt>
                <c:pt idx="24068">
                  <c:v>0.84533333333333338</c:v>
                </c:pt>
                <c:pt idx="24069">
                  <c:v>0.84533333333333338</c:v>
                </c:pt>
                <c:pt idx="24070">
                  <c:v>0.8454814814814815</c:v>
                </c:pt>
                <c:pt idx="24071">
                  <c:v>0.84562962962962962</c:v>
                </c:pt>
                <c:pt idx="24072">
                  <c:v>0.84562962962962962</c:v>
                </c:pt>
                <c:pt idx="24073">
                  <c:v>0.84577777777777774</c:v>
                </c:pt>
                <c:pt idx="24074">
                  <c:v>0.84592592592592597</c:v>
                </c:pt>
                <c:pt idx="24075">
                  <c:v>0.84607407407407409</c:v>
                </c:pt>
                <c:pt idx="24076">
                  <c:v>0.84607407407407409</c:v>
                </c:pt>
                <c:pt idx="24077">
                  <c:v>0.84622222222222221</c:v>
                </c:pt>
                <c:pt idx="24078">
                  <c:v>0.84622222222222221</c:v>
                </c:pt>
                <c:pt idx="24079">
                  <c:v>0.84637037037037033</c:v>
                </c:pt>
                <c:pt idx="24080">
                  <c:v>0.84637037037037033</c:v>
                </c:pt>
                <c:pt idx="24081">
                  <c:v>0.84637037037037033</c:v>
                </c:pt>
                <c:pt idx="24082">
                  <c:v>0.84637037037037033</c:v>
                </c:pt>
                <c:pt idx="24083">
                  <c:v>0.84637037037037033</c:v>
                </c:pt>
                <c:pt idx="24084">
                  <c:v>0.84637037037037033</c:v>
                </c:pt>
                <c:pt idx="24085">
                  <c:v>0.84637037037037033</c:v>
                </c:pt>
                <c:pt idx="24086">
                  <c:v>0.84651851851851856</c:v>
                </c:pt>
                <c:pt idx="24087">
                  <c:v>0.84651851851851856</c:v>
                </c:pt>
                <c:pt idx="24088">
                  <c:v>0.84651851851851856</c:v>
                </c:pt>
                <c:pt idx="24089">
                  <c:v>0.84651851851851856</c:v>
                </c:pt>
                <c:pt idx="24090">
                  <c:v>0.84651851851851856</c:v>
                </c:pt>
                <c:pt idx="24091">
                  <c:v>0.84666666666666668</c:v>
                </c:pt>
                <c:pt idx="24092">
                  <c:v>0.84666666666666668</c:v>
                </c:pt>
                <c:pt idx="24093">
                  <c:v>0.84666666666666668</c:v>
                </c:pt>
                <c:pt idx="24094">
                  <c:v>0.8468148148148148</c:v>
                </c:pt>
                <c:pt idx="24095">
                  <c:v>0.8468148148148148</c:v>
                </c:pt>
                <c:pt idx="24096">
                  <c:v>0.8468148148148148</c:v>
                </c:pt>
                <c:pt idx="24097">
                  <c:v>0.8468148148148148</c:v>
                </c:pt>
                <c:pt idx="24098">
                  <c:v>0.8468148148148148</c:v>
                </c:pt>
                <c:pt idx="24099">
                  <c:v>0.8468148148148148</c:v>
                </c:pt>
                <c:pt idx="24100">
                  <c:v>0.8468148148148148</c:v>
                </c:pt>
                <c:pt idx="24101">
                  <c:v>0.8468148148148148</c:v>
                </c:pt>
                <c:pt idx="24102">
                  <c:v>0.8468148148148148</c:v>
                </c:pt>
                <c:pt idx="24103">
                  <c:v>0.8468148148148148</c:v>
                </c:pt>
                <c:pt idx="24104">
                  <c:v>0.84696296296296292</c:v>
                </c:pt>
                <c:pt idx="24105">
                  <c:v>0.84711111111111115</c:v>
                </c:pt>
                <c:pt idx="24106">
                  <c:v>0.84711111111111115</c:v>
                </c:pt>
                <c:pt idx="24107">
                  <c:v>0.84711111111111115</c:v>
                </c:pt>
                <c:pt idx="24108">
                  <c:v>0.84711111111111115</c:v>
                </c:pt>
                <c:pt idx="24109">
                  <c:v>0.84711111111111115</c:v>
                </c:pt>
                <c:pt idx="24110">
                  <c:v>0.84711111111111115</c:v>
                </c:pt>
                <c:pt idx="24111">
                  <c:v>0.84711111111111115</c:v>
                </c:pt>
                <c:pt idx="24112">
                  <c:v>0.84711111111111115</c:v>
                </c:pt>
                <c:pt idx="24113">
                  <c:v>0.84711111111111115</c:v>
                </c:pt>
                <c:pt idx="24114">
                  <c:v>0.84725925925925927</c:v>
                </c:pt>
                <c:pt idx="24115">
                  <c:v>0.84725925925925927</c:v>
                </c:pt>
                <c:pt idx="24116">
                  <c:v>0.84725925925925927</c:v>
                </c:pt>
                <c:pt idx="24117">
                  <c:v>0.84740740740740739</c:v>
                </c:pt>
                <c:pt idx="24118">
                  <c:v>0.84740740740740739</c:v>
                </c:pt>
                <c:pt idx="24119">
                  <c:v>0.84740740740740739</c:v>
                </c:pt>
                <c:pt idx="24120">
                  <c:v>0.84740740740740739</c:v>
                </c:pt>
                <c:pt idx="24121">
                  <c:v>0.84755555555555551</c:v>
                </c:pt>
                <c:pt idx="24122">
                  <c:v>0.84755555555555551</c:v>
                </c:pt>
                <c:pt idx="24123">
                  <c:v>0.84755555555555551</c:v>
                </c:pt>
                <c:pt idx="24124">
                  <c:v>0.84770370370370374</c:v>
                </c:pt>
                <c:pt idx="24125">
                  <c:v>0.84770370370370374</c:v>
                </c:pt>
                <c:pt idx="24126">
                  <c:v>0.84770370370370374</c:v>
                </c:pt>
                <c:pt idx="24127">
                  <c:v>0.84770370370370374</c:v>
                </c:pt>
                <c:pt idx="24128">
                  <c:v>0.84785185185185186</c:v>
                </c:pt>
                <c:pt idx="24129">
                  <c:v>0.84785185185185186</c:v>
                </c:pt>
                <c:pt idx="24130">
                  <c:v>0.84785185185185186</c:v>
                </c:pt>
                <c:pt idx="24131">
                  <c:v>0.84785185185185186</c:v>
                </c:pt>
                <c:pt idx="24132">
                  <c:v>0.84785185185185186</c:v>
                </c:pt>
                <c:pt idx="24133">
                  <c:v>0.84785185185185186</c:v>
                </c:pt>
                <c:pt idx="24134">
                  <c:v>0.84785185185185186</c:v>
                </c:pt>
                <c:pt idx="24135">
                  <c:v>0.84799999999999998</c:v>
                </c:pt>
                <c:pt idx="24136">
                  <c:v>0.84799999999999998</c:v>
                </c:pt>
                <c:pt idx="24137">
                  <c:v>0.84799999999999998</c:v>
                </c:pt>
                <c:pt idx="24138">
                  <c:v>0.8481481481481481</c:v>
                </c:pt>
                <c:pt idx="24139">
                  <c:v>0.84829629629629633</c:v>
                </c:pt>
                <c:pt idx="24140">
                  <c:v>0.84829629629629633</c:v>
                </c:pt>
                <c:pt idx="24141">
                  <c:v>0.84829629629629633</c:v>
                </c:pt>
                <c:pt idx="24142">
                  <c:v>0.84829629629629633</c:v>
                </c:pt>
                <c:pt idx="24143">
                  <c:v>0.84829629629629633</c:v>
                </c:pt>
                <c:pt idx="24144">
                  <c:v>0.84829629629629633</c:v>
                </c:pt>
                <c:pt idx="24145">
                  <c:v>0.84829629629629633</c:v>
                </c:pt>
                <c:pt idx="24146">
                  <c:v>0.84829629629629633</c:v>
                </c:pt>
                <c:pt idx="24147">
                  <c:v>0.84829629629629633</c:v>
                </c:pt>
                <c:pt idx="24148">
                  <c:v>0.84844444444444445</c:v>
                </c:pt>
                <c:pt idx="24149">
                  <c:v>0.84844444444444445</c:v>
                </c:pt>
                <c:pt idx="24150">
                  <c:v>0.84844444444444445</c:v>
                </c:pt>
                <c:pt idx="24151">
                  <c:v>0.84859259259259257</c:v>
                </c:pt>
                <c:pt idx="24152">
                  <c:v>0.84859259259259257</c:v>
                </c:pt>
                <c:pt idx="24153">
                  <c:v>0.84859259259259257</c:v>
                </c:pt>
                <c:pt idx="24154">
                  <c:v>0.84859259259259257</c:v>
                </c:pt>
                <c:pt idx="24155">
                  <c:v>0.8487407407407408</c:v>
                </c:pt>
                <c:pt idx="24156">
                  <c:v>0.8487407407407408</c:v>
                </c:pt>
                <c:pt idx="24157">
                  <c:v>0.8487407407407408</c:v>
                </c:pt>
                <c:pt idx="24158">
                  <c:v>0.8487407407407408</c:v>
                </c:pt>
                <c:pt idx="24159">
                  <c:v>0.8487407407407408</c:v>
                </c:pt>
                <c:pt idx="24160">
                  <c:v>0.8487407407407408</c:v>
                </c:pt>
                <c:pt idx="24161">
                  <c:v>0.8487407407407408</c:v>
                </c:pt>
                <c:pt idx="24162">
                  <c:v>0.8487407407407408</c:v>
                </c:pt>
                <c:pt idx="24163">
                  <c:v>0.8487407407407408</c:v>
                </c:pt>
                <c:pt idx="24164">
                  <c:v>0.8487407407407408</c:v>
                </c:pt>
                <c:pt idx="24165">
                  <c:v>0.8487407407407408</c:v>
                </c:pt>
                <c:pt idx="24166">
                  <c:v>0.8487407407407408</c:v>
                </c:pt>
                <c:pt idx="24167">
                  <c:v>0.84888888888888892</c:v>
                </c:pt>
                <c:pt idx="24168">
                  <c:v>0.84903703703703703</c:v>
                </c:pt>
                <c:pt idx="24169">
                  <c:v>0.84903703703703703</c:v>
                </c:pt>
                <c:pt idx="24170">
                  <c:v>0.84903703703703703</c:v>
                </c:pt>
                <c:pt idx="24171">
                  <c:v>0.84903703703703703</c:v>
                </c:pt>
                <c:pt idx="24172">
                  <c:v>0.84903703703703703</c:v>
                </c:pt>
                <c:pt idx="24173">
                  <c:v>0.84918518518518515</c:v>
                </c:pt>
                <c:pt idx="24174">
                  <c:v>0.84918518518518515</c:v>
                </c:pt>
                <c:pt idx="24175">
                  <c:v>0.84918518518518515</c:v>
                </c:pt>
                <c:pt idx="24176">
                  <c:v>0.84933333333333338</c:v>
                </c:pt>
                <c:pt idx="24177">
                  <c:v>0.8494814814814815</c:v>
                </c:pt>
                <c:pt idx="24178">
                  <c:v>0.84962962962962962</c:v>
                </c:pt>
                <c:pt idx="24179">
                  <c:v>0.84962962962962962</c:v>
                </c:pt>
                <c:pt idx="24180">
                  <c:v>0.84977777777777774</c:v>
                </c:pt>
                <c:pt idx="24181">
                  <c:v>0.84992592592592597</c:v>
                </c:pt>
                <c:pt idx="24182">
                  <c:v>0.85007407407407409</c:v>
                </c:pt>
                <c:pt idx="24183">
                  <c:v>0.85007407407407409</c:v>
                </c:pt>
                <c:pt idx="24184">
                  <c:v>0.85007407407407409</c:v>
                </c:pt>
                <c:pt idx="24185">
                  <c:v>0.85022222222222221</c:v>
                </c:pt>
                <c:pt idx="24186">
                  <c:v>0.85022222222222221</c:v>
                </c:pt>
                <c:pt idx="24187">
                  <c:v>0.85022222222222221</c:v>
                </c:pt>
                <c:pt idx="24188">
                  <c:v>0.85022222222222221</c:v>
                </c:pt>
                <c:pt idx="24189">
                  <c:v>0.85022222222222221</c:v>
                </c:pt>
                <c:pt idx="24190">
                  <c:v>0.85037037037037033</c:v>
                </c:pt>
                <c:pt idx="24191">
                  <c:v>0.85037037037037033</c:v>
                </c:pt>
                <c:pt idx="24192">
                  <c:v>0.85037037037037033</c:v>
                </c:pt>
                <c:pt idx="24193">
                  <c:v>0.85051851851851856</c:v>
                </c:pt>
                <c:pt idx="24194">
                  <c:v>0.85066666666666668</c:v>
                </c:pt>
                <c:pt idx="24195">
                  <c:v>0.85066666666666668</c:v>
                </c:pt>
                <c:pt idx="24196">
                  <c:v>0.85066666666666668</c:v>
                </c:pt>
                <c:pt idx="24197">
                  <c:v>0.8508148148148148</c:v>
                </c:pt>
                <c:pt idx="24198">
                  <c:v>0.8508148148148148</c:v>
                </c:pt>
                <c:pt idx="24199">
                  <c:v>0.85096296296296292</c:v>
                </c:pt>
                <c:pt idx="24200">
                  <c:v>0.85096296296296292</c:v>
                </c:pt>
                <c:pt idx="24201">
                  <c:v>0.85096296296296292</c:v>
                </c:pt>
                <c:pt idx="24202">
                  <c:v>0.85096296296296292</c:v>
                </c:pt>
                <c:pt idx="24203">
                  <c:v>0.85096296296296292</c:v>
                </c:pt>
                <c:pt idx="24204">
                  <c:v>0.85111111111111115</c:v>
                </c:pt>
                <c:pt idx="24205">
                  <c:v>0.85125925925925927</c:v>
                </c:pt>
                <c:pt idx="24206">
                  <c:v>0.85125925925925927</c:v>
                </c:pt>
                <c:pt idx="24207">
                  <c:v>0.85125925925925927</c:v>
                </c:pt>
                <c:pt idx="24208">
                  <c:v>0.85125925925925927</c:v>
                </c:pt>
                <c:pt idx="24209">
                  <c:v>0.85125925925925927</c:v>
                </c:pt>
                <c:pt idx="24210">
                  <c:v>0.85125925925925927</c:v>
                </c:pt>
                <c:pt idx="24211">
                  <c:v>0.85125925925925927</c:v>
                </c:pt>
                <c:pt idx="24212">
                  <c:v>0.85125925925925927</c:v>
                </c:pt>
                <c:pt idx="24213">
                  <c:v>0.85125925925925927</c:v>
                </c:pt>
                <c:pt idx="24214">
                  <c:v>0.85125925925925927</c:v>
                </c:pt>
                <c:pt idx="24215">
                  <c:v>0.85140740740740739</c:v>
                </c:pt>
                <c:pt idx="24216">
                  <c:v>0.85140740740740739</c:v>
                </c:pt>
                <c:pt idx="24217">
                  <c:v>0.85155555555555551</c:v>
                </c:pt>
                <c:pt idx="24218">
                  <c:v>0.85155555555555551</c:v>
                </c:pt>
                <c:pt idx="24219">
                  <c:v>0.85170370370370374</c:v>
                </c:pt>
                <c:pt idx="24220">
                  <c:v>0.85170370370370374</c:v>
                </c:pt>
                <c:pt idx="24221">
                  <c:v>0.85170370370370374</c:v>
                </c:pt>
                <c:pt idx="24222">
                  <c:v>0.85170370370370374</c:v>
                </c:pt>
                <c:pt idx="24223">
                  <c:v>0.85185185185185186</c:v>
                </c:pt>
                <c:pt idx="24224">
                  <c:v>0.85185185185185186</c:v>
                </c:pt>
                <c:pt idx="24225">
                  <c:v>0.85199999999999998</c:v>
                </c:pt>
                <c:pt idx="24226">
                  <c:v>0.85199999999999998</c:v>
                </c:pt>
                <c:pt idx="24227">
                  <c:v>0.85199999999999998</c:v>
                </c:pt>
                <c:pt idx="24228">
                  <c:v>0.8521481481481481</c:v>
                </c:pt>
                <c:pt idx="24229">
                  <c:v>0.8521481481481481</c:v>
                </c:pt>
                <c:pt idx="24230">
                  <c:v>0.8521481481481481</c:v>
                </c:pt>
                <c:pt idx="24231">
                  <c:v>0.8521481481481481</c:v>
                </c:pt>
                <c:pt idx="24232">
                  <c:v>0.85229629629629633</c:v>
                </c:pt>
                <c:pt idx="24233">
                  <c:v>0.85229629629629633</c:v>
                </c:pt>
                <c:pt idx="24234">
                  <c:v>0.85229629629629633</c:v>
                </c:pt>
                <c:pt idx="24235">
                  <c:v>0.85244444444444445</c:v>
                </c:pt>
                <c:pt idx="24236">
                  <c:v>0.85259259259259257</c:v>
                </c:pt>
                <c:pt idx="24237">
                  <c:v>0.85259259259259257</c:v>
                </c:pt>
                <c:pt idx="24238">
                  <c:v>0.85259259259259257</c:v>
                </c:pt>
                <c:pt idx="24239">
                  <c:v>0.85274074074074069</c:v>
                </c:pt>
                <c:pt idx="24240">
                  <c:v>0.85274074074074069</c:v>
                </c:pt>
                <c:pt idx="24241">
                  <c:v>0.85274074074074069</c:v>
                </c:pt>
                <c:pt idx="24242">
                  <c:v>0.85288888888888892</c:v>
                </c:pt>
                <c:pt idx="24243">
                  <c:v>0.85288888888888892</c:v>
                </c:pt>
                <c:pt idx="24244">
                  <c:v>0.85288888888888892</c:v>
                </c:pt>
                <c:pt idx="24245">
                  <c:v>0.85288888888888892</c:v>
                </c:pt>
                <c:pt idx="24246">
                  <c:v>0.85288888888888892</c:v>
                </c:pt>
                <c:pt idx="24247">
                  <c:v>0.85303703703703704</c:v>
                </c:pt>
                <c:pt idx="24248">
                  <c:v>0.85303703703703704</c:v>
                </c:pt>
                <c:pt idx="24249">
                  <c:v>0.85303703703703704</c:v>
                </c:pt>
                <c:pt idx="24250">
                  <c:v>0.85303703703703704</c:v>
                </c:pt>
                <c:pt idx="24251">
                  <c:v>0.85303703703703704</c:v>
                </c:pt>
                <c:pt idx="24252">
                  <c:v>0.85318518518518516</c:v>
                </c:pt>
                <c:pt idx="24253">
                  <c:v>0.85318518518518516</c:v>
                </c:pt>
                <c:pt idx="24254">
                  <c:v>0.85333333333333339</c:v>
                </c:pt>
                <c:pt idx="24255">
                  <c:v>0.85348148148148151</c:v>
                </c:pt>
                <c:pt idx="24256">
                  <c:v>0.85362962962962963</c:v>
                </c:pt>
                <c:pt idx="24257">
                  <c:v>0.85377777777777775</c:v>
                </c:pt>
                <c:pt idx="24258">
                  <c:v>0.85392592592592598</c:v>
                </c:pt>
                <c:pt idx="24259">
                  <c:v>0.85392592592592598</c:v>
                </c:pt>
                <c:pt idx="24260">
                  <c:v>0.85392592592592598</c:v>
                </c:pt>
                <c:pt idx="24261">
                  <c:v>0.8540740740740741</c:v>
                </c:pt>
                <c:pt idx="24262">
                  <c:v>0.85422222222222222</c:v>
                </c:pt>
                <c:pt idx="24263">
                  <c:v>0.85437037037037034</c:v>
                </c:pt>
                <c:pt idx="24264">
                  <c:v>0.85437037037037034</c:v>
                </c:pt>
                <c:pt idx="24265">
                  <c:v>0.85437037037037034</c:v>
                </c:pt>
                <c:pt idx="24266">
                  <c:v>0.85437037037037034</c:v>
                </c:pt>
                <c:pt idx="24267">
                  <c:v>0.85451851851851857</c:v>
                </c:pt>
                <c:pt idx="24268">
                  <c:v>0.85451851851851857</c:v>
                </c:pt>
                <c:pt idx="24269">
                  <c:v>0.85451851851851857</c:v>
                </c:pt>
                <c:pt idx="24270">
                  <c:v>0.85451851851851857</c:v>
                </c:pt>
                <c:pt idx="24271">
                  <c:v>0.85451851851851857</c:v>
                </c:pt>
                <c:pt idx="24272">
                  <c:v>0.85466666666666669</c:v>
                </c:pt>
                <c:pt idx="24273">
                  <c:v>0.85466666666666669</c:v>
                </c:pt>
                <c:pt idx="24274">
                  <c:v>0.85466666666666669</c:v>
                </c:pt>
                <c:pt idx="24275">
                  <c:v>0.85466666666666669</c:v>
                </c:pt>
                <c:pt idx="24276">
                  <c:v>0.85466666666666669</c:v>
                </c:pt>
                <c:pt idx="24277">
                  <c:v>0.85481481481481481</c:v>
                </c:pt>
                <c:pt idx="24278">
                  <c:v>0.85496296296296292</c:v>
                </c:pt>
                <c:pt idx="24279">
                  <c:v>0.85496296296296292</c:v>
                </c:pt>
                <c:pt idx="24280">
                  <c:v>0.85511111111111116</c:v>
                </c:pt>
                <c:pt idx="24281">
                  <c:v>0.85511111111111116</c:v>
                </c:pt>
                <c:pt idx="24282">
                  <c:v>0.85525925925925927</c:v>
                </c:pt>
                <c:pt idx="24283">
                  <c:v>0.85540740740740739</c:v>
                </c:pt>
                <c:pt idx="24284">
                  <c:v>0.85555555555555551</c:v>
                </c:pt>
                <c:pt idx="24285">
                  <c:v>0.85555555555555551</c:v>
                </c:pt>
                <c:pt idx="24286">
                  <c:v>0.85555555555555551</c:v>
                </c:pt>
                <c:pt idx="24287">
                  <c:v>0.85555555555555551</c:v>
                </c:pt>
                <c:pt idx="24288">
                  <c:v>0.85555555555555551</c:v>
                </c:pt>
                <c:pt idx="24289">
                  <c:v>0.85555555555555551</c:v>
                </c:pt>
                <c:pt idx="24290">
                  <c:v>0.85570370370370374</c:v>
                </c:pt>
                <c:pt idx="24291">
                  <c:v>0.85585185185185186</c:v>
                </c:pt>
                <c:pt idx="24292">
                  <c:v>0.85599999999999998</c:v>
                </c:pt>
                <c:pt idx="24293">
                  <c:v>0.85599999999999998</c:v>
                </c:pt>
                <c:pt idx="24294">
                  <c:v>0.85599999999999998</c:v>
                </c:pt>
                <c:pt idx="24295">
                  <c:v>0.85599999999999998</c:v>
                </c:pt>
                <c:pt idx="24296">
                  <c:v>0.8561481481481481</c:v>
                </c:pt>
                <c:pt idx="24297">
                  <c:v>0.85629629629629633</c:v>
                </c:pt>
                <c:pt idx="24298">
                  <c:v>0.85629629629629633</c:v>
                </c:pt>
                <c:pt idx="24299">
                  <c:v>0.85629629629629633</c:v>
                </c:pt>
                <c:pt idx="24300">
                  <c:v>0.85629629629629633</c:v>
                </c:pt>
                <c:pt idx="24301">
                  <c:v>0.85644444444444445</c:v>
                </c:pt>
                <c:pt idx="24302">
                  <c:v>0.85644444444444445</c:v>
                </c:pt>
                <c:pt idx="24303">
                  <c:v>0.85644444444444445</c:v>
                </c:pt>
                <c:pt idx="24304">
                  <c:v>0.85659259259259257</c:v>
                </c:pt>
                <c:pt idx="24305">
                  <c:v>0.85659259259259257</c:v>
                </c:pt>
                <c:pt idx="24306">
                  <c:v>0.85659259259259257</c:v>
                </c:pt>
                <c:pt idx="24307">
                  <c:v>0.85674074074074069</c:v>
                </c:pt>
                <c:pt idx="24308">
                  <c:v>0.85688888888888892</c:v>
                </c:pt>
                <c:pt idx="24309">
                  <c:v>0.85688888888888892</c:v>
                </c:pt>
                <c:pt idx="24310">
                  <c:v>0.85688888888888892</c:v>
                </c:pt>
                <c:pt idx="24311">
                  <c:v>0.85688888888888892</c:v>
                </c:pt>
                <c:pt idx="24312">
                  <c:v>0.85703703703703704</c:v>
                </c:pt>
                <c:pt idx="24313">
                  <c:v>0.85703703703703704</c:v>
                </c:pt>
                <c:pt idx="24314">
                  <c:v>0.85718518518518516</c:v>
                </c:pt>
                <c:pt idx="24315">
                  <c:v>0.85718518518518516</c:v>
                </c:pt>
                <c:pt idx="24316">
                  <c:v>0.85718518518518516</c:v>
                </c:pt>
                <c:pt idx="24317">
                  <c:v>0.85718518518518516</c:v>
                </c:pt>
                <c:pt idx="24318">
                  <c:v>0.85718518518518516</c:v>
                </c:pt>
                <c:pt idx="24319">
                  <c:v>0.85718518518518516</c:v>
                </c:pt>
                <c:pt idx="24320">
                  <c:v>0.85718518518518516</c:v>
                </c:pt>
                <c:pt idx="24321">
                  <c:v>0.85718518518518516</c:v>
                </c:pt>
                <c:pt idx="24322">
                  <c:v>0.85733333333333328</c:v>
                </c:pt>
                <c:pt idx="24323">
                  <c:v>0.85748148148148151</c:v>
                </c:pt>
                <c:pt idx="24324">
                  <c:v>0.85748148148148151</c:v>
                </c:pt>
                <c:pt idx="24325">
                  <c:v>0.85748148148148151</c:v>
                </c:pt>
                <c:pt idx="24326">
                  <c:v>0.85762962962962963</c:v>
                </c:pt>
                <c:pt idx="24327">
                  <c:v>0.85762962962962963</c:v>
                </c:pt>
                <c:pt idx="24328">
                  <c:v>0.85762962962962963</c:v>
                </c:pt>
                <c:pt idx="24329">
                  <c:v>0.85777777777777775</c:v>
                </c:pt>
                <c:pt idx="24330">
                  <c:v>0.85777777777777775</c:v>
                </c:pt>
                <c:pt idx="24331">
                  <c:v>0.85777777777777775</c:v>
                </c:pt>
                <c:pt idx="24332">
                  <c:v>0.85777777777777775</c:v>
                </c:pt>
                <c:pt idx="24333">
                  <c:v>0.85777777777777775</c:v>
                </c:pt>
                <c:pt idx="24334">
                  <c:v>0.85777777777777775</c:v>
                </c:pt>
                <c:pt idx="24335">
                  <c:v>0.85777777777777775</c:v>
                </c:pt>
                <c:pt idx="24336">
                  <c:v>0.85777777777777775</c:v>
                </c:pt>
                <c:pt idx="24337">
                  <c:v>0.85777777777777775</c:v>
                </c:pt>
                <c:pt idx="24338">
                  <c:v>0.85777777777777775</c:v>
                </c:pt>
                <c:pt idx="24339">
                  <c:v>0.85792592592592598</c:v>
                </c:pt>
                <c:pt idx="24340">
                  <c:v>0.85792592592592598</c:v>
                </c:pt>
                <c:pt idx="24341">
                  <c:v>0.8580740740740741</c:v>
                </c:pt>
                <c:pt idx="24342">
                  <c:v>0.85822222222222222</c:v>
                </c:pt>
                <c:pt idx="24343">
                  <c:v>0.85822222222222222</c:v>
                </c:pt>
                <c:pt idx="24344">
                  <c:v>0.85822222222222222</c:v>
                </c:pt>
                <c:pt idx="24345">
                  <c:v>0.85822222222222222</c:v>
                </c:pt>
                <c:pt idx="24346">
                  <c:v>0.85822222222222222</c:v>
                </c:pt>
                <c:pt idx="24347">
                  <c:v>0.85837037037037034</c:v>
                </c:pt>
                <c:pt idx="24348">
                  <c:v>0.85837037037037034</c:v>
                </c:pt>
                <c:pt idx="24349">
                  <c:v>0.85851851851851857</c:v>
                </c:pt>
                <c:pt idx="24350">
                  <c:v>0.85851851851851857</c:v>
                </c:pt>
                <c:pt idx="24351">
                  <c:v>0.85851851851851857</c:v>
                </c:pt>
                <c:pt idx="24352">
                  <c:v>0.85851851851851857</c:v>
                </c:pt>
                <c:pt idx="24353">
                  <c:v>0.85866666666666669</c:v>
                </c:pt>
                <c:pt idx="24354">
                  <c:v>0.85866666666666669</c:v>
                </c:pt>
                <c:pt idx="24355">
                  <c:v>0.85881481481481481</c:v>
                </c:pt>
                <c:pt idx="24356">
                  <c:v>0.85896296296296293</c:v>
                </c:pt>
                <c:pt idx="24357">
                  <c:v>0.85896296296296293</c:v>
                </c:pt>
                <c:pt idx="24358">
                  <c:v>0.85896296296296293</c:v>
                </c:pt>
                <c:pt idx="24359">
                  <c:v>0.85911111111111116</c:v>
                </c:pt>
                <c:pt idx="24360">
                  <c:v>0.85911111111111116</c:v>
                </c:pt>
                <c:pt idx="24361">
                  <c:v>0.85911111111111116</c:v>
                </c:pt>
                <c:pt idx="24362">
                  <c:v>0.85925925925925928</c:v>
                </c:pt>
                <c:pt idx="24363">
                  <c:v>0.85925925925925928</c:v>
                </c:pt>
                <c:pt idx="24364">
                  <c:v>0.8594074074074074</c:v>
                </c:pt>
                <c:pt idx="24365">
                  <c:v>0.85955555555555552</c:v>
                </c:pt>
                <c:pt idx="24366">
                  <c:v>0.85970370370370375</c:v>
                </c:pt>
                <c:pt idx="24367">
                  <c:v>0.85985185185185187</c:v>
                </c:pt>
                <c:pt idx="24368">
                  <c:v>0.86</c:v>
                </c:pt>
                <c:pt idx="24369">
                  <c:v>0.86</c:v>
                </c:pt>
                <c:pt idx="24370">
                  <c:v>0.86</c:v>
                </c:pt>
                <c:pt idx="24371">
                  <c:v>0.86014814814814811</c:v>
                </c:pt>
                <c:pt idx="24372">
                  <c:v>0.86014814814814811</c:v>
                </c:pt>
                <c:pt idx="24373">
                  <c:v>0.86029629629629634</c:v>
                </c:pt>
                <c:pt idx="24374">
                  <c:v>0.86029629629629634</c:v>
                </c:pt>
                <c:pt idx="24375">
                  <c:v>0.86029629629629634</c:v>
                </c:pt>
                <c:pt idx="24376">
                  <c:v>0.86029629629629634</c:v>
                </c:pt>
                <c:pt idx="24377">
                  <c:v>0.86029629629629634</c:v>
                </c:pt>
                <c:pt idx="24378">
                  <c:v>0.86029629629629634</c:v>
                </c:pt>
                <c:pt idx="24379">
                  <c:v>0.86044444444444446</c:v>
                </c:pt>
                <c:pt idx="24380">
                  <c:v>0.86059259259259258</c:v>
                </c:pt>
                <c:pt idx="24381">
                  <c:v>0.86059259259259258</c:v>
                </c:pt>
                <c:pt idx="24382">
                  <c:v>0.8607407407407407</c:v>
                </c:pt>
                <c:pt idx="24383">
                  <c:v>0.86088888888888893</c:v>
                </c:pt>
                <c:pt idx="24384">
                  <c:v>0.86088888888888893</c:v>
                </c:pt>
                <c:pt idx="24385">
                  <c:v>0.86088888888888893</c:v>
                </c:pt>
                <c:pt idx="24386">
                  <c:v>0.86088888888888893</c:v>
                </c:pt>
                <c:pt idx="24387">
                  <c:v>0.86088888888888893</c:v>
                </c:pt>
                <c:pt idx="24388">
                  <c:v>0.86103703703703705</c:v>
                </c:pt>
                <c:pt idx="24389">
                  <c:v>0.86103703703703705</c:v>
                </c:pt>
                <c:pt idx="24390">
                  <c:v>0.86118518518518516</c:v>
                </c:pt>
                <c:pt idx="24391">
                  <c:v>0.86118518518518516</c:v>
                </c:pt>
                <c:pt idx="24392">
                  <c:v>0.86133333333333328</c:v>
                </c:pt>
                <c:pt idx="24393">
                  <c:v>0.86133333333333328</c:v>
                </c:pt>
                <c:pt idx="24394">
                  <c:v>0.86133333333333328</c:v>
                </c:pt>
                <c:pt idx="24395">
                  <c:v>0.86133333333333328</c:v>
                </c:pt>
                <c:pt idx="24396">
                  <c:v>0.86133333333333328</c:v>
                </c:pt>
                <c:pt idx="24397">
                  <c:v>0.86148148148148151</c:v>
                </c:pt>
                <c:pt idx="24398">
                  <c:v>0.86148148148148151</c:v>
                </c:pt>
                <c:pt idx="24399">
                  <c:v>0.86148148148148151</c:v>
                </c:pt>
                <c:pt idx="24400">
                  <c:v>0.86162962962962963</c:v>
                </c:pt>
                <c:pt idx="24401">
                  <c:v>0.86177777777777775</c:v>
                </c:pt>
                <c:pt idx="24402">
                  <c:v>0.86177777777777775</c:v>
                </c:pt>
                <c:pt idx="24403">
                  <c:v>0.86177777777777775</c:v>
                </c:pt>
                <c:pt idx="24404">
                  <c:v>0.86177777777777775</c:v>
                </c:pt>
                <c:pt idx="24405">
                  <c:v>0.86192592592592587</c:v>
                </c:pt>
                <c:pt idx="24406">
                  <c:v>0.86192592592592587</c:v>
                </c:pt>
                <c:pt idx="24407">
                  <c:v>0.8620740740740741</c:v>
                </c:pt>
                <c:pt idx="24408">
                  <c:v>0.8620740740740741</c:v>
                </c:pt>
                <c:pt idx="24409">
                  <c:v>0.86222222222222222</c:v>
                </c:pt>
                <c:pt idx="24410">
                  <c:v>0.86222222222222222</c:v>
                </c:pt>
                <c:pt idx="24411">
                  <c:v>0.86237037037037034</c:v>
                </c:pt>
                <c:pt idx="24412">
                  <c:v>0.86251851851851857</c:v>
                </c:pt>
                <c:pt idx="24413">
                  <c:v>0.86266666666666669</c:v>
                </c:pt>
                <c:pt idx="24414">
                  <c:v>0.86266666666666669</c:v>
                </c:pt>
                <c:pt idx="24415">
                  <c:v>0.86266666666666669</c:v>
                </c:pt>
                <c:pt idx="24416">
                  <c:v>0.86281481481481481</c:v>
                </c:pt>
                <c:pt idx="24417">
                  <c:v>0.86281481481481481</c:v>
                </c:pt>
                <c:pt idx="24418">
                  <c:v>0.86281481481481481</c:v>
                </c:pt>
                <c:pt idx="24419">
                  <c:v>0.86281481481481481</c:v>
                </c:pt>
                <c:pt idx="24420">
                  <c:v>0.86296296296296293</c:v>
                </c:pt>
                <c:pt idx="24421">
                  <c:v>0.86311111111111116</c:v>
                </c:pt>
                <c:pt idx="24422">
                  <c:v>0.86311111111111116</c:v>
                </c:pt>
                <c:pt idx="24423">
                  <c:v>0.86325925925925928</c:v>
                </c:pt>
                <c:pt idx="24424">
                  <c:v>0.86325925925925928</c:v>
                </c:pt>
                <c:pt idx="24425">
                  <c:v>0.8634074074074074</c:v>
                </c:pt>
                <c:pt idx="24426">
                  <c:v>0.8634074074074074</c:v>
                </c:pt>
                <c:pt idx="24427">
                  <c:v>0.8634074074074074</c:v>
                </c:pt>
                <c:pt idx="24428">
                  <c:v>0.8634074074074074</c:v>
                </c:pt>
                <c:pt idx="24429">
                  <c:v>0.86355555555555552</c:v>
                </c:pt>
                <c:pt idx="24430">
                  <c:v>0.86355555555555552</c:v>
                </c:pt>
                <c:pt idx="24431">
                  <c:v>0.86355555555555552</c:v>
                </c:pt>
                <c:pt idx="24432">
                  <c:v>0.86355555555555552</c:v>
                </c:pt>
                <c:pt idx="24433">
                  <c:v>0.86355555555555552</c:v>
                </c:pt>
                <c:pt idx="24434">
                  <c:v>0.86355555555555552</c:v>
                </c:pt>
                <c:pt idx="24435">
                  <c:v>0.86355555555555552</c:v>
                </c:pt>
                <c:pt idx="24436">
                  <c:v>0.86355555555555552</c:v>
                </c:pt>
                <c:pt idx="24437">
                  <c:v>0.86355555555555552</c:v>
                </c:pt>
                <c:pt idx="24438">
                  <c:v>0.86355555555555552</c:v>
                </c:pt>
                <c:pt idx="24439">
                  <c:v>0.86355555555555552</c:v>
                </c:pt>
                <c:pt idx="24440">
                  <c:v>0.86355555555555552</c:v>
                </c:pt>
                <c:pt idx="24441">
                  <c:v>0.86355555555555552</c:v>
                </c:pt>
                <c:pt idx="24442">
                  <c:v>0.86370370370370375</c:v>
                </c:pt>
                <c:pt idx="24443">
                  <c:v>0.86370370370370375</c:v>
                </c:pt>
                <c:pt idx="24444">
                  <c:v>0.86385185185185187</c:v>
                </c:pt>
                <c:pt idx="24445">
                  <c:v>0.86385185185185187</c:v>
                </c:pt>
                <c:pt idx="24446">
                  <c:v>0.86385185185185187</c:v>
                </c:pt>
                <c:pt idx="24447">
                  <c:v>0.86399999999999999</c:v>
                </c:pt>
                <c:pt idx="24448">
                  <c:v>0.86399999999999999</c:v>
                </c:pt>
                <c:pt idx="24449">
                  <c:v>0.86399999999999999</c:v>
                </c:pt>
                <c:pt idx="24450">
                  <c:v>0.86414814814814811</c:v>
                </c:pt>
                <c:pt idx="24451">
                  <c:v>0.86414814814814811</c:v>
                </c:pt>
                <c:pt idx="24452">
                  <c:v>0.86414814814814811</c:v>
                </c:pt>
                <c:pt idx="24453">
                  <c:v>0.86414814814814811</c:v>
                </c:pt>
                <c:pt idx="24454">
                  <c:v>0.86414814814814811</c:v>
                </c:pt>
                <c:pt idx="24455">
                  <c:v>0.86414814814814811</c:v>
                </c:pt>
                <c:pt idx="24456">
                  <c:v>0.86414814814814811</c:v>
                </c:pt>
                <c:pt idx="24457">
                  <c:v>0.86414814814814811</c:v>
                </c:pt>
                <c:pt idx="24458">
                  <c:v>0.86414814814814811</c:v>
                </c:pt>
                <c:pt idx="24459">
                  <c:v>0.86414814814814811</c:v>
                </c:pt>
                <c:pt idx="24460">
                  <c:v>0.86429629629629634</c:v>
                </c:pt>
                <c:pt idx="24461">
                  <c:v>0.86429629629629634</c:v>
                </c:pt>
                <c:pt idx="24462">
                  <c:v>0.86429629629629634</c:v>
                </c:pt>
                <c:pt idx="24463">
                  <c:v>0.86444444444444446</c:v>
                </c:pt>
                <c:pt idx="24464">
                  <c:v>0.86444444444444446</c:v>
                </c:pt>
                <c:pt idx="24465">
                  <c:v>0.86444444444444446</c:v>
                </c:pt>
                <c:pt idx="24466">
                  <c:v>0.86444444444444446</c:v>
                </c:pt>
                <c:pt idx="24467">
                  <c:v>0.86444444444444446</c:v>
                </c:pt>
                <c:pt idx="24468">
                  <c:v>0.86444444444444446</c:v>
                </c:pt>
                <c:pt idx="24469">
                  <c:v>0.86444444444444446</c:v>
                </c:pt>
                <c:pt idx="24470">
                  <c:v>0.86444444444444446</c:v>
                </c:pt>
                <c:pt idx="24471">
                  <c:v>0.86459259259259258</c:v>
                </c:pt>
                <c:pt idx="24472">
                  <c:v>0.86459259259259258</c:v>
                </c:pt>
                <c:pt idx="24473">
                  <c:v>0.86459259259259258</c:v>
                </c:pt>
                <c:pt idx="24474">
                  <c:v>0.86459259259259258</c:v>
                </c:pt>
                <c:pt idx="24475">
                  <c:v>0.8647407407407407</c:v>
                </c:pt>
                <c:pt idx="24476">
                  <c:v>0.8647407407407407</c:v>
                </c:pt>
                <c:pt idx="24477">
                  <c:v>0.86488888888888893</c:v>
                </c:pt>
                <c:pt idx="24478">
                  <c:v>0.86503703703703705</c:v>
                </c:pt>
                <c:pt idx="24479">
                  <c:v>0.86503703703703705</c:v>
                </c:pt>
                <c:pt idx="24480">
                  <c:v>0.86518518518518517</c:v>
                </c:pt>
                <c:pt idx="24481">
                  <c:v>0.86518518518518517</c:v>
                </c:pt>
                <c:pt idx="24482">
                  <c:v>0.86518518518518517</c:v>
                </c:pt>
                <c:pt idx="24483">
                  <c:v>0.86518518518518517</c:v>
                </c:pt>
                <c:pt idx="24484">
                  <c:v>0.86518518518518517</c:v>
                </c:pt>
                <c:pt idx="24485">
                  <c:v>0.86518518518518517</c:v>
                </c:pt>
                <c:pt idx="24486">
                  <c:v>0.86518518518518517</c:v>
                </c:pt>
                <c:pt idx="24487">
                  <c:v>0.86533333333333329</c:v>
                </c:pt>
                <c:pt idx="24488">
                  <c:v>0.86533333333333329</c:v>
                </c:pt>
                <c:pt idx="24489">
                  <c:v>0.86533333333333329</c:v>
                </c:pt>
                <c:pt idx="24490">
                  <c:v>0.86533333333333329</c:v>
                </c:pt>
                <c:pt idx="24491">
                  <c:v>0.86533333333333329</c:v>
                </c:pt>
                <c:pt idx="24492">
                  <c:v>0.86533333333333329</c:v>
                </c:pt>
                <c:pt idx="24493">
                  <c:v>0.86533333333333329</c:v>
                </c:pt>
                <c:pt idx="24494">
                  <c:v>0.86533333333333329</c:v>
                </c:pt>
                <c:pt idx="24495">
                  <c:v>0.86533333333333329</c:v>
                </c:pt>
                <c:pt idx="24496">
                  <c:v>0.86533333333333329</c:v>
                </c:pt>
                <c:pt idx="24497">
                  <c:v>0.86548148148148152</c:v>
                </c:pt>
                <c:pt idx="24498">
                  <c:v>0.86548148148148152</c:v>
                </c:pt>
                <c:pt idx="24499">
                  <c:v>0.86548148148148152</c:v>
                </c:pt>
                <c:pt idx="24500">
                  <c:v>0.86548148148148152</c:v>
                </c:pt>
                <c:pt idx="24501">
                  <c:v>0.86548148148148152</c:v>
                </c:pt>
                <c:pt idx="24502">
                  <c:v>0.86548148148148152</c:v>
                </c:pt>
                <c:pt idx="24503">
                  <c:v>0.86562962962962964</c:v>
                </c:pt>
                <c:pt idx="24504">
                  <c:v>0.86577777777777776</c:v>
                </c:pt>
                <c:pt idx="24505">
                  <c:v>0.86592592592592588</c:v>
                </c:pt>
                <c:pt idx="24506">
                  <c:v>0.86592592592592588</c:v>
                </c:pt>
                <c:pt idx="24507">
                  <c:v>0.86592592592592588</c:v>
                </c:pt>
                <c:pt idx="24508">
                  <c:v>0.86592592592592588</c:v>
                </c:pt>
                <c:pt idx="24509">
                  <c:v>0.86592592592592588</c:v>
                </c:pt>
                <c:pt idx="24510">
                  <c:v>0.86592592592592588</c:v>
                </c:pt>
                <c:pt idx="24511">
                  <c:v>0.86592592592592588</c:v>
                </c:pt>
                <c:pt idx="24512">
                  <c:v>0.86592592592592588</c:v>
                </c:pt>
                <c:pt idx="24513">
                  <c:v>0.86607407407407411</c:v>
                </c:pt>
                <c:pt idx="24514">
                  <c:v>0.86607407407407411</c:v>
                </c:pt>
                <c:pt idx="24515">
                  <c:v>0.86622222222222223</c:v>
                </c:pt>
                <c:pt idx="24516">
                  <c:v>0.86622222222222223</c:v>
                </c:pt>
                <c:pt idx="24517">
                  <c:v>0.86637037037037035</c:v>
                </c:pt>
                <c:pt idx="24518">
                  <c:v>0.86637037037037035</c:v>
                </c:pt>
                <c:pt idx="24519">
                  <c:v>0.86637037037037035</c:v>
                </c:pt>
                <c:pt idx="24520">
                  <c:v>0.86651851851851847</c:v>
                </c:pt>
                <c:pt idx="24521">
                  <c:v>0.8666666666666667</c:v>
                </c:pt>
                <c:pt idx="24522">
                  <c:v>0.8666666666666667</c:v>
                </c:pt>
                <c:pt idx="24523">
                  <c:v>0.8666666666666667</c:v>
                </c:pt>
                <c:pt idx="24524">
                  <c:v>0.8666666666666667</c:v>
                </c:pt>
                <c:pt idx="24525">
                  <c:v>0.8666666666666667</c:v>
                </c:pt>
                <c:pt idx="24526">
                  <c:v>0.8666666666666667</c:v>
                </c:pt>
                <c:pt idx="24527">
                  <c:v>0.86681481481481482</c:v>
                </c:pt>
                <c:pt idx="24528">
                  <c:v>0.86681481481481482</c:v>
                </c:pt>
                <c:pt idx="24529">
                  <c:v>0.86681481481481482</c:v>
                </c:pt>
                <c:pt idx="24530">
                  <c:v>0.86696296296296294</c:v>
                </c:pt>
                <c:pt idx="24531">
                  <c:v>0.86711111111111117</c:v>
                </c:pt>
                <c:pt idx="24532">
                  <c:v>0.86725925925925929</c:v>
                </c:pt>
                <c:pt idx="24533">
                  <c:v>0.8674074074074074</c:v>
                </c:pt>
                <c:pt idx="24534">
                  <c:v>0.8674074074074074</c:v>
                </c:pt>
                <c:pt idx="24535">
                  <c:v>0.86755555555555552</c:v>
                </c:pt>
                <c:pt idx="24536">
                  <c:v>0.86755555555555552</c:v>
                </c:pt>
                <c:pt idx="24537">
                  <c:v>0.86770370370370375</c:v>
                </c:pt>
                <c:pt idx="24538">
                  <c:v>0.86770370370370375</c:v>
                </c:pt>
                <c:pt idx="24539">
                  <c:v>0.86770370370370375</c:v>
                </c:pt>
                <c:pt idx="24540">
                  <c:v>0.86770370370370375</c:v>
                </c:pt>
                <c:pt idx="24541">
                  <c:v>0.86770370370370375</c:v>
                </c:pt>
                <c:pt idx="24542">
                  <c:v>0.86770370370370375</c:v>
                </c:pt>
                <c:pt idx="24543">
                  <c:v>0.86785185185185187</c:v>
                </c:pt>
                <c:pt idx="24544">
                  <c:v>0.86785185185185187</c:v>
                </c:pt>
                <c:pt idx="24545">
                  <c:v>0.86799999999999999</c:v>
                </c:pt>
                <c:pt idx="24546">
                  <c:v>0.86799999999999999</c:v>
                </c:pt>
                <c:pt idx="24547">
                  <c:v>0.86799999999999999</c:v>
                </c:pt>
                <c:pt idx="24548">
                  <c:v>0.86814814814814811</c:v>
                </c:pt>
                <c:pt idx="24549">
                  <c:v>0.86814814814814811</c:v>
                </c:pt>
                <c:pt idx="24550">
                  <c:v>0.86829629629629634</c:v>
                </c:pt>
                <c:pt idx="24551">
                  <c:v>0.86829629629629634</c:v>
                </c:pt>
                <c:pt idx="24552">
                  <c:v>0.86829629629629634</c:v>
                </c:pt>
                <c:pt idx="24553">
                  <c:v>0.86829629629629634</c:v>
                </c:pt>
                <c:pt idx="24554">
                  <c:v>0.86829629629629634</c:v>
                </c:pt>
                <c:pt idx="24555">
                  <c:v>0.86829629629629634</c:v>
                </c:pt>
                <c:pt idx="24556">
                  <c:v>0.86829629629629634</c:v>
                </c:pt>
                <c:pt idx="24557">
                  <c:v>0.86829629629629634</c:v>
                </c:pt>
                <c:pt idx="24558">
                  <c:v>0.86829629629629634</c:v>
                </c:pt>
                <c:pt idx="24559">
                  <c:v>0.86829629629629634</c:v>
                </c:pt>
                <c:pt idx="24560">
                  <c:v>0.86829629629629634</c:v>
                </c:pt>
                <c:pt idx="24561">
                  <c:v>0.86829629629629634</c:v>
                </c:pt>
                <c:pt idx="24562">
                  <c:v>0.86829629629629634</c:v>
                </c:pt>
                <c:pt idx="24563">
                  <c:v>0.86844444444444446</c:v>
                </c:pt>
                <c:pt idx="24564">
                  <c:v>0.86844444444444446</c:v>
                </c:pt>
                <c:pt idx="24565">
                  <c:v>0.86844444444444446</c:v>
                </c:pt>
                <c:pt idx="24566">
                  <c:v>0.86859259259259258</c:v>
                </c:pt>
                <c:pt idx="24567">
                  <c:v>0.8687407407407407</c:v>
                </c:pt>
                <c:pt idx="24568">
                  <c:v>0.8687407407407407</c:v>
                </c:pt>
                <c:pt idx="24569">
                  <c:v>0.8687407407407407</c:v>
                </c:pt>
                <c:pt idx="24570">
                  <c:v>0.8687407407407407</c:v>
                </c:pt>
                <c:pt idx="24571">
                  <c:v>0.8687407407407407</c:v>
                </c:pt>
                <c:pt idx="24572">
                  <c:v>0.86888888888888893</c:v>
                </c:pt>
                <c:pt idx="24573">
                  <c:v>0.86888888888888893</c:v>
                </c:pt>
                <c:pt idx="24574">
                  <c:v>0.86888888888888893</c:v>
                </c:pt>
                <c:pt idx="24575">
                  <c:v>0.86903703703703705</c:v>
                </c:pt>
                <c:pt idx="24576">
                  <c:v>0.86903703703703705</c:v>
                </c:pt>
                <c:pt idx="24577">
                  <c:v>0.86903703703703705</c:v>
                </c:pt>
                <c:pt idx="24578">
                  <c:v>0.86903703703703705</c:v>
                </c:pt>
                <c:pt idx="24579">
                  <c:v>0.86903703703703705</c:v>
                </c:pt>
                <c:pt idx="24580">
                  <c:v>0.86903703703703705</c:v>
                </c:pt>
                <c:pt idx="24581">
                  <c:v>0.86903703703703705</c:v>
                </c:pt>
                <c:pt idx="24582">
                  <c:v>0.86903703703703705</c:v>
                </c:pt>
                <c:pt idx="24583">
                  <c:v>0.86903703703703705</c:v>
                </c:pt>
                <c:pt idx="24584">
                  <c:v>0.86903703703703705</c:v>
                </c:pt>
                <c:pt idx="24585">
                  <c:v>0.86903703703703705</c:v>
                </c:pt>
                <c:pt idx="24586">
                  <c:v>0.86903703703703705</c:v>
                </c:pt>
                <c:pt idx="24587">
                  <c:v>0.86903703703703705</c:v>
                </c:pt>
                <c:pt idx="24588">
                  <c:v>0.86903703703703705</c:v>
                </c:pt>
                <c:pt idx="24589">
                  <c:v>0.86903703703703705</c:v>
                </c:pt>
                <c:pt idx="24590">
                  <c:v>0.86903703703703705</c:v>
                </c:pt>
                <c:pt idx="24591">
                  <c:v>0.86918518518518517</c:v>
                </c:pt>
                <c:pt idx="24592">
                  <c:v>0.86933333333333329</c:v>
                </c:pt>
                <c:pt idx="24593">
                  <c:v>0.86948148148148152</c:v>
                </c:pt>
                <c:pt idx="24594">
                  <c:v>0.86948148148148152</c:v>
                </c:pt>
                <c:pt idx="24595">
                  <c:v>0.86948148148148152</c:v>
                </c:pt>
                <c:pt idx="24596">
                  <c:v>0.86948148148148152</c:v>
                </c:pt>
                <c:pt idx="24597">
                  <c:v>0.86948148148148152</c:v>
                </c:pt>
                <c:pt idx="24598">
                  <c:v>0.86948148148148152</c:v>
                </c:pt>
                <c:pt idx="24599">
                  <c:v>0.86962962962962964</c:v>
                </c:pt>
                <c:pt idx="24600">
                  <c:v>0.86962962962962964</c:v>
                </c:pt>
                <c:pt idx="24601">
                  <c:v>0.86962962962962964</c:v>
                </c:pt>
                <c:pt idx="24602">
                  <c:v>0.86962962962962964</c:v>
                </c:pt>
                <c:pt idx="24603">
                  <c:v>0.86977777777777776</c:v>
                </c:pt>
                <c:pt idx="24604">
                  <c:v>0.86977777777777776</c:v>
                </c:pt>
                <c:pt idx="24605">
                  <c:v>0.86977777777777776</c:v>
                </c:pt>
                <c:pt idx="24606">
                  <c:v>0.86992592592592588</c:v>
                </c:pt>
                <c:pt idx="24607">
                  <c:v>0.87007407407407411</c:v>
                </c:pt>
                <c:pt idx="24608">
                  <c:v>0.87007407407407411</c:v>
                </c:pt>
                <c:pt idx="24609">
                  <c:v>0.87007407407407411</c:v>
                </c:pt>
                <c:pt idx="24610">
                  <c:v>0.87007407407407411</c:v>
                </c:pt>
                <c:pt idx="24611">
                  <c:v>0.87007407407407411</c:v>
                </c:pt>
                <c:pt idx="24612">
                  <c:v>0.87007407407407411</c:v>
                </c:pt>
                <c:pt idx="24613">
                  <c:v>0.87007407407407411</c:v>
                </c:pt>
                <c:pt idx="24614">
                  <c:v>0.87007407407407411</c:v>
                </c:pt>
                <c:pt idx="24615">
                  <c:v>0.87007407407407411</c:v>
                </c:pt>
                <c:pt idx="24616">
                  <c:v>0.87007407407407411</c:v>
                </c:pt>
                <c:pt idx="24617">
                  <c:v>0.87007407407407411</c:v>
                </c:pt>
                <c:pt idx="24618">
                  <c:v>0.87007407407407411</c:v>
                </c:pt>
                <c:pt idx="24619">
                  <c:v>0.87007407407407411</c:v>
                </c:pt>
                <c:pt idx="24620">
                  <c:v>0.87007407407407411</c:v>
                </c:pt>
                <c:pt idx="24621">
                  <c:v>0.87007407407407411</c:v>
                </c:pt>
                <c:pt idx="24622">
                  <c:v>0.87022222222222223</c:v>
                </c:pt>
                <c:pt idx="24623">
                  <c:v>0.87022222222222223</c:v>
                </c:pt>
                <c:pt idx="24624">
                  <c:v>0.87037037037037035</c:v>
                </c:pt>
                <c:pt idx="24625">
                  <c:v>0.87037037037037035</c:v>
                </c:pt>
                <c:pt idx="24626">
                  <c:v>0.87051851851851847</c:v>
                </c:pt>
                <c:pt idx="24627">
                  <c:v>0.87051851851851847</c:v>
                </c:pt>
                <c:pt idx="24628">
                  <c:v>0.87051851851851847</c:v>
                </c:pt>
                <c:pt idx="24629">
                  <c:v>0.87051851851851847</c:v>
                </c:pt>
                <c:pt idx="24630">
                  <c:v>0.87051851851851847</c:v>
                </c:pt>
                <c:pt idx="24631">
                  <c:v>0.87051851851851847</c:v>
                </c:pt>
                <c:pt idx="24632">
                  <c:v>0.87051851851851847</c:v>
                </c:pt>
                <c:pt idx="24633">
                  <c:v>0.87051851851851847</c:v>
                </c:pt>
                <c:pt idx="24634">
                  <c:v>0.8706666666666667</c:v>
                </c:pt>
                <c:pt idx="24635">
                  <c:v>0.8706666666666667</c:v>
                </c:pt>
                <c:pt idx="24636">
                  <c:v>0.8706666666666667</c:v>
                </c:pt>
                <c:pt idx="24637">
                  <c:v>0.8706666666666667</c:v>
                </c:pt>
                <c:pt idx="24638">
                  <c:v>0.87081481481481482</c:v>
                </c:pt>
                <c:pt idx="24639">
                  <c:v>0.87096296296296294</c:v>
                </c:pt>
                <c:pt idx="24640">
                  <c:v>0.87111111111111106</c:v>
                </c:pt>
                <c:pt idx="24641">
                  <c:v>0.87111111111111106</c:v>
                </c:pt>
                <c:pt idx="24642">
                  <c:v>0.87125925925925929</c:v>
                </c:pt>
                <c:pt idx="24643">
                  <c:v>0.87125925925925929</c:v>
                </c:pt>
                <c:pt idx="24644">
                  <c:v>0.87140740740740741</c:v>
                </c:pt>
                <c:pt idx="24645">
                  <c:v>0.87155555555555553</c:v>
                </c:pt>
                <c:pt idx="24646">
                  <c:v>0.87155555555555553</c:v>
                </c:pt>
                <c:pt idx="24647">
                  <c:v>0.87155555555555553</c:v>
                </c:pt>
                <c:pt idx="24648">
                  <c:v>0.87170370370370376</c:v>
                </c:pt>
                <c:pt idx="24649">
                  <c:v>0.87170370370370376</c:v>
                </c:pt>
                <c:pt idx="24650">
                  <c:v>0.87170370370370376</c:v>
                </c:pt>
                <c:pt idx="24651">
                  <c:v>0.87185185185185188</c:v>
                </c:pt>
                <c:pt idx="24652">
                  <c:v>0.87185185185185188</c:v>
                </c:pt>
                <c:pt idx="24653">
                  <c:v>0.87185185185185188</c:v>
                </c:pt>
                <c:pt idx="24654">
                  <c:v>0.87185185185185188</c:v>
                </c:pt>
                <c:pt idx="24655">
                  <c:v>0.87185185185185188</c:v>
                </c:pt>
                <c:pt idx="24656">
                  <c:v>0.87185185185185188</c:v>
                </c:pt>
                <c:pt idx="24657">
                  <c:v>0.872</c:v>
                </c:pt>
                <c:pt idx="24658">
                  <c:v>0.87214814814814812</c:v>
                </c:pt>
                <c:pt idx="24659">
                  <c:v>0.87214814814814812</c:v>
                </c:pt>
                <c:pt idx="24660">
                  <c:v>0.87214814814814812</c:v>
                </c:pt>
                <c:pt idx="24661">
                  <c:v>0.87229629629629635</c:v>
                </c:pt>
                <c:pt idx="24662">
                  <c:v>0.87229629629629635</c:v>
                </c:pt>
                <c:pt idx="24663">
                  <c:v>0.87229629629629635</c:v>
                </c:pt>
                <c:pt idx="24664">
                  <c:v>0.87244444444444447</c:v>
                </c:pt>
                <c:pt idx="24665">
                  <c:v>0.87244444444444447</c:v>
                </c:pt>
                <c:pt idx="24666">
                  <c:v>0.87259259259259259</c:v>
                </c:pt>
                <c:pt idx="24667">
                  <c:v>0.87259259259259259</c:v>
                </c:pt>
                <c:pt idx="24668">
                  <c:v>0.87259259259259259</c:v>
                </c:pt>
                <c:pt idx="24669">
                  <c:v>0.87259259259259259</c:v>
                </c:pt>
                <c:pt idx="24670">
                  <c:v>0.87259259259259259</c:v>
                </c:pt>
                <c:pt idx="24671">
                  <c:v>0.87259259259259259</c:v>
                </c:pt>
                <c:pt idx="24672">
                  <c:v>0.87274074074074071</c:v>
                </c:pt>
                <c:pt idx="24673">
                  <c:v>0.87274074074074071</c:v>
                </c:pt>
                <c:pt idx="24674">
                  <c:v>0.87288888888888894</c:v>
                </c:pt>
                <c:pt idx="24675">
                  <c:v>0.87288888888888894</c:v>
                </c:pt>
                <c:pt idx="24676">
                  <c:v>0.87288888888888894</c:v>
                </c:pt>
                <c:pt idx="24677">
                  <c:v>0.87288888888888894</c:v>
                </c:pt>
                <c:pt idx="24678">
                  <c:v>0.87288888888888894</c:v>
                </c:pt>
                <c:pt idx="24679">
                  <c:v>0.87288888888888894</c:v>
                </c:pt>
                <c:pt idx="24680">
                  <c:v>0.87288888888888894</c:v>
                </c:pt>
                <c:pt idx="24681">
                  <c:v>0.87288888888888894</c:v>
                </c:pt>
                <c:pt idx="24682">
                  <c:v>0.87303703703703706</c:v>
                </c:pt>
                <c:pt idx="24683">
                  <c:v>0.87303703703703706</c:v>
                </c:pt>
                <c:pt idx="24684">
                  <c:v>0.87318518518518518</c:v>
                </c:pt>
                <c:pt idx="24685">
                  <c:v>0.87318518518518518</c:v>
                </c:pt>
                <c:pt idx="24686">
                  <c:v>0.87333333333333329</c:v>
                </c:pt>
                <c:pt idx="24687">
                  <c:v>0.87348148148148153</c:v>
                </c:pt>
                <c:pt idx="24688">
                  <c:v>0.87348148148148153</c:v>
                </c:pt>
                <c:pt idx="24689">
                  <c:v>0.87348148148148153</c:v>
                </c:pt>
                <c:pt idx="24690">
                  <c:v>0.87348148148148153</c:v>
                </c:pt>
                <c:pt idx="24691">
                  <c:v>0.87348148148148153</c:v>
                </c:pt>
                <c:pt idx="24692">
                  <c:v>0.87362962962962964</c:v>
                </c:pt>
                <c:pt idx="24693">
                  <c:v>0.87362962962962964</c:v>
                </c:pt>
                <c:pt idx="24694">
                  <c:v>0.87362962962962964</c:v>
                </c:pt>
                <c:pt idx="24695">
                  <c:v>0.87362962962962964</c:v>
                </c:pt>
                <c:pt idx="24696">
                  <c:v>0.87362962962962964</c:v>
                </c:pt>
                <c:pt idx="24697">
                  <c:v>0.87362962962962964</c:v>
                </c:pt>
                <c:pt idx="24698">
                  <c:v>0.87377777777777776</c:v>
                </c:pt>
                <c:pt idx="24699">
                  <c:v>0.87377777777777776</c:v>
                </c:pt>
                <c:pt idx="24700">
                  <c:v>0.87392592592592588</c:v>
                </c:pt>
                <c:pt idx="24701">
                  <c:v>0.87407407407407411</c:v>
                </c:pt>
                <c:pt idx="24702">
                  <c:v>0.87407407407407411</c:v>
                </c:pt>
                <c:pt idx="24703">
                  <c:v>0.87422222222222223</c:v>
                </c:pt>
                <c:pt idx="24704">
                  <c:v>0.87422222222222223</c:v>
                </c:pt>
                <c:pt idx="24705">
                  <c:v>0.87422222222222223</c:v>
                </c:pt>
                <c:pt idx="24706">
                  <c:v>0.87422222222222223</c:v>
                </c:pt>
                <c:pt idx="24707">
                  <c:v>0.87437037037037035</c:v>
                </c:pt>
                <c:pt idx="24708">
                  <c:v>0.87437037037037035</c:v>
                </c:pt>
                <c:pt idx="24709">
                  <c:v>0.87437037037037035</c:v>
                </c:pt>
                <c:pt idx="24710">
                  <c:v>0.87437037037037035</c:v>
                </c:pt>
                <c:pt idx="24711">
                  <c:v>0.87437037037037035</c:v>
                </c:pt>
                <c:pt idx="24712">
                  <c:v>0.87451851851851847</c:v>
                </c:pt>
                <c:pt idx="24713">
                  <c:v>0.87451851851851847</c:v>
                </c:pt>
                <c:pt idx="24714">
                  <c:v>0.87451851851851847</c:v>
                </c:pt>
                <c:pt idx="24715">
                  <c:v>0.87451851851851847</c:v>
                </c:pt>
                <c:pt idx="24716">
                  <c:v>0.87451851851851847</c:v>
                </c:pt>
                <c:pt idx="24717">
                  <c:v>0.87451851851851847</c:v>
                </c:pt>
                <c:pt idx="24718">
                  <c:v>0.87451851851851847</c:v>
                </c:pt>
                <c:pt idx="24719">
                  <c:v>0.87451851851851847</c:v>
                </c:pt>
                <c:pt idx="24720">
                  <c:v>0.87451851851851847</c:v>
                </c:pt>
                <c:pt idx="24721">
                  <c:v>0.87451851851851847</c:v>
                </c:pt>
                <c:pt idx="24722">
                  <c:v>0.87451851851851847</c:v>
                </c:pt>
                <c:pt idx="24723">
                  <c:v>0.87451851851851847</c:v>
                </c:pt>
                <c:pt idx="24724">
                  <c:v>0.87451851851851847</c:v>
                </c:pt>
                <c:pt idx="24725">
                  <c:v>0.8746666666666667</c:v>
                </c:pt>
                <c:pt idx="24726">
                  <c:v>0.8746666666666667</c:v>
                </c:pt>
                <c:pt idx="24727">
                  <c:v>0.8746666666666667</c:v>
                </c:pt>
                <c:pt idx="24728">
                  <c:v>0.87481481481481482</c:v>
                </c:pt>
                <c:pt idx="24729">
                  <c:v>0.87481481481481482</c:v>
                </c:pt>
                <c:pt idx="24730">
                  <c:v>0.87481481481481482</c:v>
                </c:pt>
                <c:pt idx="24731">
                  <c:v>0.87481481481481482</c:v>
                </c:pt>
                <c:pt idx="24732">
                  <c:v>0.87496296296296294</c:v>
                </c:pt>
                <c:pt idx="24733">
                  <c:v>0.87496296296296294</c:v>
                </c:pt>
                <c:pt idx="24734">
                  <c:v>0.87496296296296294</c:v>
                </c:pt>
                <c:pt idx="24735">
                  <c:v>0.87496296296296294</c:v>
                </c:pt>
                <c:pt idx="24736">
                  <c:v>0.87511111111111106</c:v>
                </c:pt>
                <c:pt idx="24737">
                  <c:v>0.87511111111111106</c:v>
                </c:pt>
                <c:pt idx="24738">
                  <c:v>0.87511111111111106</c:v>
                </c:pt>
                <c:pt idx="24739">
                  <c:v>0.87525925925925929</c:v>
                </c:pt>
                <c:pt idx="24740">
                  <c:v>0.87540740740740741</c:v>
                </c:pt>
                <c:pt idx="24741">
                  <c:v>0.87540740740740741</c:v>
                </c:pt>
                <c:pt idx="24742">
                  <c:v>0.87540740740740741</c:v>
                </c:pt>
                <c:pt idx="24743">
                  <c:v>0.87555555555555553</c:v>
                </c:pt>
                <c:pt idx="24744">
                  <c:v>0.87555555555555553</c:v>
                </c:pt>
                <c:pt idx="24745">
                  <c:v>0.87570370370370365</c:v>
                </c:pt>
                <c:pt idx="24746">
                  <c:v>0.87570370370370365</c:v>
                </c:pt>
                <c:pt idx="24747">
                  <c:v>0.87570370370370365</c:v>
                </c:pt>
                <c:pt idx="24748">
                  <c:v>0.87570370370370365</c:v>
                </c:pt>
                <c:pt idx="24749">
                  <c:v>0.87570370370370365</c:v>
                </c:pt>
                <c:pt idx="24750">
                  <c:v>0.87570370370370365</c:v>
                </c:pt>
                <c:pt idx="24751">
                  <c:v>0.87585185185185188</c:v>
                </c:pt>
                <c:pt idx="24752">
                  <c:v>0.87585185185185188</c:v>
                </c:pt>
                <c:pt idx="24753">
                  <c:v>0.87585185185185188</c:v>
                </c:pt>
                <c:pt idx="24754">
                  <c:v>0.87585185185185188</c:v>
                </c:pt>
                <c:pt idx="24755">
                  <c:v>0.87585185185185188</c:v>
                </c:pt>
                <c:pt idx="24756">
                  <c:v>0.87585185185185188</c:v>
                </c:pt>
                <c:pt idx="24757">
                  <c:v>0.876</c:v>
                </c:pt>
                <c:pt idx="24758">
                  <c:v>0.876</c:v>
                </c:pt>
                <c:pt idx="24759">
                  <c:v>0.876</c:v>
                </c:pt>
                <c:pt idx="24760">
                  <c:v>0.87614814814814812</c:v>
                </c:pt>
                <c:pt idx="24761">
                  <c:v>0.87614814814814812</c:v>
                </c:pt>
                <c:pt idx="24762">
                  <c:v>0.87614814814814812</c:v>
                </c:pt>
                <c:pt idx="24763">
                  <c:v>0.87614814814814812</c:v>
                </c:pt>
                <c:pt idx="24764">
                  <c:v>0.87629629629629635</c:v>
                </c:pt>
                <c:pt idx="24765">
                  <c:v>0.87629629629629635</c:v>
                </c:pt>
                <c:pt idx="24766">
                  <c:v>0.87629629629629635</c:v>
                </c:pt>
                <c:pt idx="24767">
                  <c:v>0.87629629629629635</c:v>
                </c:pt>
                <c:pt idx="24768">
                  <c:v>0.87629629629629635</c:v>
                </c:pt>
                <c:pt idx="24769">
                  <c:v>0.87629629629629635</c:v>
                </c:pt>
                <c:pt idx="24770">
                  <c:v>0.87644444444444447</c:v>
                </c:pt>
                <c:pt idx="24771">
                  <c:v>0.87644444444444447</c:v>
                </c:pt>
                <c:pt idx="24772">
                  <c:v>0.87659259259259259</c:v>
                </c:pt>
                <c:pt idx="24773">
                  <c:v>0.87674074074074071</c:v>
                </c:pt>
                <c:pt idx="24774">
                  <c:v>0.87674074074074071</c:v>
                </c:pt>
                <c:pt idx="24775">
                  <c:v>0.87674074074074071</c:v>
                </c:pt>
                <c:pt idx="24776">
                  <c:v>0.87674074074074071</c:v>
                </c:pt>
                <c:pt idx="24777">
                  <c:v>0.87688888888888894</c:v>
                </c:pt>
                <c:pt idx="24778">
                  <c:v>0.87688888888888894</c:v>
                </c:pt>
                <c:pt idx="24779">
                  <c:v>0.87688888888888894</c:v>
                </c:pt>
                <c:pt idx="24780">
                  <c:v>0.87688888888888894</c:v>
                </c:pt>
                <c:pt idx="24781">
                  <c:v>0.87688888888888894</c:v>
                </c:pt>
                <c:pt idx="24782">
                  <c:v>0.87688888888888894</c:v>
                </c:pt>
                <c:pt idx="24783">
                  <c:v>0.87703703703703706</c:v>
                </c:pt>
                <c:pt idx="24784">
                  <c:v>0.87703703703703706</c:v>
                </c:pt>
                <c:pt idx="24785">
                  <c:v>0.87703703703703706</c:v>
                </c:pt>
                <c:pt idx="24786">
                  <c:v>0.87718518518518518</c:v>
                </c:pt>
                <c:pt idx="24787">
                  <c:v>0.87718518518518518</c:v>
                </c:pt>
                <c:pt idx="24788">
                  <c:v>0.87718518518518518</c:v>
                </c:pt>
                <c:pt idx="24789">
                  <c:v>0.8773333333333333</c:v>
                </c:pt>
                <c:pt idx="24790">
                  <c:v>0.87748148148148153</c:v>
                </c:pt>
                <c:pt idx="24791">
                  <c:v>0.87748148148148153</c:v>
                </c:pt>
                <c:pt idx="24792">
                  <c:v>0.87748148148148153</c:v>
                </c:pt>
                <c:pt idx="24793">
                  <c:v>0.87748148148148153</c:v>
                </c:pt>
                <c:pt idx="24794">
                  <c:v>0.87748148148148153</c:v>
                </c:pt>
                <c:pt idx="24795">
                  <c:v>0.87762962962962965</c:v>
                </c:pt>
                <c:pt idx="24796">
                  <c:v>0.87762962962962965</c:v>
                </c:pt>
                <c:pt idx="24797">
                  <c:v>0.87762962962962965</c:v>
                </c:pt>
                <c:pt idx="24798">
                  <c:v>0.87777777777777777</c:v>
                </c:pt>
                <c:pt idx="24799">
                  <c:v>0.87777777777777777</c:v>
                </c:pt>
                <c:pt idx="24800">
                  <c:v>0.87777777777777777</c:v>
                </c:pt>
                <c:pt idx="24801">
                  <c:v>0.87777777777777777</c:v>
                </c:pt>
                <c:pt idx="24802">
                  <c:v>0.87792592592592589</c:v>
                </c:pt>
                <c:pt idx="24803">
                  <c:v>0.87807407407407412</c:v>
                </c:pt>
                <c:pt idx="24804">
                  <c:v>0.87807407407407412</c:v>
                </c:pt>
                <c:pt idx="24805">
                  <c:v>0.87807407407407412</c:v>
                </c:pt>
                <c:pt idx="24806">
                  <c:v>0.87807407407407412</c:v>
                </c:pt>
                <c:pt idx="24807">
                  <c:v>0.87807407407407412</c:v>
                </c:pt>
                <c:pt idx="24808">
                  <c:v>0.87807407407407412</c:v>
                </c:pt>
                <c:pt idx="24809">
                  <c:v>0.87807407407407412</c:v>
                </c:pt>
                <c:pt idx="24810">
                  <c:v>0.87807407407407412</c:v>
                </c:pt>
                <c:pt idx="24811">
                  <c:v>0.87807407407407412</c:v>
                </c:pt>
                <c:pt idx="24812">
                  <c:v>0.87807407407407412</c:v>
                </c:pt>
                <c:pt idx="24813">
                  <c:v>0.87822222222222224</c:v>
                </c:pt>
                <c:pt idx="24814">
                  <c:v>0.87822222222222224</c:v>
                </c:pt>
                <c:pt idx="24815">
                  <c:v>0.87837037037037036</c:v>
                </c:pt>
                <c:pt idx="24816">
                  <c:v>0.87851851851851848</c:v>
                </c:pt>
                <c:pt idx="24817">
                  <c:v>0.87866666666666671</c:v>
                </c:pt>
                <c:pt idx="24818">
                  <c:v>0.87866666666666671</c:v>
                </c:pt>
                <c:pt idx="24819">
                  <c:v>0.87866666666666671</c:v>
                </c:pt>
                <c:pt idx="24820">
                  <c:v>0.87881481481481483</c:v>
                </c:pt>
                <c:pt idx="24821">
                  <c:v>0.87881481481481483</c:v>
                </c:pt>
                <c:pt idx="24822">
                  <c:v>0.87896296296296295</c:v>
                </c:pt>
                <c:pt idx="24823">
                  <c:v>0.87896296296296295</c:v>
                </c:pt>
                <c:pt idx="24824">
                  <c:v>0.87911111111111107</c:v>
                </c:pt>
                <c:pt idx="24825">
                  <c:v>0.87911111111111107</c:v>
                </c:pt>
                <c:pt idx="24826">
                  <c:v>0.87911111111111107</c:v>
                </c:pt>
                <c:pt idx="24827">
                  <c:v>0.8792592592592593</c:v>
                </c:pt>
                <c:pt idx="24828">
                  <c:v>0.8792592592592593</c:v>
                </c:pt>
                <c:pt idx="24829">
                  <c:v>0.8792592592592593</c:v>
                </c:pt>
                <c:pt idx="24830">
                  <c:v>0.8792592592592593</c:v>
                </c:pt>
                <c:pt idx="24831">
                  <c:v>0.87940740740740742</c:v>
                </c:pt>
                <c:pt idx="24832">
                  <c:v>0.87940740740740742</c:v>
                </c:pt>
                <c:pt idx="24833">
                  <c:v>0.87940740740740742</c:v>
                </c:pt>
                <c:pt idx="24834">
                  <c:v>0.87940740740740742</c:v>
                </c:pt>
                <c:pt idx="24835">
                  <c:v>0.87940740740740742</c:v>
                </c:pt>
                <c:pt idx="24836">
                  <c:v>0.87940740740740742</c:v>
                </c:pt>
                <c:pt idx="24837">
                  <c:v>0.87955555555555553</c:v>
                </c:pt>
                <c:pt idx="24838">
                  <c:v>0.87955555555555553</c:v>
                </c:pt>
                <c:pt idx="24839">
                  <c:v>0.87955555555555553</c:v>
                </c:pt>
                <c:pt idx="24840">
                  <c:v>0.87955555555555553</c:v>
                </c:pt>
                <c:pt idx="24841">
                  <c:v>0.87955555555555553</c:v>
                </c:pt>
                <c:pt idx="24842">
                  <c:v>0.87970370370370365</c:v>
                </c:pt>
                <c:pt idx="24843">
                  <c:v>0.87970370370370365</c:v>
                </c:pt>
                <c:pt idx="24844">
                  <c:v>0.87985185185185188</c:v>
                </c:pt>
                <c:pt idx="24845">
                  <c:v>0.87985185185185188</c:v>
                </c:pt>
                <c:pt idx="24846">
                  <c:v>0.87985185185185188</c:v>
                </c:pt>
                <c:pt idx="24847">
                  <c:v>0.87985185185185188</c:v>
                </c:pt>
                <c:pt idx="24848">
                  <c:v>0.87985185185185188</c:v>
                </c:pt>
                <c:pt idx="24849">
                  <c:v>0.88</c:v>
                </c:pt>
                <c:pt idx="24850">
                  <c:v>0.88</c:v>
                </c:pt>
                <c:pt idx="24851">
                  <c:v>0.88014814814814812</c:v>
                </c:pt>
                <c:pt idx="24852">
                  <c:v>0.88014814814814812</c:v>
                </c:pt>
                <c:pt idx="24853">
                  <c:v>0.88014814814814812</c:v>
                </c:pt>
                <c:pt idx="24854">
                  <c:v>0.88014814814814812</c:v>
                </c:pt>
                <c:pt idx="24855">
                  <c:v>0.88029629629629624</c:v>
                </c:pt>
                <c:pt idx="24856">
                  <c:v>0.88029629629629624</c:v>
                </c:pt>
                <c:pt idx="24857">
                  <c:v>0.88044444444444447</c:v>
                </c:pt>
                <c:pt idx="24858">
                  <c:v>0.88059259259259259</c:v>
                </c:pt>
                <c:pt idx="24859">
                  <c:v>0.88059259259259259</c:v>
                </c:pt>
                <c:pt idx="24860">
                  <c:v>0.88074074074074071</c:v>
                </c:pt>
                <c:pt idx="24861">
                  <c:v>0.88074074074074071</c:v>
                </c:pt>
                <c:pt idx="24862">
                  <c:v>0.88088888888888894</c:v>
                </c:pt>
                <c:pt idx="24863">
                  <c:v>0.88103703703703706</c:v>
                </c:pt>
                <c:pt idx="24864">
                  <c:v>0.88118518518518518</c:v>
                </c:pt>
                <c:pt idx="24865">
                  <c:v>0.88118518518518518</c:v>
                </c:pt>
                <c:pt idx="24866">
                  <c:v>0.8813333333333333</c:v>
                </c:pt>
                <c:pt idx="24867">
                  <c:v>0.8813333333333333</c:v>
                </c:pt>
                <c:pt idx="24868">
                  <c:v>0.88148148148148153</c:v>
                </c:pt>
                <c:pt idx="24869">
                  <c:v>0.88148148148148153</c:v>
                </c:pt>
                <c:pt idx="24870">
                  <c:v>0.88148148148148153</c:v>
                </c:pt>
                <c:pt idx="24871">
                  <c:v>0.88148148148148153</c:v>
                </c:pt>
                <c:pt idx="24872">
                  <c:v>0.88148148148148153</c:v>
                </c:pt>
                <c:pt idx="24873">
                  <c:v>0.88148148148148153</c:v>
                </c:pt>
                <c:pt idx="24874">
                  <c:v>0.88148148148148153</c:v>
                </c:pt>
                <c:pt idx="24875">
                  <c:v>0.88148148148148153</c:v>
                </c:pt>
                <c:pt idx="24876">
                  <c:v>0.88148148148148153</c:v>
                </c:pt>
                <c:pt idx="24877">
                  <c:v>0.88148148148148153</c:v>
                </c:pt>
                <c:pt idx="24878">
                  <c:v>0.88148148148148153</c:v>
                </c:pt>
                <c:pt idx="24879">
                  <c:v>0.88148148148148153</c:v>
                </c:pt>
                <c:pt idx="24880">
                  <c:v>0.88148148148148153</c:v>
                </c:pt>
                <c:pt idx="24881">
                  <c:v>0.88148148148148153</c:v>
                </c:pt>
                <c:pt idx="24882">
                  <c:v>0.88148148148148153</c:v>
                </c:pt>
                <c:pt idx="24883">
                  <c:v>0.88148148148148153</c:v>
                </c:pt>
                <c:pt idx="24884">
                  <c:v>0.88148148148148153</c:v>
                </c:pt>
                <c:pt idx="24885">
                  <c:v>0.88148148148148153</c:v>
                </c:pt>
                <c:pt idx="24886">
                  <c:v>0.88148148148148153</c:v>
                </c:pt>
                <c:pt idx="24887">
                  <c:v>0.88148148148148153</c:v>
                </c:pt>
                <c:pt idx="24888">
                  <c:v>0.88148148148148153</c:v>
                </c:pt>
                <c:pt idx="24889">
                  <c:v>0.88162962962962965</c:v>
                </c:pt>
                <c:pt idx="24890">
                  <c:v>0.88162962962962965</c:v>
                </c:pt>
                <c:pt idx="24891">
                  <c:v>0.88162962962962965</c:v>
                </c:pt>
                <c:pt idx="24892">
                  <c:v>0.88162962962962965</c:v>
                </c:pt>
                <c:pt idx="24893">
                  <c:v>0.88162962962962965</c:v>
                </c:pt>
                <c:pt idx="24894">
                  <c:v>0.88162962962962965</c:v>
                </c:pt>
                <c:pt idx="24895">
                  <c:v>0.88162962962962965</c:v>
                </c:pt>
                <c:pt idx="24896">
                  <c:v>0.88177777777777777</c:v>
                </c:pt>
                <c:pt idx="24897">
                  <c:v>0.88177777777777777</c:v>
                </c:pt>
                <c:pt idx="24898">
                  <c:v>0.88192592592592589</c:v>
                </c:pt>
                <c:pt idx="24899">
                  <c:v>0.88192592592592589</c:v>
                </c:pt>
                <c:pt idx="24900">
                  <c:v>0.88192592592592589</c:v>
                </c:pt>
                <c:pt idx="24901">
                  <c:v>0.88192592592592589</c:v>
                </c:pt>
                <c:pt idx="24902">
                  <c:v>0.88192592592592589</c:v>
                </c:pt>
                <c:pt idx="24903">
                  <c:v>0.88192592592592589</c:v>
                </c:pt>
                <c:pt idx="24904">
                  <c:v>0.88192592592592589</c:v>
                </c:pt>
                <c:pt idx="24905">
                  <c:v>0.88207407407407412</c:v>
                </c:pt>
                <c:pt idx="24906">
                  <c:v>0.88207407407407412</c:v>
                </c:pt>
                <c:pt idx="24907">
                  <c:v>0.88222222222222224</c:v>
                </c:pt>
                <c:pt idx="24908">
                  <c:v>0.88222222222222224</c:v>
                </c:pt>
                <c:pt idx="24909">
                  <c:v>0.88222222222222224</c:v>
                </c:pt>
                <c:pt idx="24910">
                  <c:v>0.88237037037037036</c:v>
                </c:pt>
                <c:pt idx="24911">
                  <c:v>0.88237037037037036</c:v>
                </c:pt>
                <c:pt idx="24912">
                  <c:v>0.88237037037037036</c:v>
                </c:pt>
                <c:pt idx="24913">
                  <c:v>0.88251851851851848</c:v>
                </c:pt>
                <c:pt idx="24914">
                  <c:v>0.88266666666666671</c:v>
                </c:pt>
                <c:pt idx="24915">
                  <c:v>0.88266666666666671</c:v>
                </c:pt>
                <c:pt idx="24916">
                  <c:v>0.88266666666666671</c:v>
                </c:pt>
                <c:pt idx="24917">
                  <c:v>0.88266666666666671</c:v>
                </c:pt>
                <c:pt idx="24918">
                  <c:v>0.88281481481481483</c:v>
                </c:pt>
                <c:pt idx="24919">
                  <c:v>0.88281481481481483</c:v>
                </c:pt>
                <c:pt idx="24920">
                  <c:v>0.88281481481481483</c:v>
                </c:pt>
                <c:pt idx="24921">
                  <c:v>0.88281481481481483</c:v>
                </c:pt>
                <c:pt idx="24922">
                  <c:v>0.88296296296296295</c:v>
                </c:pt>
                <c:pt idx="24923">
                  <c:v>0.88311111111111107</c:v>
                </c:pt>
                <c:pt idx="24924">
                  <c:v>0.8832592592592593</c:v>
                </c:pt>
                <c:pt idx="24925">
                  <c:v>0.8832592592592593</c:v>
                </c:pt>
                <c:pt idx="24926">
                  <c:v>0.8832592592592593</c:v>
                </c:pt>
                <c:pt idx="24927">
                  <c:v>0.8832592592592593</c:v>
                </c:pt>
                <c:pt idx="24928">
                  <c:v>0.8832592592592593</c:v>
                </c:pt>
                <c:pt idx="24929">
                  <c:v>0.8832592592592593</c:v>
                </c:pt>
                <c:pt idx="24930">
                  <c:v>0.8832592592592593</c:v>
                </c:pt>
                <c:pt idx="24931">
                  <c:v>0.8832592592592593</c:v>
                </c:pt>
                <c:pt idx="24932">
                  <c:v>0.8832592592592593</c:v>
                </c:pt>
                <c:pt idx="24933">
                  <c:v>0.88340740740740742</c:v>
                </c:pt>
                <c:pt idx="24934">
                  <c:v>0.88340740740740742</c:v>
                </c:pt>
                <c:pt idx="24935">
                  <c:v>0.88355555555555554</c:v>
                </c:pt>
                <c:pt idx="24936">
                  <c:v>0.88355555555555554</c:v>
                </c:pt>
                <c:pt idx="24937">
                  <c:v>0.88355555555555554</c:v>
                </c:pt>
                <c:pt idx="24938">
                  <c:v>0.88355555555555554</c:v>
                </c:pt>
                <c:pt idx="24939">
                  <c:v>0.88355555555555554</c:v>
                </c:pt>
                <c:pt idx="24940">
                  <c:v>0.88370370370370366</c:v>
                </c:pt>
                <c:pt idx="24941">
                  <c:v>0.88385185185185189</c:v>
                </c:pt>
                <c:pt idx="24942">
                  <c:v>0.88385185185185189</c:v>
                </c:pt>
                <c:pt idx="24943">
                  <c:v>0.88400000000000001</c:v>
                </c:pt>
                <c:pt idx="24944">
                  <c:v>0.88414814814814813</c:v>
                </c:pt>
                <c:pt idx="24945">
                  <c:v>0.88414814814814813</c:v>
                </c:pt>
                <c:pt idx="24946">
                  <c:v>0.88414814814814813</c:v>
                </c:pt>
                <c:pt idx="24947">
                  <c:v>0.88429629629629625</c:v>
                </c:pt>
                <c:pt idx="24948">
                  <c:v>0.88429629629629625</c:v>
                </c:pt>
                <c:pt idx="24949">
                  <c:v>0.88429629629629625</c:v>
                </c:pt>
                <c:pt idx="24950">
                  <c:v>0.88444444444444448</c:v>
                </c:pt>
                <c:pt idx="24951">
                  <c:v>0.8845925925925926</c:v>
                </c:pt>
                <c:pt idx="24952">
                  <c:v>0.88474074074074072</c:v>
                </c:pt>
                <c:pt idx="24953">
                  <c:v>0.88474074074074072</c:v>
                </c:pt>
                <c:pt idx="24954">
                  <c:v>0.88474074074074072</c:v>
                </c:pt>
                <c:pt idx="24955">
                  <c:v>0.88474074074074072</c:v>
                </c:pt>
                <c:pt idx="24956">
                  <c:v>0.88474074074074072</c:v>
                </c:pt>
                <c:pt idx="24957">
                  <c:v>0.88488888888888884</c:v>
                </c:pt>
                <c:pt idx="24958">
                  <c:v>0.88488888888888884</c:v>
                </c:pt>
                <c:pt idx="24959">
                  <c:v>0.88488888888888884</c:v>
                </c:pt>
                <c:pt idx="24960">
                  <c:v>0.88488888888888884</c:v>
                </c:pt>
                <c:pt idx="24961">
                  <c:v>0.88488888888888884</c:v>
                </c:pt>
                <c:pt idx="24962">
                  <c:v>0.88488888888888884</c:v>
                </c:pt>
                <c:pt idx="24963">
                  <c:v>0.88488888888888884</c:v>
                </c:pt>
                <c:pt idx="24964">
                  <c:v>0.88503703703703707</c:v>
                </c:pt>
                <c:pt idx="24965">
                  <c:v>0.88503703703703707</c:v>
                </c:pt>
                <c:pt idx="24966">
                  <c:v>0.88503703703703707</c:v>
                </c:pt>
                <c:pt idx="24967">
                  <c:v>0.88503703703703707</c:v>
                </c:pt>
                <c:pt idx="24968">
                  <c:v>0.88503703703703707</c:v>
                </c:pt>
                <c:pt idx="24969">
                  <c:v>0.88518518518518519</c:v>
                </c:pt>
                <c:pt idx="24970">
                  <c:v>0.88518518518518519</c:v>
                </c:pt>
                <c:pt idx="24971">
                  <c:v>0.88533333333333331</c:v>
                </c:pt>
                <c:pt idx="24972">
                  <c:v>0.88533333333333331</c:v>
                </c:pt>
                <c:pt idx="24973">
                  <c:v>0.88533333333333331</c:v>
                </c:pt>
                <c:pt idx="24974">
                  <c:v>0.88548148148148154</c:v>
                </c:pt>
                <c:pt idx="24975">
                  <c:v>0.88562962962962966</c:v>
                </c:pt>
                <c:pt idx="24976">
                  <c:v>0.88577777777777778</c:v>
                </c:pt>
                <c:pt idx="24977">
                  <c:v>0.88577777777777778</c:v>
                </c:pt>
                <c:pt idx="24978">
                  <c:v>0.88592592592592589</c:v>
                </c:pt>
                <c:pt idx="24979">
                  <c:v>0.88607407407407413</c:v>
                </c:pt>
                <c:pt idx="24980">
                  <c:v>0.88607407407407413</c:v>
                </c:pt>
                <c:pt idx="24981">
                  <c:v>0.88607407407407413</c:v>
                </c:pt>
                <c:pt idx="24982">
                  <c:v>0.88607407407407413</c:v>
                </c:pt>
                <c:pt idx="24983">
                  <c:v>0.88622222222222224</c:v>
                </c:pt>
                <c:pt idx="24984">
                  <c:v>0.88622222222222224</c:v>
                </c:pt>
                <c:pt idx="24985">
                  <c:v>0.88622222222222224</c:v>
                </c:pt>
                <c:pt idx="24986">
                  <c:v>0.88622222222222224</c:v>
                </c:pt>
                <c:pt idx="24987">
                  <c:v>0.88637037037037036</c:v>
                </c:pt>
                <c:pt idx="24988">
                  <c:v>0.88637037037037036</c:v>
                </c:pt>
                <c:pt idx="24989">
                  <c:v>0.88637037037037036</c:v>
                </c:pt>
                <c:pt idx="24990">
                  <c:v>0.88637037037037036</c:v>
                </c:pt>
                <c:pt idx="24991">
                  <c:v>0.88637037037037036</c:v>
                </c:pt>
                <c:pt idx="24992">
                  <c:v>0.88637037037037036</c:v>
                </c:pt>
                <c:pt idx="24993">
                  <c:v>0.88651851851851848</c:v>
                </c:pt>
                <c:pt idx="24994">
                  <c:v>0.88666666666666671</c:v>
                </c:pt>
                <c:pt idx="24995">
                  <c:v>0.88681481481481483</c:v>
                </c:pt>
                <c:pt idx="24996">
                  <c:v>0.88681481481481483</c:v>
                </c:pt>
                <c:pt idx="24997">
                  <c:v>0.88681481481481483</c:v>
                </c:pt>
                <c:pt idx="24998">
                  <c:v>0.88681481481481483</c:v>
                </c:pt>
                <c:pt idx="24999">
                  <c:v>0.88681481481481483</c:v>
                </c:pt>
                <c:pt idx="25000">
                  <c:v>0.88681481481481483</c:v>
                </c:pt>
                <c:pt idx="25001">
                  <c:v>0.88681481481481483</c:v>
                </c:pt>
                <c:pt idx="25002">
                  <c:v>0.88681481481481483</c:v>
                </c:pt>
                <c:pt idx="25003">
                  <c:v>0.88681481481481483</c:v>
                </c:pt>
                <c:pt idx="25004">
                  <c:v>0.88681481481481483</c:v>
                </c:pt>
                <c:pt idx="25005">
                  <c:v>0.88681481481481483</c:v>
                </c:pt>
                <c:pt idx="25006">
                  <c:v>0.88681481481481483</c:v>
                </c:pt>
                <c:pt idx="25007">
                  <c:v>0.88681481481481483</c:v>
                </c:pt>
                <c:pt idx="25008">
                  <c:v>0.88681481481481483</c:v>
                </c:pt>
                <c:pt idx="25009">
                  <c:v>0.88696296296296295</c:v>
                </c:pt>
                <c:pt idx="25010">
                  <c:v>0.88696296296296295</c:v>
                </c:pt>
                <c:pt idx="25011">
                  <c:v>0.88711111111111107</c:v>
                </c:pt>
                <c:pt idx="25012">
                  <c:v>0.88711111111111107</c:v>
                </c:pt>
                <c:pt idx="25013">
                  <c:v>0.88711111111111107</c:v>
                </c:pt>
                <c:pt idx="25014">
                  <c:v>0.88711111111111107</c:v>
                </c:pt>
                <c:pt idx="25015">
                  <c:v>0.8872592592592593</c:v>
                </c:pt>
                <c:pt idx="25016">
                  <c:v>0.8872592592592593</c:v>
                </c:pt>
                <c:pt idx="25017">
                  <c:v>0.8872592592592593</c:v>
                </c:pt>
                <c:pt idx="25018">
                  <c:v>0.88740740740740742</c:v>
                </c:pt>
                <c:pt idx="25019">
                  <c:v>0.88755555555555554</c:v>
                </c:pt>
                <c:pt idx="25020">
                  <c:v>0.88755555555555554</c:v>
                </c:pt>
                <c:pt idx="25021">
                  <c:v>0.88755555555555554</c:v>
                </c:pt>
                <c:pt idx="25022">
                  <c:v>0.88755555555555554</c:v>
                </c:pt>
                <c:pt idx="25023">
                  <c:v>0.88755555555555554</c:v>
                </c:pt>
                <c:pt idx="25024">
                  <c:v>0.88755555555555554</c:v>
                </c:pt>
                <c:pt idx="25025">
                  <c:v>0.88755555555555554</c:v>
                </c:pt>
                <c:pt idx="25026">
                  <c:v>0.88755555555555554</c:v>
                </c:pt>
                <c:pt idx="25027">
                  <c:v>0.88770370370370366</c:v>
                </c:pt>
                <c:pt idx="25028">
                  <c:v>0.88770370370370366</c:v>
                </c:pt>
                <c:pt idx="25029">
                  <c:v>0.88785185185185189</c:v>
                </c:pt>
                <c:pt idx="25030">
                  <c:v>0.88800000000000001</c:v>
                </c:pt>
                <c:pt idx="25031">
                  <c:v>0.88800000000000001</c:v>
                </c:pt>
                <c:pt idx="25032">
                  <c:v>0.88814814814814813</c:v>
                </c:pt>
                <c:pt idx="25033">
                  <c:v>0.88814814814814813</c:v>
                </c:pt>
                <c:pt idx="25034">
                  <c:v>0.88814814814814813</c:v>
                </c:pt>
                <c:pt idx="25035">
                  <c:v>0.88814814814814813</c:v>
                </c:pt>
                <c:pt idx="25036">
                  <c:v>0.88814814814814813</c:v>
                </c:pt>
                <c:pt idx="25037">
                  <c:v>0.88829629629629625</c:v>
                </c:pt>
                <c:pt idx="25038">
                  <c:v>0.88829629629629625</c:v>
                </c:pt>
                <c:pt idx="25039">
                  <c:v>0.88844444444444448</c:v>
                </c:pt>
                <c:pt idx="25040">
                  <c:v>0.88844444444444448</c:v>
                </c:pt>
                <c:pt idx="25041">
                  <c:v>0.88844444444444448</c:v>
                </c:pt>
                <c:pt idx="25042">
                  <c:v>0.8885925925925926</c:v>
                </c:pt>
                <c:pt idx="25043">
                  <c:v>0.8885925925925926</c:v>
                </c:pt>
                <c:pt idx="25044">
                  <c:v>0.8885925925925926</c:v>
                </c:pt>
                <c:pt idx="25045">
                  <c:v>0.88874074074074072</c:v>
                </c:pt>
                <c:pt idx="25046">
                  <c:v>0.88874074074074072</c:v>
                </c:pt>
                <c:pt idx="25047">
                  <c:v>0.88874074074074072</c:v>
                </c:pt>
                <c:pt idx="25048">
                  <c:v>0.88874074074074072</c:v>
                </c:pt>
                <c:pt idx="25049">
                  <c:v>0.88874074074074072</c:v>
                </c:pt>
                <c:pt idx="25050">
                  <c:v>0.88874074074074072</c:v>
                </c:pt>
                <c:pt idx="25051">
                  <c:v>0.88888888888888884</c:v>
                </c:pt>
                <c:pt idx="25052">
                  <c:v>0.88903703703703707</c:v>
                </c:pt>
                <c:pt idx="25053">
                  <c:v>0.88903703703703707</c:v>
                </c:pt>
                <c:pt idx="25054">
                  <c:v>0.88903703703703707</c:v>
                </c:pt>
                <c:pt idx="25055">
                  <c:v>0.88903703703703707</c:v>
                </c:pt>
                <c:pt idx="25056">
                  <c:v>0.88903703703703707</c:v>
                </c:pt>
                <c:pt idx="25057">
                  <c:v>0.88903703703703707</c:v>
                </c:pt>
                <c:pt idx="25058">
                  <c:v>0.88903703703703707</c:v>
                </c:pt>
                <c:pt idx="25059">
                  <c:v>0.88903703703703707</c:v>
                </c:pt>
                <c:pt idx="25060">
                  <c:v>0.88918518518518519</c:v>
                </c:pt>
                <c:pt idx="25061">
                  <c:v>0.88918518518518519</c:v>
                </c:pt>
                <c:pt idx="25062">
                  <c:v>0.88918518518518519</c:v>
                </c:pt>
                <c:pt idx="25063">
                  <c:v>0.88933333333333331</c:v>
                </c:pt>
                <c:pt idx="25064">
                  <c:v>0.88948148148148143</c:v>
                </c:pt>
                <c:pt idx="25065">
                  <c:v>0.88962962962962966</c:v>
                </c:pt>
                <c:pt idx="25066">
                  <c:v>0.88962962962962966</c:v>
                </c:pt>
                <c:pt idx="25067">
                  <c:v>0.88962962962962966</c:v>
                </c:pt>
                <c:pt idx="25068">
                  <c:v>0.88962962962962966</c:v>
                </c:pt>
                <c:pt idx="25069">
                  <c:v>0.88962962962962966</c:v>
                </c:pt>
                <c:pt idx="25070">
                  <c:v>0.88962962962962966</c:v>
                </c:pt>
                <c:pt idx="25071">
                  <c:v>0.88962962962962966</c:v>
                </c:pt>
                <c:pt idx="25072">
                  <c:v>0.88977777777777778</c:v>
                </c:pt>
                <c:pt idx="25073">
                  <c:v>0.88977777777777778</c:v>
                </c:pt>
                <c:pt idx="25074">
                  <c:v>0.88977777777777778</c:v>
                </c:pt>
                <c:pt idx="25075">
                  <c:v>0.8899259259259259</c:v>
                </c:pt>
                <c:pt idx="25076">
                  <c:v>0.8899259259259259</c:v>
                </c:pt>
                <c:pt idx="25077">
                  <c:v>0.8899259259259259</c:v>
                </c:pt>
                <c:pt idx="25078">
                  <c:v>0.8899259259259259</c:v>
                </c:pt>
                <c:pt idx="25079">
                  <c:v>0.8899259259259259</c:v>
                </c:pt>
                <c:pt idx="25080">
                  <c:v>0.8899259259259259</c:v>
                </c:pt>
                <c:pt idx="25081">
                  <c:v>0.8899259259259259</c:v>
                </c:pt>
                <c:pt idx="25082">
                  <c:v>0.8899259259259259</c:v>
                </c:pt>
                <c:pt idx="25083">
                  <c:v>0.89007407407407413</c:v>
                </c:pt>
                <c:pt idx="25084">
                  <c:v>0.89022222222222225</c:v>
                </c:pt>
                <c:pt idx="25085">
                  <c:v>0.89022222222222225</c:v>
                </c:pt>
                <c:pt idx="25086">
                  <c:v>0.89022222222222225</c:v>
                </c:pt>
                <c:pt idx="25087">
                  <c:v>0.89022222222222225</c:v>
                </c:pt>
                <c:pt idx="25088">
                  <c:v>0.89022222222222225</c:v>
                </c:pt>
                <c:pt idx="25089">
                  <c:v>0.89037037037037037</c:v>
                </c:pt>
                <c:pt idx="25090">
                  <c:v>0.89037037037037037</c:v>
                </c:pt>
                <c:pt idx="25091">
                  <c:v>0.89037037037037037</c:v>
                </c:pt>
                <c:pt idx="25092">
                  <c:v>0.89051851851851849</c:v>
                </c:pt>
                <c:pt idx="25093">
                  <c:v>0.89051851851851849</c:v>
                </c:pt>
                <c:pt idx="25094">
                  <c:v>0.89051851851851849</c:v>
                </c:pt>
                <c:pt idx="25095">
                  <c:v>0.89051851851851849</c:v>
                </c:pt>
                <c:pt idx="25096">
                  <c:v>0.89066666666666672</c:v>
                </c:pt>
                <c:pt idx="25097">
                  <c:v>0.89066666666666672</c:v>
                </c:pt>
                <c:pt idx="25098">
                  <c:v>0.89066666666666672</c:v>
                </c:pt>
                <c:pt idx="25099">
                  <c:v>0.89066666666666672</c:v>
                </c:pt>
                <c:pt idx="25100">
                  <c:v>0.89066666666666672</c:v>
                </c:pt>
                <c:pt idx="25101">
                  <c:v>0.89066666666666672</c:v>
                </c:pt>
                <c:pt idx="25102">
                  <c:v>0.89066666666666672</c:v>
                </c:pt>
                <c:pt idx="25103">
                  <c:v>0.89066666666666672</c:v>
                </c:pt>
                <c:pt idx="25104">
                  <c:v>0.89081481481481484</c:v>
                </c:pt>
                <c:pt idx="25105">
                  <c:v>0.89081481481481484</c:v>
                </c:pt>
                <c:pt idx="25106">
                  <c:v>0.89081481481481484</c:v>
                </c:pt>
                <c:pt idx="25107">
                  <c:v>0.89081481481481484</c:v>
                </c:pt>
                <c:pt idx="25108">
                  <c:v>0.89081481481481484</c:v>
                </c:pt>
                <c:pt idx="25109">
                  <c:v>0.89081481481481484</c:v>
                </c:pt>
                <c:pt idx="25110">
                  <c:v>0.89081481481481484</c:v>
                </c:pt>
                <c:pt idx="25111">
                  <c:v>0.89096296296296296</c:v>
                </c:pt>
                <c:pt idx="25112">
                  <c:v>0.89096296296296296</c:v>
                </c:pt>
                <c:pt idx="25113">
                  <c:v>0.89111111111111108</c:v>
                </c:pt>
                <c:pt idx="25114">
                  <c:v>0.89111111111111108</c:v>
                </c:pt>
                <c:pt idx="25115">
                  <c:v>0.89111111111111108</c:v>
                </c:pt>
                <c:pt idx="25116">
                  <c:v>0.89111111111111108</c:v>
                </c:pt>
                <c:pt idx="25117">
                  <c:v>0.89111111111111108</c:v>
                </c:pt>
                <c:pt idx="25118">
                  <c:v>0.89111111111111108</c:v>
                </c:pt>
                <c:pt idx="25119">
                  <c:v>0.89111111111111108</c:v>
                </c:pt>
                <c:pt idx="25120">
                  <c:v>0.89125925925925931</c:v>
                </c:pt>
                <c:pt idx="25121">
                  <c:v>0.89125925925925931</c:v>
                </c:pt>
                <c:pt idx="25122">
                  <c:v>0.89140740740740743</c:v>
                </c:pt>
                <c:pt idx="25123">
                  <c:v>0.89140740740740743</c:v>
                </c:pt>
                <c:pt idx="25124">
                  <c:v>0.89140740740740743</c:v>
                </c:pt>
                <c:pt idx="25125">
                  <c:v>0.89155555555555555</c:v>
                </c:pt>
                <c:pt idx="25126">
                  <c:v>0.89170370370370367</c:v>
                </c:pt>
                <c:pt idx="25127">
                  <c:v>0.89170370370370367</c:v>
                </c:pt>
                <c:pt idx="25128">
                  <c:v>0.89170370370370367</c:v>
                </c:pt>
                <c:pt idx="25129">
                  <c:v>0.89170370370370367</c:v>
                </c:pt>
                <c:pt idx="25130">
                  <c:v>0.89170370370370367</c:v>
                </c:pt>
                <c:pt idx="25131">
                  <c:v>0.8918518518518519</c:v>
                </c:pt>
                <c:pt idx="25132">
                  <c:v>0.89200000000000002</c:v>
                </c:pt>
                <c:pt idx="25133">
                  <c:v>0.89214814814814813</c:v>
                </c:pt>
                <c:pt idx="25134">
                  <c:v>0.89214814814814813</c:v>
                </c:pt>
                <c:pt idx="25135">
                  <c:v>0.89214814814814813</c:v>
                </c:pt>
                <c:pt idx="25136">
                  <c:v>0.89214814814814813</c:v>
                </c:pt>
                <c:pt idx="25137">
                  <c:v>0.89229629629629625</c:v>
                </c:pt>
                <c:pt idx="25138">
                  <c:v>0.89244444444444448</c:v>
                </c:pt>
                <c:pt idx="25139">
                  <c:v>0.89244444444444448</c:v>
                </c:pt>
                <c:pt idx="25140">
                  <c:v>0.89244444444444448</c:v>
                </c:pt>
                <c:pt idx="25141">
                  <c:v>0.89244444444444448</c:v>
                </c:pt>
                <c:pt idx="25142">
                  <c:v>0.89244444444444448</c:v>
                </c:pt>
                <c:pt idx="25143">
                  <c:v>0.8925925925925926</c:v>
                </c:pt>
                <c:pt idx="25144">
                  <c:v>0.8925925925925926</c:v>
                </c:pt>
                <c:pt idx="25145">
                  <c:v>0.8925925925925926</c:v>
                </c:pt>
                <c:pt idx="25146">
                  <c:v>0.8925925925925926</c:v>
                </c:pt>
                <c:pt idx="25147">
                  <c:v>0.89274074074074072</c:v>
                </c:pt>
                <c:pt idx="25148">
                  <c:v>0.89274074074074072</c:v>
                </c:pt>
                <c:pt idx="25149">
                  <c:v>0.89274074074074072</c:v>
                </c:pt>
                <c:pt idx="25150">
                  <c:v>0.89274074074074072</c:v>
                </c:pt>
                <c:pt idx="25151">
                  <c:v>0.89274074074074072</c:v>
                </c:pt>
                <c:pt idx="25152">
                  <c:v>0.89274074074074072</c:v>
                </c:pt>
                <c:pt idx="25153">
                  <c:v>0.89274074074074072</c:v>
                </c:pt>
                <c:pt idx="25154">
                  <c:v>0.89274074074074072</c:v>
                </c:pt>
                <c:pt idx="25155">
                  <c:v>0.89274074074074072</c:v>
                </c:pt>
                <c:pt idx="25156">
                  <c:v>0.89274074074074072</c:v>
                </c:pt>
                <c:pt idx="25157">
                  <c:v>0.89274074074074072</c:v>
                </c:pt>
                <c:pt idx="25158">
                  <c:v>0.89274074074074072</c:v>
                </c:pt>
                <c:pt idx="25159">
                  <c:v>0.89274074074074072</c:v>
                </c:pt>
                <c:pt idx="25160">
                  <c:v>0.89288888888888884</c:v>
                </c:pt>
                <c:pt idx="25161">
                  <c:v>0.89288888888888884</c:v>
                </c:pt>
                <c:pt idx="25162">
                  <c:v>0.89303703703703707</c:v>
                </c:pt>
                <c:pt idx="25163">
                  <c:v>0.89318518518518519</c:v>
                </c:pt>
                <c:pt idx="25164">
                  <c:v>0.89318518518518519</c:v>
                </c:pt>
                <c:pt idx="25165">
                  <c:v>0.89333333333333331</c:v>
                </c:pt>
                <c:pt idx="25166">
                  <c:v>0.89348148148148143</c:v>
                </c:pt>
                <c:pt idx="25167">
                  <c:v>0.89362962962962966</c:v>
                </c:pt>
                <c:pt idx="25168">
                  <c:v>0.89362962962962966</c:v>
                </c:pt>
                <c:pt idx="25169">
                  <c:v>0.89362962962962966</c:v>
                </c:pt>
                <c:pt idx="25170">
                  <c:v>0.89377777777777778</c:v>
                </c:pt>
                <c:pt idx="25171">
                  <c:v>0.8939259259259259</c:v>
                </c:pt>
                <c:pt idx="25172">
                  <c:v>0.8939259259259259</c:v>
                </c:pt>
                <c:pt idx="25173">
                  <c:v>0.89407407407407402</c:v>
                </c:pt>
                <c:pt idx="25174">
                  <c:v>0.89407407407407402</c:v>
                </c:pt>
                <c:pt idx="25175">
                  <c:v>0.89422222222222225</c:v>
                </c:pt>
                <c:pt idx="25176">
                  <c:v>0.89422222222222225</c:v>
                </c:pt>
                <c:pt idx="25177">
                  <c:v>0.89422222222222225</c:v>
                </c:pt>
                <c:pt idx="25178">
                  <c:v>0.89422222222222225</c:v>
                </c:pt>
                <c:pt idx="25179">
                  <c:v>0.89422222222222225</c:v>
                </c:pt>
                <c:pt idx="25180">
                  <c:v>0.89437037037037037</c:v>
                </c:pt>
                <c:pt idx="25181">
                  <c:v>0.89437037037037037</c:v>
                </c:pt>
                <c:pt idx="25182">
                  <c:v>0.89437037037037037</c:v>
                </c:pt>
                <c:pt idx="25183">
                  <c:v>0.89437037037037037</c:v>
                </c:pt>
                <c:pt idx="25184">
                  <c:v>0.89437037037037037</c:v>
                </c:pt>
                <c:pt idx="25185">
                  <c:v>0.89451851851851849</c:v>
                </c:pt>
                <c:pt idx="25186">
                  <c:v>0.89451851851851849</c:v>
                </c:pt>
                <c:pt idx="25187">
                  <c:v>0.89466666666666672</c:v>
                </c:pt>
                <c:pt idx="25188">
                  <c:v>0.89466666666666672</c:v>
                </c:pt>
                <c:pt idx="25189">
                  <c:v>0.89481481481481484</c:v>
                </c:pt>
                <c:pt idx="25190">
                  <c:v>0.89496296296296296</c:v>
                </c:pt>
                <c:pt idx="25191">
                  <c:v>0.89496296296296296</c:v>
                </c:pt>
                <c:pt idx="25192">
                  <c:v>0.89496296296296296</c:v>
                </c:pt>
                <c:pt idx="25193">
                  <c:v>0.89511111111111108</c:v>
                </c:pt>
                <c:pt idx="25194">
                  <c:v>0.89511111111111108</c:v>
                </c:pt>
                <c:pt idx="25195">
                  <c:v>0.89511111111111108</c:v>
                </c:pt>
                <c:pt idx="25196">
                  <c:v>0.89525925925925931</c:v>
                </c:pt>
                <c:pt idx="25197">
                  <c:v>0.89540740740740743</c:v>
                </c:pt>
                <c:pt idx="25198">
                  <c:v>0.89555555555555555</c:v>
                </c:pt>
                <c:pt idx="25199">
                  <c:v>0.89570370370370367</c:v>
                </c:pt>
                <c:pt idx="25200">
                  <c:v>0.89570370370370367</c:v>
                </c:pt>
                <c:pt idx="25201">
                  <c:v>0.89570370370370367</c:v>
                </c:pt>
                <c:pt idx="25202">
                  <c:v>0.89570370370370367</c:v>
                </c:pt>
                <c:pt idx="25203">
                  <c:v>0.89570370370370367</c:v>
                </c:pt>
                <c:pt idx="25204">
                  <c:v>0.89570370370370367</c:v>
                </c:pt>
                <c:pt idx="25205">
                  <c:v>0.89570370370370367</c:v>
                </c:pt>
                <c:pt idx="25206">
                  <c:v>0.8958518518518519</c:v>
                </c:pt>
                <c:pt idx="25207">
                  <c:v>0.8958518518518519</c:v>
                </c:pt>
                <c:pt idx="25208">
                  <c:v>0.8958518518518519</c:v>
                </c:pt>
                <c:pt idx="25209">
                  <c:v>0.8958518518518519</c:v>
                </c:pt>
                <c:pt idx="25210">
                  <c:v>0.8958518518518519</c:v>
                </c:pt>
                <c:pt idx="25211">
                  <c:v>0.8958518518518519</c:v>
                </c:pt>
                <c:pt idx="25212">
                  <c:v>0.8958518518518519</c:v>
                </c:pt>
                <c:pt idx="25213">
                  <c:v>0.8958518518518519</c:v>
                </c:pt>
                <c:pt idx="25214">
                  <c:v>0.8958518518518519</c:v>
                </c:pt>
                <c:pt idx="25215">
                  <c:v>0.8958518518518519</c:v>
                </c:pt>
                <c:pt idx="25216">
                  <c:v>0.8958518518518519</c:v>
                </c:pt>
                <c:pt idx="25217">
                  <c:v>0.8958518518518519</c:v>
                </c:pt>
                <c:pt idx="25218">
                  <c:v>0.8958518518518519</c:v>
                </c:pt>
                <c:pt idx="25219">
                  <c:v>0.8958518518518519</c:v>
                </c:pt>
                <c:pt idx="25220">
                  <c:v>0.8958518518518519</c:v>
                </c:pt>
                <c:pt idx="25221">
                  <c:v>0.8958518518518519</c:v>
                </c:pt>
                <c:pt idx="25222">
                  <c:v>0.8958518518518519</c:v>
                </c:pt>
                <c:pt idx="25223">
                  <c:v>0.89600000000000002</c:v>
                </c:pt>
                <c:pt idx="25224">
                  <c:v>0.89600000000000002</c:v>
                </c:pt>
                <c:pt idx="25225">
                  <c:v>0.89600000000000002</c:v>
                </c:pt>
                <c:pt idx="25226">
                  <c:v>0.89600000000000002</c:v>
                </c:pt>
                <c:pt idx="25227">
                  <c:v>0.89600000000000002</c:v>
                </c:pt>
                <c:pt idx="25228">
                  <c:v>0.89614814814814814</c:v>
                </c:pt>
                <c:pt idx="25229">
                  <c:v>0.89629629629629626</c:v>
                </c:pt>
                <c:pt idx="25230">
                  <c:v>0.89629629629629626</c:v>
                </c:pt>
                <c:pt idx="25231">
                  <c:v>0.89629629629629626</c:v>
                </c:pt>
                <c:pt idx="25232">
                  <c:v>0.89644444444444449</c:v>
                </c:pt>
                <c:pt idx="25233">
                  <c:v>0.89644444444444449</c:v>
                </c:pt>
                <c:pt idx="25234">
                  <c:v>0.89659259259259261</c:v>
                </c:pt>
                <c:pt idx="25235">
                  <c:v>0.89674074074074073</c:v>
                </c:pt>
                <c:pt idx="25236">
                  <c:v>0.89688888888888885</c:v>
                </c:pt>
                <c:pt idx="25237">
                  <c:v>0.89703703703703708</c:v>
                </c:pt>
                <c:pt idx="25238">
                  <c:v>0.89703703703703708</c:v>
                </c:pt>
                <c:pt idx="25239">
                  <c:v>0.89703703703703708</c:v>
                </c:pt>
                <c:pt idx="25240">
                  <c:v>0.89703703703703708</c:v>
                </c:pt>
                <c:pt idx="25241">
                  <c:v>0.8971851851851852</c:v>
                </c:pt>
                <c:pt idx="25242">
                  <c:v>0.8971851851851852</c:v>
                </c:pt>
                <c:pt idx="25243">
                  <c:v>0.89733333333333332</c:v>
                </c:pt>
                <c:pt idx="25244">
                  <c:v>0.89733333333333332</c:v>
                </c:pt>
                <c:pt idx="25245">
                  <c:v>0.89733333333333332</c:v>
                </c:pt>
                <c:pt idx="25246">
                  <c:v>0.89733333333333332</c:v>
                </c:pt>
                <c:pt idx="25247">
                  <c:v>0.89733333333333332</c:v>
                </c:pt>
                <c:pt idx="25248">
                  <c:v>0.89733333333333332</c:v>
                </c:pt>
                <c:pt idx="25249">
                  <c:v>0.89748148148148144</c:v>
                </c:pt>
                <c:pt idx="25250">
                  <c:v>0.89748148148148144</c:v>
                </c:pt>
                <c:pt idx="25251">
                  <c:v>0.89748148148148144</c:v>
                </c:pt>
                <c:pt idx="25252">
                  <c:v>0.89748148148148144</c:v>
                </c:pt>
                <c:pt idx="25253">
                  <c:v>0.89748148148148144</c:v>
                </c:pt>
                <c:pt idx="25254">
                  <c:v>0.89762962962962967</c:v>
                </c:pt>
                <c:pt idx="25255">
                  <c:v>0.89762962962962967</c:v>
                </c:pt>
                <c:pt idx="25256">
                  <c:v>0.89762962962962967</c:v>
                </c:pt>
                <c:pt idx="25257">
                  <c:v>0.89762962962962967</c:v>
                </c:pt>
                <c:pt idx="25258">
                  <c:v>0.89777777777777779</c:v>
                </c:pt>
                <c:pt idx="25259">
                  <c:v>0.89792592592592591</c:v>
                </c:pt>
                <c:pt idx="25260">
                  <c:v>0.89792592592592591</c:v>
                </c:pt>
                <c:pt idx="25261">
                  <c:v>0.89807407407407402</c:v>
                </c:pt>
                <c:pt idx="25262">
                  <c:v>0.89807407407407402</c:v>
                </c:pt>
                <c:pt idx="25263">
                  <c:v>0.89822222222222226</c:v>
                </c:pt>
                <c:pt idx="25264">
                  <c:v>0.89822222222222226</c:v>
                </c:pt>
                <c:pt idx="25265">
                  <c:v>0.89822222222222226</c:v>
                </c:pt>
                <c:pt idx="25266">
                  <c:v>0.89837037037037037</c:v>
                </c:pt>
                <c:pt idx="25267">
                  <c:v>0.89851851851851849</c:v>
                </c:pt>
                <c:pt idx="25268">
                  <c:v>0.89866666666666661</c:v>
                </c:pt>
                <c:pt idx="25269">
                  <c:v>0.89866666666666661</c:v>
                </c:pt>
                <c:pt idx="25270">
                  <c:v>0.89866666666666661</c:v>
                </c:pt>
                <c:pt idx="25271">
                  <c:v>0.89866666666666661</c:v>
                </c:pt>
                <c:pt idx="25272">
                  <c:v>0.89866666666666661</c:v>
                </c:pt>
                <c:pt idx="25273">
                  <c:v>0.89866666666666661</c:v>
                </c:pt>
                <c:pt idx="25274">
                  <c:v>0.89866666666666661</c:v>
                </c:pt>
                <c:pt idx="25275">
                  <c:v>0.89866666666666661</c:v>
                </c:pt>
                <c:pt idx="25276">
                  <c:v>0.89866666666666661</c:v>
                </c:pt>
                <c:pt idx="25277">
                  <c:v>0.89866666666666661</c:v>
                </c:pt>
                <c:pt idx="25278">
                  <c:v>0.89866666666666661</c:v>
                </c:pt>
                <c:pt idx="25279">
                  <c:v>0.89866666666666661</c:v>
                </c:pt>
                <c:pt idx="25280">
                  <c:v>0.89881481481481484</c:v>
                </c:pt>
                <c:pt idx="25281">
                  <c:v>0.89896296296296296</c:v>
                </c:pt>
                <c:pt idx="25282">
                  <c:v>0.89911111111111108</c:v>
                </c:pt>
                <c:pt idx="25283">
                  <c:v>0.89911111111111108</c:v>
                </c:pt>
                <c:pt idx="25284">
                  <c:v>0.89911111111111108</c:v>
                </c:pt>
                <c:pt idx="25285">
                  <c:v>0.89911111111111108</c:v>
                </c:pt>
                <c:pt idx="25286">
                  <c:v>0.89911111111111108</c:v>
                </c:pt>
                <c:pt idx="25287">
                  <c:v>0.89911111111111108</c:v>
                </c:pt>
                <c:pt idx="25288">
                  <c:v>0.89925925925925931</c:v>
                </c:pt>
                <c:pt idx="25289">
                  <c:v>0.89925925925925931</c:v>
                </c:pt>
                <c:pt idx="25290">
                  <c:v>0.89925925925925931</c:v>
                </c:pt>
                <c:pt idx="25291">
                  <c:v>0.89925925925925931</c:v>
                </c:pt>
                <c:pt idx="25292">
                  <c:v>0.89925925925925931</c:v>
                </c:pt>
                <c:pt idx="25293">
                  <c:v>0.89925925925925931</c:v>
                </c:pt>
                <c:pt idx="25294">
                  <c:v>0.89925925925925931</c:v>
                </c:pt>
                <c:pt idx="25295">
                  <c:v>0.89925925925925931</c:v>
                </c:pt>
                <c:pt idx="25296">
                  <c:v>0.89925925925925931</c:v>
                </c:pt>
                <c:pt idx="25297">
                  <c:v>0.89925925925925931</c:v>
                </c:pt>
                <c:pt idx="25298">
                  <c:v>0.89940740740740743</c:v>
                </c:pt>
                <c:pt idx="25299">
                  <c:v>0.89940740740740743</c:v>
                </c:pt>
                <c:pt idx="25300">
                  <c:v>0.89940740740740743</c:v>
                </c:pt>
                <c:pt idx="25301">
                  <c:v>0.89940740740740743</c:v>
                </c:pt>
                <c:pt idx="25302">
                  <c:v>0.89955555555555555</c:v>
                </c:pt>
                <c:pt idx="25303">
                  <c:v>0.89955555555555555</c:v>
                </c:pt>
                <c:pt idx="25304">
                  <c:v>0.89955555555555555</c:v>
                </c:pt>
                <c:pt idx="25305">
                  <c:v>0.89955555555555555</c:v>
                </c:pt>
                <c:pt idx="25306">
                  <c:v>0.89955555555555555</c:v>
                </c:pt>
                <c:pt idx="25307">
                  <c:v>0.89955555555555555</c:v>
                </c:pt>
                <c:pt idx="25308">
                  <c:v>0.89955555555555555</c:v>
                </c:pt>
                <c:pt idx="25309">
                  <c:v>0.89955555555555555</c:v>
                </c:pt>
                <c:pt idx="25310">
                  <c:v>0.89955555555555555</c:v>
                </c:pt>
                <c:pt idx="25311">
                  <c:v>0.89970370370370367</c:v>
                </c:pt>
                <c:pt idx="25312">
                  <c:v>0.89970370370370367</c:v>
                </c:pt>
                <c:pt idx="25313">
                  <c:v>0.8998518518518519</c:v>
                </c:pt>
                <c:pt idx="25314">
                  <c:v>0.9</c:v>
                </c:pt>
                <c:pt idx="25315">
                  <c:v>0.9</c:v>
                </c:pt>
                <c:pt idx="25316">
                  <c:v>0.9</c:v>
                </c:pt>
                <c:pt idx="25317">
                  <c:v>0.9</c:v>
                </c:pt>
                <c:pt idx="25318">
                  <c:v>0.9</c:v>
                </c:pt>
                <c:pt idx="25319">
                  <c:v>0.9</c:v>
                </c:pt>
                <c:pt idx="25320">
                  <c:v>0.9</c:v>
                </c:pt>
                <c:pt idx="25321">
                  <c:v>0.9</c:v>
                </c:pt>
                <c:pt idx="25322">
                  <c:v>0.9</c:v>
                </c:pt>
                <c:pt idx="25323">
                  <c:v>0.9</c:v>
                </c:pt>
                <c:pt idx="25324">
                  <c:v>0.90014814814814814</c:v>
                </c:pt>
                <c:pt idx="25325">
                  <c:v>0.90029629629629626</c:v>
                </c:pt>
                <c:pt idx="25326">
                  <c:v>0.90029629629629626</c:v>
                </c:pt>
                <c:pt idx="25327">
                  <c:v>0.90029629629629626</c:v>
                </c:pt>
                <c:pt idx="25328">
                  <c:v>0.90029629629629626</c:v>
                </c:pt>
                <c:pt idx="25329">
                  <c:v>0.90044444444444449</c:v>
                </c:pt>
                <c:pt idx="25330">
                  <c:v>0.90044444444444449</c:v>
                </c:pt>
                <c:pt idx="25331">
                  <c:v>0.90044444444444449</c:v>
                </c:pt>
                <c:pt idx="25332">
                  <c:v>0.90044444444444449</c:v>
                </c:pt>
                <c:pt idx="25333">
                  <c:v>0.90059259259259261</c:v>
                </c:pt>
                <c:pt idx="25334">
                  <c:v>0.90059259259259261</c:v>
                </c:pt>
                <c:pt idx="25335">
                  <c:v>0.90074074074074073</c:v>
                </c:pt>
                <c:pt idx="25336">
                  <c:v>0.90074074074074073</c:v>
                </c:pt>
                <c:pt idx="25337">
                  <c:v>0.90074074074074073</c:v>
                </c:pt>
                <c:pt idx="25338">
                  <c:v>0.90088888888888885</c:v>
                </c:pt>
                <c:pt idx="25339">
                  <c:v>0.90088888888888885</c:v>
                </c:pt>
                <c:pt idx="25340">
                  <c:v>0.90088888888888885</c:v>
                </c:pt>
                <c:pt idx="25341">
                  <c:v>0.90088888888888885</c:v>
                </c:pt>
                <c:pt idx="25342">
                  <c:v>0.90088888888888885</c:v>
                </c:pt>
                <c:pt idx="25343">
                  <c:v>0.90088888888888885</c:v>
                </c:pt>
                <c:pt idx="25344">
                  <c:v>0.90088888888888885</c:v>
                </c:pt>
                <c:pt idx="25345">
                  <c:v>0.90103703703703708</c:v>
                </c:pt>
                <c:pt idx="25346">
                  <c:v>0.90103703703703708</c:v>
                </c:pt>
                <c:pt idx="25347">
                  <c:v>0.90103703703703708</c:v>
                </c:pt>
                <c:pt idx="25348">
                  <c:v>0.90103703703703708</c:v>
                </c:pt>
                <c:pt idx="25349">
                  <c:v>0.90103703703703708</c:v>
                </c:pt>
                <c:pt idx="25350">
                  <c:v>0.90103703703703708</c:v>
                </c:pt>
                <c:pt idx="25351">
                  <c:v>0.90103703703703708</c:v>
                </c:pt>
                <c:pt idx="25352">
                  <c:v>0.9011851851851852</c:v>
                </c:pt>
                <c:pt idx="25353">
                  <c:v>0.90133333333333332</c:v>
                </c:pt>
                <c:pt idx="25354">
                  <c:v>0.90133333333333332</c:v>
                </c:pt>
                <c:pt idx="25355">
                  <c:v>0.90133333333333332</c:v>
                </c:pt>
                <c:pt idx="25356">
                  <c:v>0.90148148148148144</c:v>
                </c:pt>
                <c:pt idx="25357">
                  <c:v>0.90148148148148144</c:v>
                </c:pt>
                <c:pt idx="25358">
                  <c:v>0.90162962962962967</c:v>
                </c:pt>
                <c:pt idx="25359">
                  <c:v>0.90162962962962967</c:v>
                </c:pt>
                <c:pt idx="25360">
                  <c:v>0.90177777777777779</c:v>
                </c:pt>
                <c:pt idx="25361">
                  <c:v>0.90177777777777779</c:v>
                </c:pt>
                <c:pt idx="25362">
                  <c:v>0.90177777777777779</c:v>
                </c:pt>
                <c:pt idx="25363">
                  <c:v>0.90192592592592591</c:v>
                </c:pt>
                <c:pt idx="25364">
                  <c:v>0.90192592592592591</c:v>
                </c:pt>
                <c:pt idx="25365">
                  <c:v>0.90192592592592591</c:v>
                </c:pt>
                <c:pt idx="25366">
                  <c:v>0.90207407407407403</c:v>
                </c:pt>
                <c:pt idx="25367">
                  <c:v>0.90207407407407403</c:v>
                </c:pt>
                <c:pt idx="25368">
                  <c:v>0.90222222222222226</c:v>
                </c:pt>
                <c:pt idx="25369">
                  <c:v>0.90222222222222226</c:v>
                </c:pt>
                <c:pt idx="25370">
                  <c:v>0.90222222222222226</c:v>
                </c:pt>
                <c:pt idx="25371">
                  <c:v>0.90222222222222226</c:v>
                </c:pt>
                <c:pt idx="25372">
                  <c:v>0.90222222222222226</c:v>
                </c:pt>
                <c:pt idx="25373">
                  <c:v>0.90237037037037038</c:v>
                </c:pt>
                <c:pt idx="25374">
                  <c:v>0.90237037037037038</c:v>
                </c:pt>
                <c:pt idx="25375">
                  <c:v>0.90237037037037038</c:v>
                </c:pt>
                <c:pt idx="25376">
                  <c:v>0.90237037037037038</c:v>
                </c:pt>
                <c:pt idx="25377">
                  <c:v>0.90237037037037038</c:v>
                </c:pt>
                <c:pt idx="25378">
                  <c:v>0.90237037037037038</c:v>
                </c:pt>
                <c:pt idx="25379">
                  <c:v>0.90237037037037038</c:v>
                </c:pt>
                <c:pt idx="25380">
                  <c:v>0.90237037037037038</c:v>
                </c:pt>
                <c:pt idx="25381">
                  <c:v>0.9025185185185185</c:v>
                </c:pt>
                <c:pt idx="25382">
                  <c:v>0.9025185185185185</c:v>
                </c:pt>
                <c:pt idx="25383">
                  <c:v>0.9025185185185185</c:v>
                </c:pt>
                <c:pt idx="25384">
                  <c:v>0.9025185185185185</c:v>
                </c:pt>
                <c:pt idx="25385">
                  <c:v>0.90266666666666662</c:v>
                </c:pt>
                <c:pt idx="25386">
                  <c:v>0.90281481481481485</c:v>
                </c:pt>
                <c:pt idx="25387">
                  <c:v>0.90281481481481485</c:v>
                </c:pt>
                <c:pt idx="25388">
                  <c:v>0.90296296296296297</c:v>
                </c:pt>
                <c:pt idx="25389">
                  <c:v>0.90296296296296297</c:v>
                </c:pt>
                <c:pt idx="25390">
                  <c:v>0.90296296296296297</c:v>
                </c:pt>
                <c:pt idx="25391">
                  <c:v>0.90311111111111109</c:v>
                </c:pt>
                <c:pt idx="25392">
                  <c:v>0.90311111111111109</c:v>
                </c:pt>
                <c:pt idx="25393">
                  <c:v>0.90311111111111109</c:v>
                </c:pt>
                <c:pt idx="25394">
                  <c:v>0.90311111111111109</c:v>
                </c:pt>
                <c:pt idx="25395">
                  <c:v>0.90311111111111109</c:v>
                </c:pt>
                <c:pt idx="25396">
                  <c:v>0.90325925925925921</c:v>
                </c:pt>
                <c:pt idx="25397">
                  <c:v>0.90325925925925921</c:v>
                </c:pt>
                <c:pt idx="25398">
                  <c:v>0.90340740740740744</c:v>
                </c:pt>
                <c:pt idx="25399">
                  <c:v>0.90355555555555556</c:v>
                </c:pt>
                <c:pt idx="25400">
                  <c:v>0.90355555555555556</c:v>
                </c:pt>
                <c:pt idx="25401">
                  <c:v>0.90355555555555556</c:v>
                </c:pt>
                <c:pt idx="25402">
                  <c:v>0.90370370370370368</c:v>
                </c:pt>
                <c:pt idx="25403">
                  <c:v>0.90370370370370368</c:v>
                </c:pt>
                <c:pt idx="25404">
                  <c:v>0.90370370370370368</c:v>
                </c:pt>
                <c:pt idx="25405">
                  <c:v>0.90370370370370368</c:v>
                </c:pt>
                <c:pt idx="25406">
                  <c:v>0.90370370370370368</c:v>
                </c:pt>
                <c:pt idx="25407">
                  <c:v>0.90370370370370368</c:v>
                </c:pt>
                <c:pt idx="25408">
                  <c:v>0.90370370370370368</c:v>
                </c:pt>
                <c:pt idx="25409">
                  <c:v>0.90385185185185191</c:v>
                </c:pt>
                <c:pt idx="25410">
                  <c:v>0.90385185185185191</c:v>
                </c:pt>
                <c:pt idx="25411">
                  <c:v>0.90385185185185191</c:v>
                </c:pt>
                <c:pt idx="25412">
                  <c:v>0.90385185185185191</c:v>
                </c:pt>
                <c:pt idx="25413">
                  <c:v>0.90400000000000003</c:v>
                </c:pt>
                <c:pt idx="25414">
                  <c:v>0.90400000000000003</c:v>
                </c:pt>
                <c:pt idx="25415">
                  <c:v>0.90400000000000003</c:v>
                </c:pt>
                <c:pt idx="25416">
                  <c:v>0.90400000000000003</c:v>
                </c:pt>
                <c:pt idx="25417">
                  <c:v>0.90400000000000003</c:v>
                </c:pt>
                <c:pt idx="25418">
                  <c:v>0.90400000000000003</c:v>
                </c:pt>
                <c:pt idx="25419">
                  <c:v>0.90400000000000003</c:v>
                </c:pt>
                <c:pt idx="25420">
                  <c:v>0.90414814814814815</c:v>
                </c:pt>
                <c:pt idx="25421">
                  <c:v>0.90414814814814815</c:v>
                </c:pt>
                <c:pt idx="25422">
                  <c:v>0.90414814814814815</c:v>
                </c:pt>
                <c:pt idx="25423">
                  <c:v>0.90429629629629626</c:v>
                </c:pt>
                <c:pt idx="25424">
                  <c:v>0.90429629629629626</c:v>
                </c:pt>
                <c:pt idx="25425">
                  <c:v>0.9044444444444445</c:v>
                </c:pt>
                <c:pt idx="25426">
                  <c:v>0.90459259259259261</c:v>
                </c:pt>
                <c:pt idx="25427">
                  <c:v>0.90474074074074073</c:v>
                </c:pt>
                <c:pt idx="25428">
                  <c:v>0.90474074074074073</c:v>
                </c:pt>
                <c:pt idx="25429">
                  <c:v>0.90474074074074073</c:v>
                </c:pt>
                <c:pt idx="25430">
                  <c:v>0.90474074074074073</c:v>
                </c:pt>
                <c:pt idx="25431">
                  <c:v>0.90488888888888885</c:v>
                </c:pt>
                <c:pt idx="25432">
                  <c:v>0.90488888888888885</c:v>
                </c:pt>
                <c:pt idx="25433">
                  <c:v>0.90488888888888885</c:v>
                </c:pt>
                <c:pt idx="25434">
                  <c:v>0.90488888888888885</c:v>
                </c:pt>
                <c:pt idx="25435">
                  <c:v>0.90488888888888885</c:v>
                </c:pt>
                <c:pt idx="25436">
                  <c:v>0.90488888888888885</c:v>
                </c:pt>
                <c:pt idx="25437">
                  <c:v>0.90503703703703708</c:v>
                </c:pt>
                <c:pt idx="25438">
                  <c:v>0.9051851851851852</c:v>
                </c:pt>
                <c:pt idx="25439">
                  <c:v>0.90533333333333332</c:v>
                </c:pt>
                <c:pt idx="25440">
                  <c:v>0.90548148148148144</c:v>
                </c:pt>
                <c:pt idx="25441">
                  <c:v>0.90562962962962967</c:v>
                </c:pt>
                <c:pt idx="25442">
                  <c:v>0.90577777777777779</c:v>
                </c:pt>
                <c:pt idx="25443">
                  <c:v>0.90592592592592591</c:v>
                </c:pt>
                <c:pt idx="25444">
                  <c:v>0.90592592592592591</c:v>
                </c:pt>
                <c:pt idx="25445">
                  <c:v>0.90592592592592591</c:v>
                </c:pt>
                <c:pt idx="25446">
                  <c:v>0.90592592592592591</c:v>
                </c:pt>
                <c:pt idx="25447">
                  <c:v>0.90607407407407403</c:v>
                </c:pt>
                <c:pt idx="25448">
                  <c:v>0.90607407407407403</c:v>
                </c:pt>
                <c:pt idx="25449">
                  <c:v>0.90607407407407403</c:v>
                </c:pt>
                <c:pt idx="25450">
                  <c:v>0.90607407407407403</c:v>
                </c:pt>
                <c:pt idx="25451">
                  <c:v>0.90622222222222226</c:v>
                </c:pt>
                <c:pt idx="25452">
                  <c:v>0.90622222222222226</c:v>
                </c:pt>
                <c:pt idx="25453">
                  <c:v>0.90622222222222226</c:v>
                </c:pt>
                <c:pt idx="25454">
                  <c:v>0.90637037037037038</c:v>
                </c:pt>
                <c:pt idx="25455">
                  <c:v>0.90637037037037038</c:v>
                </c:pt>
                <c:pt idx="25456">
                  <c:v>0.90637037037037038</c:v>
                </c:pt>
                <c:pt idx="25457">
                  <c:v>0.9065185185185185</c:v>
                </c:pt>
                <c:pt idx="25458">
                  <c:v>0.9065185185185185</c:v>
                </c:pt>
                <c:pt idx="25459">
                  <c:v>0.9065185185185185</c:v>
                </c:pt>
                <c:pt idx="25460">
                  <c:v>0.9065185185185185</c:v>
                </c:pt>
                <c:pt idx="25461">
                  <c:v>0.90666666666666662</c:v>
                </c:pt>
                <c:pt idx="25462">
                  <c:v>0.90666666666666662</c:v>
                </c:pt>
                <c:pt idx="25463">
                  <c:v>0.90681481481481485</c:v>
                </c:pt>
                <c:pt idx="25464">
                  <c:v>0.90696296296296297</c:v>
                </c:pt>
                <c:pt idx="25465">
                  <c:v>0.90711111111111109</c:v>
                </c:pt>
                <c:pt idx="25466">
                  <c:v>0.90725925925925921</c:v>
                </c:pt>
                <c:pt idx="25467">
                  <c:v>0.90725925925925921</c:v>
                </c:pt>
                <c:pt idx="25468">
                  <c:v>0.90740740740740744</c:v>
                </c:pt>
                <c:pt idx="25469">
                  <c:v>0.90740740740740744</c:v>
                </c:pt>
                <c:pt idx="25470">
                  <c:v>0.90740740740740744</c:v>
                </c:pt>
                <c:pt idx="25471">
                  <c:v>0.90740740740740744</c:v>
                </c:pt>
                <c:pt idx="25472">
                  <c:v>0.90740740740740744</c:v>
                </c:pt>
                <c:pt idx="25473">
                  <c:v>0.90755555555555556</c:v>
                </c:pt>
                <c:pt idx="25474">
                  <c:v>0.90770370370370368</c:v>
                </c:pt>
                <c:pt idx="25475">
                  <c:v>0.90770370370370368</c:v>
                </c:pt>
                <c:pt idx="25476">
                  <c:v>0.90770370370370368</c:v>
                </c:pt>
                <c:pt idx="25477">
                  <c:v>0.90770370370370368</c:v>
                </c:pt>
                <c:pt idx="25478">
                  <c:v>0.9078518518518518</c:v>
                </c:pt>
                <c:pt idx="25479">
                  <c:v>0.9078518518518518</c:v>
                </c:pt>
                <c:pt idx="25480">
                  <c:v>0.9078518518518518</c:v>
                </c:pt>
                <c:pt idx="25481">
                  <c:v>0.9078518518518518</c:v>
                </c:pt>
                <c:pt idx="25482">
                  <c:v>0.9078518518518518</c:v>
                </c:pt>
                <c:pt idx="25483">
                  <c:v>0.9078518518518518</c:v>
                </c:pt>
                <c:pt idx="25484">
                  <c:v>0.9078518518518518</c:v>
                </c:pt>
                <c:pt idx="25485">
                  <c:v>0.9078518518518518</c:v>
                </c:pt>
                <c:pt idx="25486">
                  <c:v>0.90800000000000003</c:v>
                </c:pt>
                <c:pt idx="25487">
                  <c:v>0.90800000000000003</c:v>
                </c:pt>
                <c:pt idx="25488">
                  <c:v>0.90814814814814815</c:v>
                </c:pt>
                <c:pt idx="25489">
                  <c:v>0.90814814814814815</c:v>
                </c:pt>
                <c:pt idx="25490">
                  <c:v>0.90814814814814815</c:v>
                </c:pt>
                <c:pt idx="25491">
                  <c:v>0.90814814814814815</c:v>
                </c:pt>
                <c:pt idx="25492">
                  <c:v>0.90814814814814815</c:v>
                </c:pt>
                <c:pt idx="25493">
                  <c:v>0.90814814814814815</c:v>
                </c:pt>
                <c:pt idx="25494">
                  <c:v>0.90814814814814815</c:v>
                </c:pt>
                <c:pt idx="25495">
                  <c:v>0.90814814814814815</c:v>
                </c:pt>
                <c:pt idx="25496">
                  <c:v>0.90829629629629627</c:v>
                </c:pt>
                <c:pt idx="25497">
                  <c:v>0.9084444444444445</c:v>
                </c:pt>
                <c:pt idx="25498">
                  <c:v>0.90859259259259262</c:v>
                </c:pt>
                <c:pt idx="25499">
                  <c:v>0.90874074074074074</c:v>
                </c:pt>
                <c:pt idx="25500">
                  <c:v>0.90888888888888886</c:v>
                </c:pt>
                <c:pt idx="25501">
                  <c:v>0.90888888888888886</c:v>
                </c:pt>
                <c:pt idx="25502">
                  <c:v>0.90888888888888886</c:v>
                </c:pt>
                <c:pt idx="25503">
                  <c:v>0.90903703703703709</c:v>
                </c:pt>
                <c:pt idx="25504">
                  <c:v>0.90918518518518521</c:v>
                </c:pt>
                <c:pt idx="25505">
                  <c:v>0.90933333333333333</c:v>
                </c:pt>
                <c:pt idx="25506">
                  <c:v>0.90948148148148145</c:v>
                </c:pt>
                <c:pt idx="25507">
                  <c:v>0.90962962962962968</c:v>
                </c:pt>
                <c:pt idx="25508">
                  <c:v>0.90962962962962968</c:v>
                </c:pt>
                <c:pt idx="25509">
                  <c:v>0.90962962962962968</c:v>
                </c:pt>
                <c:pt idx="25510">
                  <c:v>0.9097777777777778</c:v>
                </c:pt>
                <c:pt idx="25511">
                  <c:v>0.90992592592592592</c:v>
                </c:pt>
                <c:pt idx="25512">
                  <c:v>0.90992592592592592</c:v>
                </c:pt>
                <c:pt idx="25513">
                  <c:v>0.90992592592592592</c:v>
                </c:pt>
                <c:pt idx="25514">
                  <c:v>0.91007407407407404</c:v>
                </c:pt>
                <c:pt idx="25515">
                  <c:v>0.91022222222222227</c:v>
                </c:pt>
                <c:pt idx="25516">
                  <c:v>0.91022222222222227</c:v>
                </c:pt>
                <c:pt idx="25517">
                  <c:v>0.91022222222222227</c:v>
                </c:pt>
                <c:pt idx="25518">
                  <c:v>0.91022222222222227</c:v>
                </c:pt>
                <c:pt idx="25519">
                  <c:v>0.91022222222222227</c:v>
                </c:pt>
                <c:pt idx="25520">
                  <c:v>0.91037037037037039</c:v>
                </c:pt>
                <c:pt idx="25521">
                  <c:v>0.91037037037037039</c:v>
                </c:pt>
                <c:pt idx="25522">
                  <c:v>0.9105185185185185</c:v>
                </c:pt>
                <c:pt idx="25523">
                  <c:v>0.9105185185185185</c:v>
                </c:pt>
                <c:pt idx="25524">
                  <c:v>0.9105185185185185</c:v>
                </c:pt>
                <c:pt idx="25525">
                  <c:v>0.91066666666666662</c:v>
                </c:pt>
                <c:pt idx="25526">
                  <c:v>0.91066666666666662</c:v>
                </c:pt>
                <c:pt idx="25527">
                  <c:v>0.91066666666666662</c:v>
                </c:pt>
                <c:pt idx="25528">
                  <c:v>0.91066666666666662</c:v>
                </c:pt>
                <c:pt idx="25529">
                  <c:v>0.91066666666666662</c:v>
                </c:pt>
                <c:pt idx="25530">
                  <c:v>0.91066666666666662</c:v>
                </c:pt>
                <c:pt idx="25531">
                  <c:v>0.91081481481481485</c:v>
                </c:pt>
                <c:pt idx="25532">
                  <c:v>0.91081481481481485</c:v>
                </c:pt>
                <c:pt idx="25533">
                  <c:v>0.91081481481481485</c:v>
                </c:pt>
                <c:pt idx="25534">
                  <c:v>0.91096296296296297</c:v>
                </c:pt>
                <c:pt idx="25535">
                  <c:v>0.91096296296296297</c:v>
                </c:pt>
                <c:pt idx="25536">
                  <c:v>0.91096296296296297</c:v>
                </c:pt>
                <c:pt idx="25537">
                  <c:v>0.91096296296296297</c:v>
                </c:pt>
                <c:pt idx="25538">
                  <c:v>0.91096296296296297</c:v>
                </c:pt>
                <c:pt idx="25539">
                  <c:v>0.91096296296296297</c:v>
                </c:pt>
                <c:pt idx="25540">
                  <c:v>0.91096296296296297</c:v>
                </c:pt>
                <c:pt idx="25541">
                  <c:v>0.91096296296296297</c:v>
                </c:pt>
                <c:pt idx="25542">
                  <c:v>0.91096296296296297</c:v>
                </c:pt>
                <c:pt idx="25543">
                  <c:v>0.91111111111111109</c:v>
                </c:pt>
                <c:pt idx="25544">
                  <c:v>0.91111111111111109</c:v>
                </c:pt>
                <c:pt idx="25545">
                  <c:v>0.91125925925925921</c:v>
                </c:pt>
                <c:pt idx="25546">
                  <c:v>0.91140740740740744</c:v>
                </c:pt>
                <c:pt idx="25547">
                  <c:v>0.91140740740740744</c:v>
                </c:pt>
                <c:pt idx="25548">
                  <c:v>0.91140740740740744</c:v>
                </c:pt>
                <c:pt idx="25549">
                  <c:v>0.91140740740740744</c:v>
                </c:pt>
                <c:pt idx="25550">
                  <c:v>0.91155555555555556</c:v>
                </c:pt>
                <c:pt idx="25551">
                  <c:v>0.91155555555555556</c:v>
                </c:pt>
                <c:pt idx="25552">
                  <c:v>0.91155555555555556</c:v>
                </c:pt>
                <c:pt idx="25553">
                  <c:v>0.91155555555555556</c:v>
                </c:pt>
                <c:pt idx="25554">
                  <c:v>0.91155555555555556</c:v>
                </c:pt>
                <c:pt idx="25555">
                  <c:v>0.91155555555555556</c:v>
                </c:pt>
                <c:pt idx="25556">
                  <c:v>0.91170370370370368</c:v>
                </c:pt>
                <c:pt idx="25557">
                  <c:v>0.91170370370370368</c:v>
                </c:pt>
                <c:pt idx="25558">
                  <c:v>0.9118518518518518</c:v>
                </c:pt>
                <c:pt idx="25559">
                  <c:v>0.9118518518518518</c:v>
                </c:pt>
                <c:pt idx="25560">
                  <c:v>0.9118518518518518</c:v>
                </c:pt>
                <c:pt idx="25561">
                  <c:v>0.91200000000000003</c:v>
                </c:pt>
                <c:pt idx="25562">
                  <c:v>0.91214814814814815</c:v>
                </c:pt>
                <c:pt idx="25563">
                  <c:v>0.91214814814814815</c:v>
                </c:pt>
                <c:pt idx="25564">
                  <c:v>0.91214814814814815</c:v>
                </c:pt>
                <c:pt idx="25565">
                  <c:v>0.91214814814814815</c:v>
                </c:pt>
                <c:pt idx="25566">
                  <c:v>0.91229629629629627</c:v>
                </c:pt>
                <c:pt idx="25567">
                  <c:v>0.91244444444444439</c:v>
                </c:pt>
                <c:pt idx="25568">
                  <c:v>0.91244444444444439</c:v>
                </c:pt>
                <c:pt idx="25569">
                  <c:v>0.91259259259259262</c:v>
                </c:pt>
                <c:pt idx="25570">
                  <c:v>0.91274074074074074</c:v>
                </c:pt>
                <c:pt idx="25571">
                  <c:v>0.91274074074074074</c:v>
                </c:pt>
                <c:pt idx="25572">
                  <c:v>0.91274074074074074</c:v>
                </c:pt>
                <c:pt idx="25573">
                  <c:v>0.91274074074074074</c:v>
                </c:pt>
                <c:pt idx="25574">
                  <c:v>0.91274074074074074</c:v>
                </c:pt>
                <c:pt idx="25575">
                  <c:v>0.91288888888888886</c:v>
                </c:pt>
                <c:pt idx="25576">
                  <c:v>0.91303703703703709</c:v>
                </c:pt>
                <c:pt idx="25577">
                  <c:v>0.91303703703703709</c:v>
                </c:pt>
                <c:pt idx="25578">
                  <c:v>0.91303703703703709</c:v>
                </c:pt>
                <c:pt idx="25579">
                  <c:v>0.91303703703703709</c:v>
                </c:pt>
                <c:pt idx="25580">
                  <c:v>0.91303703703703709</c:v>
                </c:pt>
                <c:pt idx="25581">
                  <c:v>0.91303703703703709</c:v>
                </c:pt>
                <c:pt idx="25582">
                  <c:v>0.91318518518518521</c:v>
                </c:pt>
                <c:pt idx="25583">
                  <c:v>0.91333333333333333</c:v>
                </c:pt>
                <c:pt idx="25584">
                  <c:v>0.91348148148148145</c:v>
                </c:pt>
                <c:pt idx="25585">
                  <c:v>0.91348148148148145</c:v>
                </c:pt>
                <c:pt idx="25586">
                  <c:v>0.91348148148148145</c:v>
                </c:pt>
                <c:pt idx="25587">
                  <c:v>0.91348148148148145</c:v>
                </c:pt>
                <c:pt idx="25588">
                  <c:v>0.91348148148148145</c:v>
                </c:pt>
                <c:pt idx="25589">
                  <c:v>0.91362962962962968</c:v>
                </c:pt>
                <c:pt idx="25590">
                  <c:v>0.91362962962962968</c:v>
                </c:pt>
                <c:pt idx="25591">
                  <c:v>0.9137777777777778</c:v>
                </c:pt>
                <c:pt idx="25592">
                  <c:v>0.9137777777777778</c:v>
                </c:pt>
                <c:pt idx="25593">
                  <c:v>0.91392592592592592</c:v>
                </c:pt>
                <c:pt idx="25594">
                  <c:v>0.91392592592592592</c:v>
                </c:pt>
                <c:pt idx="25595">
                  <c:v>0.91407407407407404</c:v>
                </c:pt>
                <c:pt idx="25596">
                  <c:v>0.91407407407407404</c:v>
                </c:pt>
                <c:pt idx="25597">
                  <c:v>0.91422222222222227</c:v>
                </c:pt>
                <c:pt idx="25598">
                  <c:v>0.91437037037037039</c:v>
                </c:pt>
                <c:pt idx="25599">
                  <c:v>0.91437037037037039</c:v>
                </c:pt>
                <c:pt idx="25600">
                  <c:v>0.91451851851851851</c:v>
                </c:pt>
                <c:pt idx="25601">
                  <c:v>0.91451851851851851</c:v>
                </c:pt>
                <c:pt idx="25602">
                  <c:v>0.91466666666666663</c:v>
                </c:pt>
                <c:pt idx="25603">
                  <c:v>0.91466666666666663</c:v>
                </c:pt>
                <c:pt idx="25604">
                  <c:v>0.91466666666666663</c:v>
                </c:pt>
                <c:pt idx="25605">
                  <c:v>0.91466666666666663</c:v>
                </c:pt>
                <c:pt idx="25606">
                  <c:v>0.91481481481481486</c:v>
                </c:pt>
                <c:pt idx="25607">
                  <c:v>0.91481481481481486</c:v>
                </c:pt>
                <c:pt idx="25608">
                  <c:v>0.91481481481481486</c:v>
                </c:pt>
                <c:pt idx="25609">
                  <c:v>0.91481481481481486</c:v>
                </c:pt>
                <c:pt idx="25610">
                  <c:v>0.91481481481481486</c:v>
                </c:pt>
                <c:pt idx="25611">
                  <c:v>0.91481481481481486</c:v>
                </c:pt>
                <c:pt idx="25612">
                  <c:v>0.91496296296296298</c:v>
                </c:pt>
                <c:pt idx="25613">
                  <c:v>0.9151111111111111</c:v>
                </c:pt>
                <c:pt idx="25614">
                  <c:v>0.9151111111111111</c:v>
                </c:pt>
                <c:pt idx="25615">
                  <c:v>0.9151111111111111</c:v>
                </c:pt>
                <c:pt idx="25616">
                  <c:v>0.9151111111111111</c:v>
                </c:pt>
                <c:pt idx="25617">
                  <c:v>0.9151111111111111</c:v>
                </c:pt>
                <c:pt idx="25618">
                  <c:v>0.9151111111111111</c:v>
                </c:pt>
                <c:pt idx="25619">
                  <c:v>0.9151111111111111</c:v>
                </c:pt>
                <c:pt idx="25620">
                  <c:v>0.9151111111111111</c:v>
                </c:pt>
                <c:pt idx="25621">
                  <c:v>0.9151111111111111</c:v>
                </c:pt>
                <c:pt idx="25622">
                  <c:v>0.9151111111111111</c:v>
                </c:pt>
                <c:pt idx="25623">
                  <c:v>0.9151111111111111</c:v>
                </c:pt>
                <c:pt idx="25624">
                  <c:v>0.9151111111111111</c:v>
                </c:pt>
                <c:pt idx="25625">
                  <c:v>0.91525925925925922</c:v>
                </c:pt>
                <c:pt idx="25626">
                  <c:v>0.91540740740740745</c:v>
                </c:pt>
                <c:pt idx="25627">
                  <c:v>0.91540740740740745</c:v>
                </c:pt>
                <c:pt idx="25628">
                  <c:v>0.91540740740740745</c:v>
                </c:pt>
                <c:pt idx="25629">
                  <c:v>0.91540740740740745</c:v>
                </c:pt>
                <c:pt idx="25630">
                  <c:v>0.91540740740740745</c:v>
                </c:pt>
                <c:pt idx="25631">
                  <c:v>0.91540740740740745</c:v>
                </c:pt>
                <c:pt idx="25632">
                  <c:v>0.91540740740740745</c:v>
                </c:pt>
                <c:pt idx="25633">
                  <c:v>0.91555555555555557</c:v>
                </c:pt>
                <c:pt idx="25634">
                  <c:v>0.91555555555555557</c:v>
                </c:pt>
                <c:pt idx="25635">
                  <c:v>0.91555555555555557</c:v>
                </c:pt>
                <c:pt idx="25636">
                  <c:v>0.91555555555555557</c:v>
                </c:pt>
                <c:pt idx="25637">
                  <c:v>0.91555555555555557</c:v>
                </c:pt>
                <c:pt idx="25638">
                  <c:v>0.91555555555555557</c:v>
                </c:pt>
                <c:pt idx="25639">
                  <c:v>0.91570370370370369</c:v>
                </c:pt>
                <c:pt idx="25640">
                  <c:v>0.91585185185185181</c:v>
                </c:pt>
                <c:pt idx="25641">
                  <c:v>0.91600000000000004</c:v>
                </c:pt>
                <c:pt idx="25642">
                  <c:v>0.91600000000000004</c:v>
                </c:pt>
                <c:pt idx="25643">
                  <c:v>0.91600000000000004</c:v>
                </c:pt>
                <c:pt idx="25644">
                  <c:v>0.91600000000000004</c:v>
                </c:pt>
                <c:pt idx="25645">
                  <c:v>0.91600000000000004</c:v>
                </c:pt>
                <c:pt idx="25646">
                  <c:v>0.91600000000000004</c:v>
                </c:pt>
                <c:pt idx="25647">
                  <c:v>0.91600000000000004</c:v>
                </c:pt>
                <c:pt idx="25648">
                  <c:v>0.91614814814814816</c:v>
                </c:pt>
                <c:pt idx="25649">
                  <c:v>0.91629629629629628</c:v>
                </c:pt>
                <c:pt idx="25650">
                  <c:v>0.91629629629629628</c:v>
                </c:pt>
                <c:pt idx="25651">
                  <c:v>0.91629629629629628</c:v>
                </c:pt>
                <c:pt idx="25652">
                  <c:v>0.91644444444444439</c:v>
                </c:pt>
                <c:pt idx="25653">
                  <c:v>0.91659259259259263</c:v>
                </c:pt>
                <c:pt idx="25654">
                  <c:v>0.91659259259259263</c:v>
                </c:pt>
                <c:pt idx="25655">
                  <c:v>0.91659259259259263</c:v>
                </c:pt>
                <c:pt idx="25656">
                  <c:v>0.91659259259259263</c:v>
                </c:pt>
                <c:pt idx="25657">
                  <c:v>0.91659259259259263</c:v>
                </c:pt>
                <c:pt idx="25658">
                  <c:v>0.91659259259259263</c:v>
                </c:pt>
                <c:pt idx="25659">
                  <c:v>0.91659259259259263</c:v>
                </c:pt>
                <c:pt idx="25660">
                  <c:v>0.91659259259259263</c:v>
                </c:pt>
                <c:pt idx="25661">
                  <c:v>0.91674074074074074</c:v>
                </c:pt>
                <c:pt idx="25662">
                  <c:v>0.91688888888888886</c:v>
                </c:pt>
                <c:pt idx="25663">
                  <c:v>0.91688888888888886</c:v>
                </c:pt>
                <c:pt idx="25664">
                  <c:v>0.91688888888888886</c:v>
                </c:pt>
                <c:pt idx="25665">
                  <c:v>0.91688888888888886</c:v>
                </c:pt>
                <c:pt idx="25666">
                  <c:v>0.91703703703703698</c:v>
                </c:pt>
                <c:pt idx="25667">
                  <c:v>0.91718518518518521</c:v>
                </c:pt>
                <c:pt idx="25668">
                  <c:v>0.91718518518518521</c:v>
                </c:pt>
                <c:pt idx="25669">
                  <c:v>0.91733333333333333</c:v>
                </c:pt>
                <c:pt idx="25670">
                  <c:v>0.91733333333333333</c:v>
                </c:pt>
                <c:pt idx="25671">
                  <c:v>0.91733333333333333</c:v>
                </c:pt>
                <c:pt idx="25672">
                  <c:v>0.91748148148148145</c:v>
                </c:pt>
                <c:pt idx="25673">
                  <c:v>0.91748148148148145</c:v>
                </c:pt>
                <c:pt idx="25674">
                  <c:v>0.91748148148148145</c:v>
                </c:pt>
                <c:pt idx="25675">
                  <c:v>0.91748148148148145</c:v>
                </c:pt>
                <c:pt idx="25676">
                  <c:v>0.91762962962962968</c:v>
                </c:pt>
                <c:pt idx="25677">
                  <c:v>0.91762962962962968</c:v>
                </c:pt>
                <c:pt idx="25678">
                  <c:v>0.9177777777777778</c:v>
                </c:pt>
                <c:pt idx="25679">
                  <c:v>0.9177777777777778</c:v>
                </c:pt>
                <c:pt idx="25680">
                  <c:v>0.9177777777777778</c:v>
                </c:pt>
                <c:pt idx="25681">
                  <c:v>0.91792592592592592</c:v>
                </c:pt>
                <c:pt idx="25682">
                  <c:v>0.91807407407407404</c:v>
                </c:pt>
                <c:pt idx="25683">
                  <c:v>0.91807407407407404</c:v>
                </c:pt>
                <c:pt idx="25684">
                  <c:v>0.91807407407407404</c:v>
                </c:pt>
                <c:pt idx="25685">
                  <c:v>0.91807407407407404</c:v>
                </c:pt>
                <c:pt idx="25686">
                  <c:v>0.91807407407407404</c:v>
                </c:pt>
                <c:pt idx="25687">
                  <c:v>0.91822222222222227</c:v>
                </c:pt>
                <c:pt idx="25688">
                  <c:v>0.91822222222222227</c:v>
                </c:pt>
                <c:pt idx="25689">
                  <c:v>0.91837037037037039</c:v>
                </c:pt>
                <c:pt idx="25690">
                  <c:v>0.91851851851851851</c:v>
                </c:pt>
                <c:pt idx="25691">
                  <c:v>0.91851851851851851</c:v>
                </c:pt>
                <c:pt idx="25692">
                  <c:v>0.91851851851851851</c:v>
                </c:pt>
                <c:pt idx="25693">
                  <c:v>0.91866666666666663</c:v>
                </c:pt>
                <c:pt idx="25694">
                  <c:v>0.91881481481481486</c:v>
                </c:pt>
                <c:pt idx="25695">
                  <c:v>0.91896296296296298</c:v>
                </c:pt>
                <c:pt idx="25696">
                  <c:v>0.91896296296296298</c:v>
                </c:pt>
                <c:pt idx="25697">
                  <c:v>0.91896296296296298</c:v>
                </c:pt>
                <c:pt idx="25698">
                  <c:v>0.91896296296296298</c:v>
                </c:pt>
                <c:pt idx="25699">
                  <c:v>0.91896296296296298</c:v>
                </c:pt>
                <c:pt idx="25700">
                  <c:v>0.9191111111111111</c:v>
                </c:pt>
                <c:pt idx="25701">
                  <c:v>0.9191111111111111</c:v>
                </c:pt>
                <c:pt idx="25702">
                  <c:v>0.9191111111111111</c:v>
                </c:pt>
                <c:pt idx="25703">
                  <c:v>0.9191111111111111</c:v>
                </c:pt>
                <c:pt idx="25704">
                  <c:v>0.9191111111111111</c:v>
                </c:pt>
                <c:pt idx="25705">
                  <c:v>0.9191111111111111</c:v>
                </c:pt>
                <c:pt idx="25706">
                  <c:v>0.9191111111111111</c:v>
                </c:pt>
                <c:pt idx="25707">
                  <c:v>0.9191111111111111</c:v>
                </c:pt>
                <c:pt idx="25708">
                  <c:v>0.9191111111111111</c:v>
                </c:pt>
                <c:pt idx="25709">
                  <c:v>0.9191111111111111</c:v>
                </c:pt>
                <c:pt idx="25710">
                  <c:v>0.91925925925925922</c:v>
                </c:pt>
                <c:pt idx="25711">
                  <c:v>0.91925925925925922</c:v>
                </c:pt>
                <c:pt idx="25712">
                  <c:v>0.91925925925925922</c:v>
                </c:pt>
                <c:pt idx="25713">
                  <c:v>0.91925925925925922</c:v>
                </c:pt>
                <c:pt idx="25714">
                  <c:v>0.91940740740740745</c:v>
                </c:pt>
                <c:pt idx="25715">
                  <c:v>0.91940740740740745</c:v>
                </c:pt>
                <c:pt idx="25716">
                  <c:v>0.91955555555555557</c:v>
                </c:pt>
                <c:pt idx="25717">
                  <c:v>0.91955555555555557</c:v>
                </c:pt>
                <c:pt idx="25718">
                  <c:v>0.91970370370370369</c:v>
                </c:pt>
                <c:pt idx="25719">
                  <c:v>0.91985185185185181</c:v>
                </c:pt>
                <c:pt idx="25720">
                  <c:v>0.91985185185185181</c:v>
                </c:pt>
                <c:pt idx="25721">
                  <c:v>0.91985185185185181</c:v>
                </c:pt>
                <c:pt idx="25722">
                  <c:v>0.91985185185185181</c:v>
                </c:pt>
                <c:pt idx="25723">
                  <c:v>0.92</c:v>
                </c:pt>
                <c:pt idx="25724">
                  <c:v>0.92</c:v>
                </c:pt>
                <c:pt idx="25725">
                  <c:v>0.92</c:v>
                </c:pt>
                <c:pt idx="25726">
                  <c:v>0.92</c:v>
                </c:pt>
                <c:pt idx="25727">
                  <c:v>0.92014814814814816</c:v>
                </c:pt>
                <c:pt idx="25728">
                  <c:v>0.92014814814814816</c:v>
                </c:pt>
                <c:pt idx="25729">
                  <c:v>0.92014814814814816</c:v>
                </c:pt>
                <c:pt idx="25730">
                  <c:v>0.92014814814814816</c:v>
                </c:pt>
                <c:pt idx="25731">
                  <c:v>0.92014814814814816</c:v>
                </c:pt>
                <c:pt idx="25732">
                  <c:v>0.92029629629629628</c:v>
                </c:pt>
                <c:pt idx="25733">
                  <c:v>0.92029629629629628</c:v>
                </c:pt>
                <c:pt idx="25734">
                  <c:v>0.9204444444444444</c:v>
                </c:pt>
                <c:pt idx="25735">
                  <c:v>0.9204444444444444</c:v>
                </c:pt>
                <c:pt idx="25736">
                  <c:v>0.92059259259259263</c:v>
                </c:pt>
                <c:pt idx="25737">
                  <c:v>0.92074074074074075</c:v>
                </c:pt>
                <c:pt idx="25738">
                  <c:v>0.92074074074074075</c:v>
                </c:pt>
                <c:pt idx="25739">
                  <c:v>0.92074074074074075</c:v>
                </c:pt>
                <c:pt idx="25740">
                  <c:v>0.92074074074074075</c:v>
                </c:pt>
                <c:pt idx="25741">
                  <c:v>0.92088888888888887</c:v>
                </c:pt>
                <c:pt idx="25742">
                  <c:v>0.92103703703703699</c:v>
                </c:pt>
                <c:pt idx="25743">
                  <c:v>0.92103703703703699</c:v>
                </c:pt>
                <c:pt idx="25744">
                  <c:v>0.92118518518518522</c:v>
                </c:pt>
                <c:pt idx="25745">
                  <c:v>0.92118518518518522</c:v>
                </c:pt>
                <c:pt idx="25746">
                  <c:v>0.92118518518518522</c:v>
                </c:pt>
                <c:pt idx="25747">
                  <c:v>0.92118518518518522</c:v>
                </c:pt>
                <c:pt idx="25748">
                  <c:v>0.92118518518518522</c:v>
                </c:pt>
                <c:pt idx="25749">
                  <c:v>0.92118518518518522</c:v>
                </c:pt>
                <c:pt idx="25750">
                  <c:v>0.92133333333333334</c:v>
                </c:pt>
                <c:pt idx="25751">
                  <c:v>0.92148148148148146</c:v>
                </c:pt>
                <c:pt idx="25752">
                  <c:v>0.92162962962962958</c:v>
                </c:pt>
                <c:pt idx="25753">
                  <c:v>0.92177777777777781</c:v>
                </c:pt>
                <c:pt idx="25754">
                  <c:v>0.92177777777777781</c:v>
                </c:pt>
                <c:pt idx="25755">
                  <c:v>0.92177777777777781</c:v>
                </c:pt>
                <c:pt idx="25756">
                  <c:v>0.92192592592592593</c:v>
                </c:pt>
                <c:pt idx="25757">
                  <c:v>0.92192592592592593</c:v>
                </c:pt>
                <c:pt idx="25758">
                  <c:v>0.92192592592592593</c:v>
                </c:pt>
                <c:pt idx="25759">
                  <c:v>0.92192592592592593</c:v>
                </c:pt>
                <c:pt idx="25760">
                  <c:v>0.92192592592592593</c:v>
                </c:pt>
                <c:pt idx="25761">
                  <c:v>0.92192592592592593</c:v>
                </c:pt>
                <c:pt idx="25762">
                  <c:v>0.92207407407407405</c:v>
                </c:pt>
                <c:pt idx="25763">
                  <c:v>0.92207407407407405</c:v>
                </c:pt>
                <c:pt idx="25764">
                  <c:v>0.92207407407407405</c:v>
                </c:pt>
                <c:pt idx="25765">
                  <c:v>0.92222222222222228</c:v>
                </c:pt>
                <c:pt idx="25766">
                  <c:v>0.92222222222222228</c:v>
                </c:pt>
                <c:pt idx="25767">
                  <c:v>0.92222222222222228</c:v>
                </c:pt>
                <c:pt idx="25768">
                  <c:v>0.9223703703703704</c:v>
                </c:pt>
                <c:pt idx="25769">
                  <c:v>0.92251851851851852</c:v>
                </c:pt>
                <c:pt idx="25770">
                  <c:v>0.92251851851851852</c:v>
                </c:pt>
                <c:pt idx="25771">
                  <c:v>0.92266666666666663</c:v>
                </c:pt>
                <c:pt idx="25772">
                  <c:v>0.92266666666666663</c:v>
                </c:pt>
                <c:pt idx="25773">
                  <c:v>0.92281481481481487</c:v>
                </c:pt>
                <c:pt idx="25774">
                  <c:v>0.92281481481481487</c:v>
                </c:pt>
                <c:pt idx="25775">
                  <c:v>0.92296296296296299</c:v>
                </c:pt>
                <c:pt idx="25776">
                  <c:v>0.92296296296296299</c:v>
                </c:pt>
                <c:pt idx="25777">
                  <c:v>0.9231111111111111</c:v>
                </c:pt>
                <c:pt idx="25778">
                  <c:v>0.92325925925925922</c:v>
                </c:pt>
                <c:pt idx="25779">
                  <c:v>0.92325925925925922</c:v>
                </c:pt>
                <c:pt idx="25780">
                  <c:v>0.92325925925925922</c:v>
                </c:pt>
                <c:pt idx="25781">
                  <c:v>0.92340740740740745</c:v>
                </c:pt>
                <c:pt idx="25782">
                  <c:v>0.92340740740740745</c:v>
                </c:pt>
                <c:pt idx="25783">
                  <c:v>0.92340740740740745</c:v>
                </c:pt>
                <c:pt idx="25784">
                  <c:v>0.92355555555555557</c:v>
                </c:pt>
                <c:pt idx="25785">
                  <c:v>0.92355555555555557</c:v>
                </c:pt>
                <c:pt idx="25786">
                  <c:v>0.92355555555555557</c:v>
                </c:pt>
                <c:pt idx="25787">
                  <c:v>0.92370370370370369</c:v>
                </c:pt>
                <c:pt idx="25788">
                  <c:v>0.92370370370370369</c:v>
                </c:pt>
                <c:pt idx="25789">
                  <c:v>0.92370370370370369</c:v>
                </c:pt>
                <c:pt idx="25790">
                  <c:v>0.92370370370370369</c:v>
                </c:pt>
                <c:pt idx="25791">
                  <c:v>0.92385185185185181</c:v>
                </c:pt>
                <c:pt idx="25792">
                  <c:v>0.92400000000000004</c:v>
                </c:pt>
                <c:pt idx="25793">
                  <c:v>0.92400000000000004</c:v>
                </c:pt>
                <c:pt idx="25794">
                  <c:v>0.92414814814814816</c:v>
                </c:pt>
                <c:pt idx="25795">
                  <c:v>0.92429629629629628</c:v>
                </c:pt>
                <c:pt idx="25796">
                  <c:v>0.92429629629629628</c:v>
                </c:pt>
                <c:pt idx="25797">
                  <c:v>0.92429629629629628</c:v>
                </c:pt>
                <c:pt idx="25798">
                  <c:v>0.92429629629629628</c:v>
                </c:pt>
                <c:pt idx="25799">
                  <c:v>0.92429629629629628</c:v>
                </c:pt>
                <c:pt idx="25800">
                  <c:v>0.9244444444444444</c:v>
                </c:pt>
                <c:pt idx="25801">
                  <c:v>0.92459259259259263</c:v>
                </c:pt>
                <c:pt idx="25802">
                  <c:v>0.92474074074074075</c:v>
                </c:pt>
                <c:pt idx="25803">
                  <c:v>0.92488888888888887</c:v>
                </c:pt>
                <c:pt idx="25804">
                  <c:v>0.92488888888888887</c:v>
                </c:pt>
                <c:pt idx="25805">
                  <c:v>0.92503703703703699</c:v>
                </c:pt>
                <c:pt idx="25806">
                  <c:v>0.92518518518518522</c:v>
                </c:pt>
                <c:pt idx="25807">
                  <c:v>0.92518518518518522</c:v>
                </c:pt>
                <c:pt idx="25808">
                  <c:v>0.92533333333333334</c:v>
                </c:pt>
                <c:pt idx="25809">
                  <c:v>0.92533333333333334</c:v>
                </c:pt>
                <c:pt idx="25810">
                  <c:v>0.92533333333333334</c:v>
                </c:pt>
                <c:pt idx="25811">
                  <c:v>0.92548148148148146</c:v>
                </c:pt>
                <c:pt idx="25812">
                  <c:v>0.92562962962962958</c:v>
                </c:pt>
                <c:pt idx="25813">
                  <c:v>0.92562962962962958</c:v>
                </c:pt>
                <c:pt idx="25814">
                  <c:v>0.92562962962962958</c:v>
                </c:pt>
                <c:pt idx="25815">
                  <c:v>0.92562962962962958</c:v>
                </c:pt>
                <c:pt idx="25816">
                  <c:v>0.92577777777777781</c:v>
                </c:pt>
                <c:pt idx="25817">
                  <c:v>0.92592592592592593</c:v>
                </c:pt>
                <c:pt idx="25818">
                  <c:v>0.92592592592592593</c:v>
                </c:pt>
                <c:pt idx="25819">
                  <c:v>0.92592592592592593</c:v>
                </c:pt>
                <c:pt idx="25820">
                  <c:v>0.92592592592592593</c:v>
                </c:pt>
                <c:pt idx="25821">
                  <c:v>0.92592592592592593</c:v>
                </c:pt>
                <c:pt idx="25822">
                  <c:v>0.92592592592592593</c:v>
                </c:pt>
                <c:pt idx="25823">
                  <c:v>0.92592592592592593</c:v>
                </c:pt>
                <c:pt idx="25824">
                  <c:v>0.92592592592592593</c:v>
                </c:pt>
                <c:pt idx="25825">
                  <c:v>0.92592592592592593</c:v>
                </c:pt>
                <c:pt idx="25826">
                  <c:v>0.92607407407407405</c:v>
                </c:pt>
                <c:pt idx="25827">
                  <c:v>0.92607407407407405</c:v>
                </c:pt>
                <c:pt idx="25828">
                  <c:v>0.92622222222222217</c:v>
                </c:pt>
                <c:pt idx="25829">
                  <c:v>0.9263703703703704</c:v>
                </c:pt>
                <c:pt idx="25830">
                  <c:v>0.9263703703703704</c:v>
                </c:pt>
                <c:pt idx="25831">
                  <c:v>0.92651851851851852</c:v>
                </c:pt>
                <c:pt idx="25832">
                  <c:v>0.92651851851851852</c:v>
                </c:pt>
                <c:pt idx="25833">
                  <c:v>0.92666666666666664</c:v>
                </c:pt>
                <c:pt idx="25834">
                  <c:v>0.92666666666666664</c:v>
                </c:pt>
                <c:pt idx="25835">
                  <c:v>0.92666666666666664</c:v>
                </c:pt>
                <c:pt idx="25836">
                  <c:v>0.92666666666666664</c:v>
                </c:pt>
                <c:pt idx="25837">
                  <c:v>0.92666666666666664</c:v>
                </c:pt>
                <c:pt idx="25838">
                  <c:v>0.92666666666666664</c:v>
                </c:pt>
                <c:pt idx="25839">
                  <c:v>0.92666666666666664</c:v>
                </c:pt>
                <c:pt idx="25840">
                  <c:v>0.92666666666666664</c:v>
                </c:pt>
                <c:pt idx="25841">
                  <c:v>0.92681481481481487</c:v>
                </c:pt>
                <c:pt idx="25842">
                  <c:v>0.92696296296296299</c:v>
                </c:pt>
                <c:pt idx="25843">
                  <c:v>0.92696296296296299</c:v>
                </c:pt>
                <c:pt idx="25844">
                  <c:v>0.92696296296296299</c:v>
                </c:pt>
                <c:pt idx="25845">
                  <c:v>0.92696296296296299</c:v>
                </c:pt>
                <c:pt idx="25846">
                  <c:v>0.92711111111111111</c:v>
                </c:pt>
                <c:pt idx="25847">
                  <c:v>0.92711111111111111</c:v>
                </c:pt>
                <c:pt idx="25848">
                  <c:v>0.92725925925925923</c:v>
                </c:pt>
                <c:pt idx="25849">
                  <c:v>0.92725925925925923</c:v>
                </c:pt>
                <c:pt idx="25850">
                  <c:v>0.92725925925925923</c:v>
                </c:pt>
                <c:pt idx="25851">
                  <c:v>0.92740740740740746</c:v>
                </c:pt>
                <c:pt idx="25852">
                  <c:v>0.92755555555555558</c:v>
                </c:pt>
                <c:pt idx="25853">
                  <c:v>0.92755555555555558</c:v>
                </c:pt>
                <c:pt idx="25854">
                  <c:v>0.92755555555555558</c:v>
                </c:pt>
                <c:pt idx="25855">
                  <c:v>0.92755555555555558</c:v>
                </c:pt>
                <c:pt idx="25856">
                  <c:v>0.9277037037037037</c:v>
                </c:pt>
                <c:pt idx="25857">
                  <c:v>0.92785185185185182</c:v>
                </c:pt>
                <c:pt idx="25858">
                  <c:v>0.92785185185185182</c:v>
                </c:pt>
                <c:pt idx="25859">
                  <c:v>0.92785185185185182</c:v>
                </c:pt>
                <c:pt idx="25860">
                  <c:v>0.92785185185185182</c:v>
                </c:pt>
                <c:pt idx="25861">
                  <c:v>0.92785185185185182</c:v>
                </c:pt>
                <c:pt idx="25862">
                  <c:v>0.92785185185185182</c:v>
                </c:pt>
                <c:pt idx="25863">
                  <c:v>0.92785185185185182</c:v>
                </c:pt>
                <c:pt idx="25864">
                  <c:v>0.92800000000000005</c:v>
                </c:pt>
                <c:pt idx="25865">
                  <c:v>0.92800000000000005</c:v>
                </c:pt>
                <c:pt idx="25866">
                  <c:v>0.92800000000000005</c:v>
                </c:pt>
                <c:pt idx="25867">
                  <c:v>0.92814814814814817</c:v>
                </c:pt>
                <c:pt idx="25868">
                  <c:v>0.92814814814814817</c:v>
                </c:pt>
                <c:pt idx="25869">
                  <c:v>0.92829629629629629</c:v>
                </c:pt>
                <c:pt idx="25870">
                  <c:v>0.92829629629629629</c:v>
                </c:pt>
                <c:pt idx="25871">
                  <c:v>0.92829629629629629</c:v>
                </c:pt>
                <c:pt idx="25872">
                  <c:v>0.92829629629629629</c:v>
                </c:pt>
                <c:pt idx="25873">
                  <c:v>0.92829629629629629</c:v>
                </c:pt>
                <c:pt idx="25874">
                  <c:v>0.92844444444444441</c:v>
                </c:pt>
                <c:pt idx="25875">
                  <c:v>0.92859259259259264</c:v>
                </c:pt>
                <c:pt idx="25876">
                  <c:v>0.92874074074074076</c:v>
                </c:pt>
                <c:pt idx="25877">
                  <c:v>0.92874074074074076</c:v>
                </c:pt>
                <c:pt idx="25878">
                  <c:v>0.92874074074074076</c:v>
                </c:pt>
                <c:pt idx="25879">
                  <c:v>0.92874074074074076</c:v>
                </c:pt>
                <c:pt idx="25880">
                  <c:v>0.92874074074074076</c:v>
                </c:pt>
                <c:pt idx="25881">
                  <c:v>0.92874074074074076</c:v>
                </c:pt>
                <c:pt idx="25882">
                  <c:v>0.92874074074074076</c:v>
                </c:pt>
                <c:pt idx="25883">
                  <c:v>0.92874074074074076</c:v>
                </c:pt>
                <c:pt idx="25884">
                  <c:v>0.92874074074074076</c:v>
                </c:pt>
                <c:pt idx="25885">
                  <c:v>0.92874074074074076</c:v>
                </c:pt>
                <c:pt idx="25886">
                  <c:v>0.92874074074074076</c:v>
                </c:pt>
                <c:pt idx="25887">
                  <c:v>0.92888888888888888</c:v>
                </c:pt>
                <c:pt idx="25888">
                  <c:v>0.92888888888888888</c:v>
                </c:pt>
                <c:pt idx="25889">
                  <c:v>0.92888888888888888</c:v>
                </c:pt>
                <c:pt idx="25890">
                  <c:v>0.92888888888888888</c:v>
                </c:pt>
                <c:pt idx="25891">
                  <c:v>0.92888888888888888</c:v>
                </c:pt>
                <c:pt idx="25892">
                  <c:v>0.92888888888888888</c:v>
                </c:pt>
                <c:pt idx="25893">
                  <c:v>0.92888888888888888</c:v>
                </c:pt>
                <c:pt idx="25894">
                  <c:v>0.92903703703703699</c:v>
                </c:pt>
                <c:pt idx="25895">
                  <c:v>0.92903703703703699</c:v>
                </c:pt>
                <c:pt idx="25896">
                  <c:v>0.92903703703703699</c:v>
                </c:pt>
                <c:pt idx="25897">
                  <c:v>0.92918518518518523</c:v>
                </c:pt>
                <c:pt idx="25898">
                  <c:v>0.92933333333333334</c:v>
                </c:pt>
                <c:pt idx="25899">
                  <c:v>0.92933333333333334</c:v>
                </c:pt>
                <c:pt idx="25900">
                  <c:v>0.92948148148148146</c:v>
                </c:pt>
                <c:pt idx="25901">
                  <c:v>0.92962962962962958</c:v>
                </c:pt>
                <c:pt idx="25902">
                  <c:v>0.92962962962962958</c:v>
                </c:pt>
                <c:pt idx="25903">
                  <c:v>0.92962962962962958</c:v>
                </c:pt>
                <c:pt idx="25904">
                  <c:v>0.92977777777777781</c:v>
                </c:pt>
                <c:pt idx="25905">
                  <c:v>0.92992592592592593</c:v>
                </c:pt>
                <c:pt idx="25906">
                  <c:v>0.92992592592592593</c:v>
                </c:pt>
                <c:pt idx="25907">
                  <c:v>0.93007407407407405</c:v>
                </c:pt>
                <c:pt idx="25908">
                  <c:v>0.93022222222222217</c:v>
                </c:pt>
                <c:pt idx="25909">
                  <c:v>0.93022222222222217</c:v>
                </c:pt>
                <c:pt idx="25910">
                  <c:v>0.93022222222222217</c:v>
                </c:pt>
                <c:pt idx="25911">
                  <c:v>0.93022222222222217</c:v>
                </c:pt>
                <c:pt idx="25912">
                  <c:v>0.9303703703703704</c:v>
                </c:pt>
                <c:pt idx="25913">
                  <c:v>0.93051851851851852</c:v>
                </c:pt>
                <c:pt idx="25914">
                  <c:v>0.93051851851851852</c:v>
                </c:pt>
                <c:pt idx="25915">
                  <c:v>0.93066666666666664</c:v>
                </c:pt>
                <c:pt idx="25916">
                  <c:v>0.93081481481481476</c:v>
                </c:pt>
                <c:pt idx="25917">
                  <c:v>0.93081481481481476</c:v>
                </c:pt>
                <c:pt idx="25918">
                  <c:v>0.93096296296296299</c:v>
                </c:pt>
                <c:pt idx="25919">
                  <c:v>0.93111111111111111</c:v>
                </c:pt>
                <c:pt idx="25920">
                  <c:v>0.93111111111111111</c:v>
                </c:pt>
                <c:pt idx="25921">
                  <c:v>0.93111111111111111</c:v>
                </c:pt>
                <c:pt idx="25922">
                  <c:v>0.93111111111111111</c:v>
                </c:pt>
                <c:pt idx="25923">
                  <c:v>0.93111111111111111</c:v>
                </c:pt>
                <c:pt idx="25924">
                  <c:v>0.93111111111111111</c:v>
                </c:pt>
                <c:pt idx="25925">
                  <c:v>0.93111111111111111</c:v>
                </c:pt>
                <c:pt idx="25926">
                  <c:v>0.93111111111111111</c:v>
                </c:pt>
                <c:pt idx="25927">
                  <c:v>0.93111111111111111</c:v>
                </c:pt>
                <c:pt idx="25928">
                  <c:v>0.93125925925925923</c:v>
                </c:pt>
                <c:pt idx="25929">
                  <c:v>0.93125925925925923</c:v>
                </c:pt>
                <c:pt idx="25930">
                  <c:v>0.93140740740740746</c:v>
                </c:pt>
                <c:pt idx="25931">
                  <c:v>0.93140740740740746</c:v>
                </c:pt>
                <c:pt idx="25932">
                  <c:v>0.93140740740740746</c:v>
                </c:pt>
                <c:pt idx="25933">
                  <c:v>0.93155555555555558</c:v>
                </c:pt>
                <c:pt idx="25934">
                  <c:v>0.93155555555555558</c:v>
                </c:pt>
                <c:pt idx="25935">
                  <c:v>0.93155555555555558</c:v>
                </c:pt>
                <c:pt idx="25936">
                  <c:v>0.93155555555555558</c:v>
                </c:pt>
                <c:pt idx="25937">
                  <c:v>0.93155555555555558</c:v>
                </c:pt>
                <c:pt idx="25938">
                  <c:v>0.9317037037037037</c:v>
                </c:pt>
                <c:pt idx="25939">
                  <c:v>0.93185185185185182</c:v>
                </c:pt>
                <c:pt idx="25940">
                  <c:v>0.93200000000000005</c:v>
                </c:pt>
                <c:pt idx="25941">
                  <c:v>0.93200000000000005</c:v>
                </c:pt>
                <c:pt idx="25942">
                  <c:v>0.93214814814814817</c:v>
                </c:pt>
                <c:pt idx="25943">
                  <c:v>0.93214814814814817</c:v>
                </c:pt>
                <c:pt idx="25944">
                  <c:v>0.93229629629629629</c:v>
                </c:pt>
                <c:pt idx="25945">
                  <c:v>0.93229629629629629</c:v>
                </c:pt>
                <c:pt idx="25946">
                  <c:v>0.93244444444444441</c:v>
                </c:pt>
                <c:pt idx="25947">
                  <c:v>0.93244444444444441</c:v>
                </c:pt>
                <c:pt idx="25948">
                  <c:v>0.93244444444444441</c:v>
                </c:pt>
                <c:pt idx="25949">
                  <c:v>0.93259259259259264</c:v>
                </c:pt>
                <c:pt idx="25950">
                  <c:v>0.93259259259259264</c:v>
                </c:pt>
                <c:pt idx="25951">
                  <c:v>0.93259259259259264</c:v>
                </c:pt>
                <c:pt idx="25952">
                  <c:v>0.93259259259259264</c:v>
                </c:pt>
                <c:pt idx="25953">
                  <c:v>0.93259259259259264</c:v>
                </c:pt>
                <c:pt idx="25954">
                  <c:v>0.93259259259259264</c:v>
                </c:pt>
                <c:pt idx="25955">
                  <c:v>0.93259259259259264</c:v>
                </c:pt>
                <c:pt idx="25956">
                  <c:v>0.93259259259259264</c:v>
                </c:pt>
                <c:pt idx="25957">
                  <c:v>0.93259259259259264</c:v>
                </c:pt>
                <c:pt idx="25958">
                  <c:v>0.93274074074074076</c:v>
                </c:pt>
                <c:pt idx="25959">
                  <c:v>0.93274074074074076</c:v>
                </c:pt>
                <c:pt idx="25960">
                  <c:v>0.93288888888888888</c:v>
                </c:pt>
                <c:pt idx="25961">
                  <c:v>0.93288888888888888</c:v>
                </c:pt>
                <c:pt idx="25962">
                  <c:v>0.93288888888888888</c:v>
                </c:pt>
                <c:pt idx="25963">
                  <c:v>0.93288888888888888</c:v>
                </c:pt>
                <c:pt idx="25964">
                  <c:v>0.93288888888888888</c:v>
                </c:pt>
                <c:pt idx="25965">
                  <c:v>0.933037037037037</c:v>
                </c:pt>
                <c:pt idx="25966">
                  <c:v>0.933037037037037</c:v>
                </c:pt>
                <c:pt idx="25967">
                  <c:v>0.93318518518518523</c:v>
                </c:pt>
                <c:pt idx="25968">
                  <c:v>0.93333333333333335</c:v>
                </c:pt>
                <c:pt idx="25969">
                  <c:v>0.93333333333333335</c:v>
                </c:pt>
                <c:pt idx="25970">
                  <c:v>0.93348148148148147</c:v>
                </c:pt>
                <c:pt idx="25971">
                  <c:v>0.93348148148148147</c:v>
                </c:pt>
                <c:pt idx="25972">
                  <c:v>0.93362962962962959</c:v>
                </c:pt>
                <c:pt idx="25973">
                  <c:v>0.93362962962962959</c:v>
                </c:pt>
                <c:pt idx="25974">
                  <c:v>0.93362962962962959</c:v>
                </c:pt>
                <c:pt idx="25975">
                  <c:v>0.93377777777777782</c:v>
                </c:pt>
                <c:pt idx="25976">
                  <c:v>0.93392592592592594</c:v>
                </c:pt>
                <c:pt idx="25977">
                  <c:v>0.93392592592592594</c:v>
                </c:pt>
                <c:pt idx="25978">
                  <c:v>0.93407407407407406</c:v>
                </c:pt>
                <c:pt idx="25979">
                  <c:v>0.93422222222222218</c:v>
                </c:pt>
                <c:pt idx="25980">
                  <c:v>0.93422222222222218</c:v>
                </c:pt>
                <c:pt idx="25981">
                  <c:v>0.93422222222222218</c:v>
                </c:pt>
                <c:pt idx="25982">
                  <c:v>0.93437037037037041</c:v>
                </c:pt>
                <c:pt idx="25983">
                  <c:v>0.93437037037037041</c:v>
                </c:pt>
                <c:pt idx="25984">
                  <c:v>0.93437037037037041</c:v>
                </c:pt>
                <c:pt idx="25985">
                  <c:v>0.93437037037037041</c:v>
                </c:pt>
                <c:pt idx="25986">
                  <c:v>0.93437037037037041</c:v>
                </c:pt>
                <c:pt idx="25987">
                  <c:v>0.93451851851851853</c:v>
                </c:pt>
                <c:pt idx="25988">
                  <c:v>0.93466666666666665</c:v>
                </c:pt>
                <c:pt idx="25989">
                  <c:v>0.93481481481481477</c:v>
                </c:pt>
                <c:pt idx="25990">
                  <c:v>0.93481481481481477</c:v>
                </c:pt>
                <c:pt idx="25991">
                  <c:v>0.93481481481481477</c:v>
                </c:pt>
                <c:pt idx="25992">
                  <c:v>0.93481481481481477</c:v>
                </c:pt>
                <c:pt idx="25993">
                  <c:v>0.93481481481481477</c:v>
                </c:pt>
                <c:pt idx="25994">
                  <c:v>0.93481481481481477</c:v>
                </c:pt>
                <c:pt idx="25995">
                  <c:v>0.93481481481481477</c:v>
                </c:pt>
                <c:pt idx="25996">
                  <c:v>0.93481481481481477</c:v>
                </c:pt>
                <c:pt idx="25997">
                  <c:v>0.93481481481481477</c:v>
                </c:pt>
                <c:pt idx="25998">
                  <c:v>0.93481481481481477</c:v>
                </c:pt>
                <c:pt idx="25999">
                  <c:v>0.93481481481481477</c:v>
                </c:pt>
                <c:pt idx="26000">
                  <c:v>0.93481481481481477</c:v>
                </c:pt>
                <c:pt idx="26001">
                  <c:v>0.93481481481481477</c:v>
                </c:pt>
                <c:pt idx="26002">
                  <c:v>0.934962962962963</c:v>
                </c:pt>
                <c:pt idx="26003">
                  <c:v>0.934962962962963</c:v>
                </c:pt>
                <c:pt idx="26004">
                  <c:v>0.934962962962963</c:v>
                </c:pt>
                <c:pt idx="26005">
                  <c:v>0.93511111111111112</c:v>
                </c:pt>
                <c:pt idx="26006">
                  <c:v>0.93525925925925923</c:v>
                </c:pt>
                <c:pt idx="26007">
                  <c:v>0.93525925925925923</c:v>
                </c:pt>
                <c:pt idx="26008">
                  <c:v>0.93540740740740735</c:v>
                </c:pt>
                <c:pt idx="26009">
                  <c:v>0.93540740740740735</c:v>
                </c:pt>
                <c:pt idx="26010">
                  <c:v>0.93540740740740735</c:v>
                </c:pt>
                <c:pt idx="26011">
                  <c:v>0.93555555555555558</c:v>
                </c:pt>
                <c:pt idx="26012">
                  <c:v>0.93555555555555558</c:v>
                </c:pt>
                <c:pt idx="26013">
                  <c:v>0.9357037037037037</c:v>
                </c:pt>
                <c:pt idx="26014">
                  <c:v>0.9357037037037037</c:v>
                </c:pt>
                <c:pt idx="26015">
                  <c:v>0.93585185185185182</c:v>
                </c:pt>
                <c:pt idx="26016">
                  <c:v>0.93585185185185182</c:v>
                </c:pt>
                <c:pt idx="26017">
                  <c:v>0.93600000000000005</c:v>
                </c:pt>
                <c:pt idx="26018">
                  <c:v>0.93600000000000005</c:v>
                </c:pt>
                <c:pt idx="26019">
                  <c:v>0.93614814814814817</c:v>
                </c:pt>
                <c:pt idx="26020">
                  <c:v>0.93614814814814817</c:v>
                </c:pt>
                <c:pt idx="26021">
                  <c:v>0.93614814814814817</c:v>
                </c:pt>
                <c:pt idx="26022">
                  <c:v>0.93614814814814817</c:v>
                </c:pt>
                <c:pt idx="26023">
                  <c:v>0.93614814814814817</c:v>
                </c:pt>
                <c:pt idx="26024">
                  <c:v>0.93629629629629629</c:v>
                </c:pt>
                <c:pt idx="26025">
                  <c:v>0.93629629629629629</c:v>
                </c:pt>
                <c:pt idx="26026">
                  <c:v>0.93629629629629629</c:v>
                </c:pt>
                <c:pt idx="26027">
                  <c:v>0.93629629629629629</c:v>
                </c:pt>
                <c:pt idx="26028">
                  <c:v>0.93629629629629629</c:v>
                </c:pt>
                <c:pt idx="26029">
                  <c:v>0.93629629629629629</c:v>
                </c:pt>
                <c:pt idx="26030">
                  <c:v>0.93629629629629629</c:v>
                </c:pt>
                <c:pt idx="26031">
                  <c:v>0.93644444444444441</c:v>
                </c:pt>
                <c:pt idx="26032">
                  <c:v>0.93644444444444441</c:v>
                </c:pt>
                <c:pt idx="26033">
                  <c:v>0.93644444444444441</c:v>
                </c:pt>
                <c:pt idx="26034">
                  <c:v>0.93659259259259264</c:v>
                </c:pt>
                <c:pt idx="26035">
                  <c:v>0.93659259259259264</c:v>
                </c:pt>
                <c:pt idx="26036">
                  <c:v>0.93659259259259264</c:v>
                </c:pt>
                <c:pt idx="26037">
                  <c:v>0.93674074074074076</c:v>
                </c:pt>
                <c:pt idx="26038">
                  <c:v>0.93674074074074076</c:v>
                </c:pt>
                <c:pt idx="26039">
                  <c:v>0.93674074074074076</c:v>
                </c:pt>
                <c:pt idx="26040">
                  <c:v>0.93674074074074076</c:v>
                </c:pt>
                <c:pt idx="26041">
                  <c:v>0.93674074074074076</c:v>
                </c:pt>
                <c:pt idx="26042">
                  <c:v>0.93674074074074076</c:v>
                </c:pt>
                <c:pt idx="26043">
                  <c:v>0.93674074074074076</c:v>
                </c:pt>
                <c:pt idx="26044">
                  <c:v>0.93688888888888888</c:v>
                </c:pt>
                <c:pt idx="26045">
                  <c:v>0.937037037037037</c:v>
                </c:pt>
                <c:pt idx="26046">
                  <c:v>0.937037037037037</c:v>
                </c:pt>
                <c:pt idx="26047">
                  <c:v>0.937037037037037</c:v>
                </c:pt>
                <c:pt idx="26048">
                  <c:v>0.937037037037037</c:v>
                </c:pt>
                <c:pt idx="26049">
                  <c:v>0.937037037037037</c:v>
                </c:pt>
                <c:pt idx="26050">
                  <c:v>0.93718518518518523</c:v>
                </c:pt>
                <c:pt idx="26051">
                  <c:v>0.93718518518518523</c:v>
                </c:pt>
                <c:pt idx="26052">
                  <c:v>0.93718518518518523</c:v>
                </c:pt>
                <c:pt idx="26053">
                  <c:v>0.93718518518518523</c:v>
                </c:pt>
                <c:pt idx="26054">
                  <c:v>0.93733333333333335</c:v>
                </c:pt>
                <c:pt idx="26055">
                  <c:v>0.93733333333333335</c:v>
                </c:pt>
                <c:pt idx="26056">
                  <c:v>0.93733333333333335</c:v>
                </c:pt>
                <c:pt idx="26057">
                  <c:v>0.93733333333333335</c:v>
                </c:pt>
                <c:pt idx="26058">
                  <c:v>0.93733333333333335</c:v>
                </c:pt>
                <c:pt idx="26059">
                  <c:v>0.93748148148148147</c:v>
                </c:pt>
                <c:pt idx="26060">
                  <c:v>0.93762962962962959</c:v>
                </c:pt>
                <c:pt idx="26061">
                  <c:v>0.93762962962962959</c:v>
                </c:pt>
                <c:pt idx="26062">
                  <c:v>0.93762962962962959</c:v>
                </c:pt>
                <c:pt idx="26063">
                  <c:v>0.93777777777777782</c:v>
                </c:pt>
                <c:pt idx="26064">
                  <c:v>0.93792592592592594</c:v>
                </c:pt>
                <c:pt idx="26065">
                  <c:v>0.93792592592592594</c:v>
                </c:pt>
                <c:pt idx="26066">
                  <c:v>0.93807407407407406</c:v>
                </c:pt>
                <c:pt idx="26067">
                  <c:v>0.93807407407407406</c:v>
                </c:pt>
                <c:pt idx="26068">
                  <c:v>0.93807407407407406</c:v>
                </c:pt>
                <c:pt idx="26069">
                  <c:v>0.93822222222222218</c:v>
                </c:pt>
                <c:pt idx="26070">
                  <c:v>0.93822222222222218</c:v>
                </c:pt>
                <c:pt idx="26071">
                  <c:v>0.93822222222222218</c:v>
                </c:pt>
                <c:pt idx="26072">
                  <c:v>0.93837037037037041</c:v>
                </c:pt>
                <c:pt idx="26073">
                  <c:v>0.93837037037037041</c:v>
                </c:pt>
                <c:pt idx="26074">
                  <c:v>0.93851851851851853</c:v>
                </c:pt>
                <c:pt idx="26075">
                  <c:v>0.93851851851851853</c:v>
                </c:pt>
                <c:pt idx="26076">
                  <c:v>0.93851851851851853</c:v>
                </c:pt>
                <c:pt idx="26077">
                  <c:v>0.93851851851851853</c:v>
                </c:pt>
                <c:pt idx="26078">
                  <c:v>0.93851851851851853</c:v>
                </c:pt>
                <c:pt idx="26079">
                  <c:v>0.93851851851851853</c:v>
                </c:pt>
                <c:pt idx="26080">
                  <c:v>0.93866666666666665</c:v>
                </c:pt>
                <c:pt idx="26081">
                  <c:v>0.93866666666666665</c:v>
                </c:pt>
                <c:pt idx="26082">
                  <c:v>0.93866666666666665</c:v>
                </c:pt>
                <c:pt idx="26083">
                  <c:v>0.93881481481481477</c:v>
                </c:pt>
                <c:pt idx="26084">
                  <c:v>0.93881481481481477</c:v>
                </c:pt>
                <c:pt idx="26085">
                  <c:v>0.93881481481481477</c:v>
                </c:pt>
                <c:pt idx="26086">
                  <c:v>0.93881481481481477</c:v>
                </c:pt>
                <c:pt idx="26087">
                  <c:v>0.93881481481481477</c:v>
                </c:pt>
                <c:pt idx="26088">
                  <c:v>0.938962962962963</c:v>
                </c:pt>
                <c:pt idx="26089">
                  <c:v>0.93911111111111112</c:v>
                </c:pt>
                <c:pt idx="26090">
                  <c:v>0.93911111111111112</c:v>
                </c:pt>
                <c:pt idx="26091">
                  <c:v>0.93925925925925924</c:v>
                </c:pt>
                <c:pt idx="26092">
                  <c:v>0.93940740740740736</c:v>
                </c:pt>
                <c:pt idx="26093">
                  <c:v>0.93940740740740736</c:v>
                </c:pt>
                <c:pt idx="26094">
                  <c:v>0.93955555555555559</c:v>
                </c:pt>
                <c:pt idx="26095">
                  <c:v>0.93955555555555559</c:v>
                </c:pt>
                <c:pt idx="26096">
                  <c:v>0.93955555555555559</c:v>
                </c:pt>
                <c:pt idx="26097">
                  <c:v>0.93955555555555559</c:v>
                </c:pt>
                <c:pt idx="26098">
                  <c:v>0.93955555555555559</c:v>
                </c:pt>
                <c:pt idx="26099">
                  <c:v>0.93970370370370371</c:v>
                </c:pt>
                <c:pt idx="26100">
                  <c:v>0.93970370370370371</c:v>
                </c:pt>
                <c:pt idx="26101">
                  <c:v>0.93970370370370371</c:v>
                </c:pt>
                <c:pt idx="26102">
                  <c:v>0.93970370370370371</c:v>
                </c:pt>
                <c:pt idx="26103">
                  <c:v>0.93985185185185183</c:v>
                </c:pt>
                <c:pt idx="26104">
                  <c:v>0.94</c:v>
                </c:pt>
                <c:pt idx="26105">
                  <c:v>0.94014814814814818</c:v>
                </c:pt>
                <c:pt idx="26106">
                  <c:v>0.94014814814814818</c:v>
                </c:pt>
                <c:pt idx="26107">
                  <c:v>0.9402962962962963</c:v>
                </c:pt>
                <c:pt idx="26108">
                  <c:v>0.94044444444444442</c:v>
                </c:pt>
                <c:pt idx="26109">
                  <c:v>0.94059259259259265</c:v>
                </c:pt>
                <c:pt idx="26110">
                  <c:v>0.94074074074074077</c:v>
                </c:pt>
                <c:pt idx="26111">
                  <c:v>0.94088888888888889</c:v>
                </c:pt>
                <c:pt idx="26112">
                  <c:v>0.94088888888888889</c:v>
                </c:pt>
                <c:pt idx="26113">
                  <c:v>0.94088888888888889</c:v>
                </c:pt>
                <c:pt idx="26114">
                  <c:v>0.94088888888888889</c:v>
                </c:pt>
                <c:pt idx="26115">
                  <c:v>0.94103703703703701</c:v>
                </c:pt>
                <c:pt idx="26116">
                  <c:v>0.94103703703703701</c:v>
                </c:pt>
                <c:pt idx="26117">
                  <c:v>0.94103703703703701</c:v>
                </c:pt>
                <c:pt idx="26118">
                  <c:v>0.94103703703703701</c:v>
                </c:pt>
                <c:pt idx="26119">
                  <c:v>0.94103703703703701</c:v>
                </c:pt>
                <c:pt idx="26120">
                  <c:v>0.94103703703703701</c:v>
                </c:pt>
                <c:pt idx="26121">
                  <c:v>0.94118518518518524</c:v>
                </c:pt>
                <c:pt idx="26122">
                  <c:v>0.94133333333333336</c:v>
                </c:pt>
                <c:pt idx="26123">
                  <c:v>0.94133333333333336</c:v>
                </c:pt>
                <c:pt idx="26124">
                  <c:v>0.94133333333333336</c:v>
                </c:pt>
                <c:pt idx="26125">
                  <c:v>0.94133333333333336</c:v>
                </c:pt>
                <c:pt idx="26126">
                  <c:v>0.94148148148148147</c:v>
                </c:pt>
                <c:pt idx="26127">
                  <c:v>0.94162962962962959</c:v>
                </c:pt>
                <c:pt idx="26128">
                  <c:v>0.94162962962962959</c:v>
                </c:pt>
                <c:pt idx="26129">
                  <c:v>0.94162962962962959</c:v>
                </c:pt>
                <c:pt idx="26130">
                  <c:v>0.94162962962962959</c:v>
                </c:pt>
                <c:pt idx="26131">
                  <c:v>0.94162962962962959</c:v>
                </c:pt>
                <c:pt idx="26132">
                  <c:v>0.94162962962962959</c:v>
                </c:pt>
                <c:pt idx="26133">
                  <c:v>0.94177777777777782</c:v>
                </c:pt>
                <c:pt idx="26134">
                  <c:v>0.94177777777777782</c:v>
                </c:pt>
                <c:pt idx="26135">
                  <c:v>0.94177777777777782</c:v>
                </c:pt>
                <c:pt idx="26136">
                  <c:v>0.94177777777777782</c:v>
                </c:pt>
                <c:pt idx="26137">
                  <c:v>0.94192592592592594</c:v>
                </c:pt>
                <c:pt idx="26138">
                  <c:v>0.94192592592592594</c:v>
                </c:pt>
                <c:pt idx="26139">
                  <c:v>0.94192592592592594</c:v>
                </c:pt>
                <c:pt idx="26140">
                  <c:v>0.94207407407407406</c:v>
                </c:pt>
                <c:pt idx="26141">
                  <c:v>0.94222222222222218</c:v>
                </c:pt>
                <c:pt idx="26142">
                  <c:v>0.94237037037037041</c:v>
                </c:pt>
                <c:pt idx="26143">
                  <c:v>0.94251851851851853</c:v>
                </c:pt>
                <c:pt idx="26144">
                  <c:v>0.94251851851851853</c:v>
                </c:pt>
                <c:pt idx="26145">
                  <c:v>0.94266666666666665</c:v>
                </c:pt>
                <c:pt idx="26146">
                  <c:v>0.94281481481481477</c:v>
                </c:pt>
                <c:pt idx="26147">
                  <c:v>0.942962962962963</c:v>
                </c:pt>
                <c:pt idx="26148">
                  <c:v>0.94311111111111112</c:v>
                </c:pt>
                <c:pt idx="26149">
                  <c:v>0.94325925925925924</c:v>
                </c:pt>
                <c:pt idx="26150">
                  <c:v>0.94325925925925924</c:v>
                </c:pt>
                <c:pt idx="26151">
                  <c:v>0.94325925925925924</c:v>
                </c:pt>
                <c:pt idx="26152">
                  <c:v>0.94340740740740736</c:v>
                </c:pt>
                <c:pt idx="26153">
                  <c:v>0.94355555555555559</c:v>
                </c:pt>
                <c:pt idx="26154">
                  <c:v>0.94355555555555559</c:v>
                </c:pt>
                <c:pt idx="26155">
                  <c:v>0.94370370370370371</c:v>
                </c:pt>
                <c:pt idx="26156">
                  <c:v>0.94370370370370371</c:v>
                </c:pt>
                <c:pt idx="26157">
                  <c:v>0.94370370370370371</c:v>
                </c:pt>
                <c:pt idx="26158">
                  <c:v>0.94385185185185183</c:v>
                </c:pt>
                <c:pt idx="26159">
                  <c:v>0.94385185185185183</c:v>
                </c:pt>
                <c:pt idx="26160">
                  <c:v>0.94399999999999995</c:v>
                </c:pt>
                <c:pt idx="26161">
                  <c:v>0.94414814814814818</c:v>
                </c:pt>
                <c:pt idx="26162">
                  <c:v>0.94414814814814818</c:v>
                </c:pt>
                <c:pt idx="26163">
                  <c:v>0.94414814814814818</c:v>
                </c:pt>
                <c:pt idx="26164">
                  <c:v>0.94414814814814818</c:v>
                </c:pt>
                <c:pt idx="26165">
                  <c:v>0.94414814814814818</c:v>
                </c:pt>
                <c:pt idx="26166">
                  <c:v>0.9442962962962963</c:v>
                </c:pt>
                <c:pt idx="26167">
                  <c:v>0.94444444444444442</c:v>
                </c:pt>
                <c:pt idx="26168">
                  <c:v>0.94444444444444442</c:v>
                </c:pt>
                <c:pt idx="26169">
                  <c:v>0.94459259259259254</c:v>
                </c:pt>
                <c:pt idx="26170">
                  <c:v>0.94474074074074077</c:v>
                </c:pt>
                <c:pt idx="26171">
                  <c:v>0.94488888888888889</c:v>
                </c:pt>
                <c:pt idx="26172">
                  <c:v>0.94488888888888889</c:v>
                </c:pt>
                <c:pt idx="26173">
                  <c:v>0.94488888888888889</c:v>
                </c:pt>
                <c:pt idx="26174">
                  <c:v>0.94503703703703701</c:v>
                </c:pt>
                <c:pt idx="26175">
                  <c:v>0.94503703703703701</c:v>
                </c:pt>
                <c:pt idx="26176">
                  <c:v>0.94503703703703701</c:v>
                </c:pt>
                <c:pt idx="26177">
                  <c:v>0.94518518518518524</c:v>
                </c:pt>
                <c:pt idx="26178">
                  <c:v>0.94518518518518524</c:v>
                </c:pt>
                <c:pt idx="26179">
                  <c:v>0.94533333333333336</c:v>
                </c:pt>
                <c:pt idx="26180">
                  <c:v>0.94548148148148148</c:v>
                </c:pt>
                <c:pt idx="26181">
                  <c:v>0.94548148148148148</c:v>
                </c:pt>
                <c:pt idx="26182">
                  <c:v>0.94548148148148148</c:v>
                </c:pt>
                <c:pt idx="26183">
                  <c:v>0.94548148148148148</c:v>
                </c:pt>
                <c:pt idx="26184">
                  <c:v>0.94548148148148148</c:v>
                </c:pt>
                <c:pt idx="26185">
                  <c:v>0.9456296296296296</c:v>
                </c:pt>
                <c:pt idx="26186">
                  <c:v>0.94577777777777783</c:v>
                </c:pt>
                <c:pt idx="26187">
                  <c:v>0.94592592592592595</c:v>
                </c:pt>
                <c:pt idx="26188">
                  <c:v>0.94607407407407407</c:v>
                </c:pt>
                <c:pt idx="26189">
                  <c:v>0.94607407407407407</c:v>
                </c:pt>
                <c:pt idx="26190">
                  <c:v>0.94607407407407407</c:v>
                </c:pt>
                <c:pt idx="26191">
                  <c:v>0.94607407407407407</c:v>
                </c:pt>
                <c:pt idx="26192">
                  <c:v>0.94622222222222219</c:v>
                </c:pt>
                <c:pt idx="26193">
                  <c:v>0.94637037037037042</c:v>
                </c:pt>
                <c:pt idx="26194">
                  <c:v>0.94637037037037042</c:v>
                </c:pt>
                <c:pt idx="26195">
                  <c:v>0.94637037037037042</c:v>
                </c:pt>
                <c:pt idx="26196">
                  <c:v>0.94651851851851854</c:v>
                </c:pt>
                <c:pt idx="26197">
                  <c:v>0.94651851851851854</c:v>
                </c:pt>
                <c:pt idx="26198">
                  <c:v>0.94666666666666666</c:v>
                </c:pt>
                <c:pt idx="26199">
                  <c:v>0.94681481481481478</c:v>
                </c:pt>
                <c:pt idx="26200">
                  <c:v>0.94696296296296301</c:v>
                </c:pt>
                <c:pt idx="26201">
                  <c:v>0.94696296296296301</c:v>
                </c:pt>
                <c:pt idx="26202">
                  <c:v>0.94711111111111113</c:v>
                </c:pt>
                <c:pt idx="26203">
                  <c:v>0.94725925925925925</c:v>
                </c:pt>
                <c:pt idx="26204">
                  <c:v>0.94725925925925925</c:v>
                </c:pt>
                <c:pt idx="26205">
                  <c:v>0.94725925925925925</c:v>
                </c:pt>
                <c:pt idx="26206">
                  <c:v>0.94725925925925925</c:v>
                </c:pt>
                <c:pt idx="26207">
                  <c:v>0.94740740740740736</c:v>
                </c:pt>
                <c:pt idx="26208">
                  <c:v>0.9475555555555556</c:v>
                </c:pt>
                <c:pt idx="26209">
                  <c:v>0.9475555555555556</c:v>
                </c:pt>
                <c:pt idx="26210">
                  <c:v>0.9475555555555556</c:v>
                </c:pt>
                <c:pt idx="26211">
                  <c:v>0.94770370370370371</c:v>
                </c:pt>
                <c:pt idx="26212">
                  <c:v>0.94785185185185183</c:v>
                </c:pt>
                <c:pt idx="26213">
                  <c:v>0.94785185185185183</c:v>
                </c:pt>
                <c:pt idx="26214">
                  <c:v>0.94799999999999995</c:v>
                </c:pt>
                <c:pt idx="26215">
                  <c:v>0.94814814814814818</c:v>
                </c:pt>
                <c:pt idx="26216">
                  <c:v>0.9482962962962963</c:v>
                </c:pt>
                <c:pt idx="26217">
                  <c:v>0.94844444444444442</c:v>
                </c:pt>
                <c:pt idx="26218">
                  <c:v>0.94859259259259254</c:v>
                </c:pt>
                <c:pt idx="26219">
                  <c:v>0.94859259259259254</c:v>
                </c:pt>
                <c:pt idx="26220">
                  <c:v>0.94874074074074077</c:v>
                </c:pt>
                <c:pt idx="26221">
                  <c:v>0.94888888888888889</c:v>
                </c:pt>
                <c:pt idx="26222">
                  <c:v>0.94888888888888889</c:v>
                </c:pt>
                <c:pt idx="26223">
                  <c:v>0.94903703703703701</c:v>
                </c:pt>
                <c:pt idx="26224">
                  <c:v>0.94918518518518513</c:v>
                </c:pt>
                <c:pt idx="26225">
                  <c:v>0.94933333333333336</c:v>
                </c:pt>
                <c:pt idx="26226">
                  <c:v>0.94948148148148148</c:v>
                </c:pt>
                <c:pt idx="26227">
                  <c:v>0.94948148148148148</c:v>
                </c:pt>
                <c:pt idx="26228">
                  <c:v>0.94948148148148148</c:v>
                </c:pt>
                <c:pt idx="26229">
                  <c:v>0.94948148148148148</c:v>
                </c:pt>
                <c:pt idx="26230">
                  <c:v>0.94948148148148148</c:v>
                </c:pt>
                <c:pt idx="26231">
                  <c:v>0.94948148148148148</c:v>
                </c:pt>
                <c:pt idx="26232">
                  <c:v>0.9496296296296296</c:v>
                </c:pt>
                <c:pt idx="26233">
                  <c:v>0.9496296296296296</c:v>
                </c:pt>
                <c:pt idx="26234">
                  <c:v>0.9496296296296296</c:v>
                </c:pt>
                <c:pt idx="26235">
                  <c:v>0.94977777777777783</c:v>
                </c:pt>
                <c:pt idx="26236">
                  <c:v>0.94992592592592595</c:v>
                </c:pt>
                <c:pt idx="26237">
                  <c:v>0.95007407407407407</c:v>
                </c:pt>
                <c:pt idx="26238">
                  <c:v>0.95022222222222219</c:v>
                </c:pt>
                <c:pt idx="26239">
                  <c:v>0.95022222222222219</c:v>
                </c:pt>
                <c:pt idx="26240">
                  <c:v>0.95037037037037042</c:v>
                </c:pt>
                <c:pt idx="26241">
                  <c:v>0.95051851851851854</c:v>
                </c:pt>
                <c:pt idx="26242">
                  <c:v>0.95051851851851854</c:v>
                </c:pt>
                <c:pt idx="26243">
                  <c:v>0.95051851851851854</c:v>
                </c:pt>
                <c:pt idx="26244">
                  <c:v>0.95051851851851854</c:v>
                </c:pt>
                <c:pt idx="26245">
                  <c:v>0.95051851851851854</c:v>
                </c:pt>
                <c:pt idx="26246">
                  <c:v>0.95066666666666666</c:v>
                </c:pt>
                <c:pt idx="26247">
                  <c:v>0.95066666666666666</c:v>
                </c:pt>
                <c:pt idx="26248">
                  <c:v>0.95066666666666666</c:v>
                </c:pt>
                <c:pt idx="26249">
                  <c:v>0.95066666666666666</c:v>
                </c:pt>
                <c:pt idx="26250">
                  <c:v>0.95066666666666666</c:v>
                </c:pt>
                <c:pt idx="26251">
                  <c:v>0.95081481481481478</c:v>
                </c:pt>
                <c:pt idx="26252">
                  <c:v>0.95096296296296301</c:v>
                </c:pt>
                <c:pt idx="26253">
                  <c:v>0.95096296296296301</c:v>
                </c:pt>
                <c:pt idx="26254">
                  <c:v>0.95111111111111113</c:v>
                </c:pt>
                <c:pt idx="26255">
                  <c:v>0.95125925925925925</c:v>
                </c:pt>
                <c:pt idx="26256">
                  <c:v>0.95125925925925925</c:v>
                </c:pt>
                <c:pt idx="26257">
                  <c:v>0.95125925925925925</c:v>
                </c:pt>
                <c:pt idx="26258">
                  <c:v>0.95125925925925925</c:v>
                </c:pt>
                <c:pt idx="26259">
                  <c:v>0.95140740740740737</c:v>
                </c:pt>
                <c:pt idx="26260">
                  <c:v>0.9515555555555556</c:v>
                </c:pt>
                <c:pt idx="26261">
                  <c:v>0.9515555555555556</c:v>
                </c:pt>
                <c:pt idx="26262">
                  <c:v>0.9515555555555556</c:v>
                </c:pt>
                <c:pt idx="26263">
                  <c:v>0.95170370370370372</c:v>
                </c:pt>
                <c:pt idx="26264">
                  <c:v>0.95170370370370372</c:v>
                </c:pt>
                <c:pt idx="26265">
                  <c:v>0.95170370370370372</c:v>
                </c:pt>
                <c:pt idx="26266">
                  <c:v>0.95170370370370372</c:v>
                </c:pt>
                <c:pt idx="26267">
                  <c:v>0.95170370370370372</c:v>
                </c:pt>
                <c:pt idx="26268">
                  <c:v>0.95170370370370372</c:v>
                </c:pt>
                <c:pt idx="26269">
                  <c:v>0.95185185185185184</c:v>
                </c:pt>
                <c:pt idx="26270">
                  <c:v>0.95199999999999996</c:v>
                </c:pt>
                <c:pt idx="26271">
                  <c:v>0.95214814814814819</c:v>
                </c:pt>
                <c:pt idx="26272">
                  <c:v>0.95214814814814819</c:v>
                </c:pt>
                <c:pt idx="26273">
                  <c:v>0.95214814814814819</c:v>
                </c:pt>
                <c:pt idx="26274">
                  <c:v>0.95214814814814819</c:v>
                </c:pt>
                <c:pt idx="26275">
                  <c:v>0.95229629629629631</c:v>
                </c:pt>
                <c:pt idx="26276">
                  <c:v>0.95229629629629631</c:v>
                </c:pt>
                <c:pt idx="26277">
                  <c:v>0.95244444444444443</c:v>
                </c:pt>
                <c:pt idx="26278">
                  <c:v>0.95259259259259255</c:v>
                </c:pt>
                <c:pt idx="26279">
                  <c:v>0.95274074074074078</c:v>
                </c:pt>
                <c:pt idx="26280">
                  <c:v>0.9528888888888889</c:v>
                </c:pt>
                <c:pt idx="26281">
                  <c:v>0.9528888888888889</c:v>
                </c:pt>
                <c:pt idx="26282">
                  <c:v>0.9528888888888889</c:v>
                </c:pt>
                <c:pt idx="26283">
                  <c:v>0.95303703703703702</c:v>
                </c:pt>
                <c:pt idx="26284">
                  <c:v>0.95318518518518514</c:v>
                </c:pt>
                <c:pt idx="26285">
                  <c:v>0.95318518518518514</c:v>
                </c:pt>
                <c:pt idx="26286">
                  <c:v>0.95333333333333337</c:v>
                </c:pt>
                <c:pt idx="26287">
                  <c:v>0.95348148148148149</c:v>
                </c:pt>
                <c:pt idx="26288">
                  <c:v>0.95348148148148149</c:v>
                </c:pt>
                <c:pt idx="26289">
                  <c:v>0.9536296296296296</c:v>
                </c:pt>
                <c:pt idx="26290">
                  <c:v>0.95377777777777772</c:v>
                </c:pt>
                <c:pt idx="26291">
                  <c:v>0.95377777777777772</c:v>
                </c:pt>
                <c:pt idx="26292">
                  <c:v>0.95392592592592595</c:v>
                </c:pt>
                <c:pt idx="26293">
                  <c:v>0.95392592592592595</c:v>
                </c:pt>
                <c:pt idx="26294">
                  <c:v>0.95392592592592595</c:v>
                </c:pt>
                <c:pt idx="26295">
                  <c:v>0.95407407407407407</c:v>
                </c:pt>
                <c:pt idx="26296">
                  <c:v>0.95407407407407407</c:v>
                </c:pt>
                <c:pt idx="26297">
                  <c:v>0.95407407407407407</c:v>
                </c:pt>
                <c:pt idx="26298">
                  <c:v>0.95407407407407407</c:v>
                </c:pt>
                <c:pt idx="26299">
                  <c:v>0.95407407407407407</c:v>
                </c:pt>
                <c:pt idx="26300">
                  <c:v>0.95422222222222219</c:v>
                </c:pt>
                <c:pt idx="26301">
                  <c:v>0.95422222222222219</c:v>
                </c:pt>
                <c:pt idx="26302">
                  <c:v>0.95422222222222219</c:v>
                </c:pt>
                <c:pt idx="26303">
                  <c:v>0.95437037037037042</c:v>
                </c:pt>
                <c:pt idx="26304">
                  <c:v>0.95437037037037042</c:v>
                </c:pt>
                <c:pt idx="26305">
                  <c:v>0.95437037037037042</c:v>
                </c:pt>
                <c:pt idx="26306">
                  <c:v>0.95437037037037042</c:v>
                </c:pt>
                <c:pt idx="26307">
                  <c:v>0.95437037037037042</c:v>
                </c:pt>
                <c:pt idx="26308">
                  <c:v>0.95451851851851854</c:v>
                </c:pt>
                <c:pt idx="26309">
                  <c:v>0.95466666666666666</c:v>
                </c:pt>
                <c:pt idx="26310">
                  <c:v>0.95466666666666666</c:v>
                </c:pt>
                <c:pt idx="26311">
                  <c:v>0.95481481481481478</c:v>
                </c:pt>
                <c:pt idx="26312">
                  <c:v>0.95481481481481478</c:v>
                </c:pt>
                <c:pt idx="26313">
                  <c:v>0.95496296296296301</c:v>
                </c:pt>
                <c:pt idx="26314">
                  <c:v>0.95496296296296301</c:v>
                </c:pt>
                <c:pt idx="26315">
                  <c:v>0.95496296296296301</c:v>
                </c:pt>
                <c:pt idx="26316">
                  <c:v>0.95511111111111113</c:v>
                </c:pt>
                <c:pt idx="26317">
                  <c:v>0.95525925925925925</c:v>
                </c:pt>
                <c:pt idx="26318">
                  <c:v>0.95525925925925925</c:v>
                </c:pt>
                <c:pt idx="26319">
                  <c:v>0.95540740740740737</c:v>
                </c:pt>
                <c:pt idx="26320">
                  <c:v>0.9555555555555556</c:v>
                </c:pt>
                <c:pt idx="26321">
                  <c:v>0.95570370370370372</c:v>
                </c:pt>
                <c:pt idx="26322">
                  <c:v>0.95570370370370372</c:v>
                </c:pt>
                <c:pt idx="26323">
                  <c:v>0.95585185185185184</c:v>
                </c:pt>
                <c:pt idx="26324">
                  <c:v>0.95599999999999996</c:v>
                </c:pt>
                <c:pt idx="26325">
                  <c:v>0.95599999999999996</c:v>
                </c:pt>
                <c:pt idx="26326">
                  <c:v>0.95614814814814819</c:v>
                </c:pt>
                <c:pt idx="26327">
                  <c:v>0.95629629629629631</c:v>
                </c:pt>
                <c:pt idx="26328">
                  <c:v>0.95644444444444443</c:v>
                </c:pt>
                <c:pt idx="26329">
                  <c:v>0.95644444444444443</c:v>
                </c:pt>
                <c:pt idx="26330">
                  <c:v>0.95659259259259255</c:v>
                </c:pt>
                <c:pt idx="26331">
                  <c:v>0.95659259259259255</c:v>
                </c:pt>
                <c:pt idx="26332">
                  <c:v>0.95659259259259255</c:v>
                </c:pt>
                <c:pt idx="26333">
                  <c:v>0.95674074074074078</c:v>
                </c:pt>
                <c:pt idx="26334">
                  <c:v>0.9568888888888889</c:v>
                </c:pt>
                <c:pt idx="26335">
                  <c:v>0.95703703703703702</c:v>
                </c:pt>
                <c:pt idx="26336">
                  <c:v>0.95703703703703702</c:v>
                </c:pt>
                <c:pt idx="26337">
                  <c:v>0.95718518518518514</c:v>
                </c:pt>
                <c:pt idx="26338">
                  <c:v>0.95733333333333337</c:v>
                </c:pt>
                <c:pt idx="26339">
                  <c:v>0.95733333333333337</c:v>
                </c:pt>
                <c:pt idx="26340">
                  <c:v>0.95748148148148149</c:v>
                </c:pt>
                <c:pt idx="26341">
                  <c:v>0.95748148148148149</c:v>
                </c:pt>
                <c:pt idx="26342">
                  <c:v>0.95762962962962961</c:v>
                </c:pt>
                <c:pt idx="26343">
                  <c:v>0.95762962962962961</c:v>
                </c:pt>
                <c:pt idx="26344">
                  <c:v>0.95762962962962961</c:v>
                </c:pt>
                <c:pt idx="26345">
                  <c:v>0.95777777777777773</c:v>
                </c:pt>
                <c:pt idx="26346">
                  <c:v>0.95792592592592596</c:v>
                </c:pt>
                <c:pt idx="26347">
                  <c:v>0.95792592592592596</c:v>
                </c:pt>
                <c:pt idx="26348">
                  <c:v>0.95792592592592596</c:v>
                </c:pt>
                <c:pt idx="26349">
                  <c:v>0.95807407407407408</c:v>
                </c:pt>
                <c:pt idx="26350">
                  <c:v>0.9582222222222222</c:v>
                </c:pt>
                <c:pt idx="26351">
                  <c:v>0.9582222222222222</c:v>
                </c:pt>
                <c:pt idx="26352">
                  <c:v>0.95837037037037032</c:v>
                </c:pt>
                <c:pt idx="26353">
                  <c:v>0.95837037037037032</c:v>
                </c:pt>
                <c:pt idx="26354">
                  <c:v>0.95851851851851855</c:v>
                </c:pt>
                <c:pt idx="26355">
                  <c:v>0.95866666666666667</c:v>
                </c:pt>
                <c:pt idx="26356">
                  <c:v>0.95866666666666667</c:v>
                </c:pt>
                <c:pt idx="26357">
                  <c:v>0.95881481481481479</c:v>
                </c:pt>
                <c:pt idx="26358">
                  <c:v>0.95896296296296302</c:v>
                </c:pt>
                <c:pt idx="26359">
                  <c:v>0.95896296296296302</c:v>
                </c:pt>
                <c:pt idx="26360">
                  <c:v>0.95896296296296302</c:v>
                </c:pt>
                <c:pt idx="26361">
                  <c:v>0.95896296296296302</c:v>
                </c:pt>
                <c:pt idx="26362">
                  <c:v>0.95896296296296302</c:v>
                </c:pt>
                <c:pt idx="26363">
                  <c:v>0.95896296296296302</c:v>
                </c:pt>
                <c:pt idx="26364">
                  <c:v>0.95911111111111114</c:v>
                </c:pt>
                <c:pt idx="26365">
                  <c:v>0.95925925925925926</c:v>
                </c:pt>
                <c:pt idx="26366">
                  <c:v>0.95940740740740738</c:v>
                </c:pt>
                <c:pt idx="26367">
                  <c:v>0.95940740740740738</c:v>
                </c:pt>
                <c:pt idx="26368">
                  <c:v>0.95940740740740738</c:v>
                </c:pt>
                <c:pt idx="26369">
                  <c:v>0.95940740740740738</c:v>
                </c:pt>
                <c:pt idx="26370">
                  <c:v>0.95940740740740738</c:v>
                </c:pt>
                <c:pt idx="26371">
                  <c:v>0.95940740740740738</c:v>
                </c:pt>
                <c:pt idx="26372">
                  <c:v>0.95940740740740738</c:v>
                </c:pt>
                <c:pt idx="26373">
                  <c:v>0.95955555555555561</c:v>
                </c:pt>
                <c:pt idx="26374">
                  <c:v>0.95970370370370373</c:v>
                </c:pt>
                <c:pt idx="26375">
                  <c:v>0.95970370370370373</c:v>
                </c:pt>
                <c:pt idx="26376">
                  <c:v>0.95970370370370373</c:v>
                </c:pt>
                <c:pt idx="26377">
                  <c:v>0.95970370370370373</c:v>
                </c:pt>
                <c:pt idx="26378">
                  <c:v>0.95970370370370373</c:v>
                </c:pt>
                <c:pt idx="26379">
                  <c:v>0.95985185185185184</c:v>
                </c:pt>
                <c:pt idx="26380">
                  <c:v>0.96</c:v>
                </c:pt>
                <c:pt idx="26381">
                  <c:v>0.96</c:v>
                </c:pt>
                <c:pt idx="26382">
                  <c:v>0.96014814814814819</c:v>
                </c:pt>
                <c:pt idx="26383">
                  <c:v>0.96014814814814819</c:v>
                </c:pt>
                <c:pt idx="26384">
                  <c:v>0.96029629629629631</c:v>
                </c:pt>
                <c:pt idx="26385">
                  <c:v>0.96029629629629631</c:v>
                </c:pt>
                <c:pt idx="26386">
                  <c:v>0.96029629629629631</c:v>
                </c:pt>
                <c:pt idx="26387">
                  <c:v>0.96029629629629631</c:v>
                </c:pt>
                <c:pt idx="26388">
                  <c:v>0.96044444444444443</c:v>
                </c:pt>
                <c:pt idx="26389">
                  <c:v>0.96044444444444443</c:v>
                </c:pt>
                <c:pt idx="26390">
                  <c:v>0.96059259259259255</c:v>
                </c:pt>
                <c:pt idx="26391">
                  <c:v>0.96059259259259255</c:v>
                </c:pt>
                <c:pt idx="26392">
                  <c:v>0.96074074074074078</c:v>
                </c:pt>
                <c:pt idx="26393">
                  <c:v>0.96074074074074078</c:v>
                </c:pt>
                <c:pt idx="26394">
                  <c:v>0.9608888888888889</c:v>
                </c:pt>
                <c:pt idx="26395">
                  <c:v>0.96103703703703702</c:v>
                </c:pt>
                <c:pt idx="26396">
                  <c:v>0.96103703703703702</c:v>
                </c:pt>
                <c:pt idx="26397">
                  <c:v>0.96118518518518514</c:v>
                </c:pt>
                <c:pt idx="26398">
                  <c:v>0.96133333333333337</c:v>
                </c:pt>
                <c:pt idx="26399">
                  <c:v>0.96148148148148149</c:v>
                </c:pt>
                <c:pt idx="26400">
                  <c:v>0.96148148148148149</c:v>
                </c:pt>
                <c:pt idx="26401">
                  <c:v>0.96148148148148149</c:v>
                </c:pt>
                <c:pt idx="26402">
                  <c:v>0.96148148148148149</c:v>
                </c:pt>
                <c:pt idx="26403">
                  <c:v>0.96148148148148149</c:v>
                </c:pt>
                <c:pt idx="26404">
                  <c:v>0.96148148148148149</c:v>
                </c:pt>
                <c:pt idx="26405">
                  <c:v>0.96148148148148149</c:v>
                </c:pt>
                <c:pt idx="26406">
                  <c:v>0.96162962962962961</c:v>
                </c:pt>
                <c:pt idx="26407">
                  <c:v>0.96162962962962961</c:v>
                </c:pt>
                <c:pt idx="26408">
                  <c:v>0.96177777777777773</c:v>
                </c:pt>
                <c:pt idx="26409">
                  <c:v>0.96177777777777773</c:v>
                </c:pt>
                <c:pt idx="26410">
                  <c:v>0.96177777777777773</c:v>
                </c:pt>
                <c:pt idx="26411">
                  <c:v>0.96192592592592596</c:v>
                </c:pt>
                <c:pt idx="26412">
                  <c:v>0.96192592592592596</c:v>
                </c:pt>
                <c:pt idx="26413">
                  <c:v>0.96207407407407408</c:v>
                </c:pt>
                <c:pt idx="26414">
                  <c:v>0.9622222222222222</c:v>
                </c:pt>
                <c:pt idx="26415">
                  <c:v>0.9622222222222222</c:v>
                </c:pt>
                <c:pt idx="26416">
                  <c:v>0.9622222222222222</c:v>
                </c:pt>
                <c:pt idx="26417">
                  <c:v>0.9622222222222222</c:v>
                </c:pt>
                <c:pt idx="26418">
                  <c:v>0.9622222222222222</c:v>
                </c:pt>
                <c:pt idx="26419">
                  <c:v>0.9622222222222222</c:v>
                </c:pt>
                <c:pt idx="26420">
                  <c:v>0.9622222222222222</c:v>
                </c:pt>
                <c:pt idx="26421">
                  <c:v>0.9622222222222222</c:v>
                </c:pt>
                <c:pt idx="26422">
                  <c:v>0.9622222222222222</c:v>
                </c:pt>
                <c:pt idx="26423">
                  <c:v>0.96237037037037032</c:v>
                </c:pt>
                <c:pt idx="26424">
                  <c:v>0.96237037037037032</c:v>
                </c:pt>
                <c:pt idx="26425">
                  <c:v>0.96251851851851855</c:v>
                </c:pt>
                <c:pt idx="26426">
                  <c:v>0.96266666666666667</c:v>
                </c:pt>
                <c:pt idx="26427">
                  <c:v>0.96266666666666667</c:v>
                </c:pt>
                <c:pt idx="26428">
                  <c:v>0.96266666666666667</c:v>
                </c:pt>
                <c:pt idx="26429">
                  <c:v>0.96281481481481479</c:v>
                </c:pt>
                <c:pt idx="26430">
                  <c:v>0.96281481481481479</c:v>
                </c:pt>
                <c:pt idx="26431">
                  <c:v>0.96281481481481479</c:v>
                </c:pt>
                <c:pt idx="26432">
                  <c:v>0.96296296296296291</c:v>
                </c:pt>
                <c:pt idx="26433">
                  <c:v>0.96311111111111114</c:v>
                </c:pt>
                <c:pt idx="26434">
                  <c:v>0.96311111111111114</c:v>
                </c:pt>
                <c:pt idx="26435">
                  <c:v>0.96311111111111114</c:v>
                </c:pt>
                <c:pt idx="26436">
                  <c:v>0.96325925925925926</c:v>
                </c:pt>
                <c:pt idx="26437">
                  <c:v>0.96325925925925926</c:v>
                </c:pt>
                <c:pt idx="26438">
                  <c:v>0.96340740740740738</c:v>
                </c:pt>
                <c:pt idx="26439">
                  <c:v>0.96340740740740738</c:v>
                </c:pt>
                <c:pt idx="26440">
                  <c:v>0.96355555555555561</c:v>
                </c:pt>
                <c:pt idx="26441">
                  <c:v>0.96370370370370373</c:v>
                </c:pt>
                <c:pt idx="26442">
                  <c:v>0.96385185185185185</c:v>
                </c:pt>
                <c:pt idx="26443">
                  <c:v>0.96399999999999997</c:v>
                </c:pt>
                <c:pt idx="26444">
                  <c:v>0.9641481481481482</c:v>
                </c:pt>
                <c:pt idx="26445">
                  <c:v>0.9641481481481482</c:v>
                </c:pt>
                <c:pt idx="26446">
                  <c:v>0.9641481481481482</c:v>
                </c:pt>
                <c:pt idx="26447">
                  <c:v>0.9641481481481482</c:v>
                </c:pt>
                <c:pt idx="26448">
                  <c:v>0.9641481481481482</c:v>
                </c:pt>
                <c:pt idx="26449">
                  <c:v>0.9641481481481482</c:v>
                </c:pt>
                <c:pt idx="26450">
                  <c:v>0.9641481481481482</c:v>
                </c:pt>
                <c:pt idx="26451">
                  <c:v>0.96429629629629632</c:v>
                </c:pt>
                <c:pt idx="26452">
                  <c:v>0.96444444444444444</c:v>
                </c:pt>
                <c:pt idx="26453">
                  <c:v>0.96459259259259256</c:v>
                </c:pt>
                <c:pt idx="26454">
                  <c:v>0.96459259259259256</c:v>
                </c:pt>
                <c:pt idx="26455">
                  <c:v>0.96459259259259256</c:v>
                </c:pt>
                <c:pt idx="26456">
                  <c:v>0.96459259259259256</c:v>
                </c:pt>
                <c:pt idx="26457">
                  <c:v>0.96459259259259256</c:v>
                </c:pt>
                <c:pt idx="26458">
                  <c:v>0.96474074074074079</c:v>
                </c:pt>
                <c:pt idx="26459">
                  <c:v>0.96488888888888891</c:v>
                </c:pt>
                <c:pt idx="26460">
                  <c:v>0.96503703703703703</c:v>
                </c:pt>
                <c:pt idx="26461">
                  <c:v>0.96503703703703703</c:v>
                </c:pt>
                <c:pt idx="26462">
                  <c:v>0.96518518518518515</c:v>
                </c:pt>
                <c:pt idx="26463">
                  <c:v>0.96533333333333338</c:v>
                </c:pt>
                <c:pt idx="26464">
                  <c:v>0.9654814814814815</c:v>
                </c:pt>
                <c:pt idx="26465">
                  <c:v>0.9654814814814815</c:v>
                </c:pt>
                <c:pt idx="26466">
                  <c:v>0.9654814814814815</c:v>
                </c:pt>
                <c:pt idx="26467">
                  <c:v>0.96562962962962962</c:v>
                </c:pt>
                <c:pt idx="26468">
                  <c:v>0.96562962962962962</c:v>
                </c:pt>
                <c:pt idx="26469">
                  <c:v>0.96562962962962962</c:v>
                </c:pt>
                <c:pt idx="26470">
                  <c:v>0.96577777777777774</c:v>
                </c:pt>
                <c:pt idx="26471">
                  <c:v>0.96592592592592597</c:v>
                </c:pt>
                <c:pt idx="26472">
                  <c:v>0.96592592592592597</c:v>
                </c:pt>
                <c:pt idx="26473">
                  <c:v>0.96592592592592597</c:v>
                </c:pt>
                <c:pt idx="26474">
                  <c:v>0.96607407407407409</c:v>
                </c:pt>
                <c:pt idx="26475">
                  <c:v>0.9662222222222222</c:v>
                </c:pt>
                <c:pt idx="26476">
                  <c:v>0.96637037037037032</c:v>
                </c:pt>
                <c:pt idx="26477">
                  <c:v>0.96637037037037032</c:v>
                </c:pt>
                <c:pt idx="26478">
                  <c:v>0.96637037037037032</c:v>
                </c:pt>
                <c:pt idx="26479">
                  <c:v>0.96637037037037032</c:v>
                </c:pt>
                <c:pt idx="26480">
                  <c:v>0.96651851851851855</c:v>
                </c:pt>
                <c:pt idx="26481">
                  <c:v>0.96651851851851855</c:v>
                </c:pt>
                <c:pt idx="26482">
                  <c:v>0.96666666666666667</c:v>
                </c:pt>
                <c:pt idx="26483">
                  <c:v>0.96666666666666667</c:v>
                </c:pt>
                <c:pt idx="26484">
                  <c:v>0.96666666666666667</c:v>
                </c:pt>
                <c:pt idx="26485">
                  <c:v>0.96681481481481479</c:v>
                </c:pt>
                <c:pt idx="26486">
                  <c:v>0.96681481481481479</c:v>
                </c:pt>
                <c:pt idx="26487">
                  <c:v>0.96681481481481479</c:v>
                </c:pt>
                <c:pt idx="26488">
                  <c:v>0.96681481481481479</c:v>
                </c:pt>
                <c:pt idx="26489">
                  <c:v>0.96681481481481479</c:v>
                </c:pt>
                <c:pt idx="26490">
                  <c:v>0.96696296296296291</c:v>
                </c:pt>
                <c:pt idx="26491">
                  <c:v>0.96711111111111114</c:v>
                </c:pt>
                <c:pt idx="26492">
                  <c:v>0.96711111111111114</c:v>
                </c:pt>
                <c:pt idx="26493">
                  <c:v>0.96711111111111114</c:v>
                </c:pt>
                <c:pt idx="26494">
                  <c:v>0.96725925925925926</c:v>
                </c:pt>
                <c:pt idx="26495">
                  <c:v>0.96740740740740738</c:v>
                </c:pt>
                <c:pt idx="26496">
                  <c:v>0.96740740740740738</c:v>
                </c:pt>
                <c:pt idx="26497">
                  <c:v>0.96740740740740738</c:v>
                </c:pt>
                <c:pt idx="26498">
                  <c:v>0.9675555555555555</c:v>
                </c:pt>
                <c:pt idx="26499">
                  <c:v>0.9675555555555555</c:v>
                </c:pt>
                <c:pt idx="26500">
                  <c:v>0.9675555555555555</c:v>
                </c:pt>
                <c:pt idx="26501">
                  <c:v>0.96770370370370373</c:v>
                </c:pt>
                <c:pt idx="26502">
                  <c:v>0.96770370370370373</c:v>
                </c:pt>
                <c:pt idx="26503">
                  <c:v>0.96770370370370373</c:v>
                </c:pt>
                <c:pt idx="26504">
                  <c:v>0.96785185185185185</c:v>
                </c:pt>
                <c:pt idx="26505">
                  <c:v>0.96785185185185185</c:v>
                </c:pt>
                <c:pt idx="26506">
                  <c:v>0.96785185185185185</c:v>
                </c:pt>
                <c:pt idx="26507">
                  <c:v>0.96785185185185185</c:v>
                </c:pt>
                <c:pt idx="26508">
                  <c:v>0.96785185185185185</c:v>
                </c:pt>
                <c:pt idx="26509">
                  <c:v>0.96799999999999997</c:v>
                </c:pt>
                <c:pt idx="26510">
                  <c:v>0.96799999999999997</c:v>
                </c:pt>
                <c:pt idx="26511">
                  <c:v>0.96799999999999997</c:v>
                </c:pt>
                <c:pt idx="26512">
                  <c:v>0.96799999999999997</c:v>
                </c:pt>
                <c:pt idx="26513">
                  <c:v>0.96799999999999997</c:v>
                </c:pt>
                <c:pt idx="26514">
                  <c:v>0.9681481481481482</c:v>
                </c:pt>
                <c:pt idx="26515">
                  <c:v>0.9681481481481482</c:v>
                </c:pt>
                <c:pt idx="26516">
                  <c:v>0.96829629629629632</c:v>
                </c:pt>
                <c:pt idx="26517">
                  <c:v>0.96844444444444444</c:v>
                </c:pt>
                <c:pt idx="26518">
                  <c:v>0.96844444444444444</c:v>
                </c:pt>
                <c:pt idx="26519">
                  <c:v>0.96844444444444444</c:v>
                </c:pt>
                <c:pt idx="26520">
                  <c:v>0.96844444444444444</c:v>
                </c:pt>
                <c:pt idx="26521">
                  <c:v>0.96844444444444444</c:v>
                </c:pt>
                <c:pt idx="26522">
                  <c:v>0.96859259259259256</c:v>
                </c:pt>
                <c:pt idx="26523">
                  <c:v>0.96874074074074079</c:v>
                </c:pt>
                <c:pt idx="26524">
                  <c:v>0.96888888888888891</c:v>
                </c:pt>
                <c:pt idx="26525">
                  <c:v>0.96903703703703703</c:v>
                </c:pt>
                <c:pt idx="26526">
                  <c:v>0.96903703703703703</c:v>
                </c:pt>
                <c:pt idx="26527">
                  <c:v>0.96918518518518515</c:v>
                </c:pt>
                <c:pt idx="26528">
                  <c:v>0.96918518518518515</c:v>
                </c:pt>
                <c:pt idx="26529">
                  <c:v>0.96918518518518515</c:v>
                </c:pt>
                <c:pt idx="26530">
                  <c:v>0.96918518518518515</c:v>
                </c:pt>
                <c:pt idx="26531">
                  <c:v>0.96933333333333338</c:v>
                </c:pt>
                <c:pt idx="26532">
                  <c:v>0.9694814814814815</c:v>
                </c:pt>
                <c:pt idx="26533">
                  <c:v>0.96962962962962962</c:v>
                </c:pt>
                <c:pt idx="26534">
                  <c:v>0.96962962962962962</c:v>
                </c:pt>
                <c:pt idx="26535">
                  <c:v>0.96962962962962962</c:v>
                </c:pt>
                <c:pt idx="26536">
                  <c:v>0.96977777777777774</c:v>
                </c:pt>
                <c:pt idx="26537">
                  <c:v>0.96992592592592597</c:v>
                </c:pt>
                <c:pt idx="26538">
                  <c:v>0.96992592592592597</c:v>
                </c:pt>
                <c:pt idx="26539">
                  <c:v>0.96992592592592597</c:v>
                </c:pt>
                <c:pt idx="26540">
                  <c:v>0.96992592592592597</c:v>
                </c:pt>
                <c:pt idx="26541">
                  <c:v>0.96992592592592597</c:v>
                </c:pt>
                <c:pt idx="26542">
                  <c:v>0.96992592592592597</c:v>
                </c:pt>
                <c:pt idx="26543">
                  <c:v>0.97007407407407409</c:v>
                </c:pt>
                <c:pt idx="26544">
                  <c:v>0.97022222222222221</c:v>
                </c:pt>
                <c:pt idx="26545">
                  <c:v>0.97022222222222221</c:v>
                </c:pt>
                <c:pt idx="26546">
                  <c:v>0.97022222222222221</c:v>
                </c:pt>
                <c:pt idx="26547">
                  <c:v>0.97037037037037033</c:v>
                </c:pt>
                <c:pt idx="26548">
                  <c:v>0.97051851851851856</c:v>
                </c:pt>
                <c:pt idx="26549">
                  <c:v>0.97066666666666668</c:v>
                </c:pt>
                <c:pt idx="26550">
                  <c:v>0.97066666666666668</c:v>
                </c:pt>
                <c:pt idx="26551">
                  <c:v>0.97066666666666668</c:v>
                </c:pt>
                <c:pt idx="26552">
                  <c:v>0.9708148148148148</c:v>
                </c:pt>
                <c:pt idx="26553">
                  <c:v>0.9708148148148148</c:v>
                </c:pt>
                <c:pt idx="26554">
                  <c:v>0.97096296296296292</c:v>
                </c:pt>
                <c:pt idx="26555">
                  <c:v>0.97111111111111115</c:v>
                </c:pt>
                <c:pt idx="26556">
                  <c:v>0.97125925925925927</c:v>
                </c:pt>
                <c:pt idx="26557">
                  <c:v>0.97125925925925927</c:v>
                </c:pt>
                <c:pt idx="26558">
                  <c:v>0.97140740740740739</c:v>
                </c:pt>
                <c:pt idx="26559">
                  <c:v>0.97155555555555551</c:v>
                </c:pt>
                <c:pt idx="26560">
                  <c:v>0.97155555555555551</c:v>
                </c:pt>
                <c:pt idx="26561">
                  <c:v>0.97155555555555551</c:v>
                </c:pt>
                <c:pt idx="26562">
                  <c:v>0.97170370370370374</c:v>
                </c:pt>
                <c:pt idx="26563">
                  <c:v>0.97185185185185186</c:v>
                </c:pt>
                <c:pt idx="26564">
                  <c:v>0.97185185185185186</c:v>
                </c:pt>
                <c:pt idx="26565">
                  <c:v>0.97199999999999998</c:v>
                </c:pt>
                <c:pt idx="26566">
                  <c:v>0.97214814814814809</c:v>
                </c:pt>
                <c:pt idx="26567">
                  <c:v>0.97229629629629633</c:v>
                </c:pt>
                <c:pt idx="26568">
                  <c:v>0.97244444444444444</c:v>
                </c:pt>
                <c:pt idx="26569">
                  <c:v>0.97259259259259256</c:v>
                </c:pt>
                <c:pt idx="26570">
                  <c:v>0.97274074074074079</c:v>
                </c:pt>
                <c:pt idx="26571">
                  <c:v>0.97274074074074079</c:v>
                </c:pt>
                <c:pt idx="26572">
                  <c:v>0.97274074074074079</c:v>
                </c:pt>
                <c:pt idx="26573">
                  <c:v>0.97274074074074079</c:v>
                </c:pt>
                <c:pt idx="26574">
                  <c:v>0.97274074074074079</c:v>
                </c:pt>
                <c:pt idx="26575">
                  <c:v>0.97274074074074079</c:v>
                </c:pt>
                <c:pt idx="26576">
                  <c:v>0.97274074074074079</c:v>
                </c:pt>
                <c:pt idx="26577">
                  <c:v>0.97274074074074079</c:v>
                </c:pt>
                <c:pt idx="26578">
                  <c:v>0.97288888888888891</c:v>
                </c:pt>
                <c:pt idx="26579">
                  <c:v>0.97288888888888891</c:v>
                </c:pt>
                <c:pt idx="26580">
                  <c:v>0.97288888888888891</c:v>
                </c:pt>
                <c:pt idx="26581">
                  <c:v>0.97303703703703703</c:v>
                </c:pt>
                <c:pt idx="26582">
                  <c:v>0.97303703703703703</c:v>
                </c:pt>
                <c:pt idx="26583">
                  <c:v>0.97303703703703703</c:v>
                </c:pt>
                <c:pt idx="26584">
                  <c:v>0.97303703703703703</c:v>
                </c:pt>
                <c:pt idx="26585">
                  <c:v>0.97303703703703703</c:v>
                </c:pt>
                <c:pt idx="26586">
                  <c:v>0.97303703703703703</c:v>
                </c:pt>
                <c:pt idx="26587">
                  <c:v>0.97318518518518515</c:v>
                </c:pt>
                <c:pt idx="26588">
                  <c:v>0.97333333333333338</c:v>
                </c:pt>
                <c:pt idx="26589">
                  <c:v>0.9734814814814815</c:v>
                </c:pt>
                <c:pt idx="26590">
                  <c:v>0.97362962962962962</c:v>
                </c:pt>
                <c:pt idx="26591">
                  <c:v>0.97362962962962962</c:v>
                </c:pt>
                <c:pt idx="26592">
                  <c:v>0.97377777777777774</c:v>
                </c:pt>
                <c:pt idx="26593">
                  <c:v>0.97392592592592597</c:v>
                </c:pt>
                <c:pt idx="26594">
                  <c:v>0.97407407407407409</c:v>
                </c:pt>
                <c:pt idx="26595">
                  <c:v>0.97407407407407409</c:v>
                </c:pt>
                <c:pt idx="26596">
                  <c:v>0.97422222222222221</c:v>
                </c:pt>
                <c:pt idx="26597">
                  <c:v>0.97437037037037033</c:v>
                </c:pt>
                <c:pt idx="26598">
                  <c:v>0.97437037037037033</c:v>
                </c:pt>
                <c:pt idx="26599">
                  <c:v>0.97451851851851856</c:v>
                </c:pt>
                <c:pt idx="26600">
                  <c:v>0.97451851851851856</c:v>
                </c:pt>
                <c:pt idx="26601">
                  <c:v>0.97466666666666668</c:v>
                </c:pt>
                <c:pt idx="26602">
                  <c:v>0.9748148148148148</c:v>
                </c:pt>
                <c:pt idx="26603">
                  <c:v>0.97496296296296292</c:v>
                </c:pt>
                <c:pt idx="26604">
                  <c:v>0.97496296296296292</c:v>
                </c:pt>
                <c:pt idx="26605">
                  <c:v>0.97511111111111115</c:v>
                </c:pt>
                <c:pt idx="26606">
                  <c:v>0.97525925925925927</c:v>
                </c:pt>
                <c:pt idx="26607">
                  <c:v>0.97540740740740739</c:v>
                </c:pt>
                <c:pt idx="26608">
                  <c:v>0.97555555555555551</c:v>
                </c:pt>
                <c:pt idx="26609">
                  <c:v>0.97570370370370374</c:v>
                </c:pt>
                <c:pt idx="26610">
                  <c:v>0.97585185185185186</c:v>
                </c:pt>
                <c:pt idx="26611">
                  <c:v>0.97599999999999998</c:v>
                </c:pt>
                <c:pt idx="26612">
                  <c:v>0.97599999999999998</c:v>
                </c:pt>
                <c:pt idx="26613">
                  <c:v>0.9761481481481481</c:v>
                </c:pt>
                <c:pt idx="26614">
                  <c:v>0.9761481481481481</c:v>
                </c:pt>
                <c:pt idx="26615">
                  <c:v>0.97629629629629633</c:v>
                </c:pt>
                <c:pt idx="26616">
                  <c:v>0.97644444444444445</c:v>
                </c:pt>
                <c:pt idx="26617">
                  <c:v>0.97659259259259257</c:v>
                </c:pt>
                <c:pt idx="26618">
                  <c:v>0.97674074074074069</c:v>
                </c:pt>
                <c:pt idx="26619">
                  <c:v>0.97674074074074069</c:v>
                </c:pt>
                <c:pt idx="26620">
                  <c:v>0.97688888888888892</c:v>
                </c:pt>
                <c:pt idx="26621">
                  <c:v>0.97703703703703704</c:v>
                </c:pt>
                <c:pt idx="26622">
                  <c:v>0.97718518518518516</c:v>
                </c:pt>
                <c:pt idx="26623">
                  <c:v>0.97733333333333339</c:v>
                </c:pt>
                <c:pt idx="26624">
                  <c:v>0.97748148148148151</c:v>
                </c:pt>
                <c:pt idx="26625">
                  <c:v>0.97762962962962963</c:v>
                </c:pt>
                <c:pt idx="26626">
                  <c:v>0.97762962962962963</c:v>
                </c:pt>
                <c:pt idx="26627">
                  <c:v>0.97777777777777775</c:v>
                </c:pt>
                <c:pt idx="26628">
                  <c:v>0.97777777777777775</c:v>
                </c:pt>
                <c:pt idx="26629">
                  <c:v>0.97792592592592598</c:v>
                </c:pt>
                <c:pt idx="26630">
                  <c:v>0.97792592592592598</c:v>
                </c:pt>
                <c:pt idx="26631">
                  <c:v>0.9780740740740741</c:v>
                </c:pt>
                <c:pt idx="26632">
                  <c:v>0.97822222222222222</c:v>
                </c:pt>
                <c:pt idx="26633">
                  <c:v>0.97837037037037033</c:v>
                </c:pt>
                <c:pt idx="26634">
                  <c:v>0.97851851851851857</c:v>
                </c:pt>
                <c:pt idx="26635">
                  <c:v>0.97866666666666668</c:v>
                </c:pt>
                <c:pt idx="26636">
                  <c:v>0.97866666666666668</c:v>
                </c:pt>
                <c:pt idx="26637">
                  <c:v>0.9788148148148148</c:v>
                </c:pt>
                <c:pt idx="26638">
                  <c:v>0.97896296296296292</c:v>
                </c:pt>
                <c:pt idx="26639">
                  <c:v>0.97896296296296292</c:v>
                </c:pt>
                <c:pt idx="26640">
                  <c:v>0.97911111111111115</c:v>
                </c:pt>
                <c:pt idx="26641">
                  <c:v>0.97925925925925927</c:v>
                </c:pt>
                <c:pt idx="26642">
                  <c:v>0.97940740740740739</c:v>
                </c:pt>
                <c:pt idx="26643">
                  <c:v>0.97955555555555551</c:v>
                </c:pt>
                <c:pt idx="26644">
                  <c:v>0.97955555555555551</c:v>
                </c:pt>
                <c:pt idx="26645">
                  <c:v>0.97955555555555551</c:v>
                </c:pt>
                <c:pt idx="26646">
                  <c:v>0.97970370370370374</c:v>
                </c:pt>
                <c:pt idx="26647">
                  <c:v>0.97985185185185186</c:v>
                </c:pt>
                <c:pt idx="26648">
                  <c:v>0.98</c:v>
                </c:pt>
                <c:pt idx="26649">
                  <c:v>0.9801481481481481</c:v>
                </c:pt>
                <c:pt idx="26650">
                  <c:v>0.98029629629629633</c:v>
                </c:pt>
                <c:pt idx="26651">
                  <c:v>0.98029629629629633</c:v>
                </c:pt>
                <c:pt idx="26652">
                  <c:v>0.98029629629629633</c:v>
                </c:pt>
                <c:pt idx="26653">
                  <c:v>0.98029629629629633</c:v>
                </c:pt>
                <c:pt idx="26654">
                  <c:v>0.98029629629629633</c:v>
                </c:pt>
                <c:pt idx="26655">
                  <c:v>0.98044444444444445</c:v>
                </c:pt>
                <c:pt idx="26656">
                  <c:v>0.98044444444444445</c:v>
                </c:pt>
                <c:pt idx="26657">
                  <c:v>0.98059259259259257</c:v>
                </c:pt>
                <c:pt idx="26658">
                  <c:v>0.98074074074074069</c:v>
                </c:pt>
                <c:pt idx="26659">
                  <c:v>0.98088888888888892</c:v>
                </c:pt>
                <c:pt idx="26660">
                  <c:v>0.98103703703703704</c:v>
                </c:pt>
                <c:pt idx="26661">
                  <c:v>0.98103703703703704</c:v>
                </c:pt>
                <c:pt idx="26662">
                  <c:v>0.98118518518518516</c:v>
                </c:pt>
                <c:pt idx="26663">
                  <c:v>0.98133333333333328</c:v>
                </c:pt>
                <c:pt idx="26664">
                  <c:v>0.98133333333333328</c:v>
                </c:pt>
                <c:pt idx="26665">
                  <c:v>0.98133333333333328</c:v>
                </c:pt>
                <c:pt idx="26666">
                  <c:v>0.98133333333333328</c:v>
                </c:pt>
                <c:pt idx="26667">
                  <c:v>0.98148148148148151</c:v>
                </c:pt>
                <c:pt idx="26668">
                  <c:v>0.98148148148148151</c:v>
                </c:pt>
                <c:pt idx="26669">
                  <c:v>0.98162962962962963</c:v>
                </c:pt>
                <c:pt idx="26670">
                  <c:v>0.98162962962962963</c:v>
                </c:pt>
                <c:pt idx="26671">
                  <c:v>0.98162962962962963</c:v>
                </c:pt>
                <c:pt idx="26672">
                  <c:v>0.98177777777777775</c:v>
                </c:pt>
                <c:pt idx="26673">
                  <c:v>0.98192592592592598</c:v>
                </c:pt>
                <c:pt idx="26674">
                  <c:v>0.98192592592592598</c:v>
                </c:pt>
                <c:pt idx="26675">
                  <c:v>0.9820740740740741</c:v>
                </c:pt>
                <c:pt idx="26676">
                  <c:v>0.98222222222222222</c:v>
                </c:pt>
                <c:pt idx="26677">
                  <c:v>0.98237037037037034</c:v>
                </c:pt>
                <c:pt idx="26678">
                  <c:v>0.98251851851851857</c:v>
                </c:pt>
                <c:pt idx="26679">
                  <c:v>0.98266666666666669</c:v>
                </c:pt>
                <c:pt idx="26680">
                  <c:v>0.98266666666666669</c:v>
                </c:pt>
                <c:pt idx="26681">
                  <c:v>0.98266666666666669</c:v>
                </c:pt>
                <c:pt idx="26682">
                  <c:v>0.98281481481481481</c:v>
                </c:pt>
                <c:pt idx="26683">
                  <c:v>0.98296296296296293</c:v>
                </c:pt>
                <c:pt idx="26684">
                  <c:v>0.98311111111111116</c:v>
                </c:pt>
                <c:pt idx="26685">
                  <c:v>0.98311111111111116</c:v>
                </c:pt>
                <c:pt idx="26686">
                  <c:v>0.98311111111111116</c:v>
                </c:pt>
                <c:pt idx="26687">
                  <c:v>0.98311111111111116</c:v>
                </c:pt>
                <c:pt idx="26688">
                  <c:v>0.98311111111111116</c:v>
                </c:pt>
                <c:pt idx="26689">
                  <c:v>0.98311111111111116</c:v>
                </c:pt>
                <c:pt idx="26690">
                  <c:v>0.98311111111111116</c:v>
                </c:pt>
                <c:pt idx="26691">
                  <c:v>0.98311111111111116</c:v>
                </c:pt>
                <c:pt idx="26692">
                  <c:v>0.98311111111111116</c:v>
                </c:pt>
                <c:pt idx="26693">
                  <c:v>0.98325925925925928</c:v>
                </c:pt>
                <c:pt idx="26694">
                  <c:v>0.9834074074074074</c:v>
                </c:pt>
                <c:pt idx="26695">
                  <c:v>0.98355555555555552</c:v>
                </c:pt>
                <c:pt idx="26696">
                  <c:v>0.98355555555555552</c:v>
                </c:pt>
                <c:pt idx="26697">
                  <c:v>0.98355555555555552</c:v>
                </c:pt>
                <c:pt idx="26698">
                  <c:v>0.98355555555555552</c:v>
                </c:pt>
                <c:pt idx="26699">
                  <c:v>0.98370370370370375</c:v>
                </c:pt>
                <c:pt idx="26700">
                  <c:v>0.98385185185185187</c:v>
                </c:pt>
                <c:pt idx="26701">
                  <c:v>0.98385185185185187</c:v>
                </c:pt>
                <c:pt idx="26702">
                  <c:v>0.98399999999999999</c:v>
                </c:pt>
                <c:pt idx="26703">
                  <c:v>0.98399999999999999</c:v>
                </c:pt>
                <c:pt idx="26704">
                  <c:v>0.98414814814814811</c:v>
                </c:pt>
                <c:pt idx="26705">
                  <c:v>0.98414814814814811</c:v>
                </c:pt>
                <c:pt idx="26706">
                  <c:v>0.98414814814814811</c:v>
                </c:pt>
                <c:pt idx="26707">
                  <c:v>0.98429629629629634</c:v>
                </c:pt>
                <c:pt idx="26708">
                  <c:v>0.98444444444444446</c:v>
                </c:pt>
                <c:pt idx="26709">
                  <c:v>0.98459259259259257</c:v>
                </c:pt>
                <c:pt idx="26710">
                  <c:v>0.98474074074074069</c:v>
                </c:pt>
                <c:pt idx="26711">
                  <c:v>0.98488888888888892</c:v>
                </c:pt>
                <c:pt idx="26712">
                  <c:v>0.98503703703703704</c:v>
                </c:pt>
                <c:pt idx="26713">
                  <c:v>0.98518518518518516</c:v>
                </c:pt>
                <c:pt idx="26714">
                  <c:v>0.98518518518518516</c:v>
                </c:pt>
                <c:pt idx="26715">
                  <c:v>0.98518518518518516</c:v>
                </c:pt>
                <c:pt idx="26716">
                  <c:v>0.98518518518518516</c:v>
                </c:pt>
                <c:pt idx="26717">
                  <c:v>0.98533333333333328</c:v>
                </c:pt>
                <c:pt idx="26718">
                  <c:v>0.98533333333333328</c:v>
                </c:pt>
                <c:pt idx="26719">
                  <c:v>0.98533333333333328</c:v>
                </c:pt>
                <c:pt idx="26720">
                  <c:v>0.98533333333333328</c:v>
                </c:pt>
                <c:pt idx="26721">
                  <c:v>0.98533333333333328</c:v>
                </c:pt>
                <c:pt idx="26722">
                  <c:v>0.98533333333333328</c:v>
                </c:pt>
                <c:pt idx="26723">
                  <c:v>0.98533333333333328</c:v>
                </c:pt>
                <c:pt idx="26724">
                  <c:v>0.98533333333333328</c:v>
                </c:pt>
                <c:pt idx="26725">
                  <c:v>0.98548148148148151</c:v>
                </c:pt>
                <c:pt idx="26726">
                  <c:v>0.98548148148148151</c:v>
                </c:pt>
                <c:pt idx="26727">
                  <c:v>0.98548148148148151</c:v>
                </c:pt>
                <c:pt idx="26728">
                  <c:v>0.98562962962962963</c:v>
                </c:pt>
                <c:pt idx="26729">
                  <c:v>0.98562962962962963</c:v>
                </c:pt>
                <c:pt idx="26730">
                  <c:v>0.98562962962962963</c:v>
                </c:pt>
                <c:pt idx="26731">
                  <c:v>0.98562962962962963</c:v>
                </c:pt>
                <c:pt idx="26732">
                  <c:v>0.98562962962962963</c:v>
                </c:pt>
                <c:pt idx="26733">
                  <c:v>0.98562962962962963</c:v>
                </c:pt>
                <c:pt idx="26734">
                  <c:v>0.98562962962962963</c:v>
                </c:pt>
                <c:pt idx="26735">
                  <c:v>0.98562962962962963</c:v>
                </c:pt>
                <c:pt idx="26736">
                  <c:v>0.98562962962962963</c:v>
                </c:pt>
                <c:pt idx="26737">
                  <c:v>0.98562962962962963</c:v>
                </c:pt>
                <c:pt idx="26738">
                  <c:v>0.98562962962962963</c:v>
                </c:pt>
                <c:pt idx="26739">
                  <c:v>0.98562962962962963</c:v>
                </c:pt>
                <c:pt idx="26740">
                  <c:v>0.98577777777777775</c:v>
                </c:pt>
                <c:pt idx="26741">
                  <c:v>0.98592592592592587</c:v>
                </c:pt>
                <c:pt idx="26742">
                  <c:v>0.9860740740740741</c:v>
                </c:pt>
                <c:pt idx="26743">
                  <c:v>0.9860740740740741</c:v>
                </c:pt>
                <c:pt idx="26744">
                  <c:v>0.98622222222222222</c:v>
                </c:pt>
                <c:pt idx="26745">
                  <c:v>0.98622222222222222</c:v>
                </c:pt>
                <c:pt idx="26746">
                  <c:v>0.98622222222222222</c:v>
                </c:pt>
                <c:pt idx="26747">
                  <c:v>0.98622222222222222</c:v>
                </c:pt>
                <c:pt idx="26748">
                  <c:v>0.98622222222222222</c:v>
                </c:pt>
                <c:pt idx="26749">
                  <c:v>0.98622222222222222</c:v>
                </c:pt>
                <c:pt idx="26750">
                  <c:v>0.98622222222222222</c:v>
                </c:pt>
                <c:pt idx="26751">
                  <c:v>0.98622222222222222</c:v>
                </c:pt>
                <c:pt idx="26752">
                  <c:v>0.98622222222222222</c:v>
                </c:pt>
                <c:pt idx="26753">
                  <c:v>0.98622222222222222</c:v>
                </c:pt>
                <c:pt idx="26754">
                  <c:v>0.98637037037037034</c:v>
                </c:pt>
                <c:pt idx="26755">
                  <c:v>0.98637037037037034</c:v>
                </c:pt>
                <c:pt idx="26756">
                  <c:v>0.98637037037037034</c:v>
                </c:pt>
                <c:pt idx="26757">
                  <c:v>0.98637037037037034</c:v>
                </c:pt>
                <c:pt idx="26758">
                  <c:v>0.98651851851851857</c:v>
                </c:pt>
                <c:pt idx="26759">
                  <c:v>0.98666666666666669</c:v>
                </c:pt>
                <c:pt idx="26760">
                  <c:v>0.98666666666666669</c:v>
                </c:pt>
                <c:pt idx="26761">
                  <c:v>0.98666666666666669</c:v>
                </c:pt>
                <c:pt idx="26762">
                  <c:v>0.98666666666666669</c:v>
                </c:pt>
                <c:pt idx="26763">
                  <c:v>0.98681481481481481</c:v>
                </c:pt>
                <c:pt idx="26764">
                  <c:v>0.98681481481481481</c:v>
                </c:pt>
                <c:pt idx="26765">
                  <c:v>0.98681481481481481</c:v>
                </c:pt>
                <c:pt idx="26766">
                  <c:v>0.98696296296296293</c:v>
                </c:pt>
                <c:pt idx="26767">
                  <c:v>0.98711111111111116</c:v>
                </c:pt>
                <c:pt idx="26768">
                  <c:v>0.98711111111111116</c:v>
                </c:pt>
                <c:pt idx="26769">
                  <c:v>0.98711111111111116</c:v>
                </c:pt>
                <c:pt idx="26770">
                  <c:v>0.98711111111111116</c:v>
                </c:pt>
                <c:pt idx="26771">
                  <c:v>0.98711111111111116</c:v>
                </c:pt>
                <c:pt idx="26772">
                  <c:v>0.98725925925925928</c:v>
                </c:pt>
                <c:pt idx="26773">
                  <c:v>0.98725925925925928</c:v>
                </c:pt>
                <c:pt idx="26774">
                  <c:v>0.98725925925925928</c:v>
                </c:pt>
                <c:pt idx="26775">
                  <c:v>0.98725925925925928</c:v>
                </c:pt>
                <c:pt idx="26776">
                  <c:v>0.9874074074074074</c:v>
                </c:pt>
                <c:pt idx="26777">
                  <c:v>0.9874074074074074</c:v>
                </c:pt>
                <c:pt idx="26778">
                  <c:v>0.9874074074074074</c:v>
                </c:pt>
                <c:pt idx="26779">
                  <c:v>0.9874074074074074</c:v>
                </c:pt>
                <c:pt idx="26780">
                  <c:v>0.9874074074074074</c:v>
                </c:pt>
                <c:pt idx="26781">
                  <c:v>0.9874074074074074</c:v>
                </c:pt>
                <c:pt idx="26782">
                  <c:v>0.9874074074074074</c:v>
                </c:pt>
                <c:pt idx="26783">
                  <c:v>0.9874074074074074</c:v>
                </c:pt>
                <c:pt idx="26784">
                  <c:v>0.9874074074074074</c:v>
                </c:pt>
                <c:pt idx="26785">
                  <c:v>0.9874074074074074</c:v>
                </c:pt>
                <c:pt idx="26786">
                  <c:v>0.9874074074074074</c:v>
                </c:pt>
                <c:pt idx="26787">
                  <c:v>0.9874074074074074</c:v>
                </c:pt>
                <c:pt idx="26788">
                  <c:v>0.9874074074074074</c:v>
                </c:pt>
                <c:pt idx="26789">
                  <c:v>0.9874074074074074</c:v>
                </c:pt>
                <c:pt idx="26790">
                  <c:v>0.9874074074074074</c:v>
                </c:pt>
                <c:pt idx="26791">
                  <c:v>0.9874074074074074</c:v>
                </c:pt>
                <c:pt idx="26792">
                  <c:v>0.9874074074074074</c:v>
                </c:pt>
                <c:pt idx="26793">
                  <c:v>0.9874074074074074</c:v>
                </c:pt>
                <c:pt idx="26794">
                  <c:v>0.98755555555555552</c:v>
                </c:pt>
                <c:pt idx="26795">
                  <c:v>0.98755555555555552</c:v>
                </c:pt>
                <c:pt idx="26796">
                  <c:v>0.98755555555555552</c:v>
                </c:pt>
                <c:pt idx="26797">
                  <c:v>0.98755555555555552</c:v>
                </c:pt>
                <c:pt idx="26798">
                  <c:v>0.98755555555555552</c:v>
                </c:pt>
                <c:pt idx="26799">
                  <c:v>0.98755555555555552</c:v>
                </c:pt>
                <c:pt idx="26800">
                  <c:v>0.98755555555555552</c:v>
                </c:pt>
                <c:pt idx="26801">
                  <c:v>0.98755555555555552</c:v>
                </c:pt>
                <c:pt idx="26802">
                  <c:v>0.98770370370370375</c:v>
                </c:pt>
                <c:pt idx="26803">
                  <c:v>0.98770370370370375</c:v>
                </c:pt>
                <c:pt idx="26804">
                  <c:v>0.98770370370370375</c:v>
                </c:pt>
                <c:pt idx="26805">
                  <c:v>0.98770370370370375</c:v>
                </c:pt>
                <c:pt idx="26806">
                  <c:v>0.98785185185185187</c:v>
                </c:pt>
                <c:pt idx="26807">
                  <c:v>0.98799999999999999</c:v>
                </c:pt>
                <c:pt idx="26808">
                  <c:v>0.98799999999999999</c:v>
                </c:pt>
                <c:pt idx="26809">
                  <c:v>0.98814814814814811</c:v>
                </c:pt>
                <c:pt idx="26810">
                  <c:v>0.98829629629629634</c:v>
                </c:pt>
                <c:pt idx="26811">
                  <c:v>0.98829629629629634</c:v>
                </c:pt>
                <c:pt idx="26812">
                  <c:v>0.98844444444444446</c:v>
                </c:pt>
                <c:pt idx="26813">
                  <c:v>0.98844444444444446</c:v>
                </c:pt>
                <c:pt idx="26814">
                  <c:v>0.98844444444444446</c:v>
                </c:pt>
                <c:pt idx="26815">
                  <c:v>0.98859259259259258</c:v>
                </c:pt>
                <c:pt idx="26816">
                  <c:v>0.9887407407407407</c:v>
                </c:pt>
                <c:pt idx="26817">
                  <c:v>0.9887407407407407</c:v>
                </c:pt>
                <c:pt idx="26818">
                  <c:v>0.9887407407407407</c:v>
                </c:pt>
                <c:pt idx="26819">
                  <c:v>0.9887407407407407</c:v>
                </c:pt>
                <c:pt idx="26820">
                  <c:v>0.9887407407407407</c:v>
                </c:pt>
                <c:pt idx="26821">
                  <c:v>0.9887407407407407</c:v>
                </c:pt>
                <c:pt idx="26822">
                  <c:v>0.98888888888888893</c:v>
                </c:pt>
                <c:pt idx="26823">
                  <c:v>0.98903703703703705</c:v>
                </c:pt>
                <c:pt idx="26824">
                  <c:v>0.98918518518518517</c:v>
                </c:pt>
                <c:pt idx="26825">
                  <c:v>0.98918518518518517</c:v>
                </c:pt>
                <c:pt idx="26826">
                  <c:v>0.98918518518518517</c:v>
                </c:pt>
                <c:pt idx="26827">
                  <c:v>0.98918518518518517</c:v>
                </c:pt>
                <c:pt idx="26828">
                  <c:v>0.98918518518518517</c:v>
                </c:pt>
                <c:pt idx="26829">
                  <c:v>0.98933333333333329</c:v>
                </c:pt>
                <c:pt idx="26830">
                  <c:v>0.98948148148148152</c:v>
                </c:pt>
                <c:pt idx="26831">
                  <c:v>0.98948148148148152</c:v>
                </c:pt>
                <c:pt idx="26832">
                  <c:v>0.98962962962962964</c:v>
                </c:pt>
                <c:pt idx="26833">
                  <c:v>0.98962962962962964</c:v>
                </c:pt>
                <c:pt idx="26834">
                  <c:v>0.98977777777777776</c:v>
                </c:pt>
                <c:pt idx="26835">
                  <c:v>0.98992592592592588</c:v>
                </c:pt>
                <c:pt idx="26836">
                  <c:v>0.99007407407407411</c:v>
                </c:pt>
                <c:pt idx="26837">
                  <c:v>0.99022222222222223</c:v>
                </c:pt>
                <c:pt idx="26838">
                  <c:v>0.99022222222222223</c:v>
                </c:pt>
                <c:pt idx="26839">
                  <c:v>0.99037037037037035</c:v>
                </c:pt>
                <c:pt idx="26840">
                  <c:v>0.99051851851851846</c:v>
                </c:pt>
                <c:pt idx="26841">
                  <c:v>0.9906666666666667</c:v>
                </c:pt>
                <c:pt idx="26842">
                  <c:v>0.9906666666666667</c:v>
                </c:pt>
                <c:pt idx="26843">
                  <c:v>0.99081481481481481</c:v>
                </c:pt>
                <c:pt idx="26844">
                  <c:v>0.99081481481481481</c:v>
                </c:pt>
                <c:pt idx="26845">
                  <c:v>0.99096296296296293</c:v>
                </c:pt>
                <c:pt idx="26846">
                  <c:v>0.99096296296296293</c:v>
                </c:pt>
                <c:pt idx="26847">
                  <c:v>0.99096296296296293</c:v>
                </c:pt>
                <c:pt idx="26848">
                  <c:v>0.99096296296296293</c:v>
                </c:pt>
                <c:pt idx="26849">
                  <c:v>0.99111111111111116</c:v>
                </c:pt>
                <c:pt idx="26850">
                  <c:v>0.99125925925925928</c:v>
                </c:pt>
                <c:pt idx="26851">
                  <c:v>0.9914074074074074</c:v>
                </c:pt>
                <c:pt idx="26852">
                  <c:v>0.9914074074074074</c:v>
                </c:pt>
                <c:pt idx="26853">
                  <c:v>0.99155555555555552</c:v>
                </c:pt>
                <c:pt idx="26854">
                  <c:v>0.99170370370370375</c:v>
                </c:pt>
                <c:pt idx="26855">
                  <c:v>0.99185185185185187</c:v>
                </c:pt>
                <c:pt idx="26856">
                  <c:v>0.99185185185185187</c:v>
                </c:pt>
                <c:pt idx="26857">
                  <c:v>0.99185185185185187</c:v>
                </c:pt>
                <c:pt idx="26858">
                  <c:v>0.99199999999999999</c:v>
                </c:pt>
                <c:pt idx="26859">
                  <c:v>0.99199999999999999</c:v>
                </c:pt>
                <c:pt idx="26860">
                  <c:v>0.99199999999999999</c:v>
                </c:pt>
                <c:pt idx="26861">
                  <c:v>0.99214814814814811</c:v>
                </c:pt>
                <c:pt idx="26862">
                  <c:v>0.99229629629629634</c:v>
                </c:pt>
                <c:pt idx="26863">
                  <c:v>0.99229629629629634</c:v>
                </c:pt>
                <c:pt idx="26864">
                  <c:v>0.99244444444444446</c:v>
                </c:pt>
                <c:pt idx="26865">
                  <c:v>0.99259259259259258</c:v>
                </c:pt>
                <c:pt idx="26866">
                  <c:v>0.9927407407407407</c:v>
                </c:pt>
                <c:pt idx="26867">
                  <c:v>0.99288888888888893</c:v>
                </c:pt>
                <c:pt idx="26868">
                  <c:v>0.99288888888888893</c:v>
                </c:pt>
                <c:pt idx="26869">
                  <c:v>0.99303703703703705</c:v>
                </c:pt>
                <c:pt idx="26870">
                  <c:v>0.99318518518518517</c:v>
                </c:pt>
                <c:pt idx="26871">
                  <c:v>0.99333333333333329</c:v>
                </c:pt>
                <c:pt idx="26872">
                  <c:v>0.99348148148148152</c:v>
                </c:pt>
                <c:pt idx="26873">
                  <c:v>0.99348148148148152</c:v>
                </c:pt>
                <c:pt idx="26874">
                  <c:v>0.99348148148148152</c:v>
                </c:pt>
                <c:pt idx="26875">
                  <c:v>0.99348148148148152</c:v>
                </c:pt>
                <c:pt idx="26876">
                  <c:v>0.99348148148148152</c:v>
                </c:pt>
                <c:pt idx="26877">
                  <c:v>0.99348148148148152</c:v>
                </c:pt>
                <c:pt idx="26878">
                  <c:v>0.99362962962962964</c:v>
                </c:pt>
                <c:pt idx="26879">
                  <c:v>0.99362962962962964</c:v>
                </c:pt>
                <c:pt idx="26880">
                  <c:v>0.99377777777777776</c:v>
                </c:pt>
                <c:pt idx="26881">
                  <c:v>0.99377777777777776</c:v>
                </c:pt>
                <c:pt idx="26882">
                  <c:v>0.99377777777777776</c:v>
                </c:pt>
                <c:pt idx="26883">
                  <c:v>0.99392592592592588</c:v>
                </c:pt>
                <c:pt idx="26884">
                  <c:v>0.99407407407407411</c:v>
                </c:pt>
                <c:pt idx="26885">
                  <c:v>0.99407407407407411</c:v>
                </c:pt>
                <c:pt idx="26886">
                  <c:v>0.99422222222222223</c:v>
                </c:pt>
                <c:pt idx="26887">
                  <c:v>0.99437037037037035</c:v>
                </c:pt>
                <c:pt idx="26888">
                  <c:v>0.99451851851851847</c:v>
                </c:pt>
                <c:pt idx="26889">
                  <c:v>0.9946666666666667</c:v>
                </c:pt>
                <c:pt idx="26890">
                  <c:v>0.99481481481481482</c:v>
                </c:pt>
                <c:pt idx="26891">
                  <c:v>0.99481481481481482</c:v>
                </c:pt>
                <c:pt idx="26892">
                  <c:v>0.99496296296296294</c:v>
                </c:pt>
                <c:pt idx="26893">
                  <c:v>0.99496296296296294</c:v>
                </c:pt>
                <c:pt idx="26894">
                  <c:v>0.99511111111111106</c:v>
                </c:pt>
                <c:pt idx="26895">
                  <c:v>0.99525925925925929</c:v>
                </c:pt>
                <c:pt idx="26896">
                  <c:v>0.99525925925925929</c:v>
                </c:pt>
                <c:pt idx="26897">
                  <c:v>0.99525925925925929</c:v>
                </c:pt>
                <c:pt idx="26898">
                  <c:v>0.99540740740740741</c:v>
                </c:pt>
                <c:pt idx="26899">
                  <c:v>0.99555555555555553</c:v>
                </c:pt>
                <c:pt idx="26900">
                  <c:v>0.99570370370370376</c:v>
                </c:pt>
                <c:pt idx="26901">
                  <c:v>0.99570370370370376</c:v>
                </c:pt>
                <c:pt idx="26902">
                  <c:v>0.99585185185185188</c:v>
                </c:pt>
                <c:pt idx="26903">
                  <c:v>0.996</c:v>
                </c:pt>
                <c:pt idx="26904">
                  <c:v>0.996</c:v>
                </c:pt>
                <c:pt idx="26905">
                  <c:v>0.996</c:v>
                </c:pt>
                <c:pt idx="26906">
                  <c:v>0.996</c:v>
                </c:pt>
                <c:pt idx="26907">
                  <c:v>0.99614814814814812</c:v>
                </c:pt>
                <c:pt idx="26908">
                  <c:v>0.99629629629629635</c:v>
                </c:pt>
                <c:pt idx="26909">
                  <c:v>0.99629629629629635</c:v>
                </c:pt>
                <c:pt idx="26910">
                  <c:v>0.99644444444444447</c:v>
                </c:pt>
                <c:pt idx="26911">
                  <c:v>0.99659259259259259</c:v>
                </c:pt>
                <c:pt idx="26912">
                  <c:v>0.9967407407407407</c:v>
                </c:pt>
                <c:pt idx="26913">
                  <c:v>0.99688888888888894</c:v>
                </c:pt>
                <c:pt idx="26914">
                  <c:v>0.99688888888888894</c:v>
                </c:pt>
                <c:pt idx="26915">
                  <c:v>0.99703703703703705</c:v>
                </c:pt>
                <c:pt idx="26916">
                  <c:v>0.99718518518518517</c:v>
                </c:pt>
                <c:pt idx="26917">
                  <c:v>0.99733333333333329</c:v>
                </c:pt>
                <c:pt idx="26918">
                  <c:v>0.99748148148148152</c:v>
                </c:pt>
                <c:pt idx="26919">
                  <c:v>0.99762962962962964</c:v>
                </c:pt>
                <c:pt idx="26920">
                  <c:v>0.99777777777777776</c:v>
                </c:pt>
                <c:pt idx="26921">
                  <c:v>0.99792592592592588</c:v>
                </c:pt>
                <c:pt idx="26922">
                  <c:v>0.99807407407407411</c:v>
                </c:pt>
                <c:pt idx="26923">
                  <c:v>0.99822222222222223</c:v>
                </c:pt>
                <c:pt idx="26924">
                  <c:v>0.99837037037037035</c:v>
                </c:pt>
                <c:pt idx="26925">
                  <c:v>0.99851851851851847</c:v>
                </c:pt>
                <c:pt idx="26926">
                  <c:v>0.9986666666666667</c:v>
                </c:pt>
                <c:pt idx="26927">
                  <c:v>0.99881481481481482</c:v>
                </c:pt>
                <c:pt idx="26928">
                  <c:v>0.99881481481481482</c:v>
                </c:pt>
                <c:pt idx="26929">
                  <c:v>0.99896296296296294</c:v>
                </c:pt>
                <c:pt idx="26930">
                  <c:v>0.99896296296296294</c:v>
                </c:pt>
                <c:pt idx="26931">
                  <c:v>0.99911111111111106</c:v>
                </c:pt>
                <c:pt idx="26932">
                  <c:v>0.99925925925925929</c:v>
                </c:pt>
                <c:pt idx="26933">
                  <c:v>0.99940740740740741</c:v>
                </c:pt>
                <c:pt idx="26934">
                  <c:v>0.99940740740740741</c:v>
                </c:pt>
                <c:pt idx="26935">
                  <c:v>0.99940740740740741</c:v>
                </c:pt>
                <c:pt idx="26936">
                  <c:v>0.99940740740740741</c:v>
                </c:pt>
                <c:pt idx="26937">
                  <c:v>0.99955555555555553</c:v>
                </c:pt>
                <c:pt idx="26938">
                  <c:v>0.99970370370370365</c:v>
                </c:pt>
                <c:pt idx="26939">
                  <c:v>0.99985185185185188</c:v>
                </c:pt>
                <c:pt idx="2694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E2D-416B-B255-03E6C9C7180D}"/>
            </c:ext>
          </c:extLst>
        </c:ser>
        <c:ser>
          <c:idx val="1"/>
          <c:order val="1"/>
          <c:tx>
            <c:v>EKF</c:v>
          </c:tx>
          <c:spPr>
            <a:ln w="19050" cap="rnd">
              <a:solidFill>
                <a:srgbClr val="BE5528"/>
              </a:solidFill>
              <a:round/>
            </a:ln>
            <a:effectLst/>
          </c:spPr>
          <c:marker>
            <c:symbol val="none"/>
          </c:marker>
          <c:xVal>
            <c:numRef>
              <c:f>工作表1!$A$2:$A$26942</c:f>
              <c:numCache>
                <c:formatCode>General</c:formatCode>
                <c:ptCount val="26941"/>
                <c:pt idx="0">
                  <c:v>0</c:v>
                </c:pt>
                <c:pt idx="1">
                  <c:v>2.7946249469234358E-3</c:v>
                </c:pt>
                <c:pt idx="2">
                  <c:v>5.8133160780984286E-3</c:v>
                </c:pt>
                <c:pt idx="3">
                  <c:v>6.7863413197884869E-3</c:v>
                </c:pt>
                <c:pt idx="4">
                  <c:v>8.494081710897142E-3</c:v>
                </c:pt>
                <c:pt idx="5">
                  <c:v>8.7118407497888302E-3</c:v>
                </c:pt>
                <c:pt idx="6">
                  <c:v>9.6531330635455572E-3</c:v>
                </c:pt>
                <c:pt idx="7">
                  <c:v>9.6615782392173201E-3</c:v>
                </c:pt>
                <c:pt idx="8">
                  <c:v>9.714840091438047E-3</c:v>
                </c:pt>
                <c:pt idx="9">
                  <c:v>1.0642148906982939E-2</c:v>
                </c:pt>
                <c:pt idx="10">
                  <c:v>1.0845885352890368E-2</c:v>
                </c:pt>
                <c:pt idx="11">
                  <c:v>1.0887713584082784E-2</c:v>
                </c:pt>
                <c:pt idx="12">
                  <c:v>1.1121837707425955E-2</c:v>
                </c:pt>
                <c:pt idx="13">
                  <c:v>1.118248073238505E-2</c:v>
                </c:pt>
                <c:pt idx="14">
                  <c:v>1.126468237349371E-2</c:v>
                </c:pt>
                <c:pt idx="15">
                  <c:v>1.1314141257244685E-2</c:v>
                </c:pt>
                <c:pt idx="16">
                  <c:v>1.1847415394384582E-2</c:v>
                </c:pt>
                <c:pt idx="17">
                  <c:v>1.2673139283812978E-2</c:v>
                </c:pt>
                <c:pt idx="18">
                  <c:v>1.314549675097082E-2</c:v>
                </c:pt>
                <c:pt idx="19">
                  <c:v>1.3212676364019176E-2</c:v>
                </c:pt>
                <c:pt idx="20">
                  <c:v>1.360673804721076E-2</c:v>
                </c:pt>
                <c:pt idx="21">
                  <c:v>1.3687228952116409E-2</c:v>
                </c:pt>
                <c:pt idx="22">
                  <c:v>1.3927287493673479E-2</c:v>
                </c:pt>
                <c:pt idx="23">
                  <c:v>1.4012699083072342E-2</c:v>
                </c:pt>
                <c:pt idx="24">
                  <c:v>1.4023410641627298E-2</c:v>
                </c:pt>
                <c:pt idx="25">
                  <c:v>1.432861614113738E-2</c:v>
                </c:pt>
                <c:pt idx="26">
                  <c:v>1.4485113375701918E-2</c:v>
                </c:pt>
                <c:pt idx="27">
                  <c:v>1.4563015991601759E-2</c:v>
                </c:pt>
                <c:pt idx="28">
                  <c:v>1.4687147892411019E-2</c:v>
                </c:pt>
                <c:pt idx="29">
                  <c:v>1.4694763264302033E-2</c:v>
                </c:pt>
                <c:pt idx="30">
                  <c:v>1.476511103309874E-2</c:v>
                </c:pt>
                <c:pt idx="31">
                  <c:v>1.484898437023211E-2</c:v>
                </c:pt>
                <c:pt idx="32">
                  <c:v>1.4859859758991439E-2</c:v>
                </c:pt>
                <c:pt idx="33">
                  <c:v>1.4903385093742127E-2</c:v>
                </c:pt>
                <c:pt idx="34">
                  <c:v>1.4917318223854318E-2</c:v>
                </c:pt>
                <c:pt idx="35">
                  <c:v>1.49616125610163E-2</c:v>
                </c:pt>
                <c:pt idx="36">
                  <c:v>1.5035428115915107E-2</c:v>
                </c:pt>
                <c:pt idx="37">
                  <c:v>1.5120961252069983E-2</c:v>
                </c:pt>
                <c:pt idx="38">
                  <c:v>1.5130655445956777E-2</c:v>
                </c:pt>
                <c:pt idx="39">
                  <c:v>1.5187729457684047E-2</c:v>
                </c:pt>
                <c:pt idx="40">
                  <c:v>1.5229989910488651E-2</c:v>
                </c:pt>
                <c:pt idx="41">
                  <c:v>1.5244250370344468E-2</c:v>
                </c:pt>
                <c:pt idx="42">
                  <c:v>1.5324896548165675E-2</c:v>
                </c:pt>
                <c:pt idx="43">
                  <c:v>1.5677153377740373E-2</c:v>
                </c:pt>
                <c:pt idx="44">
                  <c:v>1.5727751022163883E-2</c:v>
                </c:pt>
                <c:pt idx="45">
                  <c:v>1.5755763680214929E-2</c:v>
                </c:pt>
                <c:pt idx="46">
                  <c:v>1.5805431979660979E-2</c:v>
                </c:pt>
                <c:pt idx="47">
                  <c:v>1.5827888605158453E-2</c:v>
                </c:pt>
                <c:pt idx="48">
                  <c:v>1.5828952189759084E-2</c:v>
                </c:pt>
                <c:pt idx="49">
                  <c:v>1.5839164760096273E-2</c:v>
                </c:pt>
                <c:pt idx="50">
                  <c:v>1.5845944867392082E-2</c:v>
                </c:pt>
                <c:pt idx="51">
                  <c:v>1.5908882965316055E-2</c:v>
                </c:pt>
                <c:pt idx="52">
                  <c:v>1.596216596288479E-2</c:v>
                </c:pt>
                <c:pt idx="53">
                  <c:v>1.614808509337292E-2</c:v>
                </c:pt>
                <c:pt idx="54">
                  <c:v>1.6251250144594668E-2</c:v>
                </c:pt>
                <c:pt idx="55">
                  <c:v>1.6319446464865828E-2</c:v>
                </c:pt>
                <c:pt idx="56">
                  <c:v>1.636817856162882E-2</c:v>
                </c:pt>
                <c:pt idx="57">
                  <c:v>1.6526034594841671E-2</c:v>
                </c:pt>
                <c:pt idx="58">
                  <c:v>1.6611942971331461E-2</c:v>
                </c:pt>
                <c:pt idx="59">
                  <c:v>1.661742198047678E-2</c:v>
                </c:pt>
                <c:pt idx="60">
                  <c:v>1.6639843613107112E-2</c:v>
                </c:pt>
                <c:pt idx="61">
                  <c:v>1.7080210097148284E-2</c:v>
                </c:pt>
                <c:pt idx="62">
                  <c:v>1.7239360371540578E-2</c:v>
                </c:pt>
                <c:pt idx="63">
                  <c:v>1.7620990971011351E-2</c:v>
                </c:pt>
                <c:pt idx="64">
                  <c:v>1.7733617289644839E-2</c:v>
                </c:pt>
                <c:pt idx="65">
                  <c:v>1.7760863719355938E-2</c:v>
                </c:pt>
                <c:pt idx="66">
                  <c:v>1.7829508735857567E-2</c:v>
                </c:pt>
                <c:pt idx="67">
                  <c:v>1.785970877571225E-2</c:v>
                </c:pt>
                <c:pt idx="68">
                  <c:v>1.8007196430383798E-2</c:v>
                </c:pt>
                <c:pt idx="69">
                  <c:v>1.8050631657241082E-2</c:v>
                </c:pt>
                <c:pt idx="70">
                  <c:v>1.8379839877929339E-2</c:v>
                </c:pt>
                <c:pt idx="71">
                  <c:v>1.839615982290169E-2</c:v>
                </c:pt>
                <c:pt idx="72">
                  <c:v>1.8416601443944317E-2</c:v>
                </c:pt>
                <c:pt idx="73">
                  <c:v>1.8427930099273512E-2</c:v>
                </c:pt>
                <c:pt idx="74">
                  <c:v>1.8445683955885004E-2</c:v>
                </c:pt>
                <c:pt idx="75">
                  <c:v>1.8497417288738674E-2</c:v>
                </c:pt>
                <c:pt idx="76">
                  <c:v>1.8727550734930994E-2</c:v>
                </c:pt>
                <c:pt idx="77">
                  <c:v>1.8752029072994371E-2</c:v>
                </c:pt>
                <c:pt idx="78">
                  <c:v>1.8831560770845E-2</c:v>
                </c:pt>
                <c:pt idx="79">
                  <c:v>1.8959071008263446E-2</c:v>
                </c:pt>
                <c:pt idx="80">
                  <c:v>1.9002221025354302E-2</c:v>
                </c:pt>
                <c:pt idx="81">
                  <c:v>1.9016104402484874E-2</c:v>
                </c:pt>
                <c:pt idx="82">
                  <c:v>1.9038457407767141E-2</c:v>
                </c:pt>
                <c:pt idx="83">
                  <c:v>1.907767780560302E-2</c:v>
                </c:pt>
                <c:pt idx="84">
                  <c:v>1.9088312197216746E-2</c:v>
                </c:pt>
                <c:pt idx="85">
                  <c:v>1.9207416463143365E-2</c:v>
                </c:pt>
                <c:pt idx="86">
                  <c:v>1.925840576733328E-2</c:v>
                </c:pt>
                <c:pt idx="87">
                  <c:v>1.9312910886457112E-2</c:v>
                </c:pt>
                <c:pt idx="88">
                  <c:v>1.9425829771959086E-2</c:v>
                </c:pt>
                <c:pt idx="89">
                  <c:v>1.9436268906452874E-2</c:v>
                </c:pt>
                <c:pt idx="90">
                  <c:v>1.9505621271938726E-2</c:v>
                </c:pt>
                <c:pt idx="91">
                  <c:v>1.9526642195612103E-2</c:v>
                </c:pt>
                <c:pt idx="92">
                  <c:v>1.9560035743192494E-2</c:v>
                </c:pt>
                <c:pt idx="93">
                  <c:v>1.9566732466683369E-2</c:v>
                </c:pt>
                <c:pt idx="94">
                  <c:v>1.9627908672666585E-2</c:v>
                </c:pt>
                <c:pt idx="95">
                  <c:v>1.9629751286064263E-2</c:v>
                </c:pt>
                <c:pt idx="96">
                  <c:v>1.9652926843234751E-2</c:v>
                </c:pt>
                <c:pt idx="97">
                  <c:v>1.9737861122868221E-2</c:v>
                </c:pt>
                <c:pt idx="98">
                  <c:v>1.9879159733926614E-2</c:v>
                </c:pt>
                <c:pt idx="99">
                  <c:v>2.0041820476773244E-2</c:v>
                </c:pt>
                <c:pt idx="100">
                  <c:v>2.0045729553574476E-2</c:v>
                </c:pt>
                <c:pt idx="101">
                  <c:v>2.0051997602070007E-2</c:v>
                </c:pt>
                <c:pt idx="102">
                  <c:v>2.0086857435721514E-2</c:v>
                </c:pt>
                <c:pt idx="103">
                  <c:v>2.0132803396867401E-2</c:v>
                </c:pt>
                <c:pt idx="104">
                  <c:v>2.0175578711191945E-2</c:v>
                </c:pt>
                <c:pt idx="105">
                  <c:v>2.0219642378517113E-2</c:v>
                </c:pt>
                <c:pt idx="106">
                  <c:v>2.0226485472933882E-2</c:v>
                </c:pt>
                <c:pt idx="107">
                  <c:v>2.0254141653905593E-2</c:v>
                </c:pt>
                <c:pt idx="108">
                  <c:v>2.0256229240169905E-2</c:v>
                </c:pt>
                <c:pt idx="109">
                  <c:v>2.0350623117269383E-2</c:v>
                </c:pt>
                <c:pt idx="110">
                  <c:v>2.0369618986872739E-2</c:v>
                </c:pt>
                <c:pt idx="111">
                  <c:v>2.0388708177338118E-2</c:v>
                </c:pt>
                <c:pt idx="112">
                  <c:v>2.0501150484307597E-2</c:v>
                </c:pt>
                <c:pt idx="113">
                  <c:v>2.0620558006817325E-2</c:v>
                </c:pt>
                <c:pt idx="114">
                  <c:v>2.0632626296641206E-2</c:v>
                </c:pt>
                <c:pt idx="115">
                  <c:v>2.0632919117782842E-2</c:v>
                </c:pt>
                <c:pt idx="116">
                  <c:v>2.0716924694877029E-2</c:v>
                </c:pt>
                <c:pt idx="117">
                  <c:v>2.0792039620116529E-2</c:v>
                </c:pt>
                <c:pt idx="118">
                  <c:v>2.0835695828122693E-2</c:v>
                </c:pt>
                <c:pt idx="119">
                  <c:v>2.0839694386045989E-2</c:v>
                </c:pt>
                <c:pt idx="120">
                  <c:v>2.0869306576844583E-2</c:v>
                </c:pt>
                <c:pt idx="121">
                  <c:v>2.0883557937528288E-2</c:v>
                </c:pt>
                <c:pt idx="122">
                  <c:v>2.0916456866530358E-2</c:v>
                </c:pt>
                <c:pt idx="123">
                  <c:v>2.0939245426459641E-2</c:v>
                </c:pt>
                <c:pt idx="124">
                  <c:v>2.1014683858514602E-2</c:v>
                </c:pt>
                <c:pt idx="125">
                  <c:v>2.1048761568904482E-2</c:v>
                </c:pt>
                <c:pt idx="126">
                  <c:v>2.1072220959858744E-2</c:v>
                </c:pt>
                <c:pt idx="127">
                  <c:v>2.1072550420810989E-2</c:v>
                </c:pt>
                <c:pt idx="128">
                  <c:v>2.1160066031370203E-2</c:v>
                </c:pt>
                <c:pt idx="129">
                  <c:v>2.1193918478500027E-2</c:v>
                </c:pt>
                <c:pt idx="130">
                  <c:v>2.1264100187298431E-2</c:v>
                </c:pt>
                <c:pt idx="131">
                  <c:v>2.1285652144249965E-2</c:v>
                </c:pt>
                <c:pt idx="132">
                  <c:v>2.1299137277566924E-2</c:v>
                </c:pt>
                <c:pt idx="133">
                  <c:v>2.1330034757207003E-2</c:v>
                </c:pt>
                <c:pt idx="134">
                  <c:v>2.139491028475687E-2</c:v>
                </c:pt>
                <c:pt idx="135">
                  <c:v>2.1408224839947011E-2</c:v>
                </c:pt>
                <c:pt idx="136">
                  <c:v>2.1526579732944705E-2</c:v>
                </c:pt>
                <c:pt idx="137">
                  <c:v>2.1724833555679172E-2</c:v>
                </c:pt>
                <c:pt idx="138">
                  <c:v>2.1860561255419766E-2</c:v>
                </c:pt>
                <c:pt idx="139">
                  <c:v>2.1868108313850623E-2</c:v>
                </c:pt>
                <c:pt idx="140">
                  <c:v>2.1922962132367087E-2</c:v>
                </c:pt>
                <c:pt idx="141">
                  <c:v>2.196130059143481E-2</c:v>
                </c:pt>
                <c:pt idx="142">
                  <c:v>2.196230815156924E-2</c:v>
                </c:pt>
                <c:pt idx="143">
                  <c:v>2.2178489260441657E-2</c:v>
                </c:pt>
                <c:pt idx="144">
                  <c:v>2.226893459541086E-2</c:v>
                </c:pt>
                <c:pt idx="145">
                  <c:v>2.2272072139618081E-2</c:v>
                </c:pt>
                <c:pt idx="146">
                  <c:v>2.2289412177165374E-2</c:v>
                </c:pt>
                <c:pt idx="147">
                  <c:v>2.253417842227623E-2</c:v>
                </c:pt>
                <c:pt idx="148">
                  <c:v>2.253449377705502E-2</c:v>
                </c:pt>
                <c:pt idx="149">
                  <c:v>2.2559771334456372E-2</c:v>
                </c:pt>
                <c:pt idx="150">
                  <c:v>2.2650997673022703E-2</c:v>
                </c:pt>
                <c:pt idx="151">
                  <c:v>2.2707374074392054E-2</c:v>
                </c:pt>
                <c:pt idx="152">
                  <c:v>2.2710088470610235E-2</c:v>
                </c:pt>
                <c:pt idx="153">
                  <c:v>2.2745265231750744E-2</c:v>
                </c:pt>
                <c:pt idx="154">
                  <c:v>2.2839121822925454E-2</c:v>
                </c:pt>
                <c:pt idx="155">
                  <c:v>2.2931644168681931E-2</c:v>
                </c:pt>
                <c:pt idx="156">
                  <c:v>2.3103437061361694E-2</c:v>
                </c:pt>
                <c:pt idx="157">
                  <c:v>2.3129719260792037E-2</c:v>
                </c:pt>
                <c:pt idx="158">
                  <c:v>2.3161575358178147E-2</c:v>
                </c:pt>
                <c:pt idx="159">
                  <c:v>2.321471717880054E-2</c:v>
                </c:pt>
                <c:pt idx="160">
                  <c:v>2.3223916217405674E-2</c:v>
                </c:pt>
                <c:pt idx="161">
                  <c:v>2.3247179265834181E-2</c:v>
                </c:pt>
                <c:pt idx="162">
                  <c:v>2.3319694239727309E-2</c:v>
                </c:pt>
                <c:pt idx="163">
                  <c:v>2.3340783659182567E-2</c:v>
                </c:pt>
                <c:pt idx="164">
                  <c:v>2.339526929805082E-2</c:v>
                </c:pt>
                <c:pt idx="165">
                  <c:v>2.3450315855462429E-2</c:v>
                </c:pt>
                <c:pt idx="166">
                  <c:v>2.3505680966091902E-2</c:v>
                </c:pt>
                <c:pt idx="167">
                  <c:v>2.3522813092614784E-2</c:v>
                </c:pt>
                <c:pt idx="168">
                  <c:v>2.3528218229763902E-2</c:v>
                </c:pt>
                <c:pt idx="169">
                  <c:v>2.3610007371887932E-2</c:v>
                </c:pt>
                <c:pt idx="170">
                  <c:v>2.3671180686273673E-2</c:v>
                </c:pt>
                <c:pt idx="171">
                  <c:v>2.3803337038865661E-2</c:v>
                </c:pt>
                <c:pt idx="172">
                  <c:v>2.384117449872564E-2</c:v>
                </c:pt>
                <c:pt idx="173">
                  <c:v>2.3890905373300162E-2</c:v>
                </c:pt>
                <c:pt idx="174">
                  <c:v>2.3979898520208067E-2</c:v>
                </c:pt>
                <c:pt idx="175">
                  <c:v>2.4019872238880736E-2</c:v>
                </c:pt>
                <c:pt idx="176">
                  <c:v>2.4028752213200315E-2</c:v>
                </c:pt>
                <c:pt idx="177">
                  <c:v>2.4110941814319192E-2</c:v>
                </c:pt>
                <c:pt idx="178">
                  <c:v>2.4178404135712598E-2</c:v>
                </c:pt>
                <c:pt idx="179">
                  <c:v>2.4245118151989764E-2</c:v>
                </c:pt>
                <c:pt idx="180">
                  <c:v>2.4246296882368353E-2</c:v>
                </c:pt>
                <c:pt idx="181">
                  <c:v>2.4256807762148436E-2</c:v>
                </c:pt>
                <c:pt idx="182">
                  <c:v>2.4300641778867312E-2</c:v>
                </c:pt>
                <c:pt idx="183">
                  <c:v>2.4345474432461545E-2</c:v>
                </c:pt>
                <c:pt idx="184">
                  <c:v>2.4493215881306509E-2</c:v>
                </c:pt>
                <c:pt idx="185">
                  <c:v>2.4610695335288382E-2</c:v>
                </c:pt>
                <c:pt idx="186">
                  <c:v>2.4619427880454119E-2</c:v>
                </c:pt>
                <c:pt idx="187">
                  <c:v>2.4634485955590216E-2</c:v>
                </c:pt>
                <c:pt idx="188">
                  <c:v>2.4635623227300014E-2</c:v>
                </c:pt>
                <c:pt idx="189">
                  <c:v>2.4636654215412699E-2</c:v>
                </c:pt>
                <c:pt idx="190">
                  <c:v>2.4702574783048423E-2</c:v>
                </c:pt>
                <c:pt idx="191">
                  <c:v>2.4840667554414796E-2</c:v>
                </c:pt>
                <c:pt idx="192">
                  <c:v>2.4882099679208541E-2</c:v>
                </c:pt>
                <c:pt idx="193">
                  <c:v>2.4884957185164324E-2</c:v>
                </c:pt>
                <c:pt idx="194">
                  <c:v>2.4909761143768722E-2</c:v>
                </c:pt>
                <c:pt idx="195">
                  <c:v>2.4927933340578683E-2</c:v>
                </c:pt>
                <c:pt idx="196">
                  <c:v>2.5054942011981839E-2</c:v>
                </c:pt>
                <c:pt idx="197">
                  <c:v>2.5074777630550098E-2</c:v>
                </c:pt>
                <c:pt idx="198">
                  <c:v>2.5105042901654238E-2</c:v>
                </c:pt>
                <c:pt idx="199">
                  <c:v>2.5122609490622585E-2</c:v>
                </c:pt>
                <c:pt idx="200">
                  <c:v>2.5124061698978416E-2</c:v>
                </c:pt>
                <c:pt idx="201">
                  <c:v>2.5205335245657882E-2</c:v>
                </c:pt>
                <c:pt idx="202">
                  <c:v>2.527943772945173E-2</c:v>
                </c:pt>
                <c:pt idx="203">
                  <c:v>2.5284409011600492E-2</c:v>
                </c:pt>
                <c:pt idx="204">
                  <c:v>2.5287547709908896E-2</c:v>
                </c:pt>
                <c:pt idx="205">
                  <c:v>2.5291250604457902E-2</c:v>
                </c:pt>
                <c:pt idx="206">
                  <c:v>2.5331741200475693E-2</c:v>
                </c:pt>
                <c:pt idx="207">
                  <c:v>2.5339380156061939E-2</c:v>
                </c:pt>
                <c:pt idx="208">
                  <c:v>2.5347722876513372E-2</c:v>
                </c:pt>
                <c:pt idx="209">
                  <c:v>2.5386432772230429E-2</c:v>
                </c:pt>
                <c:pt idx="210">
                  <c:v>2.5472868685416126E-2</c:v>
                </c:pt>
                <c:pt idx="211">
                  <c:v>2.5481099979444262E-2</c:v>
                </c:pt>
                <c:pt idx="212">
                  <c:v>2.549677049498323E-2</c:v>
                </c:pt>
                <c:pt idx="213">
                  <c:v>2.5500938566857062E-2</c:v>
                </c:pt>
                <c:pt idx="214">
                  <c:v>2.5501185787788302E-2</c:v>
                </c:pt>
                <c:pt idx="215">
                  <c:v>2.5511565824766769E-2</c:v>
                </c:pt>
                <c:pt idx="216">
                  <c:v>2.5602404227773701E-2</c:v>
                </c:pt>
                <c:pt idx="217">
                  <c:v>2.5609805778246522E-2</c:v>
                </c:pt>
                <c:pt idx="218">
                  <c:v>2.561370378783466E-2</c:v>
                </c:pt>
                <c:pt idx="219">
                  <c:v>2.5618282603704426E-2</c:v>
                </c:pt>
                <c:pt idx="220">
                  <c:v>2.5638050909134891E-2</c:v>
                </c:pt>
                <c:pt idx="221">
                  <c:v>2.5661353849248055E-2</c:v>
                </c:pt>
                <c:pt idx="222">
                  <c:v>2.5673793480366486E-2</c:v>
                </c:pt>
                <c:pt idx="223">
                  <c:v>2.5709646911287545E-2</c:v>
                </c:pt>
                <c:pt idx="224">
                  <c:v>2.5740872179616264E-2</c:v>
                </c:pt>
                <c:pt idx="225">
                  <c:v>2.5779420122112214E-2</c:v>
                </c:pt>
                <c:pt idx="226">
                  <c:v>2.5782261473869323E-2</c:v>
                </c:pt>
                <c:pt idx="227">
                  <c:v>2.578520156150552E-2</c:v>
                </c:pt>
                <c:pt idx="228">
                  <c:v>2.5861380655302992E-2</c:v>
                </c:pt>
                <c:pt idx="229">
                  <c:v>2.5873874540479649E-2</c:v>
                </c:pt>
                <c:pt idx="230">
                  <c:v>2.5944006974140756E-2</c:v>
                </c:pt>
                <c:pt idx="231">
                  <c:v>2.6033838713724701E-2</c:v>
                </c:pt>
                <c:pt idx="232">
                  <c:v>2.6198658890493373E-2</c:v>
                </c:pt>
                <c:pt idx="233">
                  <c:v>2.6221661715417077E-2</c:v>
                </c:pt>
                <c:pt idx="234">
                  <c:v>2.6231122020420321E-2</c:v>
                </c:pt>
                <c:pt idx="235">
                  <c:v>2.6249742209449135E-2</c:v>
                </c:pt>
                <c:pt idx="236">
                  <c:v>2.6252991573892496E-2</c:v>
                </c:pt>
                <c:pt idx="237">
                  <c:v>2.6253683961528312E-2</c:v>
                </c:pt>
                <c:pt idx="238">
                  <c:v>2.6326627677423029E-2</c:v>
                </c:pt>
                <c:pt idx="239">
                  <c:v>2.6329638686378488E-2</c:v>
                </c:pt>
                <c:pt idx="240">
                  <c:v>2.6336362643709147E-2</c:v>
                </c:pt>
                <c:pt idx="241">
                  <c:v>2.6387715225027992E-2</c:v>
                </c:pt>
                <c:pt idx="242">
                  <c:v>2.6422166424166539E-2</c:v>
                </c:pt>
                <c:pt idx="243">
                  <c:v>2.6493438646203328E-2</c:v>
                </c:pt>
                <c:pt idx="244">
                  <c:v>2.6494997572391772E-2</c:v>
                </c:pt>
                <c:pt idx="245">
                  <c:v>2.6499671880683622E-2</c:v>
                </c:pt>
                <c:pt idx="246">
                  <c:v>2.6508889269356965E-2</c:v>
                </c:pt>
                <c:pt idx="247">
                  <c:v>2.6544708867512336E-2</c:v>
                </c:pt>
                <c:pt idx="248">
                  <c:v>2.65620766499697E-2</c:v>
                </c:pt>
                <c:pt idx="249">
                  <c:v>2.6573850983603368E-2</c:v>
                </c:pt>
                <c:pt idx="250">
                  <c:v>2.6644102560650938E-2</c:v>
                </c:pt>
                <c:pt idx="251">
                  <c:v>2.6696925514229891E-2</c:v>
                </c:pt>
                <c:pt idx="252">
                  <c:v>2.6736985236177437E-2</c:v>
                </c:pt>
                <c:pt idx="253">
                  <c:v>2.6752101493376378E-2</c:v>
                </c:pt>
                <c:pt idx="254">
                  <c:v>2.6769423407164469E-2</c:v>
                </c:pt>
                <c:pt idx="255">
                  <c:v>2.6773691159009835E-2</c:v>
                </c:pt>
                <c:pt idx="256">
                  <c:v>2.682771192524926E-2</c:v>
                </c:pt>
                <c:pt idx="257">
                  <c:v>2.6841112730467322E-2</c:v>
                </c:pt>
                <c:pt idx="258">
                  <c:v>2.703317046824652E-2</c:v>
                </c:pt>
                <c:pt idx="259">
                  <c:v>2.7037675481536006E-2</c:v>
                </c:pt>
                <c:pt idx="260">
                  <c:v>2.7067076481357845E-2</c:v>
                </c:pt>
                <c:pt idx="261">
                  <c:v>2.7077037618816309E-2</c:v>
                </c:pt>
                <c:pt idx="262">
                  <c:v>2.7149757155679261E-2</c:v>
                </c:pt>
                <c:pt idx="263">
                  <c:v>2.7169134563715475E-2</c:v>
                </c:pt>
                <c:pt idx="264">
                  <c:v>2.7172281084900007E-2</c:v>
                </c:pt>
                <c:pt idx="265">
                  <c:v>2.7208385293603692E-2</c:v>
                </c:pt>
                <c:pt idx="266">
                  <c:v>2.7258176426774226E-2</c:v>
                </c:pt>
                <c:pt idx="267">
                  <c:v>2.7291223400967859E-2</c:v>
                </c:pt>
                <c:pt idx="268">
                  <c:v>2.7308304757198733E-2</c:v>
                </c:pt>
                <c:pt idx="269">
                  <c:v>2.7325917104399203E-2</c:v>
                </c:pt>
                <c:pt idx="270">
                  <c:v>2.7328441500939327E-2</c:v>
                </c:pt>
                <c:pt idx="271">
                  <c:v>2.734351353350032E-2</c:v>
                </c:pt>
                <c:pt idx="272">
                  <c:v>2.7472452042820204E-2</c:v>
                </c:pt>
                <c:pt idx="273">
                  <c:v>2.7473115547030507E-2</c:v>
                </c:pt>
                <c:pt idx="274">
                  <c:v>2.7485350849914623E-2</c:v>
                </c:pt>
                <c:pt idx="275">
                  <c:v>2.7522536085511654E-2</c:v>
                </c:pt>
                <c:pt idx="276">
                  <c:v>2.7559729979893841E-2</c:v>
                </c:pt>
                <c:pt idx="277">
                  <c:v>2.7650594112282708E-2</c:v>
                </c:pt>
                <c:pt idx="278">
                  <c:v>2.7666171292043139E-2</c:v>
                </c:pt>
                <c:pt idx="279">
                  <c:v>2.7674643797140599E-2</c:v>
                </c:pt>
                <c:pt idx="280">
                  <c:v>2.7781697651822791E-2</c:v>
                </c:pt>
                <c:pt idx="281">
                  <c:v>2.7822100069167098E-2</c:v>
                </c:pt>
                <c:pt idx="282">
                  <c:v>2.7856862832280251E-2</c:v>
                </c:pt>
                <c:pt idx="283">
                  <c:v>2.7877521795953378E-2</c:v>
                </c:pt>
                <c:pt idx="284">
                  <c:v>2.7913729240587475E-2</c:v>
                </c:pt>
                <c:pt idx="285">
                  <c:v>2.791696456339076E-2</c:v>
                </c:pt>
                <c:pt idx="286">
                  <c:v>2.7944385459199646E-2</c:v>
                </c:pt>
                <c:pt idx="287">
                  <c:v>2.7998330972583835E-2</c:v>
                </c:pt>
                <c:pt idx="288">
                  <c:v>2.8003205981659847E-2</c:v>
                </c:pt>
                <c:pt idx="289">
                  <c:v>2.8066759753218391E-2</c:v>
                </c:pt>
                <c:pt idx="290">
                  <c:v>2.80840049909836E-2</c:v>
                </c:pt>
                <c:pt idx="291">
                  <c:v>2.8106963398894014E-2</c:v>
                </c:pt>
                <c:pt idx="292">
                  <c:v>2.8137714175918909E-2</c:v>
                </c:pt>
                <c:pt idx="293">
                  <c:v>2.8197796381280369E-2</c:v>
                </c:pt>
                <c:pt idx="294">
                  <c:v>2.8247304599839641E-2</c:v>
                </c:pt>
                <c:pt idx="295">
                  <c:v>2.8251151429097836E-2</c:v>
                </c:pt>
                <c:pt idx="296">
                  <c:v>2.8283770863984082E-2</c:v>
                </c:pt>
                <c:pt idx="297">
                  <c:v>2.8317556166438471E-2</c:v>
                </c:pt>
                <c:pt idx="298">
                  <c:v>2.857018224588527E-2</c:v>
                </c:pt>
                <c:pt idx="299">
                  <c:v>2.867285039409519E-2</c:v>
                </c:pt>
                <c:pt idx="300">
                  <c:v>2.8724654425521429E-2</c:v>
                </c:pt>
                <c:pt idx="301">
                  <c:v>2.883448290200805E-2</c:v>
                </c:pt>
                <c:pt idx="302">
                  <c:v>2.8840417988880186E-2</c:v>
                </c:pt>
                <c:pt idx="303">
                  <c:v>2.8845786205027028E-2</c:v>
                </c:pt>
                <c:pt idx="304">
                  <c:v>2.8884046761059722E-2</c:v>
                </c:pt>
                <c:pt idx="305">
                  <c:v>2.8898224184427959E-2</c:v>
                </c:pt>
                <c:pt idx="306">
                  <c:v>2.8902362216336654E-2</c:v>
                </c:pt>
                <c:pt idx="307">
                  <c:v>2.8939705945520658E-2</c:v>
                </c:pt>
                <c:pt idx="308">
                  <c:v>2.8942566782271487E-2</c:v>
                </c:pt>
                <c:pt idx="309">
                  <c:v>2.8977184185380006E-2</c:v>
                </c:pt>
                <c:pt idx="310">
                  <c:v>2.8978453841767289E-2</c:v>
                </c:pt>
                <c:pt idx="311">
                  <c:v>2.8994015588952107E-2</c:v>
                </c:pt>
                <c:pt idx="312">
                  <c:v>2.9052347243148938E-2</c:v>
                </c:pt>
                <c:pt idx="313">
                  <c:v>2.9069418404889778E-2</c:v>
                </c:pt>
                <c:pt idx="314">
                  <c:v>2.910495962970663E-2</c:v>
                </c:pt>
                <c:pt idx="315">
                  <c:v>2.9246673812641767E-2</c:v>
                </c:pt>
                <c:pt idx="316">
                  <c:v>2.9273047101499562E-2</c:v>
                </c:pt>
                <c:pt idx="317">
                  <c:v>2.9293074323938961E-2</c:v>
                </c:pt>
                <c:pt idx="318">
                  <c:v>2.9313202236875162E-2</c:v>
                </c:pt>
                <c:pt idx="319">
                  <c:v>2.9322260202835317E-2</c:v>
                </c:pt>
                <c:pt idx="320">
                  <c:v>2.9359607224557622E-2</c:v>
                </c:pt>
                <c:pt idx="321">
                  <c:v>2.94045839893451E-2</c:v>
                </c:pt>
                <c:pt idx="322">
                  <c:v>2.9421953858217328E-2</c:v>
                </c:pt>
                <c:pt idx="323">
                  <c:v>2.945626750110563E-2</c:v>
                </c:pt>
                <c:pt idx="324">
                  <c:v>2.945678482533098E-2</c:v>
                </c:pt>
                <c:pt idx="325">
                  <c:v>2.9502741922817065E-2</c:v>
                </c:pt>
                <c:pt idx="326">
                  <c:v>2.9511514511861511E-2</c:v>
                </c:pt>
                <c:pt idx="327">
                  <c:v>2.9517815029300513E-2</c:v>
                </c:pt>
                <c:pt idx="328">
                  <c:v>2.9524155718592477E-2</c:v>
                </c:pt>
                <c:pt idx="329">
                  <c:v>2.9527155360729574E-2</c:v>
                </c:pt>
                <c:pt idx="330">
                  <c:v>2.9542425528598416E-2</c:v>
                </c:pt>
                <c:pt idx="331">
                  <c:v>2.9662151086602119E-2</c:v>
                </c:pt>
                <c:pt idx="332">
                  <c:v>2.9717132022907263E-2</c:v>
                </c:pt>
                <c:pt idx="333">
                  <c:v>2.9744155019205888E-2</c:v>
                </c:pt>
                <c:pt idx="334">
                  <c:v>2.9817198192625217E-2</c:v>
                </c:pt>
                <c:pt idx="335">
                  <c:v>2.9852310499732332E-2</c:v>
                </c:pt>
                <c:pt idx="336">
                  <c:v>2.9884534729346386E-2</c:v>
                </c:pt>
                <c:pt idx="337">
                  <c:v>2.9936181733058589E-2</c:v>
                </c:pt>
                <c:pt idx="338">
                  <c:v>2.9942903581204921E-2</c:v>
                </c:pt>
                <c:pt idx="339">
                  <c:v>2.9950343269218874E-2</c:v>
                </c:pt>
                <c:pt idx="340">
                  <c:v>2.9954378145728006E-2</c:v>
                </c:pt>
                <c:pt idx="341">
                  <c:v>3.0025474713187492E-2</c:v>
                </c:pt>
                <c:pt idx="342">
                  <c:v>3.0117380138116556E-2</c:v>
                </c:pt>
                <c:pt idx="343">
                  <c:v>3.013933215903199E-2</c:v>
                </c:pt>
                <c:pt idx="344">
                  <c:v>3.0167032739287048E-2</c:v>
                </c:pt>
                <c:pt idx="345">
                  <c:v>3.018548002996924E-2</c:v>
                </c:pt>
                <c:pt idx="346">
                  <c:v>3.0192737300354842E-2</c:v>
                </c:pt>
                <c:pt idx="347">
                  <c:v>3.0232583051756714E-2</c:v>
                </c:pt>
                <c:pt idx="348">
                  <c:v>3.0236453801783188E-2</c:v>
                </c:pt>
                <c:pt idx="349">
                  <c:v>3.0259537484967382E-2</c:v>
                </c:pt>
                <c:pt idx="350">
                  <c:v>3.029809305493214E-2</c:v>
                </c:pt>
                <c:pt idx="351">
                  <c:v>3.0336099384738652E-2</c:v>
                </c:pt>
                <c:pt idx="352">
                  <c:v>3.0398710738882544E-2</c:v>
                </c:pt>
                <c:pt idx="353">
                  <c:v>3.0400947842756754E-2</c:v>
                </c:pt>
                <c:pt idx="354">
                  <c:v>3.0401683169358939E-2</c:v>
                </c:pt>
                <c:pt idx="355">
                  <c:v>3.040354315668202E-2</c:v>
                </c:pt>
                <c:pt idx="356">
                  <c:v>3.0413386283792511E-2</c:v>
                </c:pt>
                <c:pt idx="357">
                  <c:v>3.0439941921189932E-2</c:v>
                </c:pt>
                <c:pt idx="358">
                  <c:v>3.0450325296283446E-2</c:v>
                </c:pt>
                <c:pt idx="359">
                  <c:v>3.0505540956343696E-2</c:v>
                </c:pt>
                <c:pt idx="360">
                  <c:v>3.0510001183105005E-2</c:v>
                </c:pt>
                <c:pt idx="361">
                  <c:v>3.0595886531791953E-2</c:v>
                </c:pt>
                <c:pt idx="362">
                  <c:v>3.0633564500316915E-2</c:v>
                </c:pt>
                <c:pt idx="363">
                  <c:v>3.0650377193019711E-2</c:v>
                </c:pt>
                <c:pt idx="364">
                  <c:v>3.0669512258185611E-2</c:v>
                </c:pt>
                <c:pt idx="365">
                  <c:v>3.0742996046854713E-2</c:v>
                </c:pt>
                <c:pt idx="366">
                  <c:v>3.0771544128842743E-2</c:v>
                </c:pt>
                <c:pt idx="367">
                  <c:v>3.0778366388669785E-2</c:v>
                </c:pt>
                <c:pt idx="368">
                  <c:v>3.0801711167126926E-2</c:v>
                </c:pt>
                <c:pt idx="369">
                  <c:v>3.0820097210803185E-2</c:v>
                </c:pt>
                <c:pt idx="370">
                  <c:v>3.0836525279374017E-2</c:v>
                </c:pt>
                <c:pt idx="371">
                  <c:v>3.0839222370092473E-2</c:v>
                </c:pt>
                <c:pt idx="372">
                  <c:v>3.0857011012231018E-2</c:v>
                </c:pt>
                <c:pt idx="373">
                  <c:v>3.0867290147477078E-2</c:v>
                </c:pt>
                <c:pt idx="374">
                  <c:v>3.0922123974725546E-2</c:v>
                </c:pt>
                <c:pt idx="375">
                  <c:v>3.0925181372568517E-2</c:v>
                </c:pt>
                <c:pt idx="376">
                  <c:v>3.0928635615477928E-2</c:v>
                </c:pt>
                <c:pt idx="377">
                  <c:v>3.0948272954061183E-2</c:v>
                </c:pt>
                <c:pt idx="378">
                  <c:v>3.0953950314458419E-2</c:v>
                </c:pt>
                <c:pt idx="379">
                  <c:v>3.0969136265792518E-2</c:v>
                </c:pt>
                <c:pt idx="380">
                  <c:v>3.098016332913035E-2</c:v>
                </c:pt>
                <c:pt idx="381">
                  <c:v>3.0984965238504639E-2</c:v>
                </c:pt>
                <c:pt idx="382">
                  <c:v>3.0994435621960661E-2</c:v>
                </c:pt>
                <c:pt idx="383">
                  <c:v>3.1046923556102293E-2</c:v>
                </c:pt>
                <c:pt idx="384">
                  <c:v>3.1096333533415604E-2</c:v>
                </c:pt>
                <c:pt idx="385">
                  <c:v>3.1140612695318304E-2</c:v>
                </c:pt>
                <c:pt idx="386">
                  <c:v>3.1170610271512546E-2</c:v>
                </c:pt>
                <c:pt idx="387">
                  <c:v>3.1180399391982101E-2</c:v>
                </c:pt>
                <c:pt idx="388">
                  <c:v>3.1189165176456663E-2</c:v>
                </c:pt>
                <c:pt idx="389">
                  <c:v>3.1215033994144655E-2</c:v>
                </c:pt>
                <c:pt idx="390">
                  <c:v>3.1231920829560611E-2</c:v>
                </c:pt>
                <c:pt idx="391">
                  <c:v>3.1263139005907485E-2</c:v>
                </c:pt>
                <c:pt idx="392">
                  <c:v>3.1293012264638043E-2</c:v>
                </c:pt>
                <c:pt idx="393">
                  <c:v>3.1298340332178785E-2</c:v>
                </c:pt>
                <c:pt idx="394">
                  <c:v>3.1311591251627323E-2</c:v>
                </c:pt>
                <c:pt idx="395">
                  <c:v>3.1319958480780667E-2</c:v>
                </c:pt>
                <c:pt idx="396">
                  <c:v>3.1349359169950811E-2</c:v>
                </c:pt>
                <c:pt idx="397">
                  <c:v>3.1361400082303002E-2</c:v>
                </c:pt>
                <c:pt idx="398">
                  <c:v>3.1373306202646008E-2</c:v>
                </c:pt>
                <c:pt idx="399">
                  <c:v>3.1423853625559883E-2</c:v>
                </c:pt>
                <c:pt idx="400">
                  <c:v>3.1439854677847399E-2</c:v>
                </c:pt>
                <c:pt idx="401">
                  <c:v>3.1453529433616727E-2</c:v>
                </c:pt>
                <c:pt idx="402">
                  <c:v>3.1467085541234334E-2</c:v>
                </c:pt>
                <c:pt idx="403">
                  <c:v>3.1476107836111322E-2</c:v>
                </c:pt>
                <c:pt idx="404">
                  <c:v>3.1482417597822984E-2</c:v>
                </c:pt>
                <c:pt idx="405">
                  <c:v>3.1508765911070387E-2</c:v>
                </c:pt>
                <c:pt idx="406">
                  <c:v>3.1590374668622988E-2</c:v>
                </c:pt>
                <c:pt idx="407">
                  <c:v>3.1597046361728463E-2</c:v>
                </c:pt>
                <c:pt idx="408">
                  <c:v>3.168395366775778E-2</c:v>
                </c:pt>
                <c:pt idx="409">
                  <c:v>3.1712591576750111E-2</c:v>
                </c:pt>
                <c:pt idx="410">
                  <c:v>3.1724495121235832E-2</c:v>
                </c:pt>
                <c:pt idx="411">
                  <c:v>3.1742576868092884E-2</c:v>
                </c:pt>
                <c:pt idx="412">
                  <c:v>3.1773788201171639E-2</c:v>
                </c:pt>
                <c:pt idx="413">
                  <c:v>3.1775706638618659E-2</c:v>
                </c:pt>
                <c:pt idx="414">
                  <c:v>3.1788515145517462E-2</c:v>
                </c:pt>
                <c:pt idx="415">
                  <c:v>3.1810149922786787E-2</c:v>
                </c:pt>
                <c:pt idx="416">
                  <c:v>3.1828980720414388E-2</c:v>
                </c:pt>
                <c:pt idx="417">
                  <c:v>3.1850128274382834E-2</c:v>
                </c:pt>
                <c:pt idx="418">
                  <c:v>3.1871710990240006E-2</c:v>
                </c:pt>
                <c:pt idx="419">
                  <c:v>3.1874728713457111E-2</c:v>
                </c:pt>
                <c:pt idx="420">
                  <c:v>3.1874730766101297E-2</c:v>
                </c:pt>
                <c:pt idx="421">
                  <c:v>3.1933643177415191E-2</c:v>
                </c:pt>
                <c:pt idx="422">
                  <c:v>3.1994705872221765E-2</c:v>
                </c:pt>
                <c:pt idx="423">
                  <c:v>3.201316209889038E-2</c:v>
                </c:pt>
                <c:pt idx="424">
                  <c:v>3.201830134297428E-2</c:v>
                </c:pt>
                <c:pt idx="425">
                  <c:v>3.2021352477802315E-2</c:v>
                </c:pt>
                <c:pt idx="426">
                  <c:v>3.2028273818384412E-2</c:v>
                </c:pt>
                <c:pt idx="427">
                  <c:v>3.2124256720043903E-2</c:v>
                </c:pt>
                <c:pt idx="428">
                  <c:v>3.215797518844675E-2</c:v>
                </c:pt>
                <c:pt idx="429">
                  <c:v>3.2170917861651244E-2</c:v>
                </c:pt>
                <c:pt idx="430">
                  <c:v>3.2209843646366955E-2</c:v>
                </c:pt>
                <c:pt idx="431">
                  <c:v>3.2219498824846662E-2</c:v>
                </c:pt>
                <c:pt idx="432">
                  <c:v>3.222555857796694E-2</c:v>
                </c:pt>
                <c:pt idx="433">
                  <c:v>3.2234498644922796E-2</c:v>
                </c:pt>
                <c:pt idx="434">
                  <c:v>3.2241003509221204E-2</c:v>
                </c:pt>
                <c:pt idx="435">
                  <c:v>3.2249480257723166E-2</c:v>
                </c:pt>
                <c:pt idx="436">
                  <c:v>3.2258797270070805E-2</c:v>
                </c:pt>
                <c:pt idx="437">
                  <c:v>3.229657701754101E-2</c:v>
                </c:pt>
                <c:pt idx="438">
                  <c:v>3.2324688769657085E-2</c:v>
                </c:pt>
                <c:pt idx="439">
                  <c:v>3.2331678768004739E-2</c:v>
                </c:pt>
                <c:pt idx="440">
                  <c:v>3.237499688908612E-2</c:v>
                </c:pt>
                <c:pt idx="441">
                  <c:v>3.2412761636044805E-2</c:v>
                </c:pt>
                <c:pt idx="442">
                  <c:v>3.2419380805110108E-2</c:v>
                </c:pt>
                <c:pt idx="443">
                  <c:v>3.2434571566374866E-2</c:v>
                </c:pt>
                <c:pt idx="444">
                  <c:v>3.2447312004404559E-2</c:v>
                </c:pt>
                <c:pt idx="445">
                  <c:v>3.2478317507410648E-2</c:v>
                </c:pt>
                <c:pt idx="446">
                  <c:v>3.2487843161795746E-2</c:v>
                </c:pt>
                <c:pt idx="447">
                  <c:v>3.2491833960735746E-2</c:v>
                </c:pt>
                <c:pt idx="448">
                  <c:v>3.2556823639556177E-2</c:v>
                </c:pt>
                <c:pt idx="449">
                  <c:v>3.2558466988666074E-2</c:v>
                </c:pt>
                <c:pt idx="450">
                  <c:v>3.2664475314467784E-2</c:v>
                </c:pt>
                <c:pt idx="451">
                  <c:v>3.2666401034285572E-2</c:v>
                </c:pt>
                <c:pt idx="452">
                  <c:v>3.2691508992411911E-2</c:v>
                </c:pt>
                <c:pt idx="453">
                  <c:v>3.2693915915064653E-2</c:v>
                </c:pt>
                <c:pt idx="454">
                  <c:v>3.2697239551474133E-2</c:v>
                </c:pt>
                <c:pt idx="455">
                  <c:v>3.2719758439072134E-2</c:v>
                </c:pt>
                <c:pt idx="456">
                  <c:v>3.2725882819643483E-2</c:v>
                </c:pt>
                <c:pt idx="457">
                  <c:v>3.273352813521202E-2</c:v>
                </c:pt>
                <c:pt idx="458">
                  <c:v>3.2738488003681177E-2</c:v>
                </c:pt>
                <c:pt idx="459">
                  <c:v>3.2755861122846154E-2</c:v>
                </c:pt>
                <c:pt idx="460">
                  <c:v>3.2765195524539534E-2</c:v>
                </c:pt>
                <c:pt idx="461">
                  <c:v>3.2770293472460271E-2</c:v>
                </c:pt>
                <c:pt idx="462">
                  <c:v>3.2773831898186723E-2</c:v>
                </c:pt>
                <c:pt idx="463">
                  <c:v>3.277524360199742E-2</c:v>
                </c:pt>
                <c:pt idx="464">
                  <c:v>3.2807764136701396E-2</c:v>
                </c:pt>
                <c:pt idx="465">
                  <c:v>3.2823273255641355E-2</c:v>
                </c:pt>
                <c:pt idx="466">
                  <c:v>3.2835460068617442E-2</c:v>
                </c:pt>
                <c:pt idx="467">
                  <c:v>3.2848202435574292E-2</c:v>
                </c:pt>
                <c:pt idx="468">
                  <c:v>3.2864090270628407E-2</c:v>
                </c:pt>
                <c:pt idx="469">
                  <c:v>3.2902639992162516E-2</c:v>
                </c:pt>
                <c:pt idx="470">
                  <c:v>3.2924500890545098E-2</c:v>
                </c:pt>
                <c:pt idx="471">
                  <c:v>3.2927808103701592E-2</c:v>
                </c:pt>
                <c:pt idx="472">
                  <c:v>3.2953536931737984E-2</c:v>
                </c:pt>
                <c:pt idx="473">
                  <c:v>3.2971628008699343E-2</c:v>
                </c:pt>
                <c:pt idx="474">
                  <c:v>3.2981641023185217E-2</c:v>
                </c:pt>
                <c:pt idx="475">
                  <c:v>3.2983480129917052E-2</c:v>
                </c:pt>
                <c:pt idx="476">
                  <c:v>3.3052708649685923E-2</c:v>
                </c:pt>
                <c:pt idx="477">
                  <c:v>3.3080497951131015E-2</c:v>
                </c:pt>
                <c:pt idx="478">
                  <c:v>3.3101048911482057E-2</c:v>
                </c:pt>
                <c:pt idx="479">
                  <c:v>3.3104466349434085E-2</c:v>
                </c:pt>
                <c:pt idx="480">
                  <c:v>3.3113083502086089E-2</c:v>
                </c:pt>
                <c:pt idx="481">
                  <c:v>3.3183282420003089E-2</c:v>
                </c:pt>
                <c:pt idx="482">
                  <c:v>3.3206477167973203E-2</c:v>
                </c:pt>
                <c:pt idx="483">
                  <c:v>3.3259667515800395E-2</c:v>
                </c:pt>
                <c:pt idx="484">
                  <c:v>3.3267098886016498E-2</c:v>
                </c:pt>
                <c:pt idx="485">
                  <c:v>3.327451814935288E-2</c:v>
                </c:pt>
                <c:pt idx="486">
                  <c:v>3.3309384694085842E-2</c:v>
                </c:pt>
                <c:pt idx="487">
                  <c:v>3.3399045280118174E-2</c:v>
                </c:pt>
                <c:pt idx="488">
                  <c:v>3.3418540154301318E-2</c:v>
                </c:pt>
                <c:pt idx="489">
                  <c:v>3.342496468693347E-2</c:v>
                </c:pt>
                <c:pt idx="490">
                  <c:v>3.3441460685589099E-2</c:v>
                </c:pt>
                <c:pt idx="491">
                  <c:v>3.3475481141725036E-2</c:v>
                </c:pt>
                <c:pt idx="492">
                  <c:v>3.3501474170610022E-2</c:v>
                </c:pt>
                <c:pt idx="493">
                  <c:v>3.3503981153473569E-2</c:v>
                </c:pt>
                <c:pt idx="494">
                  <c:v>3.3533740004061306E-2</c:v>
                </c:pt>
                <c:pt idx="495">
                  <c:v>3.3553686122710528E-2</c:v>
                </c:pt>
                <c:pt idx="496">
                  <c:v>3.3555519483820566E-2</c:v>
                </c:pt>
                <c:pt idx="497">
                  <c:v>3.3638916485164795E-2</c:v>
                </c:pt>
                <c:pt idx="498">
                  <c:v>3.3666553477363761E-2</c:v>
                </c:pt>
                <c:pt idx="499">
                  <c:v>3.3690333164097648E-2</c:v>
                </c:pt>
                <c:pt idx="500">
                  <c:v>3.3695594527383549E-2</c:v>
                </c:pt>
                <c:pt idx="501">
                  <c:v>3.3708416067768511E-2</c:v>
                </c:pt>
                <c:pt idx="502">
                  <c:v>3.3730845161523172E-2</c:v>
                </c:pt>
                <c:pt idx="503">
                  <c:v>3.3781164472978999E-2</c:v>
                </c:pt>
                <c:pt idx="504">
                  <c:v>3.3832309213282875E-2</c:v>
                </c:pt>
                <c:pt idx="505">
                  <c:v>3.3841100005772957E-2</c:v>
                </c:pt>
                <c:pt idx="506">
                  <c:v>3.3855594823889189E-2</c:v>
                </c:pt>
                <c:pt idx="507">
                  <c:v>3.3859005751816745E-2</c:v>
                </c:pt>
                <c:pt idx="508">
                  <c:v>3.3959342216121041E-2</c:v>
                </c:pt>
                <c:pt idx="509">
                  <c:v>3.4041719816292254E-2</c:v>
                </c:pt>
                <c:pt idx="510">
                  <c:v>3.4044913204599472E-2</c:v>
                </c:pt>
                <c:pt idx="511">
                  <c:v>3.40687740581192E-2</c:v>
                </c:pt>
                <c:pt idx="512">
                  <c:v>3.4110496745348745E-2</c:v>
                </c:pt>
                <c:pt idx="513">
                  <c:v>3.4113440655914956E-2</c:v>
                </c:pt>
                <c:pt idx="514">
                  <c:v>3.4121545448734622E-2</c:v>
                </c:pt>
                <c:pt idx="515">
                  <c:v>3.4129490640828777E-2</c:v>
                </c:pt>
                <c:pt idx="516">
                  <c:v>3.4132286166390358E-2</c:v>
                </c:pt>
                <c:pt idx="517">
                  <c:v>3.4176626839293255E-2</c:v>
                </c:pt>
                <c:pt idx="518">
                  <c:v>3.4176781621623048E-2</c:v>
                </c:pt>
                <c:pt idx="519">
                  <c:v>3.4186119709814923E-2</c:v>
                </c:pt>
                <c:pt idx="520">
                  <c:v>3.4270254578363156E-2</c:v>
                </c:pt>
                <c:pt idx="521">
                  <c:v>3.4278318457959762E-2</c:v>
                </c:pt>
                <c:pt idx="522">
                  <c:v>3.4297392991272581E-2</c:v>
                </c:pt>
                <c:pt idx="523">
                  <c:v>3.431541418386852E-2</c:v>
                </c:pt>
                <c:pt idx="524">
                  <c:v>3.437319782092934E-2</c:v>
                </c:pt>
                <c:pt idx="525">
                  <c:v>3.43839982218897E-2</c:v>
                </c:pt>
                <c:pt idx="526">
                  <c:v>3.4407072507318705E-2</c:v>
                </c:pt>
                <c:pt idx="527">
                  <c:v>3.4490400493664093E-2</c:v>
                </c:pt>
                <c:pt idx="528">
                  <c:v>3.4506640584926571E-2</c:v>
                </c:pt>
                <c:pt idx="529">
                  <c:v>3.4524556282724217E-2</c:v>
                </c:pt>
                <c:pt idx="530">
                  <c:v>3.4531166534156651E-2</c:v>
                </c:pt>
                <c:pt idx="531">
                  <c:v>3.4537796850064771E-2</c:v>
                </c:pt>
                <c:pt idx="532">
                  <c:v>3.4550195690687666E-2</c:v>
                </c:pt>
                <c:pt idx="533">
                  <c:v>3.455067891357979E-2</c:v>
                </c:pt>
                <c:pt idx="534">
                  <c:v>3.4553153594260366E-2</c:v>
                </c:pt>
                <c:pt idx="535">
                  <c:v>3.4588021045537175E-2</c:v>
                </c:pt>
                <c:pt idx="536">
                  <c:v>3.4591445086702921E-2</c:v>
                </c:pt>
                <c:pt idx="537">
                  <c:v>3.4598594333244234E-2</c:v>
                </c:pt>
                <c:pt idx="538">
                  <c:v>3.4613609325841337E-2</c:v>
                </c:pt>
                <c:pt idx="539">
                  <c:v>3.4615460816147844E-2</c:v>
                </c:pt>
                <c:pt idx="540">
                  <c:v>3.4662576193352029E-2</c:v>
                </c:pt>
                <c:pt idx="541">
                  <c:v>3.4671981867635503E-2</c:v>
                </c:pt>
                <c:pt idx="542">
                  <c:v>3.4697953497911618E-2</c:v>
                </c:pt>
                <c:pt idx="543">
                  <c:v>3.4719690305271923E-2</c:v>
                </c:pt>
                <c:pt idx="544">
                  <c:v>3.472503561138289E-2</c:v>
                </c:pt>
                <c:pt idx="545">
                  <c:v>3.474809571112146E-2</c:v>
                </c:pt>
                <c:pt idx="546">
                  <c:v>3.4748961412181666E-2</c:v>
                </c:pt>
                <c:pt idx="547">
                  <c:v>3.4765659788204215E-2</c:v>
                </c:pt>
                <c:pt idx="548">
                  <c:v>3.4826598533780034E-2</c:v>
                </c:pt>
                <c:pt idx="549">
                  <c:v>3.4850033440909853E-2</c:v>
                </c:pt>
                <c:pt idx="550">
                  <c:v>3.4903940733924957E-2</c:v>
                </c:pt>
                <c:pt idx="551">
                  <c:v>3.4984871779215908E-2</c:v>
                </c:pt>
                <c:pt idx="552">
                  <c:v>3.5011887311090027E-2</c:v>
                </c:pt>
                <c:pt idx="553">
                  <c:v>3.5019139157056497E-2</c:v>
                </c:pt>
                <c:pt idx="554">
                  <c:v>3.5090095062340849E-2</c:v>
                </c:pt>
                <c:pt idx="555">
                  <c:v>3.5092747439480862E-2</c:v>
                </c:pt>
                <c:pt idx="556">
                  <c:v>3.5125141117178037E-2</c:v>
                </c:pt>
                <c:pt idx="557">
                  <c:v>3.5127888445234547E-2</c:v>
                </c:pt>
                <c:pt idx="558">
                  <c:v>3.5131467235464016E-2</c:v>
                </c:pt>
                <c:pt idx="559">
                  <c:v>3.5168119870211907E-2</c:v>
                </c:pt>
                <c:pt idx="560">
                  <c:v>3.5184187425834387E-2</c:v>
                </c:pt>
                <c:pt idx="561">
                  <c:v>3.5232012933137741E-2</c:v>
                </c:pt>
                <c:pt idx="562">
                  <c:v>3.5240650312212754E-2</c:v>
                </c:pt>
                <c:pt idx="563">
                  <c:v>3.5276580723429894E-2</c:v>
                </c:pt>
                <c:pt idx="564">
                  <c:v>3.5294638321515082E-2</c:v>
                </c:pt>
                <c:pt idx="565">
                  <c:v>3.5302790676742184E-2</c:v>
                </c:pt>
                <c:pt idx="566">
                  <c:v>3.5308483409500387E-2</c:v>
                </c:pt>
                <c:pt idx="567">
                  <c:v>3.5313078893747699E-2</c:v>
                </c:pt>
                <c:pt idx="568">
                  <c:v>3.5356068720657947E-2</c:v>
                </c:pt>
                <c:pt idx="569">
                  <c:v>3.535724090716421E-2</c:v>
                </c:pt>
                <c:pt idx="570">
                  <c:v>3.5370178351931417E-2</c:v>
                </c:pt>
                <c:pt idx="571">
                  <c:v>3.5404925861388124E-2</c:v>
                </c:pt>
                <c:pt idx="572">
                  <c:v>3.5420508530767836E-2</c:v>
                </c:pt>
                <c:pt idx="573">
                  <c:v>3.5432887943979016E-2</c:v>
                </c:pt>
                <c:pt idx="574">
                  <c:v>3.5468777334006329E-2</c:v>
                </c:pt>
                <c:pt idx="575">
                  <c:v>3.5594058237746112E-2</c:v>
                </c:pt>
                <c:pt idx="576">
                  <c:v>3.5600538793398244E-2</c:v>
                </c:pt>
                <c:pt idx="577">
                  <c:v>3.5604833018019068E-2</c:v>
                </c:pt>
                <c:pt idx="578">
                  <c:v>3.5650969655949029E-2</c:v>
                </c:pt>
                <c:pt idx="579">
                  <c:v>3.565234121180854E-2</c:v>
                </c:pt>
                <c:pt idx="580">
                  <c:v>3.5740767701405496E-2</c:v>
                </c:pt>
                <c:pt idx="581">
                  <c:v>3.5759356584798452E-2</c:v>
                </c:pt>
                <c:pt idx="582">
                  <c:v>3.5781991074186711E-2</c:v>
                </c:pt>
                <c:pt idx="583">
                  <c:v>3.5868471938064764E-2</c:v>
                </c:pt>
                <c:pt idx="584">
                  <c:v>3.5874396066582916E-2</c:v>
                </c:pt>
                <c:pt idx="585">
                  <c:v>3.5882979816724683E-2</c:v>
                </c:pt>
                <c:pt idx="586">
                  <c:v>3.5891755252511981E-2</c:v>
                </c:pt>
                <c:pt idx="587">
                  <c:v>3.5917447106732343E-2</c:v>
                </c:pt>
                <c:pt idx="588">
                  <c:v>3.5920966693798337E-2</c:v>
                </c:pt>
                <c:pt idx="589">
                  <c:v>3.5960704657760724E-2</c:v>
                </c:pt>
                <c:pt idx="590">
                  <c:v>3.5979452318513593E-2</c:v>
                </c:pt>
                <c:pt idx="591">
                  <c:v>3.6006346208834659E-2</c:v>
                </c:pt>
                <c:pt idx="592">
                  <c:v>3.603511403708301E-2</c:v>
                </c:pt>
                <c:pt idx="593">
                  <c:v>3.6036334790716329E-2</c:v>
                </c:pt>
                <c:pt idx="594">
                  <c:v>3.6048932197957871E-2</c:v>
                </c:pt>
                <c:pt idx="595">
                  <c:v>3.6051414342387546E-2</c:v>
                </c:pt>
                <c:pt idx="596">
                  <c:v>3.6067921445883028E-2</c:v>
                </c:pt>
                <c:pt idx="597">
                  <c:v>3.6068308900954568E-2</c:v>
                </c:pt>
                <c:pt idx="598">
                  <c:v>3.6104051818455898E-2</c:v>
                </c:pt>
                <c:pt idx="599">
                  <c:v>3.6120410431112124E-2</c:v>
                </c:pt>
                <c:pt idx="600">
                  <c:v>3.6128855037488139E-2</c:v>
                </c:pt>
                <c:pt idx="601">
                  <c:v>3.6131559945580552E-2</c:v>
                </c:pt>
                <c:pt idx="602">
                  <c:v>3.6137576584660921E-2</c:v>
                </c:pt>
                <c:pt idx="603">
                  <c:v>3.6161056485906569E-2</c:v>
                </c:pt>
                <c:pt idx="604">
                  <c:v>3.6173739616412452E-2</c:v>
                </c:pt>
                <c:pt idx="605">
                  <c:v>3.6267054860837263E-2</c:v>
                </c:pt>
                <c:pt idx="606">
                  <c:v>3.6269463906114172E-2</c:v>
                </c:pt>
                <c:pt idx="607">
                  <c:v>3.6274293164023357E-2</c:v>
                </c:pt>
                <c:pt idx="608">
                  <c:v>3.6291153143942684E-2</c:v>
                </c:pt>
                <c:pt idx="609">
                  <c:v>3.6291664593070289E-2</c:v>
                </c:pt>
                <c:pt idx="610">
                  <c:v>3.6295061083196238E-2</c:v>
                </c:pt>
                <c:pt idx="611">
                  <c:v>3.6303801319023617E-2</c:v>
                </c:pt>
                <c:pt idx="612">
                  <c:v>3.6329483629697394E-2</c:v>
                </c:pt>
                <c:pt idx="613">
                  <c:v>3.6337269002039138E-2</c:v>
                </c:pt>
                <c:pt idx="614">
                  <c:v>3.6337994925007756E-2</c:v>
                </c:pt>
                <c:pt idx="615">
                  <c:v>3.6343725402968041E-2</c:v>
                </c:pt>
                <c:pt idx="616">
                  <c:v>3.6345561196256169E-2</c:v>
                </c:pt>
                <c:pt idx="617">
                  <c:v>3.6443118785831487E-2</c:v>
                </c:pt>
                <c:pt idx="618">
                  <c:v>3.6459900235596643E-2</c:v>
                </c:pt>
                <c:pt idx="619">
                  <c:v>3.6528581490364802E-2</c:v>
                </c:pt>
                <c:pt idx="620">
                  <c:v>3.65398188673473E-2</c:v>
                </c:pt>
                <c:pt idx="621">
                  <c:v>3.6541066076804893E-2</c:v>
                </c:pt>
                <c:pt idx="622">
                  <c:v>3.6553493319263552E-2</c:v>
                </c:pt>
                <c:pt idx="623">
                  <c:v>3.6560868314772448E-2</c:v>
                </c:pt>
                <c:pt idx="624">
                  <c:v>3.6590868276607652E-2</c:v>
                </c:pt>
                <c:pt idx="625">
                  <c:v>3.6597218124299453E-2</c:v>
                </c:pt>
                <c:pt idx="626">
                  <c:v>3.6628367298304314E-2</c:v>
                </c:pt>
                <c:pt idx="627">
                  <c:v>3.6637863031149825E-2</c:v>
                </c:pt>
                <c:pt idx="628">
                  <c:v>3.6648085197864298E-2</c:v>
                </c:pt>
                <c:pt idx="629">
                  <c:v>3.6679182036105769E-2</c:v>
                </c:pt>
                <c:pt idx="630">
                  <c:v>3.6702545921582154E-2</c:v>
                </c:pt>
                <c:pt idx="631">
                  <c:v>3.6717526163477163E-2</c:v>
                </c:pt>
                <c:pt idx="632">
                  <c:v>3.6723726766081259E-2</c:v>
                </c:pt>
                <c:pt idx="633">
                  <c:v>3.673076091642466E-2</c:v>
                </c:pt>
                <c:pt idx="634">
                  <c:v>3.6732799328929325E-2</c:v>
                </c:pt>
                <c:pt idx="635">
                  <c:v>3.6741040293407391E-2</c:v>
                </c:pt>
                <c:pt idx="636">
                  <c:v>3.6757541506622082E-2</c:v>
                </c:pt>
                <c:pt idx="637">
                  <c:v>3.6819462597723653E-2</c:v>
                </c:pt>
                <c:pt idx="638">
                  <c:v>3.6833192989926357E-2</c:v>
                </c:pt>
                <c:pt idx="639">
                  <c:v>3.6839604009161656E-2</c:v>
                </c:pt>
                <c:pt idx="640">
                  <c:v>3.6847427430208267E-2</c:v>
                </c:pt>
                <c:pt idx="641">
                  <c:v>3.6874810018411856E-2</c:v>
                </c:pt>
                <c:pt idx="642">
                  <c:v>3.6898281071788691E-2</c:v>
                </c:pt>
                <c:pt idx="643">
                  <c:v>3.6912677761730094E-2</c:v>
                </c:pt>
                <c:pt idx="644">
                  <c:v>3.691598099742336E-2</c:v>
                </c:pt>
                <c:pt idx="645">
                  <c:v>3.6937240033510656E-2</c:v>
                </c:pt>
                <c:pt idx="646">
                  <c:v>3.697793486233783E-2</c:v>
                </c:pt>
                <c:pt idx="647">
                  <c:v>3.6991061320583989E-2</c:v>
                </c:pt>
                <c:pt idx="648">
                  <c:v>3.699946052386352E-2</c:v>
                </c:pt>
                <c:pt idx="649">
                  <c:v>3.7055838802409403E-2</c:v>
                </c:pt>
                <c:pt idx="650">
                  <c:v>3.705665526855758E-2</c:v>
                </c:pt>
                <c:pt idx="651">
                  <c:v>3.7063605843313148E-2</c:v>
                </c:pt>
                <c:pt idx="652">
                  <c:v>3.7093912035418453E-2</c:v>
                </c:pt>
                <c:pt idx="653">
                  <c:v>3.7095423408969173E-2</c:v>
                </c:pt>
                <c:pt idx="654">
                  <c:v>3.7099774636162562E-2</c:v>
                </c:pt>
                <c:pt idx="655">
                  <c:v>3.7102362070815062E-2</c:v>
                </c:pt>
                <c:pt idx="656">
                  <c:v>3.711982431592388E-2</c:v>
                </c:pt>
                <c:pt idx="657">
                  <c:v>3.7152118605050549E-2</c:v>
                </c:pt>
                <c:pt idx="658">
                  <c:v>3.7168722881456541E-2</c:v>
                </c:pt>
                <c:pt idx="659">
                  <c:v>3.7183518757539905E-2</c:v>
                </c:pt>
                <c:pt idx="660">
                  <c:v>3.7197849873616809E-2</c:v>
                </c:pt>
                <c:pt idx="661">
                  <c:v>3.7210123986129898E-2</c:v>
                </c:pt>
                <c:pt idx="662">
                  <c:v>3.7218897272810199E-2</c:v>
                </c:pt>
                <c:pt idx="663">
                  <c:v>3.7223635319200664E-2</c:v>
                </c:pt>
                <c:pt idx="664">
                  <c:v>3.7228044332145063E-2</c:v>
                </c:pt>
                <c:pt idx="665">
                  <c:v>3.7243630582634517E-2</c:v>
                </c:pt>
                <c:pt idx="666">
                  <c:v>3.7295978241787507E-2</c:v>
                </c:pt>
                <c:pt idx="667">
                  <c:v>3.7329605699524662E-2</c:v>
                </c:pt>
                <c:pt idx="668">
                  <c:v>3.7354463340111811E-2</c:v>
                </c:pt>
                <c:pt idx="669">
                  <c:v>3.7363117534770569E-2</c:v>
                </c:pt>
                <c:pt idx="670">
                  <c:v>3.7375075799180299E-2</c:v>
                </c:pt>
                <c:pt idx="671">
                  <c:v>3.7387043948546625E-2</c:v>
                </c:pt>
                <c:pt idx="672">
                  <c:v>3.7392115192410938E-2</c:v>
                </c:pt>
                <c:pt idx="673">
                  <c:v>3.7426997766112226E-2</c:v>
                </c:pt>
                <c:pt idx="674">
                  <c:v>3.7428989040992178E-2</c:v>
                </c:pt>
                <c:pt idx="675">
                  <c:v>3.7431740702927027E-2</c:v>
                </c:pt>
                <c:pt idx="676">
                  <c:v>3.7432546601032526E-2</c:v>
                </c:pt>
                <c:pt idx="677">
                  <c:v>3.7447004808966219E-2</c:v>
                </c:pt>
                <c:pt idx="678">
                  <c:v>3.7569292732391867E-2</c:v>
                </c:pt>
                <c:pt idx="679">
                  <c:v>3.7578545750728005E-2</c:v>
                </c:pt>
                <c:pt idx="680">
                  <c:v>3.7630843596114086E-2</c:v>
                </c:pt>
                <c:pt idx="681">
                  <c:v>3.7662111008819166E-2</c:v>
                </c:pt>
                <c:pt idx="682">
                  <c:v>3.7692262619478362E-2</c:v>
                </c:pt>
                <c:pt idx="683">
                  <c:v>3.7730529628137693E-2</c:v>
                </c:pt>
                <c:pt idx="684">
                  <c:v>3.7739963052223803E-2</c:v>
                </c:pt>
                <c:pt idx="685">
                  <c:v>3.7754957756534008E-2</c:v>
                </c:pt>
                <c:pt idx="686">
                  <c:v>3.7775207201303361E-2</c:v>
                </c:pt>
                <c:pt idx="687">
                  <c:v>3.7799635580582518E-2</c:v>
                </c:pt>
                <c:pt idx="688">
                  <c:v>3.7810939994056124E-2</c:v>
                </c:pt>
                <c:pt idx="689">
                  <c:v>3.7828686828530037E-2</c:v>
                </c:pt>
                <c:pt idx="690">
                  <c:v>3.7829383288169732E-2</c:v>
                </c:pt>
                <c:pt idx="691">
                  <c:v>3.7851880118723764E-2</c:v>
                </c:pt>
                <c:pt idx="692">
                  <c:v>3.7884568814998139E-2</c:v>
                </c:pt>
                <c:pt idx="693">
                  <c:v>3.7896934179046597E-2</c:v>
                </c:pt>
                <c:pt idx="694">
                  <c:v>3.7978988795885564E-2</c:v>
                </c:pt>
                <c:pt idx="695">
                  <c:v>3.8010548231020513E-2</c:v>
                </c:pt>
                <c:pt idx="696">
                  <c:v>3.8017283640003015E-2</c:v>
                </c:pt>
                <c:pt idx="697">
                  <c:v>3.8049734926782583E-2</c:v>
                </c:pt>
                <c:pt idx="698">
                  <c:v>3.8065243269765382E-2</c:v>
                </c:pt>
                <c:pt idx="699">
                  <c:v>3.8105693094323871E-2</c:v>
                </c:pt>
                <c:pt idx="700">
                  <c:v>3.8126977978673302E-2</c:v>
                </c:pt>
                <c:pt idx="701">
                  <c:v>3.8127897904538306E-2</c:v>
                </c:pt>
                <c:pt idx="702">
                  <c:v>3.8129372595835855E-2</c:v>
                </c:pt>
                <c:pt idx="703">
                  <c:v>3.8129967989133963E-2</c:v>
                </c:pt>
                <c:pt idx="704">
                  <c:v>3.8141991346148596E-2</c:v>
                </c:pt>
                <c:pt idx="705">
                  <c:v>3.8166725090460062E-2</c:v>
                </c:pt>
                <c:pt idx="706">
                  <c:v>3.8182471221498697E-2</c:v>
                </c:pt>
                <c:pt idx="707">
                  <c:v>3.8191248445079561E-2</c:v>
                </c:pt>
                <c:pt idx="708">
                  <c:v>3.8194379344840851E-2</c:v>
                </c:pt>
                <c:pt idx="709">
                  <c:v>3.8200161333296789E-2</c:v>
                </c:pt>
                <c:pt idx="710">
                  <c:v>3.8205619068768265E-2</c:v>
                </c:pt>
                <c:pt idx="711">
                  <c:v>3.8209473645476291E-2</c:v>
                </c:pt>
                <c:pt idx="712">
                  <c:v>3.8221899721678783E-2</c:v>
                </c:pt>
                <c:pt idx="713">
                  <c:v>3.8229439464737482E-2</c:v>
                </c:pt>
                <c:pt idx="714">
                  <c:v>3.8230802275513599E-2</c:v>
                </c:pt>
                <c:pt idx="715">
                  <c:v>3.8270140246264808E-2</c:v>
                </c:pt>
                <c:pt idx="716">
                  <c:v>3.8306450377642451E-2</c:v>
                </c:pt>
                <c:pt idx="717">
                  <c:v>3.8327410541448011E-2</c:v>
                </c:pt>
                <c:pt idx="718">
                  <c:v>3.8331046456348591E-2</c:v>
                </c:pt>
                <c:pt idx="719">
                  <c:v>3.8386292500363448E-2</c:v>
                </c:pt>
                <c:pt idx="720">
                  <c:v>3.8390544189501552E-2</c:v>
                </c:pt>
                <c:pt idx="721">
                  <c:v>3.8421791179937152E-2</c:v>
                </c:pt>
                <c:pt idx="722">
                  <c:v>3.8440471376140907E-2</c:v>
                </c:pt>
                <c:pt idx="723">
                  <c:v>3.8462554532837201E-2</c:v>
                </c:pt>
                <c:pt idx="724">
                  <c:v>3.8466584138748032E-2</c:v>
                </c:pt>
                <c:pt idx="725">
                  <c:v>3.8496805111239873E-2</c:v>
                </c:pt>
                <c:pt idx="726">
                  <c:v>3.8504916899420719E-2</c:v>
                </c:pt>
                <c:pt idx="727">
                  <c:v>3.8506303740535305E-2</c:v>
                </c:pt>
                <c:pt idx="728">
                  <c:v>3.8557617308022159E-2</c:v>
                </c:pt>
                <c:pt idx="729">
                  <c:v>3.8557872387835493E-2</c:v>
                </c:pt>
                <c:pt idx="730">
                  <c:v>3.8558255258033032E-2</c:v>
                </c:pt>
                <c:pt idx="731">
                  <c:v>3.8568537790886648E-2</c:v>
                </c:pt>
                <c:pt idx="732">
                  <c:v>3.8573121925232885E-2</c:v>
                </c:pt>
                <c:pt idx="733">
                  <c:v>3.8601375177288205E-2</c:v>
                </c:pt>
                <c:pt idx="734">
                  <c:v>3.8609366717777614E-2</c:v>
                </c:pt>
                <c:pt idx="735">
                  <c:v>3.8613945299616342E-2</c:v>
                </c:pt>
                <c:pt idx="736">
                  <c:v>3.8643480283726259E-2</c:v>
                </c:pt>
                <c:pt idx="737">
                  <c:v>3.8653065910130437E-2</c:v>
                </c:pt>
                <c:pt idx="738">
                  <c:v>3.8673474103610765E-2</c:v>
                </c:pt>
                <c:pt idx="739">
                  <c:v>3.8685505850722987E-2</c:v>
                </c:pt>
                <c:pt idx="740">
                  <c:v>3.8687710255078632E-2</c:v>
                </c:pt>
                <c:pt idx="741">
                  <c:v>3.8694153654348105E-2</c:v>
                </c:pt>
                <c:pt idx="742">
                  <c:v>3.8771197763786604E-2</c:v>
                </c:pt>
                <c:pt idx="743">
                  <c:v>3.8839335813854313E-2</c:v>
                </c:pt>
                <c:pt idx="744">
                  <c:v>3.8860652162192547E-2</c:v>
                </c:pt>
                <c:pt idx="745">
                  <c:v>3.8894600489619943E-2</c:v>
                </c:pt>
                <c:pt idx="746">
                  <c:v>3.8979182416185088E-2</c:v>
                </c:pt>
                <c:pt idx="747">
                  <c:v>3.897960756997286E-2</c:v>
                </c:pt>
                <c:pt idx="748">
                  <c:v>3.8990190720667749E-2</c:v>
                </c:pt>
                <c:pt idx="749">
                  <c:v>3.9001333500233618E-2</c:v>
                </c:pt>
                <c:pt idx="750">
                  <c:v>3.9044392960500711E-2</c:v>
                </c:pt>
                <c:pt idx="751">
                  <c:v>3.9046456789680439E-2</c:v>
                </c:pt>
                <c:pt idx="752">
                  <c:v>3.9047581182204666E-2</c:v>
                </c:pt>
                <c:pt idx="753">
                  <c:v>3.9049759849258327E-2</c:v>
                </c:pt>
                <c:pt idx="754">
                  <c:v>3.9060306484520475E-2</c:v>
                </c:pt>
                <c:pt idx="755">
                  <c:v>3.9069648235242609E-2</c:v>
                </c:pt>
                <c:pt idx="756">
                  <c:v>3.9074297066370639E-2</c:v>
                </c:pt>
                <c:pt idx="757">
                  <c:v>3.9075901992057079E-2</c:v>
                </c:pt>
                <c:pt idx="758">
                  <c:v>3.9094744973994774E-2</c:v>
                </c:pt>
                <c:pt idx="759">
                  <c:v>3.9114099061876823E-2</c:v>
                </c:pt>
                <c:pt idx="760">
                  <c:v>3.9115970414387906E-2</c:v>
                </c:pt>
                <c:pt idx="761">
                  <c:v>3.91372586943175E-2</c:v>
                </c:pt>
                <c:pt idx="762">
                  <c:v>3.918515378628034E-2</c:v>
                </c:pt>
                <c:pt idx="763">
                  <c:v>3.9191988130357597E-2</c:v>
                </c:pt>
                <c:pt idx="764">
                  <c:v>3.920101118281287E-2</c:v>
                </c:pt>
                <c:pt idx="765">
                  <c:v>3.9217795918157383E-2</c:v>
                </c:pt>
                <c:pt idx="766">
                  <c:v>3.9269848546923364E-2</c:v>
                </c:pt>
                <c:pt idx="767">
                  <c:v>3.9289925730666052E-2</c:v>
                </c:pt>
                <c:pt idx="768">
                  <c:v>3.931316164517918E-2</c:v>
                </c:pt>
                <c:pt idx="769">
                  <c:v>3.93174352475998E-2</c:v>
                </c:pt>
                <c:pt idx="770">
                  <c:v>3.9329103413915732E-2</c:v>
                </c:pt>
                <c:pt idx="771">
                  <c:v>3.9345767531578105E-2</c:v>
                </c:pt>
                <c:pt idx="772">
                  <c:v>3.9350935178962945E-2</c:v>
                </c:pt>
                <c:pt idx="773">
                  <c:v>3.9385603799422665E-2</c:v>
                </c:pt>
                <c:pt idx="774">
                  <c:v>3.9387550146267387E-2</c:v>
                </c:pt>
                <c:pt idx="775">
                  <c:v>3.9388799679328929E-2</c:v>
                </c:pt>
                <c:pt idx="776">
                  <c:v>3.9391142855200227E-2</c:v>
                </c:pt>
                <c:pt idx="777">
                  <c:v>3.9445905374860382E-2</c:v>
                </c:pt>
                <c:pt idx="778">
                  <c:v>3.9448889236734681E-2</c:v>
                </c:pt>
                <c:pt idx="779">
                  <c:v>3.9456973288131261E-2</c:v>
                </c:pt>
                <c:pt idx="780">
                  <c:v>3.9469590370004512E-2</c:v>
                </c:pt>
                <c:pt idx="781">
                  <c:v>3.9554253959747536E-2</c:v>
                </c:pt>
                <c:pt idx="782">
                  <c:v>3.9561820557025881E-2</c:v>
                </c:pt>
                <c:pt idx="783">
                  <c:v>3.9622531333183678E-2</c:v>
                </c:pt>
                <c:pt idx="784">
                  <c:v>3.9627040397798657E-2</c:v>
                </c:pt>
                <c:pt idx="785">
                  <c:v>3.9629081620868332E-2</c:v>
                </c:pt>
                <c:pt idx="786">
                  <c:v>3.964046060358719E-2</c:v>
                </c:pt>
                <c:pt idx="787">
                  <c:v>3.9647210225927036E-2</c:v>
                </c:pt>
                <c:pt idx="788">
                  <c:v>3.9728071378883401E-2</c:v>
                </c:pt>
                <c:pt idx="789">
                  <c:v>3.9732697911748181E-2</c:v>
                </c:pt>
                <c:pt idx="790">
                  <c:v>3.9741157297454859E-2</c:v>
                </c:pt>
                <c:pt idx="791">
                  <c:v>3.9743331590355459E-2</c:v>
                </c:pt>
                <c:pt idx="792">
                  <c:v>3.9773939214442521E-2</c:v>
                </c:pt>
                <c:pt idx="793">
                  <c:v>3.9775822243788637E-2</c:v>
                </c:pt>
                <c:pt idx="794">
                  <c:v>3.982400207429343E-2</c:v>
                </c:pt>
                <c:pt idx="795">
                  <c:v>3.9862121068530057E-2</c:v>
                </c:pt>
                <c:pt idx="796">
                  <c:v>3.991008667202587E-2</c:v>
                </c:pt>
                <c:pt idx="797">
                  <c:v>3.9921403172484639E-2</c:v>
                </c:pt>
                <c:pt idx="798">
                  <c:v>3.9927179664877778E-2</c:v>
                </c:pt>
                <c:pt idx="799">
                  <c:v>3.9973379657453338E-2</c:v>
                </c:pt>
                <c:pt idx="800">
                  <c:v>3.9984652235551844E-2</c:v>
                </c:pt>
                <c:pt idx="801">
                  <c:v>4.0016286138060457E-2</c:v>
                </c:pt>
                <c:pt idx="802">
                  <c:v>4.0048043766761479E-2</c:v>
                </c:pt>
                <c:pt idx="803">
                  <c:v>4.0103607636731355E-2</c:v>
                </c:pt>
                <c:pt idx="804">
                  <c:v>4.0154819547009071E-2</c:v>
                </c:pt>
                <c:pt idx="805">
                  <c:v>4.0184117283166877E-2</c:v>
                </c:pt>
                <c:pt idx="806">
                  <c:v>4.0219200872616621E-2</c:v>
                </c:pt>
                <c:pt idx="807">
                  <c:v>4.0230391351238147E-2</c:v>
                </c:pt>
                <c:pt idx="808">
                  <c:v>4.0290513549091814E-2</c:v>
                </c:pt>
                <c:pt idx="809">
                  <c:v>4.0293356488431686E-2</c:v>
                </c:pt>
                <c:pt idx="810">
                  <c:v>4.0301348077458277E-2</c:v>
                </c:pt>
                <c:pt idx="811">
                  <c:v>4.030689648067301E-2</c:v>
                </c:pt>
                <c:pt idx="812">
                  <c:v>4.0312300121228051E-2</c:v>
                </c:pt>
                <c:pt idx="813">
                  <c:v>4.0385177658641913E-2</c:v>
                </c:pt>
                <c:pt idx="814">
                  <c:v>4.0412715967789357E-2</c:v>
                </c:pt>
                <c:pt idx="815">
                  <c:v>4.0453039375355167E-2</c:v>
                </c:pt>
                <c:pt idx="816">
                  <c:v>4.0477561735255858E-2</c:v>
                </c:pt>
                <c:pt idx="817">
                  <c:v>4.0479956743385628E-2</c:v>
                </c:pt>
                <c:pt idx="818">
                  <c:v>4.0486079708087784E-2</c:v>
                </c:pt>
                <c:pt idx="819">
                  <c:v>4.0502059441639766E-2</c:v>
                </c:pt>
                <c:pt idx="820">
                  <c:v>4.051563025996098E-2</c:v>
                </c:pt>
                <c:pt idx="821">
                  <c:v>4.0525299045824921E-2</c:v>
                </c:pt>
                <c:pt idx="822">
                  <c:v>4.0544880859736857E-2</c:v>
                </c:pt>
                <c:pt idx="823">
                  <c:v>4.0560780509941136E-2</c:v>
                </c:pt>
                <c:pt idx="824">
                  <c:v>4.0565970641688917E-2</c:v>
                </c:pt>
                <c:pt idx="825">
                  <c:v>4.0581624868517852E-2</c:v>
                </c:pt>
                <c:pt idx="826">
                  <c:v>4.0594976189375423E-2</c:v>
                </c:pt>
                <c:pt idx="827">
                  <c:v>4.0621615355878514E-2</c:v>
                </c:pt>
                <c:pt idx="828">
                  <c:v>4.0648151658037493E-2</c:v>
                </c:pt>
                <c:pt idx="829">
                  <c:v>4.0673626532655813E-2</c:v>
                </c:pt>
                <c:pt idx="830">
                  <c:v>4.0697064102104323E-2</c:v>
                </c:pt>
                <c:pt idx="831">
                  <c:v>4.0698766892146805E-2</c:v>
                </c:pt>
                <c:pt idx="832">
                  <c:v>4.072249005415194E-2</c:v>
                </c:pt>
                <c:pt idx="833">
                  <c:v>4.0727717751831559E-2</c:v>
                </c:pt>
                <c:pt idx="834">
                  <c:v>4.073928559892958E-2</c:v>
                </c:pt>
                <c:pt idx="835">
                  <c:v>4.0759195613720427E-2</c:v>
                </c:pt>
                <c:pt idx="836">
                  <c:v>4.0778171454402629E-2</c:v>
                </c:pt>
                <c:pt idx="837">
                  <c:v>4.0781019611819326E-2</c:v>
                </c:pt>
                <c:pt idx="838">
                  <c:v>4.078134988865225E-2</c:v>
                </c:pt>
                <c:pt idx="839">
                  <c:v>4.0792847345348687E-2</c:v>
                </c:pt>
                <c:pt idx="840">
                  <c:v>4.0796824054176693E-2</c:v>
                </c:pt>
                <c:pt idx="841">
                  <c:v>4.0825254576412992E-2</c:v>
                </c:pt>
                <c:pt idx="842">
                  <c:v>4.0883023049122044E-2</c:v>
                </c:pt>
                <c:pt idx="843">
                  <c:v>4.0922513984220123E-2</c:v>
                </c:pt>
                <c:pt idx="844">
                  <c:v>4.0923240742950916E-2</c:v>
                </c:pt>
                <c:pt idx="845">
                  <c:v>4.0966718154041973E-2</c:v>
                </c:pt>
                <c:pt idx="846">
                  <c:v>4.098938954815539E-2</c:v>
                </c:pt>
                <c:pt idx="847">
                  <c:v>4.1026815209462476E-2</c:v>
                </c:pt>
                <c:pt idx="848">
                  <c:v>4.1035809287525954E-2</c:v>
                </c:pt>
                <c:pt idx="849">
                  <c:v>4.1054641777305445E-2</c:v>
                </c:pt>
                <c:pt idx="850">
                  <c:v>4.112354014804491E-2</c:v>
                </c:pt>
                <c:pt idx="851">
                  <c:v>4.1133625766094459E-2</c:v>
                </c:pt>
                <c:pt idx="852">
                  <c:v>4.1137616627597351E-2</c:v>
                </c:pt>
                <c:pt idx="853">
                  <c:v>4.1162423098415772E-2</c:v>
                </c:pt>
                <c:pt idx="854">
                  <c:v>4.1168351464288322E-2</c:v>
                </c:pt>
                <c:pt idx="855">
                  <c:v>4.1192926358552429E-2</c:v>
                </c:pt>
                <c:pt idx="856">
                  <c:v>4.1197101700492456E-2</c:v>
                </c:pt>
                <c:pt idx="857">
                  <c:v>4.1204183659168031E-2</c:v>
                </c:pt>
                <c:pt idx="858">
                  <c:v>4.1231901977392828E-2</c:v>
                </c:pt>
                <c:pt idx="859">
                  <c:v>4.1269916421152492E-2</c:v>
                </c:pt>
                <c:pt idx="860">
                  <c:v>4.128135506191212E-2</c:v>
                </c:pt>
                <c:pt idx="861">
                  <c:v>4.133580274866859E-2</c:v>
                </c:pt>
                <c:pt idx="862">
                  <c:v>4.1368267182013599E-2</c:v>
                </c:pt>
                <c:pt idx="863">
                  <c:v>4.1370048291002777E-2</c:v>
                </c:pt>
                <c:pt idx="864">
                  <c:v>4.1418290052972935E-2</c:v>
                </c:pt>
                <c:pt idx="865">
                  <c:v>4.1419083644526719E-2</c:v>
                </c:pt>
                <c:pt idx="866">
                  <c:v>4.1440260337289835E-2</c:v>
                </c:pt>
                <c:pt idx="867">
                  <c:v>4.14410053683563E-2</c:v>
                </c:pt>
                <c:pt idx="868">
                  <c:v>4.1488296798486056E-2</c:v>
                </c:pt>
                <c:pt idx="869">
                  <c:v>4.1503820279808222E-2</c:v>
                </c:pt>
                <c:pt idx="870">
                  <c:v>4.15185340120321E-2</c:v>
                </c:pt>
                <c:pt idx="871">
                  <c:v>4.1519942891838628E-2</c:v>
                </c:pt>
                <c:pt idx="872">
                  <c:v>4.1548889001815435E-2</c:v>
                </c:pt>
                <c:pt idx="873">
                  <c:v>4.1553745612901254E-2</c:v>
                </c:pt>
                <c:pt idx="874">
                  <c:v>4.1558240740145108E-2</c:v>
                </c:pt>
                <c:pt idx="875">
                  <c:v>4.1585197467788604E-2</c:v>
                </c:pt>
                <c:pt idx="876">
                  <c:v>4.163739316245265E-2</c:v>
                </c:pt>
                <c:pt idx="877">
                  <c:v>4.1668418927547669E-2</c:v>
                </c:pt>
                <c:pt idx="878">
                  <c:v>4.1678232262524817E-2</c:v>
                </c:pt>
                <c:pt idx="879">
                  <c:v>4.1720387085162985E-2</c:v>
                </c:pt>
                <c:pt idx="880">
                  <c:v>4.1729770431153362E-2</c:v>
                </c:pt>
                <c:pt idx="881">
                  <c:v>4.173200113584305E-2</c:v>
                </c:pt>
                <c:pt idx="882">
                  <c:v>4.1745262924989028E-2</c:v>
                </c:pt>
                <c:pt idx="883">
                  <c:v>4.1754292880744087E-2</c:v>
                </c:pt>
                <c:pt idx="884">
                  <c:v>4.1772105251433746E-2</c:v>
                </c:pt>
                <c:pt idx="885">
                  <c:v>4.1780236064219836E-2</c:v>
                </c:pt>
                <c:pt idx="886">
                  <c:v>4.1783063379487846E-2</c:v>
                </c:pt>
                <c:pt idx="887">
                  <c:v>4.1810257611304885E-2</c:v>
                </c:pt>
                <c:pt idx="888">
                  <c:v>4.1813379152225008E-2</c:v>
                </c:pt>
                <c:pt idx="889">
                  <c:v>4.18223309779302E-2</c:v>
                </c:pt>
                <c:pt idx="890">
                  <c:v>4.1957273883721495E-2</c:v>
                </c:pt>
                <c:pt idx="891">
                  <c:v>4.1971301568025005E-2</c:v>
                </c:pt>
                <c:pt idx="892">
                  <c:v>4.1973975092662978E-2</c:v>
                </c:pt>
                <c:pt idx="893">
                  <c:v>4.1978667299845313E-2</c:v>
                </c:pt>
                <c:pt idx="894">
                  <c:v>4.1984643980192742E-2</c:v>
                </c:pt>
                <c:pt idx="895">
                  <c:v>4.2079157208752951E-2</c:v>
                </c:pt>
                <c:pt idx="896">
                  <c:v>4.2096779229619873E-2</c:v>
                </c:pt>
                <c:pt idx="897">
                  <c:v>4.2130112657860576E-2</c:v>
                </c:pt>
                <c:pt idx="898">
                  <c:v>4.218275787611981E-2</c:v>
                </c:pt>
                <c:pt idx="899">
                  <c:v>4.2185250435417869E-2</c:v>
                </c:pt>
                <c:pt idx="900">
                  <c:v>4.2197696485069533E-2</c:v>
                </c:pt>
                <c:pt idx="901">
                  <c:v>4.2199003243846532E-2</c:v>
                </c:pt>
                <c:pt idx="902">
                  <c:v>4.2202395228953464E-2</c:v>
                </c:pt>
                <c:pt idx="903">
                  <c:v>4.2225141541354788E-2</c:v>
                </c:pt>
                <c:pt idx="904">
                  <c:v>4.2234665133998178E-2</c:v>
                </c:pt>
                <c:pt idx="905">
                  <c:v>4.2242304699431216E-2</c:v>
                </c:pt>
                <c:pt idx="906">
                  <c:v>4.22519902595049E-2</c:v>
                </c:pt>
                <c:pt idx="907">
                  <c:v>4.2288524421706407E-2</c:v>
                </c:pt>
                <c:pt idx="908">
                  <c:v>4.2356047006973568E-2</c:v>
                </c:pt>
                <c:pt idx="909">
                  <c:v>4.2379393562603722E-2</c:v>
                </c:pt>
                <c:pt idx="910">
                  <c:v>4.2418657998810394E-2</c:v>
                </c:pt>
                <c:pt idx="911">
                  <c:v>4.2433103956879874E-2</c:v>
                </c:pt>
                <c:pt idx="912">
                  <c:v>4.2442881062694324E-2</c:v>
                </c:pt>
                <c:pt idx="913">
                  <c:v>4.2448545203513009E-2</c:v>
                </c:pt>
                <c:pt idx="914">
                  <c:v>4.246911997810339E-2</c:v>
                </c:pt>
                <c:pt idx="915">
                  <c:v>4.2510913350965678E-2</c:v>
                </c:pt>
                <c:pt idx="916">
                  <c:v>4.2530345094049522E-2</c:v>
                </c:pt>
                <c:pt idx="917">
                  <c:v>4.2555290541376072E-2</c:v>
                </c:pt>
                <c:pt idx="918">
                  <c:v>4.2579959794621848E-2</c:v>
                </c:pt>
                <c:pt idx="919">
                  <c:v>4.2583694768030957E-2</c:v>
                </c:pt>
                <c:pt idx="920">
                  <c:v>4.2585783771117929E-2</c:v>
                </c:pt>
                <c:pt idx="921">
                  <c:v>4.2593824494061377E-2</c:v>
                </c:pt>
                <c:pt idx="922">
                  <c:v>4.2595031972424965E-2</c:v>
                </c:pt>
                <c:pt idx="923">
                  <c:v>4.2606179735865987E-2</c:v>
                </c:pt>
                <c:pt idx="924">
                  <c:v>4.2610824910727416E-2</c:v>
                </c:pt>
                <c:pt idx="925">
                  <c:v>4.2627070467749044E-2</c:v>
                </c:pt>
                <c:pt idx="926">
                  <c:v>4.2671695718796546E-2</c:v>
                </c:pt>
                <c:pt idx="927">
                  <c:v>4.2691856953416166E-2</c:v>
                </c:pt>
                <c:pt idx="928">
                  <c:v>4.2705342275342693E-2</c:v>
                </c:pt>
                <c:pt idx="929">
                  <c:v>4.2746943091461251E-2</c:v>
                </c:pt>
                <c:pt idx="930">
                  <c:v>4.2752156597267207E-2</c:v>
                </c:pt>
                <c:pt idx="931">
                  <c:v>4.2758756096127684E-2</c:v>
                </c:pt>
                <c:pt idx="932">
                  <c:v>4.2785068553573523E-2</c:v>
                </c:pt>
                <c:pt idx="933">
                  <c:v>4.2789804956006108E-2</c:v>
                </c:pt>
                <c:pt idx="934">
                  <c:v>4.2799477544083551E-2</c:v>
                </c:pt>
                <c:pt idx="935">
                  <c:v>4.2810391329705134E-2</c:v>
                </c:pt>
                <c:pt idx="936">
                  <c:v>4.2864722216053697E-2</c:v>
                </c:pt>
                <c:pt idx="937">
                  <c:v>4.2876409400226842E-2</c:v>
                </c:pt>
                <c:pt idx="938">
                  <c:v>4.2907844747647243E-2</c:v>
                </c:pt>
                <c:pt idx="939">
                  <c:v>4.2922783811868599E-2</c:v>
                </c:pt>
                <c:pt idx="940">
                  <c:v>4.2935282671672993E-2</c:v>
                </c:pt>
                <c:pt idx="941">
                  <c:v>4.2943996972971694E-2</c:v>
                </c:pt>
                <c:pt idx="942">
                  <c:v>4.2962550331579377E-2</c:v>
                </c:pt>
                <c:pt idx="943">
                  <c:v>4.2982693150115957E-2</c:v>
                </c:pt>
                <c:pt idx="944">
                  <c:v>4.3014757625445967E-2</c:v>
                </c:pt>
                <c:pt idx="945">
                  <c:v>4.3019586253105674E-2</c:v>
                </c:pt>
                <c:pt idx="946">
                  <c:v>4.3057726824562895E-2</c:v>
                </c:pt>
                <c:pt idx="947">
                  <c:v>4.3059000668740792E-2</c:v>
                </c:pt>
                <c:pt idx="948">
                  <c:v>4.3062556371887592E-2</c:v>
                </c:pt>
                <c:pt idx="949">
                  <c:v>4.307364946435905E-2</c:v>
                </c:pt>
                <c:pt idx="950">
                  <c:v>4.311123357783652E-2</c:v>
                </c:pt>
                <c:pt idx="951">
                  <c:v>4.3127306866589332E-2</c:v>
                </c:pt>
                <c:pt idx="952">
                  <c:v>4.3136150521923378E-2</c:v>
                </c:pt>
                <c:pt idx="953">
                  <c:v>4.3139850832652871E-2</c:v>
                </c:pt>
                <c:pt idx="954">
                  <c:v>4.3160972606096651E-2</c:v>
                </c:pt>
                <c:pt idx="955">
                  <c:v>4.3165745229024687E-2</c:v>
                </c:pt>
                <c:pt idx="956">
                  <c:v>4.3169952983673793E-2</c:v>
                </c:pt>
                <c:pt idx="957">
                  <c:v>4.3173528446068712E-2</c:v>
                </c:pt>
                <c:pt idx="958">
                  <c:v>4.3182511057602006E-2</c:v>
                </c:pt>
                <c:pt idx="959">
                  <c:v>4.318812752218975E-2</c:v>
                </c:pt>
                <c:pt idx="960">
                  <c:v>4.319331127829415E-2</c:v>
                </c:pt>
                <c:pt idx="961">
                  <c:v>4.3221920274939839E-2</c:v>
                </c:pt>
                <c:pt idx="962">
                  <c:v>4.3228309394308419E-2</c:v>
                </c:pt>
                <c:pt idx="963">
                  <c:v>4.3250298329646351E-2</c:v>
                </c:pt>
                <c:pt idx="964">
                  <c:v>4.3294852219139139E-2</c:v>
                </c:pt>
                <c:pt idx="965">
                  <c:v>4.3297077921095224E-2</c:v>
                </c:pt>
                <c:pt idx="966">
                  <c:v>4.3300098367775854E-2</c:v>
                </c:pt>
                <c:pt idx="967">
                  <c:v>4.3303221568936547E-2</c:v>
                </c:pt>
                <c:pt idx="968">
                  <c:v>4.3324530578481138E-2</c:v>
                </c:pt>
                <c:pt idx="969">
                  <c:v>4.3326132261781662E-2</c:v>
                </c:pt>
                <c:pt idx="970">
                  <c:v>4.3354433583136995E-2</c:v>
                </c:pt>
                <c:pt idx="971">
                  <c:v>4.3355897796648731E-2</c:v>
                </c:pt>
                <c:pt idx="972">
                  <c:v>4.344559308589447E-2</c:v>
                </c:pt>
                <c:pt idx="973">
                  <c:v>4.3454131937488948E-2</c:v>
                </c:pt>
                <c:pt idx="974">
                  <c:v>4.3487232131284623E-2</c:v>
                </c:pt>
                <c:pt idx="975">
                  <c:v>4.3509062503532446E-2</c:v>
                </c:pt>
                <c:pt idx="976">
                  <c:v>4.3553487851859668E-2</c:v>
                </c:pt>
                <c:pt idx="977">
                  <c:v>4.3576761933109075E-2</c:v>
                </c:pt>
                <c:pt idx="978">
                  <c:v>4.3584644584815514E-2</c:v>
                </c:pt>
                <c:pt idx="979">
                  <c:v>4.3585440183795857E-2</c:v>
                </c:pt>
                <c:pt idx="980">
                  <c:v>4.3600578369324572E-2</c:v>
                </c:pt>
                <c:pt idx="981">
                  <c:v>4.3614766432381734E-2</c:v>
                </c:pt>
                <c:pt idx="982">
                  <c:v>4.3632412277148966E-2</c:v>
                </c:pt>
                <c:pt idx="983">
                  <c:v>4.3679427141923952E-2</c:v>
                </c:pt>
                <c:pt idx="984">
                  <c:v>4.3684144331105977E-2</c:v>
                </c:pt>
                <c:pt idx="985">
                  <c:v>4.3767887553783989E-2</c:v>
                </c:pt>
                <c:pt idx="986">
                  <c:v>4.3777105225633696E-2</c:v>
                </c:pt>
                <c:pt idx="987">
                  <c:v>4.3791693288994432E-2</c:v>
                </c:pt>
                <c:pt idx="988">
                  <c:v>4.3840572636787666E-2</c:v>
                </c:pt>
                <c:pt idx="989">
                  <c:v>4.385570520295453E-2</c:v>
                </c:pt>
                <c:pt idx="990">
                  <c:v>4.3861304647077153E-2</c:v>
                </c:pt>
                <c:pt idx="991">
                  <c:v>4.3864474524575744E-2</c:v>
                </c:pt>
                <c:pt idx="992">
                  <c:v>4.3867233537887226E-2</c:v>
                </c:pt>
                <c:pt idx="993">
                  <c:v>4.3883250017047799E-2</c:v>
                </c:pt>
                <c:pt idx="994">
                  <c:v>4.3927941798028669E-2</c:v>
                </c:pt>
                <c:pt idx="995">
                  <c:v>4.3970397382981696E-2</c:v>
                </c:pt>
                <c:pt idx="996">
                  <c:v>4.404318047011526E-2</c:v>
                </c:pt>
                <c:pt idx="997">
                  <c:v>4.4044573856259567E-2</c:v>
                </c:pt>
                <c:pt idx="998">
                  <c:v>4.4055950701712678E-2</c:v>
                </c:pt>
                <c:pt idx="999">
                  <c:v>4.4062009348563524E-2</c:v>
                </c:pt>
                <c:pt idx="1000">
                  <c:v>4.4096078126844476E-2</c:v>
                </c:pt>
                <c:pt idx="1001">
                  <c:v>4.4106122109266344E-2</c:v>
                </c:pt>
                <c:pt idx="1002">
                  <c:v>4.4141072030413002E-2</c:v>
                </c:pt>
                <c:pt idx="1003">
                  <c:v>4.4145887015856741E-2</c:v>
                </c:pt>
                <c:pt idx="1004">
                  <c:v>4.415229526049113E-2</c:v>
                </c:pt>
                <c:pt idx="1005">
                  <c:v>4.4206938109350863E-2</c:v>
                </c:pt>
                <c:pt idx="1006">
                  <c:v>4.4290545111182258E-2</c:v>
                </c:pt>
                <c:pt idx="1007">
                  <c:v>4.4303771887570148E-2</c:v>
                </c:pt>
                <c:pt idx="1008">
                  <c:v>4.4327472192985197E-2</c:v>
                </c:pt>
                <c:pt idx="1009">
                  <c:v>4.4330498344970416E-2</c:v>
                </c:pt>
                <c:pt idx="1010">
                  <c:v>4.4337160279571186E-2</c:v>
                </c:pt>
                <c:pt idx="1011">
                  <c:v>4.436433126944786E-2</c:v>
                </c:pt>
                <c:pt idx="1012">
                  <c:v>4.441052921745723E-2</c:v>
                </c:pt>
                <c:pt idx="1013">
                  <c:v>4.4442724882240464E-2</c:v>
                </c:pt>
                <c:pt idx="1014">
                  <c:v>4.4521814243001737E-2</c:v>
                </c:pt>
                <c:pt idx="1015">
                  <c:v>4.4532047642349706E-2</c:v>
                </c:pt>
                <c:pt idx="1016">
                  <c:v>4.4548413498315675E-2</c:v>
                </c:pt>
                <c:pt idx="1017">
                  <c:v>4.4586840465187329E-2</c:v>
                </c:pt>
                <c:pt idx="1018">
                  <c:v>4.4595657921960984E-2</c:v>
                </c:pt>
                <c:pt idx="1019">
                  <c:v>4.4615498431073111E-2</c:v>
                </c:pt>
                <c:pt idx="1020">
                  <c:v>4.4635812454641266E-2</c:v>
                </c:pt>
                <c:pt idx="1021">
                  <c:v>4.4645184527864971E-2</c:v>
                </c:pt>
                <c:pt idx="1022">
                  <c:v>4.4655989020011187E-2</c:v>
                </c:pt>
                <c:pt idx="1023">
                  <c:v>4.4660892480034423E-2</c:v>
                </c:pt>
                <c:pt idx="1024">
                  <c:v>4.4674131400594362E-2</c:v>
                </c:pt>
                <c:pt idx="1025">
                  <c:v>4.472066358178909E-2</c:v>
                </c:pt>
                <c:pt idx="1026">
                  <c:v>4.4730765797436511E-2</c:v>
                </c:pt>
                <c:pt idx="1027">
                  <c:v>4.4737360045748367E-2</c:v>
                </c:pt>
                <c:pt idx="1028">
                  <c:v>4.4742515044495196E-2</c:v>
                </c:pt>
                <c:pt idx="1029">
                  <c:v>4.4764454350999676E-2</c:v>
                </c:pt>
                <c:pt idx="1030">
                  <c:v>4.4768718695467662E-2</c:v>
                </c:pt>
                <c:pt idx="1031">
                  <c:v>4.4785099423086457E-2</c:v>
                </c:pt>
                <c:pt idx="1032">
                  <c:v>4.480710546035134E-2</c:v>
                </c:pt>
                <c:pt idx="1033">
                  <c:v>4.4815832051978394E-2</c:v>
                </c:pt>
                <c:pt idx="1034">
                  <c:v>4.4827033773601921E-2</c:v>
                </c:pt>
                <c:pt idx="1035">
                  <c:v>4.4834206792762954E-2</c:v>
                </c:pt>
                <c:pt idx="1036">
                  <c:v>4.4836364962823123E-2</c:v>
                </c:pt>
                <c:pt idx="1037">
                  <c:v>4.4847746699378965E-2</c:v>
                </c:pt>
                <c:pt idx="1038">
                  <c:v>4.4870211768441449E-2</c:v>
                </c:pt>
                <c:pt idx="1039">
                  <c:v>4.4874520495851944E-2</c:v>
                </c:pt>
                <c:pt idx="1040">
                  <c:v>4.4881551684456615E-2</c:v>
                </c:pt>
                <c:pt idx="1041">
                  <c:v>4.4890366736190256E-2</c:v>
                </c:pt>
                <c:pt idx="1042">
                  <c:v>4.4901965495247512E-2</c:v>
                </c:pt>
                <c:pt idx="1043">
                  <c:v>4.4921321335215869E-2</c:v>
                </c:pt>
                <c:pt idx="1044">
                  <c:v>4.4923392339476842E-2</c:v>
                </c:pt>
                <c:pt idx="1045">
                  <c:v>4.4928373733196539E-2</c:v>
                </c:pt>
                <c:pt idx="1046">
                  <c:v>4.4938398410706321E-2</c:v>
                </c:pt>
                <c:pt idx="1047">
                  <c:v>4.4954387606986716E-2</c:v>
                </c:pt>
                <c:pt idx="1048">
                  <c:v>4.4956028314414184E-2</c:v>
                </c:pt>
                <c:pt idx="1049">
                  <c:v>4.4969536128481799E-2</c:v>
                </c:pt>
                <c:pt idx="1050">
                  <c:v>4.4980243957608815E-2</c:v>
                </c:pt>
                <c:pt idx="1051">
                  <c:v>4.4995115545108828E-2</c:v>
                </c:pt>
                <c:pt idx="1052">
                  <c:v>4.5018651937051776E-2</c:v>
                </c:pt>
                <c:pt idx="1053">
                  <c:v>4.5037209505812671E-2</c:v>
                </c:pt>
                <c:pt idx="1054">
                  <c:v>4.5063699916038424E-2</c:v>
                </c:pt>
                <c:pt idx="1055">
                  <c:v>4.5071731104573902E-2</c:v>
                </c:pt>
                <c:pt idx="1056">
                  <c:v>4.5091472422751425E-2</c:v>
                </c:pt>
                <c:pt idx="1057">
                  <c:v>4.5094354259512658E-2</c:v>
                </c:pt>
                <c:pt idx="1058">
                  <c:v>4.5099591431603879E-2</c:v>
                </c:pt>
                <c:pt idx="1059">
                  <c:v>4.5102331519396667E-2</c:v>
                </c:pt>
                <c:pt idx="1060">
                  <c:v>4.5123397982482986E-2</c:v>
                </c:pt>
                <c:pt idx="1061">
                  <c:v>4.5129777618525498E-2</c:v>
                </c:pt>
                <c:pt idx="1062">
                  <c:v>4.5138218752504761E-2</c:v>
                </c:pt>
                <c:pt idx="1063">
                  <c:v>4.516002518065515E-2</c:v>
                </c:pt>
                <c:pt idx="1064">
                  <c:v>4.5212263182453444E-2</c:v>
                </c:pt>
                <c:pt idx="1065">
                  <c:v>4.5228472286753633E-2</c:v>
                </c:pt>
                <c:pt idx="1066">
                  <c:v>4.5246175336329103E-2</c:v>
                </c:pt>
                <c:pt idx="1067">
                  <c:v>4.5304024603340515E-2</c:v>
                </c:pt>
                <c:pt idx="1068">
                  <c:v>4.5308134579981209E-2</c:v>
                </c:pt>
                <c:pt idx="1069">
                  <c:v>4.5321736235912818E-2</c:v>
                </c:pt>
                <c:pt idx="1070">
                  <c:v>4.5331134108461825E-2</c:v>
                </c:pt>
                <c:pt idx="1071">
                  <c:v>4.5332442581366532E-2</c:v>
                </c:pt>
                <c:pt idx="1072">
                  <c:v>4.533266200159683E-2</c:v>
                </c:pt>
                <c:pt idx="1073">
                  <c:v>4.5337711183195496E-2</c:v>
                </c:pt>
                <c:pt idx="1074">
                  <c:v>4.5342911130992987E-2</c:v>
                </c:pt>
                <c:pt idx="1075">
                  <c:v>4.5408728676660716E-2</c:v>
                </c:pt>
                <c:pt idx="1076">
                  <c:v>4.5468086856434449E-2</c:v>
                </c:pt>
                <c:pt idx="1077">
                  <c:v>4.5471358701189152E-2</c:v>
                </c:pt>
                <c:pt idx="1078">
                  <c:v>4.5486604951707581E-2</c:v>
                </c:pt>
                <c:pt idx="1079">
                  <c:v>4.5489666271752383E-2</c:v>
                </c:pt>
                <c:pt idx="1080">
                  <c:v>4.5510882851128524E-2</c:v>
                </c:pt>
                <c:pt idx="1081">
                  <c:v>4.5517860662587582E-2</c:v>
                </c:pt>
                <c:pt idx="1082">
                  <c:v>4.5524996137033362E-2</c:v>
                </c:pt>
                <c:pt idx="1083">
                  <c:v>4.5537872964373449E-2</c:v>
                </c:pt>
                <c:pt idx="1084">
                  <c:v>4.5546841195130576E-2</c:v>
                </c:pt>
                <c:pt idx="1085">
                  <c:v>4.5553584605308235E-2</c:v>
                </c:pt>
                <c:pt idx="1086">
                  <c:v>4.5558721016836605E-2</c:v>
                </c:pt>
                <c:pt idx="1087">
                  <c:v>4.5569745961549488E-2</c:v>
                </c:pt>
                <c:pt idx="1088">
                  <c:v>4.558863806990425E-2</c:v>
                </c:pt>
                <c:pt idx="1089">
                  <c:v>4.5608083192068459E-2</c:v>
                </c:pt>
                <c:pt idx="1090">
                  <c:v>4.5613185752701159E-2</c:v>
                </c:pt>
                <c:pt idx="1091">
                  <c:v>4.5618086923784218E-2</c:v>
                </c:pt>
                <c:pt idx="1092">
                  <c:v>4.5624386223374676E-2</c:v>
                </c:pt>
                <c:pt idx="1093">
                  <c:v>4.5637856767233441E-2</c:v>
                </c:pt>
                <c:pt idx="1094">
                  <c:v>4.5655673210746699E-2</c:v>
                </c:pt>
                <c:pt idx="1095">
                  <c:v>4.5664111523664279E-2</c:v>
                </c:pt>
                <c:pt idx="1096">
                  <c:v>4.5680474438201002E-2</c:v>
                </c:pt>
                <c:pt idx="1097">
                  <c:v>4.5683679017918997E-2</c:v>
                </c:pt>
                <c:pt idx="1098">
                  <c:v>4.5710480952913551E-2</c:v>
                </c:pt>
                <c:pt idx="1099">
                  <c:v>4.5732010828928714E-2</c:v>
                </c:pt>
                <c:pt idx="1100">
                  <c:v>4.5738333694056985E-2</c:v>
                </c:pt>
                <c:pt idx="1101">
                  <c:v>4.5741932611480393E-2</c:v>
                </c:pt>
                <c:pt idx="1102">
                  <c:v>4.5769456097577862E-2</c:v>
                </c:pt>
                <c:pt idx="1103">
                  <c:v>4.579976699198466E-2</c:v>
                </c:pt>
                <c:pt idx="1104">
                  <c:v>4.5843139699199661E-2</c:v>
                </c:pt>
                <c:pt idx="1105">
                  <c:v>4.5861002131665385E-2</c:v>
                </c:pt>
                <c:pt idx="1106">
                  <c:v>4.587622160377583E-2</c:v>
                </c:pt>
                <c:pt idx="1107">
                  <c:v>4.5902960126724297E-2</c:v>
                </c:pt>
                <c:pt idx="1108">
                  <c:v>4.5915746513106204E-2</c:v>
                </c:pt>
                <c:pt idx="1109">
                  <c:v>4.5941353671027099E-2</c:v>
                </c:pt>
                <c:pt idx="1110">
                  <c:v>4.5958561328912843E-2</c:v>
                </c:pt>
                <c:pt idx="1111">
                  <c:v>4.5968024953051516E-2</c:v>
                </c:pt>
                <c:pt idx="1112">
                  <c:v>4.5987014442366525E-2</c:v>
                </c:pt>
                <c:pt idx="1113">
                  <c:v>4.5987496597693987E-2</c:v>
                </c:pt>
                <c:pt idx="1114">
                  <c:v>4.6021471852652117E-2</c:v>
                </c:pt>
                <c:pt idx="1115">
                  <c:v>4.6033329688999224E-2</c:v>
                </c:pt>
                <c:pt idx="1116">
                  <c:v>4.6058653904534071E-2</c:v>
                </c:pt>
                <c:pt idx="1117">
                  <c:v>4.6096297665627256E-2</c:v>
                </c:pt>
                <c:pt idx="1118">
                  <c:v>4.6125159739175185E-2</c:v>
                </c:pt>
                <c:pt idx="1119">
                  <c:v>4.6139344974246772E-2</c:v>
                </c:pt>
                <c:pt idx="1120">
                  <c:v>4.6164681520575693E-2</c:v>
                </c:pt>
                <c:pt idx="1121">
                  <c:v>4.6189048856658414E-2</c:v>
                </c:pt>
                <c:pt idx="1122">
                  <c:v>4.6209308043022701E-2</c:v>
                </c:pt>
                <c:pt idx="1123">
                  <c:v>4.6214861118176256E-2</c:v>
                </c:pt>
                <c:pt idx="1124">
                  <c:v>4.6251411763889042E-2</c:v>
                </c:pt>
                <c:pt idx="1125">
                  <c:v>4.6257559805094467E-2</c:v>
                </c:pt>
                <c:pt idx="1126">
                  <c:v>4.6278476664214328E-2</c:v>
                </c:pt>
                <c:pt idx="1127">
                  <c:v>4.6294441995126043E-2</c:v>
                </c:pt>
                <c:pt idx="1128">
                  <c:v>4.6300889054157017E-2</c:v>
                </c:pt>
                <c:pt idx="1129">
                  <c:v>4.6308774841652051E-2</c:v>
                </c:pt>
                <c:pt idx="1130">
                  <c:v>4.6317969210023888E-2</c:v>
                </c:pt>
                <c:pt idx="1131">
                  <c:v>4.6346866296163997E-2</c:v>
                </c:pt>
                <c:pt idx="1132">
                  <c:v>4.6439510927125636E-2</c:v>
                </c:pt>
                <c:pt idx="1133">
                  <c:v>4.644453917440905E-2</c:v>
                </c:pt>
                <c:pt idx="1134">
                  <c:v>4.647586162620488E-2</c:v>
                </c:pt>
                <c:pt idx="1135">
                  <c:v>4.6486374813612986E-2</c:v>
                </c:pt>
                <c:pt idx="1136">
                  <c:v>4.6489326538946947E-2</c:v>
                </c:pt>
                <c:pt idx="1137">
                  <c:v>4.6497814399042985E-2</c:v>
                </c:pt>
                <c:pt idx="1138">
                  <c:v>4.6505851848485269E-2</c:v>
                </c:pt>
                <c:pt idx="1139">
                  <c:v>4.650891887709397E-2</c:v>
                </c:pt>
                <c:pt idx="1140">
                  <c:v>4.6512463909227052E-2</c:v>
                </c:pt>
                <c:pt idx="1141">
                  <c:v>4.6543522301400769E-2</c:v>
                </c:pt>
                <c:pt idx="1142">
                  <c:v>4.6555066840001991E-2</c:v>
                </c:pt>
                <c:pt idx="1143">
                  <c:v>4.6565348554671836E-2</c:v>
                </c:pt>
                <c:pt idx="1144">
                  <c:v>4.6580008648988432E-2</c:v>
                </c:pt>
                <c:pt idx="1145">
                  <c:v>4.6594028816253824E-2</c:v>
                </c:pt>
                <c:pt idx="1146">
                  <c:v>4.6597138312454954E-2</c:v>
                </c:pt>
                <c:pt idx="1147">
                  <c:v>4.661060452356737E-2</c:v>
                </c:pt>
                <c:pt idx="1148">
                  <c:v>4.6617503757596046E-2</c:v>
                </c:pt>
                <c:pt idx="1149">
                  <c:v>4.6634432487769058E-2</c:v>
                </c:pt>
                <c:pt idx="1150">
                  <c:v>4.6639010562695864E-2</c:v>
                </c:pt>
                <c:pt idx="1151">
                  <c:v>4.6652683172577335E-2</c:v>
                </c:pt>
                <c:pt idx="1152">
                  <c:v>4.6653381568511017E-2</c:v>
                </c:pt>
                <c:pt idx="1153">
                  <c:v>4.666336496591577E-2</c:v>
                </c:pt>
                <c:pt idx="1154">
                  <c:v>4.6675496351620036E-2</c:v>
                </c:pt>
                <c:pt idx="1155">
                  <c:v>4.6714381704257263E-2</c:v>
                </c:pt>
                <c:pt idx="1156">
                  <c:v>4.6735183957681413E-2</c:v>
                </c:pt>
                <c:pt idx="1157">
                  <c:v>4.6752298377718875E-2</c:v>
                </c:pt>
                <c:pt idx="1158">
                  <c:v>4.6762917750746744E-2</c:v>
                </c:pt>
                <c:pt idx="1159">
                  <c:v>4.676528053415601E-2</c:v>
                </c:pt>
                <c:pt idx="1160">
                  <c:v>4.6766406838730339E-2</c:v>
                </c:pt>
                <c:pt idx="1161">
                  <c:v>4.6778686753288751E-2</c:v>
                </c:pt>
                <c:pt idx="1162">
                  <c:v>4.6793422169717672E-2</c:v>
                </c:pt>
                <c:pt idx="1163">
                  <c:v>4.6811137260202584E-2</c:v>
                </c:pt>
                <c:pt idx="1164">
                  <c:v>4.6822012921543539E-2</c:v>
                </c:pt>
                <c:pt idx="1165">
                  <c:v>4.6834890105498309E-2</c:v>
                </c:pt>
                <c:pt idx="1166">
                  <c:v>4.6840918636739365E-2</c:v>
                </c:pt>
                <c:pt idx="1167">
                  <c:v>4.6848621766217367E-2</c:v>
                </c:pt>
                <c:pt idx="1168">
                  <c:v>4.6856983901578754E-2</c:v>
                </c:pt>
                <c:pt idx="1169">
                  <c:v>4.6867712683013943E-2</c:v>
                </c:pt>
                <c:pt idx="1170">
                  <c:v>4.6910555194864777E-2</c:v>
                </c:pt>
                <c:pt idx="1171">
                  <c:v>4.6916947510206142E-2</c:v>
                </c:pt>
                <c:pt idx="1172">
                  <c:v>4.6935456255374625E-2</c:v>
                </c:pt>
                <c:pt idx="1173">
                  <c:v>4.6936282555426041E-2</c:v>
                </c:pt>
                <c:pt idx="1174">
                  <c:v>4.69488435589617E-2</c:v>
                </c:pt>
                <c:pt idx="1175">
                  <c:v>4.697258246898172E-2</c:v>
                </c:pt>
                <c:pt idx="1176">
                  <c:v>4.7041767107476283E-2</c:v>
                </c:pt>
                <c:pt idx="1177">
                  <c:v>4.7050756602992835E-2</c:v>
                </c:pt>
                <c:pt idx="1178">
                  <c:v>4.7053603331632637E-2</c:v>
                </c:pt>
                <c:pt idx="1179">
                  <c:v>4.7064388505837516E-2</c:v>
                </c:pt>
                <c:pt idx="1180">
                  <c:v>4.7066303500926776E-2</c:v>
                </c:pt>
                <c:pt idx="1181">
                  <c:v>4.7080429409863567E-2</c:v>
                </c:pt>
                <c:pt idx="1182">
                  <c:v>4.7089723473720833E-2</c:v>
                </c:pt>
                <c:pt idx="1183">
                  <c:v>4.7092566416308448E-2</c:v>
                </c:pt>
                <c:pt idx="1184">
                  <c:v>4.7110861676258081E-2</c:v>
                </c:pt>
                <c:pt idx="1185">
                  <c:v>4.7128715442322902E-2</c:v>
                </c:pt>
                <c:pt idx="1186">
                  <c:v>4.7160245028641183E-2</c:v>
                </c:pt>
                <c:pt idx="1187">
                  <c:v>4.7167865777424503E-2</c:v>
                </c:pt>
                <c:pt idx="1188">
                  <c:v>4.7167946053937648E-2</c:v>
                </c:pt>
                <c:pt idx="1189">
                  <c:v>4.7173512556429986E-2</c:v>
                </c:pt>
                <c:pt idx="1190">
                  <c:v>4.7197208766712899E-2</c:v>
                </c:pt>
                <c:pt idx="1191">
                  <c:v>4.7247159360110064E-2</c:v>
                </c:pt>
                <c:pt idx="1192">
                  <c:v>4.7253770999298214E-2</c:v>
                </c:pt>
                <c:pt idx="1193">
                  <c:v>4.7261619170522989E-2</c:v>
                </c:pt>
                <c:pt idx="1194">
                  <c:v>4.7274596013411337E-2</c:v>
                </c:pt>
                <c:pt idx="1195">
                  <c:v>4.7352881663251467E-2</c:v>
                </c:pt>
                <c:pt idx="1196">
                  <c:v>4.7380025614965654E-2</c:v>
                </c:pt>
                <c:pt idx="1197">
                  <c:v>4.7384266842139935E-2</c:v>
                </c:pt>
                <c:pt idx="1198">
                  <c:v>4.7386186380759927E-2</c:v>
                </c:pt>
                <c:pt idx="1199">
                  <c:v>4.7394139142396964E-2</c:v>
                </c:pt>
                <c:pt idx="1200">
                  <c:v>4.7411895403509513E-2</c:v>
                </c:pt>
                <c:pt idx="1201">
                  <c:v>4.7426038058062767E-2</c:v>
                </c:pt>
                <c:pt idx="1202">
                  <c:v>4.7434321808791403E-2</c:v>
                </c:pt>
                <c:pt idx="1203">
                  <c:v>4.7451589402221835E-2</c:v>
                </c:pt>
                <c:pt idx="1204">
                  <c:v>4.74540056286437E-2</c:v>
                </c:pt>
                <c:pt idx="1205">
                  <c:v>4.7478573126294853E-2</c:v>
                </c:pt>
                <c:pt idx="1206">
                  <c:v>4.7529510506517929E-2</c:v>
                </c:pt>
                <c:pt idx="1207">
                  <c:v>4.7543185124706226E-2</c:v>
                </c:pt>
                <c:pt idx="1208">
                  <c:v>4.756207651560046E-2</c:v>
                </c:pt>
                <c:pt idx="1209">
                  <c:v>4.7582501734205675E-2</c:v>
                </c:pt>
                <c:pt idx="1210">
                  <c:v>4.7584093939478052E-2</c:v>
                </c:pt>
                <c:pt idx="1211">
                  <c:v>4.7623854987167563E-2</c:v>
                </c:pt>
                <c:pt idx="1212">
                  <c:v>4.7650038438869613E-2</c:v>
                </c:pt>
                <c:pt idx="1213">
                  <c:v>4.7653289407364283E-2</c:v>
                </c:pt>
                <c:pt idx="1214">
                  <c:v>4.7667649088044703E-2</c:v>
                </c:pt>
                <c:pt idx="1215">
                  <c:v>4.7675155180261483E-2</c:v>
                </c:pt>
                <c:pt idx="1216">
                  <c:v>4.7685892294676242E-2</c:v>
                </c:pt>
                <c:pt idx="1217">
                  <c:v>4.7714065169447741E-2</c:v>
                </c:pt>
                <c:pt idx="1218">
                  <c:v>4.7725244541453257E-2</c:v>
                </c:pt>
                <c:pt idx="1219">
                  <c:v>4.7727394366860798E-2</c:v>
                </c:pt>
                <c:pt idx="1220">
                  <c:v>4.7747904283265023E-2</c:v>
                </c:pt>
                <c:pt idx="1221">
                  <c:v>4.776112984416838E-2</c:v>
                </c:pt>
                <c:pt idx="1222">
                  <c:v>4.7780183648361493E-2</c:v>
                </c:pt>
                <c:pt idx="1223">
                  <c:v>4.7801276211586946E-2</c:v>
                </c:pt>
                <c:pt idx="1224">
                  <c:v>4.781847817520006E-2</c:v>
                </c:pt>
                <c:pt idx="1225">
                  <c:v>4.783586732036723E-2</c:v>
                </c:pt>
                <c:pt idx="1226">
                  <c:v>4.785681420453132E-2</c:v>
                </c:pt>
                <c:pt idx="1227">
                  <c:v>4.785691045057211E-2</c:v>
                </c:pt>
                <c:pt idx="1228">
                  <c:v>4.7869551132243685E-2</c:v>
                </c:pt>
                <c:pt idx="1229">
                  <c:v>4.7870202376871451E-2</c:v>
                </c:pt>
                <c:pt idx="1230">
                  <c:v>4.7873324418908049E-2</c:v>
                </c:pt>
                <c:pt idx="1231">
                  <c:v>4.7882649646410085E-2</c:v>
                </c:pt>
                <c:pt idx="1232">
                  <c:v>4.7892288353273152E-2</c:v>
                </c:pt>
                <c:pt idx="1233">
                  <c:v>4.791866933410853E-2</c:v>
                </c:pt>
                <c:pt idx="1234">
                  <c:v>4.792116258624176E-2</c:v>
                </c:pt>
                <c:pt idx="1235">
                  <c:v>4.7923318145270281E-2</c:v>
                </c:pt>
                <c:pt idx="1236">
                  <c:v>4.7937466070235898E-2</c:v>
                </c:pt>
                <c:pt idx="1237">
                  <c:v>4.7938956681766051E-2</c:v>
                </c:pt>
                <c:pt idx="1238">
                  <c:v>4.7943733338757531E-2</c:v>
                </c:pt>
                <c:pt idx="1239">
                  <c:v>4.7979856292552726E-2</c:v>
                </c:pt>
                <c:pt idx="1240">
                  <c:v>4.7981295447481871E-2</c:v>
                </c:pt>
                <c:pt idx="1241">
                  <c:v>4.7991336022463769E-2</c:v>
                </c:pt>
                <c:pt idx="1242">
                  <c:v>4.7996847699910396E-2</c:v>
                </c:pt>
                <c:pt idx="1243">
                  <c:v>4.7997947638158407E-2</c:v>
                </c:pt>
                <c:pt idx="1244">
                  <c:v>4.8000618578839638E-2</c:v>
                </c:pt>
                <c:pt idx="1245">
                  <c:v>4.8006394322251733E-2</c:v>
                </c:pt>
                <c:pt idx="1246">
                  <c:v>4.8018140894402796E-2</c:v>
                </c:pt>
                <c:pt idx="1247">
                  <c:v>4.8019969082439565E-2</c:v>
                </c:pt>
                <c:pt idx="1248">
                  <c:v>4.8030824253888882E-2</c:v>
                </c:pt>
                <c:pt idx="1249">
                  <c:v>4.8050632237081288E-2</c:v>
                </c:pt>
                <c:pt idx="1250">
                  <c:v>4.8075646087221445E-2</c:v>
                </c:pt>
                <c:pt idx="1251">
                  <c:v>4.8093730608368822E-2</c:v>
                </c:pt>
                <c:pt idx="1252">
                  <c:v>4.8096357732848372E-2</c:v>
                </c:pt>
                <c:pt idx="1253">
                  <c:v>4.8149381257893857E-2</c:v>
                </c:pt>
                <c:pt idx="1254">
                  <c:v>4.8167130716615165E-2</c:v>
                </c:pt>
                <c:pt idx="1255">
                  <c:v>4.8174701874750515E-2</c:v>
                </c:pt>
                <c:pt idx="1256">
                  <c:v>4.8190727737015424E-2</c:v>
                </c:pt>
                <c:pt idx="1257">
                  <c:v>4.8195551802966537E-2</c:v>
                </c:pt>
                <c:pt idx="1258">
                  <c:v>4.8209582744850467E-2</c:v>
                </c:pt>
                <c:pt idx="1259">
                  <c:v>4.8211378316528317E-2</c:v>
                </c:pt>
                <c:pt idx="1260">
                  <c:v>4.8218143386562717E-2</c:v>
                </c:pt>
                <c:pt idx="1261">
                  <c:v>4.8233251372384149E-2</c:v>
                </c:pt>
                <c:pt idx="1262">
                  <c:v>4.8233501598995136E-2</c:v>
                </c:pt>
                <c:pt idx="1263">
                  <c:v>4.8235467103945343E-2</c:v>
                </c:pt>
                <c:pt idx="1264">
                  <c:v>4.8252711809799981E-2</c:v>
                </c:pt>
                <c:pt idx="1265">
                  <c:v>4.8267085468954876E-2</c:v>
                </c:pt>
                <c:pt idx="1266">
                  <c:v>4.8283417793926253E-2</c:v>
                </c:pt>
                <c:pt idx="1267">
                  <c:v>4.8307626744473232E-2</c:v>
                </c:pt>
                <c:pt idx="1268">
                  <c:v>4.8347005448002356E-2</c:v>
                </c:pt>
                <c:pt idx="1269">
                  <c:v>4.8363231502322357E-2</c:v>
                </c:pt>
                <c:pt idx="1270">
                  <c:v>4.8368090957518838E-2</c:v>
                </c:pt>
                <c:pt idx="1271">
                  <c:v>4.8379370300275976E-2</c:v>
                </c:pt>
                <c:pt idx="1272">
                  <c:v>4.8390549213192996E-2</c:v>
                </c:pt>
                <c:pt idx="1273">
                  <c:v>4.8465456717280184E-2</c:v>
                </c:pt>
                <c:pt idx="1274">
                  <c:v>4.8490070910513286E-2</c:v>
                </c:pt>
                <c:pt idx="1275">
                  <c:v>4.8498398255308439E-2</c:v>
                </c:pt>
                <c:pt idx="1276">
                  <c:v>4.8535905810663818E-2</c:v>
                </c:pt>
                <c:pt idx="1277">
                  <c:v>4.8543553572703464E-2</c:v>
                </c:pt>
                <c:pt idx="1278">
                  <c:v>4.8568018545603144E-2</c:v>
                </c:pt>
                <c:pt idx="1279">
                  <c:v>4.8570455251020342E-2</c:v>
                </c:pt>
                <c:pt idx="1280">
                  <c:v>4.8595207685266623E-2</c:v>
                </c:pt>
                <c:pt idx="1281">
                  <c:v>4.8596597319526078E-2</c:v>
                </c:pt>
                <c:pt idx="1282">
                  <c:v>4.8606222245003813E-2</c:v>
                </c:pt>
                <c:pt idx="1283">
                  <c:v>4.8607740253216382E-2</c:v>
                </c:pt>
                <c:pt idx="1284">
                  <c:v>4.8621495869732363E-2</c:v>
                </c:pt>
                <c:pt idx="1285">
                  <c:v>4.8622139522891294E-2</c:v>
                </c:pt>
                <c:pt idx="1286">
                  <c:v>4.8632951989502939E-2</c:v>
                </c:pt>
                <c:pt idx="1287">
                  <c:v>4.8704159612934284E-2</c:v>
                </c:pt>
                <c:pt idx="1288">
                  <c:v>4.8711659588064359E-2</c:v>
                </c:pt>
                <c:pt idx="1289">
                  <c:v>4.8718505290919333E-2</c:v>
                </c:pt>
                <c:pt idx="1290">
                  <c:v>4.872085216658617E-2</c:v>
                </c:pt>
                <c:pt idx="1291">
                  <c:v>4.8727324495949111E-2</c:v>
                </c:pt>
                <c:pt idx="1292">
                  <c:v>4.8732002865756699E-2</c:v>
                </c:pt>
                <c:pt idx="1293">
                  <c:v>4.8742572124928156E-2</c:v>
                </c:pt>
                <c:pt idx="1294">
                  <c:v>4.8801536322799335E-2</c:v>
                </c:pt>
                <c:pt idx="1295">
                  <c:v>4.8801741624101287E-2</c:v>
                </c:pt>
                <c:pt idx="1296">
                  <c:v>4.8814622200675326E-2</c:v>
                </c:pt>
                <c:pt idx="1297">
                  <c:v>4.8815759687919763E-2</c:v>
                </c:pt>
                <c:pt idx="1298">
                  <c:v>4.8834066676022511E-2</c:v>
                </c:pt>
                <c:pt idx="1299">
                  <c:v>4.8835466324504931E-2</c:v>
                </c:pt>
                <c:pt idx="1300">
                  <c:v>4.8838529260845177E-2</c:v>
                </c:pt>
                <c:pt idx="1301">
                  <c:v>4.8855024834541155E-2</c:v>
                </c:pt>
                <c:pt idx="1302">
                  <c:v>4.8886485566533459E-2</c:v>
                </c:pt>
                <c:pt idx="1303">
                  <c:v>4.8938285558204835E-2</c:v>
                </c:pt>
                <c:pt idx="1304">
                  <c:v>4.8963281688860556E-2</c:v>
                </c:pt>
                <c:pt idx="1305">
                  <c:v>4.8971750127267712E-2</c:v>
                </c:pt>
                <c:pt idx="1306">
                  <c:v>4.9012790538026645E-2</c:v>
                </c:pt>
                <c:pt idx="1307">
                  <c:v>4.9025598563597977E-2</c:v>
                </c:pt>
                <c:pt idx="1308">
                  <c:v>4.9076899067719393E-2</c:v>
                </c:pt>
                <c:pt idx="1309">
                  <c:v>4.9122612395659501E-2</c:v>
                </c:pt>
                <c:pt idx="1310">
                  <c:v>4.9123799236237359E-2</c:v>
                </c:pt>
                <c:pt idx="1311">
                  <c:v>4.9126126634663328E-2</c:v>
                </c:pt>
                <c:pt idx="1312">
                  <c:v>4.9140669410524085E-2</c:v>
                </c:pt>
                <c:pt idx="1313">
                  <c:v>4.9148125652056285E-2</c:v>
                </c:pt>
                <c:pt idx="1314">
                  <c:v>4.915298279073041E-2</c:v>
                </c:pt>
                <c:pt idx="1315">
                  <c:v>4.9158630247189951E-2</c:v>
                </c:pt>
                <c:pt idx="1316">
                  <c:v>4.9160284254854164E-2</c:v>
                </c:pt>
                <c:pt idx="1317">
                  <c:v>4.9161481882335233E-2</c:v>
                </c:pt>
                <c:pt idx="1318">
                  <c:v>4.9165457014141781E-2</c:v>
                </c:pt>
                <c:pt idx="1319">
                  <c:v>4.9167871783039357E-2</c:v>
                </c:pt>
                <c:pt idx="1320">
                  <c:v>4.9177609481041364E-2</c:v>
                </c:pt>
                <c:pt idx="1321">
                  <c:v>4.918218032328163E-2</c:v>
                </c:pt>
                <c:pt idx="1322">
                  <c:v>4.9190806117148649E-2</c:v>
                </c:pt>
                <c:pt idx="1323">
                  <c:v>4.9195064267229846E-2</c:v>
                </c:pt>
                <c:pt idx="1324">
                  <c:v>4.9202656502235965E-2</c:v>
                </c:pt>
                <c:pt idx="1325">
                  <c:v>4.9262897025532923E-2</c:v>
                </c:pt>
                <c:pt idx="1326">
                  <c:v>4.929172201942221E-2</c:v>
                </c:pt>
                <c:pt idx="1327">
                  <c:v>4.9295847209533165E-2</c:v>
                </c:pt>
                <c:pt idx="1328">
                  <c:v>4.9300352448271079E-2</c:v>
                </c:pt>
                <c:pt idx="1329">
                  <c:v>4.9328545198322443E-2</c:v>
                </c:pt>
                <c:pt idx="1330">
                  <c:v>4.9341178822064298E-2</c:v>
                </c:pt>
                <c:pt idx="1331">
                  <c:v>4.9343571711986466E-2</c:v>
                </c:pt>
                <c:pt idx="1332">
                  <c:v>4.934904028563826E-2</c:v>
                </c:pt>
                <c:pt idx="1333">
                  <c:v>4.935919434054703E-2</c:v>
                </c:pt>
                <c:pt idx="1334">
                  <c:v>4.9373374745463279E-2</c:v>
                </c:pt>
                <c:pt idx="1335">
                  <c:v>4.9390395313426629E-2</c:v>
                </c:pt>
                <c:pt idx="1336">
                  <c:v>4.9391571285278761E-2</c:v>
                </c:pt>
                <c:pt idx="1337">
                  <c:v>4.9399839788203226E-2</c:v>
                </c:pt>
                <c:pt idx="1338">
                  <c:v>4.9401718503039808E-2</c:v>
                </c:pt>
                <c:pt idx="1339">
                  <c:v>4.9434964887292578E-2</c:v>
                </c:pt>
                <c:pt idx="1340">
                  <c:v>4.9442548920416662E-2</c:v>
                </c:pt>
                <c:pt idx="1341">
                  <c:v>4.9457202270187857E-2</c:v>
                </c:pt>
                <c:pt idx="1342">
                  <c:v>4.9467298846650132E-2</c:v>
                </c:pt>
                <c:pt idx="1343">
                  <c:v>4.9475702557640264E-2</c:v>
                </c:pt>
                <c:pt idx="1344">
                  <c:v>4.9476671558561371E-2</c:v>
                </c:pt>
                <c:pt idx="1345">
                  <c:v>4.9490208817618182E-2</c:v>
                </c:pt>
                <c:pt idx="1346">
                  <c:v>4.9531366882358561E-2</c:v>
                </c:pt>
                <c:pt idx="1347">
                  <c:v>4.9566112629813516E-2</c:v>
                </c:pt>
                <c:pt idx="1348">
                  <c:v>4.9574948738814517E-2</c:v>
                </c:pt>
                <c:pt idx="1349">
                  <c:v>4.9580582221098776E-2</c:v>
                </c:pt>
                <c:pt idx="1350">
                  <c:v>4.9588502237935081E-2</c:v>
                </c:pt>
                <c:pt idx="1351">
                  <c:v>4.9611890213768862E-2</c:v>
                </c:pt>
                <c:pt idx="1352">
                  <c:v>4.9611972546078215E-2</c:v>
                </c:pt>
                <c:pt idx="1353">
                  <c:v>4.9646235314832386E-2</c:v>
                </c:pt>
                <c:pt idx="1354">
                  <c:v>4.964721778364059E-2</c:v>
                </c:pt>
                <c:pt idx="1355">
                  <c:v>4.9649546000803152E-2</c:v>
                </c:pt>
                <c:pt idx="1356">
                  <c:v>4.9654878322785298E-2</c:v>
                </c:pt>
                <c:pt idx="1357">
                  <c:v>4.9657742355464413E-2</c:v>
                </c:pt>
                <c:pt idx="1358">
                  <c:v>4.9659488227532841E-2</c:v>
                </c:pt>
                <c:pt idx="1359">
                  <c:v>4.9659777992901125E-2</c:v>
                </c:pt>
                <c:pt idx="1360">
                  <c:v>4.9692660581003315E-2</c:v>
                </c:pt>
                <c:pt idx="1361">
                  <c:v>4.9698246831112486E-2</c:v>
                </c:pt>
                <c:pt idx="1362">
                  <c:v>4.9719016687373142E-2</c:v>
                </c:pt>
                <c:pt idx="1363">
                  <c:v>4.9740841289381409E-2</c:v>
                </c:pt>
                <c:pt idx="1364">
                  <c:v>4.9744868857199996E-2</c:v>
                </c:pt>
                <c:pt idx="1365">
                  <c:v>4.9759571064719704E-2</c:v>
                </c:pt>
                <c:pt idx="1366">
                  <c:v>4.9777482647089359E-2</c:v>
                </c:pt>
                <c:pt idx="1367">
                  <c:v>4.9784178502805657E-2</c:v>
                </c:pt>
                <c:pt idx="1368">
                  <c:v>4.9801122671181725E-2</c:v>
                </c:pt>
                <c:pt idx="1369">
                  <c:v>4.9814279982016124E-2</c:v>
                </c:pt>
                <c:pt idx="1370">
                  <c:v>4.9824666793024698E-2</c:v>
                </c:pt>
                <c:pt idx="1371">
                  <c:v>4.9855465323157475E-2</c:v>
                </c:pt>
                <c:pt idx="1372">
                  <c:v>4.9855535603346809E-2</c:v>
                </c:pt>
                <c:pt idx="1373">
                  <c:v>4.987255258898985E-2</c:v>
                </c:pt>
                <c:pt idx="1374">
                  <c:v>4.9873773571932435E-2</c:v>
                </c:pt>
                <c:pt idx="1375">
                  <c:v>4.9883313912686481E-2</c:v>
                </c:pt>
                <c:pt idx="1376">
                  <c:v>4.9888094750759331E-2</c:v>
                </c:pt>
                <c:pt idx="1377">
                  <c:v>4.9888143932770072E-2</c:v>
                </c:pt>
                <c:pt idx="1378">
                  <c:v>4.9912375055477298E-2</c:v>
                </c:pt>
                <c:pt idx="1379">
                  <c:v>4.9924011804371143E-2</c:v>
                </c:pt>
                <c:pt idx="1380">
                  <c:v>4.992909687646873E-2</c:v>
                </c:pt>
                <c:pt idx="1381">
                  <c:v>4.9941351881148136E-2</c:v>
                </c:pt>
                <c:pt idx="1382">
                  <c:v>4.9952949111557808E-2</c:v>
                </c:pt>
                <c:pt idx="1383">
                  <c:v>4.995899485642312E-2</c:v>
                </c:pt>
                <c:pt idx="1384">
                  <c:v>4.9990112188173431E-2</c:v>
                </c:pt>
                <c:pt idx="1385">
                  <c:v>4.9993565798935428E-2</c:v>
                </c:pt>
                <c:pt idx="1386">
                  <c:v>5.0005174409168358E-2</c:v>
                </c:pt>
                <c:pt idx="1387">
                  <c:v>5.0014644985642405E-2</c:v>
                </c:pt>
                <c:pt idx="1388">
                  <c:v>5.0022013229673166E-2</c:v>
                </c:pt>
                <c:pt idx="1389">
                  <c:v>5.0026210286673201E-2</c:v>
                </c:pt>
                <c:pt idx="1390">
                  <c:v>5.0052157203805112E-2</c:v>
                </c:pt>
                <c:pt idx="1391">
                  <c:v>5.0059124726877673E-2</c:v>
                </c:pt>
                <c:pt idx="1392">
                  <c:v>5.0060365381727659E-2</c:v>
                </c:pt>
                <c:pt idx="1393">
                  <c:v>5.006928737111966E-2</c:v>
                </c:pt>
                <c:pt idx="1394">
                  <c:v>5.0081781677049582E-2</c:v>
                </c:pt>
                <c:pt idx="1395">
                  <c:v>5.0088949870923077E-2</c:v>
                </c:pt>
                <c:pt idx="1396">
                  <c:v>5.0103573339425819E-2</c:v>
                </c:pt>
                <c:pt idx="1397">
                  <c:v>5.0111462340984583E-2</c:v>
                </c:pt>
                <c:pt idx="1398">
                  <c:v>5.0113329014979002E-2</c:v>
                </c:pt>
                <c:pt idx="1399">
                  <c:v>5.0114586222404167E-2</c:v>
                </c:pt>
                <c:pt idx="1400">
                  <c:v>5.0118639131521273E-2</c:v>
                </c:pt>
                <c:pt idx="1401">
                  <c:v>5.0125919076709949E-2</c:v>
                </c:pt>
                <c:pt idx="1402">
                  <c:v>5.0130340537064499E-2</c:v>
                </c:pt>
                <c:pt idx="1403">
                  <c:v>5.0133325003124722E-2</c:v>
                </c:pt>
                <c:pt idx="1404">
                  <c:v>5.013627262867186E-2</c:v>
                </c:pt>
                <c:pt idx="1405">
                  <c:v>5.0140321573958639E-2</c:v>
                </c:pt>
                <c:pt idx="1406">
                  <c:v>5.0174046502017872E-2</c:v>
                </c:pt>
                <c:pt idx="1407">
                  <c:v>5.0177272779316107E-2</c:v>
                </c:pt>
                <c:pt idx="1408">
                  <c:v>5.0212954782382795E-2</c:v>
                </c:pt>
                <c:pt idx="1409">
                  <c:v>5.021338319088537E-2</c:v>
                </c:pt>
                <c:pt idx="1410">
                  <c:v>5.0218488062454235E-2</c:v>
                </c:pt>
                <c:pt idx="1411">
                  <c:v>5.0247362070017863E-2</c:v>
                </c:pt>
                <c:pt idx="1412">
                  <c:v>5.0265732130029855E-2</c:v>
                </c:pt>
                <c:pt idx="1413">
                  <c:v>5.0278138513599066E-2</c:v>
                </c:pt>
                <c:pt idx="1414">
                  <c:v>5.0285277423707239E-2</c:v>
                </c:pt>
                <c:pt idx="1415">
                  <c:v>5.0327403385592925E-2</c:v>
                </c:pt>
                <c:pt idx="1416">
                  <c:v>5.0367479909479915E-2</c:v>
                </c:pt>
                <c:pt idx="1417">
                  <c:v>5.0377510900043089E-2</c:v>
                </c:pt>
                <c:pt idx="1418">
                  <c:v>5.0378608613860093E-2</c:v>
                </c:pt>
                <c:pt idx="1419">
                  <c:v>5.0391851885780568E-2</c:v>
                </c:pt>
                <c:pt idx="1420">
                  <c:v>5.0394023125363813E-2</c:v>
                </c:pt>
                <c:pt idx="1421">
                  <c:v>5.039942251064531E-2</c:v>
                </c:pt>
                <c:pt idx="1422">
                  <c:v>5.0413708256439864E-2</c:v>
                </c:pt>
                <c:pt idx="1423">
                  <c:v>5.0421773792006096E-2</c:v>
                </c:pt>
                <c:pt idx="1424">
                  <c:v>5.0432720075010859E-2</c:v>
                </c:pt>
                <c:pt idx="1425">
                  <c:v>5.0457206504621474E-2</c:v>
                </c:pt>
                <c:pt idx="1426">
                  <c:v>5.046037222147895E-2</c:v>
                </c:pt>
                <c:pt idx="1427">
                  <c:v>5.0463583611729264E-2</c:v>
                </c:pt>
                <c:pt idx="1428">
                  <c:v>5.0465337029487474E-2</c:v>
                </c:pt>
                <c:pt idx="1429">
                  <c:v>5.047061525777774E-2</c:v>
                </c:pt>
                <c:pt idx="1430">
                  <c:v>5.0507062216553739E-2</c:v>
                </c:pt>
                <c:pt idx="1431">
                  <c:v>5.0515689717994264E-2</c:v>
                </c:pt>
                <c:pt idx="1432">
                  <c:v>5.0523103968629336E-2</c:v>
                </c:pt>
                <c:pt idx="1433">
                  <c:v>5.0524699825296886E-2</c:v>
                </c:pt>
                <c:pt idx="1434">
                  <c:v>5.0529887468338371E-2</c:v>
                </c:pt>
                <c:pt idx="1435">
                  <c:v>5.055005664582489E-2</c:v>
                </c:pt>
                <c:pt idx="1436">
                  <c:v>5.0550169893652658E-2</c:v>
                </c:pt>
                <c:pt idx="1437">
                  <c:v>5.0552275966801757E-2</c:v>
                </c:pt>
                <c:pt idx="1438">
                  <c:v>5.0570029543595303E-2</c:v>
                </c:pt>
                <c:pt idx="1439">
                  <c:v>5.060601835487042E-2</c:v>
                </c:pt>
                <c:pt idx="1440">
                  <c:v>5.0609090193431634E-2</c:v>
                </c:pt>
                <c:pt idx="1441">
                  <c:v>5.0610073068903104E-2</c:v>
                </c:pt>
                <c:pt idx="1442">
                  <c:v>5.0621107138544313E-2</c:v>
                </c:pt>
                <c:pt idx="1443">
                  <c:v>5.0633841066545095E-2</c:v>
                </c:pt>
                <c:pt idx="1444">
                  <c:v>5.0650572528587012E-2</c:v>
                </c:pt>
                <c:pt idx="1445">
                  <c:v>5.0662429639911646E-2</c:v>
                </c:pt>
                <c:pt idx="1446">
                  <c:v>5.0671857430593041E-2</c:v>
                </c:pt>
                <c:pt idx="1447">
                  <c:v>5.0677199257881833E-2</c:v>
                </c:pt>
                <c:pt idx="1448">
                  <c:v>5.0682142939644514E-2</c:v>
                </c:pt>
                <c:pt idx="1449">
                  <c:v>5.0721019912371067E-2</c:v>
                </c:pt>
                <c:pt idx="1450">
                  <c:v>5.0751325015648004E-2</c:v>
                </c:pt>
                <c:pt idx="1451">
                  <c:v>5.0805764160831379E-2</c:v>
                </c:pt>
                <c:pt idx="1452">
                  <c:v>5.0808946067678891E-2</c:v>
                </c:pt>
                <c:pt idx="1453">
                  <c:v>5.0825005523487655E-2</c:v>
                </c:pt>
                <c:pt idx="1454">
                  <c:v>5.0825290504595708E-2</c:v>
                </c:pt>
                <c:pt idx="1455">
                  <c:v>5.0846113511563214E-2</c:v>
                </c:pt>
                <c:pt idx="1456">
                  <c:v>5.0847448586137274E-2</c:v>
                </c:pt>
                <c:pt idx="1457">
                  <c:v>5.0855943929316555E-2</c:v>
                </c:pt>
                <c:pt idx="1458">
                  <c:v>5.0859671852224626E-2</c:v>
                </c:pt>
                <c:pt idx="1459">
                  <c:v>5.0866870584006713E-2</c:v>
                </c:pt>
                <c:pt idx="1460">
                  <c:v>5.0869443181281691E-2</c:v>
                </c:pt>
                <c:pt idx="1461">
                  <c:v>5.0881631222994057E-2</c:v>
                </c:pt>
                <c:pt idx="1462">
                  <c:v>5.0883956874859644E-2</c:v>
                </c:pt>
                <c:pt idx="1463">
                  <c:v>5.0889864090926669E-2</c:v>
                </c:pt>
                <c:pt idx="1464">
                  <c:v>5.089098279072337E-2</c:v>
                </c:pt>
                <c:pt idx="1465">
                  <c:v>5.0895702169749556E-2</c:v>
                </c:pt>
                <c:pt idx="1466">
                  <c:v>5.0904828511954069E-2</c:v>
                </c:pt>
                <c:pt idx="1467">
                  <c:v>5.0918804614264977E-2</c:v>
                </c:pt>
                <c:pt idx="1468">
                  <c:v>5.0935160063507637E-2</c:v>
                </c:pt>
                <c:pt idx="1469">
                  <c:v>5.0938802937121656E-2</c:v>
                </c:pt>
                <c:pt idx="1470">
                  <c:v>5.0957835938278788E-2</c:v>
                </c:pt>
                <c:pt idx="1471">
                  <c:v>5.0960055911383438E-2</c:v>
                </c:pt>
                <c:pt idx="1472">
                  <c:v>5.10103318703184E-2</c:v>
                </c:pt>
                <c:pt idx="1473">
                  <c:v>5.1044652616839763E-2</c:v>
                </c:pt>
                <c:pt idx="1474">
                  <c:v>5.1067017413905659E-2</c:v>
                </c:pt>
                <c:pt idx="1475">
                  <c:v>5.10707952282883E-2</c:v>
                </c:pt>
                <c:pt idx="1476">
                  <c:v>5.1082445202684679E-2</c:v>
                </c:pt>
                <c:pt idx="1477">
                  <c:v>5.1125546038496471E-2</c:v>
                </c:pt>
                <c:pt idx="1478">
                  <c:v>5.1129510613091664E-2</c:v>
                </c:pt>
                <c:pt idx="1479">
                  <c:v>5.1135148752232878E-2</c:v>
                </c:pt>
                <c:pt idx="1480">
                  <c:v>5.1140192832690931E-2</c:v>
                </c:pt>
                <c:pt idx="1481">
                  <c:v>5.1142849732896893E-2</c:v>
                </c:pt>
                <c:pt idx="1482">
                  <c:v>5.1158685069252995E-2</c:v>
                </c:pt>
                <c:pt idx="1483">
                  <c:v>5.1166779915522147E-2</c:v>
                </c:pt>
                <c:pt idx="1484">
                  <c:v>5.1200609124513949E-2</c:v>
                </c:pt>
                <c:pt idx="1485">
                  <c:v>5.1209541768073658E-2</c:v>
                </c:pt>
                <c:pt idx="1486">
                  <c:v>5.1212914816338904E-2</c:v>
                </c:pt>
                <c:pt idx="1487">
                  <c:v>5.1219306036119287E-2</c:v>
                </c:pt>
                <c:pt idx="1488">
                  <c:v>5.1229203056742889E-2</c:v>
                </c:pt>
                <c:pt idx="1489">
                  <c:v>5.1266133678549992E-2</c:v>
                </c:pt>
                <c:pt idx="1490">
                  <c:v>5.1266680992764678E-2</c:v>
                </c:pt>
                <c:pt idx="1491">
                  <c:v>5.1281474487464243E-2</c:v>
                </c:pt>
                <c:pt idx="1492">
                  <c:v>5.1288393222386056E-2</c:v>
                </c:pt>
                <c:pt idx="1493">
                  <c:v>5.1303035413418033E-2</c:v>
                </c:pt>
                <c:pt idx="1494">
                  <c:v>5.1334218626520198E-2</c:v>
                </c:pt>
                <c:pt idx="1495">
                  <c:v>5.1341462071967263E-2</c:v>
                </c:pt>
                <c:pt idx="1496">
                  <c:v>5.1342100442511189E-2</c:v>
                </c:pt>
                <c:pt idx="1497">
                  <c:v>5.1378463270546619E-2</c:v>
                </c:pt>
                <c:pt idx="1498">
                  <c:v>5.138230390130518E-2</c:v>
                </c:pt>
                <c:pt idx="1499">
                  <c:v>5.1383687801464288E-2</c:v>
                </c:pt>
                <c:pt idx="1500">
                  <c:v>5.1388456495025436E-2</c:v>
                </c:pt>
                <c:pt idx="1501">
                  <c:v>5.1406619243940702E-2</c:v>
                </c:pt>
                <c:pt idx="1502">
                  <c:v>5.1410503797972448E-2</c:v>
                </c:pt>
                <c:pt idx="1503">
                  <c:v>5.1415164117440022E-2</c:v>
                </c:pt>
                <c:pt idx="1504">
                  <c:v>5.1416572456257074E-2</c:v>
                </c:pt>
                <c:pt idx="1505">
                  <c:v>5.1416937810336863E-2</c:v>
                </c:pt>
                <c:pt idx="1506">
                  <c:v>5.1433096792880377E-2</c:v>
                </c:pt>
                <c:pt idx="1507">
                  <c:v>5.1437734742764606E-2</c:v>
                </c:pt>
                <c:pt idx="1508">
                  <c:v>5.1464147144708233E-2</c:v>
                </c:pt>
                <c:pt idx="1509">
                  <c:v>5.1474019271985354E-2</c:v>
                </c:pt>
                <c:pt idx="1510">
                  <c:v>5.1486705394708995E-2</c:v>
                </c:pt>
                <c:pt idx="1511">
                  <c:v>5.1488531612492269E-2</c:v>
                </c:pt>
                <c:pt idx="1512">
                  <c:v>5.1489058026148456E-2</c:v>
                </c:pt>
                <c:pt idx="1513">
                  <c:v>5.1507662691836986E-2</c:v>
                </c:pt>
                <c:pt idx="1514">
                  <c:v>5.1508770057353374E-2</c:v>
                </c:pt>
                <c:pt idx="1515">
                  <c:v>5.152547972769362E-2</c:v>
                </c:pt>
                <c:pt idx="1516">
                  <c:v>5.1525805612109982E-2</c:v>
                </c:pt>
                <c:pt idx="1517">
                  <c:v>5.154070723579289E-2</c:v>
                </c:pt>
                <c:pt idx="1518">
                  <c:v>5.1541055281651121E-2</c:v>
                </c:pt>
                <c:pt idx="1519">
                  <c:v>5.1558574898466394E-2</c:v>
                </c:pt>
                <c:pt idx="1520">
                  <c:v>5.1560046629709567E-2</c:v>
                </c:pt>
                <c:pt idx="1521">
                  <c:v>5.1569512349104576E-2</c:v>
                </c:pt>
                <c:pt idx="1522">
                  <c:v>5.1587630269451713E-2</c:v>
                </c:pt>
                <c:pt idx="1523">
                  <c:v>5.1591677862554218E-2</c:v>
                </c:pt>
                <c:pt idx="1524">
                  <c:v>5.1592001675223646E-2</c:v>
                </c:pt>
                <c:pt idx="1525">
                  <c:v>5.1594848085915461E-2</c:v>
                </c:pt>
                <c:pt idx="1526">
                  <c:v>5.1605636029061555E-2</c:v>
                </c:pt>
                <c:pt idx="1527">
                  <c:v>5.1618054571505548E-2</c:v>
                </c:pt>
                <c:pt idx="1528">
                  <c:v>5.1624049149964671E-2</c:v>
                </c:pt>
                <c:pt idx="1529">
                  <c:v>5.1631406238775539E-2</c:v>
                </c:pt>
                <c:pt idx="1530">
                  <c:v>5.1653638670833189E-2</c:v>
                </c:pt>
                <c:pt idx="1531">
                  <c:v>5.1694312441325045E-2</c:v>
                </c:pt>
                <c:pt idx="1532">
                  <c:v>5.1699044583316409E-2</c:v>
                </c:pt>
                <c:pt idx="1533">
                  <c:v>5.1699914022576163E-2</c:v>
                </c:pt>
                <c:pt idx="1534">
                  <c:v>5.1705036097249225E-2</c:v>
                </c:pt>
                <c:pt idx="1535">
                  <c:v>5.173919422968918E-2</c:v>
                </c:pt>
                <c:pt idx="1536">
                  <c:v>5.1768974957839539E-2</c:v>
                </c:pt>
                <c:pt idx="1537">
                  <c:v>5.1829504145970866E-2</c:v>
                </c:pt>
                <c:pt idx="1538">
                  <c:v>5.1845565374267405E-2</c:v>
                </c:pt>
                <c:pt idx="1539">
                  <c:v>5.1864884444651434E-2</c:v>
                </c:pt>
                <c:pt idx="1540">
                  <c:v>5.1887905294750791E-2</c:v>
                </c:pt>
                <c:pt idx="1541">
                  <c:v>5.192230233051328E-2</c:v>
                </c:pt>
                <c:pt idx="1542">
                  <c:v>5.1932655269066784E-2</c:v>
                </c:pt>
                <c:pt idx="1543">
                  <c:v>5.1989238392436257E-2</c:v>
                </c:pt>
                <c:pt idx="1544">
                  <c:v>5.1989956960467321E-2</c:v>
                </c:pt>
                <c:pt idx="1545">
                  <c:v>5.1992815131674919E-2</c:v>
                </c:pt>
                <c:pt idx="1546">
                  <c:v>5.200434257160471E-2</c:v>
                </c:pt>
                <c:pt idx="1547">
                  <c:v>5.2013893587262681E-2</c:v>
                </c:pt>
                <c:pt idx="1548">
                  <c:v>5.2014349432721894E-2</c:v>
                </c:pt>
                <c:pt idx="1549">
                  <c:v>5.2017627048568264E-2</c:v>
                </c:pt>
                <c:pt idx="1550">
                  <c:v>5.202161302681934E-2</c:v>
                </c:pt>
                <c:pt idx="1551">
                  <c:v>5.2036109924924093E-2</c:v>
                </c:pt>
                <c:pt idx="1552">
                  <c:v>5.2039043267602843E-2</c:v>
                </c:pt>
                <c:pt idx="1553">
                  <c:v>5.2041421451381131E-2</c:v>
                </c:pt>
                <c:pt idx="1554">
                  <c:v>5.2060493471833585E-2</c:v>
                </c:pt>
                <c:pt idx="1555">
                  <c:v>5.2066252724022856E-2</c:v>
                </c:pt>
                <c:pt idx="1556">
                  <c:v>5.2078766945963618E-2</c:v>
                </c:pt>
                <c:pt idx="1557">
                  <c:v>5.2080476331561897E-2</c:v>
                </c:pt>
                <c:pt idx="1558">
                  <c:v>5.2081389414203809E-2</c:v>
                </c:pt>
                <c:pt idx="1559">
                  <c:v>5.2082800986133757E-2</c:v>
                </c:pt>
                <c:pt idx="1560">
                  <c:v>5.2092123719758653E-2</c:v>
                </c:pt>
                <c:pt idx="1561">
                  <c:v>5.2111373945659671E-2</c:v>
                </c:pt>
                <c:pt idx="1562">
                  <c:v>5.2113316220229002E-2</c:v>
                </c:pt>
                <c:pt idx="1563">
                  <c:v>5.211861419705819E-2</c:v>
                </c:pt>
                <c:pt idx="1564">
                  <c:v>5.2134423629075395E-2</c:v>
                </c:pt>
                <c:pt idx="1565">
                  <c:v>5.2176811107724409E-2</c:v>
                </c:pt>
                <c:pt idx="1566">
                  <c:v>5.2182735677741038E-2</c:v>
                </c:pt>
                <c:pt idx="1567">
                  <c:v>5.2200002595580386E-2</c:v>
                </c:pt>
                <c:pt idx="1568">
                  <c:v>5.2220956075835205E-2</c:v>
                </c:pt>
                <c:pt idx="1569">
                  <c:v>5.2227209559957986E-2</c:v>
                </c:pt>
                <c:pt idx="1570">
                  <c:v>5.2254654375469167E-2</c:v>
                </c:pt>
                <c:pt idx="1571">
                  <c:v>5.22572615793628E-2</c:v>
                </c:pt>
                <c:pt idx="1572">
                  <c:v>5.2258767650788407E-2</c:v>
                </c:pt>
                <c:pt idx="1573">
                  <c:v>5.2314947762000907E-2</c:v>
                </c:pt>
                <c:pt idx="1574">
                  <c:v>5.2335254854731235E-2</c:v>
                </c:pt>
                <c:pt idx="1575">
                  <c:v>5.2346325455134506E-2</c:v>
                </c:pt>
                <c:pt idx="1576">
                  <c:v>5.2385427707090378E-2</c:v>
                </c:pt>
                <c:pt idx="1577">
                  <c:v>5.2393475292062251E-2</c:v>
                </c:pt>
                <c:pt idx="1578">
                  <c:v>5.2397095464121933E-2</c:v>
                </c:pt>
                <c:pt idx="1579">
                  <c:v>5.2426556210579435E-2</c:v>
                </c:pt>
                <c:pt idx="1580">
                  <c:v>5.2441809677977444E-2</c:v>
                </c:pt>
                <c:pt idx="1581">
                  <c:v>5.2448365798270141E-2</c:v>
                </c:pt>
                <c:pt idx="1582">
                  <c:v>5.2448501540561618E-2</c:v>
                </c:pt>
                <c:pt idx="1583">
                  <c:v>5.2458798696651029E-2</c:v>
                </c:pt>
                <c:pt idx="1584">
                  <c:v>5.2466018928082517E-2</c:v>
                </c:pt>
                <c:pt idx="1585">
                  <c:v>5.2487146635949646E-2</c:v>
                </c:pt>
                <c:pt idx="1586">
                  <c:v>5.2493106612048063E-2</c:v>
                </c:pt>
                <c:pt idx="1587">
                  <c:v>5.2494850221234811E-2</c:v>
                </c:pt>
                <c:pt idx="1588">
                  <c:v>5.250168970409743E-2</c:v>
                </c:pt>
                <c:pt idx="1589">
                  <c:v>5.2539417350750593E-2</c:v>
                </c:pt>
                <c:pt idx="1590">
                  <c:v>5.254347213635658E-2</c:v>
                </c:pt>
                <c:pt idx="1591">
                  <c:v>5.2544723710541683E-2</c:v>
                </c:pt>
                <c:pt idx="1592">
                  <c:v>5.2544941467902846E-2</c:v>
                </c:pt>
                <c:pt idx="1593">
                  <c:v>5.2547515708045139E-2</c:v>
                </c:pt>
                <c:pt idx="1594">
                  <c:v>5.2589286762040451E-2</c:v>
                </c:pt>
                <c:pt idx="1595">
                  <c:v>5.2593808507841934E-2</c:v>
                </c:pt>
                <c:pt idx="1596">
                  <c:v>5.2637691687448321E-2</c:v>
                </c:pt>
                <c:pt idx="1597">
                  <c:v>5.2678612270571037E-2</c:v>
                </c:pt>
                <c:pt idx="1598">
                  <c:v>5.2734410811563159E-2</c:v>
                </c:pt>
                <c:pt idx="1599">
                  <c:v>5.2753532176469838E-2</c:v>
                </c:pt>
                <c:pt idx="1600">
                  <c:v>5.2761940213941899E-2</c:v>
                </c:pt>
                <c:pt idx="1601">
                  <c:v>5.2767495912769122E-2</c:v>
                </c:pt>
                <c:pt idx="1602">
                  <c:v>5.2796140985356052E-2</c:v>
                </c:pt>
                <c:pt idx="1603">
                  <c:v>5.2836823023966237E-2</c:v>
                </c:pt>
                <c:pt idx="1604">
                  <c:v>5.28385513537349E-2</c:v>
                </c:pt>
                <c:pt idx="1605">
                  <c:v>5.2856424556413005E-2</c:v>
                </c:pt>
                <c:pt idx="1606">
                  <c:v>5.2889528385857552E-2</c:v>
                </c:pt>
                <c:pt idx="1607">
                  <c:v>5.2890292213520006E-2</c:v>
                </c:pt>
                <c:pt idx="1608">
                  <c:v>5.2921432913338999E-2</c:v>
                </c:pt>
                <c:pt idx="1609">
                  <c:v>5.2924329474230612E-2</c:v>
                </c:pt>
                <c:pt idx="1610">
                  <c:v>5.2931514132199153E-2</c:v>
                </c:pt>
                <c:pt idx="1611">
                  <c:v>5.2940486669967694E-2</c:v>
                </c:pt>
                <c:pt idx="1612">
                  <c:v>5.2952051833731632E-2</c:v>
                </c:pt>
                <c:pt idx="1613">
                  <c:v>5.2979586913966294E-2</c:v>
                </c:pt>
                <c:pt idx="1614">
                  <c:v>5.30092557770553E-2</c:v>
                </c:pt>
                <c:pt idx="1615">
                  <c:v>5.3017818214768996E-2</c:v>
                </c:pt>
                <c:pt idx="1616">
                  <c:v>5.301911624921038E-2</c:v>
                </c:pt>
                <c:pt idx="1617">
                  <c:v>5.3049964804950583E-2</c:v>
                </c:pt>
                <c:pt idx="1618">
                  <c:v>5.3058799650385249E-2</c:v>
                </c:pt>
                <c:pt idx="1619">
                  <c:v>5.3096942849228175E-2</c:v>
                </c:pt>
                <c:pt idx="1620">
                  <c:v>5.310215582648864E-2</c:v>
                </c:pt>
                <c:pt idx="1621">
                  <c:v>5.3112833501695877E-2</c:v>
                </c:pt>
                <c:pt idx="1622">
                  <c:v>5.3143384281685288E-2</c:v>
                </c:pt>
                <c:pt idx="1623">
                  <c:v>5.3147269094318175E-2</c:v>
                </c:pt>
                <c:pt idx="1624">
                  <c:v>5.3155671835270646E-2</c:v>
                </c:pt>
                <c:pt idx="1625">
                  <c:v>5.3169768395359994E-2</c:v>
                </c:pt>
                <c:pt idx="1626">
                  <c:v>5.3221094523947868E-2</c:v>
                </c:pt>
                <c:pt idx="1627">
                  <c:v>5.3231908154600584E-2</c:v>
                </c:pt>
                <c:pt idx="1628">
                  <c:v>5.3233033161427898E-2</c:v>
                </c:pt>
                <c:pt idx="1629">
                  <c:v>5.3233464263141544E-2</c:v>
                </c:pt>
                <c:pt idx="1630">
                  <c:v>5.32364919186731E-2</c:v>
                </c:pt>
                <c:pt idx="1631">
                  <c:v>5.32609382137978E-2</c:v>
                </c:pt>
                <c:pt idx="1632">
                  <c:v>5.3275556377908095E-2</c:v>
                </c:pt>
                <c:pt idx="1633">
                  <c:v>5.3292756326468523E-2</c:v>
                </c:pt>
                <c:pt idx="1634">
                  <c:v>5.329431377026448E-2</c:v>
                </c:pt>
                <c:pt idx="1635">
                  <c:v>5.3298115043849917E-2</c:v>
                </c:pt>
                <c:pt idx="1636">
                  <c:v>5.3327978079662532E-2</c:v>
                </c:pt>
                <c:pt idx="1637">
                  <c:v>5.3331310708895116E-2</c:v>
                </c:pt>
                <c:pt idx="1638">
                  <c:v>5.333273498279039E-2</c:v>
                </c:pt>
                <c:pt idx="1639">
                  <c:v>5.3350034515115149E-2</c:v>
                </c:pt>
                <c:pt idx="1640">
                  <c:v>5.3366862464973276E-2</c:v>
                </c:pt>
                <c:pt idx="1641">
                  <c:v>5.3370808327053959E-2</c:v>
                </c:pt>
                <c:pt idx="1642">
                  <c:v>5.3388737063943599E-2</c:v>
                </c:pt>
                <c:pt idx="1643">
                  <c:v>5.3390485441976498E-2</c:v>
                </c:pt>
                <c:pt idx="1644">
                  <c:v>5.3408406695974228E-2</c:v>
                </c:pt>
                <c:pt idx="1645">
                  <c:v>5.341575066786778E-2</c:v>
                </c:pt>
                <c:pt idx="1646">
                  <c:v>5.3417535484840926E-2</c:v>
                </c:pt>
                <c:pt idx="1647">
                  <c:v>5.3417989852295483E-2</c:v>
                </c:pt>
                <c:pt idx="1648">
                  <c:v>5.3420654430207055E-2</c:v>
                </c:pt>
                <c:pt idx="1649">
                  <c:v>5.3423833209375424E-2</c:v>
                </c:pt>
                <c:pt idx="1650">
                  <c:v>5.342920623247073E-2</c:v>
                </c:pt>
                <c:pt idx="1651">
                  <c:v>5.3429262071221159E-2</c:v>
                </c:pt>
                <c:pt idx="1652">
                  <c:v>5.3430354621948631E-2</c:v>
                </c:pt>
                <c:pt idx="1653">
                  <c:v>5.3448453433088378E-2</c:v>
                </c:pt>
                <c:pt idx="1654">
                  <c:v>5.3459419752246294E-2</c:v>
                </c:pt>
                <c:pt idx="1655">
                  <c:v>5.3461662304147284E-2</c:v>
                </c:pt>
                <c:pt idx="1656">
                  <c:v>5.3469818740430677E-2</c:v>
                </c:pt>
                <c:pt idx="1657">
                  <c:v>5.3480387471187829E-2</c:v>
                </c:pt>
                <c:pt idx="1658">
                  <c:v>5.3484086343098029E-2</c:v>
                </c:pt>
                <c:pt idx="1659">
                  <c:v>5.3488441173974437E-2</c:v>
                </c:pt>
                <c:pt idx="1660">
                  <c:v>5.3498005161867687E-2</c:v>
                </c:pt>
                <c:pt idx="1661">
                  <c:v>5.3520691888868085E-2</c:v>
                </c:pt>
                <c:pt idx="1662">
                  <c:v>5.3520854854875684E-2</c:v>
                </c:pt>
                <c:pt idx="1663">
                  <c:v>5.3524594615670155E-2</c:v>
                </c:pt>
                <c:pt idx="1664">
                  <c:v>5.3527010155684625E-2</c:v>
                </c:pt>
                <c:pt idx="1665">
                  <c:v>5.3530354118322528E-2</c:v>
                </c:pt>
                <c:pt idx="1666">
                  <c:v>5.3531550801656481E-2</c:v>
                </c:pt>
                <c:pt idx="1667">
                  <c:v>5.3542840601240427E-2</c:v>
                </c:pt>
                <c:pt idx="1668">
                  <c:v>5.3575558854096719E-2</c:v>
                </c:pt>
                <c:pt idx="1669">
                  <c:v>5.3589129776665675E-2</c:v>
                </c:pt>
                <c:pt idx="1670">
                  <c:v>5.3589709607306905E-2</c:v>
                </c:pt>
                <c:pt idx="1671">
                  <c:v>5.3597094858048734E-2</c:v>
                </c:pt>
                <c:pt idx="1672">
                  <c:v>5.3600751671879901E-2</c:v>
                </c:pt>
                <c:pt idx="1673">
                  <c:v>5.3615696634691193E-2</c:v>
                </c:pt>
                <c:pt idx="1674">
                  <c:v>5.3653974693918471E-2</c:v>
                </c:pt>
                <c:pt idx="1675">
                  <c:v>5.3656802441963594E-2</c:v>
                </c:pt>
                <c:pt idx="1676">
                  <c:v>5.3692170328597952E-2</c:v>
                </c:pt>
                <c:pt idx="1677">
                  <c:v>5.3695923861849598E-2</c:v>
                </c:pt>
                <c:pt idx="1678">
                  <c:v>5.3717485647855327E-2</c:v>
                </c:pt>
                <c:pt idx="1679">
                  <c:v>5.3732527536338011E-2</c:v>
                </c:pt>
                <c:pt idx="1680">
                  <c:v>5.3748688213497292E-2</c:v>
                </c:pt>
                <c:pt idx="1681">
                  <c:v>5.3827303395661608E-2</c:v>
                </c:pt>
                <c:pt idx="1682">
                  <c:v>5.3854517003569989E-2</c:v>
                </c:pt>
                <c:pt idx="1683">
                  <c:v>5.3859427705908312E-2</c:v>
                </c:pt>
                <c:pt idx="1684">
                  <c:v>5.3868440104298657E-2</c:v>
                </c:pt>
                <c:pt idx="1685">
                  <c:v>5.3890214981569963E-2</c:v>
                </c:pt>
                <c:pt idx="1686">
                  <c:v>5.3898111825125453E-2</c:v>
                </c:pt>
                <c:pt idx="1687">
                  <c:v>5.3911774591513903E-2</c:v>
                </c:pt>
                <c:pt idx="1688">
                  <c:v>5.391257718823074E-2</c:v>
                </c:pt>
                <c:pt idx="1689">
                  <c:v>5.3913936999353228E-2</c:v>
                </c:pt>
                <c:pt idx="1690">
                  <c:v>5.3920909840111185E-2</c:v>
                </c:pt>
                <c:pt idx="1691">
                  <c:v>5.3928910280198146E-2</c:v>
                </c:pt>
                <c:pt idx="1692">
                  <c:v>5.3936041890717559E-2</c:v>
                </c:pt>
                <c:pt idx="1693">
                  <c:v>5.3954204628246932E-2</c:v>
                </c:pt>
                <c:pt idx="1694">
                  <c:v>5.3965602146016839E-2</c:v>
                </c:pt>
                <c:pt idx="1695">
                  <c:v>5.3973299065012123E-2</c:v>
                </c:pt>
                <c:pt idx="1696">
                  <c:v>5.3992204032305813E-2</c:v>
                </c:pt>
                <c:pt idx="1697">
                  <c:v>5.4007143399817929E-2</c:v>
                </c:pt>
                <c:pt idx="1698">
                  <c:v>5.4016167953095551E-2</c:v>
                </c:pt>
                <c:pt idx="1699">
                  <c:v>5.4021947103837294E-2</c:v>
                </c:pt>
                <c:pt idx="1700">
                  <c:v>5.4026365827529947E-2</c:v>
                </c:pt>
                <c:pt idx="1701">
                  <c:v>5.4027113480047177E-2</c:v>
                </c:pt>
                <c:pt idx="1702">
                  <c:v>5.4032110089601161E-2</c:v>
                </c:pt>
                <c:pt idx="1703">
                  <c:v>5.4055349930576771E-2</c:v>
                </c:pt>
                <c:pt idx="1704">
                  <c:v>5.4066945769367082E-2</c:v>
                </c:pt>
                <c:pt idx="1705">
                  <c:v>5.4084971387213202E-2</c:v>
                </c:pt>
                <c:pt idx="1706">
                  <c:v>5.4111153667650229E-2</c:v>
                </c:pt>
                <c:pt idx="1707">
                  <c:v>5.4112462543453616E-2</c:v>
                </c:pt>
                <c:pt idx="1708">
                  <c:v>5.412798651491408E-2</c:v>
                </c:pt>
                <c:pt idx="1709">
                  <c:v>5.4136227329842031E-2</c:v>
                </c:pt>
                <c:pt idx="1710">
                  <c:v>5.4136505011511765E-2</c:v>
                </c:pt>
                <c:pt idx="1711">
                  <c:v>5.4144148263812135E-2</c:v>
                </c:pt>
                <c:pt idx="1712">
                  <c:v>5.4144414755733263E-2</c:v>
                </c:pt>
                <c:pt idx="1713">
                  <c:v>5.4154750067550488E-2</c:v>
                </c:pt>
                <c:pt idx="1714">
                  <c:v>5.4160914691606971E-2</c:v>
                </c:pt>
                <c:pt idx="1715">
                  <c:v>5.4178739882532662E-2</c:v>
                </c:pt>
                <c:pt idx="1716">
                  <c:v>5.418737641207759E-2</c:v>
                </c:pt>
                <c:pt idx="1717">
                  <c:v>5.4201786438933933E-2</c:v>
                </c:pt>
                <c:pt idx="1718">
                  <c:v>5.4240744643784436E-2</c:v>
                </c:pt>
                <c:pt idx="1719">
                  <c:v>5.4250959874351232E-2</c:v>
                </c:pt>
                <c:pt idx="1720">
                  <c:v>5.4262001608476107E-2</c:v>
                </c:pt>
                <c:pt idx="1721">
                  <c:v>5.4276140653302059E-2</c:v>
                </c:pt>
                <c:pt idx="1722">
                  <c:v>5.4276894972608833E-2</c:v>
                </c:pt>
                <c:pt idx="1723">
                  <c:v>5.4301612956108969E-2</c:v>
                </c:pt>
                <c:pt idx="1724">
                  <c:v>5.4307203248443486E-2</c:v>
                </c:pt>
                <c:pt idx="1725">
                  <c:v>5.4308049729867407E-2</c:v>
                </c:pt>
                <c:pt idx="1726">
                  <c:v>5.431044886363709E-2</c:v>
                </c:pt>
                <c:pt idx="1727">
                  <c:v>5.4312209895614173E-2</c:v>
                </c:pt>
                <c:pt idx="1728">
                  <c:v>5.4348392241727855E-2</c:v>
                </c:pt>
                <c:pt idx="1729">
                  <c:v>5.4350827724954955E-2</c:v>
                </c:pt>
                <c:pt idx="1730">
                  <c:v>5.4359866087896412E-2</c:v>
                </c:pt>
                <c:pt idx="1731">
                  <c:v>5.4366966619130819E-2</c:v>
                </c:pt>
                <c:pt idx="1732">
                  <c:v>5.437497453133374E-2</c:v>
                </c:pt>
                <c:pt idx="1733">
                  <c:v>5.4379616342062051E-2</c:v>
                </c:pt>
                <c:pt idx="1734">
                  <c:v>5.4390042563632439E-2</c:v>
                </c:pt>
                <c:pt idx="1735">
                  <c:v>5.4395835904316792E-2</c:v>
                </c:pt>
                <c:pt idx="1736">
                  <c:v>5.4397195177380987E-2</c:v>
                </c:pt>
                <c:pt idx="1737">
                  <c:v>5.4397894419944873E-2</c:v>
                </c:pt>
                <c:pt idx="1738">
                  <c:v>5.4399254260393978E-2</c:v>
                </c:pt>
                <c:pt idx="1739">
                  <c:v>5.4409982045628691E-2</c:v>
                </c:pt>
                <c:pt idx="1740">
                  <c:v>5.4411832439885607E-2</c:v>
                </c:pt>
                <c:pt idx="1741">
                  <c:v>5.4428378142888333E-2</c:v>
                </c:pt>
                <c:pt idx="1742">
                  <c:v>5.448855406536051E-2</c:v>
                </c:pt>
                <c:pt idx="1743">
                  <c:v>5.4489283737933054E-2</c:v>
                </c:pt>
                <c:pt idx="1744">
                  <c:v>5.4490386505030276E-2</c:v>
                </c:pt>
                <c:pt idx="1745">
                  <c:v>5.4490970566025261E-2</c:v>
                </c:pt>
                <c:pt idx="1746">
                  <c:v>5.4492186240486865E-2</c:v>
                </c:pt>
                <c:pt idx="1747">
                  <c:v>5.4493728772948169E-2</c:v>
                </c:pt>
                <c:pt idx="1748">
                  <c:v>5.4502849867122387E-2</c:v>
                </c:pt>
                <c:pt idx="1749">
                  <c:v>5.4506022097775469E-2</c:v>
                </c:pt>
                <c:pt idx="1750">
                  <c:v>5.4519389334597795E-2</c:v>
                </c:pt>
                <c:pt idx="1751">
                  <c:v>5.4528237436932268E-2</c:v>
                </c:pt>
                <c:pt idx="1752">
                  <c:v>5.4546641739783332E-2</c:v>
                </c:pt>
                <c:pt idx="1753">
                  <c:v>5.4555613776119928E-2</c:v>
                </c:pt>
                <c:pt idx="1754">
                  <c:v>5.4565675403269086E-2</c:v>
                </c:pt>
                <c:pt idx="1755">
                  <c:v>5.4595209558902617E-2</c:v>
                </c:pt>
                <c:pt idx="1756">
                  <c:v>5.460737668520977E-2</c:v>
                </c:pt>
                <c:pt idx="1757">
                  <c:v>5.4615202282252959E-2</c:v>
                </c:pt>
                <c:pt idx="1758">
                  <c:v>5.4657244848682181E-2</c:v>
                </c:pt>
                <c:pt idx="1759">
                  <c:v>5.4677860077506128E-2</c:v>
                </c:pt>
                <c:pt idx="1760">
                  <c:v>5.4692502863400522E-2</c:v>
                </c:pt>
                <c:pt idx="1761">
                  <c:v>5.4704830191984403E-2</c:v>
                </c:pt>
                <c:pt idx="1762">
                  <c:v>5.4718397514020377E-2</c:v>
                </c:pt>
                <c:pt idx="1763">
                  <c:v>5.4735169894928992E-2</c:v>
                </c:pt>
                <c:pt idx="1764">
                  <c:v>5.4735522661791193E-2</c:v>
                </c:pt>
                <c:pt idx="1765">
                  <c:v>5.4755762653493197E-2</c:v>
                </c:pt>
                <c:pt idx="1766">
                  <c:v>5.4774803543690812E-2</c:v>
                </c:pt>
                <c:pt idx="1767">
                  <c:v>5.4796357310545343E-2</c:v>
                </c:pt>
                <c:pt idx="1768">
                  <c:v>5.480453029589382E-2</c:v>
                </c:pt>
                <c:pt idx="1769">
                  <c:v>5.4808971027240368E-2</c:v>
                </c:pt>
                <c:pt idx="1770">
                  <c:v>5.4819911616243784E-2</c:v>
                </c:pt>
                <c:pt idx="1771">
                  <c:v>5.4836835414029658E-2</c:v>
                </c:pt>
                <c:pt idx="1772">
                  <c:v>5.4852346528304001E-2</c:v>
                </c:pt>
                <c:pt idx="1773">
                  <c:v>5.485642815445143E-2</c:v>
                </c:pt>
                <c:pt idx="1774">
                  <c:v>5.4860231111203833E-2</c:v>
                </c:pt>
                <c:pt idx="1775">
                  <c:v>5.4915278920786181E-2</c:v>
                </c:pt>
                <c:pt idx="1776">
                  <c:v>5.492313046406333E-2</c:v>
                </c:pt>
                <c:pt idx="1777">
                  <c:v>5.4955172813536762E-2</c:v>
                </c:pt>
                <c:pt idx="1778">
                  <c:v>5.4960287979709081E-2</c:v>
                </c:pt>
                <c:pt idx="1779">
                  <c:v>5.4965085970469611E-2</c:v>
                </c:pt>
                <c:pt idx="1780">
                  <c:v>5.4966187000199757E-2</c:v>
                </c:pt>
                <c:pt idx="1781">
                  <c:v>5.49765915762171E-2</c:v>
                </c:pt>
                <c:pt idx="1782">
                  <c:v>5.4993557345312437E-2</c:v>
                </c:pt>
                <c:pt idx="1783">
                  <c:v>5.5000444373611644E-2</c:v>
                </c:pt>
                <c:pt idx="1784">
                  <c:v>5.502334479087774E-2</c:v>
                </c:pt>
                <c:pt idx="1785">
                  <c:v>5.5023863042567948E-2</c:v>
                </c:pt>
                <c:pt idx="1786">
                  <c:v>5.5035419448184568E-2</c:v>
                </c:pt>
                <c:pt idx="1787">
                  <c:v>5.5039807364459771E-2</c:v>
                </c:pt>
                <c:pt idx="1788">
                  <c:v>5.5056452754814224E-2</c:v>
                </c:pt>
                <c:pt idx="1789">
                  <c:v>5.5059439151325641E-2</c:v>
                </c:pt>
                <c:pt idx="1790">
                  <c:v>5.5061917749282353E-2</c:v>
                </c:pt>
                <c:pt idx="1791">
                  <c:v>5.5071302899221193E-2</c:v>
                </c:pt>
                <c:pt idx="1792">
                  <c:v>5.5077836810410744E-2</c:v>
                </c:pt>
                <c:pt idx="1793">
                  <c:v>5.5080104889446937E-2</c:v>
                </c:pt>
                <c:pt idx="1794">
                  <c:v>5.5080354507701171E-2</c:v>
                </c:pt>
                <c:pt idx="1795">
                  <c:v>5.5085431816684065E-2</c:v>
                </c:pt>
                <c:pt idx="1796">
                  <c:v>5.5085605085429069E-2</c:v>
                </c:pt>
                <c:pt idx="1797">
                  <c:v>5.5103092296957104E-2</c:v>
                </c:pt>
                <c:pt idx="1798">
                  <c:v>5.5136474140654874E-2</c:v>
                </c:pt>
                <c:pt idx="1799">
                  <c:v>5.514363859538178E-2</c:v>
                </c:pt>
                <c:pt idx="1800">
                  <c:v>5.5166785562415339E-2</c:v>
                </c:pt>
                <c:pt idx="1801">
                  <c:v>5.5173503639845523E-2</c:v>
                </c:pt>
                <c:pt idx="1802">
                  <c:v>5.5182676039932682E-2</c:v>
                </c:pt>
                <c:pt idx="1803">
                  <c:v>5.5184096698697373E-2</c:v>
                </c:pt>
                <c:pt idx="1804">
                  <c:v>5.5206068334910055E-2</c:v>
                </c:pt>
                <c:pt idx="1805">
                  <c:v>5.5212032092289656E-2</c:v>
                </c:pt>
                <c:pt idx="1806">
                  <c:v>5.5234441089172005E-2</c:v>
                </c:pt>
                <c:pt idx="1807">
                  <c:v>5.52387003424624E-2</c:v>
                </c:pt>
                <c:pt idx="1808">
                  <c:v>5.5262482749944337E-2</c:v>
                </c:pt>
                <c:pt idx="1809">
                  <c:v>5.5263408034363873E-2</c:v>
                </c:pt>
                <c:pt idx="1810">
                  <c:v>5.5281498221163794E-2</c:v>
                </c:pt>
                <c:pt idx="1811">
                  <c:v>5.5292151867021522E-2</c:v>
                </c:pt>
                <c:pt idx="1812">
                  <c:v>5.5318960034611175E-2</c:v>
                </c:pt>
                <c:pt idx="1813">
                  <c:v>5.5323929469028282E-2</c:v>
                </c:pt>
                <c:pt idx="1814">
                  <c:v>5.5349665786421802E-2</c:v>
                </c:pt>
                <c:pt idx="1815">
                  <c:v>5.5357430917106425E-2</c:v>
                </c:pt>
                <c:pt idx="1816">
                  <c:v>5.5382862034422754E-2</c:v>
                </c:pt>
                <c:pt idx="1817">
                  <c:v>5.5427595139291845E-2</c:v>
                </c:pt>
                <c:pt idx="1818">
                  <c:v>5.5440227295990151E-2</c:v>
                </c:pt>
                <c:pt idx="1819">
                  <c:v>5.5440539433668126E-2</c:v>
                </c:pt>
                <c:pt idx="1820">
                  <c:v>5.5441107463588261E-2</c:v>
                </c:pt>
                <c:pt idx="1821">
                  <c:v>5.5448325428671279E-2</c:v>
                </c:pt>
                <c:pt idx="1822">
                  <c:v>5.5452688431244061E-2</c:v>
                </c:pt>
                <c:pt idx="1823">
                  <c:v>5.5461766243377258E-2</c:v>
                </c:pt>
                <c:pt idx="1824">
                  <c:v>5.5466535917479312E-2</c:v>
                </c:pt>
                <c:pt idx="1825">
                  <c:v>5.5468351871186657E-2</c:v>
                </c:pt>
                <c:pt idx="1826">
                  <c:v>5.5476762900802494E-2</c:v>
                </c:pt>
                <c:pt idx="1827">
                  <c:v>5.5479004517014249E-2</c:v>
                </c:pt>
                <c:pt idx="1828">
                  <c:v>5.5480925619296705E-2</c:v>
                </c:pt>
                <c:pt idx="1829">
                  <c:v>5.5487205139367383E-2</c:v>
                </c:pt>
                <c:pt idx="1830">
                  <c:v>5.5493285939392359E-2</c:v>
                </c:pt>
                <c:pt idx="1831">
                  <c:v>5.5493309199796698E-2</c:v>
                </c:pt>
                <c:pt idx="1832">
                  <c:v>5.5498824462585104E-2</c:v>
                </c:pt>
                <c:pt idx="1833">
                  <c:v>5.5510903450460024E-2</c:v>
                </c:pt>
                <c:pt idx="1834">
                  <c:v>5.5525796456057618E-2</c:v>
                </c:pt>
                <c:pt idx="1835">
                  <c:v>5.55282393139594E-2</c:v>
                </c:pt>
                <c:pt idx="1836">
                  <c:v>5.5597875492979044E-2</c:v>
                </c:pt>
                <c:pt idx="1837">
                  <c:v>5.5599651064031946E-2</c:v>
                </c:pt>
                <c:pt idx="1838">
                  <c:v>5.5602365289021773E-2</c:v>
                </c:pt>
                <c:pt idx="1839">
                  <c:v>5.5649212675306141E-2</c:v>
                </c:pt>
                <c:pt idx="1840">
                  <c:v>5.5650501685834519E-2</c:v>
                </c:pt>
                <c:pt idx="1841">
                  <c:v>5.5670887449020164E-2</c:v>
                </c:pt>
                <c:pt idx="1842">
                  <c:v>5.5679518029740117E-2</c:v>
                </c:pt>
                <c:pt idx="1843">
                  <c:v>5.5702326748876492E-2</c:v>
                </c:pt>
                <c:pt idx="1844">
                  <c:v>5.5703509161847721E-2</c:v>
                </c:pt>
                <c:pt idx="1845">
                  <c:v>5.5715538722752297E-2</c:v>
                </c:pt>
                <c:pt idx="1846">
                  <c:v>5.5727001693102976E-2</c:v>
                </c:pt>
                <c:pt idx="1847">
                  <c:v>5.5737855484910052E-2</c:v>
                </c:pt>
                <c:pt idx="1848">
                  <c:v>5.5779018479203787E-2</c:v>
                </c:pt>
                <c:pt idx="1849">
                  <c:v>5.5781648316932081E-2</c:v>
                </c:pt>
                <c:pt idx="1850">
                  <c:v>5.5784721744654965E-2</c:v>
                </c:pt>
                <c:pt idx="1851">
                  <c:v>5.5787669480006873E-2</c:v>
                </c:pt>
                <c:pt idx="1852">
                  <c:v>5.5807291286588429E-2</c:v>
                </c:pt>
                <c:pt idx="1853">
                  <c:v>5.582117529673989E-2</c:v>
                </c:pt>
                <c:pt idx="1854">
                  <c:v>5.5839997946690048E-2</c:v>
                </c:pt>
                <c:pt idx="1855">
                  <c:v>5.5847441300106958E-2</c:v>
                </c:pt>
                <c:pt idx="1856">
                  <c:v>5.5854905939793538E-2</c:v>
                </c:pt>
                <c:pt idx="1857">
                  <c:v>5.5872239148453476E-2</c:v>
                </c:pt>
                <c:pt idx="1858">
                  <c:v>5.5876173113610879E-2</c:v>
                </c:pt>
                <c:pt idx="1859">
                  <c:v>5.5892300646412436E-2</c:v>
                </c:pt>
                <c:pt idx="1860">
                  <c:v>5.5894256793545601E-2</c:v>
                </c:pt>
                <c:pt idx="1861">
                  <c:v>5.5926538527102561E-2</c:v>
                </c:pt>
                <c:pt idx="1862">
                  <c:v>5.5932863960573086E-2</c:v>
                </c:pt>
                <c:pt idx="1863">
                  <c:v>5.5946952329592528E-2</c:v>
                </c:pt>
                <c:pt idx="1864">
                  <c:v>5.5950598519021982E-2</c:v>
                </c:pt>
                <c:pt idx="1865">
                  <c:v>5.5960117867740883E-2</c:v>
                </c:pt>
                <c:pt idx="1866">
                  <c:v>5.5960175405556589E-2</c:v>
                </c:pt>
                <c:pt idx="1867">
                  <c:v>5.5975381375600063E-2</c:v>
                </c:pt>
                <c:pt idx="1868">
                  <c:v>5.5983792101980435E-2</c:v>
                </c:pt>
                <c:pt idx="1869">
                  <c:v>5.6007314616088676E-2</c:v>
                </c:pt>
                <c:pt idx="1870">
                  <c:v>5.6009948271646785E-2</c:v>
                </c:pt>
                <c:pt idx="1871">
                  <c:v>5.6010407915932724E-2</c:v>
                </c:pt>
                <c:pt idx="1872">
                  <c:v>5.6033911647243785E-2</c:v>
                </c:pt>
                <c:pt idx="1873">
                  <c:v>5.6059770717990925E-2</c:v>
                </c:pt>
                <c:pt idx="1874">
                  <c:v>5.6102178059573286E-2</c:v>
                </c:pt>
                <c:pt idx="1875">
                  <c:v>5.611629999505216E-2</c:v>
                </c:pt>
                <c:pt idx="1876">
                  <c:v>5.6118673905872683E-2</c:v>
                </c:pt>
                <c:pt idx="1877">
                  <c:v>5.6144596058088081E-2</c:v>
                </c:pt>
                <c:pt idx="1878">
                  <c:v>5.6145558978534876E-2</c:v>
                </c:pt>
                <c:pt idx="1879">
                  <c:v>5.6145595189038763E-2</c:v>
                </c:pt>
                <c:pt idx="1880">
                  <c:v>5.617662949581987E-2</c:v>
                </c:pt>
                <c:pt idx="1881">
                  <c:v>5.620471153177501E-2</c:v>
                </c:pt>
                <c:pt idx="1882">
                  <c:v>5.620818283936397E-2</c:v>
                </c:pt>
                <c:pt idx="1883">
                  <c:v>5.6209166563557941E-2</c:v>
                </c:pt>
                <c:pt idx="1884">
                  <c:v>5.6210983017926069E-2</c:v>
                </c:pt>
                <c:pt idx="1885">
                  <c:v>5.6212519448283052E-2</c:v>
                </c:pt>
                <c:pt idx="1886">
                  <c:v>5.6217437197476988E-2</c:v>
                </c:pt>
                <c:pt idx="1887">
                  <c:v>5.6224883674403821E-2</c:v>
                </c:pt>
                <c:pt idx="1888">
                  <c:v>5.6231195223092487E-2</c:v>
                </c:pt>
                <c:pt idx="1889">
                  <c:v>5.6269818615139668E-2</c:v>
                </c:pt>
                <c:pt idx="1890">
                  <c:v>5.6288209165334883E-2</c:v>
                </c:pt>
                <c:pt idx="1891">
                  <c:v>5.6290463050706098E-2</c:v>
                </c:pt>
                <c:pt idx="1892">
                  <c:v>5.6296856047818263E-2</c:v>
                </c:pt>
                <c:pt idx="1893">
                  <c:v>5.6298449286681318E-2</c:v>
                </c:pt>
                <c:pt idx="1894">
                  <c:v>5.6304273319050011E-2</c:v>
                </c:pt>
                <c:pt idx="1895">
                  <c:v>5.6318308519480074E-2</c:v>
                </c:pt>
                <c:pt idx="1896">
                  <c:v>5.6323759190140321E-2</c:v>
                </c:pt>
                <c:pt idx="1897">
                  <c:v>5.637426828827654E-2</c:v>
                </c:pt>
                <c:pt idx="1898">
                  <c:v>5.6375639510036012E-2</c:v>
                </c:pt>
                <c:pt idx="1899">
                  <c:v>5.6392126548162044E-2</c:v>
                </c:pt>
                <c:pt idx="1900">
                  <c:v>5.6396573063275238E-2</c:v>
                </c:pt>
                <c:pt idx="1901">
                  <c:v>5.6402501713849404E-2</c:v>
                </c:pt>
                <c:pt idx="1902">
                  <c:v>5.6410153536704158E-2</c:v>
                </c:pt>
                <c:pt idx="1903">
                  <c:v>5.642803761493722E-2</c:v>
                </c:pt>
                <c:pt idx="1904">
                  <c:v>5.6443474873921824E-2</c:v>
                </c:pt>
                <c:pt idx="1905">
                  <c:v>5.6452007128592475E-2</c:v>
                </c:pt>
                <c:pt idx="1906">
                  <c:v>5.6458349934338271E-2</c:v>
                </c:pt>
                <c:pt idx="1907">
                  <c:v>5.6490163305585539E-2</c:v>
                </c:pt>
                <c:pt idx="1908">
                  <c:v>5.6497867237047909E-2</c:v>
                </c:pt>
                <c:pt idx="1909">
                  <c:v>5.6510280228482625E-2</c:v>
                </c:pt>
                <c:pt idx="1910">
                  <c:v>5.6516059428678149E-2</c:v>
                </c:pt>
                <c:pt idx="1911">
                  <c:v>5.6526970529657099E-2</c:v>
                </c:pt>
                <c:pt idx="1912">
                  <c:v>5.6529611726821749E-2</c:v>
                </c:pt>
                <c:pt idx="1913">
                  <c:v>5.6534013305849645E-2</c:v>
                </c:pt>
                <c:pt idx="1914">
                  <c:v>5.6560410370803373E-2</c:v>
                </c:pt>
                <c:pt idx="1915">
                  <c:v>5.6569602884843813E-2</c:v>
                </c:pt>
                <c:pt idx="1916">
                  <c:v>5.6594142397988191E-2</c:v>
                </c:pt>
                <c:pt idx="1917">
                  <c:v>5.6598680662942748E-2</c:v>
                </c:pt>
                <c:pt idx="1918">
                  <c:v>5.6606357899900928E-2</c:v>
                </c:pt>
                <c:pt idx="1919">
                  <c:v>5.6609617621804359E-2</c:v>
                </c:pt>
                <c:pt idx="1920">
                  <c:v>5.6625241852794904E-2</c:v>
                </c:pt>
                <c:pt idx="1921">
                  <c:v>5.6634053985513029E-2</c:v>
                </c:pt>
                <c:pt idx="1922">
                  <c:v>5.6639134435021422E-2</c:v>
                </c:pt>
                <c:pt idx="1923">
                  <c:v>5.6646747311260716E-2</c:v>
                </c:pt>
                <c:pt idx="1924">
                  <c:v>5.6658142181685987E-2</c:v>
                </c:pt>
                <c:pt idx="1925">
                  <c:v>5.6681953661394738E-2</c:v>
                </c:pt>
                <c:pt idx="1926">
                  <c:v>5.6684512286882274E-2</c:v>
                </c:pt>
                <c:pt idx="1927">
                  <c:v>5.6698023063037693E-2</c:v>
                </c:pt>
                <c:pt idx="1928">
                  <c:v>5.6699954443725199E-2</c:v>
                </c:pt>
                <c:pt idx="1929">
                  <c:v>5.6703770504781134E-2</c:v>
                </c:pt>
                <c:pt idx="1930">
                  <c:v>5.671125666439069E-2</c:v>
                </c:pt>
                <c:pt idx="1931">
                  <c:v>5.6729331205325154E-2</c:v>
                </c:pt>
                <c:pt idx="1932">
                  <c:v>5.6745248936668359E-2</c:v>
                </c:pt>
                <c:pt idx="1933">
                  <c:v>5.6746095703192889E-2</c:v>
                </c:pt>
                <c:pt idx="1934">
                  <c:v>5.6749206112481021E-2</c:v>
                </c:pt>
                <c:pt idx="1935">
                  <c:v>5.6789907109685345E-2</c:v>
                </c:pt>
                <c:pt idx="1936">
                  <c:v>5.6802628899655927E-2</c:v>
                </c:pt>
                <c:pt idx="1937">
                  <c:v>5.682259575440432E-2</c:v>
                </c:pt>
                <c:pt idx="1938">
                  <c:v>5.6835153804181505E-2</c:v>
                </c:pt>
                <c:pt idx="1939">
                  <c:v>5.6856969209112707E-2</c:v>
                </c:pt>
                <c:pt idx="1940">
                  <c:v>5.687093547508839E-2</c:v>
                </c:pt>
                <c:pt idx="1941">
                  <c:v>5.6889803012463915E-2</c:v>
                </c:pt>
                <c:pt idx="1942">
                  <c:v>5.6903312302618317E-2</c:v>
                </c:pt>
                <c:pt idx="1943">
                  <c:v>5.6915728248900677E-2</c:v>
                </c:pt>
                <c:pt idx="1944">
                  <c:v>5.6922613612455847E-2</c:v>
                </c:pt>
                <c:pt idx="1945">
                  <c:v>5.6931608743638312E-2</c:v>
                </c:pt>
                <c:pt idx="1946">
                  <c:v>5.7006512369784219E-2</c:v>
                </c:pt>
                <c:pt idx="1947">
                  <c:v>5.7013772968063786E-2</c:v>
                </c:pt>
                <c:pt idx="1948">
                  <c:v>5.7073564527551107E-2</c:v>
                </c:pt>
                <c:pt idx="1949">
                  <c:v>5.7077697299597531E-2</c:v>
                </c:pt>
                <c:pt idx="1950">
                  <c:v>5.7078572617258856E-2</c:v>
                </c:pt>
                <c:pt idx="1951">
                  <c:v>5.7084275863794477E-2</c:v>
                </c:pt>
                <c:pt idx="1952">
                  <c:v>5.7087032834496156E-2</c:v>
                </c:pt>
                <c:pt idx="1953">
                  <c:v>5.7091447067363021E-2</c:v>
                </c:pt>
                <c:pt idx="1954">
                  <c:v>5.7091691254377408E-2</c:v>
                </c:pt>
                <c:pt idx="1955">
                  <c:v>5.7098356395719606E-2</c:v>
                </c:pt>
                <c:pt idx="1956">
                  <c:v>5.7126266471908022E-2</c:v>
                </c:pt>
                <c:pt idx="1957">
                  <c:v>5.7129255443782008E-2</c:v>
                </c:pt>
                <c:pt idx="1958">
                  <c:v>5.7131475217780107E-2</c:v>
                </c:pt>
                <c:pt idx="1959">
                  <c:v>5.7145908775240603E-2</c:v>
                </c:pt>
                <c:pt idx="1960">
                  <c:v>5.7178410602412195E-2</c:v>
                </c:pt>
                <c:pt idx="1961">
                  <c:v>5.718604991635682E-2</c:v>
                </c:pt>
                <c:pt idx="1962">
                  <c:v>5.7187186337931593E-2</c:v>
                </c:pt>
                <c:pt idx="1963">
                  <c:v>5.7187890361979798E-2</c:v>
                </c:pt>
                <c:pt idx="1964">
                  <c:v>5.7268049137639006E-2</c:v>
                </c:pt>
                <c:pt idx="1965">
                  <c:v>5.7293031659883899E-2</c:v>
                </c:pt>
                <c:pt idx="1966">
                  <c:v>5.7298336167147995E-2</c:v>
                </c:pt>
                <c:pt idx="1967">
                  <c:v>5.7317634251171583E-2</c:v>
                </c:pt>
                <c:pt idx="1968">
                  <c:v>5.732025753110917E-2</c:v>
                </c:pt>
                <c:pt idx="1969">
                  <c:v>5.7322477688777108E-2</c:v>
                </c:pt>
                <c:pt idx="1970">
                  <c:v>5.7348794835475302E-2</c:v>
                </c:pt>
                <c:pt idx="1971">
                  <c:v>5.7354433749685817E-2</c:v>
                </c:pt>
                <c:pt idx="1972">
                  <c:v>5.7378655089710719E-2</c:v>
                </c:pt>
                <c:pt idx="1973">
                  <c:v>5.7419118964722578E-2</c:v>
                </c:pt>
                <c:pt idx="1974">
                  <c:v>5.745181146523802E-2</c:v>
                </c:pt>
                <c:pt idx="1975">
                  <c:v>5.7486327904711289E-2</c:v>
                </c:pt>
                <c:pt idx="1976">
                  <c:v>5.7496863181485502E-2</c:v>
                </c:pt>
                <c:pt idx="1977">
                  <c:v>5.7498536836897041E-2</c:v>
                </c:pt>
                <c:pt idx="1978">
                  <c:v>5.7507929751790164E-2</c:v>
                </c:pt>
                <c:pt idx="1979">
                  <c:v>5.7516609886095624E-2</c:v>
                </c:pt>
                <c:pt idx="1980">
                  <c:v>5.7528238155177908E-2</c:v>
                </c:pt>
                <c:pt idx="1981">
                  <c:v>5.7541252071460498E-2</c:v>
                </c:pt>
                <c:pt idx="1982">
                  <c:v>5.7555816674570215E-2</c:v>
                </c:pt>
                <c:pt idx="1983">
                  <c:v>5.7561954105486458E-2</c:v>
                </c:pt>
                <c:pt idx="1984">
                  <c:v>5.7562058149301397E-2</c:v>
                </c:pt>
                <c:pt idx="1985">
                  <c:v>5.7570792101822373E-2</c:v>
                </c:pt>
                <c:pt idx="1986">
                  <c:v>5.7571828158351185E-2</c:v>
                </c:pt>
                <c:pt idx="1987">
                  <c:v>5.7588241847832164E-2</c:v>
                </c:pt>
                <c:pt idx="1988">
                  <c:v>5.7600038816719969E-2</c:v>
                </c:pt>
                <c:pt idx="1989">
                  <c:v>5.7627581537013348E-2</c:v>
                </c:pt>
                <c:pt idx="1990">
                  <c:v>5.7643283411718947E-2</c:v>
                </c:pt>
                <c:pt idx="1991">
                  <c:v>5.7645681363028223E-2</c:v>
                </c:pt>
                <c:pt idx="1992">
                  <c:v>5.7666285801936674E-2</c:v>
                </c:pt>
                <c:pt idx="1993">
                  <c:v>5.7671588443295042E-2</c:v>
                </c:pt>
                <c:pt idx="1994">
                  <c:v>5.7680073526847633E-2</c:v>
                </c:pt>
                <c:pt idx="1995">
                  <c:v>5.7686944989034962E-2</c:v>
                </c:pt>
                <c:pt idx="1996">
                  <c:v>5.773477670250441E-2</c:v>
                </c:pt>
                <c:pt idx="1997">
                  <c:v>5.7735680856131039E-2</c:v>
                </c:pt>
                <c:pt idx="1998">
                  <c:v>5.7742408468150305E-2</c:v>
                </c:pt>
                <c:pt idx="1999">
                  <c:v>5.7750005121688645E-2</c:v>
                </c:pt>
                <c:pt idx="2000">
                  <c:v>5.7814280753191706E-2</c:v>
                </c:pt>
                <c:pt idx="2001">
                  <c:v>5.7818526494025246E-2</c:v>
                </c:pt>
                <c:pt idx="2002">
                  <c:v>5.7821066959972939E-2</c:v>
                </c:pt>
                <c:pt idx="2003">
                  <c:v>5.7822838111638679E-2</c:v>
                </c:pt>
                <c:pt idx="2004">
                  <c:v>5.7825502595139161E-2</c:v>
                </c:pt>
                <c:pt idx="2005">
                  <c:v>5.7859046524931602E-2</c:v>
                </c:pt>
                <c:pt idx="2006">
                  <c:v>5.7863044396774227E-2</c:v>
                </c:pt>
                <c:pt idx="2007">
                  <c:v>5.7876496412661023E-2</c:v>
                </c:pt>
                <c:pt idx="2008">
                  <c:v>5.787905465621223E-2</c:v>
                </c:pt>
                <c:pt idx="2009">
                  <c:v>5.7913734719550816E-2</c:v>
                </c:pt>
                <c:pt idx="2010">
                  <c:v>5.792128343612734E-2</c:v>
                </c:pt>
                <c:pt idx="2011">
                  <c:v>5.7954764186226845E-2</c:v>
                </c:pt>
                <c:pt idx="2012">
                  <c:v>5.7963829707240698E-2</c:v>
                </c:pt>
                <c:pt idx="2013">
                  <c:v>5.796403235226992E-2</c:v>
                </c:pt>
                <c:pt idx="2014">
                  <c:v>5.7983973176241002E-2</c:v>
                </c:pt>
                <c:pt idx="2015">
                  <c:v>5.7997784102386554E-2</c:v>
                </c:pt>
                <c:pt idx="2016">
                  <c:v>5.8028672639966174E-2</c:v>
                </c:pt>
                <c:pt idx="2017">
                  <c:v>5.8057798451418459E-2</c:v>
                </c:pt>
                <c:pt idx="2018">
                  <c:v>5.8072610155248311E-2</c:v>
                </c:pt>
                <c:pt idx="2019">
                  <c:v>5.8117582600534512E-2</c:v>
                </c:pt>
                <c:pt idx="2020">
                  <c:v>5.8126479530869204E-2</c:v>
                </c:pt>
                <c:pt idx="2021">
                  <c:v>5.8132746859279397E-2</c:v>
                </c:pt>
                <c:pt idx="2022">
                  <c:v>5.8150259727129318E-2</c:v>
                </c:pt>
                <c:pt idx="2023">
                  <c:v>5.8150563370354735E-2</c:v>
                </c:pt>
                <c:pt idx="2024">
                  <c:v>5.8152826895390017E-2</c:v>
                </c:pt>
                <c:pt idx="2025">
                  <c:v>5.8152828292454418E-2</c:v>
                </c:pt>
                <c:pt idx="2026">
                  <c:v>5.8162529032384697E-2</c:v>
                </c:pt>
                <c:pt idx="2027">
                  <c:v>5.8163522898828708E-2</c:v>
                </c:pt>
                <c:pt idx="2028">
                  <c:v>5.8212881483862097E-2</c:v>
                </c:pt>
                <c:pt idx="2029">
                  <c:v>5.8219114731183845E-2</c:v>
                </c:pt>
                <c:pt idx="2030">
                  <c:v>5.8238454649959102E-2</c:v>
                </c:pt>
                <c:pt idx="2031">
                  <c:v>5.8238684039688696E-2</c:v>
                </c:pt>
                <c:pt idx="2032">
                  <c:v>5.8259463081222672E-2</c:v>
                </c:pt>
                <c:pt idx="2033">
                  <c:v>5.8259500403711875E-2</c:v>
                </c:pt>
                <c:pt idx="2034">
                  <c:v>5.8310240661754525E-2</c:v>
                </c:pt>
                <c:pt idx="2035">
                  <c:v>5.8316047317208658E-2</c:v>
                </c:pt>
                <c:pt idx="2036">
                  <c:v>5.8333071221329511E-2</c:v>
                </c:pt>
                <c:pt idx="2037">
                  <c:v>5.8390518711180443E-2</c:v>
                </c:pt>
                <c:pt idx="2038">
                  <c:v>5.83943486764395E-2</c:v>
                </c:pt>
                <c:pt idx="2039">
                  <c:v>5.839522623194978E-2</c:v>
                </c:pt>
                <c:pt idx="2040">
                  <c:v>5.841298785551282E-2</c:v>
                </c:pt>
                <c:pt idx="2041">
                  <c:v>5.8429912018543521E-2</c:v>
                </c:pt>
                <c:pt idx="2042">
                  <c:v>5.8452199577323519E-2</c:v>
                </c:pt>
                <c:pt idx="2043">
                  <c:v>5.8455047613586546E-2</c:v>
                </c:pt>
                <c:pt idx="2044">
                  <c:v>5.8474889166726697E-2</c:v>
                </c:pt>
                <c:pt idx="2045">
                  <c:v>5.8496020665586505E-2</c:v>
                </c:pt>
                <c:pt idx="2046">
                  <c:v>5.8502029254881134E-2</c:v>
                </c:pt>
                <c:pt idx="2047">
                  <c:v>5.8516796723256298E-2</c:v>
                </c:pt>
                <c:pt idx="2048">
                  <c:v>5.8564050029303739E-2</c:v>
                </c:pt>
                <c:pt idx="2049">
                  <c:v>5.8612557640766429E-2</c:v>
                </c:pt>
                <c:pt idx="2050">
                  <c:v>5.8622605631508534E-2</c:v>
                </c:pt>
                <c:pt idx="2051">
                  <c:v>5.8624283488471131E-2</c:v>
                </c:pt>
                <c:pt idx="2052">
                  <c:v>5.8625710653960404E-2</c:v>
                </c:pt>
                <c:pt idx="2053">
                  <c:v>5.8659376168123389E-2</c:v>
                </c:pt>
                <c:pt idx="2054">
                  <c:v>5.8669844601996327E-2</c:v>
                </c:pt>
                <c:pt idx="2055">
                  <c:v>5.8672489716533223E-2</c:v>
                </c:pt>
                <c:pt idx="2056">
                  <c:v>5.8678801635926828E-2</c:v>
                </c:pt>
                <c:pt idx="2057">
                  <c:v>5.8681449493926452E-2</c:v>
                </c:pt>
                <c:pt idx="2058">
                  <c:v>5.8701501605937526E-2</c:v>
                </c:pt>
                <c:pt idx="2059">
                  <c:v>5.8705914110491739E-2</c:v>
                </c:pt>
                <c:pt idx="2060">
                  <c:v>5.8707049438146995E-2</c:v>
                </c:pt>
                <c:pt idx="2061">
                  <c:v>5.8710454516819041E-2</c:v>
                </c:pt>
                <c:pt idx="2062">
                  <c:v>5.8713307399159476E-2</c:v>
                </c:pt>
                <c:pt idx="2063">
                  <c:v>5.8727538515840921E-2</c:v>
                </c:pt>
                <c:pt idx="2064">
                  <c:v>5.8752107923956E-2</c:v>
                </c:pt>
                <c:pt idx="2065">
                  <c:v>5.8763046634446377E-2</c:v>
                </c:pt>
                <c:pt idx="2066">
                  <c:v>5.8772977564355289E-2</c:v>
                </c:pt>
                <c:pt idx="2067">
                  <c:v>5.8780413779781646E-2</c:v>
                </c:pt>
                <c:pt idx="2068">
                  <c:v>5.8805521122335599E-2</c:v>
                </c:pt>
                <c:pt idx="2069">
                  <c:v>5.8810464751038877E-2</c:v>
                </c:pt>
                <c:pt idx="2070">
                  <c:v>5.881654747069872E-2</c:v>
                </c:pt>
                <c:pt idx="2071">
                  <c:v>5.8824960041004619E-2</c:v>
                </c:pt>
                <c:pt idx="2072">
                  <c:v>5.8832901455771032E-2</c:v>
                </c:pt>
                <c:pt idx="2073">
                  <c:v>5.8834559101286737E-2</c:v>
                </c:pt>
                <c:pt idx="2074">
                  <c:v>5.8855606755008227E-2</c:v>
                </c:pt>
                <c:pt idx="2075">
                  <c:v>5.885888661448798E-2</c:v>
                </c:pt>
                <c:pt idx="2076">
                  <c:v>5.8862356700377844E-2</c:v>
                </c:pt>
                <c:pt idx="2077">
                  <c:v>5.8875904349846013E-2</c:v>
                </c:pt>
                <c:pt idx="2078">
                  <c:v>5.8905565098967834E-2</c:v>
                </c:pt>
                <c:pt idx="2079">
                  <c:v>5.890653862688125E-2</c:v>
                </c:pt>
                <c:pt idx="2080">
                  <c:v>5.8910185117613964E-2</c:v>
                </c:pt>
                <c:pt idx="2081">
                  <c:v>5.8910511094738049E-2</c:v>
                </c:pt>
                <c:pt idx="2082">
                  <c:v>5.8920000463615847E-2</c:v>
                </c:pt>
                <c:pt idx="2083">
                  <c:v>5.8965721349977358E-2</c:v>
                </c:pt>
                <c:pt idx="2084">
                  <c:v>5.8969548763084571E-2</c:v>
                </c:pt>
                <c:pt idx="2085">
                  <c:v>5.8972838958909715E-2</c:v>
                </c:pt>
                <c:pt idx="2086">
                  <c:v>5.8980303962991233E-2</c:v>
                </c:pt>
                <c:pt idx="2087">
                  <c:v>5.9011010674381338E-2</c:v>
                </c:pt>
                <c:pt idx="2088">
                  <c:v>5.9013874610724854E-2</c:v>
                </c:pt>
                <c:pt idx="2089">
                  <c:v>5.9020690127225779E-2</c:v>
                </c:pt>
                <c:pt idx="2090">
                  <c:v>5.9020765789618471E-2</c:v>
                </c:pt>
                <c:pt idx="2091">
                  <c:v>5.9036152065485355E-2</c:v>
                </c:pt>
                <c:pt idx="2092">
                  <c:v>5.9036195557236423E-2</c:v>
                </c:pt>
                <c:pt idx="2093">
                  <c:v>5.9039005761864681E-2</c:v>
                </c:pt>
                <c:pt idx="2094">
                  <c:v>5.9058703611983995E-2</c:v>
                </c:pt>
                <c:pt idx="2095">
                  <c:v>5.9059593566279905E-2</c:v>
                </c:pt>
                <c:pt idx="2096">
                  <c:v>5.9066406339739266E-2</c:v>
                </c:pt>
                <c:pt idx="2097">
                  <c:v>5.9080820554428072E-2</c:v>
                </c:pt>
                <c:pt idx="2098">
                  <c:v>5.9129964244355238E-2</c:v>
                </c:pt>
                <c:pt idx="2099">
                  <c:v>5.9130261634386137E-2</c:v>
                </c:pt>
                <c:pt idx="2100">
                  <c:v>5.9134833109029505E-2</c:v>
                </c:pt>
                <c:pt idx="2101">
                  <c:v>5.9135582026305679E-2</c:v>
                </c:pt>
                <c:pt idx="2102">
                  <c:v>5.9137780169664332E-2</c:v>
                </c:pt>
                <c:pt idx="2103">
                  <c:v>5.9157895551895719E-2</c:v>
                </c:pt>
                <c:pt idx="2104">
                  <c:v>5.91604255357411E-2</c:v>
                </c:pt>
                <c:pt idx="2105">
                  <c:v>5.9166758242016435E-2</c:v>
                </c:pt>
                <c:pt idx="2106">
                  <c:v>5.9170190593833549E-2</c:v>
                </c:pt>
                <c:pt idx="2107">
                  <c:v>5.9190635964695093E-2</c:v>
                </c:pt>
                <c:pt idx="2108">
                  <c:v>5.9190834208285054E-2</c:v>
                </c:pt>
                <c:pt idx="2109">
                  <c:v>5.9240031446954389E-2</c:v>
                </c:pt>
                <c:pt idx="2110">
                  <c:v>5.9247137928797752E-2</c:v>
                </c:pt>
                <c:pt idx="2111">
                  <c:v>5.9274605349332245E-2</c:v>
                </c:pt>
                <c:pt idx="2112">
                  <c:v>5.9283716907370755E-2</c:v>
                </c:pt>
                <c:pt idx="2113">
                  <c:v>5.928638653501235E-2</c:v>
                </c:pt>
                <c:pt idx="2114">
                  <c:v>5.9315139314422477E-2</c:v>
                </c:pt>
                <c:pt idx="2115">
                  <c:v>5.9318304408342154E-2</c:v>
                </c:pt>
                <c:pt idx="2116">
                  <c:v>5.9323863846864645E-2</c:v>
                </c:pt>
                <c:pt idx="2117">
                  <c:v>5.9323936826580131E-2</c:v>
                </c:pt>
                <c:pt idx="2118">
                  <c:v>5.9330176583187989E-2</c:v>
                </c:pt>
                <c:pt idx="2119">
                  <c:v>5.9370422323994393E-2</c:v>
                </c:pt>
                <c:pt idx="2120">
                  <c:v>5.9386851618598219E-2</c:v>
                </c:pt>
                <c:pt idx="2121">
                  <c:v>5.9395558492743201E-2</c:v>
                </c:pt>
                <c:pt idx="2122">
                  <c:v>5.9411961372826803E-2</c:v>
                </c:pt>
                <c:pt idx="2123">
                  <c:v>5.9425724223155472E-2</c:v>
                </c:pt>
                <c:pt idx="2124">
                  <c:v>5.9442532451257614E-2</c:v>
                </c:pt>
                <c:pt idx="2125">
                  <c:v>5.9443023895680125E-2</c:v>
                </c:pt>
                <c:pt idx="2126">
                  <c:v>5.9470438432714628E-2</c:v>
                </c:pt>
                <c:pt idx="2127">
                  <c:v>5.9474946908591279E-2</c:v>
                </c:pt>
                <c:pt idx="2128">
                  <c:v>5.9476709852967345E-2</c:v>
                </c:pt>
                <c:pt idx="2129">
                  <c:v>5.9478319705509292E-2</c:v>
                </c:pt>
                <c:pt idx="2130">
                  <c:v>5.9479011459691367E-2</c:v>
                </c:pt>
                <c:pt idx="2131">
                  <c:v>5.9483376289486384E-2</c:v>
                </c:pt>
                <c:pt idx="2132">
                  <c:v>5.9483693848263422E-2</c:v>
                </c:pt>
                <c:pt idx="2133">
                  <c:v>5.9493644623526645E-2</c:v>
                </c:pt>
                <c:pt idx="2134">
                  <c:v>5.9516424135437125E-2</c:v>
                </c:pt>
                <c:pt idx="2135">
                  <c:v>5.9557761348941779E-2</c:v>
                </c:pt>
                <c:pt idx="2136">
                  <c:v>5.9598544764726112E-2</c:v>
                </c:pt>
                <c:pt idx="2137">
                  <c:v>5.961778449093303E-2</c:v>
                </c:pt>
                <c:pt idx="2138">
                  <c:v>5.962215682280847E-2</c:v>
                </c:pt>
                <c:pt idx="2139">
                  <c:v>5.962363030166485E-2</c:v>
                </c:pt>
                <c:pt idx="2140">
                  <c:v>5.9625797350563989E-2</c:v>
                </c:pt>
                <c:pt idx="2141">
                  <c:v>5.963466174572421E-2</c:v>
                </c:pt>
                <c:pt idx="2142">
                  <c:v>5.9658703993610854E-2</c:v>
                </c:pt>
                <c:pt idx="2143">
                  <c:v>5.9664396084939321E-2</c:v>
                </c:pt>
                <c:pt idx="2144">
                  <c:v>5.970539533162654E-2</c:v>
                </c:pt>
                <c:pt idx="2145">
                  <c:v>5.9706561127347936E-2</c:v>
                </c:pt>
                <c:pt idx="2146">
                  <c:v>5.971540475585415E-2</c:v>
                </c:pt>
                <c:pt idx="2147">
                  <c:v>5.9721709328624355E-2</c:v>
                </c:pt>
                <c:pt idx="2148">
                  <c:v>5.9734926096186407E-2</c:v>
                </c:pt>
                <c:pt idx="2149">
                  <c:v>5.9742375812998454E-2</c:v>
                </c:pt>
                <c:pt idx="2150">
                  <c:v>5.9756010265810913E-2</c:v>
                </c:pt>
                <c:pt idx="2151">
                  <c:v>5.9759366374400984E-2</c:v>
                </c:pt>
                <c:pt idx="2152">
                  <c:v>5.9763158865722775E-2</c:v>
                </c:pt>
                <c:pt idx="2153">
                  <c:v>5.9765479731572424E-2</c:v>
                </c:pt>
                <c:pt idx="2154">
                  <c:v>5.9775862454454085E-2</c:v>
                </c:pt>
                <c:pt idx="2155">
                  <c:v>5.9793697305369327E-2</c:v>
                </c:pt>
                <c:pt idx="2156">
                  <c:v>5.9803141521767147E-2</c:v>
                </c:pt>
                <c:pt idx="2157">
                  <c:v>5.9812723318719431E-2</c:v>
                </c:pt>
                <c:pt idx="2158">
                  <c:v>5.9829649550600501E-2</c:v>
                </c:pt>
                <c:pt idx="2159">
                  <c:v>5.9830667120504256E-2</c:v>
                </c:pt>
                <c:pt idx="2160">
                  <c:v>5.9837701906155345E-2</c:v>
                </c:pt>
                <c:pt idx="2161">
                  <c:v>5.9861849631120151E-2</c:v>
                </c:pt>
                <c:pt idx="2162">
                  <c:v>5.986208471222295E-2</c:v>
                </c:pt>
                <c:pt idx="2163">
                  <c:v>5.9873778593320624E-2</c:v>
                </c:pt>
                <c:pt idx="2164">
                  <c:v>5.9888562949900206E-2</c:v>
                </c:pt>
                <c:pt idx="2165">
                  <c:v>5.9893508953424109E-2</c:v>
                </c:pt>
                <c:pt idx="2166">
                  <c:v>5.98986158495773E-2</c:v>
                </c:pt>
                <c:pt idx="2167">
                  <c:v>5.992839489475893E-2</c:v>
                </c:pt>
                <c:pt idx="2168">
                  <c:v>5.9928798774309518E-2</c:v>
                </c:pt>
                <c:pt idx="2169">
                  <c:v>5.9940160419513173E-2</c:v>
                </c:pt>
                <c:pt idx="2170">
                  <c:v>5.9944239550531048E-2</c:v>
                </c:pt>
                <c:pt idx="2171">
                  <c:v>5.9948515737579394E-2</c:v>
                </c:pt>
                <c:pt idx="2172">
                  <c:v>5.9949250083866049E-2</c:v>
                </c:pt>
                <c:pt idx="2173">
                  <c:v>5.9953308773341006E-2</c:v>
                </c:pt>
                <c:pt idx="2174">
                  <c:v>5.9955308231545025E-2</c:v>
                </c:pt>
                <c:pt idx="2175">
                  <c:v>5.9959674625272991E-2</c:v>
                </c:pt>
                <c:pt idx="2176">
                  <c:v>5.9977906573034007E-2</c:v>
                </c:pt>
                <c:pt idx="2177">
                  <c:v>5.9988300754083533E-2</c:v>
                </c:pt>
                <c:pt idx="2178">
                  <c:v>5.9990099398411663E-2</c:v>
                </c:pt>
                <c:pt idx="2179">
                  <c:v>5.9992315050847858E-2</c:v>
                </c:pt>
                <c:pt idx="2180">
                  <c:v>5.9999435347823329E-2</c:v>
                </c:pt>
                <c:pt idx="2181">
                  <c:v>6.0014119393841513E-2</c:v>
                </c:pt>
                <c:pt idx="2182">
                  <c:v>6.0015341617907489E-2</c:v>
                </c:pt>
                <c:pt idx="2183">
                  <c:v>6.0034909078169101E-2</c:v>
                </c:pt>
                <c:pt idx="2184">
                  <c:v>6.0049631644896288E-2</c:v>
                </c:pt>
                <c:pt idx="2185">
                  <c:v>6.0067576619231886E-2</c:v>
                </c:pt>
                <c:pt idx="2186">
                  <c:v>6.0092118344505063E-2</c:v>
                </c:pt>
                <c:pt idx="2187">
                  <c:v>6.0108605704502362E-2</c:v>
                </c:pt>
                <c:pt idx="2188">
                  <c:v>6.0124137459367011E-2</c:v>
                </c:pt>
                <c:pt idx="2189">
                  <c:v>6.0127361684346979E-2</c:v>
                </c:pt>
                <c:pt idx="2190">
                  <c:v>6.0140850197881082E-2</c:v>
                </c:pt>
                <c:pt idx="2191">
                  <c:v>6.014425519303334E-2</c:v>
                </c:pt>
                <c:pt idx="2192">
                  <c:v>6.0159597081456483E-2</c:v>
                </c:pt>
                <c:pt idx="2193">
                  <c:v>6.0168909258484053E-2</c:v>
                </c:pt>
                <c:pt idx="2194">
                  <c:v>6.0193095868526739E-2</c:v>
                </c:pt>
                <c:pt idx="2195">
                  <c:v>6.0193304892489516E-2</c:v>
                </c:pt>
                <c:pt idx="2196">
                  <c:v>6.0218669280608268E-2</c:v>
                </c:pt>
                <c:pt idx="2197">
                  <c:v>6.0224254713110978E-2</c:v>
                </c:pt>
                <c:pt idx="2198">
                  <c:v>6.0228613379876964E-2</c:v>
                </c:pt>
                <c:pt idx="2199">
                  <c:v>6.0242229572601808E-2</c:v>
                </c:pt>
                <c:pt idx="2200">
                  <c:v>6.0270497659870477E-2</c:v>
                </c:pt>
                <c:pt idx="2201">
                  <c:v>6.0281392031221154E-2</c:v>
                </c:pt>
                <c:pt idx="2202">
                  <c:v>6.0283901692552877E-2</c:v>
                </c:pt>
                <c:pt idx="2203">
                  <c:v>6.0287101996563737E-2</c:v>
                </c:pt>
                <c:pt idx="2204">
                  <c:v>6.0297256345392222E-2</c:v>
                </c:pt>
                <c:pt idx="2205">
                  <c:v>6.0316241665725752E-2</c:v>
                </c:pt>
                <c:pt idx="2206">
                  <c:v>6.032611965214333E-2</c:v>
                </c:pt>
                <c:pt idx="2207">
                  <c:v>6.0327823477583288E-2</c:v>
                </c:pt>
                <c:pt idx="2208">
                  <c:v>6.0334041319112637E-2</c:v>
                </c:pt>
                <c:pt idx="2209">
                  <c:v>6.0340284117492309E-2</c:v>
                </c:pt>
                <c:pt idx="2210">
                  <c:v>6.0342561301746533E-2</c:v>
                </c:pt>
                <c:pt idx="2211">
                  <c:v>6.0344542582210246E-2</c:v>
                </c:pt>
                <c:pt idx="2212">
                  <c:v>6.0382981264968626E-2</c:v>
                </c:pt>
                <c:pt idx="2213">
                  <c:v>6.0396908044334403E-2</c:v>
                </c:pt>
                <c:pt idx="2214">
                  <c:v>6.0417517521539364E-2</c:v>
                </c:pt>
                <c:pt idx="2215">
                  <c:v>6.0422835810761556E-2</c:v>
                </c:pt>
                <c:pt idx="2216">
                  <c:v>6.0430965378177E-2</c:v>
                </c:pt>
                <c:pt idx="2217">
                  <c:v>6.0449971773648435E-2</c:v>
                </c:pt>
                <c:pt idx="2218">
                  <c:v>6.0473989815832373E-2</c:v>
                </c:pt>
                <c:pt idx="2219">
                  <c:v>6.0486695687042562E-2</c:v>
                </c:pt>
                <c:pt idx="2220">
                  <c:v>6.0493790941254844E-2</c:v>
                </c:pt>
                <c:pt idx="2221">
                  <c:v>6.0518048840195786E-2</c:v>
                </c:pt>
                <c:pt idx="2222">
                  <c:v>6.0525608337930588E-2</c:v>
                </c:pt>
                <c:pt idx="2223">
                  <c:v>6.05468040435743E-2</c:v>
                </c:pt>
                <c:pt idx="2224">
                  <c:v>6.0553159385146091E-2</c:v>
                </c:pt>
                <c:pt idx="2225">
                  <c:v>6.0561092168708412E-2</c:v>
                </c:pt>
                <c:pt idx="2226">
                  <c:v>6.0574205230590365E-2</c:v>
                </c:pt>
                <c:pt idx="2227">
                  <c:v>6.0580478227217315E-2</c:v>
                </c:pt>
                <c:pt idx="2228">
                  <c:v>6.0589371359072011E-2</c:v>
                </c:pt>
                <c:pt idx="2229">
                  <c:v>6.0615991576921366E-2</c:v>
                </c:pt>
                <c:pt idx="2230">
                  <c:v>6.0618358560217113E-2</c:v>
                </c:pt>
                <c:pt idx="2231">
                  <c:v>6.0635740533709577E-2</c:v>
                </c:pt>
                <c:pt idx="2232">
                  <c:v>6.0638033236300765E-2</c:v>
                </c:pt>
                <c:pt idx="2233">
                  <c:v>6.0655255094678139E-2</c:v>
                </c:pt>
                <c:pt idx="2234">
                  <c:v>6.06570367259169E-2</c:v>
                </c:pt>
                <c:pt idx="2235">
                  <c:v>6.0661607043478567E-2</c:v>
                </c:pt>
                <c:pt idx="2236">
                  <c:v>6.0666155823361219E-2</c:v>
                </c:pt>
                <c:pt idx="2237">
                  <c:v>6.0683347764540381E-2</c:v>
                </c:pt>
                <c:pt idx="2238">
                  <c:v>6.0712674401389596E-2</c:v>
                </c:pt>
                <c:pt idx="2239">
                  <c:v>6.0728781445473348E-2</c:v>
                </c:pt>
                <c:pt idx="2240">
                  <c:v>6.07316813059273E-2</c:v>
                </c:pt>
                <c:pt idx="2241">
                  <c:v>6.0742578892701286E-2</c:v>
                </c:pt>
                <c:pt idx="2242">
                  <c:v>6.0773220030485124E-2</c:v>
                </c:pt>
                <c:pt idx="2243">
                  <c:v>6.0783283902184876E-2</c:v>
                </c:pt>
                <c:pt idx="2244">
                  <c:v>6.0791984951694911E-2</c:v>
                </c:pt>
                <c:pt idx="2245">
                  <c:v>6.0798773202284745E-2</c:v>
                </c:pt>
                <c:pt idx="2246">
                  <c:v>6.080123570335115E-2</c:v>
                </c:pt>
                <c:pt idx="2247">
                  <c:v>6.080720483744731E-2</c:v>
                </c:pt>
                <c:pt idx="2248">
                  <c:v>6.0813874682297001E-2</c:v>
                </c:pt>
                <c:pt idx="2249">
                  <c:v>6.0817693806642904E-2</c:v>
                </c:pt>
                <c:pt idx="2250">
                  <c:v>6.0827594827439969E-2</c:v>
                </c:pt>
                <c:pt idx="2251">
                  <c:v>6.0827624844427809E-2</c:v>
                </c:pt>
                <c:pt idx="2252">
                  <c:v>6.0840564122616674E-2</c:v>
                </c:pt>
                <c:pt idx="2253">
                  <c:v>6.0856453557498164E-2</c:v>
                </c:pt>
                <c:pt idx="2254">
                  <c:v>6.0878312831960192E-2</c:v>
                </c:pt>
                <c:pt idx="2255">
                  <c:v>6.0893617102845563E-2</c:v>
                </c:pt>
                <c:pt idx="2256">
                  <c:v>6.0894770981729698E-2</c:v>
                </c:pt>
                <c:pt idx="2257">
                  <c:v>6.0895709067224156E-2</c:v>
                </c:pt>
                <c:pt idx="2258">
                  <c:v>6.0899800021676928E-2</c:v>
                </c:pt>
                <c:pt idx="2259">
                  <c:v>6.0909694762428045E-2</c:v>
                </c:pt>
                <c:pt idx="2260">
                  <c:v>6.0922703351518219E-2</c:v>
                </c:pt>
                <c:pt idx="2261">
                  <c:v>6.0926080033180043E-2</c:v>
                </c:pt>
                <c:pt idx="2262">
                  <c:v>6.0928268746445496E-2</c:v>
                </c:pt>
                <c:pt idx="2263">
                  <c:v>6.0931171743816896E-2</c:v>
                </c:pt>
                <c:pt idx="2264">
                  <c:v>6.0939693723887606E-2</c:v>
                </c:pt>
                <c:pt idx="2265">
                  <c:v>6.0946077531087585E-2</c:v>
                </c:pt>
                <c:pt idx="2266">
                  <c:v>6.0968124415253247E-2</c:v>
                </c:pt>
                <c:pt idx="2267">
                  <c:v>6.0969256550935116E-2</c:v>
                </c:pt>
                <c:pt idx="2268">
                  <c:v>6.0986449496351021E-2</c:v>
                </c:pt>
                <c:pt idx="2269">
                  <c:v>6.0998203981784953E-2</c:v>
                </c:pt>
                <c:pt idx="2270">
                  <c:v>6.1000873407125629E-2</c:v>
                </c:pt>
                <c:pt idx="2271">
                  <c:v>6.1009238026776179E-2</c:v>
                </c:pt>
                <c:pt idx="2272">
                  <c:v>6.1064347582661771E-2</c:v>
                </c:pt>
                <c:pt idx="2273">
                  <c:v>6.108333219726312E-2</c:v>
                </c:pt>
                <c:pt idx="2274">
                  <c:v>6.1099747118938209E-2</c:v>
                </c:pt>
                <c:pt idx="2275">
                  <c:v>6.1115251589032374E-2</c:v>
                </c:pt>
                <c:pt idx="2276">
                  <c:v>6.1116990113354502E-2</c:v>
                </c:pt>
                <c:pt idx="2277">
                  <c:v>6.1124378688197027E-2</c:v>
                </c:pt>
                <c:pt idx="2278">
                  <c:v>6.114438066606754E-2</c:v>
                </c:pt>
                <c:pt idx="2279">
                  <c:v>6.115221085378534E-2</c:v>
                </c:pt>
                <c:pt idx="2280">
                  <c:v>6.1175876536763922E-2</c:v>
                </c:pt>
                <c:pt idx="2281">
                  <c:v>6.1193775651305932E-2</c:v>
                </c:pt>
                <c:pt idx="2282">
                  <c:v>6.1197481317954154E-2</c:v>
                </c:pt>
                <c:pt idx="2283">
                  <c:v>6.1217404098952898E-2</c:v>
                </c:pt>
                <c:pt idx="2284">
                  <c:v>6.1223508292771213E-2</c:v>
                </c:pt>
                <c:pt idx="2285">
                  <c:v>6.1225775384789051E-2</c:v>
                </c:pt>
                <c:pt idx="2286">
                  <c:v>6.1227685497273074E-2</c:v>
                </c:pt>
                <c:pt idx="2287">
                  <c:v>6.1232868722079455E-2</c:v>
                </c:pt>
                <c:pt idx="2288">
                  <c:v>6.1232881067721553E-2</c:v>
                </c:pt>
                <c:pt idx="2289">
                  <c:v>6.1234313704170699E-2</c:v>
                </c:pt>
                <c:pt idx="2290">
                  <c:v>6.1236149113629665E-2</c:v>
                </c:pt>
                <c:pt idx="2291">
                  <c:v>6.1260432202285268E-2</c:v>
                </c:pt>
                <c:pt idx="2292">
                  <c:v>6.1268536352188471E-2</c:v>
                </c:pt>
                <c:pt idx="2293">
                  <c:v>6.1306795134830269E-2</c:v>
                </c:pt>
                <c:pt idx="2294">
                  <c:v>6.1311185621426553E-2</c:v>
                </c:pt>
                <c:pt idx="2295">
                  <c:v>6.1312805045950242E-2</c:v>
                </c:pt>
                <c:pt idx="2296">
                  <c:v>6.1325824864940211E-2</c:v>
                </c:pt>
                <c:pt idx="2297">
                  <c:v>6.1332954767181841E-2</c:v>
                </c:pt>
                <c:pt idx="2298">
                  <c:v>6.1333743761525276E-2</c:v>
                </c:pt>
                <c:pt idx="2299">
                  <c:v>6.1347755383666498E-2</c:v>
                </c:pt>
                <c:pt idx="2300">
                  <c:v>6.1349704248653825E-2</c:v>
                </c:pt>
                <c:pt idx="2301">
                  <c:v>6.1382159887214571E-2</c:v>
                </c:pt>
                <c:pt idx="2302">
                  <c:v>6.1389021070672893E-2</c:v>
                </c:pt>
                <c:pt idx="2303">
                  <c:v>6.1389976468884486E-2</c:v>
                </c:pt>
                <c:pt idx="2304">
                  <c:v>6.1398677428157168E-2</c:v>
                </c:pt>
                <c:pt idx="2305">
                  <c:v>6.1419313524744064E-2</c:v>
                </c:pt>
                <c:pt idx="2306">
                  <c:v>6.1434449796417843E-2</c:v>
                </c:pt>
                <c:pt idx="2307">
                  <c:v>6.1468080793711403E-2</c:v>
                </c:pt>
                <c:pt idx="2308">
                  <c:v>6.1498406922166807E-2</c:v>
                </c:pt>
                <c:pt idx="2309">
                  <c:v>6.1504078553304184E-2</c:v>
                </c:pt>
                <c:pt idx="2310">
                  <c:v>6.1507007550625187E-2</c:v>
                </c:pt>
                <c:pt idx="2311">
                  <c:v>6.1517419183424744E-2</c:v>
                </c:pt>
                <c:pt idx="2312">
                  <c:v>6.1534069325291166E-2</c:v>
                </c:pt>
                <c:pt idx="2313">
                  <c:v>6.1534227460798729E-2</c:v>
                </c:pt>
                <c:pt idx="2314">
                  <c:v>6.1541724307214718E-2</c:v>
                </c:pt>
                <c:pt idx="2315">
                  <c:v>6.1545003466501921E-2</c:v>
                </c:pt>
                <c:pt idx="2316">
                  <c:v>6.1560649490245006E-2</c:v>
                </c:pt>
                <c:pt idx="2317">
                  <c:v>6.1569698204084658E-2</c:v>
                </c:pt>
                <c:pt idx="2318">
                  <c:v>6.1571773389682088E-2</c:v>
                </c:pt>
                <c:pt idx="2319">
                  <c:v>6.1578485822240417E-2</c:v>
                </c:pt>
                <c:pt idx="2320">
                  <c:v>6.1581869557945507E-2</c:v>
                </c:pt>
                <c:pt idx="2321">
                  <c:v>6.1586940993727982E-2</c:v>
                </c:pt>
                <c:pt idx="2322">
                  <c:v>6.1601626607653615E-2</c:v>
                </c:pt>
                <c:pt idx="2323">
                  <c:v>6.1606506900010662E-2</c:v>
                </c:pt>
                <c:pt idx="2324">
                  <c:v>6.1606521863851932E-2</c:v>
                </c:pt>
                <c:pt idx="2325">
                  <c:v>6.1618617763761041E-2</c:v>
                </c:pt>
                <c:pt idx="2326">
                  <c:v>6.1627121539333592E-2</c:v>
                </c:pt>
                <c:pt idx="2327">
                  <c:v>6.1647160264801097E-2</c:v>
                </c:pt>
                <c:pt idx="2328">
                  <c:v>6.1649951888539195E-2</c:v>
                </c:pt>
                <c:pt idx="2329">
                  <c:v>6.1651589175635547E-2</c:v>
                </c:pt>
                <c:pt idx="2330">
                  <c:v>6.1659678687405885E-2</c:v>
                </c:pt>
                <c:pt idx="2331">
                  <c:v>6.1660493816789667E-2</c:v>
                </c:pt>
                <c:pt idx="2332">
                  <c:v>6.1669075961155437E-2</c:v>
                </c:pt>
                <c:pt idx="2333">
                  <c:v>6.1691460972629092E-2</c:v>
                </c:pt>
                <c:pt idx="2334">
                  <c:v>6.170291144160775E-2</c:v>
                </c:pt>
                <c:pt idx="2335">
                  <c:v>6.1711965385298453E-2</c:v>
                </c:pt>
                <c:pt idx="2336">
                  <c:v>6.1726895672639247E-2</c:v>
                </c:pt>
                <c:pt idx="2337">
                  <c:v>6.1765887755770535E-2</c:v>
                </c:pt>
                <c:pt idx="2338">
                  <c:v>6.1780663100865607E-2</c:v>
                </c:pt>
                <c:pt idx="2339">
                  <c:v>6.179642087391321E-2</c:v>
                </c:pt>
                <c:pt idx="2340">
                  <c:v>6.1797400631210926E-2</c:v>
                </c:pt>
                <c:pt idx="2341">
                  <c:v>6.1797939885747603E-2</c:v>
                </c:pt>
                <c:pt idx="2342">
                  <c:v>6.180338831921494E-2</c:v>
                </c:pt>
                <c:pt idx="2343">
                  <c:v>6.1809150944785826E-2</c:v>
                </c:pt>
                <c:pt idx="2344">
                  <c:v>6.1812477407178962E-2</c:v>
                </c:pt>
                <c:pt idx="2345">
                  <c:v>6.1827824950010282E-2</c:v>
                </c:pt>
                <c:pt idx="2346">
                  <c:v>6.1845273066125118E-2</c:v>
                </c:pt>
                <c:pt idx="2347">
                  <c:v>6.185558203513894E-2</c:v>
                </c:pt>
                <c:pt idx="2348">
                  <c:v>6.1855584481004276E-2</c:v>
                </c:pt>
                <c:pt idx="2349">
                  <c:v>6.1866578965594721E-2</c:v>
                </c:pt>
                <c:pt idx="2350">
                  <c:v>6.1883693215067315E-2</c:v>
                </c:pt>
                <c:pt idx="2351">
                  <c:v>6.1885543381667955E-2</c:v>
                </c:pt>
                <c:pt idx="2352">
                  <c:v>6.1892102040970585E-2</c:v>
                </c:pt>
                <c:pt idx="2353">
                  <c:v>6.19043255416271E-2</c:v>
                </c:pt>
                <c:pt idx="2354">
                  <c:v>6.1936681792848974E-2</c:v>
                </c:pt>
                <c:pt idx="2355">
                  <c:v>6.1952692121886054E-2</c:v>
                </c:pt>
                <c:pt idx="2356">
                  <c:v>6.1969167332702177E-2</c:v>
                </c:pt>
                <c:pt idx="2357">
                  <c:v>6.1981560102715778E-2</c:v>
                </c:pt>
                <c:pt idx="2358">
                  <c:v>6.1994142616999606E-2</c:v>
                </c:pt>
                <c:pt idx="2359">
                  <c:v>6.2004574902765432E-2</c:v>
                </c:pt>
                <c:pt idx="2360">
                  <c:v>6.2033400544676195E-2</c:v>
                </c:pt>
                <c:pt idx="2361">
                  <c:v>6.2033733888273282E-2</c:v>
                </c:pt>
                <c:pt idx="2362">
                  <c:v>6.2043286044597641E-2</c:v>
                </c:pt>
                <c:pt idx="2363">
                  <c:v>6.2074075478300135E-2</c:v>
                </c:pt>
                <c:pt idx="2364">
                  <c:v>6.2079784415518535E-2</c:v>
                </c:pt>
                <c:pt idx="2365">
                  <c:v>6.208771973874018E-2</c:v>
                </c:pt>
                <c:pt idx="2366">
                  <c:v>6.2097775479470103E-2</c:v>
                </c:pt>
                <c:pt idx="2367">
                  <c:v>6.2101652918353754E-2</c:v>
                </c:pt>
                <c:pt idx="2368">
                  <c:v>6.2119610111296818E-2</c:v>
                </c:pt>
                <c:pt idx="2369">
                  <c:v>6.2128506955188477E-2</c:v>
                </c:pt>
                <c:pt idx="2370">
                  <c:v>6.2131604719284771E-2</c:v>
                </c:pt>
                <c:pt idx="2371">
                  <c:v>6.2132322372227336E-2</c:v>
                </c:pt>
                <c:pt idx="2372">
                  <c:v>6.213706504886541E-2</c:v>
                </c:pt>
                <c:pt idx="2373">
                  <c:v>6.2162668788164656E-2</c:v>
                </c:pt>
                <c:pt idx="2374">
                  <c:v>6.2171962942736921E-2</c:v>
                </c:pt>
                <c:pt idx="2375">
                  <c:v>6.2190363273212576E-2</c:v>
                </c:pt>
                <c:pt idx="2376">
                  <c:v>6.2195261380804237E-2</c:v>
                </c:pt>
                <c:pt idx="2377">
                  <c:v>6.2199283486103159E-2</c:v>
                </c:pt>
                <c:pt idx="2378">
                  <c:v>6.2212701730464642E-2</c:v>
                </c:pt>
                <c:pt idx="2379">
                  <c:v>6.2212994582051671E-2</c:v>
                </c:pt>
                <c:pt idx="2380">
                  <c:v>6.2225709365777503E-2</c:v>
                </c:pt>
                <c:pt idx="2381">
                  <c:v>6.223147924741481E-2</c:v>
                </c:pt>
                <c:pt idx="2382">
                  <c:v>6.2236449511968196E-2</c:v>
                </c:pt>
                <c:pt idx="2383">
                  <c:v>6.2243426974251718E-2</c:v>
                </c:pt>
                <c:pt idx="2384">
                  <c:v>6.2258272970522645E-2</c:v>
                </c:pt>
                <c:pt idx="2385">
                  <c:v>6.228553636359168E-2</c:v>
                </c:pt>
                <c:pt idx="2386">
                  <c:v>6.2319122679776677E-2</c:v>
                </c:pt>
                <c:pt idx="2387">
                  <c:v>6.2320064759368909E-2</c:v>
                </c:pt>
                <c:pt idx="2388">
                  <c:v>6.2323498928397093E-2</c:v>
                </c:pt>
                <c:pt idx="2389">
                  <c:v>6.2327216291845011E-2</c:v>
                </c:pt>
                <c:pt idx="2390">
                  <c:v>6.2330410046012745E-2</c:v>
                </c:pt>
                <c:pt idx="2391">
                  <c:v>6.2348910505247615E-2</c:v>
                </c:pt>
                <c:pt idx="2392">
                  <c:v>6.2383185014171685E-2</c:v>
                </c:pt>
                <c:pt idx="2393">
                  <c:v>6.2407228267360414E-2</c:v>
                </c:pt>
                <c:pt idx="2394">
                  <c:v>6.2412352174196516E-2</c:v>
                </c:pt>
                <c:pt idx="2395">
                  <c:v>6.2412417291306234E-2</c:v>
                </c:pt>
                <c:pt idx="2396">
                  <c:v>6.2433862182798866E-2</c:v>
                </c:pt>
                <c:pt idx="2397">
                  <c:v>6.2476823753784251E-2</c:v>
                </c:pt>
                <c:pt idx="2398">
                  <c:v>6.2485843767772373E-2</c:v>
                </c:pt>
                <c:pt idx="2399">
                  <c:v>6.2487030184425411E-2</c:v>
                </c:pt>
                <c:pt idx="2400">
                  <c:v>6.2487776430299208E-2</c:v>
                </c:pt>
                <c:pt idx="2401">
                  <c:v>6.248904458053256E-2</c:v>
                </c:pt>
                <c:pt idx="2402">
                  <c:v>6.2493918310689345E-2</c:v>
                </c:pt>
                <c:pt idx="2403">
                  <c:v>6.2499160181349482E-2</c:v>
                </c:pt>
                <c:pt idx="2404">
                  <c:v>6.2505015055167798E-2</c:v>
                </c:pt>
                <c:pt idx="2405">
                  <c:v>6.2505388799600339E-2</c:v>
                </c:pt>
                <c:pt idx="2406">
                  <c:v>6.2516536987252389E-2</c:v>
                </c:pt>
                <c:pt idx="2407">
                  <c:v>6.2519165538489962E-2</c:v>
                </c:pt>
                <c:pt idx="2408">
                  <c:v>6.2524678502852829E-2</c:v>
                </c:pt>
                <c:pt idx="2409">
                  <c:v>6.2537776819058685E-2</c:v>
                </c:pt>
                <c:pt idx="2410">
                  <c:v>6.2552670781883826E-2</c:v>
                </c:pt>
                <c:pt idx="2411">
                  <c:v>6.2564864946156276E-2</c:v>
                </c:pt>
                <c:pt idx="2412">
                  <c:v>6.2565601606428961E-2</c:v>
                </c:pt>
                <c:pt idx="2413">
                  <c:v>6.2582398917887264E-2</c:v>
                </c:pt>
                <c:pt idx="2414">
                  <c:v>6.2613951800511269E-2</c:v>
                </c:pt>
                <c:pt idx="2415">
                  <c:v>6.2630324546416177E-2</c:v>
                </c:pt>
                <c:pt idx="2416">
                  <c:v>6.2632320212677561E-2</c:v>
                </c:pt>
                <c:pt idx="2417">
                  <c:v>6.2632551555223612E-2</c:v>
                </c:pt>
                <c:pt idx="2418">
                  <c:v>6.2636025974873694E-2</c:v>
                </c:pt>
                <c:pt idx="2419">
                  <c:v>6.2673710036990155E-2</c:v>
                </c:pt>
                <c:pt idx="2420">
                  <c:v>6.2685925796766864E-2</c:v>
                </c:pt>
                <c:pt idx="2421">
                  <c:v>6.2686268823500119E-2</c:v>
                </c:pt>
                <c:pt idx="2422">
                  <c:v>6.2686543652741192E-2</c:v>
                </c:pt>
                <c:pt idx="2423">
                  <c:v>6.2712190221472175E-2</c:v>
                </c:pt>
                <c:pt idx="2424">
                  <c:v>6.2729371283923141E-2</c:v>
                </c:pt>
                <c:pt idx="2425">
                  <c:v>6.2740192873124448E-2</c:v>
                </c:pt>
                <c:pt idx="2426">
                  <c:v>6.274853150803153E-2</c:v>
                </c:pt>
                <c:pt idx="2427">
                  <c:v>6.2764862383257902E-2</c:v>
                </c:pt>
                <c:pt idx="2428">
                  <c:v>6.280509457915634E-2</c:v>
                </c:pt>
                <c:pt idx="2429">
                  <c:v>6.2806091755985047E-2</c:v>
                </c:pt>
                <c:pt idx="2430">
                  <c:v>6.2829829220827527E-2</c:v>
                </c:pt>
                <c:pt idx="2431">
                  <c:v>6.2834604657379473E-2</c:v>
                </c:pt>
                <c:pt idx="2432">
                  <c:v>6.2835235645798598E-2</c:v>
                </c:pt>
                <c:pt idx="2433">
                  <c:v>6.2845919903052883E-2</c:v>
                </c:pt>
                <c:pt idx="2434">
                  <c:v>6.2846683463498462E-2</c:v>
                </c:pt>
                <c:pt idx="2435">
                  <c:v>6.2853049579244355E-2</c:v>
                </c:pt>
                <c:pt idx="2436">
                  <c:v>6.2856164580610802E-2</c:v>
                </c:pt>
                <c:pt idx="2437">
                  <c:v>6.2860315404021927E-2</c:v>
                </c:pt>
                <c:pt idx="2438">
                  <c:v>6.286057752297268E-2</c:v>
                </c:pt>
                <c:pt idx="2439">
                  <c:v>6.2872383906904097E-2</c:v>
                </c:pt>
                <c:pt idx="2440">
                  <c:v>6.2881261022180265E-2</c:v>
                </c:pt>
                <c:pt idx="2441">
                  <c:v>6.2904889314844531E-2</c:v>
                </c:pt>
                <c:pt idx="2442">
                  <c:v>6.291729552175615E-2</c:v>
                </c:pt>
                <c:pt idx="2443">
                  <c:v>6.2920249755458138E-2</c:v>
                </c:pt>
                <c:pt idx="2444">
                  <c:v>6.2955847005444557E-2</c:v>
                </c:pt>
                <c:pt idx="2445">
                  <c:v>6.2994882530342605E-2</c:v>
                </c:pt>
                <c:pt idx="2446">
                  <c:v>6.2998846742432016E-2</c:v>
                </c:pt>
                <c:pt idx="2447">
                  <c:v>6.3004985345786718E-2</c:v>
                </c:pt>
                <c:pt idx="2448">
                  <c:v>6.3013598780314151E-2</c:v>
                </c:pt>
                <c:pt idx="2449">
                  <c:v>6.3014999204389646E-2</c:v>
                </c:pt>
                <c:pt idx="2450">
                  <c:v>6.3028759812484431E-2</c:v>
                </c:pt>
                <c:pt idx="2451">
                  <c:v>6.3030013937099422E-2</c:v>
                </c:pt>
                <c:pt idx="2452">
                  <c:v>6.3048016190652575E-2</c:v>
                </c:pt>
                <c:pt idx="2453">
                  <c:v>6.305113094592181E-2</c:v>
                </c:pt>
                <c:pt idx="2454">
                  <c:v>6.305243972114162E-2</c:v>
                </c:pt>
                <c:pt idx="2455">
                  <c:v>6.3080584795054351E-2</c:v>
                </c:pt>
                <c:pt idx="2456">
                  <c:v>6.3092467916140274E-2</c:v>
                </c:pt>
                <c:pt idx="2457">
                  <c:v>6.3120008763496091E-2</c:v>
                </c:pt>
                <c:pt idx="2458">
                  <c:v>6.3122605525382319E-2</c:v>
                </c:pt>
                <c:pt idx="2459">
                  <c:v>6.312631357541458E-2</c:v>
                </c:pt>
                <c:pt idx="2460">
                  <c:v>6.3135945311644667E-2</c:v>
                </c:pt>
                <c:pt idx="2461">
                  <c:v>6.3139754789908936E-2</c:v>
                </c:pt>
                <c:pt idx="2462">
                  <c:v>6.3154099221295501E-2</c:v>
                </c:pt>
                <c:pt idx="2463">
                  <c:v>6.318964110689855E-2</c:v>
                </c:pt>
                <c:pt idx="2464">
                  <c:v>6.3216194193385575E-2</c:v>
                </c:pt>
                <c:pt idx="2465">
                  <c:v>6.32198379209616E-2</c:v>
                </c:pt>
                <c:pt idx="2466">
                  <c:v>6.3242836323724419E-2</c:v>
                </c:pt>
                <c:pt idx="2467">
                  <c:v>6.3246548454942805E-2</c:v>
                </c:pt>
                <c:pt idx="2468">
                  <c:v>6.3247784315916877E-2</c:v>
                </c:pt>
                <c:pt idx="2469">
                  <c:v>6.3259329193920938E-2</c:v>
                </c:pt>
                <c:pt idx="2470">
                  <c:v>6.3265989251332103E-2</c:v>
                </c:pt>
                <c:pt idx="2471">
                  <c:v>6.3280110523415006E-2</c:v>
                </c:pt>
                <c:pt idx="2472">
                  <c:v>6.328487843543161E-2</c:v>
                </c:pt>
                <c:pt idx="2473">
                  <c:v>6.3286908969852396E-2</c:v>
                </c:pt>
                <c:pt idx="2474">
                  <c:v>6.3323879737483851E-2</c:v>
                </c:pt>
                <c:pt idx="2475">
                  <c:v>6.3327640828276383E-2</c:v>
                </c:pt>
                <c:pt idx="2476">
                  <c:v>6.3333359752089508E-2</c:v>
                </c:pt>
                <c:pt idx="2477">
                  <c:v>6.3336141948824573E-2</c:v>
                </c:pt>
                <c:pt idx="2478">
                  <c:v>6.3343462744645446E-2</c:v>
                </c:pt>
                <c:pt idx="2479">
                  <c:v>6.3347321397349596E-2</c:v>
                </c:pt>
                <c:pt idx="2480">
                  <c:v>6.3355741927840686E-2</c:v>
                </c:pt>
                <c:pt idx="2481">
                  <c:v>6.3360194690238042E-2</c:v>
                </c:pt>
                <c:pt idx="2482">
                  <c:v>6.3370063940203156E-2</c:v>
                </c:pt>
                <c:pt idx="2483">
                  <c:v>6.3370498889684157E-2</c:v>
                </c:pt>
                <c:pt idx="2484">
                  <c:v>6.3402411049328949E-2</c:v>
                </c:pt>
                <c:pt idx="2485">
                  <c:v>6.3408494462771137E-2</c:v>
                </c:pt>
                <c:pt idx="2486">
                  <c:v>6.3426542485381848E-2</c:v>
                </c:pt>
                <c:pt idx="2487">
                  <c:v>6.3429304861967281E-2</c:v>
                </c:pt>
                <c:pt idx="2488">
                  <c:v>6.3435792119979059E-2</c:v>
                </c:pt>
                <c:pt idx="2489">
                  <c:v>6.3445946203695647E-2</c:v>
                </c:pt>
                <c:pt idx="2490">
                  <c:v>6.3464493659933355E-2</c:v>
                </c:pt>
                <c:pt idx="2491">
                  <c:v>6.3468324609561769E-2</c:v>
                </c:pt>
                <c:pt idx="2492">
                  <c:v>6.3480969012028918E-2</c:v>
                </c:pt>
                <c:pt idx="2493">
                  <c:v>6.3491257761888992E-2</c:v>
                </c:pt>
                <c:pt idx="2494">
                  <c:v>6.3502465145840056E-2</c:v>
                </c:pt>
                <c:pt idx="2495">
                  <c:v>6.3504035712105084E-2</c:v>
                </c:pt>
                <c:pt idx="2496">
                  <c:v>6.3520870818202721E-2</c:v>
                </c:pt>
                <c:pt idx="2497">
                  <c:v>6.3523033659043007E-2</c:v>
                </c:pt>
                <c:pt idx="2498">
                  <c:v>6.3536069769244169E-2</c:v>
                </c:pt>
                <c:pt idx="2499">
                  <c:v>6.3549646671982263E-2</c:v>
                </c:pt>
                <c:pt idx="2500">
                  <c:v>6.3549671584868378E-2</c:v>
                </c:pt>
                <c:pt idx="2501">
                  <c:v>6.3562065440810903E-2</c:v>
                </c:pt>
                <c:pt idx="2502">
                  <c:v>6.3596936570154208E-2</c:v>
                </c:pt>
                <c:pt idx="2503">
                  <c:v>6.361779237855239E-2</c:v>
                </c:pt>
                <c:pt idx="2504">
                  <c:v>6.3629996491837662E-2</c:v>
                </c:pt>
                <c:pt idx="2505">
                  <c:v>6.3640894472767343E-2</c:v>
                </c:pt>
                <c:pt idx="2506">
                  <c:v>6.3675122201566736E-2</c:v>
                </c:pt>
                <c:pt idx="2507">
                  <c:v>6.3677774844026189E-2</c:v>
                </c:pt>
                <c:pt idx="2508">
                  <c:v>6.3687550148736463E-2</c:v>
                </c:pt>
                <c:pt idx="2509">
                  <c:v>6.3703245524035237E-2</c:v>
                </c:pt>
                <c:pt idx="2510">
                  <c:v>6.3740606183851592E-2</c:v>
                </c:pt>
                <c:pt idx="2511">
                  <c:v>6.3765698519322997E-2</c:v>
                </c:pt>
                <c:pt idx="2512">
                  <c:v>6.3767762563097907E-2</c:v>
                </c:pt>
                <c:pt idx="2513">
                  <c:v>6.3769208829318302E-2</c:v>
                </c:pt>
                <c:pt idx="2514">
                  <c:v>6.3783882329793012E-2</c:v>
                </c:pt>
                <c:pt idx="2515">
                  <c:v>6.3786447187072298E-2</c:v>
                </c:pt>
                <c:pt idx="2516">
                  <c:v>6.3793369463786317E-2</c:v>
                </c:pt>
                <c:pt idx="2517">
                  <c:v>6.3796029016477102E-2</c:v>
                </c:pt>
                <c:pt idx="2518">
                  <c:v>6.3809094365347221E-2</c:v>
                </c:pt>
                <c:pt idx="2519">
                  <c:v>6.3814039544073484E-2</c:v>
                </c:pt>
                <c:pt idx="2520">
                  <c:v>6.3839192673041167E-2</c:v>
                </c:pt>
                <c:pt idx="2521">
                  <c:v>6.3844154213480636E-2</c:v>
                </c:pt>
                <c:pt idx="2522">
                  <c:v>6.3851233171910424E-2</c:v>
                </c:pt>
                <c:pt idx="2523">
                  <c:v>6.3860082811667301E-2</c:v>
                </c:pt>
                <c:pt idx="2524">
                  <c:v>6.3870734372247578E-2</c:v>
                </c:pt>
                <c:pt idx="2525">
                  <c:v>6.3884730740782783E-2</c:v>
                </c:pt>
                <c:pt idx="2526">
                  <c:v>6.3897833356577963E-2</c:v>
                </c:pt>
                <c:pt idx="2527">
                  <c:v>6.3909837496915534E-2</c:v>
                </c:pt>
                <c:pt idx="2528">
                  <c:v>6.3934225564204764E-2</c:v>
                </c:pt>
                <c:pt idx="2529">
                  <c:v>6.3939324788867657E-2</c:v>
                </c:pt>
                <c:pt idx="2530">
                  <c:v>6.3949159286819809E-2</c:v>
                </c:pt>
                <c:pt idx="2531">
                  <c:v>6.3971164170888703E-2</c:v>
                </c:pt>
                <c:pt idx="2532">
                  <c:v>6.3988025857617967E-2</c:v>
                </c:pt>
                <c:pt idx="2533">
                  <c:v>6.401577427455743E-2</c:v>
                </c:pt>
                <c:pt idx="2534">
                  <c:v>6.4016193247910802E-2</c:v>
                </c:pt>
                <c:pt idx="2535">
                  <c:v>6.4044548986351521E-2</c:v>
                </c:pt>
                <c:pt idx="2536">
                  <c:v>6.4066584320456421E-2</c:v>
                </c:pt>
                <c:pt idx="2537">
                  <c:v>6.4076619902566856E-2</c:v>
                </c:pt>
                <c:pt idx="2538">
                  <c:v>6.4093207225597693E-2</c:v>
                </c:pt>
                <c:pt idx="2539">
                  <c:v>6.4107596006402451E-2</c:v>
                </c:pt>
                <c:pt idx="2540">
                  <c:v>6.4109689611345277E-2</c:v>
                </c:pt>
                <c:pt idx="2541">
                  <c:v>6.4110675708401746E-2</c:v>
                </c:pt>
                <c:pt idx="2542">
                  <c:v>6.4112492275251162E-2</c:v>
                </c:pt>
                <c:pt idx="2543">
                  <c:v>6.4115927312097462E-2</c:v>
                </c:pt>
                <c:pt idx="2544">
                  <c:v>6.4132048465210131E-2</c:v>
                </c:pt>
                <c:pt idx="2545">
                  <c:v>6.4168681301346966E-2</c:v>
                </c:pt>
                <c:pt idx="2546">
                  <c:v>6.4179320997662784E-2</c:v>
                </c:pt>
                <c:pt idx="2547">
                  <c:v>6.4182339552560447E-2</c:v>
                </c:pt>
                <c:pt idx="2548">
                  <c:v>6.4190155870730431E-2</c:v>
                </c:pt>
                <c:pt idx="2549">
                  <c:v>6.4198534948416833E-2</c:v>
                </c:pt>
                <c:pt idx="2550">
                  <c:v>6.4206976438955288E-2</c:v>
                </c:pt>
                <c:pt idx="2551">
                  <c:v>6.4218946593843737E-2</c:v>
                </c:pt>
                <c:pt idx="2552">
                  <c:v>6.4226901976265446E-2</c:v>
                </c:pt>
                <c:pt idx="2553">
                  <c:v>6.4228051756987009E-2</c:v>
                </c:pt>
                <c:pt idx="2554">
                  <c:v>6.4228882762257175E-2</c:v>
                </c:pt>
                <c:pt idx="2555">
                  <c:v>6.4235918714440107E-2</c:v>
                </c:pt>
                <c:pt idx="2556">
                  <c:v>6.4237904400847298E-2</c:v>
                </c:pt>
                <c:pt idx="2557">
                  <c:v>6.4243513021163115E-2</c:v>
                </c:pt>
                <c:pt idx="2558">
                  <c:v>6.4247394479482842E-2</c:v>
                </c:pt>
                <c:pt idx="2559">
                  <c:v>6.4258538346812499E-2</c:v>
                </c:pt>
                <c:pt idx="2560">
                  <c:v>6.4270728587726478E-2</c:v>
                </c:pt>
                <c:pt idx="2561">
                  <c:v>6.4272808696833397E-2</c:v>
                </c:pt>
                <c:pt idx="2562">
                  <c:v>6.4276976039338768E-2</c:v>
                </c:pt>
                <c:pt idx="2563">
                  <c:v>6.4280887689072738E-2</c:v>
                </c:pt>
                <c:pt idx="2564">
                  <c:v>6.4285511660352818E-2</c:v>
                </c:pt>
                <c:pt idx="2565">
                  <c:v>6.4325219350511692E-2</c:v>
                </c:pt>
                <c:pt idx="2566">
                  <c:v>6.4333281859799349E-2</c:v>
                </c:pt>
                <c:pt idx="2567">
                  <c:v>6.4357768906049148E-2</c:v>
                </c:pt>
                <c:pt idx="2568">
                  <c:v>6.4364881589347916E-2</c:v>
                </c:pt>
                <c:pt idx="2569">
                  <c:v>6.4366801109438626E-2</c:v>
                </c:pt>
                <c:pt idx="2570">
                  <c:v>6.4375911393202603E-2</c:v>
                </c:pt>
                <c:pt idx="2571">
                  <c:v>6.4392242202222422E-2</c:v>
                </c:pt>
                <c:pt idx="2572">
                  <c:v>6.4433627659860257E-2</c:v>
                </c:pt>
                <c:pt idx="2573">
                  <c:v>6.4448986956824508E-2</c:v>
                </c:pt>
                <c:pt idx="2574">
                  <c:v>6.4455047507386148E-2</c:v>
                </c:pt>
                <c:pt idx="2575">
                  <c:v>6.4480112890100347E-2</c:v>
                </c:pt>
                <c:pt idx="2576">
                  <c:v>6.4514832003024658E-2</c:v>
                </c:pt>
                <c:pt idx="2577">
                  <c:v>6.4554941805927912E-2</c:v>
                </c:pt>
                <c:pt idx="2578">
                  <c:v>6.4565417538745576E-2</c:v>
                </c:pt>
                <c:pt idx="2579">
                  <c:v>6.4587574905709724E-2</c:v>
                </c:pt>
                <c:pt idx="2580">
                  <c:v>6.4617075929927312E-2</c:v>
                </c:pt>
                <c:pt idx="2581">
                  <c:v>6.4618533049538518E-2</c:v>
                </c:pt>
                <c:pt idx="2582">
                  <c:v>6.4627420151121148E-2</c:v>
                </c:pt>
                <c:pt idx="2583">
                  <c:v>6.4628002406711099E-2</c:v>
                </c:pt>
                <c:pt idx="2584">
                  <c:v>6.4632330708870228E-2</c:v>
                </c:pt>
                <c:pt idx="2585">
                  <c:v>6.4632832503359633E-2</c:v>
                </c:pt>
                <c:pt idx="2586">
                  <c:v>6.4633940843201565E-2</c:v>
                </c:pt>
                <c:pt idx="2587">
                  <c:v>6.463991861181459E-2</c:v>
                </c:pt>
                <c:pt idx="2588">
                  <c:v>6.4664802284258902E-2</c:v>
                </c:pt>
                <c:pt idx="2589">
                  <c:v>6.4717962954575589E-2</c:v>
                </c:pt>
                <c:pt idx="2590">
                  <c:v>6.4724751693099769E-2</c:v>
                </c:pt>
                <c:pt idx="2591">
                  <c:v>6.4728748518430052E-2</c:v>
                </c:pt>
                <c:pt idx="2592">
                  <c:v>6.4731165381543498E-2</c:v>
                </c:pt>
                <c:pt idx="2593">
                  <c:v>6.4766073588436557E-2</c:v>
                </c:pt>
                <c:pt idx="2594">
                  <c:v>6.4774777740191941E-2</c:v>
                </c:pt>
                <c:pt idx="2595">
                  <c:v>6.4787992615120624E-2</c:v>
                </c:pt>
                <c:pt idx="2596">
                  <c:v>6.479540460035503E-2</c:v>
                </c:pt>
                <c:pt idx="2597">
                  <c:v>6.4795932543952217E-2</c:v>
                </c:pt>
                <c:pt idx="2598">
                  <c:v>6.4796015645312205E-2</c:v>
                </c:pt>
                <c:pt idx="2599">
                  <c:v>6.4849371150844187E-2</c:v>
                </c:pt>
                <c:pt idx="2600">
                  <c:v>6.4856361286641753E-2</c:v>
                </c:pt>
                <c:pt idx="2601">
                  <c:v>6.486258462835047E-2</c:v>
                </c:pt>
                <c:pt idx="2602">
                  <c:v>6.4899627602031176E-2</c:v>
                </c:pt>
                <c:pt idx="2603">
                  <c:v>6.4903015343202017E-2</c:v>
                </c:pt>
                <c:pt idx="2604">
                  <c:v>6.4903626644623638E-2</c:v>
                </c:pt>
                <c:pt idx="2605">
                  <c:v>6.4905926696431679E-2</c:v>
                </c:pt>
                <c:pt idx="2606">
                  <c:v>6.4911587570963505E-2</c:v>
                </c:pt>
                <c:pt idx="2607">
                  <c:v>6.4934937601247744E-2</c:v>
                </c:pt>
                <c:pt idx="2608">
                  <c:v>6.495239683329504E-2</c:v>
                </c:pt>
                <c:pt idx="2609">
                  <c:v>6.4962720629575491E-2</c:v>
                </c:pt>
                <c:pt idx="2610">
                  <c:v>6.4963451273598163E-2</c:v>
                </c:pt>
                <c:pt idx="2611">
                  <c:v>6.4964739523907675E-2</c:v>
                </c:pt>
                <c:pt idx="2612">
                  <c:v>6.4973871085462973E-2</c:v>
                </c:pt>
                <c:pt idx="2613">
                  <c:v>6.4994775658033715E-2</c:v>
                </c:pt>
                <c:pt idx="2614">
                  <c:v>6.5013646182929513E-2</c:v>
                </c:pt>
                <c:pt idx="2615">
                  <c:v>6.5053135365084599E-2</c:v>
                </c:pt>
                <c:pt idx="2616">
                  <c:v>6.5056530161953591E-2</c:v>
                </c:pt>
                <c:pt idx="2617">
                  <c:v>6.5057876043973173E-2</c:v>
                </c:pt>
                <c:pt idx="2618">
                  <c:v>6.5061257187171456E-2</c:v>
                </c:pt>
                <c:pt idx="2619">
                  <c:v>6.5070786879601702E-2</c:v>
                </c:pt>
                <c:pt idx="2620">
                  <c:v>6.5078389382494092E-2</c:v>
                </c:pt>
                <c:pt idx="2621">
                  <c:v>6.5083840883863722E-2</c:v>
                </c:pt>
                <c:pt idx="2622">
                  <c:v>6.5092791001166009E-2</c:v>
                </c:pt>
                <c:pt idx="2623">
                  <c:v>6.5093683806885808E-2</c:v>
                </c:pt>
                <c:pt idx="2624">
                  <c:v>6.5110844050156991E-2</c:v>
                </c:pt>
                <c:pt idx="2625">
                  <c:v>6.5114624966212772E-2</c:v>
                </c:pt>
                <c:pt idx="2626">
                  <c:v>6.5148200048747495E-2</c:v>
                </c:pt>
                <c:pt idx="2627">
                  <c:v>6.5161943556279453E-2</c:v>
                </c:pt>
                <c:pt idx="2628">
                  <c:v>6.5163880794059534E-2</c:v>
                </c:pt>
                <c:pt idx="2629">
                  <c:v>6.5169327770034952E-2</c:v>
                </c:pt>
                <c:pt idx="2630">
                  <c:v>6.5186111309661204E-2</c:v>
                </c:pt>
                <c:pt idx="2631">
                  <c:v>6.5188552420297308E-2</c:v>
                </c:pt>
                <c:pt idx="2632">
                  <c:v>6.5216887417464134E-2</c:v>
                </c:pt>
                <c:pt idx="2633">
                  <c:v>6.523735412061081E-2</c:v>
                </c:pt>
                <c:pt idx="2634">
                  <c:v>6.5239519485183001E-2</c:v>
                </c:pt>
                <c:pt idx="2635">
                  <c:v>6.5242424369851421E-2</c:v>
                </c:pt>
                <c:pt idx="2636">
                  <c:v>6.5245061472589808E-2</c:v>
                </c:pt>
                <c:pt idx="2637">
                  <c:v>6.5246238278056909E-2</c:v>
                </c:pt>
                <c:pt idx="2638">
                  <c:v>6.5260139642585938E-2</c:v>
                </c:pt>
                <c:pt idx="2639">
                  <c:v>6.5273694907582877E-2</c:v>
                </c:pt>
                <c:pt idx="2640">
                  <c:v>6.5274324379615084E-2</c:v>
                </c:pt>
                <c:pt idx="2641">
                  <c:v>6.527867314554664E-2</c:v>
                </c:pt>
                <c:pt idx="2642">
                  <c:v>6.5279081489312704E-2</c:v>
                </c:pt>
                <c:pt idx="2643">
                  <c:v>6.5296640425969374E-2</c:v>
                </c:pt>
                <c:pt idx="2644">
                  <c:v>6.5298540695634136E-2</c:v>
                </c:pt>
                <c:pt idx="2645">
                  <c:v>6.5303994029523388E-2</c:v>
                </c:pt>
                <c:pt idx="2646">
                  <c:v>6.5316600892996818E-2</c:v>
                </c:pt>
                <c:pt idx="2647">
                  <c:v>6.5317630873243007E-2</c:v>
                </c:pt>
                <c:pt idx="2648">
                  <c:v>6.53386636448125E-2</c:v>
                </c:pt>
                <c:pt idx="2649">
                  <c:v>6.5339208368490553E-2</c:v>
                </c:pt>
                <c:pt idx="2650">
                  <c:v>6.5340554589449124E-2</c:v>
                </c:pt>
                <c:pt idx="2651">
                  <c:v>6.5356377599451718E-2</c:v>
                </c:pt>
                <c:pt idx="2652">
                  <c:v>6.5357969530739427E-2</c:v>
                </c:pt>
                <c:pt idx="2653">
                  <c:v>6.5387878699110336E-2</c:v>
                </c:pt>
                <c:pt idx="2654">
                  <c:v>6.5388850401056617E-2</c:v>
                </c:pt>
                <c:pt idx="2655">
                  <c:v>6.5395142329507813E-2</c:v>
                </c:pt>
                <c:pt idx="2656">
                  <c:v>6.5398607409999573E-2</c:v>
                </c:pt>
                <c:pt idx="2657">
                  <c:v>6.5401279235891452E-2</c:v>
                </c:pt>
                <c:pt idx="2658">
                  <c:v>6.5406286848575745E-2</c:v>
                </c:pt>
                <c:pt idx="2659">
                  <c:v>6.5418378256040216E-2</c:v>
                </c:pt>
                <c:pt idx="2660">
                  <c:v>6.5435938629807247E-2</c:v>
                </c:pt>
                <c:pt idx="2661">
                  <c:v>6.5436244429973867E-2</c:v>
                </c:pt>
                <c:pt idx="2662">
                  <c:v>6.5448964375200286E-2</c:v>
                </c:pt>
                <c:pt idx="2663">
                  <c:v>6.5470290091036859E-2</c:v>
                </c:pt>
                <c:pt idx="2664">
                  <c:v>6.5472536182881527E-2</c:v>
                </c:pt>
                <c:pt idx="2665">
                  <c:v>6.549267262806184E-2</c:v>
                </c:pt>
                <c:pt idx="2666">
                  <c:v>6.5498687531663699E-2</c:v>
                </c:pt>
                <c:pt idx="2667">
                  <c:v>6.5516780177807432E-2</c:v>
                </c:pt>
                <c:pt idx="2668">
                  <c:v>6.5524453832474475E-2</c:v>
                </c:pt>
                <c:pt idx="2669">
                  <c:v>6.5534164447948615E-2</c:v>
                </c:pt>
                <c:pt idx="2670">
                  <c:v>6.5568801170458019E-2</c:v>
                </c:pt>
                <c:pt idx="2671">
                  <c:v>6.5576158115300306E-2</c:v>
                </c:pt>
                <c:pt idx="2672">
                  <c:v>6.5581015625889486E-2</c:v>
                </c:pt>
                <c:pt idx="2673">
                  <c:v>6.5586427803087266E-2</c:v>
                </c:pt>
                <c:pt idx="2674">
                  <c:v>6.5593910365265642E-2</c:v>
                </c:pt>
                <c:pt idx="2675">
                  <c:v>6.5610154765418635E-2</c:v>
                </c:pt>
                <c:pt idx="2676">
                  <c:v>6.5611506678173032E-2</c:v>
                </c:pt>
                <c:pt idx="2677">
                  <c:v>6.5625211328280808E-2</c:v>
                </c:pt>
                <c:pt idx="2678">
                  <c:v>6.5639513914176967E-2</c:v>
                </c:pt>
                <c:pt idx="2679">
                  <c:v>6.5647907567071825E-2</c:v>
                </c:pt>
                <c:pt idx="2680">
                  <c:v>6.5670032826550401E-2</c:v>
                </c:pt>
                <c:pt idx="2681">
                  <c:v>6.5675257169589898E-2</c:v>
                </c:pt>
                <c:pt idx="2682">
                  <c:v>6.5679843723572578E-2</c:v>
                </c:pt>
                <c:pt idx="2683">
                  <c:v>6.568068061617123E-2</c:v>
                </c:pt>
                <c:pt idx="2684">
                  <c:v>6.5682988614897686E-2</c:v>
                </c:pt>
                <c:pt idx="2685">
                  <c:v>6.5695094474069057E-2</c:v>
                </c:pt>
                <c:pt idx="2686">
                  <c:v>6.5713218320592431E-2</c:v>
                </c:pt>
                <c:pt idx="2687">
                  <c:v>6.5717140530610785E-2</c:v>
                </c:pt>
                <c:pt idx="2688">
                  <c:v>6.5725052741780837E-2</c:v>
                </c:pt>
                <c:pt idx="2689">
                  <c:v>6.5747432008987333E-2</c:v>
                </c:pt>
                <c:pt idx="2690">
                  <c:v>6.5781928767849732E-2</c:v>
                </c:pt>
                <c:pt idx="2691">
                  <c:v>6.5786350172134578E-2</c:v>
                </c:pt>
                <c:pt idx="2692">
                  <c:v>6.5787929252060576E-2</c:v>
                </c:pt>
                <c:pt idx="2693">
                  <c:v>6.5810665100448293E-2</c:v>
                </c:pt>
                <c:pt idx="2694">
                  <c:v>6.5811451968733684E-2</c:v>
                </c:pt>
                <c:pt idx="2695">
                  <c:v>6.5823815229235541E-2</c:v>
                </c:pt>
                <c:pt idx="2696">
                  <c:v>6.5836266046344377E-2</c:v>
                </c:pt>
                <c:pt idx="2697">
                  <c:v>6.5839270183088494E-2</c:v>
                </c:pt>
                <c:pt idx="2698">
                  <c:v>6.58433484542085E-2</c:v>
                </c:pt>
                <c:pt idx="2699">
                  <c:v>6.5849828605216973E-2</c:v>
                </c:pt>
                <c:pt idx="2700">
                  <c:v>6.5853490583244897E-2</c:v>
                </c:pt>
                <c:pt idx="2701">
                  <c:v>6.5885003250035101E-2</c:v>
                </c:pt>
                <c:pt idx="2702">
                  <c:v>6.5922138840026512E-2</c:v>
                </c:pt>
                <c:pt idx="2703">
                  <c:v>6.5924947194325553E-2</c:v>
                </c:pt>
                <c:pt idx="2704">
                  <c:v>6.5928340301932162E-2</c:v>
                </c:pt>
                <c:pt idx="2705">
                  <c:v>6.5930621941784645E-2</c:v>
                </c:pt>
                <c:pt idx="2706">
                  <c:v>6.5933257669861425E-2</c:v>
                </c:pt>
                <c:pt idx="2707">
                  <c:v>6.5958109847886748E-2</c:v>
                </c:pt>
                <c:pt idx="2708">
                  <c:v>6.5968511392006615E-2</c:v>
                </c:pt>
                <c:pt idx="2709">
                  <c:v>6.5978686414464846E-2</c:v>
                </c:pt>
                <c:pt idx="2710">
                  <c:v>6.5994951548955225E-2</c:v>
                </c:pt>
                <c:pt idx="2711">
                  <c:v>6.6003846781210726E-2</c:v>
                </c:pt>
                <c:pt idx="2712">
                  <c:v>6.6007702556886275E-2</c:v>
                </c:pt>
                <c:pt idx="2713">
                  <c:v>6.6016250640383287E-2</c:v>
                </c:pt>
                <c:pt idx="2714">
                  <c:v>6.6042352325617643E-2</c:v>
                </c:pt>
                <c:pt idx="2715">
                  <c:v>6.6054428651730612E-2</c:v>
                </c:pt>
                <c:pt idx="2716">
                  <c:v>6.6056931889161577E-2</c:v>
                </c:pt>
                <c:pt idx="2717">
                  <c:v>6.6077640786098749E-2</c:v>
                </c:pt>
                <c:pt idx="2718">
                  <c:v>6.6082166240969173E-2</c:v>
                </c:pt>
                <c:pt idx="2719">
                  <c:v>6.6084804915733708E-2</c:v>
                </c:pt>
                <c:pt idx="2720">
                  <c:v>6.6088768752174107E-2</c:v>
                </c:pt>
                <c:pt idx="2721">
                  <c:v>6.6095666957387222E-2</c:v>
                </c:pt>
                <c:pt idx="2722">
                  <c:v>6.6101407418259109E-2</c:v>
                </c:pt>
                <c:pt idx="2723">
                  <c:v>6.6101436423815371E-2</c:v>
                </c:pt>
                <c:pt idx="2724">
                  <c:v>6.6126794849314829E-2</c:v>
                </c:pt>
                <c:pt idx="2725">
                  <c:v>6.6162863757893042E-2</c:v>
                </c:pt>
                <c:pt idx="2726">
                  <c:v>6.6172512366804173E-2</c:v>
                </c:pt>
                <c:pt idx="2727">
                  <c:v>6.6177307134125257E-2</c:v>
                </c:pt>
                <c:pt idx="2728">
                  <c:v>6.6203522616403693E-2</c:v>
                </c:pt>
                <c:pt idx="2729">
                  <c:v>6.6206064736669984E-2</c:v>
                </c:pt>
                <c:pt idx="2730">
                  <c:v>6.6208155855637843E-2</c:v>
                </c:pt>
                <c:pt idx="2731">
                  <c:v>6.62115119080081E-2</c:v>
                </c:pt>
                <c:pt idx="2732">
                  <c:v>6.6243438276242711E-2</c:v>
                </c:pt>
                <c:pt idx="2733">
                  <c:v>6.624821350452284E-2</c:v>
                </c:pt>
                <c:pt idx="2734">
                  <c:v>6.6254839699014301E-2</c:v>
                </c:pt>
                <c:pt idx="2735">
                  <c:v>6.6259157582712669E-2</c:v>
                </c:pt>
                <c:pt idx="2736">
                  <c:v>6.627370399925113E-2</c:v>
                </c:pt>
                <c:pt idx="2737">
                  <c:v>6.6277055213699365E-2</c:v>
                </c:pt>
                <c:pt idx="2738">
                  <c:v>6.6288159906612007E-2</c:v>
                </c:pt>
                <c:pt idx="2739">
                  <c:v>6.6293135607694439E-2</c:v>
                </c:pt>
                <c:pt idx="2740">
                  <c:v>6.6314621358179587E-2</c:v>
                </c:pt>
                <c:pt idx="2741">
                  <c:v>6.6318535649059554E-2</c:v>
                </c:pt>
                <c:pt idx="2742">
                  <c:v>6.6335793084887337E-2</c:v>
                </c:pt>
                <c:pt idx="2743">
                  <c:v>6.6344146387717906E-2</c:v>
                </c:pt>
                <c:pt idx="2744">
                  <c:v>6.6346168598798869E-2</c:v>
                </c:pt>
                <c:pt idx="2745">
                  <c:v>6.6360189017248924E-2</c:v>
                </c:pt>
                <c:pt idx="2746">
                  <c:v>6.6375124928770846E-2</c:v>
                </c:pt>
                <c:pt idx="2747">
                  <c:v>6.6377367538933085E-2</c:v>
                </c:pt>
                <c:pt idx="2748">
                  <c:v>6.6377825750604386E-2</c:v>
                </c:pt>
                <c:pt idx="2749">
                  <c:v>6.6400753276005128E-2</c:v>
                </c:pt>
                <c:pt idx="2750">
                  <c:v>6.6417795637816288E-2</c:v>
                </c:pt>
                <c:pt idx="2751">
                  <c:v>6.6431279645007543E-2</c:v>
                </c:pt>
                <c:pt idx="2752">
                  <c:v>6.645142879537258E-2</c:v>
                </c:pt>
                <c:pt idx="2753">
                  <c:v>6.645392353151984E-2</c:v>
                </c:pt>
                <c:pt idx="2754">
                  <c:v>6.6455401905810216E-2</c:v>
                </c:pt>
                <c:pt idx="2755">
                  <c:v>6.6463770156646326E-2</c:v>
                </c:pt>
                <c:pt idx="2756">
                  <c:v>6.6466712360252103E-2</c:v>
                </c:pt>
                <c:pt idx="2757">
                  <c:v>6.6471213676633029E-2</c:v>
                </c:pt>
                <c:pt idx="2758">
                  <c:v>6.6471541462485503E-2</c:v>
                </c:pt>
                <c:pt idx="2759">
                  <c:v>6.6473999961769101E-2</c:v>
                </c:pt>
                <c:pt idx="2760">
                  <c:v>6.647566797324049E-2</c:v>
                </c:pt>
                <c:pt idx="2761">
                  <c:v>6.6477660183571374E-2</c:v>
                </c:pt>
                <c:pt idx="2762">
                  <c:v>6.6531008507979161E-2</c:v>
                </c:pt>
                <c:pt idx="2763">
                  <c:v>6.653412067203969E-2</c:v>
                </c:pt>
                <c:pt idx="2764">
                  <c:v>6.6540464989132117E-2</c:v>
                </c:pt>
                <c:pt idx="2765">
                  <c:v>6.6540714882470584E-2</c:v>
                </c:pt>
                <c:pt idx="2766">
                  <c:v>6.6554138705537572E-2</c:v>
                </c:pt>
                <c:pt idx="2767">
                  <c:v>6.6557683790003166E-2</c:v>
                </c:pt>
                <c:pt idx="2768">
                  <c:v>6.6570480535952256E-2</c:v>
                </c:pt>
                <c:pt idx="2769">
                  <c:v>6.6576049654546304E-2</c:v>
                </c:pt>
                <c:pt idx="2770">
                  <c:v>6.6588083519129787E-2</c:v>
                </c:pt>
                <c:pt idx="2771">
                  <c:v>6.6591992908647465E-2</c:v>
                </c:pt>
                <c:pt idx="2772">
                  <c:v>6.6594597705939271E-2</c:v>
                </c:pt>
                <c:pt idx="2773">
                  <c:v>6.6617834355818001E-2</c:v>
                </c:pt>
                <c:pt idx="2774">
                  <c:v>6.6627601449067958E-2</c:v>
                </c:pt>
                <c:pt idx="2775">
                  <c:v>6.6632500003885126E-2</c:v>
                </c:pt>
                <c:pt idx="2776">
                  <c:v>6.6633850010224857E-2</c:v>
                </c:pt>
                <c:pt idx="2777">
                  <c:v>6.6650579527330903E-2</c:v>
                </c:pt>
                <c:pt idx="2778">
                  <c:v>6.6660975683968809E-2</c:v>
                </c:pt>
                <c:pt idx="2779">
                  <c:v>6.6663776176312681E-2</c:v>
                </c:pt>
                <c:pt idx="2780">
                  <c:v>6.6668882765812357E-2</c:v>
                </c:pt>
                <c:pt idx="2781">
                  <c:v>6.6688692633252722E-2</c:v>
                </c:pt>
                <c:pt idx="2782">
                  <c:v>6.6690865403150626E-2</c:v>
                </c:pt>
                <c:pt idx="2783">
                  <c:v>6.6696441604437773E-2</c:v>
                </c:pt>
                <c:pt idx="2784">
                  <c:v>6.6700848404745702E-2</c:v>
                </c:pt>
                <c:pt idx="2785">
                  <c:v>6.6724016658211843E-2</c:v>
                </c:pt>
                <c:pt idx="2786">
                  <c:v>6.6740295523207274E-2</c:v>
                </c:pt>
                <c:pt idx="2787">
                  <c:v>6.6749488196669524E-2</c:v>
                </c:pt>
                <c:pt idx="2788">
                  <c:v>6.6750356874224717E-2</c:v>
                </c:pt>
                <c:pt idx="2789">
                  <c:v>6.6757287002772378E-2</c:v>
                </c:pt>
                <c:pt idx="2790">
                  <c:v>6.676367300966668E-2</c:v>
                </c:pt>
                <c:pt idx="2791">
                  <c:v>6.6769821205557925E-2</c:v>
                </c:pt>
                <c:pt idx="2792">
                  <c:v>6.6783843955319666E-2</c:v>
                </c:pt>
                <c:pt idx="2793">
                  <c:v>6.6787891183823223E-2</c:v>
                </c:pt>
                <c:pt idx="2794">
                  <c:v>6.680156474868508E-2</c:v>
                </c:pt>
                <c:pt idx="2795">
                  <c:v>6.6806033285581184E-2</c:v>
                </c:pt>
                <c:pt idx="2796">
                  <c:v>6.6827739430786265E-2</c:v>
                </c:pt>
                <c:pt idx="2797">
                  <c:v>6.6836655072693013E-2</c:v>
                </c:pt>
                <c:pt idx="2798">
                  <c:v>6.6863038128069471E-2</c:v>
                </c:pt>
                <c:pt idx="2799">
                  <c:v>6.6870194308879999E-2</c:v>
                </c:pt>
                <c:pt idx="2800">
                  <c:v>6.687078933798439E-2</c:v>
                </c:pt>
                <c:pt idx="2801">
                  <c:v>6.6926021431674615E-2</c:v>
                </c:pt>
                <c:pt idx="2802">
                  <c:v>6.6932381989747131E-2</c:v>
                </c:pt>
                <c:pt idx="2803">
                  <c:v>6.6936751154218668E-2</c:v>
                </c:pt>
                <c:pt idx="2804">
                  <c:v>6.6941664181323246E-2</c:v>
                </c:pt>
                <c:pt idx="2805">
                  <c:v>6.6944173969240947E-2</c:v>
                </c:pt>
                <c:pt idx="2806">
                  <c:v>6.695064432813129E-2</c:v>
                </c:pt>
                <c:pt idx="2807">
                  <c:v>6.6984550764792289E-2</c:v>
                </c:pt>
                <c:pt idx="2808">
                  <c:v>6.6986566099101752E-2</c:v>
                </c:pt>
                <c:pt idx="2809">
                  <c:v>6.7006666647158541E-2</c:v>
                </c:pt>
                <c:pt idx="2810">
                  <c:v>6.7007982378369566E-2</c:v>
                </c:pt>
                <c:pt idx="2811">
                  <c:v>6.7023940161178727E-2</c:v>
                </c:pt>
                <c:pt idx="2812">
                  <c:v>6.7039675923898673E-2</c:v>
                </c:pt>
                <c:pt idx="2813">
                  <c:v>6.7042231170352795E-2</c:v>
                </c:pt>
                <c:pt idx="2814">
                  <c:v>6.7045672208127544E-2</c:v>
                </c:pt>
                <c:pt idx="2815">
                  <c:v>6.7060218070903163E-2</c:v>
                </c:pt>
                <c:pt idx="2816">
                  <c:v>6.7062779403414305E-2</c:v>
                </c:pt>
                <c:pt idx="2817">
                  <c:v>6.7087854866341404E-2</c:v>
                </c:pt>
                <c:pt idx="2818">
                  <c:v>6.7123338265249646E-2</c:v>
                </c:pt>
                <c:pt idx="2819">
                  <c:v>6.7140055225592257E-2</c:v>
                </c:pt>
                <c:pt idx="2820">
                  <c:v>6.7146189241336932E-2</c:v>
                </c:pt>
                <c:pt idx="2821">
                  <c:v>6.7168306081998141E-2</c:v>
                </c:pt>
                <c:pt idx="2822">
                  <c:v>6.7193639587419168E-2</c:v>
                </c:pt>
                <c:pt idx="2823">
                  <c:v>6.7215705062460301E-2</c:v>
                </c:pt>
                <c:pt idx="2824">
                  <c:v>6.7218631874592288E-2</c:v>
                </c:pt>
                <c:pt idx="2825">
                  <c:v>6.7228568688817159E-2</c:v>
                </c:pt>
                <c:pt idx="2826">
                  <c:v>6.723364639545297E-2</c:v>
                </c:pt>
                <c:pt idx="2827">
                  <c:v>6.7234800750122836E-2</c:v>
                </c:pt>
                <c:pt idx="2828">
                  <c:v>6.7245780472614244E-2</c:v>
                </c:pt>
                <c:pt idx="2829">
                  <c:v>6.7248066373969226E-2</c:v>
                </c:pt>
                <c:pt idx="2830">
                  <c:v>6.7261989720526966E-2</c:v>
                </c:pt>
                <c:pt idx="2831">
                  <c:v>6.728664552456308E-2</c:v>
                </c:pt>
                <c:pt idx="2832">
                  <c:v>6.7295345772538956E-2</c:v>
                </c:pt>
                <c:pt idx="2833">
                  <c:v>6.733056815757385E-2</c:v>
                </c:pt>
                <c:pt idx="2834">
                  <c:v>6.7336059746488111E-2</c:v>
                </c:pt>
                <c:pt idx="2835">
                  <c:v>6.7344252705723362E-2</c:v>
                </c:pt>
                <c:pt idx="2836">
                  <c:v>6.7344647354663945E-2</c:v>
                </c:pt>
                <c:pt idx="2837">
                  <c:v>6.7357737582365795E-2</c:v>
                </c:pt>
                <c:pt idx="2838">
                  <c:v>6.7373318944121366E-2</c:v>
                </c:pt>
                <c:pt idx="2839">
                  <c:v>6.7382468921637892E-2</c:v>
                </c:pt>
                <c:pt idx="2840">
                  <c:v>6.7394095530784792E-2</c:v>
                </c:pt>
                <c:pt idx="2841">
                  <c:v>6.7397994943445533E-2</c:v>
                </c:pt>
                <c:pt idx="2842">
                  <c:v>6.739996292966749E-2</c:v>
                </c:pt>
                <c:pt idx="2843">
                  <c:v>6.7406138975775326E-2</c:v>
                </c:pt>
                <c:pt idx="2844">
                  <c:v>6.741782190676654E-2</c:v>
                </c:pt>
                <c:pt idx="2845">
                  <c:v>6.7423596880138881E-2</c:v>
                </c:pt>
                <c:pt idx="2846">
                  <c:v>6.7425287724060756E-2</c:v>
                </c:pt>
                <c:pt idx="2847">
                  <c:v>6.7433322959190953E-2</c:v>
                </c:pt>
                <c:pt idx="2848">
                  <c:v>6.7434956658415923E-2</c:v>
                </c:pt>
                <c:pt idx="2849">
                  <c:v>6.7448492038771235E-2</c:v>
                </c:pt>
                <c:pt idx="2850">
                  <c:v>6.7448727641480979E-2</c:v>
                </c:pt>
                <c:pt idx="2851">
                  <c:v>6.7461658185378637E-2</c:v>
                </c:pt>
                <c:pt idx="2852">
                  <c:v>6.7469214494501051E-2</c:v>
                </c:pt>
                <c:pt idx="2853">
                  <c:v>6.7482570363316702E-2</c:v>
                </c:pt>
                <c:pt idx="2854">
                  <c:v>6.7483096702316545E-2</c:v>
                </c:pt>
                <c:pt idx="2855">
                  <c:v>6.7488856202907815E-2</c:v>
                </c:pt>
                <c:pt idx="2856">
                  <c:v>6.7504109268625975E-2</c:v>
                </c:pt>
                <c:pt idx="2857">
                  <c:v>6.7512114108301657E-2</c:v>
                </c:pt>
                <c:pt idx="2858">
                  <c:v>6.7524477520579121E-2</c:v>
                </c:pt>
                <c:pt idx="2859">
                  <c:v>6.752457962740159E-2</c:v>
                </c:pt>
                <c:pt idx="2860">
                  <c:v>6.7524604854588471E-2</c:v>
                </c:pt>
                <c:pt idx="2861">
                  <c:v>6.753569179445594E-2</c:v>
                </c:pt>
                <c:pt idx="2862">
                  <c:v>6.7554596912078713E-2</c:v>
                </c:pt>
                <c:pt idx="2863">
                  <c:v>6.756352670282241E-2</c:v>
                </c:pt>
                <c:pt idx="2864">
                  <c:v>6.7564749010276259E-2</c:v>
                </c:pt>
                <c:pt idx="2865">
                  <c:v>6.7576232269256006E-2</c:v>
                </c:pt>
                <c:pt idx="2866">
                  <c:v>6.7585769852684399E-2</c:v>
                </c:pt>
                <c:pt idx="2867">
                  <c:v>6.7603529990034897E-2</c:v>
                </c:pt>
                <c:pt idx="2868">
                  <c:v>6.7604448581904189E-2</c:v>
                </c:pt>
                <c:pt idx="2869">
                  <c:v>6.7618268172758261E-2</c:v>
                </c:pt>
                <c:pt idx="2870">
                  <c:v>6.7639311923512913E-2</c:v>
                </c:pt>
                <c:pt idx="2871">
                  <c:v>6.7652313427758598E-2</c:v>
                </c:pt>
                <c:pt idx="2872">
                  <c:v>6.7656175505175192E-2</c:v>
                </c:pt>
                <c:pt idx="2873">
                  <c:v>6.7663321824929137E-2</c:v>
                </c:pt>
                <c:pt idx="2874">
                  <c:v>6.767635240897292E-2</c:v>
                </c:pt>
                <c:pt idx="2875">
                  <c:v>6.7679578380100386E-2</c:v>
                </c:pt>
                <c:pt idx="2876">
                  <c:v>6.7689017871392754E-2</c:v>
                </c:pt>
                <c:pt idx="2877">
                  <c:v>6.7689647948836404E-2</c:v>
                </c:pt>
                <c:pt idx="2878">
                  <c:v>6.7699084888202893E-2</c:v>
                </c:pt>
                <c:pt idx="2879">
                  <c:v>6.7722472691635865E-2</c:v>
                </c:pt>
                <c:pt idx="2880">
                  <c:v>6.7724698624487212E-2</c:v>
                </c:pt>
                <c:pt idx="2881">
                  <c:v>6.772798418693339E-2</c:v>
                </c:pt>
                <c:pt idx="2882">
                  <c:v>6.773213608842471E-2</c:v>
                </c:pt>
                <c:pt idx="2883">
                  <c:v>6.7736023817980245E-2</c:v>
                </c:pt>
                <c:pt idx="2884">
                  <c:v>6.775566536716271E-2</c:v>
                </c:pt>
                <c:pt idx="2885">
                  <c:v>6.7760671004093415E-2</c:v>
                </c:pt>
                <c:pt idx="2886">
                  <c:v>6.7789093427392408E-2</c:v>
                </c:pt>
                <c:pt idx="2887">
                  <c:v>6.7804633272958256E-2</c:v>
                </c:pt>
                <c:pt idx="2888">
                  <c:v>6.7807135378458797E-2</c:v>
                </c:pt>
                <c:pt idx="2889">
                  <c:v>6.7831342553310831E-2</c:v>
                </c:pt>
                <c:pt idx="2890">
                  <c:v>6.7833121605887434E-2</c:v>
                </c:pt>
                <c:pt idx="2891">
                  <c:v>6.7835187975885933E-2</c:v>
                </c:pt>
                <c:pt idx="2892">
                  <c:v>6.7856759772856726E-2</c:v>
                </c:pt>
                <c:pt idx="2893">
                  <c:v>6.789644961564946E-2</c:v>
                </c:pt>
                <c:pt idx="2894">
                  <c:v>6.790043678040554E-2</c:v>
                </c:pt>
                <c:pt idx="2895">
                  <c:v>6.7912930412793102E-2</c:v>
                </c:pt>
                <c:pt idx="2896">
                  <c:v>6.7922667508824516E-2</c:v>
                </c:pt>
                <c:pt idx="2897">
                  <c:v>6.7981647009493967E-2</c:v>
                </c:pt>
                <c:pt idx="2898">
                  <c:v>6.801644788042574E-2</c:v>
                </c:pt>
                <c:pt idx="2899">
                  <c:v>6.8065074552263807E-2</c:v>
                </c:pt>
                <c:pt idx="2900">
                  <c:v>6.8070466462264403E-2</c:v>
                </c:pt>
                <c:pt idx="2901">
                  <c:v>6.8074244408300386E-2</c:v>
                </c:pt>
                <c:pt idx="2902">
                  <c:v>6.807473852607776E-2</c:v>
                </c:pt>
                <c:pt idx="2903">
                  <c:v>6.8077813466828077E-2</c:v>
                </c:pt>
                <c:pt idx="2904">
                  <c:v>6.8092883077343708E-2</c:v>
                </c:pt>
                <c:pt idx="2905">
                  <c:v>6.80949607031682E-2</c:v>
                </c:pt>
                <c:pt idx="2906">
                  <c:v>6.8098467195704157E-2</c:v>
                </c:pt>
                <c:pt idx="2907">
                  <c:v>6.8109882722101847E-2</c:v>
                </c:pt>
                <c:pt idx="2908">
                  <c:v>6.8112626863375839E-2</c:v>
                </c:pt>
                <c:pt idx="2909">
                  <c:v>6.812685780731044E-2</c:v>
                </c:pt>
                <c:pt idx="2910">
                  <c:v>6.8180362149644097E-2</c:v>
                </c:pt>
                <c:pt idx="2911">
                  <c:v>6.8194823804005156E-2</c:v>
                </c:pt>
                <c:pt idx="2912">
                  <c:v>6.8195302254408965E-2</c:v>
                </c:pt>
                <c:pt idx="2913">
                  <c:v>6.8200925902998519E-2</c:v>
                </c:pt>
                <c:pt idx="2914">
                  <c:v>6.820801831744519E-2</c:v>
                </c:pt>
                <c:pt idx="2915">
                  <c:v>6.8208804627264474E-2</c:v>
                </c:pt>
                <c:pt idx="2916">
                  <c:v>6.8209260773477998E-2</c:v>
                </c:pt>
                <c:pt idx="2917">
                  <c:v>6.821769573058456E-2</c:v>
                </c:pt>
                <c:pt idx="2918">
                  <c:v>6.8218588717942411E-2</c:v>
                </c:pt>
                <c:pt idx="2919">
                  <c:v>6.8221762107847375E-2</c:v>
                </c:pt>
                <c:pt idx="2920">
                  <c:v>6.822713561120626E-2</c:v>
                </c:pt>
                <c:pt idx="2921">
                  <c:v>6.8236010717026452E-2</c:v>
                </c:pt>
                <c:pt idx="2922">
                  <c:v>6.823719790096365E-2</c:v>
                </c:pt>
                <c:pt idx="2923">
                  <c:v>6.8253105273475723E-2</c:v>
                </c:pt>
                <c:pt idx="2924">
                  <c:v>6.8263049323995184E-2</c:v>
                </c:pt>
                <c:pt idx="2925">
                  <c:v>6.8280364916212907E-2</c:v>
                </c:pt>
                <c:pt idx="2926">
                  <c:v>6.8304258868037801E-2</c:v>
                </c:pt>
                <c:pt idx="2927">
                  <c:v>6.8317684176360388E-2</c:v>
                </c:pt>
                <c:pt idx="2928">
                  <c:v>6.8388356308853718E-2</c:v>
                </c:pt>
                <c:pt idx="2929">
                  <c:v>6.8396696020772724E-2</c:v>
                </c:pt>
                <c:pt idx="2930">
                  <c:v>6.8396720257202739E-2</c:v>
                </c:pt>
                <c:pt idx="2931">
                  <c:v>6.8400545714748531E-2</c:v>
                </c:pt>
                <c:pt idx="2932">
                  <c:v>6.8426837247923603E-2</c:v>
                </c:pt>
                <c:pt idx="2933">
                  <c:v>6.8429657337519559E-2</c:v>
                </c:pt>
                <c:pt idx="2934">
                  <c:v>6.8432048173916529E-2</c:v>
                </c:pt>
                <c:pt idx="2935">
                  <c:v>6.8458932118503443E-2</c:v>
                </c:pt>
                <c:pt idx="2936">
                  <c:v>6.8463148847162508E-2</c:v>
                </c:pt>
                <c:pt idx="2937">
                  <c:v>6.8470392072758124E-2</c:v>
                </c:pt>
                <c:pt idx="2938">
                  <c:v>6.847815527305072E-2</c:v>
                </c:pt>
                <c:pt idx="2939">
                  <c:v>6.8479406941269361E-2</c:v>
                </c:pt>
                <c:pt idx="2940">
                  <c:v>6.8496289543598793E-2</c:v>
                </c:pt>
                <c:pt idx="2941">
                  <c:v>6.8513984246217241E-2</c:v>
                </c:pt>
                <c:pt idx="2942">
                  <c:v>6.8519343250056181E-2</c:v>
                </c:pt>
                <c:pt idx="2943">
                  <c:v>6.8519907381964451E-2</c:v>
                </c:pt>
                <c:pt idx="2944">
                  <c:v>6.8534686827881747E-2</c:v>
                </c:pt>
                <c:pt idx="2945">
                  <c:v>6.8556674094528883E-2</c:v>
                </c:pt>
                <c:pt idx="2946">
                  <c:v>6.8562252935932141E-2</c:v>
                </c:pt>
                <c:pt idx="2947">
                  <c:v>6.856243980553435E-2</c:v>
                </c:pt>
                <c:pt idx="2948">
                  <c:v>6.85892067146638E-2</c:v>
                </c:pt>
                <c:pt idx="2949">
                  <c:v>6.8606896454345229E-2</c:v>
                </c:pt>
                <c:pt idx="2950">
                  <c:v>6.8612242619423267E-2</c:v>
                </c:pt>
                <c:pt idx="2951">
                  <c:v>6.8617986519435376E-2</c:v>
                </c:pt>
                <c:pt idx="2952">
                  <c:v>6.8643260178627832E-2</c:v>
                </c:pt>
                <c:pt idx="2953">
                  <c:v>6.8650952394456857E-2</c:v>
                </c:pt>
                <c:pt idx="2954">
                  <c:v>6.8658984947281704E-2</c:v>
                </c:pt>
                <c:pt idx="2955">
                  <c:v>6.8660213220027411E-2</c:v>
                </c:pt>
                <c:pt idx="2956">
                  <c:v>6.866481570064141E-2</c:v>
                </c:pt>
                <c:pt idx="2957">
                  <c:v>6.8671492358831701E-2</c:v>
                </c:pt>
                <c:pt idx="2958">
                  <c:v>6.8692312273971934E-2</c:v>
                </c:pt>
                <c:pt idx="2959">
                  <c:v>6.8707200421649503E-2</c:v>
                </c:pt>
                <c:pt idx="2960">
                  <c:v>6.8710286132123502E-2</c:v>
                </c:pt>
                <c:pt idx="2961">
                  <c:v>6.8718092161597813E-2</c:v>
                </c:pt>
                <c:pt idx="2962">
                  <c:v>6.8743222622100433E-2</c:v>
                </c:pt>
                <c:pt idx="2963">
                  <c:v>6.875154527854177E-2</c:v>
                </c:pt>
                <c:pt idx="2964">
                  <c:v>6.8752201651323619E-2</c:v>
                </c:pt>
                <c:pt idx="2965">
                  <c:v>6.8765310813434025E-2</c:v>
                </c:pt>
                <c:pt idx="2966">
                  <c:v>6.8773086678250481E-2</c:v>
                </c:pt>
                <c:pt idx="2967">
                  <c:v>6.8793157666024868E-2</c:v>
                </c:pt>
                <c:pt idx="2968">
                  <c:v>6.8811705447286875E-2</c:v>
                </c:pt>
                <c:pt idx="2969">
                  <c:v>6.8822601333313305E-2</c:v>
                </c:pt>
                <c:pt idx="2970">
                  <c:v>6.8832542067713887E-2</c:v>
                </c:pt>
                <c:pt idx="2971">
                  <c:v>6.8837571798452582E-2</c:v>
                </c:pt>
                <c:pt idx="2972">
                  <c:v>6.8843943470201271E-2</c:v>
                </c:pt>
                <c:pt idx="2973">
                  <c:v>6.8852893227296888E-2</c:v>
                </c:pt>
                <c:pt idx="2974">
                  <c:v>6.8900625389243852E-2</c:v>
                </c:pt>
                <c:pt idx="2975">
                  <c:v>6.890107791635966E-2</c:v>
                </c:pt>
                <c:pt idx="2976">
                  <c:v>6.8917675248189078E-2</c:v>
                </c:pt>
                <c:pt idx="2977">
                  <c:v>6.8920399841411753E-2</c:v>
                </c:pt>
                <c:pt idx="2978">
                  <c:v>6.8929748640893976E-2</c:v>
                </c:pt>
                <c:pt idx="2979">
                  <c:v>6.8937026401285684E-2</c:v>
                </c:pt>
                <c:pt idx="2980">
                  <c:v>6.8945971460387792E-2</c:v>
                </c:pt>
                <c:pt idx="2981">
                  <c:v>6.8966369243923492E-2</c:v>
                </c:pt>
                <c:pt idx="2982">
                  <c:v>6.8969928411572595E-2</c:v>
                </c:pt>
                <c:pt idx="2983">
                  <c:v>6.8972652871183648E-2</c:v>
                </c:pt>
                <c:pt idx="2984">
                  <c:v>6.898296739662732E-2</c:v>
                </c:pt>
                <c:pt idx="2985">
                  <c:v>6.898415310731168E-2</c:v>
                </c:pt>
                <c:pt idx="2986">
                  <c:v>6.8985244420440905E-2</c:v>
                </c:pt>
                <c:pt idx="2987">
                  <c:v>6.8990500530585822E-2</c:v>
                </c:pt>
                <c:pt idx="2988">
                  <c:v>6.8996193974994485E-2</c:v>
                </c:pt>
                <c:pt idx="2989">
                  <c:v>6.9001826234843341E-2</c:v>
                </c:pt>
                <c:pt idx="2990">
                  <c:v>6.9011321332898001E-2</c:v>
                </c:pt>
                <c:pt idx="2991">
                  <c:v>6.9021545727613071E-2</c:v>
                </c:pt>
                <c:pt idx="2992">
                  <c:v>6.9053841031225069E-2</c:v>
                </c:pt>
                <c:pt idx="2993">
                  <c:v>6.9054800676690953E-2</c:v>
                </c:pt>
                <c:pt idx="2994">
                  <c:v>6.9070164395777858E-2</c:v>
                </c:pt>
                <c:pt idx="2995">
                  <c:v>6.9075548676273205E-2</c:v>
                </c:pt>
                <c:pt idx="2996">
                  <c:v>6.9083637348395233E-2</c:v>
                </c:pt>
                <c:pt idx="2997">
                  <c:v>6.9089579599229789E-2</c:v>
                </c:pt>
                <c:pt idx="2998">
                  <c:v>6.9133016611573159E-2</c:v>
                </c:pt>
                <c:pt idx="2999">
                  <c:v>6.9133442627608122E-2</c:v>
                </c:pt>
                <c:pt idx="3000">
                  <c:v>6.9141301442172565E-2</c:v>
                </c:pt>
                <c:pt idx="3001">
                  <c:v>6.9157271439963294E-2</c:v>
                </c:pt>
                <c:pt idx="3002">
                  <c:v>6.9162684869705268E-2</c:v>
                </c:pt>
                <c:pt idx="3003">
                  <c:v>6.9178839947331566E-2</c:v>
                </c:pt>
                <c:pt idx="3004">
                  <c:v>6.9180072275879065E-2</c:v>
                </c:pt>
                <c:pt idx="3005">
                  <c:v>6.9195291342890736E-2</c:v>
                </c:pt>
                <c:pt idx="3006">
                  <c:v>6.9220897502522985E-2</c:v>
                </c:pt>
                <c:pt idx="3007">
                  <c:v>6.9221606762966584E-2</c:v>
                </c:pt>
                <c:pt idx="3008">
                  <c:v>6.9236989878650429E-2</c:v>
                </c:pt>
                <c:pt idx="3009">
                  <c:v>6.9246675733094482E-2</c:v>
                </c:pt>
                <c:pt idx="3010">
                  <c:v>6.927722309630252E-2</c:v>
                </c:pt>
                <c:pt idx="3011">
                  <c:v>6.9281651540818043E-2</c:v>
                </c:pt>
                <c:pt idx="3012">
                  <c:v>6.928778106611802E-2</c:v>
                </c:pt>
                <c:pt idx="3013">
                  <c:v>6.929062924815671E-2</c:v>
                </c:pt>
                <c:pt idx="3014">
                  <c:v>6.9294725304394594E-2</c:v>
                </c:pt>
                <c:pt idx="3015">
                  <c:v>6.9309311503801346E-2</c:v>
                </c:pt>
                <c:pt idx="3016">
                  <c:v>6.9311280720092433E-2</c:v>
                </c:pt>
                <c:pt idx="3017">
                  <c:v>6.9323930746546206E-2</c:v>
                </c:pt>
                <c:pt idx="3018">
                  <c:v>6.9330139925945014E-2</c:v>
                </c:pt>
                <c:pt idx="3019">
                  <c:v>6.9339291594237573E-2</c:v>
                </c:pt>
                <c:pt idx="3020">
                  <c:v>6.9349812480113043E-2</c:v>
                </c:pt>
                <c:pt idx="3021">
                  <c:v>6.9378143838342149E-2</c:v>
                </c:pt>
                <c:pt idx="3022">
                  <c:v>6.9381079228201095E-2</c:v>
                </c:pt>
                <c:pt idx="3023">
                  <c:v>6.9387751532624498E-2</c:v>
                </c:pt>
                <c:pt idx="3024">
                  <c:v>6.9397566711601133E-2</c:v>
                </c:pt>
                <c:pt idx="3025">
                  <c:v>6.9401215210260464E-2</c:v>
                </c:pt>
                <c:pt idx="3026">
                  <c:v>6.9407603492883732E-2</c:v>
                </c:pt>
                <c:pt idx="3027">
                  <c:v>6.9411690934225695E-2</c:v>
                </c:pt>
                <c:pt idx="3028">
                  <c:v>6.9412193993889371E-2</c:v>
                </c:pt>
                <c:pt idx="3029">
                  <c:v>6.9412748994782419E-2</c:v>
                </c:pt>
                <c:pt idx="3030">
                  <c:v>6.9419936270183946E-2</c:v>
                </c:pt>
                <c:pt idx="3031">
                  <c:v>6.9427158090441837E-2</c:v>
                </c:pt>
                <c:pt idx="3032">
                  <c:v>6.9431505935802079E-2</c:v>
                </c:pt>
                <c:pt idx="3033">
                  <c:v>6.94540732969295E-2</c:v>
                </c:pt>
                <c:pt idx="3034">
                  <c:v>6.9454949945070038E-2</c:v>
                </c:pt>
                <c:pt idx="3035">
                  <c:v>6.9458067811703272E-2</c:v>
                </c:pt>
                <c:pt idx="3036">
                  <c:v>6.9463409773368914E-2</c:v>
                </c:pt>
                <c:pt idx="3037">
                  <c:v>6.9463658506774606E-2</c:v>
                </c:pt>
                <c:pt idx="3038">
                  <c:v>6.9475521788277761E-2</c:v>
                </c:pt>
                <c:pt idx="3039">
                  <c:v>6.9479857727426153E-2</c:v>
                </c:pt>
                <c:pt idx="3040">
                  <c:v>6.9480302857314435E-2</c:v>
                </c:pt>
                <c:pt idx="3041">
                  <c:v>6.9487537614256786E-2</c:v>
                </c:pt>
                <c:pt idx="3042">
                  <c:v>6.94904673132683E-2</c:v>
                </c:pt>
                <c:pt idx="3043">
                  <c:v>6.9499814096392221E-2</c:v>
                </c:pt>
                <c:pt idx="3044">
                  <c:v>6.9522525589259407E-2</c:v>
                </c:pt>
                <c:pt idx="3045">
                  <c:v>6.9533495230221828E-2</c:v>
                </c:pt>
                <c:pt idx="3046">
                  <c:v>6.9563529092859677E-2</c:v>
                </c:pt>
                <c:pt idx="3047">
                  <c:v>6.9563564337900813E-2</c:v>
                </c:pt>
                <c:pt idx="3048">
                  <c:v>6.9564173820887421E-2</c:v>
                </c:pt>
                <c:pt idx="3049">
                  <c:v>6.9565973172361475E-2</c:v>
                </c:pt>
                <c:pt idx="3050">
                  <c:v>6.959851272587797E-2</c:v>
                </c:pt>
                <c:pt idx="3051">
                  <c:v>6.9609677812798518E-2</c:v>
                </c:pt>
                <c:pt idx="3052">
                  <c:v>6.9641661816916597E-2</c:v>
                </c:pt>
                <c:pt idx="3053">
                  <c:v>6.9662363878994105E-2</c:v>
                </c:pt>
                <c:pt idx="3054">
                  <c:v>6.9662478924411214E-2</c:v>
                </c:pt>
                <c:pt idx="3055">
                  <c:v>6.9685705426261679E-2</c:v>
                </c:pt>
                <c:pt idx="3056">
                  <c:v>6.9703644644196178E-2</c:v>
                </c:pt>
                <c:pt idx="3057">
                  <c:v>6.970605134652097E-2</c:v>
                </c:pt>
                <c:pt idx="3058">
                  <c:v>6.9709008470934614E-2</c:v>
                </c:pt>
                <c:pt idx="3059">
                  <c:v>6.9710031134344499E-2</c:v>
                </c:pt>
                <c:pt idx="3060">
                  <c:v>6.9715245135984913E-2</c:v>
                </c:pt>
                <c:pt idx="3061">
                  <c:v>6.9758849410214679E-2</c:v>
                </c:pt>
                <c:pt idx="3062">
                  <c:v>6.9760303484868724E-2</c:v>
                </c:pt>
                <c:pt idx="3063">
                  <c:v>6.9763626102714638E-2</c:v>
                </c:pt>
                <c:pt idx="3064">
                  <c:v>6.9780747414167052E-2</c:v>
                </c:pt>
                <c:pt idx="3065">
                  <c:v>6.9784324146634616E-2</c:v>
                </c:pt>
                <c:pt idx="3066">
                  <c:v>6.9784831848254653E-2</c:v>
                </c:pt>
                <c:pt idx="3067">
                  <c:v>6.9794282184560033E-2</c:v>
                </c:pt>
                <c:pt idx="3068">
                  <c:v>6.97960163870361E-2</c:v>
                </c:pt>
                <c:pt idx="3069">
                  <c:v>6.9802535428635529E-2</c:v>
                </c:pt>
                <c:pt idx="3070">
                  <c:v>6.9813437942819911E-2</c:v>
                </c:pt>
                <c:pt idx="3071">
                  <c:v>6.9827607264869709E-2</c:v>
                </c:pt>
                <c:pt idx="3072">
                  <c:v>6.9840587585402875E-2</c:v>
                </c:pt>
                <c:pt idx="3073">
                  <c:v>6.9840645088393508E-2</c:v>
                </c:pt>
                <c:pt idx="3074">
                  <c:v>6.9848479508832786E-2</c:v>
                </c:pt>
                <c:pt idx="3075">
                  <c:v>6.9862968002039783E-2</c:v>
                </c:pt>
                <c:pt idx="3076">
                  <c:v>6.98640392608222E-2</c:v>
                </c:pt>
                <c:pt idx="3077">
                  <c:v>6.9887995264551819E-2</c:v>
                </c:pt>
                <c:pt idx="3078">
                  <c:v>6.9888837386593891E-2</c:v>
                </c:pt>
                <c:pt idx="3079">
                  <c:v>6.9905308593382828E-2</c:v>
                </c:pt>
                <c:pt idx="3080">
                  <c:v>6.9918396928028786E-2</c:v>
                </c:pt>
                <c:pt idx="3081">
                  <c:v>6.9920463470898198E-2</c:v>
                </c:pt>
                <c:pt idx="3082">
                  <c:v>6.9926737921497395E-2</c:v>
                </c:pt>
                <c:pt idx="3083">
                  <c:v>6.9932903862216025E-2</c:v>
                </c:pt>
                <c:pt idx="3084">
                  <c:v>6.9936517456233527E-2</c:v>
                </c:pt>
                <c:pt idx="3085">
                  <c:v>6.9938954641699275E-2</c:v>
                </c:pt>
                <c:pt idx="3086">
                  <c:v>6.9942451982470316E-2</c:v>
                </c:pt>
                <c:pt idx="3087">
                  <c:v>6.9946260873990626E-2</c:v>
                </c:pt>
                <c:pt idx="3088">
                  <c:v>6.9946320471091297E-2</c:v>
                </c:pt>
                <c:pt idx="3089">
                  <c:v>6.9948920532895739E-2</c:v>
                </c:pt>
                <c:pt idx="3090">
                  <c:v>6.9950242678157803E-2</c:v>
                </c:pt>
                <c:pt idx="3091">
                  <c:v>6.9963923028602437E-2</c:v>
                </c:pt>
                <c:pt idx="3092">
                  <c:v>6.9984425845279821E-2</c:v>
                </c:pt>
                <c:pt idx="3093">
                  <c:v>6.9985072884654942E-2</c:v>
                </c:pt>
                <c:pt idx="3094">
                  <c:v>6.9985283968537662E-2</c:v>
                </c:pt>
                <c:pt idx="3095">
                  <c:v>6.999638717148618E-2</c:v>
                </c:pt>
                <c:pt idx="3096">
                  <c:v>6.9999186171214908E-2</c:v>
                </c:pt>
                <c:pt idx="3097">
                  <c:v>7.0016507142854845E-2</c:v>
                </c:pt>
                <c:pt idx="3098">
                  <c:v>7.0018294376219647E-2</c:v>
                </c:pt>
                <c:pt idx="3099">
                  <c:v>7.0023672277688132E-2</c:v>
                </c:pt>
                <c:pt idx="3100">
                  <c:v>7.0030140790032169E-2</c:v>
                </c:pt>
                <c:pt idx="3101">
                  <c:v>7.0031478499735789E-2</c:v>
                </c:pt>
                <c:pt idx="3102">
                  <c:v>7.0032317137518424E-2</c:v>
                </c:pt>
                <c:pt idx="3103">
                  <c:v>7.0037343532586449E-2</c:v>
                </c:pt>
                <c:pt idx="3104">
                  <c:v>7.0042308589536709E-2</c:v>
                </c:pt>
                <c:pt idx="3105">
                  <c:v>7.0047829131086009E-2</c:v>
                </c:pt>
                <c:pt idx="3106">
                  <c:v>7.005435778778496E-2</c:v>
                </c:pt>
                <c:pt idx="3107">
                  <c:v>7.0059385042915853E-2</c:v>
                </c:pt>
                <c:pt idx="3108">
                  <c:v>7.0067679256362439E-2</c:v>
                </c:pt>
                <c:pt idx="3109">
                  <c:v>7.0079770188100438E-2</c:v>
                </c:pt>
                <c:pt idx="3110">
                  <c:v>7.0095381422130634E-2</c:v>
                </c:pt>
                <c:pt idx="3111">
                  <c:v>7.0095786539433935E-2</c:v>
                </c:pt>
                <c:pt idx="3112">
                  <c:v>7.0103594626528376E-2</c:v>
                </c:pt>
                <c:pt idx="3113">
                  <c:v>7.0112715365654568E-2</c:v>
                </c:pt>
                <c:pt idx="3114">
                  <c:v>7.0130099634359691E-2</c:v>
                </c:pt>
                <c:pt idx="3115">
                  <c:v>7.0144162979305341E-2</c:v>
                </c:pt>
                <c:pt idx="3116">
                  <c:v>7.0149933911194909E-2</c:v>
                </c:pt>
                <c:pt idx="3117">
                  <c:v>7.0171744195133112E-2</c:v>
                </c:pt>
                <c:pt idx="3118">
                  <c:v>7.0189875199308346E-2</c:v>
                </c:pt>
                <c:pt idx="3119">
                  <c:v>7.0204418130783819E-2</c:v>
                </c:pt>
                <c:pt idx="3120">
                  <c:v>7.0221819987441356E-2</c:v>
                </c:pt>
                <c:pt idx="3121">
                  <c:v>7.0240317827909113E-2</c:v>
                </c:pt>
                <c:pt idx="3122">
                  <c:v>7.0252759635745204E-2</c:v>
                </c:pt>
                <c:pt idx="3123">
                  <c:v>7.0259733600811183E-2</c:v>
                </c:pt>
                <c:pt idx="3124">
                  <c:v>7.0272564751281533E-2</c:v>
                </c:pt>
                <c:pt idx="3125">
                  <c:v>7.0279304849744165E-2</c:v>
                </c:pt>
                <c:pt idx="3126">
                  <c:v>7.0280049358436625E-2</c:v>
                </c:pt>
                <c:pt idx="3127">
                  <c:v>7.0284314054446531E-2</c:v>
                </c:pt>
                <c:pt idx="3128">
                  <c:v>7.0284852753431132E-2</c:v>
                </c:pt>
                <c:pt idx="3129">
                  <c:v>7.0289328751669031E-2</c:v>
                </c:pt>
                <c:pt idx="3130">
                  <c:v>7.0304159141053146E-2</c:v>
                </c:pt>
                <c:pt idx="3131">
                  <c:v>7.0338226726379627E-2</c:v>
                </c:pt>
                <c:pt idx="3132">
                  <c:v>7.0338392371576991E-2</c:v>
                </c:pt>
                <c:pt idx="3133">
                  <c:v>7.0341841764820737E-2</c:v>
                </c:pt>
                <c:pt idx="3134">
                  <c:v>7.0349887852980533E-2</c:v>
                </c:pt>
                <c:pt idx="3135">
                  <c:v>7.0361043321551617E-2</c:v>
                </c:pt>
                <c:pt idx="3136">
                  <c:v>7.0365677098074828E-2</c:v>
                </c:pt>
                <c:pt idx="3137">
                  <c:v>7.0373476229697418E-2</c:v>
                </c:pt>
                <c:pt idx="3138">
                  <c:v>7.0374013993308171E-2</c:v>
                </c:pt>
                <c:pt idx="3139">
                  <c:v>7.0376917452008692E-2</c:v>
                </c:pt>
                <c:pt idx="3140">
                  <c:v>7.0387687334458951E-2</c:v>
                </c:pt>
                <c:pt idx="3141">
                  <c:v>7.038800878398592E-2</c:v>
                </c:pt>
                <c:pt idx="3142">
                  <c:v>7.0388428034039011E-2</c:v>
                </c:pt>
                <c:pt idx="3143">
                  <c:v>7.0393802714865492E-2</c:v>
                </c:pt>
                <c:pt idx="3144">
                  <c:v>7.0398024637633769E-2</c:v>
                </c:pt>
                <c:pt idx="3145">
                  <c:v>7.0403688541679957E-2</c:v>
                </c:pt>
                <c:pt idx="3146">
                  <c:v>7.0425396513302416E-2</c:v>
                </c:pt>
                <c:pt idx="3147">
                  <c:v>7.0425783884834822E-2</c:v>
                </c:pt>
                <c:pt idx="3148">
                  <c:v>7.0432313332187566E-2</c:v>
                </c:pt>
                <c:pt idx="3149">
                  <c:v>7.0437083651512758E-2</c:v>
                </c:pt>
                <c:pt idx="3150">
                  <c:v>7.0450700354240878E-2</c:v>
                </c:pt>
                <c:pt idx="3151">
                  <c:v>7.0458790023287587E-2</c:v>
                </c:pt>
                <c:pt idx="3152">
                  <c:v>7.0459967652478792E-2</c:v>
                </c:pt>
                <c:pt idx="3153">
                  <c:v>7.046079835451298E-2</c:v>
                </c:pt>
                <c:pt idx="3154">
                  <c:v>7.0476537783335097E-2</c:v>
                </c:pt>
                <c:pt idx="3155">
                  <c:v>7.0490347122830463E-2</c:v>
                </c:pt>
                <c:pt idx="3156">
                  <c:v>7.0496276437459218E-2</c:v>
                </c:pt>
                <c:pt idx="3157">
                  <c:v>7.0498290876507802E-2</c:v>
                </c:pt>
                <c:pt idx="3158">
                  <c:v>7.0516231659586592E-2</c:v>
                </c:pt>
                <c:pt idx="3159">
                  <c:v>7.0516293986956635E-2</c:v>
                </c:pt>
                <c:pt idx="3160">
                  <c:v>7.0521032522172081E-2</c:v>
                </c:pt>
                <c:pt idx="3161">
                  <c:v>7.0525358240772329E-2</c:v>
                </c:pt>
                <c:pt idx="3162">
                  <c:v>7.0534566383761738E-2</c:v>
                </c:pt>
                <c:pt idx="3163">
                  <c:v>7.0563734216614424E-2</c:v>
                </c:pt>
                <c:pt idx="3164">
                  <c:v>7.0591288535964539E-2</c:v>
                </c:pt>
                <c:pt idx="3165">
                  <c:v>7.0591786716125399E-2</c:v>
                </c:pt>
                <c:pt idx="3166">
                  <c:v>7.0617434734665738E-2</c:v>
                </c:pt>
                <c:pt idx="3167">
                  <c:v>7.0625939568009499E-2</c:v>
                </c:pt>
                <c:pt idx="3168">
                  <c:v>7.0629007656826018E-2</c:v>
                </c:pt>
                <c:pt idx="3169">
                  <c:v>7.0679768717083841E-2</c:v>
                </c:pt>
                <c:pt idx="3170">
                  <c:v>7.0681823670171201E-2</c:v>
                </c:pt>
                <c:pt idx="3171">
                  <c:v>7.0687727974928449E-2</c:v>
                </c:pt>
                <c:pt idx="3172">
                  <c:v>7.069070503360482E-2</c:v>
                </c:pt>
                <c:pt idx="3173">
                  <c:v>7.0699495925379358E-2</c:v>
                </c:pt>
                <c:pt idx="3174">
                  <c:v>7.0711331782662173E-2</c:v>
                </c:pt>
                <c:pt idx="3175">
                  <c:v>7.0715083679446872E-2</c:v>
                </c:pt>
                <c:pt idx="3176">
                  <c:v>7.0722834129135922E-2</c:v>
                </c:pt>
                <c:pt idx="3177">
                  <c:v>7.0729102030292035E-2</c:v>
                </c:pt>
                <c:pt idx="3178">
                  <c:v>7.0731061969019973E-2</c:v>
                </c:pt>
                <c:pt idx="3179">
                  <c:v>7.0788997250335925E-2</c:v>
                </c:pt>
                <c:pt idx="3180">
                  <c:v>7.0812213469409274E-2</c:v>
                </c:pt>
                <c:pt idx="3181">
                  <c:v>7.0824404089819354E-2</c:v>
                </c:pt>
                <c:pt idx="3182">
                  <c:v>7.0828914325855391E-2</c:v>
                </c:pt>
                <c:pt idx="3183">
                  <c:v>7.0839488246670815E-2</c:v>
                </c:pt>
                <c:pt idx="3184">
                  <c:v>7.0840308673075919E-2</c:v>
                </c:pt>
                <c:pt idx="3185">
                  <c:v>7.084622177488574E-2</c:v>
                </c:pt>
                <c:pt idx="3186">
                  <c:v>7.0861293015058349E-2</c:v>
                </c:pt>
                <c:pt idx="3187">
                  <c:v>7.0869466597074077E-2</c:v>
                </c:pt>
                <c:pt idx="3188">
                  <c:v>7.0896701965205741E-2</c:v>
                </c:pt>
                <c:pt idx="3189">
                  <c:v>7.0899684572212976E-2</c:v>
                </c:pt>
                <c:pt idx="3190">
                  <c:v>7.0901054959014803E-2</c:v>
                </c:pt>
                <c:pt idx="3191">
                  <c:v>7.0920522122427082E-2</c:v>
                </c:pt>
                <c:pt idx="3192">
                  <c:v>7.0923099407822598E-2</c:v>
                </c:pt>
                <c:pt idx="3193">
                  <c:v>7.0926568179351404E-2</c:v>
                </c:pt>
                <c:pt idx="3194">
                  <c:v>7.0943748109335153E-2</c:v>
                </c:pt>
                <c:pt idx="3195">
                  <c:v>7.094773926295711E-2</c:v>
                </c:pt>
                <c:pt idx="3196">
                  <c:v>7.0953179728492452E-2</c:v>
                </c:pt>
                <c:pt idx="3197">
                  <c:v>7.0953254386711059E-2</c:v>
                </c:pt>
                <c:pt idx="3198">
                  <c:v>7.0962087737453342E-2</c:v>
                </c:pt>
                <c:pt idx="3199">
                  <c:v>7.0987086245736464E-2</c:v>
                </c:pt>
                <c:pt idx="3200">
                  <c:v>7.0994788729992375E-2</c:v>
                </c:pt>
                <c:pt idx="3201">
                  <c:v>7.0998040685870345E-2</c:v>
                </c:pt>
                <c:pt idx="3202">
                  <c:v>7.1007085961413488E-2</c:v>
                </c:pt>
                <c:pt idx="3203">
                  <c:v>7.1009995125905986E-2</c:v>
                </c:pt>
                <c:pt idx="3204">
                  <c:v>7.1013449239962931E-2</c:v>
                </c:pt>
                <c:pt idx="3205">
                  <c:v>7.1014874210594797E-2</c:v>
                </c:pt>
                <c:pt idx="3206">
                  <c:v>7.1015115689664954E-2</c:v>
                </c:pt>
                <c:pt idx="3207">
                  <c:v>7.1030739342559684E-2</c:v>
                </c:pt>
                <c:pt idx="3208">
                  <c:v>7.1039974706562647E-2</c:v>
                </c:pt>
                <c:pt idx="3209">
                  <c:v>7.1040271530348795E-2</c:v>
                </c:pt>
                <c:pt idx="3210">
                  <c:v>7.1040398463986618E-2</c:v>
                </c:pt>
                <c:pt idx="3211">
                  <c:v>7.1044785173326686E-2</c:v>
                </c:pt>
                <c:pt idx="3212">
                  <c:v>7.104866887977826E-2</c:v>
                </c:pt>
                <c:pt idx="3213">
                  <c:v>7.1062146284886482E-2</c:v>
                </c:pt>
                <c:pt idx="3214">
                  <c:v>7.1064092051123171E-2</c:v>
                </c:pt>
                <c:pt idx="3215">
                  <c:v>7.1094968475669332E-2</c:v>
                </c:pt>
                <c:pt idx="3216">
                  <c:v>7.1111586445168296E-2</c:v>
                </c:pt>
                <c:pt idx="3217">
                  <c:v>7.1116167836355479E-2</c:v>
                </c:pt>
                <c:pt idx="3218">
                  <c:v>7.1119441658426222E-2</c:v>
                </c:pt>
                <c:pt idx="3219">
                  <c:v>7.1125764424542687E-2</c:v>
                </c:pt>
                <c:pt idx="3220">
                  <c:v>7.1137372414721872E-2</c:v>
                </c:pt>
                <c:pt idx="3221">
                  <c:v>7.1144460781811192E-2</c:v>
                </c:pt>
                <c:pt idx="3222">
                  <c:v>7.1149501604976031E-2</c:v>
                </c:pt>
                <c:pt idx="3223">
                  <c:v>7.117215795071441E-2</c:v>
                </c:pt>
                <c:pt idx="3224">
                  <c:v>7.1174007949680235E-2</c:v>
                </c:pt>
                <c:pt idx="3225">
                  <c:v>7.1176703907788672E-2</c:v>
                </c:pt>
                <c:pt idx="3226">
                  <c:v>7.1178322585403353E-2</c:v>
                </c:pt>
                <c:pt idx="3227">
                  <c:v>7.1190360475102007E-2</c:v>
                </c:pt>
                <c:pt idx="3228">
                  <c:v>7.1199458215443767E-2</c:v>
                </c:pt>
                <c:pt idx="3229">
                  <c:v>7.1208434362713693E-2</c:v>
                </c:pt>
                <c:pt idx="3230">
                  <c:v>7.1227473450956078E-2</c:v>
                </c:pt>
                <c:pt idx="3231">
                  <c:v>7.1234349327708862E-2</c:v>
                </c:pt>
                <c:pt idx="3232">
                  <c:v>7.1240609013311015E-2</c:v>
                </c:pt>
                <c:pt idx="3233">
                  <c:v>7.1247667887287675E-2</c:v>
                </c:pt>
                <c:pt idx="3234">
                  <c:v>7.1250884277034146E-2</c:v>
                </c:pt>
                <c:pt idx="3235">
                  <c:v>7.1263389697669294E-2</c:v>
                </c:pt>
                <c:pt idx="3236">
                  <c:v>7.1291979672487085E-2</c:v>
                </c:pt>
                <c:pt idx="3237">
                  <c:v>7.1309312476987463E-2</c:v>
                </c:pt>
                <c:pt idx="3238">
                  <c:v>7.1329113905145999E-2</c:v>
                </c:pt>
                <c:pt idx="3239">
                  <c:v>7.1329316717872501E-2</c:v>
                </c:pt>
                <c:pt idx="3240">
                  <c:v>7.1355337362748419E-2</c:v>
                </c:pt>
                <c:pt idx="3241">
                  <c:v>7.1355469396431975E-2</c:v>
                </c:pt>
                <c:pt idx="3242">
                  <c:v>7.1378389356919994E-2</c:v>
                </c:pt>
                <c:pt idx="3243">
                  <c:v>7.138404194721984E-2</c:v>
                </c:pt>
                <c:pt idx="3244">
                  <c:v>7.138420625237521E-2</c:v>
                </c:pt>
                <c:pt idx="3245">
                  <c:v>7.1388602108984692E-2</c:v>
                </c:pt>
                <c:pt idx="3246">
                  <c:v>7.1397214249758173E-2</c:v>
                </c:pt>
                <c:pt idx="3247">
                  <c:v>7.1397600717804752E-2</c:v>
                </c:pt>
                <c:pt idx="3248">
                  <c:v>7.1422886459103954E-2</c:v>
                </c:pt>
                <c:pt idx="3249">
                  <c:v>7.1424912093511816E-2</c:v>
                </c:pt>
                <c:pt idx="3250">
                  <c:v>7.1425443574431646E-2</c:v>
                </c:pt>
                <c:pt idx="3251">
                  <c:v>7.1431411796080688E-2</c:v>
                </c:pt>
                <c:pt idx="3252">
                  <c:v>7.1438751098470837E-2</c:v>
                </c:pt>
                <c:pt idx="3253">
                  <c:v>7.1445620395923087E-2</c:v>
                </c:pt>
                <c:pt idx="3254">
                  <c:v>7.1451343613545465E-2</c:v>
                </c:pt>
                <c:pt idx="3255">
                  <c:v>7.1475898513035388E-2</c:v>
                </c:pt>
                <c:pt idx="3256">
                  <c:v>7.1479005740774759E-2</c:v>
                </c:pt>
                <c:pt idx="3257">
                  <c:v>7.1486902588479687E-2</c:v>
                </c:pt>
                <c:pt idx="3258">
                  <c:v>7.1492772291632672E-2</c:v>
                </c:pt>
                <c:pt idx="3259">
                  <c:v>7.1508068030066374E-2</c:v>
                </c:pt>
                <c:pt idx="3260">
                  <c:v>7.1508951730792636E-2</c:v>
                </c:pt>
                <c:pt idx="3261">
                  <c:v>7.1511910846129845E-2</c:v>
                </c:pt>
                <c:pt idx="3262">
                  <c:v>7.1532267090542112E-2</c:v>
                </c:pt>
                <c:pt idx="3263">
                  <c:v>7.1542399537472573E-2</c:v>
                </c:pt>
                <c:pt idx="3264">
                  <c:v>7.1542812150815135E-2</c:v>
                </c:pt>
                <c:pt idx="3265">
                  <c:v>7.1545545477242928E-2</c:v>
                </c:pt>
                <c:pt idx="3266">
                  <c:v>7.1572481811015276E-2</c:v>
                </c:pt>
                <c:pt idx="3267">
                  <c:v>7.1574936311760429E-2</c:v>
                </c:pt>
                <c:pt idx="3268">
                  <c:v>7.1606415704357967E-2</c:v>
                </c:pt>
                <c:pt idx="3269">
                  <c:v>7.1606671995000773E-2</c:v>
                </c:pt>
                <c:pt idx="3270">
                  <c:v>7.1611818245582229E-2</c:v>
                </c:pt>
                <c:pt idx="3271">
                  <c:v>7.1626916616385039E-2</c:v>
                </c:pt>
                <c:pt idx="3272">
                  <c:v>7.1639799123892026E-2</c:v>
                </c:pt>
                <c:pt idx="3273">
                  <c:v>7.1650487212947228E-2</c:v>
                </c:pt>
                <c:pt idx="3274">
                  <c:v>7.1658444043909517E-2</c:v>
                </c:pt>
                <c:pt idx="3275">
                  <c:v>7.1662231573603019E-2</c:v>
                </c:pt>
                <c:pt idx="3276">
                  <c:v>7.1666414306990583E-2</c:v>
                </c:pt>
                <c:pt idx="3277">
                  <c:v>7.167653563969674E-2</c:v>
                </c:pt>
                <c:pt idx="3278">
                  <c:v>7.1680578272907372E-2</c:v>
                </c:pt>
                <c:pt idx="3279">
                  <c:v>7.1682241259088411E-2</c:v>
                </c:pt>
                <c:pt idx="3280">
                  <c:v>7.1685297526681388E-2</c:v>
                </c:pt>
                <c:pt idx="3281">
                  <c:v>7.1687792404682441E-2</c:v>
                </c:pt>
                <c:pt idx="3282">
                  <c:v>7.1693770797792489E-2</c:v>
                </c:pt>
                <c:pt idx="3283">
                  <c:v>7.1699823634965701E-2</c:v>
                </c:pt>
                <c:pt idx="3284">
                  <c:v>7.1712269127457706E-2</c:v>
                </c:pt>
                <c:pt idx="3285">
                  <c:v>7.1715382432450001E-2</c:v>
                </c:pt>
                <c:pt idx="3286">
                  <c:v>7.1718631409802766E-2</c:v>
                </c:pt>
                <c:pt idx="3287">
                  <c:v>7.1720032966621938E-2</c:v>
                </c:pt>
                <c:pt idx="3288">
                  <c:v>7.1721939599241696E-2</c:v>
                </c:pt>
                <c:pt idx="3289">
                  <c:v>7.1740262196448273E-2</c:v>
                </c:pt>
                <c:pt idx="3290">
                  <c:v>7.1746122863560177E-2</c:v>
                </c:pt>
                <c:pt idx="3291">
                  <c:v>7.1750963417245017E-2</c:v>
                </c:pt>
                <c:pt idx="3292">
                  <c:v>7.1754015742473171E-2</c:v>
                </c:pt>
                <c:pt idx="3293">
                  <c:v>7.1764836313484709E-2</c:v>
                </c:pt>
                <c:pt idx="3294">
                  <c:v>7.1775327102286582E-2</c:v>
                </c:pt>
                <c:pt idx="3295">
                  <c:v>7.1776391788036312E-2</c:v>
                </c:pt>
                <c:pt idx="3296">
                  <c:v>7.1780937200533468E-2</c:v>
                </c:pt>
                <c:pt idx="3297">
                  <c:v>7.1787400742037696E-2</c:v>
                </c:pt>
                <c:pt idx="3298">
                  <c:v>7.1798581106643278E-2</c:v>
                </c:pt>
                <c:pt idx="3299">
                  <c:v>7.1800747450716906E-2</c:v>
                </c:pt>
                <c:pt idx="3300">
                  <c:v>7.1801532614089669E-2</c:v>
                </c:pt>
                <c:pt idx="3301">
                  <c:v>7.1810060798016481E-2</c:v>
                </c:pt>
                <c:pt idx="3302">
                  <c:v>7.1816018688639502E-2</c:v>
                </c:pt>
                <c:pt idx="3303">
                  <c:v>7.1816794813794299E-2</c:v>
                </c:pt>
                <c:pt idx="3304">
                  <c:v>7.1824372702315925E-2</c:v>
                </c:pt>
                <c:pt idx="3305">
                  <c:v>7.1824860602525673E-2</c:v>
                </c:pt>
                <c:pt idx="3306">
                  <c:v>7.1825255747329897E-2</c:v>
                </c:pt>
                <c:pt idx="3307">
                  <c:v>7.1827281198567461E-2</c:v>
                </c:pt>
                <c:pt idx="3308">
                  <c:v>7.1836734502034344E-2</c:v>
                </c:pt>
                <c:pt idx="3309">
                  <c:v>7.1837730916193082E-2</c:v>
                </c:pt>
                <c:pt idx="3310">
                  <c:v>7.1840703555610536E-2</c:v>
                </c:pt>
                <c:pt idx="3311">
                  <c:v>7.1885267188802213E-2</c:v>
                </c:pt>
                <c:pt idx="3312">
                  <c:v>7.1893761062651856E-2</c:v>
                </c:pt>
                <c:pt idx="3313">
                  <c:v>7.1899350085325039E-2</c:v>
                </c:pt>
                <c:pt idx="3314">
                  <c:v>7.190682499514163E-2</c:v>
                </c:pt>
                <c:pt idx="3315">
                  <c:v>7.1911461952145941E-2</c:v>
                </c:pt>
                <c:pt idx="3316">
                  <c:v>7.1944550552342335E-2</c:v>
                </c:pt>
                <c:pt idx="3317">
                  <c:v>7.1946856836717338E-2</c:v>
                </c:pt>
                <c:pt idx="3318">
                  <c:v>7.1953394329310472E-2</c:v>
                </c:pt>
                <c:pt idx="3319">
                  <c:v>7.1957397729042222E-2</c:v>
                </c:pt>
                <c:pt idx="3320">
                  <c:v>7.1957663598199759E-2</c:v>
                </c:pt>
                <c:pt idx="3321">
                  <c:v>7.1976888851607648E-2</c:v>
                </c:pt>
                <c:pt idx="3322">
                  <c:v>7.1987397613084328E-2</c:v>
                </c:pt>
                <c:pt idx="3323">
                  <c:v>7.1991999162898931E-2</c:v>
                </c:pt>
                <c:pt idx="3324">
                  <c:v>7.1999956033370768E-2</c:v>
                </c:pt>
                <c:pt idx="3325">
                  <c:v>7.2000395536733278E-2</c:v>
                </c:pt>
                <c:pt idx="3326">
                  <c:v>7.2006191597942415E-2</c:v>
                </c:pt>
                <c:pt idx="3327">
                  <c:v>7.2008072319044214E-2</c:v>
                </c:pt>
                <c:pt idx="3328">
                  <c:v>7.20214227428745E-2</c:v>
                </c:pt>
                <c:pt idx="3329">
                  <c:v>7.2031846303531946E-2</c:v>
                </c:pt>
                <c:pt idx="3330">
                  <c:v>7.2063908919808128E-2</c:v>
                </c:pt>
                <c:pt idx="3331">
                  <c:v>7.207079071378672E-2</c:v>
                </c:pt>
                <c:pt idx="3332">
                  <c:v>7.207257506298248E-2</c:v>
                </c:pt>
                <c:pt idx="3333">
                  <c:v>7.2075107200917699E-2</c:v>
                </c:pt>
                <c:pt idx="3334">
                  <c:v>7.2079807357104148E-2</c:v>
                </c:pt>
                <c:pt idx="3335">
                  <c:v>7.2082027227854742E-2</c:v>
                </c:pt>
                <c:pt idx="3336">
                  <c:v>7.2093965862542506E-2</c:v>
                </c:pt>
                <c:pt idx="3337">
                  <c:v>7.209681761731504E-2</c:v>
                </c:pt>
                <c:pt idx="3338">
                  <c:v>7.21173682344005E-2</c:v>
                </c:pt>
                <c:pt idx="3339">
                  <c:v>7.2127820866825523E-2</c:v>
                </c:pt>
                <c:pt idx="3340">
                  <c:v>7.2136646284822206E-2</c:v>
                </c:pt>
                <c:pt idx="3341">
                  <c:v>7.214103652542582E-2</c:v>
                </c:pt>
                <c:pt idx="3342">
                  <c:v>7.2153249894426355E-2</c:v>
                </c:pt>
                <c:pt idx="3343">
                  <c:v>7.2155330932432621E-2</c:v>
                </c:pt>
                <c:pt idx="3344">
                  <c:v>7.2163027778348543E-2</c:v>
                </c:pt>
                <c:pt idx="3345">
                  <c:v>7.2163724150795486E-2</c:v>
                </c:pt>
                <c:pt idx="3346">
                  <c:v>7.2169546316769861E-2</c:v>
                </c:pt>
                <c:pt idx="3347">
                  <c:v>7.2176095126712789E-2</c:v>
                </c:pt>
                <c:pt idx="3348">
                  <c:v>7.2178321882874777E-2</c:v>
                </c:pt>
                <c:pt idx="3349">
                  <c:v>7.2195484499306614E-2</c:v>
                </c:pt>
                <c:pt idx="3350">
                  <c:v>7.2205098591484621E-2</c:v>
                </c:pt>
                <c:pt idx="3351">
                  <c:v>7.2210528845834884E-2</c:v>
                </c:pt>
                <c:pt idx="3352">
                  <c:v>7.2211899347691899E-2</c:v>
                </c:pt>
                <c:pt idx="3353">
                  <c:v>7.2212690028897616E-2</c:v>
                </c:pt>
                <c:pt idx="3354">
                  <c:v>7.2218534776593693E-2</c:v>
                </c:pt>
                <c:pt idx="3355">
                  <c:v>7.2221854784481634E-2</c:v>
                </c:pt>
                <c:pt idx="3356">
                  <c:v>7.2270279759794678E-2</c:v>
                </c:pt>
                <c:pt idx="3357">
                  <c:v>7.2302558917161586E-2</c:v>
                </c:pt>
                <c:pt idx="3358">
                  <c:v>7.2305994835943938E-2</c:v>
                </c:pt>
                <c:pt idx="3359">
                  <c:v>7.2308604675964394E-2</c:v>
                </c:pt>
                <c:pt idx="3360">
                  <c:v>7.2313917327040497E-2</c:v>
                </c:pt>
                <c:pt idx="3361">
                  <c:v>7.2331646349436604E-2</c:v>
                </c:pt>
                <c:pt idx="3362">
                  <c:v>7.2334426865552831E-2</c:v>
                </c:pt>
                <c:pt idx="3363">
                  <c:v>7.2337142934358153E-2</c:v>
                </c:pt>
                <c:pt idx="3364">
                  <c:v>7.2355821558164266E-2</c:v>
                </c:pt>
                <c:pt idx="3365">
                  <c:v>7.2386491726294536E-2</c:v>
                </c:pt>
                <c:pt idx="3366">
                  <c:v>7.2392369607605464E-2</c:v>
                </c:pt>
                <c:pt idx="3367">
                  <c:v>7.2428169032795239E-2</c:v>
                </c:pt>
                <c:pt idx="3368">
                  <c:v>7.2432022366815355E-2</c:v>
                </c:pt>
                <c:pt idx="3369">
                  <c:v>7.2453661909269232E-2</c:v>
                </c:pt>
                <c:pt idx="3370">
                  <c:v>7.2456243461975114E-2</c:v>
                </c:pt>
                <c:pt idx="3371">
                  <c:v>7.2469031349158206E-2</c:v>
                </c:pt>
                <c:pt idx="3372">
                  <c:v>7.2484040986279613E-2</c:v>
                </c:pt>
                <c:pt idx="3373">
                  <c:v>7.249275070525886E-2</c:v>
                </c:pt>
                <c:pt idx="3374">
                  <c:v>7.2514497022068511E-2</c:v>
                </c:pt>
                <c:pt idx="3375">
                  <c:v>7.2516573032534948E-2</c:v>
                </c:pt>
                <c:pt idx="3376">
                  <c:v>7.2526157776632363E-2</c:v>
                </c:pt>
                <c:pt idx="3377">
                  <c:v>7.253531928281956E-2</c:v>
                </c:pt>
                <c:pt idx="3378">
                  <c:v>7.2550424730707913E-2</c:v>
                </c:pt>
                <c:pt idx="3379">
                  <c:v>7.2573824854477845E-2</c:v>
                </c:pt>
                <c:pt idx="3380">
                  <c:v>7.2576805502551758E-2</c:v>
                </c:pt>
                <c:pt idx="3381">
                  <c:v>7.2579977697488307E-2</c:v>
                </c:pt>
                <c:pt idx="3382">
                  <c:v>7.258077680057555E-2</c:v>
                </c:pt>
                <c:pt idx="3383">
                  <c:v>7.2584742861837595E-2</c:v>
                </c:pt>
                <c:pt idx="3384">
                  <c:v>7.2611351079603093E-2</c:v>
                </c:pt>
                <c:pt idx="3385">
                  <c:v>7.2624073700599964E-2</c:v>
                </c:pt>
                <c:pt idx="3386">
                  <c:v>7.2631358423686024E-2</c:v>
                </c:pt>
                <c:pt idx="3387">
                  <c:v>7.2638835943856173E-2</c:v>
                </c:pt>
                <c:pt idx="3388">
                  <c:v>7.265478431923432E-2</c:v>
                </c:pt>
                <c:pt idx="3389">
                  <c:v>7.2671121124244009E-2</c:v>
                </c:pt>
                <c:pt idx="3390">
                  <c:v>7.2684694054055685E-2</c:v>
                </c:pt>
                <c:pt idx="3391">
                  <c:v>7.2715342736207597E-2</c:v>
                </c:pt>
                <c:pt idx="3392">
                  <c:v>7.2744936940258242E-2</c:v>
                </c:pt>
                <c:pt idx="3393">
                  <c:v>7.2774133639203403E-2</c:v>
                </c:pt>
                <c:pt idx="3394">
                  <c:v>7.2800153356794892E-2</c:v>
                </c:pt>
                <c:pt idx="3395">
                  <c:v>7.2806165739201817E-2</c:v>
                </c:pt>
                <c:pt idx="3396">
                  <c:v>7.2808502413940657E-2</c:v>
                </c:pt>
                <c:pt idx="3397">
                  <c:v>7.2813700612459606E-2</c:v>
                </c:pt>
                <c:pt idx="3398">
                  <c:v>7.2824178839971818E-2</c:v>
                </c:pt>
                <c:pt idx="3399">
                  <c:v>7.2829714978326729E-2</c:v>
                </c:pt>
                <c:pt idx="3400">
                  <c:v>7.2865322026894788E-2</c:v>
                </c:pt>
                <c:pt idx="3401">
                  <c:v>7.2878052368847021E-2</c:v>
                </c:pt>
                <c:pt idx="3402">
                  <c:v>7.288146235920305E-2</c:v>
                </c:pt>
                <c:pt idx="3403">
                  <c:v>7.2901186646738378E-2</c:v>
                </c:pt>
                <c:pt idx="3404">
                  <c:v>7.2901502257474951E-2</c:v>
                </c:pt>
                <c:pt idx="3405">
                  <c:v>7.2915472840055701E-2</c:v>
                </c:pt>
                <c:pt idx="3406">
                  <c:v>7.2924769948606097E-2</c:v>
                </c:pt>
                <c:pt idx="3407">
                  <c:v>7.293528187891643E-2</c:v>
                </c:pt>
                <c:pt idx="3408">
                  <c:v>7.2939757146200809E-2</c:v>
                </c:pt>
                <c:pt idx="3409">
                  <c:v>7.2942955272845209E-2</c:v>
                </c:pt>
                <c:pt idx="3410">
                  <c:v>7.2950386876903667E-2</c:v>
                </c:pt>
                <c:pt idx="3411">
                  <c:v>7.295802046185626E-2</c:v>
                </c:pt>
                <c:pt idx="3412">
                  <c:v>7.2960638858060201E-2</c:v>
                </c:pt>
                <c:pt idx="3413">
                  <c:v>7.2971265959309375E-2</c:v>
                </c:pt>
                <c:pt idx="3414">
                  <c:v>7.2974619328129278E-2</c:v>
                </c:pt>
                <c:pt idx="3415">
                  <c:v>7.2979513931718296E-2</c:v>
                </c:pt>
                <c:pt idx="3416">
                  <c:v>7.2980451722784667E-2</c:v>
                </c:pt>
                <c:pt idx="3417">
                  <c:v>7.2981843093366333E-2</c:v>
                </c:pt>
                <c:pt idx="3418">
                  <c:v>7.2988836231761917E-2</c:v>
                </c:pt>
                <c:pt idx="3419">
                  <c:v>7.3004340166238108E-2</c:v>
                </c:pt>
                <c:pt idx="3420">
                  <c:v>7.3020244650206442E-2</c:v>
                </c:pt>
                <c:pt idx="3421">
                  <c:v>7.3027288879319821E-2</c:v>
                </c:pt>
                <c:pt idx="3422">
                  <c:v>7.3047271084561799E-2</c:v>
                </c:pt>
                <c:pt idx="3423">
                  <c:v>7.3050898095861017E-2</c:v>
                </c:pt>
                <c:pt idx="3424">
                  <c:v>7.3063642133856507E-2</c:v>
                </c:pt>
                <c:pt idx="3425">
                  <c:v>7.3087754038073008E-2</c:v>
                </c:pt>
                <c:pt idx="3426">
                  <c:v>7.3091361066411994E-2</c:v>
                </c:pt>
                <c:pt idx="3427">
                  <c:v>7.3103924062074693E-2</c:v>
                </c:pt>
                <c:pt idx="3428">
                  <c:v>7.3121392421139797E-2</c:v>
                </c:pt>
                <c:pt idx="3429">
                  <c:v>7.3133254993139343E-2</c:v>
                </c:pt>
                <c:pt idx="3430">
                  <c:v>7.3138704274068586E-2</c:v>
                </c:pt>
                <c:pt idx="3431">
                  <c:v>7.3160468277512269E-2</c:v>
                </c:pt>
                <c:pt idx="3432">
                  <c:v>7.3172958105259367E-2</c:v>
                </c:pt>
                <c:pt idx="3433">
                  <c:v>7.3186469553736949E-2</c:v>
                </c:pt>
                <c:pt idx="3434">
                  <c:v>7.3191072717060504E-2</c:v>
                </c:pt>
                <c:pt idx="3435">
                  <c:v>7.3201502665981133E-2</c:v>
                </c:pt>
                <c:pt idx="3436">
                  <c:v>7.3216321435637652E-2</c:v>
                </c:pt>
                <c:pt idx="3437">
                  <c:v>7.3216517881696433E-2</c:v>
                </c:pt>
                <c:pt idx="3438">
                  <c:v>7.3222284309957017E-2</c:v>
                </c:pt>
                <c:pt idx="3439">
                  <c:v>7.3223179008491721E-2</c:v>
                </c:pt>
                <c:pt idx="3440">
                  <c:v>7.324061483406287E-2</c:v>
                </c:pt>
                <c:pt idx="3441">
                  <c:v>7.3249581066389138E-2</c:v>
                </c:pt>
                <c:pt idx="3442">
                  <c:v>7.3257177738656726E-2</c:v>
                </c:pt>
                <c:pt idx="3443">
                  <c:v>7.3259816785397641E-2</c:v>
                </c:pt>
                <c:pt idx="3444">
                  <c:v>7.3261862700773103E-2</c:v>
                </c:pt>
                <c:pt idx="3445">
                  <c:v>7.3264362388262519E-2</c:v>
                </c:pt>
                <c:pt idx="3446">
                  <c:v>7.3294798230845837E-2</c:v>
                </c:pt>
                <c:pt idx="3447">
                  <c:v>7.3346913165709335E-2</c:v>
                </c:pt>
                <c:pt idx="3448">
                  <c:v>7.3383958420873974E-2</c:v>
                </c:pt>
                <c:pt idx="3449">
                  <c:v>7.3389171696295816E-2</c:v>
                </c:pt>
                <c:pt idx="3450">
                  <c:v>7.3404090919237774E-2</c:v>
                </c:pt>
                <c:pt idx="3451">
                  <c:v>7.3409048520444456E-2</c:v>
                </c:pt>
                <c:pt idx="3452">
                  <c:v>7.3417461156464733E-2</c:v>
                </c:pt>
                <c:pt idx="3453">
                  <c:v>7.3418075986043774E-2</c:v>
                </c:pt>
                <c:pt idx="3454">
                  <c:v>7.342873425693236E-2</c:v>
                </c:pt>
                <c:pt idx="3455">
                  <c:v>7.3434456883432225E-2</c:v>
                </c:pt>
                <c:pt idx="3456">
                  <c:v>7.3438928279402335E-2</c:v>
                </c:pt>
                <c:pt idx="3457">
                  <c:v>7.3447258241441438E-2</c:v>
                </c:pt>
                <c:pt idx="3458">
                  <c:v>7.3480269638756243E-2</c:v>
                </c:pt>
                <c:pt idx="3459">
                  <c:v>7.3487728166000008E-2</c:v>
                </c:pt>
                <c:pt idx="3460">
                  <c:v>7.3488176423841964E-2</c:v>
                </c:pt>
                <c:pt idx="3461">
                  <c:v>7.3490365246458397E-2</c:v>
                </c:pt>
                <c:pt idx="3462">
                  <c:v>7.3498087702229681E-2</c:v>
                </c:pt>
                <c:pt idx="3463">
                  <c:v>7.3503413874602588E-2</c:v>
                </c:pt>
                <c:pt idx="3464">
                  <c:v>7.3515288885916019E-2</c:v>
                </c:pt>
                <c:pt idx="3465">
                  <c:v>7.3515810915059598E-2</c:v>
                </c:pt>
                <c:pt idx="3466">
                  <c:v>7.3523274571357461E-2</c:v>
                </c:pt>
                <c:pt idx="3467">
                  <c:v>7.3524760572541314E-2</c:v>
                </c:pt>
                <c:pt idx="3468">
                  <c:v>7.3540357551898985E-2</c:v>
                </c:pt>
                <c:pt idx="3469">
                  <c:v>7.3545647880374043E-2</c:v>
                </c:pt>
                <c:pt idx="3470">
                  <c:v>7.355342781083761E-2</c:v>
                </c:pt>
                <c:pt idx="3471">
                  <c:v>7.3587114264267617E-2</c:v>
                </c:pt>
                <c:pt idx="3472">
                  <c:v>7.3645950294414203E-2</c:v>
                </c:pt>
                <c:pt idx="3473">
                  <c:v>7.366472759978146E-2</c:v>
                </c:pt>
                <c:pt idx="3474">
                  <c:v>7.367689704482612E-2</c:v>
                </c:pt>
                <c:pt idx="3475">
                  <c:v>7.3681203644873877E-2</c:v>
                </c:pt>
                <c:pt idx="3476">
                  <c:v>7.3683580855056566E-2</c:v>
                </c:pt>
                <c:pt idx="3477">
                  <c:v>7.3709225007195345E-2</c:v>
                </c:pt>
                <c:pt idx="3478">
                  <c:v>7.3715383873407272E-2</c:v>
                </c:pt>
                <c:pt idx="3479">
                  <c:v>7.3719970938923546E-2</c:v>
                </c:pt>
                <c:pt idx="3480">
                  <c:v>7.3728759931317528E-2</c:v>
                </c:pt>
                <c:pt idx="3481">
                  <c:v>7.3740768130929835E-2</c:v>
                </c:pt>
                <c:pt idx="3482">
                  <c:v>7.3747374374984603E-2</c:v>
                </c:pt>
                <c:pt idx="3483">
                  <c:v>7.375086136124645E-2</c:v>
                </c:pt>
                <c:pt idx="3484">
                  <c:v>7.3750950064254223E-2</c:v>
                </c:pt>
                <c:pt idx="3485">
                  <c:v>7.377557550700492E-2</c:v>
                </c:pt>
                <c:pt idx="3486">
                  <c:v>7.3781598239207144E-2</c:v>
                </c:pt>
                <c:pt idx="3487">
                  <c:v>7.3782134510830169E-2</c:v>
                </c:pt>
                <c:pt idx="3488">
                  <c:v>7.3784275007453742E-2</c:v>
                </c:pt>
                <c:pt idx="3489">
                  <c:v>7.3787302036176297E-2</c:v>
                </c:pt>
                <c:pt idx="3490">
                  <c:v>7.3805221034452168E-2</c:v>
                </c:pt>
                <c:pt idx="3491">
                  <c:v>7.3806664118564305E-2</c:v>
                </c:pt>
                <c:pt idx="3492">
                  <c:v>7.3812722444917475E-2</c:v>
                </c:pt>
                <c:pt idx="3493">
                  <c:v>7.3816050362810595E-2</c:v>
                </c:pt>
                <c:pt idx="3494">
                  <c:v>7.3825237641291702E-2</c:v>
                </c:pt>
                <c:pt idx="3495">
                  <c:v>7.3837140792225295E-2</c:v>
                </c:pt>
                <c:pt idx="3496">
                  <c:v>7.3837636481612026E-2</c:v>
                </c:pt>
                <c:pt idx="3497">
                  <c:v>7.3854794595579656E-2</c:v>
                </c:pt>
                <c:pt idx="3498">
                  <c:v>7.3857996598317613E-2</c:v>
                </c:pt>
                <c:pt idx="3499">
                  <c:v>7.386403970271424E-2</c:v>
                </c:pt>
                <c:pt idx="3500">
                  <c:v>7.3874195866030348E-2</c:v>
                </c:pt>
                <c:pt idx="3501">
                  <c:v>7.3886202383433852E-2</c:v>
                </c:pt>
                <c:pt idx="3502">
                  <c:v>7.3886722301600816E-2</c:v>
                </c:pt>
                <c:pt idx="3503">
                  <c:v>7.3905848460380924E-2</c:v>
                </c:pt>
                <c:pt idx="3504">
                  <c:v>7.3933806380595463E-2</c:v>
                </c:pt>
                <c:pt idx="3505">
                  <c:v>7.3934897477250017E-2</c:v>
                </c:pt>
                <c:pt idx="3506">
                  <c:v>7.3957134931667681E-2</c:v>
                </c:pt>
                <c:pt idx="3507">
                  <c:v>7.3962289102349421E-2</c:v>
                </c:pt>
                <c:pt idx="3508">
                  <c:v>7.3979767289202553E-2</c:v>
                </c:pt>
                <c:pt idx="3509">
                  <c:v>7.399401421196182E-2</c:v>
                </c:pt>
                <c:pt idx="3510">
                  <c:v>7.4005105616226724E-2</c:v>
                </c:pt>
                <c:pt idx="3511">
                  <c:v>7.4005986305813287E-2</c:v>
                </c:pt>
                <c:pt idx="3512">
                  <c:v>7.4011359613113295E-2</c:v>
                </c:pt>
                <c:pt idx="3513">
                  <c:v>7.4011985922954202E-2</c:v>
                </c:pt>
                <c:pt idx="3514">
                  <c:v>7.4014632769931615E-2</c:v>
                </c:pt>
                <c:pt idx="3515">
                  <c:v>7.4017980761276816E-2</c:v>
                </c:pt>
                <c:pt idx="3516">
                  <c:v>7.4018098597960866E-2</c:v>
                </c:pt>
                <c:pt idx="3517">
                  <c:v>7.4085315036530694E-2</c:v>
                </c:pt>
                <c:pt idx="3518">
                  <c:v>7.4109783162908852E-2</c:v>
                </c:pt>
                <c:pt idx="3519">
                  <c:v>7.4110000362415079E-2</c:v>
                </c:pt>
                <c:pt idx="3520">
                  <c:v>7.4114184366227298E-2</c:v>
                </c:pt>
                <c:pt idx="3521">
                  <c:v>7.4114561146668506E-2</c:v>
                </c:pt>
                <c:pt idx="3522">
                  <c:v>7.4122313160016176E-2</c:v>
                </c:pt>
                <c:pt idx="3523">
                  <c:v>7.4125637571111666E-2</c:v>
                </c:pt>
                <c:pt idx="3524">
                  <c:v>7.4156161501445494E-2</c:v>
                </c:pt>
                <c:pt idx="3525">
                  <c:v>7.4161224025657974E-2</c:v>
                </c:pt>
                <c:pt idx="3526">
                  <c:v>7.4162707039357012E-2</c:v>
                </c:pt>
                <c:pt idx="3527">
                  <c:v>7.4177178953498138E-2</c:v>
                </c:pt>
                <c:pt idx="3528">
                  <c:v>7.4181896064811001E-2</c:v>
                </c:pt>
                <c:pt idx="3529">
                  <c:v>7.418422610588371E-2</c:v>
                </c:pt>
                <c:pt idx="3530">
                  <c:v>7.4199248312581664E-2</c:v>
                </c:pt>
                <c:pt idx="3531">
                  <c:v>7.4205529504530951E-2</c:v>
                </c:pt>
                <c:pt idx="3532">
                  <c:v>7.4212791219944188E-2</c:v>
                </c:pt>
                <c:pt idx="3533">
                  <c:v>7.4217914128767701E-2</c:v>
                </c:pt>
                <c:pt idx="3534">
                  <c:v>7.4221669142129437E-2</c:v>
                </c:pt>
                <c:pt idx="3535">
                  <c:v>7.4230565562227999E-2</c:v>
                </c:pt>
                <c:pt idx="3536">
                  <c:v>7.4233557111098747E-2</c:v>
                </c:pt>
                <c:pt idx="3537">
                  <c:v>7.423613176880986E-2</c:v>
                </c:pt>
                <c:pt idx="3538">
                  <c:v>7.4249940489492114E-2</c:v>
                </c:pt>
                <c:pt idx="3539">
                  <c:v>7.425811827019077E-2</c:v>
                </c:pt>
                <c:pt idx="3540">
                  <c:v>7.4259678778663213E-2</c:v>
                </c:pt>
                <c:pt idx="3541">
                  <c:v>7.4267273761969718E-2</c:v>
                </c:pt>
                <c:pt idx="3542">
                  <c:v>7.4274983804758818E-2</c:v>
                </c:pt>
                <c:pt idx="3543">
                  <c:v>7.4282209896581228E-2</c:v>
                </c:pt>
                <c:pt idx="3544">
                  <c:v>7.428322017236913E-2</c:v>
                </c:pt>
                <c:pt idx="3545">
                  <c:v>7.4291159952514133E-2</c:v>
                </c:pt>
                <c:pt idx="3546">
                  <c:v>7.4291573452450979E-2</c:v>
                </c:pt>
                <c:pt idx="3547">
                  <c:v>7.4302307600694728E-2</c:v>
                </c:pt>
                <c:pt idx="3548">
                  <c:v>7.4310902531009054E-2</c:v>
                </c:pt>
                <c:pt idx="3549">
                  <c:v>7.4312099294144396E-2</c:v>
                </c:pt>
                <c:pt idx="3550">
                  <c:v>7.431393150458912E-2</c:v>
                </c:pt>
                <c:pt idx="3551">
                  <c:v>7.4343517044699881E-2</c:v>
                </c:pt>
                <c:pt idx="3552">
                  <c:v>7.4357285689995598E-2</c:v>
                </c:pt>
                <c:pt idx="3553">
                  <c:v>7.4378610383668303E-2</c:v>
                </c:pt>
                <c:pt idx="3554">
                  <c:v>7.4383265900637804E-2</c:v>
                </c:pt>
                <c:pt idx="3555">
                  <c:v>7.438383310935609E-2</c:v>
                </c:pt>
                <c:pt idx="3556">
                  <c:v>7.438476160567685E-2</c:v>
                </c:pt>
                <c:pt idx="3557">
                  <c:v>7.4392299183072871E-2</c:v>
                </c:pt>
                <c:pt idx="3558">
                  <c:v>7.4411301996658852E-2</c:v>
                </c:pt>
                <c:pt idx="3559">
                  <c:v>7.4415605572106955E-2</c:v>
                </c:pt>
                <c:pt idx="3560">
                  <c:v>7.4437023233978036E-2</c:v>
                </c:pt>
                <c:pt idx="3561">
                  <c:v>7.4455367713890067E-2</c:v>
                </c:pt>
                <c:pt idx="3562">
                  <c:v>7.4459777307733038E-2</c:v>
                </c:pt>
                <c:pt idx="3563">
                  <c:v>7.4468722755123451E-2</c:v>
                </c:pt>
                <c:pt idx="3564">
                  <c:v>7.4471275223450095E-2</c:v>
                </c:pt>
                <c:pt idx="3565">
                  <c:v>7.4474510332557239E-2</c:v>
                </c:pt>
                <c:pt idx="3566">
                  <c:v>7.4476818889867874E-2</c:v>
                </c:pt>
                <c:pt idx="3567">
                  <c:v>7.4484868971904636E-2</c:v>
                </c:pt>
                <c:pt idx="3568">
                  <c:v>7.4493054905641523E-2</c:v>
                </c:pt>
                <c:pt idx="3569">
                  <c:v>7.4508700611500001E-2</c:v>
                </c:pt>
                <c:pt idx="3570">
                  <c:v>7.4513820457168048E-2</c:v>
                </c:pt>
                <c:pt idx="3571">
                  <c:v>7.4528536241688037E-2</c:v>
                </c:pt>
                <c:pt idx="3572">
                  <c:v>7.4551239751329643E-2</c:v>
                </c:pt>
                <c:pt idx="3573">
                  <c:v>7.456137681159046E-2</c:v>
                </c:pt>
                <c:pt idx="3574">
                  <c:v>7.4564420168635598E-2</c:v>
                </c:pt>
                <c:pt idx="3575">
                  <c:v>7.4576816239553992E-2</c:v>
                </c:pt>
                <c:pt idx="3576">
                  <c:v>7.4593607999602823E-2</c:v>
                </c:pt>
                <c:pt idx="3577">
                  <c:v>7.4621100615264058E-2</c:v>
                </c:pt>
                <c:pt idx="3578">
                  <c:v>7.4623537528045236E-2</c:v>
                </c:pt>
                <c:pt idx="3579">
                  <c:v>7.462894338149062E-2</c:v>
                </c:pt>
                <c:pt idx="3580">
                  <c:v>7.4640890260334616E-2</c:v>
                </c:pt>
                <c:pt idx="3581">
                  <c:v>7.4645928265485328E-2</c:v>
                </c:pt>
                <c:pt idx="3582">
                  <c:v>7.4656779718141414E-2</c:v>
                </c:pt>
                <c:pt idx="3583">
                  <c:v>7.4656924411354131E-2</c:v>
                </c:pt>
                <c:pt idx="3584">
                  <c:v>7.4680181104814433E-2</c:v>
                </c:pt>
                <c:pt idx="3585">
                  <c:v>7.4726364289665254E-2</c:v>
                </c:pt>
                <c:pt idx="3586">
                  <c:v>7.4732519106371992E-2</c:v>
                </c:pt>
                <c:pt idx="3587">
                  <c:v>7.4741353113174883E-2</c:v>
                </c:pt>
                <c:pt idx="3588">
                  <c:v>7.4775793742411417E-2</c:v>
                </c:pt>
                <c:pt idx="3589">
                  <c:v>7.4776437608932864E-2</c:v>
                </c:pt>
                <c:pt idx="3590">
                  <c:v>7.4804807006475543E-2</c:v>
                </c:pt>
                <c:pt idx="3591">
                  <c:v>7.481919283537021E-2</c:v>
                </c:pt>
                <c:pt idx="3592">
                  <c:v>7.4835621042582789E-2</c:v>
                </c:pt>
                <c:pt idx="3593">
                  <c:v>7.4835747759572788E-2</c:v>
                </c:pt>
                <c:pt idx="3594">
                  <c:v>7.4836080985141953E-2</c:v>
                </c:pt>
                <c:pt idx="3595">
                  <c:v>7.4849103313886778E-2</c:v>
                </c:pt>
                <c:pt idx="3596">
                  <c:v>7.4856572967665569E-2</c:v>
                </c:pt>
                <c:pt idx="3597">
                  <c:v>7.4870201949288673E-2</c:v>
                </c:pt>
                <c:pt idx="3598">
                  <c:v>7.4876327566355691E-2</c:v>
                </c:pt>
                <c:pt idx="3599">
                  <c:v>7.4877147954707179E-2</c:v>
                </c:pt>
                <c:pt idx="3600">
                  <c:v>7.488915814000352E-2</c:v>
                </c:pt>
                <c:pt idx="3601">
                  <c:v>7.4889499995556441E-2</c:v>
                </c:pt>
                <c:pt idx="3602">
                  <c:v>7.4900408352981604E-2</c:v>
                </c:pt>
                <c:pt idx="3603">
                  <c:v>7.4908967767730497E-2</c:v>
                </c:pt>
                <c:pt idx="3604">
                  <c:v>7.492427701121683E-2</c:v>
                </c:pt>
                <c:pt idx="3605">
                  <c:v>7.4928772316671874E-2</c:v>
                </c:pt>
                <c:pt idx="3606">
                  <c:v>7.4934560828689309E-2</c:v>
                </c:pt>
                <c:pt idx="3607">
                  <c:v>7.4936257428926067E-2</c:v>
                </c:pt>
                <c:pt idx="3608">
                  <c:v>7.4947436198443809E-2</c:v>
                </c:pt>
                <c:pt idx="3609">
                  <c:v>7.4959210180169225E-2</c:v>
                </c:pt>
                <c:pt idx="3610">
                  <c:v>7.4978376573180613E-2</c:v>
                </c:pt>
                <c:pt idx="3611">
                  <c:v>7.4993243858365741E-2</c:v>
                </c:pt>
                <c:pt idx="3612">
                  <c:v>7.500716799537889E-2</c:v>
                </c:pt>
                <c:pt idx="3613">
                  <c:v>7.5021255856346392E-2</c:v>
                </c:pt>
                <c:pt idx="3614">
                  <c:v>7.5042493947640107E-2</c:v>
                </c:pt>
                <c:pt idx="3615">
                  <c:v>7.5063332524927875E-2</c:v>
                </c:pt>
                <c:pt idx="3616">
                  <c:v>7.5065134572707082E-2</c:v>
                </c:pt>
                <c:pt idx="3617">
                  <c:v>7.5084108664179819E-2</c:v>
                </c:pt>
                <c:pt idx="3618">
                  <c:v>7.5087125937789143E-2</c:v>
                </c:pt>
                <c:pt idx="3619">
                  <c:v>7.5095295941415174E-2</c:v>
                </c:pt>
                <c:pt idx="3620">
                  <c:v>7.5100067898198092E-2</c:v>
                </c:pt>
                <c:pt idx="3621">
                  <c:v>7.5101655801948441E-2</c:v>
                </c:pt>
                <c:pt idx="3622">
                  <c:v>7.5104574568317164E-2</c:v>
                </c:pt>
                <c:pt idx="3623">
                  <c:v>7.5140039826526173E-2</c:v>
                </c:pt>
                <c:pt idx="3624">
                  <c:v>7.5151970392537765E-2</c:v>
                </c:pt>
                <c:pt idx="3625">
                  <c:v>7.5157347555625351E-2</c:v>
                </c:pt>
                <c:pt idx="3626">
                  <c:v>7.5164862359608509E-2</c:v>
                </c:pt>
                <c:pt idx="3627">
                  <c:v>7.5185213620918206E-2</c:v>
                </c:pt>
                <c:pt idx="3628">
                  <c:v>7.5191118825601727E-2</c:v>
                </c:pt>
                <c:pt idx="3629">
                  <c:v>7.5193972281188695E-2</c:v>
                </c:pt>
                <c:pt idx="3630">
                  <c:v>7.5197457880756671E-2</c:v>
                </c:pt>
                <c:pt idx="3631">
                  <c:v>7.5209225780008521E-2</c:v>
                </c:pt>
                <c:pt idx="3632">
                  <c:v>7.5236913160690519E-2</c:v>
                </c:pt>
                <c:pt idx="3633">
                  <c:v>7.5244482658106945E-2</c:v>
                </c:pt>
                <c:pt idx="3634">
                  <c:v>7.52735309798543E-2</c:v>
                </c:pt>
                <c:pt idx="3635">
                  <c:v>7.5275934080298201E-2</c:v>
                </c:pt>
                <c:pt idx="3636">
                  <c:v>7.5306579808820259E-2</c:v>
                </c:pt>
                <c:pt idx="3637">
                  <c:v>7.5307169888442035E-2</c:v>
                </c:pt>
                <c:pt idx="3638">
                  <c:v>7.5328176299376368E-2</c:v>
                </c:pt>
                <c:pt idx="3639">
                  <c:v>7.5341179965689509E-2</c:v>
                </c:pt>
                <c:pt idx="3640">
                  <c:v>7.535688805653129E-2</c:v>
                </c:pt>
                <c:pt idx="3641">
                  <c:v>7.5373526396431717E-2</c:v>
                </c:pt>
                <c:pt idx="3642">
                  <c:v>7.5382418521523123E-2</c:v>
                </c:pt>
                <c:pt idx="3643">
                  <c:v>7.5384786738471793E-2</c:v>
                </c:pt>
                <c:pt idx="3644">
                  <c:v>7.5385324673733003E-2</c:v>
                </c:pt>
                <c:pt idx="3645">
                  <c:v>7.5394186076983019E-2</c:v>
                </c:pt>
                <c:pt idx="3646">
                  <c:v>7.5397519327045068E-2</c:v>
                </c:pt>
                <c:pt idx="3647">
                  <c:v>7.5404152056058202E-2</c:v>
                </c:pt>
                <c:pt idx="3648">
                  <c:v>7.5411726183833891E-2</c:v>
                </c:pt>
                <c:pt idx="3649">
                  <c:v>7.543949184105192E-2</c:v>
                </c:pt>
                <c:pt idx="3650">
                  <c:v>7.5446030804101921E-2</c:v>
                </c:pt>
                <c:pt idx="3651">
                  <c:v>7.5461806311275109E-2</c:v>
                </c:pt>
                <c:pt idx="3652">
                  <c:v>7.5477497875885466E-2</c:v>
                </c:pt>
                <c:pt idx="3653">
                  <c:v>7.548989544848371E-2</c:v>
                </c:pt>
                <c:pt idx="3654">
                  <c:v>7.550078595094338E-2</c:v>
                </c:pt>
                <c:pt idx="3655">
                  <c:v>7.5518510266918207E-2</c:v>
                </c:pt>
                <c:pt idx="3656">
                  <c:v>7.5520823484284572E-2</c:v>
                </c:pt>
                <c:pt idx="3657">
                  <c:v>7.5538001787238046E-2</c:v>
                </c:pt>
                <c:pt idx="3658">
                  <c:v>7.5538926711838039E-2</c:v>
                </c:pt>
                <c:pt idx="3659">
                  <c:v>7.55418994362725E-2</c:v>
                </c:pt>
                <c:pt idx="3660">
                  <c:v>7.5565072261212396E-2</c:v>
                </c:pt>
                <c:pt idx="3661">
                  <c:v>7.5570716182504286E-2</c:v>
                </c:pt>
                <c:pt idx="3662">
                  <c:v>7.5577382276887359E-2</c:v>
                </c:pt>
                <c:pt idx="3663">
                  <c:v>7.5586774275071988E-2</c:v>
                </c:pt>
                <c:pt idx="3664">
                  <c:v>7.5591365560137166E-2</c:v>
                </c:pt>
                <c:pt idx="3665">
                  <c:v>7.5631331903667318E-2</c:v>
                </c:pt>
                <c:pt idx="3666">
                  <c:v>7.5650991705271398E-2</c:v>
                </c:pt>
                <c:pt idx="3667">
                  <c:v>7.5670652737681643E-2</c:v>
                </c:pt>
                <c:pt idx="3668">
                  <c:v>7.568824390161133E-2</c:v>
                </c:pt>
                <c:pt idx="3669">
                  <c:v>7.5695088122365334E-2</c:v>
                </c:pt>
                <c:pt idx="3670">
                  <c:v>7.5702791228659388E-2</c:v>
                </c:pt>
                <c:pt idx="3671">
                  <c:v>7.570789312706562E-2</c:v>
                </c:pt>
                <c:pt idx="3672">
                  <c:v>7.571273788072154E-2</c:v>
                </c:pt>
                <c:pt idx="3673">
                  <c:v>7.5718029834792741E-2</c:v>
                </c:pt>
                <c:pt idx="3674">
                  <c:v>7.5728340136711272E-2</c:v>
                </c:pt>
                <c:pt idx="3675">
                  <c:v>7.5729159467675819E-2</c:v>
                </c:pt>
                <c:pt idx="3676">
                  <c:v>7.5744489608556148E-2</c:v>
                </c:pt>
                <c:pt idx="3677">
                  <c:v>7.5745605273297836E-2</c:v>
                </c:pt>
                <c:pt idx="3678">
                  <c:v>7.5764476575273909E-2</c:v>
                </c:pt>
                <c:pt idx="3679">
                  <c:v>7.577876127205177E-2</c:v>
                </c:pt>
                <c:pt idx="3680">
                  <c:v>7.5785294917192533E-2</c:v>
                </c:pt>
                <c:pt idx="3681">
                  <c:v>7.5794405915864421E-2</c:v>
                </c:pt>
                <c:pt idx="3682">
                  <c:v>7.5805946389142995E-2</c:v>
                </c:pt>
                <c:pt idx="3683">
                  <c:v>7.5809949046592093E-2</c:v>
                </c:pt>
                <c:pt idx="3684">
                  <c:v>7.5818287483150101E-2</c:v>
                </c:pt>
                <c:pt idx="3685">
                  <c:v>7.5821224788093347E-2</c:v>
                </c:pt>
                <c:pt idx="3686">
                  <c:v>7.5821315060173852E-2</c:v>
                </c:pt>
                <c:pt idx="3687">
                  <c:v>7.582365891931267E-2</c:v>
                </c:pt>
                <c:pt idx="3688">
                  <c:v>7.5825716276358895E-2</c:v>
                </c:pt>
                <c:pt idx="3689">
                  <c:v>7.5825956263527464E-2</c:v>
                </c:pt>
                <c:pt idx="3690">
                  <c:v>7.5837730414852936E-2</c:v>
                </c:pt>
                <c:pt idx="3691">
                  <c:v>7.5850539886723592E-2</c:v>
                </c:pt>
                <c:pt idx="3692">
                  <c:v>7.5871107752338462E-2</c:v>
                </c:pt>
                <c:pt idx="3693">
                  <c:v>7.5874301396223143E-2</c:v>
                </c:pt>
                <c:pt idx="3694">
                  <c:v>7.5885568943515447E-2</c:v>
                </c:pt>
                <c:pt idx="3695">
                  <c:v>7.5900815234961908E-2</c:v>
                </c:pt>
                <c:pt idx="3696">
                  <c:v>7.5908955606760378E-2</c:v>
                </c:pt>
                <c:pt idx="3697">
                  <c:v>7.5909838943833408E-2</c:v>
                </c:pt>
                <c:pt idx="3698">
                  <c:v>7.5925914837637776E-2</c:v>
                </c:pt>
                <c:pt idx="3699">
                  <c:v>7.5939935617925558E-2</c:v>
                </c:pt>
                <c:pt idx="3700">
                  <c:v>7.5962557422555144E-2</c:v>
                </c:pt>
                <c:pt idx="3701">
                  <c:v>7.5963593992212003E-2</c:v>
                </c:pt>
                <c:pt idx="3702">
                  <c:v>7.596420158168124E-2</c:v>
                </c:pt>
                <c:pt idx="3703">
                  <c:v>7.5964627010841779E-2</c:v>
                </c:pt>
                <c:pt idx="3704">
                  <c:v>7.5979604998083011E-2</c:v>
                </c:pt>
                <c:pt idx="3705">
                  <c:v>7.5984470034083193E-2</c:v>
                </c:pt>
                <c:pt idx="3706">
                  <c:v>7.5987511375728498E-2</c:v>
                </c:pt>
                <c:pt idx="3707">
                  <c:v>7.6007173244447557E-2</c:v>
                </c:pt>
                <c:pt idx="3708">
                  <c:v>7.6012266760704258E-2</c:v>
                </c:pt>
                <c:pt idx="3709">
                  <c:v>7.6037848533125452E-2</c:v>
                </c:pt>
                <c:pt idx="3710">
                  <c:v>7.6041522064180231E-2</c:v>
                </c:pt>
                <c:pt idx="3711">
                  <c:v>7.6058845770201985E-2</c:v>
                </c:pt>
                <c:pt idx="3712">
                  <c:v>7.6060323193315779E-2</c:v>
                </c:pt>
                <c:pt idx="3713">
                  <c:v>7.6066439123297552E-2</c:v>
                </c:pt>
                <c:pt idx="3714">
                  <c:v>7.6080198812447181E-2</c:v>
                </c:pt>
                <c:pt idx="3715">
                  <c:v>7.6088617087589308E-2</c:v>
                </c:pt>
                <c:pt idx="3716">
                  <c:v>7.6093353699657321E-2</c:v>
                </c:pt>
                <c:pt idx="3717">
                  <c:v>7.6108530394756305E-2</c:v>
                </c:pt>
                <c:pt idx="3718">
                  <c:v>7.611285262566761E-2</c:v>
                </c:pt>
                <c:pt idx="3719">
                  <c:v>7.6114971531367565E-2</c:v>
                </c:pt>
                <c:pt idx="3720">
                  <c:v>7.6122839297033854E-2</c:v>
                </c:pt>
                <c:pt idx="3721">
                  <c:v>7.6163229263714535E-2</c:v>
                </c:pt>
                <c:pt idx="3722">
                  <c:v>7.6176487255284406E-2</c:v>
                </c:pt>
                <c:pt idx="3723">
                  <c:v>7.6181765946993399E-2</c:v>
                </c:pt>
                <c:pt idx="3724">
                  <c:v>7.6193047894028851E-2</c:v>
                </c:pt>
                <c:pt idx="3725">
                  <c:v>7.6193951494310644E-2</c:v>
                </c:pt>
                <c:pt idx="3726">
                  <c:v>7.6217955212203398E-2</c:v>
                </c:pt>
                <c:pt idx="3727">
                  <c:v>7.6224362328762146E-2</c:v>
                </c:pt>
                <c:pt idx="3728">
                  <c:v>7.6230742051935876E-2</c:v>
                </c:pt>
                <c:pt idx="3729">
                  <c:v>7.6238081363961346E-2</c:v>
                </c:pt>
                <c:pt idx="3730">
                  <c:v>7.6241093048825648E-2</c:v>
                </c:pt>
                <c:pt idx="3731">
                  <c:v>7.6249730696710857E-2</c:v>
                </c:pt>
                <c:pt idx="3732">
                  <c:v>7.6258667594692395E-2</c:v>
                </c:pt>
                <c:pt idx="3733">
                  <c:v>7.6258731158210108E-2</c:v>
                </c:pt>
                <c:pt idx="3734">
                  <c:v>7.6262363706709829E-2</c:v>
                </c:pt>
                <c:pt idx="3735">
                  <c:v>7.6278884595400831E-2</c:v>
                </c:pt>
                <c:pt idx="3736">
                  <c:v>7.6290360133789301E-2</c:v>
                </c:pt>
                <c:pt idx="3737">
                  <c:v>7.6299377657396625E-2</c:v>
                </c:pt>
                <c:pt idx="3738">
                  <c:v>7.6318358792388935E-2</c:v>
                </c:pt>
                <c:pt idx="3739">
                  <c:v>7.6318369439869513E-2</c:v>
                </c:pt>
                <c:pt idx="3740">
                  <c:v>7.6319874960501868E-2</c:v>
                </c:pt>
                <c:pt idx="3741">
                  <c:v>7.632266143449247E-2</c:v>
                </c:pt>
                <c:pt idx="3742">
                  <c:v>7.6327331742680748E-2</c:v>
                </c:pt>
                <c:pt idx="3743">
                  <c:v>7.6327735982014921E-2</c:v>
                </c:pt>
                <c:pt idx="3744">
                  <c:v>7.6329546069287393E-2</c:v>
                </c:pt>
                <c:pt idx="3745">
                  <c:v>7.6344199118636907E-2</c:v>
                </c:pt>
                <c:pt idx="3746">
                  <c:v>7.6344202154998431E-2</c:v>
                </c:pt>
                <c:pt idx="3747">
                  <c:v>7.6356147957819295E-2</c:v>
                </c:pt>
                <c:pt idx="3748">
                  <c:v>7.6356932745796913E-2</c:v>
                </c:pt>
                <c:pt idx="3749">
                  <c:v>7.6358617886370134E-2</c:v>
                </c:pt>
                <c:pt idx="3750">
                  <c:v>7.6376910517283972E-2</c:v>
                </c:pt>
                <c:pt idx="3751">
                  <c:v>7.6383523613909793E-2</c:v>
                </c:pt>
                <c:pt idx="3752">
                  <c:v>7.6400082554306789E-2</c:v>
                </c:pt>
                <c:pt idx="3753">
                  <c:v>7.6404542441399381E-2</c:v>
                </c:pt>
                <c:pt idx="3754">
                  <c:v>7.6409975622163229E-2</c:v>
                </c:pt>
                <c:pt idx="3755">
                  <c:v>7.6421612628892077E-2</c:v>
                </c:pt>
                <c:pt idx="3756">
                  <c:v>7.6429696490829452E-2</c:v>
                </c:pt>
                <c:pt idx="3757">
                  <c:v>7.6432496422342136E-2</c:v>
                </c:pt>
                <c:pt idx="3758">
                  <c:v>7.646109120162177E-2</c:v>
                </c:pt>
                <c:pt idx="3759">
                  <c:v>7.6466987218430815E-2</c:v>
                </c:pt>
                <c:pt idx="3760">
                  <c:v>7.6471754236257891E-2</c:v>
                </c:pt>
                <c:pt idx="3761">
                  <c:v>7.6475462315527917E-2</c:v>
                </c:pt>
                <c:pt idx="3762">
                  <c:v>7.6492147892806645E-2</c:v>
                </c:pt>
                <c:pt idx="3763">
                  <c:v>7.6496869728720038E-2</c:v>
                </c:pt>
                <c:pt idx="3764">
                  <c:v>7.6505653329345294E-2</c:v>
                </c:pt>
                <c:pt idx="3765">
                  <c:v>7.6516173530246728E-2</c:v>
                </c:pt>
                <c:pt idx="3766">
                  <c:v>7.6516298928972465E-2</c:v>
                </c:pt>
                <c:pt idx="3767">
                  <c:v>7.6546090883449519E-2</c:v>
                </c:pt>
                <c:pt idx="3768">
                  <c:v>7.65477603959E-2</c:v>
                </c:pt>
                <c:pt idx="3769">
                  <c:v>7.6566841657839085E-2</c:v>
                </c:pt>
                <c:pt idx="3770">
                  <c:v>7.657711000273254E-2</c:v>
                </c:pt>
                <c:pt idx="3771">
                  <c:v>7.6593670897098995E-2</c:v>
                </c:pt>
                <c:pt idx="3772">
                  <c:v>7.659460296430623E-2</c:v>
                </c:pt>
                <c:pt idx="3773">
                  <c:v>7.659991785155755E-2</c:v>
                </c:pt>
                <c:pt idx="3774">
                  <c:v>7.6605941037810238E-2</c:v>
                </c:pt>
                <c:pt idx="3775">
                  <c:v>7.6610379322745975E-2</c:v>
                </c:pt>
                <c:pt idx="3776">
                  <c:v>7.663082301433978E-2</c:v>
                </c:pt>
                <c:pt idx="3777">
                  <c:v>7.6639141469056718E-2</c:v>
                </c:pt>
                <c:pt idx="3778">
                  <c:v>7.6639562674887293E-2</c:v>
                </c:pt>
                <c:pt idx="3779">
                  <c:v>7.6642326475463901E-2</c:v>
                </c:pt>
                <c:pt idx="3780">
                  <c:v>7.6645776220367431E-2</c:v>
                </c:pt>
                <c:pt idx="3781">
                  <c:v>7.6648244388184225E-2</c:v>
                </c:pt>
                <c:pt idx="3782">
                  <c:v>7.6656943787734494E-2</c:v>
                </c:pt>
                <c:pt idx="3783">
                  <c:v>7.6675222632848289E-2</c:v>
                </c:pt>
                <c:pt idx="3784">
                  <c:v>7.668933111155854E-2</c:v>
                </c:pt>
                <c:pt idx="3785">
                  <c:v>7.6692504039330464E-2</c:v>
                </c:pt>
                <c:pt idx="3786">
                  <c:v>7.6702292663903229E-2</c:v>
                </c:pt>
                <c:pt idx="3787">
                  <c:v>7.6714860258106171E-2</c:v>
                </c:pt>
                <c:pt idx="3788">
                  <c:v>7.6718054817109013E-2</c:v>
                </c:pt>
                <c:pt idx="3789">
                  <c:v>7.6739067875664785E-2</c:v>
                </c:pt>
                <c:pt idx="3790">
                  <c:v>7.6755990159390594E-2</c:v>
                </c:pt>
                <c:pt idx="3791">
                  <c:v>7.6787819307054903E-2</c:v>
                </c:pt>
                <c:pt idx="3792">
                  <c:v>7.679137383331347E-2</c:v>
                </c:pt>
                <c:pt idx="3793">
                  <c:v>7.6793706675550993E-2</c:v>
                </c:pt>
                <c:pt idx="3794">
                  <c:v>7.6812123171177582E-2</c:v>
                </c:pt>
                <c:pt idx="3795">
                  <c:v>7.6821528049339227E-2</c:v>
                </c:pt>
                <c:pt idx="3796">
                  <c:v>7.6830811911520039E-2</c:v>
                </c:pt>
                <c:pt idx="3797">
                  <c:v>7.6832555790502577E-2</c:v>
                </c:pt>
                <c:pt idx="3798">
                  <c:v>7.6845102484978126E-2</c:v>
                </c:pt>
                <c:pt idx="3799">
                  <c:v>7.6856380579855554E-2</c:v>
                </c:pt>
                <c:pt idx="3800">
                  <c:v>7.685701346211643E-2</c:v>
                </c:pt>
                <c:pt idx="3801">
                  <c:v>7.6865321335614842E-2</c:v>
                </c:pt>
                <c:pt idx="3802">
                  <c:v>7.6866855989194321E-2</c:v>
                </c:pt>
                <c:pt idx="3803">
                  <c:v>7.6871630236243604E-2</c:v>
                </c:pt>
                <c:pt idx="3804">
                  <c:v>7.6874162512912306E-2</c:v>
                </c:pt>
                <c:pt idx="3805">
                  <c:v>7.6875882674891788E-2</c:v>
                </c:pt>
                <c:pt idx="3806">
                  <c:v>7.6931728467840854E-2</c:v>
                </c:pt>
                <c:pt idx="3807">
                  <c:v>7.6932874966748416E-2</c:v>
                </c:pt>
                <c:pt idx="3808">
                  <c:v>7.6933100161732118E-2</c:v>
                </c:pt>
                <c:pt idx="3809">
                  <c:v>7.6933606553075462E-2</c:v>
                </c:pt>
                <c:pt idx="3810">
                  <c:v>7.694875644382447E-2</c:v>
                </c:pt>
                <c:pt idx="3811">
                  <c:v>7.6957353177922586E-2</c:v>
                </c:pt>
                <c:pt idx="3812">
                  <c:v>7.6963709578933406E-2</c:v>
                </c:pt>
                <c:pt idx="3813">
                  <c:v>7.6987089571082593E-2</c:v>
                </c:pt>
                <c:pt idx="3814">
                  <c:v>7.7015182930847526E-2</c:v>
                </c:pt>
                <c:pt idx="3815">
                  <c:v>7.7022321013948264E-2</c:v>
                </c:pt>
                <c:pt idx="3816">
                  <c:v>7.7025448281190914E-2</c:v>
                </c:pt>
                <c:pt idx="3817">
                  <c:v>7.7025557810159656E-2</c:v>
                </c:pt>
                <c:pt idx="3818">
                  <c:v>7.7041562658155122E-2</c:v>
                </c:pt>
                <c:pt idx="3819">
                  <c:v>7.7049879485430933E-2</c:v>
                </c:pt>
                <c:pt idx="3820">
                  <c:v>7.7079510162107623E-2</c:v>
                </c:pt>
                <c:pt idx="3821">
                  <c:v>7.7088837277179537E-2</c:v>
                </c:pt>
                <c:pt idx="3822">
                  <c:v>7.7089108371444892E-2</c:v>
                </c:pt>
                <c:pt idx="3823">
                  <c:v>7.7096154765727593E-2</c:v>
                </c:pt>
                <c:pt idx="3824">
                  <c:v>7.7109032187282323E-2</c:v>
                </c:pt>
                <c:pt idx="3825">
                  <c:v>7.7119547820965487E-2</c:v>
                </c:pt>
                <c:pt idx="3826">
                  <c:v>7.7131276135468566E-2</c:v>
                </c:pt>
                <c:pt idx="3827">
                  <c:v>7.7134332200966896E-2</c:v>
                </c:pt>
                <c:pt idx="3828">
                  <c:v>7.7180337339652488E-2</c:v>
                </c:pt>
                <c:pt idx="3829">
                  <c:v>7.7193001252401194E-2</c:v>
                </c:pt>
                <c:pt idx="3830">
                  <c:v>7.719551314075368E-2</c:v>
                </c:pt>
                <c:pt idx="3831">
                  <c:v>7.7197721162972077E-2</c:v>
                </c:pt>
                <c:pt idx="3832">
                  <c:v>7.72081060540553E-2</c:v>
                </c:pt>
                <c:pt idx="3833">
                  <c:v>7.72214805610872E-2</c:v>
                </c:pt>
                <c:pt idx="3834">
                  <c:v>7.7229069799154809E-2</c:v>
                </c:pt>
                <c:pt idx="3835">
                  <c:v>7.7232540257062665E-2</c:v>
                </c:pt>
                <c:pt idx="3836">
                  <c:v>7.7238424594823593E-2</c:v>
                </c:pt>
                <c:pt idx="3837">
                  <c:v>7.7253120502020475E-2</c:v>
                </c:pt>
                <c:pt idx="3838">
                  <c:v>7.7261483250824298E-2</c:v>
                </c:pt>
                <c:pt idx="3839">
                  <c:v>7.7264924759717718E-2</c:v>
                </c:pt>
                <c:pt idx="3840">
                  <c:v>7.7265312008063358E-2</c:v>
                </c:pt>
                <c:pt idx="3841">
                  <c:v>7.726933556935317E-2</c:v>
                </c:pt>
                <c:pt idx="3842">
                  <c:v>7.7281863906277448E-2</c:v>
                </c:pt>
                <c:pt idx="3843">
                  <c:v>7.7288281933894504E-2</c:v>
                </c:pt>
                <c:pt idx="3844">
                  <c:v>7.7298004827937042E-2</c:v>
                </c:pt>
                <c:pt idx="3845">
                  <c:v>7.7302334274714432E-2</c:v>
                </c:pt>
                <c:pt idx="3846">
                  <c:v>7.7339958858219676E-2</c:v>
                </c:pt>
                <c:pt idx="3847">
                  <c:v>7.7347691300779814E-2</c:v>
                </c:pt>
                <c:pt idx="3848">
                  <c:v>7.7353314610385207E-2</c:v>
                </c:pt>
                <c:pt idx="3849">
                  <c:v>7.7360733833927831E-2</c:v>
                </c:pt>
                <c:pt idx="3850">
                  <c:v>7.736492874349403E-2</c:v>
                </c:pt>
                <c:pt idx="3851">
                  <c:v>7.7382246957342388E-2</c:v>
                </c:pt>
                <c:pt idx="3852">
                  <c:v>7.7382438883897481E-2</c:v>
                </c:pt>
                <c:pt idx="3853">
                  <c:v>7.7406391089234639E-2</c:v>
                </c:pt>
                <c:pt idx="3854">
                  <c:v>7.7408602176896518E-2</c:v>
                </c:pt>
                <c:pt idx="3855">
                  <c:v>7.7433185500451973E-2</c:v>
                </c:pt>
                <c:pt idx="3856">
                  <c:v>7.744056931659235E-2</c:v>
                </c:pt>
                <c:pt idx="3857">
                  <c:v>7.7447150042803919E-2</c:v>
                </c:pt>
                <c:pt idx="3858">
                  <c:v>7.7456634635426264E-2</c:v>
                </c:pt>
                <c:pt idx="3859">
                  <c:v>7.7470313774080951E-2</c:v>
                </c:pt>
                <c:pt idx="3860">
                  <c:v>7.7474628095776515E-2</c:v>
                </c:pt>
                <c:pt idx="3861">
                  <c:v>7.7475668607870612E-2</c:v>
                </c:pt>
                <c:pt idx="3862">
                  <c:v>7.7514019084319513E-2</c:v>
                </c:pt>
                <c:pt idx="3863">
                  <c:v>7.7535001962644054E-2</c:v>
                </c:pt>
                <c:pt idx="3864">
                  <c:v>7.7544853606676012E-2</c:v>
                </c:pt>
                <c:pt idx="3865">
                  <c:v>7.7550512293785859E-2</c:v>
                </c:pt>
                <c:pt idx="3866">
                  <c:v>7.7551141198921092E-2</c:v>
                </c:pt>
                <c:pt idx="3867">
                  <c:v>7.7555531873449227E-2</c:v>
                </c:pt>
                <c:pt idx="3868">
                  <c:v>7.7560737877319597E-2</c:v>
                </c:pt>
                <c:pt idx="3869">
                  <c:v>7.7567702295222751E-2</c:v>
                </c:pt>
                <c:pt idx="3870">
                  <c:v>7.7574803817742843E-2</c:v>
                </c:pt>
                <c:pt idx="3871">
                  <c:v>7.7602077079847759E-2</c:v>
                </c:pt>
                <c:pt idx="3872">
                  <c:v>7.7617665984602596E-2</c:v>
                </c:pt>
                <c:pt idx="3873">
                  <c:v>7.7624354082314773E-2</c:v>
                </c:pt>
                <c:pt idx="3874">
                  <c:v>7.7632844444532376E-2</c:v>
                </c:pt>
                <c:pt idx="3875">
                  <c:v>7.7635386529346095E-2</c:v>
                </c:pt>
                <c:pt idx="3876">
                  <c:v>7.7637953315760913E-2</c:v>
                </c:pt>
                <c:pt idx="3877">
                  <c:v>7.7640842217611736E-2</c:v>
                </c:pt>
                <c:pt idx="3878">
                  <c:v>7.7642348167117903E-2</c:v>
                </c:pt>
                <c:pt idx="3879">
                  <c:v>7.7647620121454403E-2</c:v>
                </c:pt>
                <c:pt idx="3880">
                  <c:v>7.7659163676411E-2</c:v>
                </c:pt>
                <c:pt idx="3881">
                  <c:v>7.7674713908186019E-2</c:v>
                </c:pt>
                <c:pt idx="3882">
                  <c:v>7.7695817029073549E-2</c:v>
                </c:pt>
                <c:pt idx="3883">
                  <c:v>7.7745180408322317E-2</c:v>
                </c:pt>
                <c:pt idx="3884">
                  <c:v>7.7770892166391908E-2</c:v>
                </c:pt>
                <c:pt idx="3885">
                  <c:v>7.7790740101906675E-2</c:v>
                </c:pt>
                <c:pt idx="3886">
                  <c:v>7.7793013926630683E-2</c:v>
                </c:pt>
                <c:pt idx="3887">
                  <c:v>7.7809576173830386E-2</c:v>
                </c:pt>
                <c:pt idx="3888">
                  <c:v>7.7822575196528368E-2</c:v>
                </c:pt>
                <c:pt idx="3889">
                  <c:v>7.7839376689843309E-2</c:v>
                </c:pt>
                <c:pt idx="3890">
                  <c:v>7.78418222529913E-2</c:v>
                </c:pt>
                <c:pt idx="3891">
                  <c:v>7.7851493797189239E-2</c:v>
                </c:pt>
                <c:pt idx="3892">
                  <c:v>7.7852950407390556E-2</c:v>
                </c:pt>
                <c:pt idx="3893">
                  <c:v>7.7858523866641355E-2</c:v>
                </c:pt>
                <c:pt idx="3894">
                  <c:v>7.7867993848985378E-2</c:v>
                </c:pt>
                <c:pt idx="3895">
                  <c:v>7.7870987714497353E-2</c:v>
                </c:pt>
                <c:pt idx="3896">
                  <c:v>7.7873359385505714E-2</c:v>
                </c:pt>
                <c:pt idx="3897">
                  <c:v>7.7887063589075475E-2</c:v>
                </c:pt>
                <c:pt idx="3898">
                  <c:v>7.7889162085727534E-2</c:v>
                </c:pt>
                <c:pt idx="3899">
                  <c:v>7.7898445849670803E-2</c:v>
                </c:pt>
                <c:pt idx="3900">
                  <c:v>7.790170056302026E-2</c:v>
                </c:pt>
                <c:pt idx="3901">
                  <c:v>7.7905358956703044E-2</c:v>
                </c:pt>
                <c:pt idx="3902">
                  <c:v>7.790665131048144E-2</c:v>
                </c:pt>
                <c:pt idx="3903">
                  <c:v>7.7909688985910497E-2</c:v>
                </c:pt>
                <c:pt idx="3904">
                  <c:v>7.7912462626432602E-2</c:v>
                </c:pt>
                <c:pt idx="3905">
                  <c:v>7.7912532885222249E-2</c:v>
                </c:pt>
                <c:pt idx="3906">
                  <c:v>7.7967453042641244E-2</c:v>
                </c:pt>
                <c:pt idx="3907">
                  <c:v>7.7973613881528472E-2</c:v>
                </c:pt>
                <c:pt idx="3908">
                  <c:v>7.7982496331925805E-2</c:v>
                </c:pt>
                <c:pt idx="3909">
                  <c:v>7.7983323341108635E-2</c:v>
                </c:pt>
                <c:pt idx="3910">
                  <c:v>7.7985662860354299E-2</c:v>
                </c:pt>
                <c:pt idx="3911">
                  <c:v>7.7991113593908451E-2</c:v>
                </c:pt>
                <c:pt idx="3912">
                  <c:v>7.7998296544692647E-2</c:v>
                </c:pt>
                <c:pt idx="3913">
                  <c:v>7.8002550870343815E-2</c:v>
                </c:pt>
                <c:pt idx="3914">
                  <c:v>7.8019885872190178E-2</c:v>
                </c:pt>
                <c:pt idx="3915">
                  <c:v>7.8028879997200665E-2</c:v>
                </c:pt>
                <c:pt idx="3916">
                  <c:v>7.8029325968970664E-2</c:v>
                </c:pt>
                <c:pt idx="3917">
                  <c:v>7.8046204296027183E-2</c:v>
                </c:pt>
                <c:pt idx="3918">
                  <c:v>7.8046809403763392E-2</c:v>
                </c:pt>
                <c:pt idx="3919">
                  <c:v>7.8056788897096024E-2</c:v>
                </c:pt>
                <c:pt idx="3920">
                  <c:v>7.8066703436590307E-2</c:v>
                </c:pt>
                <c:pt idx="3921">
                  <c:v>7.8081797716605283E-2</c:v>
                </c:pt>
                <c:pt idx="3922">
                  <c:v>7.8088266226867389E-2</c:v>
                </c:pt>
                <c:pt idx="3923">
                  <c:v>7.8102634193811707E-2</c:v>
                </c:pt>
                <c:pt idx="3924">
                  <c:v>7.8111933370791753E-2</c:v>
                </c:pt>
                <c:pt idx="3925">
                  <c:v>7.8114251797111581E-2</c:v>
                </c:pt>
                <c:pt idx="3926">
                  <c:v>7.8120583533028878E-2</c:v>
                </c:pt>
                <c:pt idx="3927">
                  <c:v>7.8127314702796824E-2</c:v>
                </c:pt>
                <c:pt idx="3928">
                  <c:v>7.8136896337497624E-2</c:v>
                </c:pt>
                <c:pt idx="3929">
                  <c:v>7.8166056867280953E-2</c:v>
                </c:pt>
                <c:pt idx="3930">
                  <c:v>7.8167208224848392E-2</c:v>
                </c:pt>
                <c:pt idx="3931">
                  <c:v>7.817023816967969E-2</c:v>
                </c:pt>
                <c:pt idx="3932">
                  <c:v>7.8175477025314383E-2</c:v>
                </c:pt>
                <c:pt idx="3933">
                  <c:v>7.8177199636104713E-2</c:v>
                </c:pt>
                <c:pt idx="3934">
                  <c:v>7.8185173930351931E-2</c:v>
                </c:pt>
                <c:pt idx="3935">
                  <c:v>7.819812559452588E-2</c:v>
                </c:pt>
                <c:pt idx="3936">
                  <c:v>7.820438056340083E-2</c:v>
                </c:pt>
                <c:pt idx="3937">
                  <c:v>7.8210013837101341E-2</c:v>
                </c:pt>
                <c:pt idx="3938">
                  <c:v>7.8212220416437689E-2</c:v>
                </c:pt>
                <c:pt idx="3939">
                  <c:v>7.8213125608170425E-2</c:v>
                </c:pt>
                <c:pt idx="3940">
                  <c:v>7.8222904989886835E-2</c:v>
                </c:pt>
                <c:pt idx="3941">
                  <c:v>7.8224512213329406E-2</c:v>
                </c:pt>
                <c:pt idx="3942">
                  <c:v>7.8236526659757902E-2</c:v>
                </c:pt>
                <c:pt idx="3943">
                  <c:v>7.82471871510836E-2</c:v>
                </c:pt>
                <c:pt idx="3944">
                  <c:v>7.8257698237538725E-2</c:v>
                </c:pt>
                <c:pt idx="3945">
                  <c:v>7.8259707461777128E-2</c:v>
                </c:pt>
                <c:pt idx="3946">
                  <c:v>7.8260002621917776E-2</c:v>
                </c:pt>
                <c:pt idx="3947">
                  <c:v>7.8262462670875069E-2</c:v>
                </c:pt>
                <c:pt idx="3948">
                  <c:v>7.8267094538506776E-2</c:v>
                </c:pt>
                <c:pt idx="3949">
                  <c:v>7.8267685729984465E-2</c:v>
                </c:pt>
                <c:pt idx="3950">
                  <c:v>7.828426064796902E-2</c:v>
                </c:pt>
                <c:pt idx="3951">
                  <c:v>7.8303409092751963E-2</c:v>
                </c:pt>
                <c:pt idx="3952">
                  <c:v>7.8312502426587022E-2</c:v>
                </c:pt>
                <c:pt idx="3953">
                  <c:v>7.8332341606420372E-2</c:v>
                </c:pt>
                <c:pt idx="3954">
                  <c:v>7.83352781269962E-2</c:v>
                </c:pt>
                <c:pt idx="3955">
                  <c:v>7.8346738922566064E-2</c:v>
                </c:pt>
                <c:pt idx="3956">
                  <c:v>7.8394851279804431E-2</c:v>
                </c:pt>
                <c:pt idx="3957">
                  <c:v>7.8416774252004579E-2</c:v>
                </c:pt>
                <c:pt idx="3958">
                  <c:v>7.8417954628740974E-2</c:v>
                </c:pt>
                <c:pt idx="3959">
                  <c:v>7.8429429455914634E-2</c:v>
                </c:pt>
                <c:pt idx="3960">
                  <c:v>7.8451874155490792E-2</c:v>
                </c:pt>
                <c:pt idx="3961">
                  <c:v>7.8455631053710562E-2</c:v>
                </c:pt>
                <c:pt idx="3962">
                  <c:v>7.8497232671335571E-2</c:v>
                </c:pt>
                <c:pt idx="3963">
                  <c:v>7.8512742265274535E-2</c:v>
                </c:pt>
                <c:pt idx="3964">
                  <c:v>7.8513177646556187E-2</c:v>
                </c:pt>
                <c:pt idx="3965">
                  <c:v>7.8530570443386821E-2</c:v>
                </c:pt>
                <c:pt idx="3966">
                  <c:v>7.8538529809177374E-2</c:v>
                </c:pt>
                <c:pt idx="3967">
                  <c:v>7.8549934301339136E-2</c:v>
                </c:pt>
                <c:pt idx="3968">
                  <c:v>7.8552018174451538E-2</c:v>
                </c:pt>
                <c:pt idx="3969">
                  <c:v>7.8554045611785653E-2</c:v>
                </c:pt>
                <c:pt idx="3970">
                  <c:v>7.8562694571667452E-2</c:v>
                </c:pt>
                <c:pt idx="3971">
                  <c:v>7.8575714469793653E-2</c:v>
                </c:pt>
                <c:pt idx="3972">
                  <c:v>7.8576729314687316E-2</c:v>
                </c:pt>
                <c:pt idx="3973">
                  <c:v>7.8580689551815949E-2</c:v>
                </c:pt>
                <c:pt idx="3974">
                  <c:v>7.8585646134480353E-2</c:v>
                </c:pt>
                <c:pt idx="3975">
                  <c:v>7.8597941403731358E-2</c:v>
                </c:pt>
                <c:pt idx="3976">
                  <c:v>7.8610156039542231E-2</c:v>
                </c:pt>
                <c:pt idx="3977">
                  <c:v>7.8616887770292951E-2</c:v>
                </c:pt>
                <c:pt idx="3978">
                  <c:v>7.8617146824622411E-2</c:v>
                </c:pt>
                <c:pt idx="3979">
                  <c:v>7.8617530673170455E-2</c:v>
                </c:pt>
                <c:pt idx="3980">
                  <c:v>7.8634237875967072E-2</c:v>
                </c:pt>
                <c:pt idx="3981">
                  <c:v>7.8646826445973608E-2</c:v>
                </c:pt>
                <c:pt idx="3982">
                  <c:v>7.8658822829306904E-2</c:v>
                </c:pt>
                <c:pt idx="3983">
                  <c:v>7.8659441298154456E-2</c:v>
                </c:pt>
                <c:pt idx="3984">
                  <c:v>7.8703058807356355E-2</c:v>
                </c:pt>
                <c:pt idx="3985">
                  <c:v>7.8707264068261992E-2</c:v>
                </c:pt>
                <c:pt idx="3986">
                  <c:v>7.8708816405078208E-2</c:v>
                </c:pt>
                <c:pt idx="3987">
                  <c:v>7.8711314977164798E-2</c:v>
                </c:pt>
                <c:pt idx="3988">
                  <c:v>7.8717195396350803E-2</c:v>
                </c:pt>
                <c:pt idx="3989">
                  <c:v>7.8722917429653941E-2</c:v>
                </c:pt>
                <c:pt idx="3990">
                  <c:v>7.8725413421927889E-2</c:v>
                </c:pt>
                <c:pt idx="3991">
                  <c:v>7.8743574391787211E-2</c:v>
                </c:pt>
                <c:pt idx="3992">
                  <c:v>7.876438379545507E-2</c:v>
                </c:pt>
                <c:pt idx="3993">
                  <c:v>7.8769654673754685E-2</c:v>
                </c:pt>
                <c:pt idx="3994">
                  <c:v>7.8778243660282216E-2</c:v>
                </c:pt>
                <c:pt idx="3995">
                  <c:v>7.8784947945022832E-2</c:v>
                </c:pt>
                <c:pt idx="3996">
                  <c:v>7.8792036697646395E-2</c:v>
                </c:pt>
                <c:pt idx="3997">
                  <c:v>7.8793703509947077E-2</c:v>
                </c:pt>
                <c:pt idx="3998">
                  <c:v>7.8799216197273536E-2</c:v>
                </c:pt>
                <c:pt idx="3999">
                  <c:v>7.8805316633944411E-2</c:v>
                </c:pt>
                <c:pt idx="4000">
                  <c:v>7.8807941211486168E-2</c:v>
                </c:pt>
                <c:pt idx="4001">
                  <c:v>7.881456555228282E-2</c:v>
                </c:pt>
                <c:pt idx="4002">
                  <c:v>7.8833878416679895E-2</c:v>
                </c:pt>
                <c:pt idx="4003">
                  <c:v>7.8843539742220442E-2</c:v>
                </c:pt>
                <c:pt idx="4004">
                  <c:v>7.8855750765848096E-2</c:v>
                </c:pt>
                <c:pt idx="4005">
                  <c:v>7.8862493135788511E-2</c:v>
                </c:pt>
                <c:pt idx="4006">
                  <c:v>7.8894834392494034E-2</c:v>
                </c:pt>
                <c:pt idx="4007">
                  <c:v>7.8897659211048007E-2</c:v>
                </c:pt>
                <c:pt idx="4008">
                  <c:v>7.8898072767634206E-2</c:v>
                </c:pt>
                <c:pt idx="4009">
                  <c:v>7.8917505408799105E-2</c:v>
                </c:pt>
                <c:pt idx="4010">
                  <c:v>7.8921420840538936E-2</c:v>
                </c:pt>
                <c:pt idx="4011">
                  <c:v>7.8922102376256784E-2</c:v>
                </c:pt>
                <c:pt idx="4012">
                  <c:v>7.8929955287034476E-2</c:v>
                </c:pt>
                <c:pt idx="4013">
                  <c:v>7.893678451275718E-2</c:v>
                </c:pt>
                <c:pt idx="4014">
                  <c:v>7.8942270147069268E-2</c:v>
                </c:pt>
                <c:pt idx="4015">
                  <c:v>7.8980884821319527E-2</c:v>
                </c:pt>
                <c:pt idx="4016">
                  <c:v>7.8988541162293049E-2</c:v>
                </c:pt>
                <c:pt idx="4017">
                  <c:v>7.899564986122351E-2</c:v>
                </c:pt>
                <c:pt idx="4018">
                  <c:v>7.9007351929080524E-2</c:v>
                </c:pt>
                <c:pt idx="4019">
                  <c:v>7.9019635102720323E-2</c:v>
                </c:pt>
                <c:pt idx="4020">
                  <c:v>7.9053323033222184E-2</c:v>
                </c:pt>
                <c:pt idx="4021">
                  <c:v>7.9054134451892868E-2</c:v>
                </c:pt>
                <c:pt idx="4022">
                  <c:v>7.9058544003767509E-2</c:v>
                </c:pt>
                <c:pt idx="4023">
                  <c:v>7.9063110160171091E-2</c:v>
                </c:pt>
                <c:pt idx="4024">
                  <c:v>7.9068806275765346E-2</c:v>
                </c:pt>
                <c:pt idx="4025">
                  <c:v>7.9071479011732615E-2</c:v>
                </c:pt>
                <c:pt idx="4026">
                  <c:v>7.9072836885936526E-2</c:v>
                </c:pt>
                <c:pt idx="4027">
                  <c:v>7.9084044630622102E-2</c:v>
                </c:pt>
                <c:pt idx="4028">
                  <c:v>7.9110247492880273E-2</c:v>
                </c:pt>
                <c:pt idx="4029">
                  <c:v>7.9115362988731619E-2</c:v>
                </c:pt>
                <c:pt idx="4030">
                  <c:v>7.9125237355103101E-2</c:v>
                </c:pt>
                <c:pt idx="4031">
                  <c:v>7.9130849697549147E-2</c:v>
                </c:pt>
                <c:pt idx="4032">
                  <c:v>7.9139041514431976E-2</c:v>
                </c:pt>
                <c:pt idx="4033">
                  <c:v>7.9155764713799134E-2</c:v>
                </c:pt>
                <c:pt idx="4034">
                  <c:v>7.916322665694453E-2</c:v>
                </c:pt>
                <c:pt idx="4035">
                  <c:v>7.9163248697681418E-2</c:v>
                </c:pt>
                <c:pt idx="4036">
                  <c:v>7.916383596024032E-2</c:v>
                </c:pt>
                <c:pt idx="4037">
                  <c:v>7.9170132789249906E-2</c:v>
                </c:pt>
                <c:pt idx="4038">
                  <c:v>7.9174005320768945E-2</c:v>
                </c:pt>
                <c:pt idx="4039">
                  <c:v>7.9176835871803145E-2</c:v>
                </c:pt>
                <c:pt idx="4040">
                  <c:v>7.917934244787507E-2</c:v>
                </c:pt>
                <c:pt idx="4041">
                  <c:v>7.9193352978088868E-2</c:v>
                </c:pt>
                <c:pt idx="4042">
                  <c:v>7.9210082134856544E-2</c:v>
                </c:pt>
                <c:pt idx="4043">
                  <c:v>7.9218880147786511E-2</c:v>
                </c:pt>
                <c:pt idx="4044">
                  <c:v>7.9224101098354247E-2</c:v>
                </c:pt>
                <c:pt idx="4045">
                  <c:v>7.9234105787245601E-2</c:v>
                </c:pt>
                <c:pt idx="4046">
                  <c:v>7.9244457539325949E-2</c:v>
                </c:pt>
                <c:pt idx="4047">
                  <c:v>7.9264436190177728E-2</c:v>
                </c:pt>
                <c:pt idx="4048">
                  <c:v>7.9265581237228114E-2</c:v>
                </c:pt>
                <c:pt idx="4049">
                  <c:v>7.9268906012828044E-2</c:v>
                </c:pt>
                <c:pt idx="4050">
                  <c:v>7.9280761366026437E-2</c:v>
                </c:pt>
                <c:pt idx="4051">
                  <c:v>7.9281680305231167E-2</c:v>
                </c:pt>
                <c:pt idx="4052">
                  <c:v>7.9289213009073586E-2</c:v>
                </c:pt>
                <c:pt idx="4053">
                  <c:v>7.928925243806971E-2</c:v>
                </c:pt>
                <c:pt idx="4054">
                  <c:v>7.9309059838616497E-2</c:v>
                </c:pt>
                <c:pt idx="4055">
                  <c:v>7.9309472444354712E-2</c:v>
                </c:pt>
                <c:pt idx="4056">
                  <c:v>7.9309557923412516E-2</c:v>
                </c:pt>
                <c:pt idx="4057">
                  <c:v>7.9309690678941586E-2</c:v>
                </c:pt>
                <c:pt idx="4058">
                  <c:v>7.9312399769233113E-2</c:v>
                </c:pt>
                <c:pt idx="4059">
                  <c:v>7.9319495251246694E-2</c:v>
                </c:pt>
                <c:pt idx="4060">
                  <c:v>7.9325059913098475E-2</c:v>
                </c:pt>
                <c:pt idx="4061">
                  <c:v>7.9351639127284185E-2</c:v>
                </c:pt>
                <c:pt idx="4062">
                  <c:v>7.9351948603732583E-2</c:v>
                </c:pt>
                <c:pt idx="4063">
                  <c:v>7.9353825188499483E-2</c:v>
                </c:pt>
                <c:pt idx="4064">
                  <c:v>7.935616384613868E-2</c:v>
                </c:pt>
                <c:pt idx="4065">
                  <c:v>7.9374843658419361E-2</c:v>
                </c:pt>
                <c:pt idx="4066">
                  <c:v>7.9398298943456749E-2</c:v>
                </c:pt>
                <c:pt idx="4067">
                  <c:v>7.9401311879052486E-2</c:v>
                </c:pt>
                <c:pt idx="4068">
                  <c:v>7.9425222973295587E-2</c:v>
                </c:pt>
                <c:pt idx="4069">
                  <c:v>7.9443070854851833E-2</c:v>
                </c:pt>
                <c:pt idx="4070">
                  <c:v>7.9458339516114349E-2</c:v>
                </c:pt>
                <c:pt idx="4071">
                  <c:v>7.9490728501033905E-2</c:v>
                </c:pt>
                <c:pt idx="4072">
                  <c:v>7.9499399348917116E-2</c:v>
                </c:pt>
                <c:pt idx="4073">
                  <c:v>7.9508858710098801E-2</c:v>
                </c:pt>
                <c:pt idx="4074">
                  <c:v>7.9509723089435339E-2</c:v>
                </c:pt>
                <c:pt idx="4075">
                  <c:v>7.9524763263800938E-2</c:v>
                </c:pt>
                <c:pt idx="4076">
                  <c:v>7.9530219486196541E-2</c:v>
                </c:pt>
                <c:pt idx="4077">
                  <c:v>7.9539118032283709E-2</c:v>
                </c:pt>
                <c:pt idx="4078">
                  <c:v>7.9547859603142396E-2</c:v>
                </c:pt>
                <c:pt idx="4079">
                  <c:v>7.9553632173137309E-2</c:v>
                </c:pt>
                <c:pt idx="4080">
                  <c:v>7.9556622227884094E-2</c:v>
                </c:pt>
                <c:pt idx="4081">
                  <c:v>7.9561434137953052E-2</c:v>
                </c:pt>
                <c:pt idx="4082">
                  <c:v>7.9571169730812533E-2</c:v>
                </c:pt>
                <c:pt idx="4083">
                  <c:v>7.9572876485655433E-2</c:v>
                </c:pt>
                <c:pt idx="4084">
                  <c:v>7.9590359523043303E-2</c:v>
                </c:pt>
                <c:pt idx="4085">
                  <c:v>7.9649490327268035E-2</c:v>
                </c:pt>
                <c:pt idx="4086">
                  <c:v>7.9653076258807493E-2</c:v>
                </c:pt>
                <c:pt idx="4087">
                  <c:v>7.9653630321890601E-2</c:v>
                </c:pt>
                <c:pt idx="4088">
                  <c:v>7.9658190170164345E-2</c:v>
                </c:pt>
                <c:pt idx="4089">
                  <c:v>7.9659542386106244E-2</c:v>
                </c:pt>
                <c:pt idx="4090">
                  <c:v>7.9676021279869225E-2</c:v>
                </c:pt>
                <c:pt idx="4091">
                  <c:v>7.9725298599348335E-2</c:v>
                </c:pt>
                <c:pt idx="4092">
                  <c:v>7.9725544013259264E-2</c:v>
                </c:pt>
                <c:pt idx="4093">
                  <c:v>7.9726382598393777E-2</c:v>
                </c:pt>
                <c:pt idx="4094">
                  <c:v>7.9737546392371683E-2</c:v>
                </c:pt>
                <c:pt idx="4095">
                  <c:v>7.9746304118988504E-2</c:v>
                </c:pt>
                <c:pt idx="4096">
                  <c:v>7.9749997323446314E-2</c:v>
                </c:pt>
                <c:pt idx="4097">
                  <c:v>7.9759078710120321E-2</c:v>
                </c:pt>
                <c:pt idx="4098">
                  <c:v>7.9776594218413613E-2</c:v>
                </c:pt>
                <c:pt idx="4099">
                  <c:v>7.9797599489916965E-2</c:v>
                </c:pt>
                <c:pt idx="4100">
                  <c:v>7.9799885026947528E-2</c:v>
                </c:pt>
                <c:pt idx="4101">
                  <c:v>7.9801753320558652E-2</c:v>
                </c:pt>
                <c:pt idx="4102">
                  <c:v>7.9805742495741933E-2</c:v>
                </c:pt>
                <c:pt idx="4103">
                  <c:v>7.9814741267379224E-2</c:v>
                </c:pt>
                <c:pt idx="4104">
                  <c:v>7.9821906199606815E-2</c:v>
                </c:pt>
                <c:pt idx="4105">
                  <c:v>7.9828133162223175E-2</c:v>
                </c:pt>
                <c:pt idx="4106">
                  <c:v>7.9852344976219833E-2</c:v>
                </c:pt>
                <c:pt idx="4107">
                  <c:v>7.9855142050784117E-2</c:v>
                </c:pt>
                <c:pt idx="4108">
                  <c:v>7.9857714057052762E-2</c:v>
                </c:pt>
                <c:pt idx="4109">
                  <c:v>7.9861597551995581E-2</c:v>
                </c:pt>
                <c:pt idx="4110">
                  <c:v>7.9866317401680195E-2</c:v>
                </c:pt>
                <c:pt idx="4111">
                  <c:v>7.9889253984678318E-2</c:v>
                </c:pt>
                <c:pt idx="4112">
                  <c:v>7.989515858722647E-2</c:v>
                </c:pt>
                <c:pt idx="4113">
                  <c:v>7.9895459484721348E-2</c:v>
                </c:pt>
                <c:pt idx="4114">
                  <c:v>7.9906391954099168E-2</c:v>
                </c:pt>
                <c:pt idx="4115">
                  <c:v>7.9916078919371317E-2</c:v>
                </c:pt>
                <c:pt idx="4116">
                  <c:v>7.9918625091792331E-2</c:v>
                </c:pt>
                <c:pt idx="4117">
                  <c:v>7.9954915129105686E-2</c:v>
                </c:pt>
                <c:pt idx="4118">
                  <c:v>7.9957707662237865E-2</c:v>
                </c:pt>
                <c:pt idx="4119">
                  <c:v>7.9985725483242412E-2</c:v>
                </c:pt>
                <c:pt idx="4120">
                  <c:v>7.9986917304543964E-2</c:v>
                </c:pt>
                <c:pt idx="4121">
                  <c:v>8.0012567232634377E-2</c:v>
                </c:pt>
                <c:pt idx="4122">
                  <c:v>8.0024614846662415E-2</c:v>
                </c:pt>
                <c:pt idx="4123">
                  <c:v>8.0041920908410863E-2</c:v>
                </c:pt>
                <c:pt idx="4124">
                  <c:v>8.0087503456840944E-2</c:v>
                </c:pt>
                <c:pt idx="4125">
                  <c:v>8.0094761493680347E-2</c:v>
                </c:pt>
                <c:pt idx="4126">
                  <c:v>8.0095104434492803E-2</c:v>
                </c:pt>
                <c:pt idx="4127">
                  <c:v>8.0100226374671304E-2</c:v>
                </c:pt>
                <c:pt idx="4128">
                  <c:v>8.012447990436844E-2</c:v>
                </c:pt>
                <c:pt idx="4129">
                  <c:v>8.013033561861839E-2</c:v>
                </c:pt>
                <c:pt idx="4130">
                  <c:v>8.0192373240489501E-2</c:v>
                </c:pt>
                <c:pt idx="4131">
                  <c:v>8.0219715275679698E-2</c:v>
                </c:pt>
                <c:pt idx="4132">
                  <c:v>8.0248439548132586E-2</c:v>
                </c:pt>
                <c:pt idx="4133">
                  <c:v>8.0251608254045939E-2</c:v>
                </c:pt>
                <c:pt idx="4134">
                  <c:v>8.0264424043919869E-2</c:v>
                </c:pt>
                <c:pt idx="4135">
                  <c:v>8.0291987634817291E-2</c:v>
                </c:pt>
                <c:pt idx="4136">
                  <c:v>8.0300846077757143E-2</c:v>
                </c:pt>
                <c:pt idx="4137">
                  <c:v>8.0301087076572672E-2</c:v>
                </c:pt>
                <c:pt idx="4138">
                  <c:v>8.0325853081793575E-2</c:v>
                </c:pt>
                <c:pt idx="4139">
                  <c:v>8.0330612588825276E-2</c:v>
                </c:pt>
                <c:pt idx="4140">
                  <c:v>8.0331000316625378E-2</c:v>
                </c:pt>
                <c:pt idx="4141">
                  <c:v>8.0336317024754758E-2</c:v>
                </c:pt>
                <c:pt idx="4142">
                  <c:v>8.0339946198934281E-2</c:v>
                </c:pt>
                <c:pt idx="4143">
                  <c:v>8.0353495634212027E-2</c:v>
                </c:pt>
                <c:pt idx="4144">
                  <c:v>8.037079545097818E-2</c:v>
                </c:pt>
                <c:pt idx="4145">
                  <c:v>8.0381124214874394E-2</c:v>
                </c:pt>
                <c:pt idx="4146">
                  <c:v>8.0397016483277892E-2</c:v>
                </c:pt>
                <c:pt idx="4147">
                  <c:v>8.0408322657384595E-2</c:v>
                </c:pt>
                <c:pt idx="4148">
                  <c:v>8.0412267477917618E-2</c:v>
                </c:pt>
                <c:pt idx="4149">
                  <c:v>8.0412501343028672E-2</c:v>
                </c:pt>
                <c:pt idx="4150">
                  <c:v>8.0431456474263086E-2</c:v>
                </c:pt>
                <c:pt idx="4151">
                  <c:v>8.0449909854153318E-2</c:v>
                </c:pt>
                <c:pt idx="4152">
                  <c:v>8.0459967528737519E-2</c:v>
                </c:pt>
                <c:pt idx="4153">
                  <c:v>8.0467001311193803E-2</c:v>
                </c:pt>
                <c:pt idx="4154">
                  <c:v>8.0486223299407536E-2</c:v>
                </c:pt>
                <c:pt idx="4155">
                  <c:v>8.0488177008037898E-2</c:v>
                </c:pt>
                <c:pt idx="4156">
                  <c:v>8.0495014634444195E-2</c:v>
                </c:pt>
                <c:pt idx="4157">
                  <c:v>8.050088673551789E-2</c:v>
                </c:pt>
                <c:pt idx="4158">
                  <c:v>8.0501725288935566E-2</c:v>
                </c:pt>
                <c:pt idx="4159">
                  <c:v>8.0528138283497974E-2</c:v>
                </c:pt>
                <c:pt idx="4160">
                  <c:v>8.0528311910875075E-2</c:v>
                </c:pt>
                <c:pt idx="4161">
                  <c:v>8.0540825950294964E-2</c:v>
                </c:pt>
                <c:pt idx="4162">
                  <c:v>8.0545851267739901E-2</c:v>
                </c:pt>
                <c:pt idx="4163">
                  <c:v>8.0550155236910018E-2</c:v>
                </c:pt>
                <c:pt idx="4164">
                  <c:v>8.0560342215002426E-2</c:v>
                </c:pt>
                <c:pt idx="4165">
                  <c:v>8.0561167611921752E-2</c:v>
                </c:pt>
                <c:pt idx="4166">
                  <c:v>8.0563978976787701E-2</c:v>
                </c:pt>
                <c:pt idx="4167">
                  <c:v>8.0570352906159465E-2</c:v>
                </c:pt>
                <c:pt idx="4168">
                  <c:v>8.0572987680517558E-2</c:v>
                </c:pt>
                <c:pt idx="4169">
                  <c:v>8.057791370523594E-2</c:v>
                </c:pt>
                <c:pt idx="4170">
                  <c:v>8.0578058744458739E-2</c:v>
                </c:pt>
                <c:pt idx="4171">
                  <c:v>8.0585165874118223E-2</c:v>
                </c:pt>
                <c:pt idx="4172">
                  <c:v>8.0589558477625195E-2</c:v>
                </c:pt>
                <c:pt idx="4173">
                  <c:v>8.0590904220509643E-2</c:v>
                </c:pt>
                <c:pt idx="4174">
                  <c:v>8.0593406073391549E-2</c:v>
                </c:pt>
                <c:pt idx="4175">
                  <c:v>8.0600889087728486E-2</c:v>
                </c:pt>
                <c:pt idx="4176">
                  <c:v>8.060248096835089E-2</c:v>
                </c:pt>
                <c:pt idx="4177">
                  <c:v>8.0605499250876955E-2</c:v>
                </c:pt>
                <c:pt idx="4178">
                  <c:v>8.0607084459934975E-2</c:v>
                </c:pt>
                <c:pt idx="4179">
                  <c:v>8.0610084104846894E-2</c:v>
                </c:pt>
                <c:pt idx="4180">
                  <c:v>8.0632234598896554E-2</c:v>
                </c:pt>
                <c:pt idx="4181">
                  <c:v>8.0638486493300437E-2</c:v>
                </c:pt>
                <c:pt idx="4182">
                  <c:v>8.0643647075868879E-2</c:v>
                </c:pt>
                <c:pt idx="4183">
                  <c:v>8.065224176760355E-2</c:v>
                </c:pt>
                <c:pt idx="4184">
                  <c:v>8.0669879555974822E-2</c:v>
                </c:pt>
                <c:pt idx="4185">
                  <c:v>8.0677111941626162E-2</c:v>
                </c:pt>
                <c:pt idx="4186">
                  <c:v>8.0678204349396723E-2</c:v>
                </c:pt>
                <c:pt idx="4187">
                  <c:v>8.0680322480061156E-2</c:v>
                </c:pt>
                <c:pt idx="4188">
                  <c:v>8.0686955047463052E-2</c:v>
                </c:pt>
                <c:pt idx="4189">
                  <c:v>8.0695749024462249E-2</c:v>
                </c:pt>
                <c:pt idx="4190">
                  <c:v>8.0703797497363908E-2</c:v>
                </c:pt>
                <c:pt idx="4191">
                  <c:v>8.0709236867621728E-2</c:v>
                </c:pt>
                <c:pt idx="4192">
                  <c:v>8.0711476899361548E-2</c:v>
                </c:pt>
                <c:pt idx="4193">
                  <c:v>8.0740172442338567E-2</c:v>
                </c:pt>
                <c:pt idx="4194">
                  <c:v>8.0750127365887964E-2</c:v>
                </c:pt>
                <c:pt idx="4195">
                  <c:v>8.0762116146726043E-2</c:v>
                </c:pt>
                <c:pt idx="4196">
                  <c:v>8.0766634288688507E-2</c:v>
                </c:pt>
                <c:pt idx="4197">
                  <c:v>8.077762620764696E-2</c:v>
                </c:pt>
                <c:pt idx="4198">
                  <c:v>8.0789246569175813E-2</c:v>
                </c:pt>
                <c:pt idx="4199">
                  <c:v>8.0804505765282364E-2</c:v>
                </c:pt>
                <c:pt idx="4200">
                  <c:v>8.0809157547082122E-2</c:v>
                </c:pt>
                <c:pt idx="4201">
                  <c:v>8.0841069750126338E-2</c:v>
                </c:pt>
                <c:pt idx="4202">
                  <c:v>8.0848908009730186E-2</c:v>
                </c:pt>
                <c:pt idx="4203">
                  <c:v>8.0853673785300034E-2</c:v>
                </c:pt>
                <c:pt idx="4204">
                  <c:v>8.0862738778607099E-2</c:v>
                </c:pt>
                <c:pt idx="4205">
                  <c:v>8.0876188261333512E-2</c:v>
                </c:pt>
                <c:pt idx="4206">
                  <c:v>8.0880420904993963E-2</c:v>
                </c:pt>
                <c:pt idx="4207">
                  <c:v>8.0890776978450193E-2</c:v>
                </c:pt>
                <c:pt idx="4208">
                  <c:v>8.0891053266519131E-2</c:v>
                </c:pt>
                <c:pt idx="4209">
                  <c:v>8.0894416307981123E-2</c:v>
                </c:pt>
                <c:pt idx="4210">
                  <c:v>8.0896674294136536E-2</c:v>
                </c:pt>
                <c:pt idx="4211">
                  <c:v>8.092296322076252E-2</c:v>
                </c:pt>
                <c:pt idx="4212">
                  <c:v>8.0929050876353062E-2</c:v>
                </c:pt>
                <c:pt idx="4213">
                  <c:v>8.0941651137425186E-2</c:v>
                </c:pt>
                <c:pt idx="4214">
                  <c:v>8.09524021613688E-2</c:v>
                </c:pt>
                <c:pt idx="4215">
                  <c:v>8.0955469451906015E-2</c:v>
                </c:pt>
                <c:pt idx="4216">
                  <c:v>8.095836720911849E-2</c:v>
                </c:pt>
                <c:pt idx="4217">
                  <c:v>8.0960422917727176E-2</c:v>
                </c:pt>
                <c:pt idx="4218">
                  <c:v>8.0964828765509436E-2</c:v>
                </c:pt>
                <c:pt idx="4219">
                  <c:v>8.0978099791802302E-2</c:v>
                </c:pt>
                <c:pt idx="4220">
                  <c:v>8.0983114429848568E-2</c:v>
                </c:pt>
                <c:pt idx="4221">
                  <c:v>8.0985870155864809E-2</c:v>
                </c:pt>
                <c:pt idx="4222">
                  <c:v>8.0990463075826427E-2</c:v>
                </c:pt>
                <c:pt idx="4223">
                  <c:v>8.1009473626082282E-2</c:v>
                </c:pt>
                <c:pt idx="4224">
                  <c:v>8.1022690458162017E-2</c:v>
                </c:pt>
                <c:pt idx="4225">
                  <c:v>8.1022889957195726E-2</c:v>
                </c:pt>
                <c:pt idx="4226">
                  <c:v>8.1030779503507913E-2</c:v>
                </c:pt>
                <c:pt idx="4227">
                  <c:v>8.1038850185152375E-2</c:v>
                </c:pt>
                <c:pt idx="4228">
                  <c:v>8.1042114784484434E-2</c:v>
                </c:pt>
                <c:pt idx="4229">
                  <c:v>8.1056032591801788E-2</c:v>
                </c:pt>
                <c:pt idx="4230">
                  <c:v>8.1059747418656194E-2</c:v>
                </c:pt>
                <c:pt idx="4231">
                  <c:v>8.1060059763877423E-2</c:v>
                </c:pt>
                <c:pt idx="4232">
                  <c:v>8.1066884002925083E-2</c:v>
                </c:pt>
                <c:pt idx="4233">
                  <c:v>8.1080148045549513E-2</c:v>
                </c:pt>
                <c:pt idx="4234">
                  <c:v>8.1081651154520276E-2</c:v>
                </c:pt>
                <c:pt idx="4235">
                  <c:v>8.1112860870544437E-2</c:v>
                </c:pt>
                <c:pt idx="4236">
                  <c:v>8.1129101167273024E-2</c:v>
                </c:pt>
                <c:pt idx="4237">
                  <c:v>8.1141840383407507E-2</c:v>
                </c:pt>
                <c:pt idx="4238">
                  <c:v>8.1161133641841438E-2</c:v>
                </c:pt>
                <c:pt idx="4239">
                  <c:v>8.1163417073739072E-2</c:v>
                </c:pt>
                <c:pt idx="4240">
                  <c:v>8.116748660736807E-2</c:v>
                </c:pt>
                <c:pt idx="4241">
                  <c:v>8.1171407845985588E-2</c:v>
                </c:pt>
                <c:pt idx="4242">
                  <c:v>8.1195767112854922E-2</c:v>
                </c:pt>
                <c:pt idx="4243">
                  <c:v>8.1202142516935319E-2</c:v>
                </c:pt>
                <c:pt idx="4244">
                  <c:v>8.120282297985848E-2</c:v>
                </c:pt>
                <c:pt idx="4245">
                  <c:v>8.121173015838655E-2</c:v>
                </c:pt>
                <c:pt idx="4246">
                  <c:v>8.121310694841509E-2</c:v>
                </c:pt>
                <c:pt idx="4247">
                  <c:v>8.1214497133883554E-2</c:v>
                </c:pt>
                <c:pt idx="4248">
                  <c:v>8.1260350289187641E-2</c:v>
                </c:pt>
                <c:pt idx="4249">
                  <c:v>8.1261284307226692E-2</c:v>
                </c:pt>
                <c:pt idx="4250">
                  <c:v>8.126343055224805E-2</c:v>
                </c:pt>
                <c:pt idx="4251">
                  <c:v>8.1268717852548716E-2</c:v>
                </c:pt>
                <c:pt idx="4252">
                  <c:v>8.126962215380136E-2</c:v>
                </c:pt>
                <c:pt idx="4253">
                  <c:v>8.1270497108297132E-2</c:v>
                </c:pt>
                <c:pt idx="4254">
                  <c:v>8.127500998728919E-2</c:v>
                </c:pt>
                <c:pt idx="4255">
                  <c:v>8.1295160892493973E-2</c:v>
                </c:pt>
                <c:pt idx="4256">
                  <c:v>8.1307269860364892E-2</c:v>
                </c:pt>
                <c:pt idx="4257">
                  <c:v>8.1308934085199333E-2</c:v>
                </c:pt>
                <c:pt idx="4258">
                  <c:v>8.1313404965038943E-2</c:v>
                </c:pt>
                <c:pt idx="4259">
                  <c:v>8.1338044061845957E-2</c:v>
                </c:pt>
                <c:pt idx="4260">
                  <c:v>8.1344049281778658E-2</c:v>
                </c:pt>
                <c:pt idx="4261">
                  <c:v>8.1352458254673257E-2</c:v>
                </c:pt>
                <c:pt idx="4262">
                  <c:v>8.1378003503825347E-2</c:v>
                </c:pt>
                <c:pt idx="4263">
                  <c:v>8.1384692578722342E-2</c:v>
                </c:pt>
                <c:pt idx="4264">
                  <c:v>8.1387984678169975E-2</c:v>
                </c:pt>
                <c:pt idx="4265">
                  <c:v>8.1390204966593382E-2</c:v>
                </c:pt>
                <c:pt idx="4266">
                  <c:v>8.1398859642952084E-2</c:v>
                </c:pt>
                <c:pt idx="4267">
                  <c:v>8.1420068801921111E-2</c:v>
                </c:pt>
                <c:pt idx="4268">
                  <c:v>8.1423602024164446E-2</c:v>
                </c:pt>
                <c:pt idx="4269">
                  <c:v>8.1424958379398643E-2</c:v>
                </c:pt>
                <c:pt idx="4270">
                  <c:v>8.1427082641582701E-2</c:v>
                </c:pt>
                <c:pt idx="4271">
                  <c:v>8.1431144254764234E-2</c:v>
                </c:pt>
                <c:pt idx="4272">
                  <c:v>8.143441817523954E-2</c:v>
                </c:pt>
                <c:pt idx="4273">
                  <c:v>8.144601157267263E-2</c:v>
                </c:pt>
                <c:pt idx="4274">
                  <c:v>8.144786353677759E-2</c:v>
                </c:pt>
                <c:pt idx="4275">
                  <c:v>8.1453370985504092E-2</c:v>
                </c:pt>
                <c:pt idx="4276">
                  <c:v>8.1465380557460831E-2</c:v>
                </c:pt>
                <c:pt idx="4277">
                  <c:v>8.1478522607956266E-2</c:v>
                </c:pt>
                <c:pt idx="4278">
                  <c:v>8.1488155586517605E-2</c:v>
                </c:pt>
                <c:pt idx="4279">
                  <c:v>8.1489507581604434E-2</c:v>
                </c:pt>
                <c:pt idx="4280">
                  <c:v>8.1509165915308532E-2</c:v>
                </c:pt>
                <c:pt idx="4281">
                  <c:v>8.1519075082372341E-2</c:v>
                </c:pt>
                <c:pt idx="4282">
                  <c:v>8.1535743050040785E-2</c:v>
                </c:pt>
                <c:pt idx="4283">
                  <c:v>8.1541291732588214E-2</c:v>
                </c:pt>
                <c:pt idx="4284">
                  <c:v>8.155354448483762E-2</c:v>
                </c:pt>
                <c:pt idx="4285">
                  <c:v>8.1557115275977754E-2</c:v>
                </c:pt>
                <c:pt idx="4286">
                  <c:v>8.1577521037293974E-2</c:v>
                </c:pt>
                <c:pt idx="4287">
                  <c:v>8.1579306326161588E-2</c:v>
                </c:pt>
                <c:pt idx="4288">
                  <c:v>8.1580362242704083E-2</c:v>
                </c:pt>
                <c:pt idx="4289">
                  <c:v>8.1581155320640711E-2</c:v>
                </c:pt>
                <c:pt idx="4290">
                  <c:v>8.1585073161295762E-2</c:v>
                </c:pt>
                <c:pt idx="4291">
                  <c:v>8.158745981372513E-2</c:v>
                </c:pt>
                <c:pt idx="4292">
                  <c:v>8.1609674651552874E-2</c:v>
                </c:pt>
                <c:pt idx="4293">
                  <c:v>8.1618776886334385E-2</c:v>
                </c:pt>
                <c:pt idx="4294">
                  <c:v>8.1619461940671267E-2</c:v>
                </c:pt>
                <c:pt idx="4295">
                  <c:v>8.162783730280726E-2</c:v>
                </c:pt>
                <c:pt idx="4296">
                  <c:v>8.1627849749208628E-2</c:v>
                </c:pt>
                <c:pt idx="4297">
                  <c:v>8.1627946218025438E-2</c:v>
                </c:pt>
                <c:pt idx="4298">
                  <c:v>8.162931842703891E-2</c:v>
                </c:pt>
                <c:pt idx="4299">
                  <c:v>8.1630022219944212E-2</c:v>
                </c:pt>
                <c:pt idx="4300">
                  <c:v>8.1667201155670402E-2</c:v>
                </c:pt>
                <c:pt idx="4301">
                  <c:v>8.1670242503086257E-2</c:v>
                </c:pt>
                <c:pt idx="4302">
                  <c:v>8.1680007396593382E-2</c:v>
                </c:pt>
                <c:pt idx="4303">
                  <c:v>8.168894127058117E-2</c:v>
                </c:pt>
                <c:pt idx="4304">
                  <c:v>8.1690014706069458E-2</c:v>
                </c:pt>
                <c:pt idx="4305">
                  <c:v>8.169989387762569E-2</c:v>
                </c:pt>
                <c:pt idx="4306">
                  <c:v>8.1709498153897192E-2</c:v>
                </c:pt>
                <c:pt idx="4307">
                  <c:v>8.1713853122815858E-2</c:v>
                </c:pt>
                <c:pt idx="4308">
                  <c:v>8.1714032322404401E-2</c:v>
                </c:pt>
                <c:pt idx="4309">
                  <c:v>8.1715731276244596E-2</c:v>
                </c:pt>
                <c:pt idx="4310">
                  <c:v>8.1729290614035111E-2</c:v>
                </c:pt>
                <c:pt idx="4311">
                  <c:v>8.1729688599462447E-2</c:v>
                </c:pt>
                <c:pt idx="4312">
                  <c:v>8.1736153556112481E-2</c:v>
                </c:pt>
                <c:pt idx="4313">
                  <c:v>8.1742381485073304E-2</c:v>
                </c:pt>
                <c:pt idx="4314">
                  <c:v>8.174401212060721E-2</c:v>
                </c:pt>
                <c:pt idx="4315">
                  <c:v>8.1754666472263884E-2</c:v>
                </c:pt>
                <c:pt idx="4316">
                  <c:v>8.1769305443326265E-2</c:v>
                </c:pt>
                <c:pt idx="4317">
                  <c:v>8.1780470799827601E-2</c:v>
                </c:pt>
                <c:pt idx="4318">
                  <c:v>8.1789936317010911E-2</c:v>
                </c:pt>
                <c:pt idx="4319">
                  <c:v>8.1813815746207164E-2</c:v>
                </c:pt>
                <c:pt idx="4320">
                  <c:v>8.1830989365206233E-2</c:v>
                </c:pt>
                <c:pt idx="4321">
                  <c:v>8.18344017642849E-2</c:v>
                </c:pt>
                <c:pt idx="4322">
                  <c:v>8.1835445844481186E-2</c:v>
                </c:pt>
                <c:pt idx="4323">
                  <c:v>8.1842221907042087E-2</c:v>
                </c:pt>
                <c:pt idx="4324">
                  <c:v>8.1852497289591306E-2</c:v>
                </c:pt>
                <c:pt idx="4325">
                  <c:v>8.1857431670578823E-2</c:v>
                </c:pt>
                <c:pt idx="4326">
                  <c:v>8.1860724990148848E-2</c:v>
                </c:pt>
                <c:pt idx="4327">
                  <c:v>8.1860965763409607E-2</c:v>
                </c:pt>
                <c:pt idx="4328">
                  <c:v>8.1872260785639417E-2</c:v>
                </c:pt>
                <c:pt idx="4329">
                  <c:v>8.1877413082010783E-2</c:v>
                </c:pt>
                <c:pt idx="4330">
                  <c:v>8.1901887616222094E-2</c:v>
                </c:pt>
                <c:pt idx="4331">
                  <c:v>8.1911187302188479E-2</c:v>
                </c:pt>
                <c:pt idx="4332">
                  <c:v>8.1925790209622054E-2</c:v>
                </c:pt>
                <c:pt idx="4333">
                  <c:v>8.1933879638502335E-2</c:v>
                </c:pt>
                <c:pt idx="4334">
                  <c:v>8.1941128550161363E-2</c:v>
                </c:pt>
                <c:pt idx="4335">
                  <c:v>8.1951698253455191E-2</c:v>
                </c:pt>
                <c:pt idx="4336">
                  <c:v>8.1968366449257798E-2</c:v>
                </c:pt>
                <c:pt idx="4337">
                  <c:v>8.1979636696567298E-2</c:v>
                </c:pt>
                <c:pt idx="4338">
                  <c:v>8.2016854146982635E-2</c:v>
                </c:pt>
                <c:pt idx="4339">
                  <c:v>8.2018529989837025E-2</c:v>
                </c:pt>
                <c:pt idx="4340">
                  <c:v>8.2037303379991766E-2</c:v>
                </c:pt>
                <c:pt idx="4341">
                  <c:v>8.2037330336429584E-2</c:v>
                </c:pt>
                <c:pt idx="4342">
                  <c:v>8.203828656119791E-2</c:v>
                </c:pt>
                <c:pt idx="4343">
                  <c:v>8.2042459311959443E-2</c:v>
                </c:pt>
                <c:pt idx="4344">
                  <c:v>8.2066571711359393E-2</c:v>
                </c:pt>
                <c:pt idx="4345">
                  <c:v>8.2077532487509888E-2</c:v>
                </c:pt>
                <c:pt idx="4346">
                  <c:v>8.2085389710977855E-2</c:v>
                </c:pt>
                <c:pt idx="4347">
                  <c:v>8.2091807591426147E-2</c:v>
                </c:pt>
                <c:pt idx="4348">
                  <c:v>8.2092491539196955E-2</c:v>
                </c:pt>
                <c:pt idx="4349">
                  <c:v>8.2098689882565065E-2</c:v>
                </c:pt>
                <c:pt idx="4350">
                  <c:v>8.2103918939717996E-2</c:v>
                </c:pt>
                <c:pt idx="4351">
                  <c:v>8.2119624495694502E-2</c:v>
                </c:pt>
                <c:pt idx="4352">
                  <c:v>8.2147709489182097E-2</c:v>
                </c:pt>
                <c:pt idx="4353">
                  <c:v>8.215288985822064E-2</c:v>
                </c:pt>
                <c:pt idx="4354">
                  <c:v>8.2169459370786374E-2</c:v>
                </c:pt>
                <c:pt idx="4355">
                  <c:v>8.2171957876448931E-2</c:v>
                </c:pt>
                <c:pt idx="4356">
                  <c:v>8.2175282329419133E-2</c:v>
                </c:pt>
                <c:pt idx="4357">
                  <c:v>8.218321331045142E-2</c:v>
                </c:pt>
                <c:pt idx="4358">
                  <c:v>8.2197067876882635E-2</c:v>
                </c:pt>
                <c:pt idx="4359">
                  <c:v>8.2210136421729571E-2</c:v>
                </c:pt>
                <c:pt idx="4360">
                  <c:v>8.2211840625426802E-2</c:v>
                </c:pt>
                <c:pt idx="4361">
                  <c:v>8.2227184693589958E-2</c:v>
                </c:pt>
                <c:pt idx="4362">
                  <c:v>8.2236134508410441E-2</c:v>
                </c:pt>
                <c:pt idx="4363">
                  <c:v>8.2238571997691259E-2</c:v>
                </c:pt>
                <c:pt idx="4364">
                  <c:v>8.226579822975244E-2</c:v>
                </c:pt>
                <c:pt idx="4365">
                  <c:v>8.228150947498522E-2</c:v>
                </c:pt>
                <c:pt idx="4366">
                  <c:v>8.2299508837016061E-2</c:v>
                </c:pt>
                <c:pt idx="4367">
                  <c:v>8.2312494902871999E-2</c:v>
                </c:pt>
                <c:pt idx="4368">
                  <c:v>8.2317753477347086E-2</c:v>
                </c:pt>
                <c:pt idx="4369">
                  <c:v>8.2330765891387311E-2</c:v>
                </c:pt>
                <c:pt idx="4370">
                  <c:v>8.2331850552009686E-2</c:v>
                </c:pt>
                <c:pt idx="4371">
                  <c:v>8.2338553233732625E-2</c:v>
                </c:pt>
                <c:pt idx="4372">
                  <c:v>8.2340476616109604E-2</c:v>
                </c:pt>
                <c:pt idx="4373">
                  <c:v>8.2346025438996218E-2</c:v>
                </c:pt>
                <c:pt idx="4374">
                  <c:v>8.2364361974892039E-2</c:v>
                </c:pt>
                <c:pt idx="4375">
                  <c:v>8.2378592601375825E-2</c:v>
                </c:pt>
                <c:pt idx="4376">
                  <c:v>8.2385051386152153E-2</c:v>
                </c:pt>
                <c:pt idx="4377">
                  <c:v>8.2385533115220219E-2</c:v>
                </c:pt>
                <c:pt idx="4378">
                  <c:v>8.2389787299765663E-2</c:v>
                </c:pt>
                <c:pt idx="4379">
                  <c:v>8.2400389759939602E-2</c:v>
                </c:pt>
                <c:pt idx="4380">
                  <c:v>8.2401019526496339E-2</c:v>
                </c:pt>
                <c:pt idx="4381">
                  <c:v>8.240392184926941E-2</c:v>
                </c:pt>
                <c:pt idx="4382">
                  <c:v>8.2417531813602882E-2</c:v>
                </c:pt>
                <c:pt idx="4383">
                  <c:v>8.2427621668594339E-2</c:v>
                </c:pt>
                <c:pt idx="4384">
                  <c:v>8.2437612775527122E-2</c:v>
                </c:pt>
                <c:pt idx="4385">
                  <c:v>8.2449764519453628E-2</c:v>
                </c:pt>
                <c:pt idx="4386">
                  <c:v>8.2466891839912099E-2</c:v>
                </c:pt>
                <c:pt idx="4387">
                  <c:v>8.2488144701852589E-2</c:v>
                </c:pt>
                <c:pt idx="4388">
                  <c:v>8.2492906992750512E-2</c:v>
                </c:pt>
                <c:pt idx="4389">
                  <c:v>8.2499846214092065E-2</c:v>
                </c:pt>
                <c:pt idx="4390">
                  <c:v>8.2504619979629393E-2</c:v>
                </c:pt>
                <c:pt idx="4391">
                  <c:v>8.2533890031932358E-2</c:v>
                </c:pt>
                <c:pt idx="4392">
                  <c:v>8.2551545116754485E-2</c:v>
                </c:pt>
                <c:pt idx="4393">
                  <c:v>8.2585512403018757E-2</c:v>
                </c:pt>
                <c:pt idx="4394">
                  <c:v>8.2609179441602745E-2</c:v>
                </c:pt>
                <c:pt idx="4395">
                  <c:v>8.2669374847027285E-2</c:v>
                </c:pt>
                <c:pt idx="4396">
                  <c:v>8.2674054419518819E-2</c:v>
                </c:pt>
                <c:pt idx="4397">
                  <c:v>8.2690938157537322E-2</c:v>
                </c:pt>
                <c:pt idx="4398">
                  <c:v>8.2691758997803552E-2</c:v>
                </c:pt>
                <c:pt idx="4399">
                  <c:v>8.2704825647225089E-2</c:v>
                </c:pt>
                <c:pt idx="4400">
                  <c:v>8.2712711759666574E-2</c:v>
                </c:pt>
                <c:pt idx="4401">
                  <c:v>8.2714034226092567E-2</c:v>
                </c:pt>
                <c:pt idx="4402">
                  <c:v>8.2716169708747178E-2</c:v>
                </c:pt>
                <c:pt idx="4403">
                  <c:v>8.271994713867159E-2</c:v>
                </c:pt>
                <c:pt idx="4404">
                  <c:v>8.2720194496922403E-2</c:v>
                </c:pt>
                <c:pt idx="4405">
                  <c:v>8.2735095460757677E-2</c:v>
                </c:pt>
                <c:pt idx="4406">
                  <c:v>8.2737412381655023E-2</c:v>
                </c:pt>
                <c:pt idx="4407">
                  <c:v>8.2747693241179532E-2</c:v>
                </c:pt>
                <c:pt idx="4408">
                  <c:v>8.2749795706433191E-2</c:v>
                </c:pt>
                <c:pt idx="4409">
                  <c:v>8.2760221742860879E-2</c:v>
                </c:pt>
                <c:pt idx="4410">
                  <c:v>8.2768262080013852E-2</c:v>
                </c:pt>
                <c:pt idx="4411">
                  <c:v>8.2769222244793245E-2</c:v>
                </c:pt>
                <c:pt idx="4412">
                  <c:v>8.2778313156588804E-2</c:v>
                </c:pt>
                <c:pt idx="4413">
                  <c:v>8.2789645947570115E-2</c:v>
                </c:pt>
                <c:pt idx="4414">
                  <c:v>8.2791351396671597E-2</c:v>
                </c:pt>
                <c:pt idx="4415">
                  <c:v>8.279416358035066E-2</c:v>
                </c:pt>
                <c:pt idx="4416">
                  <c:v>8.2798498099704784E-2</c:v>
                </c:pt>
                <c:pt idx="4417">
                  <c:v>8.2818675880038217E-2</c:v>
                </c:pt>
                <c:pt idx="4418">
                  <c:v>8.2820018092354161E-2</c:v>
                </c:pt>
                <c:pt idx="4419">
                  <c:v>8.2833372864920776E-2</c:v>
                </c:pt>
                <c:pt idx="4420">
                  <c:v>8.2834052516923246E-2</c:v>
                </c:pt>
                <c:pt idx="4421">
                  <c:v>8.2835534097774291E-2</c:v>
                </c:pt>
                <c:pt idx="4422">
                  <c:v>8.2836367370872091E-2</c:v>
                </c:pt>
                <c:pt idx="4423">
                  <c:v>8.2845533605827693E-2</c:v>
                </c:pt>
                <c:pt idx="4424">
                  <c:v>8.2846948849321686E-2</c:v>
                </c:pt>
                <c:pt idx="4425">
                  <c:v>8.2848112853151967E-2</c:v>
                </c:pt>
                <c:pt idx="4426">
                  <c:v>8.2860798485464127E-2</c:v>
                </c:pt>
                <c:pt idx="4427">
                  <c:v>8.286880605484237E-2</c:v>
                </c:pt>
                <c:pt idx="4428">
                  <c:v>8.2892076832330283E-2</c:v>
                </c:pt>
                <c:pt idx="4429">
                  <c:v>8.2911751540098597E-2</c:v>
                </c:pt>
                <c:pt idx="4430">
                  <c:v>8.2911908214474458E-2</c:v>
                </c:pt>
                <c:pt idx="4431">
                  <c:v>8.2912751711545385E-2</c:v>
                </c:pt>
                <c:pt idx="4432">
                  <c:v>8.2916264340428203E-2</c:v>
                </c:pt>
                <c:pt idx="4433">
                  <c:v>8.291830029219753E-2</c:v>
                </c:pt>
                <c:pt idx="4434">
                  <c:v>8.2922241585789189E-2</c:v>
                </c:pt>
                <c:pt idx="4435">
                  <c:v>8.2938931524068282E-2</c:v>
                </c:pt>
                <c:pt idx="4436">
                  <c:v>8.2941423571374559E-2</c:v>
                </c:pt>
                <c:pt idx="4437">
                  <c:v>8.2952223958441818E-2</c:v>
                </c:pt>
                <c:pt idx="4438">
                  <c:v>8.2953625174010864E-2</c:v>
                </c:pt>
                <c:pt idx="4439">
                  <c:v>8.2992996208112735E-2</c:v>
                </c:pt>
                <c:pt idx="4440">
                  <c:v>8.3008228455731831E-2</c:v>
                </c:pt>
                <c:pt idx="4441">
                  <c:v>8.3016693750602402E-2</c:v>
                </c:pt>
                <c:pt idx="4442">
                  <c:v>8.3018991801216885E-2</c:v>
                </c:pt>
                <c:pt idx="4443">
                  <c:v>8.3019309791595761E-2</c:v>
                </c:pt>
                <c:pt idx="4444">
                  <c:v>8.3024197788665002E-2</c:v>
                </c:pt>
                <c:pt idx="4445">
                  <c:v>8.3042401038061306E-2</c:v>
                </c:pt>
                <c:pt idx="4446">
                  <c:v>8.3043195705780296E-2</c:v>
                </c:pt>
                <c:pt idx="4447">
                  <c:v>8.3043297404972405E-2</c:v>
                </c:pt>
                <c:pt idx="4448">
                  <c:v>8.3064116438289648E-2</c:v>
                </c:pt>
                <c:pt idx="4449">
                  <c:v>8.3068021732287362E-2</c:v>
                </c:pt>
                <c:pt idx="4450">
                  <c:v>8.3069846342679624E-2</c:v>
                </c:pt>
                <c:pt idx="4451">
                  <c:v>8.3088891225141029E-2</c:v>
                </c:pt>
                <c:pt idx="4452">
                  <c:v>8.3097913992813965E-2</c:v>
                </c:pt>
                <c:pt idx="4453">
                  <c:v>8.3115375107601044E-2</c:v>
                </c:pt>
                <c:pt idx="4454">
                  <c:v>8.3120382238887305E-2</c:v>
                </c:pt>
                <c:pt idx="4455">
                  <c:v>8.3135293498992124E-2</c:v>
                </c:pt>
                <c:pt idx="4456">
                  <c:v>8.3148207825673129E-2</c:v>
                </c:pt>
                <c:pt idx="4457">
                  <c:v>8.3153249663477605E-2</c:v>
                </c:pt>
                <c:pt idx="4458">
                  <c:v>8.3154205071280671E-2</c:v>
                </c:pt>
                <c:pt idx="4459">
                  <c:v>8.316198196116191E-2</c:v>
                </c:pt>
                <c:pt idx="4460">
                  <c:v>8.316699162270845E-2</c:v>
                </c:pt>
                <c:pt idx="4461">
                  <c:v>8.3171317920302995E-2</c:v>
                </c:pt>
                <c:pt idx="4462">
                  <c:v>8.3176318913736266E-2</c:v>
                </c:pt>
                <c:pt idx="4463">
                  <c:v>8.3183662190767213E-2</c:v>
                </c:pt>
                <c:pt idx="4464">
                  <c:v>8.3215509368356866E-2</c:v>
                </c:pt>
                <c:pt idx="4465">
                  <c:v>8.3236158899785861E-2</c:v>
                </c:pt>
                <c:pt idx="4466">
                  <c:v>8.3239409807593992E-2</c:v>
                </c:pt>
                <c:pt idx="4467">
                  <c:v>8.3248457765667888E-2</c:v>
                </c:pt>
                <c:pt idx="4468">
                  <c:v>8.3248863602124565E-2</c:v>
                </c:pt>
                <c:pt idx="4469">
                  <c:v>8.325120166557945E-2</c:v>
                </c:pt>
                <c:pt idx="4470">
                  <c:v>8.3258883295376146E-2</c:v>
                </c:pt>
                <c:pt idx="4471">
                  <c:v>8.3261811169074357E-2</c:v>
                </c:pt>
                <c:pt idx="4472">
                  <c:v>8.3270027462334834E-2</c:v>
                </c:pt>
                <c:pt idx="4473">
                  <c:v>8.3272434784514807E-2</c:v>
                </c:pt>
                <c:pt idx="4474">
                  <c:v>8.3276708960610846E-2</c:v>
                </c:pt>
                <c:pt idx="4475">
                  <c:v>8.3277137323696335E-2</c:v>
                </c:pt>
                <c:pt idx="4476">
                  <c:v>8.3279161477918903E-2</c:v>
                </c:pt>
                <c:pt idx="4477">
                  <c:v>8.3281407179034081E-2</c:v>
                </c:pt>
                <c:pt idx="4478">
                  <c:v>8.329112881677124E-2</c:v>
                </c:pt>
                <c:pt idx="4479">
                  <c:v>8.3296393390622059E-2</c:v>
                </c:pt>
                <c:pt idx="4480">
                  <c:v>8.3298823642248637E-2</c:v>
                </c:pt>
                <c:pt idx="4481">
                  <c:v>8.3302248507422849E-2</c:v>
                </c:pt>
                <c:pt idx="4482">
                  <c:v>8.3306720482345081E-2</c:v>
                </c:pt>
                <c:pt idx="4483">
                  <c:v>8.3314933402009628E-2</c:v>
                </c:pt>
                <c:pt idx="4484">
                  <c:v>8.3325428774550278E-2</c:v>
                </c:pt>
                <c:pt idx="4485">
                  <c:v>8.3334883299848381E-2</c:v>
                </c:pt>
                <c:pt idx="4486">
                  <c:v>8.3335304233066385E-2</c:v>
                </c:pt>
                <c:pt idx="4487">
                  <c:v>8.3355215690945464E-2</c:v>
                </c:pt>
                <c:pt idx="4488">
                  <c:v>8.3357290735938214E-2</c:v>
                </c:pt>
                <c:pt idx="4489">
                  <c:v>8.3360623604166365E-2</c:v>
                </c:pt>
                <c:pt idx="4490">
                  <c:v>8.338327943421385E-2</c:v>
                </c:pt>
                <c:pt idx="4491">
                  <c:v>8.3394743443623326E-2</c:v>
                </c:pt>
                <c:pt idx="4492">
                  <c:v>8.340177718900503E-2</c:v>
                </c:pt>
                <c:pt idx="4493">
                  <c:v>8.3404244790225984E-2</c:v>
                </c:pt>
                <c:pt idx="4494">
                  <c:v>8.3419867247005633E-2</c:v>
                </c:pt>
                <c:pt idx="4495">
                  <c:v>8.343555441067993E-2</c:v>
                </c:pt>
                <c:pt idx="4496">
                  <c:v>8.344716349762929E-2</c:v>
                </c:pt>
                <c:pt idx="4497">
                  <c:v>8.3464123207368665E-2</c:v>
                </c:pt>
                <c:pt idx="4498">
                  <c:v>8.3475717701168392E-2</c:v>
                </c:pt>
                <c:pt idx="4499">
                  <c:v>8.3482966411164566E-2</c:v>
                </c:pt>
                <c:pt idx="4500">
                  <c:v>8.3496418459351449E-2</c:v>
                </c:pt>
                <c:pt idx="4501">
                  <c:v>8.3507499311176889E-2</c:v>
                </c:pt>
                <c:pt idx="4502">
                  <c:v>8.3528981938442132E-2</c:v>
                </c:pt>
                <c:pt idx="4503">
                  <c:v>8.3532648429736164E-2</c:v>
                </c:pt>
                <c:pt idx="4504">
                  <c:v>8.3533822098429453E-2</c:v>
                </c:pt>
                <c:pt idx="4505">
                  <c:v>8.3537624858187276E-2</c:v>
                </c:pt>
                <c:pt idx="4506">
                  <c:v>8.3542840216293254E-2</c:v>
                </c:pt>
                <c:pt idx="4507">
                  <c:v>8.3550978519455921E-2</c:v>
                </c:pt>
                <c:pt idx="4508">
                  <c:v>8.3552114650286113E-2</c:v>
                </c:pt>
                <c:pt idx="4509">
                  <c:v>8.3557833244131741E-2</c:v>
                </c:pt>
                <c:pt idx="4510">
                  <c:v>8.3559904457475062E-2</c:v>
                </c:pt>
                <c:pt idx="4511">
                  <c:v>8.3564638305540895E-2</c:v>
                </c:pt>
                <c:pt idx="4512">
                  <c:v>8.3570781466560065E-2</c:v>
                </c:pt>
                <c:pt idx="4513">
                  <c:v>8.3603253926451293E-2</c:v>
                </c:pt>
                <c:pt idx="4514">
                  <c:v>8.3605819551832744E-2</c:v>
                </c:pt>
                <c:pt idx="4515">
                  <c:v>8.3617253789754126E-2</c:v>
                </c:pt>
                <c:pt idx="4516">
                  <c:v>8.3625615941831086E-2</c:v>
                </c:pt>
                <c:pt idx="4517">
                  <c:v>8.3626064734746028E-2</c:v>
                </c:pt>
                <c:pt idx="4518">
                  <c:v>8.3627419860234073E-2</c:v>
                </c:pt>
                <c:pt idx="4519">
                  <c:v>8.3642905410254126E-2</c:v>
                </c:pt>
                <c:pt idx="4520">
                  <c:v>8.3652410593672025E-2</c:v>
                </c:pt>
                <c:pt idx="4521">
                  <c:v>8.3656568109002419E-2</c:v>
                </c:pt>
                <c:pt idx="4522">
                  <c:v>8.366352884163325E-2</c:v>
                </c:pt>
                <c:pt idx="4523">
                  <c:v>8.366413645186381E-2</c:v>
                </c:pt>
                <c:pt idx="4524">
                  <c:v>8.3665144231894056E-2</c:v>
                </c:pt>
                <c:pt idx="4525">
                  <c:v>8.3673135474247373E-2</c:v>
                </c:pt>
                <c:pt idx="4526">
                  <c:v>8.3688444326012745E-2</c:v>
                </c:pt>
                <c:pt idx="4527">
                  <c:v>8.3690214322497028E-2</c:v>
                </c:pt>
                <c:pt idx="4528">
                  <c:v>8.3696916280354472E-2</c:v>
                </c:pt>
                <c:pt idx="4529">
                  <c:v>8.3699807161665654E-2</c:v>
                </c:pt>
                <c:pt idx="4530">
                  <c:v>8.3702147980230929E-2</c:v>
                </c:pt>
                <c:pt idx="4531">
                  <c:v>8.3715629514901205E-2</c:v>
                </c:pt>
                <c:pt idx="4532">
                  <c:v>8.3734187934158211E-2</c:v>
                </c:pt>
                <c:pt idx="4533">
                  <c:v>8.3735483148525761E-2</c:v>
                </c:pt>
                <c:pt idx="4534">
                  <c:v>8.3738968593188967E-2</c:v>
                </c:pt>
                <c:pt idx="4535">
                  <c:v>8.3744066884885698E-2</c:v>
                </c:pt>
                <c:pt idx="4536">
                  <c:v>8.3752381486047217E-2</c:v>
                </c:pt>
                <c:pt idx="4537">
                  <c:v>8.3756464594210059E-2</c:v>
                </c:pt>
                <c:pt idx="4538">
                  <c:v>8.3757059641005549E-2</c:v>
                </c:pt>
                <c:pt idx="4539">
                  <c:v>8.3757245657564872E-2</c:v>
                </c:pt>
                <c:pt idx="4540">
                  <c:v>8.3763516552498724E-2</c:v>
                </c:pt>
                <c:pt idx="4541">
                  <c:v>8.3768809608573358E-2</c:v>
                </c:pt>
                <c:pt idx="4542">
                  <c:v>8.3773552480858063E-2</c:v>
                </c:pt>
                <c:pt idx="4543">
                  <c:v>8.3777771264572559E-2</c:v>
                </c:pt>
                <c:pt idx="4544">
                  <c:v>8.37800127868783E-2</c:v>
                </c:pt>
                <c:pt idx="4545">
                  <c:v>8.3788029134856376E-2</c:v>
                </c:pt>
                <c:pt idx="4546">
                  <c:v>8.3804411866260836E-2</c:v>
                </c:pt>
                <c:pt idx="4547">
                  <c:v>8.3810374025754017E-2</c:v>
                </c:pt>
                <c:pt idx="4548">
                  <c:v>8.3819426930873062E-2</c:v>
                </c:pt>
                <c:pt idx="4549">
                  <c:v>8.3829076966458874E-2</c:v>
                </c:pt>
                <c:pt idx="4550">
                  <c:v>8.383040211705603E-2</c:v>
                </c:pt>
                <c:pt idx="4551">
                  <c:v>8.3831951457081749E-2</c:v>
                </c:pt>
                <c:pt idx="4552">
                  <c:v>8.3835908930998834E-2</c:v>
                </c:pt>
                <c:pt idx="4553">
                  <c:v>8.3850943257628888E-2</c:v>
                </c:pt>
                <c:pt idx="4554">
                  <c:v>8.385383157266231E-2</c:v>
                </c:pt>
                <c:pt idx="4555">
                  <c:v>8.387862961172507E-2</c:v>
                </c:pt>
                <c:pt idx="4556">
                  <c:v>8.3920080977900879E-2</c:v>
                </c:pt>
                <c:pt idx="4557">
                  <c:v>8.3927518248001196E-2</c:v>
                </c:pt>
                <c:pt idx="4558">
                  <c:v>8.3930735867977904E-2</c:v>
                </c:pt>
                <c:pt idx="4559">
                  <c:v>8.3951910513325484E-2</c:v>
                </c:pt>
                <c:pt idx="4560">
                  <c:v>8.3959673759637435E-2</c:v>
                </c:pt>
                <c:pt idx="4561">
                  <c:v>8.3962210536411702E-2</c:v>
                </c:pt>
                <c:pt idx="4562">
                  <c:v>8.3963765051100356E-2</c:v>
                </c:pt>
                <c:pt idx="4563">
                  <c:v>8.3979114055582116E-2</c:v>
                </c:pt>
                <c:pt idx="4564">
                  <c:v>8.3992556570057303E-2</c:v>
                </c:pt>
                <c:pt idx="4565">
                  <c:v>8.3994710454572866E-2</c:v>
                </c:pt>
                <c:pt idx="4566">
                  <c:v>8.4006390186798952E-2</c:v>
                </c:pt>
                <c:pt idx="4567">
                  <c:v>8.4020755149373988E-2</c:v>
                </c:pt>
                <c:pt idx="4568">
                  <c:v>8.4030769707904962E-2</c:v>
                </c:pt>
                <c:pt idx="4569">
                  <c:v>8.40428517738218E-2</c:v>
                </c:pt>
                <c:pt idx="4570">
                  <c:v>8.4044199326569535E-2</c:v>
                </c:pt>
                <c:pt idx="4571">
                  <c:v>8.4044712564455726E-2</c:v>
                </c:pt>
                <c:pt idx="4572">
                  <c:v>8.4058416879420977E-2</c:v>
                </c:pt>
                <c:pt idx="4573">
                  <c:v>8.4074525124845048E-2</c:v>
                </c:pt>
                <c:pt idx="4574">
                  <c:v>8.4078809233114782E-2</c:v>
                </c:pt>
                <c:pt idx="4575">
                  <c:v>8.408722350901994E-2</c:v>
                </c:pt>
                <c:pt idx="4576">
                  <c:v>8.4090964848050676E-2</c:v>
                </c:pt>
                <c:pt idx="4577">
                  <c:v>8.4114447973847747E-2</c:v>
                </c:pt>
                <c:pt idx="4578">
                  <c:v>8.4114907972874325E-2</c:v>
                </c:pt>
                <c:pt idx="4579">
                  <c:v>8.4120531744436636E-2</c:v>
                </c:pt>
                <c:pt idx="4580">
                  <c:v>8.4126667353990617E-2</c:v>
                </c:pt>
                <c:pt idx="4581">
                  <c:v>8.4131802086525251E-2</c:v>
                </c:pt>
                <c:pt idx="4582">
                  <c:v>8.4136022982102626E-2</c:v>
                </c:pt>
                <c:pt idx="4583">
                  <c:v>8.4139256835743276E-2</c:v>
                </c:pt>
                <c:pt idx="4584">
                  <c:v>8.4143308656917382E-2</c:v>
                </c:pt>
                <c:pt idx="4585">
                  <c:v>8.4156366385872913E-2</c:v>
                </c:pt>
                <c:pt idx="4586">
                  <c:v>8.4169197176086008E-2</c:v>
                </c:pt>
                <c:pt idx="4587">
                  <c:v>8.4170046831768097E-2</c:v>
                </c:pt>
                <c:pt idx="4588">
                  <c:v>8.4172325378823104E-2</c:v>
                </c:pt>
                <c:pt idx="4589">
                  <c:v>8.4177235096783654E-2</c:v>
                </c:pt>
                <c:pt idx="4590">
                  <c:v>8.418384197821295E-2</c:v>
                </c:pt>
                <c:pt idx="4591">
                  <c:v>8.4215411197713738E-2</c:v>
                </c:pt>
                <c:pt idx="4592">
                  <c:v>8.4219110949736373E-2</c:v>
                </c:pt>
                <c:pt idx="4593">
                  <c:v>8.4223159828889838E-2</c:v>
                </c:pt>
                <c:pt idx="4594">
                  <c:v>8.4225397071625629E-2</c:v>
                </c:pt>
                <c:pt idx="4595">
                  <c:v>8.4226649816269233E-2</c:v>
                </c:pt>
                <c:pt idx="4596">
                  <c:v>8.4238071487455962E-2</c:v>
                </c:pt>
                <c:pt idx="4597">
                  <c:v>8.4240889984338943E-2</c:v>
                </c:pt>
                <c:pt idx="4598">
                  <c:v>8.4241327966508475E-2</c:v>
                </c:pt>
                <c:pt idx="4599">
                  <c:v>8.425072178727297E-2</c:v>
                </c:pt>
                <c:pt idx="4600">
                  <c:v>8.4268515690892581E-2</c:v>
                </c:pt>
                <c:pt idx="4601">
                  <c:v>8.4269533176871039E-2</c:v>
                </c:pt>
                <c:pt idx="4602">
                  <c:v>8.4272726190372821E-2</c:v>
                </c:pt>
                <c:pt idx="4603">
                  <c:v>8.4272758227986189E-2</c:v>
                </c:pt>
                <c:pt idx="4604">
                  <c:v>8.428508364868556E-2</c:v>
                </c:pt>
                <c:pt idx="4605">
                  <c:v>8.4302083801749791E-2</c:v>
                </c:pt>
                <c:pt idx="4606">
                  <c:v>8.4326093336885038E-2</c:v>
                </c:pt>
                <c:pt idx="4607">
                  <c:v>8.43385119704846E-2</c:v>
                </c:pt>
                <c:pt idx="4608">
                  <c:v>8.434951977640566E-2</c:v>
                </c:pt>
                <c:pt idx="4609">
                  <c:v>8.4350826638331808E-2</c:v>
                </c:pt>
                <c:pt idx="4610">
                  <c:v>8.4365150638621517E-2</c:v>
                </c:pt>
                <c:pt idx="4611">
                  <c:v>8.4366372640242424E-2</c:v>
                </c:pt>
                <c:pt idx="4612">
                  <c:v>8.4372961023909107E-2</c:v>
                </c:pt>
                <c:pt idx="4613">
                  <c:v>8.4389127779203876E-2</c:v>
                </c:pt>
                <c:pt idx="4614">
                  <c:v>8.4402937969067421E-2</c:v>
                </c:pt>
                <c:pt idx="4615">
                  <c:v>8.4409456439221292E-2</c:v>
                </c:pt>
                <c:pt idx="4616">
                  <c:v>8.4436743881545984E-2</c:v>
                </c:pt>
                <c:pt idx="4617">
                  <c:v>8.4438042545229186E-2</c:v>
                </c:pt>
                <c:pt idx="4618">
                  <c:v>8.4445805067825341E-2</c:v>
                </c:pt>
                <c:pt idx="4619">
                  <c:v>8.4451154872114562E-2</c:v>
                </c:pt>
                <c:pt idx="4620">
                  <c:v>8.4451867804383268E-2</c:v>
                </c:pt>
                <c:pt idx="4621">
                  <c:v>8.4458638324203777E-2</c:v>
                </c:pt>
                <c:pt idx="4622">
                  <c:v>8.4459202756299354E-2</c:v>
                </c:pt>
                <c:pt idx="4623">
                  <c:v>8.4472333035441619E-2</c:v>
                </c:pt>
                <c:pt idx="4624">
                  <c:v>8.4478981651462268E-2</c:v>
                </c:pt>
                <c:pt idx="4625">
                  <c:v>8.4480412203704683E-2</c:v>
                </c:pt>
                <c:pt idx="4626">
                  <c:v>8.4517111500463357E-2</c:v>
                </c:pt>
                <c:pt idx="4627">
                  <c:v>8.4523605636495927E-2</c:v>
                </c:pt>
                <c:pt idx="4628">
                  <c:v>8.4538004606050182E-2</c:v>
                </c:pt>
                <c:pt idx="4629">
                  <c:v>8.4539462683751912E-2</c:v>
                </c:pt>
                <c:pt idx="4630">
                  <c:v>8.4544964197761432E-2</c:v>
                </c:pt>
                <c:pt idx="4631">
                  <c:v>8.4551197296124384E-2</c:v>
                </c:pt>
                <c:pt idx="4632">
                  <c:v>8.4566112386628881E-2</c:v>
                </c:pt>
                <c:pt idx="4633">
                  <c:v>8.4566832036404166E-2</c:v>
                </c:pt>
                <c:pt idx="4634">
                  <c:v>8.4584099917604072E-2</c:v>
                </c:pt>
                <c:pt idx="4635">
                  <c:v>8.4591377806258972E-2</c:v>
                </c:pt>
                <c:pt idx="4636">
                  <c:v>8.4593173549816159E-2</c:v>
                </c:pt>
                <c:pt idx="4637">
                  <c:v>8.4593583353176349E-2</c:v>
                </c:pt>
                <c:pt idx="4638">
                  <c:v>8.4595918870127379E-2</c:v>
                </c:pt>
                <c:pt idx="4639">
                  <c:v>8.4599524114664856E-2</c:v>
                </c:pt>
                <c:pt idx="4640">
                  <c:v>8.4600547108565044E-2</c:v>
                </c:pt>
                <c:pt idx="4641">
                  <c:v>8.4607412137998217E-2</c:v>
                </c:pt>
                <c:pt idx="4642">
                  <c:v>8.4607931656833668E-2</c:v>
                </c:pt>
                <c:pt idx="4643">
                  <c:v>8.4633624338324456E-2</c:v>
                </c:pt>
                <c:pt idx="4644">
                  <c:v>8.4638128366491885E-2</c:v>
                </c:pt>
                <c:pt idx="4645">
                  <c:v>8.4649333064749241E-2</c:v>
                </c:pt>
                <c:pt idx="4646">
                  <c:v>8.4686798006291558E-2</c:v>
                </c:pt>
                <c:pt idx="4647">
                  <c:v>8.4720591533568215E-2</c:v>
                </c:pt>
                <c:pt idx="4648">
                  <c:v>8.4722181311495851E-2</c:v>
                </c:pt>
                <c:pt idx="4649">
                  <c:v>8.4738476847559432E-2</c:v>
                </c:pt>
                <c:pt idx="4650">
                  <c:v>8.47474792177694E-2</c:v>
                </c:pt>
                <c:pt idx="4651">
                  <c:v>8.4753401559550551E-2</c:v>
                </c:pt>
                <c:pt idx="4652">
                  <c:v>8.4772638198572836E-2</c:v>
                </c:pt>
                <c:pt idx="4653">
                  <c:v>8.4779137443398281E-2</c:v>
                </c:pt>
                <c:pt idx="4654">
                  <c:v>8.4781440433851038E-2</c:v>
                </c:pt>
                <c:pt idx="4655">
                  <c:v>8.4789750435417463E-2</c:v>
                </c:pt>
                <c:pt idx="4656">
                  <c:v>8.4796907123301887E-2</c:v>
                </c:pt>
                <c:pt idx="4657">
                  <c:v>8.4803279667613932E-2</c:v>
                </c:pt>
                <c:pt idx="4658">
                  <c:v>8.481918382410164E-2</c:v>
                </c:pt>
                <c:pt idx="4659">
                  <c:v>8.4824808468704244E-2</c:v>
                </c:pt>
                <c:pt idx="4660">
                  <c:v>8.4833896795758229E-2</c:v>
                </c:pt>
                <c:pt idx="4661">
                  <c:v>8.4835831424770053E-2</c:v>
                </c:pt>
                <c:pt idx="4662">
                  <c:v>8.4836928260638614E-2</c:v>
                </c:pt>
                <c:pt idx="4663">
                  <c:v>8.4867459061996012E-2</c:v>
                </c:pt>
                <c:pt idx="4664">
                  <c:v>8.4879869493670962E-2</c:v>
                </c:pt>
                <c:pt idx="4665">
                  <c:v>8.4885862133554646E-2</c:v>
                </c:pt>
                <c:pt idx="4666">
                  <c:v>8.4892128744578979E-2</c:v>
                </c:pt>
                <c:pt idx="4667">
                  <c:v>8.4913262881022231E-2</c:v>
                </c:pt>
                <c:pt idx="4668">
                  <c:v>8.4927616821415045E-2</c:v>
                </c:pt>
                <c:pt idx="4669">
                  <c:v>8.4933673096583576E-2</c:v>
                </c:pt>
                <c:pt idx="4670">
                  <c:v>8.4936755325143359E-2</c:v>
                </c:pt>
                <c:pt idx="4671">
                  <c:v>8.4946375601774829E-2</c:v>
                </c:pt>
                <c:pt idx="4672">
                  <c:v>8.4947994163011076E-2</c:v>
                </c:pt>
                <c:pt idx="4673">
                  <c:v>8.4952910478835186E-2</c:v>
                </c:pt>
                <c:pt idx="4674">
                  <c:v>8.4967722183951711E-2</c:v>
                </c:pt>
                <c:pt idx="4675">
                  <c:v>8.4968340327400291E-2</c:v>
                </c:pt>
                <c:pt idx="4676">
                  <c:v>8.4972408332245244E-2</c:v>
                </c:pt>
                <c:pt idx="4677">
                  <c:v>8.4974378584868657E-2</c:v>
                </c:pt>
                <c:pt idx="4678">
                  <c:v>8.4984148115795799E-2</c:v>
                </c:pt>
                <c:pt idx="4679">
                  <c:v>8.4994868911190818E-2</c:v>
                </c:pt>
                <c:pt idx="4680">
                  <c:v>8.4995097585021495E-2</c:v>
                </c:pt>
                <c:pt idx="4681">
                  <c:v>8.5003622717478217E-2</c:v>
                </c:pt>
                <c:pt idx="4682">
                  <c:v>8.5013783847481178E-2</c:v>
                </c:pt>
                <c:pt idx="4683">
                  <c:v>8.5013809036160778E-2</c:v>
                </c:pt>
                <c:pt idx="4684">
                  <c:v>8.5028739202478082E-2</c:v>
                </c:pt>
                <c:pt idx="4685">
                  <c:v>8.5037516871144012E-2</c:v>
                </c:pt>
                <c:pt idx="4686">
                  <c:v>8.5047881176160897E-2</c:v>
                </c:pt>
                <c:pt idx="4687">
                  <c:v>8.5058053205757503E-2</c:v>
                </c:pt>
                <c:pt idx="4688">
                  <c:v>8.5058730215038333E-2</c:v>
                </c:pt>
                <c:pt idx="4689">
                  <c:v>8.5063560343088027E-2</c:v>
                </c:pt>
                <c:pt idx="4690">
                  <c:v>8.5070637275582839E-2</c:v>
                </c:pt>
                <c:pt idx="4691">
                  <c:v>8.5079652699756231E-2</c:v>
                </c:pt>
                <c:pt idx="4692">
                  <c:v>8.5093290325496743E-2</c:v>
                </c:pt>
                <c:pt idx="4693">
                  <c:v>8.5095003832773297E-2</c:v>
                </c:pt>
                <c:pt idx="4694">
                  <c:v>8.5097059154106022E-2</c:v>
                </c:pt>
                <c:pt idx="4695">
                  <c:v>8.5104227866778598E-2</c:v>
                </c:pt>
                <c:pt idx="4696">
                  <c:v>8.5118272222198629E-2</c:v>
                </c:pt>
                <c:pt idx="4697">
                  <c:v>8.5138411295004837E-2</c:v>
                </c:pt>
                <c:pt idx="4698">
                  <c:v>8.5138769092101746E-2</c:v>
                </c:pt>
                <c:pt idx="4699">
                  <c:v>8.5142282744421136E-2</c:v>
                </c:pt>
                <c:pt idx="4700">
                  <c:v>8.5146834926980081E-2</c:v>
                </c:pt>
                <c:pt idx="4701">
                  <c:v>8.5168860227565577E-2</c:v>
                </c:pt>
                <c:pt idx="4702">
                  <c:v>8.5170601053487546E-2</c:v>
                </c:pt>
                <c:pt idx="4703">
                  <c:v>8.5173798950555768E-2</c:v>
                </c:pt>
                <c:pt idx="4704">
                  <c:v>8.520214755481266E-2</c:v>
                </c:pt>
                <c:pt idx="4705">
                  <c:v>8.5202748575412199E-2</c:v>
                </c:pt>
                <c:pt idx="4706">
                  <c:v>8.5209976138196156E-2</c:v>
                </c:pt>
                <c:pt idx="4707">
                  <c:v>8.5213298525608036E-2</c:v>
                </c:pt>
                <c:pt idx="4708">
                  <c:v>8.5215033504921892E-2</c:v>
                </c:pt>
                <c:pt idx="4709">
                  <c:v>8.5239292224009305E-2</c:v>
                </c:pt>
                <c:pt idx="4710">
                  <c:v>8.5239735389815233E-2</c:v>
                </c:pt>
                <c:pt idx="4711">
                  <c:v>8.524806153254133E-2</c:v>
                </c:pt>
                <c:pt idx="4712">
                  <c:v>8.5251803275840865E-2</c:v>
                </c:pt>
                <c:pt idx="4713">
                  <c:v>8.525315785042549E-2</c:v>
                </c:pt>
                <c:pt idx="4714">
                  <c:v>8.5257725246152063E-2</c:v>
                </c:pt>
                <c:pt idx="4715">
                  <c:v>8.5263680664757063E-2</c:v>
                </c:pt>
                <c:pt idx="4716">
                  <c:v>8.5266676379463183E-2</c:v>
                </c:pt>
                <c:pt idx="4717">
                  <c:v>8.527133726411118E-2</c:v>
                </c:pt>
                <c:pt idx="4718">
                  <c:v>8.5272575330579609E-2</c:v>
                </c:pt>
                <c:pt idx="4719">
                  <c:v>8.5288149257693138E-2</c:v>
                </c:pt>
                <c:pt idx="4720">
                  <c:v>8.529468344631698E-2</c:v>
                </c:pt>
                <c:pt idx="4721">
                  <c:v>8.5304880794796215E-2</c:v>
                </c:pt>
                <c:pt idx="4722">
                  <c:v>8.5313518065062668E-2</c:v>
                </c:pt>
                <c:pt idx="4723">
                  <c:v>8.5321234992306261E-2</c:v>
                </c:pt>
                <c:pt idx="4724">
                  <c:v>8.5340630083047569E-2</c:v>
                </c:pt>
                <c:pt idx="4725">
                  <c:v>8.5347515802194324E-2</c:v>
                </c:pt>
                <c:pt idx="4726">
                  <c:v>8.5354609876066467E-2</c:v>
                </c:pt>
                <c:pt idx="4727">
                  <c:v>8.5358373033219082E-2</c:v>
                </c:pt>
                <c:pt idx="4728">
                  <c:v>8.5366837411159871E-2</c:v>
                </c:pt>
                <c:pt idx="4729">
                  <c:v>8.5371829926404769E-2</c:v>
                </c:pt>
                <c:pt idx="4730">
                  <c:v>8.537561690436872E-2</c:v>
                </c:pt>
                <c:pt idx="4731">
                  <c:v>8.5379162742738879E-2</c:v>
                </c:pt>
                <c:pt idx="4732">
                  <c:v>8.5393837888535232E-2</c:v>
                </c:pt>
                <c:pt idx="4733">
                  <c:v>8.5402349570797564E-2</c:v>
                </c:pt>
                <c:pt idx="4734">
                  <c:v>8.5405744172897119E-2</c:v>
                </c:pt>
                <c:pt idx="4735">
                  <c:v>8.5413494176492799E-2</c:v>
                </c:pt>
                <c:pt idx="4736">
                  <c:v>8.541651072588291E-2</c:v>
                </c:pt>
                <c:pt idx="4737">
                  <c:v>8.5418709189885242E-2</c:v>
                </c:pt>
                <c:pt idx="4738">
                  <c:v>8.5459993866388431E-2</c:v>
                </c:pt>
                <c:pt idx="4739">
                  <c:v>8.5463921938801604E-2</c:v>
                </c:pt>
                <c:pt idx="4740">
                  <c:v>8.5464078124089585E-2</c:v>
                </c:pt>
                <c:pt idx="4741">
                  <c:v>8.5466349136361752E-2</c:v>
                </c:pt>
                <c:pt idx="4742">
                  <c:v>8.5483340593886681E-2</c:v>
                </c:pt>
                <c:pt idx="4743">
                  <c:v>8.548724107162875E-2</c:v>
                </c:pt>
                <c:pt idx="4744">
                  <c:v>8.5494403306123942E-2</c:v>
                </c:pt>
                <c:pt idx="4745">
                  <c:v>8.5499415382927185E-2</c:v>
                </c:pt>
                <c:pt idx="4746">
                  <c:v>8.5510172526116895E-2</c:v>
                </c:pt>
                <c:pt idx="4747">
                  <c:v>8.5519047093557912E-2</c:v>
                </c:pt>
                <c:pt idx="4748">
                  <c:v>8.5523024526332508E-2</c:v>
                </c:pt>
                <c:pt idx="4749">
                  <c:v>8.5529946210768204E-2</c:v>
                </c:pt>
                <c:pt idx="4750">
                  <c:v>8.5550363352322398E-2</c:v>
                </c:pt>
                <c:pt idx="4751">
                  <c:v>8.5552691641246223E-2</c:v>
                </c:pt>
                <c:pt idx="4752">
                  <c:v>8.5555460336348019E-2</c:v>
                </c:pt>
                <c:pt idx="4753">
                  <c:v>8.55599116365683E-2</c:v>
                </c:pt>
                <c:pt idx="4754">
                  <c:v>8.55605413226454E-2</c:v>
                </c:pt>
                <c:pt idx="4755">
                  <c:v>8.5569163925484887E-2</c:v>
                </c:pt>
                <c:pt idx="4756">
                  <c:v>8.5576948319664572E-2</c:v>
                </c:pt>
                <c:pt idx="4757">
                  <c:v>8.5578295735809079E-2</c:v>
                </c:pt>
                <c:pt idx="4758">
                  <c:v>8.5583895615809882E-2</c:v>
                </c:pt>
                <c:pt idx="4759">
                  <c:v>8.5588316187423935E-2</c:v>
                </c:pt>
                <c:pt idx="4760">
                  <c:v>8.5592807097925799E-2</c:v>
                </c:pt>
                <c:pt idx="4761">
                  <c:v>8.5608025791378467E-2</c:v>
                </c:pt>
                <c:pt idx="4762">
                  <c:v>8.5611842683351563E-2</c:v>
                </c:pt>
                <c:pt idx="4763">
                  <c:v>8.5612733003476521E-2</c:v>
                </c:pt>
                <c:pt idx="4764">
                  <c:v>8.5618442974938452E-2</c:v>
                </c:pt>
                <c:pt idx="4765">
                  <c:v>8.562287475432985E-2</c:v>
                </c:pt>
                <c:pt idx="4766">
                  <c:v>8.5628485544899435E-2</c:v>
                </c:pt>
                <c:pt idx="4767">
                  <c:v>8.5630804841033928E-2</c:v>
                </c:pt>
                <c:pt idx="4768">
                  <c:v>8.563119117426006E-2</c:v>
                </c:pt>
                <c:pt idx="4769">
                  <c:v>8.5639799277654333E-2</c:v>
                </c:pt>
                <c:pt idx="4770">
                  <c:v>8.5640098782420043E-2</c:v>
                </c:pt>
                <c:pt idx="4771">
                  <c:v>8.5653399925182588E-2</c:v>
                </c:pt>
                <c:pt idx="4772">
                  <c:v>8.5670140729459637E-2</c:v>
                </c:pt>
                <c:pt idx="4773">
                  <c:v>8.5679872084980291E-2</c:v>
                </c:pt>
                <c:pt idx="4774">
                  <c:v>8.5692706618864842E-2</c:v>
                </c:pt>
                <c:pt idx="4775">
                  <c:v>8.5695381957964459E-2</c:v>
                </c:pt>
                <c:pt idx="4776">
                  <c:v>8.5695529189266359E-2</c:v>
                </c:pt>
                <c:pt idx="4777">
                  <c:v>8.5701082483006966E-2</c:v>
                </c:pt>
                <c:pt idx="4778">
                  <c:v>8.5745447405405698E-2</c:v>
                </c:pt>
                <c:pt idx="4779">
                  <c:v>8.5747732963882536E-2</c:v>
                </c:pt>
                <c:pt idx="4780">
                  <c:v>8.5748413045739602E-2</c:v>
                </c:pt>
                <c:pt idx="4781">
                  <c:v>8.5752577516785375E-2</c:v>
                </c:pt>
                <c:pt idx="4782">
                  <c:v>8.5756982278438115E-2</c:v>
                </c:pt>
                <c:pt idx="4783">
                  <c:v>8.5771510100107862E-2</c:v>
                </c:pt>
                <c:pt idx="4784">
                  <c:v>8.5785169197915262E-2</c:v>
                </c:pt>
                <c:pt idx="4785">
                  <c:v>8.5787335970629E-2</c:v>
                </c:pt>
                <c:pt idx="4786">
                  <c:v>8.5790343101329672E-2</c:v>
                </c:pt>
                <c:pt idx="4787">
                  <c:v>8.5796070174109326E-2</c:v>
                </c:pt>
                <c:pt idx="4788">
                  <c:v>8.5828311580992661E-2</c:v>
                </c:pt>
                <c:pt idx="4789">
                  <c:v>8.5829265813636244E-2</c:v>
                </c:pt>
                <c:pt idx="4790">
                  <c:v>8.5843684338664836E-2</c:v>
                </c:pt>
                <c:pt idx="4791">
                  <c:v>8.5848638454024392E-2</c:v>
                </c:pt>
                <c:pt idx="4792">
                  <c:v>8.5856431308224346E-2</c:v>
                </c:pt>
                <c:pt idx="4793">
                  <c:v>8.5871441620101338E-2</c:v>
                </c:pt>
                <c:pt idx="4794">
                  <c:v>8.5884887601538742E-2</c:v>
                </c:pt>
                <c:pt idx="4795">
                  <c:v>8.5894549195059997E-2</c:v>
                </c:pt>
                <c:pt idx="4796">
                  <c:v>8.5912192583856933E-2</c:v>
                </c:pt>
                <c:pt idx="4797">
                  <c:v>8.5916930833140948E-2</c:v>
                </c:pt>
                <c:pt idx="4798">
                  <c:v>8.5922256560488547E-2</c:v>
                </c:pt>
                <c:pt idx="4799">
                  <c:v>8.5926298803927492E-2</c:v>
                </c:pt>
                <c:pt idx="4800">
                  <c:v>8.5931919683570487E-2</c:v>
                </c:pt>
                <c:pt idx="4801">
                  <c:v>8.5936444584633953E-2</c:v>
                </c:pt>
                <c:pt idx="4802">
                  <c:v>8.5937492502655727E-2</c:v>
                </c:pt>
                <c:pt idx="4803">
                  <c:v>8.5945450629266062E-2</c:v>
                </c:pt>
                <c:pt idx="4804">
                  <c:v>8.5945565033774915E-2</c:v>
                </c:pt>
                <c:pt idx="4805">
                  <c:v>8.5952754776899565E-2</c:v>
                </c:pt>
                <c:pt idx="4806">
                  <c:v>8.5957203640284294E-2</c:v>
                </c:pt>
                <c:pt idx="4807">
                  <c:v>8.5963988335095776E-2</c:v>
                </c:pt>
                <c:pt idx="4808">
                  <c:v>8.5975713161518585E-2</c:v>
                </c:pt>
                <c:pt idx="4809">
                  <c:v>8.5979205137139969E-2</c:v>
                </c:pt>
                <c:pt idx="4810">
                  <c:v>8.5984967725059203E-2</c:v>
                </c:pt>
                <c:pt idx="4811">
                  <c:v>8.599180601759239E-2</c:v>
                </c:pt>
                <c:pt idx="4812">
                  <c:v>8.5992907974979535E-2</c:v>
                </c:pt>
                <c:pt idx="4813">
                  <c:v>8.6016631584052566E-2</c:v>
                </c:pt>
                <c:pt idx="4814">
                  <c:v>8.6029576545513853E-2</c:v>
                </c:pt>
                <c:pt idx="4815">
                  <c:v>8.6031065317735661E-2</c:v>
                </c:pt>
                <c:pt idx="4816">
                  <c:v>8.603334837838765E-2</c:v>
                </c:pt>
                <c:pt idx="4817">
                  <c:v>8.605059649548577E-2</c:v>
                </c:pt>
                <c:pt idx="4818">
                  <c:v>8.6053351528911012E-2</c:v>
                </c:pt>
                <c:pt idx="4819">
                  <c:v>8.6066559978528565E-2</c:v>
                </c:pt>
                <c:pt idx="4820">
                  <c:v>8.606961809451423E-2</c:v>
                </c:pt>
                <c:pt idx="4821">
                  <c:v>8.6093468888992677E-2</c:v>
                </c:pt>
                <c:pt idx="4822">
                  <c:v>8.6101273669845074E-2</c:v>
                </c:pt>
                <c:pt idx="4823">
                  <c:v>8.6135586477604109E-2</c:v>
                </c:pt>
                <c:pt idx="4824">
                  <c:v>8.6155633121611577E-2</c:v>
                </c:pt>
                <c:pt idx="4825">
                  <c:v>8.6168277717081826E-2</c:v>
                </c:pt>
                <c:pt idx="4826">
                  <c:v>8.6178286465228585E-2</c:v>
                </c:pt>
                <c:pt idx="4827">
                  <c:v>8.6185050498134977E-2</c:v>
                </c:pt>
                <c:pt idx="4828">
                  <c:v>8.6185914871717173E-2</c:v>
                </c:pt>
                <c:pt idx="4829">
                  <c:v>8.6194909187607416E-2</c:v>
                </c:pt>
                <c:pt idx="4830">
                  <c:v>8.6199467640689767E-2</c:v>
                </c:pt>
                <c:pt idx="4831">
                  <c:v>8.6208897561771858E-2</c:v>
                </c:pt>
                <c:pt idx="4832">
                  <c:v>8.621642998138232E-2</c:v>
                </c:pt>
                <c:pt idx="4833">
                  <c:v>8.6221321318283181E-2</c:v>
                </c:pt>
                <c:pt idx="4834">
                  <c:v>8.6229413040296077E-2</c:v>
                </c:pt>
                <c:pt idx="4835">
                  <c:v>8.6236891270086519E-2</c:v>
                </c:pt>
                <c:pt idx="4836">
                  <c:v>8.6240311500942995E-2</c:v>
                </c:pt>
                <c:pt idx="4837">
                  <c:v>8.6272344842800677E-2</c:v>
                </c:pt>
                <c:pt idx="4838">
                  <c:v>8.6283176680400045E-2</c:v>
                </c:pt>
                <c:pt idx="4839">
                  <c:v>8.6284176502314611E-2</c:v>
                </c:pt>
                <c:pt idx="4840">
                  <c:v>8.6298206090090382E-2</c:v>
                </c:pt>
                <c:pt idx="4841">
                  <c:v>8.6305988411465126E-2</c:v>
                </c:pt>
                <c:pt idx="4842">
                  <c:v>8.6327570816218516E-2</c:v>
                </c:pt>
                <c:pt idx="4843">
                  <c:v>8.633312732894878E-2</c:v>
                </c:pt>
                <c:pt idx="4844">
                  <c:v>8.6336960257603498E-2</c:v>
                </c:pt>
                <c:pt idx="4845">
                  <c:v>8.6351031979174528E-2</c:v>
                </c:pt>
                <c:pt idx="4846">
                  <c:v>8.6358220332482291E-2</c:v>
                </c:pt>
                <c:pt idx="4847">
                  <c:v>8.636034358495398E-2</c:v>
                </c:pt>
                <c:pt idx="4848">
                  <c:v>8.6366252054773163E-2</c:v>
                </c:pt>
                <c:pt idx="4849">
                  <c:v>8.6369471109152468E-2</c:v>
                </c:pt>
                <c:pt idx="4850">
                  <c:v>8.6370433184232834E-2</c:v>
                </c:pt>
                <c:pt idx="4851">
                  <c:v>8.6385697244134793E-2</c:v>
                </c:pt>
                <c:pt idx="4852">
                  <c:v>8.6393274612133544E-2</c:v>
                </c:pt>
                <c:pt idx="4853">
                  <c:v>8.6418080989865892E-2</c:v>
                </c:pt>
                <c:pt idx="4854">
                  <c:v>8.6442445855781383E-2</c:v>
                </c:pt>
                <c:pt idx="4855">
                  <c:v>8.6450211697462601E-2</c:v>
                </c:pt>
                <c:pt idx="4856">
                  <c:v>8.6452681895237068E-2</c:v>
                </c:pt>
                <c:pt idx="4857">
                  <c:v>8.6462685347703891E-2</c:v>
                </c:pt>
                <c:pt idx="4858">
                  <c:v>8.6480401891349007E-2</c:v>
                </c:pt>
                <c:pt idx="4859">
                  <c:v>8.6509452895135161E-2</c:v>
                </c:pt>
                <c:pt idx="4860">
                  <c:v>8.6520331452175123E-2</c:v>
                </c:pt>
                <c:pt idx="4861">
                  <c:v>8.6535256080326861E-2</c:v>
                </c:pt>
                <c:pt idx="4862">
                  <c:v>8.6538022585495325E-2</c:v>
                </c:pt>
                <c:pt idx="4863">
                  <c:v>8.6553241669799691E-2</c:v>
                </c:pt>
                <c:pt idx="4864">
                  <c:v>8.6554145820802258E-2</c:v>
                </c:pt>
                <c:pt idx="4865">
                  <c:v>8.6557730257101936E-2</c:v>
                </c:pt>
                <c:pt idx="4866">
                  <c:v>8.6561734853414243E-2</c:v>
                </c:pt>
                <c:pt idx="4867">
                  <c:v>8.6565001165059496E-2</c:v>
                </c:pt>
                <c:pt idx="4868">
                  <c:v>8.6568189991551761E-2</c:v>
                </c:pt>
                <c:pt idx="4869">
                  <c:v>8.6570820758415476E-2</c:v>
                </c:pt>
                <c:pt idx="4870">
                  <c:v>8.6575862876135945E-2</c:v>
                </c:pt>
                <c:pt idx="4871">
                  <c:v>8.6592954653040038E-2</c:v>
                </c:pt>
                <c:pt idx="4872">
                  <c:v>8.6598514574359381E-2</c:v>
                </c:pt>
                <c:pt idx="4873">
                  <c:v>8.6630643177593392E-2</c:v>
                </c:pt>
                <c:pt idx="4874">
                  <c:v>8.663258458655855E-2</c:v>
                </c:pt>
                <c:pt idx="4875">
                  <c:v>8.6636501880564876E-2</c:v>
                </c:pt>
                <c:pt idx="4876">
                  <c:v>8.6636867880543353E-2</c:v>
                </c:pt>
                <c:pt idx="4877">
                  <c:v>8.6637301435484315E-2</c:v>
                </c:pt>
                <c:pt idx="4878">
                  <c:v>8.6655574096453122E-2</c:v>
                </c:pt>
                <c:pt idx="4879">
                  <c:v>8.6658708436020998E-2</c:v>
                </c:pt>
                <c:pt idx="4880">
                  <c:v>8.6659291537302133E-2</c:v>
                </c:pt>
                <c:pt idx="4881">
                  <c:v>8.6667315945032616E-2</c:v>
                </c:pt>
                <c:pt idx="4882">
                  <c:v>8.6668763296434165E-2</c:v>
                </c:pt>
                <c:pt idx="4883">
                  <c:v>8.6671739799405803E-2</c:v>
                </c:pt>
                <c:pt idx="4884">
                  <c:v>8.6673641641649216E-2</c:v>
                </c:pt>
                <c:pt idx="4885">
                  <c:v>8.6677757545532266E-2</c:v>
                </c:pt>
                <c:pt idx="4886">
                  <c:v>8.6684847430862869E-2</c:v>
                </c:pt>
                <c:pt idx="4887">
                  <c:v>8.6697264590986561E-2</c:v>
                </c:pt>
                <c:pt idx="4888">
                  <c:v>8.6706178238883644E-2</c:v>
                </c:pt>
                <c:pt idx="4889">
                  <c:v>8.6711610128001021E-2</c:v>
                </c:pt>
                <c:pt idx="4890">
                  <c:v>8.6722303822871605E-2</c:v>
                </c:pt>
                <c:pt idx="4891">
                  <c:v>8.6724033344736537E-2</c:v>
                </c:pt>
                <c:pt idx="4892">
                  <c:v>8.6731957190357131E-2</c:v>
                </c:pt>
                <c:pt idx="4893">
                  <c:v>8.6734853046619598E-2</c:v>
                </c:pt>
                <c:pt idx="4894">
                  <c:v>8.6739869186014257E-2</c:v>
                </c:pt>
                <c:pt idx="4895">
                  <c:v>8.676998635973443E-2</c:v>
                </c:pt>
                <c:pt idx="4896">
                  <c:v>8.6771157027545537E-2</c:v>
                </c:pt>
                <c:pt idx="4897">
                  <c:v>8.6774059612863705E-2</c:v>
                </c:pt>
                <c:pt idx="4898">
                  <c:v>8.6776584570546503E-2</c:v>
                </c:pt>
                <c:pt idx="4899">
                  <c:v>8.6777442749654515E-2</c:v>
                </c:pt>
                <c:pt idx="4900">
                  <c:v>8.6785799724540341E-2</c:v>
                </c:pt>
                <c:pt idx="4901">
                  <c:v>8.6786722599575497E-2</c:v>
                </c:pt>
                <c:pt idx="4902">
                  <c:v>8.6802859500926519E-2</c:v>
                </c:pt>
                <c:pt idx="4903">
                  <c:v>8.6807142482831501E-2</c:v>
                </c:pt>
                <c:pt idx="4904">
                  <c:v>8.6816339915445212E-2</c:v>
                </c:pt>
                <c:pt idx="4905">
                  <c:v>8.6818771727981123E-2</c:v>
                </c:pt>
                <c:pt idx="4906">
                  <c:v>8.683167700054846E-2</c:v>
                </c:pt>
                <c:pt idx="4907">
                  <c:v>8.6860508335496675E-2</c:v>
                </c:pt>
                <c:pt idx="4908">
                  <c:v>8.6867827053357022E-2</c:v>
                </c:pt>
                <c:pt idx="4909">
                  <c:v>8.6873557003947652E-2</c:v>
                </c:pt>
                <c:pt idx="4910">
                  <c:v>8.6905597215927541E-2</c:v>
                </c:pt>
                <c:pt idx="4911">
                  <c:v>8.6922849338278943E-2</c:v>
                </c:pt>
                <c:pt idx="4912">
                  <c:v>8.6922993578976787E-2</c:v>
                </c:pt>
                <c:pt idx="4913">
                  <c:v>8.692382132550408E-2</c:v>
                </c:pt>
                <c:pt idx="4914">
                  <c:v>8.6936770588737139E-2</c:v>
                </c:pt>
                <c:pt idx="4915">
                  <c:v>8.6949203479773904E-2</c:v>
                </c:pt>
                <c:pt idx="4916">
                  <c:v>8.69581144713506E-2</c:v>
                </c:pt>
                <c:pt idx="4917">
                  <c:v>8.6979900297072241E-2</c:v>
                </c:pt>
                <c:pt idx="4918">
                  <c:v>8.6983769588926979E-2</c:v>
                </c:pt>
                <c:pt idx="4919">
                  <c:v>8.7013101254151112E-2</c:v>
                </c:pt>
                <c:pt idx="4920">
                  <c:v>8.7026531997741338E-2</c:v>
                </c:pt>
                <c:pt idx="4921">
                  <c:v>8.7031779099239343E-2</c:v>
                </c:pt>
                <c:pt idx="4922">
                  <c:v>8.7042041337774725E-2</c:v>
                </c:pt>
                <c:pt idx="4923">
                  <c:v>8.7066152407853925E-2</c:v>
                </c:pt>
                <c:pt idx="4924">
                  <c:v>8.7075560536552812E-2</c:v>
                </c:pt>
                <c:pt idx="4925">
                  <c:v>8.7092497100981783E-2</c:v>
                </c:pt>
                <c:pt idx="4926">
                  <c:v>8.713620081275919E-2</c:v>
                </c:pt>
                <c:pt idx="4927">
                  <c:v>8.7136207618078554E-2</c:v>
                </c:pt>
                <c:pt idx="4928">
                  <c:v>8.7138184949379083E-2</c:v>
                </c:pt>
                <c:pt idx="4929">
                  <c:v>8.7142319684428884E-2</c:v>
                </c:pt>
                <c:pt idx="4930">
                  <c:v>8.7157619084455615E-2</c:v>
                </c:pt>
                <c:pt idx="4931">
                  <c:v>8.7164953221863253E-2</c:v>
                </c:pt>
                <c:pt idx="4932">
                  <c:v>8.7173394837303977E-2</c:v>
                </c:pt>
                <c:pt idx="4933">
                  <c:v>8.7182629642174728E-2</c:v>
                </c:pt>
                <c:pt idx="4934">
                  <c:v>8.7185847756765592E-2</c:v>
                </c:pt>
                <c:pt idx="4935">
                  <c:v>8.7187239861180099E-2</c:v>
                </c:pt>
                <c:pt idx="4936">
                  <c:v>8.719670110504614E-2</c:v>
                </c:pt>
                <c:pt idx="4937">
                  <c:v>8.7203714111130592E-2</c:v>
                </c:pt>
                <c:pt idx="4938">
                  <c:v>8.7204878478559802E-2</c:v>
                </c:pt>
                <c:pt idx="4939">
                  <c:v>8.722191657662462E-2</c:v>
                </c:pt>
                <c:pt idx="4940">
                  <c:v>8.722395132664186E-2</c:v>
                </c:pt>
                <c:pt idx="4941">
                  <c:v>8.7229712500806522E-2</c:v>
                </c:pt>
                <c:pt idx="4942">
                  <c:v>8.7242719182642633E-2</c:v>
                </c:pt>
                <c:pt idx="4943">
                  <c:v>8.7249953249900924E-2</c:v>
                </c:pt>
                <c:pt idx="4944">
                  <c:v>8.7259438713731777E-2</c:v>
                </c:pt>
                <c:pt idx="4945">
                  <c:v>8.7260295742809565E-2</c:v>
                </c:pt>
                <c:pt idx="4946">
                  <c:v>8.7263960564446505E-2</c:v>
                </c:pt>
                <c:pt idx="4947">
                  <c:v>8.7280690176411393E-2</c:v>
                </c:pt>
                <c:pt idx="4948">
                  <c:v>8.7281626816036822E-2</c:v>
                </c:pt>
                <c:pt idx="4949">
                  <c:v>8.7287956663055527E-2</c:v>
                </c:pt>
                <c:pt idx="4950">
                  <c:v>8.7289875683346882E-2</c:v>
                </c:pt>
                <c:pt idx="4951">
                  <c:v>8.7291555225508813E-2</c:v>
                </c:pt>
                <c:pt idx="4952">
                  <c:v>8.7310250603225614E-2</c:v>
                </c:pt>
                <c:pt idx="4953">
                  <c:v>8.7315174013230523E-2</c:v>
                </c:pt>
                <c:pt idx="4954">
                  <c:v>8.7332249038447871E-2</c:v>
                </c:pt>
                <c:pt idx="4955">
                  <c:v>8.7338410978388112E-2</c:v>
                </c:pt>
                <c:pt idx="4956">
                  <c:v>8.7352073495499144E-2</c:v>
                </c:pt>
                <c:pt idx="4957">
                  <c:v>8.7358648825279064E-2</c:v>
                </c:pt>
                <c:pt idx="4958">
                  <c:v>8.7359261985316211E-2</c:v>
                </c:pt>
                <c:pt idx="4959">
                  <c:v>8.7369831108491558E-2</c:v>
                </c:pt>
                <c:pt idx="4960">
                  <c:v>8.7372921320382435E-2</c:v>
                </c:pt>
                <c:pt idx="4961">
                  <c:v>8.7382652709900324E-2</c:v>
                </c:pt>
                <c:pt idx="4962">
                  <c:v>8.7393139314023358E-2</c:v>
                </c:pt>
                <c:pt idx="4963">
                  <c:v>8.7396454966635534E-2</c:v>
                </c:pt>
                <c:pt idx="4964">
                  <c:v>8.7402677037983351E-2</c:v>
                </c:pt>
                <c:pt idx="4965">
                  <c:v>8.7410021811949096E-2</c:v>
                </c:pt>
                <c:pt idx="4966">
                  <c:v>8.7412183630547632E-2</c:v>
                </c:pt>
                <c:pt idx="4967">
                  <c:v>8.7416076661312889E-2</c:v>
                </c:pt>
                <c:pt idx="4968">
                  <c:v>8.7427541801347347E-2</c:v>
                </c:pt>
                <c:pt idx="4969">
                  <c:v>8.7432425948196266E-2</c:v>
                </c:pt>
                <c:pt idx="4970">
                  <c:v>8.7436051264188228E-2</c:v>
                </c:pt>
                <c:pt idx="4971">
                  <c:v>8.7445865189668362E-2</c:v>
                </c:pt>
                <c:pt idx="4972">
                  <c:v>8.7449236593876739E-2</c:v>
                </c:pt>
                <c:pt idx="4973">
                  <c:v>8.7466079793096257E-2</c:v>
                </c:pt>
                <c:pt idx="4974">
                  <c:v>8.7469544354592019E-2</c:v>
                </c:pt>
                <c:pt idx="4975">
                  <c:v>8.7476650094342509E-2</c:v>
                </c:pt>
                <c:pt idx="4976">
                  <c:v>8.7496955655833694E-2</c:v>
                </c:pt>
                <c:pt idx="4977">
                  <c:v>8.7500718168929542E-2</c:v>
                </c:pt>
                <c:pt idx="4978">
                  <c:v>8.7511096697805754E-2</c:v>
                </c:pt>
                <c:pt idx="4979">
                  <c:v>8.7560746071667209E-2</c:v>
                </c:pt>
                <c:pt idx="4980">
                  <c:v>8.7579110865076609E-2</c:v>
                </c:pt>
                <c:pt idx="4981">
                  <c:v>8.7579837159622781E-2</c:v>
                </c:pt>
                <c:pt idx="4982">
                  <c:v>8.7581869366586254E-2</c:v>
                </c:pt>
                <c:pt idx="4983">
                  <c:v>8.7610533444236291E-2</c:v>
                </c:pt>
                <c:pt idx="4984">
                  <c:v>8.7616141782147508E-2</c:v>
                </c:pt>
                <c:pt idx="4985">
                  <c:v>8.7643854946146557E-2</c:v>
                </c:pt>
                <c:pt idx="4986">
                  <c:v>8.7645681634304015E-2</c:v>
                </c:pt>
                <c:pt idx="4987">
                  <c:v>8.7665880188685388E-2</c:v>
                </c:pt>
                <c:pt idx="4988">
                  <c:v>8.7665960148221048E-2</c:v>
                </c:pt>
                <c:pt idx="4989">
                  <c:v>8.7672125210392096E-2</c:v>
                </c:pt>
                <c:pt idx="4990">
                  <c:v>8.7699429388229361E-2</c:v>
                </c:pt>
                <c:pt idx="4991">
                  <c:v>8.7716561141882671E-2</c:v>
                </c:pt>
                <c:pt idx="4992">
                  <c:v>8.7727525753670391E-2</c:v>
                </c:pt>
                <c:pt idx="4993">
                  <c:v>8.773112642998486E-2</c:v>
                </c:pt>
                <c:pt idx="4994">
                  <c:v>8.7737831129554147E-2</c:v>
                </c:pt>
                <c:pt idx="4995">
                  <c:v>8.774261987019176E-2</c:v>
                </c:pt>
                <c:pt idx="4996">
                  <c:v>8.7751121115187306E-2</c:v>
                </c:pt>
                <c:pt idx="4997">
                  <c:v>8.7751527388120545E-2</c:v>
                </c:pt>
                <c:pt idx="4998">
                  <c:v>8.7758635380086825E-2</c:v>
                </c:pt>
                <c:pt idx="4999">
                  <c:v>8.776704670501484E-2</c:v>
                </c:pt>
                <c:pt idx="5000">
                  <c:v>8.7774988959581079E-2</c:v>
                </c:pt>
                <c:pt idx="5001">
                  <c:v>8.7786943224590783E-2</c:v>
                </c:pt>
                <c:pt idx="5002">
                  <c:v>8.7787904120511726E-2</c:v>
                </c:pt>
                <c:pt idx="5003">
                  <c:v>8.7792392455236901E-2</c:v>
                </c:pt>
                <c:pt idx="5004">
                  <c:v>8.7799439587525216E-2</c:v>
                </c:pt>
                <c:pt idx="5005">
                  <c:v>8.7809947859404214E-2</c:v>
                </c:pt>
                <c:pt idx="5006">
                  <c:v>8.7812482834956782E-2</c:v>
                </c:pt>
                <c:pt idx="5007">
                  <c:v>8.7815655285682553E-2</c:v>
                </c:pt>
                <c:pt idx="5008">
                  <c:v>8.7819456274765478E-2</c:v>
                </c:pt>
                <c:pt idx="5009">
                  <c:v>8.7820416811330015E-2</c:v>
                </c:pt>
                <c:pt idx="5010">
                  <c:v>8.7830090909217312E-2</c:v>
                </c:pt>
                <c:pt idx="5011">
                  <c:v>8.7830288442784926E-2</c:v>
                </c:pt>
                <c:pt idx="5012">
                  <c:v>8.7832342518642928E-2</c:v>
                </c:pt>
                <c:pt idx="5013">
                  <c:v>8.7832530526189098E-2</c:v>
                </c:pt>
                <c:pt idx="5014">
                  <c:v>8.7835710876169523E-2</c:v>
                </c:pt>
                <c:pt idx="5015">
                  <c:v>8.7852092119249298E-2</c:v>
                </c:pt>
                <c:pt idx="5016">
                  <c:v>8.7873230493536847E-2</c:v>
                </c:pt>
                <c:pt idx="5017">
                  <c:v>8.787507051112127E-2</c:v>
                </c:pt>
                <c:pt idx="5018">
                  <c:v>8.789865585259829E-2</c:v>
                </c:pt>
                <c:pt idx="5019">
                  <c:v>8.7910737599191976E-2</c:v>
                </c:pt>
                <c:pt idx="5020">
                  <c:v>8.7926326987875267E-2</c:v>
                </c:pt>
                <c:pt idx="5021">
                  <c:v>8.7933442984784629E-2</c:v>
                </c:pt>
                <c:pt idx="5022">
                  <c:v>8.7947675027677974E-2</c:v>
                </c:pt>
                <c:pt idx="5023">
                  <c:v>8.7948545383729981E-2</c:v>
                </c:pt>
                <c:pt idx="5024">
                  <c:v>8.7960874783158602E-2</c:v>
                </c:pt>
                <c:pt idx="5025">
                  <c:v>8.7979083959742396E-2</c:v>
                </c:pt>
                <c:pt idx="5026">
                  <c:v>8.8007214231998782E-2</c:v>
                </c:pt>
                <c:pt idx="5027">
                  <c:v>8.8019553162477115E-2</c:v>
                </c:pt>
                <c:pt idx="5028">
                  <c:v>8.8025261946345967E-2</c:v>
                </c:pt>
                <c:pt idx="5029">
                  <c:v>8.8029200275040437E-2</c:v>
                </c:pt>
                <c:pt idx="5030">
                  <c:v>8.8035210445152029E-2</c:v>
                </c:pt>
                <c:pt idx="5031">
                  <c:v>8.8041377276478996E-2</c:v>
                </c:pt>
                <c:pt idx="5032">
                  <c:v>8.8045150395974964E-2</c:v>
                </c:pt>
                <c:pt idx="5033">
                  <c:v>8.8045195524230846E-2</c:v>
                </c:pt>
                <c:pt idx="5034">
                  <c:v>8.8048649579885549E-2</c:v>
                </c:pt>
                <c:pt idx="5035">
                  <c:v>8.8081741170118397E-2</c:v>
                </c:pt>
                <c:pt idx="5036">
                  <c:v>8.8086276557501564E-2</c:v>
                </c:pt>
                <c:pt idx="5037">
                  <c:v>8.8093094823577384E-2</c:v>
                </c:pt>
                <c:pt idx="5038">
                  <c:v>8.8121274549433262E-2</c:v>
                </c:pt>
                <c:pt idx="5039">
                  <c:v>8.8127399676603005E-2</c:v>
                </c:pt>
                <c:pt idx="5040">
                  <c:v>8.8129388363790945E-2</c:v>
                </c:pt>
                <c:pt idx="5041">
                  <c:v>8.8142228125300426E-2</c:v>
                </c:pt>
                <c:pt idx="5042">
                  <c:v>8.8147844340786666E-2</c:v>
                </c:pt>
                <c:pt idx="5043">
                  <c:v>8.8158947138549826E-2</c:v>
                </c:pt>
                <c:pt idx="5044">
                  <c:v>8.8163272835379475E-2</c:v>
                </c:pt>
                <c:pt idx="5045">
                  <c:v>8.8174246742466947E-2</c:v>
                </c:pt>
                <c:pt idx="5046">
                  <c:v>8.8174907214558701E-2</c:v>
                </c:pt>
                <c:pt idx="5047">
                  <c:v>8.8185672525164849E-2</c:v>
                </c:pt>
                <c:pt idx="5048">
                  <c:v>8.8209150601837455E-2</c:v>
                </c:pt>
                <c:pt idx="5049">
                  <c:v>8.8215500017269799E-2</c:v>
                </c:pt>
                <c:pt idx="5050">
                  <c:v>8.8225691940400447E-2</c:v>
                </c:pt>
                <c:pt idx="5051">
                  <c:v>8.8235639241705327E-2</c:v>
                </c:pt>
                <c:pt idx="5052">
                  <c:v>8.8249828908097613E-2</c:v>
                </c:pt>
                <c:pt idx="5053">
                  <c:v>8.8252112876860161E-2</c:v>
                </c:pt>
                <c:pt idx="5054">
                  <c:v>8.8269514710957814E-2</c:v>
                </c:pt>
                <c:pt idx="5055">
                  <c:v>8.8299216717089304E-2</c:v>
                </c:pt>
                <c:pt idx="5056">
                  <c:v>8.8306164992228764E-2</c:v>
                </c:pt>
                <c:pt idx="5057">
                  <c:v>8.8306184504242075E-2</c:v>
                </c:pt>
                <c:pt idx="5058">
                  <c:v>8.8327579626651317E-2</c:v>
                </c:pt>
                <c:pt idx="5059">
                  <c:v>8.8331469058611806E-2</c:v>
                </c:pt>
                <c:pt idx="5060">
                  <c:v>8.8334669004750774E-2</c:v>
                </c:pt>
                <c:pt idx="5061">
                  <c:v>8.8336008888094744E-2</c:v>
                </c:pt>
                <c:pt idx="5062">
                  <c:v>8.836618754211506E-2</c:v>
                </c:pt>
                <c:pt idx="5063">
                  <c:v>8.8397506101738077E-2</c:v>
                </c:pt>
                <c:pt idx="5064">
                  <c:v>8.8408870806704162E-2</c:v>
                </c:pt>
                <c:pt idx="5065">
                  <c:v>8.8415141052935423E-2</c:v>
                </c:pt>
                <c:pt idx="5066">
                  <c:v>8.84153079856769E-2</c:v>
                </c:pt>
                <c:pt idx="5067">
                  <c:v>8.8426875637513933E-2</c:v>
                </c:pt>
                <c:pt idx="5068">
                  <c:v>8.8432162720798707E-2</c:v>
                </c:pt>
                <c:pt idx="5069">
                  <c:v>8.8435173505206313E-2</c:v>
                </c:pt>
                <c:pt idx="5070">
                  <c:v>8.8436122828097818E-2</c:v>
                </c:pt>
                <c:pt idx="5071">
                  <c:v>8.8437847691127641E-2</c:v>
                </c:pt>
                <c:pt idx="5072">
                  <c:v>8.8440686368649726E-2</c:v>
                </c:pt>
                <c:pt idx="5073">
                  <c:v>8.8444449000195477E-2</c:v>
                </c:pt>
                <c:pt idx="5074">
                  <c:v>8.8446851351435471E-2</c:v>
                </c:pt>
                <c:pt idx="5075">
                  <c:v>8.8449457350324612E-2</c:v>
                </c:pt>
                <c:pt idx="5076">
                  <c:v>8.8477466245838868E-2</c:v>
                </c:pt>
                <c:pt idx="5077">
                  <c:v>8.8478918910614032E-2</c:v>
                </c:pt>
                <c:pt idx="5078">
                  <c:v>8.849129700628651E-2</c:v>
                </c:pt>
                <c:pt idx="5079">
                  <c:v>8.8493485071851147E-2</c:v>
                </c:pt>
                <c:pt idx="5080">
                  <c:v>8.8517853564569329E-2</c:v>
                </c:pt>
                <c:pt idx="5081">
                  <c:v>8.8524999737117527E-2</c:v>
                </c:pt>
                <c:pt idx="5082">
                  <c:v>8.8535950926847781E-2</c:v>
                </c:pt>
                <c:pt idx="5083">
                  <c:v>8.8544219643522007E-2</c:v>
                </c:pt>
                <c:pt idx="5084">
                  <c:v>8.8544616104451107E-2</c:v>
                </c:pt>
                <c:pt idx="5085">
                  <c:v>8.8552770529095479E-2</c:v>
                </c:pt>
                <c:pt idx="5086">
                  <c:v>8.8557499078993199E-2</c:v>
                </c:pt>
                <c:pt idx="5087">
                  <c:v>8.8568999916402658E-2</c:v>
                </c:pt>
                <c:pt idx="5088">
                  <c:v>8.8580771229844008E-2</c:v>
                </c:pt>
                <c:pt idx="5089">
                  <c:v>8.8589187374583572E-2</c:v>
                </c:pt>
                <c:pt idx="5090">
                  <c:v>8.8606416005419603E-2</c:v>
                </c:pt>
                <c:pt idx="5091">
                  <c:v>8.861158540849734E-2</c:v>
                </c:pt>
                <c:pt idx="5092">
                  <c:v>8.8614763521135648E-2</c:v>
                </c:pt>
                <c:pt idx="5093">
                  <c:v>8.8616740057373522E-2</c:v>
                </c:pt>
                <c:pt idx="5094">
                  <c:v>8.8621453580690623E-2</c:v>
                </c:pt>
                <c:pt idx="5095">
                  <c:v>8.8626002330456588E-2</c:v>
                </c:pt>
                <c:pt idx="5096">
                  <c:v>8.8650858868351071E-2</c:v>
                </c:pt>
                <c:pt idx="5097">
                  <c:v>8.8651980303022626E-2</c:v>
                </c:pt>
                <c:pt idx="5098">
                  <c:v>8.8660860452639143E-2</c:v>
                </c:pt>
                <c:pt idx="5099">
                  <c:v>8.8670134208188242E-2</c:v>
                </c:pt>
                <c:pt idx="5100">
                  <c:v>8.8696265446248021E-2</c:v>
                </c:pt>
                <c:pt idx="5101">
                  <c:v>8.8704803483415667E-2</c:v>
                </c:pt>
                <c:pt idx="5102">
                  <c:v>8.8710624172214841E-2</c:v>
                </c:pt>
                <c:pt idx="5103">
                  <c:v>8.8723187795741135E-2</c:v>
                </c:pt>
                <c:pt idx="5104">
                  <c:v>8.8743205301956007E-2</c:v>
                </c:pt>
                <c:pt idx="5105">
                  <c:v>8.8760630354705272E-2</c:v>
                </c:pt>
                <c:pt idx="5106">
                  <c:v>8.878331159060214E-2</c:v>
                </c:pt>
                <c:pt idx="5107">
                  <c:v>8.880153959068636E-2</c:v>
                </c:pt>
                <c:pt idx="5108">
                  <c:v>8.8802569513615953E-2</c:v>
                </c:pt>
                <c:pt idx="5109">
                  <c:v>8.8804733368547856E-2</c:v>
                </c:pt>
                <c:pt idx="5110">
                  <c:v>8.8804979851539928E-2</c:v>
                </c:pt>
                <c:pt idx="5111">
                  <c:v>8.8808370896542504E-2</c:v>
                </c:pt>
                <c:pt idx="5112">
                  <c:v>8.8813569667078041E-2</c:v>
                </c:pt>
                <c:pt idx="5113">
                  <c:v>8.8819113124257248E-2</c:v>
                </c:pt>
                <c:pt idx="5114">
                  <c:v>8.884322940548163E-2</c:v>
                </c:pt>
                <c:pt idx="5115">
                  <c:v>8.8850992290278291E-2</c:v>
                </c:pt>
                <c:pt idx="5116">
                  <c:v>8.8852523277334117E-2</c:v>
                </c:pt>
                <c:pt idx="5117">
                  <c:v>8.8864526142638442E-2</c:v>
                </c:pt>
                <c:pt idx="5118">
                  <c:v>8.8872349415065971E-2</c:v>
                </c:pt>
                <c:pt idx="5119">
                  <c:v>8.8902149524123758E-2</c:v>
                </c:pt>
                <c:pt idx="5120">
                  <c:v>8.8919438699955042E-2</c:v>
                </c:pt>
                <c:pt idx="5121">
                  <c:v>8.8931474288081111E-2</c:v>
                </c:pt>
                <c:pt idx="5122">
                  <c:v>8.8933930635269789E-2</c:v>
                </c:pt>
                <c:pt idx="5123">
                  <c:v>8.8946725014303424E-2</c:v>
                </c:pt>
                <c:pt idx="5124">
                  <c:v>8.8954815418515104E-2</c:v>
                </c:pt>
                <c:pt idx="5125">
                  <c:v>8.896057023739018E-2</c:v>
                </c:pt>
                <c:pt idx="5126">
                  <c:v>8.8962665654410231E-2</c:v>
                </c:pt>
                <c:pt idx="5127">
                  <c:v>8.8981736633769487E-2</c:v>
                </c:pt>
                <c:pt idx="5128">
                  <c:v>8.8984457564172947E-2</c:v>
                </c:pt>
                <c:pt idx="5129">
                  <c:v>8.9009727404642414E-2</c:v>
                </c:pt>
                <c:pt idx="5130">
                  <c:v>8.9011758902968918E-2</c:v>
                </c:pt>
                <c:pt idx="5131">
                  <c:v>8.9013332736016221E-2</c:v>
                </c:pt>
                <c:pt idx="5132">
                  <c:v>8.9025919211360924E-2</c:v>
                </c:pt>
                <c:pt idx="5133">
                  <c:v>8.9034658445709902E-2</c:v>
                </c:pt>
                <c:pt idx="5134">
                  <c:v>8.9036644687726527E-2</c:v>
                </c:pt>
                <c:pt idx="5135">
                  <c:v>8.9052007959707219E-2</c:v>
                </c:pt>
                <c:pt idx="5136">
                  <c:v>8.9055455841639083E-2</c:v>
                </c:pt>
                <c:pt idx="5137">
                  <c:v>8.9056232477128849E-2</c:v>
                </c:pt>
                <c:pt idx="5138">
                  <c:v>8.9058793184309051E-2</c:v>
                </c:pt>
                <c:pt idx="5139">
                  <c:v>8.9059410022110305E-2</c:v>
                </c:pt>
                <c:pt idx="5140">
                  <c:v>8.9062307573861854E-2</c:v>
                </c:pt>
                <c:pt idx="5141">
                  <c:v>8.9067939552157235E-2</c:v>
                </c:pt>
                <c:pt idx="5142">
                  <c:v>8.9074551260808293E-2</c:v>
                </c:pt>
                <c:pt idx="5143">
                  <c:v>8.9078949138731156E-2</c:v>
                </c:pt>
                <c:pt idx="5144">
                  <c:v>8.9085687079407977E-2</c:v>
                </c:pt>
                <c:pt idx="5145">
                  <c:v>8.9086316700342533E-2</c:v>
                </c:pt>
                <c:pt idx="5146">
                  <c:v>8.9088660713520645E-2</c:v>
                </c:pt>
                <c:pt idx="5147">
                  <c:v>8.9090931853051628E-2</c:v>
                </c:pt>
                <c:pt idx="5148">
                  <c:v>8.912331099025135E-2</c:v>
                </c:pt>
                <c:pt idx="5149">
                  <c:v>8.9144705811348771E-2</c:v>
                </c:pt>
                <c:pt idx="5150">
                  <c:v>8.9156329903352649E-2</c:v>
                </c:pt>
                <c:pt idx="5151">
                  <c:v>8.9157212108089329E-2</c:v>
                </c:pt>
                <c:pt idx="5152">
                  <c:v>8.9157644810064426E-2</c:v>
                </c:pt>
                <c:pt idx="5153">
                  <c:v>8.9159848826183385E-2</c:v>
                </c:pt>
                <c:pt idx="5154">
                  <c:v>8.9161091200076648E-2</c:v>
                </c:pt>
                <c:pt idx="5155">
                  <c:v>8.9183976815947488E-2</c:v>
                </c:pt>
                <c:pt idx="5156">
                  <c:v>8.9190662151599889E-2</c:v>
                </c:pt>
                <c:pt idx="5157">
                  <c:v>8.9190772039403329E-2</c:v>
                </c:pt>
                <c:pt idx="5158">
                  <c:v>8.9192528284551167E-2</c:v>
                </c:pt>
                <c:pt idx="5159">
                  <c:v>8.9198469591960261E-2</c:v>
                </c:pt>
                <c:pt idx="5160">
                  <c:v>8.9204986431700009E-2</c:v>
                </c:pt>
                <c:pt idx="5161">
                  <c:v>8.9213517446547194E-2</c:v>
                </c:pt>
                <c:pt idx="5162">
                  <c:v>8.92142788269705E-2</c:v>
                </c:pt>
                <c:pt idx="5163">
                  <c:v>8.9229495901326186E-2</c:v>
                </c:pt>
                <c:pt idx="5164">
                  <c:v>8.9247814780239049E-2</c:v>
                </c:pt>
                <c:pt idx="5165">
                  <c:v>8.9276413640437299E-2</c:v>
                </c:pt>
                <c:pt idx="5166">
                  <c:v>8.9303237995791637E-2</c:v>
                </c:pt>
                <c:pt idx="5167">
                  <c:v>8.9303256328503763E-2</c:v>
                </c:pt>
                <c:pt idx="5168">
                  <c:v>8.9315795875595225E-2</c:v>
                </c:pt>
                <c:pt idx="5169">
                  <c:v>8.9319915118318355E-2</c:v>
                </c:pt>
                <c:pt idx="5170">
                  <c:v>8.9343234305860469E-2</c:v>
                </c:pt>
                <c:pt idx="5171">
                  <c:v>8.9350999023864064E-2</c:v>
                </c:pt>
                <c:pt idx="5172">
                  <c:v>8.9356062554513255E-2</c:v>
                </c:pt>
                <c:pt idx="5173">
                  <c:v>8.9379728471560491E-2</c:v>
                </c:pt>
                <c:pt idx="5174">
                  <c:v>8.9415165943761393E-2</c:v>
                </c:pt>
                <c:pt idx="5175">
                  <c:v>8.9426955370971409E-2</c:v>
                </c:pt>
                <c:pt idx="5176">
                  <c:v>8.943269192486511E-2</c:v>
                </c:pt>
                <c:pt idx="5177">
                  <c:v>8.9433197146169707E-2</c:v>
                </c:pt>
                <c:pt idx="5178">
                  <c:v>8.9433669640764282E-2</c:v>
                </c:pt>
                <c:pt idx="5179">
                  <c:v>8.9435934488540078E-2</c:v>
                </c:pt>
                <c:pt idx="5180">
                  <c:v>8.9444192108778395E-2</c:v>
                </c:pt>
                <c:pt idx="5181">
                  <c:v>8.944626897294379E-2</c:v>
                </c:pt>
                <c:pt idx="5182">
                  <c:v>8.9453207680895708E-2</c:v>
                </c:pt>
                <c:pt idx="5183">
                  <c:v>8.9465131635946021E-2</c:v>
                </c:pt>
                <c:pt idx="5184">
                  <c:v>8.9474509920000209E-2</c:v>
                </c:pt>
                <c:pt idx="5185">
                  <c:v>8.9475355885922411E-2</c:v>
                </c:pt>
                <c:pt idx="5186">
                  <c:v>8.948410397598161E-2</c:v>
                </c:pt>
                <c:pt idx="5187">
                  <c:v>8.9500542927515428E-2</c:v>
                </c:pt>
                <c:pt idx="5188">
                  <c:v>8.9512369255692711E-2</c:v>
                </c:pt>
                <c:pt idx="5189">
                  <c:v>8.9518340554261902E-2</c:v>
                </c:pt>
                <c:pt idx="5190">
                  <c:v>8.9520151585210761E-2</c:v>
                </c:pt>
                <c:pt idx="5191">
                  <c:v>8.9522176761919467E-2</c:v>
                </c:pt>
                <c:pt idx="5192">
                  <c:v>8.9526470011285053E-2</c:v>
                </c:pt>
                <c:pt idx="5193">
                  <c:v>8.9527514928867263E-2</c:v>
                </c:pt>
                <c:pt idx="5194">
                  <c:v>8.953286703490114E-2</c:v>
                </c:pt>
                <c:pt idx="5195">
                  <c:v>8.9534386115884421E-2</c:v>
                </c:pt>
                <c:pt idx="5196">
                  <c:v>8.9535111302874351E-2</c:v>
                </c:pt>
                <c:pt idx="5197">
                  <c:v>8.9537086729128967E-2</c:v>
                </c:pt>
                <c:pt idx="5198">
                  <c:v>8.9542982606348631E-2</c:v>
                </c:pt>
                <c:pt idx="5199">
                  <c:v>8.9568633118012275E-2</c:v>
                </c:pt>
                <c:pt idx="5200">
                  <c:v>8.9584261567295889E-2</c:v>
                </c:pt>
                <c:pt idx="5201">
                  <c:v>8.958928411100886E-2</c:v>
                </c:pt>
                <c:pt idx="5202">
                  <c:v>8.959585829767433E-2</c:v>
                </c:pt>
                <c:pt idx="5203">
                  <c:v>8.9596947688453665E-2</c:v>
                </c:pt>
                <c:pt idx="5204">
                  <c:v>8.9603984631520875E-2</c:v>
                </c:pt>
                <c:pt idx="5205">
                  <c:v>8.9614785334367952E-2</c:v>
                </c:pt>
                <c:pt idx="5206">
                  <c:v>8.9623231927129801E-2</c:v>
                </c:pt>
                <c:pt idx="5207">
                  <c:v>8.9624204246078892E-2</c:v>
                </c:pt>
                <c:pt idx="5208">
                  <c:v>8.9636576570016099E-2</c:v>
                </c:pt>
                <c:pt idx="5209">
                  <c:v>8.9638934236849266E-2</c:v>
                </c:pt>
                <c:pt idx="5210">
                  <c:v>8.964465502096404E-2</c:v>
                </c:pt>
                <c:pt idx="5211">
                  <c:v>8.9648939805829983E-2</c:v>
                </c:pt>
                <c:pt idx="5212">
                  <c:v>8.9650200792361689E-2</c:v>
                </c:pt>
                <c:pt idx="5213">
                  <c:v>8.9655534369506323E-2</c:v>
                </c:pt>
                <c:pt idx="5214">
                  <c:v>8.9669022291850489E-2</c:v>
                </c:pt>
                <c:pt idx="5215">
                  <c:v>8.9684061860378916E-2</c:v>
                </c:pt>
                <c:pt idx="5216">
                  <c:v>8.9704216572322928E-2</c:v>
                </c:pt>
                <c:pt idx="5217">
                  <c:v>8.9722984768005984E-2</c:v>
                </c:pt>
                <c:pt idx="5218">
                  <c:v>8.9734575659733612E-2</c:v>
                </c:pt>
                <c:pt idx="5219">
                  <c:v>8.9743010788427363E-2</c:v>
                </c:pt>
                <c:pt idx="5220">
                  <c:v>8.9744056004938275E-2</c:v>
                </c:pt>
                <c:pt idx="5221">
                  <c:v>8.9758153664710461E-2</c:v>
                </c:pt>
                <c:pt idx="5222">
                  <c:v>8.9769982241641566E-2</c:v>
                </c:pt>
                <c:pt idx="5223">
                  <c:v>8.9777461096775771E-2</c:v>
                </c:pt>
                <c:pt idx="5224">
                  <c:v>8.9798657065277801E-2</c:v>
                </c:pt>
                <c:pt idx="5225">
                  <c:v>8.9817354630079518E-2</c:v>
                </c:pt>
                <c:pt idx="5226">
                  <c:v>8.9834098309297603E-2</c:v>
                </c:pt>
                <c:pt idx="5227">
                  <c:v>8.9835101518717972E-2</c:v>
                </c:pt>
                <c:pt idx="5228">
                  <c:v>8.9838584397946564E-2</c:v>
                </c:pt>
                <c:pt idx="5229">
                  <c:v>8.9848646858093739E-2</c:v>
                </c:pt>
                <c:pt idx="5230">
                  <c:v>8.9852477144553633E-2</c:v>
                </c:pt>
                <c:pt idx="5231">
                  <c:v>8.9856130736776618E-2</c:v>
                </c:pt>
                <c:pt idx="5232">
                  <c:v>8.9861291730598356E-2</c:v>
                </c:pt>
                <c:pt idx="5233">
                  <c:v>8.9864971982151001E-2</c:v>
                </c:pt>
                <c:pt idx="5234">
                  <c:v>8.9866772488220517E-2</c:v>
                </c:pt>
                <c:pt idx="5235">
                  <c:v>8.9874948415326866E-2</c:v>
                </c:pt>
                <c:pt idx="5236">
                  <c:v>8.9891954816225875E-2</c:v>
                </c:pt>
                <c:pt idx="5237">
                  <c:v>8.990507452108483E-2</c:v>
                </c:pt>
                <c:pt idx="5238">
                  <c:v>8.9920155957993589E-2</c:v>
                </c:pt>
                <c:pt idx="5239">
                  <c:v>8.9922439554506656E-2</c:v>
                </c:pt>
                <c:pt idx="5240">
                  <c:v>8.9924396857764391E-2</c:v>
                </c:pt>
                <c:pt idx="5241">
                  <c:v>8.9929273831719433E-2</c:v>
                </c:pt>
                <c:pt idx="5242">
                  <c:v>8.9931739535113145E-2</c:v>
                </c:pt>
                <c:pt idx="5243">
                  <c:v>8.9937846267018812E-2</c:v>
                </c:pt>
                <c:pt idx="5244">
                  <c:v>8.9938950004101195E-2</c:v>
                </c:pt>
                <c:pt idx="5245">
                  <c:v>8.9958201511401215E-2</c:v>
                </c:pt>
                <c:pt idx="5246">
                  <c:v>8.9973744188472538E-2</c:v>
                </c:pt>
                <c:pt idx="5247">
                  <c:v>8.9977304045189971E-2</c:v>
                </c:pt>
                <c:pt idx="5248">
                  <c:v>8.9980379221808515E-2</c:v>
                </c:pt>
                <c:pt idx="5249">
                  <c:v>9.0014817457344021E-2</c:v>
                </c:pt>
                <c:pt idx="5250">
                  <c:v>9.0025878205894735E-2</c:v>
                </c:pt>
                <c:pt idx="5251">
                  <c:v>9.0031932865236503E-2</c:v>
                </c:pt>
                <c:pt idx="5252">
                  <c:v>9.0035602273302914E-2</c:v>
                </c:pt>
                <c:pt idx="5253">
                  <c:v>9.0036618354292303E-2</c:v>
                </c:pt>
                <c:pt idx="5254">
                  <c:v>9.0036791099410443E-2</c:v>
                </c:pt>
                <c:pt idx="5255">
                  <c:v>9.0044195193060256E-2</c:v>
                </c:pt>
                <c:pt idx="5256">
                  <c:v>9.0051479893052316E-2</c:v>
                </c:pt>
                <c:pt idx="5257">
                  <c:v>9.0070670681156026E-2</c:v>
                </c:pt>
                <c:pt idx="5258">
                  <c:v>9.0080520011646653E-2</c:v>
                </c:pt>
                <c:pt idx="5259">
                  <c:v>9.0108404311653165E-2</c:v>
                </c:pt>
                <c:pt idx="5260">
                  <c:v>9.0110298646151055E-2</c:v>
                </c:pt>
                <c:pt idx="5261">
                  <c:v>9.0123441720131245E-2</c:v>
                </c:pt>
                <c:pt idx="5262">
                  <c:v>9.015022663085083E-2</c:v>
                </c:pt>
                <c:pt idx="5263">
                  <c:v>9.0151710337795815E-2</c:v>
                </c:pt>
                <c:pt idx="5264">
                  <c:v>9.0161845199017959E-2</c:v>
                </c:pt>
                <c:pt idx="5265">
                  <c:v>9.0162829863350266E-2</c:v>
                </c:pt>
                <c:pt idx="5266">
                  <c:v>9.0163924790372774E-2</c:v>
                </c:pt>
                <c:pt idx="5267">
                  <c:v>9.0169132153751871E-2</c:v>
                </c:pt>
                <c:pt idx="5268">
                  <c:v>9.0180107842961904E-2</c:v>
                </c:pt>
                <c:pt idx="5269">
                  <c:v>9.0204868890569251E-2</c:v>
                </c:pt>
                <c:pt idx="5270">
                  <c:v>9.0206929055150431E-2</c:v>
                </c:pt>
                <c:pt idx="5271">
                  <c:v>9.0213686934316334E-2</c:v>
                </c:pt>
                <c:pt idx="5272">
                  <c:v>9.0220353478300971E-2</c:v>
                </c:pt>
                <c:pt idx="5273">
                  <c:v>9.0236730329769144E-2</c:v>
                </c:pt>
                <c:pt idx="5274">
                  <c:v>9.0240469038949694E-2</c:v>
                </c:pt>
                <c:pt idx="5275">
                  <c:v>9.0248403815711697E-2</c:v>
                </c:pt>
                <c:pt idx="5276">
                  <c:v>9.0266938072065345E-2</c:v>
                </c:pt>
                <c:pt idx="5277">
                  <c:v>9.0268693040870124E-2</c:v>
                </c:pt>
                <c:pt idx="5278">
                  <c:v>9.0273184098033046E-2</c:v>
                </c:pt>
                <c:pt idx="5279">
                  <c:v>9.0277127974850893E-2</c:v>
                </c:pt>
                <c:pt idx="5280">
                  <c:v>9.0285706741628668E-2</c:v>
                </c:pt>
                <c:pt idx="5281">
                  <c:v>9.0287955203334158E-2</c:v>
                </c:pt>
                <c:pt idx="5282">
                  <c:v>9.0292915491551287E-2</c:v>
                </c:pt>
                <c:pt idx="5283">
                  <c:v>9.0308532515459713E-2</c:v>
                </c:pt>
                <c:pt idx="5284">
                  <c:v>9.0311318600723958E-2</c:v>
                </c:pt>
                <c:pt idx="5285">
                  <c:v>9.0314578287236186E-2</c:v>
                </c:pt>
                <c:pt idx="5286">
                  <c:v>9.0320344930952451E-2</c:v>
                </c:pt>
                <c:pt idx="5287">
                  <c:v>9.032225840195135E-2</c:v>
                </c:pt>
                <c:pt idx="5288">
                  <c:v>9.033890386698154E-2</c:v>
                </c:pt>
                <c:pt idx="5289">
                  <c:v>9.0339148454362639E-2</c:v>
                </c:pt>
                <c:pt idx="5290">
                  <c:v>9.0368990193635604E-2</c:v>
                </c:pt>
                <c:pt idx="5291">
                  <c:v>9.0376353203434581E-2</c:v>
                </c:pt>
                <c:pt idx="5292">
                  <c:v>9.0395510133290835E-2</c:v>
                </c:pt>
                <c:pt idx="5293">
                  <c:v>9.0400827364806022E-2</c:v>
                </c:pt>
                <c:pt idx="5294">
                  <c:v>9.0420467730837006E-2</c:v>
                </c:pt>
                <c:pt idx="5295">
                  <c:v>9.0430404640483852E-2</c:v>
                </c:pt>
                <c:pt idx="5296">
                  <c:v>9.0431411877261433E-2</c:v>
                </c:pt>
                <c:pt idx="5297">
                  <c:v>9.0433786112219861E-2</c:v>
                </c:pt>
                <c:pt idx="5298">
                  <c:v>9.0435969998883342E-2</c:v>
                </c:pt>
                <c:pt idx="5299">
                  <c:v>9.0441015444948356E-2</c:v>
                </c:pt>
                <c:pt idx="5300">
                  <c:v>9.04421342556226E-2</c:v>
                </c:pt>
                <c:pt idx="5301">
                  <c:v>9.0466389480747963E-2</c:v>
                </c:pt>
                <c:pt idx="5302">
                  <c:v>9.0476344638787704E-2</c:v>
                </c:pt>
                <c:pt idx="5303">
                  <c:v>9.0486959789261634E-2</c:v>
                </c:pt>
                <c:pt idx="5304">
                  <c:v>9.0500657201071588E-2</c:v>
                </c:pt>
                <c:pt idx="5305">
                  <c:v>9.0516082154251415E-2</c:v>
                </c:pt>
                <c:pt idx="5306">
                  <c:v>9.0520697884020188E-2</c:v>
                </c:pt>
                <c:pt idx="5307">
                  <c:v>9.0531442582527419E-2</c:v>
                </c:pt>
                <c:pt idx="5308">
                  <c:v>9.0539108306298952E-2</c:v>
                </c:pt>
                <c:pt idx="5309">
                  <c:v>9.0542235340109051E-2</c:v>
                </c:pt>
                <c:pt idx="5310">
                  <c:v>9.0543745303287557E-2</c:v>
                </c:pt>
                <c:pt idx="5311">
                  <c:v>9.0544060110604882E-2</c:v>
                </c:pt>
                <c:pt idx="5312">
                  <c:v>9.0553598701016411E-2</c:v>
                </c:pt>
                <c:pt idx="5313">
                  <c:v>9.0574968819675403E-2</c:v>
                </c:pt>
                <c:pt idx="5314">
                  <c:v>9.059569498542859E-2</c:v>
                </c:pt>
                <c:pt idx="5315">
                  <c:v>9.060436231244974E-2</c:v>
                </c:pt>
                <c:pt idx="5316">
                  <c:v>9.0606750533548511E-2</c:v>
                </c:pt>
                <c:pt idx="5317">
                  <c:v>9.0606816605205753E-2</c:v>
                </c:pt>
                <c:pt idx="5318">
                  <c:v>9.0607974342626907E-2</c:v>
                </c:pt>
                <c:pt idx="5319">
                  <c:v>9.0613011864934104E-2</c:v>
                </c:pt>
                <c:pt idx="5320">
                  <c:v>9.0619849117065637E-2</c:v>
                </c:pt>
                <c:pt idx="5321">
                  <c:v>9.0624054836419013E-2</c:v>
                </c:pt>
                <c:pt idx="5322">
                  <c:v>9.0625308812038508E-2</c:v>
                </c:pt>
                <c:pt idx="5323">
                  <c:v>9.0629235580566334E-2</c:v>
                </c:pt>
                <c:pt idx="5324">
                  <c:v>9.0633780245406165E-2</c:v>
                </c:pt>
                <c:pt idx="5325">
                  <c:v>9.0669730316999514E-2</c:v>
                </c:pt>
                <c:pt idx="5326">
                  <c:v>9.0685421932975643E-2</c:v>
                </c:pt>
                <c:pt idx="5327">
                  <c:v>9.0690582544085477E-2</c:v>
                </c:pt>
                <c:pt idx="5328">
                  <c:v>9.069179580040812E-2</c:v>
                </c:pt>
                <c:pt idx="5329">
                  <c:v>9.070059598105927E-2</c:v>
                </c:pt>
                <c:pt idx="5330">
                  <c:v>9.0720393712162326E-2</c:v>
                </c:pt>
                <c:pt idx="5331">
                  <c:v>9.072237007269876E-2</c:v>
                </c:pt>
                <c:pt idx="5332">
                  <c:v>9.0735988884186256E-2</c:v>
                </c:pt>
                <c:pt idx="5333">
                  <c:v>9.0737430620472903E-2</c:v>
                </c:pt>
                <c:pt idx="5334">
                  <c:v>9.0752419893318378E-2</c:v>
                </c:pt>
                <c:pt idx="5335">
                  <c:v>9.0760337688151171E-2</c:v>
                </c:pt>
                <c:pt idx="5336">
                  <c:v>9.076270051320047E-2</c:v>
                </c:pt>
                <c:pt idx="5337">
                  <c:v>9.0773290118230904E-2</c:v>
                </c:pt>
                <c:pt idx="5338">
                  <c:v>9.0774511012997106E-2</c:v>
                </c:pt>
                <c:pt idx="5339">
                  <c:v>9.0784950344421259E-2</c:v>
                </c:pt>
                <c:pt idx="5340">
                  <c:v>9.0789650183554824E-2</c:v>
                </c:pt>
                <c:pt idx="5341">
                  <c:v>9.0798159098294681E-2</c:v>
                </c:pt>
                <c:pt idx="5342">
                  <c:v>9.0802081591385697E-2</c:v>
                </c:pt>
                <c:pt idx="5343">
                  <c:v>9.082404740469488E-2</c:v>
                </c:pt>
                <c:pt idx="5344">
                  <c:v>9.0838523032700846E-2</c:v>
                </c:pt>
                <c:pt idx="5345">
                  <c:v>9.0851836752585152E-2</c:v>
                </c:pt>
                <c:pt idx="5346">
                  <c:v>9.086513726513766E-2</c:v>
                </c:pt>
                <c:pt idx="5347">
                  <c:v>9.0871930898399123E-2</c:v>
                </c:pt>
                <c:pt idx="5348">
                  <c:v>9.0876146870155813E-2</c:v>
                </c:pt>
                <c:pt idx="5349">
                  <c:v>9.0881889793950607E-2</c:v>
                </c:pt>
                <c:pt idx="5350">
                  <c:v>9.0905131365795117E-2</c:v>
                </c:pt>
                <c:pt idx="5351">
                  <c:v>9.091232327478227E-2</c:v>
                </c:pt>
                <c:pt idx="5352">
                  <c:v>9.0913836890868654E-2</c:v>
                </c:pt>
                <c:pt idx="5353">
                  <c:v>9.0925969526580344E-2</c:v>
                </c:pt>
                <c:pt idx="5354">
                  <c:v>9.0944509046118435E-2</c:v>
                </c:pt>
                <c:pt idx="5355">
                  <c:v>9.0945471739467459E-2</c:v>
                </c:pt>
                <c:pt idx="5356">
                  <c:v>9.0952247355830615E-2</c:v>
                </c:pt>
                <c:pt idx="5357">
                  <c:v>9.0963730505144835E-2</c:v>
                </c:pt>
                <c:pt idx="5358">
                  <c:v>9.0971004666936847E-2</c:v>
                </c:pt>
                <c:pt idx="5359">
                  <c:v>9.0991387854737468E-2</c:v>
                </c:pt>
                <c:pt idx="5360">
                  <c:v>9.1003073386430933E-2</c:v>
                </c:pt>
                <c:pt idx="5361">
                  <c:v>9.1009131328039325E-2</c:v>
                </c:pt>
                <c:pt idx="5362">
                  <c:v>9.10246333885769E-2</c:v>
                </c:pt>
                <c:pt idx="5363">
                  <c:v>9.1035547620187715E-2</c:v>
                </c:pt>
                <c:pt idx="5364">
                  <c:v>9.1041495316815102E-2</c:v>
                </c:pt>
                <c:pt idx="5365">
                  <c:v>9.1044881410552628E-2</c:v>
                </c:pt>
                <c:pt idx="5366">
                  <c:v>9.1061341313757108E-2</c:v>
                </c:pt>
                <c:pt idx="5367">
                  <c:v>9.107011653343372E-2</c:v>
                </c:pt>
                <c:pt idx="5368">
                  <c:v>9.1078064669214448E-2</c:v>
                </c:pt>
                <c:pt idx="5369">
                  <c:v>9.1078740568878699E-2</c:v>
                </c:pt>
                <c:pt idx="5370">
                  <c:v>9.1093584055034316E-2</c:v>
                </c:pt>
                <c:pt idx="5371">
                  <c:v>9.1097420766257806E-2</c:v>
                </c:pt>
                <c:pt idx="5372">
                  <c:v>9.1118709187100369E-2</c:v>
                </c:pt>
                <c:pt idx="5373">
                  <c:v>9.1165968811147996E-2</c:v>
                </c:pt>
                <c:pt idx="5374">
                  <c:v>9.1190454079932579E-2</c:v>
                </c:pt>
                <c:pt idx="5375">
                  <c:v>9.1215374203881205E-2</c:v>
                </c:pt>
                <c:pt idx="5376">
                  <c:v>9.1224379686927801E-2</c:v>
                </c:pt>
                <c:pt idx="5377">
                  <c:v>9.124408114879673E-2</c:v>
                </c:pt>
                <c:pt idx="5378">
                  <c:v>9.1247985760186515E-2</c:v>
                </c:pt>
                <c:pt idx="5379">
                  <c:v>9.1250877618247364E-2</c:v>
                </c:pt>
                <c:pt idx="5380">
                  <c:v>9.1260304488150423E-2</c:v>
                </c:pt>
                <c:pt idx="5381">
                  <c:v>9.1290660072584226E-2</c:v>
                </c:pt>
                <c:pt idx="5382">
                  <c:v>9.1304334013282376E-2</c:v>
                </c:pt>
                <c:pt idx="5383">
                  <c:v>9.1311447657775671E-2</c:v>
                </c:pt>
                <c:pt idx="5384">
                  <c:v>9.1321485132787331E-2</c:v>
                </c:pt>
                <c:pt idx="5385">
                  <c:v>9.1321500895267735E-2</c:v>
                </c:pt>
                <c:pt idx="5386">
                  <c:v>9.1328222472313661E-2</c:v>
                </c:pt>
                <c:pt idx="5387">
                  <c:v>9.1328725121260348E-2</c:v>
                </c:pt>
                <c:pt idx="5388">
                  <c:v>9.1337007301961426E-2</c:v>
                </c:pt>
                <c:pt idx="5389">
                  <c:v>9.1337229266147735E-2</c:v>
                </c:pt>
                <c:pt idx="5390">
                  <c:v>9.1349980875863671E-2</c:v>
                </c:pt>
                <c:pt idx="5391">
                  <c:v>9.1360715675959811E-2</c:v>
                </c:pt>
                <c:pt idx="5392">
                  <c:v>9.1360861031473894E-2</c:v>
                </c:pt>
                <c:pt idx="5393">
                  <c:v>9.1364956167704639E-2</c:v>
                </c:pt>
                <c:pt idx="5394">
                  <c:v>9.1378100154867276E-2</c:v>
                </c:pt>
                <c:pt idx="5395">
                  <c:v>9.1388948414260915E-2</c:v>
                </c:pt>
                <c:pt idx="5396">
                  <c:v>9.1391250984363265E-2</c:v>
                </c:pt>
                <c:pt idx="5397">
                  <c:v>9.1398137522635689E-2</c:v>
                </c:pt>
                <c:pt idx="5398">
                  <c:v>9.1413303605617238E-2</c:v>
                </c:pt>
                <c:pt idx="5399">
                  <c:v>9.1418673276840182E-2</c:v>
                </c:pt>
                <c:pt idx="5400">
                  <c:v>9.1420998677203033E-2</c:v>
                </c:pt>
                <c:pt idx="5401">
                  <c:v>9.1421122127180246E-2</c:v>
                </c:pt>
                <c:pt idx="5402">
                  <c:v>9.1433261763652365E-2</c:v>
                </c:pt>
                <c:pt idx="5403">
                  <c:v>9.1437619605980097E-2</c:v>
                </c:pt>
                <c:pt idx="5404">
                  <c:v>9.1441500149382002E-2</c:v>
                </c:pt>
                <c:pt idx="5405">
                  <c:v>9.1442500923875916E-2</c:v>
                </c:pt>
                <c:pt idx="5406">
                  <c:v>9.1444819302844024E-2</c:v>
                </c:pt>
                <c:pt idx="5407">
                  <c:v>9.1455076981833472E-2</c:v>
                </c:pt>
                <c:pt idx="5408">
                  <c:v>9.1464914215024659E-2</c:v>
                </c:pt>
                <c:pt idx="5409">
                  <c:v>9.1466331856730448E-2</c:v>
                </c:pt>
                <c:pt idx="5410">
                  <c:v>9.1467766746677892E-2</c:v>
                </c:pt>
                <c:pt idx="5411">
                  <c:v>9.1468215711881434E-2</c:v>
                </c:pt>
                <c:pt idx="5412">
                  <c:v>9.1477269489369545E-2</c:v>
                </c:pt>
                <c:pt idx="5413">
                  <c:v>9.1483885326503117E-2</c:v>
                </c:pt>
                <c:pt idx="5414">
                  <c:v>9.1489104154867495E-2</c:v>
                </c:pt>
                <c:pt idx="5415">
                  <c:v>9.1496549506708783E-2</c:v>
                </c:pt>
                <c:pt idx="5416">
                  <c:v>9.1513382428026979E-2</c:v>
                </c:pt>
                <c:pt idx="5417">
                  <c:v>9.151481479743398E-2</c:v>
                </c:pt>
                <c:pt idx="5418">
                  <c:v>9.1514934718961008E-2</c:v>
                </c:pt>
                <c:pt idx="5419">
                  <c:v>9.1520747248791889E-2</c:v>
                </c:pt>
                <c:pt idx="5420">
                  <c:v>9.1538364338693612E-2</c:v>
                </c:pt>
                <c:pt idx="5421">
                  <c:v>9.1538851567118357E-2</c:v>
                </c:pt>
                <c:pt idx="5422">
                  <c:v>9.1554166179631691E-2</c:v>
                </c:pt>
                <c:pt idx="5423">
                  <c:v>9.1566275657550114E-2</c:v>
                </c:pt>
                <c:pt idx="5424">
                  <c:v>9.1571076610226065E-2</c:v>
                </c:pt>
                <c:pt idx="5425">
                  <c:v>9.1573058573418367E-2</c:v>
                </c:pt>
                <c:pt idx="5426">
                  <c:v>9.1575484108020133E-2</c:v>
                </c:pt>
                <c:pt idx="5427">
                  <c:v>9.1598087350184265E-2</c:v>
                </c:pt>
                <c:pt idx="5428">
                  <c:v>9.1610384506732187E-2</c:v>
                </c:pt>
                <c:pt idx="5429">
                  <c:v>9.1620880162339977E-2</c:v>
                </c:pt>
                <c:pt idx="5430">
                  <c:v>9.1623569307422589E-2</c:v>
                </c:pt>
                <c:pt idx="5431">
                  <c:v>9.1632506900015814E-2</c:v>
                </c:pt>
                <c:pt idx="5432">
                  <c:v>9.1638599055710174E-2</c:v>
                </c:pt>
                <c:pt idx="5433">
                  <c:v>9.1640425505233963E-2</c:v>
                </c:pt>
                <c:pt idx="5434">
                  <c:v>9.1646140638592374E-2</c:v>
                </c:pt>
                <c:pt idx="5435">
                  <c:v>9.1647463418636416E-2</c:v>
                </c:pt>
                <c:pt idx="5436">
                  <c:v>9.1649909268484028E-2</c:v>
                </c:pt>
                <c:pt idx="5437">
                  <c:v>9.1653503838374784E-2</c:v>
                </c:pt>
                <c:pt idx="5438">
                  <c:v>9.1659339184011007E-2</c:v>
                </c:pt>
                <c:pt idx="5439">
                  <c:v>9.1660192688390776E-2</c:v>
                </c:pt>
                <c:pt idx="5440">
                  <c:v>9.1667489522099632E-2</c:v>
                </c:pt>
                <c:pt idx="5441">
                  <c:v>9.1671964197217279E-2</c:v>
                </c:pt>
                <c:pt idx="5442">
                  <c:v>9.1677895603763979E-2</c:v>
                </c:pt>
                <c:pt idx="5443">
                  <c:v>9.1686075721046992E-2</c:v>
                </c:pt>
                <c:pt idx="5444">
                  <c:v>9.169328846347638E-2</c:v>
                </c:pt>
                <c:pt idx="5445">
                  <c:v>9.1707728471143946E-2</c:v>
                </c:pt>
                <c:pt idx="5446">
                  <c:v>9.1711715843471334E-2</c:v>
                </c:pt>
                <c:pt idx="5447">
                  <c:v>9.1717994417406176E-2</c:v>
                </c:pt>
                <c:pt idx="5448">
                  <c:v>9.1725691510077909E-2</c:v>
                </c:pt>
                <c:pt idx="5449">
                  <c:v>9.1727286279406101E-2</c:v>
                </c:pt>
                <c:pt idx="5450">
                  <c:v>9.173396487103401E-2</c:v>
                </c:pt>
                <c:pt idx="5451">
                  <c:v>9.1737050000761614E-2</c:v>
                </c:pt>
                <c:pt idx="5452">
                  <c:v>9.1741189931827602E-2</c:v>
                </c:pt>
                <c:pt idx="5453">
                  <c:v>9.1747701437158866E-2</c:v>
                </c:pt>
                <c:pt idx="5454">
                  <c:v>9.1750096009138554E-2</c:v>
                </c:pt>
                <c:pt idx="5455">
                  <c:v>9.1754930848156419E-2</c:v>
                </c:pt>
                <c:pt idx="5456">
                  <c:v>9.1761102756434024E-2</c:v>
                </c:pt>
                <c:pt idx="5457">
                  <c:v>9.1763451017183806E-2</c:v>
                </c:pt>
                <c:pt idx="5458">
                  <c:v>9.1766377121502499E-2</c:v>
                </c:pt>
                <c:pt idx="5459">
                  <c:v>9.1783676264287323E-2</c:v>
                </c:pt>
                <c:pt idx="5460">
                  <c:v>9.1788932915978103E-2</c:v>
                </c:pt>
                <c:pt idx="5461">
                  <c:v>9.179042424503385E-2</c:v>
                </c:pt>
                <c:pt idx="5462">
                  <c:v>9.1792620106712616E-2</c:v>
                </c:pt>
                <c:pt idx="5463">
                  <c:v>9.1806565194290257E-2</c:v>
                </c:pt>
                <c:pt idx="5464">
                  <c:v>9.1819838619115163E-2</c:v>
                </c:pt>
                <c:pt idx="5465">
                  <c:v>9.182486728891337E-2</c:v>
                </c:pt>
                <c:pt idx="5466">
                  <c:v>9.1827367953485645E-2</c:v>
                </c:pt>
                <c:pt idx="5467">
                  <c:v>9.1832188397104497E-2</c:v>
                </c:pt>
                <c:pt idx="5468">
                  <c:v>9.1839289343329869E-2</c:v>
                </c:pt>
                <c:pt idx="5469">
                  <c:v>9.1854945863806381E-2</c:v>
                </c:pt>
                <c:pt idx="5470">
                  <c:v>9.1871932306442E-2</c:v>
                </c:pt>
                <c:pt idx="5471">
                  <c:v>9.1876693103282003E-2</c:v>
                </c:pt>
                <c:pt idx="5472">
                  <c:v>9.1879274127752625E-2</c:v>
                </c:pt>
                <c:pt idx="5473">
                  <c:v>9.1881314812297124E-2</c:v>
                </c:pt>
                <c:pt idx="5474">
                  <c:v>9.1882581326475712E-2</c:v>
                </c:pt>
                <c:pt idx="5475">
                  <c:v>9.1888612201433517E-2</c:v>
                </c:pt>
                <c:pt idx="5476">
                  <c:v>9.1889825902251324E-2</c:v>
                </c:pt>
                <c:pt idx="5477">
                  <c:v>9.1897432822489467E-2</c:v>
                </c:pt>
                <c:pt idx="5478">
                  <c:v>9.1913606223352276E-2</c:v>
                </c:pt>
                <c:pt idx="5479">
                  <c:v>9.1925107189932298E-2</c:v>
                </c:pt>
                <c:pt idx="5480">
                  <c:v>9.1949704471890978E-2</c:v>
                </c:pt>
                <c:pt idx="5481">
                  <c:v>9.1967674404313235E-2</c:v>
                </c:pt>
                <c:pt idx="5482">
                  <c:v>9.1986889313653952E-2</c:v>
                </c:pt>
                <c:pt idx="5483">
                  <c:v>9.1996555249784631E-2</c:v>
                </c:pt>
                <c:pt idx="5484">
                  <c:v>9.2041361908151501E-2</c:v>
                </c:pt>
                <c:pt idx="5485">
                  <c:v>9.2042771601566653E-2</c:v>
                </c:pt>
                <c:pt idx="5486">
                  <c:v>9.20472046213099E-2</c:v>
                </c:pt>
                <c:pt idx="5487">
                  <c:v>9.204848424771804E-2</c:v>
                </c:pt>
                <c:pt idx="5488">
                  <c:v>9.2048658310869946E-2</c:v>
                </c:pt>
                <c:pt idx="5489">
                  <c:v>9.2051483318368543E-2</c:v>
                </c:pt>
                <c:pt idx="5490">
                  <c:v>9.2053524068779799E-2</c:v>
                </c:pt>
                <c:pt idx="5491">
                  <c:v>9.2061736401338259E-2</c:v>
                </c:pt>
                <c:pt idx="5492">
                  <c:v>9.2070683750397939E-2</c:v>
                </c:pt>
                <c:pt idx="5493">
                  <c:v>9.2074315459776346E-2</c:v>
                </c:pt>
                <c:pt idx="5494">
                  <c:v>9.207808170374665E-2</c:v>
                </c:pt>
                <c:pt idx="5495">
                  <c:v>9.2081792490823891E-2</c:v>
                </c:pt>
                <c:pt idx="5496">
                  <c:v>9.2104750747568839E-2</c:v>
                </c:pt>
                <c:pt idx="5497">
                  <c:v>9.2108751100838424E-2</c:v>
                </c:pt>
                <c:pt idx="5498">
                  <c:v>9.2129901423452162E-2</c:v>
                </c:pt>
                <c:pt idx="5499">
                  <c:v>9.2135044069019831E-2</c:v>
                </c:pt>
                <c:pt idx="5500">
                  <c:v>9.2144008490039078E-2</c:v>
                </c:pt>
                <c:pt idx="5501">
                  <c:v>9.2151579879926948E-2</c:v>
                </c:pt>
                <c:pt idx="5502">
                  <c:v>9.2158748946912977E-2</c:v>
                </c:pt>
                <c:pt idx="5503">
                  <c:v>9.2166777904182429E-2</c:v>
                </c:pt>
                <c:pt idx="5504">
                  <c:v>9.2183461559425944E-2</c:v>
                </c:pt>
                <c:pt idx="5505">
                  <c:v>9.2183607303106152E-2</c:v>
                </c:pt>
                <c:pt idx="5506">
                  <c:v>9.2185369614675855E-2</c:v>
                </c:pt>
                <c:pt idx="5507">
                  <c:v>9.2186502398726763E-2</c:v>
                </c:pt>
                <c:pt idx="5508">
                  <c:v>9.2192570961039041E-2</c:v>
                </c:pt>
                <c:pt idx="5509">
                  <c:v>9.2192746423112495E-2</c:v>
                </c:pt>
                <c:pt idx="5510">
                  <c:v>9.2199166735783461E-2</c:v>
                </c:pt>
                <c:pt idx="5511">
                  <c:v>9.2204104653505217E-2</c:v>
                </c:pt>
                <c:pt idx="5512">
                  <c:v>9.2206715542688153E-2</c:v>
                </c:pt>
                <c:pt idx="5513">
                  <c:v>9.2218612326199892E-2</c:v>
                </c:pt>
                <c:pt idx="5514">
                  <c:v>9.2225098278279641E-2</c:v>
                </c:pt>
                <c:pt idx="5515">
                  <c:v>9.2242754164384821E-2</c:v>
                </c:pt>
                <c:pt idx="5516">
                  <c:v>9.2256797124193865E-2</c:v>
                </c:pt>
                <c:pt idx="5517">
                  <c:v>9.2257091224807908E-2</c:v>
                </c:pt>
                <c:pt idx="5518">
                  <c:v>9.226586385578546E-2</c:v>
                </c:pt>
                <c:pt idx="5519">
                  <c:v>9.2278486929439574E-2</c:v>
                </c:pt>
                <c:pt idx="5520">
                  <c:v>9.2291245889365811E-2</c:v>
                </c:pt>
                <c:pt idx="5521">
                  <c:v>9.230372256222584E-2</c:v>
                </c:pt>
                <c:pt idx="5522">
                  <c:v>9.2307842640825574E-2</c:v>
                </c:pt>
                <c:pt idx="5523">
                  <c:v>9.2312104875728176E-2</c:v>
                </c:pt>
                <c:pt idx="5524">
                  <c:v>9.231272304567717E-2</c:v>
                </c:pt>
                <c:pt idx="5525">
                  <c:v>9.2317388043094153E-2</c:v>
                </c:pt>
                <c:pt idx="5526">
                  <c:v>9.2319116184858371E-2</c:v>
                </c:pt>
                <c:pt idx="5527">
                  <c:v>9.2323144327027304E-2</c:v>
                </c:pt>
                <c:pt idx="5528">
                  <c:v>9.232884524832223E-2</c:v>
                </c:pt>
                <c:pt idx="5529">
                  <c:v>9.2361952819584522E-2</c:v>
                </c:pt>
                <c:pt idx="5530">
                  <c:v>9.236317630746467E-2</c:v>
                </c:pt>
                <c:pt idx="5531">
                  <c:v>9.2365746850624236E-2</c:v>
                </c:pt>
                <c:pt idx="5532">
                  <c:v>9.2380128912101858E-2</c:v>
                </c:pt>
                <c:pt idx="5533">
                  <c:v>9.2381203027596129E-2</c:v>
                </c:pt>
                <c:pt idx="5534">
                  <c:v>9.2394363193802578E-2</c:v>
                </c:pt>
                <c:pt idx="5535">
                  <c:v>9.2396510058379344E-2</c:v>
                </c:pt>
                <c:pt idx="5536">
                  <c:v>9.2404597767549182E-2</c:v>
                </c:pt>
                <c:pt idx="5537">
                  <c:v>9.2442929505973229E-2</c:v>
                </c:pt>
                <c:pt idx="5538">
                  <c:v>9.2445828333589289E-2</c:v>
                </c:pt>
                <c:pt idx="5539">
                  <c:v>9.2458947659727855E-2</c:v>
                </c:pt>
                <c:pt idx="5540">
                  <c:v>9.2474570034162609E-2</c:v>
                </c:pt>
                <c:pt idx="5541">
                  <c:v>9.2477174412060173E-2</c:v>
                </c:pt>
                <c:pt idx="5542">
                  <c:v>9.2504442906047896E-2</c:v>
                </c:pt>
                <c:pt idx="5543">
                  <c:v>9.2522097946913046E-2</c:v>
                </c:pt>
                <c:pt idx="5544">
                  <c:v>9.2527580543674243E-2</c:v>
                </c:pt>
                <c:pt idx="5545">
                  <c:v>9.2546663433330498E-2</c:v>
                </c:pt>
                <c:pt idx="5546">
                  <c:v>9.2550854023815549E-2</c:v>
                </c:pt>
                <c:pt idx="5547">
                  <c:v>9.2562249522575885E-2</c:v>
                </c:pt>
                <c:pt idx="5548">
                  <c:v>9.2573733780738396E-2</c:v>
                </c:pt>
                <c:pt idx="5549">
                  <c:v>9.2580542685119144E-2</c:v>
                </c:pt>
                <c:pt idx="5550">
                  <c:v>9.2584617401300806E-2</c:v>
                </c:pt>
                <c:pt idx="5551">
                  <c:v>9.2597050576936055E-2</c:v>
                </c:pt>
                <c:pt idx="5552">
                  <c:v>9.261131715755011E-2</c:v>
                </c:pt>
                <c:pt idx="5553">
                  <c:v>9.2614999696005174E-2</c:v>
                </c:pt>
                <c:pt idx="5554">
                  <c:v>9.2619625174135925E-2</c:v>
                </c:pt>
                <c:pt idx="5555">
                  <c:v>9.2619889573484049E-2</c:v>
                </c:pt>
                <c:pt idx="5556">
                  <c:v>9.2619937052048268E-2</c:v>
                </c:pt>
                <c:pt idx="5557">
                  <c:v>9.2644876640056426E-2</c:v>
                </c:pt>
                <c:pt idx="5558">
                  <c:v>9.264688205039244E-2</c:v>
                </c:pt>
                <c:pt idx="5559">
                  <c:v>9.265825916302825E-2</c:v>
                </c:pt>
                <c:pt idx="5560">
                  <c:v>9.2664876246986688E-2</c:v>
                </c:pt>
                <c:pt idx="5561">
                  <c:v>9.2668872491276935E-2</c:v>
                </c:pt>
                <c:pt idx="5562">
                  <c:v>9.2675887825307557E-2</c:v>
                </c:pt>
                <c:pt idx="5563">
                  <c:v>9.2677742142120684E-2</c:v>
                </c:pt>
                <c:pt idx="5564">
                  <c:v>9.2680884783232748E-2</c:v>
                </c:pt>
                <c:pt idx="5565">
                  <c:v>9.268816662578401E-2</c:v>
                </c:pt>
                <c:pt idx="5566">
                  <c:v>9.2703466738205537E-2</c:v>
                </c:pt>
                <c:pt idx="5567">
                  <c:v>9.2712015702724429E-2</c:v>
                </c:pt>
                <c:pt idx="5568">
                  <c:v>9.2721688978474492E-2</c:v>
                </c:pt>
                <c:pt idx="5569">
                  <c:v>9.277272204676322E-2</c:v>
                </c:pt>
                <c:pt idx="5570">
                  <c:v>9.2779809863429194E-2</c:v>
                </c:pt>
                <c:pt idx="5571">
                  <c:v>9.2783851502374295E-2</c:v>
                </c:pt>
                <c:pt idx="5572">
                  <c:v>9.2789027113630476E-2</c:v>
                </c:pt>
                <c:pt idx="5573">
                  <c:v>9.2797788942007173E-2</c:v>
                </c:pt>
                <c:pt idx="5574">
                  <c:v>9.2828059766949619E-2</c:v>
                </c:pt>
                <c:pt idx="5575">
                  <c:v>9.2828459144258246E-2</c:v>
                </c:pt>
                <c:pt idx="5576">
                  <c:v>9.283080992865872E-2</c:v>
                </c:pt>
                <c:pt idx="5577">
                  <c:v>9.2833332963035919E-2</c:v>
                </c:pt>
                <c:pt idx="5578">
                  <c:v>9.2854734666231717E-2</c:v>
                </c:pt>
                <c:pt idx="5579">
                  <c:v>9.2882346885213629E-2</c:v>
                </c:pt>
                <c:pt idx="5580">
                  <c:v>9.2888086301012279E-2</c:v>
                </c:pt>
                <c:pt idx="5581">
                  <c:v>9.2888757066211317E-2</c:v>
                </c:pt>
                <c:pt idx="5582">
                  <c:v>9.2891379287855166E-2</c:v>
                </c:pt>
                <c:pt idx="5583">
                  <c:v>9.2895599410766833E-2</c:v>
                </c:pt>
                <c:pt idx="5584">
                  <c:v>9.2901818242712347E-2</c:v>
                </c:pt>
                <c:pt idx="5585">
                  <c:v>9.292234101408274E-2</c:v>
                </c:pt>
                <c:pt idx="5586">
                  <c:v>9.2963073384190423E-2</c:v>
                </c:pt>
                <c:pt idx="5587">
                  <c:v>9.2966940867877129E-2</c:v>
                </c:pt>
                <c:pt idx="5588">
                  <c:v>9.2985814671751765E-2</c:v>
                </c:pt>
                <c:pt idx="5589">
                  <c:v>9.2990544033107067E-2</c:v>
                </c:pt>
                <c:pt idx="5590">
                  <c:v>9.300337347557526E-2</c:v>
                </c:pt>
                <c:pt idx="5591">
                  <c:v>9.3004780247155902E-2</c:v>
                </c:pt>
                <c:pt idx="5592">
                  <c:v>9.3018975145010535E-2</c:v>
                </c:pt>
                <c:pt idx="5593">
                  <c:v>9.3020315652278848E-2</c:v>
                </c:pt>
                <c:pt idx="5594">
                  <c:v>9.3020513724863557E-2</c:v>
                </c:pt>
                <c:pt idx="5595">
                  <c:v>9.3023799534115437E-2</c:v>
                </c:pt>
                <c:pt idx="5596">
                  <c:v>9.3028839422898219E-2</c:v>
                </c:pt>
                <c:pt idx="5597">
                  <c:v>9.3081553495851663E-2</c:v>
                </c:pt>
                <c:pt idx="5598">
                  <c:v>9.3085908937756534E-2</c:v>
                </c:pt>
                <c:pt idx="5599">
                  <c:v>9.3112645384178697E-2</c:v>
                </c:pt>
                <c:pt idx="5600">
                  <c:v>9.3115707579230517E-2</c:v>
                </c:pt>
                <c:pt idx="5601">
                  <c:v>9.3127166272447715E-2</c:v>
                </c:pt>
                <c:pt idx="5602">
                  <c:v>9.313821199504492E-2</c:v>
                </c:pt>
                <c:pt idx="5603">
                  <c:v>9.3139420537408604E-2</c:v>
                </c:pt>
                <c:pt idx="5604">
                  <c:v>9.3147909665948492E-2</c:v>
                </c:pt>
                <c:pt idx="5605">
                  <c:v>9.3171357441337019E-2</c:v>
                </c:pt>
                <c:pt idx="5606">
                  <c:v>9.3172716929318958E-2</c:v>
                </c:pt>
                <c:pt idx="5607">
                  <c:v>9.3173059046899806E-2</c:v>
                </c:pt>
                <c:pt idx="5608">
                  <c:v>9.3177855711771881E-2</c:v>
                </c:pt>
                <c:pt idx="5609">
                  <c:v>9.3210291141747365E-2</c:v>
                </c:pt>
                <c:pt idx="5610">
                  <c:v>9.3240232641880055E-2</c:v>
                </c:pt>
                <c:pt idx="5611">
                  <c:v>9.3240669603521176E-2</c:v>
                </c:pt>
                <c:pt idx="5612">
                  <c:v>9.3244817826495657E-2</c:v>
                </c:pt>
                <c:pt idx="5613">
                  <c:v>9.3245431422092226E-2</c:v>
                </c:pt>
                <c:pt idx="5614">
                  <c:v>9.3250983015869301E-2</c:v>
                </c:pt>
                <c:pt idx="5615">
                  <c:v>9.3257457892704468E-2</c:v>
                </c:pt>
                <c:pt idx="5616">
                  <c:v>9.3270688213520192E-2</c:v>
                </c:pt>
                <c:pt idx="5617">
                  <c:v>9.3275635086935524E-2</c:v>
                </c:pt>
                <c:pt idx="5618">
                  <c:v>9.3283821269213432E-2</c:v>
                </c:pt>
                <c:pt idx="5619">
                  <c:v>9.328392317344282E-2</c:v>
                </c:pt>
                <c:pt idx="5620">
                  <c:v>9.3287717611755222E-2</c:v>
                </c:pt>
                <c:pt idx="5621">
                  <c:v>9.3293869203251487E-2</c:v>
                </c:pt>
                <c:pt idx="5622">
                  <c:v>9.3294629538467594E-2</c:v>
                </c:pt>
                <c:pt idx="5623">
                  <c:v>9.3295295021131236E-2</c:v>
                </c:pt>
                <c:pt idx="5624">
                  <c:v>9.3316145027441399E-2</c:v>
                </c:pt>
                <c:pt idx="5625">
                  <c:v>9.3340320405203778E-2</c:v>
                </c:pt>
                <c:pt idx="5626">
                  <c:v>9.33552917832422E-2</c:v>
                </c:pt>
                <c:pt idx="5627">
                  <c:v>9.33604988028406E-2</c:v>
                </c:pt>
                <c:pt idx="5628">
                  <c:v>9.3360653995409354E-2</c:v>
                </c:pt>
                <c:pt idx="5629">
                  <c:v>9.3378886007946013E-2</c:v>
                </c:pt>
                <c:pt idx="5630">
                  <c:v>9.3380616828044979E-2</c:v>
                </c:pt>
                <c:pt idx="5631">
                  <c:v>9.338531310677986E-2</c:v>
                </c:pt>
                <c:pt idx="5632">
                  <c:v>9.3400300367080524E-2</c:v>
                </c:pt>
                <c:pt idx="5633">
                  <c:v>9.3404903100971534E-2</c:v>
                </c:pt>
                <c:pt idx="5634">
                  <c:v>9.3405203698215811E-2</c:v>
                </c:pt>
                <c:pt idx="5635">
                  <c:v>9.3411984256118158E-2</c:v>
                </c:pt>
                <c:pt idx="5636">
                  <c:v>9.3419165513963801E-2</c:v>
                </c:pt>
                <c:pt idx="5637">
                  <c:v>9.3427637729493418E-2</c:v>
                </c:pt>
                <c:pt idx="5638">
                  <c:v>9.3433721454590932E-2</c:v>
                </c:pt>
                <c:pt idx="5639">
                  <c:v>9.3436750941411892E-2</c:v>
                </c:pt>
                <c:pt idx="5640">
                  <c:v>9.3444220205395001E-2</c:v>
                </c:pt>
                <c:pt idx="5641">
                  <c:v>9.3448023620187448E-2</c:v>
                </c:pt>
                <c:pt idx="5642">
                  <c:v>9.3453002290515827E-2</c:v>
                </c:pt>
                <c:pt idx="5643">
                  <c:v>9.3465454139941423E-2</c:v>
                </c:pt>
                <c:pt idx="5644">
                  <c:v>9.3467989237672966E-2</c:v>
                </c:pt>
                <c:pt idx="5645">
                  <c:v>9.3490865258039887E-2</c:v>
                </c:pt>
                <c:pt idx="5646">
                  <c:v>9.3494290718022066E-2</c:v>
                </c:pt>
                <c:pt idx="5647">
                  <c:v>9.3507051600216884E-2</c:v>
                </c:pt>
                <c:pt idx="5648">
                  <c:v>9.3512410115451861E-2</c:v>
                </c:pt>
                <c:pt idx="5649">
                  <c:v>9.3514694713450155E-2</c:v>
                </c:pt>
                <c:pt idx="5650">
                  <c:v>9.3517617228071934E-2</c:v>
                </c:pt>
                <c:pt idx="5651">
                  <c:v>9.3525998260108711E-2</c:v>
                </c:pt>
                <c:pt idx="5652">
                  <c:v>9.3532847112847636E-2</c:v>
                </c:pt>
                <c:pt idx="5653">
                  <c:v>9.353604463384016E-2</c:v>
                </c:pt>
                <c:pt idx="5654">
                  <c:v>9.3549687087557148E-2</c:v>
                </c:pt>
                <c:pt idx="5655">
                  <c:v>9.3558491452141609E-2</c:v>
                </c:pt>
                <c:pt idx="5656">
                  <c:v>9.3567095072600359E-2</c:v>
                </c:pt>
                <c:pt idx="5657">
                  <c:v>9.3579018217603185E-2</c:v>
                </c:pt>
                <c:pt idx="5658">
                  <c:v>9.3583523040623631E-2</c:v>
                </c:pt>
                <c:pt idx="5659">
                  <c:v>9.3585690921906911E-2</c:v>
                </c:pt>
                <c:pt idx="5660">
                  <c:v>9.3586306599431235E-2</c:v>
                </c:pt>
                <c:pt idx="5661">
                  <c:v>9.3590133204220244E-2</c:v>
                </c:pt>
                <c:pt idx="5662">
                  <c:v>9.3608674241705922E-2</c:v>
                </c:pt>
                <c:pt idx="5663">
                  <c:v>9.3620209326790618E-2</c:v>
                </c:pt>
                <c:pt idx="5664">
                  <c:v>9.3623679186821754E-2</c:v>
                </c:pt>
                <c:pt idx="5665">
                  <c:v>9.3623731221064752E-2</c:v>
                </c:pt>
                <c:pt idx="5666">
                  <c:v>9.363464349664917E-2</c:v>
                </c:pt>
                <c:pt idx="5667">
                  <c:v>9.3655448519233866E-2</c:v>
                </c:pt>
                <c:pt idx="5668">
                  <c:v>9.3660373569095748E-2</c:v>
                </c:pt>
                <c:pt idx="5669">
                  <c:v>9.3679231630493631E-2</c:v>
                </c:pt>
                <c:pt idx="5670">
                  <c:v>9.3692010899272329E-2</c:v>
                </c:pt>
                <c:pt idx="5671">
                  <c:v>9.3693632863542223E-2</c:v>
                </c:pt>
                <c:pt idx="5672">
                  <c:v>9.3704832391817067E-2</c:v>
                </c:pt>
                <c:pt idx="5673">
                  <c:v>9.371580934739368E-2</c:v>
                </c:pt>
                <c:pt idx="5674">
                  <c:v>9.3739105818692478E-2</c:v>
                </c:pt>
                <c:pt idx="5675">
                  <c:v>9.3772408592673814E-2</c:v>
                </c:pt>
                <c:pt idx="5676">
                  <c:v>9.3796756475884493E-2</c:v>
                </c:pt>
                <c:pt idx="5677">
                  <c:v>9.3805035270798379E-2</c:v>
                </c:pt>
                <c:pt idx="5678">
                  <c:v>9.3805718811526009E-2</c:v>
                </c:pt>
                <c:pt idx="5679">
                  <c:v>9.3809327424244998E-2</c:v>
                </c:pt>
                <c:pt idx="5680">
                  <c:v>9.3834324877929753E-2</c:v>
                </c:pt>
                <c:pt idx="5681">
                  <c:v>9.3835333935364057E-2</c:v>
                </c:pt>
                <c:pt idx="5682">
                  <c:v>9.3849993189220382E-2</c:v>
                </c:pt>
                <c:pt idx="5683">
                  <c:v>9.3850772340931116E-2</c:v>
                </c:pt>
                <c:pt idx="5684">
                  <c:v>9.3854758996135157E-2</c:v>
                </c:pt>
                <c:pt idx="5685">
                  <c:v>9.3874725301036577E-2</c:v>
                </c:pt>
                <c:pt idx="5686">
                  <c:v>9.3906424996506532E-2</c:v>
                </c:pt>
                <c:pt idx="5687">
                  <c:v>9.3909982473645709E-2</c:v>
                </c:pt>
                <c:pt idx="5688">
                  <c:v>9.3929061194059887E-2</c:v>
                </c:pt>
                <c:pt idx="5689">
                  <c:v>9.3929385875501606E-2</c:v>
                </c:pt>
                <c:pt idx="5690">
                  <c:v>9.3941232861588661E-2</c:v>
                </c:pt>
                <c:pt idx="5691">
                  <c:v>9.3951776554410268E-2</c:v>
                </c:pt>
                <c:pt idx="5692">
                  <c:v>9.3955842396747064E-2</c:v>
                </c:pt>
                <c:pt idx="5693">
                  <c:v>9.3957874050642806E-2</c:v>
                </c:pt>
                <c:pt idx="5694">
                  <c:v>9.3958033261138177E-2</c:v>
                </c:pt>
                <c:pt idx="5695">
                  <c:v>9.3960199036448713E-2</c:v>
                </c:pt>
                <c:pt idx="5696">
                  <c:v>9.396887202899469E-2</c:v>
                </c:pt>
                <c:pt idx="5697">
                  <c:v>9.3971151887738719E-2</c:v>
                </c:pt>
                <c:pt idx="5698">
                  <c:v>9.3976661282894045E-2</c:v>
                </c:pt>
                <c:pt idx="5699">
                  <c:v>9.3984290451719549E-2</c:v>
                </c:pt>
                <c:pt idx="5700">
                  <c:v>9.3989312518760276E-2</c:v>
                </c:pt>
                <c:pt idx="5701">
                  <c:v>9.3990154235882056E-2</c:v>
                </c:pt>
                <c:pt idx="5702">
                  <c:v>9.3996525619631691E-2</c:v>
                </c:pt>
                <c:pt idx="5703">
                  <c:v>9.3997163309342976E-2</c:v>
                </c:pt>
                <c:pt idx="5704">
                  <c:v>9.3998961666153069E-2</c:v>
                </c:pt>
                <c:pt idx="5705">
                  <c:v>9.4017375998152797E-2</c:v>
                </c:pt>
                <c:pt idx="5706">
                  <c:v>9.4017703256204899E-2</c:v>
                </c:pt>
                <c:pt idx="5707">
                  <c:v>9.4019433103076921E-2</c:v>
                </c:pt>
                <c:pt idx="5708">
                  <c:v>9.4020592471435668E-2</c:v>
                </c:pt>
                <c:pt idx="5709">
                  <c:v>9.4021378377185369E-2</c:v>
                </c:pt>
                <c:pt idx="5710">
                  <c:v>9.4031055841002437E-2</c:v>
                </c:pt>
                <c:pt idx="5711">
                  <c:v>9.4053044093047308E-2</c:v>
                </c:pt>
                <c:pt idx="5712">
                  <c:v>9.4057399841841069E-2</c:v>
                </c:pt>
                <c:pt idx="5713">
                  <c:v>9.4063519545323257E-2</c:v>
                </c:pt>
                <c:pt idx="5714">
                  <c:v>9.4065260243094001E-2</c:v>
                </c:pt>
                <c:pt idx="5715">
                  <c:v>9.407497408827982E-2</c:v>
                </c:pt>
                <c:pt idx="5716">
                  <c:v>9.4091895811536902E-2</c:v>
                </c:pt>
                <c:pt idx="5717">
                  <c:v>9.4099828594830806E-2</c:v>
                </c:pt>
                <c:pt idx="5718">
                  <c:v>9.4115161264041E-2</c:v>
                </c:pt>
                <c:pt idx="5719">
                  <c:v>9.4116450380963446E-2</c:v>
                </c:pt>
                <c:pt idx="5720">
                  <c:v>9.4139008105805083E-2</c:v>
                </c:pt>
                <c:pt idx="5721">
                  <c:v>9.4142825403742095E-2</c:v>
                </c:pt>
                <c:pt idx="5722">
                  <c:v>9.4152859963096164E-2</c:v>
                </c:pt>
                <c:pt idx="5723">
                  <c:v>9.4154532064950947E-2</c:v>
                </c:pt>
                <c:pt idx="5724">
                  <c:v>9.4155839960409188E-2</c:v>
                </c:pt>
                <c:pt idx="5725">
                  <c:v>9.4162914606742532E-2</c:v>
                </c:pt>
                <c:pt idx="5726">
                  <c:v>9.4170942496514351E-2</c:v>
                </c:pt>
                <c:pt idx="5727">
                  <c:v>9.418128155722591E-2</c:v>
                </c:pt>
                <c:pt idx="5728">
                  <c:v>9.4185446613771776E-2</c:v>
                </c:pt>
                <c:pt idx="5729">
                  <c:v>9.4205517725311272E-2</c:v>
                </c:pt>
                <c:pt idx="5730">
                  <c:v>9.4208453983213286E-2</c:v>
                </c:pt>
                <c:pt idx="5731">
                  <c:v>9.4210633211408087E-2</c:v>
                </c:pt>
                <c:pt idx="5732">
                  <c:v>9.4251031966555959E-2</c:v>
                </c:pt>
                <c:pt idx="5733">
                  <c:v>9.4253475523446539E-2</c:v>
                </c:pt>
                <c:pt idx="5734">
                  <c:v>9.4257640859510522E-2</c:v>
                </c:pt>
                <c:pt idx="5735">
                  <c:v>9.426140492591488E-2</c:v>
                </c:pt>
                <c:pt idx="5736">
                  <c:v>9.4263522562294019E-2</c:v>
                </c:pt>
                <c:pt idx="5737">
                  <c:v>9.4270990206831121E-2</c:v>
                </c:pt>
                <c:pt idx="5738">
                  <c:v>9.4282985538330824E-2</c:v>
                </c:pt>
                <c:pt idx="5739">
                  <c:v>9.4289748923028424E-2</c:v>
                </c:pt>
                <c:pt idx="5740">
                  <c:v>9.4290854196911009E-2</c:v>
                </c:pt>
                <c:pt idx="5741">
                  <c:v>9.4290855513090285E-2</c:v>
                </c:pt>
                <c:pt idx="5742">
                  <c:v>9.4304920836693951E-2</c:v>
                </c:pt>
                <c:pt idx="5743">
                  <c:v>9.4305092362446427E-2</c:v>
                </c:pt>
                <c:pt idx="5744">
                  <c:v>9.4307692992705944E-2</c:v>
                </c:pt>
                <c:pt idx="5745">
                  <c:v>9.4316321307728379E-2</c:v>
                </c:pt>
                <c:pt idx="5746">
                  <c:v>9.4317890201424961E-2</c:v>
                </c:pt>
                <c:pt idx="5747">
                  <c:v>9.4318637129552269E-2</c:v>
                </c:pt>
                <c:pt idx="5748">
                  <c:v>9.433612812922626E-2</c:v>
                </c:pt>
                <c:pt idx="5749">
                  <c:v>9.4361868773850097E-2</c:v>
                </c:pt>
                <c:pt idx="5750">
                  <c:v>9.436251099317558E-2</c:v>
                </c:pt>
                <c:pt idx="5751">
                  <c:v>9.4390650486195327E-2</c:v>
                </c:pt>
                <c:pt idx="5752">
                  <c:v>9.4396758358331015E-2</c:v>
                </c:pt>
                <c:pt idx="5753">
                  <c:v>9.4402314492198519E-2</c:v>
                </c:pt>
                <c:pt idx="5754">
                  <c:v>9.4412213649769025E-2</c:v>
                </c:pt>
                <c:pt idx="5755">
                  <c:v>9.4419177180383576E-2</c:v>
                </c:pt>
                <c:pt idx="5756">
                  <c:v>9.4429761866070175E-2</c:v>
                </c:pt>
                <c:pt idx="5757">
                  <c:v>9.4448266302425615E-2</c:v>
                </c:pt>
                <c:pt idx="5758">
                  <c:v>9.4460257295938571E-2</c:v>
                </c:pt>
                <c:pt idx="5759">
                  <c:v>9.4472225631155732E-2</c:v>
                </c:pt>
                <c:pt idx="5760">
                  <c:v>9.4477761927643719E-2</c:v>
                </c:pt>
                <c:pt idx="5761">
                  <c:v>9.4484734899634007E-2</c:v>
                </c:pt>
                <c:pt idx="5762">
                  <c:v>9.4485799670548806E-2</c:v>
                </c:pt>
                <c:pt idx="5763">
                  <c:v>9.4486846564661622E-2</c:v>
                </c:pt>
                <c:pt idx="5764">
                  <c:v>9.4494598026928861E-2</c:v>
                </c:pt>
                <c:pt idx="5765">
                  <c:v>9.4498926658489552E-2</c:v>
                </c:pt>
                <c:pt idx="5766">
                  <c:v>9.4504551506458784E-2</c:v>
                </c:pt>
                <c:pt idx="5767">
                  <c:v>9.4530778058413728E-2</c:v>
                </c:pt>
                <c:pt idx="5768">
                  <c:v>9.4532917034623715E-2</c:v>
                </c:pt>
                <c:pt idx="5769">
                  <c:v>9.4547370579307288E-2</c:v>
                </c:pt>
                <c:pt idx="5770">
                  <c:v>9.4554544271878815E-2</c:v>
                </c:pt>
                <c:pt idx="5771">
                  <c:v>9.4587595091341972E-2</c:v>
                </c:pt>
                <c:pt idx="5772">
                  <c:v>9.4600189615164254E-2</c:v>
                </c:pt>
                <c:pt idx="5773">
                  <c:v>9.461010877855168E-2</c:v>
                </c:pt>
                <c:pt idx="5774">
                  <c:v>9.4620897171583118E-2</c:v>
                </c:pt>
                <c:pt idx="5775">
                  <c:v>9.4637201525908432E-2</c:v>
                </c:pt>
                <c:pt idx="5776">
                  <c:v>9.4638065912219502E-2</c:v>
                </c:pt>
                <c:pt idx="5777">
                  <c:v>9.4650228383160576E-2</c:v>
                </c:pt>
                <c:pt idx="5778">
                  <c:v>9.4660493743647059E-2</c:v>
                </c:pt>
                <c:pt idx="5779">
                  <c:v>9.4673207115475291E-2</c:v>
                </c:pt>
                <c:pt idx="5780">
                  <c:v>9.4698956438237017E-2</c:v>
                </c:pt>
                <c:pt idx="5781">
                  <c:v>9.4725237770184864E-2</c:v>
                </c:pt>
                <c:pt idx="5782">
                  <c:v>9.4726497595666703E-2</c:v>
                </c:pt>
                <c:pt idx="5783">
                  <c:v>9.4733940274053352E-2</c:v>
                </c:pt>
                <c:pt idx="5784">
                  <c:v>9.4734876430542778E-2</c:v>
                </c:pt>
                <c:pt idx="5785">
                  <c:v>9.4739779626703199E-2</c:v>
                </c:pt>
                <c:pt idx="5786">
                  <c:v>9.4741489248374111E-2</c:v>
                </c:pt>
                <c:pt idx="5787">
                  <c:v>9.476270523130316E-2</c:v>
                </c:pt>
                <c:pt idx="5788">
                  <c:v>9.477116863659063E-2</c:v>
                </c:pt>
                <c:pt idx="5789">
                  <c:v>9.4773777275584781E-2</c:v>
                </c:pt>
                <c:pt idx="5790">
                  <c:v>9.4780410280626129E-2</c:v>
                </c:pt>
                <c:pt idx="5791">
                  <c:v>9.4785033492872983E-2</c:v>
                </c:pt>
                <c:pt idx="5792">
                  <c:v>9.4798674932201496E-2</c:v>
                </c:pt>
                <c:pt idx="5793">
                  <c:v>9.481727078974421E-2</c:v>
                </c:pt>
                <c:pt idx="5794">
                  <c:v>9.4844123190471558E-2</c:v>
                </c:pt>
                <c:pt idx="5795">
                  <c:v>9.4869588647219269E-2</c:v>
                </c:pt>
                <c:pt idx="5796">
                  <c:v>9.4871730918069955E-2</c:v>
                </c:pt>
                <c:pt idx="5797">
                  <c:v>9.4881750047906374E-2</c:v>
                </c:pt>
                <c:pt idx="5798">
                  <c:v>9.4889232824216616E-2</c:v>
                </c:pt>
                <c:pt idx="5799">
                  <c:v>9.4890485475179032E-2</c:v>
                </c:pt>
                <c:pt idx="5800">
                  <c:v>9.4901734904892537E-2</c:v>
                </c:pt>
                <c:pt idx="5801">
                  <c:v>9.4904693093114986E-2</c:v>
                </c:pt>
                <c:pt idx="5802">
                  <c:v>9.4914812079984132E-2</c:v>
                </c:pt>
                <c:pt idx="5803">
                  <c:v>9.4917774789382667E-2</c:v>
                </c:pt>
                <c:pt idx="5804">
                  <c:v>9.4925384402068214E-2</c:v>
                </c:pt>
                <c:pt idx="5805">
                  <c:v>9.4938483231308712E-2</c:v>
                </c:pt>
                <c:pt idx="5806">
                  <c:v>9.494751940674033E-2</c:v>
                </c:pt>
                <c:pt idx="5807">
                  <c:v>9.4962654198370466E-2</c:v>
                </c:pt>
                <c:pt idx="5808">
                  <c:v>9.4963233526599036E-2</c:v>
                </c:pt>
                <c:pt idx="5809">
                  <c:v>9.4966952685872297E-2</c:v>
                </c:pt>
                <c:pt idx="5810">
                  <c:v>9.4970424577912896E-2</c:v>
                </c:pt>
                <c:pt idx="5811">
                  <c:v>9.4970761985335272E-2</c:v>
                </c:pt>
                <c:pt idx="5812">
                  <c:v>9.498651287874528E-2</c:v>
                </c:pt>
                <c:pt idx="5813">
                  <c:v>9.4992275871661314E-2</c:v>
                </c:pt>
                <c:pt idx="5814">
                  <c:v>9.4995027640481414E-2</c:v>
                </c:pt>
                <c:pt idx="5815">
                  <c:v>9.4996518489565668E-2</c:v>
                </c:pt>
                <c:pt idx="5816">
                  <c:v>9.5002299441143703E-2</c:v>
                </c:pt>
                <c:pt idx="5817">
                  <c:v>9.5006097988587349E-2</c:v>
                </c:pt>
                <c:pt idx="5818">
                  <c:v>9.5006839764024076E-2</c:v>
                </c:pt>
                <c:pt idx="5819">
                  <c:v>9.5011550833563829E-2</c:v>
                </c:pt>
                <c:pt idx="5820">
                  <c:v>9.5011727366485346E-2</c:v>
                </c:pt>
                <c:pt idx="5821">
                  <c:v>9.5011889612976089E-2</c:v>
                </c:pt>
                <c:pt idx="5822">
                  <c:v>9.5039266655302268E-2</c:v>
                </c:pt>
                <c:pt idx="5823">
                  <c:v>9.5057122948660339E-2</c:v>
                </c:pt>
                <c:pt idx="5824">
                  <c:v>9.5079237127513885E-2</c:v>
                </c:pt>
                <c:pt idx="5825">
                  <c:v>9.5089820028863445E-2</c:v>
                </c:pt>
                <c:pt idx="5826">
                  <c:v>9.5098540548062285E-2</c:v>
                </c:pt>
                <c:pt idx="5827">
                  <c:v>9.5098645709138493E-2</c:v>
                </c:pt>
                <c:pt idx="5828">
                  <c:v>9.5105053982599788E-2</c:v>
                </c:pt>
                <c:pt idx="5829">
                  <c:v>9.5105181062996605E-2</c:v>
                </c:pt>
                <c:pt idx="5830">
                  <c:v>9.5108757078203793E-2</c:v>
                </c:pt>
                <c:pt idx="5831">
                  <c:v>9.5117813921607661E-2</c:v>
                </c:pt>
                <c:pt idx="5832">
                  <c:v>9.5120199675060232E-2</c:v>
                </c:pt>
                <c:pt idx="5833">
                  <c:v>9.5129281237563312E-2</c:v>
                </c:pt>
                <c:pt idx="5834">
                  <c:v>9.5132645519756628E-2</c:v>
                </c:pt>
                <c:pt idx="5835">
                  <c:v>9.5138277348577008E-2</c:v>
                </c:pt>
                <c:pt idx="5836">
                  <c:v>9.5145431283406051E-2</c:v>
                </c:pt>
                <c:pt idx="5837">
                  <c:v>9.5149548364026337E-2</c:v>
                </c:pt>
                <c:pt idx="5838">
                  <c:v>9.5156517815447622E-2</c:v>
                </c:pt>
                <c:pt idx="5839">
                  <c:v>9.5195904697781303E-2</c:v>
                </c:pt>
                <c:pt idx="5840">
                  <c:v>9.5197400596962578E-2</c:v>
                </c:pt>
                <c:pt idx="5841">
                  <c:v>9.5211654256792261E-2</c:v>
                </c:pt>
                <c:pt idx="5842">
                  <c:v>9.521431410119599E-2</c:v>
                </c:pt>
                <c:pt idx="5843">
                  <c:v>9.522706947616838E-2</c:v>
                </c:pt>
                <c:pt idx="5844">
                  <c:v>9.523002287137923E-2</c:v>
                </c:pt>
                <c:pt idx="5845">
                  <c:v>9.5249480593836519E-2</c:v>
                </c:pt>
                <c:pt idx="5846">
                  <c:v>9.5262572096995832E-2</c:v>
                </c:pt>
                <c:pt idx="5847">
                  <c:v>9.5281575115628611E-2</c:v>
                </c:pt>
                <c:pt idx="5848">
                  <c:v>9.5292957933414274E-2</c:v>
                </c:pt>
                <c:pt idx="5849">
                  <c:v>9.5298654433756652E-2</c:v>
                </c:pt>
                <c:pt idx="5850">
                  <c:v>9.5304520712000268E-2</c:v>
                </c:pt>
                <c:pt idx="5851">
                  <c:v>9.5304684128109746E-2</c:v>
                </c:pt>
                <c:pt idx="5852">
                  <c:v>9.5308062934917975E-2</c:v>
                </c:pt>
                <c:pt idx="5853">
                  <c:v>9.5312933710237566E-2</c:v>
                </c:pt>
                <c:pt idx="5854">
                  <c:v>9.5332706653847646E-2</c:v>
                </c:pt>
                <c:pt idx="5855">
                  <c:v>9.5341050471022162E-2</c:v>
                </c:pt>
                <c:pt idx="5856">
                  <c:v>9.5349515744302948E-2</c:v>
                </c:pt>
                <c:pt idx="5857">
                  <c:v>9.5350277783866372E-2</c:v>
                </c:pt>
                <c:pt idx="5858">
                  <c:v>9.5350868252575369E-2</c:v>
                </c:pt>
                <c:pt idx="5859">
                  <c:v>9.5353663909704872E-2</c:v>
                </c:pt>
                <c:pt idx="5860">
                  <c:v>9.5376509265980972E-2</c:v>
                </c:pt>
                <c:pt idx="5861">
                  <c:v>9.5384986082755918E-2</c:v>
                </c:pt>
                <c:pt idx="5862">
                  <c:v>9.5404045369430562E-2</c:v>
                </c:pt>
                <c:pt idx="5863">
                  <c:v>9.5423354102413122E-2</c:v>
                </c:pt>
                <c:pt idx="5864">
                  <c:v>9.5433873143624143E-2</c:v>
                </c:pt>
                <c:pt idx="5865">
                  <c:v>9.5446776017849441E-2</c:v>
                </c:pt>
                <c:pt idx="5866">
                  <c:v>9.5474162645460353E-2</c:v>
                </c:pt>
                <c:pt idx="5867">
                  <c:v>9.548653088788886E-2</c:v>
                </c:pt>
                <c:pt idx="5868">
                  <c:v>9.5496349304837566E-2</c:v>
                </c:pt>
                <c:pt idx="5869">
                  <c:v>9.5512665053348988E-2</c:v>
                </c:pt>
                <c:pt idx="5870">
                  <c:v>9.5514555201081555E-2</c:v>
                </c:pt>
                <c:pt idx="5871">
                  <c:v>9.5516110661086159E-2</c:v>
                </c:pt>
                <c:pt idx="5872">
                  <c:v>9.5519632774319782E-2</c:v>
                </c:pt>
                <c:pt idx="5873">
                  <c:v>9.5546820287893922E-2</c:v>
                </c:pt>
                <c:pt idx="5874">
                  <c:v>9.5559424166949E-2</c:v>
                </c:pt>
                <c:pt idx="5875">
                  <c:v>9.5579789777678378E-2</c:v>
                </c:pt>
                <c:pt idx="5876">
                  <c:v>9.5590951619015777E-2</c:v>
                </c:pt>
                <c:pt idx="5877">
                  <c:v>9.559205340146322E-2</c:v>
                </c:pt>
                <c:pt idx="5878">
                  <c:v>9.5594274798132761E-2</c:v>
                </c:pt>
                <c:pt idx="5879">
                  <c:v>9.5596734851361317E-2</c:v>
                </c:pt>
                <c:pt idx="5880">
                  <c:v>9.5598778626728539E-2</c:v>
                </c:pt>
                <c:pt idx="5881">
                  <c:v>9.5600008940014372E-2</c:v>
                </c:pt>
                <c:pt idx="5882">
                  <c:v>9.5607512576976389E-2</c:v>
                </c:pt>
                <c:pt idx="5883">
                  <c:v>9.5622339573972093E-2</c:v>
                </c:pt>
                <c:pt idx="5884">
                  <c:v>9.5649143683303989E-2</c:v>
                </c:pt>
                <c:pt idx="5885">
                  <c:v>9.5657580743061299E-2</c:v>
                </c:pt>
                <c:pt idx="5886">
                  <c:v>9.5671846201523789E-2</c:v>
                </c:pt>
                <c:pt idx="5887">
                  <c:v>9.5689492844229632E-2</c:v>
                </c:pt>
                <c:pt idx="5888">
                  <c:v>9.5696434867499347E-2</c:v>
                </c:pt>
                <c:pt idx="5889">
                  <c:v>9.5698902872984923E-2</c:v>
                </c:pt>
                <c:pt idx="5890">
                  <c:v>9.5699416487327646E-2</c:v>
                </c:pt>
                <c:pt idx="5891">
                  <c:v>9.570083724182879E-2</c:v>
                </c:pt>
                <c:pt idx="5892">
                  <c:v>9.5717758893956076E-2</c:v>
                </c:pt>
                <c:pt idx="5893">
                  <c:v>9.5721584412931757E-2</c:v>
                </c:pt>
                <c:pt idx="5894">
                  <c:v>9.5727284064240192E-2</c:v>
                </c:pt>
                <c:pt idx="5895">
                  <c:v>9.5735982191848576E-2</c:v>
                </c:pt>
                <c:pt idx="5896">
                  <c:v>9.5738923773609347E-2</c:v>
                </c:pt>
                <c:pt idx="5897">
                  <c:v>9.5752278432644902E-2</c:v>
                </c:pt>
                <c:pt idx="5898">
                  <c:v>9.5753249010645872E-2</c:v>
                </c:pt>
                <c:pt idx="5899">
                  <c:v>9.5753321934203467E-2</c:v>
                </c:pt>
                <c:pt idx="5900">
                  <c:v>9.5762250580216729E-2</c:v>
                </c:pt>
                <c:pt idx="5901">
                  <c:v>9.5767577908750318E-2</c:v>
                </c:pt>
                <c:pt idx="5902">
                  <c:v>9.5812343715515114E-2</c:v>
                </c:pt>
                <c:pt idx="5903">
                  <c:v>9.583770189675217E-2</c:v>
                </c:pt>
                <c:pt idx="5904">
                  <c:v>9.5856683583050981E-2</c:v>
                </c:pt>
                <c:pt idx="5905">
                  <c:v>9.5857821684704483E-2</c:v>
                </c:pt>
                <c:pt idx="5906">
                  <c:v>9.5871251158398285E-2</c:v>
                </c:pt>
                <c:pt idx="5907">
                  <c:v>9.5875336475301345E-2</c:v>
                </c:pt>
                <c:pt idx="5908">
                  <c:v>9.5884444031526697E-2</c:v>
                </c:pt>
                <c:pt idx="5909">
                  <c:v>9.5886367277879428E-2</c:v>
                </c:pt>
                <c:pt idx="5910">
                  <c:v>9.5889260369840468E-2</c:v>
                </c:pt>
                <c:pt idx="5911">
                  <c:v>9.5890799615478167E-2</c:v>
                </c:pt>
                <c:pt idx="5912">
                  <c:v>9.5902292963036498E-2</c:v>
                </c:pt>
                <c:pt idx="5913">
                  <c:v>9.5909777608130506E-2</c:v>
                </c:pt>
                <c:pt idx="5914">
                  <c:v>9.5913298145459125E-2</c:v>
                </c:pt>
                <c:pt idx="5915">
                  <c:v>9.5917841842014837E-2</c:v>
                </c:pt>
                <c:pt idx="5916">
                  <c:v>9.5927063030674456E-2</c:v>
                </c:pt>
                <c:pt idx="5917">
                  <c:v>9.5930759789164599E-2</c:v>
                </c:pt>
                <c:pt idx="5918">
                  <c:v>9.5961344284619512E-2</c:v>
                </c:pt>
                <c:pt idx="5919">
                  <c:v>9.6014042791373252E-2</c:v>
                </c:pt>
                <c:pt idx="5920">
                  <c:v>9.6017478135407272E-2</c:v>
                </c:pt>
                <c:pt idx="5921">
                  <c:v>9.6034006921018975E-2</c:v>
                </c:pt>
                <c:pt idx="5922">
                  <c:v>9.6047840335167514E-2</c:v>
                </c:pt>
                <c:pt idx="5923">
                  <c:v>9.606339213098114E-2</c:v>
                </c:pt>
                <c:pt idx="5924">
                  <c:v>9.6074605588883977E-2</c:v>
                </c:pt>
                <c:pt idx="5925">
                  <c:v>9.6076827946849741E-2</c:v>
                </c:pt>
                <c:pt idx="5926">
                  <c:v>9.6091577995529059E-2</c:v>
                </c:pt>
                <c:pt idx="5927">
                  <c:v>9.6094613319420111E-2</c:v>
                </c:pt>
                <c:pt idx="5928">
                  <c:v>9.6095772483910505E-2</c:v>
                </c:pt>
                <c:pt idx="5929">
                  <c:v>9.6112671678346029E-2</c:v>
                </c:pt>
                <c:pt idx="5930">
                  <c:v>9.6135059567742376E-2</c:v>
                </c:pt>
                <c:pt idx="5931">
                  <c:v>9.6139767055036449E-2</c:v>
                </c:pt>
                <c:pt idx="5932">
                  <c:v>9.615684896372112E-2</c:v>
                </c:pt>
                <c:pt idx="5933">
                  <c:v>9.6160319737164379E-2</c:v>
                </c:pt>
                <c:pt idx="5934">
                  <c:v>9.6167790547217774E-2</c:v>
                </c:pt>
                <c:pt idx="5935">
                  <c:v>9.6168624192659743E-2</c:v>
                </c:pt>
                <c:pt idx="5936">
                  <c:v>9.6174027993686545E-2</c:v>
                </c:pt>
                <c:pt idx="5937">
                  <c:v>9.6177652317163465E-2</c:v>
                </c:pt>
                <c:pt idx="5938">
                  <c:v>9.6206163153349969E-2</c:v>
                </c:pt>
                <c:pt idx="5939">
                  <c:v>9.6206459232623651E-2</c:v>
                </c:pt>
                <c:pt idx="5940">
                  <c:v>9.6211345257646186E-2</c:v>
                </c:pt>
                <c:pt idx="5941">
                  <c:v>9.6252101864790801E-2</c:v>
                </c:pt>
                <c:pt idx="5942">
                  <c:v>9.6292077255302838E-2</c:v>
                </c:pt>
                <c:pt idx="5943">
                  <c:v>9.6292691441609457E-2</c:v>
                </c:pt>
                <c:pt idx="5944">
                  <c:v>9.62974468345065E-2</c:v>
                </c:pt>
                <c:pt idx="5945">
                  <c:v>9.6315057275674257E-2</c:v>
                </c:pt>
                <c:pt idx="5946">
                  <c:v>9.6315240519965831E-2</c:v>
                </c:pt>
                <c:pt idx="5947">
                  <c:v>9.6315590367106671E-2</c:v>
                </c:pt>
                <c:pt idx="5948">
                  <c:v>9.631886056434881E-2</c:v>
                </c:pt>
                <c:pt idx="5949">
                  <c:v>9.6320941501354659E-2</c:v>
                </c:pt>
                <c:pt idx="5950">
                  <c:v>9.6326417844404683E-2</c:v>
                </c:pt>
                <c:pt idx="5951">
                  <c:v>9.6330949641462327E-2</c:v>
                </c:pt>
                <c:pt idx="5952">
                  <c:v>9.6332423891916499E-2</c:v>
                </c:pt>
                <c:pt idx="5953">
                  <c:v>9.6343255364674377E-2</c:v>
                </c:pt>
                <c:pt idx="5954">
                  <c:v>9.6345663636335607E-2</c:v>
                </c:pt>
                <c:pt idx="5955">
                  <c:v>9.6351186167425537E-2</c:v>
                </c:pt>
                <c:pt idx="5956">
                  <c:v>9.6358374535326377E-2</c:v>
                </c:pt>
                <c:pt idx="5957">
                  <c:v>9.6367789771205553E-2</c:v>
                </c:pt>
                <c:pt idx="5958">
                  <c:v>9.6367923280605561E-2</c:v>
                </c:pt>
                <c:pt idx="5959">
                  <c:v>9.636995707494711E-2</c:v>
                </c:pt>
                <c:pt idx="5960">
                  <c:v>9.6377015774835664E-2</c:v>
                </c:pt>
                <c:pt idx="5961">
                  <c:v>9.6396508384501076E-2</c:v>
                </c:pt>
                <c:pt idx="5962">
                  <c:v>9.6400266962628184E-2</c:v>
                </c:pt>
                <c:pt idx="5963">
                  <c:v>9.6402463604780095E-2</c:v>
                </c:pt>
                <c:pt idx="5964">
                  <c:v>9.6411312463394197E-2</c:v>
                </c:pt>
                <c:pt idx="5965">
                  <c:v>9.6432157962611634E-2</c:v>
                </c:pt>
                <c:pt idx="5966">
                  <c:v>9.6432365017201135E-2</c:v>
                </c:pt>
                <c:pt idx="5967">
                  <c:v>9.6433968181335469E-2</c:v>
                </c:pt>
                <c:pt idx="5968">
                  <c:v>9.6451835922612583E-2</c:v>
                </c:pt>
                <c:pt idx="5969">
                  <c:v>9.6461215139316492E-2</c:v>
                </c:pt>
                <c:pt idx="5970">
                  <c:v>9.6470648070394599E-2</c:v>
                </c:pt>
                <c:pt idx="5971">
                  <c:v>9.6472390105400443E-2</c:v>
                </c:pt>
                <c:pt idx="5972">
                  <c:v>9.649192043337404E-2</c:v>
                </c:pt>
                <c:pt idx="5973">
                  <c:v>9.6502521641735325E-2</c:v>
                </c:pt>
                <c:pt idx="5974">
                  <c:v>9.6507552117408288E-2</c:v>
                </c:pt>
                <c:pt idx="5975">
                  <c:v>9.6508271580651991E-2</c:v>
                </c:pt>
                <c:pt idx="5976">
                  <c:v>9.6510867358484728E-2</c:v>
                </c:pt>
                <c:pt idx="5977">
                  <c:v>9.6513873020111496E-2</c:v>
                </c:pt>
                <c:pt idx="5978">
                  <c:v>9.6528003430455978E-2</c:v>
                </c:pt>
                <c:pt idx="5979">
                  <c:v>9.65487307517265E-2</c:v>
                </c:pt>
                <c:pt idx="5980">
                  <c:v>9.6548795908876925E-2</c:v>
                </c:pt>
                <c:pt idx="5981">
                  <c:v>9.65614005843696E-2</c:v>
                </c:pt>
                <c:pt idx="5982">
                  <c:v>9.6569127853087286E-2</c:v>
                </c:pt>
                <c:pt idx="5983">
                  <c:v>9.6580237732253216E-2</c:v>
                </c:pt>
                <c:pt idx="5984">
                  <c:v>9.6582168156678333E-2</c:v>
                </c:pt>
                <c:pt idx="5985">
                  <c:v>9.6586748061506342E-2</c:v>
                </c:pt>
                <c:pt idx="5986">
                  <c:v>9.6590743062164863E-2</c:v>
                </c:pt>
                <c:pt idx="5987">
                  <c:v>9.6594321382820675E-2</c:v>
                </c:pt>
                <c:pt idx="5988">
                  <c:v>9.6602999054168803E-2</c:v>
                </c:pt>
                <c:pt idx="5989">
                  <c:v>9.6606875748076415E-2</c:v>
                </c:pt>
                <c:pt idx="5990">
                  <c:v>9.6608276172014756E-2</c:v>
                </c:pt>
                <c:pt idx="5991">
                  <c:v>9.6615394928402668E-2</c:v>
                </c:pt>
                <c:pt idx="5992">
                  <c:v>9.6621780549818959E-2</c:v>
                </c:pt>
                <c:pt idx="5993">
                  <c:v>9.6642235372809707E-2</c:v>
                </c:pt>
                <c:pt idx="5994">
                  <c:v>9.6652240577403237E-2</c:v>
                </c:pt>
                <c:pt idx="5995">
                  <c:v>9.6658916384774862E-2</c:v>
                </c:pt>
                <c:pt idx="5996">
                  <c:v>9.666172904226901E-2</c:v>
                </c:pt>
                <c:pt idx="5997">
                  <c:v>9.6667485894139746E-2</c:v>
                </c:pt>
                <c:pt idx="5998">
                  <c:v>9.667086978061179E-2</c:v>
                </c:pt>
                <c:pt idx="5999">
                  <c:v>9.6677952400258088E-2</c:v>
                </c:pt>
                <c:pt idx="6000">
                  <c:v>9.6684778591152168E-2</c:v>
                </c:pt>
                <c:pt idx="6001">
                  <c:v>9.6702608799528189E-2</c:v>
                </c:pt>
                <c:pt idx="6002">
                  <c:v>9.6712716705167068E-2</c:v>
                </c:pt>
                <c:pt idx="6003">
                  <c:v>9.6713015250079026E-2</c:v>
                </c:pt>
                <c:pt idx="6004">
                  <c:v>9.6713968969230596E-2</c:v>
                </c:pt>
                <c:pt idx="6005">
                  <c:v>9.6715847689679654E-2</c:v>
                </c:pt>
                <c:pt idx="6006">
                  <c:v>9.6718065238972445E-2</c:v>
                </c:pt>
                <c:pt idx="6007">
                  <c:v>9.6720221522733157E-2</c:v>
                </c:pt>
                <c:pt idx="6008">
                  <c:v>9.6726266101032327E-2</c:v>
                </c:pt>
                <c:pt idx="6009">
                  <c:v>9.6731690556703998E-2</c:v>
                </c:pt>
                <c:pt idx="6010">
                  <c:v>9.6774266350037386E-2</c:v>
                </c:pt>
                <c:pt idx="6011">
                  <c:v>9.6783803856200598E-2</c:v>
                </c:pt>
                <c:pt idx="6012">
                  <c:v>9.6785215503435926E-2</c:v>
                </c:pt>
                <c:pt idx="6013">
                  <c:v>9.6795421212232752E-2</c:v>
                </c:pt>
                <c:pt idx="6014">
                  <c:v>9.6800003039350199E-2</c:v>
                </c:pt>
                <c:pt idx="6015">
                  <c:v>9.6800737200755119E-2</c:v>
                </c:pt>
                <c:pt idx="6016">
                  <c:v>9.6801703818079621E-2</c:v>
                </c:pt>
                <c:pt idx="6017">
                  <c:v>9.6804320976024691E-2</c:v>
                </c:pt>
                <c:pt idx="6018">
                  <c:v>9.6804721704149166E-2</c:v>
                </c:pt>
                <c:pt idx="6019">
                  <c:v>9.6805746965981557E-2</c:v>
                </c:pt>
                <c:pt idx="6020">
                  <c:v>9.6825249537994748E-2</c:v>
                </c:pt>
                <c:pt idx="6021">
                  <c:v>9.6830468582300003E-2</c:v>
                </c:pt>
                <c:pt idx="6022">
                  <c:v>9.6840510080983364E-2</c:v>
                </c:pt>
                <c:pt idx="6023">
                  <c:v>9.6842263266057715E-2</c:v>
                </c:pt>
                <c:pt idx="6024">
                  <c:v>9.684898084807371E-2</c:v>
                </c:pt>
                <c:pt idx="6025">
                  <c:v>9.6862731398665053E-2</c:v>
                </c:pt>
                <c:pt idx="6026">
                  <c:v>9.6891808341588906E-2</c:v>
                </c:pt>
                <c:pt idx="6027">
                  <c:v>9.6892677119639489E-2</c:v>
                </c:pt>
                <c:pt idx="6028">
                  <c:v>9.689278993050647E-2</c:v>
                </c:pt>
                <c:pt idx="6029">
                  <c:v>9.6894755050263251E-2</c:v>
                </c:pt>
                <c:pt idx="6030">
                  <c:v>9.691156253798773E-2</c:v>
                </c:pt>
                <c:pt idx="6031">
                  <c:v>9.6913252137851416E-2</c:v>
                </c:pt>
                <c:pt idx="6032">
                  <c:v>9.6923837016346895E-2</c:v>
                </c:pt>
                <c:pt idx="6033">
                  <c:v>9.6939518620724766E-2</c:v>
                </c:pt>
                <c:pt idx="6034">
                  <c:v>9.6950649263163782E-2</c:v>
                </c:pt>
                <c:pt idx="6035">
                  <c:v>9.6952284264714639E-2</c:v>
                </c:pt>
                <c:pt idx="6036">
                  <c:v>9.6972959975749923E-2</c:v>
                </c:pt>
                <c:pt idx="6037">
                  <c:v>9.6979116358002229E-2</c:v>
                </c:pt>
                <c:pt idx="6038">
                  <c:v>9.6982360826410055E-2</c:v>
                </c:pt>
                <c:pt idx="6039">
                  <c:v>9.6995292498091162E-2</c:v>
                </c:pt>
                <c:pt idx="6040">
                  <c:v>9.6997542922313551E-2</c:v>
                </c:pt>
                <c:pt idx="6041">
                  <c:v>9.7000118112623365E-2</c:v>
                </c:pt>
                <c:pt idx="6042">
                  <c:v>9.7014615913087951E-2</c:v>
                </c:pt>
                <c:pt idx="6043">
                  <c:v>9.7024270553002848E-2</c:v>
                </c:pt>
                <c:pt idx="6044">
                  <c:v>9.7036409889766778E-2</c:v>
                </c:pt>
                <c:pt idx="6045">
                  <c:v>9.703854714346731E-2</c:v>
                </c:pt>
                <c:pt idx="6046">
                  <c:v>9.7039959684858373E-2</c:v>
                </c:pt>
                <c:pt idx="6047">
                  <c:v>9.704629219494014E-2</c:v>
                </c:pt>
                <c:pt idx="6048">
                  <c:v>9.7046751707754245E-2</c:v>
                </c:pt>
                <c:pt idx="6049">
                  <c:v>9.7046802721989761E-2</c:v>
                </c:pt>
                <c:pt idx="6050">
                  <c:v>9.7059404042126068E-2</c:v>
                </c:pt>
                <c:pt idx="6051">
                  <c:v>9.7060728473708668E-2</c:v>
                </c:pt>
                <c:pt idx="6052">
                  <c:v>9.7061028253014089E-2</c:v>
                </c:pt>
                <c:pt idx="6053">
                  <c:v>9.706320213210437E-2</c:v>
                </c:pt>
                <c:pt idx="6054">
                  <c:v>9.7063454198396806E-2</c:v>
                </c:pt>
                <c:pt idx="6055">
                  <c:v>9.7083167159048786E-2</c:v>
                </c:pt>
                <c:pt idx="6056">
                  <c:v>9.7083573754526087E-2</c:v>
                </c:pt>
                <c:pt idx="6057">
                  <c:v>9.7102264341475217E-2</c:v>
                </c:pt>
                <c:pt idx="6058">
                  <c:v>9.7102612237462638E-2</c:v>
                </c:pt>
                <c:pt idx="6059">
                  <c:v>9.7104431995678711E-2</c:v>
                </c:pt>
                <c:pt idx="6060">
                  <c:v>9.7109707924012828E-2</c:v>
                </c:pt>
                <c:pt idx="6061">
                  <c:v>9.7112131646268696E-2</c:v>
                </c:pt>
                <c:pt idx="6062">
                  <c:v>9.7132124245277118E-2</c:v>
                </c:pt>
                <c:pt idx="6063">
                  <c:v>9.7142663530413217E-2</c:v>
                </c:pt>
                <c:pt idx="6064">
                  <c:v>9.7153898804617458E-2</c:v>
                </c:pt>
                <c:pt idx="6065">
                  <c:v>9.7167059160967961E-2</c:v>
                </c:pt>
                <c:pt idx="6066">
                  <c:v>9.7168099324660709E-2</c:v>
                </c:pt>
                <c:pt idx="6067">
                  <c:v>9.7171599436205389E-2</c:v>
                </c:pt>
                <c:pt idx="6068">
                  <c:v>9.7175395224621125E-2</c:v>
                </c:pt>
                <c:pt idx="6069">
                  <c:v>9.7177638544374195E-2</c:v>
                </c:pt>
                <c:pt idx="6070">
                  <c:v>9.7179600304696828E-2</c:v>
                </c:pt>
                <c:pt idx="6071">
                  <c:v>9.7181491663434191E-2</c:v>
                </c:pt>
                <c:pt idx="6072">
                  <c:v>9.7185199401694108E-2</c:v>
                </c:pt>
                <c:pt idx="6073">
                  <c:v>9.7195738926239339E-2</c:v>
                </c:pt>
                <c:pt idx="6074">
                  <c:v>9.7211868940512508E-2</c:v>
                </c:pt>
                <c:pt idx="6075">
                  <c:v>9.7228666353667226E-2</c:v>
                </c:pt>
                <c:pt idx="6076">
                  <c:v>9.723363122161581E-2</c:v>
                </c:pt>
                <c:pt idx="6077">
                  <c:v>9.7235419117562907E-2</c:v>
                </c:pt>
                <c:pt idx="6078">
                  <c:v>9.7239647565174725E-2</c:v>
                </c:pt>
                <c:pt idx="6079">
                  <c:v>9.7244130888693853E-2</c:v>
                </c:pt>
                <c:pt idx="6080">
                  <c:v>9.7254282131141914E-2</c:v>
                </c:pt>
                <c:pt idx="6081">
                  <c:v>9.7256972742008202E-2</c:v>
                </c:pt>
                <c:pt idx="6082">
                  <c:v>9.7270663763416407E-2</c:v>
                </c:pt>
                <c:pt idx="6083">
                  <c:v>9.7282525006152129E-2</c:v>
                </c:pt>
                <c:pt idx="6084">
                  <c:v>9.7287240588792678E-2</c:v>
                </c:pt>
                <c:pt idx="6085">
                  <c:v>9.7295048028347944E-2</c:v>
                </c:pt>
                <c:pt idx="6086">
                  <c:v>9.7306035283705433E-2</c:v>
                </c:pt>
                <c:pt idx="6087">
                  <c:v>9.7306460054284741E-2</c:v>
                </c:pt>
                <c:pt idx="6088">
                  <c:v>9.7308268329412875E-2</c:v>
                </c:pt>
                <c:pt idx="6089">
                  <c:v>9.7312099480337672E-2</c:v>
                </c:pt>
                <c:pt idx="6090">
                  <c:v>9.7319702571872516E-2</c:v>
                </c:pt>
                <c:pt idx="6091">
                  <c:v>9.732202437737271E-2</c:v>
                </c:pt>
                <c:pt idx="6092">
                  <c:v>9.7336765341764941E-2</c:v>
                </c:pt>
                <c:pt idx="6093">
                  <c:v>9.7346447525244198E-2</c:v>
                </c:pt>
                <c:pt idx="6094">
                  <c:v>9.734674215357926E-2</c:v>
                </c:pt>
                <c:pt idx="6095">
                  <c:v>9.7359990910418484E-2</c:v>
                </c:pt>
                <c:pt idx="6096">
                  <c:v>9.7364646423493309E-2</c:v>
                </c:pt>
                <c:pt idx="6097">
                  <c:v>9.7381228738544892E-2</c:v>
                </c:pt>
                <c:pt idx="6098">
                  <c:v>9.7395434163710826E-2</c:v>
                </c:pt>
                <c:pt idx="6099">
                  <c:v>9.7396822935729196E-2</c:v>
                </c:pt>
                <c:pt idx="6100">
                  <c:v>9.7405968377688293E-2</c:v>
                </c:pt>
                <c:pt idx="6101">
                  <c:v>9.7409010228752757E-2</c:v>
                </c:pt>
                <c:pt idx="6102">
                  <c:v>9.7431240410818784E-2</c:v>
                </c:pt>
                <c:pt idx="6103">
                  <c:v>9.7443301038837485E-2</c:v>
                </c:pt>
                <c:pt idx="6104">
                  <c:v>9.7448252400680363E-2</c:v>
                </c:pt>
                <c:pt idx="6105">
                  <c:v>9.7449830051040687E-2</c:v>
                </c:pt>
                <c:pt idx="6106">
                  <c:v>9.7507171058176273E-2</c:v>
                </c:pt>
                <c:pt idx="6107">
                  <c:v>9.7511083521348282E-2</c:v>
                </c:pt>
                <c:pt idx="6108">
                  <c:v>9.7522086918854292E-2</c:v>
                </c:pt>
                <c:pt idx="6109">
                  <c:v>9.7541293182279762E-2</c:v>
                </c:pt>
                <c:pt idx="6110">
                  <c:v>9.7555236132217227E-2</c:v>
                </c:pt>
                <c:pt idx="6111">
                  <c:v>9.7567125101695865E-2</c:v>
                </c:pt>
                <c:pt idx="6112">
                  <c:v>9.7574451595846101E-2</c:v>
                </c:pt>
                <c:pt idx="6113">
                  <c:v>9.7586934467081235E-2</c:v>
                </c:pt>
                <c:pt idx="6114">
                  <c:v>9.7586950173553205E-2</c:v>
                </c:pt>
                <c:pt idx="6115">
                  <c:v>9.7597936454865877E-2</c:v>
                </c:pt>
                <c:pt idx="6116">
                  <c:v>9.7605882727306817E-2</c:v>
                </c:pt>
                <c:pt idx="6117">
                  <c:v>9.7606096313252552E-2</c:v>
                </c:pt>
                <c:pt idx="6118">
                  <c:v>9.7606500291159679E-2</c:v>
                </c:pt>
                <c:pt idx="6119">
                  <c:v>9.7609379010224012E-2</c:v>
                </c:pt>
                <c:pt idx="6120">
                  <c:v>9.7619770149213955E-2</c:v>
                </c:pt>
                <c:pt idx="6121">
                  <c:v>9.7625461272360048E-2</c:v>
                </c:pt>
                <c:pt idx="6122">
                  <c:v>9.7634026829013176E-2</c:v>
                </c:pt>
                <c:pt idx="6123">
                  <c:v>9.7636135488702078E-2</c:v>
                </c:pt>
                <c:pt idx="6124">
                  <c:v>9.7640610515204979E-2</c:v>
                </c:pt>
                <c:pt idx="6125">
                  <c:v>9.7648064498240955E-2</c:v>
                </c:pt>
                <c:pt idx="6126">
                  <c:v>9.7650414957974288E-2</c:v>
                </c:pt>
                <c:pt idx="6127">
                  <c:v>9.7665850612147109E-2</c:v>
                </c:pt>
                <c:pt idx="6128">
                  <c:v>9.7669548135181888E-2</c:v>
                </c:pt>
                <c:pt idx="6129">
                  <c:v>9.7675385724888361E-2</c:v>
                </c:pt>
                <c:pt idx="6130">
                  <c:v>9.7675713715658974E-2</c:v>
                </c:pt>
                <c:pt idx="6131">
                  <c:v>9.7686297241621214E-2</c:v>
                </c:pt>
                <c:pt idx="6132">
                  <c:v>9.7687554173165644E-2</c:v>
                </c:pt>
                <c:pt idx="6133">
                  <c:v>9.771129820644231E-2</c:v>
                </c:pt>
                <c:pt idx="6134">
                  <c:v>9.7759915668696726E-2</c:v>
                </c:pt>
                <c:pt idx="6135">
                  <c:v>9.7773246501909855E-2</c:v>
                </c:pt>
                <c:pt idx="6136">
                  <c:v>9.7778435581722056E-2</c:v>
                </c:pt>
                <c:pt idx="6137">
                  <c:v>9.7791846494129989E-2</c:v>
                </c:pt>
                <c:pt idx="6138">
                  <c:v>9.7793185011162825E-2</c:v>
                </c:pt>
                <c:pt idx="6139">
                  <c:v>9.7796530456262354E-2</c:v>
                </c:pt>
                <c:pt idx="6140">
                  <c:v>9.7804579761653201E-2</c:v>
                </c:pt>
                <c:pt idx="6141">
                  <c:v>9.7808661304501637E-2</c:v>
                </c:pt>
                <c:pt idx="6142">
                  <c:v>9.7820653584580308E-2</c:v>
                </c:pt>
                <c:pt idx="6143">
                  <c:v>9.7825023547012738E-2</c:v>
                </c:pt>
                <c:pt idx="6144">
                  <c:v>9.7832546750752189E-2</c:v>
                </c:pt>
                <c:pt idx="6145">
                  <c:v>9.784148278928799E-2</c:v>
                </c:pt>
                <c:pt idx="6146">
                  <c:v>9.7847148005325874E-2</c:v>
                </c:pt>
                <c:pt idx="6147">
                  <c:v>9.7849257563996289E-2</c:v>
                </c:pt>
                <c:pt idx="6148">
                  <c:v>9.7858654175438334E-2</c:v>
                </c:pt>
                <c:pt idx="6149">
                  <c:v>9.7859199984942746E-2</c:v>
                </c:pt>
                <c:pt idx="6150">
                  <c:v>9.7859362956583762E-2</c:v>
                </c:pt>
                <c:pt idx="6151">
                  <c:v>9.7884887964579476E-2</c:v>
                </c:pt>
                <c:pt idx="6152">
                  <c:v>9.7893373554814769E-2</c:v>
                </c:pt>
                <c:pt idx="6153">
                  <c:v>9.7901830573372428E-2</c:v>
                </c:pt>
                <c:pt idx="6154">
                  <c:v>9.7904346124582292E-2</c:v>
                </c:pt>
                <c:pt idx="6155">
                  <c:v>9.79099900664646E-2</c:v>
                </c:pt>
                <c:pt idx="6156">
                  <c:v>9.7927297630676396E-2</c:v>
                </c:pt>
                <c:pt idx="6157">
                  <c:v>9.7936856029992567E-2</c:v>
                </c:pt>
                <c:pt idx="6158">
                  <c:v>9.7954426920938864E-2</c:v>
                </c:pt>
                <c:pt idx="6159">
                  <c:v>9.7964103686157392E-2</c:v>
                </c:pt>
                <c:pt idx="6160">
                  <c:v>9.7967193276520578E-2</c:v>
                </c:pt>
                <c:pt idx="6161">
                  <c:v>9.7967636411351797E-2</c:v>
                </c:pt>
                <c:pt idx="6162">
                  <c:v>9.7971297231755017E-2</c:v>
                </c:pt>
                <c:pt idx="6163">
                  <c:v>9.7985770240035311E-2</c:v>
                </c:pt>
                <c:pt idx="6164">
                  <c:v>9.7986198220104639E-2</c:v>
                </c:pt>
                <c:pt idx="6165">
                  <c:v>9.7988044496237853E-2</c:v>
                </c:pt>
                <c:pt idx="6166">
                  <c:v>9.8001584350414103E-2</c:v>
                </c:pt>
                <c:pt idx="6167">
                  <c:v>9.8004634689000003E-2</c:v>
                </c:pt>
                <c:pt idx="6168">
                  <c:v>9.8005904925571055E-2</c:v>
                </c:pt>
                <c:pt idx="6169">
                  <c:v>9.8028618617829494E-2</c:v>
                </c:pt>
                <c:pt idx="6170">
                  <c:v>9.8028865915166921E-2</c:v>
                </c:pt>
                <c:pt idx="6171">
                  <c:v>9.8040573534571698E-2</c:v>
                </c:pt>
                <c:pt idx="6172">
                  <c:v>9.804155170087718E-2</c:v>
                </c:pt>
                <c:pt idx="6173">
                  <c:v>9.8045691408446697E-2</c:v>
                </c:pt>
                <c:pt idx="6174">
                  <c:v>9.8046817314550741E-2</c:v>
                </c:pt>
                <c:pt idx="6175">
                  <c:v>9.8053950391873965E-2</c:v>
                </c:pt>
                <c:pt idx="6176">
                  <c:v>9.8076129637541837E-2</c:v>
                </c:pt>
                <c:pt idx="6177">
                  <c:v>9.8097984692485193E-2</c:v>
                </c:pt>
                <c:pt idx="6178">
                  <c:v>9.811775369083349E-2</c:v>
                </c:pt>
                <c:pt idx="6179">
                  <c:v>9.8130577797807234E-2</c:v>
                </c:pt>
                <c:pt idx="6180">
                  <c:v>9.8134294121693E-2</c:v>
                </c:pt>
                <c:pt idx="6181">
                  <c:v>9.8137906274098366E-2</c:v>
                </c:pt>
                <c:pt idx="6182">
                  <c:v>9.813861009641632E-2</c:v>
                </c:pt>
                <c:pt idx="6183">
                  <c:v>9.8144603267317804E-2</c:v>
                </c:pt>
                <c:pt idx="6184">
                  <c:v>9.8162908010773819E-2</c:v>
                </c:pt>
                <c:pt idx="6185">
                  <c:v>9.8177246947194721E-2</c:v>
                </c:pt>
                <c:pt idx="6186">
                  <c:v>9.818010535962117E-2</c:v>
                </c:pt>
                <c:pt idx="6187">
                  <c:v>9.8182539950434924E-2</c:v>
                </c:pt>
                <c:pt idx="6188">
                  <c:v>9.8202366503482214E-2</c:v>
                </c:pt>
                <c:pt idx="6189">
                  <c:v>9.8203666068894191E-2</c:v>
                </c:pt>
                <c:pt idx="6190">
                  <c:v>9.822562435971878E-2</c:v>
                </c:pt>
                <c:pt idx="6191">
                  <c:v>9.8232616393340383E-2</c:v>
                </c:pt>
                <c:pt idx="6192">
                  <c:v>9.8243025140107063E-2</c:v>
                </c:pt>
                <c:pt idx="6193">
                  <c:v>9.8249230398457621E-2</c:v>
                </c:pt>
                <c:pt idx="6194">
                  <c:v>9.825707885206944E-2</c:v>
                </c:pt>
                <c:pt idx="6195">
                  <c:v>9.8266204339520269E-2</c:v>
                </c:pt>
                <c:pt idx="6196">
                  <c:v>9.8275845676326523E-2</c:v>
                </c:pt>
                <c:pt idx="6197">
                  <c:v>9.8300557001157168E-2</c:v>
                </c:pt>
                <c:pt idx="6198">
                  <c:v>9.8310122527630203E-2</c:v>
                </c:pt>
                <c:pt idx="6199">
                  <c:v>9.8371917604768364E-2</c:v>
                </c:pt>
                <c:pt idx="6200">
                  <c:v>9.8372915674389633E-2</c:v>
                </c:pt>
                <c:pt idx="6201">
                  <c:v>9.8375571067993953E-2</c:v>
                </c:pt>
                <c:pt idx="6202">
                  <c:v>9.8407290324407939E-2</c:v>
                </c:pt>
                <c:pt idx="6203">
                  <c:v>9.8429623726701027E-2</c:v>
                </c:pt>
                <c:pt idx="6204">
                  <c:v>9.8449410132053147E-2</c:v>
                </c:pt>
                <c:pt idx="6205">
                  <c:v>9.8456943116259216E-2</c:v>
                </c:pt>
                <c:pt idx="6206">
                  <c:v>9.8476393316080796E-2</c:v>
                </c:pt>
                <c:pt idx="6207">
                  <c:v>9.8507203475380042E-2</c:v>
                </c:pt>
                <c:pt idx="6208">
                  <c:v>9.8526844814323486E-2</c:v>
                </c:pt>
                <c:pt idx="6209">
                  <c:v>9.8530020297941237E-2</c:v>
                </c:pt>
                <c:pt idx="6210">
                  <c:v>9.8533430096916202E-2</c:v>
                </c:pt>
                <c:pt idx="6211">
                  <c:v>9.8547870892763761E-2</c:v>
                </c:pt>
                <c:pt idx="6212">
                  <c:v>9.8548332390246407E-2</c:v>
                </c:pt>
                <c:pt idx="6213">
                  <c:v>9.8550545684841048E-2</c:v>
                </c:pt>
                <c:pt idx="6214">
                  <c:v>9.85509431809308E-2</c:v>
                </c:pt>
                <c:pt idx="6215">
                  <c:v>9.8571743867509193E-2</c:v>
                </c:pt>
                <c:pt idx="6216">
                  <c:v>9.8577909777707334E-2</c:v>
                </c:pt>
                <c:pt idx="6217">
                  <c:v>9.8596443309883194E-2</c:v>
                </c:pt>
                <c:pt idx="6218">
                  <c:v>9.8597129586912122E-2</c:v>
                </c:pt>
                <c:pt idx="6219">
                  <c:v>9.8599907269655521E-2</c:v>
                </c:pt>
                <c:pt idx="6220">
                  <c:v>9.8600685984283246E-2</c:v>
                </c:pt>
                <c:pt idx="6221">
                  <c:v>9.8628353870496704E-2</c:v>
                </c:pt>
                <c:pt idx="6222">
                  <c:v>9.8635379572641027E-2</c:v>
                </c:pt>
                <c:pt idx="6223">
                  <c:v>9.8647196068497936E-2</c:v>
                </c:pt>
                <c:pt idx="6224">
                  <c:v>9.8650445747850257E-2</c:v>
                </c:pt>
                <c:pt idx="6225">
                  <c:v>9.8673485806341013E-2</c:v>
                </c:pt>
                <c:pt idx="6226">
                  <c:v>9.8680003008618344E-2</c:v>
                </c:pt>
                <c:pt idx="6227">
                  <c:v>9.8690237507376224E-2</c:v>
                </c:pt>
                <c:pt idx="6228">
                  <c:v>9.8720881942942901E-2</c:v>
                </c:pt>
                <c:pt idx="6229">
                  <c:v>9.8730258472426238E-2</c:v>
                </c:pt>
                <c:pt idx="6230">
                  <c:v>9.8732499841331839E-2</c:v>
                </c:pt>
                <c:pt idx="6231">
                  <c:v>9.8737723040946579E-2</c:v>
                </c:pt>
                <c:pt idx="6232">
                  <c:v>9.8743858854781916E-2</c:v>
                </c:pt>
                <c:pt idx="6233">
                  <c:v>9.8762055788937292E-2</c:v>
                </c:pt>
                <c:pt idx="6234">
                  <c:v>9.8786869759663595E-2</c:v>
                </c:pt>
                <c:pt idx="6235">
                  <c:v>9.878961451779987E-2</c:v>
                </c:pt>
                <c:pt idx="6236">
                  <c:v>9.8794677000095921E-2</c:v>
                </c:pt>
                <c:pt idx="6237">
                  <c:v>9.8853670086701956E-2</c:v>
                </c:pt>
                <c:pt idx="6238">
                  <c:v>9.8865353930305142E-2</c:v>
                </c:pt>
                <c:pt idx="6239">
                  <c:v>9.8875142875830838E-2</c:v>
                </c:pt>
                <c:pt idx="6240">
                  <c:v>9.8877534917039572E-2</c:v>
                </c:pt>
                <c:pt idx="6241">
                  <c:v>9.8885209799988327E-2</c:v>
                </c:pt>
                <c:pt idx="6242">
                  <c:v>9.8886291243099653E-2</c:v>
                </c:pt>
                <c:pt idx="6243">
                  <c:v>9.8895533640595862E-2</c:v>
                </c:pt>
                <c:pt idx="6244">
                  <c:v>9.8895950299031393E-2</c:v>
                </c:pt>
                <c:pt idx="6245">
                  <c:v>9.8899626243923969E-2</c:v>
                </c:pt>
                <c:pt idx="6246">
                  <c:v>9.8935023201680711E-2</c:v>
                </c:pt>
                <c:pt idx="6247">
                  <c:v>9.8959292414202801E-2</c:v>
                </c:pt>
                <c:pt idx="6248">
                  <c:v>9.8964432026965393E-2</c:v>
                </c:pt>
                <c:pt idx="6249">
                  <c:v>9.8967050803144926E-2</c:v>
                </c:pt>
                <c:pt idx="6250">
                  <c:v>9.8973416941926837E-2</c:v>
                </c:pt>
                <c:pt idx="6251">
                  <c:v>9.8975295470689256E-2</c:v>
                </c:pt>
                <c:pt idx="6252">
                  <c:v>9.8978869137987771E-2</c:v>
                </c:pt>
                <c:pt idx="6253">
                  <c:v>9.8981583313833263E-2</c:v>
                </c:pt>
                <c:pt idx="6254">
                  <c:v>9.8982433790323981E-2</c:v>
                </c:pt>
                <c:pt idx="6255">
                  <c:v>9.8993231561818024E-2</c:v>
                </c:pt>
                <c:pt idx="6256">
                  <c:v>9.8994638984032449E-2</c:v>
                </c:pt>
                <c:pt idx="6257">
                  <c:v>9.9002594551584264E-2</c:v>
                </c:pt>
                <c:pt idx="6258">
                  <c:v>9.9008397473806228E-2</c:v>
                </c:pt>
                <c:pt idx="6259">
                  <c:v>9.9008888140184645E-2</c:v>
                </c:pt>
                <c:pt idx="6260">
                  <c:v>9.9011854009486741E-2</c:v>
                </c:pt>
                <c:pt idx="6261">
                  <c:v>9.9017532878111353E-2</c:v>
                </c:pt>
                <c:pt idx="6262">
                  <c:v>9.9018642846185181E-2</c:v>
                </c:pt>
                <c:pt idx="6263">
                  <c:v>9.9020277076603838E-2</c:v>
                </c:pt>
                <c:pt idx="6264">
                  <c:v>9.9025817770986402E-2</c:v>
                </c:pt>
                <c:pt idx="6265">
                  <c:v>9.9031353119293147E-2</c:v>
                </c:pt>
                <c:pt idx="6266">
                  <c:v>9.9051504270368518E-2</c:v>
                </c:pt>
                <c:pt idx="6267">
                  <c:v>9.9059031795650704E-2</c:v>
                </c:pt>
                <c:pt idx="6268">
                  <c:v>9.908074942607846E-2</c:v>
                </c:pt>
                <c:pt idx="6269">
                  <c:v>9.908878502493125E-2</c:v>
                </c:pt>
                <c:pt idx="6270">
                  <c:v>9.909043295364045E-2</c:v>
                </c:pt>
                <c:pt idx="6271">
                  <c:v>9.9103792461797943E-2</c:v>
                </c:pt>
                <c:pt idx="6272">
                  <c:v>9.9117130258051078E-2</c:v>
                </c:pt>
                <c:pt idx="6273">
                  <c:v>9.9128739933983911E-2</c:v>
                </c:pt>
                <c:pt idx="6274">
                  <c:v>9.9132560358551183E-2</c:v>
                </c:pt>
                <c:pt idx="6275">
                  <c:v>9.9133932967042163E-2</c:v>
                </c:pt>
                <c:pt idx="6276">
                  <c:v>9.9140495435070738E-2</c:v>
                </c:pt>
                <c:pt idx="6277">
                  <c:v>9.9158569082348463E-2</c:v>
                </c:pt>
                <c:pt idx="6278">
                  <c:v>9.9178600812958331E-2</c:v>
                </c:pt>
                <c:pt idx="6279">
                  <c:v>9.9200443277758704E-2</c:v>
                </c:pt>
                <c:pt idx="6280">
                  <c:v>9.9203498863641201E-2</c:v>
                </c:pt>
                <c:pt idx="6281">
                  <c:v>9.9205048779986552E-2</c:v>
                </c:pt>
                <c:pt idx="6282">
                  <c:v>9.9219928635793778E-2</c:v>
                </c:pt>
                <c:pt idx="6283">
                  <c:v>9.9233608562804776E-2</c:v>
                </c:pt>
                <c:pt idx="6284">
                  <c:v>9.9237432077392315E-2</c:v>
                </c:pt>
                <c:pt idx="6285">
                  <c:v>9.9244033259079961E-2</c:v>
                </c:pt>
                <c:pt idx="6286">
                  <c:v>9.9251507440468248E-2</c:v>
                </c:pt>
                <c:pt idx="6287">
                  <c:v>9.925230166657828E-2</c:v>
                </c:pt>
                <c:pt idx="6288">
                  <c:v>9.9256813715955378E-2</c:v>
                </c:pt>
                <c:pt idx="6289">
                  <c:v>9.9265738522181957E-2</c:v>
                </c:pt>
                <c:pt idx="6290">
                  <c:v>9.9274204440607181E-2</c:v>
                </c:pt>
                <c:pt idx="6291">
                  <c:v>9.9277918039757149E-2</c:v>
                </c:pt>
                <c:pt idx="6292">
                  <c:v>9.9289188438432291E-2</c:v>
                </c:pt>
                <c:pt idx="6293">
                  <c:v>9.9291048023232187E-2</c:v>
                </c:pt>
                <c:pt idx="6294">
                  <c:v>9.9329588262169949E-2</c:v>
                </c:pt>
                <c:pt idx="6295">
                  <c:v>9.9337008143983316E-2</c:v>
                </c:pt>
                <c:pt idx="6296">
                  <c:v>9.9338627928343429E-2</c:v>
                </c:pt>
                <c:pt idx="6297">
                  <c:v>9.9340915093315954E-2</c:v>
                </c:pt>
                <c:pt idx="6298">
                  <c:v>9.9344871938812501E-2</c:v>
                </c:pt>
                <c:pt idx="6299">
                  <c:v>9.9348245113483183E-2</c:v>
                </c:pt>
                <c:pt idx="6300">
                  <c:v>9.9349606664708517E-2</c:v>
                </c:pt>
                <c:pt idx="6301">
                  <c:v>9.936093155314607E-2</c:v>
                </c:pt>
                <c:pt idx="6302">
                  <c:v>9.9397810317307184E-2</c:v>
                </c:pt>
                <c:pt idx="6303">
                  <c:v>9.9400037429397153E-2</c:v>
                </c:pt>
                <c:pt idx="6304">
                  <c:v>9.9416140910257952E-2</c:v>
                </c:pt>
                <c:pt idx="6305">
                  <c:v>9.9420560708209135E-2</c:v>
                </c:pt>
                <c:pt idx="6306">
                  <c:v>9.9426376891949858E-2</c:v>
                </c:pt>
                <c:pt idx="6307">
                  <c:v>9.9427250515651738E-2</c:v>
                </c:pt>
                <c:pt idx="6308">
                  <c:v>9.942886691093257E-2</c:v>
                </c:pt>
                <c:pt idx="6309">
                  <c:v>9.9430315523875587E-2</c:v>
                </c:pt>
                <c:pt idx="6310">
                  <c:v>9.9433021824086476E-2</c:v>
                </c:pt>
                <c:pt idx="6311">
                  <c:v>9.9444964647646267E-2</c:v>
                </c:pt>
                <c:pt idx="6312">
                  <c:v>9.9447465842071411E-2</c:v>
                </c:pt>
                <c:pt idx="6313">
                  <c:v>9.9463088984762207E-2</c:v>
                </c:pt>
                <c:pt idx="6314">
                  <c:v>9.9469938431595864E-2</c:v>
                </c:pt>
                <c:pt idx="6315">
                  <c:v>9.9473707613916246E-2</c:v>
                </c:pt>
                <c:pt idx="6316">
                  <c:v>9.9483203011023702E-2</c:v>
                </c:pt>
                <c:pt idx="6317">
                  <c:v>9.9486853241943299E-2</c:v>
                </c:pt>
                <c:pt idx="6318">
                  <c:v>9.9488230556307886E-2</c:v>
                </c:pt>
                <c:pt idx="6319">
                  <c:v>9.9488778096558539E-2</c:v>
                </c:pt>
                <c:pt idx="6320">
                  <c:v>9.9493096097918621E-2</c:v>
                </c:pt>
                <c:pt idx="6321">
                  <c:v>9.9503053681703327E-2</c:v>
                </c:pt>
                <c:pt idx="6322">
                  <c:v>9.9507734755999708E-2</c:v>
                </c:pt>
                <c:pt idx="6323">
                  <c:v>9.9508045255593924E-2</c:v>
                </c:pt>
                <c:pt idx="6324">
                  <c:v>9.9536519718299923E-2</c:v>
                </c:pt>
                <c:pt idx="6325">
                  <c:v>9.9541450631494582E-2</c:v>
                </c:pt>
                <c:pt idx="6326">
                  <c:v>9.9542018763967385E-2</c:v>
                </c:pt>
                <c:pt idx="6327">
                  <c:v>9.9547873781646729E-2</c:v>
                </c:pt>
                <c:pt idx="6328">
                  <c:v>9.9556185525389557E-2</c:v>
                </c:pt>
                <c:pt idx="6329">
                  <c:v>9.9558905225850008E-2</c:v>
                </c:pt>
                <c:pt idx="6330">
                  <c:v>9.9562460731708713E-2</c:v>
                </c:pt>
                <c:pt idx="6331">
                  <c:v>9.9571021300755097E-2</c:v>
                </c:pt>
                <c:pt idx="6332">
                  <c:v>9.9578050808807744E-2</c:v>
                </c:pt>
                <c:pt idx="6333">
                  <c:v>9.9593957488702076E-2</c:v>
                </c:pt>
                <c:pt idx="6334">
                  <c:v>9.9610164813245972E-2</c:v>
                </c:pt>
                <c:pt idx="6335">
                  <c:v>9.9610985640254252E-2</c:v>
                </c:pt>
                <c:pt idx="6336">
                  <c:v>9.9633854352401713E-2</c:v>
                </c:pt>
                <c:pt idx="6337">
                  <c:v>9.9653547884245755E-2</c:v>
                </c:pt>
                <c:pt idx="6338">
                  <c:v>9.9673307442624801E-2</c:v>
                </c:pt>
                <c:pt idx="6339">
                  <c:v>9.9676150523233836E-2</c:v>
                </c:pt>
                <c:pt idx="6340">
                  <c:v>9.9702475009339597E-2</c:v>
                </c:pt>
                <c:pt idx="6341">
                  <c:v>9.9706009311973126E-2</c:v>
                </c:pt>
                <c:pt idx="6342">
                  <c:v>9.9719261812558399E-2</c:v>
                </c:pt>
                <c:pt idx="6343">
                  <c:v>9.9723354249363266E-2</c:v>
                </c:pt>
                <c:pt idx="6344">
                  <c:v>9.973741842734897E-2</c:v>
                </c:pt>
                <c:pt idx="6345">
                  <c:v>9.9743957099992925E-2</c:v>
                </c:pt>
                <c:pt idx="6346">
                  <c:v>9.97611662001959E-2</c:v>
                </c:pt>
                <c:pt idx="6347">
                  <c:v>9.9775768319142533E-2</c:v>
                </c:pt>
                <c:pt idx="6348">
                  <c:v>9.9777624654561664E-2</c:v>
                </c:pt>
                <c:pt idx="6349">
                  <c:v>9.9786302382811276E-2</c:v>
                </c:pt>
                <c:pt idx="6350">
                  <c:v>9.9807638624803435E-2</c:v>
                </c:pt>
                <c:pt idx="6351">
                  <c:v>9.981082468280765E-2</c:v>
                </c:pt>
                <c:pt idx="6352">
                  <c:v>9.9823113678863762E-2</c:v>
                </c:pt>
                <c:pt idx="6353">
                  <c:v>9.9831508124127985E-2</c:v>
                </c:pt>
                <c:pt idx="6354">
                  <c:v>9.9833233798885382E-2</c:v>
                </c:pt>
                <c:pt idx="6355">
                  <c:v>9.9851414295846402E-2</c:v>
                </c:pt>
                <c:pt idx="6356">
                  <c:v>9.9855124845373247E-2</c:v>
                </c:pt>
                <c:pt idx="6357">
                  <c:v>9.986474997341159E-2</c:v>
                </c:pt>
                <c:pt idx="6358">
                  <c:v>9.9874673337610673E-2</c:v>
                </c:pt>
                <c:pt idx="6359">
                  <c:v>9.9879053399603096E-2</c:v>
                </c:pt>
                <c:pt idx="6360">
                  <c:v>9.9888249776972277E-2</c:v>
                </c:pt>
                <c:pt idx="6361">
                  <c:v>9.9894724619025543E-2</c:v>
                </c:pt>
                <c:pt idx="6362">
                  <c:v>9.9894735321001585E-2</c:v>
                </c:pt>
                <c:pt idx="6363">
                  <c:v>9.9903732648605317E-2</c:v>
                </c:pt>
                <c:pt idx="6364">
                  <c:v>9.9904979814902317E-2</c:v>
                </c:pt>
                <c:pt idx="6365">
                  <c:v>9.9907768899718391E-2</c:v>
                </c:pt>
                <c:pt idx="6366">
                  <c:v>9.9910095897272663E-2</c:v>
                </c:pt>
                <c:pt idx="6367">
                  <c:v>9.9914388100818555E-2</c:v>
                </c:pt>
                <c:pt idx="6368">
                  <c:v>9.9918339339780046E-2</c:v>
                </c:pt>
                <c:pt idx="6369">
                  <c:v>9.9934370219914234E-2</c:v>
                </c:pt>
                <c:pt idx="6370">
                  <c:v>9.9940587686691854E-2</c:v>
                </c:pt>
                <c:pt idx="6371">
                  <c:v>9.9959253273688806E-2</c:v>
                </c:pt>
                <c:pt idx="6372">
                  <c:v>9.9974420347701431E-2</c:v>
                </c:pt>
                <c:pt idx="6373">
                  <c:v>9.9985187584032381E-2</c:v>
                </c:pt>
                <c:pt idx="6374">
                  <c:v>9.9995045790700579E-2</c:v>
                </c:pt>
                <c:pt idx="6375">
                  <c:v>9.9996970015328396E-2</c:v>
                </c:pt>
                <c:pt idx="6376">
                  <c:v>0.1000014677068139</c:v>
                </c:pt>
                <c:pt idx="6377">
                  <c:v>0.1000017011920601</c:v>
                </c:pt>
                <c:pt idx="6378">
                  <c:v>0.1000033460124324</c:v>
                </c:pt>
                <c:pt idx="6379">
                  <c:v>0.10001297280846916</c:v>
                </c:pt>
                <c:pt idx="6380">
                  <c:v>0.10002430914979298</c:v>
                </c:pt>
                <c:pt idx="6381">
                  <c:v>0.10002662908772521</c:v>
                </c:pt>
                <c:pt idx="6382">
                  <c:v>0.10004074950194941</c:v>
                </c:pt>
                <c:pt idx="6383">
                  <c:v>0.10004443371002893</c:v>
                </c:pt>
                <c:pt idx="6384">
                  <c:v>0.10005985795104828</c:v>
                </c:pt>
                <c:pt idx="6385">
                  <c:v>0.10008758564449272</c:v>
                </c:pt>
                <c:pt idx="6386">
                  <c:v>0.10008952588764304</c:v>
                </c:pt>
                <c:pt idx="6387">
                  <c:v>0.1000952143961327</c:v>
                </c:pt>
                <c:pt idx="6388">
                  <c:v>0.10010606744329235</c:v>
                </c:pt>
                <c:pt idx="6389">
                  <c:v>0.1001076851234268</c:v>
                </c:pt>
                <c:pt idx="6390">
                  <c:v>0.10012334948339591</c:v>
                </c:pt>
                <c:pt idx="6391">
                  <c:v>0.10013741898513204</c:v>
                </c:pt>
                <c:pt idx="6392">
                  <c:v>0.1001378599013361</c:v>
                </c:pt>
                <c:pt idx="6393">
                  <c:v>0.10013904204671478</c:v>
                </c:pt>
                <c:pt idx="6394">
                  <c:v>0.10016424574848293</c:v>
                </c:pt>
                <c:pt idx="6395">
                  <c:v>0.10016451351667012</c:v>
                </c:pt>
                <c:pt idx="6396">
                  <c:v>0.1001721662618467</c:v>
                </c:pt>
                <c:pt idx="6397">
                  <c:v>0.1001769934554326</c:v>
                </c:pt>
                <c:pt idx="6398">
                  <c:v>0.10019429766618664</c:v>
                </c:pt>
                <c:pt idx="6399">
                  <c:v>0.1002103378183531</c:v>
                </c:pt>
                <c:pt idx="6400">
                  <c:v>0.10021797910885723</c:v>
                </c:pt>
                <c:pt idx="6401">
                  <c:v>0.10021977433803093</c:v>
                </c:pt>
                <c:pt idx="6402">
                  <c:v>0.10022656923085627</c:v>
                </c:pt>
                <c:pt idx="6403">
                  <c:v>0.10022731618006372</c:v>
                </c:pt>
                <c:pt idx="6404">
                  <c:v>0.10023212795373387</c:v>
                </c:pt>
                <c:pt idx="6405">
                  <c:v>0.10023903560117049</c:v>
                </c:pt>
                <c:pt idx="6406">
                  <c:v>0.10025235140617321</c:v>
                </c:pt>
                <c:pt idx="6407">
                  <c:v>0.10028041704752186</c:v>
                </c:pt>
                <c:pt idx="6408">
                  <c:v>0.10028402732511779</c:v>
                </c:pt>
                <c:pt idx="6409">
                  <c:v>0.10028611858900641</c:v>
                </c:pt>
                <c:pt idx="6410">
                  <c:v>0.10028612321957467</c:v>
                </c:pt>
                <c:pt idx="6411">
                  <c:v>0.10028877058038385</c:v>
                </c:pt>
                <c:pt idx="6412">
                  <c:v>0.10030462440158215</c:v>
                </c:pt>
                <c:pt idx="6413">
                  <c:v>0.10031750238286054</c:v>
                </c:pt>
                <c:pt idx="6414">
                  <c:v>0.10032349098716563</c:v>
                </c:pt>
                <c:pt idx="6415">
                  <c:v>0.10032552175853135</c:v>
                </c:pt>
                <c:pt idx="6416">
                  <c:v>0.10033358038018914</c:v>
                </c:pt>
                <c:pt idx="6417">
                  <c:v>0.10033944895123906</c:v>
                </c:pt>
                <c:pt idx="6418">
                  <c:v>0.10034164804683567</c:v>
                </c:pt>
                <c:pt idx="6419">
                  <c:v>0.10034683588826916</c:v>
                </c:pt>
                <c:pt idx="6420">
                  <c:v>0.10034866131459447</c:v>
                </c:pt>
                <c:pt idx="6421">
                  <c:v>0.10034960886632693</c:v>
                </c:pt>
                <c:pt idx="6422">
                  <c:v>0.10035346564293057</c:v>
                </c:pt>
                <c:pt idx="6423">
                  <c:v>0.10038534378611631</c:v>
                </c:pt>
                <c:pt idx="6424">
                  <c:v>0.10038766586783708</c:v>
                </c:pt>
                <c:pt idx="6425">
                  <c:v>0.10040411270927414</c:v>
                </c:pt>
                <c:pt idx="6426">
                  <c:v>0.10042199292520174</c:v>
                </c:pt>
                <c:pt idx="6427">
                  <c:v>0.10042557890952189</c:v>
                </c:pt>
                <c:pt idx="6428">
                  <c:v>0.10042889651140401</c:v>
                </c:pt>
                <c:pt idx="6429">
                  <c:v>0.10042918091424254</c:v>
                </c:pt>
                <c:pt idx="6430">
                  <c:v>0.10043505739009492</c:v>
                </c:pt>
                <c:pt idx="6431">
                  <c:v>0.10044407103214843</c:v>
                </c:pt>
                <c:pt idx="6432">
                  <c:v>0.10045561539920703</c:v>
                </c:pt>
                <c:pt idx="6433">
                  <c:v>0.10045854455268093</c:v>
                </c:pt>
                <c:pt idx="6434">
                  <c:v>0.10049570375082381</c:v>
                </c:pt>
                <c:pt idx="6435">
                  <c:v>0.10049973972763147</c:v>
                </c:pt>
                <c:pt idx="6436">
                  <c:v>0.10053859247011861</c:v>
                </c:pt>
                <c:pt idx="6437">
                  <c:v>0.10054273156314589</c:v>
                </c:pt>
                <c:pt idx="6438">
                  <c:v>0.10055932559160682</c:v>
                </c:pt>
                <c:pt idx="6439">
                  <c:v>0.10057274171689733</c:v>
                </c:pt>
                <c:pt idx="6440">
                  <c:v>0.10057515635019156</c:v>
                </c:pt>
                <c:pt idx="6441">
                  <c:v>0.10058307501536351</c:v>
                </c:pt>
                <c:pt idx="6442">
                  <c:v>0.10058406832734966</c:v>
                </c:pt>
                <c:pt idx="6443">
                  <c:v>0.10059319927169132</c:v>
                </c:pt>
                <c:pt idx="6444">
                  <c:v>0.10062490303865008</c:v>
                </c:pt>
                <c:pt idx="6445">
                  <c:v>0.10066420690282193</c:v>
                </c:pt>
                <c:pt idx="6446">
                  <c:v>0.10066670175440492</c:v>
                </c:pt>
                <c:pt idx="6447">
                  <c:v>0.10067930948974609</c:v>
                </c:pt>
                <c:pt idx="6448">
                  <c:v>0.10068216255556232</c:v>
                </c:pt>
                <c:pt idx="6449">
                  <c:v>0.10068276846146272</c:v>
                </c:pt>
                <c:pt idx="6450">
                  <c:v>0.10069602550312801</c:v>
                </c:pt>
                <c:pt idx="6451">
                  <c:v>0.10069657951048308</c:v>
                </c:pt>
                <c:pt idx="6452">
                  <c:v>0.10071743679130189</c:v>
                </c:pt>
                <c:pt idx="6453">
                  <c:v>0.10071880460722142</c:v>
                </c:pt>
                <c:pt idx="6454">
                  <c:v>0.10072167046653943</c:v>
                </c:pt>
                <c:pt idx="6455">
                  <c:v>0.10073687417605304</c:v>
                </c:pt>
                <c:pt idx="6456">
                  <c:v>0.10075084460046162</c:v>
                </c:pt>
                <c:pt idx="6457">
                  <c:v>0.10075423156734743</c:v>
                </c:pt>
                <c:pt idx="6458">
                  <c:v>0.10075483936252022</c:v>
                </c:pt>
                <c:pt idx="6459">
                  <c:v>0.10076930098550541</c:v>
                </c:pt>
                <c:pt idx="6460">
                  <c:v>0.10078170205610187</c:v>
                </c:pt>
                <c:pt idx="6461">
                  <c:v>0.10079276197914598</c:v>
                </c:pt>
                <c:pt idx="6462">
                  <c:v>0.1007932229353336</c:v>
                </c:pt>
                <c:pt idx="6463">
                  <c:v>0.10079343780914123</c:v>
                </c:pt>
                <c:pt idx="6464">
                  <c:v>0.10080204410676072</c:v>
                </c:pt>
                <c:pt idx="6465">
                  <c:v>0.10081417757756428</c:v>
                </c:pt>
                <c:pt idx="6466">
                  <c:v>0.10081440211562435</c:v>
                </c:pt>
                <c:pt idx="6467">
                  <c:v>0.10081697160562972</c:v>
                </c:pt>
                <c:pt idx="6468">
                  <c:v>0.10085353839400711</c:v>
                </c:pt>
                <c:pt idx="6469">
                  <c:v>0.10086386409736536</c:v>
                </c:pt>
                <c:pt idx="6470">
                  <c:v>0.10086998700639166</c:v>
                </c:pt>
                <c:pt idx="6471">
                  <c:v>0.10087704573605338</c:v>
                </c:pt>
                <c:pt idx="6472">
                  <c:v>0.10089903948498442</c:v>
                </c:pt>
                <c:pt idx="6473">
                  <c:v>0.10091350400141304</c:v>
                </c:pt>
                <c:pt idx="6474">
                  <c:v>0.10092919516204774</c:v>
                </c:pt>
                <c:pt idx="6475">
                  <c:v>0.10093251054807903</c:v>
                </c:pt>
                <c:pt idx="6476">
                  <c:v>0.10096624213716118</c:v>
                </c:pt>
                <c:pt idx="6477">
                  <c:v>0.10097745233567644</c:v>
                </c:pt>
                <c:pt idx="6478">
                  <c:v>0.10098618337166029</c:v>
                </c:pt>
                <c:pt idx="6479">
                  <c:v>0.10101884274290768</c:v>
                </c:pt>
                <c:pt idx="6480">
                  <c:v>0.10103126811165047</c:v>
                </c:pt>
                <c:pt idx="6481">
                  <c:v>0.10103868290124259</c:v>
                </c:pt>
                <c:pt idx="6482">
                  <c:v>0.10104949946914928</c:v>
                </c:pt>
                <c:pt idx="6483">
                  <c:v>0.10105299812528708</c:v>
                </c:pt>
                <c:pt idx="6484">
                  <c:v>0.10105393901253902</c:v>
                </c:pt>
                <c:pt idx="6485">
                  <c:v>0.10105442979837863</c:v>
                </c:pt>
                <c:pt idx="6486">
                  <c:v>0.10108776042238217</c:v>
                </c:pt>
                <c:pt idx="6487">
                  <c:v>0.10110712075491513</c:v>
                </c:pt>
                <c:pt idx="6488">
                  <c:v>0.10112298868500405</c:v>
                </c:pt>
                <c:pt idx="6489">
                  <c:v>0.10113068139998642</c:v>
                </c:pt>
                <c:pt idx="6490">
                  <c:v>0.10113124745886276</c:v>
                </c:pt>
                <c:pt idx="6491">
                  <c:v>0.10113134780920374</c:v>
                </c:pt>
                <c:pt idx="6492">
                  <c:v>0.10113154478377512</c:v>
                </c:pt>
                <c:pt idx="6493">
                  <c:v>0.10114390164290298</c:v>
                </c:pt>
                <c:pt idx="6494">
                  <c:v>0.10117076750008758</c:v>
                </c:pt>
                <c:pt idx="6495">
                  <c:v>0.10120922980477406</c:v>
                </c:pt>
                <c:pt idx="6496">
                  <c:v>0.10122300712456551</c:v>
                </c:pt>
                <c:pt idx="6497">
                  <c:v>0.10123701782814566</c:v>
                </c:pt>
                <c:pt idx="6498">
                  <c:v>0.10124968760234075</c:v>
                </c:pt>
                <c:pt idx="6499">
                  <c:v>0.10125982687248483</c:v>
                </c:pt>
                <c:pt idx="6500">
                  <c:v>0.10127219158920174</c:v>
                </c:pt>
                <c:pt idx="6501">
                  <c:v>0.10127963712918361</c:v>
                </c:pt>
                <c:pt idx="6502">
                  <c:v>0.10128854499472467</c:v>
                </c:pt>
                <c:pt idx="6503">
                  <c:v>0.10128862989955047</c:v>
                </c:pt>
                <c:pt idx="6504">
                  <c:v>0.10130010118380579</c:v>
                </c:pt>
                <c:pt idx="6505">
                  <c:v>0.10130046134674366</c:v>
                </c:pt>
                <c:pt idx="6506">
                  <c:v>0.10130225085372982</c:v>
                </c:pt>
                <c:pt idx="6507">
                  <c:v>0.10130539670034013</c:v>
                </c:pt>
                <c:pt idx="6508">
                  <c:v>0.10131411443800122</c:v>
                </c:pt>
                <c:pt idx="6509">
                  <c:v>0.10132347892793137</c:v>
                </c:pt>
                <c:pt idx="6510">
                  <c:v>0.1013474242949796</c:v>
                </c:pt>
                <c:pt idx="6511">
                  <c:v>0.10136191222488077</c:v>
                </c:pt>
                <c:pt idx="6512">
                  <c:v>0.10138251424991304</c:v>
                </c:pt>
                <c:pt idx="6513">
                  <c:v>0.10138423220404046</c:v>
                </c:pt>
                <c:pt idx="6514">
                  <c:v>0.10139156253594107</c:v>
                </c:pt>
                <c:pt idx="6515">
                  <c:v>0.10139537926074416</c:v>
                </c:pt>
                <c:pt idx="6516">
                  <c:v>0.10139558226471236</c:v>
                </c:pt>
                <c:pt idx="6517">
                  <c:v>0.10142027811281075</c:v>
                </c:pt>
                <c:pt idx="6518">
                  <c:v>0.10143296339285637</c:v>
                </c:pt>
                <c:pt idx="6519">
                  <c:v>0.10146287226904674</c:v>
                </c:pt>
                <c:pt idx="6520">
                  <c:v>0.10146675858671736</c:v>
                </c:pt>
                <c:pt idx="6521">
                  <c:v>0.10147663357842016</c:v>
                </c:pt>
                <c:pt idx="6522">
                  <c:v>0.1014817175497688</c:v>
                </c:pt>
                <c:pt idx="6523">
                  <c:v>0.10148213977787043</c:v>
                </c:pt>
                <c:pt idx="6524">
                  <c:v>0.10149763195681283</c:v>
                </c:pt>
                <c:pt idx="6525">
                  <c:v>0.10149767715932666</c:v>
                </c:pt>
                <c:pt idx="6526">
                  <c:v>0.10150260432461511</c:v>
                </c:pt>
                <c:pt idx="6527">
                  <c:v>0.10150921875262078</c:v>
                </c:pt>
                <c:pt idx="6528">
                  <c:v>0.10152267564242146</c:v>
                </c:pt>
                <c:pt idx="6529">
                  <c:v>0.10152540781476423</c:v>
                </c:pt>
                <c:pt idx="6530">
                  <c:v>0.10152742373648059</c:v>
                </c:pt>
                <c:pt idx="6531">
                  <c:v>0.1015495266722318</c:v>
                </c:pt>
                <c:pt idx="6532">
                  <c:v>0.10155040562840069</c:v>
                </c:pt>
                <c:pt idx="6533">
                  <c:v>0.1015672894090557</c:v>
                </c:pt>
                <c:pt idx="6534">
                  <c:v>0.10156732734707521</c:v>
                </c:pt>
                <c:pt idx="6535">
                  <c:v>0.10156896616619174</c:v>
                </c:pt>
                <c:pt idx="6536">
                  <c:v>0.10158522387495403</c:v>
                </c:pt>
                <c:pt idx="6537">
                  <c:v>0.10158925754432047</c:v>
                </c:pt>
                <c:pt idx="6538">
                  <c:v>0.10160323336060605</c:v>
                </c:pt>
                <c:pt idx="6539">
                  <c:v>0.10164320324663696</c:v>
                </c:pt>
                <c:pt idx="6540">
                  <c:v>0.10164595916519484</c:v>
                </c:pt>
                <c:pt idx="6541">
                  <c:v>0.10166092304287144</c:v>
                </c:pt>
                <c:pt idx="6542">
                  <c:v>0.1016678286797762</c:v>
                </c:pt>
                <c:pt idx="6543">
                  <c:v>0.10171873048862796</c:v>
                </c:pt>
                <c:pt idx="6544">
                  <c:v>0.10171948972330563</c:v>
                </c:pt>
                <c:pt idx="6545">
                  <c:v>0.10172674622700037</c:v>
                </c:pt>
                <c:pt idx="6546">
                  <c:v>0.10173976006383816</c:v>
                </c:pt>
                <c:pt idx="6547">
                  <c:v>0.10174306379606882</c:v>
                </c:pt>
                <c:pt idx="6548">
                  <c:v>0.1017456305095177</c:v>
                </c:pt>
                <c:pt idx="6549">
                  <c:v>0.10175168011159696</c:v>
                </c:pt>
                <c:pt idx="6550">
                  <c:v>0.1017565292446387</c:v>
                </c:pt>
                <c:pt idx="6551">
                  <c:v>0.10178327047777525</c:v>
                </c:pt>
                <c:pt idx="6552">
                  <c:v>0.10178763439456757</c:v>
                </c:pt>
                <c:pt idx="6553">
                  <c:v>0.10178998539237251</c:v>
                </c:pt>
                <c:pt idx="6554">
                  <c:v>0.10179613700662664</c:v>
                </c:pt>
                <c:pt idx="6555">
                  <c:v>0.10180376065084425</c:v>
                </c:pt>
                <c:pt idx="6556">
                  <c:v>0.10181044924653031</c:v>
                </c:pt>
                <c:pt idx="6557">
                  <c:v>0.10182104161021789</c:v>
                </c:pt>
                <c:pt idx="6558">
                  <c:v>0.10182365398609053</c:v>
                </c:pt>
                <c:pt idx="6559">
                  <c:v>0.10182515723701285</c:v>
                </c:pt>
                <c:pt idx="6560">
                  <c:v>0.10182794804224635</c:v>
                </c:pt>
                <c:pt idx="6561">
                  <c:v>0.10183694801828953</c:v>
                </c:pt>
                <c:pt idx="6562">
                  <c:v>0.10183941991133594</c:v>
                </c:pt>
                <c:pt idx="6563">
                  <c:v>0.10185630570279186</c:v>
                </c:pt>
                <c:pt idx="6564">
                  <c:v>0.10186211100504301</c:v>
                </c:pt>
                <c:pt idx="6565">
                  <c:v>0.10189164220426361</c:v>
                </c:pt>
                <c:pt idx="6566">
                  <c:v>0.1019085022919827</c:v>
                </c:pt>
                <c:pt idx="6567">
                  <c:v>0.1019091303301926</c:v>
                </c:pt>
                <c:pt idx="6568">
                  <c:v>0.10196768086945608</c:v>
                </c:pt>
                <c:pt idx="6569">
                  <c:v>0.10196776049286713</c:v>
                </c:pt>
                <c:pt idx="6570">
                  <c:v>0.10197803279583147</c:v>
                </c:pt>
                <c:pt idx="6571">
                  <c:v>0.1019899886395277</c:v>
                </c:pt>
                <c:pt idx="6572">
                  <c:v>0.10199129397381278</c:v>
                </c:pt>
                <c:pt idx="6573">
                  <c:v>0.10199450797092165</c:v>
                </c:pt>
                <c:pt idx="6574">
                  <c:v>0.10199698396949894</c:v>
                </c:pt>
                <c:pt idx="6575">
                  <c:v>0.1020102232711573</c:v>
                </c:pt>
                <c:pt idx="6576">
                  <c:v>0.10201538549048958</c:v>
                </c:pt>
                <c:pt idx="6577">
                  <c:v>0.10203002239692814</c:v>
                </c:pt>
                <c:pt idx="6578">
                  <c:v>0.10203579555830566</c:v>
                </c:pt>
                <c:pt idx="6579">
                  <c:v>0.10204008054475208</c:v>
                </c:pt>
                <c:pt idx="6580">
                  <c:v>0.10204535248978668</c:v>
                </c:pt>
                <c:pt idx="6581">
                  <c:v>0.10204603145658135</c:v>
                </c:pt>
                <c:pt idx="6582">
                  <c:v>0.10204966470913143</c:v>
                </c:pt>
                <c:pt idx="6583">
                  <c:v>0.10207273652944768</c:v>
                </c:pt>
                <c:pt idx="6584">
                  <c:v>0.10208163694109519</c:v>
                </c:pt>
                <c:pt idx="6585">
                  <c:v>0.10208304181709196</c:v>
                </c:pt>
                <c:pt idx="6586">
                  <c:v>0.10211518965262471</c:v>
                </c:pt>
                <c:pt idx="6587">
                  <c:v>0.10212144996454528</c:v>
                </c:pt>
                <c:pt idx="6588">
                  <c:v>0.10213791177387413</c:v>
                </c:pt>
                <c:pt idx="6589">
                  <c:v>0.10214146444093272</c:v>
                </c:pt>
                <c:pt idx="6590">
                  <c:v>0.10214582570044936</c:v>
                </c:pt>
                <c:pt idx="6591">
                  <c:v>0.10214776260179916</c:v>
                </c:pt>
                <c:pt idx="6592">
                  <c:v>0.10215467015962436</c:v>
                </c:pt>
                <c:pt idx="6593">
                  <c:v>0.10216532485035498</c:v>
                </c:pt>
                <c:pt idx="6594">
                  <c:v>0.10217395638048749</c:v>
                </c:pt>
                <c:pt idx="6595">
                  <c:v>0.1021806337087688</c:v>
                </c:pt>
                <c:pt idx="6596">
                  <c:v>0.10218117883158298</c:v>
                </c:pt>
                <c:pt idx="6597">
                  <c:v>0.10218504399394517</c:v>
                </c:pt>
                <c:pt idx="6598">
                  <c:v>0.10218974032855345</c:v>
                </c:pt>
                <c:pt idx="6599">
                  <c:v>0.10219329315240008</c:v>
                </c:pt>
                <c:pt idx="6600">
                  <c:v>0.10219660357212841</c:v>
                </c:pt>
                <c:pt idx="6601">
                  <c:v>0.10219779278195849</c:v>
                </c:pt>
                <c:pt idx="6602">
                  <c:v>0.10222645400944939</c:v>
                </c:pt>
                <c:pt idx="6603">
                  <c:v>0.10223590291856283</c:v>
                </c:pt>
                <c:pt idx="6604">
                  <c:v>0.10224451255732696</c:v>
                </c:pt>
                <c:pt idx="6605">
                  <c:v>0.10225227165993443</c:v>
                </c:pt>
                <c:pt idx="6606">
                  <c:v>0.10225394787341098</c:v>
                </c:pt>
                <c:pt idx="6607">
                  <c:v>0.10226244064910625</c:v>
                </c:pt>
                <c:pt idx="6608">
                  <c:v>0.10226825357109207</c:v>
                </c:pt>
                <c:pt idx="6609">
                  <c:v>0.10227131212147104</c:v>
                </c:pt>
                <c:pt idx="6610">
                  <c:v>0.10231070678461586</c:v>
                </c:pt>
                <c:pt idx="6611">
                  <c:v>0.10231811824958136</c:v>
                </c:pt>
                <c:pt idx="6612">
                  <c:v>0.10232059804324442</c:v>
                </c:pt>
                <c:pt idx="6613">
                  <c:v>0.10232776804543477</c:v>
                </c:pt>
                <c:pt idx="6614">
                  <c:v>0.10232876652908827</c:v>
                </c:pt>
                <c:pt idx="6615">
                  <c:v>0.10233274694860761</c:v>
                </c:pt>
                <c:pt idx="6616">
                  <c:v>0.10233348860366777</c:v>
                </c:pt>
                <c:pt idx="6617">
                  <c:v>0.10233629280092069</c:v>
                </c:pt>
                <c:pt idx="6618">
                  <c:v>0.1023592591081376</c:v>
                </c:pt>
                <c:pt idx="6619">
                  <c:v>0.10237762071050087</c:v>
                </c:pt>
                <c:pt idx="6620">
                  <c:v>0.10238561772541793</c:v>
                </c:pt>
                <c:pt idx="6621">
                  <c:v>0.1023879881861018</c:v>
                </c:pt>
                <c:pt idx="6622">
                  <c:v>0.10239601093862039</c:v>
                </c:pt>
                <c:pt idx="6623">
                  <c:v>0.10239617729494938</c:v>
                </c:pt>
                <c:pt idx="6624">
                  <c:v>0.10240538603555012</c:v>
                </c:pt>
                <c:pt idx="6625">
                  <c:v>0.10240926849683105</c:v>
                </c:pt>
                <c:pt idx="6626">
                  <c:v>0.10241419410239259</c:v>
                </c:pt>
                <c:pt idx="6627">
                  <c:v>0.10243167514187691</c:v>
                </c:pt>
                <c:pt idx="6628">
                  <c:v>0.10243412498140493</c:v>
                </c:pt>
                <c:pt idx="6629">
                  <c:v>0.10244858075752308</c:v>
                </c:pt>
                <c:pt idx="6630">
                  <c:v>0.10245346210595618</c:v>
                </c:pt>
                <c:pt idx="6631">
                  <c:v>0.10245355935976062</c:v>
                </c:pt>
                <c:pt idx="6632">
                  <c:v>0.10245654123106057</c:v>
                </c:pt>
                <c:pt idx="6633">
                  <c:v>0.10246354958516836</c:v>
                </c:pt>
                <c:pt idx="6634">
                  <c:v>0.10246388600882464</c:v>
                </c:pt>
                <c:pt idx="6635">
                  <c:v>0.10248685235975967</c:v>
                </c:pt>
                <c:pt idx="6636">
                  <c:v>0.10250762438840504</c:v>
                </c:pt>
                <c:pt idx="6637">
                  <c:v>0.10250825941628487</c:v>
                </c:pt>
                <c:pt idx="6638">
                  <c:v>0.10251189404287697</c:v>
                </c:pt>
                <c:pt idx="6639">
                  <c:v>0.1025148522701568</c:v>
                </c:pt>
                <c:pt idx="6640">
                  <c:v>0.10251574858065685</c:v>
                </c:pt>
                <c:pt idx="6641">
                  <c:v>0.10251714710906526</c:v>
                </c:pt>
                <c:pt idx="6642">
                  <c:v>0.10251744894740146</c:v>
                </c:pt>
                <c:pt idx="6643">
                  <c:v>0.10252716084487426</c:v>
                </c:pt>
                <c:pt idx="6644">
                  <c:v>0.10253886686361216</c:v>
                </c:pt>
                <c:pt idx="6645">
                  <c:v>0.10254174154489022</c:v>
                </c:pt>
                <c:pt idx="6646">
                  <c:v>0.10256036775158951</c:v>
                </c:pt>
                <c:pt idx="6647">
                  <c:v>0.10256114972304645</c:v>
                </c:pt>
                <c:pt idx="6648">
                  <c:v>0.10259881962921708</c:v>
                </c:pt>
                <c:pt idx="6649">
                  <c:v>0.10260236916311138</c:v>
                </c:pt>
                <c:pt idx="6650">
                  <c:v>0.10260348169903093</c:v>
                </c:pt>
                <c:pt idx="6651">
                  <c:v>0.10264131208658098</c:v>
                </c:pt>
                <c:pt idx="6652">
                  <c:v>0.10264334514100962</c:v>
                </c:pt>
                <c:pt idx="6653">
                  <c:v>0.1026455646016825</c:v>
                </c:pt>
                <c:pt idx="6654">
                  <c:v>0.1026517693103287</c:v>
                </c:pt>
                <c:pt idx="6655">
                  <c:v>0.10265663373456498</c:v>
                </c:pt>
                <c:pt idx="6656">
                  <c:v>0.10269492514515213</c:v>
                </c:pt>
                <c:pt idx="6657">
                  <c:v>0.10273950130992394</c:v>
                </c:pt>
                <c:pt idx="6658">
                  <c:v>0.10275358660065298</c:v>
                </c:pt>
                <c:pt idx="6659">
                  <c:v>0.10278921979870601</c:v>
                </c:pt>
                <c:pt idx="6660">
                  <c:v>0.10279278151862752</c:v>
                </c:pt>
                <c:pt idx="6661">
                  <c:v>0.1027979140049556</c:v>
                </c:pt>
                <c:pt idx="6662">
                  <c:v>0.10280764215378264</c:v>
                </c:pt>
                <c:pt idx="6663">
                  <c:v>0.10282171924240574</c:v>
                </c:pt>
                <c:pt idx="6664">
                  <c:v>0.10282181885012945</c:v>
                </c:pt>
                <c:pt idx="6665">
                  <c:v>0.10282397958057027</c:v>
                </c:pt>
                <c:pt idx="6666">
                  <c:v>0.10282495529237706</c:v>
                </c:pt>
                <c:pt idx="6667">
                  <c:v>0.10283025461443998</c:v>
                </c:pt>
                <c:pt idx="6668">
                  <c:v>0.10285032610792394</c:v>
                </c:pt>
                <c:pt idx="6669">
                  <c:v>0.10286076699025834</c:v>
                </c:pt>
                <c:pt idx="6670">
                  <c:v>0.10286655846818647</c:v>
                </c:pt>
                <c:pt idx="6671">
                  <c:v>0.10287698142333009</c:v>
                </c:pt>
                <c:pt idx="6672">
                  <c:v>0.10288031640396184</c:v>
                </c:pt>
                <c:pt idx="6673">
                  <c:v>0.10289087554093396</c:v>
                </c:pt>
                <c:pt idx="6674">
                  <c:v>0.1029084207009075</c:v>
                </c:pt>
                <c:pt idx="6675">
                  <c:v>0.10292765182412003</c:v>
                </c:pt>
                <c:pt idx="6676">
                  <c:v>0.10292942022334632</c:v>
                </c:pt>
                <c:pt idx="6677">
                  <c:v>0.10296302115170156</c:v>
                </c:pt>
                <c:pt idx="6678">
                  <c:v>0.10296416943833553</c:v>
                </c:pt>
                <c:pt idx="6679">
                  <c:v>0.10296672117414618</c:v>
                </c:pt>
                <c:pt idx="6680">
                  <c:v>0.10297310009279194</c:v>
                </c:pt>
                <c:pt idx="6681">
                  <c:v>0.10298309080331702</c:v>
                </c:pt>
                <c:pt idx="6682">
                  <c:v>0.10298436752976227</c:v>
                </c:pt>
                <c:pt idx="6683">
                  <c:v>0.10298529036354627</c:v>
                </c:pt>
                <c:pt idx="6684">
                  <c:v>0.10298610484976491</c:v>
                </c:pt>
                <c:pt idx="6685">
                  <c:v>0.10299241188214305</c:v>
                </c:pt>
                <c:pt idx="6686">
                  <c:v>0.10299741800612872</c:v>
                </c:pt>
                <c:pt idx="6687">
                  <c:v>0.1029979196823546</c:v>
                </c:pt>
                <c:pt idx="6688">
                  <c:v>0.10300804300613234</c:v>
                </c:pt>
                <c:pt idx="6689">
                  <c:v>0.10300818877759084</c:v>
                </c:pt>
                <c:pt idx="6690">
                  <c:v>0.10302094652741391</c:v>
                </c:pt>
                <c:pt idx="6691">
                  <c:v>0.10302157000481287</c:v>
                </c:pt>
                <c:pt idx="6692">
                  <c:v>0.10303534737289773</c:v>
                </c:pt>
                <c:pt idx="6693">
                  <c:v>0.1030445233921633</c:v>
                </c:pt>
                <c:pt idx="6694">
                  <c:v>0.10304846444596291</c:v>
                </c:pt>
                <c:pt idx="6695">
                  <c:v>0.10306235386949243</c:v>
                </c:pt>
                <c:pt idx="6696">
                  <c:v>0.10306389934357381</c:v>
                </c:pt>
                <c:pt idx="6697">
                  <c:v>0.10307882709279562</c:v>
                </c:pt>
                <c:pt idx="6698">
                  <c:v>0.10309096311056033</c:v>
                </c:pt>
                <c:pt idx="6699">
                  <c:v>0.10310373027754764</c:v>
                </c:pt>
                <c:pt idx="6700">
                  <c:v>0.10312642626688034</c:v>
                </c:pt>
                <c:pt idx="6701">
                  <c:v>0.10314189639725298</c:v>
                </c:pt>
                <c:pt idx="6702">
                  <c:v>0.10314342199269612</c:v>
                </c:pt>
                <c:pt idx="6703">
                  <c:v>0.10314575721988037</c:v>
                </c:pt>
                <c:pt idx="6704">
                  <c:v>0.10315013161975728</c:v>
                </c:pt>
                <c:pt idx="6705">
                  <c:v>0.10316187451780791</c:v>
                </c:pt>
                <c:pt idx="6706">
                  <c:v>0.10316819866338664</c:v>
                </c:pt>
                <c:pt idx="6707">
                  <c:v>0.1031978710154204</c:v>
                </c:pt>
                <c:pt idx="6708">
                  <c:v>0.10319933650143967</c:v>
                </c:pt>
                <c:pt idx="6709">
                  <c:v>0.10320013042537114</c:v>
                </c:pt>
                <c:pt idx="6710">
                  <c:v>0.10321529262693967</c:v>
                </c:pt>
                <c:pt idx="6711">
                  <c:v>0.10322288838480655</c:v>
                </c:pt>
                <c:pt idx="6712">
                  <c:v>0.10325836683755682</c:v>
                </c:pt>
                <c:pt idx="6713">
                  <c:v>0.10326380813072254</c:v>
                </c:pt>
                <c:pt idx="6714">
                  <c:v>0.10326947894130678</c:v>
                </c:pt>
                <c:pt idx="6715">
                  <c:v>0.10327312854113244</c:v>
                </c:pt>
                <c:pt idx="6716">
                  <c:v>0.10327881647635594</c:v>
                </c:pt>
                <c:pt idx="6717">
                  <c:v>0.10330168101180313</c:v>
                </c:pt>
                <c:pt idx="6718">
                  <c:v>0.10332859541602132</c:v>
                </c:pt>
                <c:pt idx="6719">
                  <c:v>0.10333651177591618</c:v>
                </c:pt>
                <c:pt idx="6720">
                  <c:v>0.10334163377913506</c:v>
                </c:pt>
                <c:pt idx="6721">
                  <c:v>0.10334382083779405</c:v>
                </c:pt>
                <c:pt idx="6722">
                  <c:v>0.10334658566534265</c:v>
                </c:pt>
                <c:pt idx="6723">
                  <c:v>0.10335080712362418</c:v>
                </c:pt>
                <c:pt idx="6724">
                  <c:v>0.10336090777384187</c:v>
                </c:pt>
                <c:pt idx="6725">
                  <c:v>0.10336812178890052</c:v>
                </c:pt>
                <c:pt idx="6726">
                  <c:v>0.10337460540255888</c:v>
                </c:pt>
                <c:pt idx="6727">
                  <c:v>0.10337858387740032</c:v>
                </c:pt>
                <c:pt idx="6728">
                  <c:v>0.10339063573338947</c:v>
                </c:pt>
                <c:pt idx="6729">
                  <c:v>0.1033961812227403</c:v>
                </c:pt>
                <c:pt idx="6730">
                  <c:v>0.10340052639058926</c:v>
                </c:pt>
                <c:pt idx="6731">
                  <c:v>0.1034049184456078</c:v>
                </c:pt>
                <c:pt idx="6732">
                  <c:v>0.10341154309202277</c:v>
                </c:pt>
                <c:pt idx="6733">
                  <c:v>0.10342216812767156</c:v>
                </c:pt>
                <c:pt idx="6734">
                  <c:v>0.10347552508899786</c:v>
                </c:pt>
                <c:pt idx="6735">
                  <c:v>0.10347607663847527</c:v>
                </c:pt>
                <c:pt idx="6736">
                  <c:v>0.10348833752004143</c:v>
                </c:pt>
                <c:pt idx="6737">
                  <c:v>0.10349226871466825</c:v>
                </c:pt>
                <c:pt idx="6738">
                  <c:v>0.10349879228360317</c:v>
                </c:pt>
                <c:pt idx="6739">
                  <c:v>0.10350724661782179</c:v>
                </c:pt>
                <c:pt idx="6740">
                  <c:v>0.1035124936694042</c:v>
                </c:pt>
                <c:pt idx="6741">
                  <c:v>0.10352750655525886</c:v>
                </c:pt>
                <c:pt idx="6742">
                  <c:v>0.10353411159722367</c:v>
                </c:pt>
                <c:pt idx="6743">
                  <c:v>0.10353471325296061</c:v>
                </c:pt>
                <c:pt idx="6744">
                  <c:v>0.10355155723906843</c:v>
                </c:pt>
                <c:pt idx="6745">
                  <c:v>0.10356331351593155</c:v>
                </c:pt>
                <c:pt idx="6746">
                  <c:v>0.10356640384293087</c:v>
                </c:pt>
                <c:pt idx="6747">
                  <c:v>0.10356798148431354</c:v>
                </c:pt>
                <c:pt idx="6748">
                  <c:v>0.10356912175373445</c:v>
                </c:pt>
                <c:pt idx="6749">
                  <c:v>0.10361749692743574</c:v>
                </c:pt>
                <c:pt idx="6750">
                  <c:v>0.10362430422226489</c:v>
                </c:pt>
                <c:pt idx="6751">
                  <c:v>0.10363189143524426</c:v>
                </c:pt>
                <c:pt idx="6752">
                  <c:v>0.10364413875772376</c:v>
                </c:pt>
                <c:pt idx="6753">
                  <c:v>0.10364533811496247</c:v>
                </c:pt>
                <c:pt idx="6754">
                  <c:v>0.10365413565611238</c:v>
                </c:pt>
                <c:pt idx="6755">
                  <c:v>0.10366289387862278</c:v>
                </c:pt>
                <c:pt idx="6756">
                  <c:v>0.10366605593419362</c:v>
                </c:pt>
                <c:pt idx="6757">
                  <c:v>0.10366990510090206</c:v>
                </c:pt>
                <c:pt idx="6758">
                  <c:v>0.1036811367426895</c:v>
                </c:pt>
                <c:pt idx="6759">
                  <c:v>0.10368845353386044</c:v>
                </c:pt>
                <c:pt idx="6760">
                  <c:v>0.10368989783907863</c:v>
                </c:pt>
                <c:pt idx="6761">
                  <c:v>0.10370287991351952</c:v>
                </c:pt>
                <c:pt idx="6762">
                  <c:v>0.10371641528542701</c:v>
                </c:pt>
                <c:pt idx="6763">
                  <c:v>0.10372134745965816</c:v>
                </c:pt>
                <c:pt idx="6764">
                  <c:v>0.10373207611844787</c:v>
                </c:pt>
                <c:pt idx="6765">
                  <c:v>0.10374312187043712</c:v>
                </c:pt>
                <c:pt idx="6766">
                  <c:v>0.10374312958941527</c:v>
                </c:pt>
                <c:pt idx="6767">
                  <c:v>0.10377671120952853</c:v>
                </c:pt>
                <c:pt idx="6768">
                  <c:v>0.10378718517713841</c:v>
                </c:pt>
                <c:pt idx="6769">
                  <c:v>0.10379662089742983</c:v>
                </c:pt>
                <c:pt idx="6770">
                  <c:v>0.10380294930940587</c:v>
                </c:pt>
                <c:pt idx="6771">
                  <c:v>0.10380650480000415</c:v>
                </c:pt>
                <c:pt idx="6772">
                  <c:v>0.10381281257314853</c:v>
                </c:pt>
                <c:pt idx="6773">
                  <c:v>0.10381401319899766</c:v>
                </c:pt>
                <c:pt idx="6774">
                  <c:v>0.10383600203153233</c:v>
                </c:pt>
                <c:pt idx="6775">
                  <c:v>0.10383633774614817</c:v>
                </c:pt>
                <c:pt idx="6776">
                  <c:v>0.10386878708112257</c:v>
                </c:pt>
                <c:pt idx="6777">
                  <c:v>0.10386965240328755</c:v>
                </c:pt>
                <c:pt idx="6778">
                  <c:v>0.10387805413544313</c:v>
                </c:pt>
                <c:pt idx="6779">
                  <c:v>0.10389117239982228</c:v>
                </c:pt>
                <c:pt idx="6780">
                  <c:v>0.1038911912832939</c:v>
                </c:pt>
                <c:pt idx="6781">
                  <c:v>0.10389647636967823</c:v>
                </c:pt>
                <c:pt idx="6782">
                  <c:v>0.10389809100568627</c:v>
                </c:pt>
                <c:pt idx="6783">
                  <c:v>0.10390740857092864</c:v>
                </c:pt>
                <c:pt idx="6784">
                  <c:v>0.10391615157991801</c:v>
                </c:pt>
                <c:pt idx="6785">
                  <c:v>0.10391885803778657</c:v>
                </c:pt>
                <c:pt idx="6786">
                  <c:v>0.10394264839600439</c:v>
                </c:pt>
                <c:pt idx="6787">
                  <c:v>0.10394916975146985</c:v>
                </c:pt>
                <c:pt idx="6788">
                  <c:v>0.10395823594598082</c:v>
                </c:pt>
                <c:pt idx="6789">
                  <c:v>0.1039629397217704</c:v>
                </c:pt>
                <c:pt idx="6790">
                  <c:v>0.10396370914483766</c:v>
                </c:pt>
                <c:pt idx="6791">
                  <c:v>0.10397802533255225</c:v>
                </c:pt>
                <c:pt idx="6792">
                  <c:v>0.10398342461861684</c:v>
                </c:pt>
                <c:pt idx="6793">
                  <c:v>0.1039952981319088</c:v>
                </c:pt>
                <c:pt idx="6794">
                  <c:v>0.10402540564283012</c:v>
                </c:pt>
                <c:pt idx="6795">
                  <c:v>0.10402582189966236</c:v>
                </c:pt>
                <c:pt idx="6796">
                  <c:v>0.10402675219614448</c:v>
                </c:pt>
                <c:pt idx="6797">
                  <c:v>0.10403971953965598</c:v>
                </c:pt>
                <c:pt idx="6798">
                  <c:v>0.10404510061901691</c:v>
                </c:pt>
                <c:pt idx="6799">
                  <c:v>0.10406827569711527</c:v>
                </c:pt>
                <c:pt idx="6800">
                  <c:v>0.10406940023784698</c:v>
                </c:pt>
                <c:pt idx="6801">
                  <c:v>0.10406970576883201</c:v>
                </c:pt>
                <c:pt idx="6802">
                  <c:v>0.10412477277334098</c:v>
                </c:pt>
                <c:pt idx="6803">
                  <c:v>0.10412616803759575</c:v>
                </c:pt>
                <c:pt idx="6804">
                  <c:v>0.10413362901851295</c:v>
                </c:pt>
                <c:pt idx="6805">
                  <c:v>0.10413689081300032</c:v>
                </c:pt>
                <c:pt idx="6806">
                  <c:v>0.10414870294039465</c:v>
                </c:pt>
                <c:pt idx="6807">
                  <c:v>0.10415624535167287</c:v>
                </c:pt>
                <c:pt idx="6808">
                  <c:v>0.10416190501919494</c:v>
                </c:pt>
                <c:pt idx="6809">
                  <c:v>0.1041635808454314</c:v>
                </c:pt>
                <c:pt idx="6810">
                  <c:v>0.10418183067590649</c:v>
                </c:pt>
                <c:pt idx="6811">
                  <c:v>0.10418428144230138</c:v>
                </c:pt>
                <c:pt idx="6812">
                  <c:v>0.10419765319769049</c:v>
                </c:pt>
                <c:pt idx="6813">
                  <c:v>0.10420381450064051</c:v>
                </c:pt>
                <c:pt idx="6814">
                  <c:v>0.1042064604372173</c:v>
                </c:pt>
                <c:pt idx="6815">
                  <c:v>0.10421694511748807</c:v>
                </c:pt>
                <c:pt idx="6816">
                  <c:v>0.10422596872126487</c:v>
                </c:pt>
                <c:pt idx="6817">
                  <c:v>0.10425038540114349</c:v>
                </c:pt>
                <c:pt idx="6818">
                  <c:v>0.10425556625546013</c:v>
                </c:pt>
                <c:pt idx="6819">
                  <c:v>0.10425607062060489</c:v>
                </c:pt>
                <c:pt idx="6820">
                  <c:v>0.10425786930757359</c:v>
                </c:pt>
                <c:pt idx="6821">
                  <c:v>0.10426727430548451</c:v>
                </c:pt>
                <c:pt idx="6822">
                  <c:v>0.10427075096409776</c:v>
                </c:pt>
                <c:pt idx="6823">
                  <c:v>0.10428321574667637</c:v>
                </c:pt>
                <c:pt idx="6824">
                  <c:v>0.10428562261989462</c:v>
                </c:pt>
                <c:pt idx="6825">
                  <c:v>0.10430096430445791</c:v>
                </c:pt>
                <c:pt idx="6826">
                  <c:v>0.10432596078416267</c:v>
                </c:pt>
                <c:pt idx="6827">
                  <c:v>0.10433468314218212</c:v>
                </c:pt>
                <c:pt idx="6828">
                  <c:v>0.10433623809614588</c:v>
                </c:pt>
                <c:pt idx="6829">
                  <c:v>0.10434109450416212</c:v>
                </c:pt>
                <c:pt idx="6830">
                  <c:v>0.10434114685866525</c:v>
                </c:pt>
                <c:pt idx="6831">
                  <c:v>0.1043430641301859</c:v>
                </c:pt>
                <c:pt idx="6832">
                  <c:v>0.10435062622806525</c:v>
                </c:pt>
                <c:pt idx="6833">
                  <c:v>0.10436858624036301</c:v>
                </c:pt>
                <c:pt idx="6834">
                  <c:v>0.10437695121296031</c:v>
                </c:pt>
                <c:pt idx="6835">
                  <c:v>0.1043824683040447</c:v>
                </c:pt>
                <c:pt idx="6836">
                  <c:v>0.10438624784588567</c:v>
                </c:pt>
                <c:pt idx="6837">
                  <c:v>0.1044178454739797</c:v>
                </c:pt>
                <c:pt idx="6838">
                  <c:v>0.10443357679033397</c:v>
                </c:pt>
                <c:pt idx="6839">
                  <c:v>0.10443571151982256</c:v>
                </c:pt>
                <c:pt idx="6840">
                  <c:v>0.10443749796396798</c:v>
                </c:pt>
                <c:pt idx="6841">
                  <c:v>0.10443987367022466</c:v>
                </c:pt>
                <c:pt idx="6842">
                  <c:v>0.10446591908738465</c:v>
                </c:pt>
                <c:pt idx="6843">
                  <c:v>0.10447387934525477</c:v>
                </c:pt>
                <c:pt idx="6844">
                  <c:v>0.1044756921608698</c:v>
                </c:pt>
                <c:pt idx="6845">
                  <c:v>0.10452249348564195</c:v>
                </c:pt>
                <c:pt idx="6846">
                  <c:v>0.10452513757349809</c:v>
                </c:pt>
                <c:pt idx="6847">
                  <c:v>0.1045266557334235</c:v>
                </c:pt>
                <c:pt idx="6848">
                  <c:v>0.10453204393325231</c:v>
                </c:pt>
                <c:pt idx="6849">
                  <c:v>0.10453411827813996</c:v>
                </c:pt>
                <c:pt idx="6850">
                  <c:v>0.10453704793170657</c:v>
                </c:pt>
                <c:pt idx="6851">
                  <c:v>0.10453819117776375</c:v>
                </c:pt>
                <c:pt idx="6852">
                  <c:v>0.10456260633762351</c:v>
                </c:pt>
                <c:pt idx="6853">
                  <c:v>0.10457635929336888</c:v>
                </c:pt>
                <c:pt idx="6854">
                  <c:v>0.10457960673209425</c:v>
                </c:pt>
                <c:pt idx="6855">
                  <c:v>0.10458899204923712</c:v>
                </c:pt>
                <c:pt idx="6856">
                  <c:v>0.10459220763866782</c:v>
                </c:pt>
                <c:pt idx="6857">
                  <c:v>0.10459954719470632</c:v>
                </c:pt>
                <c:pt idx="6858">
                  <c:v>0.10460063039956272</c:v>
                </c:pt>
                <c:pt idx="6859">
                  <c:v>0.10461373743447981</c:v>
                </c:pt>
                <c:pt idx="6860">
                  <c:v>0.10461507450340843</c:v>
                </c:pt>
                <c:pt idx="6861">
                  <c:v>0.10463924758495788</c:v>
                </c:pt>
                <c:pt idx="6862">
                  <c:v>0.1046434376432125</c:v>
                </c:pt>
                <c:pt idx="6863">
                  <c:v>0.10466582310524819</c:v>
                </c:pt>
                <c:pt idx="6864">
                  <c:v>0.10468005140187087</c:v>
                </c:pt>
                <c:pt idx="6865">
                  <c:v>0.10468412053430598</c:v>
                </c:pt>
                <c:pt idx="6866">
                  <c:v>0.10470613063577645</c:v>
                </c:pt>
                <c:pt idx="6867">
                  <c:v>0.1047102879397563</c:v>
                </c:pt>
                <c:pt idx="6868">
                  <c:v>0.10472583488472362</c:v>
                </c:pt>
                <c:pt idx="6869">
                  <c:v>0.10472870043423378</c:v>
                </c:pt>
                <c:pt idx="6870">
                  <c:v>0.10473111774208131</c:v>
                </c:pt>
                <c:pt idx="6871">
                  <c:v>0.10473780830473664</c:v>
                </c:pt>
                <c:pt idx="6872">
                  <c:v>0.10474300492292726</c:v>
                </c:pt>
                <c:pt idx="6873">
                  <c:v>0.10474928576869894</c:v>
                </c:pt>
                <c:pt idx="6874">
                  <c:v>0.10475506112235532</c:v>
                </c:pt>
                <c:pt idx="6875">
                  <c:v>0.10476164875612735</c:v>
                </c:pt>
                <c:pt idx="6876">
                  <c:v>0.10477442543782396</c:v>
                </c:pt>
                <c:pt idx="6877">
                  <c:v>0.10479562746668278</c:v>
                </c:pt>
                <c:pt idx="6878">
                  <c:v>0.10480555115514383</c:v>
                </c:pt>
                <c:pt idx="6879">
                  <c:v>0.10480773978101512</c:v>
                </c:pt>
                <c:pt idx="6880">
                  <c:v>0.10480802699815744</c:v>
                </c:pt>
                <c:pt idx="6881">
                  <c:v>0.10481374267125547</c:v>
                </c:pt>
                <c:pt idx="6882">
                  <c:v>0.10482521344922481</c:v>
                </c:pt>
                <c:pt idx="6883">
                  <c:v>0.10482731318839801</c:v>
                </c:pt>
                <c:pt idx="6884">
                  <c:v>0.10483185421633331</c:v>
                </c:pt>
                <c:pt idx="6885">
                  <c:v>0.10483937548560288</c:v>
                </c:pt>
                <c:pt idx="6886">
                  <c:v>0.1048616543212145</c:v>
                </c:pt>
                <c:pt idx="6887">
                  <c:v>0.10487967255932884</c:v>
                </c:pt>
                <c:pt idx="6888">
                  <c:v>0.10489427588743787</c:v>
                </c:pt>
                <c:pt idx="6889">
                  <c:v>0.10489772309531042</c:v>
                </c:pt>
                <c:pt idx="6890">
                  <c:v>0.10489807432838245</c:v>
                </c:pt>
                <c:pt idx="6891">
                  <c:v>0.10493496605216192</c:v>
                </c:pt>
                <c:pt idx="6892">
                  <c:v>0.10494484958282151</c:v>
                </c:pt>
                <c:pt idx="6893">
                  <c:v>0.10496727734448662</c:v>
                </c:pt>
                <c:pt idx="6894">
                  <c:v>0.10497098742543953</c:v>
                </c:pt>
                <c:pt idx="6895">
                  <c:v>0.1049748851238748</c:v>
                </c:pt>
                <c:pt idx="6896">
                  <c:v>0.10497720639042082</c:v>
                </c:pt>
                <c:pt idx="6897">
                  <c:v>0.10498704071838012</c:v>
                </c:pt>
                <c:pt idx="6898">
                  <c:v>0.1049957317317035</c:v>
                </c:pt>
                <c:pt idx="6899">
                  <c:v>0.10499604735303439</c:v>
                </c:pt>
                <c:pt idx="6900">
                  <c:v>0.10502167312165725</c:v>
                </c:pt>
                <c:pt idx="6901">
                  <c:v>0.10503066420804449</c:v>
                </c:pt>
                <c:pt idx="6902">
                  <c:v>0.10505386734632988</c:v>
                </c:pt>
                <c:pt idx="6903">
                  <c:v>0.10505677295298044</c:v>
                </c:pt>
                <c:pt idx="6904">
                  <c:v>0.10506359386517686</c:v>
                </c:pt>
                <c:pt idx="6905">
                  <c:v>0.10506481085412302</c:v>
                </c:pt>
                <c:pt idx="6906">
                  <c:v>0.10507422896803076</c:v>
                </c:pt>
                <c:pt idx="6907">
                  <c:v>0.10507922107248144</c:v>
                </c:pt>
                <c:pt idx="6908">
                  <c:v>0.10509803667885317</c:v>
                </c:pt>
                <c:pt idx="6909">
                  <c:v>0.10510305516610374</c:v>
                </c:pt>
                <c:pt idx="6910">
                  <c:v>0.10510399461751184</c:v>
                </c:pt>
                <c:pt idx="6911">
                  <c:v>0.1051105028994415</c:v>
                </c:pt>
                <c:pt idx="6912">
                  <c:v>0.10512009059915835</c:v>
                </c:pt>
                <c:pt idx="6913">
                  <c:v>0.10513354439227254</c:v>
                </c:pt>
                <c:pt idx="6914">
                  <c:v>0.10513974972122343</c:v>
                </c:pt>
                <c:pt idx="6915">
                  <c:v>0.10514229558586431</c:v>
                </c:pt>
                <c:pt idx="6916">
                  <c:v>0.10516216778718382</c:v>
                </c:pt>
                <c:pt idx="6917">
                  <c:v>0.10516225758732115</c:v>
                </c:pt>
                <c:pt idx="6918">
                  <c:v>0.10517115655818914</c:v>
                </c:pt>
                <c:pt idx="6919">
                  <c:v>0.10517197057241219</c:v>
                </c:pt>
                <c:pt idx="6920">
                  <c:v>0.10517269854539668</c:v>
                </c:pt>
                <c:pt idx="6921">
                  <c:v>0.10517612444700153</c:v>
                </c:pt>
                <c:pt idx="6922">
                  <c:v>0.10517995252160951</c:v>
                </c:pt>
                <c:pt idx="6923">
                  <c:v>0.10518886592283574</c:v>
                </c:pt>
                <c:pt idx="6924">
                  <c:v>0.10520363745578422</c:v>
                </c:pt>
                <c:pt idx="6925">
                  <c:v>0.10521160625825321</c:v>
                </c:pt>
                <c:pt idx="6926">
                  <c:v>0.10522572046755709</c:v>
                </c:pt>
                <c:pt idx="6927">
                  <c:v>0.10523217509165625</c:v>
                </c:pt>
                <c:pt idx="6928">
                  <c:v>0.10523441411190398</c:v>
                </c:pt>
                <c:pt idx="6929">
                  <c:v>0.10524779518922403</c:v>
                </c:pt>
                <c:pt idx="6930">
                  <c:v>0.10525487400438648</c:v>
                </c:pt>
                <c:pt idx="6931">
                  <c:v>0.10526451090680239</c:v>
                </c:pt>
                <c:pt idx="6932">
                  <c:v>0.10526657078031036</c:v>
                </c:pt>
                <c:pt idx="6933">
                  <c:v>0.10529027500070116</c:v>
                </c:pt>
                <c:pt idx="6934">
                  <c:v>0.10530224754853265</c:v>
                </c:pt>
                <c:pt idx="6935">
                  <c:v>0.10531152436863132</c:v>
                </c:pt>
                <c:pt idx="6936">
                  <c:v>0.1053199227801752</c:v>
                </c:pt>
                <c:pt idx="6937">
                  <c:v>0.10532880716476628</c:v>
                </c:pt>
                <c:pt idx="6938">
                  <c:v>0.10533311065881354</c:v>
                </c:pt>
                <c:pt idx="6939">
                  <c:v>0.10534220004534539</c:v>
                </c:pt>
                <c:pt idx="6940">
                  <c:v>0.10534412480069574</c:v>
                </c:pt>
                <c:pt idx="6941">
                  <c:v>0.10534772519053363</c:v>
                </c:pt>
                <c:pt idx="6942">
                  <c:v>0.10536872213787819</c:v>
                </c:pt>
                <c:pt idx="6943">
                  <c:v>0.10537970946576243</c:v>
                </c:pt>
                <c:pt idx="6944">
                  <c:v>0.10538882922748512</c:v>
                </c:pt>
                <c:pt idx="6945">
                  <c:v>0.10539097355773248</c:v>
                </c:pt>
                <c:pt idx="6946">
                  <c:v>0.10539099836381392</c:v>
                </c:pt>
                <c:pt idx="6947">
                  <c:v>0.10540096552930392</c:v>
                </c:pt>
                <c:pt idx="6948">
                  <c:v>0.10540175269770172</c:v>
                </c:pt>
                <c:pt idx="6949">
                  <c:v>0.10540489101212901</c:v>
                </c:pt>
                <c:pt idx="6950">
                  <c:v>0.10541542490369407</c:v>
                </c:pt>
                <c:pt idx="6951">
                  <c:v>0.10543493662600026</c:v>
                </c:pt>
                <c:pt idx="6952">
                  <c:v>0.10544140264830809</c:v>
                </c:pt>
                <c:pt idx="6953">
                  <c:v>0.10544854354013274</c:v>
                </c:pt>
                <c:pt idx="6954">
                  <c:v>0.10545161314409805</c:v>
                </c:pt>
                <c:pt idx="6955">
                  <c:v>0.10545776395536823</c:v>
                </c:pt>
                <c:pt idx="6956">
                  <c:v>0.10546505200902224</c:v>
                </c:pt>
                <c:pt idx="6957">
                  <c:v>0.10547084030919797</c:v>
                </c:pt>
                <c:pt idx="6958">
                  <c:v>0.10547209313632511</c:v>
                </c:pt>
                <c:pt idx="6959">
                  <c:v>0.10547521048552412</c:v>
                </c:pt>
                <c:pt idx="6960">
                  <c:v>0.10547905875569795</c:v>
                </c:pt>
                <c:pt idx="6961">
                  <c:v>0.10549681907068492</c:v>
                </c:pt>
                <c:pt idx="6962">
                  <c:v>0.10550023951391667</c:v>
                </c:pt>
                <c:pt idx="6963">
                  <c:v>0.10550041828920664</c:v>
                </c:pt>
                <c:pt idx="6964">
                  <c:v>0.10551528042544704</c:v>
                </c:pt>
                <c:pt idx="6965">
                  <c:v>0.10555249890320448</c:v>
                </c:pt>
                <c:pt idx="6966">
                  <c:v>0.1055663412480351</c:v>
                </c:pt>
                <c:pt idx="6967">
                  <c:v>0.10556979267079408</c:v>
                </c:pt>
                <c:pt idx="6968">
                  <c:v>0.10557490890784738</c:v>
                </c:pt>
                <c:pt idx="6969">
                  <c:v>0.10557615345652878</c:v>
                </c:pt>
                <c:pt idx="6970">
                  <c:v>0.10558290728346785</c:v>
                </c:pt>
                <c:pt idx="6971">
                  <c:v>0.10559044073998977</c:v>
                </c:pt>
                <c:pt idx="6972">
                  <c:v>0.10559314897485454</c:v>
                </c:pt>
                <c:pt idx="6973">
                  <c:v>0.10559673474667819</c:v>
                </c:pt>
                <c:pt idx="6974">
                  <c:v>0.10560835626134045</c:v>
                </c:pt>
                <c:pt idx="6975">
                  <c:v>0.10561140279104621</c:v>
                </c:pt>
                <c:pt idx="6976">
                  <c:v>0.10561588019266537</c:v>
                </c:pt>
                <c:pt idx="6977">
                  <c:v>0.10563052668927793</c:v>
                </c:pt>
                <c:pt idx="6978">
                  <c:v>0.10563303888358984</c:v>
                </c:pt>
                <c:pt idx="6979">
                  <c:v>0.10565495711217376</c:v>
                </c:pt>
                <c:pt idx="6980">
                  <c:v>0.10565976777358167</c:v>
                </c:pt>
                <c:pt idx="6981">
                  <c:v>0.10566108758290157</c:v>
                </c:pt>
                <c:pt idx="6982">
                  <c:v>0.1056625156231549</c:v>
                </c:pt>
                <c:pt idx="6983">
                  <c:v>0.105666279033323</c:v>
                </c:pt>
                <c:pt idx="6984">
                  <c:v>0.10566843717008007</c:v>
                </c:pt>
                <c:pt idx="6985">
                  <c:v>0.10567089829519254</c:v>
                </c:pt>
                <c:pt idx="6986">
                  <c:v>0.10569016516211481</c:v>
                </c:pt>
                <c:pt idx="6987">
                  <c:v>0.10569350937028558</c:v>
                </c:pt>
                <c:pt idx="6988">
                  <c:v>0.10569663834451018</c:v>
                </c:pt>
                <c:pt idx="6989">
                  <c:v>0.10570963959123995</c:v>
                </c:pt>
                <c:pt idx="6990">
                  <c:v>0.10571129043609455</c:v>
                </c:pt>
                <c:pt idx="6991">
                  <c:v>0.10571482649920616</c:v>
                </c:pt>
                <c:pt idx="6992">
                  <c:v>0.10573393140546239</c:v>
                </c:pt>
                <c:pt idx="6993">
                  <c:v>0.10573585778488173</c:v>
                </c:pt>
                <c:pt idx="6994">
                  <c:v>0.10573632253057814</c:v>
                </c:pt>
                <c:pt idx="6995">
                  <c:v>0.10576996700832456</c:v>
                </c:pt>
                <c:pt idx="6996">
                  <c:v>0.10577428461349681</c:v>
                </c:pt>
                <c:pt idx="6997">
                  <c:v>0.10581235579139768</c:v>
                </c:pt>
                <c:pt idx="6998">
                  <c:v>0.10581543136026023</c:v>
                </c:pt>
                <c:pt idx="6999">
                  <c:v>0.10584820322960077</c:v>
                </c:pt>
                <c:pt idx="7000">
                  <c:v>0.1058531544938266</c:v>
                </c:pt>
                <c:pt idx="7001">
                  <c:v>0.10585949222137614</c:v>
                </c:pt>
                <c:pt idx="7002">
                  <c:v>0.10586470161194603</c:v>
                </c:pt>
                <c:pt idx="7003">
                  <c:v>0.10587353804620424</c:v>
                </c:pt>
                <c:pt idx="7004">
                  <c:v>0.10587953290946051</c:v>
                </c:pt>
                <c:pt idx="7005">
                  <c:v>0.1058874668605464</c:v>
                </c:pt>
                <c:pt idx="7006">
                  <c:v>0.10589632365849738</c:v>
                </c:pt>
                <c:pt idx="7007">
                  <c:v>0.1059412840055948</c:v>
                </c:pt>
                <c:pt idx="7008">
                  <c:v>0.10594311406839277</c:v>
                </c:pt>
                <c:pt idx="7009">
                  <c:v>0.10594354476512913</c:v>
                </c:pt>
                <c:pt idx="7010">
                  <c:v>0.10595279811782542</c:v>
                </c:pt>
                <c:pt idx="7011">
                  <c:v>0.10595844146504549</c:v>
                </c:pt>
                <c:pt idx="7012">
                  <c:v>0.10596095875909516</c:v>
                </c:pt>
                <c:pt idx="7013">
                  <c:v>0.10597223997353013</c:v>
                </c:pt>
                <c:pt idx="7014">
                  <c:v>0.10597568660100617</c:v>
                </c:pt>
                <c:pt idx="7015">
                  <c:v>0.1059838614841051</c:v>
                </c:pt>
                <c:pt idx="7016">
                  <c:v>0.10598781223594771</c:v>
                </c:pt>
                <c:pt idx="7017">
                  <c:v>0.10599556865869467</c:v>
                </c:pt>
                <c:pt idx="7018">
                  <c:v>0.10600639117663517</c:v>
                </c:pt>
                <c:pt idx="7019">
                  <c:v>0.10601564259460537</c:v>
                </c:pt>
                <c:pt idx="7020">
                  <c:v>0.10602101141927565</c:v>
                </c:pt>
                <c:pt idx="7021">
                  <c:v>0.10602722722692166</c:v>
                </c:pt>
                <c:pt idx="7022">
                  <c:v>0.10602817079973935</c:v>
                </c:pt>
                <c:pt idx="7023">
                  <c:v>0.1060409516419287</c:v>
                </c:pt>
                <c:pt idx="7024">
                  <c:v>0.1060565590801452</c:v>
                </c:pt>
                <c:pt idx="7025">
                  <c:v>0.10605712297816462</c:v>
                </c:pt>
                <c:pt idx="7026">
                  <c:v>0.10606059466183573</c:v>
                </c:pt>
                <c:pt idx="7027">
                  <c:v>0.10607000606043858</c:v>
                </c:pt>
                <c:pt idx="7028">
                  <c:v>0.10607744188029769</c:v>
                </c:pt>
                <c:pt idx="7029">
                  <c:v>0.10608704890780539</c:v>
                </c:pt>
                <c:pt idx="7030">
                  <c:v>0.1060968267001525</c:v>
                </c:pt>
                <c:pt idx="7031">
                  <c:v>0.10609761425974142</c:v>
                </c:pt>
                <c:pt idx="7032">
                  <c:v>0.10610317740580713</c:v>
                </c:pt>
                <c:pt idx="7033">
                  <c:v>0.10610370457446103</c:v>
                </c:pt>
                <c:pt idx="7034">
                  <c:v>0.10611902109539932</c:v>
                </c:pt>
                <c:pt idx="7035">
                  <c:v>0.10614779470785958</c:v>
                </c:pt>
                <c:pt idx="7036">
                  <c:v>0.10614974757213566</c:v>
                </c:pt>
                <c:pt idx="7037">
                  <c:v>0.10616235123652822</c:v>
                </c:pt>
                <c:pt idx="7038">
                  <c:v>0.10617870725883675</c:v>
                </c:pt>
                <c:pt idx="7039">
                  <c:v>0.10619918748494922</c:v>
                </c:pt>
                <c:pt idx="7040">
                  <c:v>0.10621289929799256</c:v>
                </c:pt>
                <c:pt idx="7041">
                  <c:v>0.10622407708601593</c:v>
                </c:pt>
                <c:pt idx="7042">
                  <c:v>0.10622468352256147</c:v>
                </c:pt>
                <c:pt idx="7043">
                  <c:v>0.10623238105627029</c:v>
                </c:pt>
                <c:pt idx="7044">
                  <c:v>0.10623582921639048</c:v>
                </c:pt>
                <c:pt idx="7045">
                  <c:v>0.10623803883514819</c:v>
                </c:pt>
                <c:pt idx="7046">
                  <c:v>0.1062447567548986</c:v>
                </c:pt>
                <c:pt idx="7047">
                  <c:v>0.10625340892963971</c:v>
                </c:pt>
                <c:pt idx="7048">
                  <c:v>0.10625353211701277</c:v>
                </c:pt>
                <c:pt idx="7049">
                  <c:v>0.10625843610035085</c:v>
                </c:pt>
                <c:pt idx="7050">
                  <c:v>0.10629482966305066</c:v>
                </c:pt>
                <c:pt idx="7051">
                  <c:v>0.10629776226342966</c:v>
                </c:pt>
                <c:pt idx="7052">
                  <c:v>0.10629910614025007</c:v>
                </c:pt>
                <c:pt idx="7053">
                  <c:v>0.10630953362927104</c:v>
                </c:pt>
                <c:pt idx="7054">
                  <c:v>0.10631012143772423</c:v>
                </c:pt>
                <c:pt idx="7055">
                  <c:v>0.10633743528740093</c:v>
                </c:pt>
                <c:pt idx="7056">
                  <c:v>0.10633830101977174</c:v>
                </c:pt>
                <c:pt idx="7057">
                  <c:v>0.10633948909431773</c:v>
                </c:pt>
                <c:pt idx="7058">
                  <c:v>0.10634134862300808</c:v>
                </c:pt>
                <c:pt idx="7059">
                  <c:v>0.10634570943189255</c:v>
                </c:pt>
                <c:pt idx="7060">
                  <c:v>0.1063553291308188</c:v>
                </c:pt>
                <c:pt idx="7061">
                  <c:v>0.10636843282381347</c:v>
                </c:pt>
                <c:pt idx="7062">
                  <c:v>0.10637360355763038</c:v>
                </c:pt>
                <c:pt idx="7063">
                  <c:v>0.10637625450204334</c:v>
                </c:pt>
                <c:pt idx="7064">
                  <c:v>0.10637726129503662</c:v>
                </c:pt>
                <c:pt idx="7065">
                  <c:v>0.1063890899037411</c:v>
                </c:pt>
                <c:pt idx="7066">
                  <c:v>0.10640351385681777</c:v>
                </c:pt>
                <c:pt idx="7067">
                  <c:v>0.10640534873724733</c:v>
                </c:pt>
                <c:pt idx="7068">
                  <c:v>0.10641215929380132</c:v>
                </c:pt>
                <c:pt idx="7069">
                  <c:v>0.10641364225376737</c:v>
                </c:pt>
                <c:pt idx="7070">
                  <c:v>0.10641854728941648</c:v>
                </c:pt>
                <c:pt idx="7071">
                  <c:v>0.1064262187870403</c:v>
                </c:pt>
                <c:pt idx="7072">
                  <c:v>0.10644080752116121</c:v>
                </c:pt>
                <c:pt idx="7073">
                  <c:v>0.10644168096200517</c:v>
                </c:pt>
                <c:pt idx="7074">
                  <c:v>0.10646553290227158</c:v>
                </c:pt>
                <c:pt idx="7075">
                  <c:v>0.10648021422042225</c:v>
                </c:pt>
                <c:pt idx="7076">
                  <c:v>0.10648301581188592</c:v>
                </c:pt>
                <c:pt idx="7077">
                  <c:v>0.10648408948925116</c:v>
                </c:pt>
                <c:pt idx="7078">
                  <c:v>0.10649497021058019</c:v>
                </c:pt>
                <c:pt idx="7079">
                  <c:v>0.1064992702781884</c:v>
                </c:pt>
                <c:pt idx="7080">
                  <c:v>0.10651513291461846</c:v>
                </c:pt>
                <c:pt idx="7081">
                  <c:v>0.10651657165230222</c:v>
                </c:pt>
                <c:pt idx="7082">
                  <c:v>0.10651884440360002</c:v>
                </c:pt>
                <c:pt idx="7083">
                  <c:v>0.10652315374641307</c:v>
                </c:pt>
                <c:pt idx="7084">
                  <c:v>0.10653656638355516</c:v>
                </c:pt>
                <c:pt idx="7085">
                  <c:v>0.10654341428543146</c:v>
                </c:pt>
                <c:pt idx="7086">
                  <c:v>0.10654483715569459</c:v>
                </c:pt>
                <c:pt idx="7087">
                  <c:v>0.10654911959924367</c:v>
                </c:pt>
                <c:pt idx="7088">
                  <c:v>0.10655722578876436</c:v>
                </c:pt>
                <c:pt idx="7089">
                  <c:v>0.106600992565847</c:v>
                </c:pt>
                <c:pt idx="7090">
                  <c:v>0.1066080016911152</c:v>
                </c:pt>
                <c:pt idx="7091">
                  <c:v>0.10662699497294265</c:v>
                </c:pt>
                <c:pt idx="7092">
                  <c:v>0.10663115559207882</c:v>
                </c:pt>
                <c:pt idx="7093">
                  <c:v>0.10663351764160621</c:v>
                </c:pt>
                <c:pt idx="7094">
                  <c:v>0.10663680776001054</c:v>
                </c:pt>
                <c:pt idx="7095">
                  <c:v>0.10663688769927795</c:v>
                </c:pt>
                <c:pt idx="7096">
                  <c:v>0.10663883708205324</c:v>
                </c:pt>
                <c:pt idx="7097">
                  <c:v>0.10665539851211027</c:v>
                </c:pt>
                <c:pt idx="7098">
                  <c:v>0.10665772341177543</c:v>
                </c:pt>
                <c:pt idx="7099">
                  <c:v>0.10667153584257461</c:v>
                </c:pt>
                <c:pt idx="7100">
                  <c:v>0.10667603739701315</c:v>
                </c:pt>
                <c:pt idx="7101">
                  <c:v>0.10669035651979526</c:v>
                </c:pt>
                <c:pt idx="7102">
                  <c:v>0.10669182594467183</c:v>
                </c:pt>
                <c:pt idx="7103">
                  <c:v>0.10670206453840925</c:v>
                </c:pt>
                <c:pt idx="7104">
                  <c:v>0.10670610315395633</c:v>
                </c:pt>
                <c:pt idx="7105">
                  <c:v>0.10672514542030868</c:v>
                </c:pt>
                <c:pt idx="7106">
                  <c:v>0.10672561093519804</c:v>
                </c:pt>
                <c:pt idx="7107">
                  <c:v>0.10673723214937392</c:v>
                </c:pt>
                <c:pt idx="7108">
                  <c:v>0.10673957055024429</c:v>
                </c:pt>
                <c:pt idx="7109">
                  <c:v>0.1067517797614365</c:v>
                </c:pt>
                <c:pt idx="7110">
                  <c:v>0.10675550500669226</c:v>
                </c:pt>
                <c:pt idx="7111">
                  <c:v>0.10675823752442634</c:v>
                </c:pt>
                <c:pt idx="7112">
                  <c:v>0.10677683792748667</c:v>
                </c:pt>
                <c:pt idx="7113">
                  <c:v>0.10681517653901396</c:v>
                </c:pt>
                <c:pt idx="7114">
                  <c:v>0.10681964319521402</c:v>
                </c:pt>
                <c:pt idx="7115">
                  <c:v>0.10683412270649943</c:v>
                </c:pt>
                <c:pt idx="7116">
                  <c:v>0.10683916803350077</c:v>
                </c:pt>
                <c:pt idx="7117">
                  <c:v>0.10683974599835454</c:v>
                </c:pt>
                <c:pt idx="7118">
                  <c:v>0.10684356993937549</c:v>
                </c:pt>
                <c:pt idx="7119">
                  <c:v>0.10684400179640814</c:v>
                </c:pt>
                <c:pt idx="7120">
                  <c:v>0.10684956795493547</c:v>
                </c:pt>
                <c:pt idx="7121">
                  <c:v>0.10685170162166885</c:v>
                </c:pt>
                <c:pt idx="7122">
                  <c:v>0.10687892438672479</c:v>
                </c:pt>
                <c:pt idx="7123">
                  <c:v>0.10690262782231426</c:v>
                </c:pt>
                <c:pt idx="7124">
                  <c:v>0.10690379874323426</c:v>
                </c:pt>
                <c:pt idx="7125">
                  <c:v>0.10690799995910297</c:v>
                </c:pt>
                <c:pt idx="7126">
                  <c:v>0.10691877432025633</c:v>
                </c:pt>
                <c:pt idx="7127">
                  <c:v>0.10693476315836982</c:v>
                </c:pt>
                <c:pt idx="7128">
                  <c:v>0.10693806555583994</c:v>
                </c:pt>
                <c:pt idx="7129">
                  <c:v>0.10694540095552482</c:v>
                </c:pt>
                <c:pt idx="7130">
                  <c:v>0.1069723118210102</c:v>
                </c:pt>
                <c:pt idx="7131">
                  <c:v>0.10698548906118756</c:v>
                </c:pt>
                <c:pt idx="7132">
                  <c:v>0.10700308751899591</c:v>
                </c:pt>
                <c:pt idx="7133">
                  <c:v>0.10700369437889663</c:v>
                </c:pt>
                <c:pt idx="7134">
                  <c:v>0.10700483004695122</c:v>
                </c:pt>
                <c:pt idx="7135">
                  <c:v>0.10705062240757122</c:v>
                </c:pt>
                <c:pt idx="7136">
                  <c:v>0.10708469034160896</c:v>
                </c:pt>
                <c:pt idx="7137">
                  <c:v>0.10708555150582966</c:v>
                </c:pt>
                <c:pt idx="7138">
                  <c:v>0.10712265282137819</c:v>
                </c:pt>
                <c:pt idx="7139">
                  <c:v>0.10713125166267352</c:v>
                </c:pt>
                <c:pt idx="7140">
                  <c:v>0.1071460168440227</c:v>
                </c:pt>
                <c:pt idx="7141">
                  <c:v>0.10714988051917643</c:v>
                </c:pt>
                <c:pt idx="7142">
                  <c:v>0.10715349413366496</c:v>
                </c:pt>
                <c:pt idx="7143">
                  <c:v>0.10715716795613708</c:v>
                </c:pt>
                <c:pt idx="7144">
                  <c:v>0.10716002385635548</c:v>
                </c:pt>
                <c:pt idx="7145">
                  <c:v>0.10716775781198701</c:v>
                </c:pt>
                <c:pt idx="7146">
                  <c:v>0.10716922344113473</c:v>
                </c:pt>
                <c:pt idx="7147">
                  <c:v>0.10717835696615927</c:v>
                </c:pt>
                <c:pt idx="7148">
                  <c:v>0.10717889591585425</c:v>
                </c:pt>
                <c:pt idx="7149">
                  <c:v>0.10718318801800912</c:v>
                </c:pt>
                <c:pt idx="7150">
                  <c:v>0.10718842491471101</c:v>
                </c:pt>
                <c:pt idx="7151">
                  <c:v>0.10720423349457296</c:v>
                </c:pt>
                <c:pt idx="7152">
                  <c:v>0.1072062953717384</c:v>
                </c:pt>
                <c:pt idx="7153">
                  <c:v>0.10720810007863592</c:v>
                </c:pt>
                <c:pt idx="7154">
                  <c:v>0.10720910304661473</c:v>
                </c:pt>
                <c:pt idx="7155">
                  <c:v>0.10723941052409171</c:v>
                </c:pt>
                <c:pt idx="7156">
                  <c:v>0.10724664160641656</c:v>
                </c:pt>
                <c:pt idx="7157">
                  <c:v>0.10725294053783127</c:v>
                </c:pt>
                <c:pt idx="7158">
                  <c:v>0.10726203221171471</c:v>
                </c:pt>
                <c:pt idx="7159">
                  <c:v>0.10727009175677182</c:v>
                </c:pt>
                <c:pt idx="7160">
                  <c:v>0.10727445696203378</c:v>
                </c:pt>
                <c:pt idx="7161">
                  <c:v>0.10729126686013184</c:v>
                </c:pt>
                <c:pt idx="7162">
                  <c:v>0.10732864618399397</c:v>
                </c:pt>
                <c:pt idx="7163">
                  <c:v>0.10733100122842092</c:v>
                </c:pt>
                <c:pt idx="7164">
                  <c:v>0.10734531117760368</c:v>
                </c:pt>
                <c:pt idx="7165">
                  <c:v>0.10734807872454712</c:v>
                </c:pt>
                <c:pt idx="7166">
                  <c:v>0.10736001654441309</c:v>
                </c:pt>
                <c:pt idx="7167">
                  <c:v>0.10736209597956134</c:v>
                </c:pt>
                <c:pt idx="7168">
                  <c:v>0.10736522477851852</c:v>
                </c:pt>
                <c:pt idx="7169">
                  <c:v>0.10737688025952399</c:v>
                </c:pt>
                <c:pt idx="7170">
                  <c:v>0.10737720285881847</c:v>
                </c:pt>
                <c:pt idx="7171">
                  <c:v>0.10738674240057934</c:v>
                </c:pt>
                <c:pt idx="7172">
                  <c:v>0.10739899959949159</c:v>
                </c:pt>
                <c:pt idx="7173">
                  <c:v>0.10740135319837867</c:v>
                </c:pt>
                <c:pt idx="7174">
                  <c:v>0.10740164058800221</c:v>
                </c:pt>
                <c:pt idx="7175">
                  <c:v>0.10741071298785819</c:v>
                </c:pt>
                <c:pt idx="7176">
                  <c:v>0.10741477364375374</c:v>
                </c:pt>
                <c:pt idx="7177">
                  <c:v>0.10741694102275175</c:v>
                </c:pt>
                <c:pt idx="7178">
                  <c:v>0.10742663768566162</c:v>
                </c:pt>
                <c:pt idx="7179">
                  <c:v>0.10743421380712513</c:v>
                </c:pt>
                <c:pt idx="7180">
                  <c:v>0.10745015893509702</c:v>
                </c:pt>
                <c:pt idx="7181">
                  <c:v>0.10745552264153611</c:v>
                </c:pt>
                <c:pt idx="7182">
                  <c:v>0.10747105128895731</c:v>
                </c:pt>
                <c:pt idx="7183">
                  <c:v>0.10749608560827686</c:v>
                </c:pt>
                <c:pt idx="7184">
                  <c:v>0.10751003340748895</c:v>
                </c:pt>
                <c:pt idx="7185">
                  <c:v>0.10753635447630014</c:v>
                </c:pt>
                <c:pt idx="7186">
                  <c:v>0.1075471008060758</c:v>
                </c:pt>
                <c:pt idx="7187">
                  <c:v>0.10754840508417411</c:v>
                </c:pt>
                <c:pt idx="7188">
                  <c:v>0.10755086817159064</c:v>
                </c:pt>
                <c:pt idx="7189">
                  <c:v>0.10759204910455999</c:v>
                </c:pt>
                <c:pt idx="7190">
                  <c:v>0.10759345840804931</c:v>
                </c:pt>
                <c:pt idx="7191">
                  <c:v>0.10761820301520664</c:v>
                </c:pt>
                <c:pt idx="7192">
                  <c:v>0.10762271052438013</c:v>
                </c:pt>
                <c:pt idx="7193">
                  <c:v>0.10763050492174579</c:v>
                </c:pt>
                <c:pt idx="7194">
                  <c:v>0.10763336052441867</c:v>
                </c:pt>
                <c:pt idx="7195">
                  <c:v>0.10764332096328633</c:v>
                </c:pt>
                <c:pt idx="7196">
                  <c:v>0.10765914119533983</c:v>
                </c:pt>
                <c:pt idx="7197">
                  <c:v>0.10766183567480278</c:v>
                </c:pt>
                <c:pt idx="7198">
                  <c:v>0.10767840081628453</c:v>
                </c:pt>
                <c:pt idx="7199">
                  <c:v>0.10768569797318903</c:v>
                </c:pt>
                <c:pt idx="7200">
                  <c:v>0.1076956418673157</c:v>
                </c:pt>
                <c:pt idx="7201">
                  <c:v>0.10770078529320666</c:v>
                </c:pt>
                <c:pt idx="7202">
                  <c:v>0.10771391949814706</c:v>
                </c:pt>
                <c:pt idx="7203">
                  <c:v>0.10771462236359305</c:v>
                </c:pt>
                <c:pt idx="7204">
                  <c:v>0.10775254279027115</c:v>
                </c:pt>
                <c:pt idx="7205">
                  <c:v>0.10775802875536879</c:v>
                </c:pt>
                <c:pt idx="7206">
                  <c:v>0.10776348559121809</c:v>
                </c:pt>
                <c:pt idx="7207">
                  <c:v>0.10777496810067219</c:v>
                </c:pt>
                <c:pt idx="7208">
                  <c:v>0.10778632527899396</c:v>
                </c:pt>
                <c:pt idx="7209">
                  <c:v>0.10778878538324783</c:v>
                </c:pt>
                <c:pt idx="7210">
                  <c:v>0.10779116254438158</c:v>
                </c:pt>
                <c:pt idx="7211">
                  <c:v>0.10779542484235545</c:v>
                </c:pt>
                <c:pt idx="7212">
                  <c:v>0.10779603989512301</c:v>
                </c:pt>
                <c:pt idx="7213">
                  <c:v>0.10784084571616251</c:v>
                </c:pt>
                <c:pt idx="7214">
                  <c:v>0.10786952578702065</c:v>
                </c:pt>
                <c:pt idx="7215">
                  <c:v>0.10787396706435626</c:v>
                </c:pt>
                <c:pt idx="7216">
                  <c:v>0.10787782148414479</c:v>
                </c:pt>
                <c:pt idx="7217">
                  <c:v>0.10788188494936024</c:v>
                </c:pt>
                <c:pt idx="7218">
                  <c:v>0.10790311122995558</c:v>
                </c:pt>
                <c:pt idx="7219">
                  <c:v>0.10793023087674038</c:v>
                </c:pt>
                <c:pt idx="7220">
                  <c:v>0.10793591686587906</c:v>
                </c:pt>
                <c:pt idx="7221">
                  <c:v>0.10794297241090865</c:v>
                </c:pt>
                <c:pt idx="7222">
                  <c:v>0.1079524420580678</c:v>
                </c:pt>
                <c:pt idx="7223">
                  <c:v>0.10796974712578208</c:v>
                </c:pt>
                <c:pt idx="7224">
                  <c:v>0.10797279248756858</c:v>
                </c:pt>
                <c:pt idx="7225">
                  <c:v>0.10798642668908542</c:v>
                </c:pt>
                <c:pt idx="7226">
                  <c:v>0.10799524702504908</c:v>
                </c:pt>
                <c:pt idx="7227">
                  <c:v>0.107995677173493</c:v>
                </c:pt>
                <c:pt idx="7228">
                  <c:v>0.10800824252467806</c:v>
                </c:pt>
                <c:pt idx="7229">
                  <c:v>0.1080107441841769</c:v>
                </c:pt>
                <c:pt idx="7230">
                  <c:v>0.10801211121845464</c:v>
                </c:pt>
                <c:pt idx="7231">
                  <c:v>0.10801288271118845</c:v>
                </c:pt>
                <c:pt idx="7232">
                  <c:v>0.10801710719800468</c:v>
                </c:pt>
                <c:pt idx="7233">
                  <c:v>0.10801951242117368</c:v>
                </c:pt>
                <c:pt idx="7234">
                  <c:v>0.10802599028744511</c:v>
                </c:pt>
                <c:pt idx="7235">
                  <c:v>0.10803094318427034</c:v>
                </c:pt>
                <c:pt idx="7236">
                  <c:v>0.10803381289429774</c:v>
                </c:pt>
                <c:pt idx="7237">
                  <c:v>0.10804864623205845</c:v>
                </c:pt>
                <c:pt idx="7238">
                  <c:v>0.10804955814761241</c:v>
                </c:pt>
                <c:pt idx="7239">
                  <c:v>0.10805169188203174</c:v>
                </c:pt>
                <c:pt idx="7240">
                  <c:v>0.10806340161836279</c:v>
                </c:pt>
                <c:pt idx="7241">
                  <c:v>0.1080691395895077</c:v>
                </c:pt>
                <c:pt idx="7242">
                  <c:v>0.10807411278142294</c:v>
                </c:pt>
                <c:pt idx="7243">
                  <c:v>0.10807732307343698</c:v>
                </c:pt>
                <c:pt idx="7244">
                  <c:v>0.10809449268440169</c:v>
                </c:pt>
                <c:pt idx="7245">
                  <c:v>0.10809601985766999</c:v>
                </c:pt>
                <c:pt idx="7246">
                  <c:v>0.10812160149408918</c:v>
                </c:pt>
                <c:pt idx="7247">
                  <c:v>0.10813869672523969</c:v>
                </c:pt>
                <c:pt idx="7248">
                  <c:v>0.108165790228839</c:v>
                </c:pt>
                <c:pt idx="7249">
                  <c:v>0.10817261215975932</c:v>
                </c:pt>
                <c:pt idx="7250">
                  <c:v>0.10818456495576026</c:v>
                </c:pt>
                <c:pt idx="7251">
                  <c:v>0.10820312530151979</c:v>
                </c:pt>
                <c:pt idx="7252">
                  <c:v>0.10820792280428332</c:v>
                </c:pt>
                <c:pt idx="7253">
                  <c:v>0.10820951105350116</c:v>
                </c:pt>
                <c:pt idx="7254">
                  <c:v>0.10821408497036941</c:v>
                </c:pt>
                <c:pt idx="7255">
                  <c:v>0.10822683365742081</c:v>
                </c:pt>
                <c:pt idx="7256">
                  <c:v>0.10822780448505863</c:v>
                </c:pt>
                <c:pt idx="7257">
                  <c:v>0.10822848378713076</c:v>
                </c:pt>
                <c:pt idx="7258">
                  <c:v>0.10823121821833277</c:v>
                </c:pt>
                <c:pt idx="7259">
                  <c:v>0.10823306744260926</c:v>
                </c:pt>
                <c:pt idx="7260">
                  <c:v>0.10824129078174602</c:v>
                </c:pt>
                <c:pt idx="7261">
                  <c:v>0.10824617734724433</c:v>
                </c:pt>
                <c:pt idx="7262">
                  <c:v>0.10824771355762006</c:v>
                </c:pt>
                <c:pt idx="7263">
                  <c:v>0.10824809454089165</c:v>
                </c:pt>
                <c:pt idx="7264">
                  <c:v>0.10825697576961354</c:v>
                </c:pt>
                <c:pt idx="7265">
                  <c:v>0.10826659442195727</c:v>
                </c:pt>
                <c:pt idx="7266">
                  <c:v>0.10827447823466113</c:v>
                </c:pt>
                <c:pt idx="7267">
                  <c:v>0.10827635199261496</c:v>
                </c:pt>
                <c:pt idx="7268">
                  <c:v>0.10827670163097823</c:v>
                </c:pt>
                <c:pt idx="7269">
                  <c:v>0.10829304415203853</c:v>
                </c:pt>
                <c:pt idx="7270">
                  <c:v>0.10830298395923958</c:v>
                </c:pt>
                <c:pt idx="7271">
                  <c:v>0.10835352584275233</c:v>
                </c:pt>
                <c:pt idx="7272">
                  <c:v>0.10836793396159979</c:v>
                </c:pt>
                <c:pt idx="7273">
                  <c:v>0.1083734083910894</c:v>
                </c:pt>
                <c:pt idx="7274">
                  <c:v>0.10839943821635964</c:v>
                </c:pt>
                <c:pt idx="7275">
                  <c:v>0.10840497468201875</c:v>
                </c:pt>
                <c:pt idx="7276">
                  <c:v>0.10841054562644739</c:v>
                </c:pt>
                <c:pt idx="7277">
                  <c:v>0.1084254527246486</c:v>
                </c:pt>
                <c:pt idx="7278">
                  <c:v>0.10842789400175649</c:v>
                </c:pt>
                <c:pt idx="7279">
                  <c:v>0.1084344495923905</c:v>
                </c:pt>
                <c:pt idx="7280">
                  <c:v>0.10844218267507444</c:v>
                </c:pt>
                <c:pt idx="7281">
                  <c:v>0.10845236928055176</c:v>
                </c:pt>
                <c:pt idx="7282">
                  <c:v>0.10845506018729884</c:v>
                </c:pt>
                <c:pt idx="7283">
                  <c:v>0.10846759363685747</c:v>
                </c:pt>
                <c:pt idx="7284">
                  <c:v>0.10846767439643201</c:v>
                </c:pt>
                <c:pt idx="7285">
                  <c:v>0.10846855421982574</c:v>
                </c:pt>
                <c:pt idx="7286">
                  <c:v>0.10847152548896778</c:v>
                </c:pt>
                <c:pt idx="7287">
                  <c:v>0.10847156588684795</c:v>
                </c:pt>
                <c:pt idx="7288">
                  <c:v>0.1085122151850951</c:v>
                </c:pt>
                <c:pt idx="7289">
                  <c:v>0.10852347739667577</c:v>
                </c:pt>
                <c:pt idx="7290">
                  <c:v>0.1085302363395962</c:v>
                </c:pt>
                <c:pt idx="7291">
                  <c:v>0.10853157210065176</c:v>
                </c:pt>
                <c:pt idx="7292">
                  <c:v>0.10854464017654543</c:v>
                </c:pt>
                <c:pt idx="7293">
                  <c:v>0.1085460029080903</c:v>
                </c:pt>
                <c:pt idx="7294">
                  <c:v>0.10855332561083965</c:v>
                </c:pt>
                <c:pt idx="7295">
                  <c:v>0.10855820824074204</c:v>
                </c:pt>
                <c:pt idx="7296">
                  <c:v>0.10856368578016493</c:v>
                </c:pt>
                <c:pt idx="7297">
                  <c:v>0.10856937990740881</c:v>
                </c:pt>
                <c:pt idx="7298">
                  <c:v>0.10857640533029439</c:v>
                </c:pt>
                <c:pt idx="7299">
                  <c:v>0.10857648271964093</c:v>
                </c:pt>
                <c:pt idx="7300">
                  <c:v>0.1085797090327117</c:v>
                </c:pt>
                <c:pt idx="7301">
                  <c:v>0.10858763485359897</c:v>
                </c:pt>
                <c:pt idx="7302">
                  <c:v>0.10859648038865796</c:v>
                </c:pt>
                <c:pt idx="7303">
                  <c:v>0.10859657215987899</c:v>
                </c:pt>
                <c:pt idx="7304">
                  <c:v>0.10859752003501708</c:v>
                </c:pt>
                <c:pt idx="7305">
                  <c:v>0.1085990596868021</c:v>
                </c:pt>
                <c:pt idx="7306">
                  <c:v>0.10861897834537927</c:v>
                </c:pt>
                <c:pt idx="7307">
                  <c:v>0.10862668293707831</c:v>
                </c:pt>
                <c:pt idx="7308">
                  <c:v>0.10864420933901439</c:v>
                </c:pt>
                <c:pt idx="7309">
                  <c:v>0.10865362131388294</c:v>
                </c:pt>
                <c:pt idx="7310">
                  <c:v>0.1086557842315804</c:v>
                </c:pt>
                <c:pt idx="7311">
                  <c:v>0.10868870654684396</c:v>
                </c:pt>
                <c:pt idx="7312">
                  <c:v>0.10869169781723009</c:v>
                </c:pt>
                <c:pt idx="7313">
                  <c:v>0.10873401704662317</c:v>
                </c:pt>
                <c:pt idx="7314">
                  <c:v>0.10873818635025446</c:v>
                </c:pt>
                <c:pt idx="7315">
                  <c:v>0.10874693254000047</c:v>
                </c:pt>
                <c:pt idx="7316">
                  <c:v>0.10876010000647551</c:v>
                </c:pt>
                <c:pt idx="7317">
                  <c:v>0.10879193664939565</c:v>
                </c:pt>
                <c:pt idx="7318">
                  <c:v>0.10879884289029884</c:v>
                </c:pt>
                <c:pt idx="7319">
                  <c:v>0.10880805485866438</c:v>
                </c:pt>
                <c:pt idx="7320">
                  <c:v>0.10882152499505965</c:v>
                </c:pt>
                <c:pt idx="7321">
                  <c:v>0.1088237913758445</c:v>
                </c:pt>
                <c:pt idx="7322">
                  <c:v>0.108825838086916</c:v>
                </c:pt>
                <c:pt idx="7323">
                  <c:v>0.10882714549193864</c:v>
                </c:pt>
                <c:pt idx="7324">
                  <c:v>0.10882806785384143</c:v>
                </c:pt>
                <c:pt idx="7325">
                  <c:v>0.10883563820460579</c:v>
                </c:pt>
                <c:pt idx="7326">
                  <c:v>0.10884043054347446</c:v>
                </c:pt>
                <c:pt idx="7327">
                  <c:v>0.1088521300402943</c:v>
                </c:pt>
                <c:pt idx="7328">
                  <c:v>0.10885491056417965</c:v>
                </c:pt>
                <c:pt idx="7329">
                  <c:v>0.10887387344093806</c:v>
                </c:pt>
                <c:pt idx="7330">
                  <c:v>0.10887788082670294</c:v>
                </c:pt>
                <c:pt idx="7331">
                  <c:v>0.10888675442244511</c:v>
                </c:pt>
                <c:pt idx="7332">
                  <c:v>0.10889860230657543</c:v>
                </c:pt>
                <c:pt idx="7333">
                  <c:v>0.10891092914032399</c:v>
                </c:pt>
                <c:pt idx="7334">
                  <c:v>0.10892022382966079</c:v>
                </c:pt>
                <c:pt idx="7335">
                  <c:v>0.10892348266504306</c:v>
                </c:pt>
                <c:pt idx="7336">
                  <c:v>0.10893880122097624</c:v>
                </c:pt>
                <c:pt idx="7337">
                  <c:v>0.10896185040833217</c:v>
                </c:pt>
                <c:pt idx="7338">
                  <c:v>0.10896876140938205</c:v>
                </c:pt>
                <c:pt idx="7339">
                  <c:v>0.10897208263844479</c:v>
                </c:pt>
                <c:pt idx="7340">
                  <c:v>0.10897454908753003</c:v>
                </c:pt>
                <c:pt idx="7341">
                  <c:v>0.10897913953242985</c:v>
                </c:pt>
                <c:pt idx="7342">
                  <c:v>0.10899131291916141</c:v>
                </c:pt>
                <c:pt idx="7343">
                  <c:v>0.10899495509872732</c:v>
                </c:pt>
                <c:pt idx="7344">
                  <c:v>0.10903219099405097</c:v>
                </c:pt>
                <c:pt idx="7345">
                  <c:v>0.10904561376920704</c:v>
                </c:pt>
                <c:pt idx="7346">
                  <c:v>0.10905874518326143</c:v>
                </c:pt>
                <c:pt idx="7347">
                  <c:v>0.10906830831838203</c:v>
                </c:pt>
                <c:pt idx="7348">
                  <c:v>0.109072342177749</c:v>
                </c:pt>
                <c:pt idx="7349">
                  <c:v>0.10907454784179839</c:v>
                </c:pt>
                <c:pt idx="7350">
                  <c:v>0.10908264100972022</c:v>
                </c:pt>
                <c:pt idx="7351">
                  <c:v>0.10910587181561703</c:v>
                </c:pt>
                <c:pt idx="7352">
                  <c:v>0.10912058681263785</c:v>
                </c:pt>
                <c:pt idx="7353">
                  <c:v>0.10913519505060343</c:v>
                </c:pt>
                <c:pt idx="7354">
                  <c:v>0.10913795998863077</c:v>
                </c:pt>
                <c:pt idx="7355">
                  <c:v>0.10915375351683738</c:v>
                </c:pt>
                <c:pt idx="7356">
                  <c:v>0.10916422582667511</c:v>
                </c:pt>
                <c:pt idx="7357">
                  <c:v>0.10917318037702649</c:v>
                </c:pt>
                <c:pt idx="7358">
                  <c:v>0.10917942123191984</c:v>
                </c:pt>
                <c:pt idx="7359">
                  <c:v>0.10918919310230764</c:v>
                </c:pt>
                <c:pt idx="7360">
                  <c:v>0.1091893416325133</c:v>
                </c:pt>
                <c:pt idx="7361">
                  <c:v>0.10919775295271827</c:v>
                </c:pt>
                <c:pt idx="7362">
                  <c:v>0.10919978709325467</c:v>
                </c:pt>
                <c:pt idx="7363">
                  <c:v>0.10920409175268624</c:v>
                </c:pt>
                <c:pt idx="7364">
                  <c:v>0.10921430739885345</c:v>
                </c:pt>
                <c:pt idx="7365">
                  <c:v>0.10921636260032692</c:v>
                </c:pt>
                <c:pt idx="7366">
                  <c:v>0.10922766370218649</c:v>
                </c:pt>
                <c:pt idx="7367">
                  <c:v>0.10923734058223836</c:v>
                </c:pt>
                <c:pt idx="7368">
                  <c:v>0.10924911107943044</c:v>
                </c:pt>
                <c:pt idx="7369">
                  <c:v>0.10925364037618968</c:v>
                </c:pt>
                <c:pt idx="7370">
                  <c:v>0.10925758441241959</c:v>
                </c:pt>
                <c:pt idx="7371">
                  <c:v>0.1092644499562839</c:v>
                </c:pt>
                <c:pt idx="7372">
                  <c:v>0.10926580797737732</c:v>
                </c:pt>
                <c:pt idx="7373">
                  <c:v>0.10929101146473245</c:v>
                </c:pt>
                <c:pt idx="7374">
                  <c:v>0.10929904549107392</c:v>
                </c:pt>
                <c:pt idx="7375">
                  <c:v>0.10930036792300718</c:v>
                </c:pt>
                <c:pt idx="7376">
                  <c:v>0.10930470123352806</c:v>
                </c:pt>
                <c:pt idx="7377">
                  <c:v>0.10932920645556492</c:v>
                </c:pt>
                <c:pt idx="7378">
                  <c:v>0.10933224754362794</c:v>
                </c:pt>
                <c:pt idx="7379">
                  <c:v>0.10934279049825252</c:v>
                </c:pt>
                <c:pt idx="7380">
                  <c:v>0.10934366806652937</c:v>
                </c:pt>
                <c:pt idx="7381">
                  <c:v>0.10937388480287952</c:v>
                </c:pt>
                <c:pt idx="7382">
                  <c:v>0.10941199704186721</c:v>
                </c:pt>
                <c:pt idx="7383">
                  <c:v>0.10941729929829704</c:v>
                </c:pt>
                <c:pt idx="7384">
                  <c:v>0.10942745353829678</c:v>
                </c:pt>
                <c:pt idx="7385">
                  <c:v>0.10943023057677013</c:v>
                </c:pt>
                <c:pt idx="7386">
                  <c:v>0.10944825129762116</c:v>
                </c:pt>
                <c:pt idx="7387">
                  <c:v>0.10946140312954028</c:v>
                </c:pt>
                <c:pt idx="7388">
                  <c:v>0.10946436680758098</c:v>
                </c:pt>
                <c:pt idx="7389">
                  <c:v>0.1094922867738379</c:v>
                </c:pt>
                <c:pt idx="7390">
                  <c:v>0.1094940109649688</c:v>
                </c:pt>
                <c:pt idx="7391">
                  <c:v>0.10949786874634758</c:v>
                </c:pt>
                <c:pt idx="7392">
                  <c:v>0.10950457819933063</c:v>
                </c:pt>
                <c:pt idx="7393">
                  <c:v>0.10952736815577077</c:v>
                </c:pt>
                <c:pt idx="7394">
                  <c:v>0.10952983837732655</c:v>
                </c:pt>
                <c:pt idx="7395">
                  <c:v>0.10953642927385943</c:v>
                </c:pt>
                <c:pt idx="7396">
                  <c:v>0.1095478398165854</c:v>
                </c:pt>
                <c:pt idx="7397">
                  <c:v>0.10955065629597585</c:v>
                </c:pt>
                <c:pt idx="7398">
                  <c:v>0.10955483586432918</c:v>
                </c:pt>
                <c:pt idx="7399">
                  <c:v>0.10955494078181365</c:v>
                </c:pt>
                <c:pt idx="7400">
                  <c:v>0.10955538326951086</c:v>
                </c:pt>
                <c:pt idx="7401">
                  <c:v>0.10955655720890235</c:v>
                </c:pt>
                <c:pt idx="7402">
                  <c:v>0.10956951874461952</c:v>
                </c:pt>
                <c:pt idx="7403">
                  <c:v>0.10957950967515044</c:v>
                </c:pt>
                <c:pt idx="7404">
                  <c:v>0.10958015350369378</c:v>
                </c:pt>
                <c:pt idx="7405">
                  <c:v>0.10958098743566365</c:v>
                </c:pt>
                <c:pt idx="7406">
                  <c:v>0.10959615094449464</c:v>
                </c:pt>
                <c:pt idx="7407">
                  <c:v>0.10960678525582211</c:v>
                </c:pt>
                <c:pt idx="7408">
                  <c:v>0.10961905279680283</c:v>
                </c:pt>
                <c:pt idx="7409">
                  <c:v>0.10964306595584927</c:v>
                </c:pt>
                <c:pt idx="7410">
                  <c:v>0.10964960274661949</c:v>
                </c:pt>
                <c:pt idx="7411">
                  <c:v>0.10965693985750471</c:v>
                </c:pt>
                <c:pt idx="7412">
                  <c:v>0.10967174053738245</c:v>
                </c:pt>
                <c:pt idx="7413">
                  <c:v>0.10969710677924785</c:v>
                </c:pt>
                <c:pt idx="7414">
                  <c:v>0.1096976527247296</c:v>
                </c:pt>
                <c:pt idx="7415">
                  <c:v>0.1096979764864939</c:v>
                </c:pt>
                <c:pt idx="7416">
                  <c:v>0.10970176190094987</c:v>
                </c:pt>
                <c:pt idx="7417">
                  <c:v>0.10971133818371727</c:v>
                </c:pt>
                <c:pt idx="7418">
                  <c:v>0.10972464697787744</c:v>
                </c:pt>
                <c:pt idx="7419">
                  <c:v>0.10972746001379981</c:v>
                </c:pt>
                <c:pt idx="7420">
                  <c:v>0.1097486168004919</c:v>
                </c:pt>
                <c:pt idx="7421">
                  <c:v>0.10974996070039338</c:v>
                </c:pt>
                <c:pt idx="7422">
                  <c:v>0.10975010580622908</c:v>
                </c:pt>
                <c:pt idx="7423">
                  <c:v>0.10975415743180626</c:v>
                </c:pt>
                <c:pt idx="7424">
                  <c:v>0.10975947653311775</c:v>
                </c:pt>
                <c:pt idx="7425">
                  <c:v>0.10976861737275355</c:v>
                </c:pt>
                <c:pt idx="7426">
                  <c:v>0.10978725913685849</c:v>
                </c:pt>
                <c:pt idx="7427">
                  <c:v>0.10982751487225381</c:v>
                </c:pt>
                <c:pt idx="7428">
                  <c:v>0.10983673452500591</c:v>
                </c:pt>
                <c:pt idx="7429">
                  <c:v>0.10984201414478717</c:v>
                </c:pt>
                <c:pt idx="7430">
                  <c:v>0.10984973989958055</c:v>
                </c:pt>
                <c:pt idx="7431">
                  <c:v>0.10985395759119954</c:v>
                </c:pt>
                <c:pt idx="7432">
                  <c:v>0.10985904063648554</c:v>
                </c:pt>
                <c:pt idx="7433">
                  <c:v>0.10988270797540677</c:v>
                </c:pt>
                <c:pt idx="7434">
                  <c:v>0.10990150096491857</c:v>
                </c:pt>
                <c:pt idx="7435">
                  <c:v>0.10990512110953322</c:v>
                </c:pt>
                <c:pt idx="7436">
                  <c:v>0.10992137767404635</c:v>
                </c:pt>
                <c:pt idx="7437">
                  <c:v>0.1099267671310744</c:v>
                </c:pt>
                <c:pt idx="7438">
                  <c:v>0.10994387372904427</c:v>
                </c:pt>
                <c:pt idx="7439">
                  <c:v>0.10995918341419415</c:v>
                </c:pt>
                <c:pt idx="7440">
                  <c:v>0.10997052774777424</c:v>
                </c:pt>
                <c:pt idx="7441">
                  <c:v>0.10997417737450313</c:v>
                </c:pt>
                <c:pt idx="7442">
                  <c:v>0.11000486571852582</c:v>
                </c:pt>
                <c:pt idx="7443">
                  <c:v>0.11001163336672831</c:v>
                </c:pt>
                <c:pt idx="7444">
                  <c:v>0.11002477664460052</c:v>
                </c:pt>
                <c:pt idx="7445">
                  <c:v>0.11002702757072369</c:v>
                </c:pt>
                <c:pt idx="7446">
                  <c:v>0.11002795665645086</c:v>
                </c:pt>
                <c:pt idx="7447">
                  <c:v>0.11003017496659935</c:v>
                </c:pt>
                <c:pt idx="7448">
                  <c:v>0.11003430949324888</c:v>
                </c:pt>
                <c:pt idx="7449">
                  <c:v>0.11003701812078576</c:v>
                </c:pt>
                <c:pt idx="7450">
                  <c:v>0.11004856599695854</c:v>
                </c:pt>
                <c:pt idx="7451">
                  <c:v>0.11004887726641208</c:v>
                </c:pt>
                <c:pt idx="7452">
                  <c:v>0.11005106211917796</c:v>
                </c:pt>
                <c:pt idx="7453">
                  <c:v>0.11005849354730811</c:v>
                </c:pt>
                <c:pt idx="7454">
                  <c:v>0.11005883609905173</c:v>
                </c:pt>
                <c:pt idx="7455">
                  <c:v>0.11007971117682853</c:v>
                </c:pt>
                <c:pt idx="7456">
                  <c:v>0.11008182051608842</c:v>
                </c:pt>
                <c:pt idx="7457">
                  <c:v>0.11009181748167732</c:v>
                </c:pt>
                <c:pt idx="7458">
                  <c:v>0.11009254675441479</c:v>
                </c:pt>
                <c:pt idx="7459">
                  <c:v>0.1100975444097365</c:v>
                </c:pt>
                <c:pt idx="7460">
                  <c:v>0.11011689625713958</c:v>
                </c:pt>
                <c:pt idx="7461">
                  <c:v>0.11013081383600096</c:v>
                </c:pt>
                <c:pt idx="7462">
                  <c:v>0.11014672329425011</c:v>
                </c:pt>
                <c:pt idx="7463">
                  <c:v>0.11015136805660639</c:v>
                </c:pt>
                <c:pt idx="7464">
                  <c:v>0.11015377851085743</c:v>
                </c:pt>
                <c:pt idx="7465">
                  <c:v>0.11015740643467054</c:v>
                </c:pt>
                <c:pt idx="7466">
                  <c:v>0.11016622344695159</c:v>
                </c:pt>
                <c:pt idx="7467">
                  <c:v>0.11018205602728506</c:v>
                </c:pt>
                <c:pt idx="7468">
                  <c:v>0.11018441512922013</c:v>
                </c:pt>
                <c:pt idx="7469">
                  <c:v>0.11020698706338142</c:v>
                </c:pt>
                <c:pt idx="7470">
                  <c:v>0.11021556093949512</c:v>
                </c:pt>
                <c:pt idx="7471">
                  <c:v>0.11021889093335521</c:v>
                </c:pt>
                <c:pt idx="7472">
                  <c:v>0.11023839170117293</c:v>
                </c:pt>
                <c:pt idx="7473">
                  <c:v>0.11024062266346149</c:v>
                </c:pt>
                <c:pt idx="7474">
                  <c:v>0.11027864707768698</c:v>
                </c:pt>
                <c:pt idx="7475">
                  <c:v>0.11028154482248861</c:v>
                </c:pt>
                <c:pt idx="7476">
                  <c:v>0.11028878753749007</c:v>
                </c:pt>
                <c:pt idx="7477">
                  <c:v>0.11029144916754237</c:v>
                </c:pt>
                <c:pt idx="7478">
                  <c:v>0.11030192210330404</c:v>
                </c:pt>
                <c:pt idx="7479">
                  <c:v>0.11030907136961553</c:v>
                </c:pt>
                <c:pt idx="7480">
                  <c:v>0.11030992195513734</c:v>
                </c:pt>
                <c:pt idx="7481">
                  <c:v>0.11031059739981273</c:v>
                </c:pt>
                <c:pt idx="7482">
                  <c:v>0.11032335892735061</c:v>
                </c:pt>
                <c:pt idx="7483">
                  <c:v>0.11033201632759838</c:v>
                </c:pt>
                <c:pt idx="7484">
                  <c:v>0.11033501117745241</c:v>
                </c:pt>
                <c:pt idx="7485">
                  <c:v>0.11034363620403242</c:v>
                </c:pt>
                <c:pt idx="7486">
                  <c:v>0.11034450078978501</c:v>
                </c:pt>
                <c:pt idx="7487">
                  <c:v>0.11035946738837263</c:v>
                </c:pt>
                <c:pt idx="7488">
                  <c:v>0.11036347279910531</c:v>
                </c:pt>
                <c:pt idx="7489">
                  <c:v>0.1103726332178656</c:v>
                </c:pt>
                <c:pt idx="7490">
                  <c:v>0.11037631052230347</c:v>
                </c:pt>
                <c:pt idx="7491">
                  <c:v>0.11037734242247085</c:v>
                </c:pt>
                <c:pt idx="7492">
                  <c:v>0.11038379392487285</c:v>
                </c:pt>
                <c:pt idx="7493">
                  <c:v>0.11040894966660689</c:v>
                </c:pt>
                <c:pt idx="7494">
                  <c:v>0.11042119121695029</c:v>
                </c:pt>
                <c:pt idx="7495">
                  <c:v>0.11043175942317102</c:v>
                </c:pt>
                <c:pt idx="7496">
                  <c:v>0.11044396632292328</c:v>
                </c:pt>
                <c:pt idx="7497">
                  <c:v>0.11046686786796951</c:v>
                </c:pt>
                <c:pt idx="7498">
                  <c:v>0.11046878785550288</c:v>
                </c:pt>
                <c:pt idx="7499">
                  <c:v>0.1104692252393753</c:v>
                </c:pt>
                <c:pt idx="7500">
                  <c:v>0.11048876828534911</c:v>
                </c:pt>
                <c:pt idx="7501">
                  <c:v>0.11052974872369865</c:v>
                </c:pt>
                <c:pt idx="7502">
                  <c:v>0.11053546976588359</c:v>
                </c:pt>
                <c:pt idx="7503">
                  <c:v>0.11054132857920497</c:v>
                </c:pt>
                <c:pt idx="7504">
                  <c:v>0.11055088050387857</c:v>
                </c:pt>
                <c:pt idx="7505">
                  <c:v>0.11055752726481426</c:v>
                </c:pt>
                <c:pt idx="7506">
                  <c:v>0.11057054532453582</c:v>
                </c:pt>
                <c:pt idx="7507">
                  <c:v>0.11058941594446225</c:v>
                </c:pt>
                <c:pt idx="7508">
                  <c:v>0.11060339036692425</c:v>
                </c:pt>
                <c:pt idx="7509">
                  <c:v>0.11060545127185387</c:v>
                </c:pt>
                <c:pt idx="7510">
                  <c:v>0.11060974262541286</c:v>
                </c:pt>
                <c:pt idx="7511">
                  <c:v>0.1106100003424626</c:v>
                </c:pt>
                <c:pt idx="7512">
                  <c:v>0.11061201489420461</c:v>
                </c:pt>
                <c:pt idx="7513">
                  <c:v>0.1106133217377786</c:v>
                </c:pt>
                <c:pt idx="7514">
                  <c:v>0.11061668120346034</c:v>
                </c:pt>
                <c:pt idx="7515">
                  <c:v>0.11062927089599739</c:v>
                </c:pt>
                <c:pt idx="7516">
                  <c:v>0.11063639346965946</c:v>
                </c:pt>
                <c:pt idx="7517">
                  <c:v>0.11064041739522039</c:v>
                </c:pt>
                <c:pt idx="7518">
                  <c:v>0.11064502890869625</c:v>
                </c:pt>
                <c:pt idx="7519">
                  <c:v>0.110646099629228</c:v>
                </c:pt>
                <c:pt idx="7520">
                  <c:v>0.11064813346043424</c:v>
                </c:pt>
                <c:pt idx="7521">
                  <c:v>0.11067178852844065</c:v>
                </c:pt>
                <c:pt idx="7522">
                  <c:v>0.11067289549754604</c:v>
                </c:pt>
                <c:pt idx="7523">
                  <c:v>0.11068264208635238</c:v>
                </c:pt>
                <c:pt idx="7524">
                  <c:v>0.11070262916646291</c:v>
                </c:pt>
                <c:pt idx="7525">
                  <c:v>0.11072117059615785</c:v>
                </c:pt>
                <c:pt idx="7526">
                  <c:v>0.11072193941447819</c:v>
                </c:pt>
                <c:pt idx="7527">
                  <c:v>0.11073422621028857</c:v>
                </c:pt>
                <c:pt idx="7528">
                  <c:v>0.11073732610322243</c:v>
                </c:pt>
                <c:pt idx="7529">
                  <c:v>0.11074290522707593</c:v>
                </c:pt>
                <c:pt idx="7530">
                  <c:v>0.11077021364524529</c:v>
                </c:pt>
                <c:pt idx="7531">
                  <c:v>0.11078246847949509</c:v>
                </c:pt>
                <c:pt idx="7532">
                  <c:v>0.11078250133379818</c:v>
                </c:pt>
                <c:pt idx="7533">
                  <c:v>0.11079105488731254</c:v>
                </c:pt>
                <c:pt idx="7534">
                  <c:v>0.11079817798155192</c:v>
                </c:pt>
                <c:pt idx="7535">
                  <c:v>0.11080669137490734</c:v>
                </c:pt>
                <c:pt idx="7536">
                  <c:v>0.11082491242493839</c:v>
                </c:pt>
                <c:pt idx="7537">
                  <c:v>0.11082961016738491</c:v>
                </c:pt>
                <c:pt idx="7538">
                  <c:v>0.1108319044477878</c:v>
                </c:pt>
                <c:pt idx="7539">
                  <c:v>0.11083959081900202</c:v>
                </c:pt>
                <c:pt idx="7540">
                  <c:v>0.11085554830215204</c:v>
                </c:pt>
                <c:pt idx="7541">
                  <c:v>0.11087570084139357</c:v>
                </c:pt>
                <c:pt idx="7542">
                  <c:v>0.11087976608125973</c:v>
                </c:pt>
                <c:pt idx="7543">
                  <c:v>0.11089399356573622</c:v>
                </c:pt>
                <c:pt idx="7544">
                  <c:v>0.11091285726462687</c:v>
                </c:pt>
                <c:pt idx="7545">
                  <c:v>0.11091782432061079</c:v>
                </c:pt>
                <c:pt idx="7546">
                  <c:v>0.11092072419754409</c:v>
                </c:pt>
                <c:pt idx="7547">
                  <c:v>0.11092303531934886</c:v>
                </c:pt>
                <c:pt idx="7548">
                  <c:v>0.11092669441534546</c:v>
                </c:pt>
                <c:pt idx="7549">
                  <c:v>0.11092742670428322</c:v>
                </c:pt>
                <c:pt idx="7550">
                  <c:v>0.11096442454254293</c:v>
                </c:pt>
                <c:pt idx="7551">
                  <c:v>0.11097782856855228</c:v>
                </c:pt>
                <c:pt idx="7552">
                  <c:v>0.11098005047467964</c:v>
                </c:pt>
                <c:pt idx="7553">
                  <c:v>0.11098062516731495</c:v>
                </c:pt>
                <c:pt idx="7554">
                  <c:v>0.11098880899371213</c:v>
                </c:pt>
                <c:pt idx="7555">
                  <c:v>0.11101914992584556</c:v>
                </c:pt>
                <c:pt idx="7556">
                  <c:v>0.11102331163542783</c:v>
                </c:pt>
                <c:pt idx="7557">
                  <c:v>0.11105493436893613</c:v>
                </c:pt>
                <c:pt idx="7558">
                  <c:v>0.11105502274329365</c:v>
                </c:pt>
                <c:pt idx="7559">
                  <c:v>0.11105610661702606</c:v>
                </c:pt>
                <c:pt idx="7560">
                  <c:v>0.11106427009412603</c:v>
                </c:pt>
                <c:pt idx="7561">
                  <c:v>0.111081479307406</c:v>
                </c:pt>
                <c:pt idx="7562">
                  <c:v>0.11108552308061276</c:v>
                </c:pt>
                <c:pt idx="7563">
                  <c:v>0.11108705279173196</c:v>
                </c:pt>
                <c:pt idx="7564">
                  <c:v>0.11109313522582079</c:v>
                </c:pt>
                <c:pt idx="7565">
                  <c:v>0.11110302122812978</c:v>
                </c:pt>
                <c:pt idx="7566">
                  <c:v>0.11110530400970373</c:v>
                </c:pt>
                <c:pt idx="7567">
                  <c:v>0.11110572012059061</c:v>
                </c:pt>
                <c:pt idx="7568">
                  <c:v>0.11111157519409945</c:v>
                </c:pt>
                <c:pt idx="7569">
                  <c:v>0.11112653943050549</c:v>
                </c:pt>
                <c:pt idx="7570">
                  <c:v>0.11113464026926138</c:v>
                </c:pt>
                <c:pt idx="7571">
                  <c:v>0.11113620710590948</c:v>
                </c:pt>
                <c:pt idx="7572">
                  <c:v>0.11114403041338958</c:v>
                </c:pt>
                <c:pt idx="7573">
                  <c:v>0.11115400376545632</c:v>
                </c:pt>
                <c:pt idx="7574">
                  <c:v>0.11115876111470514</c:v>
                </c:pt>
                <c:pt idx="7575">
                  <c:v>0.11116225816516398</c:v>
                </c:pt>
                <c:pt idx="7576">
                  <c:v>0.11116237715791101</c:v>
                </c:pt>
                <c:pt idx="7577">
                  <c:v>0.11116680283949112</c:v>
                </c:pt>
                <c:pt idx="7578">
                  <c:v>0.11117447671147941</c:v>
                </c:pt>
                <c:pt idx="7579">
                  <c:v>0.11117791062351892</c:v>
                </c:pt>
                <c:pt idx="7580">
                  <c:v>0.11117996035306134</c:v>
                </c:pt>
                <c:pt idx="7581">
                  <c:v>0.11120391674904376</c:v>
                </c:pt>
                <c:pt idx="7582">
                  <c:v>0.11120878096879246</c:v>
                </c:pt>
                <c:pt idx="7583">
                  <c:v>0.11120882606962341</c:v>
                </c:pt>
                <c:pt idx="7584">
                  <c:v>0.11121354064191637</c:v>
                </c:pt>
                <c:pt idx="7585">
                  <c:v>0.11121532173565543</c:v>
                </c:pt>
                <c:pt idx="7586">
                  <c:v>0.11123003216031649</c:v>
                </c:pt>
                <c:pt idx="7587">
                  <c:v>0.11124590565850721</c:v>
                </c:pt>
                <c:pt idx="7588">
                  <c:v>0.11124733988199478</c:v>
                </c:pt>
                <c:pt idx="7589">
                  <c:v>0.11125341438990677</c:v>
                </c:pt>
                <c:pt idx="7590">
                  <c:v>0.11126791893519626</c:v>
                </c:pt>
                <c:pt idx="7591">
                  <c:v>0.11128016305644418</c:v>
                </c:pt>
                <c:pt idx="7592">
                  <c:v>0.11128749504652435</c:v>
                </c:pt>
                <c:pt idx="7593">
                  <c:v>0.11129197646625247</c:v>
                </c:pt>
                <c:pt idx="7594">
                  <c:v>0.11130349936212247</c:v>
                </c:pt>
                <c:pt idx="7595">
                  <c:v>0.11130966465351723</c:v>
                </c:pt>
                <c:pt idx="7596">
                  <c:v>0.11131219010167072</c:v>
                </c:pt>
                <c:pt idx="7597">
                  <c:v>0.11131885382862187</c:v>
                </c:pt>
                <c:pt idx="7598">
                  <c:v>0.11132717923636624</c:v>
                </c:pt>
                <c:pt idx="7599">
                  <c:v>0.11133111649818873</c:v>
                </c:pt>
                <c:pt idx="7600">
                  <c:v>0.11133207247675628</c:v>
                </c:pt>
                <c:pt idx="7601">
                  <c:v>0.11133252946347168</c:v>
                </c:pt>
                <c:pt idx="7602">
                  <c:v>0.11134420006186817</c:v>
                </c:pt>
                <c:pt idx="7603">
                  <c:v>0.11134540079397094</c:v>
                </c:pt>
                <c:pt idx="7604">
                  <c:v>0.11136220772473103</c:v>
                </c:pt>
                <c:pt idx="7605">
                  <c:v>0.11137147304929421</c:v>
                </c:pt>
                <c:pt idx="7606">
                  <c:v>0.11137922583023428</c:v>
                </c:pt>
                <c:pt idx="7607">
                  <c:v>0.11138253852623124</c:v>
                </c:pt>
                <c:pt idx="7608">
                  <c:v>0.11139819519110011</c:v>
                </c:pt>
                <c:pt idx="7609">
                  <c:v>0.11141683113638619</c:v>
                </c:pt>
                <c:pt idx="7610">
                  <c:v>0.11142665851528821</c:v>
                </c:pt>
                <c:pt idx="7611">
                  <c:v>0.11142795321839281</c:v>
                </c:pt>
                <c:pt idx="7612">
                  <c:v>0.111431631877252</c:v>
                </c:pt>
                <c:pt idx="7613">
                  <c:v>0.11143654911519667</c:v>
                </c:pt>
                <c:pt idx="7614">
                  <c:v>0.11144277647936737</c:v>
                </c:pt>
                <c:pt idx="7615">
                  <c:v>0.11145179809470694</c:v>
                </c:pt>
                <c:pt idx="7616">
                  <c:v>0.11148275218689103</c:v>
                </c:pt>
                <c:pt idx="7617">
                  <c:v>0.11148802424819783</c:v>
                </c:pt>
                <c:pt idx="7618">
                  <c:v>0.11149767977772096</c:v>
                </c:pt>
                <c:pt idx="7619">
                  <c:v>0.11150082374152077</c:v>
                </c:pt>
                <c:pt idx="7620">
                  <c:v>0.11150148047665021</c:v>
                </c:pt>
                <c:pt idx="7621">
                  <c:v>0.1115395254136845</c:v>
                </c:pt>
                <c:pt idx="7622">
                  <c:v>0.11154607196812558</c:v>
                </c:pt>
                <c:pt idx="7623">
                  <c:v>0.11154997002928424</c:v>
                </c:pt>
                <c:pt idx="7624">
                  <c:v>0.11155629961121098</c:v>
                </c:pt>
                <c:pt idx="7625">
                  <c:v>0.11155795644094776</c:v>
                </c:pt>
                <c:pt idx="7626">
                  <c:v>0.1115597266379597</c:v>
                </c:pt>
                <c:pt idx="7627">
                  <c:v>0.1115709515460773</c:v>
                </c:pt>
                <c:pt idx="7628">
                  <c:v>0.11157421876622621</c:v>
                </c:pt>
                <c:pt idx="7629">
                  <c:v>0.11159867739210488</c:v>
                </c:pt>
                <c:pt idx="7630">
                  <c:v>0.11160479967671874</c:v>
                </c:pt>
                <c:pt idx="7631">
                  <c:v>0.11161682789155206</c:v>
                </c:pt>
                <c:pt idx="7632">
                  <c:v>0.11162162522808701</c:v>
                </c:pt>
                <c:pt idx="7633">
                  <c:v>0.11162671785273341</c:v>
                </c:pt>
                <c:pt idx="7634">
                  <c:v>0.11164411271840698</c:v>
                </c:pt>
                <c:pt idx="7635">
                  <c:v>0.11164422036268631</c:v>
                </c:pt>
                <c:pt idx="7636">
                  <c:v>0.11166479444031567</c:v>
                </c:pt>
                <c:pt idx="7637">
                  <c:v>0.11167013709473289</c:v>
                </c:pt>
                <c:pt idx="7638">
                  <c:v>0.11168791725445955</c:v>
                </c:pt>
                <c:pt idx="7639">
                  <c:v>0.11168999395998408</c:v>
                </c:pt>
                <c:pt idx="7640">
                  <c:v>0.11169309669430508</c:v>
                </c:pt>
                <c:pt idx="7641">
                  <c:v>0.11169539620387593</c:v>
                </c:pt>
                <c:pt idx="7642">
                  <c:v>0.11172221402410684</c:v>
                </c:pt>
                <c:pt idx="7643">
                  <c:v>0.11173801347016422</c:v>
                </c:pt>
                <c:pt idx="7644">
                  <c:v>0.11173910738049879</c:v>
                </c:pt>
                <c:pt idx="7645">
                  <c:v>0.11174378008017352</c:v>
                </c:pt>
                <c:pt idx="7646">
                  <c:v>0.11175250206614074</c:v>
                </c:pt>
                <c:pt idx="7647">
                  <c:v>0.11175881872575325</c:v>
                </c:pt>
                <c:pt idx="7648">
                  <c:v>0.11177664141414394</c:v>
                </c:pt>
                <c:pt idx="7649">
                  <c:v>0.111780327493642</c:v>
                </c:pt>
                <c:pt idx="7650">
                  <c:v>0.11178477327159392</c:v>
                </c:pt>
                <c:pt idx="7651">
                  <c:v>0.1117868013494278</c:v>
                </c:pt>
                <c:pt idx="7652">
                  <c:v>0.11179807666330349</c:v>
                </c:pt>
                <c:pt idx="7653">
                  <c:v>0.11180079702630855</c:v>
                </c:pt>
                <c:pt idx="7654">
                  <c:v>0.11180478578366403</c:v>
                </c:pt>
                <c:pt idx="7655">
                  <c:v>0.11182892431774354</c:v>
                </c:pt>
                <c:pt idx="7656">
                  <c:v>0.11183694903470354</c:v>
                </c:pt>
                <c:pt idx="7657">
                  <c:v>0.11185979070596344</c:v>
                </c:pt>
                <c:pt idx="7658">
                  <c:v>0.11186845698270641</c:v>
                </c:pt>
                <c:pt idx="7659">
                  <c:v>0.11187639959732387</c:v>
                </c:pt>
                <c:pt idx="7660">
                  <c:v>0.11188205483284921</c:v>
                </c:pt>
                <c:pt idx="7661">
                  <c:v>0.11189124754698429</c:v>
                </c:pt>
                <c:pt idx="7662">
                  <c:v>0.11189251334853559</c:v>
                </c:pt>
                <c:pt idx="7663">
                  <c:v>0.11189281639816932</c:v>
                </c:pt>
                <c:pt idx="7664">
                  <c:v>0.111909218988183</c:v>
                </c:pt>
                <c:pt idx="7665">
                  <c:v>0.11193095789760417</c:v>
                </c:pt>
                <c:pt idx="7666">
                  <c:v>0.11195778195262258</c:v>
                </c:pt>
                <c:pt idx="7667">
                  <c:v>0.11196571987858939</c:v>
                </c:pt>
                <c:pt idx="7668">
                  <c:v>0.1119746068306898</c:v>
                </c:pt>
                <c:pt idx="7669">
                  <c:v>0.11198694867885126</c:v>
                </c:pt>
                <c:pt idx="7670">
                  <c:v>0.11199323974241206</c:v>
                </c:pt>
                <c:pt idx="7671">
                  <c:v>0.1119946809427889</c:v>
                </c:pt>
                <c:pt idx="7672">
                  <c:v>0.11199574789937437</c:v>
                </c:pt>
                <c:pt idx="7673">
                  <c:v>0.11200682192592638</c:v>
                </c:pt>
                <c:pt idx="7674">
                  <c:v>0.11203183320439236</c:v>
                </c:pt>
                <c:pt idx="7675">
                  <c:v>0.1120384720839456</c:v>
                </c:pt>
                <c:pt idx="7676">
                  <c:v>0.11205114206976793</c:v>
                </c:pt>
                <c:pt idx="7677">
                  <c:v>0.11207176254598958</c:v>
                </c:pt>
                <c:pt idx="7678">
                  <c:v>0.11207237473700084</c:v>
                </c:pt>
                <c:pt idx="7679">
                  <c:v>0.11208395828317179</c:v>
                </c:pt>
                <c:pt idx="7680">
                  <c:v>0.11209198761628537</c:v>
                </c:pt>
                <c:pt idx="7681">
                  <c:v>0.11210540800049608</c:v>
                </c:pt>
                <c:pt idx="7682">
                  <c:v>0.11212778102948832</c:v>
                </c:pt>
                <c:pt idx="7683">
                  <c:v>0.11213405848438801</c:v>
                </c:pt>
                <c:pt idx="7684">
                  <c:v>0.11216290057541824</c:v>
                </c:pt>
                <c:pt idx="7685">
                  <c:v>0.11217248484834953</c:v>
                </c:pt>
                <c:pt idx="7686">
                  <c:v>0.1121730373319343</c:v>
                </c:pt>
                <c:pt idx="7687">
                  <c:v>0.1121957530732839</c:v>
                </c:pt>
                <c:pt idx="7688">
                  <c:v>0.1122001316350052</c:v>
                </c:pt>
                <c:pt idx="7689">
                  <c:v>0.11220055161411266</c:v>
                </c:pt>
                <c:pt idx="7690">
                  <c:v>0.11222159428276189</c:v>
                </c:pt>
                <c:pt idx="7691">
                  <c:v>0.11223061946264051</c:v>
                </c:pt>
                <c:pt idx="7692">
                  <c:v>0.11223160593962414</c:v>
                </c:pt>
                <c:pt idx="7693">
                  <c:v>0.1122411625483066</c:v>
                </c:pt>
                <c:pt idx="7694">
                  <c:v>0.11224641553952225</c:v>
                </c:pt>
                <c:pt idx="7695">
                  <c:v>0.11224888950479124</c:v>
                </c:pt>
                <c:pt idx="7696">
                  <c:v>0.1122599391693246</c:v>
                </c:pt>
                <c:pt idx="7697">
                  <c:v>0.1122604507209133</c:v>
                </c:pt>
                <c:pt idx="7698">
                  <c:v>0.11226595959368905</c:v>
                </c:pt>
                <c:pt idx="7699">
                  <c:v>0.11227449381890112</c:v>
                </c:pt>
                <c:pt idx="7700">
                  <c:v>0.11229142059760532</c:v>
                </c:pt>
                <c:pt idx="7701">
                  <c:v>0.11229210650998139</c:v>
                </c:pt>
                <c:pt idx="7702">
                  <c:v>0.1122967044019849</c:v>
                </c:pt>
                <c:pt idx="7703">
                  <c:v>0.11230120362504052</c:v>
                </c:pt>
                <c:pt idx="7704">
                  <c:v>0.11230154193923997</c:v>
                </c:pt>
                <c:pt idx="7705">
                  <c:v>0.11231193021223669</c:v>
                </c:pt>
                <c:pt idx="7706">
                  <c:v>0.11233607382786127</c:v>
                </c:pt>
                <c:pt idx="7707">
                  <c:v>0.11235307727004348</c:v>
                </c:pt>
                <c:pt idx="7708">
                  <c:v>0.11235996150068951</c:v>
                </c:pt>
                <c:pt idx="7709">
                  <c:v>0.11237485638517632</c:v>
                </c:pt>
                <c:pt idx="7710">
                  <c:v>0.11238162679512972</c:v>
                </c:pt>
                <c:pt idx="7711">
                  <c:v>0.11239021775610443</c:v>
                </c:pt>
                <c:pt idx="7712">
                  <c:v>0.11241598334722352</c:v>
                </c:pt>
                <c:pt idx="7713">
                  <c:v>0.11243129239683669</c:v>
                </c:pt>
                <c:pt idx="7714">
                  <c:v>0.112446336287491</c:v>
                </c:pt>
                <c:pt idx="7715">
                  <c:v>0.11248192129648167</c:v>
                </c:pt>
                <c:pt idx="7716">
                  <c:v>0.11248532153147237</c:v>
                </c:pt>
                <c:pt idx="7717">
                  <c:v>0.11248819301494632</c:v>
                </c:pt>
                <c:pt idx="7718">
                  <c:v>0.11248870605139866</c:v>
                </c:pt>
                <c:pt idx="7719">
                  <c:v>0.11249863178460238</c:v>
                </c:pt>
                <c:pt idx="7720">
                  <c:v>0.11250350441493626</c:v>
                </c:pt>
                <c:pt idx="7721">
                  <c:v>0.1125042135227579</c:v>
                </c:pt>
                <c:pt idx="7722">
                  <c:v>0.11251523640164059</c:v>
                </c:pt>
                <c:pt idx="7723">
                  <c:v>0.11251892460115308</c:v>
                </c:pt>
                <c:pt idx="7724">
                  <c:v>0.11253547459264064</c:v>
                </c:pt>
                <c:pt idx="7725">
                  <c:v>0.11253809616846006</c:v>
                </c:pt>
                <c:pt idx="7726">
                  <c:v>0.11256339901139806</c:v>
                </c:pt>
                <c:pt idx="7727">
                  <c:v>0.11256399797613767</c:v>
                </c:pt>
                <c:pt idx="7728">
                  <c:v>0.11257327553475695</c:v>
                </c:pt>
                <c:pt idx="7729">
                  <c:v>0.11263066944639437</c:v>
                </c:pt>
                <c:pt idx="7730">
                  <c:v>0.11265093460182364</c:v>
                </c:pt>
                <c:pt idx="7731">
                  <c:v>0.11265207048513419</c:v>
                </c:pt>
                <c:pt idx="7732">
                  <c:v>0.11265843946578444</c:v>
                </c:pt>
                <c:pt idx="7733">
                  <c:v>0.1126711931881156</c:v>
                </c:pt>
                <c:pt idx="7734">
                  <c:v>0.11267391510378079</c:v>
                </c:pt>
                <c:pt idx="7735">
                  <c:v>0.11268786438277893</c:v>
                </c:pt>
                <c:pt idx="7736">
                  <c:v>0.11269133172161999</c:v>
                </c:pt>
                <c:pt idx="7737">
                  <c:v>0.11269426764900502</c:v>
                </c:pt>
                <c:pt idx="7738">
                  <c:v>0.11269982051114047</c:v>
                </c:pt>
                <c:pt idx="7739">
                  <c:v>0.11270194338612397</c:v>
                </c:pt>
                <c:pt idx="7740">
                  <c:v>0.11270503619623638</c:v>
                </c:pt>
                <c:pt idx="7741">
                  <c:v>0.11270829608416749</c:v>
                </c:pt>
                <c:pt idx="7742">
                  <c:v>0.11270936859628634</c:v>
                </c:pt>
                <c:pt idx="7743">
                  <c:v>0.11272006365276634</c:v>
                </c:pt>
                <c:pt idx="7744">
                  <c:v>0.11272752706683199</c:v>
                </c:pt>
                <c:pt idx="7745">
                  <c:v>0.11272848345593815</c:v>
                </c:pt>
                <c:pt idx="7746">
                  <c:v>0.11274824986947243</c:v>
                </c:pt>
                <c:pt idx="7747">
                  <c:v>0.11275722658093147</c:v>
                </c:pt>
                <c:pt idx="7748">
                  <c:v>0.11276612861651558</c:v>
                </c:pt>
                <c:pt idx="7749">
                  <c:v>0.11276666256475058</c:v>
                </c:pt>
                <c:pt idx="7750">
                  <c:v>0.11277125052074666</c:v>
                </c:pt>
                <c:pt idx="7751">
                  <c:v>0.1127738811827264</c:v>
                </c:pt>
                <c:pt idx="7752">
                  <c:v>0.11278003930588264</c:v>
                </c:pt>
                <c:pt idx="7753">
                  <c:v>0.11278366383140229</c:v>
                </c:pt>
                <c:pt idx="7754">
                  <c:v>0.11279261571360677</c:v>
                </c:pt>
                <c:pt idx="7755">
                  <c:v>0.11279840197424164</c:v>
                </c:pt>
                <c:pt idx="7756">
                  <c:v>0.11280028248463791</c:v>
                </c:pt>
                <c:pt idx="7757">
                  <c:v>0.11282954115758605</c:v>
                </c:pt>
                <c:pt idx="7758">
                  <c:v>0.11285330006272475</c:v>
                </c:pt>
                <c:pt idx="7759">
                  <c:v>0.11285694249370325</c:v>
                </c:pt>
                <c:pt idx="7760">
                  <c:v>0.112859778584358</c:v>
                </c:pt>
                <c:pt idx="7761">
                  <c:v>0.11286874672825728</c:v>
                </c:pt>
                <c:pt idx="7762">
                  <c:v>0.11287020390380441</c:v>
                </c:pt>
                <c:pt idx="7763">
                  <c:v>0.1128797898154176</c:v>
                </c:pt>
                <c:pt idx="7764">
                  <c:v>0.11288600721641959</c:v>
                </c:pt>
                <c:pt idx="7765">
                  <c:v>0.11289370105429798</c:v>
                </c:pt>
                <c:pt idx="7766">
                  <c:v>0.11290921855276753</c:v>
                </c:pt>
                <c:pt idx="7767">
                  <c:v>0.11292505682750317</c:v>
                </c:pt>
                <c:pt idx="7768">
                  <c:v>0.11292684446986533</c:v>
                </c:pt>
                <c:pt idx="7769">
                  <c:v>0.11293158657459454</c:v>
                </c:pt>
                <c:pt idx="7770">
                  <c:v>0.11293270156142064</c:v>
                </c:pt>
                <c:pt idx="7771">
                  <c:v>0.11294458701773151</c:v>
                </c:pt>
                <c:pt idx="7772">
                  <c:v>0.11295828195205689</c:v>
                </c:pt>
                <c:pt idx="7773">
                  <c:v>0.11296849748381887</c:v>
                </c:pt>
                <c:pt idx="7774">
                  <c:v>0.11297785353182223</c:v>
                </c:pt>
                <c:pt idx="7775">
                  <c:v>0.11297804774665977</c:v>
                </c:pt>
                <c:pt idx="7776">
                  <c:v>0.11297998338415771</c:v>
                </c:pt>
                <c:pt idx="7777">
                  <c:v>0.11299317972323307</c:v>
                </c:pt>
                <c:pt idx="7778">
                  <c:v>0.11302174000703696</c:v>
                </c:pt>
                <c:pt idx="7779">
                  <c:v>0.11303406206004465</c:v>
                </c:pt>
                <c:pt idx="7780">
                  <c:v>0.1130394056983767</c:v>
                </c:pt>
                <c:pt idx="7781">
                  <c:v>0.11305194279436528</c:v>
                </c:pt>
                <c:pt idx="7782">
                  <c:v>0.11307387777309345</c:v>
                </c:pt>
                <c:pt idx="7783">
                  <c:v>0.11307845799314378</c:v>
                </c:pt>
                <c:pt idx="7784">
                  <c:v>0.11308924030797202</c:v>
                </c:pt>
                <c:pt idx="7785">
                  <c:v>0.1131167470732615</c:v>
                </c:pt>
                <c:pt idx="7786">
                  <c:v>0.11311682371518132</c:v>
                </c:pt>
                <c:pt idx="7787">
                  <c:v>0.11311823511561327</c:v>
                </c:pt>
                <c:pt idx="7788">
                  <c:v>0.11312509244576949</c:v>
                </c:pt>
                <c:pt idx="7789">
                  <c:v>0.11314424675865414</c:v>
                </c:pt>
                <c:pt idx="7790">
                  <c:v>0.11316302900702387</c:v>
                </c:pt>
                <c:pt idx="7791">
                  <c:v>0.11316497549455498</c:v>
                </c:pt>
                <c:pt idx="7792">
                  <c:v>0.11317073345989062</c:v>
                </c:pt>
                <c:pt idx="7793">
                  <c:v>0.11318778419525473</c:v>
                </c:pt>
                <c:pt idx="7794">
                  <c:v>0.11319003204436857</c:v>
                </c:pt>
                <c:pt idx="7795">
                  <c:v>0.11320232109068019</c:v>
                </c:pt>
                <c:pt idx="7796">
                  <c:v>0.11321559007243984</c:v>
                </c:pt>
                <c:pt idx="7797">
                  <c:v>0.11322119057045779</c:v>
                </c:pt>
                <c:pt idx="7798">
                  <c:v>0.11323780515929341</c:v>
                </c:pt>
                <c:pt idx="7799">
                  <c:v>0.11324168101308243</c:v>
                </c:pt>
                <c:pt idx="7800">
                  <c:v>0.11325546213479724</c:v>
                </c:pt>
                <c:pt idx="7801">
                  <c:v>0.11325943511960493</c:v>
                </c:pt>
                <c:pt idx="7802">
                  <c:v>0.11326330674920393</c:v>
                </c:pt>
                <c:pt idx="7803">
                  <c:v>0.11328713487939721</c:v>
                </c:pt>
                <c:pt idx="7804">
                  <c:v>0.11329935797171052</c:v>
                </c:pt>
                <c:pt idx="7805">
                  <c:v>0.11330201781673223</c:v>
                </c:pt>
                <c:pt idx="7806">
                  <c:v>0.11330570113622238</c:v>
                </c:pt>
                <c:pt idx="7807">
                  <c:v>0.11333904734737089</c:v>
                </c:pt>
                <c:pt idx="7808">
                  <c:v>0.11335887856562267</c:v>
                </c:pt>
                <c:pt idx="7809">
                  <c:v>0.11340387267736021</c:v>
                </c:pt>
                <c:pt idx="7810">
                  <c:v>0.11340393299415065</c:v>
                </c:pt>
                <c:pt idx="7811">
                  <c:v>0.11342510245910387</c:v>
                </c:pt>
                <c:pt idx="7812">
                  <c:v>0.1134575066051806</c:v>
                </c:pt>
                <c:pt idx="7813">
                  <c:v>0.11347233041374355</c:v>
                </c:pt>
                <c:pt idx="7814">
                  <c:v>0.11349527248697019</c:v>
                </c:pt>
                <c:pt idx="7815">
                  <c:v>0.1135028618047494</c:v>
                </c:pt>
                <c:pt idx="7816">
                  <c:v>0.113518371750868</c:v>
                </c:pt>
                <c:pt idx="7817">
                  <c:v>0.1135286052225076</c:v>
                </c:pt>
                <c:pt idx="7818">
                  <c:v>0.11354025740016084</c:v>
                </c:pt>
                <c:pt idx="7819">
                  <c:v>0.11354631547113794</c:v>
                </c:pt>
                <c:pt idx="7820">
                  <c:v>0.1135681744373005</c:v>
                </c:pt>
                <c:pt idx="7821">
                  <c:v>0.11357761635854552</c:v>
                </c:pt>
                <c:pt idx="7822">
                  <c:v>0.11357940757180576</c:v>
                </c:pt>
                <c:pt idx="7823">
                  <c:v>0.11358036703847177</c:v>
                </c:pt>
                <c:pt idx="7824">
                  <c:v>0.11359132149911748</c:v>
                </c:pt>
                <c:pt idx="7825">
                  <c:v>0.11359231885263329</c:v>
                </c:pt>
                <c:pt idx="7826">
                  <c:v>0.1135926659806762</c:v>
                </c:pt>
                <c:pt idx="7827">
                  <c:v>0.11359558497815239</c:v>
                </c:pt>
                <c:pt idx="7828">
                  <c:v>0.11359610237627285</c:v>
                </c:pt>
                <c:pt idx="7829">
                  <c:v>0.11361608983471826</c:v>
                </c:pt>
                <c:pt idx="7830">
                  <c:v>0.11362090620580123</c:v>
                </c:pt>
                <c:pt idx="7831">
                  <c:v>0.11362562392172962</c:v>
                </c:pt>
                <c:pt idx="7832">
                  <c:v>0.11363001723632039</c:v>
                </c:pt>
                <c:pt idx="7833">
                  <c:v>0.11363629636276495</c:v>
                </c:pt>
                <c:pt idx="7834">
                  <c:v>0.11368475648599473</c:v>
                </c:pt>
                <c:pt idx="7835">
                  <c:v>0.11369151653254991</c:v>
                </c:pt>
                <c:pt idx="7836">
                  <c:v>0.11369666509666179</c:v>
                </c:pt>
                <c:pt idx="7837">
                  <c:v>0.11370299556360423</c:v>
                </c:pt>
                <c:pt idx="7838">
                  <c:v>0.11370538746429347</c:v>
                </c:pt>
                <c:pt idx="7839">
                  <c:v>0.11372132118693727</c:v>
                </c:pt>
                <c:pt idx="7840">
                  <c:v>0.11372383288901235</c:v>
                </c:pt>
                <c:pt idx="7841">
                  <c:v>0.11373622482403803</c:v>
                </c:pt>
                <c:pt idx="7842">
                  <c:v>0.11374793527359786</c:v>
                </c:pt>
                <c:pt idx="7843">
                  <c:v>0.11376484496048662</c:v>
                </c:pt>
                <c:pt idx="7844">
                  <c:v>0.11377874294111953</c:v>
                </c:pt>
                <c:pt idx="7845">
                  <c:v>0.1137920437043074</c:v>
                </c:pt>
                <c:pt idx="7846">
                  <c:v>0.11379646925688464</c:v>
                </c:pt>
                <c:pt idx="7847">
                  <c:v>0.11380758909229442</c:v>
                </c:pt>
                <c:pt idx="7848">
                  <c:v>0.11381257132273835</c:v>
                </c:pt>
                <c:pt idx="7849">
                  <c:v>0.11381894846278497</c:v>
                </c:pt>
                <c:pt idx="7850">
                  <c:v>0.11381961809384297</c:v>
                </c:pt>
                <c:pt idx="7851">
                  <c:v>0.1138384963122832</c:v>
                </c:pt>
                <c:pt idx="7852">
                  <c:v>0.11384588360189912</c:v>
                </c:pt>
                <c:pt idx="7853">
                  <c:v>0.11384628692188867</c:v>
                </c:pt>
                <c:pt idx="7854">
                  <c:v>0.11386192595574082</c:v>
                </c:pt>
                <c:pt idx="7855">
                  <c:v>0.11388137412456692</c:v>
                </c:pt>
                <c:pt idx="7856">
                  <c:v>0.11388971166224189</c:v>
                </c:pt>
                <c:pt idx="7857">
                  <c:v>0.11388976376578432</c:v>
                </c:pt>
                <c:pt idx="7858">
                  <c:v>0.11388993766589793</c:v>
                </c:pt>
                <c:pt idx="7859">
                  <c:v>0.11390007817038487</c:v>
                </c:pt>
                <c:pt idx="7860">
                  <c:v>0.11390282033301788</c:v>
                </c:pt>
                <c:pt idx="7861">
                  <c:v>0.11392109502703096</c:v>
                </c:pt>
                <c:pt idx="7862">
                  <c:v>0.11393016245461257</c:v>
                </c:pt>
                <c:pt idx="7863">
                  <c:v>0.11394347051603688</c:v>
                </c:pt>
                <c:pt idx="7864">
                  <c:v>0.11395680254690818</c:v>
                </c:pt>
                <c:pt idx="7865">
                  <c:v>0.11397734004083471</c:v>
                </c:pt>
                <c:pt idx="7866">
                  <c:v>0.1139789006097397</c:v>
                </c:pt>
                <c:pt idx="7867">
                  <c:v>0.11398719720441187</c:v>
                </c:pt>
                <c:pt idx="7868">
                  <c:v>0.11400353042364425</c:v>
                </c:pt>
                <c:pt idx="7869">
                  <c:v>0.11401387555825739</c:v>
                </c:pt>
                <c:pt idx="7870">
                  <c:v>0.11401987836838481</c:v>
                </c:pt>
                <c:pt idx="7871">
                  <c:v>0.11403667973188693</c:v>
                </c:pt>
                <c:pt idx="7872">
                  <c:v>0.11403973868375777</c:v>
                </c:pt>
                <c:pt idx="7873">
                  <c:v>0.11404432197855119</c:v>
                </c:pt>
                <c:pt idx="7874">
                  <c:v>0.11405628394888144</c:v>
                </c:pt>
                <c:pt idx="7875">
                  <c:v>0.11407248175124601</c:v>
                </c:pt>
                <c:pt idx="7876">
                  <c:v>0.11407356560013064</c:v>
                </c:pt>
                <c:pt idx="7877">
                  <c:v>0.11407879001990141</c:v>
                </c:pt>
                <c:pt idx="7878">
                  <c:v>0.11408966657795733</c:v>
                </c:pt>
                <c:pt idx="7879">
                  <c:v>0.11410149550839446</c:v>
                </c:pt>
                <c:pt idx="7880">
                  <c:v>0.11410594585749281</c:v>
                </c:pt>
                <c:pt idx="7881">
                  <c:v>0.11410924372894954</c:v>
                </c:pt>
                <c:pt idx="7882">
                  <c:v>0.11411369758404281</c:v>
                </c:pt>
                <c:pt idx="7883">
                  <c:v>0.11412050912283485</c:v>
                </c:pt>
                <c:pt idx="7884">
                  <c:v>0.11413153938716562</c:v>
                </c:pt>
                <c:pt idx="7885">
                  <c:v>0.11413504950953801</c:v>
                </c:pt>
                <c:pt idx="7886">
                  <c:v>0.11415609591425073</c:v>
                </c:pt>
                <c:pt idx="7887">
                  <c:v>0.11417453621850183</c:v>
                </c:pt>
                <c:pt idx="7888">
                  <c:v>0.11419646422975745</c:v>
                </c:pt>
                <c:pt idx="7889">
                  <c:v>0.11419867927283493</c:v>
                </c:pt>
                <c:pt idx="7890">
                  <c:v>0.11420129037347075</c:v>
                </c:pt>
                <c:pt idx="7891">
                  <c:v>0.11420277902732193</c:v>
                </c:pt>
                <c:pt idx="7892">
                  <c:v>0.11422119352610278</c:v>
                </c:pt>
                <c:pt idx="7893">
                  <c:v>0.11423125348126922</c:v>
                </c:pt>
                <c:pt idx="7894">
                  <c:v>0.11423332338133881</c:v>
                </c:pt>
                <c:pt idx="7895">
                  <c:v>0.11423688544145415</c:v>
                </c:pt>
                <c:pt idx="7896">
                  <c:v>0.11423949536174785</c:v>
                </c:pt>
                <c:pt idx="7897">
                  <c:v>0.11424332210242229</c:v>
                </c:pt>
                <c:pt idx="7898">
                  <c:v>0.11424912313798075</c:v>
                </c:pt>
                <c:pt idx="7899">
                  <c:v>0.11425618858963846</c:v>
                </c:pt>
                <c:pt idx="7900">
                  <c:v>0.11425852882297852</c:v>
                </c:pt>
                <c:pt idx="7901">
                  <c:v>0.11427751364069574</c:v>
                </c:pt>
                <c:pt idx="7902">
                  <c:v>0.1143160622504337</c:v>
                </c:pt>
                <c:pt idx="7903">
                  <c:v>0.11432780369230346</c:v>
                </c:pt>
                <c:pt idx="7904">
                  <c:v>0.11433038546413773</c:v>
                </c:pt>
                <c:pt idx="7905">
                  <c:v>0.11435420780803721</c:v>
                </c:pt>
                <c:pt idx="7906">
                  <c:v>0.11435421268534915</c:v>
                </c:pt>
                <c:pt idx="7907">
                  <c:v>0.11435462030514652</c:v>
                </c:pt>
                <c:pt idx="7908">
                  <c:v>0.11435510273968727</c:v>
                </c:pt>
                <c:pt idx="7909">
                  <c:v>0.11437327033161855</c:v>
                </c:pt>
                <c:pt idx="7910">
                  <c:v>0.11438619523705776</c:v>
                </c:pt>
                <c:pt idx="7911">
                  <c:v>0.11438711196041089</c:v>
                </c:pt>
                <c:pt idx="7912">
                  <c:v>0.11439050406074794</c:v>
                </c:pt>
                <c:pt idx="7913">
                  <c:v>0.11439202622404564</c:v>
                </c:pt>
                <c:pt idx="7914">
                  <c:v>0.11439921552403083</c:v>
                </c:pt>
                <c:pt idx="7915">
                  <c:v>0.11442394404398745</c:v>
                </c:pt>
                <c:pt idx="7916">
                  <c:v>0.11442417794025594</c:v>
                </c:pt>
                <c:pt idx="7917">
                  <c:v>0.11442477553206534</c:v>
                </c:pt>
                <c:pt idx="7918">
                  <c:v>0.11443406390277268</c:v>
                </c:pt>
                <c:pt idx="7919">
                  <c:v>0.11444813320046072</c:v>
                </c:pt>
                <c:pt idx="7920">
                  <c:v>0.11445106288466179</c:v>
                </c:pt>
                <c:pt idx="7921">
                  <c:v>0.11445214939760219</c:v>
                </c:pt>
                <c:pt idx="7922">
                  <c:v>0.11446031009864484</c:v>
                </c:pt>
                <c:pt idx="7923">
                  <c:v>0.11446627107010587</c:v>
                </c:pt>
                <c:pt idx="7924">
                  <c:v>0.11446843892676138</c:v>
                </c:pt>
                <c:pt idx="7925">
                  <c:v>0.11447123432321013</c:v>
                </c:pt>
                <c:pt idx="7926">
                  <c:v>0.11449693672261928</c:v>
                </c:pt>
                <c:pt idx="7927">
                  <c:v>0.1144987100374919</c:v>
                </c:pt>
                <c:pt idx="7928">
                  <c:v>0.11449914489631359</c:v>
                </c:pt>
                <c:pt idx="7929">
                  <c:v>0.11453487519906494</c:v>
                </c:pt>
                <c:pt idx="7930">
                  <c:v>0.11454009995660352</c:v>
                </c:pt>
                <c:pt idx="7931">
                  <c:v>0.11454495800537427</c:v>
                </c:pt>
                <c:pt idx="7932">
                  <c:v>0.11455330710126183</c:v>
                </c:pt>
                <c:pt idx="7933">
                  <c:v>0.11457549367461163</c:v>
                </c:pt>
                <c:pt idx="7934">
                  <c:v>0.11458289248646218</c:v>
                </c:pt>
                <c:pt idx="7935">
                  <c:v>0.11458300814196869</c:v>
                </c:pt>
                <c:pt idx="7936">
                  <c:v>0.11459285582051153</c:v>
                </c:pt>
                <c:pt idx="7937">
                  <c:v>0.11461757928408023</c:v>
                </c:pt>
                <c:pt idx="7938">
                  <c:v>0.11462875499605818</c:v>
                </c:pt>
                <c:pt idx="7939">
                  <c:v>0.11464127781466198</c:v>
                </c:pt>
                <c:pt idx="7940">
                  <c:v>0.11464566714888627</c:v>
                </c:pt>
                <c:pt idx="7941">
                  <c:v>0.11464812593039697</c:v>
                </c:pt>
                <c:pt idx="7942">
                  <c:v>0.11465410559953473</c:v>
                </c:pt>
                <c:pt idx="7943">
                  <c:v>0.11467100961181516</c:v>
                </c:pt>
                <c:pt idx="7944">
                  <c:v>0.11468567915984731</c:v>
                </c:pt>
                <c:pt idx="7945">
                  <c:v>0.11472389180372997</c:v>
                </c:pt>
                <c:pt idx="7946">
                  <c:v>0.1147301684444248</c:v>
                </c:pt>
                <c:pt idx="7947">
                  <c:v>0.11473289881770884</c:v>
                </c:pt>
                <c:pt idx="7948">
                  <c:v>0.11473924943763078</c:v>
                </c:pt>
                <c:pt idx="7949">
                  <c:v>0.11474135613080168</c:v>
                </c:pt>
                <c:pt idx="7950">
                  <c:v>0.11474960635851456</c:v>
                </c:pt>
                <c:pt idx="7951">
                  <c:v>0.11474971374648262</c:v>
                </c:pt>
                <c:pt idx="7952">
                  <c:v>0.11475436267295762</c:v>
                </c:pt>
                <c:pt idx="7953">
                  <c:v>0.11477917693203546</c:v>
                </c:pt>
                <c:pt idx="7954">
                  <c:v>0.11478036998364291</c:v>
                </c:pt>
                <c:pt idx="7955">
                  <c:v>0.11479533704958231</c:v>
                </c:pt>
                <c:pt idx="7956">
                  <c:v>0.1148033738423663</c:v>
                </c:pt>
                <c:pt idx="7957">
                  <c:v>0.11481380801336191</c:v>
                </c:pt>
                <c:pt idx="7958">
                  <c:v>0.11481938038859808</c:v>
                </c:pt>
                <c:pt idx="7959">
                  <c:v>0.11483110330995257</c:v>
                </c:pt>
                <c:pt idx="7960">
                  <c:v>0.11483547481879278</c:v>
                </c:pt>
                <c:pt idx="7961">
                  <c:v>0.11484447506853504</c:v>
                </c:pt>
                <c:pt idx="7962">
                  <c:v>0.11485718530185926</c:v>
                </c:pt>
                <c:pt idx="7963">
                  <c:v>0.11486498995845006</c:v>
                </c:pt>
                <c:pt idx="7964">
                  <c:v>0.1148699449904219</c:v>
                </c:pt>
                <c:pt idx="7965">
                  <c:v>0.11488417642061242</c:v>
                </c:pt>
                <c:pt idx="7966">
                  <c:v>0.11488671538327115</c:v>
                </c:pt>
                <c:pt idx="7967">
                  <c:v>0.11489521720399896</c:v>
                </c:pt>
                <c:pt idx="7968">
                  <c:v>0.11490453432675354</c:v>
                </c:pt>
                <c:pt idx="7969">
                  <c:v>0.11492671686846131</c:v>
                </c:pt>
                <c:pt idx="7970">
                  <c:v>0.114933872908777</c:v>
                </c:pt>
                <c:pt idx="7971">
                  <c:v>0.11494428303860631</c:v>
                </c:pt>
                <c:pt idx="7972">
                  <c:v>0.11494669956612967</c:v>
                </c:pt>
                <c:pt idx="7973">
                  <c:v>0.11494914870535237</c:v>
                </c:pt>
                <c:pt idx="7974">
                  <c:v>0.11496524826118094</c:v>
                </c:pt>
                <c:pt idx="7975">
                  <c:v>0.11496989276156586</c:v>
                </c:pt>
                <c:pt idx="7976">
                  <c:v>0.11498009646222766</c:v>
                </c:pt>
                <c:pt idx="7977">
                  <c:v>0.11498747582830182</c:v>
                </c:pt>
                <c:pt idx="7978">
                  <c:v>0.11498848255929889</c:v>
                </c:pt>
                <c:pt idx="7979">
                  <c:v>0.11499654571934516</c:v>
                </c:pt>
                <c:pt idx="7980">
                  <c:v>0.11501728311195079</c:v>
                </c:pt>
                <c:pt idx="7981">
                  <c:v>0.11504144512201304</c:v>
                </c:pt>
                <c:pt idx="7982">
                  <c:v>0.11504416924268235</c:v>
                </c:pt>
                <c:pt idx="7983">
                  <c:v>0.11508378035705394</c:v>
                </c:pt>
                <c:pt idx="7984">
                  <c:v>0.1150945099586268</c:v>
                </c:pt>
                <c:pt idx="7985">
                  <c:v>0.11509647882143621</c:v>
                </c:pt>
                <c:pt idx="7986">
                  <c:v>0.11510078196946043</c:v>
                </c:pt>
                <c:pt idx="7987">
                  <c:v>0.1151114932046214</c:v>
                </c:pt>
                <c:pt idx="7988">
                  <c:v>0.11512869886658299</c:v>
                </c:pt>
                <c:pt idx="7989">
                  <c:v>0.11513738339451807</c:v>
                </c:pt>
                <c:pt idx="7990">
                  <c:v>0.11514595402132617</c:v>
                </c:pt>
                <c:pt idx="7991">
                  <c:v>0.11514838956549489</c:v>
                </c:pt>
                <c:pt idx="7992">
                  <c:v>0.11514864707140758</c:v>
                </c:pt>
                <c:pt idx="7993">
                  <c:v>0.11515661770803687</c:v>
                </c:pt>
                <c:pt idx="7994">
                  <c:v>0.11516305152329719</c:v>
                </c:pt>
                <c:pt idx="7995">
                  <c:v>0.11516520883785214</c:v>
                </c:pt>
                <c:pt idx="7996">
                  <c:v>0.11517097106709212</c:v>
                </c:pt>
                <c:pt idx="7997">
                  <c:v>0.11518607432027715</c:v>
                </c:pt>
                <c:pt idx="7998">
                  <c:v>0.11518918345028224</c:v>
                </c:pt>
                <c:pt idx="7999">
                  <c:v>0.11520097465453502</c:v>
                </c:pt>
                <c:pt idx="8000">
                  <c:v>0.11520355965437082</c:v>
                </c:pt>
                <c:pt idx="8001">
                  <c:v>0.11523007239272595</c:v>
                </c:pt>
                <c:pt idx="8002">
                  <c:v>0.11526673925364511</c:v>
                </c:pt>
                <c:pt idx="8003">
                  <c:v>0.11528874913176135</c:v>
                </c:pt>
                <c:pt idx="8004">
                  <c:v>0.11529055784705684</c:v>
                </c:pt>
                <c:pt idx="8005">
                  <c:v>0.11529324405543324</c:v>
                </c:pt>
                <c:pt idx="8006">
                  <c:v>0.1152960081093235</c:v>
                </c:pt>
                <c:pt idx="8007">
                  <c:v>0.1153073188770702</c:v>
                </c:pt>
                <c:pt idx="8008">
                  <c:v>0.11531248422906529</c:v>
                </c:pt>
                <c:pt idx="8009">
                  <c:v>0.11531805145751421</c:v>
                </c:pt>
                <c:pt idx="8010">
                  <c:v>0.11531921878293437</c:v>
                </c:pt>
                <c:pt idx="8011">
                  <c:v>0.11532580879685371</c:v>
                </c:pt>
                <c:pt idx="8012">
                  <c:v>0.11534933010819633</c:v>
                </c:pt>
                <c:pt idx="8013">
                  <c:v>0.11536056872304265</c:v>
                </c:pt>
                <c:pt idx="8014">
                  <c:v>0.11538228780981492</c:v>
                </c:pt>
                <c:pt idx="8015">
                  <c:v>0.11538437242085506</c:v>
                </c:pt>
                <c:pt idx="8016">
                  <c:v>0.11539378119807026</c:v>
                </c:pt>
                <c:pt idx="8017">
                  <c:v>0.11542236268731011</c:v>
                </c:pt>
                <c:pt idx="8018">
                  <c:v>0.11542384722404544</c:v>
                </c:pt>
                <c:pt idx="8019">
                  <c:v>0.1154269680859539</c:v>
                </c:pt>
                <c:pt idx="8020">
                  <c:v>0.11542822852046648</c:v>
                </c:pt>
                <c:pt idx="8021">
                  <c:v>0.11543573122101175</c:v>
                </c:pt>
                <c:pt idx="8022">
                  <c:v>0.11543685332625095</c:v>
                </c:pt>
                <c:pt idx="8023">
                  <c:v>0.11546107341964254</c:v>
                </c:pt>
                <c:pt idx="8024">
                  <c:v>0.11548505591556676</c:v>
                </c:pt>
                <c:pt idx="8025">
                  <c:v>0.11548529572351127</c:v>
                </c:pt>
                <c:pt idx="8026">
                  <c:v>0.11549052542906935</c:v>
                </c:pt>
                <c:pt idx="8027">
                  <c:v>0.11549225111632544</c:v>
                </c:pt>
                <c:pt idx="8028">
                  <c:v>0.11549365347121084</c:v>
                </c:pt>
                <c:pt idx="8029">
                  <c:v>0.11550545184926041</c:v>
                </c:pt>
                <c:pt idx="8030">
                  <c:v>0.11550846068708659</c:v>
                </c:pt>
                <c:pt idx="8031">
                  <c:v>0.11551155200504977</c:v>
                </c:pt>
                <c:pt idx="8032">
                  <c:v>0.11551731101251882</c:v>
                </c:pt>
                <c:pt idx="8033">
                  <c:v>0.11552015992052182</c:v>
                </c:pt>
                <c:pt idx="8034">
                  <c:v>0.1155246039799394</c:v>
                </c:pt>
                <c:pt idx="8035">
                  <c:v>0.11554465768419024</c:v>
                </c:pt>
                <c:pt idx="8036">
                  <c:v>0.11554650005738812</c:v>
                </c:pt>
                <c:pt idx="8037">
                  <c:v>0.11554990699883916</c:v>
                </c:pt>
                <c:pt idx="8038">
                  <c:v>0.11557949847144866</c:v>
                </c:pt>
                <c:pt idx="8039">
                  <c:v>0.11558461902587154</c:v>
                </c:pt>
                <c:pt idx="8040">
                  <c:v>0.11560066003895343</c:v>
                </c:pt>
                <c:pt idx="8041">
                  <c:v>0.11562055295196998</c:v>
                </c:pt>
                <c:pt idx="8042">
                  <c:v>0.11562205157050663</c:v>
                </c:pt>
                <c:pt idx="8043">
                  <c:v>0.11562499680687825</c:v>
                </c:pt>
                <c:pt idx="8044">
                  <c:v>0.11563780882722895</c:v>
                </c:pt>
                <c:pt idx="8045">
                  <c:v>0.11563798139146421</c:v>
                </c:pt>
                <c:pt idx="8046">
                  <c:v>0.11565338109211465</c:v>
                </c:pt>
                <c:pt idx="8047">
                  <c:v>0.11565611308745925</c:v>
                </c:pt>
                <c:pt idx="8048">
                  <c:v>0.11566272425361394</c:v>
                </c:pt>
                <c:pt idx="8049">
                  <c:v>0.11566452728380999</c:v>
                </c:pt>
                <c:pt idx="8050">
                  <c:v>0.11567828436147651</c:v>
                </c:pt>
                <c:pt idx="8051">
                  <c:v>0.11569181590338846</c:v>
                </c:pt>
                <c:pt idx="8052">
                  <c:v>0.11569236533882393</c:v>
                </c:pt>
                <c:pt idx="8053">
                  <c:v>0.11569374571839838</c:v>
                </c:pt>
                <c:pt idx="8054">
                  <c:v>0.11570545848931291</c:v>
                </c:pt>
                <c:pt idx="8055">
                  <c:v>0.11573718900122396</c:v>
                </c:pt>
                <c:pt idx="8056">
                  <c:v>0.11576236511398182</c:v>
                </c:pt>
                <c:pt idx="8057">
                  <c:v>0.11578562458585792</c:v>
                </c:pt>
                <c:pt idx="8058">
                  <c:v>0.11579314172853344</c:v>
                </c:pt>
                <c:pt idx="8059">
                  <c:v>0.11579483375029107</c:v>
                </c:pt>
                <c:pt idx="8060">
                  <c:v>0.11580093945406721</c:v>
                </c:pt>
                <c:pt idx="8061">
                  <c:v>0.11580360604873889</c:v>
                </c:pt>
                <c:pt idx="8062">
                  <c:v>0.11580653006024393</c:v>
                </c:pt>
                <c:pt idx="8063">
                  <c:v>0.11581484743846733</c:v>
                </c:pt>
                <c:pt idx="8064">
                  <c:v>0.11581547620564203</c:v>
                </c:pt>
                <c:pt idx="8065">
                  <c:v>0.11581777077695163</c:v>
                </c:pt>
                <c:pt idx="8066">
                  <c:v>0.11585077786811128</c:v>
                </c:pt>
                <c:pt idx="8067">
                  <c:v>0.11585101020910332</c:v>
                </c:pt>
                <c:pt idx="8068">
                  <c:v>0.11585241514462181</c:v>
                </c:pt>
                <c:pt idx="8069">
                  <c:v>0.1158623084237774</c:v>
                </c:pt>
                <c:pt idx="8070">
                  <c:v>0.11586282018794193</c:v>
                </c:pt>
                <c:pt idx="8071">
                  <c:v>0.1158685051164543</c:v>
                </c:pt>
                <c:pt idx="8072">
                  <c:v>0.1158955044781548</c:v>
                </c:pt>
                <c:pt idx="8073">
                  <c:v>0.11589817260644529</c:v>
                </c:pt>
                <c:pt idx="8074">
                  <c:v>0.11591307366262561</c:v>
                </c:pt>
                <c:pt idx="8075">
                  <c:v>0.11591540618792241</c:v>
                </c:pt>
                <c:pt idx="8076">
                  <c:v>0.1159160866784103</c:v>
                </c:pt>
                <c:pt idx="8077">
                  <c:v>0.11592014027247718</c:v>
                </c:pt>
                <c:pt idx="8078">
                  <c:v>0.11592086958571179</c:v>
                </c:pt>
                <c:pt idx="8079">
                  <c:v>0.11592366555704468</c:v>
                </c:pt>
                <c:pt idx="8080">
                  <c:v>0.11592510600301267</c:v>
                </c:pt>
                <c:pt idx="8081">
                  <c:v>0.11593097195036511</c:v>
                </c:pt>
                <c:pt idx="8082">
                  <c:v>0.11594024077080729</c:v>
                </c:pt>
                <c:pt idx="8083">
                  <c:v>0.11594488043389899</c:v>
                </c:pt>
                <c:pt idx="8084">
                  <c:v>0.1160052802199488</c:v>
                </c:pt>
                <c:pt idx="8085">
                  <c:v>0.11600872818195219</c:v>
                </c:pt>
                <c:pt idx="8086">
                  <c:v>0.11602500466408197</c:v>
                </c:pt>
                <c:pt idx="8087">
                  <c:v>0.11604809926960696</c:v>
                </c:pt>
                <c:pt idx="8088">
                  <c:v>0.1160494609032124</c:v>
                </c:pt>
                <c:pt idx="8089">
                  <c:v>0.11606709594938067</c:v>
                </c:pt>
                <c:pt idx="8090">
                  <c:v>0.11607468227453167</c:v>
                </c:pt>
                <c:pt idx="8091">
                  <c:v>0.11608041752098086</c:v>
                </c:pt>
                <c:pt idx="8092">
                  <c:v>0.11609953483867456</c:v>
                </c:pt>
                <c:pt idx="8093">
                  <c:v>0.11613846453680775</c:v>
                </c:pt>
                <c:pt idx="8094">
                  <c:v>0.11614955972824377</c:v>
                </c:pt>
                <c:pt idx="8095">
                  <c:v>0.11616922234491042</c:v>
                </c:pt>
                <c:pt idx="8096">
                  <c:v>0.11617349135152533</c:v>
                </c:pt>
                <c:pt idx="8097">
                  <c:v>0.11617440438855131</c:v>
                </c:pt>
                <c:pt idx="8098">
                  <c:v>0.11618502274466717</c:v>
                </c:pt>
                <c:pt idx="8099">
                  <c:v>0.11619326311708013</c:v>
                </c:pt>
                <c:pt idx="8100">
                  <c:v>0.11620805927048557</c:v>
                </c:pt>
                <c:pt idx="8101">
                  <c:v>0.11620957942960125</c:v>
                </c:pt>
                <c:pt idx="8102">
                  <c:v>0.11624866597319565</c:v>
                </c:pt>
                <c:pt idx="8103">
                  <c:v>0.11625148752435586</c:v>
                </c:pt>
                <c:pt idx="8104">
                  <c:v>0.11625282171284423</c:v>
                </c:pt>
                <c:pt idx="8105">
                  <c:v>0.1162606707654322</c:v>
                </c:pt>
                <c:pt idx="8106">
                  <c:v>0.1162610272619832</c:v>
                </c:pt>
                <c:pt idx="8107">
                  <c:v>0.11626109297400525</c:v>
                </c:pt>
                <c:pt idx="8108">
                  <c:v>0.1162846614329428</c:v>
                </c:pt>
                <c:pt idx="8109">
                  <c:v>0.11630520486793731</c:v>
                </c:pt>
                <c:pt idx="8110">
                  <c:v>0.11631722093146295</c:v>
                </c:pt>
                <c:pt idx="8111">
                  <c:v>0.11633911515194201</c:v>
                </c:pt>
                <c:pt idx="8112">
                  <c:v>0.11634719016402557</c:v>
                </c:pt>
                <c:pt idx="8113">
                  <c:v>0.11635999077128671</c:v>
                </c:pt>
                <c:pt idx="8114">
                  <c:v>0.11637820056899882</c:v>
                </c:pt>
                <c:pt idx="8115">
                  <c:v>0.11639272109944253</c:v>
                </c:pt>
                <c:pt idx="8116">
                  <c:v>0.11639450597829304</c:v>
                </c:pt>
                <c:pt idx="8117">
                  <c:v>0.11639849263248024</c:v>
                </c:pt>
                <c:pt idx="8118">
                  <c:v>0.11641119636243961</c:v>
                </c:pt>
                <c:pt idx="8119">
                  <c:v>0.11641255230968188</c:v>
                </c:pt>
                <c:pt idx="8120">
                  <c:v>0.11641879350512364</c:v>
                </c:pt>
                <c:pt idx="8121">
                  <c:v>0.116429744621365</c:v>
                </c:pt>
                <c:pt idx="8122">
                  <c:v>0.11643704886705271</c:v>
                </c:pt>
                <c:pt idx="8123">
                  <c:v>0.11643795645361921</c:v>
                </c:pt>
                <c:pt idx="8124">
                  <c:v>0.11644136044183517</c:v>
                </c:pt>
                <c:pt idx="8125">
                  <c:v>0.11647225049642908</c:v>
                </c:pt>
                <c:pt idx="8126">
                  <c:v>0.11647666941374403</c:v>
                </c:pt>
                <c:pt idx="8127">
                  <c:v>0.11648630834631177</c:v>
                </c:pt>
                <c:pt idx="8128">
                  <c:v>0.11649440862976082</c:v>
                </c:pt>
                <c:pt idx="8129">
                  <c:v>0.11649752492606229</c:v>
                </c:pt>
                <c:pt idx="8130">
                  <c:v>0.11650978195860932</c:v>
                </c:pt>
                <c:pt idx="8131">
                  <c:v>0.11651706067620748</c:v>
                </c:pt>
                <c:pt idx="8132">
                  <c:v>0.11652236070806229</c:v>
                </c:pt>
                <c:pt idx="8133">
                  <c:v>0.11652512427506909</c:v>
                </c:pt>
                <c:pt idx="8134">
                  <c:v>0.11653066503896968</c:v>
                </c:pt>
                <c:pt idx="8135">
                  <c:v>0.11654545670657949</c:v>
                </c:pt>
                <c:pt idx="8136">
                  <c:v>0.11655223023272676</c:v>
                </c:pt>
                <c:pt idx="8137">
                  <c:v>0.11656490779786197</c:v>
                </c:pt>
                <c:pt idx="8138">
                  <c:v>0.11656864380467201</c:v>
                </c:pt>
                <c:pt idx="8139">
                  <c:v>0.11658361066357888</c:v>
                </c:pt>
                <c:pt idx="8140">
                  <c:v>0.11658972924127006</c:v>
                </c:pt>
                <c:pt idx="8141">
                  <c:v>0.11659255358322713</c:v>
                </c:pt>
                <c:pt idx="8142">
                  <c:v>0.11659260898103897</c:v>
                </c:pt>
                <c:pt idx="8143">
                  <c:v>0.11659902002353828</c:v>
                </c:pt>
                <c:pt idx="8144">
                  <c:v>0.11661578621300785</c:v>
                </c:pt>
                <c:pt idx="8145">
                  <c:v>0.11662668514470799</c:v>
                </c:pt>
                <c:pt idx="8146">
                  <c:v>0.11663060264733881</c:v>
                </c:pt>
                <c:pt idx="8147">
                  <c:v>0.11664326335262228</c:v>
                </c:pt>
                <c:pt idx="8148">
                  <c:v>0.11665098911529116</c:v>
                </c:pt>
                <c:pt idx="8149">
                  <c:v>0.11665140904739647</c:v>
                </c:pt>
                <c:pt idx="8150">
                  <c:v>0.11665285631385873</c:v>
                </c:pt>
                <c:pt idx="8151">
                  <c:v>0.11666152260222246</c:v>
                </c:pt>
                <c:pt idx="8152">
                  <c:v>0.11666863651120005</c:v>
                </c:pt>
                <c:pt idx="8153">
                  <c:v>0.11666898018437109</c:v>
                </c:pt>
                <c:pt idx="8154">
                  <c:v>0.11668264298746564</c:v>
                </c:pt>
                <c:pt idx="8155">
                  <c:v>0.11669899068840753</c:v>
                </c:pt>
                <c:pt idx="8156">
                  <c:v>0.11670278181204705</c:v>
                </c:pt>
                <c:pt idx="8157">
                  <c:v>0.11670426443054509</c:v>
                </c:pt>
                <c:pt idx="8158">
                  <c:v>0.11670558149543458</c:v>
                </c:pt>
                <c:pt idx="8159">
                  <c:v>0.11671685129994816</c:v>
                </c:pt>
                <c:pt idx="8160">
                  <c:v>0.11672554049098012</c:v>
                </c:pt>
                <c:pt idx="8161">
                  <c:v>0.11676528714970723</c:v>
                </c:pt>
                <c:pt idx="8162">
                  <c:v>0.11678860749120686</c:v>
                </c:pt>
                <c:pt idx="8163">
                  <c:v>0.11679383323644719</c:v>
                </c:pt>
                <c:pt idx="8164">
                  <c:v>0.11681158652205456</c:v>
                </c:pt>
                <c:pt idx="8165">
                  <c:v>0.11684048050138354</c:v>
                </c:pt>
                <c:pt idx="8166">
                  <c:v>0.11684284093137952</c:v>
                </c:pt>
                <c:pt idx="8167">
                  <c:v>0.1168462638316437</c:v>
                </c:pt>
                <c:pt idx="8168">
                  <c:v>0.11685754551805032</c:v>
                </c:pt>
                <c:pt idx="8169">
                  <c:v>0.11687057658761849</c:v>
                </c:pt>
                <c:pt idx="8170">
                  <c:v>0.11687373377007847</c:v>
                </c:pt>
                <c:pt idx="8171">
                  <c:v>0.11688282279985483</c:v>
                </c:pt>
                <c:pt idx="8172">
                  <c:v>0.11688639666480176</c:v>
                </c:pt>
                <c:pt idx="8173">
                  <c:v>0.11689246769491193</c:v>
                </c:pt>
                <c:pt idx="8174">
                  <c:v>0.11689419584899313</c:v>
                </c:pt>
                <c:pt idx="8175">
                  <c:v>0.11689923493175405</c:v>
                </c:pt>
                <c:pt idx="8176">
                  <c:v>0.11690622799777499</c:v>
                </c:pt>
                <c:pt idx="8177">
                  <c:v>0.11690982414453414</c:v>
                </c:pt>
                <c:pt idx="8178">
                  <c:v>0.11691604021614996</c:v>
                </c:pt>
                <c:pt idx="8179">
                  <c:v>0.11692370451126038</c:v>
                </c:pt>
                <c:pt idx="8180">
                  <c:v>0.11692502345610821</c:v>
                </c:pt>
                <c:pt idx="8181">
                  <c:v>0.11692532347038392</c:v>
                </c:pt>
                <c:pt idx="8182">
                  <c:v>0.11693787897429198</c:v>
                </c:pt>
                <c:pt idx="8183">
                  <c:v>0.11694819579757232</c:v>
                </c:pt>
                <c:pt idx="8184">
                  <c:v>0.11695306567397891</c:v>
                </c:pt>
                <c:pt idx="8185">
                  <c:v>0.11695415939251783</c:v>
                </c:pt>
                <c:pt idx="8186">
                  <c:v>0.11695971396498317</c:v>
                </c:pt>
                <c:pt idx="8187">
                  <c:v>0.11696605530294163</c:v>
                </c:pt>
                <c:pt idx="8188">
                  <c:v>0.11696916931933528</c:v>
                </c:pt>
                <c:pt idx="8189">
                  <c:v>0.11698789547797177</c:v>
                </c:pt>
                <c:pt idx="8190">
                  <c:v>0.116988380495664</c:v>
                </c:pt>
                <c:pt idx="8191">
                  <c:v>0.11698881307873459</c:v>
                </c:pt>
                <c:pt idx="8192">
                  <c:v>0.11700331953557419</c:v>
                </c:pt>
                <c:pt idx="8193">
                  <c:v>0.1170061346517989</c:v>
                </c:pt>
                <c:pt idx="8194">
                  <c:v>0.11702259468474203</c:v>
                </c:pt>
                <c:pt idx="8195">
                  <c:v>0.11703050397194363</c:v>
                </c:pt>
                <c:pt idx="8196">
                  <c:v>0.1170367560393072</c:v>
                </c:pt>
                <c:pt idx="8197">
                  <c:v>0.11704656848639422</c:v>
                </c:pt>
                <c:pt idx="8198">
                  <c:v>0.11704783455030129</c:v>
                </c:pt>
                <c:pt idx="8199">
                  <c:v>0.11705244120815654</c:v>
                </c:pt>
                <c:pt idx="8200">
                  <c:v>0.11705974611296098</c:v>
                </c:pt>
                <c:pt idx="8201">
                  <c:v>0.11706444223599759</c:v>
                </c:pt>
                <c:pt idx="8202">
                  <c:v>0.11706519094983392</c:v>
                </c:pt>
                <c:pt idx="8203">
                  <c:v>0.11706930119921755</c:v>
                </c:pt>
                <c:pt idx="8204">
                  <c:v>0.1170830564079034</c:v>
                </c:pt>
                <c:pt idx="8205">
                  <c:v>0.11708353812515951</c:v>
                </c:pt>
                <c:pt idx="8206">
                  <c:v>0.1170888796996955</c:v>
                </c:pt>
                <c:pt idx="8207">
                  <c:v>0.11710651503194809</c:v>
                </c:pt>
                <c:pt idx="8208">
                  <c:v>0.1171179385491707</c:v>
                </c:pt>
                <c:pt idx="8209">
                  <c:v>0.11713033990989155</c:v>
                </c:pt>
                <c:pt idx="8210">
                  <c:v>0.11713209133097333</c:v>
                </c:pt>
                <c:pt idx="8211">
                  <c:v>0.11713353870126812</c:v>
                </c:pt>
                <c:pt idx="8212">
                  <c:v>0.11715601818699752</c:v>
                </c:pt>
                <c:pt idx="8213">
                  <c:v>0.1171755404884281</c:v>
                </c:pt>
                <c:pt idx="8214">
                  <c:v>0.11720480637312518</c:v>
                </c:pt>
                <c:pt idx="8215">
                  <c:v>0.11722334846285948</c:v>
                </c:pt>
                <c:pt idx="8216">
                  <c:v>0.11722481964449311</c:v>
                </c:pt>
                <c:pt idx="8217">
                  <c:v>0.11723548107490195</c:v>
                </c:pt>
                <c:pt idx="8218">
                  <c:v>0.11724465358919053</c:v>
                </c:pt>
                <c:pt idx="8219">
                  <c:v>0.1172692903757992</c:v>
                </c:pt>
                <c:pt idx="8220">
                  <c:v>0.11728486978566333</c:v>
                </c:pt>
                <c:pt idx="8221">
                  <c:v>0.11729480471864728</c:v>
                </c:pt>
                <c:pt idx="8222">
                  <c:v>0.11731589653979295</c:v>
                </c:pt>
                <c:pt idx="8223">
                  <c:v>0.11732432586475385</c:v>
                </c:pt>
                <c:pt idx="8224">
                  <c:v>0.1173599290334454</c:v>
                </c:pt>
                <c:pt idx="8225">
                  <c:v>0.11736391936939887</c:v>
                </c:pt>
                <c:pt idx="8226">
                  <c:v>0.11738753509068214</c:v>
                </c:pt>
                <c:pt idx="8227">
                  <c:v>0.1174036650591785</c:v>
                </c:pt>
                <c:pt idx="8228">
                  <c:v>0.11740887655135132</c:v>
                </c:pt>
                <c:pt idx="8229">
                  <c:v>0.11741635831869018</c:v>
                </c:pt>
                <c:pt idx="8230">
                  <c:v>0.11743481989890153</c:v>
                </c:pt>
                <c:pt idx="8231">
                  <c:v>0.11743768860441881</c:v>
                </c:pt>
                <c:pt idx="8232">
                  <c:v>0.11745543201097076</c:v>
                </c:pt>
                <c:pt idx="8233">
                  <c:v>0.11746070971147848</c:v>
                </c:pt>
                <c:pt idx="8234">
                  <c:v>0.11746344849631271</c:v>
                </c:pt>
                <c:pt idx="8235">
                  <c:v>0.11747632777021935</c:v>
                </c:pt>
                <c:pt idx="8236">
                  <c:v>0.11748436431540708</c:v>
                </c:pt>
                <c:pt idx="8237">
                  <c:v>0.11749123791507939</c:v>
                </c:pt>
                <c:pt idx="8238">
                  <c:v>0.11749305388671681</c:v>
                </c:pt>
                <c:pt idx="8239">
                  <c:v>0.11749643553239655</c:v>
                </c:pt>
                <c:pt idx="8240">
                  <c:v>0.11749691931338811</c:v>
                </c:pt>
                <c:pt idx="8241">
                  <c:v>0.11754062154746921</c:v>
                </c:pt>
                <c:pt idx="8242">
                  <c:v>0.11754585115350114</c:v>
                </c:pt>
                <c:pt idx="8243">
                  <c:v>0.1175684149982857</c:v>
                </c:pt>
                <c:pt idx="8244">
                  <c:v>0.11757710013975102</c:v>
                </c:pt>
                <c:pt idx="8245">
                  <c:v>0.11758972993791277</c:v>
                </c:pt>
                <c:pt idx="8246">
                  <c:v>0.11759736807325041</c:v>
                </c:pt>
                <c:pt idx="8247">
                  <c:v>0.11761635144819524</c:v>
                </c:pt>
                <c:pt idx="8248">
                  <c:v>0.11762954794821209</c:v>
                </c:pt>
                <c:pt idx="8249">
                  <c:v>0.11764286645779834</c:v>
                </c:pt>
                <c:pt idx="8250">
                  <c:v>0.11764868166233644</c:v>
                </c:pt>
                <c:pt idx="8251">
                  <c:v>0.1176650404890493</c:v>
                </c:pt>
                <c:pt idx="8252">
                  <c:v>0.11767040698803119</c:v>
                </c:pt>
                <c:pt idx="8253">
                  <c:v>0.11767461642357024</c:v>
                </c:pt>
                <c:pt idx="8254">
                  <c:v>0.11770124176419193</c:v>
                </c:pt>
                <c:pt idx="8255">
                  <c:v>0.11771608254449099</c:v>
                </c:pt>
                <c:pt idx="8256">
                  <c:v>0.11772148559873034</c:v>
                </c:pt>
                <c:pt idx="8257">
                  <c:v>0.11775271088990362</c:v>
                </c:pt>
                <c:pt idx="8258">
                  <c:v>0.11776927637978356</c:v>
                </c:pt>
                <c:pt idx="8259">
                  <c:v>0.11777895097631266</c:v>
                </c:pt>
                <c:pt idx="8260">
                  <c:v>0.11782227491525618</c:v>
                </c:pt>
                <c:pt idx="8261">
                  <c:v>0.11782403435238292</c:v>
                </c:pt>
                <c:pt idx="8262">
                  <c:v>0.11782542107136137</c:v>
                </c:pt>
                <c:pt idx="8263">
                  <c:v>0.1178569381742075</c:v>
                </c:pt>
                <c:pt idx="8264">
                  <c:v>0.11787033634641077</c:v>
                </c:pt>
                <c:pt idx="8265">
                  <c:v>0.11787156931739386</c:v>
                </c:pt>
                <c:pt idx="8266">
                  <c:v>0.11787729084766824</c:v>
                </c:pt>
                <c:pt idx="8267">
                  <c:v>0.11788181194246466</c:v>
                </c:pt>
                <c:pt idx="8268">
                  <c:v>0.11788256999508337</c:v>
                </c:pt>
                <c:pt idx="8269">
                  <c:v>0.11788939733928584</c:v>
                </c:pt>
                <c:pt idx="8270">
                  <c:v>0.11790213424740199</c:v>
                </c:pt>
                <c:pt idx="8271">
                  <c:v>0.11791762365714466</c:v>
                </c:pt>
                <c:pt idx="8272">
                  <c:v>0.11795223919237663</c:v>
                </c:pt>
                <c:pt idx="8273">
                  <c:v>0.11796592668474018</c:v>
                </c:pt>
                <c:pt idx="8274">
                  <c:v>0.11798461968626235</c:v>
                </c:pt>
                <c:pt idx="8275">
                  <c:v>0.11798575007545205</c:v>
                </c:pt>
                <c:pt idx="8276">
                  <c:v>0.11800415928667908</c:v>
                </c:pt>
                <c:pt idx="8277">
                  <c:v>0.11801933483075158</c:v>
                </c:pt>
                <c:pt idx="8278">
                  <c:v>0.11802519680784418</c:v>
                </c:pt>
                <c:pt idx="8279">
                  <c:v>0.118026285808482</c:v>
                </c:pt>
                <c:pt idx="8280">
                  <c:v>0.11802922513682859</c:v>
                </c:pt>
                <c:pt idx="8281">
                  <c:v>0.11803086923641677</c:v>
                </c:pt>
                <c:pt idx="8282">
                  <c:v>0.11803583759669159</c:v>
                </c:pt>
                <c:pt idx="8283">
                  <c:v>0.11805201092024907</c:v>
                </c:pt>
                <c:pt idx="8284">
                  <c:v>0.1180544492168514</c:v>
                </c:pt>
                <c:pt idx="8285">
                  <c:v>0.11805621467088674</c:v>
                </c:pt>
                <c:pt idx="8286">
                  <c:v>0.11807250683173334</c:v>
                </c:pt>
                <c:pt idx="8287">
                  <c:v>0.11808370783663147</c:v>
                </c:pt>
                <c:pt idx="8288">
                  <c:v>0.11808503028661194</c:v>
                </c:pt>
                <c:pt idx="8289">
                  <c:v>0.11809065090738496</c:v>
                </c:pt>
                <c:pt idx="8290">
                  <c:v>0.11809924811660039</c:v>
                </c:pt>
                <c:pt idx="8291">
                  <c:v>0.11810006121596195</c:v>
                </c:pt>
                <c:pt idx="8292">
                  <c:v>0.11810558562256458</c:v>
                </c:pt>
                <c:pt idx="8293">
                  <c:v>0.11814249255352363</c:v>
                </c:pt>
                <c:pt idx="8294">
                  <c:v>0.11818023001510787</c:v>
                </c:pt>
                <c:pt idx="8295">
                  <c:v>0.11820182183393302</c:v>
                </c:pt>
                <c:pt idx="8296">
                  <c:v>0.11823097159442995</c:v>
                </c:pt>
                <c:pt idx="8297">
                  <c:v>0.1182310769819187</c:v>
                </c:pt>
                <c:pt idx="8298">
                  <c:v>0.11825211515526779</c:v>
                </c:pt>
                <c:pt idx="8299">
                  <c:v>0.11825315308706966</c:v>
                </c:pt>
                <c:pt idx="8300">
                  <c:v>0.1183039415444495</c:v>
                </c:pt>
                <c:pt idx="8301">
                  <c:v>0.11830395639578653</c:v>
                </c:pt>
                <c:pt idx="8302">
                  <c:v>0.11830942117933455</c:v>
                </c:pt>
                <c:pt idx="8303">
                  <c:v>0.1183110089755961</c:v>
                </c:pt>
                <c:pt idx="8304">
                  <c:v>0.11834882804692703</c:v>
                </c:pt>
                <c:pt idx="8305">
                  <c:v>0.11836351381324632</c:v>
                </c:pt>
                <c:pt idx="8306">
                  <c:v>0.11837057839427048</c:v>
                </c:pt>
                <c:pt idx="8307">
                  <c:v>0.11837462442028777</c:v>
                </c:pt>
                <c:pt idx="8308">
                  <c:v>0.11839155238550748</c:v>
                </c:pt>
                <c:pt idx="8309">
                  <c:v>0.11840780863828576</c:v>
                </c:pt>
                <c:pt idx="8310">
                  <c:v>0.11843598516181321</c:v>
                </c:pt>
                <c:pt idx="8311">
                  <c:v>0.11844906234303534</c:v>
                </c:pt>
                <c:pt idx="8312">
                  <c:v>0.11845441161141812</c:v>
                </c:pt>
                <c:pt idx="8313">
                  <c:v>0.11845508435056672</c:v>
                </c:pt>
                <c:pt idx="8314">
                  <c:v>0.11846790513484384</c:v>
                </c:pt>
                <c:pt idx="8315">
                  <c:v>0.118476536820094</c:v>
                </c:pt>
                <c:pt idx="8316">
                  <c:v>0.11848253801381355</c:v>
                </c:pt>
                <c:pt idx="8317">
                  <c:v>0.11849314056942849</c:v>
                </c:pt>
                <c:pt idx="8318">
                  <c:v>0.11849500512159118</c:v>
                </c:pt>
                <c:pt idx="8319">
                  <c:v>0.11850078334818533</c:v>
                </c:pt>
                <c:pt idx="8320">
                  <c:v>0.11850855221172137</c:v>
                </c:pt>
                <c:pt idx="8321">
                  <c:v>0.11851366858976742</c:v>
                </c:pt>
                <c:pt idx="8322">
                  <c:v>0.11852402046824667</c:v>
                </c:pt>
                <c:pt idx="8323">
                  <c:v>0.11852590278289674</c:v>
                </c:pt>
                <c:pt idx="8324">
                  <c:v>0.11854210299304353</c:v>
                </c:pt>
                <c:pt idx="8325">
                  <c:v>0.11855636468172563</c:v>
                </c:pt>
                <c:pt idx="8326">
                  <c:v>0.11856847957016907</c:v>
                </c:pt>
                <c:pt idx="8327">
                  <c:v>0.11856962523475263</c:v>
                </c:pt>
                <c:pt idx="8328">
                  <c:v>0.11857478584126256</c:v>
                </c:pt>
                <c:pt idx="8329">
                  <c:v>0.11860037330723594</c:v>
                </c:pt>
                <c:pt idx="8330">
                  <c:v>0.11860441597580677</c:v>
                </c:pt>
                <c:pt idx="8331">
                  <c:v>0.11860996166619051</c:v>
                </c:pt>
                <c:pt idx="8332">
                  <c:v>0.11861773727535853</c:v>
                </c:pt>
                <c:pt idx="8333">
                  <c:v>0.11862520942031321</c:v>
                </c:pt>
                <c:pt idx="8334">
                  <c:v>0.11863498243328563</c:v>
                </c:pt>
                <c:pt idx="8335">
                  <c:v>0.11864513590172411</c:v>
                </c:pt>
                <c:pt idx="8336">
                  <c:v>0.11866603674634207</c:v>
                </c:pt>
                <c:pt idx="8337">
                  <c:v>0.11866657621807743</c:v>
                </c:pt>
                <c:pt idx="8338">
                  <c:v>0.11870748345160832</c:v>
                </c:pt>
                <c:pt idx="8339">
                  <c:v>0.11872292524332366</c:v>
                </c:pt>
                <c:pt idx="8340">
                  <c:v>0.11875323576780764</c:v>
                </c:pt>
                <c:pt idx="8341">
                  <c:v>0.11876488925332879</c:v>
                </c:pt>
                <c:pt idx="8342">
                  <c:v>0.11879039281830379</c:v>
                </c:pt>
                <c:pt idx="8343">
                  <c:v>0.11881220454006972</c:v>
                </c:pt>
                <c:pt idx="8344">
                  <c:v>0.11882234098224895</c:v>
                </c:pt>
                <c:pt idx="8345">
                  <c:v>0.1188314434461982</c:v>
                </c:pt>
                <c:pt idx="8346">
                  <c:v>0.11883357949742614</c:v>
                </c:pt>
                <c:pt idx="8347">
                  <c:v>0.11885004851323773</c:v>
                </c:pt>
                <c:pt idx="8348">
                  <c:v>0.11887299522190174</c:v>
                </c:pt>
                <c:pt idx="8349">
                  <c:v>0.11888416747049189</c:v>
                </c:pt>
                <c:pt idx="8350">
                  <c:v>0.1188995060164296</c:v>
                </c:pt>
                <c:pt idx="8351">
                  <c:v>0.11890817996756174</c:v>
                </c:pt>
                <c:pt idx="8352">
                  <c:v>0.1189122158510599</c:v>
                </c:pt>
                <c:pt idx="8353">
                  <c:v>0.11893065155182428</c:v>
                </c:pt>
                <c:pt idx="8354">
                  <c:v>0.11894265262650783</c:v>
                </c:pt>
                <c:pt idx="8355">
                  <c:v>0.11895729291650228</c:v>
                </c:pt>
                <c:pt idx="8356">
                  <c:v>0.11896089323919484</c:v>
                </c:pt>
                <c:pt idx="8357">
                  <c:v>0.11896179818243743</c:v>
                </c:pt>
                <c:pt idx="8358">
                  <c:v>0.11896685633469306</c:v>
                </c:pt>
                <c:pt idx="8359">
                  <c:v>0.1189679501922304</c:v>
                </c:pt>
                <c:pt idx="8360">
                  <c:v>0.11898647314600691</c:v>
                </c:pt>
                <c:pt idx="8361">
                  <c:v>0.11900670777683435</c:v>
                </c:pt>
                <c:pt idx="8362">
                  <c:v>0.11901961226458092</c:v>
                </c:pt>
                <c:pt idx="8363">
                  <c:v>0.11904165403855402</c:v>
                </c:pt>
                <c:pt idx="8364">
                  <c:v>0.1190486336464537</c:v>
                </c:pt>
                <c:pt idx="8365">
                  <c:v>0.11905890508215539</c:v>
                </c:pt>
                <c:pt idx="8366">
                  <c:v>0.11905970299193287</c:v>
                </c:pt>
                <c:pt idx="8367">
                  <c:v>0.1190684344956769</c:v>
                </c:pt>
                <c:pt idx="8368">
                  <c:v>0.11906878019746203</c:v>
                </c:pt>
                <c:pt idx="8369">
                  <c:v>0.11907277209825111</c:v>
                </c:pt>
                <c:pt idx="8370">
                  <c:v>0.11908690369220103</c:v>
                </c:pt>
                <c:pt idx="8371">
                  <c:v>0.11909644317655026</c:v>
                </c:pt>
                <c:pt idx="8372">
                  <c:v>0.11911364458274649</c:v>
                </c:pt>
                <c:pt idx="8373">
                  <c:v>0.11912251860483918</c:v>
                </c:pt>
                <c:pt idx="8374">
                  <c:v>0.11913063060574165</c:v>
                </c:pt>
                <c:pt idx="8375">
                  <c:v>0.11914494779118691</c:v>
                </c:pt>
                <c:pt idx="8376">
                  <c:v>0.11914791787234541</c:v>
                </c:pt>
                <c:pt idx="8377">
                  <c:v>0.11916586923620462</c:v>
                </c:pt>
                <c:pt idx="8378">
                  <c:v>0.11917933190390598</c:v>
                </c:pt>
                <c:pt idx="8379">
                  <c:v>0.11919548547648544</c:v>
                </c:pt>
                <c:pt idx="8380">
                  <c:v>0.11920103898510169</c:v>
                </c:pt>
                <c:pt idx="8381">
                  <c:v>0.1192127742009455</c:v>
                </c:pt>
                <c:pt idx="8382">
                  <c:v>0.11923599431494944</c:v>
                </c:pt>
                <c:pt idx="8383">
                  <c:v>0.11925542611119022</c:v>
                </c:pt>
                <c:pt idx="8384">
                  <c:v>0.11925981182618678</c:v>
                </c:pt>
                <c:pt idx="8385">
                  <c:v>0.11926414164516251</c:v>
                </c:pt>
                <c:pt idx="8386">
                  <c:v>0.11926467280309533</c:v>
                </c:pt>
                <c:pt idx="8387">
                  <c:v>0.11927809203200476</c:v>
                </c:pt>
                <c:pt idx="8388">
                  <c:v>0.11928973240243049</c:v>
                </c:pt>
                <c:pt idx="8389">
                  <c:v>0.11929933481947139</c:v>
                </c:pt>
                <c:pt idx="8390">
                  <c:v>0.11931715599689698</c:v>
                </c:pt>
                <c:pt idx="8391">
                  <c:v>0.11933958052087121</c:v>
                </c:pt>
                <c:pt idx="8392">
                  <c:v>0.11934963016252775</c:v>
                </c:pt>
                <c:pt idx="8393">
                  <c:v>0.11935159956735515</c:v>
                </c:pt>
                <c:pt idx="8394">
                  <c:v>0.11935771059424723</c:v>
                </c:pt>
                <c:pt idx="8395">
                  <c:v>0.11935794840948977</c:v>
                </c:pt>
                <c:pt idx="8396">
                  <c:v>0.11936717606489514</c:v>
                </c:pt>
                <c:pt idx="8397">
                  <c:v>0.1193835810809855</c:v>
                </c:pt>
                <c:pt idx="8398">
                  <c:v>0.11938710333006844</c:v>
                </c:pt>
                <c:pt idx="8399">
                  <c:v>0.119415491159444</c:v>
                </c:pt>
                <c:pt idx="8400">
                  <c:v>0.11941872010093134</c:v>
                </c:pt>
                <c:pt idx="8401">
                  <c:v>0.11942394793397472</c:v>
                </c:pt>
                <c:pt idx="8402">
                  <c:v>0.11942719220763891</c:v>
                </c:pt>
                <c:pt idx="8403">
                  <c:v>0.11943060603984175</c:v>
                </c:pt>
                <c:pt idx="8404">
                  <c:v>0.11943153815819776</c:v>
                </c:pt>
                <c:pt idx="8405">
                  <c:v>0.11943156141542617</c:v>
                </c:pt>
                <c:pt idx="8406">
                  <c:v>0.11943981098379276</c:v>
                </c:pt>
                <c:pt idx="8407">
                  <c:v>0.11945125738937992</c:v>
                </c:pt>
                <c:pt idx="8408">
                  <c:v>0.11947522754394557</c:v>
                </c:pt>
                <c:pt idx="8409">
                  <c:v>0.11947709867100845</c:v>
                </c:pt>
                <c:pt idx="8410">
                  <c:v>0.11948581129245395</c:v>
                </c:pt>
                <c:pt idx="8411">
                  <c:v>0.1194936471293644</c:v>
                </c:pt>
                <c:pt idx="8412">
                  <c:v>0.11949599504835655</c:v>
                </c:pt>
                <c:pt idx="8413">
                  <c:v>0.1195195212283091</c:v>
                </c:pt>
                <c:pt idx="8414">
                  <c:v>0.1195256078135993</c:v>
                </c:pt>
                <c:pt idx="8415">
                  <c:v>0.11953706868313602</c:v>
                </c:pt>
                <c:pt idx="8416">
                  <c:v>0.11954442014107275</c:v>
                </c:pt>
                <c:pt idx="8417">
                  <c:v>0.11955632984517836</c:v>
                </c:pt>
                <c:pt idx="8418">
                  <c:v>0.11957397046010389</c:v>
                </c:pt>
                <c:pt idx="8419">
                  <c:v>0.11957879806464559</c:v>
                </c:pt>
                <c:pt idx="8420">
                  <c:v>0.11960983989294725</c:v>
                </c:pt>
                <c:pt idx="8421">
                  <c:v>0.11962124273284348</c:v>
                </c:pt>
                <c:pt idx="8422">
                  <c:v>0.11962368570563336</c:v>
                </c:pt>
                <c:pt idx="8423">
                  <c:v>0.11962963824871793</c:v>
                </c:pt>
                <c:pt idx="8424">
                  <c:v>0.11963595601953542</c:v>
                </c:pt>
                <c:pt idx="8425">
                  <c:v>0.11964393276499646</c:v>
                </c:pt>
                <c:pt idx="8426">
                  <c:v>0.11966043737190633</c:v>
                </c:pt>
                <c:pt idx="8427">
                  <c:v>0.11966358965852873</c:v>
                </c:pt>
                <c:pt idx="8428">
                  <c:v>0.11967615380013399</c:v>
                </c:pt>
                <c:pt idx="8429">
                  <c:v>0.11968385379020786</c:v>
                </c:pt>
                <c:pt idx="8430">
                  <c:v>0.11970229052905781</c:v>
                </c:pt>
                <c:pt idx="8431">
                  <c:v>0.11970742924763426</c:v>
                </c:pt>
                <c:pt idx="8432">
                  <c:v>0.11972287997168758</c:v>
                </c:pt>
                <c:pt idx="8433">
                  <c:v>0.11973603137354755</c:v>
                </c:pt>
                <c:pt idx="8434">
                  <c:v>0.11973949643891357</c:v>
                </c:pt>
                <c:pt idx="8435">
                  <c:v>0.11975536453067452</c:v>
                </c:pt>
                <c:pt idx="8436">
                  <c:v>0.11977052987081883</c:v>
                </c:pt>
                <c:pt idx="8437">
                  <c:v>0.11977877671915485</c:v>
                </c:pt>
                <c:pt idx="8438">
                  <c:v>0.119787302360865</c:v>
                </c:pt>
                <c:pt idx="8439">
                  <c:v>0.1197873469698108</c:v>
                </c:pt>
                <c:pt idx="8440">
                  <c:v>0.11979172898548202</c:v>
                </c:pt>
                <c:pt idx="8441">
                  <c:v>0.11980370897446076</c:v>
                </c:pt>
                <c:pt idx="8442">
                  <c:v>0.11981780528839954</c:v>
                </c:pt>
                <c:pt idx="8443">
                  <c:v>0.11982207892335009</c:v>
                </c:pt>
                <c:pt idx="8444">
                  <c:v>0.11982962719568449</c:v>
                </c:pt>
                <c:pt idx="8445">
                  <c:v>0.11984381827897357</c:v>
                </c:pt>
                <c:pt idx="8446">
                  <c:v>0.11985093750732648</c:v>
                </c:pt>
                <c:pt idx="8447">
                  <c:v>0.11986456973386876</c:v>
                </c:pt>
                <c:pt idx="8448">
                  <c:v>0.11987667206296707</c:v>
                </c:pt>
                <c:pt idx="8449">
                  <c:v>0.11987991104626028</c:v>
                </c:pt>
                <c:pt idx="8450">
                  <c:v>0.11988590192478969</c:v>
                </c:pt>
                <c:pt idx="8451">
                  <c:v>0.11989448530794675</c:v>
                </c:pt>
                <c:pt idx="8452">
                  <c:v>0.1198960060558138</c:v>
                </c:pt>
                <c:pt idx="8453">
                  <c:v>0.11991052139152887</c:v>
                </c:pt>
                <c:pt idx="8454">
                  <c:v>0.11992820409022863</c:v>
                </c:pt>
                <c:pt idx="8455">
                  <c:v>0.11993909801199606</c:v>
                </c:pt>
                <c:pt idx="8456">
                  <c:v>0.11995069581755093</c:v>
                </c:pt>
                <c:pt idx="8457">
                  <c:v>0.11997759354042202</c:v>
                </c:pt>
                <c:pt idx="8458">
                  <c:v>0.11998624008507011</c:v>
                </c:pt>
                <c:pt idx="8459">
                  <c:v>0.11998772562911467</c:v>
                </c:pt>
                <c:pt idx="8460">
                  <c:v>0.11998954984581117</c:v>
                </c:pt>
                <c:pt idx="8461">
                  <c:v>0.11999186811594857</c:v>
                </c:pt>
                <c:pt idx="8462">
                  <c:v>0.1200345219175505</c:v>
                </c:pt>
                <c:pt idx="8463">
                  <c:v>0.12003498610411369</c:v>
                </c:pt>
                <c:pt idx="8464">
                  <c:v>0.12004128016530807</c:v>
                </c:pt>
                <c:pt idx="8465">
                  <c:v>0.12005281864678623</c:v>
                </c:pt>
                <c:pt idx="8466">
                  <c:v>0.1200771355881424</c:v>
                </c:pt>
                <c:pt idx="8467">
                  <c:v>0.12007829909955287</c:v>
                </c:pt>
                <c:pt idx="8468">
                  <c:v>0.12007840184612821</c:v>
                </c:pt>
                <c:pt idx="8469">
                  <c:v>0.12008015508303786</c:v>
                </c:pt>
                <c:pt idx="8470">
                  <c:v>0.12010926171159358</c:v>
                </c:pt>
                <c:pt idx="8471">
                  <c:v>0.12011591699209813</c:v>
                </c:pt>
                <c:pt idx="8472">
                  <c:v>0.12012182793195604</c:v>
                </c:pt>
                <c:pt idx="8473">
                  <c:v>0.1201221654992065</c:v>
                </c:pt>
                <c:pt idx="8474">
                  <c:v>0.12012361887671921</c:v>
                </c:pt>
                <c:pt idx="8475">
                  <c:v>0.12012827053919593</c:v>
                </c:pt>
                <c:pt idx="8476">
                  <c:v>0.12014786327837773</c:v>
                </c:pt>
                <c:pt idx="8477">
                  <c:v>0.12015760777647935</c:v>
                </c:pt>
                <c:pt idx="8478">
                  <c:v>0.12017487876582472</c:v>
                </c:pt>
                <c:pt idx="8479">
                  <c:v>0.12017881539559301</c:v>
                </c:pt>
                <c:pt idx="8480">
                  <c:v>0.12018335213164094</c:v>
                </c:pt>
                <c:pt idx="8481">
                  <c:v>0.12018578004635921</c:v>
                </c:pt>
                <c:pt idx="8482">
                  <c:v>0.12019237766153699</c:v>
                </c:pt>
                <c:pt idx="8483">
                  <c:v>0.12021517519197518</c:v>
                </c:pt>
                <c:pt idx="8484">
                  <c:v>0.12022080314575057</c:v>
                </c:pt>
                <c:pt idx="8485">
                  <c:v>0.12022821503763449</c:v>
                </c:pt>
                <c:pt idx="8486">
                  <c:v>0.12022987590024102</c:v>
                </c:pt>
                <c:pt idx="8487">
                  <c:v>0.12024710897201529</c:v>
                </c:pt>
                <c:pt idx="8488">
                  <c:v>0.1202919598892371</c:v>
                </c:pt>
                <c:pt idx="8489">
                  <c:v>0.12029211393161339</c:v>
                </c:pt>
                <c:pt idx="8490">
                  <c:v>0.12029455848170034</c:v>
                </c:pt>
                <c:pt idx="8491">
                  <c:v>0.12029589281321156</c:v>
                </c:pt>
                <c:pt idx="8492">
                  <c:v>0.12029620378370399</c:v>
                </c:pt>
                <c:pt idx="8493">
                  <c:v>0.12031416690411464</c:v>
                </c:pt>
                <c:pt idx="8494">
                  <c:v>0.12031631940187516</c:v>
                </c:pt>
                <c:pt idx="8495">
                  <c:v>0.12032806889891325</c:v>
                </c:pt>
                <c:pt idx="8496">
                  <c:v>0.12032972161992497</c:v>
                </c:pt>
                <c:pt idx="8497">
                  <c:v>0.12033829925703408</c:v>
                </c:pt>
                <c:pt idx="8498">
                  <c:v>0.1203396187422979</c:v>
                </c:pt>
                <c:pt idx="8499">
                  <c:v>0.12034821786302709</c:v>
                </c:pt>
                <c:pt idx="8500">
                  <c:v>0.12035675449164644</c:v>
                </c:pt>
                <c:pt idx="8501">
                  <c:v>0.12036916003879915</c:v>
                </c:pt>
                <c:pt idx="8502">
                  <c:v>0.12037282474776534</c:v>
                </c:pt>
                <c:pt idx="8503">
                  <c:v>0.12039103276113149</c:v>
                </c:pt>
                <c:pt idx="8504">
                  <c:v>0.12041263218460238</c:v>
                </c:pt>
                <c:pt idx="8505">
                  <c:v>0.12041536317555374</c:v>
                </c:pt>
                <c:pt idx="8506">
                  <c:v>0.12043970549509718</c:v>
                </c:pt>
                <c:pt idx="8507">
                  <c:v>0.12045243998081945</c:v>
                </c:pt>
                <c:pt idx="8508">
                  <c:v>0.12045261038430022</c:v>
                </c:pt>
                <c:pt idx="8509">
                  <c:v>0.12046197178915241</c:v>
                </c:pt>
                <c:pt idx="8510">
                  <c:v>0.12046943319923877</c:v>
                </c:pt>
                <c:pt idx="8511">
                  <c:v>0.12047242028317985</c:v>
                </c:pt>
                <c:pt idx="8512">
                  <c:v>0.12048273811629089</c:v>
                </c:pt>
                <c:pt idx="8513">
                  <c:v>0.1204927135916849</c:v>
                </c:pt>
                <c:pt idx="8514">
                  <c:v>0.12049276371274131</c:v>
                </c:pt>
                <c:pt idx="8515">
                  <c:v>0.12051195757324691</c:v>
                </c:pt>
                <c:pt idx="8516">
                  <c:v>0.12051400377384509</c:v>
                </c:pt>
                <c:pt idx="8517">
                  <c:v>0.12054227631018062</c:v>
                </c:pt>
                <c:pt idx="8518">
                  <c:v>0.1205494259727368</c:v>
                </c:pt>
                <c:pt idx="8519">
                  <c:v>0.12056522041326243</c:v>
                </c:pt>
                <c:pt idx="8520">
                  <c:v>0.12057176904666114</c:v>
                </c:pt>
                <c:pt idx="8521">
                  <c:v>0.1205957932978996</c:v>
                </c:pt>
                <c:pt idx="8522">
                  <c:v>0.12060590837777592</c:v>
                </c:pt>
                <c:pt idx="8523">
                  <c:v>0.12060751782545059</c:v>
                </c:pt>
                <c:pt idx="8524">
                  <c:v>0.12060889933487284</c:v>
                </c:pt>
                <c:pt idx="8525">
                  <c:v>0.1206219979632111</c:v>
                </c:pt>
                <c:pt idx="8526">
                  <c:v>0.12064206072129308</c:v>
                </c:pt>
                <c:pt idx="8527">
                  <c:v>0.12064283800908772</c:v>
                </c:pt>
                <c:pt idx="8528">
                  <c:v>0.12065112289647149</c:v>
                </c:pt>
                <c:pt idx="8529">
                  <c:v>0.12066072792926515</c:v>
                </c:pt>
                <c:pt idx="8530">
                  <c:v>0.12066446285776031</c:v>
                </c:pt>
                <c:pt idx="8531">
                  <c:v>0.12067848742693184</c:v>
                </c:pt>
                <c:pt idx="8532">
                  <c:v>0.12068266873109314</c:v>
                </c:pt>
                <c:pt idx="8533">
                  <c:v>0.12068674936714477</c:v>
                </c:pt>
                <c:pt idx="8534">
                  <c:v>0.12068867624763539</c:v>
                </c:pt>
                <c:pt idx="8535">
                  <c:v>0.12068868750119896</c:v>
                </c:pt>
                <c:pt idx="8536">
                  <c:v>0.1206924396634947</c:v>
                </c:pt>
                <c:pt idx="8537">
                  <c:v>0.12069813722994707</c:v>
                </c:pt>
                <c:pt idx="8538">
                  <c:v>0.12070603112031236</c:v>
                </c:pt>
                <c:pt idx="8539">
                  <c:v>0.12071457765918173</c:v>
                </c:pt>
                <c:pt idx="8540">
                  <c:v>0.12072401327200231</c:v>
                </c:pt>
                <c:pt idx="8541">
                  <c:v>0.12072806585183987</c:v>
                </c:pt>
                <c:pt idx="8542">
                  <c:v>0.12073853213169337</c:v>
                </c:pt>
                <c:pt idx="8543">
                  <c:v>0.12076323048330277</c:v>
                </c:pt>
                <c:pt idx="8544">
                  <c:v>0.12076495219918311</c:v>
                </c:pt>
                <c:pt idx="8545">
                  <c:v>0.12079159668222866</c:v>
                </c:pt>
                <c:pt idx="8546">
                  <c:v>0.1208094130135673</c:v>
                </c:pt>
                <c:pt idx="8547">
                  <c:v>0.12081544332601238</c:v>
                </c:pt>
                <c:pt idx="8548">
                  <c:v>0.12083543939056163</c:v>
                </c:pt>
                <c:pt idx="8549">
                  <c:v>0.12083660393027415</c:v>
                </c:pt>
                <c:pt idx="8550">
                  <c:v>0.12084333095016937</c:v>
                </c:pt>
                <c:pt idx="8551">
                  <c:v>0.12084675198268396</c:v>
                </c:pt>
                <c:pt idx="8552">
                  <c:v>0.12084796032864868</c:v>
                </c:pt>
                <c:pt idx="8553">
                  <c:v>0.12085314066268006</c:v>
                </c:pt>
                <c:pt idx="8554">
                  <c:v>0.12086401711379831</c:v>
                </c:pt>
                <c:pt idx="8555">
                  <c:v>0.12087856515210046</c:v>
                </c:pt>
                <c:pt idx="8556">
                  <c:v>0.12087936426030134</c:v>
                </c:pt>
                <c:pt idx="8557">
                  <c:v>0.12090678018357445</c:v>
                </c:pt>
                <c:pt idx="8558">
                  <c:v>0.12091472477326388</c:v>
                </c:pt>
                <c:pt idx="8559">
                  <c:v>0.12091598488363954</c:v>
                </c:pt>
                <c:pt idx="8560">
                  <c:v>0.12092313757437403</c:v>
                </c:pt>
                <c:pt idx="8561">
                  <c:v>0.12094588454303885</c:v>
                </c:pt>
                <c:pt idx="8562">
                  <c:v>0.12094680598799347</c:v>
                </c:pt>
                <c:pt idx="8563">
                  <c:v>0.12095774076165433</c:v>
                </c:pt>
                <c:pt idx="8564">
                  <c:v>0.12095916222446505</c:v>
                </c:pt>
                <c:pt idx="8565">
                  <c:v>0.12096434137957662</c:v>
                </c:pt>
                <c:pt idx="8566">
                  <c:v>0.12098710194884522</c:v>
                </c:pt>
                <c:pt idx="8567">
                  <c:v>0.12099369596691993</c:v>
                </c:pt>
                <c:pt idx="8568">
                  <c:v>0.12099598698919851</c:v>
                </c:pt>
                <c:pt idx="8569">
                  <c:v>0.12099664855380403</c:v>
                </c:pt>
                <c:pt idx="8570">
                  <c:v>0.12100749395312943</c:v>
                </c:pt>
                <c:pt idx="8571">
                  <c:v>0.12101150158501192</c:v>
                </c:pt>
                <c:pt idx="8572">
                  <c:v>0.12103182702468769</c:v>
                </c:pt>
                <c:pt idx="8573">
                  <c:v>0.12103813462238107</c:v>
                </c:pt>
                <c:pt idx="8574">
                  <c:v>0.12108237596922908</c:v>
                </c:pt>
                <c:pt idx="8575">
                  <c:v>0.12111916070982418</c:v>
                </c:pt>
                <c:pt idx="8576">
                  <c:v>0.12112933379222586</c:v>
                </c:pt>
                <c:pt idx="8577">
                  <c:v>0.12113254568890978</c:v>
                </c:pt>
                <c:pt idx="8578">
                  <c:v>0.1211389457357991</c:v>
                </c:pt>
                <c:pt idx="8579">
                  <c:v>0.12116523851184834</c:v>
                </c:pt>
                <c:pt idx="8580">
                  <c:v>0.1211723904337047</c:v>
                </c:pt>
                <c:pt idx="8581">
                  <c:v>0.12118087990283233</c:v>
                </c:pt>
                <c:pt idx="8582">
                  <c:v>0.12119746506935249</c:v>
                </c:pt>
                <c:pt idx="8583">
                  <c:v>0.12119832821757173</c:v>
                </c:pt>
                <c:pt idx="8584">
                  <c:v>0.12120472543045439</c:v>
                </c:pt>
                <c:pt idx="8585">
                  <c:v>0.12120504457113947</c:v>
                </c:pt>
                <c:pt idx="8586">
                  <c:v>0.12121580051747033</c:v>
                </c:pt>
                <c:pt idx="8587">
                  <c:v>0.12122547121773215</c:v>
                </c:pt>
                <c:pt idx="8588">
                  <c:v>0.12123707302687409</c:v>
                </c:pt>
                <c:pt idx="8589">
                  <c:v>0.12124159454057534</c:v>
                </c:pt>
                <c:pt idx="8590">
                  <c:v>0.12125018969441378</c:v>
                </c:pt>
                <c:pt idx="8591">
                  <c:v>0.12126309434996441</c:v>
                </c:pt>
                <c:pt idx="8592">
                  <c:v>0.12127618727730842</c:v>
                </c:pt>
                <c:pt idx="8593">
                  <c:v>0.12128654608410498</c:v>
                </c:pt>
                <c:pt idx="8594">
                  <c:v>0.12130957405151627</c:v>
                </c:pt>
                <c:pt idx="8595">
                  <c:v>0.12131427657059508</c:v>
                </c:pt>
                <c:pt idx="8596">
                  <c:v>0.12131432973592017</c:v>
                </c:pt>
                <c:pt idx="8597">
                  <c:v>0.1213143935671714</c:v>
                </c:pt>
                <c:pt idx="8598">
                  <c:v>0.12131909696733005</c:v>
                </c:pt>
                <c:pt idx="8599">
                  <c:v>0.12132959146137554</c:v>
                </c:pt>
                <c:pt idx="8600">
                  <c:v>0.12133094103003322</c:v>
                </c:pt>
                <c:pt idx="8601">
                  <c:v>0.12133705184401249</c:v>
                </c:pt>
                <c:pt idx="8602">
                  <c:v>0.12134009781343134</c:v>
                </c:pt>
                <c:pt idx="8603">
                  <c:v>0.12138003617625341</c:v>
                </c:pt>
                <c:pt idx="8604">
                  <c:v>0.12139501882993223</c:v>
                </c:pt>
                <c:pt idx="8605">
                  <c:v>0.12140755473987995</c:v>
                </c:pt>
                <c:pt idx="8606">
                  <c:v>0.1214853307359664</c:v>
                </c:pt>
                <c:pt idx="8607">
                  <c:v>0.12149610462240561</c:v>
                </c:pt>
                <c:pt idx="8608">
                  <c:v>0.12151281459989539</c:v>
                </c:pt>
                <c:pt idx="8609">
                  <c:v>0.12153394271358978</c:v>
                </c:pt>
                <c:pt idx="8610">
                  <c:v>0.12155248495363616</c:v>
                </c:pt>
                <c:pt idx="8611">
                  <c:v>0.12155373655435356</c:v>
                </c:pt>
                <c:pt idx="8612">
                  <c:v>0.12157472798984241</c:v>
                </c:pt>
                <c:pt idx="8613">
                  <c:v>0.1215859353209944</c:v>
                </c:pt>
                <c:pt idx="8614">
                  <c:v>0.1215875989086658</c:v>
                </c:pt>
                <c:pt idx="8615">
                  <c:v>0.12158920633485677</c:v>
                </c:pt>
                <c:pt idx="8616">
                  <c:v>0.12160123322058519</c:v>
                </c:pt>
                <c:pt idx="8617">
                  <c:v>0.12160759796059498</c:v>
                </c:pt>
                <c:pt idx="8618">
                  <c:v>0.12160903515688205</c:v>
                </c:pt>
                <c:pt idx="8619">
                  <c:v>0.12162011550999158</c:v>
                </c:pt>
                <c:pt idx="8620">
                  <c:v>0.12164861484252708</c:v>
                </c:pt>
                <c:pt idx="8621">
                  <c:v>0.12166425243411222</c:v>
                </c:pt>
                <c:pt idx="8622">
                  <c:v>0.12166744879226837</c:v>
                </c:pt>
                <c:pt idx="8623">
                  <c:v>0.12168541191395307</c:v>
                </c:pt>
                <c:pt idx="8624">
                  <c:v>0.12168935671552505</c:v>
                </c:pt>
                <c:pt idx="8625">
                  <c:v>0.12169118280624047</c:v>
                </c:pt>
                <c:pt idx="8626">
                  <c:v>0.12169555219692127</c:v>
                </c:pt>
                <c:pt idx="8627">
                  <c:v>0.12171840851927909</c:v>
                </c:pt>
                <c:pt idx="8628">
                  <c:v>0.12172370783940141</c:v>
                </c:pt>
                <c:pt idx="8629">
                  <c:v>0.12173128249369612</c:v>
                </c:pt>
                <c:pt idx="8630">
                  <c:v>0.12173247072036641</c:v>
                </c:pt>
                <c:pt idx="8631">
                  <c:v>0.12173278214296133</c:v>
                </c:pt>
                <c:pt idx="8632">
                  <c:v>0.12173470857914515</c:v>
                </c:pt>
                <c:pt idx="8633">
                  <c:v>0.12173531139271088</c:v>
                </c:pt>
                <c:pt idx="8634">
                  <c:v>0.12176189844079985</c:v>
                </c:pt>
                <c:pt idx="8635">
                  <c:v>0.12176599113766476</c:v>
                </c:pt>
                <c:pt idx="8636">
                  <c:v>0.12176783649237471</c:v>
                </c:pt>
                <c:pt idx="8637">
                  <c:v>0.12176880959359987</c:v>
                </c:pt>
                <c:pt idx="8638">
                  <c:v>0.12177345927204093</c:v>
                </c:pt>
                <c:pt idx="8639">
                  <c:v>0.1217904657280596</c:v>
                </c:pt>
                <c:pt idx="8640">
                  <c:v>0.1217920607704016</c:v>
                </c:pt>
                <c:pt idx="8641">
                  <c:v>0.12179224456130333</c:v>
                </c:pt>
                <c:pt idx="8642">
                  <c:v>0.12180266266920783</c:v>
                </c:pt>
                <c:pt idx="8643">
                  <c:v>0.12181289408887133</c:v>
                </c:pt>
                <c:pt idx="8644">
                  <c:v>0.12181715044096186</c:v>
                </c:pt>
                <c:pt idx="8645">
                  <c:v>0.12182366485611688</c:v>
                </c:pt>
                <c:pt idx="8646">
                  <c:v>0.12183288640841361</c:v>
                </c:pt>
                <c:pt idx="8647">
                  <c:v>0.12185374664443799</c:v>
                </c:pt>
                <c:pt idx="8648">
                  <c:v>0.12187987546463352</c:v>
                </c:pt>
                <c:pt idx="8649">
                  <c:v>0.12189687914599831</c:v>
                </c:pt>
                <c:pt idx="8650">
                  <c:v>0.12191283662826828</c:v>
                </c:pt>
                <c:pt idx="8651">
                  <c:v>0.121915562734807</c:v>
                </c:pt>
                <c:pt idx="8652">
                  <c:v>0.12192317220313835</c:v>
                </c:pt>
                <c:pt idx="8653">
                  <c:v>0.12192525232309731</c:v>
                </c:pt>
                <c:pt idx="8654">
                  <c:v>0.1219321030629045</c:v>
                </c:pt>
                <c:pt idx="8655">
                  <c:v>0.12193530593687373</c:v>
                </c:pt>
                <c:pt idx="8656">
                  <c:v>0.12194396207901313</c:v>
                </c:pt>
                <c:pt idx="8657">
                  <c:v>0.12194661795266534</c:v>
                </c:pt>
                <c:pt idx="8658">
                  <c:v>0.12194775568217023</c:v>
                </c:pt>
                <c:pt idx="8659">
                  <c:v>0.1219594099691115</c:v>
                </c:pt>
                <c:pt idx="8660">
                  <c:v>0.12197045261185004</c:v>
                </c:pt>
                <c:pt idx="8661">
                  <c:v>0.1220355464378951</c:v>
                </c:pt>
                <c:pt idx="8662">
                  <c:v>0.12206852847775043</c:v>
                </c:pt>
                <c:pt idx="8663">
                  <c:v>0.12207163289083753</c:v>
                </c:pt>
                <c:pt idx="8664">
                  <c:v>0.12207546721319591</c:v>
                </c:pt>
                <c:pt idx="8665">
                  <c:v>0.12209265010771593</c:v>
                </c:pt>
                <c:pt idx="8666">
                  <c:v>0.12211007048301628</c:v>
                </c:pt>
                <c:pt idx="8667">
                  <c:v>0.12211385432272125</c:v>
                </c:pt>
                <c:pt idx="8668">
                  <c:v>0.12213091128254332</c:v>
                </c:pt>
                <c:pt idx="8669">
                  <c:v>0.12214957763303885</c:v>
                </c:pt>
                <c:pt idx="8670">
                  <c:v>0.12215404823954658</c:v>
                </c:pt>
                <c:pt idx="8671">
                  <c:v>0.12216047672096657</c:v>
                </c:pt>
                <c:pt idx="8672">
                  <c:v>0.12217314785268749</c:v>
                </c:pt>
                <c:pt idx="8673">
                  <c:v>0.12217334216027118</c:v>
                </c:pt>
                <c:pt idx="8674">
                  <c:v>0.12217633293637906</c:v>
                </c:pt>
                <c:pt idx="8675">
                  <c:v>0.12217993728271126</c:v>
                </c:pt>
                <c:pt idx="8676">
                  <c:v>0.12218494833334724</c:v>
                </c:pt>
                <c:pt idx="8677">
                  <c:v>0.12219915903268817</c:v>
                </c:pt>
                <c:pt idx="8678">
                  <c:v>0.12221940621265766</c:v>
                </c:pt>
                <c:pt idx="8679">
                  <c:v>0.12222509342564385</c:v>
                </c:pt>
                <c:pt idx="8680">
                  <c:v>0.12222556012562547</c:v>
                </c:pt>
                <c:pt idx="8681">
                  <c:v>0.12224326585095455</c:v>
                </c:pt>
                <c:pt idx="8682">
                  <c:v>0.12224926691732875</c:v>
                </c:pt>
                <c:pt idx="8683">
                  <c:v>0.12226292455571244</c:v>
                </c:pt>
                <c:pt idx="8684">
                  <c:v>0.12226731273061719</c:v>
                </c:pt>
                <c:pt idx="8685">
                  <c:v>0.12226851190413748</c:v>
                </c:pt>
                <c:pt idx="8686">
                  <c:v>0.12227230738873721</c:v>
                </c:pt>
                <c:pt idx="8687">
                  <c:v>0.12228097429590673</c:v>
                </c:pt>
                <c:pt idx="8688">
                  <c:v>0.12228820057127129</c:v>
                </c:pt>
                <c:pt idx="8689">
                  <c:v>0.12228844005331073</c:v>
                </c:pt>
                <c:pt idx="8690">
                  <c:v>0.12229915170198744</c:v>
                </c:pt>
                <c:pt idx="8691">
                  <c:v>0.12230629098257735</c:v>
                </c:pt>
                <c:pt idx="8692">
                  <c:v>0.12230678820659699</c:v>
                </c:pt>
                <c:pt idx="8693">
                  <c:v>0.12230908570351125</c:v>
                </c:pt>
                <c:pt idx="8694">
                  <c:v>0.12231977614675683</c:v>
                </c:pt>
                <c:pt idx="8695">
                  <c:v>0.12233642000100528</c:v>
                </c:pt>
                <c:pt idx="8696">
                  <c:v>0.12234003165232164</c:v>
                </c:pt>
                <c:pt idx="8697">
                  <c:v>0.12234115917332226</c:v>
                </c:pt>
                <c:pt idx="8698">
                  <c:v>0.1223424415152051</c:v>
                </c:pt>
                <c:pt idx="8699">
                  <c:v>0.12234980593430195</c:v>
                </c:pt>
                <c:pt idx="8700">
                  <c:v>0.1223509472733606</c:v>
                </c:pt>
                <c:pt idx="8701">
                  <c:v>0.12235449251940037</c:v>
                </c:pt>
                <c:pt idx="8702">
                  <c:v>0.12236239127777912</c:v>
                </c:pt>
                <c:pt idx="8703">
                  <c:v>0.12237499037159934</c:v>
                </c:pt>
                <c:pt idx="8704">
                  <c:v>0.12237851470857532</c:v>
                </c:pt>
                <c:pt idx="8705">
                  <c:v>0.12237925972254497</c:v>
                </c:pt>
                <c:pt idx="8706">
                  <c:v>0.12239924564483889</c:v>
                </c:pt>
                <c:pt idx="8707">
                  <c:v>0.12241428130819099</c:v>
                </c:pt>
                <c:pt idx="8708">
                  <c:v>0.12242406169885815</c:v>
                </c:pt>
                <c:pt idx="8709">
                  <c:v>0.12243138874644686</c:v>
                </c:pt>
                <c:pt idx="8710">
                  <c:v>0.12244262730157512</c:v>
                </c:pt>
                <c:pt idx="8711">
                  <c:v>0.12245555842433936</c:v>
                </c:pt>
                <c:pt idx="8712">
                  <c:v>0.12246724701135947</c:v>
                </c:pt>
                <c:pt idx="8713">
                  <c:v>0.12246742423461003</c:v>
                </c:pt>
                <c:pt idx="8714">
                  <c:v>0.12247224037562901</c:v>
                </c:pt>
                <c:pt idx="8715">
                  <c:v>0.1224825053746664</c:v>
                </c:pt>
                <c:pt idx="8716">
                  <c:v>0.12248899218887042</c:v>
                </c:pt>
                <c:pt idx="8717">
                  <c:v>0.12249122680149255</c:v>
                </c:pt>
                <c:pt idx="8718">
                  <c:v>0.12250395981793606</c:v>
                </c:pt>
                <c:pt idx="8719">
                  <c:v>0.12250885251945166</c:v>
                </c:pt>
                <c:pt idx="8720">
                  <c:v>0.12251624148931835</c:v>
                </c:pt>
                <c:pt idx="8721">
                  <c:v>0.12252407047010413</c:v>
                </c:pt>
                <c:pt idx="8722">
                  <c:v>0.122529452802921</c:v>
                </c:pt>
                <c:pt idx="8723">
                  <c:v>0.12255015089111322</c:v>
                </c:pt>
                <c:pt idx="8724">
                  <c:v>0.12255926169472094</c:v>
                </c:pt>
                <c:pt idx="8725">
                  <c:v>0.12256177422333094</c:v>
                </c:pt>
                <c:pt idx="8726">
                  <c:v>0.12256593510622622</c:v>
                </c:pt>
                <c:pt idx="8727">
                  <c:v>0.12257169123749347</c:v>
                </c:pt>
                <c:pt idx="8728">
                  <c:v>0.12257417970889527</c:v>
                </c:pt>
                <c:pt idx="8729">
                  <c:v>0.12258719638823018</c:v>
                </c:pt>
                <c:pt idx="8730">
                  <c:v>0.12259229807342083</c:v>
                </c:pt>
                <c:pt idx="8731">
                  <c:v>0.12259273376055227</c:v>
                </c:pt>
                <c:pt idx="8732">
                  <c:v>0.12261444961932248</c:v>
                </c:pt>
                <c:pt idx="8733">
                  <c:v>0.12265454190324356</c:v>
                </c:pt>
                <c:pt idx="8734">
                  <c:v>0.12265538060812857</c:v>
                </c:pt>
                <c:pt idx="8735">
                  <c:v>0.12266862556594468</c:v>
                </c:pt>
                <c:pt idx="8736">
                  <c:v>0.12266890319028523</c:v>
                </c:pt>
                <c:pt idx="8737">
                  <c:v>0.12267037371251546</c:v>
                </c:pt>
                <c:pt idx="8738">
                  <c:v>0.12272306155194097</c:v>
                </c:pt>
                <c:pt idx="8739">
                  <c:v>0.12273353278550722</c:v>
                </c:pt>
                <c:pt idx="8740">
                  <c:v>0.12273520143439665</c:v>
                </c:pt>
                <c:pt idx="8741">
                  <c:v>0.1227353729916898</c:v>
                </c:pt>
                <c:pt idx="8742">
                  <c:v>0.12273761117003384</c:v>
                </c:pt>
                <c:pt idx="8743">
                  <c:v>0.12275979745663219</c:v>
                </c:pt>
                <c:pt idx="8744">
                  <c:v>0.12276230880235313</c:v>
                </c:pt>
                <c:pt idx="8745">
                  <c:v>0.12276545870230395</c:v>
                </c:pt>
                <c:pt idx="8746">
                  <c:v>0.12278110797701589</c:v>
                </c:pt>
                <c:pt idx="8747">
                  <c:v>0.1227983067402573</c:v>
                </c:pt>
                <c:pt idx="8748">
                  <c:v>0.12280153505449418</c:v>
                </c:pt>
                <c:pt idx="8749">
                  <c:v>0.12282479172441257</c:v>
                </c:pt>
                <c:pt idx="8750">
                  <c:v>0.12283172853698994</c:v>
                </c:pt>
                <c:pt idx="8751">
                  <c:v>0.12284398161132561</c:v>
                </c:pt>
                <c:pt idx="8752">
                  <c:v>0.12285833877222795</c:v>
                </c:pt>
                <c:pt idx="8753">
                  <c:v>0.12288164036889854</c:v>
                </c:pt>
                <c:pt idx="8754">
                  <c:v>0.12289060125681676</c:v>
                </c:pt>
                <c:pt idx="8755">
                  <c:v>0.12289372599791784</c:v>
                </c:pt>
                <c:pt idx="8756">
                  <c:v>0.1228960544572858</c:v>
                </c:pt>
                <c:pt idx="8757">
                  <c:v>0.12289666076642783</c:v>
                </c:pt>
                <c:pt idx="8758">
                  <c:v>0.12289902387621494</c:v>
                </c:pt>
                <c:pt idx="8759">
                  <c:v>0.12292197600366839</c:v>
                </c:pt>
                <c:pt idx="8760">
                  <c:v>0.1229247228517177</c:v>
                </c:pt>
                <c:pt idx="8761">
                  <c:v>0.1229308269887216</c:v>
                </c:pt>
                <c:pt idx="8762">
                  <c:v>0.12293120182919816</c:v>
                </c:pt>
                <c:pt idx="8763">
                  <c:v>0.12294035201133251</c:v>
                </c:pt>
                <c:pt idx="8764">
                  <c:v>0.12294151748535054</c:v>
                </c:pt>
                <c:pt idx="8765">
                  <c:v>0.12294808036021887</c:v>
                </c:pt>
                <c:pt idx="8766">
                  <c:v>0.12295845099965114</c:v>
                </c:pt>
                <c:pt idx="8767">
                  <c:v>0.12297643787350243</c:v>
                </c:pt>
                <c:pt idx="8768">
                  <c:v>0.12299673914154748</c:v>
                </c:pt>
                <c:pt idx="8769">
                  <c:v>0.12301005454483822</c:v>
                </c:pt>
                <c:pt idx="8770">
                  <c:v>0.12301416239223616</c:v>
                </c:pt>
                <c:pt idx="8771">
                  <c:v>0.12302517831096101</c:v>
                </c:pt>
                <c:pt idx="8772">
                  <c:v>0.12302549512754951</c:v>
                </c:pt>
                <c:pt idx="8773">
                  <c:v>0.12303051128211999</c:v>
                </c:pt>
                <c:pt idx="8774">
                  <c:v>0.12305141068514833</c:v>
                </c:pt>
                <c:pt idx="8775">
                  <c:v>0.12306322673618067</c:v>
                </c:pt>
                <c:pt idx="8776">
                  <c:v>0.12306760555173975</c:v>
                </c:pt>
                <c:pt idx="8777">
                  <c:v>0.12307388467006054</c:v>
                </c:pt>
                <c:pt idx="8778">
                  <c:v>0.12307928041138806</c:v>
                </c:pt>
                <c:pt idx="8779">
                  <c:v>0.12310184628982515</c:v>
                </c:pt>
                <c:pt idx="8780">
                  <c:v>0.12311722541916625</c:v>
                </c:pt>
                <c:pt idx="8781">
                  <c:v>0.12313034706756823</c:v>
                </c:pt>
                <c:pt idx="8782">
                  <c:v>0.1231394545818582</c:v>
                </c:pt>
                <c:pt idx="8783">
                  <c:v>0.1231550358645897</c:v>
                </c:pt>
                <c:pt idx="8784">
                  <c:v>0.12318654313823577</c:v>
                </c:pt>
                <c:pt idx="8785">
                  <c:v>0.12318978582787354</c:v>
                </c:pt>
                <c:pt idx="8786">
                  <c:v>0.12320348162104784</c:v>
                </c:pt>
                <c:pt idx="8787">
                  <c:v>0.12321964731367153</c:v>
                </c:pt>
                <c:pt idx="8788">
                  <c:v>0.12322136398341672</c:v>
                </c:pt>
                <c:pt idx="8789">
                  <c:v>0.12323335420690361</c:v>
                </c:pt>
                <c:pt idx="8790">
                  <c:v>0.12325919983507047</c:v>
                </c:pt>
                <c:pt idx="8791">
                  <c:v>0.12326188765197102</c:v>
                </c:pt>
                <c:pt idx="8792">
                  <c:v>0.12326426326428867</c:v>
                </c:pt>
                <c:pt idx="8793">
                  <c:v>0.12327702124506441</c:v>
                </c:pt>
                <c:pt idx="8794">
                  <c:v>0.12327973548209836</c:v>
                </c:pt>
                <c:pt idx="8795">
                  <c:v>0.1232870818447724</c:v>
                </c:pt>
                <c:pt idx="8796">
                  <c:v>0.12330589803089234</c:v>
                </c:pt>
                <c:pt idx="8797">
                  <c:v>0.12332468073869687</c:v>
                </c:pt>
                <c:pt idx="8798">
                  <c:v>0.12335432100975524</c:v>
                </c:pt>
                <c:pt idx="8799">
                  <c:v>0.12336686570776265</c:v>
                </c:pt>
                <c:pt idx="8800">
                  <c:v>0.12339378084710101</c:v>
                </c:pt>
                <c:pt idx="8801">
                  <c:v>0.12339410404932011</c:v>
                </c:pt>
                <c:pt idx="8802">
                  <c:v>0.1234046503608098</c:v>
                </c:pt>
                <c:pt idx="8803">
                  <c:v>0.12340987723620338</c:v>
                </c:pt>
                <c:pt idx="8804">
                  <c:v>0.12341594206288267</c:v>
                </c:pt>
                <c:pt idx="8805">
                  <c:v>0.12341974344155167</c:v>
                </c:pt>
                <c:pt idx="8806">
                  <c:v>0.12344362838687595</c:v>
                </c:pt>
                <c:pt idx="8807">
                  <c:v>0.12345135679822684</c:v>
                </c:pt>
                <c:pt idx="8808">
                  <c:v>0.12345480009169896</c:v>
                </c:pt>
                <c:pt idx="8809">
                  <c:v>0.12346928537699881</c:v>
                </c:pt>
                <c:pt idx="8810">
                  <c:v>0.12348416415546208</c:v>
                </c:pt>
                <c:pt idx="8811">
                  <c:v>0.12351966255984889</c:v>
                </c:pt>
                <c:pt idx="8812">
                  <c:v>0.12356196303520464</c:v>
                </c:pt>
                <c:pt idx="8813">
                  <c:v>0.12356476722095038</c:v>
                </c:pt>
                <c:pt idx="8814">
                  <c:v>0.12356571421900053</c:v>
                </c:pt>
                <c:pt idx="8815">
                  <c:v>0.12356604486138413</c:v>
                </c:pt>
                <c:pt idx="8816">
                  <c:v>0.12356909512162176</c:v>
                </c:pt>
                <c:pt idx="8817">
                  <c:v>0.12357490024378727</c:v>
                </c:pt>
                <c:pt idx="8818">
                  <c:v>0.1235983739084909</c:v>
                </c:pt>
                <c:pt idx="8819">
                  <c:v>0.12360353455953378</c:v>
                </c:pt>
                <c:pt idx="8820">
                  <c:v>0.12363848653989519</c:v>
                </c:pt>
                <c:pt idx="8821">
                  <c:v>0.12364519669683677</c:v>
                </c:pt>
                <c:pt idx="8822">
                  <c:v>0.12364617042718389</c:v>
                </c:pt>
                <c:pt idx="8823">
                  <c:v>0.12365621005487605</c:v>
                </c:pt>
                <c:pt idx="8824">
                  <c:v>0.12368267493567205</c:v>
                </c:pt>
                <c:pt idx="8825">
                  <c:v>0.12368650034644174</c:v>
                </c:pt>
                <c:pt idx="8826">
                  <c:v>0.12369955037596937</c:v>
                </c:pt>
                <c:pt idx="8827">
                  <c:v>0.1237158002565554</c:v>
                </c:pt>
                <c:pt idx="8828">
                  <c:v>0.12372056692842549</c:v>
                </c:pt>
                <c:pt idx="8829">
                  <c:v>0.12373195794146397</c:v>
                </c:pt>
                <c:pt idx="8830">
                  <c:v>0.12374568065214488</c:v>
                </c:pt>
                <c:pt idx="8831">
                  <c:v>0.12375430698567173</c:v>
                </c:pt>
                <c:pt idx="8832">
                  <c:v>0.1237656954670264</c:v>
                </c:pt>
                <c:pt idx="8833">
                  <c:v>0.12377496618188881</c:v>
                </c:pt>
                <c:pt idx="8834">
                  <c:v>0.12377552710930111</c:v>
                </c:pt>
                <c:pt idx="8835">
                  <c:v>0.12378274022358382</c:v>
                </c:pt>
                <c:pt idx="8836">
                  <c:v>0.12378409658645831</c:v>
                </c:pt>
                <c:pt idx="8837">
                  <c:v>0.12379055493722704</c:v>
                </c:pt>
                <c:pt idx="8838">
                  <c:v>0.12379174046487933</c:v>
                </c:pt>
                <c:pt idx="8839">
                  <c:v>0.1237989905151502</c:v>
                </c:pt>
                <c:pt idx="8840">
                  <c:v>0.12380034138290492</c:v>
                </c:pt>
                <c:pt idx="8841">
                  <c:v>0.12380209059561516</c:v>
                </c:pt>
                <c:pt idx="8842">
                  <c:v>0.12382071837490653</c:v>
                </c:pt>
                <c:pt idx="8843">
                  <c:v>0.12382653659720727</c:v>
                </c:pt>
                <c:pt idx="8844">
                  <c:v>0.12384135044520103</c:v>
                </c:pt>
                <c:pt idx="8845">
                  <c:v>0.12384548213747268</c:v>
                </c:pt>
                <c:pt idx="8846">
                  <c:v>0.12387439882013972</c:v>
                </c:pt>
                <c:pt idx="8847">
                  <c:v>0.12388926087121857</c:v>
                </c:pt>
                <c:pt idx="8848">
                  <c:v>0.12389285865542128</c:v>
                </c:pt>
                <c:pt idx="8849">
                  <c:v>0.12393958634661777</c:v>
                </c:pt>
                <c:pt idx="8850">
                  <c:v>0.12396687807033806</c:v>
                </c:pt>
                <c:pt idx="8851">
                  <c:v>0.12397055311614534</c:v>
                </c:pt>
                <c:pt idx="8852">
                  <c:v>0.12398147624526726</c:v>
                </c:pt>
                <c:pt idx="8853">
                  <c:v>0.12399197930491686</c:v>
                </c:pt>
                <c:pt idx="8854">
                  <c:v>0.12399540960829644</c:v>
                </c:pt>
                <c:pt idx="8855">
                  <c:v>0.12399978949469784</c:v>
                </c:pt>
                <c:pt idx="8856">
                  <c:v>0.12401622970052542</c:v>
                </c:pt>
                <c:pt idx="8857">
                  <c:v>0.12402300122877054</c:v>
                </c:pt>
                <c:pt idx="8858">
                  <c:v>0.12405606477204661</c:v>
                </c:pt>
                <c:pt idx="8859">
                  <c:v>0.12406352985790793</c:v>
                </c:pt>
                <c:pt idx="8860">
                  <c:v>0.1240652170087793</c:v>
                </c:pt>
                <c:pt idx="8861">
                  <c:v>0.12406742989735514</c:v>
                </c:pt>
                <c:pt idx="8862">
                  <c:v>0.12407509084650949</c:v>
                </c:pt>
                <c:pt idx="8863">
                  <c:v>0.12407717788376092</c:v>
                </c:pt>
                <c:pt idx="8864">
                  <c:v>0.12410420910493984</c:v>
                </c:pt>
                <c:pt idx="8865">
                  <c:v>0.1241074980071966</c:v>
                </c:pt>
                <c:pt idx="8866">
                  <c:v>0.12410754211491343</c:v>
                </c:pt>
                <c:pt idx="8867">
                  <c:v>0.12411377109972667</c:v>
                </c:pt>
                <c:pt idx="8868">
                  <c:v>0.12411654640287791</c:v>
                </c:pt>
                <c:pt idx="8869">
                  <c:v>0.12412310357708019</c:v>
                </c:pt>
                <c:pt idx="8870">
                  <c:v>0.12418238040734884</c:v>
                </c:pt>
                <c:pt idx="8871">
                  <c:v>0.12418444627780485</c:v>
                </c:pt>
                <c:pt idx="8872">
                  <c:v>0.12420843975316688</c:v>
                </c:pt>
                <c:pt idx="8873">
                  <c:v>0.12421031681330835</c:v>
                </c:pt>
                <c:pt idx="8874">
                  <c:v>0.1242192822004245</c:v>
                </c:pt>
                <c:pt idx="8875">
                  <c:v>0.12422258850209054</c:v>
                </c:pt>
                <c:pt idx="8876">
                  <c:v>0.1242335217972706</c:v>
                </c:pt>
                <c:pt idx="8877">
                  <c:v>0.12425129158152037</c:v>
                </c:pt>
                <c:pt idx="8878">
                  <c:v>0.12428565762034988</c:v>
                </c:pt>
                <c:pt idx="8879">
                  <c:v>0.12429069393941879</c:v>
                </c:pt>
                <c:pt idx="8880">
                  <c:v>0.1242995795848169</c:v>
                </c:pt>
                <c:pt idx="8881">
                  <c:v>0.12433596417483489</c:v>
                </c:pt>
                <c:pt idx="8882">
                  <c:v>0.12434122167492065</c:v>
                </c:pt>
                <c:pt idx="8883">
                  <c:v>0.12435143103924379</c:v>
                </c:pt>
                <c:pt idx="8884">
                  <c:v>0.12436215215643501</c:v>
                </c:pt>
                <c:pt idx="8885">
                  <c:v>0.12436666692561363</c:v>
                </c:pt>
                <c:pt idx="8886">
                  <c:v>0.12438629648580721</c:v>
                </c:pt>
                <c:pt idx="8887">
                  <c:v>0.12439754623574972</c:v>
                </c:pt>
                <c:pt idx="8888">
                  <c:v>0.12441337194565155</c:v>
                </c:pt>
                <c:pt idx="8889">
                  <c:v>0.12442350594537936</c:v>
                </c:pt>
                <c:pt idx="8890">
                  <c:v>0.12443254755954959</c:v>
                </c:pt>
                <c:pt idx="8891">
                  <c:v>0.12443995332260993</c:v>
                </c:pt>
                <c:pt idx="8892">
                  <c:v>0.12444511440743496</c:v>
                </c:pt>
                <c:pt idx="8893">
                  <c:v>0.1244479169375004</c:v>
                </c:pt>
                <c:pt idx="8894">
                  <c:v>0.12445901305277761</c:v>
                </c:pt>
                <c:pt idx="8895">
                  <c:v>0.12446087026125106</c:v>
                </c:pt>
                <c:pt idx="8896">
                  <c:v>0.12447182912405007</c:v>
                </c:pt>
                <c:pt idx="8897">
                  <c:v>0.12447198066315045</c:v>
                </c:pt>
                <c:pt idx="8898">
                  <c:v>0.12448096869736892</c:v>
                </c:pt>
                <c:pt idx="8899">
                  <c:v>0.12449925931458235</c:v>
                </c:pt>
                <c:pt idx="8900">
                  <c:v>0.1245029489243666</c:v>
                </c:pt>
                <c:pt idx="8901">
                  <c:v>0.12450631496699253</c:v>
                </c:pt>
                <c:pt idx="8902">
                  <c:v>0.12452498328260711</c:v>
                </c:pt>
                <c:pt idx="8903">
                  <c:v>0.1245338313341274</c:v>
                </c:pt>
                <c:pt idx="8904">
                  <c:v>0.12453488119623396</c:v>
                </c:pt>
                <c:pt idx="8905">
                  <c:v>0.12456345550836112</c:v>
                </c:pt>
                <c:pt idx="8906">
                  <c:v>0.12456632971316332</c:v>
                </c:pt>
                <c:pt idx="8907">
                  <c:v>0.12457637511609822</c:v>
                </c:pt>
                <c:pt idx="8908">
                  <c:v>0.12457788032114325</c:v>
                </c:pt>
                <c:pt idx="8909">
                  <c:v>0.12458826867267336</c:v>
                </c:pt>
                <c:pt idx="8910">
                  <c:v>0.12459764349096722</c:v>
                </c:pt>
                <c:pt idx="8911">
                  <c:v>0.12460707963686739</c:v>
                </c:pt>
                <c:pt idx="8912">
                  <c:v>0.12462127132478995</c:v>
                </c:pt>
                <c:pt idx="8913">
                  <c:v>0.12462328440134425</c:v>
                </c:pt>
                <c:pt idx="8914">
                  <c:v>0.12462580306144504</c:v>
                </c:pt>
                <c:pt idx="8915">
                  <c:v>0.12463114882694817</c:v>
                </c:pt>
                <c:pt idx="8916">
                  <c:v>0.12464063952263871</c:v>
                </c:pt>
                <c:pt idx="8917">
                  <c:v>0.12464266351057414</c:v>
                </c:pt>
                <c:pt idx="8918">
                  <c:v>0.12464773553773559</c:v>
                </c:pt>
                <c:pt idx="8919">
                  <c:v>0.12464894666761903</c:v>
                </c:pt>
                <c:pt idx="8920">
                  <c:v>0.12465023121492178</c:v>
                </c:pt>
                <c:pt idx="8921">
                  <c:v>0.12465298603039311</c:v>
                </c:pt>
                <c:pt idx="8922">
                  <c:v>0.12465797241738601</c:v>
                </c:pt>
                <c:pt idx="8923">
                  <c:v>0.12467712282944537</c:v>
                </c:pt>
                <c:pt idx="8924">
                  <c:v>0.1246777611156855</c:v>
                </c:pt>
                <c:pt idx="8925">
                  <c:v>0.1247075681499283</c:v>
                </c:pt>
                <c:pt idx="8926">
                  <c:v>0.12471314912007443</c:v>
                </c:pt>
                <c:pt idx="8927">
                  <c:v>0.12471779068938683</c:v>
                </c:pt>
                <c:pt idx="8928">
                  <c:v>0.12473035452424792</c:v>
                </c:pt>
                <c:pt idx="8929">
                  <c:v>0.12475380357679887</c:v>
                </c:pt>
                <c:pt idx="8930">
                  <c:v>0.12476911367923779</c:v>
                </c:pt>
                <c:pt idx="8931">
                  <c:v>0.12478630851390411</c:v>
                </c:pt>
                <c:pt idx="8932">
                  <c:v>0.1247865916610895</c:v>
                </c:pt>
                <c:pt idx="8933">
                  <c:v>0.12479932598062174</c:v>
                </c:pt>
                <c:pt idx="8934">
                  <c:v>0.12480569964390031</c:v>
                </c:pt>
                <c:pt idx="8935">
                  <c:v>0.12481224416122193</c:v>
                </c:pt>
                <c:pt idx="8936">
                  <c:v>0.12481415339807256</c:v>
                </c:pt>
                <c:pt idx="8937">
                  <c:v>0.12482132404236269</c:v>
                </c:pt>
                <c:pt idx="8938">
                  <c:v>0.12482904745517116</c:v>
                </c:pt>
                <c:pt idx="8939">
                  <c:v>0.12484128080204956</c:v>
                </c:pt>
                <c:pt idx="8940">
                  <c:v>0.12485934470718332</c:v>
                </c:pt>
                <c:pt idx="8941">
                  <c:v>0.1248618408592547</c:v>
                </c:pt>
                <c:pt idx="8942">
                  <c:v>0.12487947000863174</c:v>
                </c:pt>
                <c:pt idx="8943">
                  <c:v>0.12492246907138289</c:v>
                </c:pt>
                <c:pt idx="8944">
                  <c:v>0.12495093158984572</c:v>
                </c:pt>
                <c:pt idx="8945">
                  <c:v>0.12495190091100908</c:v>
                </c:pt>
                <c:pt idx="8946">
                  <c:v>0.12496293442512962</c:v>
                </c:pt>
                <c:pt idx="8947">
                  <c:v>0.12499002881752275</c:v>
                </c:pt>
                <c:pt idx="8948">
                  <c:v>0.12500030205849005</c:v>
                </c:pt>
                <c:pt idx="8949">
                  <c:v>0.12500844841430209</c:v>
                </c:pt>
                <c:pt idx="8950">
                  <c:v>0.12501098068115746</c:v>
                </c:pt>
                <c:pt idx="8951">
                  <c:v>0.12501704458383275</c:v>
                </c:pt>
                <c:pt idx="8952">
                  <c:v>0.12502481628087173</c:v>
                </c:pt>
                <c:pt idx="8953">
                  <c:v>0.12502602608266522</c:v>
                </c:pt>
                <c:pt idx="8954">
                  <c:v>0.12502631499970077</c:v>
                </c:pt>
                <c:pt idx="8955">
                  <c:v>0.12503170471329272</c:v>
                </c:pt>
                <c:pt idx="8956">
                  <c:v>0.12503969114831273</c:v>
                </c:pt>
                <c:pt idx="8957">
                  <c:v>0.12505111631218294</c:v>
                </c:pt>
                <c:pt idx="8958">
                  <c:v>0.12505468871285544</c:v>
                </c:pt>
                <c:pt idx="8959">
                  <c:v>0.12505573897846198</c:v>
                </c:pt>
                <c:pt idx="8960">
                  <c:v>0.12505931959732547</c:v>
                </c:pt>
                <c:pt idx="8961">
                  <c:v>0.1250621644612521</c:v>
                </c:pt>
                <c:pt idx="8962">
                  <c:v>0.1250686213964402</c:v>
                </c:pt>
                <c:pt idx="8963">
                  <c:v>0.12507508520481037</c:v>
                </c:pt>
                <c:pt idx="8964">
                  <c:v>0.12507568559890267</c:v>
                </c:pt>
                <c:pt idx="8965">
                  <c:v>0.12508074380323947</c:v>
                </c:pt>
                <c:pt idx="8966">
                  <c:v>0.12510912280980024</c:v>
                </c:pt>
                <c:pt idx="8967">
                  <c:v>0.12511947883636398</c:v>
                </c:pt>
                <c:pt idx="8968">
                  <c:v>0.12512292647447515</c:v>
                </c:pt>
                <c:pt idx="8969">
                  <c:v>0.12512920671513222</c:v>
                </c:pt>
                <c:pt idx="8970">
                  <c:v>0.12513106234463325</c:v>
                </c:pt>
                <c:pt idx="8971">
                  <c:v>0.12513183813626666</c:v>
                </c:pt>
                <c:pt idx="8972">
                  <c:v>0.12514065062853125</c:v>
                </c:pt>
                <c:pt idx="8973">
                  <c:v>0.12514885145563323</c:v>
                </c:pt>
                <c:pt idx="8974">
                  <c:v>0.12516261498530118</c:v>
                </c:pt>
                <c:pt idx="8975">
                  <c:v>0.1251656761899185</c:v>
                </c:pt>
                <c:pt idx="8976">
                  <c:v>0.12518499621701151</c:v>
                </c:pt>
                <c:pt idx="8977">
                  <c:v>0.12519869240382217</c:v>
                </c:pt>
                <c:pt idx="8978">
                  <c:v>0.12520025158507372</c:v>
                </c:pt>
                <c:pt idx="8979">
                  <c:v>0.12520629655099799</c:v>
                </c:pt>
                <c:pt idx="8980">
                  <c:v>0.12521817666551613</c:v>
                </c:pt>
                <c:pt idx="8981">
                  <c:v>0.12523185882672105</c:v>
                </c:pt>
                <c:pt idx="8982">
                  <c:v>0.12523587559537799</c:v>
                </c:pt>
                <c:pt idx="8983">
                  <c:v>0.12523771081693852</c:v>
                </c:pt>
                <c:pt idx="8984">
                  <c:v>0.12524833526102686</c:v>
                </c:pt>
                <c:pt idx="8985">
                  <c:v>0.12526231523060305</c:v>
                </c:pt>
                <c:pt idx="8986">
                  <c:v>0.1252671601725098</c:v>
                </c:pt>
                <c:pt idx="8987">
                  <c:v>0.12529214478184209</c:v>
                </c:pt>
                <c:pt idx="8988">
                  <c:v>0.12529538737236534</c:v>
                </c:pt>
                <c:pt idx="8989">
                  <c:v>0.12529769206381755</c:v>
                </c:pt>
                <c:pt idx="8990">
                  <c:v>0.12530492257045267</c:v>
                </c:pt>
                <c:pt idx="8991">
                  <c:v>0.12530734244008615</c:v>
                </c:pt>
                <c:pt idx="8992">
                  <c:v>0.12531404332286838</c:v>
                </c:pt>
                <c:pt idx="8993">
                  <c:v>0.12533573977559376</c:v>
                </c:pt>
                <c:pt idx="8994">
                  <c:v>0.1253578112856408</c:v>
                </c:pt>
                <c:pt idx="8995">
                  <c:v>0.12535822274488725</c:v>
                </c:pt>
                <c:pt idx="8996">
                  <c:v>0.12537155433377939</c:v>
                </c:pt>
                <c:pt idx="8997">
                  <c:v>0.12538154107450489</c:v>
                </c:pt>
                <c:pt idx="8998">
                  <c:v>0.12538189897905269</c:v>
                </c:pt>
                <c:pt idx="8999">
                  <c:v>0.12538313745192253</c:v>
                </c:pt>
                <c:pt idx="9000">
                  <c:v>0.12539628337315131</c:v>
                </c:pt>
                <c:pt idx="9001">
                  <c:v>0.12539704749403374</c:v>
                </c:pt>
                <c:pt idx="9002">
                  <c:v>0.1253977016471024</c:v>
                </c:pt>
                <c:pt idx="9003">
                  <c:v>0.12540770933400991</c:v>
                </c:pt>
                <c:pt idx="9004">
                  <c:v>0.12540834870240747</c:v>
                </c:pt>
                <c:pt idx="9005">
                  <c:v>0.12541394819287302</c:v>
                </c:pt>
                <c:pt idx="9006">
                  <c:v>0.12542019254308434</c:v>
                </c:pt>
                <c:pt idx="9007">
                  <c:v>0.12542822700588438</c:v>
                </c:pt>
                <c:pt idx="9008">
                  <c:v>0.12544407334939628</c:v>
                </c:pt>
                <c:pt idx="9009">
                  <c:v>0.12544764753461249</c:v>
                </c:pt>
                <c:pt idx="9010">
                  <c:v>0.12545070483786228</c:v>
                </c:pt>
                <c:pt idx="9011">
                  <c:v>0.12545207033007882</c:v>
                </c:pt>
                <c:pt idx="9012">
                  <c:v>0.12545984531137863</c:v>
                </c:pt>
                <c:pt idx="9013">
                  <c:v>0.12548485604844795</c:v>
                </c:pt>
                <c:pt idx="9014">
                  <c:v>0.12549694043429921</c:v>
                </c:pt>
                <c:pt idx="9015">
                  <c:v>0.12550369391579083</c:v>
                </c:pt>
                <c:pt idx="9016">
                  <c:v>0.12551883891104987</c:v>
                </c:pt>
                <c:pt idx="9017">
                  <c:v>0.12552602572791285</c:v>
                </c:pt>
                <c:pt idx="9018">
                  <c:v>0.1255306561849833</c:v>
                </c:pt>
                <c:pt idx="9019">
                  <c:v>0.12553211564189246</c:v>
                </c:pt>
                <c:pt idx="9020">
                  <c:v>0.12554768586060916</c:v>
                </c:pt>
                <c:pt idx="9021">
                  <c:v>0.12556264929002528</c:v>
                </c:pt>
                <c:pt idx="9022">
                  <c:v>0.12557491114518685</c:v>
                </c:pt>
                <c:pt idx="9023">
                  <c:v>0.12558287795642176</c:v>
                </c:pt>
                <c:pt idx="9024">
                  <c:v>0.1255895364111774</c:v>
                </c:pt>
                <c:pt idx="9025">
                  <c:v>0.12559335653796899</c:v>
                </c:pt>
                <c:pt idx="9026">
                  <c:v>0.12559527601689474</c:v>
                </c:pt>
                <c:pt idx="9027">
                  <c:v>0.12560188465958075</c:v>
                </c:pt>
                <c:pt idx="9028">
                  <c:v>0.12560431642406855</c:v>
                </c:pt>
                <c:pt idx="9029">
                  <c:v>0.12560516848069433</c:v>
                </c:pt>
                <c:pt idx="9030">
                  <c:v>0.12560644130313614</c:v>
                </c:pt>
                <c:pt idx="9031">
                  <c:v>0.12561257882660457</c:v>
                </c:pt>
                <c:pt idx="9032">
                  <c:v>0.12561395793453953</c:v>
                </c:pt>
                <c:pt idx="9033">
                  <c:v>0.12561727330279629</c:v>
                </c:pt>
                <c:pt idx="9034">
                  <c:v>0.12563734275443017</c:v>
                </c:pt>
                <c:pt idx="9035">
                  <c:v>0.12563776608693772</c:v>
                </c:pt>
                <c:pt idx="9036">
                  <c:v>0.12564074288093238</c:v>
                </c:pt>
                <c:pt idx="9037">
                  <c:v>0.12564436654794886</c:v>
                </c:pt>
                <c:pt idx="9038">
                  <c:v>0.12565268114855049</c:v>
                </c:pt>
                <c:pt idx="9039">
                  <c:v>0.12565452522478465</c:v>
                </c:pt>
                <c:pt idx="9040">
                  <c:v>0.12569557593298575</c:v>
                </c:pt>
                <c:pt idx="9041">
                  <c:v>0.1257095143633806</c:v>
                </c:pt>
                <c:pt idx="9042">
                  <c:v>0.12572673740353035</c:v>
                </c:pt>
                <c:pt idx="9043">
                  <c:v>0.12572750738178767</c:v>
                </c:pt>
                <c:pt idx="9044">
                  <c:v>0.1257401375078076</c:v>
                </c:pt>
                <c:pt idx="9045">
                  <c:v>0.12574108023676842</c:v>
                </c:pt>
                <c:pt idx="9046">
                  <c:v>0.12575068059298608</c:v>
                </c:pt>
                <c:pt idx="9047">
                  <c:v>0.12576253813452964</c:v>
                </c:pt>
                <c:pt idx="9048">
                  <c:v>0.1257700984815911</c:v>
                </c:pt>
                <c:pt idx="9049">
                  <c:v>0.12577070121829098</c:v>
                </c:pt>
                <c:pt idx="9050">
                  <c:v>0.12577387615498231</c:v>
                </c:pt>
                <c:pt idx="9051">
                  <c:v>0.12577621965443489</c:v>
                </c:pt>
                <c:pt idx="9052">
                  <c:v>0.12578428150289123</c:v>
                </c:pt>
                <c:pt idx="9053">
                  <c:v>0.12578787873587452</c:v>
                </c:pt>
                <c:pt idx="9054">
                  <c:v>0.12579026530185408</c:v>
                </c:pt>
                <c:pt idx="9055">
                  <c:v>0.1258082423611519</c:v>
                </c:pt>
                <c:pt idx="9056">
                  <c:v>0.12582350535412279</c:v>
                </c:pt>
                <c:pt idx="9057">
                  <c:v>0.12583861888747733</c:v>
                </c:pt>
                <c:pt idx="9058">
                  <c:v>0.12583964078609364</c:v>
                </c:pt>
                <c:pt idx="9059">
                  <c:v>0.1258714227793834</c:v>
                </c:pt>
                <c:pt idx="9060">
                  <c:v>0.12587906906425148</c:v>
                </c:pt>
                <c:pt idx="9061">
                  <c:v>0.12588008078314394</c:v>
                </c:pt>
                <c:pt idx="9062">
                  <c:v>0.1258813762437363</c:v>
                </c:pt>
                <c:pt idx="9063">
                  <c:v>0.12588433663502921</c:v>
                </c:pt>
                <c:pt idx="9064">
                  <c:v>0.12588682461920439</c:v>
                </c:pt>
                <c:pt idx="9065">
                  <c:v>0.12589654837386582</c:v>
                </c:pt>
                <c:pt idx="9066">
                  <c:v>0.12589658894294464</c:v>
                </c:pt>
                <c:pt idx="9067">
                  <c:v>0.12591356831506234</c:v>
                </c:pt>
                <c:pt idx="9068">
                  <c:v>0.1259192026875619</c:v>
                </c:pt>
                <c:pt idx="9069">
                  <c:v>0.12592009291058975</c:v>
                </c:pt>
                <c:pt idx="9070">
                  <c:v>0.12593332639550101</c:v>
                </c:pt>
                <c:pt idx="9071">
                  <c:v>0.1259341302005185</c:v>
                </c:pt>
                <c:pt idx="9072">
                  <c:v>0.12593574110312533</c:v>
                </c:pt>
                <c:pt idx="9073">
                  <c:v>0.125938820082729</c:v>
                </c:pt>
                <c:pt idx="9074">
                  <c:v>0.12594667487211489</c:v>
                </c:pt>
                <c:pt idx="9075">
                  <c:v>0.12595438868450989</c:v>
                </c:pt>
                <c:pt idx="9076">
                  <c:v>0.12595784477503036</c:v>
                </c:pt>
                <c:pt idx="9077">
                  <c:v>0.12597038659908691</c:v>
                </c:pt>
                <c:pt idx="9078">
                  <c:v>0.12598535883081038</c:v>
                </c:pt>
                <c:pt idx="9079">
                  <c:v>0.12599466748848057</c:v>
                </c:pt>
                <c:pt idx="9080">
                  <c:v>0.12599734062599302</c:v>
                </c:pt>
                <c:pt idx="9081">
                  <c:v>0.1260048466640448</c:v>
                </c:pt>
                <c:pt idx="9082">
                  <c:v>0.12601673346546691</c:v>
                </c:pt>
                <c:pt idx="9083">
                  <c:v>0.12602977629071968</c:v>
                </c:pt>
                <c:pt idx="9084">
                  <c:v>0.12605595114853804</c:v>
                </c:pt>
                <c:pt idx="9085">
                  <c:v>0.12605624421813896</c:v>
                </c:pt>
                <c:pt idx="9086">
                  <c:v>0.12609433140010745</c:v>
                </c:pt>
                <c:pt idx="9087">
                  <c:v>0.12611058948912796</c:v>
                </c:pt>
                <c:pt idx="9088">
                  <c:v>0.12612937581647132</c:v>
                </c:pt>
                <c:pt idx="9089">
                  <c:v>0.1261344189296765</c:v>
                </c:pt>
                <c:pt idx="9090">
                  <c:v>0.12614042310659154</c:v>
                </c:pt>
                <c:pt idx="9091">
                  <c:v>0.12616165973427157</c:v>
                </c:pt>
                <c:pt idx="9092">
                  <c:v>0.12616999261961273</c:v>
                </c:pt>
                <c:pt idx="9093">
                  <c:v>0.12618195845559518</c:v>
                </c:pt>
                <c:pt idx="9094">
                  <c:v>0.12619758456544303</c:v>
                </c:pt>
                <c:pt idx="9095">
                  <c:v>0.12619968091321079</c:v>
                </c:pt>
                <c:pt idx="9096">
                  <c:v>0.12620065679541945</c:v>
                </c:pt>
                <c:pt idx="9097">
                  <c:v>0.12620932461616524</c:v>
                </c:pt>
                <c:pt idx="9098">
                  <c:v>0.12621482175579535</c:v>
                </c:pt>
                <c:pt idx="9099">
                  <c:v>0.12621508607643733</c:v>
                </c:pt>
                <c:pt idx="9100">
                  <c:v>0.12621679890006671</c:v>
                </c:pt>
                <c:pt idx="9101">
                  <c:v>0.1262344195496162</c:v>
                </c:pt>
                <c:pt idx="9102">
                  <c:v>0.12623673966176541</c:v>
                </c:pt>
                <c:pt idx="9103">
                  <c:v>0.1262439757050606</c:v>
                </c:pt>
                <c:pt idx="9104">
                  <c:v>0.12624466954996108</c:v>
                </c:pt>
                <c:pt idx="9105">
                  <c:v>0.12624931259909877</c:v>
                </c:pt>
                <c:pt idx="9106">
                  <c:v>0.1262493555406663</c:v>
                </c:pt>
                <c:pt idx="9107">
                  <c:v>0.12626538582323951</c:v>
                </c:pt>
                <c:pt idx="9108">
                  <c:v>0.12627113959493563</c:v>
                </c:pt>
                <c:pt idx="9109">
                  <c:v>0.12627746592778544</c:v>
                </c:pt>
                <c:pt idx="9110">
                  <c:v>0.12632165625099726</c:v>
                </c:pt>
                <c:pt idx="9111">
                  <c:v>0.1263248914579472</c:v>
                </c:pt>
                <c:pt idx="9112">
                  <c:v>0.12634955995356914</c:v>
                </c:pt>
                <c:pt idx="9113">
                  <c:v>0.12634991831077461</c:v>
                </c:pt>
                <c:pt idx="9114">
                  <c:v>0.12635284730795462</c:v>
                </c:pt>
                <c:pt idx="9115">
                  <c:v>0.12635717351551801</c:v>
                </c:pt>
                <c:pt idx="9116">
                  <c:v>0.12635759243358841</c:v>
                </c:pt>
                <c:pt idx="9117">
                  <c:v>0.12635941049883997</c:v>
                </c:pt>
                <c:pt idx="9118">
                  <c:v>0.12636393720855513</c:v>
                </c:pt>
                <c:pt idx="9119">
                  <c:v>0.12637118006452755</c:v>
                </c:pt>
                <c:pt idx="9120">
                  <c:v>0.12638874494782051</c:v>
                </c:pt>
                <c:pt idx="9121">
                  <c:v>0.12639864706592271</c:v>
                </c:pt>
                <c:pt idx="9122">
                  <c:v>0.12640886830439471</c:v>
                </c:pt>
                <c:pt idx="9123">
                  <c:v>0.12641237583303921</c:v>
                </c:pt>
                <c:pt idx="9124">
                  <c:v>0.12642388004795094</c:v>
                </c:pt>
                <c:pt idx="9125">
                  <c:v>0.12643158392382478</c:v>
                </c:pt>
                <c:pt idx="9126">
                  <c:v>0.12643326700538673</c:v>
                </c:pt>
                <c:pt idx="9127">
                  <c:v>0.12643805760511626</c:v>
                </c:pt>
                <c:pt idx="9128">
                  <c:v>0.12644221560832075</c:v>
                </c:pt>
                <c:pt idx="9129">
                  <c:v>0.12646392779342552</c:v>
                </c:pt>
                <c:pt idx="9130">
                  <c:v>0.12646772030608325</c:v>
                </c:pt>
                <c:pt idx="9131">
                  <c:v>0.12649728239680147</c:v>
                </c:pt>
                <c:pt idx="9132">
                  <c:v>0.12650174940441636</c:v>
                </c:pt>
                <c:pt idx="9133">
                  <c:v>0.12650883169471863</c:v>
                </c:pt>
                <c:pt idx="9134">
                  <c:v>0.12652418423339398</c:v>
                </c:pt>
                <c:pt idx="9135">
                  <c:v>0.12652617919296513</c:v>
                </c:pt>
                <c:pt idx="9136">
                  <c:v>0.12652704551759061</c:v>
                </c:pt>
                <c:pt idx="9137">
                  <c:v>0.12654058698045981</c:v>
                </c:pt>
                <c:pt idx="9138">
                  <c:v>0.12656726021041573</c:v>
                </c:pt>
                <c:pt idx="9139">
                  <c:v>0.12657791852133926</c:v>
                </c:pt>
                <c:pt idx="9140">
                  <c:v>0.12660059761050257</c:v>
                </c:pt>
                <c:pt idx="9141">
                  <c:v>0.12660958539257472</c:v>
                </c:pt>
                <c:pt idx="9142">
                  <c:v>0.12661534631454879</c:v>
                </c:pt>
                <c:pt idx="9143">
                  <c:v>0.12662221032952198</c:v>
                </c:pt>
                <c:pt idx="9144">
                  <c:v>0.12663590034117203</c:v>
                </c:pt>
                <c:pt idx="9145">
                  <c:v>0.12663694394108976</c:v>
                </c:pt>
                <c:pt idx="9146">
                  <c:v>0.12665466889449037</c:v>
                </c:pt>
                <c:pt idx="9147">
                  <c:v>0.12665683111058712</c:v>
                </c:pt>
                <c:pt idx="9148">
                  <c:v>0.12665778435969666</c:v>
                </c:pt>
                <c:pt idx="9149">
                  <c:v>0.12669027318063761</c:v>
                </c:pt>
                <c:pt idx="9150">
                  <c:v>0.12670451573467614</c:v>
                </c:pt>
                <c:pt idx="9151">
                  <c:v>0.12670618010581447</c:v>
                </c:pt>
                <c:pt idx="9152">
                  <c:v>0.12672472349214781</c:v>
                </c:pt>
                <c:pt idx="9153">
                  <c:v>0.12672610871121495</c:v>
                </c:pt>
                <c:pt idx="9154">
                  <c:v>0.1267310853281795</c:v>
                </c:pt>
                <c:pt idx="9155">
                  <c:v>0.12674933586788478</c:v>
                </c:pt>
                <c:pt idx="9156">
                  <c:v>0.1267626547815254</c:v>
                </c:pt>
                <c:pt idx="9157">
                  <c:v>0.1267759165221308</c:v>
                </c:pt>
                <c:pt idx="9158">
                  <c:v>0.126778487358889</c:v>
                </c:pt>
                <c:pt idx="9159">
                  <c:v>0.1267837197102277</c:v>
                </c:pt>
                <c:pt idx="9160">
                  <c:v>0.12678587797696961</c:v>
                </c:pt>
                <c:pt idx="9161">
                  <c:v>0.12681074104583268</c:v>
                </c:pt>
                <c:pt idx="9162">
                  <c:v>0.12681571588475099</c:v>
                </c:pt>
                <c:pt idx="9163">
                  <c:v>0.12683643127912739</c:v>
                </c:pt>
                <c:pt idx="9164">
                  <c:v>0.12686469121666255</c:v>
                </c:pt>
                <c:pt idx="9165">
                  <c:v>0.12687052953572059</c:v>
                </c:pt>
                <c:pt idx="9166">
                  <c:v>0.12688121372134703</c:v>
                </c:pt>
                <c:pt idx="9167">
                  <c:v>0.1268816043524888</c:v>
                </c:pt>
                <c:pt idx="9168">
                  <c:v>0.12688247126682953</c:v>
                </c:pt>
                <c:pt idx="9169">
                  <c:v>0.126893700359682</c:v>
                </c:pt>
                <c:pt idx="9170">
                  <c:v>0.12689529864521037</c:v>
                </c:pt>
                <c:pt idx="9171">
                  <c:v>0.12689822408697493</c:v>
                </c:pt>
                <c:pt idx="9172">
                  <c:v>0.12690446414731357</c:v>
                </c:pt>
                <c:pt idx="9173">
                  <c:v>0.12690895383553044</c:v>
                </c:pt>
                <c:pt idx="9174">
                  <c:v>0.12691046378315116</c:v>
                </c:pt>
                <c:pt idx="9175">
                  <c:v>0.1269168450435984</c:v>
                </c:pt>
                <c:pt idx="9176">
                  <c:v>0.12693505201406755</c:v>
                </c:pt>
                <c:pt idx="9177">
                  <c:v>0.12693543941396473</c:v>
                </c:pt>
                <c:pt idx="9178">
                  <c:v>0.12693707670727383</c:v>
                </c:pt>
                <c:pt idx="9179">
                  <c:v>0.12694714258576728</c:v>
                </c:pt>
                <c:pt idx="9180">
                  <c:v>0.12695673071982086</c:v>
                </c:pt>
                <c:pt idx="9181">
                  <c:v>0.12696310357853319</c:v>
                </c:pt>
                <c:pt idx="9182">
                  <c:v>0.12696680544700267</c:v>
                </c:pt>
                <c:pt idx="9183">
                  <c:v>0.12696770627054355</c:v>
                </c:pt>
                <c:pt idx="9184">
                  <c:v>0.12699925744578652</c:v>
                </c:pt>
                <c:pt idx="9185">
                  <c:v>0.1270147623436497</c:v>
                </c:pt>
                <c:pt idx="9186">
                  <c:v>0.12701680631584836</c:v>
                </c:pt>
                <c:pt idx="9187">
                  <c:v>0.12702140881343824</c:v>
                </c:pt>
                <c:pt idx="9188">
                  <c:v>0.12702448279236028</c:v>
                </c:pt>
                <c:pt idx="9189">
                  <c:v>0.12705526847070864</c:v>
                </c:pt>
                <c:pt idx="9190">
                  <c:v>0.12706219900697641</c:v>
                </c:pt>
                <c:pt idx="9191">
                  <c:v>0.12706651698103247</c:v>
                </c:pt>
                <c:pt idx="9192">
                  <c:v>0.1270680641052174</c:v>
                </c:pt>
                <c:pt idx="9193">
                  <c:v>0.12707723670601798</c:v>
                </c:pt>
                <c:pt idx="9194">
                  <c:v>0.12711116638483713</c:v>
                </c:pt>
                <c:pt idx="9195">
                  <c:v>0.12711433870856362</c:v>
                </c:pt>
                <c:pt idx="9196">
                  <c:v>0.12712197975610218</c:v>
                </c:pt>
                <c:pt idx="9197">
                  <c:v>0.12712331238542324</c:v>
                </c:pt>
                <c:pt idx="9198">
                  <c:v>0.12713186422112066</c:v>
                </c:pt>
                <c:pt idx="9199">
                  <c:v>0.12713962695062153</c:v>
                </c:pt>
                <c:pt idx="9200">
                  <c:v>0.12717577887375531</c:v>
                </c:pt>
                <c:pt idx="9201">
                  <c:v>0.12718086111388183</c:v>
                </c:pt>
                <c:pt idx="9202">
                  <c:v>0.12719857803731122</c:v>
                </c:pt>
                <c:pt idx="9203">
                  <c:v>0.12719878491516914</c:v>
                </c:pt>
                <c:pt idx="9204">
                  <c:v>0.12720294757597772</c:v>
                </c:pt>
                <c:pt idx="9205">
                  <c:v>0.12720710124593396</c:v>
                </c:pt>
                <c:pt idx="9206">
                  <c:v>0.12722158366253203</c:v>
                </c:pt>
                <c:pt idx="9207">
                  <c:v>0.12722746917645761</c:v>
                </c:pt>
                <c:pt idx="9208">
                  <c:v>0.12723867587652324</c:v>
                </c:pt>
                <c:pt idx="9209">
                  <c:v>0.12724401614389674</c:v>
                </c:pt>
                <c:pt idx="9210">
                  <c:v>0.12727584806041414</c:v>
                </c:pt>
                <c:pt idx="9211">
                  <c:v>0.12728637573943202</c:v>
                </c:pt>
                <c:pt idx="9212">
                  <c:v>0.12729165480578453</c:v>
                </c:pt>
                <c:pt idx="9213">
                  <c:v>0.12729379207911543</c:v>
                </c:pt>
                <c:pt idx="9214">
                  <c:v>0.127298284323838</c:v>
                </c:pt>
                <c:pt idx="9215">
                  <c:v>0.12730426959633853</c:v>
                </c:pt>
                <c:pt idx="9216">
                  <c:v>0.12730742797735503</c:v>
                </c:pt>
                <c:pt idx="9217">
                  <c:v>0.12731152429632259</c:v>
                </c:pt>
                <c:pt idx="9218">
                  <c:v>0.1273216005793438</c:v>
                </c:pt>
                <c:pt idx="9219">
                  <c:v>0.1273225396966588</c:v>
                </c:pt>
                <c:pt idx="9220">
                  <c:v>0.12732683552669785</c:v>
                </c:pt>
                <c:pt idx="9221">
                  <c:v>0.12732693896129535</c:v>
                </c:pt>
                <c:pt idx="9222">
                  <c:v>0.1273384099369391</c:v>
                </c:pt>
                <c:pt idx="9223">
                  <c:v>0.12734931251815568</c:v>
                </c:pt>
                <c:pt idx="9224">
                  <c:v>0.12737047703598864</c:v>
                </c:pt>
                <c:pt idx="9225">
                  <c:v>0.12737367836742425</c:v>
                </c:pt>
                <c:pt idx="9226">
                  <c:v>0.12739360244311357</c:v>
                </c:pt>
                <c:pt idx="9227">
                  <c:v>0.12739670893713909</c:v>
                </c:pt>
                <c:pt idx="9228">
                  <c:v>0.12741537284406029</c:v>
                </c:pt>
                <c:pt idx="9229">
                  <c:v>0.12742026945618198</c:v>
                </c:pt>
                <c:pt idx="9230">
                  <c:v>0.12744423969019147</c:v>
                </c:pt>
                <c:pt idx="9231">
                  <c:v>0.12744680923489099</c:v>
                </c:pt>
                <c:pt idx="9232">
                  <c:v>0.1274751023124977</c:v>
                </c:pt>
                <c:pt idx="9233">
                  <c:v>0.12749177339078716</c:v>
                </c:pt>
                <c:pt idx="9234">
                  <c:v>0.1274947998529801</c:v>
                </c:pt>
                <c:pt idx="9235">
                  <c:v>0.12751308632622479</c:v>
                </c:pt>
                <c:pt idx="9236">
                  <c:v>0.12752059255373391</c:v>
                </c:pt>
                <c:pt idx="9237">
                  <c:v>0.12754514505842482</c:v>
                </c:pt>
                <c:pt idx="9238">
                  <c:v>0.12755069577477116</c:v>
                </c:pt>
                <c:pt idx="9239">
                  <c:v>0.12755818286580306</c:v>
                </c:pt>
                <c:pt idx="9240">
                  <c:v>0.127580575935094</c:v>
                </c:pt>
                <c:pt idx="9241">
                  <c:v>0.12759282842631534</c:v>
                </c:pt>
                <c:pt idx="9242">
                  <c:v>0.12760296362917967</c:v>
                </c:pt>
                <c:pt idx="9243">
                  <c:v>0.12761674821604094</c:v>
                </c:pt>
                <c:pt idx="9244">
                  <c:v>0.12763170632579177</c:v>
                </c:pt>
                <c:pt idx="9245">
                  <c:v>0.12763686238799046</c:v>
                </c:pt>
                <c:pt idx="9246">
                  <c:v>0.12764762030309584</c:v>
                </c:pt>
                <c:pt idx="9247">
                  <c:v>0.12765427151571182</c:v>
                </c:pt>
                <c:pt idx="9248">
                  <c:v>0.12767115737127577</c:v>
                </c:pt>
                <c:pt idx="9249">
                  <c:v>0.1276784069407628</c:v>
                </c:pt>
                <c:pt idx="9250">
                  <c:v>0.12769606746463535</c:v>
                </c:pt>
                <c:pt idx="9251">
                  <c:v>0.12772747177582719</c:v>
                </c:pt>
                <c:pt idx="9252">
                  <c:v>0.12772910716519587</c:v>
                </c:pt>
                <c:pt idx="9253">
                  <c:v>0.12773143584262286</c:v>
                </c:pt>
                <c:pt idx="9254">
                  <c:v>0.12773866921349236</c:v>
                </c:pt>
                <c:pt idx="9255">
                  <c:v>0.12775440323373358</c:v>
                </c:pt>
                <c:pt idx="9256">
                  <c:v>0.12775616272191612</c:v>
                </c:pt>
                <c:pt idx="9257">
                  <c:v>0.12776369366328122</c:v>
                </c:pt>
                <c:pt idx="9258">
                  <c:v>0.12776844550508742</c:v>
                </c:pt>
                <c:pt idx="9259">
                  <c:v>0.12777370391328691</c:v>
                </c:pt>
                <c:pt idx="9260">
                  <c:v>0.12778078298234202</c:v>
                </c:pt>
                <c:pt idx="9261">
                  <c:v>0.12778297875000219</c:v>
                </c:pt>
                <c:pt idx="9262">
                  <c:v>0.12779458251497627</c:v>
                </c:pt>
                <c:pt idx="9263">
                  <c:v>0.12780295557668167</c:v>
                </c:pt>
                <c:pt idx="9264">
                  <c:v>0.12784178224068621</c:v>
                </c:pt>
                <c:pt idx="9265">
                  <c:v>0.12784970611262797</c:v>
                </c:pt>
                <c:pt idx="9266">
                  <c:v>0.12785258717816431</c:v>
                </c:pt>
                <c:pt idx="9267">
                  <c:v>0.12785342203922903</c:v>
                </c:pt>
                <c:pt idx="9268">
                  <c:v>0.12786436759344591</c:v>
                </c:pt>
                <c:pt idx="9269">
                  <c:v>0.12787544584464788</c:v>
                </c:pt>
                <c:pt idx="9270">
                  <c:v>0.12789971031383934</c:v>
                </c:pt>
                <c:pt idx="9271">
                  <c:v>0.12789985117319552</c:v>
                </c:pt>
                <c:pt idx="9272">
                  <c:v>0.12790998627178937</c:v>
                </c:pt>
                <c:pt idx="9273">
                  <c:v>0.12791025559684871</c:v>
                </c:pt>
                <c:pt idx="9274">
                  <c:v>0.12791417358572546</c:v>
                </c:pt>
                <c:pt idx="9275">
                  <c:v>0.12791931232718903</c:v>
                </c:pt>
                <c:pt idx="9276">
                  <c:v>0.12794669207098708</c:v>
                </c:pt>
                <c:pt idx="9277">
                  <c:v>0.12795276584422902</c:v>
                </c:pt>
                <c:pt idx="9278">
                  <c:v>0.12797034009227595</c:v>
                </c:pt>
                <c:pt idx="9279">
                  <c:v>0.12797409065048881</c:v>
                </c:pt>
                <c:pt idx="9280">
                  <c:v>0.1279800100930191</c:v>
                </c:pt>
                <c:pt idx="9281">
                  <c:v>0.12800665023939134</c:v>
                </c:pt>
                <c:pt idx="9282">
                  <c:v>0.12801020958300155</c:v>
                </c:pt>
                <c:pt idx="9283">
                  <c:v>0.12801815380918763</c:v>
                </c:pt>
                <c:pt idx="9284">
                  <c:v>0.12802476335726093</c:v>
                </c:pt>
                <c:pt idx="9285">
                  <c:v>0.12802546182369537</c:v>
                </c:pt>
                <c:pt idx="9286">
                  <c:v>0.12807899119432944</c:v>
                </c:pt>
                <c:pt idx="9287">
                  <c:v>0.12808259427475646</c:v>
                </c:pt>
                <c:pt idx="9288">
                  <c:v>0.12809109371668123</c:v>
                </c:pt>
                <c:pt idx="9289">
                  <c:v>0.12809688655796231</c:v>
                </c:pt>
                <c:pt idx="9290">
                  <c:v>0.12810666680547167</c:v>
                </c:pt>
                <c:pt idx="9291">
                  <c:v>0.12811650018490892</c:v>
                </c:pt>
                <c:pt idx="9292">
                  <c:v>0.12812118947684234</c:v>
                </c:pt>
                <c:pt idx="9293">
                  <c:v>0.12812223827460403</c:v>
                </c:pt>
                <c:pt idx="9294">
                  <c:v>0.12813075007291261</c:v>
                </c:pt>
                <c:pt idx="9295">
                  <c:v>0.12814892880587922</c:v>
                </c:pt>
                <c:pt idx="9296">
                  <c:v>0.12815750540069604</c:v>
                </c:pt>
                <c:pt idx="9297">
                  <c:v>0.12817643419834462</c:v>
                </c:pt>
                <c:pt idx="9298">
                  <c:v>0.12817847619467942</c:v>
                </c:pt>
                <c:pt idx="9299">
                  <c:v>0.1281846437588561</c:v>
                </c:pt>
                <c:pt idx="9300">
                  <c:v>0.12819767163659221</c:v>
                </c:pt>
                <c:pt idx="9301">
                  <c:v>0.1282161100692728</c:v>
                </c:pt>
                <c:pt idx="9302">
                  <c:v>0.12824261825177508</c:v>
                </c:pt>
                <c:pt idx="9303">
                  <c:v>0.12824441533382525</c:v>
                </c:pt>
                <c:pt idx="9304">
                  <c:v>0.12825001925036747</c:v>
                </c:pt>
                <c:pt idx="9305">
                  <c:v>0.12825604358935389</c:v>
                </c:pt>
                <c:pt idx="9306">
                  <c:v>0.12825847539884908</c:v>
                </c:pt>
                <c:pt idx="9307">
                  <c:v>0.12826018084927029</c:v>
                </c:pt>
                <c:pt idx="9308">
                  <c:v>0.12827428789817885</c:v>
                </c:pt>
                <c:pt idx="9309">
                  <c:v>0.12827465225267298</c:v>
                </c:pt>
                <c:pt idx="9310">
                  <c:v>0.12827530630342002</c:v>
                </c:pt>
                <c:pt idx="9311">
                  <c:v>0.12829108339479414</c:v>
                </c:pt>
                <c:pt idx="9312">
                  <c:v>0.12831295174432725</c:v>
                </c:pt>
                <c:pt idx="9313">
                  <c:v>0.12831390880992966</c:v>
                </c:pt>
                <c:pt idx="9314">
                  <c:v>0.12832063438151886</c:v>
                </c:pt>
                <c:pt idx="9315">
                  <c:v>0.12832780115362907</c:v>
                </c:pt>
                <c:pt idx="9316">
                  <c:v>0.12833777389245915</c:v>
                </c:pt>
                <c:pt idx="9317">
                  <c:v>0.12834025266915364</c:v>
                </c:pt>
                <c:pt idx="9318">
                  <c:v>0.12835071261125253</c:v>
                </c:pt>
                <c:pt idx="9319">
                  <c:v>0.12835477854619551</c:v>
                </c:pt>
                <c:pt idx="9320">
                  <c:v>0.12836614143025402</c:v>
                </c:pt>
                <c:pt idx="9321">
                  <c:v>0.12837962896708274</c:v>
                </c:pt>
                <c:pt idx="9322">
                  <c:v>0.12840338758648959</c:v>
                </c:pt>
                <c:pt idx="9323">
                  <c:v>0.12840799775768832</c:v>
                </c:pt>
                <c:pt idx="9324">
                  <c:v>0.12841518898167248</c:v>
                </c:pt>
                <c:pt idx="9325">
                  <c:v>0.12842920116966783</c:v>
                </c:pt>
                <c:pt idx="9326">
                  <c:v>0.12843573027398167</c:v>
                </c:pt>
                <c:pt idx="9327">
                  <c:v>0.12843849028815485</c:v>
                </c:pt>
                <c:pt idx="9328">
                  <c:v>0.12844032745129971</c:v>
                </c:pt>
                <c:pt idx="9329">
                  <c:v>0.12844479985646559</c:v>
                </c:pt>
                <c:pt idx="9330">
                  <c:v>0.12845365689443539</c:v>
                </c:pt>
                <c:pt idx="9331">
                  <c:v>0.12846585725526374</c:v>
                </c:pt>
                <c:pt idx="9332">
                  <c:v>0.12849142697789318</c:v>
                </c:pt>
                <c:pt idx="9333">
                  <c:v>0.12850855299957256</c:v>
                </c:pt>
                <c:pt idx="9334">
                  <c:v>0.12853592706966066</c:v>
                </c:pt>
                <c:pt idx="9335">
                  <c:v>0.12853830702896993</c:v>
                </c:pt>
                <c:pt idx="9336">
                  <c:v>0.12853855099966416</c:v>
                </c:pt>
                <c:pt idx="9337">
                  <c:v>0.1285414071358684</c:v>
                </c:pt>
                <c:pt idx="9338">
                  <c:v>0.12854205673445701</c:v>
                </c:pt>
                <c:pt idx="9339">
                  <c:v>0.12856888218496115</c:v>
                </c:pt>
                <c:pt idx="9340">
                  <c:v>0.12857306537185881</c:v>
                </c:pt>
                <c:pt idx="9341">
                  <c:v>0.12857935562010731</c:v>
                </c:pt>
                <c:pt idx="9342">
                  <c:v>0.12860380625967283</c:v>
                </c:pt>
                <c:pt idx="9343">
                  <c:v>0.12863474619491086</c:v>
                </c:pt>
                <c:pt idx="9344">
                  <c:v>0.1286454095871756</c:v>
                </c:pt>
                <c:pt idx="9345">
                  <c:v>0.12866059815783684</c:v>
                </c:pt>
                <c:pt idx="9346">
                  <c:v>0.12867032795315128</c:v>
                </c:pt>
                <c:pt idx="9347">
                  <c:v>0.12867427375667143</c:v>
                </c:pt>
                <c:pt idx="9348">
                  <c:v>0.12868286569852416</c:v>
                </c:pt>
                <c:pt idx="9349">
                  <c:v>0.12869528255288565</c:v>
                </c:pt>
                <c:pt idx="9350">
                  <c:v>0.12869592705259358</c:v>
                </c:pt>
                <c:pt idx="9351">
                  <c:v>0.12874395202054448</c:v>
                </c:pt>
                <c:pt idx="9352">
                  <c:v>0.12874770155903287</c:v>
                </c:pt>
                <c:pt idx="9353">
                  <c:v>0.12874776265423307</c:v>
                </c:pt>
                <c:pt idx="9354">
                  <c:v>0.12875354616386084</c:v>
                </c:pt>
                <c:pt idx="9355">
                  <c:v>0.12876029848366752</c:v>
                </c:pt>
                <c:pt idx="9356">
                  <c:v>0.12876374407169316</c:v>
                </c:pt>
                <c:pt idx="9357">
                  <c:v>0.12876928009012123</c:v>
                </c:pt>
                <c:pt idx="9358">
                  <c:v>0.12877148593136342</c:v>
                </c:pt>
                <c:pt idx="9359">
                  <c:v>0.12877838024204888</c:v>
                </c:pt>
                <c:pt idx="9360">
                  <c:v>0.12878127469312584</c:v>
                </c:pt>
                <c:pt idx="9361">
                  <c:v>0.128783446077502</c:v>
                </c:pt>
                <c:pt idx="9362">
                  <c:v>0.12878954156329636</c:v>
                </c:pt>
                <c:pt idx="9363">
                  <c:v>0.1287899995551475</c:v>
                </c:pt>
                <c:pt idx="9364">
                  <c:v>0.12881027242155094</c:v>
                </c:pt>
                <c:pt idx="9365">
                  <c:v>0.12882794018305363</c:v>
                </c:pt>
                <c:pt idx="9366">
                  <c:v>0.12883415793060357</c:v>
                </c:pt>
                <c:pt idx="9367">
                  <c:v>0.12883768091253556</c:v>
                </c:pt>
                <c:pt idx="9368">
                  <c:v>0.12883997887211038</c:v>
                </c:pt>
                <c:pt idx="9369">
                  <c:v>0.12885088689135096</c:v>
                </c:pt>
                <c:pt idx="9370">
                  <c:v>0.12888170714945371</c:v>
                </c:pt>
                <c:pt idx="9371">
                  <c:v>0.1289044072613576</c:v>
                </c:pt>
                <c:pt idx="9372">
                  <c:v>0.12891036329995775</c:v>
                </c:pt>
                <c:pt idx="9373">
                  <c:v>0.12892110023666689</c:v>
                </c:pt>
                <c:pt idx="9374">
                  <c:v>0.12893658977118883</c:v>
                </c:pt>
                <c:pt idx="9375">
                  <c:v>0.12894184018803975</c:v>
                </c:pt>
                <c:pt idx="9376">
                  <c:v>0.12894944740782366</c:v>
                </c:pt>
                <c:pt idx="9377">
                  <c:v>0.12896582229771722</c:v>
                </c:pt>
                <c:pt idx="9378">
                  <c:v>0.1289697146205992</c:v>
                </c:pt>
                <c:pt idx="9379">
                  <c:v>0.12898039527447872</c:v>
                </c:pt>
                <c:pt idx="9380">
                  <c:v>0.12899393216807242</c:v>
                </c:pt>
                <c:pt idx="9381">
                  <c:v>0.12899511394572058</c:v>
                </c:pt>
                <c:pt idx="9382">
                  <c:v>0.12900030734251886</c:v>
                </c:pt>
                <c:pt idx="9383">
                  <c:v>0.12900238932938954</c:v>
                </c:pt>
                <c:pt idx="9384">
                  <c:v>0.12900313168358707</c:v>
                </c:pt>
                <c:pt idx="9385">
                  <c:v>0.12900645180489223</c:v>
                </c:pt>
                <c:pt idx="9386">
                  <c:v>0.12904619994216748</c:v>
                </c:pt>
                <c:pt idx="9387">
                  <c:v>0.12906766590689447</c:v>
                </c:pt>
                <c:pt idx="9388">
                  <c:v>0.12909468907619664</c:v>
                </c:pt>
                <c:pt idx="9389">
                  <c:v>0.12910058621058121</c:v>
                </c:pt>
                <c:pt idx="9390">
                  <c:v>0.12911750034964758</c:v>
                </c:pt>
                <c:pt idx="9391">
                  <c:v>0.12914861729679075</c:v>
                </c:pt>
                <c:pt idx="9392">
                  <c:v>0.12916302245526487</c:v>
                </c:pt>
                <c:pt idx="9393">
                  <c:v>0.12917801559423336</c:v>
                </c:pt>
                <c:pt idx="9394">
                  <c:v>0.12917874851069003</c:v>
                </c:pt>
                <c:pt idx="9395">
                  <c:v>0.12920896553583497</c:v>
                </c:pt>
                <c:pt idx="9396">
                  <c:v>0.12921783991372499</c:v>
                </c:pt>
                <c:pt idx="9397">
                  <c:v>0.12923097209831605</c:v>
                </c:pt>
                <c:pt idx="9398">
                  <c:v>0.12923769548380937</c:v>
                </c:pt>
                <c:pt idx="9399">
                  <c:v>0.12923983454612747</c:v>
                </c:pt>
                <c:pt idx="9400">
                  <c:v>0.12925261296481644</c:v>
                </c:pt>
                <c:pt idx="9401">
                  <c:v>0.12926131153225009</c:v>
                </c:pt>
                <c:pt idx="9402">
                  <c:v>0.1292817877023853</c:v>
                </c:pt>
                <c:pt idx="9403">
                  <c:v>0.1292875913711572</c:v>
                </c:pt>
                <c:pt idx="9404">
                  <c:v>0.12929491017647929</c:v>
                </c:pt>
                <c:pt idx="9405">
                  <c:v>0.12930999793920298</c:v>
                </c:pt>
                <c:pt idx="9406">
                  <c:v>0.12931254860232644</c:v>
                </c:pt>
                <c:pt idx="9407">
                  <c:v>0.12931872641938677</c:v>
                </c:pt>
                <c:pt idx="9408">
                  <c:v>0.1293240473013291</c:v>
                </c:pt>
                <c:pt idx="9409">
                  <c:v>0.12934861389988961</c:v>
                </c:pt>
                <c:pt idx="9410">
                  <c:v>0.12935069606038577</c:v>
                </c:pt>
                <c:pt idx="9411">
                  <c:v>0.12936494271407861</c:v>
                </c:pt>
                <c:pt idx="9412">
                  <c:v>0.12937463554046216</c:v>
                </c:pt>
                <c:pt idx="9413">
                  <c:v>0.1293929599435997</c:v>
                </c:pt>
                <c:pt idx="9414">
                  <c:v>0.12939882050683676</c:v>
                </c:pt>
                <c:pt idx="9415">
                  <c:v>0.12940369488048384</c:v>
                </c:pt>
                <c:pt idx="9416">
                  <c:v>0.12940812258253839</c:v>
                </c:pt>
                <c:pt idx="9417">
                  <c:v>0.12941157803082853</c:v>
                </c:pt>
                <c:pt idx="9418">
                  <c:v>0.12942891272527471</c:v>
                </c:pt>
                <c:pt idx="9419">
                  <c:v>0.12943183326311772</c:v>
                </c:pt>
                <c:pt idx="9420">
                  <c:v>0.12946960653394027</c:v>
                </c:pt>
                <c:pt idx="9421">
                  <c:v>0.12947527807174522</c:v>
                </c:pt>
                <c:pt idx="9422">
                  <c:v>0.12947956929579299</c:v>
                </c:pt>
                <c:pt idx="9423">
                  <c:v>0.12950934735006159</c:v>
                </c:pt>
                <c:pt idx="9424">
                  <c:v>0.12953730295868987</c:v>
                </c:pt>
                <c:pt idx="9425">
                  <c:v>0.12956024012603787</c:v>
                </c:pt>
                <c:pt idx="9426">
                  <c:v>0.12957166786174232</c:v>
                </c:pt>
                <c:pt idx="9427">
                  <c:v>0.12957669948776757</c:v>
                </c:pt>
                <c:pt idx="9428">
                  <c:v>0.12960453453148141</c:v>
                </c:pt>
                <c:pt idx="9429">
                  <c:v>0.1296169157290683</c:v>
                </c:pt>
                <c:pt idx="9430">
                  <c:v>0.12962939393638764</c:v>
                </c:pt>
                <c:pt idx="9431">
                  <c:v>0.12963024510597887</c:v>
                </c:pt>
                <c:pt idx="9432">
                  <c:v>0.12963699641571058</c:v>
                </c:pt>
                <c:pt idx="9433">
                  <c:v>0.12963899130798587</c:v>
                </c:pt>
                <c:pt idx="9434">
                  <c:v>0.12964284659081401</c:v>
                </c:pt>
                <c:pt idx="9435">
                  <c:v>0.12965027819386027</c:v>
                </c:pt>
                <c:pt idx="9436">
                  <c:v>0.12967622553737035</c:v>
                </c:pt>
                <c:pt idx="9437">
                  <c:v>0.12970156700468968</c:v>
                </c:pt>
                <c:pt idx="9438">
                  <c:v>0.12971076023371095</c:v>
                </c:pt>
                <c:pt idx="9439">
                  <c:v>0.12971418711987995</c:v>
                </c:pt>
                <c:pt idx="9440">
                  <c:v>0.12972984206542953</c:v>
                </c:pt>
                <c:pt idx="9441">
                  <c:v>0.12974887030082899</c:v>
                </c:pt>
                <c:pt idx="9442">
                  <c:v>0.12974956115332012</c:v>
                </c:pt>
                <c:pt idx="9443">
                  <c:v>0.12975054430894079</c:v>
                </c:pt>
                <c:pt idx="9444">
                  <c:v>0.1297829181154132</c:v>
                </c:pt>
                <c:pt idx="9445">
                  <c:v>0.12981508791701871</c:v>
                </c:pt>
                <c:pt idx="9446">
                  <c:v>0.12981824856919788</c:v>
                </c:pt>
                <c:pt idx="9447">
                  <c:v>0.1298205380402537</c:v>
                </c:pt>
                <c:pt idx="9448">
                  <c:v>0.12982504131348468</c:v>
                </c:pt>
                <c:pt idx="9449">
                  <c:v>0.12984575551710892</c:v>
                </c:pt>
                <c:pt idx="9450">
                  <c:v>0.12984713079007293</c:v>
                </c:pt>
                <c:pt idx="9451">
                  <c:v>0.129849389462597</c:v>
                </c:pt>
                <c:pt idx="9452">
                  <c:v>0.12985055684711752</c:v>
                </c:pt>
                <c:pt idx="9453">
                  <c:v>0.12987209382954182</c:v>
                </c:pt>
                <c:pt idx="9454">
                  <c:v>0.12987287998126151</c:v>
                </c:pt>
                <c:pt idx="9455">
                  <c:v>0.12988486183779444</c:v>
                </c:pt>
                <c:pt idx="9456">
                  <c:v>0.12988729358373405</c:v>
                </c:pt>
                <c:pt idx="9457">
                  <c:v>0.12991542848892926</c:v>
                </c:pt>
                <c:pt idx="9458">
                  <c:v>0.12991658941989534</c:v>
                </c:pt>
                <c:pt idx="9459">
                  <c:v>0.12992010389221348</c:v>
                </c:pt>
                <c:pt idx="9460">
                  <c:v>0.12992273090501297</c:v>
                </c:pt>
                <c:pt idx="9461">
                  <c:v>0.12994564282463167</c:v>
                </c:pt>
                <c:pt idx="9462">
                  <c:v>0.12997771029171679</c:v>
                </c:pt>
                <c:pt idx="9463">
                  <c:v>0.12998107266394907</c:v>
                </c:pt>
                <c:pt idx="9464">
                  <c:v>0.12998617409252303</c:v>
                </c:pt>
                <c:pt idx="9465">
                  <c:v>0.12998891838783161</c:v>
                </c:pt>
                <c:pt idx="9466">
                  <c:v>0.12999556571615575</c:v>
                </c:pt>
                <c:pt idx="9467">
                  <c:v>0.13000114555907619</c:v>
                </c:pt>
                <c:pt idx="9468">
                  <c:v>0.13000374085079813</c:v>
                </c:pt>
                <c:pt idx="9469">
                  <c:v>0.13002462770474457</c:v>
                </c:pt>
                <c:pt idx="9470">
                  <c:v>0.13002892392006019</c:v>
                </c:pt>
                <c:pt idx="9471">
                  <c:v>0.13003162093812753</c:v>
                </c:pt>
                <c:pt idx="9472">
                  <c:v>0.13003259168994227</c:v>
                </c:pt>
                <c:pt idx="9473">
                  <c:v>0.13004423154609038</c:v>
                </c:pt>
                <c:pt idx="9474">
                  <c:v>0.13005666568631705</c:v>
                </c:pt>
                <c:pt idx="9475">
                  <c:v>0.13006954369031584</c:v>
                </c:pt>
                <c:pt idx="9476">
                  <c:v>0.13007283691831323</c:v>
                </c:pt>
                <c:pt idx="9477">
                  <c:v>0.13007366477174873</c:v>
                </c:pt>
                <c:pt idx="9478">
                  <c:v>0.13007928265908986</c:v>
                </c:pt>
                <c:pt idx="9479">
                  <c:v>0.13009483145760176</c:v>
                </c:pt>
                <c:pt idx="9480">
                  <c:v>0.1301180805461854</c:v>
                </c:pt>
                <c:pt idx="9481">
                  <c:v>0.13011920335525487</c:v>
                </c:pt>
                <c:pt idx="9482">
                  <c:v>0.1301231935350908</c:v>
                </c:pt>
                <c:pt idx="9483">
                  <c:v>0.13013800402580081</c:v>
                </c:pt>
                <c:pt idx="9484">
                  <c:v>0.13015177142197809</c:v>
                </c:pt>
                <c:pt idx="9485">
                  <c:v>0.13016196094437188</c:v>
                </c:pt>
                <c:pt idx="9486">
                  <c:v>0.13016521377779905</c:v>
                </c:pt>
                <c:pt idx="9487">
                  <c:v>0.13017421026912965</c:v>
                </c:pt>
                <c:pt idx="9488">
                  <c:v>0.1301854371552342</c:v>
                </c:pt>
                <c:pt idx="9489">
                  <c:v>0.13019279960546354</c:v>
                </c:pt>
                <c:pt idx="9490">
                  <c:v>0.13019550991644169</c:v>
                </c:pt>
                <c:pt idx="9491">
                  <c:v>0.13019599714637231</c:v>
                </c:pt>
                <c:pt idx="9492">
                  <c:v>0.13021216903225252</c:v>
                </c:pt>
                <c:pt idx="9493">
                  <c:v>0.13023955482431232</c:v>
                </c:pt>
                <c:pt idx="9494">
                  <c:v>0.13024091950695327</c:v>
                </c:pt>
                <c:pt idx="9495">
                  <c:v>0.13024558708799724</c:v>
                </c:pt>
                <c:pt idx="9496">
                  <c:v>0.13025178582754657</c:v>
                </c:pt>
                <c:pt idx="9497">
                  <c:v>0.13025639441512432</c:v>
                </c:pt>
                <c:pt idx="9498">
                  <c:v>0.13025855138643314</c:v>
                </c:pt>
                <c:pt idx="9499">
                  <c:v>0.13026942912627679</c:v>
                </c:pt>
                <c:pt idx="9500">
                  <c:v>0.13027124777702434</c:v>
                </c:pt>
                <c:pt idx="9501">
                  <c:v>0.13028858981498712</c:v>
                </c:pt>
                <c:pt idx="9502">
                  <c:v>0.13029053041022248</c:v>
                </c:pt>
                <c:pt idx="9503">
                  <c:v>0.13029383620983201</c:v>
                </c:pt>
                <c:pt idx="9504">
                  <c:v>0.13029878314254575</c:v>
                </c:pt>
                <c:pt idx="9505">
                  <c:v>0.13032079453357515</c:v>
                </c:pt>
                <c:pt idx="9506">
                  <c:v>0.13032625929058231</c:v>
                </c:pt>
                <c:pt idx="9507">
                  <c:v>0.13032684524705321</c:v>
                </c:pt>
                <c:pt idx="9508">
                  <c:v>0.13032685617593107</c:v>
                </c:pt>
                <c:pt idx="9509">
                  <c:v>0.13034520065865932</c:v>
                </c:pt>
                <c:pt idx="9510">
                  <c:v>0.13036091176185655</c:v>
                </c:pt>
                <c:pt idx="9511">
                  <c:v>0.13037501217761141</c:v>
                </c:pt>
                <c:pt idx="9512">
                  <c:v>0.13037731181907158</c:v>
                </c:pt>
                <c:pt idx="9513">
                  <c:v>0.13037734935859885</c:v>
                </c:pt>
                <c:pt idx="9514">
                  <c:v>0.13038726541343787</c:v>
                </c:pt>
                <c:pt idx="9515">
                  <c:v>0.13039154171289083</c:v>
                </c:pt>
                <c:pt idx="9516">
                  <c:v>0.13040192740190654</c:v>
                </c:pt>
                <c:pt idx="9517">
                  <c:v>0.13041512172076247</c:v>
                </c:pt>
                <c:pt idx="9518">
                  <c:v>0.13042899505753108</c:v>
                </c:pt>
                <c:pt idx="9519">
                  <c:v>0.13042938978371976</c:v>
                </c:pt>
                <c:pt idx="9520">
                  <c:v>0.13043319136349935</c:v>
                </c:pt>
                <c:pt idx="9521">
                  <c:v>0.13043595392242327</c:v>
                </c:pt>
                <c:pt idx="9522">
                  <c:v>0.13043735870988485</c:v>
                </c:pt>
                <c:pt idx="9523">
                  <c:v>0.13045150213814519</c:v>
                </c:pt>
                <c:pt idx="9524">
                  <c:v>0.13045868819120082</c:v>
                </c:pt>
                <c:pt idx="9525">
                  <c:v>0.13045977401025574</c:v>
                </c:pt>
                <c:pt idx="9526">
                  <c:v>0.13046391483811956</c:v>
                </c:pt>
                <c:pt idx="9527">
                  <c:v>0.13048219379667494</c:v>
                </c:pt>
                <c:pt idx="9528">
                  <c:v>0.13048288270536162</c:v>
                </c:pt>
                <c:pt idx="9529">
                  <c:v>0.13048532084109382</c:v>
                </c:pt>
                <c:pt idx="9530">
                  <c:v>0.13049006101893887</c:v>
                </c:pt>
                <c:pt idx="9531">
                  <c:v>0.13049407411442643</c:v>
                </c:pt>
                <c:pt idx="9532">
                  <c:v>0.1304998872538741</c:v>
                </c:pt>
                <c:pt idx="9533">
                  <c:v>0.13049991364612817</c:v>
                </c:pt>
                <c:pt idx="9534">
                  <c:v>0.13050754914200965</c:v>
                </c:pt>
                <c:pt idx="9535">
                  <c:v>0.13050819204628569</c:v>
                </c:pt>
                <c:pt idx="9536">
                  <c:v>0.13050928191876521</c:v>
                </c:pt>
                <c:pt idx="9537">
                  <c:v>0.1305098663518364</c:v>
                </c:pt>
                <c:pt idx="9538">
                  <c:v>0.13052603802772883</c:v>
                </c:pt>
                <c:pt idx="9539">
                  <c:v>0.13053651012769085</c:v>
                </c:pt>
                <c:pt idx="9540">
                  <c:v>0.1305564602054046</c:v>
                </c:pt>
                <c:pt idx="9541">
                  <c:v>0.13055793506724506</c:v>
                </c:pt>
                <c:pt idx="9542">
                  <c:v>0.13055987978901867</c:v>
                </c:pt>
                <c:pt idx="9543">
                  <c:v>0.13057512663574528</c:v>
                </c:pt>
                <c:pt idx="9544">
                  <c:v>0.13058365756696089</c:v>
                </c:pt>
                <c:pt idx="9545">
                  <c:v>0.13062528548365882</c:v>
                </c:pt>
                <c:pt idx="9546">
                  <c:v>0.13062865482549604</c:v>
                </c:pt>
                <c:pt idx="9547">
                  <c:v>0.13063237951851922</c:v>
                </c:pt>
                <c:pt idx="9548">
                  <c:v>0.13064541073974709</c:v>
                </c:pt>
                <c:pt idx="9549">
                  <c:v>0.13067024030161115</c:v>
                </c:pt>
                <c:pt idx="9550">
                  <c:v>0.13069186506165978</c:v>
                </c:pt>
                <c:pt idx="9551">
                  <c:v>0.13070160699468411</c:v>
                </c:pt>
                <c:pt idx="9552">
                  <c:v>0.13070880345062069</c:v>
                </c:pt>
                <c:pt idx="9553">
                  <c:v>0.13072861079812767</c:v>
                </c:pt>
                <c:pt idx="9554">
                  <c:v>0.13072897679728876</c:v>
                </c:pt>
                <c:pt idx="9555">
                  <c:v>0.13074354967229604</c:v>
                </c:pt>
                <c:pt idx="9556">
                  <c:v>0.13075752125363194</c:v>
                </c:pt>
                <c:pt idx="9557">
                  <c:v>0.13076416059706503</c:v>
                </c:pt>
                <c:pt idx="9558">
                  <c:v>0.13076505083000656</c:v>
                </c:pt>
                <c:pt idx="9559">
                  <c:v>0.13080031564618586</c:v>
                </c:pt>
                <c:pt idx="9560">
                  <c:v>0.13080395343796103</c:v>
                </c:pt>
                <c:pt idx="9561">
                  <c:v>0.13088651420301042</c:v>
                </c:pt>
                <c:pt idx="9562">
                  <c:v>0.13088883836722087</c:v>
                </c:pt>
                <c:pt idx="9563">
                  <c:v>0.13090672778090923</c:v>
                </c:pt>
                <c:pt idx="9564">
                  <c:v>0.13091591217209092</c:v>
                </c:pt>
                <c:pt idx="9565">
                  <c:v>0.13096410341038905</c:v>
                </c:pt>
                <c:pt idx="9566">
                  <c:v>0.13096860663906984</c:v>
                </c:pt>
                <c:pt idx="9567">
                  <c:v>0.13097926922291109</c:v>
                </c:pt>
                <c:pt idx="9568">
                  <c:v>0.13098946073554538</c:v>
                </c:pt>
                <c:pt idx="9569">
                  <c:v>0.13099890348733315</c:v>
                </c:pt>
                <c:pt idx="9570">
                  <c:v>0.13101055794492625</c:v>
                </c:pt>
                <c:pt idx="9571">
                  <c:v>0.1310160117926491</c:v>
                </c:pt>
                <c:pt idx="9572">
                  <c:v>0.13104664292382201</c:v>
                </c:pt>
                <c:pt idx="9573">
                  <c:v>0.1310617319187854</c:v>
                </c:pt>
                <c:pt idx="9574">
                  <c:v>0.13106412256730723</c:v>
                </c:pt>
                <c:pt idx="9575">
                  <c:v>0.13107868016828042</c:v>
                </c:pt>
                <c:pt idx="9576">
                  <c:v>0.13108140714579483</c:v>
                </c:pt>
                <c:pt idx="9577">
                  <c:v>0.13108307247589857</c:v>
                </c:pt>
                <c:pt idx="9578">
                  <c:v>0.13108419186299405</c:v>
                </c:pt>
                <c:pt idx="9579">
                  <c:v>0.13109451408522846</c:v>
                </c:pt>
                <c:pt idx="9580">
                  <c:v>0.13110421582569889</c:v>
                </c:pt>
                <c:pt idx="9581">
                  <c:v>0.13110856407782345</c:v>
                </c:pt>
                <c:pt idx="9582">
                  <c:v>0.13111816201560489</c:v>
                </c:pt>
                <c:pt idx="9583">
                  <c:v>0.13112567289673033</c:v>
                </c:pt>
                <c:pt idx="9584">
                  <c:v>0.13114004673104684</c:v>
                </c:pt>
                <c:pt idx="9585">
                  <c:v>0.1311496199416107</c:v>
                </c:pt>
                <c:pt idx="9586">
                  <c:v>0.13118828582975842</c:v>
                </c:pt>
                <c:pt idx="9587">
                  <c:v>0.13119200307853934</c:v>
                </c:pt>
                <c:pt idx="9588">
                  <c:v>0.13120842298564694</c:v>
                </c:pt>
                <c:pt idx="9589">
                  <c:v>0.1312130936910732</c:v>
                </c:pt>
                <c:pt idx="9590">
                  <c:v>0.1312258194393274</c:v>
                </c:pt>
                <c:pt idx="9591">
                  <c:v>0.1312584607331625</c:v>
                </c:pt>
                <c:pt idx="9592">
                  <c:v>0.13126147749970182</c:v>
                </c:pt>
                <c:pt idx="9593">
                  <c:v>0.13127247234022754</c:v>
                </c:pt>
                <c:pt idx="9594">
                  <c:v>0.13127705831355962</c:v>
                </c:pt>
                <c:pt idx="9595">
                  <c:v>0.13128295208027199</c:v>
                </c:pt>
                <c:pt idx="9596">
                  <c:v>0.13128729598987846</c:v>
                </c:pt>
                <c:pt idx="9597">
                  <c:v>0.1312899799899514</c:v>
                </c:pt>
                <c:pt idx="9598">
                  <c:v>0.13129266328155226</c:v>
                </c:pt>
                <c:pt idx="9599">
                  <c:v>0.13129341962083566</c:v>
                </c:pt>
                <c:pt idx="9600">
                  <c:v>0.13129704532389358</c:v>
                </c:pt>
                <c:pt idx="9601">
                  <c:v>0.13130109678475074</c:v>
                </c:pt>
                <c:pt idx="9602">
                  <c:v>0.13130745936169727</c:v>
                </c:pt>
                <c:pt idx="9603">
                  <c:v>0.13130958168211357</c:v>
                </c:pt>
                <c:pt idx="9604">
                  <c:v>0.13132579845393011</c:v>
                </c:pt>
                <c:pt idx="9605">
                  <c:v>0.13132744243849076</c:v>
                </c:pt>
                <c:pt idx="9606">
                  <c:v>0.13133954800870543</c:v>
                </c:pt>
                <c:pt idx="9607">
                  <c:v>0.13135601142948405</c:v>
                </c:pt>
                <c:pt idx="9608">
                  <c:v>0.13135881090901827</c:v>
                </c:pt>
                <c:pt idx="9609">
                  <c:v>0.13137367074455991</c:v>
                </c:pt>
                <c:pt idx="9610">
                  <c:v>0.13138588809137672</c:v>
                </c:pt>
                <c:pt idx="9611">
                  <c:v>0.13138724174858007</c:v>
                </c:pt>
                <c:pt idx="9612">
                  <c:v>0.13139020990668784</c:v>
                </c:pt>
                <c:pt idx="9613">
                  <c:v>0.13140656049419769</c:v>
                </c:pt>
                <c:pt idx="9614">
                  <c:v>0.13142542345602362</c:v>
                </c:pt>
                <c:pt idx="9615">
                  <c:v>0.13143724408060053</c:v>
                </c:pt>
                <c:pt idx="9616">
                  <c:v>0.13143835266216983</c:v>
                </c:pt>
                <c:pt idx="9617">
                  <c:v>0.13145258067632812</c:v>
                </c:pt>
                <c:pt idx="9618">
                  <c:v>0.13146039618258015</c:v>
                </c:pt>
                <c:pt idx="9619">
                  <c:v>0.13147318405210998</c:v>
                </c:pt>
                <c:pt idx="9620">
                  <c:v>0.13147394897731804</c:v>
                </c:pt>
                <c:pt idx="9621">
                  <c:v>0.13148257638181818</c:v>
                </c:pt>
                <c:pt idx="9622">
                  <c:v>0.13149331007868781</c:v>
                </c:pt>
                <c:pt idx="9623">
                  <c:v>0.13151000673681848</c:v>
                </c:pt>
                <c:pt idx="9624">
                  <c:v>0.13152266743352412</c:v>
                </c:pt>
                <c:pt idx="9625">
                  <c:v>0.13153394270250024</c:v>
                </c:pt>
                <c:pt idx="9626">
                  <c:v>0.13153620128429186</c:v>
                </c:pt>
                <c:pt idx="9627">
                  <c:v>0.13155943808683632</c:v>
                </c:pt>
                <c:pt idx="9628">
                  <c:v>0.13157037439931538</c:v>
                </c:pt>
                <c:pt idx="9629">
                  <c:v>0.13157076565360074</c:v>
                </c:pt>
                <c:pt idx="9630">
                  <c:v>0.13157355632160653</c:v>
                </c:pt>
                <c:pt idx="9631">
                  <c:v>0.13157586697158224</c:v>
                </c:pt>
                <c:pt idx="9632">
                  <c:v>0.13158548683125906</c:v>
                </c:pt>
                <c:pt idx="9633">
                  <c:v>0.13159746280993814</c:v>
                </c:pt>
                <c:pt idx="9634">
                  <c:v>0.13160726303504516</c:v>
                </c:pt>
                <c:pt idx="9635">
                  <c:v>0.13160890881822859</c:v>
                </c:pt>
                <c:pt idx="9636">
                  <c:v>0.13160895324929589</c:v>
                </c:pt>
                <c:pt idx="9637">
                  <c:v>0.1316102298465878</c:v>
                </c:pt>
                <c:pt idx="9638">
                  <c:v>0.13161436378417021</c:v>
                </c:pt>
                <c:pt idx="9639">
                  <c:v>0.13162215398113153</c:v>
                </c:pt>
                <c:pt idx="9640">
                  <c:v>0.13163349445613828</c:v>
                </c:pt>
                <c:pt idx="9641">
                  <c:v>0.13163584858368241</c:v>
                </c:pt>
                <c:pt idx="9642">
                  <c:v>0.13165130343273476</c:v>
                </c:pt>
                <c:pt idx="9643">
                  <c:v>0.13165307764266765</c:v>
                </c:pt>
                <c:pt idx="9644">
                  <c:v>0.13165689225545471</c:v>
                </c:pt>
                <c:pt idx="9645">
                  <c:v>0.13167941832748337</c:v>
                </c:pt>
                <c:pt idx="9646">
                  <c:v>0.13168815830480055</c:v>
                </c:pt>
                <c:pt idx="9647">
                  <c:v>0.13169818161908467</c:v>
                </c:pt>
                <c:pt idx="9648">
                  <c:v>0.13170491506016291</c:v>
                </c:pt>
                <c:pt idx="9649">
                  <c:v>0.1317280719707401</c:v>
                </c:pt>
                <c:pt idx="9650">
                  <c:v>0.13173202408029391</c:v>
                </c:pt>
                <c:pt idx="9651">
                  <c:v>0.13174652376452578</c:v>
                </c:pt>
                <c:pt idx="9652">
                  <c:v>0.13174922377571852</c:v>
                </c:pt>
                <c:pt idx="9653">
                  <c:v>0.1317576985046755</c:v>
                </c:pt>
                <c:pt idx="9654">
                  <c:v>0.13176763202839079</c:v>
                </c:pt>
                <c:pt idx="9655">
                  <c:v>0.13179032820584644</c:v>
                </c:pt>
                <c:pt idx="9656">
                  <c:v>0.13182283016549959</c:v>
                </c:pt>
                <c:pt idx="9657">
                  <c:v>0.13182614693549305</c:v>
                </c:pt>
                <c:pt idx="9658">
                  <c:v>0.13187154661090256</c:v>
                </c:pt>
                <c:pt idx="9659">
                  <c:v>0.13188739951464937</c:v>
                </c:pt>
                <c:pt idx="9660">
                  <c:v>0.13189460492073601</c:v>
                </c:pt>
                <c:pt idx="9661">
                  <c:v>0.13189862122321827</c:v>
                </c:pt>
                <c:pt idx="9662">
                  <c:v>0.13190248010918132</c:v>
                </c:pt>
                <c:pt idx="9663">
                  <c:v>0.13192016654423561</c:v>
                </c:pt>
                <c:pt idx="9664">
                  <c:v>0.13192952901667737</c:v>
                </c:pt>
                <c:pt idx="9665">
                  <c:v>0.13194698144497369</c:v>
                </c:pt>
                <c:pt idx="9666">
                  <c:v>0.13196084952147039</c:v>
                </c:pt>
                <c:pt idx="9667">
                  <c:v>0.13197067276902677</c:v>
                </c:pt>
                <c:pt idx="9668">
                  <c:v>0.13197100325443589</c:v>
                </c:pt>
                <c:pt idx="9669">
                  <c:v>0.13198481827607217</c:v>
                </c:pt>
                <c:pt idx="9670">
                  <c:v>0.13199067206881698</c:v>
                </c:pt>
                <c:pt idx="9671">
                  <c:v>0.13199659977582298</c:v>
                </c:pt>
                <c:pt idx="9672">
                  <c:v>0.13201105194967333</c:v>
                </c:pt>
                <c:pt idx="9673">
                  <c:v>0.13201371586298935</c:v>
                </c:pt>
                <c:pt idx="9674">
                  <c:v>0.13202707625042301</c:v>
                </c:pt>
                <c:pt idx="9675">
                  <c:v>0.13202874838311834</c:v>
                </c:pt>
                <c:pt idx="9676">
                  <c:v>0.13203558968282908</c:v>
                </c:pt>
                <c:pt idx="9677">
                  <c:v>0.13203584813149433</c:v>
                </c:pt>
                <c:pt idx="9678">
                  <c:v>0.13206792451705621</c:v>
                </c:pt>
                <c:pt idx="9679">
                  <c:v>0.1320797913166106</c:v>
                </c:pt>
                <c:pt idx="9680">
                  <c:v>0.13208986967958034</c:v>
                </c:pt>
                <c:pt idx="9681">
                  <c:v>0.13209803138423251</c:v>
                </c:pt>
                <c:pt idx="9682">
                  <c:v>0.13210936485689986</c:v>
                </c:pt>
                <c:pt idx="9683">
                  <c:v>0.13213569914102447</c:v>
                </c:pt>
                <c:pt idx="9684">
                  <c:v>0.13216317614236206</c:v>
                </c:pt>
                <c:pt idx="9685">
                  <c:v>0.13216626055013475</c:v>
                </c:pt>
                <c:pt idx="9686">
                  <c:v>0.13217774867473922</c:v>
                </c:pt>
                <c:pt idx="9687">
                  <c:v>0.13222581041720227</c:v>
                </c:pt>
                <c:pt idx="9688">
                  <c:v>0.1322265567101075</c:v>
                </c:pt>
                <c:pt idx="9689">
                  <c:v>0.13223306870551604</c:v>
                </c:pt>
                <c:pt idx="9690">
                  <c:v>0.13223371705026585</c:v>
                </c:pt>
                <c:pt idx="9691">
                  <c:v>0.132239125371032</c:v>
                </c:pt>
                <c:pt idx="9692">
                  <c:v>0.13224470985470863</c:v>
                </c:pt>
                <c:pt idx="9693">
                  <c:v>0.13225001973344483</c:v>
                </c:pt>
                <c:pt idx="9694">
                  <c:v>0.13227322719350282</c:v>
                </c:pt>
                <c:pt idx="9695">
                  <c:v>0.13227682502924229</c:v>
                </c:pt>
                <c:pt idx="9696">
                  <c:v>0.13227764457726007</c:v>
                </c:pt>
                <c:pt idx="9697">
                  <c:v>0.13228435097881322</c:v>
                </c:pt>
                <c:pt idx="9698">
                  <c:v>0.13228563295701964</c:v>
                </c:pt>
                <c:pt idx="9699">
                  <c:v>0.13228790984909214</c:v>
                </c:pt>
                <c:pt idx="9700">
                  <c:v>0.13229587182092981</c:v>
                </c:pt>
                <c:pt idx="9701">
                  <c:v>0.13230304466094411</c:v>
                </c:pt>
                <c:pt idx="9702">
                  <c:v>0.13231039359309188</c:v>
                </c:pt>
                <c:pt idx="9703">
                  <c:v>0.13231188569952693</c:v>
                </c:pt>
                <c:pt idx="9704">
                  <c:v>0.13231511917337921</c:v>
                </c:pt>
                <c:pt idx="9705">
                  <c:v>0.13233154464488123</c:v>
                </c:pt>
                <c:pt idx="9706">
                  <c:v>0.13233676845520229</c:v>
                </c:pt>
                <c:pt idx="9707">
                  <c:v>0.132370477799966</c:v>
                </c:pt>
                <c:pt idx="9708">
                  <c:v>0.13239710071693703</c:v>
                </c:pt>
                <c:pt idx="9709">
                  <c:v>0.13241749121543239</c:v>
                </c:pt>
                <c:pt idx="9710">
                  <c:v>0.13242269187260061</c:v>
                </c:pt>
                <c:pt idx="9711">
                  <c:v>0.13242421990102715</c:v>
                </c:pt>
                <c:pt idx="9712">
                  <c:v>0.13245753011952047</c:v>
                </c:pt>
                <c:pt idx="9713">
                  <c:v>0.13248235355480489</c:v>
                </c:pt>
                <c:pt idx="9714">
                  <c:v>0.13248823859191233</c:v>
                </c:pt>
                <c:pt idx="9715">
                  <c:v>0.13249172723157893</c:v>
                </c:pt>
                <c:pt idx="9716">
                  <c:v>0.1325129609350926</c:v>
                </c:pt>
                <c:pt idx="9717">
                  <c:v>0.13252442767409953</c:v>
                </c:pt>
                <c:pt idx="9718">
                  <c:v>0.13252851222685694</c:v>
                </c:pt>
                <c:pt idx="9719">
                  <c:v>0.13253449246681412</c:v>
                </c:pt>
                <c:pt idx="9720">
                  <c:v>0.13253626401570989</c:v>
                </c:pt>
                <c:pt idx="9721">
                  <c:v>0.13254136508988534</c:v>
                </c:pt>
                <c:pt idx="9722">
                  <c:v>0.13254804179232893</c:v>
                </c:pt>
                <c:pt idx="9723">
                  <c:v>0.13254845821052516</c:v>
                </c:pt>
                <c:pt idx="9724">
                  <c:v>0.13256211836959655</c:v>
                </c:pt>
                <c:pt idx="9725">
                  <c:v>0.13256998868621359</c:v>
                </c:pt>
                <c:pt idx="9726">
                  <c:v>0.13257281189074996</c:v>
                </c:pt>
                <c:pt idx="9727">
                  <c:v>0.13261540848875553</c:v>
                </c:pt>
                <c:pt idx="9728">
                  <c:v>0.13265831637617431</c:v>
                </c:pt>
                <c:pt idx="9729">
                  <c:v>0.13267044917081594</c:v>
                </c:pt>
                <c:pt idx="9730">
                  <c:v>0.13267304344450737</c:v>
                </c:pt>
                <c:pt idx="9731">
                  <c:v>0.13267652757397025</c:v>
                </c:pt>
                <c:pt idx="9732">
                  <c:v>0.13268192849298238</c:v>
                </c:pt>
                <c:pt idx="9733">
                  <c:v>0.13268705057600441</c:v>
                </c:pt>
                <c:pt idx="9734">
                  <c:v>0.13268762531237832</c:v>
                </c:pt>
                <c:pt idx="9735">
                  <c:v>0.13270668649019676</c:v>
                </c:pt>
                <c:pt idx="9736">
                  <c:v>0.1327145869274656</c:v>
                </c:pt>
                <c:pt idx="9737">
                  <c:v>0.13271805870442641</c:v>
                </c:pt>
                <c:pt idx="9738">
                  <c:v>0.1327221701150221</c:v>
                </c:pt>
                <c:pt idx="9739">
                  <c:v>0.13272422328761727</c:v>
                </c:pt>
                <c:pt idx="9740">
                  <c:v>0.13272810985162872</c:v>
                </c:pt>
                <c:pt idx="9741">
                  <c:v>0.13272987557027252</c:v>
                </c:pt>
                <c:pt idx="9742">
                  <c:v>0.13273101806605894</c:v>
                </c:pt>
                <c:pt idx="9743">
                  <c:v>0.13274338549349898</c:v>
                </c:pt>
                <c:pt idx="9744">
                  <c:v>0.13274524154002321</c:v>
                </c:pt>
                <c:pt idx="9745">
                  <c:v>0.13275006551582441</c:v>
                </c:pt>
                <c:pt idx="9746">
                  <c:v>0.13275792082431964</c:v>
                </c:pt>
                <c:pt idx="9747">
                  <c:v>0.1327593222116013</c:v>
                </c:pt>
                <c:pt idx="9748">
                  <c:v>0.13276830183174851</c:v>
                </c:pt>
                <c:pt idx="9749">
                  <c:v>0.13277131585321805</c:v>
                </c:pt>
                <c:pt idx="9750">
                  <c:v>0.13278889386650375</c:v>
                </c:pt>
                <c:pt idx="9751">
                  <c:v>0.13279756181262445</c:v>
                </c:pt>
                <c:pt idx="9752">
                  <c:v>0.13280809769827367</c:v>
                </c:pt>
                <c:pt idx="9753">
                  <c:v>0.13281271343196355</c:v>
                </c:pt>
                <c:pt idx="9754">
                  <c:v>0.13281335902600411</c:v>
                </c:pt>
                <c:pt idx="9755">
                  <c:v>0.13282231370883302</c:v>
                </c:pt>
                <c:pt idx="9756">
                  <c:v>0.13282632284323595</c:v>
                </c:pt>
                <c:pt idx="9757">
                  <c:v>0.13284117727976016</c:v>
                </c:pt>
                <c:pt idx="9758">
                  <c:v>0.13285605451893695</c:v>
                </c:pt>
                <c:pt idx="9759">
                  <c:v>0.1328564135925743</c:v>
                </c:pt>
                <c:pt idx="9760">
                  <c:v>0.13287194653496154</c:v>
                </c:pt>
                <c:pt idx="9761">
                  <c:v>0.13288191206309716</c:v>
                </c:pt>
                <c:pt idx="9762">
                  <c:v>0.13288474496431871</c:v>
                </c:pt>
                <c:pt idx="9763">
                  <c:v>0.13289977175541454</c:v>
                </c:pt>
                <c:pt idx="9764">
                  <c:v>0.13290480680387995</c:v>
                </c:pt>
                <c:pt idx="9765">
                  <c:v>0.1329281559558888</c:v>
                </c:pt>
                <c:pt idx="9766">
                  <c:v>0.13293021197548965</c:v>
                </c:pt>
                <c:pt idx="9767">
                  <c:v>0.13293721101047751</c:v>
                </c:pt>
                <c:pt idx="9768">
                  <c:v>0.13293951915624075</c:v>
                </c:pt>
                <c:pt idx="9769">
                  <c:v>0.13294436314098113</c:v>
                </c:pt>
                <c:pt idx="9770">
                  <c:v>0.13295728833030207</c:v>
                </c:pt>
                <c:pt idx="9771">
                  <c:v>0.13296287022579006</c:v>
                </c:pt>
                <c:pt idx="9772">
                  <c:v>0.13296423583184294</c:v>
                </c:pt>
                <c:pt idx="9773">
                  <c:v>0.13297655086723356</c:v>
                </c:pt>
                <c:pt idx="9774">
                  <c:v>0.13298453750828462</c:v>
                </c:pt>
                <c:pt idx="9775">
                  <c:v>0.13299683665062298</c:v>
                </c:pt>
                <c:pt idx="9776">
                  <c:v>0.13300423052991539</c:v>
                </c:pt>
                <c:pt idx="9777">
                  <c:v>0.1330045104177332</c:v>
                </c:pt>
                <c:pt idx="9778">
                  <c:v>0.1330051719222626</c:v>
                </c:pt>
                <c:pt idx="9779">
                  <c:v>0.13302942237012311</c:v>
                </c:pt>
                <c:pt idx="9780">
                  <c:v>0.13303272000801966</c:v>
                </c:pt>
                <c:pt idx="9781">
                  <c:v>0.13303728786013194</c:v>
                </c:pt>
                <c:pt idx="9782">
                  <c:v>0.13304582498949741</c:v>
                </c:pt>
                <c:pt idx="9783">
                  <c:v>0.1330461940207868</c:v>
                </c:pt>
                <c:pt idx="9784">
                  <c:v>0.13305397739492097</c:v>
                </c:pt>
                <c:pt idx="9785">
                  <c:v>0.13306427099135315</c:v>
                </c:pt>
                <c:pt idx="9786">
                  <c:v>0.13307484351209373</c:v>
                </c:pt>
                <c:pt idx="9787">
                  <c:v>0.13307717152761031</c:v>
                </c:pt>
                <c:pt idx="9788">
                  <c:v>0.13307959686130932</c:v>
                </c:pt>
                <c:pt idx="9789">
                  <c:v>0.13308913545860357</c:v>
                </c:pt>
                <c:pt idx="9790">
                  <c:v>0.13310345833016149</c:v>
                </c:pt>
                <c:pt idx="9791">
                  <c:v>0.1331047497662978</c:v>
                </c:pt>
                <c:pt idx="9792">
                  <c:v>0.13310950048954853</c:v>
                </c:pt>
                <c:pt idx="9793">
                  <c:v>0.13312852612843909</c:v>
                </c:pt>
                <c:pt idx="9794">
                  <c:v>0.13313771152932788</c:v>
                </c:pt>
                <c:pt idx="9795">
                  <c:v>0.13315764026627278</c:v>
                </c:pt>
                <c:pt idx="9796">
                  <c:v>0.13317558475759253</c:v>
                </c:pt>
                <c:pt idx="9797">
                  <c:v>0.13320268525465861</c:v>
                </c:pt>
                <c:pt idx="9798">
                  <c:v>0.13322118851500434</c:v>
                </c:pt>
                <c:pt idx="9799">
                  <c:v>0.1332300445096086</c:v>
                </c:pt>
                <c:pt idx="9800">
                  <c:v>0.13323348752692682</c:v>
                </c:pt>
                <c:pt idx="9801">
                  <c:v>0.13324326785357907</c:v>
                </c:pt>
                <c:pt idx="9802">
                  <c:v>0.13326819459937617</c:v>
                </c:pt>
                <c:pt idx="9803">
                  <c:v>0.13327895420440838</c:v>
                </c:pt>
                <c:pt idx="9804">
                  <c:v>0.1332810828630325</c:v>
                </c:pt>
                <c:pt idx="9805">
                  <c:v>0.13329780668168406</c:v>
                </c:pt>
                <c:pt idx="9806">
                  <c:v>0.13329931977341533</c:v>
                </c:pt>
                <c:pt idx="9807">
                  <c:v>0.13330708860242596</c:v>
                </c:pt>
                <c:pt idx="9808">
                  <c:v>0.13331347574005015</c:v>
                </c:pt>
                <c:pt idx="9809">
                  <c:v>0.13331776292840308</c:v>
                </c:pt>
                <c:pt idx="9810">
                  <c:v>0.1333209738006248</c:v>
                </c:pt>
                <c:pt idx="9811">
                  <c:v>0.13332148381974898</c:v>
                </c:pt>
                <c:pt idx="9812">
                  <c:v>0.13332408476553911</c:v>
                </c:pt>
                <c:pt idx="9813">
                  <c:v>0.13333200782481819</c:v>
                </c:pt>
                <c:pt idx="9814">
                  <c:v>0.133339291212484</c:v>
                </c:pt>
                <c:pt idx="9815">
                  <c:v>0.13334059199873149</c:v>
                </c:pt>
                <c:pt idx="9816">
                  <c:v>0.13334691416632877</c:v>
                </c:pt>
                <c:pt idx="9817">
                  <c:v>0.13339256647418812</c:v>
                </c:pt>
                <c:pt idx="9818">
                  <c:v>0.13342971254978461</c:v>
                </c:pt>
                <c:pt idx="9819">
                  <c:v>0.13345176908369319</c:v>
                </c:pt>
                <c:pt idx="9820">
                  <c:v>0.13345663400156729</c:v>
                </c:pt>
                <c:pt idx="9821">
                  <c:v>0.13346048854954684</c:v>
                </c:pt>
                <c:pt idx="9822">
                  <c:v>0.13346693930959125</c:v>
                </c:pt>
                <c:pt idx="9823">
                  <c:v>0.13346833945815803</c:v>
                </c:pt>
                <c:pt idx="9824">
                  <c:v>0.13348245713647286</c:v>
                </c:pt>
                <c:pt idx="9825">
                  <c:v>0.13349864463269914</c:v>
                </c:pt>
                <c:pt idx="9826">
                  <c:v>0.13350636080466263</c:v>
                </c:pt>
                <c:pt idx="9827">
                  <c:v>0.1335195184727313</c:v>
                </c:pt>
                <c:pt idx="9828">
                  <c:v>0.13352362316795324</c:v>
                </c:pt>
                <c:pt idx="9829">
                  <c:v>0.13352936035210458</c:v>
                </c:pt>
                <c:pt idx="9830">
                  <c:v>0.1335298002396498</c:v>
                </c:pt>
                <c:pt idx="9831">
                  <c:v>0.13353088859983767</c:v>
                </c:pt>
                <c:pt idx="9832">
                  <c:v>0.13355417833815644</c:v>
                </c:pt>
                <c:pt idx="9833">
                  <c:v>0.13356002635574504</c:v>
                </c:pt>
                <c:pt idx="9834">
                  <c:v>0.13356259024043149</c:v>
                </c:pt>
                <c:pt idx="9835">
                  <c:v>0.13356417514429142</c:v>
                </c:pt>
                <c:pt idx="9836">
                  <c:v>0.13356925413220894</c:v>
                </c:pt>
                <c:pt idx="9837">
                  <c:v>0.13359099926446347</c:v>
                </c:pt>
                <c:pt idx="9838">
                  <c:v>0.13359884665576791</c:v>
                </c:pt>
                <c:pt idx="9839">
                  <c:v>0.13360143244620684</c:v>
                </c:pt>
                <c:pt idx="9840">
                  <c:v>0.13361310609597027</c:v>
                </c:pt>
                <c:pt idx="9841">
                  <c:v>0.13361434395883676</c:v>
                </c:pt>
                <c:pt idx="9842">
                  <c:v>0.1336144133575724</c:v>
                </c:pt>
                <c:pt idx="9843">
                  <c:v>0.13362142383365666</c:v>
                </c:pt>
                <c:pt idx="9844">
                  <c:v>0.13362978043424237</c:v>
                </c:pt>
                <c:pt idx="9845">
                  <c:v>0.13364943664958456</c:v>
                </c:pt>
                <c:pt idx="9846">
                  <c:v>0.13365798802990084</c:v>
                </c:pt>
                <c:pt idx="9847">
                  <c:v>0.13367261618410087</c:v>
                </c:pt>
                <c:pt idx="9848">
                  <c:v>0.13367284954197747</c:v>
                </c:pt>
                <c:pt idx="9849">
                  <c:v>0.13367386766076919</c:v>
                </c:pt>
                <c:pt idx="9850">
                  <c:v>0.13369039805275393</c:v>
                </c:pt>
                <c:pt idx="9851">
                  <c:v>0.13369304157275069</c:v>
                </c:pt>
                <c:pt idx="9852">
                  <c:v>0.13370092382278698</c:v>
                </c:pt>
                <c:pt idx="9853">
                  <c:v>0.13370629470113798</c:v>
                </c:pt>
                <c:pt idx="9854">
                  <c:v>0.13370872213387519</c:v>
                </c:pt>
                <c:pt idx="9855">
                  <c:v>0.13371122412680189</c:v>
                </c:pt>
                <c:pt idx="9856">
                  <c:v>0.13373825872960862</c:v>
                </c:pt>
                <c:pt idx="9857">
                  <c:v>0.13376830140217319</c:v>
                </c:pt>
                <c:pt idx="9858">
                  <c:v>0.13377430374044294</c:v>
                </c:pt>
                <c:pt idx="9859">
                  <c:v>0.13378180922619234</c:v>
                </c:pt>
                <c:pt idx="9860">
                  <c:v>0.13378985918558736</c:v>
                </c:pt>
                <c:pt idx="9861">
                  <c:v>0.13379784565764899</c:v>
                </c:pt>
                <c:pt idx="9862">
                  <c:v>0.13380245472454491</c:v>
                </c:pt>
                <c:pt idx="9863">
                  <c:v>0.13380354049786511</c:v>
                </c:pt>
                <c:pt idx="9864">
                  <c:v>0.13380425496070247</c:v>
                </c:pt>
                <c:pt idx="9865">
                  <c:v>0.13380910999109644</c:v>
                </c:pt>
                <c:pt idx="9866">
                  <c:v>0.13382364734062227</c:v>
                </c:pt>
                <c:pt idx="9867">
                  <c:v>0.13383535145912034</c:v>
                </c:pt>
                <c:pt idx="9868">
                  <c:v>0.13383609069932015</c:v>
                </c:pt>
                <c:pt idx="9869">
                  <c:v>0.13384488804178965</c:v>
                </c:pt>
                <c:pt idx="9870">
                  <c:v>0.13384536176391193</c:v>
                </c:pt>
                <c:pt idx="9871">
                  <c:v>0.13385069267110558</c:v>
                </c:pt>
                <c:pt idx="9872">
                  <c:v>0.13385658265035777</c:v>
                </c:pt>
                <c:pt idx="9873">
                  <c:v>0.13386278453911218</c:v>
                </c:pt>
                <c:pt idx="9874">
                  <c:v>0.13386689484724315</c:v>
                </c:pt>
                <c:pt idx="9875">
                  <c:v>0.13386791025444247</c:v>
                </c:pt>
                <c:pt idx="9876">
                  <c:v>0.13387191445949878</c:v>
                </c:pt>
                <c:pt idx="9877">
                  <c:v>0.1338781998697206</c:v>
                </c:pt>
                <c:pt idx="9878">
                  <c:v>0.13387924889806466</c:v>
                </c:pt>
                <c:pt idx="9879">
                  <c:v>0.1338817132557443</c:v>
                </c:pt>
                <c:pt idx="9880">
                  <c:v>0.13388238838268371</c:v>
                </c:pt>
                <c:pt idx="9881">
                  <c:v>0.13388691316292975</c:v>
                </c:pt>
                <c:pt idx="9882">
                  <c:v>0.13389355777855921</c:v>
                </c:pt>
                <c:pt idx="9883">
                  <c:v>0.13389585740681337</c:v>
                </c:pt>
                <c:pt idx="9884">
                  <c:v>0.13393980214557935</c:v>
                </c:pt>
                <c:pt idx="9885">
                  <c:v>0.13394381420192661</c:v>
                </c:pt>
                <c:pt idx="9886">
                  <c:v>0.13395178422371998</c:v>
                </c:pt>
                <c:pt idx="9887">
                  <c:v>0.13399200592546498</c:v>
                </c:pt>
                <c:pt idx="9888">
                  <c:v>0.13400317651649082</c:v>
                </c:pt>
                <c:pt idx="9889">
                  <c:v>0.13400354088877689</c:v>
                </c:pt>
                <c:pt idx="9890">
                  <c:v>0.13402204577858479</c:v>
                </c:pt>
                <c:pt idx="9891">
                  <c:v>0.13402322192622781</c:v>
                </c:pt>
                <c:pt idx="9892">
                  <c:v>0.13402655351308132</c:v>
                </c:pt>
                <c:pt idx="9893">
                  <c:v>0.13404928603246805</c:v>
                </c:pt>
                <c:pt idx="9894">
                  <c:v>0.1340718056758784</c:v>
                </c:pt>
                <c:pt idx="9895">
                  <c:v>0.13407980366753622</c:v>
                </c:pt>
                <c:pt idx="9896">
                  <c:v>0.13408368493652373</c:v>
                </c:pt>
                <c:pt idx="9897">
                  <c:v>0.13408912797214129</c:v>
                </c:pt>
                <c:pt idx="9898">
                  <c:v>0.13409515169033953</c:v>
                </c:pt>
                <c:pt idx="9899">
                  <c:v>0.13411181982911807</c:v>
                </c:pt>
                <c:pt idx="9900">
                  <c:v>0.13411217433019698</c:v>
                </c:pt>
                <c:pt idx="9901">
                  <c:v>0.13411944758853417</c:v>
                </c:pt>
                <c:pt idx="9902">
                  <c:v>0.13412636659744867</c:v>
                </c:pt>
                <c:pt idx="9903">
                  <c:v>0.13415282337499174</c:v>
                </c:pt>
                <c:pt idx="9904">
                  <c:v>0.13415849540852517</c:v>
                </c:pt>
                <c:pt idx="9905">
                  <c:v>0.13420952815553833</c:v>
                </c:pt>
                <c:pt idx="9906">
                  <c:v>0.13421294628465089</c:v>
                </c:pt>
                <c:pt idx="9907">
                  <c:v>0.13422055540552932</c:v>
                </c:pt>
                <c:pt idx="9908">
                  <c:v>0.13422078090946093</c:v>
                </c:pt>
                <c:pt idx="9909">
                  <c:v>0.13423427728701681</c:v>
                </c:pt>
                <c:pt idx="9910">
                  <c:v>0.13424032450746345</c:v>
                </c:pt>
                <c:pt idx="9911">
                  <c:v>0.13424164041987299</c:v>
                </c:pt>
                <c:pt idx="9912">
                  <c:v>0.1342452452547262</c:v>
                </c:pt>
                <c:pt idx="9913">
                  <c:v>0.13425617739958368</c:v>
                </c:pt>
                <c:pt idx="9914">
                  <c:v>0.13425997007287527</c:v>
                </c:pt>
                <c:pt idx="9915">
                  <c:v>0.13428232334656509</c:v>
                </c:pt>
                <c:pt idx="9916">
                  <c:v>0.13428600237045071</c:v>
                </c:pt>
                <c:pt idx="9917">
                  <c:v>0.13432162120727137</c:v>
                </c:pt>
                <c:pt idx="9918">
                  <c:v>0.13432169634172555</c:v>
                </c:pt>
                <c:pt idx="9919">
                  <c:v>0.13432176816611949</c:v>
                </c:pt>
                <c:pt idx="9920">
                  <c:v>0.13432533298591193</c:v>
                </c:pt>
                <c:pt idx="9921">
                  <c:v>0.13432760104698793</c:v>
                </c:pt>
                <c:pt idx="9922">
                  <c:v>0.13433668547998392</c:v>
                </c:pt>
                <c:pt idx="9923">
                  <c:v>0.13433687797422206</c:v>
                </c:pt>
                <c:pt idx="9924">
                  <c:v>0.13433742791015579</c:v>
                </c:pt>
                <c:pt idx="9925">
                  <c:v>0.13434273944932223</c:v>
                </c:pt>
                <c:pt idx="9926">
                  <c:v>0.13435395851865206</c:v>
                </c:pt>
                <c:pt idx="9927">
                  <c:v>0.13436717249688265</c:v>
                </c:pt>
                <c:pt idx="9928">
                  <c:v>0.1343704348510735</c:v>
                </c:pt>
                <c:pt idx="9929">
                  <c:v>0.13441324179062333</c:v>
                </c:pt>
                <c:pt idx="9930">
                  <c:v>0.13442094196509979</c:v>
                </c:pt>
                <c:pt idx="9931">
                  <c:v>0.13442919739374498</c:v>
                </c:pt>
                <c:pt idx="9932">
                  <c:v>0.13443618712392519</c:v>
                </c:pt>
                <c:pt idx="9933">
                  <c:v>0.13443720278747126</c:v>
                </c:pt>
                <c:pt idx="9934">
                  <c:v>0.13443817108257256</c:v>
                </c:pt>
                <c:pt idx="9935">
                  <c:v>0.13445386086380737</c:v>
                </c:pt>
                <c:pt idx="9936">
                  <c:v>0.13445417178860333</c:v>
                </c:pt>
                <c:pt idx="9937">
                  <c:v>0.13446306143568637</c:v>
                </c:pt>
                <c:pt idx="9938">
                  <c:v>0.1344714141170579</c:v>
                </c:pt>
                <c:pt idx="9939">
                  <c:v>0.13449621994567629</c:v>
                </c:pt>
                <c:pt idx="9940">
                  <c:v>0.13449664096452557</c:v>
                </c:pt>
                <c:pt idx="9941">
                  <c:v>0.13449677865471044</c:v>
                </c:pt>
                <c:pt idx="9942">
                  <c:v>0.13449827994106217</c:v>
                </c:pt>
                <c:pt idx="9943">
                  <c:v>0.13450593795330493</c:v>
                </c:pt>
                <c:pt idx="9944">
                  <c:v>0.13451565221284911</c:v>
                </c:pt>
                <c:pt idx="9945">
                  <c:v>0.13451922949475606</c:v>
                </c:pt>
                <c:pt idx="9946">
                  <c:v>0.13454474502491162</c:v>
                </c:pt>
                <c:pt idx="9947">
                  <c:v>0.13455513549558815</c:v>
                </c:pt>
                <c:pt idx="9948">
                  <c:v>0.1345648918454645</c:v>
                </c:pt>
                <c:pt idx="9949">
                  <c:v>0.13457424977386359</c:v>
                </c:pt>
                <c:pt idx="9950">
                  <c:v>0.13457508901388132</c:v>
                </c:pt>
                <c:pt idx="9951">
                  <c:v>0.13458211270570375</c:v>
                </c:pt>
                <c:pt idx="9952">
                  <c:v>0.13458234010404549</c:v>
                </c:pt>
                <c:pt idx="9953">
                  <c:v>0.13458342977282051</c:v>
                </c:pt>
                <c:pt idx="9954">
                  <c:v>0.13458426148358757</c:v>
                </c:pt>
                <c:pt idx="9955">
                  <c:v>0.13459535234264511</c:v>
                </c:pt>
                <c:pt idx="9956">
                  <c:v>0.13462704042846291</c:v>
                </c:pt>
                <c:pt idx="9957">
                  <c:v>0.13464803590265487</c:v>
                </c:pt>
                <c:pt idx="9958">
                  <c:v>0.13466490155937347</c:v>
                </c:pt>
                <c:pt idx="9959">
                  <c:v>0.1346651383008888</c:v>
                </c:pt>
                <c:pt idx="9960">
                  <c:v>0.13467300567343596</c:v>
                </c:pt>
                <c:pt idx="9961">
                  <c:v>0.1346846450822935</c:v>
                </c:pt>
                <c:pt idx="9962">
                  <c:v>0.13471949140061537</c:v>
                </c:pt>
                <c:pt idx="9963">
                  <c:v>0.13472142100109263</c:v>
                </c:pt>
                <c:pt idx="9964">
                  <c:v>0.134722872874873</c:v>
                </c:pt>
                <c:pt idx="9965">
                  <c:v>0.13472579647840477</c:v>
                </c:pt>
                <c:pt idx="9966">
                  <c:v>0.13472652151860859</c:v>
                </c:pt>
                <c:pt idx="9967">
                  <c:v>0.13475755776539466</c:v>
                </c:pt>
                <c:pt idx="9968">
                  <c:v>0.13477389799569336</c:v>
                </c:pt>
                <c:pt idx="9969">
                  <c:v>0.13477849437729822</c:v>
                </c:pt>
                <c:pt idx="9970">
                  <c:v>0.13478335315735682</c:v>
                </c:pt>
                <c:pt idx="9971">
                  <c:v>0.13478362012111048</c:v>
                </c:pt>
                <c:pt idx="9972">
                  <c:v>0.13478604183807341</c:v>
                </c:pt>
                <c:pt idx="9973">
                  <c:v>0.13480653882669849</c:v>
                </c:pt>
                <c:pt idx="9974">
                  <c:v>0.13481674241562983</c:v>
                </c:pt>
                <c:pt idx="9975">
                  <c:v>0.13482118777118504</c:v>
                </c:pt>
                <c:pt idx="9976">
                  <c:v>0.13483712281302429</c:v>
                </c:pt>
                <c:pt idx="9977">
                  <c:v>0.13485052701631453</c:v>
                </c:pt>
                <c:pt idx="9978">
                  <c:v>0.13486172195202592</c:v>
                </c:pt>
                <c:pt idx="9979">
                  <c:v>0.13488074707086045</c:v>
                </c:pt>
                <c:pt idx="9980">
                  <c:v>0.1348809992092464</c:v>
                </c:pt>
                <c:pt idx="9981">
                  <c:v>0.13488241626613073</c:v>
                </c:pt>
                <c:pt idx="9982">
                  <c:v>0.13489121165484147</c:v>
                </c:pt>
                <c:pt idx="9983">
                  <c:v>0.13490591006229677</c:v>
                </c:pt>
                <c:pt idx="9984">
                  <c:v>0.13490891802204508</c:v>
                </c:pt>
                <c:pt idx="9985">
                  <c:v>0.13491415226554943</c:v>
                </c:pt>
                <c:pt idx="9986">
                  <c:v>0.13493100692481702</c:v>
                </c:pt>
                <c:pt idx="9987">
                  <c:v>0.13493115399899736</c:v>
                </c:pt>
                <c:pt idx="9988">
                  <c:v>0.13494123531792121</c:v>
                </c:pt>
                <c:pt idx="9989">
                  <c:v>0.13496083173550916</c:v>
                </c:pt>
                <c:pt idx="9990">
                  <c:v>0.13497104370147864</c:v>
                </c:pt>
                <c:pt idx="9991">
                  <c:v>0.13500758757164527</c:v>
                </c:pt>
                <c:pt idx="9992">
                  <c:v>0.13501083328959368</c:v>
                </c:pt>
                <c:pt idx="9993">
                  <c:v>0.1350164417422054</c:v>
                </c:pt>
                <c:pt idx="9994">
                  <c:v>0.13502189449081756</c:v>
                </c:pt>
                <c:pt idx="9995">
                  <c:v>0.13504703446157587</c:v>
                </c:pt>
                <c:pt idx="9996">
                  <c:v>0.13505237162031522</c:v>
                </c:pt>
                <c:pt idx="9997">
                  <c:v>0.13506862512901605</c:v>
                </c:pt>
                <c:pt idx="9998">
                  <c:v>0.13507514790207351</c:v>
                </c:pt>
                <c:pt idx="9999">
                  <c:v>0.13507643871649772</c:v>
                </c:pt>
                <c:pt idx="10000">
                  <c:v>0.13508021328082023</c:v>
                </c:pt>
                <c:pt idx="10001">
                  <c:v>0.13509606354722586</c:v>
                </c:pt>
                <c:pt idx="10002">
                  <c:v>0.13509970022953033</c:v>
                </c:pt>
                <c:pt idx="10003">
                  <c:v>0.13511754230970438</c:v>
                </c:pt>
                <c:pt idx="10004">
                  <c:v>0.1351229932244499</c:v>
                </c:pt>
                <c:pt idx="10005">
                  <c:v>0.13512716103604169</c:v>
                </c:pt>
                <c:pt idx="10006">
                  <c:v>0.13513707013600385</c:v>
                </c:pt>
                <c:pt idx="10007">
                  <c:v>0.13514493235086658</c:v>
                </c:pt>
                <c:pt idx="10008">
                  <c:v>0.13514621751828876</c:v>
                </c:pt>
                <c:pt idx="10009">
                  <c:v>0.13514747604565733</c:v>
                </c:pt>
                <c:pt idx="10010">
                  <c:v>0.13515381512559152</c:v>
                </c:pt>
                <c:pt idx="10011">
                  <c:v>0.13517495037308688</c:v>
                </c:pt>
                <c:pt idx="10012">
                  <c:v>0.13517792719622701</c:v>
                </c:pt>
                <c:pt idx="10013">
                  <c:v>0.13518050950090538</c:v>
                </c:pt>
                <c:pt idx="10014">
                  <c:v>0.13518296382744163</c:v>
                </c:pt>
                <c:pt idx="10015">
                  <c:v>0.13518653533480873</c:v>
                </c:pt>
                <c:pt idx="10016">
                  <c:v>0.13518757987593949</c:v>
                </c:pt>
                <c:pt idx="10017">
                  <c:v>0.13519160441251513</c:v>
                </c:pt>
                <c:pt idx="10018">
                  <c:v>0.13523068240790667</c:v>
                </c:pt>
                <c:pt idx="10019">
                  <c:v>0.13523740221517466</c:v>
                </c:pt>
                <c:pt idx="10020">
                  <c:v>0.13525399847056177</c:v>
                </c:pt>
                <c:pt idx="10021">
                  <c:v>0.13527514005991248</c:v>
                </c:pt>
                <c:pt idx="10022">
                  <c:v>0.13528761775134779</c:v>
                </c:pt>
                <c:pt idx="10023">
                  <c:v>0.13528977108241902</c:v>
                </c:pt>
                <c:pt idx="10024">
                  <c:v>0.13529042004806968</c:v>
                </c:pt>
                <c:pt idx="10025">
                  <c:v>0.13529415442296611</c:v>
                </c:pt>
                <c:pt idx="10026">
                  <c:v>0.13531314834062302</c:v>
                </c:pt>
                <c:pt idx="10027">
                  <c:v>0.13531729266960016</c:v>
                </c:pt>
                <c:pt idx="10028">
                  <c:v>0.13531864818543513</c:v>
                </c:pt>
                <c:pt idx="10029">
                  <c:v>0.13532633606544714</c:v>
                </c:pt>
                <c:pt idx="10030">
                  <c:v>0.13532716132183181</c:v>
                </c:pt>
                <c:pt idx="10031">
                  <c:v>0.13533001155814381</c:v>
                </c:pt>
                <c:pt idx="10032">
                  <c:v>0.13533765593882113</c:v>
                </c:pt>
                <c:pt idx="10033">
                  <c:v>0.13534174786790371</c:v>
                </c:pt>
                <c:pt idx="10034">
                  <c:v>0.13535665451066872</c:v>
                </c:pt>
                <c:pt idx="10035">
                  <c:v>0.13536222024272587</c:v>
                </c:pt>
                <c:pt idx="10036">
                  <c:v>0.1353731093301524</c:v>
                </c:pt>
                <c:pt idx="10037">
                  <c:v>0.13538124844238833</c:v>
                </c:pt>
                <c:pt idx="10038">
                  <c:v>0.1354044810109126</c:v>
                </c:pt>
                <c:pt idx="10039">
                  <c:v>0.13541380321270735</c:v>
                </c:pt>
                <c:pt idx="10040">
                  <c:v>0.13541703265585478</c:v>
                </c:pt>
                <c:pt idx="10041">
                  <c:v>0.13542715709851905</c:v>
                </c:pt>
                <c:pt idx="10042">
                  <c:v>0.13544109264657184</c:v>
                </c:pt>
                <c:pt idx="10043">
                  <c:v>0.13544485784446927</c:v>
                </c:pt>
                <c:pt idx="10044">
                  <c:v>0.13546334649066374</c:v>
                </c:pt>
                <c:pt idx="10045">
                  <c:v>0.13546749184976892</c:v>
                </c:pt>
                <c:pt idx="10046">
                  <c:v>0.13547636207750235</c:v>
                </c:pt>
                <c:pt idx="10047">
                  <c:v>0.13547776290500557</c:v>
                </c:pt>
                <c:pt idx="10048">
                  <c:v>0.13548697709103022</c:v>
                </c:pt>
                <c:pt idx="10049">
                  <c:v>0.13549396118102691</c:v>
                </c:pt>
                <c:pt idx="10050">
                  <c:v>0.13549905430188661</c:v>
                </c:pt>
                <c:pt idx="10051">
                  <c:v>0.13550640300694181</c:v>
                </c:pt>
                <c:pt idx="10052">
                  <c:v>0.13550825066647523</c:v>
                </c:pt>
                <c:pt idx="10053">
                  <c:v>0.13551348783704234</c:v>
                </c:pt>
                <c:pt idx="10054">
                  <c:v>0.13553453373114252</c:v>
                </c:pt>
                <c:pt idx="10055">
                  <c:v>0.13557450522648606</c:v>
                </c:pt>
                <c:pt idx="10056">
                  <c:v>0.13557827009474971</c:v>
                </c:pt>
                <c:pt idx="10057">
                  <c:v>0.13560138608725561</c:v>
                </c:pt>
                <c:pt idx="10058">
                  <c:v>0.13560361258880996</c:v>
                </c:pt>
                <c:pt idx="10059">
                  <c:v>0.13560976618508946</c:v>
                </c:pt>
                <c:pt idx="10060">
                  <c:v>0.13561323932540365</c:v>
                </c:pt>
                <c:pt idx="10061">
                  <c:v>0.13563679393524905</c:v>
                </c:pt>
                <c:pt idx="10062">
                  <c:v>0.13565603065958831</c:v>
                </c:pt>
                <c:pt idx="10063">
                  <c:v>0.13565747034210179</c:v>
                </c:pt>
                <c:pt idx="10064">
                  <c:v>0.13566012215267401</c:v>
                </c:pt>
                <c:pt idx="10065">
                  <c:v>0.13567616549101127</c:v>
                </c:pt>
                <c:pt idx="10066">
                  <c:v>0.13571261346898703</c:v>
                </c:pt>
                <c:pt idx="10067">
                  <c:v>0.13572372046881598</c:v>
                </c:pt>
                <c:pt idx="10068">
                  <c:v>0.13573531072803854</c:v>
                </c:pt>
                <c:pt idx="10069">
                  <c:v>0.13574723798239474</c:v>
                </c:pt>
                <c:pt idx="10070">
                  <c:v>0.13576073860537485</c:v>
                </c:pt>
                <c:pt idx="10071">
                  <c:v>0.13576440402142484</c:v>
                </c:pt>
                <c:pt idx="10072">
                  <c:v>0.13576506907244465</c:v>
                </c:pt>
                <c:pt idx="10073">
                  <c:v>0.13576577237443266</c:v>
                </c:pt>
                <c:pt idx="10074">
                  <c:v>0.13577643904077849</c:v>
                </c:pt>
                <c:pt idx="10075">
                  <c:v>0.13578367756762036</c:v>
                </c:pt>
                <c:pt idx="10076">
                  <c:v>0.13578935852971499</c:v>
                </c:pt>
                <c:pt idx="10077">
                  <c:v>0.13579021724729839</c:v>
                </c:pt>
                <c:pt idx="10078">
                  <c:v>0.1357941109406563</c:v>
                </c:pt>
                <c:pt idx="10079">
                  <c:v>0.13581457017944815</c:v>
                </c:pt>
                <c:pt idx="10080">
                  <c:v>0.13581674495154272</c:v>
                </c:pt>
                <c:pt idx="10081">
                  <c:v>0.13582315428555491</c:v>
                </c:pt>
                <c:pt idx="10082">
                  <c:v>0.13582581426729942</c:v>
                </c:pt>
                <c:pt idx="10083">
                  <c:v>0.13584086005897419</c:v>
                </c:pt>
                <c:pt idx="10084">
                  <c:v>0.13584778420580967</c:v>
                </c:pt>
                <c:pt idx="10085">
                  <c:v>0.13584885597006316</c:v>
                </c:pt>
                <c:pt idx="10086">
                  <c:v>0.13585689385172414</c:v>
                </c:pt>
                <c:pt idx="10087">
                  <c:v>0.1358688243702223</c:v>
                </c:pt>
                <c:pt idx="10088">
                  <c:v>0.13586996157585871</c:v>
                </c:pt>
                <c:pt idx="10089">
                  <c:v>0.13587211132264188</c:v>
                </c:pt>
                <c:pt idx="10090">
                  <c:v>0.13588523120466781</c:v>
                </c:pt>
                <c:pt idx="10091">
                  <c:v>0.13589644336778189</c:v>
                </c:pt>
                <c:pt idx="10092">
                  <c:v>0.1358988609024106</c:v>
                </c:pt>
                <c:pt idx="10093">
                  <c:v>0.13590325845908802</c:v>
                </c:pt>
                <c:pt idx="10094">
                  <c:v>0.1359345606611285</c:v>
                </c:pt>
                <c:pt idx="10095">
                  <c:v>0.13593939206393507</c:v>
                </c:pt>
                <c:pt idx="10096">
                  <c:v>0.13594670798978659</c:v>
                </c:pt>
                <c:pt idx="10097">
                  <c:v>0.13595694972980132</c:v>
                </c:pt>
                <c:pt idx="10098">
                  <c:v>0.13596473447775487</c:v>
                </c:pt>
                <c:pt idx="10099">
                  <c:v>0.13596872973599142</c:v>
                </c:pt>
                <c:pt idx="10100">
                  <c:v>0.13597322967974418</c:v>
                </c:pt>
                <c:pt idx="10101">
                  <c:v>0.13598206375077984</c:v>
                </c:pt>
                <c:pt idx="10102">
                  <c:v>0.13599296221956167</c:v>
                </c:pt>
                <c:pt idx="10103">
                  <c:v>0.13600272435505761</c:v>
                </c:pt>
                <c:pt idx="10104">
                  <c:v>0.13600774377774216</c:v>
                </c:pt>
                <c:pt idx="10105">
                  <c:v>0.13602076601334986</c:v>
                </c:pt>
                <c:pt idx="10106">
                  <c:v>0.13603345810324455</c:v>
                </c:pt>
                <c:pt idx="10107">
                  <c:v>0.13604049883950778</c:v>
                </c:pt>
                <c:pt idx="10108">
                  <c:v>0.13604305461075014</c:v>
                </c:pt>
                <c:pt idx="10109">
                  <c:v>0.13606149806604889</c:v>
                </c:pt>
                <c:pt idx="10110">
                  <c:v>0.13607662979139437</c:v>
                </c:pt>
                <c:pt idx="10111">
                  <c:v>0.13609354061961507</c:v>
                </c:pt>
                <c:pt idx="10112">
                  <c:v>0.13609736579703557</c:v>
                </c:pt>
                <c:pt idx="10113">
                  <c:v>0.13611365849687013</c:v>
                </c:pt>
                <c:pt idx="10114">
                  <c:v>0.13611441333978172</c:v>
                </c:pt>
                <c:pt idx="10115">
                  <c:v>0.1361158826992733</c:v>
                </c:pt>
                <c:pt idx="10116">
                  <c:v>0.13612370994796125</c:v>
                </c:pt>
                <c:pt idx="10117">
                  <c:v>0.13613125596875211</c:v>
                </c:pt>
                <c:pt idx="10118">
                  <c:v>0.13613710497740122</c:v>
                </c:pt>
                <c:pt idx="10119">
                  <c:v>0.13615846673504792</c:v>
                </c:pt>
                <c:pt idx="10120">
                  <c:v>0.13616054814917911</c:v>
                </c:pt>
                <c:pt idx="10121">
                  <c:v>0.13618980331985395</c:v>
                </c:pt>
                <c:pt idx="10122">
                  <c:v>0.13620843052465445</c:v>
                </c:pt>
                <c:pt idx="10123">
                  <c:v>0.13621464421799037</c:v>
                </c:pt>
                <c:pt idx="10124">
                  <c:v>0.1362175613273697</c:v>
                </c:pt>
                <c:pt idx="10125">
                  <c:v>0.13622374647644928</c:v>
                </c:pt>
                <c:pt idx="10126">
                  <c:v>0.13622466969367256</c:v>
                </c:pt>
                <c:pt idx="10127">
                  <c:v>0.13623232748831776</c:v>
                </c:pt>
                <c:pt idx="10128">
                  <c:v>0.13626930382226085</c:v>
                </c:pt>
                <c:pt idx="10129">
                  <c:v>0.13627878469400628</c:v>
                </c:pt>
                <c:pt idx="10130">
                  <c:v>0.13628889607279099</c:v>
                </c:pt>
                <c:pt idx="10131">
                  <c:v>0.13628972130799313</c:v>
                </c:pt>
                <c:pt idx="10132">
                  <c:v>0.1363032517174812</c:v>
                </c:pt>
                <c:pt idx="10133">
                  <c:v>0.13630716324404149</c:v>
                </c:pt>
                <c:pt idx="10134">
                  <c:v>0.1363183921804127</c:v>
                </c:pt>
                <c:pt idx="10135">
                  <c:v>0.13632459545663383</c:v>
                </c:pt>
                <c:pt idx="10136">
                  <c:v>0.1363247761002018</c:v>
                </c:pt>
                <c:pt idx="10137">
                  <c:v>0.13632718101565613</c:v>
                </c:pt>
                <c:pt idx="10138">
                  <c:v>0.13633112157393501</c:v>
                </c:pt>
                <c:pt idx="10139">
                  <c:v>0.13634776511175764</c:v>
                </c:pt>
                <c:pt idx="10140">
                  <c:v>0.13634932689167212</c:v>
                </c:pt>
                <c:pt idx="10141">
                  <c:v>0.13635830168277518</c:v>
                </c:pt>
                <c:pt idx="10142">
                  <c:v>0.1363643421680383</c:v>
                </c:pt>
                <c:pt idx="10143">
                  <c:v>0.1363886226334402</c:v>
                </c:pt>
                <c:pt idx="10144">
                  <c:v>0.13638912828362651</c:v>
                </c:pt>
                <c:pt idx="10145">
                  <c:v>0.13641022259834701</c:v>
                </c:pt>
                <c:pt idx="10146">
                  <c:v>0.13642356462298855</c:v>
                </c:pt>
                <c:pt idx="10147">
                  <c:v>0.13642436910933126</c:v>
                </c:pt>
                <c:pt idx="10148">
                  <c:v>0.13644214117146927</c:v>
                </c:pt>
                <c:pt idx="10149">
                  <c:v>0.13645414059716204</c:v>
                </c:pt>
                <c:pt idx="10150">
                  <c:v>0.13650603564116517</c:v>
                </c:pt>
                <c:pt idx="10151">
                  <c:v>0.13651266393796277</c:v>
                </c:pt>
                <c:pt idx="10152">
                  <c:v>0.13651302473265428</c:v>
                </c:pt>
                <c:pt idx="10153">
                  <c:v>0.13651748694744004</c:v>
                </c:pt>
                <c:pt idx="10154">
                  <c:v>0.13654868540681778</c:v>
                </c:pt>
                <c:pt idx="10155">
                  <c:v>0.13655002533397786</c:v>
                </c:pt>
                <c:pt idx="10156">
                  <c:v>0.13655019786153924</c:v>
                </c:pt>
                <c:pt idx="10157">
                  <c:v>0.13655109619967729</c:v>
                </c:pt>
                <c:pt idx="10158">
                  <c:v>0.13655695827567696</c:v>
                </c:pt>
                <c:pt idx="10159">
                  <c:v>0.13656493348238097</c:v>
                </c:pt>
                <c:pt idx="10160">
                  <c:v>0.13658284080549998</c:v>
                </c:pt>
                <c:pt idx="10161">
                  <c:v>0.13660197481257433</c:v>
                </c:pt>
                <c:pt idx="10162">
                  <c:v>0.13662438443345615</c:v>
                </c:pt>
                <c:pt idx="10163">
                  <c:v>0.13664210756969525</c:v>
                </c:pt>
                <c:pt idx="10164">
                  <c:v>0.13667164707727134</c:v>
                </c:pt>
                <c:pt idx="10165">
                  <c:v>0.13669455318258353</c:v>
                </c:pt>
                <c:pt idx="10166">
                  <c:v>0.13673151058140179</c:v>
                </c:pt>
                <c:pt idx="10167">
                  <c:v>0.1367371925235272</c:v>
                </c:pt>
                <c:pt idx="10168">
                  <c:v>0.13674727980337334</c:v>
                </c:pt>
                <c:pt idx="10169">
                  <c:v>0.13674810141361221</c:v>
                </c:pt>
                <c:pt idx="10170">
                  <c:v>0.13675706769935531</c:v>
                </c:pt>
                <c:pt idx="10171">
                  <c:v>0.13675824115838739</c:v>
                </c:pt>
                <c:pt idx="10172">
                  <c:v>0.13676028779876481</c:v>
                </c:pt>
                <c:pt idx="10173">
                  <c:v>0.13678583318653489</c:v>
                </c:pt>
                <c:pt idx="10174">
                  <c:v>0.13679133573082949</c:v>
                </c:pt>
                <c:pt idx="10175">
                  <c:v>0.13679289518533883</c:v>
                </c:pt>
                <c:pt idx="10176">
                  <c:v>0.13681446504425063</c:v>
                </c:pt>
                <c:pt idx="10177">
                  <c:v>0.13681538063469154</c:v>
                </c:pt>
                <c:pt idx="10178">
                  <c:v>0.13681573786210435</c:v>
                </c:pt>
                <c:pt idx="10179">
                  <c:v>0.13683202124862306</c:v>
                </c:pt>
                <c:pt idx="10180">
                  <c:v>0.1368323702786213</c:v>
                </c:pt>
                <c:pt idx="10181">
                  <c:v>0.13685045174327701</c:v>
                </c:pt>
                <c:pt idx="10182">
                  <c:v>0.1368705649058426</c:v>
                </c:pt>
                <c:pt idx="10183">
                  <c:v>0.13687170352155592</c:v>
                </c:pt>
                <c:pt idx="10184">
                  <c:v>0.13687734025805881</c:v>
                </c:pt>
                <c:pt idx="10185">
                  <c:v>0.13691040325115567</c:v>
                </c:pt>
                <c:pt idx="10186">
                  <c:v>0.13691968441889726</c:v>
                </c:pt>
                <c:pt idx="10187">
                  <c:v>0.13692642791980461</c:v>
                </c:pt>
                <c:pt idx="10188">
                  <c:v>0.13693098913272553</c:v>
                </c:pt>
                <c:pt idx="10189">
                  <c:v>0.13693386605413937</c:v>
                </c:pt>
                <c:pt idx="10190">
                  <c:v>0.13694836165456262</c:v>
                </c:pt>
                <c:pt idx="10191">
                  <c:v>0.1369577867825508</c:v>
                </c:pt>
                <c:pt idx="10192">
                  <c:v>0.13697992324731212</c:v>
                </c:pt>
                <c:pt idx="10193">
                  <c:v>0.13698521438508754</c:v>
                </c:pt>
                <c:pt idx="10194">
                  <c:v>0.13699455534303981</c:v>
                </c:pt>
                <c:pt idx="10195">
                  <c:v>0.13699984643630667</c:v>
                </c:pt>
                <c:pt idx="10196">
                  <c:v>0.13702265073927219</c:v>
                </c:pt>
                <c:pt idx="10197">
                  <c:v>0.1370254782667942</c:v>
                </c:pt>
                <c:pt idx="10198">
                  <c:v>0.13704342980932685</c:v>
                </c:pt>
                <c:pt idx="10199">
                  <c:v>0.13705879503757368</c:v>
                </c:pt>
                <c:pt idx="10200">
                  <c:v>0.13706108080006663</c:v>
                </c:pt>
                <c:pt idx="10201">
                  <c:v>0.1370657885991137</c:v>
                </c:pt>
                <c:pt idx="10202">
                  <c:v>0.1370743710624123</c:v>
                </c:pt>
                <c:pt idx="10203">
                  <c:v>0.13707914261865531</c:v>
                </c:pt>
                <c:pt idx="10204">
                  <c:v>0.13709792817682648</c:v>
                </c:pt>
                <c:pt idx="10205">
                  <c:v>0.13710358928142749</c:v>
                </c:pt>
                <c:pt idx="10206">
                  <c:v>0.1371190433183872</c:v>
                </c:pt>
                <c:pt idx="10207">
                  <c:v>0.13712787302611207</c:v>
                </c:pt>
                <c:pt idx="10208">
                  <c:v>0.13713216352897206</c:v>
                </c:pt>
                <c:pt idx="10209">
                  <c:v>0.13714400882828495</c:v>
                </c:pt>
                <c:pt idx="10210">
                  <c:v>0.13714496409647567</c:v>
                </c:pt>
                <c:pt idx="10211">
                  <c:v>0.13716470621153862</c:v>
                </c:pt>
                <c:pt idx="10212">
                  <c:v>0.1371747037187909</c:v>
                </c:pt>
                <c:pt idx="10213">
                  <c:v>0.13718359698648333</c:v>
                </c:pt>
                <c:pt idx="10214">
                  <c:v>0.13719113220731016</c:v>
                </c:pt>
                <c:pt idx="10215">
                  <c:v>0.13720248446325428</c:v>
                </c:pt>
                <c:pt idx="10216">
                  <c:v>0.13721045143000496</c:v>
                </c:pt>
                <c:pt idx="10217">
                  <c:v>0.13722588645675368</c:v>
                </c:pt>
                <c:pt idx="10218">
                  <c:v>0.13722702664441755</c:v>
                </c:pt>
                <c:pt idx="10219">
                  <c:v>0.13722828779182489</c:v>
                </c:pt>
                <c:pt idx="10220">
                  <c:v>0.13723929862686551</c:v>
                </c:pt>
                <c:pt idx="10221">
                  <c:v>0.13724372809624974</c:v>
                </c:pt>
                <c:pt idx="10222">
                  <c:v>0.13727429708924963</c:v>
                </c:pt>
                <c:pt idx="10223">
                  <c:v>0.13727583520407927</c:v>
                </c:pt>
                <c:pt idx="10224">
                  <c:v>0.13733435371944983</c:v>
                </c:pt>
                <c:pt idx="10225">
                  <c:v>0.13733613773031406</c:v>
                </c:pt>
                <c:pt idx="10226">
                  <c:v>0.13734260540896073</c:v>
                </c:pt>
                <c:pt idx="10227">
                  <c:v>0.13735087364734888</c:v>
                </c:pt>
                <c:pt idx="10228">
                  <c:v>0.13735782941986502</c:v>
                </c:pt>
                <c:pt idx="10229">
                  <c:v>0.13735914180080794</c:v>
                </c:pt>
                <c:pt idx="10230">
                  <c:v>0.13736793486502319</c:v>
                </c:pt>
                <c:pt idx="10231">
                  <c:v>0.13737831501381609</c:v>
                </c:pt>
                <c:pt idx="10232">
                  <c:v>0.13738724085088821</c:v>
                </c:pt>
                <c:pt idx="10233">
                  <c:v>0.13738727387890023</c:v>
                </c:pt>
                <c:pt idx="10234">
                  <c:v>0.1374020280815606</c:v>
                </c:pt>
                <c:pt idx="10235">
                  <c:v>0.13741098463427132</c:v>
                </c:pt>
                <c:pt idx="10236">
                  <c:v>0.13741109807383384</c:v>
                </c:pt>
                <c:pt idx="10237">
                  <c:v>0.13742470672614104</c:v>
                </c:pt>
                <c:pt idx="10238">
                  <c:v>0.13742861934269016</c:v>
                </c:pt>
                <c:pt idx="10239">
                  <c:v>0.13743439506626626</c:v>
                </c:pt>
                <c:pt idx="10240">
                  <c:v>0.13744825437352137</c:v>
                </c:pt>
                <c:pt idx="10241">
                  <c:v>0.13744875073725044</c:v>
                </c:pt>
                <c:pt idx="10242">
                  <c:v>0.13745851666977363</c:v>
                </c:pt>
                <c:pt idx="10243">
                  <c:v>0.13748567616655372</c:v>
                </c:pt>
                <c:pt idx="10244">
                  <c:v>0.13748680397812424</c:v>
                </c:pt>
                <c:pt idx="10245">
                  <c:v>0.13749055443879915</c:v>
                </c:pt>
                <c:pt idx="10246">
                  <c:v>0.13750305716520464</c:v>
                </c:pt>
                <c:pt idx="10247">
                  <c:v>0.13750454379498453</c:v>
                </c:pt>
                <c:pt idx="10248">
                  <c:v>0.13751030659567542</c:v>
                </c:pt>
                <c:pt idx="10249">
                  <c:v>0.13751537211898612</c:v>
                </c:pt>
                <c:pt idx="10250">
                  <c:v>0.13753004414475709</c:v>
                </c:pt>
                <c:pt idx="10251">
                  <c:v>0.13754874784200705</c:v>
                </c:pt>
                <c:pt idx="10252">
                  <c:v>0.13755155295149235</c:v>
                </c:pt>
                <c:pt idx="10253">
                  <c:v>0.13755655652776019</c:v>
                </c:pt>
                <c:pt idx="10254">
                  <c:v>0.13757560852348305</c:v>
                </c:pt>
                <c:pt idx="10255">
                  <c:v>0.13757774666216332</c:v>
                </c:pt>
                <c:pt idx="10256">
                  <c:v>0.13757994509478449</c:v>
                </c:pt>
                <c:pt idx="10257">
                  <c:v>0.13760092407398575</c:v>
                </c:pt>
                <c:pt idx="10258">
                  <c:v>0.13760213230144969</c:v>
                </c:pt>
                <c:pt idx="10259">
                  <c:v>0.13762685737511085</c:v>
                </c:pt>
                <c:pt idx="10260">
                  <c:v>0.1376364647272646</c:v>
                </c:pt>
                <c:pt idx="10261">
                  <c:v>0.13765852824515101</c:v>
                </c:pt>
                <c:pt idx="10262">
                  <c:v>0.13766953892518366</c:v>
                </c:pt>
                <c:pt idx="10263">
                  <c:v>0.13767774934653221</c:v>
                </c:pt>
                <c:pt idx="10264">
                  <c:v>0.13768322960355697</c:v>
                </c:pt>
                <c:pt idx="10265">
                  <c:v>0.13768918673346087</c:v>
                </c:pt>
                <c:pt idx="10266">
                  <c:v>0.13770369023802534</c:v>
                </c:pt>
                <c:pt idx="10267">
                  <c:v>0.13771958547586849</c:v>
                </c:pt>
                <c:pt idx="10268">
                  <c:v>0.13772001772859796</c:v>
                </c:pt>
                <c:pt idx="10269">
                  <c:v>0.13772891882444768</c:v>
                </c:pt>
                <c:pt idx="10270">
                  <c:v>0.13773603658211461</c:v>
                </c:pt>
                <c:pt idx="10271">
                  <c:v>0.13773723331643953</c:v>
                </c:pt>
                <c:pt idx="10272">
                  <c:v>0.13775695759849263</c:v>
                </c:pt>
                <c:pt idx="10273">
                  <c:v>0.13776195287135473</c:v>
                </c:pt>
                <c:pt idx="10274">
                  <c:v>0.1377865679000653</c:v>
                </c:pt>
                <c:pt idx="10275">
                  <c:v>0.13780363412505492</c:v>
                </c:pt>
                <c:pt idx="10276">
                  <c:v>0.13780920376356831</c:v>
                </c:pt>
                <c:pt idx="10277">
                  <c:v>0.137821593002317</c:v>
                </c:pt>
                <c:pt idx="10278">
                  <c:v>0.13782813852953388</c:v>
                </c:pt>
                <c:pt idx="10279">
                  <c:v>0.13784442426285601</c:v>
                </c:pt>
                <c:pt idx="10280">
                  <c:v>0.13784703894716605</c:v>
                </c:pt>
                <c:pt idx="10281">
                  <c:v>0.13785383915515961</c:v>
                </c:pt>
                <c:pt idx="10282">
                  <c:v>0.13785473736105103</c:v>
                </c:pt>
                <c:pt idx="10283">
                  <c:v>0.13786181449983714</c:v>
                </c:pt>
                <c:pt idx="10284">
                  <c:v>0.13786357795887519</c:v>
                </c:pt>
                <c:pt idx="10285">
                  <c:v>0.13787056458867755</c:v>
                </c:pt>
                <c:pt idx="10286">
                  <c:v>0.13787155788316835</c:v>
                </c:pt>
                <c:pt idx="10287">
                  <c:v>0.13787623142887084</c:v>
                </c:pt>
                <c:pt idx="10288">
                  <c:v>0.13787809747738591</c:v>
                </c:pt>
                <c:pt idx="10289">
                  <c:v>0.13788087305959459</c:v>
                </c:pt>
                <c:pt idx="10290">
                  <c:v>0.13788890302893431</c:v>
                </c:pt>
                <c:pt idx="10291">
                  <c:v>0.1378999611285342</c:v>
                </c:pt>
                <c:pt idx="10292">
                  <c:v>0.13790288486861821</c:v>
                </c:pt>
                <c:pt idx="10293">
                  <c:v>0.13790464892108031</c:v>
                </c:pt>
                <c:pt idx="10294">
                  <c:v>0.13790725709868104</c:v>
                </c:pt>
                <c:pt idx="10295">
                  <c:v>0.13791785124738457</c:v>
                </c:pt>
                <c:pt idx="10296">
                  <c:v>0.13792603654340665</c:v>
                </c:pt>
                <c:pt idx="10297">
                  <c:v>0.13792955208868041</c:v>
                </c:pt>
                <c:pt idx="10298">
                  <c:v>0.13796771514867126</c:v>
                </c:pt>
                <c:pt idx="10299">
                  <c:v>0.13799248657438482</c:v>
                </c:pt>
                <c:pt idx="10300">
                  <c:v>0.13802528022885804</c:v>
                </c:pt>
                <c:pt idx="10301">
                  <c:v>0.13802609907419219</c:v>
                </c:pt>
                <c:pt idx="10302">
                  <c:v>0.13803701362112852</c:v>
                </c:pt>
                <c:pt idx="10303">
                  <c:v>0.13803917637215554</c:v>
                </c:pt>
                <c:pt idx="10304">
                  <c:v>0.1380505341530259</c:v>
                </c:pt>
                <c:pt idx="10305">
                  <c:v>0.13805113675803224</c:v>
                </c:pt>
                <c:pt idx="10306">
                  <c:v>0.13805259546869758</c:v>
                </c:pt>
                <c:pt idx="10307">
                  <c:v>0.13809605840934688</c:v>
                </c:pt>
                <c:pt idx="10308">
                  <c:v>0.13810261638289478</c:v>
                </c:pt>
                <c:pt idx="10309">
                  <c:v>0.1381100075075643</c:v>
                </c:pt>
                <c:pt idx="10310">
                  <c:v>0.13813913973683614</c:v>
                </c:pt>
                <c:pt idx="10311">
                  <c:v>0.13814330979828318</c:v>
                </c:pt>
                <c:pt idx="10312">
                  <c:v>0.13814601857324751</c:v>
                </c:pt>
                <c:pt idx="10313">
                  <c:v>0.13815762336440296</c:v>
                </c:pt>
                <c:pt idx="10314">
                  <c:v>0.13816060093221197</c:v>
                </c:pt>
                <c:pt idx="10315">
                  <c:v>0.13817784003715189</c:v>
                </c:pt>
                <c:pt idx="10316">
                  <c:v>0.13818011258003837</c:v>
                </c:pt>
                <c:pt idx="10317">
                  <c:v>0.13821476188088369</c:v>
                </c:pt>
                <c:pt idx="10318">
                  <c:v>0.13822842378775951</c:v>
                </c:pt>
                <c:pt idx="10319">
                  <c:v>0.13824343134980527</c:v>
                </c:pt>
                <c:pt idx="10320">
                  <c:v>0.13825284190009393</c:v>
                </c:pt>
                <c:pt idx="10321">
                  <c:v>0.1382546902637907</c:v>
                </c:pt>
                <c:pt idx="10322">
                  <c:v>0.138265309476167</c:v>
                </c:pt>
                <c:pt idx="10323">
                  <c:v>0.13827367283111974</c:v>
                </c:pt>
                <c:pt idx="10324">
                  <c:v>0.13827431325920311</c:v>
                </c:pt>
                <c:pt idx="10325">
                  <c:v>0.13828009461666069</c:v>
                </c:pt>
                <c:pt idx="10326">
                  <c:v>0.13828469089512849</c:v>
                </c:pt>
                <c:pt idx="10327">
                  <c:v>0.13828500301614338</c:v>
                </c:pt>
                <c:pt idx="10328">
                  <c:v>0.13830284172333657</c:v>
                </c:pt>
                <c:pt idx="10329">
                  <c:v>0.1383033040817</c:v>
                </c:pt>
                <c:pt idx="10330">
                  <c:v>0.13830781099347389</c:v>
                </c:pt>
                <c:pt idx="10331">
                  <c:v>0.13830847633522905</c:v>
                </c:pt>
                <c:pt idx="10332">
                  <c:v>0.1383142057800987</c:v>
                </c:pt>
                <c:pt idx="10333">
                  <c:v>0.13831815057663158</c:v>
                </c:pt>
                <c:pt idx="10334">
                  <c:v>0.1383488743140871</c:v>
                </c:pt>
                <c:pt idx="10335">
                  <c:v>0.13836897736909901</c:v>
                </c:pt>
                <c:pt idx="10336">
                  <c:v>0.13837413814870908</c:v>
                </c:pt>
                <c:pt idx="10337">
                  <c:v>0.13838521999347483</c:v>
                </c:pt>
                <c:pt idx="10338">
                  <c:v>0.13838551997492235</c:v>
                </c:pt>
                <c:pt idx="10339">
                  <c:v>0.13838967134960189</c:v>
                </c:pt>
                <c:pt idx="10340">
                  <c:v>0.13841653616155508</c:v>
                </c:pt>
                <c:pt idx="10341">
                  <c:v>0.1384235925879406</c:v>
                </c:pt>
                <c:pt idx="10342">
                  <c:v>0.13843364136569677</c:v>
                </c:pt>
                <c:pt idx="10343">
                  <c:v>0.13843682842811539</c:v>
                </c:pt>
                <c:pt idx="10344">
                  <c:v>0.13844551840827429</c:v>
                </c:pt>
                <c:pt idx="10345">
                  <c:v>0.13845387160973466</c:v>
                </c:pt>
                <c:pt idx="10346">
                  <c:v>0.13845579188061069</c:v>
                </c:pt>
                <c:pt idx="10347">
                  <c:v>0.13846654048074378</c:v>
                </c:pt>
                <c:pt idx="10348">
                  <c:v>0.13847327804150042</c:v>
                </c:pt>
                <c:pt idx="10349">
                  <c:v>0.13848129104410048</c:v>
                </c:pt>
                <c:pt idx="10350">
                  <c:v>0.1384851756367714</c:v>
                </c:pt>
                <c:pt idx="10351">
                  <c:v>0.13849255163020588</c:v>
                </c:pt>
                <c:pt idx="10352">
                  <c:v>0.13849632788188096</c:v>
                </c:pt>
                <c:pt idx="10353">
                  <c:v>0.13850896261555007</c:v>
                </c:pt>
                <c:pt idx="10354">
                  <c:v>0.13851318455851064</c:v>
                </c:pt>
                <c:pt idx="10355">
                  <c:v>0.13851325433741044</c:v>
                </c:pt>
                <c:pt idx="10356">
                  <c:v>0.13852353167107243</c:v>
                </c:pt>
                <c:pt idx="10357">
                  <c:v>0.13852461414152545</c:v>
                </c:pt>
                <c:pt idx="10358">
                  <c:v>0.13853379386645254</c:v>
                </c:pt>
                <c:pt idx="10359">
                  <c:v>0.13853469705856647</c:v>
                </c:pt>
                <c:pt idx="10360">
                  <c:v>0.13853967447336588</c:v>
                </c:pt>
                <c:pt idx="10361">
                  <c:v>0.13856299712285144</c:v>
                </c:pt>
                <c:pt idx="10362">
                  <c:v>0.13857600275704837</c:v>
                </c:pt>
                <c:pt idx="10363">
                  <c:v>0.13857825837640847</c:v>
                </c:pt>
                <c:pt idx="10364">
                  <c:v>0.13859257524069923</c:v>
                </c:pt>
                <c:pt idx="10365">
                  <c:v>0.13860455704463764</c:v>
                </c:pt>
                <c:pt idx="10366">
                  <c:v>0.1386139414444649</c:v>
                </c:pt>
                <c:pt idx="10367">
                  <c:v>0.13861982395203204</c:v>
                </c:pt>
                <c:pt idx="10368">
                  <c:v>0.13864163291467257</c:v>
                </c:pt>
                <c:pt idx="10369">
                  <c:v>0.13865104302855066</c:v>
                </c:pt>
                <c:pt idx="10370">
                  <c:v>0.13865211349781073</c:v>
                </c:pt>
                <c:pt idx="10371">
                  <c:v>0.13865738305931635</c:v>
                </c:pt>
                <c:pt idx="10372">
                  <c:v>0.13866842531422724</c:v>
                </c:pt>
                <c:pt idx="10373">
                  <c:v>0.13866876150632595</c:v>
                </c:pt>
                <c:pt idx="10374">
                  <c:v>0.13870032748937672</c:v>
                </c:pt>
                <c:pt idx="10375">
                  <c:v>0.13871019429631692</c:v>
                </c:pt>
                <c:pt idx="10376">
                  <c:v>0.13872585882469909</c:v>
                </c:pt>
                <c:pt idx="10377">
                  <c:v>0.1387276889793396</c:v>
                </c:pt>
                <c:pt idx="10378">
                  <c:v>0.13874412444292575</c:v>
                </c:pt>
                <c:pt idx="10379">
                  <c:v>0.13875498919441648</c:v>
                </c:pt>
                <c:pt idx="10380">
                  <c:v>0.13876308747811408</c:v>
                </c:pt>
                <c:pt idx="10381">
                  <c:v>0.1387651965002307</c:v>
                </c:pt>
                <c:pt idx="10382">
                  <c:v>0.13876982934456208</c:v>
                </c:pt>
                <c:pt idx="10383">
                  <c:v>0.13877905987780684</c:v>
                </c:pt>
                <c:pt idx="10384">
                  <c:v>0.1387795377308077</c:v>
                </c:pt>
                <c:pt idx="10385">
                  <c:v>0.1387863758961137</c:v>
                </c:pt>
                <c:pt idx="10386">
                  <c:v>0.13879270481813219</c:v>
                </c:pt>
                <c:pt idx="10387">
                  <c:v>0.13879277306039176</c:v>
                </c:pt>
                <c:pt idx="10388">
                  <c:v>0.13879769388251353</c:v>
                </c:pt>
                <c:pt idx="10389">
                  <c:v>0.13880789960444181</c:v>
                </c:pt>
                <c:pt idx="10390">
                  <c:v>0.13881616749983819</c:v>
                </c:pt>
                <c:pt idx="10391">
                  <c:v>0.13883174843981871</c:v>
                </c:pt>
                <c:pt idx="10392">
                  <c:v>0.13884429962402661</c:v>
                </c:pt>
                <c:pt idx="10393">
                  <c:v>0.13884438743989991</c:v>
                </c:pt>
                <c:pt idx="10394">
                  <c:v>0.13885281649400352</c:v>
                </c:pt>
                <c:pt idx="10395">
                  <c:v>0.13886563177848493</c:v>
                </c:pt>
                <c:pt idx="10396">
                  <c:v>0.138879198088562</c:v>
                </c:pt>
                <c:pt idx="10397">
                  <c:v>0.13888012454100512</c:v>
                </c:pt>
                <c:pt idx="10398">
                  <c:v>0.13888091140993983</c:v>
                </c:pt>
                <c:pt idx="10399">
                  <c:v>0.13889463980186934</c:v>
                </c:pt>
                <c:pt idx="10400">
                  <c:v>0.13892785976686706</c:v>
                </c:pt>
                <c:pt idx="10401">
                  <c:v>0.13894781229316178</c:v>
                </c:pt>
                <c:pt idx="10402">
                  <c:v>0.13897326026718748</c:v>
                </c:pt>
                <c:pt idx="10403">
                  <c:v>0.13897745535709105</c:v>
                </c:pt>
                <c:pt idx="10404">
                  <c:v>0.13898559660023108</c:v>
                </c:pt>
                <c:pt idx="10405">
                  <c:v>0.13900220966001553</c:v>
                </c:pt>
                <c:pt idx="10406">
                  <c:v>0.13902516530802705</c:v>
                </c:pt>
                <c:pt idx="10407">
                  <c:v>0.13904766147541586</c:v>
                </c:pt>
                <c:pt idx="10408">
                  <c:v>0.13906552524608989</c:v>
                </c:pt>
                <c:pt idx="10409">
                  <c:v>0.13906849945158631</c:v>
                </c:pt>
                <c:pt idx="10410">
                  <c:v>0.13908246437465091</c:v>
                </c:pt>
                <c:pt idx="10411">
                  <c:v>0.13909829718076208</c:v>
                </c:pt>
                <c:pt idx="10412">
                  <c:v>0.13910507405068423</c:v>
                </c:pt>
                <c:pt idx="10413">
                  <c:v>0.13911668368724153</c:v>
                </c:pt>
                <c:pt idx="10414">
                  <c:v>0.13912291519407155</c:v>
                </c:pt>
                <c:pt idx="10415">
                  <c:v>0.13912347873616093</c:v>
                </c:pt>
                <c:pt idx="10416">
                  <c:v>0.13913663097889631</c:v>
                </c:pt>
                <c:pt idx="10417">
                  <c:v>0.1391463330114015</c:v>
                </c:pt>
                <c:pt idx="10418">
                  <c:v>0.13915529553189776</c:v>
                </c:pt>
                <c:pt idx="10419">
                  <c:v>0.13919253887305516</c:v>
                </c:pt>
                <c:pt idx="10420">
                  <c:v>0.13919354725521241</c:v>
                </c:pt>
                <c:pt idx="10421">
                  <c:v>0.13920861870277029</c:v>
                </c:pt>
                <c:pt idx="10422">
                  <c:v>0.13920951526979153</c:v>
                </c:pt>
                <c:pt idx="10423">
                  <c:v>0.13921348330908798</c:v>
                </c:pt>
                <c:pt idx="10424">
                  <c:v>0.13921724210585068</c:v>
                </c:pt>
                <c:pt idx="10425">
                  <c:v>0.13921904494361481</c:v>
                </c:pt>
                <c:pt idx="10426">
                  <c:v>0.13926250712428911</c:v>
                </c:pt>
                <c:pt idx="10427">
                  <c:v>0.13927959976292428</c:v>
                </c:pt>
                <c:pt idx="10428">
                  <c:v>0.13928222842633384</c:v>
                </c:pt>
                <c:pt idx="10429">
                  <c:v>0.1392901465397359</c:v>
                </c:pt>
                <c:pt idx="10430">
                  <c:v>0.13929088915012583</c:v>
                </c:pt>
                <c:pt idx="10431">
                  <c:v>0.1392952215481143</c:v>
                </c:pt>
                <c:pt idx="10432">
                  <c:v>0.13929592784268224</c:v>
                </c:pt>
                <c:pt idx="10433">
                  <c:v>0.13929914576071728</c:v>
                </c:pt>
                <c:pt idx="10434">
                  <c:v>0.13932213376520672</c:v>
                </c:pt>
                <c:pt idx="10435">
                  <c:v>0.13932984500649745</c:v>
                </c:pt>
                <c:pt idx="10436">
                  <c:v>0.13933440563662761</c:v>
                </c:pt>
                <c:pt idx="10437">
                  <c:v>0.13936366089006513</c:v>
                </c:pt>
                <c:pt idx="10438">
                  <c:v>0.13936503197842454</c:v>
                </c:pt>
                <c:pt idx="10439">
                  <c:v>0.13936875221584863</c:v>
                </c:pt>
                <c:pt idx="10440">
                  <c:v>0.13937244075952826</c:v>
                </c:pt>
                <c:pt idx="10441">
                  <c:v>0.13937618444634642</c:v>
                </c:pt>
                <c:pt idx="10442">
                  <c:v>0.13939197669970749</c:v>
                </c:pt>
                <c:pt idx="10443">
                  <c:v>0.13940389138296755</c:v>
                </c:pt>
                <c:pt idx="10444">
                  <c:v>0.13942197717962232</c:v>
                </c:pt>
                <c:pt idx="10445">
                  <c:v>0.13942841002376463</c:v>
                </c:pt>
                <c:pt idx="10446">
                  <c:v>0.1394297872611639</c:v>
                </c:pt>
                <c:pt idx="10447">
                  <c:v>0.13943097585586914</c:v>
                </c:pt>
                <c:pt idx="10448">
                  <c:v>0.13944087230590921</c:v>
                </c:pt>
                <c:pt idx="10449">
                  <c:v>0.13945954460203513</c:v>
                </c:pt>
                <c:pt idx="10450">
                  <c:v>0.13949021362138839</c:v>
                </c:pt>
                <c:pt idx="10451">
                  <c:v>0.13949424005514813</c:v>
                </c:pt>
                <c:pt idx="10452">
                  <c:v>0.13950926327747443</c:v>
                </c:pt>
                <c:pt idx="10453">
                  <c:v>0.13951096074451957</c:v>
                </c:pt>
                <c:pt idx="10454">
                  <c:v>0.13951278405327475</c:v>
                </c:pt>
                <c:pt idx="10455">
                  <c:v>0.13952167568422796</c:v>
                </c:pt>
                <c:pt idx="10456">
                  <c:v>0.13952718177048029</c:v>
                </c:pt>
                <c:pt idx="10457">
                  <c:v>0.13953186884784802</c:v>
                </c:pt>
                <c:pt idx="10458">
                  <c:v>0.13954652791066338</c:v>
                </c:pt>
                <c:pt idx="10459">
                  <c:v>0.13955164894026015</c:v>
                </c:pt>
                <c:pt idx="10460">
                  <c:v>0.13955354235110612</c:v>
                </c:pt>
                <c:pt idx="10461">
                  <c:v>0.13956255880645699</c:v>
                </c:pt>
                <c:pt idx="10462">
                  <c:v>0.13957082756666075</c:v>
                </c:pt>
                <c:pt idx="10463">
                  <c:v>0.13957597408640354</c:v>
                </c:pt>
                <c:pt idx="10464">
                  <c:v>0.13961322371336315</c:v>
                </c:pt>
                <c:pt idx="10465">
                  <c:v>0.13962878215258662</c:v>
                </c:pt>
                <c:pt idx="10466">
                  <c:v>0.13963317475826034</c:v>
                </c:pt>
                <c:pt idx="10467">
                  <c:v>0.13963658584331615</c:v>
                </c:pt>
                <c:pt idx="10468">
                  <c:v>0.13963865279072998</c:v>
                </c:pt>
                <c:pt idx="10469">
                  <c:v>0.13963994864228593</c:v>
                </c:pt>
                <c:pt idx="10470">
                  <c:v>0.13964470250766234</c:v>
                </c:pt>
                <c:pt idx="10471">
                  <c:v>0.13965010599275474</c:v>
                </c:pt>
                <c:pt idx="10472">
                  <c:v>0.13966312164782219</c:v>
                </c:pt>
                <c:pt idx="10473">
                  <c:v>0.1396921609623428</c:v>
                </c:pt>
                <c:pt idx="10474">
                  <c:v>0.13970086521361438</c:v>
                </c:pt>
                <c:pt idx="10475">
                  <c:v>0.13970850238644233</c:v>
                </c:pt>
                <c:pt idx="10476">
                  <c:v>0.13971431042347587</c:v>
                </c:pt>
                <c:pt idx="10477">
                  <c:v>0.13972367714164735</c:v>
                </c:pt>
                <c:pt idx="10478">
                  <c:v>0.1397336646311709</c:v>
                </c:pt>
                <c:pt idx="10479">
                  <c:v>0.13975191611008708</c:v>
                </c:pt>
                <c:pt idx="10480">
                  <c:v>0.1397560180851255</c:v>
                </c:pt>
                <c:pt idx="10481">
                  <c:v>0.13977418084222346</c:v>
                </c:pt>
                <c:pt idx="10482">
                  <c:v>0.13977484734374226</c:v>
                </c:pt>
                <c:pt idx="10483">
                  <c:v>0.13979475945814904</c:v>
                </c:pt>
                <c:pt idx="10484">
                  <c:v>0.13983351168942459</c:v>
                </c:pt>
                <c:pt idx="10485">
                  <c:v>0.1398469246011233</c:v>
                </c:pt>
                <c:pt idx="10486">
                  <c:v>0.13985476051895179</c:v>
                </c:pt>
                <c:pt idx="10487">
                  <c:v>0.13985542534499815</c:v>
                </c:pt>
                <c:pt idx="10488">
                  <c:v>0.13986522963480913</c:v>
                </c:pt>
                <c:pt idx="10489">
                  <c:v>0.13988168221267863</c:v>
                </c:pt>
                <c:pt idx="10490">
                  <c:v>0.13989840557649319</c:v>
                </c:pt>
                <c:pt idx="10491">
                  <c:v>0.1398987682130757</c:v>
                </c:pt>
                <c:pt idx="10492">
                  <c:v>0.13991426224297615</c:v>
                </c:pt>
                <c:pt idx="10493">
                  <c:v>0.1399239367004316</c:v>
                </c:pt>
                <c:pt idx="10494">
                  <c:v>0.13993596120591925</c:v>
                </c:pt>
                <c:pt idx="10495">
                  <c:v>0.13995324189064592</c:v>
                </c:pt>
                <c:pt idx="10496">
                  <c:v>0.13997996421191941</c:v>
                </c:pt>
                <c:pt idx="10497">
                  <c:v>0.1400060177839568</c:v>
                </c:pt>
                <c:pt idx="10498">
                  <c:v>0.14001905012273405</c:v>
                </c:pt>
                <c:pt idx="10499">
                  <c:v>0.1400201666946721</c:v>
                </c:pt>
                <c:pt idx="10500">
                  <c:v>0.14002388879147032</c:v>
                </c:pt>
                <c:pt idx="10501">
                  <c:v>0.14002657038686522</c:v>
                </c:pt>
                <c:pt idx="10502">
                  <c:v>0.1400363407708359</c:v>
                </c:pt>
                <c:pt idx="10503">
                  <c:v>0.14005043492319386</c:v>
                </c:pt>
                <c:pt idx="10504">
                  <c:v>0.14005660349857901</c:v>
                </c:pt>
                <c:pt idx="10505">
                  <c:v>0.1400609285046199</c:v>
                </c:pt>
                <c:pt idx="10506">
                  <c:v>0.14006659396097246</c:v>
                </c:pt>
                <c:pt idx="10507">
                  <c:v>0.14007528183059353</c:v>
                </c:pt>
                <c:pt idx="10508">
                  <c:v>0.14009332025794657</c:v>
                </c:pt>
                <c:pt idx="10509">
                  <c:v>0.14010396471022424</c:v>
                </c:pt>
                <c:pt idx="10510">
                  <c:v>0.14012097481561109</c:v>
                </c:pt>
                <c:pt idx="10511">
                  <c:v>0.14012240210022198</c:v>
                </c:pt>
                <c:pt idx="10512">
                  <c:v>0.1401238506795629</c:v>
                </c:pt>
                <c:pt idx="10513">
                  <c:v>0.14014886551579039</c:v>
                </c:pt>
                <c:pt idx="10514">
                  <c:v>0.14017008175699042</c:v>
                </c:pt>
                <c:pt idx="10515">
                  <c:v>0.14019219415567533</c:v>
                </c:pt>
                <c:pt idx="10516">
                  <c:v>0.14021309948797364</c:v>
                </c:pt>
                <c:pt idx="10517">
                  <c:v>0.14022166946946413</c:v>
                </c:pt>
                <c:pt idx="10518">
                  <c:v>0.14022602211962296</c:v>
                </c:pt>
                <c:pt idx="10519">
                  <c:v>0.14024257989404637</c:v>
                </c:pt>
                <c:pt idx="10520">
                  <c:v>0.14024761876326702</c:v>
                </c:pt>
                <c:pt idx="10521">
                  <c:v>0.14026566618043487</c:v>
                </c:pt>
                <c:pt idx="10522">
                  <c:v>0.14026677796703294</c:v>
                </c:pt>
                <c:pt idx="10523">
                  <c:v>0.14026720326540218</c:v>
                </c:pt>
                <c:pt idx="10524">
                  <c:v>0.14027976709320428</c:v>
                </c:pt>
                <c:pt idx="10525">
                  <c:v>0.14028633980800595</c:v>
                </c:pt>
                <c:pt idx="10526">
                  <c:v>0.14030029142876757</c:v>
                </c:pt>
                <c:pt idx="10527">
                  <c:v>0.14030730746497616</c:v>
                </c:pt>
                <c:pt idx="10528">
                  <c:v>0.14030821100496288</c:v>
                </c:pt>
                <c:pt idx="10529">
                  <c:v>0.14031302584450028</c:v>
                </c:pt>
                <c:pt idx="10530">
                  <c:v>0.1403141227992655</c:v>
                </c:pt>
                <c:pt idx="10531">
                  <c:v>0.14032372702978477</c:v>
                </c:pt>
                <c:pt idx="10532">
                  <c:v>0.14032378299315887</c:v>
                </c:pt>
                <c:pt idx="10533">
                  <c:v>0.1403372747759771</c:v>
                </c:pt>
                <c:pt idx="10534">
                  <c:v>0.14035478845926372</c:v>
                </c:pt>
                <c:pt idx="10535">
                  <c:v>0.14035699033723026</c:v>
                </c:pt>
                <c:pt idx="10536">
                  <c:v>0.14037864348673124</c:v>
                </c:pt>
                <c:pt idx="10537">
                  <c:v>0.14038191418736759</c:v>
                </c:pt>
                <c:pt idx="10538">
                  <c:v>0.14038217780790874</c:v>
                </c:pt>
                <c:pt idx="10539">
                  <c:v>0.14038447990262784</c:v>
                </c:pt>
                <c:pt idx="10540">
                  <c:v>0.14039045782763221</c:v>
                </c:pt>
                <c:pt idx="10541">
                  <c:v>0.1403921935576205</c:v>
                </c:pt>
                <c:pt idx="10542">
                  <c:v>0.14040367288515676</c:v>
                </c:pt>
                <c:pt idx="10543">
                  <c:v>0.14041143459386857</c:v>
                </c:pt>
                <c:pt idx="10544">
                  <c:v>0.14043349844141756</c:v>
                </c:pt>
                <c:pt idx="10545">
                  <c:v>0.14044509653332729</c:v>
                </c:pt>
                <c:pt idx="10546">
                  <c:v>0.14044620740558295</c:v>
                </c:pt>
                <c:pt idx="10547">
                  <c:v>0.14045222170388458</c:v>
                </c:pt>
                <c:pt idx="10548">
                  <c:v>0.14046075781298895</c:v>
                </c:pt>
                <c:pt idx="10549">
                  <c:v>0.14046479643783905</c:v>
                </c:pt>
                <c:pt idx="10550">
                  <c:v>0.14046654399659486</c:v>
                </c:pt>
                <c:pt idx="10551">
                  <c:v>0.14047674707444971</c:v>
                </c:pt>
                <c:pt idx="10552">
                  <c:v>0.1404837069109614</c:v>
                </c:pt>
                <c:pt idx="10553">
                  <c:v>0.14050143662764755</c:v>
                </c:pt>
                <c:pt idx="10554">
                  <c:v>0.14051050040141985</c:v>
                </c:pt>
                <c:pt idx="10555">
                  <c:v>0.14051588403812484</c:v>
                </c:pt>
                <c:pt idx="10556">
                  <c:v>0.14052087543844574</c:v>
                </c:pt>
                <c:pt idx="10557">
                  <c:v>0.14053121942772426</c:v>
                </c:pt>
                <c:pt idx="10558">
                  <c:v>0.14056411507522074</c:v>
                </c:pt>
                <c:pt idx="10559">
                  <c:v>0.14056520129947145</c:v>
                </c:pt>
                <c:pt idx="10560">
                  <c:v>0.14056690114671272</c:v>
                </c:pt>
                <c:pt idx="10561">
                  <c:v>0.14058414812455267</c:v>
                </c:pt>
                <c:pt idx="10562">
                  <c:v>0.14058597464517567</c:v>
                </c:pt>
                <c:pt idx="10563">
                  <c:v>0.14059964513242187</c:v>
                </c:pt>
                <c:pt idx="10564">
                  <c:v>0.14061823922614702</c:v>
                </c:pt>
                <c:pt idx="10565">
                  <c:v>0.14063035842382507</c:v>
                </c:pt>
                <c:pt idx="10566">
                  <c:v>0.14063079184516963</c:v>
                </c:pt>
                <c:pt idx="10567">
                  <c:v>0.14064530803659056</c:v>
                </c:pt>
                <c:pt idx="10568">
                  <c:v>0.14065591548397449</c:v>
                </c:pt>
                <c:pt idx="10569">
                  <c:v>0.14066019109267588</c:v>
                </c:pt>
                <c:pt idx="10570">
                  <c:v>0.14067354035052132</c:v>
                </c:pt>
                <c:pt idx="10571">
                  <c:v>0.14068103838505225</c:v>
                </c:pt>
                <c:pt idx="10572">
                  <c:v>0.14068223109532538</c:v>
                </c:pt>
                <c:pt idx="10573">
                  <c:v>0.14068663743244844</c:v>
                </c:pt>
                <c:pt idx="10574">
                  <c:v>0.1407144151513943</c:v>
                </c:pt>
                <c:pt idx="10575">
                  <c:v>0.14072121699220674</c:v>
                </c:pt>
                <c:pt idx="10576">
                  <c:v>0.14072190897142947</c:v>
                </c:pt>
                <c:pt idx="10577">
                  <c:v>0.14073820842317467</c:v>
                </c:pt>
                <c:pt idx="10578">
                  <c:v>0.14074853249283129</c:v>
                </c:pt>
                <c:pt idx="10579">
                  <c:v>0.14075077111570439</c:v>
                </c:pt>
                <c:pt idx="10580">
                  <c:v>0.14076375461342572</c:v>
                </c:pt>
                <c:pt idx="10581">
                  <c:v>0.14077285431977862</c:v>
                </c:pt>
                <c:pt idx="10582">
                  <c:v>0.14077566916470893</c:v>
                </c:pt>
                <c:pt idx="10583">
                  <c:v>0.14078832187811585</c:v>
                </c:pt>
                <c:pt idx="10584">
                  <c:v>0.14081960474965649</c:v>
                </c:pt>
                <c:pt idx="10585">
                  <c:v>0.14085088793429285</c:v>
                </c:pt>
                <c:pt idx="10586">
                  <c:v>0.14085753803251683</c:v>
                </c:pt>
                <c:pt idx="10587">
                  <c:v>0.14086183477894568</c:v>
                </c:pt>
                <c:pt idx="10588">
                  <c:v>0.14086968410339226</c:v>
                </c:pt>
                <c:pt idx="10589">
                  <c:v>0.14086980754350523</c:v>
                </c:pt>
                <c:pt idx="10590">
                  <c:v>0.14087327922100792</c:v>
                </c:pt>
                <c:pt idx="10591">
                  <c:v>0.14088143766039277</c:v>
                </c:pt>
                <c:pt idx="10592">
                  <c:v>0.14088662114187817</c:v>
                </c:pt>
                <c:pt idx="10593">
                  <c:v>0.14090389425614896</c:v>
                </c:pt>
                <c:pt idx="10594">
                  <c:v>0.14093619758443449</c:v>
                </c:pt>
                <c:pt idx="10595">
                  <c:v>0.14095277049642346</c:v>
                </c:pt>
                <c:pt idx="10596">
                  <c:v>0.14095517922412876</c:v>
                </c:pt>
                <c:pt idx="10597">
                  <c:v>0.14095571380217206</c:v>
                </c:pt>
                <c:pt idx="10598">
                  <c:v>0.14095619776988816</c:v>
                </c:pt>
                <c:pt idx="10599">
                  <c:v>0.14096560857533616</c:v>
                </c:pt>
                <c:pt idx="10600">
                  <c:v>0.14099176950119643</c:v>
                </c:pt>
                <c:pt idx="10601">
                  <c:v>0.14099553644927573</c:v>
                </c:pt>
                <c:pt idx="10602">
                  <c:v>0.14100217273928989</c:v>
                </c:pt>
                <c:pt idx="10603">
                  <c:v>0.14100631286199308</c:v>
                </c:pt>
                <c:pt idx="10604">
                  <c:v>0.14101635773263821</c:v>
                </c:pt>
                <c:pt idx="10605">
                  <c:v>0.14102499935716503</c:v>
                </c:pt>
                <c:pt idx="10606">
                  <c:v>0.14102974622120504</c:v>
                </c:pt>
                <c:pt idx="10607">
                  <c:v>0.1410391179896659</c:v>
                </c:pt>
                <c:pt idx="10608">
                  <c:v>0.14104143369324054</c:v>
                </c:pt>
                <c:pt idx="10609">
                  <c:v>0.14105259177699422</c:v>
                </c:pt>
                <c:pt idx="10610">
                  <c:v>0.14107189280148005</c:v>
                </c:pt>
                <c:pt idx="10611">
                  <c:v>0.14107534224863555</c:v>
                </c:pt>
                <c:pt idx="10612">
                  <c:v>0.1410779734285896</c:v>
                </c:pt>
                <c:pt idx="10613">
                  <c:v>0.14108035385834286</c:v>
                </c:pt>
                <c:pt idx="10614">
                  <c:v>0.14110363031806056</c:v>
                </c:pt>
                <c:pt idx="10615">
                  <c:v>0.1411069748005078</c:v>
                </c:pt>
                <c:pt idx="10616">
                  <c:v>0.14111685969259699</c:v>
                </c:pt>
                <c:pt idx="10617">
                  <c:v>0.14111980236550639</c:v>
                </c:pt>
                <c:pt idx="10618">
                  <c:v>0.14112111717319406</c:v>
                </c:pt>
                <c:pt idx="10619">
                  <c:v>0.14112792024548862</c:v>
                </c:pt>
                <c:pt idx="10620">
                  <c:v>0.14114037477886174</c:v>
                </c:pt>
                <c:pt idx="10621">
                  <c:v>0.1411442643225683</c:v>
                </c:pt>
                <c:pt idx="10622">
                  <c:v>0.141153626427933</c:v>
                </c:pt>
                <c:pt idx="10623">
                  <c:v>0.14116618649818083</c:v>
                </c:pt>
                <c:pt idx="10624">
                  <c:v>0.14118351468244916</c:v>
                </c:pt>
                <c:pt idx="10625">
                  <c:v>0.14118728753825627</c:v>
                </c:pt>
                <c:pt idx="10626">
                  <c:v>0.14121787618730833</c:v>
                </c:pt>
                <c:pt idx="10627">
                  <c:v>0.14121819755304427</c:v>
                </c:pt>
                <c:pt idx="10628">
                  <c:v>0.14130266906448005</c:v>
                </c:pt>
                <c:pt idx="10629">
                  <c:v>0.14130908367641171</c:v>
                </c:pt>
                <c:pt idx="10630">
                  <c:v>0.14132777701212426</c:v>
                </c:pt>
                <c:pt idx="10631">
                  <c:v>0.14134272760744612</c:v>
                </c:pt>
                <c:pt idx="10632">
                  <c:v>0.14137209999273878</c:v>
                </c:pt>
                <c:pt idx="10633">
                  <c:v>0.14138118227049701</c:v>
                </c:pt>
                <c:pt idx="10634">
                  <c:v>0.14138656383357665</c:v>
                </c:pt>
                <c:pt idx="10635">
                  <c:v>0.14139661203207907</c:v>
                </c:pt>
                <c:pt idx="10636">
                  <c:v>0.14141822147548319</c:v>
                </c:pt>
                <c:pt idx="10637">
                  <c:v>0.14142258019328593</c:v>
                </c:pt>
                <c:pt idx="10638">
                  <c:v>0.14142354868784809</c:v>
                </c:pt>
                <c:pt idx="10639">
                  <c:v>0.14144530999915023</c:v>
                </c:pt>
                <c:pt idx="10640">
                  <c:v>0.14145559764216911</c:v>
                </c:pt>
                <c:pt idx="10641">
                  <c:v>0.14146805751332814</c:v>
                </c:pt>
                <c:pt idx="10642">
                  <c:v>0.14147724336880313</c:v>
                </c:pt>
                <c:pt idx="10643">
                  <c:v>0.14148122020311285</c:v>
                </c:pt>
                <c:pt idx="10644">
                  <c:v>0.14151145071582016</c:v>
                </c:pt>
                <c:pt idx="10645">
                  <c:v>0.1415126959692628</c:v>
                </c:pt>
                <c:pt idx="10646">
                  <c:v>0.14151680210734477</c:v>
                </c:pt>
                <c:pt idx="10647">
                  <c:v>0.1415204408944167</c:v>
                </c:pt>
                <c:pt idx="10648">
                  <c:v>0.14152204561380724</c:v>
                </c:pt>
                <c:pt idx="10649">
                  <c:v>0.14156565655263514</c:v>
                </c:pt>
                <c:pt idx="10650">
                  <c:v>0.14158536013424786</c:v>
                </c:pt>
                <c:pt idx="10651">
                  <c:v>0.14159389578672968</c:v>
                </c:pt>
                <c:pt idx="10652">
                  <c:v>0.14160006226347721</c:v>
                </c:pt>
                <c:pt idx="10653">
                  <c:v>0.14161243398044454</c:v>
                </c:pt>
                <c:pt idx="10654">
                  <c:v>0.14163180213968077</c:v>
                </c:pt>
                <c:pt idx="10655">
                  <c:v>0.14163399006998964</c:v>
                </c:pt>
                <c:pt idx="10656">
                  <c:v>0.14163943553802918</c:v>
                </c:pt>
                <c:pt idx="10657">
                  <c:v>0.14164318799708039</c:v>
                </c:pt>
                <c:pt idx="10658">
                  <c:v>0.14167796139196887</c:v>
                </c:pt>
                <c:pt idx="10659">
                  <c:v>0.14168138098407179</c:v>
                </c:pt>
                <c:pt idx="10660">
                  <c:v>0.14168886218330476</c:v>
                </c:pt>
                <c:pt idx="10661">
                  <c:v>0.14169217853635571</c:v>
                </c:pt>
                <c:pt idx="10662">
                  <c:v>0.14169484298718715</c:v>
                </c:pt>
                <c:pt idx="10663">
                  <c:v>0.1417353728468905</c:v>
                </c:pt>
                <c:pt idx="10664">
                  <c:v>0.14173680126993821</c:v>
                </c:pt>
                <c:pt idx="10665">
                  <c:v>0.14174005037824808</c:v>
                </c:pt>
                <c:pt idx="10666">
                  <c:v>0.14174476268336236</c:v>
                </c:pt>
                <c:pt idx="10667">
                  <c:v>0.14176068430158312</c:v>
                </c:pt>
                <c:pt idx="10668">
                  <c:v>0.14177283936777652</c:v>
                </c:pt>
                <c:pt idx="10669">
                  <c:v>0.14178607411688227</c:v>
                </c:pt>
                <c:pt idx="10670">
                  <c:v>0.14179339905888697</c:v>
                </c:pt>
                <c:pt idx="10671">
                  <c:v>0.14179620908518728</c:v>
                </c:pt>
                <c:pt idx="10672">
                  <c:v>0.14180461432150754</c:v>
                </c:pt>
                <c:pt idx="10673">
                  <c:v>0.14180924590192179</c:v>
                </c:pt>
                <c:pt idx="10674">
                  <c:v>0.14184415363876027</c:v>
                </c:pt>
                <c:pt idx="10675">
                  <c:v>0.14185216798804837</c:v>
                </c:pt>
                <c:pt idx="10676">
                  <c:v>0.14185390109852772</c:v>
                </c:pt>
                <c:pt idx="10677">
                  <c:v>0.14185606302220252</c:v>
                </c:pt>
                <c:pt idx="10678">
                  <c:v>0.1418683732156526</c:v>
                </c:pt>
                <c:pt idx="10679">
                  <c:v>0.14188262929287798</c:v>
                </c:pt>
                <c:pt idx="10680">
                  <c:v>0.14189022676326959</c:v>
                </c:pt>
                <c:pt idx="10681">
                  <c:v>0.14189795529985177</c:v>
                </c:pt>
                <c:pt idx="10682">
                  <c:v>0.14190499521950298</c:v>
                </c:pt>
                <c:pt idx="10683">
                  <c:v>0.14191496352912941</c:v>
                </c:pt>
                <c:pt idx="10684">
                  <c:v>0.14194711788393707</c:v>
                </c:pt>
                <c:pt idx="10685">
                  <c:v>0.14198290871079991</c:v>
                </c:pt>
                <c:pt idx="10686">
                  <c:v>0.14198307847279282</c:v>
                </c:pt>
                <c:pt idx="10687">
                  <c:v>0.14199953950466773</c:v>
                </c:pt>
                <c:pt idx="10688">
                  <c:v>0.14203007996162592</c:v>
                </c:pt>
                <c:pt idx="10689">
                  <c:v>0.14203447036785891</c:v>
                </c:pt>
                <c:pt idx="10690">
                  <c:v>0.14205306202060786</c:v>
                </c:pt>
                <c:pt idx="10691">
                  <c:v>0.14206447594607272</c:v>
                </c:pt>
                <c:pt idx="10692">
                  <c:v>0.14208790397045021</c:v>
                </c:pt>
                <c:pt idx="10693">
                  <c:v>0.14209135152852784</c:v>
                </c:pt>
                <c:pt idx="10694">
                  <c:v>0.14210898779571349</c:v>
                </c:pt>
                <c:pt idx="10695">
                  <c:v>0.14211078131561314</c:v>
                </c:pt>
                <c:pt idx="10696">
                  <c:v>0.14211272128781954</c:v>
                </c:pt>
                <c:pt idx="10697">
                  <c:v>0.14211344043760735</c:v>
                </c:pt>
                <c:pt idx="10698">
                  <c:v>0.14211857495725708</c:v>
                </c:pt>
                <c:pt idx="10699">
                  <c:v>0.14212726879447524</c:v>
                </c:pt>
                <c:pt idx="10700">
                  <c:v>0.14213177720680722</c:v>
                </c:pt>
                <c:pt idx="10701">
                  <c:v>0.14213343720933189</c:v>
                </c:pt>
                <c:pt idx="10702">
                  <c:v>0.14213530357991422</c:v>
                </c:pt>
                <c:pt idx="10703">
                  <c:v>0.14213809666146254</c:v>
                </c:pt>
                <c:pt idx="10704">
                  <c:v>0.14214055706000991</c:v>
                </c:pt>
                <c:pt idx="10705">
                  <c:v>0.14214408569040698</c:v>
                </c:pt>
                <c:pt idx="10706">
                  <c:v>0.14215348789823865</c:v>
                </c:pt>
                <c:pt idx="10707">
                  <c:v>0.14216394864624862</c:v>
                </c:pt>
                <c:pt idx="10708">
                  <c:v>0.14216412296699513</c:v>
                </c:pt>
                <c:pt idx="10709">
                  <c:v>0.14217372937666603</c:v>
                </c:pt>
                <c:pt idx="10710">
                  <c:v>0.14218973118096009</c:v>
                </c:pt>
                <c:pt idx="10711">
                  <c:v>0.14219041416002637</c:v>
                </c:pt>
                <c:pt idx="10712">
                  <c:v>0.1421973880298727</c:v>
                </c:pt>
                <c:pt idx="10713">
                  <c:v>0.14220059037241864</c:v>
                </c:pt>
                <c:pt idx="10714">
                  <c:v>0.14221936260103551</c:v>
                </c:pt>
                <c:pt idx="10715">
                  <c:v>0.14222717587702272</c:v>
                </c:pt>
                <c:pt idx="10716">
                  <c:v>0.14224255341090869</c:v>
                </c:pt>
                <c:pt idx="10717">
                  <c:v>0.14226878729599934</c:v>
                </c:pt>
                <c:pt idx="10718">
                  <c:v>0.14227352812582655</c:v>
                </c:pt>
                <c:pt idx="10719">
                  <c:v>0.14227757471582583</c:v>
                </c:pt>
                <c:pt idx="10720">
                  <c:v>0.1422798640477988</c:v>
                </c:pt>
                <c:pt idx="10721">
                  <c:v>0.14228049483842078</c:v>
                </c:pt>
                <c:pt idx="10722">
                  <c:v>0.14228231949334103</c:v>
                </c:pt>
                <c:pt idx="10723">
                  <c:v>0.14228824625832873</c:v>
                </c:pt>
                <c:pt idx="10724">
                  <c:v>0.14229769599425207</c:v>
                </c:pt>
                <c:pt idx="10725">
                  <c:v>0.14230268001967269</c:v>
                </c:pt>
                <c:pt idx="10726">
                  <c:v>0.14232063681954632</c:v>
                </c:pt>
                <c:pt idx="10727">
                  <c:v>0.14232930558506482</c:v>
                </c:pt>
                <c:pt idx="10728">
                  <c:v>0.14233317998882272</c:v>
                </c:pt>
                <c:pt idx="10729">
                  <c:v>0.14233573279732217</c:v>
                </c:pt>
                <c:pt idx="10730">
                  <c:v>0.14233633964560471</c:v>
                </c:pt>
                <c:pt idx="10731">
                  <c:v>0.14234188068699702</c:v>
                </c:pt>
                <c:pt idx="10732">
                  <c:v>0.14234450356139949</c:v>
                </c:pt>
                <c:pt idx="10733">
                  <c:v>0.14234768706409623</c:v>
                </c:pt>
                <c:pt idx="10734">
                  <c:v>0.14237715219188002</c:v>
                </c:pt>
                <c:pt idx="10735">
                  <c:v>0.14239255969085987</c:v>
                </c:pt>
                <c:pt idx="10736">
                  <c:v>0.14240419156105166</c:v>
                </c:pt>
                <c:pt idx="10737">
                  <c:v>0.14240909786277894</c:v>
                </c:pt>
                <c:pt idx="10738">
                  <c:v>0.14241614247435216</c:v>
                </c:pt>
                <c:pt idx="10739">
                  <c:v>0.14242437506019934</c:v>
                </c:pt>
                <c:pt idx="10740">
                  <c:v>0.14243133049212162</c:v>
                </c:pt>
                <c:pt idx="10741">
                  <c:v>0.1424336387824876</c:v>
                </c:pt>
                <c:pt idx="10742">
                  <c:v>0.14243834593493182</c:v>
                </c:pt>
                <c:pt idx="10743">
                  <c:v>0.14244753276664129</c:v>
                </c:pt>
                <c:pt idx="10744">
                  <c:v>0.14245458052982679</c:v>
                </c:pt>
                <c:pt idx="10745">
                  <c:v>0.14246533660582511</c:v>
                </c:pt>
                <c:pt idx="10746">
                  <c:v>0.1424733666157017</c:v>
                </c:pt>
                <c:pt idx="10747">
                  <c:v>0.14247632083336981</c:v>
                </c:pt>
                <c:pt idx="10748">
                  <c:v>0.14250205119093434</c:v>
                </c:pt>
                <c:pt idx="10749">
                  <c:v>0.14251084008480297</c:v>
                </c:pt>
                <c:pt idx="10750">
                  <c:v>0.1425164739549854</c:v>
                </c:pt>
                <c:pt idx="10751">
                  <c:v>0.14252503168565522</c:v>
                </c:pt>
                <c:pt idx="10752">
                  <c:v>0.14254716895662065</c:v>
                </c:pt>
                <c:pt idx="10753">
                  <c:v>0.1425737457512376</c:v>
                </c:pt>
                <c:pt idx="10754">
                  <c:v>0.14258620632103194</c:v>
                </c:pt>
                <c:pt idx="10755">
                  <c:v>0.14259077294263336</c:v>
                </c:pt>
                <c:pt idx="10756">
                  <c:v>0.142597622558815</c:v>
                </c:pt>
                <c:pt idx="10757">
                  <c:v>0.14259949449732667</c:v>
                </c:pt>
                <c:pt idx="10758">
                  <c:v>0.14259999104404367</c:v>
                </c:pt>
                <c:pt idx="10759">
                  <c:v>0.1426070036743266</c:v>
                </c:pt>
                <c:pt idx="10760">
                  <c:v>0.1426089571860947</c:v>
                </c:pt>
                <c:pt idx="10761">
                  <c:v>0.14261602434707854</c:v>
                </c:pt>
                <c:pt idx="10762">
                  <c:v>0.14262023795093129</c:v>
                </c:pt>
                <c:pt idx="10763">
                  <c:v>0.14263956002503395</c:v>
                </c:pt>
                <c:pt idx="10764">
                  <c:v>0.1426742482342063</c:v>
                </c:pt>
                <c:pt idx="10765">
                  <c:v>0.14268326375683965</c:v>
                </c:pt>
                <c:pt idx="10766">
                  <c:v>0.14268550204526076</c:v>
                </c:pt>
                <c:pt idx="10767">
                  <c:v>0.14269980588590056</c:v>
                </c:pt>
                <c:pt idx="10768">
                  <c:v>0.14270358561568094</c:v>
                </c:pt>
                <c:pt idx="10769">
                  <c:v>0.14271322747769441</c:v>
                </c:pt>
                <c:pt idx="10770">
                  <c:v>0.14274081649791717</c:v>
                </c:pt>
                <c:pt idx="10771">
                  <c:v>0.14274772798038579</c:v>
                </c:pt>
                <c:pt idx="10772">
                  <c:v>0.14275502900854201</c:v>
                </c:pt>
                <c:pt idx="10773">
                  <c:v>0.14276488801012013</c:v>
                </c:pt>
                <c:pt idx="10774">
                  <c:v>0.14276579001927617</c:v>
                </c:pt>
                <c:pt idx="10775">
                  <c:v>0.14277307063826183</c:v>
                </c:pt>
                <c:pt idx="10776">
                  <c:v>0.14277346137772495</c:v>
                </c:pt>
                <c:pt idx="10777">
                  <c:v>0.14277872598668701</c:v>
                </c:pt>
                <c:pt idx="10778">
                  <c:v>0.14278291596671758</c:v>
                </c:pt>
                <c:pt idx="10779">
                  <c:v>0.14278309326926758</c:v>
                </c:pt>
                <c:pt idx="10780">
                  <c:v>0.14278917371909963</c:v>
                </c:pt>
                <c:pt idx="10781">
                  <c:v>0.14281192829739975</c:v>
                </c:pt>
                <c:pt idx="10782">
                  <c:v>0.142823824988942</c:v>
                </c:pt>
                <c:pt idx="10783">
                  <c:v>0.14283016580452396</c:v>
                </c:pt>
                <c:pt idx="10784">
                  <c:v>0.14283346557147836</c:v>
                </c:pt>
                <c:pt idx="10785">
                  <c:v>0.14283637521971718</c:v>
                </c:pt>
                <c:pt idx="10786">
                  <c:v>0.1428579472264935</c:v>
                </c:pt>
                <c:pt idx="10787">
                  <c:v>0.142892627020382</c:v>
                </c:pt>
                <c:pt idx="10788">
                  <c:v>0.14290521977582976</c:v>
                </c:pt>
                <c:pt idx="10789">
                  <c:v>0.14292474936337715</c:v>
                </c:pt>
                <c:pt idx="10790">
                  <c:v>0.14293757548458205</c:v>
                </c:pt>
                <c:pt idx="10791">
                  <c:v>0.14294539580129875</c:v>
                </c:pt>
                <c:pt idx="10792">
                  <c:v>0.14294850982565999</c:v>
                </c:pt>
                <c:pt idx="10793">
                  <c:v>0.14296335527959636</c:v>
                </c:pt>
                <c:pt idx="10794">
                  <c:v>0.14296429308458466</c:v>
                </c:pt>
                <c:pt idx="10795">
                  <c:v>0.14297035095322949</c:v>
                </c:pt>
                <c:pt idx="10796">
                  <c:v>0.14297787409208818</c:v>
                </c:pt>
                <c:pt idx="10797">
                  <c:v>0.14299371051207693</c:v>
                </c:pt>
                <c:pt idx="10798">
                  <c:v>0.14300323230823936</c:v>
                </c:pt>
                <c:pt idx="10799">
                  <c:v>0.14300520719510229</c:v>
                </c:pt>
                <c:pt idx="10800">
                  <c:v>0.14303359553865835</c:v>
                </c:pt>
                <c:pt idx="10801">
                  <c:v>0.1430436189825775</c:v>
                </c:pt>
                <c:pt idx="10802">
                  <c:v>0.14304626785440891</c:v>
                </c:pt>
                <c:pt idx="10803">
                  <c:v>0.14305196215329727</c:v>
                </c:pt>
                <c:pt idx="10804">
                  <c:v>0.14305628784713723</c:v>
                </c:pt>
                <c:pt idx="10805">
                  <c:v>0.14305973126427052</c:v>
                </c:pt>
                <c:pt idx="10806">
                  <c:v>0.14306038779160909</c:v>
                </c:pt>
                <c:pt idx="10807">
                  <c:v>0.1430690106796027</c:v>
                </c:pt>
                <c:pt idx="10808">
                  <c:v>0.14307386355474838</c:v>
                </c:pt>
                <c:pt idx="10809">
                  <c:v>0.14309097118340813</c:v>
                </c:pt>
                <c:pt idx="10810">
                  <c:v>0.14309180461033535</c:v>
                </c:pt>
                <c:pt idx="10811">
                  <c:v>0.14311586351243169</c:v>
                </c:pt>
                <c:pt idx="10812">
                  <c:v>0.14311847139335587</c:v>
                </c:pt>
                <c:pt idx="10813">
                  <c:v>0.14314333831346146</c:v>
                </c:pt>
                <c:pt idx="10814">
                  <c:v>0.14317259435077065</c:v>
                </c:pt>
                <c:pt idx="10815">
                  <c:v>0.14323871726176562</c:v>
                </c:pt>
                <c:pt idx="10816">
                  <c:v>0.14324342951771671</c:v>
                </c:pt>
                <c:pt idx="10817">
                  <c:v>0.14325750746172991</c:v>
                </c:pt>
                <c:pt idx="10818">
                  <c:v>0.14326565942246733</c:v>
                </c:pt>
                <c:pt idx="10819">
                  <c:v>0.14331556075856755</c:v>
                </c:pt>
                <c:pt idx="10820">
                  <c:v>0.14335689631166812</c:v>
                </c:pt>
                <c:pt idx="10821">
                  <c:v>0.14336769774361025</c:v>
                </c:pt>
                <c:pt idx="10822">
                  <c:v>0.14337599483503374</c:v>
                </c:pt>
                <c:pt idx="10823">
                  <c:v>0.1433904200550187</c:v>
                </c:pt>
                <c:pt idx="10824">
                  <c:v>0.14339386113836133</c:v>
                </c:pt>
                <c:pt idx="10825">
                  <c:v>0.14341297039074449</c:v>
                </c:pt>
                <c:pt idx="10826">
                  <c:v>0.14341652184335829</c:v>
                </c:pt>
                <c:pt idx="10827">
                  <c:v>0.14342163623091417</c:v>
                </c:pt>
                <c:pt idx="10828">
                  <c:v>0.14342802267768964</c:v>
                </c:pt>
                <c:pt idx="10829">
                  <c:v>0.14342839135901742</c:v>
                </c:pt>
                <c:pt idx="10830">
                  <c:v>0.1434630981285249</c:v>
                </c:pt>
                <c:pt idx="10831">
                  <c:v>0.14346449239467679</c:v>
                </c:pt>
                <c:pt idx="10832">
                  <c:v>0.14346617713005944</c:v>
                </c:pt>
                <c:pt idx="10833">
                  <c:v>0.14350494208280168</c:v>
                </c:pt>
                <c:pt idx="10834">
                  <c:v>0.14350663362013333</c:v>
                </c:pt>
                <c:pt idx="10835">
                  <c:v>0.14350936653806032</c:v>
                </c:pt>
                <c:pt idx="10836">
                  <c:v>0.14351698786721934</c:v>
                </c:pt>
                <c:pt idx="10837">
                  <c:v>0.14351775957954863</c:v>
                </c:pt>
                <c:pt idx="10838">
                  <c:v>0.14352027185600616</c:v>
                </c:pt>
                <c:pt idx="10839">
                  <c:v>0.14353922434563418</c:v>
                </c:pt>
                <c:pt idx="10840">
                  <c:v>0.1435523365997261</c:v>
                </c:pt>
                <c:pt idx="10841">
                  <c:v>0.14355957416684728</c:v>
                </c:pt>
                <c:pt idx="10842">
                  <c:v>0.14356864058287877</c:v>
                </c:pt>
                <c:pt idx="10843">
                  <c:v>0.14358340743159889</c:v>
                </c:pt>
                <c:pt idx="10844">
                  <c:v>0.1435959440017181</c:v>
                </c:pt>
                <c:pt idx="10845">
                  <c:v>0.14360900503891297</c:v>
                </c:pt>
                <c:pt idx="10846">
                  <c:v>0.14361922005034991</c:v>
                </c:pt>
                <c:pt idx="10847">
                  <c:v>0.14362300957180957</c:v>
                </c:pt>
                <c:pt idx="10848">
                  <c:v>0.14362311822090648</c:v>
                </c:pt>
                <c:pt idx="10849">
                  <c:v>0.14362801977125186</c:v>
                </c:pt>
                <c:pt idx="10850">
                  <c:v>0.14365288040845856</c:v>
                </c:pt>
                <c:pt idx="10851">
                  <c:v>0.14368933275437529</c:v>
                </c:pt>
                <c:pt idx="10852">
                  <c:v>0.14369353877464947</c:v>
                </c:pt>
                <c:pt idx="10853">
                  <c:v>0.14369437787081937</c:v>
                </c:pt>
                <c:pt idx="10854">
                  <c:v>0.1437009694117681</c:v>
                </c:pt>
                <c:pt idx="10855">
                  <c:v>0.14370410428726099</c:v>
                </c:pt>
                <c:pt idx="10856">
                  <c:v>0.14371056776648153</c:v>
                </c:pt>
                <c:pt idx="10857">
                  <c:v>0.14371450500182262</c:v>
                </c:pt>
                <c:pt idx="10858">
                  <c:v>0.14372465307560939</c:v>
                </c:pt>
                <c:pt idx="10859">
                  <c:v>0.14374051078813246</c:v>
                </c:pt>
                <c:pt idx="10860">
                  <c:v>0.14375081807001625</c:v>
                </c:pt>
                <c:pt idx="10861">
                  <c:v>0.14376822050773311</c:v>
                </c:pt>
                <c:pt idx="10862">
                  <c:v>0.1437710993931049</c:v>
                </c:pt>
                <c:pt idx="10863">
                  <c:v>0.14377443973758378</c:v>
                </c:pt>
                <c:pt idx="10864">
                  <c:v>0.14379798093433718</c:v>
                </c:pt>
                <c:pt idx="10865">
                  <c:v>0.14381645153062414</c:v>
                </c:pt>
                <c:pt idx="10866">
                  <c:v>0.14381821603167969</c:v>
                </c:pt>
                <c:pt idx="10867">
                  <c:v>0.14383295907670393</c:v>
                </c:pt>
                <c:pt idx="10868">
                  <c:v>0.14384139603860441</c:v>
                </c:pt>
                <c:pt idx="10869">
                  <c:v>0.14385443559815</c:v>
                </c:pt>
                <c:pt idx="10870">
                  <c:v>0.14387168492786587</c:v>
                </c:pt>
                <c:pt idx="10871">
                  <c:v>0.14388523052760718</c:v>
                </c:pt>
                <c:pt idx="10872">
                  <c:v>0.14388645488043761</c:v>
                </c:pt>
                <c:pt idx="10873">
                  <c:v>0.14388987306432921</c:v>
                </c:pt>
                <c:pt idx="10874">
                  <c:v>0.14389445495031319</c:v>
                </c:pt>
                <c:pt idx="10875">
                  <c:v>0.14389824300391771</c:v>
                </c:pt>
                <c:pt idx="10876">
                  <c:v>0.14390552951907093</c:v>
                </c:pt>
                <c:pt idx="10877">
                  <c:v>0.14390761877618877</c:v>
                </c:pt>
                <c:pt idx="10878">
                  <c:v>0.14393000433389899</c:v>
                </c:pt>
                <c:pt idx="10879">
                  <c:v>0.14393421203955017</c:v>
                </c:pt>
                <c:pt idx="10880">
                  <c:v>0.14393520367731716</c:v>
                </c:pt>
                <c:pt idx="10881">
                  <c:v>0.14393873561976045</c:v>
                </c:pt>
                <c:pt idx="10882">
                  <c:v>0.14394709872655084</c:v>
                </c:pt>
                <c:pt idx="10883">
                  <c:v>0.14396229708556882</c:v>
                </c:pt>
                <c:pt idx="10884">
                  <c:v>0.14396673820797484</c:v>
                </c:pt>
                <c:pt idx="10885">
                  <c:v>0.14396807607018783</c:v>
                </c:pt>
                <c:pt idx="10886">
                  <c:v>0.14397440538293488</c:v>
                </c:pt>
                <c:pt idx="10887">
                  <c:v>0.14398842617560006</c:v>
                </c:pt>
                <c:pt idx="10888">
                  <c:v>0.14399226668821499</c:v>
                </c:pt>
                <c:pt idx="10889">
                  <c:v>0.14400034007703011</c:v>
                </c:pt>
                <c:pt idx="10890">
                  <c:v>0.14402996336888446</c:v>
                </c:pt>
                <c:pt idx="10891">
                  <c:v>0.14404377107750524</c:v>
                </c:pt>
                <c:pt idx="10892">
                  <c:v>0.144053672370411</c:v>
                </c:pt>
                <c:pt idx="10893">
                  <c:v>0.14405655495244868</c:v>
                </c:pt>
                <c:pt idx="10894">
                  <c:v>0.14406233431398779</c:v>
                </c:pt>
                <c:pt idx="10895">
                  <c:v>0.14407710938608914</c:v>
                </c:pt>
                <c:pt idx="10896">
                  <c:v>0.14408703363694497</c:v>
                </c:pt>
                <c:pt idx="10897">
                  <c:v>0.14408824792897984</c:v>
                </c:pt>
                <c:pt idx="10898">
                  <c:v>0.14409462739694565</c:v>
                </c:pt>
                <c:pt idx="10899">
                  <c:v>0.14409589400471279</c:v>
                </c:pt>
                <c:pt idx="10900">
                  <c:v>0.1440964039365841</c:v>
                </c:pt>
                <c:pt idx="10901">
                  <c:v>0.14409880433542746</c:v>
                </c:pt>
                <c:pt idx="10902">
                  <c:v>0.14410364182815913</c:v>
                </c:pt>
                <c:pt idx="10903">
                  <c:v>0.14410432939028323</c:v>
                </c:pt>
                <c:pt idx="10904">
                  <c:v>0.14411334578654023</c:v>
                </c:pt>
                <c:pt idx="10905">
                  <c:v>0.14411577229416184</c:v>
                </c:pt>
                <c:pt idx="10906">
                  <c:v>0.14411863441013267</c:v>
                </c:pt>
                <c:pt idx="10907">
                  <c:v>0.14412681270938268</c:v>
                </c:pt>
                <c:pt idx="10908">
                  <c:v>0.14413158028990794</c:v>
                </c:pt>
                <c:pt idx="10909">
                  <c:v>0.14413184961494818</c:v>
                </c:pt>
                <c:pt idx="10910">
                  <c:v>0.14414836968576669</c:v>
                </c:pt>
                <c:pt idx="10911">
                  <c:v>0.1441566499993869</c:v>
                </c:pt>
                <c:pt idx="10912">
                  <c:v>0.14416012122227054</c:v>
                </c:pt>
                <c:pt idx="10913">
                  <c:v>0.14416103102575886</c:v>
                </c:pt>
                <c:pt idx="10914">
                  <c:v>0.14416189400021479</c:v>
                </c:pt>
                <c:pt idx="10915">
                  <c:v>0.14417257803944564</c:v>
                </c:pt>
                <c:pt idx="10916">
                  <c:v>0.14418349948643652</c:v>
                </c:pt>
                <c:pt idx="10917">
                  <c:v>0.14420563721487978</c:v>
                </c:pt>
                <c:pt idx="10918">
                  <c:v>0.1442190390819815</c:v>
                </c:pt>
                <c:pt idx="10919">
                  <c:v>0.14423497303078539</c:v>
                </c:pt>
                <c:pt idx="10920">
                  <c:v>0.14424283261119258</c:v>
                </c:pt>
                <c:pt idx="10921">
                  <c:v>0.14426251478289268</c:v>
                </c:pt>
                <c:pt idx="10922">
                  <c:v>0.14426465819478507</c:v>
                </c:pt>
                <c:pt idx="10923">
                  <c:v>0.14426521765696662</c:v>
                </c:pt>
                <c:pt idx="10924">
                  <c:v>0.14426563133117951</c:v>
                </c:pt>
                <c:pt idx="10925">
                  <c:v>0.14427032916401691</c:v>
                </c:pt>
                <c:pt idx="10926">
                  <c:v>0.14427395622208616</c:v>
                </c:pt>
                <c:pt idx="10927">
                  <c:v>0.144276803896356</c:v>
                </c:pt>
                <c:pt idx="10928">
                  <c:v>0.14428463793279941</c:v>
                </c:pt>
                <c:pt idx="10929">
                  <c:v>0.14429408232758353</c:v>
                </c:pt>
                <c:pt idx="10930">
                  <c:v>0.14430008855960644</c:v>
                </c:pt>
                <c:pt idx="10931">
                  <c:v>0.1443036179593731</c:v>
                </c:pt>
                <c:pt idx="10932">
                  <c:v>0.14430957242674824</c:v>
                </c:pt>
                <c:pt idx="10933">
                  <c:v>0.14434355381978242</c:v>
                </c:pt>
                <c:pt idx="10934">
                  <c:v>0.14434600717448753</c:v>
                </c:pt>
                <c:pt idx="10935">
                  <c:v>0.14435013969504401</c:v>
                </c:pt>
                <c:pt idx="10936">
                  <c:v>0.14435759616039473</c:v>
                </c:pt>
                <c:pt idx="10937">
                  <c:v>0.14436072309213502</c:v>
                </c:pt>
                <c:pt idx="10938">
                  <c:v>0.14436874181487278</c:v>
                </c:pt>
                <c:pt idx="10939">
                  <c:v>0.14437602126537288</c:v>
                </c:pt>
                <c:pt idx="10940">
                  <c:v>0.14438693963916208</c:v>
                </c:pt>
                <c:pt idx="10941">
                  <c:v>0.14439249928868095</c:v>
                </c:pt>
                <c:pt idx="10942">
                  <c:v>0.1443933787917247</c:v>
                </c:pt>
                <c:pt idx="10943">
                  <c:v>0.14440162513050933</c:v>
                </c:pt>
                <c:pt idx="10944">
                  <c:v>0.14441106205148346</c:v>
                </c:pt>
                <c:pt idx="10945">
                  <c:v>0.14441948148516337</c:v>
                </c:pt>
                <c:pt idx="10946">
                  <c:v>0.14442704869149514</c:v>
                </c:pt>
                <c:pt idx="10947">
                  <c:v>0.1444334896054478</c:v>
                </c:pt>
                <c:pt idx="10948">
                  <c:v>0.14443413119583409</c:v>
                </c:pt>
                <c:pt idx="10949">
                  <c:v>0.14445560310961542</c:v>
                </c:pt>
                <c:pt idx="10950">
                  <c:v>0.1444583076471854</c:v>
                </c:pt>
                <c:pt idx="10951">
                  <c:v>0.1444712365027889</c:v>
                </c:pt>
                <c:pt idx="10952">
                  <c:v>0.14447932861632468</c:v>
                </c:pt>
                <c:pt idx="10953">
                  <c:v>0.14448395885223533</c:v>
                </c:pt>
                <c:pt idx="10954">
                  <c:v>0.14448717413441228</c:v>
                </c:pt>
                <c:pt idx="10955">
                  <c:v>0.14450683057697367</c:v>
                </c:pt>
                <c:pt idx="10956">
                  <c:v>0.1445220477691547</c:v>
                </c:pt>
                <c:pt idx="10957">
                  <c:v>0.14452204923112336</c:v>
                </c:pt>
                <c:pt idx="10958">
                  <c:v>0.14452430983365736</c:v>
                </c:pt>
                <c:pt idx="10959">
                  <c:v>0.14453357816963758</c:v>
                </c:pt>
                <c:pt idx="10960">
                  <c:v>0.14458544576655374</c:v>
                </c:pt>
                <c:pt idx="10961">
                  <c:v>0.14459418569915405</c:v>
                </c:pt>
                <c:pt idx="10962">
                  <c:v>0.14461175025049799</c:v>
                </c:pt>
                <c:pt idx="10963">
                  <c:v>0.1446118817696157</c:v>
                </c:pt>
                <c:pt idx="10964">
                  <c:v>0.14462474662831054</c:v>
                </c:pt>
                <c:pt idx="10965">
                  <c:v>0.14462814628544884</c:v>
                </c:pt>
                <c:pt idx="10966">
                  <c:v>0.14462832904071393</c:v>
                </c:pt>
                <c:pt idx="10967">
                  <c:v>0.14462860816762815</c:v>
                </c:pt>
                <c:pt idx="10968">
                  <c:v>0.1446296678854917</c:v>
                </c:pt>
                <c:pt idx="10969">
                  <c:v>0.14463207500318809</c:v>
                </c:pt>
                <c:pt idx="10970">
                  <c:v>0.14465013044201755</c:v>
                </c:pt>
                <c:pt idx="10971">
                  <c:v>0.14465108211167238</c:v>
                </c:pt>
                <c:pt idx="10972">
                  <c:v>0.14466422031429962</c:v>
                </c:pt>
                <c:pt idx="10973">
                  <c:v>0.14468254341646342</c:v>
                </c:pt>
                <c:pt idx="10974">
                  <c:v>0.14468344422221138</c:v>
                </c:pt>
                <c:pt idx="10975">
                  <c:v>0.1446921269620414</c:v>
                </c:pt>
                <c:pt idx="10976">
                  <c:v>0.14469618085448838</c:v>
                </c:pt>
                <c:pt idx="10977">
                  <c:v>0.14469993090894276</c:v>
                </c:pt>
                <c:pt idx="10978">
                  <c:v>0.14471250160416918</c:v>
                </c:pt>
                <c:pt idx="10979">
                  <c:v>0.14471741055396964</c:v>
                </c:pt>
                <c:pt idx="10980">
                  <c:v>0.14474325113014802</c:v>
                </c:pt>
                <c:pt idx="10981">
                  <c:v>0.14474835180785459</c:v>
                </c:pt>
                <c:pt idx="10982">
                  <c:v>0.14475375607049012</c:v>
                </c:pt>
                <c:pt idx="10983">
                  <c:v>0.14475435370750525</c:v>
                </c:pt>
                <c:pt idx="10984">
                  <c:v>0.14475503048289795</c:v>
                </c:pt>
                <c:pt idx="10985">
                  <c:v>0.14476350119910208</c:v>
                </c:pt>
                <c:pt idx="10986">
                  <c:v>0.14482392281437262</c:v>
                </c:pt>
                <c:pt idx="10987">
                  <c:v>0.14482625321194686</c:v>
                </c:pt>
                <c:pt idx="10988">
                  <c:v>0.14483084172305344</c:v>
                </c:pt>
                <c:pt idx="10989">
                  <c:v>0.14483157674999131</c:v>
                </c:pt>
                <c:pt idx="10990">
                  <c:v>0.14485121689868086</c:v>
                </c:pt>
                <c:pt idx="10991">
                  <c:v>0.14485766719467158</c:v>
                </c:pt>
                <c:pt idx="10992">
                  <c:v>0.14490156689193612</c:v>
                </c:pt>
                <c:pt idx="10993">
                  <c:v>0.14490886411753484</c:v>
                </c:pt>
                <c:pt idx="10994">
                  <c:v>0.14491044130115557</c:v>
                </c:pt>
                <c:pt idx="10995">
                  <c:v>0.14491133896084749</c:v>
                </c:pt>
                <c:pt idx="10996">
                  <c:v>0.14493473889132855</c:v>
                </c:pt>
                <c:pt idx="10997">
                  <c:v>0.14494640430095634</c:v>
                </c:pt>
                <c:pt idx="10998">
                  <c:v>0.14495388365272205</c:v>
                </c:pt>
                <c:pt idx="10999">
                  <c:v>0.14495559661758312</c:v>
                </c:pt>
                <c:pt idx="11000">
                  <c:v>0.14497193042329623</c:v>
                </c:pt>
                <c:pt idx="11001">
                  <c:v>0.14497486091720849</c:v>
                </c:pt>
                <c:pt idx="11002">
                  <c:v>0.14498327178295273</c:v>
                </c:pt>
                <c:pt idx="11003">
                  <c:v>0.14499797388666943</c:v>
                </c:pt>
                <c:pt idx="11004">
                  <c:v>0.14500163819323145</c:v>
                </c:pt>
                <c:pt idx="11005">
                  <c:v>0.14504119601011159</c:v>
                </c:pt>
                <c:pt idx="11006">
                  <c:v>0.1450588316534096</c:v>
                </c:pt>
                <c:pt idx="11007">
                  <c:v>0.14506266801108611</c:v>
                </c:pt>
                <c:pt idx="11008">
                  <c:v>0.14506328295111048</c:v>
                </c:pt>
                <c:pt idx="11009">
                  <c:v>0.14506713934700485</c:v>
                </c:pt>
                <c:pt idx="11010">
                  <c:v>0.14507582994342144</c:v>
                </c:pt>
                <c:pt idx="11011">
                  <c:v>0.14507961744726022</c:v>
                </c:pt>
                <c:pt idx="11012">
                  <c:v>0.14508105355526904</c:v>
                </c:pt>
                <c:pt idx="11013">
                  <c:v>0.14508474032708807</c:v>
                </c:pt>
                <c:pt idx="11014">
                  <c:v>0.14508963017962029</c:v>
                </c:pt>
                <c:pt idx="11015">
                  <c:v>0.14509165906079699</c:v>
                </c:pt>
                <c:pt idx="11016">
                  <c:v>0.14509811842266804</c:v>
                </c:pt>
                <c:pt idx="11017">
                  <c:v>0.14510583315068387</c:v>
                </c:pt>
                <c:pt idx="11018">
                  <c:v>0.14511073382284123</c:v>
                </c:pt>
                <c:pt idx="11019">
                  <c:v>0.14511609530577657</c:v>
                </c:pt>
                <c:pt idx="11020">
                  <c:v>0.14511657960332486</c:v>
                </c:pt>
                <c:pt idx="11021">
                  <c:v>0.14513865084199548</c:v>
                </c:pt>
                <c:pt idx="11022">
                  <c:v>0.14520085638183741</c:v>
                </c:pt>
                <c:pt idx="11023">
                  <c:v>0.14521427114279287</c:v>
                </c:pt>
                <c:pt idx="11024">
                  <c:v>0.14521957241729247</c:v>
                </c:pt>
                <c:pt idx="11025">
                  <c:v>0.14523135622920061</c:v>
                </c:pt>
                <c:pt idx="11026">
                  <c:v>0.14523555583331985</c:v>
                </c:pt>
                <c:pt idx="11027">
                  <c:v>0.14524130167576263</c:v>
                </c:pt>
                <c:pt idx="11028">
                  <c:v>0.14525621377580733</c:v>
                </c:pt>
                <c:pt idx="11029">
                  <c:v>0.14528748136224212</c:v>
                </c:pt>
                <c:pt idx="11030">
                  <c:v>0.14528813195795182</c:v>
                </c:pt>
                <c:pt idx="11031">
                  <c:v>0.1452896160981936</c:v>
                </c:pt>
                <c:pt idx="11032">
                  <c:v>0.14531044879404681</c:v>
                </c:pt>
                <c:pt idx="11033">
                  <c:v>0.14531539690655412</c:v>
                </c:pt>
                <c:pt idx="11034">
                  <c:v>0.14532018452428305</c:v>
                </c:pt>
                <c:pt idx="11035">
                  <c:v>0.14532589470286478</c:v>
                </c:pt>
                <c:pt idx="11036">
                  <c:v>0.14532706910524815</c:v>
                </c:pt>
                <c:pt idx="11037">
                  <c:v>0.14532706922754798</c:v>
                </c:pt>
                <c:pt idx="11038">
                  <c:v>0.14532824423388727</c:v>
                </c:pt>
                <c:pt idx="11039">
                  <c:v>0.14534930316959338</c:v>
                </c:pt>
                <c:pt idx="11040">
                  <c:v>0.14536382235632758</c:v>
                </c:pt>
                <c:pt idx="11041">
                  <c:v>0.1453643414757379</c:v>
                </c:pt>
                <c:pt idx="11042">
                  <c:v>0.14536665957298267</c:v>
                </c:pt>
                <c:pt idx="11043">
                  <c:v>0.14537834773052086</c:v>
                </c:pt>
                <c:pt idx="11044">
                  <c:v>0.14538331427465875</c:v>
                </c:pt>
                <c:pt idx="11045">
                  <c:v>0.14543595600376566</c:v>
                </c:pt>
                <c:pt idx="11046">
                  <c:v>0.14543679402869719</c:v>
                </c:pt>
                <c:pt idx="11047">
                  <c:v>0.14544655274111123</c:v>
                </c:pt>
                <c:pt idx="11048">
                  <c:v>0.14545755276371822</c:v>
                </c:pt>
                <c:pt idx="11049">
                  <c:v>0.1454610673487097</c:v>
                </c:pt>
                <c:pt idx="11050">
                  <c:v>0.14548351531024811</c:v>
                </c:pt>
                <c:pt idx="11051">
                  <c:v>0.1454900164134412</c:v>
                </c:pt>
                <c:pt idx="11052">
                  <c:v>0.14554216512394083</c:v>
                </c:pt>
                <c:pt idx="11053">
                  <c:v>0.14554584534943737</c:v>
                </c:pt>
                <c:pt idx="11054">
                  <c:v>0.14554918822062682</c:v>
                </c:pt>
                <c:pt idx="11055">
                  <c:v>0.14556280135976254</c:v>
                </c:pt>
                <c:pt idx="11056">
                  <c:v>0.14558325776686876</c:v>
                </c:pt>
                <c:pt idx="11057">
                  <c:v>0.14559485769367284</c:v>
                </c:pt>
                <c:pt idx="11058">
                  <c:v>0.14559897906714028</c:v>
                </c:pt>
                <c:pt idx="11059">
                  <c:v>0.14560141194899545</c:v>
                </c:pt>
                <c:pt idx="11060">
                  <c:v>0.14560191671184669</c:v>
                </c:pt>
                <c:pt idx="11061">
                  <c:v>0.14562464551961138</c:v>
                </c:pt>
                <c:pt idx="11062">
                  <c:v>0.14565218568151531</c:v>
                </c:pt>
                <c:pt idx="11063">
                  <c:v>0.14565470482241577</c:v>
                </c:pt>
                <c:pt idx="11064">
                  <c:v>0.14567367080758012</c:v>
                </c:pt>
                <c:pt idx="11065">
                  <c:v>0.14567802178493328</c:v>
                </c:pt>
                <c:pt idx="11066">
                  <c:v>0.14568398120714821</c:v>
                </c:pt>
                <c:pt idx="11067">
                  <c:v>0.14568640549266115</c:v>
                </c:pt>
                <c:pt idx="11068">
                  <c:v>0.14570130241990698</c:v>
                </c:pt>
                <c:pt idx="11069">
                  <c:v>0.14571871002220158</c:v>
                </c:pt>
                <c:pt idx="11070">
                  <c:v>0.14572569861864071</c:v>
                </c:pt>
                <c:pt idx="11071">
                  <c:v>0.14572575699081389</c:v>
                </c:pt>
                <c:pt idx="11072">
                  <c:v>0.14573430826795508</c:v>
                </c:pt>
                <c:pt idx="11073">
                  <c:v>0.14574559452095556</c:v>
                </c:pt>
                <c:pt idx="11074">
                  <c:v>0.14575345349494412</c:v>
                </c:pt>
                <c:pt idx="11075">
                  <c:v>0.14575840190880049</c:v>
                </c:pt>
                <c:pt idx="11076">
                  <c:v>0.14575880489968296</c:v>
                </c:pt>
                <c:pt idx="11077">
                  <c:v>0.14576591306683453</c:v>
                </c:pt>
                <c:pt idx="11078">
                  <c:v>0.1457841437304794</c:v>
                </c:pt>
                <c:pt idx="11079">
                  <c:v>0.14579742942733789</c:v>
                </c:pt>
                <c:pt idx="11080">
                  <c:v>0.14580813726435773</c:v>
                </c:pt>
                <c:pt idx="11081">
                  <c:v>0.14582310367923293</c:v>
                </c:pt>
                <c:pt idx="11082">
                  <c:v>0.14582740774995698</c:v>
                </c:pt>
                <c:pt idx="11083">
                  <c:v>0.14583335423005356</c:v>
                </c:pt>
                <c:pt idx="11084">
                  <c:v>0.14584892589777287</c:v>
                </c:pt>
                <c:pt idx="11085">
                  <c:v>0.14586776404523968</c:v>
                </c:pt>
                <c:pt idx="11086">
                  <c:v>0.14588303015137161</c:v>
                </c:pt>
                <c:pt idx="11087">
                  <c:v>0.14588995403373881</c:v>
                </c:pt>
                <c:pt idx="11088">
                  <c:v>0.14589928882036837</c:v>
                </c:pt>
                <c:pt idx="11089">
                  <c:v>0.14590041143839691</c:v>
                </c:pt>
                <c:pt idx="11090">
                  <c:v>0.14590311523239247</c:v>
                </c:pt>
                <c:pt idx="11091">
                  <c:v>0.14592639508603808</c:v>
                </c:pt>
                <c:pt idx="11092">
                  <c:v>0.1459287234271838</c:v>
                </c:pt>
                <c:pt idx="11093">
                  <c:v>0.14593802328476399</c:v>
                </c:pt>
                <c:pt idx="11094">
                  <c:v>0.14594535354047053</c:v>
                </c:pt>
                <c:pt idx="11095">
                  <c:v>0.14595223014428046</c:v>
                </c:pt>
                <c:pt idx="11096">
                  <c:v>0.14597008777680731</c:v>
                </c:pt>
                <c:pt idx="11097">
                  <c:v>0.14598492403282276</c:v>
                </c:pt>
                <c:pt idx="11098">
                  <c:v>0.14599351486165479</c:v>
                </c:pt>
                <c:pt idx="11099">
                  <c:v>0.14600111464662424</c:v>
                </c:pt>
                <c:pt idx="11100">
                  <c:v>0.14600751391925257</c:v>
                </c:pt>
                <c:pt idx="11101">
                  <c:v>0.14600790505002934</c:v>
                </c:pt>
                <c:pt idx="11102">
                  <c:v>0.1460148766322148</c:v>
                </c:pt>
                <c:pt idx="11103">
                  <c:v>0.14602522146026875</c:v>
                </c:pt>
                <c:pt idx="11104">
                  <c:v>0.14602947834121374</c:v>
                </c:pt>
                <c:pt idx="11105">
                  <c:v>0.14603342212772788</c:v>
                </c:pt>
                <c:pt idx="11106">
                  <c:v>0.14603682695592254</c:v>
                </c:pt>
                <c:pt idx="11107">
                  <c:v>0.14604839131642297</c:v>
                </c:pt>
                <c:pt idx="11108">
                  <c:v>0.14605377055568694</c:v>
                </c:pt>
                <c:pt idx="11109">
                  <c:v>0.14605551611290646</c:v>
                </c:pt>
                <c:pt idx="11110">
                  <c:v>0.14607862438198813</c:v>
                </c:pt>
                <c:pt idx="11111">
                  <c:v>0.14609871700641291</c:v>
                </c:pt>
                <c:pt idx="11112">
                  <c:v>0.14610812345008406</c:v>
                </c:pt>
                <c:pt idx="11113">
                  <c:v>0.14613633348274679</c:v>
                </c:pt>
                <c:pt idx="11114">
                  <c:v>0.14614622201437982</c:v>
                </c:pt>
                <c:pt idx="11115">
                  <c:v>0.14617035572296483</c:v>
                </c:pt>
                <c:pt idx="11116">
                  <c:v>0.14617278692984831</c:v>
                </c:pt>
                <c:pt idx="11117">
                  <c:v>0.14618993821598772</c:v>
                </c:pt>
                <c:pt idx="11118">
                  <c:v>0.14621142975456261</c:v>
                </c:pt>
                <c:pt idx="11119">
                  <c:v>0.1462396522408986</c:v>
                </c:pt>
                <c:pt idx="11120">
                  <c:v>0.14624475684939042</c:v>
                </c:pt>
                <c:pt idx="11121">
                  <c:v>0.14624870734102732</c:v>
                </c:pt>
                <c:pt idx="11122">
                  <c:v>0.14625886406946226</c:v>
                </c:pt>
                <c:pt idx="11123">
                  <c:v>0.14626266484203637</c:v>
                </c:pt>
                <c:pt idx="11124">
                  <c:v>0.14626753159090147</c:v>
                </c:pt>
                <c:pt idx="11125">
                  <c:v>0.14626909539966071</c:v>
                </c:pt>
                <c:pt idx="11126">
                  <c:v>0.1462793086260786</c:v>
                </c:pt>
                <c:pt idx="11127">
                  <c:v>0.14629295907430681</c:v>
                </c:pt>
                <c:pt idx="11128">
                  <c:v>0.14629822927355174</c:v>
                </c:pt>
                <c:pt idx="11129">
                  <c:v>0.14630449755428124</c:v>
                </c:pt>
                <c:pt idx="11130">
                  <c:v>0.14631186292352985</c:v>
                </c:pt>
                <c:pt idx="11131">
                  <c:v>0.14632041173007601</c:v>
                </c:pt>
                <c:pt idx="11132">
                  <c:v>0.14632061649748609</c:v>
                </c:pt>
                <c:pt idx="11133">
                  <c:v>0.14633900389942683</c:v>
                </c:pt>
                <c:pt idx="11134">
                  <c:v>0.1463489011553657</c:v>
                </c:pt>
                <c:pt idx="11135">
                  <c:v>0.14640197676056493</c:v>
                </c:pt>
                <c:pt idx="11136">
                  <c:v>0.14641708563613662</c:v>
                </c:pt>
                <c:pt idx="11137">
                  <c:v>0.1464212668583823</c:v>
                </c:pt>
                <c:pt idx="11138">
                  <c:v>0.14643666210196435</c:v>
                </c:pt>
                <c:pt idx="11139">
                  <c:v>0.14643980083323996</c:v>
                </c:pt>
                <c:pt idx="11140">
                  <c:v>0.14648905464681766</c:v>
                </c:pt>
                <c:pt idx="11141">
                  <c:v>0.14650002947272805</c:v>
                </c:pt>
                <c:pt idx="11142">
                  <c:v>0.14650523887545339</c:v>
                </c:pt>
                <c:pt idx="11143">
                  <c:v>0.14651629979564476</c:v>
                </c:pt>
                <c:pt idx="11144">
                  <c:v>0.14651863828673103</c:v>
                </c:pt>
                <c:pt idx="11145">
                  <c:v>0.14653921284736784</c:v>
                </c:pt>
                <c:pt idx="11146">
                  <c:v>0.14654085646052087</c:v>
                </c:pt>
                <c:pt idx="11147">
                  <c:v>0.14657352865504233</c:v>
                </c:pt>
                <c:pt idx="11148">
                  <c:v>0.14657541983010017</c:v>
                </c:pt>
                <c:pt idx="11149">
                  <c:v>0.14658497914813914</c:v>
                </c:pt>
                <c:pt idx="11150">
                  <c:v>0.14660444346825771</c:v>
                </c:pt>
                <c:pt idx="11151">
                  <c:v>0.14661832281462803</c:v>
                </c:pt>
                <c:pt idx="11152">
                  <c:v>0.14665106935692601</c:v>
                </c:pt>
                <c:pt idx="11153">
                  <c:v>0.14665887069519362</c:v>
                </c:pt>
                <c:pt idx="11154">
                  <c:v>0.14666853711532896</c:v>
                </c:pt>
                <c:pt idx="11155">
                  <c:v>0.14668740806881761</c:v>
                </c:pt>
                <c:pt idx="11156">
                  <c:v>0.14668881113088855</c:v>
                </c:pt>
                <c:pt idx="11157">
                  <c:v>0.14671315997282913</c:v>
                </c:pt>
                <c:pt idx="11158">
                  <c:v>0.14671538936758644</c:v>
                </c:pt>
                <c:pt idx="11159">
                  <c:v>0.1467181716857838</c:v>
                </c:pt>
                <c:pt idx="11160">
                  <c:v>0.14672802305244642</c:v>
                </c:pt>
                <c:pt idx="11161">
                  <c:v>0.14675232999634558</c:v>
                </c:pt>
                <c:pt idx="11162">
                  <c:v>0.14675374382260928</c:v>
                </c:pt>
                <c:pt idx="11163">
                  <c:v>0.14675901741222747</c:v>
                </c:pt>
                <c:pt idx="11164">
                  <c:v>0.14676504514389269</c:v>
                </c:pt>
                <c:pt idx="11165">
                  <c:v>0.14676768412780916</c:v>
                </c:pt>
                <c:pt idx="11166">
                  <c:v>0.14678583067300388</c:v>
                </c:pt>
                <c:pt idx="11167">
                  <c:v>0.14680137514557917</c:v>
                </c:pt>
                <c:pt idx="11168">
                  <c:v>0.14682386241656722</c:v>
                </c:pt>
                <c:pt idx="11169">
                  <c:v>0.14684929009488035</c:v>
                </c:pt>
                <c:pt idx="11170">
                  <c:v>0.14686169282898029</c:v>
                </c:pt>
                <c:pt idx="11171">
                  <c:v>0.14686543517432382</c:v>
                </c:pt>
                <c:pt idx="11172">
                  <c:v>0.1468793764989009</c:v>
                </c:pt>
                <c:pt idx="11173">
                  <c:v>0.14691560463843473</c:v>
                </c:pt>
                <c:pt idx="11174">
                  <c:v>0.14691631716020775</c:v>
                </c:pt>
                <c:pt idx="11175">
                  <c:v>0.14691895091894899</c:v>
                </c:pt>
                <c:pt idx="11176">
                  <c:v>0.14692265178479108</c:v>
                </c:pt>
                <c:pt idx="11177">
                  <c:v>0.14692402228806692</c:v>
                </c:pt>
                <c:pt idx="11178">
                  <c:v>0.14694406344957303</c:v>
                </c:pt>
                <c:pt idx="11179">
                  <c:v>0.14694829419549241</c:v>
                </c:pt>
                <c:pt idx="11180">
                  <c:v>0.14696459291006947</c:v>
                </c:pt>
                <c:pt idx="11181">
                  <c:v>0.14697286308144117</c:v>
                </c:pt>
                <c:pt idx="11182">
                  <c:v>0.14698890936732001</c:v>
                </c:pt>
                <c:pt idx="11183">
                  <c:v>0.14699083534020124</c:v>
                </c:pt>
                <c:pt idx="11184">
                  <c:v>0.14699568390152495</c:v>
                </c:pt>
                <c:pt idx="11185">
                  <c:v>0.14701399098136436</c:v>
                </c:pt>
                <c:pt idx="11186">
                  <c:v>0.1470160101092465</c:v>
                </c:pt>
                <c:pt idx="11187">
                  <c:v>0.1470168090768629</c:v>
                </c:pt>
                <c:pt idx="11188">
                  <c:v>0.14701734513916917</c:v>
                </c:pt>
                <c:pt idx="11189">
                  <c:v>0.14702828976445914</c:v>
                </c:pt>
                <c:pt idx="11190">
                  <c:v>0.14702943840836766</c:v>
                </c:pt>
                <c:pt idx="11191">
                  <c:v>0.14703066831273687</c:v>
                </c:pt>
                <c:pt idx="11192">
                  <c:v>0.14704354584973245</c:v>
                </c:pt>
                <c:pt idx="11193">
                  <c:v>0.1470454241173208</c:v>
                </c:pt>
                <c:pt idx="11194">
                  <c:v>0.14705092501049696</c:v>
                </c:pt>
                <c:pt idx="11195">
                  <c:v>0.14706283882440355</c:v>
                </c:pt>
                <c:pt idx="11196">
                  <c:v>0.14706352458035354</c:v>
                </c:pt>
                <c:pt idx="11197">
                  <c:v>0.14707445180653844</c:v>
                </c:pt>
                <c:pt idx="11198">
                  <c:v>0.14708237120993162</c:v>
                </c:pt>
                <c:pt idx="11199">
                  <c:v>0.14708668632225025</c:v>
                </c:pt>
                <c:pt idx="11200">
                  <c:v>0.14709967489929868</c:v>
                </c:pt>
                <c:pt idx="11201">
                  <c:v>0.14713509783470086</c:v>
                </c:pt>
                <c:pt idx="11202">
                  <c:v>0.14718417128341257</c:v>
                </c:pt>
                <c:pt idx="11203">
                  <c:v>0.14719338448587796</c:v>
                </c:pt>
                <c:pt idx="11204">
                  <c:v>0.1471938204912315</c:v>
                </c:pt>
                <c:pt idx="11205">
                  <c:v>0.14719502094625359</c:v>
                </c:pt>
                <c:pt idx="11206">
                  <c:v>0.14719885867784799</c:v>
                </c:pt>
                <c:pt idx="11207">
                  <c:v>0.14720645321880441</c:v>
                </c:pt>
                <c:pt idx="11208">
                  <c:v>0.14721723050332877</c:v>
                </c:pt>
                <c:pt idx="11209">
                  <c:v>0.1472463799133534</c:v>
                </c:pt>
                <c:pt idx="11210">
                  <c:v>0.14726892155088062</c:v>
                </c:pt>
                <c:pt idx="11211">
                  <c:v>0.14730100181961212</c:v>
                </c:pt>
                <c:pt idx="11212">
                  <c:v>0.14731614481610655</c:v>
                </c:pt>
                <c:pt idx="11213">
                  <c:v>0.14732684560369352</c:v>
                </c:pt>
                <c:pt idx="11214">
                  <c:v>0.14735553080811356</c:v>
                </c:pt>
                <c:pt idx="11215">
                  <c:v>0.14738350936641675</c:v>
                </c:pt>
                <c:pt idx="11216">
                  <c:v>0.14739198903683498</c:v>
                </c:pt>
                <c:pt idx="11217">
                  <c:v>0.14739507443433558</c:v>
                </c:pt>
                <c:pt idx="11218">
                  <c:v>0.14741092652876125</c:v>
                </c:pt>
                <c:pt idx="11219">
                  <c:v>0.14744528410299151</c:v>
                </c:pt>
                <c:pt idx="11220">
                  <c:v>0.14745426374141463</c:v>
                </c:pt>
                <c:pt idx="11221">
                  <c:v>0.14747567876305362</c:v>
                </c:pt>
                <c:pt idx="11222">
                  <c:v>0.14748165786374332</c:v>
                </c:pt>
                <c:pt idx="11223">
                  <c:v>0.14748852766602272</c:v>
                </c:pt>
                <c:pt idx="11224">
                  <c:v>0.14749083660638992</c:v>
                </c:pt>
                <c:pt idx="11225">
                  <c:v>0.14749843246370981</c:v>
                </c:pt>
                <c:pt idx="11226">
                  <c:v>0.14750194348300036</c:v>
                </c:pt>
                <c:pt idx="11227">
                  <c:v>0.14751270444607043</c:v>
                </c:pt>
                <c:pt idx="11228">
                  <c:v>0.14754098170736035</c:v>
                </c:pt>
                <c:pt idx="11229">
                  <c:v>0.14754424697981233</c:v>
                </c:pt>
                <c:pt idx="11230">
                  <c:v>0.14754637755073827</c:v>
                </c:pt>
                <c:pt idx="11231">
                  <c:v>0.14755760363034884</c:v>
                </c:pt>
                <c:pt idx="11232">
                  <c:v>0.14756176647159011</c:v>
                </c:pt>
                <c:pt idx="11233">
                  <c:v>0.14756891508527889</c:v>
                </c:pt>
                <c:pt idx="11234">
                  <c:v>0.14757716590103973</c:v>
                </c:pt>
                <c:pt idx="11235">
                  <c:v>0.14759516414680837</c:v>
                </c:pt>
                <c:pt idx="11236">
                  <c:v>0.14762753780368984</c:v>
                </c:pt>
                <c:pt idx="11237">
                  <c:v>0.14763542009969341</c:v>
                </c:pt>
                <c:pt idx="11238">
                  <c:v>0.14767009035570403</c:v>
                </c:pt>
                <c:pt idx="11239">
                  <c:v>0.14767356691422362</c:v>
                </c:pt>
                <c:pt idx="11240">
                  <c:v>0.14767442912297338</c:v>
                </c:pt>
                <c:pt idx="11241">
                  <c:v>0.14768135488198075</c:v>
                </c:pt>
                <c:pt idx="11242">
                  <c:v>0.14772569735351113</c:v>
                </c:pt>
                <c:pt idx="11243">
                  <c:v>0.14772822584925316</c:v>
                </c:pt>
                <c:pt idx="11244">
                  <c:v>0.14773880589034474</c:v>
                </c:pt>
                <c:pt idx="11245">
                  <c:v>0.14775562173090226</c:v>
                </c:pt>
                <c:pt idx="11246">
                  <c:v>0.14776117229040911</c:v>
                </c:pt>
                <c:pt idx="11247">
                  <c:v>0.14777430249391618</c:v>
                </c:pt>
                <c:pt idx="11248">
                  <c:v>0.14777764753847111</c:v>
                </c:pt>
                <c:pt idx="11249">
                  <c:v>0.14778517169762365</c:v>
                </c:pt>
                <c:pt idx="11250">
                  <c:v>0.14781444155443935</c:v>
                </c:pt>
                <c:pt idx="11251">
                  <c:v>0.14782573947335573</c:v>
                </c:pt>
                <c:pt idx="11252">
                  <c:v>0.14783624359627048</c:v>
                </c:pt>
                <c:pt idx="11253">
                  <c:v>0.14784934490957691</c:v>
                </c:pt>
                <c:pt idx="11254">
                  <c:v>0.14785173108377006</c:v>
                </c:pt>
                <c:pt idx="11255">
                  <c:v>0.14787430704798668</c:v>
                </c:pt>
                <c:pt idx="11256">
                  <c:v>0.14787745908097125</c:v>
                </c:pt>
                <c:pt idx="11257">
                  <c:v>0.14787807746877654</c:v>
                </c:pt>
                <c:pt idx="11258">
                  <c:v>0.14788431341020045</c:v>
                </c:pt>
                <c:pt idx="11259">
                  <c:v>0.14789033960689793</c:v>
                </c:pt>
                <c:pt idx="11260">
                  <c:v>0.14789553445986911</c:v>
                </c:pt>
                <c:pt idx="11261">
                  <c:v>0.14789654160006091</c:v>
                </c:pt>
                <c:pt idx="11262">
                  <c:v>0.14792149185152623</c:v>
                </c:pt>
                <c:pt idx="11263">
                  <c:v>0.1479227667079836</c:v>
                </c:pt>
                <c:pt idx="11264">
                  <c:v>0.14793319792565104</c:v>
                </c:pt>
                <c:pt idx="11265">
                  <c:v>0.1479428873629352</c:v>
                </c:pt>
                <c:pt idx="11266">
                  <c:v>0.14795635856641615</c:v>
                </c:pt>
                <c:pt idx="11267">
                  <c:v>0.14795995881523871</c:v>
                </c:pt>
                <c:pt idx="11268">
                  <c:v>0.1479717304996879</c:v>
                </c:pt>
                <c:pt idx="11269">
                  <c:v>0.14798449131288885</c:v>
                </c:pt>
                <c:pt idx="11270">
                  <c:v>0.14799451056478385</c:v>
                </c:pt>
                <c:pt idx="11271">
                  <c:v>0.14799673783459058</c:v>
                </c:pt>
                <c:pt idx="11272">
                  <c:v>0.14799830327489755</c:v>
                </c:pt>
                <c:pt idx="11273">
                  <c:v>0.14800028570959273</c:v>
                </c:pt>
                <c:pt idx="11274">
                  <c:v>0.14800381923908715</c:v>
                </c:pt>
                <c:pt idx="11275">
                  <c:v>0.14801906402862247</c:v>
                </c:pt>
                <c:pt idx="11276">
                  <c:v>0.14802397647602242</c:v>
                </c:pt>
                <c:pt idx="11277">
                  <c:v>0.14804847759557802</c:v>
                </c:pt>
                <c:pt idx="11278">
                  <c:v>0.14810101851042584</c:v>
                </c:pt>
                <c:pt idx="11279">
                  <c:v>0.1481046819543341</c:v>
                </c:pt>
                <c:pt idx="11280">
                  <c:v>0.14812992155185145</c:v>
                </c:pt>
                <c:pt idx="11281">
                  <c:v>0.14813630818895249</c:v>
                </c:pt>
                <c:pt idx="11282">
                  <c:v>0.14814415316299942</c:v>
                </c:pt>
                <c:pt idx="11283">
                  <c:v>0.14816001892560254</c:v>
                </c:pt>
                <c:pt idx="11284">
                  <c:v>0.14816954189832307</c:v>
                </c:pt>
                <c:pt idx="11285">
                  <c:v>0.14817258644429016</c:v>
                </c:pt>
                <c:pt idx="11286">
                  <c:v>0.14818414411941658</c:v>
                </c:pt>
                <c:pt idx="11287">
                  <c:v>0.14819318697316858</c:v>
                </c:pt>
                <c:pt idx="11288">
                  <c:v>0.14820629753428383</c:v>
                </c:pt>
                <c:pt idx="11289">
                  <c:v>0.14820651810136284</c:v>
                </c:pt>
                <c:pt idx="11290">
                  <c:v>0.14821046507407776</c:v>
                </c:pt>
                <c:pt idx="11291">
                  <c:v>0.14823479855092209</c:v>
                </c:pt>
                <c:pt idx="11292">
                  <c:v>0.14823928566602204</c:v>
                </c:pt>
                <c:pt idx="11293">
                  <c:v>0.14824279049420186</c:v>
                </c:pt>
                <c:pt idx="11294">
                  <c:v>0.14826593099918439</c:v>
                </c:pt>
                <c:pt idx="11295">
                  <c:v>0.1482813275153414</c:v>
                </c:pt>
                <c:pt idx="11296">
                  <c:v>0.14828510904303899</c:v>
                </c:pt>
                <c:pt idx="11297">
                  <c:v>0.14831069227303831</c:v>
                </c:pt>
                <c:pt idx="11298">
                  <c:v>0.1483425082448897</c:v>
                </c:pt>
                <c:pt idx="11299">
                  <c:v>0.14834425199528647</c:v>
                </c:pt>
                <c:pt idx="11300">
                  <c:v>0.14836733169622898</c:v>
                </c:pt>
                <c:pt idx="11301">
                  <c:v>0.14838758806423233</c:v>
                </c:pt>
                <c:pt idx="11302">
                  <c:v>0.14839753704131223</c:v>
                </c:pt>
                <c:pt idx="11303">
                  <c:v>0.14842627684922427</c:v>
                </c:pt>
                <c:pt idx="11304">
                  <c:v>0.14844322616345265</c:v>
                </c:pt>
                <c:pt idx="11305">
                  <c:v>0.1484756800976357</c:v>
                </c:pt>
                <c:pt idx="11306">
                  <c:v>0.14848950608337588</c:v>
                </c:pt>
                <c:pt idx="11307">
                  <c:v>0.14851042928219932</c:v>
                </c:pt>
                <c:pt idx="11308">
                  <c:v>0.1485394953562551</c:v>
                </c:pt>
                <c:pt idx="11309">
                  <c:v>0.14857584966700599</c:v>
                </c:pt>
                <c:pt idx="11310">
                  <c:v>0.14859738745683551</c:v>
                </c:pt>
                <c:pt idx="11311">
                  <c:v>0.14860884545588873</c:v>
                </c:pt>
                <c:pt idx="11312">
                  <c:v>0.14861116108399816</c:v>
                </c:pt>
                <c:pt idx="11313">
                  <c:v>0.14861274408471245</c:v>
                </c:pt>
                <c:pt idx="11314">
                  <c:v>0.14862744353425794</c:v>
                </c:pt>
                <c:pt idx="11315">
                  <c:v>0.14866081852655771</c:v>
                </c:pt>
                <c:pt idx="11316">
                  <c:v>0.14868275143656259</c:v>
                </c:pt>
                <c:pt idx="11317">
                  <c:v>0.14868904046715342</c:v>
                </c:pt>
                <c:pt idx="11318">
                  <c:v>0.14869151743405956</c:v>
                </c:pt>
                <c:pt idx="11319">
                  <c:v>0.14869166591147032</c:v>
                </c:pt>
                <c:pt idx="11320">
                  <c:v>0.14869731309884138</c:v>
                </c:pt>
                <c:pt idx="11321">
                  <c:v>0.14870689505916884</c:v>
                </c:pt>
                <c:pt idx="11322">
                  <c:v>0.14871094574807686</c:v>
                </c:pt>
                <c:pt idx="11323">
                  <c:v>0.14871297748779377</c:v>
                </c:pt>
                <c:pt idx="11324">
                  <c:v>0.14871873997313359</c:v>
                </c:pt>
                <c:pt idx="11325">
                  <c:v>0.14872295202173325</c:v>
                </c:pt>
                <c:pt idx="11326">
                  <c:v>0.14873075512721731</c:v>
                </c:pt>
                <c:pt idx="11327">
                  <c:v>0.14873236634654424</c:v>
                </c:pt>
                <c:pt idx="11328">
                  <c:v>0.14877129096928859</c:v>
                </c:pt>
                <c:pt idx="11329">
                  <c:v>0.14877301055964329</c:v>
                </c:pt>
                <c:pt idx="11330">
                  <c:v>0.14879448875853984</c:v>
                </c:pt>
                <c:pt idx="11331">
                  <c:v>0.14880439219864611</c:v>
                </c:pt>
                <c:pt idx="11332">
                  <c:v>0.14883094039389066</c:v>
                </c:pt>
                <c:pt idx="11333">
                  <c:v>0.14884979101128842</c:v>
                </c:pt>
                <c:pt idx="11334">
                  <c:v>0.14888169353352751</c:v>
                </c:pt>
                <c:pt idx="11335">
                  <c:v>0.14888246047372969</c:v>
                </c:pt>
                <c:pt idx="11336">
                  <c:v>0.14888534930313294</c:v>
                </c:pt>
                <c:pt idx="11337">
                  <c:v>0.14889895548500093</c:v>
                </c:pt>
                <c:pt idx="11338">
                  <c:v>0.1489121363901125</c:v>
                </c:pt>
                <c:pt idx="11339">
                  <c:v>0.14893264014108448</c:v>
                </c:pt>
                <c:pt idx="11340">
                  <c:v>0.14894100606742372</c:v>
                </c:pt>
                <c:pt idx="11341">
                  <c:v>0.14896147502663509</c:v>
                </c:pt>
                <c:pt idx="11342">
                  <c:v>0.14898013098689822</c:v>
                </c:pt>
                <c:pt idx="11343">
                  <c:v>0.14898014542181612</c:v>
                </c:pt>
                <c:pt idx="11344">
                  <c:v>0.14899696054800574</c:v>
                </c:pt>
                <c:pt idx="11345">
                  <c:v>0.14899782145614421</c:v>
                </c:pt>
                <c:pt idx="11346">
                  <c:v>0.14901060005093694</c:v>
                </c:pt>
                <c:pt idx="11347">
                  <c:v>0.14901419907274541</c:v>
                </c:pt>
                <c:pt idx="11348">
                  <c:v>0.1490146369307119</c:v>
                </c:pt>
                <c:pt idx="11349">
                  <c:v>0.14904896890877978</c:v>
                </c:pt>
                <c:pt idx="11350">
                  <c:v>0.14905131013753273</c:v>
                </c:pt>
                <c:pt idx="11351">
                  <c:v>0.14907018726189511</c:v>
                </c:pt>
                <c:pt idx="11352">
                  <c:v>0.14907185382719657</c:v>
                </c:pt>
                <c:pt idx="11353">
                  <c:v>0.14909092925634956</c:v>
                </c:pt>
                <c:pt idx="11354">
                  <c:v>0.14909645826801002</c:v>
                </c:pt>
                <c:pt idx="11355">
                  <c:v>0.14910607055268563</c:v>
                </c:pt>
                <c:pt idx="11356">
                  <c:v>0.14911167862335964</c:v>
                </c:pt>
                <c:pt idx="11357">
                  <c:v>0.14911442520620419</c:v>
                </c:pt>
                <c:pt idx="11358">
                  <c:v>0.14912763023739034</c:v>
                </c:pt>
                <c:pt idx="11359">
                  <c:v>0.14913266373543466</c:v>
                </c:pt>
                <c:pt idx="11360">
                  <c:v>0.14914261956659766</c:v>
                </c:pt>
                <c:pt idx="11361">
                  <c:v>0.1491426485975188</c:v>
                </c:pt>
                <c:pt idx="11362">
                  <c:v>0.14914358610064801</c:v>
                </c:pt>
                <c:pt idx="11363">
                  <c:v>0.1491607146616567</c:v>
                </c:pt>
                <c:pt idx="11364">
                  <c:v>0.14916749557706752</c:v>
                </c:pt>
                <c:pt idx="11365">
                  <c:v>0.1491722876164252</c:v>
                </c:pt>
                <c:pt idx="11366">
                  <c:v>0.14917558298731476</c:v>
                </c:pt>
                <c:pt idx="11367">
                  <c:v>0.14918462660226883</c:v>
                </c:pt>
                <c:pt idx="11368">
                  <c:v>0.14920470975231215</c:v>
                </c:pt>
                <c:pt idx="11369">
                  <c:v>0.14920770902501529</c:v>
                </c:pt>
                <c:pt idx="11370">
                  <c:v>0.14921323319385518</c:v>
                </c:pt>
                <c:pt idx="11371">
                  <c:v>0.14922553827684606</c:v>
                </c:pt>
                <c:pt idx="11372">
                  <c:v>0.14923667114696665</c:v>
                </c:pt>
                <c:pt idx="11373">
                  <c:v>0.14924309247125253</c:v>
                </c:pt>
                <c:pt idx="11374">
                  <c:v>0.14925126952062479</c:v>
                </c:pt>
                <c:pt idx="11375">
                  <c:v>0.14925840696588785</c:v>
                </c:pt>
                <c:pt idx="11376">
                  <c:v>0.14926411276450649</c:v>
                </c:pt>
                <c:pt idx="11377">
                  <c:v>0.14926436009444158</c:v>
                </c:pt>
                <c:pt idx="11378">
                  <c:v>0.14928996959376889</c:v>
                </c:pt>
                <c:pt idx="11379">
                  <c:v>0.14929075819884804</c:v>
                </c:pt>
                <c:pt idx="11380">
                  <c:v>0.14931104283024263</c:v>
                </c:pt>
                <c:pt idx="11381">
                  <c:v>0.14931465684418041</c:v>
                </c:pt>
                <c:pt idx="11382">
                  <c:v>0.14933279877334732</c:v>
                </c:pt>
                <c:pt idx="11383">
                  <c:v>0.14933440357457167</c:v>
                </c:pt>
                <c:pt idx="11384">
                  <c:v>0.14934268880116969</c:v>
                </c:pt>
                <c:pt idx="11385">
                  <c:v>0.14936912765594845</c:v>
                </c:pt>
                <c:pt idx="11386">
                  <c:v>0.14937419862916795</c:v>
                </c:pt>
                <c:pt idx="11387">
                  <c:v>0.14938153078166205</c:v>
                </c:pt>
                <c:pt idx="11388">
                  <c:v>0.14939664876850081</c:v>
                </c:pt>
                <c:pt idx="11389">
                  <c:v>0.14939851573366425</c:v>
                </c:pt>
                <c:pt idx="11390">
                  <c:v>0.14940515077286193</c:v>
                </c:pt>
                <c:pt idx="11391">
                  <c:v>0.14943368948357746</c:v>
                </c:pt>
                <c:pt idx="11392">
                  <c:v>0.14943667983113954</c:v>
                </c:pt>
                <c:pt idx="11393">
                  <c:v>0.14945499005254698</c:v>
                </c:pt>
                <c:pt idx="11394">
                  <c:v>0.14947011232357491</c:v>
                </c:pt>
                <c:pt idx="11395">
                  <c:v>0.14947042859791468</c:v>
                </c:pt>
                <c:pt idx="11396">
                  <c:v>0.14948180955158455</c:v>
                </c:pt>
                <c:pt idx="11397">
                  <c:v>0.14948247105650206</c:v>
                </c:pt>
                <c:pt idx="11398">
                  <c:v>0.14949587720629415</c:v>
                </c:pt>
                <c:pt idx="11399">
                  <c:v>0.14950035425627162</c:v>
                </c:pt>
                <c:pt idx="11400">
                  <c:v>0.14950109571154116</c:v>
                </c:pt>
                <c:pt idx="11401">
                  <c:v>0.14950185309449127</c:v>
                </c:pt>
                <c:pt idx="11402">
                  <c:v>0.14950892379417433</c:v>
                </c:pt>
                <c:pt idx="11403">
                  <c:v>0.14951105703160744</c:v>
                </c:pt>
                <c:pt idx="11404">
                  <c:v>0.14951191751935763</c:v>
                </c:pt>
                <c:pt idx="11405">
                  <c:v>0.14951700983560795</c:v>
                </c:pt>
                <c:pt idx="11406">
                  <c:v>0.14951853752715819</c:v>
                </c:pt>
                <c:pt idx="11407">
                  <c:v>0.14953148436382407</c:v>
                </c:pt>
                <c:pt idx="11408">
                  <c:v>0.14953179198326336</c:v>
                </c:pt>
                <c:pt idx="11409">
                  <c:v>0.14953407165369945</c:v>
                </c:pt>
                <c:pt idx="11410">
                  <c:v>0.14953514379399391</c:v>
                </c:pt>
                <c:pt idx="11411">
                  <c:v>0.14953985858713345</c:v>
                </c:pt>
                <c:pt idx="11412">
                  <c:v>0.1495457411011725</c:v>
                </c:pt>
                <c:pt idx="11413">
                  <c:v>0.14957735663264193</c:v>
                </c:pt>
                <c:pt idx="11414">
                  <c:v>0.14958657556615282</c:v>
                </c:pt>
                <c:pt idx="11415">
                  <c:v>0.14959520728318662</c:v>
                </c:pt>
                <c:pt idx="11416">
                  <c:v>0.14960983291146979</c:v>
                </c:pt>
                <c:pt idx="11417">
                  <c:v>0.14962058149868124</c:v>
                </c:pt>
                <c:pt idx="11418">
                  <c:v>0.14966598806138889</c:v>
                </c:pt>
                <c:pt idx="11419">
                  <c:v>0.14967252359884806</c:v>
                </c:pt>
                <c:pt idx="11420">
                  <c:v>0.14967827715336193</c:v>
                </c:pt>
                <c:pt idx="11421">
                  <c:v>0.14969717296910559</c:v>
                </c:pt>
                <c:pt idx="11422">
                  <c:v>0.14970262625724698</c:v>
                </c:pt>
                <c:pt idx="11423">
                  <c:v>0.14972543300359467</c:v>
                </c:pt>
                <c:pt idx="11424">
                  <c:v>0.14974020468791877</c:v>
                </c:pt>
                <c:pt idx="11425">
                  <c:v>0.14974211770458254</c:v>
                </c:pt>
                <c:pt idx="11426">
                  <c:v>0.14974222272035992</c:v>
                </c:pt>
                <c:pt idx="11427">
                  <c:v>0.1497724659571707</c:v>
                </c:pt>
                <c:pt idx="11428">
                  <c:v>0.14979342273797872</c:v>
                </c:pt>
                <c:pt idx="11429">
                  <c:v>0.14982153857556055</c:v>
                </c:pt>
                <c:pt idx="11430">
                  <c:v>0.14982350398041117</c:v>
                </c:pt>
                <c:pt idx="11431">
                  <c:v>0.14983310313864429</c:v>
                </c:pt>
                <c:pt idx="11432">
                  <c:v>0.14984145284307304</c:v>
                </c:pt>
                <c:pt idx="11433">
                  <c:v>0.14985388924820073</c:v>
                </c:pt>
                <c:pt idx="11434">
                  <c:v>0.14986306511227412</c:v>
                </c:pt>
                <c:pt idx="11435">
                  <c:v>0.14988314885551787</c:v>
                </c:pt>
                <c:pt idx="11436">
                  <c:v>0.14988766980604445</c:v>
                </c:pt>
                <c:pt idx="11437">
                  <c:v>0.14989854167122829</c:v>
                </c:pt>
                <c:pt idx="11438">
                  <c:v>0.14992171041964225</c:v>
                </c:pt>
                <c:pt idx="11439">
                  <c:v>0.14992398982418065</c:v>
                </c:pt>
                <c:pt idx="11440">
                  <c:v>0.14992883995404083</c:v>
                </c:pt>
                <c:pt idx="11441">
                  <c:v>0.14994816494324209</c:v>
                </c:pt>
                <c:pt idx="11442">
                  <c:v>0.15000592994190734</c:v>
                </c:pt>
                <c:pt idx="11443">
                  <c:v>0.15002342547934081</c:v>
                </c:pt>
                <c:pt idx="11444">
                  <c:v>0.1500395680734882</c:v>
                </c:pt>
                <c:pt idx="11445">
                  <c:v>0.15006353626772953</c:v>
                </c:pt>
                <c:pt idx="11446">
                  <c:v>0.15007777266745681</c:v>
                </c:pt>
                <c:pt idx="11447">
                  <c:v>0.15009477523375184</c:v>
                </c:pt>
                <c:pt idx="11448">
                  <c:v>0.15009951447081094</c:v>
                </c:pt>
                <c:pt idx="11449">
                  <c:v>0.15010020356651846</c:v>
                </c:pt>
                <c:pt idx="11450">
                  <c:v>0.15011295868915164</c:v>
                </c:pt>
                <c:pt idx="11451">
                  <c:v>0.15012885031374451</c:v>
                </c:pt>
                <c:pt idx="11452">
                  <c:v>0.15015886611900189</c:v>
                </c:pt>
                <c:pt idx="11453">
                  <c:v>0.15015886778484461</c:v>
                </c:pt>
                <c:pt idx="11454">
                  <c:v>0.15019454031746102</c:v>
                </c:pt>
                <c:pt idx="11455">
                  <c:v>0.15020257442484328</c:v>
                </c:pt>
                <c:pt idx="11456">
                  <c:v>0.15020684459771799</c:v>
                </c:pt>
                <c:pt idx="11457">
                  <c:v>0.15021467417479389</c:v>
                </c:pt>
                <c:pt idx="11458">
                  <c:v>0.15022968432907571</c:v>
                </c:pt>
                <c:pt idx="11459">
                  <c:v>0.15023401637237183</c:v>
                </c:pt>
                <c:pt idx="11460">
                  <c:v>0.15024088658454515</c:v>
                </c:pt>
                <c:pt idx="11461">
                  <c:v>0.15024647864704177</c:v>
                </c:pt>
                <c:pt idx="11462">
                  <c:v>0.15024786682400637</c:v>
                </c:pt>
                <c:pt idx="11463">
                  <c:v>0.15026141910687157</c:v>
                </c:pt>
                <c:pt idx="11464">
                  <c:v>0.15026179031006826</c:v>
                </c:pt>
                <c:pt idx="11465">
                  <c:v>0.15026679357237938</c:v>
                </c:pt>
                <c:pt idx="11466">
                  <c:v>0.15028339978184976</c:v>
                </c:pt>
                <c:pt idx="11467">
                  <c:v>0.15030245449308416</c:v>
                </c:pt>
                <c:pt idx="11468">
                  <c:v>0.15030797820758765</c:v>
                </c:pt>
                <c:pt idx="11469">
                  <c:v>0.15033394905322686</c:v>
                </c:pt>
                <c:pt idx="11470">
                  <c:v>0.15033477008473803</c:v>
                </c:pt>
                <c:pt idx="11471">
                  <c:v>0.15034086440771835</c:v>
                </c:pt>
                <c:pt idx="11472">
                  <c:v>0.15034753008799115</c:v>
                </c:pt>
                <c:pt idx="11473">
                  <c:v>0.15035366728569735</c:v>
                </c:pt>
                <c:pt idx="11474">
                  <c:v>0.15035663284015158</c:v>
                </c:pt>
                <c:pt idx="11475">
                  <c:v>0.15036399100720743</c:v>
                </c:pt>
                <c:pt idx="11476">
                  <c:v>0.15039859013512352</c:v>
                </c:pt>
                <c:pt idx="11477">
                  <c:v>0.15041475879558033</c:v>
                </c:pt>
                <c:pt idx="11478">
                  <c:v>0.15041532381148193</c:v>
                </c:pt>
                <c:pt idx="11479">
                  <c:v>0.15042314389994854</c:v>
                </c:pt>
                <c:pt idx="11480">
                  <c:v>0.15042667788473005</c:v>
                </c:pt>
                <c:pt idx="11481">
                  <c:v>0.1504315819212442</c:v>
                </c:pt>
                <c:pt idx="11482">
                  <c:v>0.15045431677258672</c:v>
                </c:pt>
                <c:pt idx="11483">
                  <c:v>0.15045928178361773</c:v>
                </c:pt>
                <c:pt idx="11484">
                  <c:v>0.15047022887912645</c:v>
                </c:pt>
                <c:pt idx="11485">
                  <c:v>0.15047118884693478</c:v>
                </c:pt>
                <c:pt idx="11486">
                  <c:v>0.15056977242814182</c:v>
                </c:pt>
                <c:pt idx="11487">
                  <c:v>0.15057949015397509</c:v>
                </c:pt>
                <c:pt idx="11488">
                  <c:v>0.15059209524467965</c:v>
                </c:pt>
                <c:pt idx="11489">
                  <c:v>0.15059641099949125</c:v>
                </c:pt>
                <c:pt idx="11490">
                  <c:v>0.15060817673631419</c:v>
                </c:pt>
                <c:pt idx="11491">
                  <c:v>0.15060836792147972</c:v>
                </c:pt>
                <c:pt idx="11492">
                  <c:v>0.15062200946808132</c:v>
                </c:pt>
                <c:pt idx="11493">
                  <c:v>0.15064537134959322</c:v>
                </c:pt>
                <c:pt idx="11494">
                  <c:v>0.15064539243217578</c:v>
                </c:pt>
                <c:pt idx="11495">
                  <c:v>0.1506538183628483</c:v>
                </c:pt>
                <c:pt idx="11496">
                  <c:v>0.1506540606270895</c:v>
                </c:pt>
                <c:pt idx="11497">
                  <c:v>0.15067672367558285</c:v>
                </c:pt>
                <c:pt idx="11498">
                  <c:v>0.1506824510235423</c:v>
                </c:pt>
                <c:pt idx="11499">
                  <c:v>0.15069505673355271</c:v>
                </c:pt>
                <c:pt idx="11500">
                  <c:v>0.15071146696306278</c:v>
                </c:pt>
                <c:pt idx="11501">
                  <c:v>0.15071530951381926</c:v>
                </c:pt>
                <c:pt idx="11502">
                  <c:v>0.15071795933344673</c:v>
                </c:pt>
                <c:pt idx="11503">
                  <c:v>0.15072255390848094</c:v>
                </c:pt>
                <c:pt idx="11504">
                  <c:v>0.15075044198350462</c:v>
                </c:pt>
                <c:pt idx="11505">
                  <c:v>0.15075477182066227</c:v>
                </c:pt>
                <c:pt idx="11506">
                  <c:v>0.15076885276230467</c:v>
                </c:pt>
                <c:pt idx="11507">
                  <c:v>0.15077539019406891</c:v>
                </c:pt>
                <c:pt idx="11508">
                  <c:v>0.15077904847946416</c:v>
                </c:pt>
                <c:pt idx="11509">
                  <c:v>0.15078238468683738</c:v>
                </c:pt>
                <c:pt idx="11510">
                  <c:v>0.15078682157815892</c:v>
                </c:pt>
                <c:pt idx="11511">
                  <c:v>0.15081482733947943</c:v>
                </c:pt>
                <c:pt idx="11512">
                  <c:v>0.15082352787417858</c:v>
                </c:pt>
                <c:pt idx="11513">
                  <c:v>0.15082480380485278</c:v>
                </c:pt>
                <c:pt idx="11514">
                  <c:v>0.15083820529383055</c:v>
                </c:pt>
                <c:pt idx="11515">
                  <c:v>0.15084374969109357</c:v>
                </c:pt>
                <c:pt idx="11516">
                  <c:v>0.15086408847318275</c:v>
                </c:pt>
                <c:pt idx="11517">
                  <c:v>0.15086457780093732</c:v>
                </c:pt>
                <c:pt idx="11518">
                  <c:v>0.15088453923917863</c:v>
                </c:pt>
                <c:pt idx="11519">
                  <c:v>0.15089013441018218</c:v>
                </c:pt>
                <c:pt idx="11520">
                  <c:v>0.15089297742685828</c:v>
                </c:pt>
                <c:pt idx="11521">
                  <c:v>0.1509106788170933</c:v>
                </c:pt>
                <c:pt idx="11522">
                  <c:v>0.15093603650675577</c:v>
                </c:pt>
                <c:pt idx="11523">
                  <c:v>0.1509437388607224</c:v>
                </c:pt>
                <c:pt idx="11524">
                  <c:v>0.15094931561862085</c:v>
                </c:pt>
                <c:pt idx="11525">
                  <c:v>0.15095025311021559</c:v>
                </c:pt>
                <c:pt idx="11526">
                  <c:v>0.15096954759197498</c:v>
                </c:pt>
                <c:pt idx="11527">
                  <c:v>0.15098535197600871</c:v>
                </c:pt>
                <c:pt idx="11528">
                  <c:v>0.15098897026151714</c:v>
                </c:pt>
                <c:pt idx="11529">
                  <c:v>0.15099704917587092</c:v>
                </c:pt>
                <c:pt idx="11530">
                  <c:v>0.15100923692067691</c:v>
                </c:pt>
                <c:pt idx="11531">
                  <c:v>0.15101214667228988</c:v>
                </c:pt>
                <c:pt idx="11532">
                  <c:v>0.1510377924712257</c:v>
                </c:pt>
                <c:pt idx="11533">
                  <c:v>0.15104546102952499</c:v>
                </c:pt>
                <c:pt idx="11534">
                  <c:v>0.15104764158883721</c:v>
                </c:pt>
                <c:pt idx="11535">
                  <c:v>0.1510598369274419</c:v>
                </c:pt>
                <c:pt idx="11536">
                  <c:v>0.15107470472594486</c:v>
                </c:pt>
                <c:pt idx="11537">
                  <c:v>0.15107853643633437</c:v>
                </c:pt>
                <c:pt idx="11538">
                  <c:v>0.15108889782406429</c:v>
                </c:pt>
                <c:pt idx="11539">
                  <c:v>0.15110302545049292</c:v>
                </c:pt>
                <c:pt idx="11540">
                  <c:v>0.15111508011553101</c:v>
                </c:pt>
                <c:pt idx="11541">
                  <c:v>0.15113565051707339</c:v>
                </c:pt>
                <c:pt idx="11542">
                  <c:v>0.15113626902720967</c:v>
                </c:pt>
                <c:pt idx="11543">
                  <c:v>0.151142927519194</c:v>
                </c:pt>
                <c:pt idx="11544">
                  <c:v>0.15116103194781247</c:v>
                </c:pt>
                <c:pt idx="11545">
                  <c:v>0.15116138703056228</c:v>
                </c:pt>
                <c:pt idx="11546">
                  <c:v>0.15116273071871289</c:v>
                </c:pt>
                <c:pt idx="11547">
                  <c:v>0.1511646011918443</c:v>
                </c:pt>
                <c:pt idx="11548">
                  <c:v>0.15117949329951</c:v>
                </c:pt>
                <c:pt idx="11549">
                  <c:v>0.15121658836865129</c:v>
                </c:pt>
                <c:pt idx="11550">
                  <c:v>0.15124768486361304</c:v>
                </c:pt>
                <c:pt idx="11551">
                  <c:v>0.1512477480048805</c:v>
                </c:pt>
                <c:pt idx="11552">
                  <c:v>0.15126680623206665</c:v>
                </c:pt>
                <c:pt idx="11553">
                  <c:v>0.1512737811807067</c:v>
                </c:pt>
                <c:pt idx="11554">
                  <c:v>0.15127934191698286</c:v>
                </c:pt>
                <c:pt idx="11555">
                  <c:v>0.15132229811487327</c:v>
                </c:pt>
                <c:pt idx="11556">
                  <c:v>0.15133760316957037</c:v>
                </c:pt>
                <c:pt idx="11557">
                  <c:v>0.15136462296583883</c:v>
                </c:pt>
                <c:pt idx="11558">
                  <c:v>0.15136948810817713</c:v>
                </c:pt>
                <c:pt idx="11559">
                  <c:v>0.15137343268713133</c:v>
                </c:pt>
                <c:pt idx="11560">
                  <c:v>0.15137837947345817</c:v>
                </c:pt>
                <c:pt idx="11561">
                  <c:v>0.15139525928179701</c:v>
                </c:pt>
                <c:pt idx="11562">
                  <c:v>0.1514230152840261</c:v>
                </c:pt>
                <c:pt idx="11563">
                  <c:v>0.15143809439751776</c:v>
                </c:pt>
                <c:pt idx="11564">
                  <c:v>0.15145491261041802</c:v>
                </c:pt>
                <c:pt idx="11565">
                  <c:v>0.15146071992516402</c:v>
                </c:pt>
                <c:pt idx="11566">
                  <c:v>0.15148885947585858</c:v>
                </c:pt>
                <c:pt idx="11567">
                  <c:v>0.15151443479817084</c:v>
                </c:pt>
                <c:pt idx="11568">
                  <c:v>0.15151792346011439</c:v>
                </c:pt>
                <c:pt idx="11569">
                  <c:v>0.1515190693761243</c:v>
                </c:pt>
                <c:pt idx="11570">
                  <c:v>0.15153829100077973</c:v>
                </c:pt>
                <c:pt idx="11571">
                  <c:v>0.15154280505023654</c:v>
                </c:pt>
                <c:pt idx="11572">
                  <c:v>0.15157776555014355</c:v>
                </c:pt>
                <c:pt idx="11573">
                  <c:v>0.15158859020023002</c:v>
                </c:pt>
                <c:pt idx="11574">
                  <c:v>0.15162169217037699</c:v>
                </c:pt>
                <c:pt idx="11575">
                  <c:v>0.15163752719850465</c:v>
                </c:pt>
                <c:pt idx="11576">
                  <c:v>0.15164553461358191</c:v>
                </c:pt>
                <c:pt idx="11577">
                  <c:v>0.15164956004263455</c:v>
                </c:pt>
                <c:pt idx="11578">
                  <c:v>0.15167065736945359</c:v>
                </c:pt>
                <c:pt idx="11579">
                  <c:v>0.15170009031957118</c:v>
                </c:pt>
                <c:pt idx="11580">
                  <c:v>0.15171960229193721</c:v>
                </c:pt>
                <c:pt idx="11581">
                  <c:v>0.15173497937432803</c:v>
                </c:pt>
                <c:pt idx="11582">
                  <c:v>0.15173785918353289</c:v>
                </c:pt>
                <c:pt idx="11583">
                  <c:v>0.15174986157904968</c:v>
                </c:pt>
                <c:pt idx="11584">
                  <c:v>0.15175781536142857</c:v>
                </c:pt>
                <c:pt idx="11585">
                  <c:v>0.15176297925088744</c:v>
                </c:pt>
                <c:pt idx="11586">
                  <c:v>0.15176429086322113</c:v>
                </c:pt>
                <c:pt idx="11587">
                  <c:v>0.15176613689605101</c:v>
                </c:pt>
                <c:pt idx="11588">
                  <c:v>0.15178604301694409</c:v>
                </c:pt>
                <c:pt idx="11589">
                  <c:v>0.15179498053429444</c:v>
                </c:pt>
                <c:pt idx="11590">
                  <c:v>0.15181388874649993</c:v>
                </c:pt>
                <c:pt idx="11591">
                  <c:v>0.15181572122533588</c:v>
                </c:pt>
                <c:pt idx="11592">
                  <c:v>0.15182941109204634</c:v>
                </c:pt>
                <c:pt idx="11593">
                  <c:v>0.15183544080317596</c:v>
                </c:pt>
                <c:pt idx="11594">
                  <c:v>0.15184966458927809</c:v>
                </c:pt>
                <c:pt idx="11595">
                  <c:v>0.15186087092762993</c:v>
                </c:pt>
                <c:pt idx="11596">
                  <c:v>0.15187508722739126</c:v>
                </c:pt>
                <c:pt idx="11597">
                  <c:v>0.15189196791153675</c:v>
                </c:pt>
                <c:pt idx="11598">
                  <c:v>0.15190112744439466</c:v>
                </c:pt>
                <c:pt idx="11599">
                  <c:v>0.15190742611783087</c:v>
                </c:pt>
                <c:pt idx="11600">
                  <c:v>0.15191366070008824</c:v>
                </c:pt>
                <c:pt idx="11601">
                  <c:v>0.15193204537962363</c:v>
                </c:pt>
                <c:pt idx="11602">
                  <c:v>0.15193714462636698</c:v>
                </c:pt>
                <c:pt idx="11603">
                  <c:v>0.15193752474051209</c:v>
                </c:pt>
                <c:pt idx="11604">
                  <c:v>0.15196175354959132</c:v>
                </c:pt>
                <c:pt idx="11605">
                  <c:v>0.15196646184249513</c:v>
                </c:pt>
                <c:pt idx="11606">
                  <c:v>0.15197721708408146</c:v>
                </c:pt>
                <c:pt idx="11607">
                  <c:v>0.15199367587346638</c:v>
                </c:pt>
                <c:pt idx="11608">
                  <c:v>0.15201021667550188</c:v>
                </c:pt>
                <c:pt idx="11609">
                  <c:v>0.15202103857726879</c:v>
                </c:pt>
                <c:pt idx="11610">
                  <c:v>0.15203250052970296</c:v>
                </c:pt>
                <c:pt idx="11611">
                  <c:v>0.1520479823012259</c:v>
                </c:pt>
                <c:pt idx="11612">
                  <c:v>0.1520564186761795</c:v>
                </c:pt>
                <c:pt idx="11613">
                  <c:v>0.15205841262053829</c:v>
                </c:pt>
                <c:pt idx="11614">
                  <c:v>0.15209535977002897</c:v>
                </c:pt>
                <c:pt idx="11615">
                  <c:v>0.15213658041530792</c:v>
                </c:pt>
                <c:pt idx="11616">
                  <c:v>0.1521512287367108</c:v>
                </c:pt>
                <c:pt idx="11617">
                  <c:v>0.15215224679295819</c:v>
                </c:pt>
                <c:pt idx="11618">
                  <c:v>0.15215408585450577</c:v>
                </c:pt>
                <c:pt idx="11619">
                  <c:v>0.15219881018815595</c:v>
                </c:pt>
                <c:pt idx="11620">
                  <c:v>0.15220168203382314</c:v>
                </c:pt>
                <c:pt idx="11621">
                  <c:v>0.15221045479518983</c:v>
                </c:pt>
                <c:pt idx="11622">
                  <c:v>0.15222498407623647</c:v>
                </c:pt>
                <c:pt idx="11623">
                  <c:v>0.15224201175282331</c:v>
                </c:pt>
                <c:pt idx="11624">
                  <c:v>0.15224950990825364</c:v>
                </c:pt>
                <c:pt idx="11625">
                  <c:v>0.15226157981798899</c:v>
                </c:pt>
                <c:pt idx="11626">
                  <c:v>0.15226953862708356</c:v>
                </c:pt>
                <c:pt idx="11627">
                  <c:v>0.15227403989680074</c:v>
                </c:pt>
                <c:pt idx="11628">
                  <c:v>0.15227416394159987</c:v>
                </c:pt>
                <c:pt idx="11629">
                  <c:v>0.152281215208599</c:v>
                </c:pt>
                <c:pt idx="11630">
                  <c:v>0.15233158103854705</c:v>
                </c:pt>
                <c:pt idx="11631">
                  <c:v>0.15234827010952728</c:v>
                </c:pt>
                <c:pt idx="11632">
                  <c:v>0.15237963516377445</c:v>
                </c:pt>
                <c:pt idx="11633">
                  <c:v>0.15238028830876116</c:v>
                </c:pt>
                <c:pt idx="11634">
                  <c:v>0.15238224524618427</c:v>
                </c:pt>
                <c:pt idx="11635">
                  <c:v>0.15238306522339984</c:v>
                </c:pt>
                <c:pt idx="11636">
                  <c:v>0.15238946503572093</c:v>
                </c:pt>
                <c:pt idx="11637">
                  <c:v>0.15241285074826869</c:v>
                </c:pt>
                <c:pt idx="11638">
                  <c:v>0.15242852822768013</c:v>
                </c:pt>
                <c:pt idx="11639">
                  <c:v>0.15243151364391655</c:v>
                </c:pt>
                <c:pt idx="11640">
                  <c:v>0.15245768618561495</c:v>
                </c:pt>
                <c:pt idx="11641">
                  <c:v>0.15252710310187587</c:v>
                </c:pt>
                <c:pt idx="11642">
                  <c:v>0.15253076785325606</c:v>
                </c:pt>
                <c:pt idx="11643">
                  <c:v>0.15253292783445721</c:v>
                </c:pt>
                <c:pt idx="11644">
                  <c:v>0.15253711103697684</c:v>
                </c:pt>
                <c:pt idx="11645">
                  <c:v>0.15254132352813815</c:v>
                </c:pt>
                <c:pt idx="11646">
                  <c:v>0.15256093689737524</c:v>
                </c:pt>
                <c:pt idx="11647">
                  <c:v>0.1525799239361981</c:v>
                </c:pt>
                <c:pt idx="11648">
                  <c:v>0.15258156479054305</c:v>
                </c:pt>
                <c:pt idx="11649">
                  <c:v>0.15258974958881549</c:v>
                </c:pt>
                <c:pt idx="11650">
                  <c:v>0.15260245385744506</c:v>
                </c:pt>
                <c:pt idx="11651">
                  <c:v>0.15260854936783816</c:v>
                </c:pt>
                <c:pt idx="11652">
                  <c:v>0.15261586286230591</c:v>
                </c:pt>
                <c:pt idx="11653">
                  <c:v>0.15262143305588913</c:v>
                </c:pt>
                <c:pt idx="11654">
                  <c:v>0.15263869317588324</c:v>
                </c:pt>
                <c:pt idx="11655">
                  <c:v>0.1526429027349418</c:v>
                </c:pt>
                <c:pt idx="11656">
                  <c:v>0.15264345362165074</c:v>
                </c:pt>
                <c:pt idx="11657">
                  <c:v>0.15267738579534965</c:v>
                </c:pt>
                <c:pt idx="11658">
                  <c:v>0.15269909921352387</c:v>
                </c:pt>
                <c:pt idx="11659">
                  <c:v>0.15270406057435046</c:v>
                </c:pt>
                <c:pt idx="11660">
                  <c:v>0.15275354513890954</c:v>
                </c:pt>
                <c:pt idx="11661">
                  <c:v>0.1527559986086687</c:v>
                </c:pt>
                <c:pt idx="11662">
                  <c:v>0.1527696429926389</c:v>
                </c:pt>
                <c:pt idx="11663">
                  <c:v>0.15278192480499833</c:v>
                </c:pt>
                <c:pt idx="11664">
                  <c:v>0.15280063211488862</c:v>
                </c:pt>
                <c:pt idx="11665">
                  <c:v>0.15281257262390405</c:v>
                </c:pt>
                <c:pt idx="11666">
                  <c:v>0.1528496906601845</c:v>
                </c:pt>
                <c:pt idx="11667">
                  <c:v>0.15286357626142666</c:v>
                </c:pt>
                <c:pt idx="11668">
                  <c:v>0.15291594862604377</c:v>
                </c:pt>
                <c:pt idx="11669">
                  <c:v>0.15291723790116246</c:v>
                </c:pt>
                <c:pt idx="11670">
                  <c:v>0.15292781074354544</c:v>
                </c:pt>
                <c:pt idx="11671">
                  <c:v>0.15293039494892632</c:v>
                </c:pt>
                <c:pt idx="11672">
                  <c:v>0.15293236898977841</c:v>
                </c:pt>
                <c:pt idx="11673">
                  <c:v>0.15294999644345761</c:v>
                </c:pt>
                <c:pt idx="11674">
                  <c:v>0.15296220712204034</c:v>
                </c:pt>
                <c:pt idx="11675">
                  <c:v>0.15296862101496447</c:v>
                </c:pt>
                <c:pt idx="11676">
                  <c:v>0.15296979746183328</c:v>
                </c:pt>
                <c:pt idx="11677">
                  <c:v>0.15297436737951742</c:v>
                </c:pt>
                <c:pt idx="11678">
                  <c:v>0.15299044328809222</c:v>
                </c:pt>
                <c:pt idx="11679">
                  <c:v>0.1530013104029177</c:v>
                </c:pt>
                <c:pt idx="11680">
                  <c:v>0.15301784973690322</c:v>
                </c:pt>
                <c:pt idx="11681">
                  <c:v>0.15302649028717047</c:v>
                </c:pt>
                <c:pt idx="11682">
                  <c:v>0.1530265798300795</c:v>
                </c:pt>
                <c:pt idx="11683">
                  <c:v>0.15309239477665226</c:v>
                </c:pt>
                <c:pt idx="11684">
                  <c:v>0.15309373207424257</c:v>
                </c:pt>
                <c:pt idx="11685">
                  <c:v>0.15311604332363804</c:v>
                </c:pt>
                <c:pt idx="11686">
                  <c:v>0.15313141759568502</c:v>
                </c:pt>
                <c:pt idx="11687">
                  <c:v>0.15315182891374704</c:v>
                </c:pt>
                <c:pt idx="11688">
                  <c:v>0.15315982977661835</c:v>
                </c:pt>
                <c:pt idx="11689">
                  <c:v>0.15317626306643228</c:v>
                </c:pt>
                <c:pt idx="11690">
                  <c:v>0.15317820710542518</c:v>
                </c:pt>
                <c:pt idx="11691">
                  <c:v>0.15319541108617679</c:v>
                </c:pt>
                <c:pt idx="11692">
                  <c:v>0.15319901755784007</c:v>
                </c:pt>
                <c:pt idx="11693">
                  <c:v>0.15322972715795821</c:v>
                </c:pt>
                <c:pt idx="11694">
                  <c:v>0.15324429071126444</c:v>
                </c:pt>
                <c:pt idx="11695">
                  <c:v>0.15324926900119146</c:v>
                </c:pt>
                <c:pt idx="11696">
                  <c:v>0.15325088811190438</c:v>
                </c:pt>
                <c:pt idx="11697">
                  <c:v>0.15327593364116709</c:v>
                </c:pt>
                <c:pt idx="11698">
                  <c:v>0.15327832655362247</c:v>
                </c:pt>
                <c:pt idx="11699">
                  <c:v>0.1532931130215012</c:v>
                </c:pt>
                <c:pt idx="11700">
                  <c:v>0.15332543570637477</c:v>
                </c:pt>
                <c:pt idx="11701">
                  <c:v>0.15335289600800006</c:v>
                </c:pt>
                <c:pt idx="11702">
                  <c:v>0.1533534603173185</c:v>
                </c:pt>
                <c:pt idx="11703">
                  <c:v>0.15335618434414486</c:v>
                </c:pt>
                <c:pt idx="11704">
                  <c:v>0.1533569021100693</c:v>
                </c:pt>
                <c:pt idx="11705">
                  <c:v>0.15336031361468577</c:v>
                </c:pt>
                <c:pt idx="11706">
                  <c:v>0.15339005878157186</c:v>
                </c:pt>
                <c:pt idx="11707">
                  <c:v>0.1534032743963531</c:v>
                </c:pt>
                <c:pt idx="11708">
                  <c:v>0.15341019835460334</c:v>
                </c:pt>
                <c:pt idx="11709">
                  <c:v>0.15341584152188401</c:v>
                </c:pt>
                <c:pt idx="11710">
                  <c:v>0.15341778337479209</c:v>
                </c:pt>
                <c:pt idx="11711">
                  <c:v>0.15343885179036834</c:v>
                </c:pt>
                <c:pt idx="11712">
                  <c:v>0.15345076172337407</c:v>
                </c:pt>
                <c:pt idx="11713">
                  <c:v>0.15345931325128315</c:v>
                </c:pt>
                <c:pt idx="11714">
                  <c:v>0.15346464281404476</c:v>
                </c:pt>
                <c:pt idx="11715">
                  <c:v>0.15347654707708727</c:v>
                </c:pt>
                <c:pt idx="11716">
                  <c:v>0.15349358570373972</c:v>
                </c:pt>
                <c:pt idx="11717">
                  <c:v>0.15351144098350103</c:v>
                </c:pt>
                <c:pt idx="11718">
                  <c:v>0.15351964780287874</c:v>
                </c:pt>
                <c:pt idx="11719">
                  <c:v>0.15352138892788647</c:v>
                </c:pt>
                <c:pt idx="11720">
                  <c:v>0.15354900895689014</c:v>
                </c:pt>
                <c:pt idx="11721">
                  <c:v>0.15355013546298937</c:v>
                </c:pt>
                <c:pt idx="11722">
                  <c:v>0.15355648169627373</c:v>
                </c:pt>
                <c:pt idx="11723">
                  <c:v>0.15358968079187491</c:v>
                </c:pt>
                <c:pt idx="11724">
                  <c:v>0.1536043736097788</c:v>
                </c:pt>
                <c:pt idx="11725">
                  <c:v>0.15360557422385784</c:v>
                </c:pt>
                <c:pt idx="11726">
                  <c:v>0.15361900317814628</c:v>
                </c:pt>
                <c:pt idx="11727">
                  <c:v>0.15362060247321485</c:v>
                </c:pt>
                <c:pt idx="11728">
                  <c:v>0.15362726015735087</c:v>
                </c:pt>
                <c:pt idx="11729">
                  <c:v>0.15362892954280288</c:v>
                </c:pt>
                <c:pt idx="11730">
                  <c:v>0.15363801294157228</c:v>
                </c:pt>
                <c:pt idx="11731">
                  <c:v>0.15364953539232043</c:v>
                </c:pt>
                <c:pt idx="11732">
                  <c:v>0.15365108449858345</c:v>
                </c:pt>
                <c:pt idx="11733">
                  <c:v>0.15365674904876472</c:v>
                </c:pt>
                <c:pt idx="11734">
                  <c:v>0.15366693746872417</c:v>
                </c:pt>
                <c:pt idx="11735">
                  <c:v>0.1536672854564764</c:v>
                </c:pt>
                <c:pt idx="11736">
                  <c:v>0.15370122915483064</c:v>
                </c:pt>
                <c:pt idx="11737">
                  <c:v>0.15373153684502663</c:v>
                </c:pt>
                <c:pt idx="11738">
                  <c:v>0.15375160661230042</c:v>
                </c:pt>
                <c:pt idx="11739">
                  <c:v>0.15375798282236941</c:v>
                </c:pt>
                <c:pt idx="11740">
                  <c:v>0.1537597327171662</c:v>
                </c:pt>
                <c:pt idx="11741">
                  <c:v>0.15376027969050604</c:v>
                </c:pt>
                <c:pt idx="11742">
                  <c:v>0.1537657287589296</c:v>
                </c:pt>
                <c:pt idx="11743">
                  <c:v>0.15376802987058208</c:v>
                </c:pt>
                <c:pt idx="11744">
                  <c:v>0.15377029285114518</c:v>
                </c:pt>
                <c:pt idx="11745">
                  <c:v>0.15385658110397563</c:v>
                </c:pt>
                <c:pt idx="11746">
                  <c:v>0.15386993982702896</c:v>
                </c:pt>
                <c:pt idx="11747">
                  <c:v>0.15388095138599769</c:v>
                </c:pt>
                <c:pt idx="11748">
                  <c:v>0.15388836884585919</c:v>
                </c:pt>
                <c:pt idx="11749">
                  <c:v>0.15390182499566663</c:v>
                </c:pt>
                <c:pt idx="11750">
                  <c:v>0.15392993899571794</c:v>
                </c:pt>
                <c:pt idx="11751">
                  <c:v>0.15394742072889697</c:v>
                </c:pt>
                <c:pt idx="11752">
                  <c:v>0.15395530187631509</c:v>
                </c:pt>
                <c:pt idx="11753">
                  <c:v>0.15396916584922937</c:v>
                </c:pt>
                <c:pt idx="11754">
                  <c:v>0.15397945418302114</c:v>
                </c:pt>
                <c:pt idx="11755">
                  <c:v>0.15398770363487674</c:v>
                </c:pt>
                <c:pt idx="11756">
                  <c:v>0.15402898701295695</c:v>
                </c:pt>
                <c:pt idx="11757">
                  <c:v>0.15403086817922867</c:v>
                </c:pt>
                <c:pt idx="11758">
                  <c:v>0.15404181257941144</c:v>
                </c:pt>
                <c:pt idx="11759">
                  <c:v>0.15409417233558947</c:v>
                </c:pt>
                <c:pt idx="11760">
                  <c:v>0.15410208727527133</c:v>
                </c:pt>
                <c:pt idx="11761">
                  <c:v>0.15411603825884984</c:v>
                </c:pt>
                <c:pt idx="11762">
                  <c:v>0.15413777075507565</c:v>
                </c:pt>
                <c:pt idx="11763">
                  <c:v>0.15413883187108776</c:v>
                </c:pt>
                <c:pt idx="11764">
                  <c:v>0.15415080480012205</c:v>
                </c:pt>
                <c:pt idx="11765">
                  <c:v>0.15415083452154918</c:v>
                </c:pt>
                <c:pt idx="11766">
                  <c:v>0.15415615380674894</c:v>
                </c:pt>
                <c:pt idx="11767">
                  <c:v>0.15416166533862682</c:v>
                </c:pt>
                <c:pt idx="11768">
                  <c:v>0.15419341170186546</c:v>
                </c:pt>
                <c:pt idx="11769">
                  <c:v>0.15422104404274078</c:v>
                </c:pt>
                <c:pt idx="11770">
                  <c:v>0.15424457134204342</c:v>
                </c:pt>
                <c:pt idx="11771">
                  <c:v>0.15425189234305534</c:v>
                </c:pt>
                <c:pt idx="11772">
                  <c:v>0.15426217557037633</c:v>
                </c:pt>
                <c:pt idx="11773">
                  <c:v>0.15426685746995975</c:v>
                </c:pt>
                <c:pt idx="11774">
                  <c:v>0.15429993381827503</c:v>
                </c:pt>
                <c:pt idx="11775">
                  <c:v>0.15432170342567689</c:v>
                </c:pt>
                <c:pt idx="11776">
                  <c:v>0.15434512338707701</c:v>
                </c:pt>
                <c:pt idx="11777">
                  <c:v>0.15438242052632262</c:v>
                </c:pt>
                <c:pt idx="11778">
                  <c:v>0.15438953398247499</c:v>
                </c:pt>
                <c:pt idx="11779">
                  <c:v>0.15439777778146507</c:v>
                </c:pt>
                <c:pt idx="11780">
                  <c:v>0.15440321522018377</c:v>
                </c:pt>
                <c:pt idx="11781">
                  <c:v>0.15440383972137067</c:v>
                </c:pt>
                <c:pt idx="11782">
                  <c:v>0.15440717645411886</c:v>
                </c:pt>
                <c:pt idx="11783">
                  <c:v>0.15441065144374191</c:v>
                </c:pt>
                <c:pt idx="11784">
                  <c:v>0.1544116119580573</c:v>
                </c:pt>
                <c:pt idx="11785">
                  <c:v>0.15441858110336265</c:v>
                </c:pt>
                <c:pt idx="11786">
                  <c:v>0.15442294637464374</c:v>
                </c:pt>
                <c:pt idx="11787">
                  <c:v>0.1544398326470095</c:v>
                </c:pt>
                <c:pt idx="11788">
                  <c:v>0.15444050861475692</c:v>
                </c:pt>
                <c:pt idx="11789">
                  <c:v>0.15444890510134576</c:v>
                </c:pt>
                <c:pt idx="11790">
                  <c:v>0.15446688815335954</c:v>
                </c:pt>
                <c:pt idx="11791">
                  <c:v>0.15448526619838851</c:v>
                </c:pt>
                <c:pt idx="11792">
                  <c:v>0.15448857633460311</c:v>
                </c:pt>
                <c:pt idx="11793">
                  <c:v>0.15448977900962368</c:v>
                </c:pt>
                <c:pt idx="11794">
                  <c:v>0.15449231636201469</c:v>
                </c:pt>
                <c:pt idx="11795">
                  <c:v>0.15449362380892021</c:v>
                </c:pt>
                <c:pt idx="11796">
                  <c:v>0.1544938757506891</c:v>
                </c:pt>
                <c:pt idx="11797">
                  <c:v>0.15449429475786053</c:v>
                </c:pt>
                <c:pt idx="11798">
                  <c:v>0.15450948674894488</c:v>
                </c:pt>
                <c:pt idx="11799">
                  <c:v>0.15451493139920519</c:v>
                </c:pt>
                <c:pt idx="11800">
                  <c:v>0.1545240679583989</c:v>
                </c:pt>
                <c:pt idx="11801">
                  <c:v>0.15452697920413405</c:v>
                </c:pt>
                <c:pt idx="11802">
                  <c:v>0.15453152321692357</c:v>
                </c:pt>
                <c:pt idx="11803">
                  <c:v>0.15453943108443413</c:v>
                </c:pt>
                <c:pt idx="11804">
                  <c:v>0.15454214591624085</c:v>
                </c:pt>
                <c:pt idx="11805">
                  <c:v>0.15456811135940374</c:v>
                </c:pt>
                <c:pt idx="11806">
                  <c:v>0.15459753709851992</c:v>
                </c:pt>
                <c:pt idx="11807">
                  <c:v>0.15460159472347912</c:v>
                </c:pt>
                <c:pt idx="11808">
                  <c:v>0.15464862876287319</c:v>
                </c:pt>
                <c:pt idx="11809">
                  <c:v>0.15465208792275076</c:v>
                </c:pt>
                <c:pt idx="11810">
                  <c:v>0.15465980667503115</c:v>
                </c:pt>
                <c:pt idx="11811">
                  <c:v>0.15468562472501673</c:v>
                </c:pt>
                <c:pt idx="11812">
                  <c:v>0.15469637762040539</c:v>
                </c:pt>
                <c:pt idx="11813">
                  <c:v>0.15470535021885179</c:v>
                </c:pt>
                <c:pt idx="11814">
                  <c:v>0.15471046283597409</c:v>
                </c:pt>
                <c:pt idx="11815">
                  <c:v>0.1547351788115183</c:v>
                </c:pt>
                <c:pt idx="11816">
                  <c:v>0.15475520833779974</c:v>
                </c:pt>
                <c:pt idx="11817">
                  <c:v>0.1547583538107736</c:v>
                </c:pt>
                <c:pt idx="11818">
                  <c:v>0.15476503069640288</c:v>
                </c:pt>
                <c:pt idx="11819">
                  <c:v>0.15478225365296336</c:v>
                </c:pt>
                <c:pt idx="11820">
                  <c:v>0.15479785375992938</c:v>
                </c:pt>
                <c:pt idx="11821">
                  <c:v>0.15481514662155293</c:v>
                </c:pt>
                <c:pt idx="11822">
                  <c:v>0.15483230554169466</c:v>
                </c:pt>
                <c:pt idx="11823">
                  <c:v>0.15486926067926476</c:v>
                </c:pt>
                <c:pt idx="11824">
                  <c:v>0.15487511522049235</c:v>
                </c:pt>
                <c:pt idx="11825">
                  <c:v>0.15490058054548583</c:v>
                </c:pt>
                <c:pt idx="11826">
                  <c:v>0.15492551081536476</c:v>
                </c:pt>
                <c:pt idx="11827">
                  <c:v>0.15493246877296232</c:v>
                </c:pt>
                <c:pt idx="11828">
                  <c:v>0.15494503093233172</c:v>
                </c:pt>
                <c:pt idx="11829">
                  <c:v>0.15496842011381159</c:v>
                </c:pt>
                <c:pt idx="11830">
                  <c:v>0.15498217997751898</c:v>
                </c:pt>
                <c:pt idx="11831">
                  <c:v>0.15500424860967085</c:v>
                </c:pt>
                <c:pt idx="11832">
                  <c:v>0.15503905473258636</c:v>
                </c:pt>
                <c:pt idx="11833">
                  <c:v>0.15505629638340812</c:v>
                </c:pt>
                <c:pt idx="11834">
                  <c:v>0.15507276081483276</c:v>
                </c:pt>
                <c:pt idx="11835">
                  <c:v>0.15507753126156296</c:v>
                </c:pt>
                <c:pt idx="11836">
                  <c:v>0.15509112363887637</c:v>
                </c:pt>
                <c:pt idx="11837">
                  <c:v>0.15511038514849793</c:v>
                </c:pt>
                <c:pt idx="11838">
                  <c:v>0.15511618811888758</c:v>
                </c:pt>
                <c:pt idx="11839">
                  <c:v>0.15512693584555348</c:v>
                </c:pt>
                <c:pt idx="11840">
                  <c:v>0.15512820622440723</c:v>
                </c:pt>
                <c:pt idx="11841">
                  <c:v>0.15516189092607408</c:v>
                </c:pt>
                <c:pt idx="11842">
                  <c:v>0.15516484747470816</c:v>
                </c:pt>
                <c:pt idx="11843">
                  <c:v>0.15517616757183689</c:v>
                </c:pt>
                <c:pt idx="11844">
                  <c:v>0.15521619358686062</c:v>
                </c:pt>
                <c:pt idx="11845">
                  <c:v>0.15521929217389657</c:v>
                </c:pt>
                <c:pt idx="11846">
                  <c:v>0.15522298175498339</c:v>
                </c:pt>
                <c:pt idx="11847">
                  <c:v>0.1552305720375616</c:v>
                </c:pt>
                <c:pt idx="11848">
                  <c:v>0.15523692430375177</c:v>
                </c:pt>
                <c:pt idx="11849">
                  <c:v>0.15524576282507699</c:v>
                </c:pt>
                <c:pt idx="11850">
                  <c:v>0.155248829872323</c:v>
                </c:pt>
                <c:pt idx="11851">
                  <c:v>0.15525107689398535</c:v>
                </c:pt>
                <c:pt idx="11852">
                  <c:v>0.15526242993391645</c:v>
                </c:pt>
                <c:pt idx="11853">
                  <c:v>0.15526743157005152</c:v>
                </c:pt>
                <c:pt idx="11854">
                  <c:v>0.15529591531550865</c:v>
                </c:pt>
                <c:pt idx="11855">
                  <c:v>0.15530195431789287</c:v>
                </c:pt>
                <c:pt idx="11856">
                  <c:v>0.15530720984449473</c:v>
                </c:pt>
                <c:pt idx="11857">
                  <c:v>0.1553088887286507</c:v>
                </c:pt>
                <c:pt idx="11858">
                  <c:v>0.15530916269720246</c:v>
                </c:pt>
                <c:pt idx="11859">
                  <c:v>0.15532667706373937</c:v>
                </c:pt>
                <c:pt idx="11860">
                  <c:v>0.15532862273748865</c:v>
                </c:pt>
                <c:pt idx="11861">
                  <c:v>0.1553310640378936</c:v>
                </c:pt>
                <c:pt idx="11862">
                  <c:v>0.15533832898901401</c:v>
                </c:pt>
                <c:pt idx="11863">
                  <c:v>0.15534238265626785</c:v>
                </c:pt>
                <c:pt idx="11864">
                  <c:v>0.15534785511307694</c:v>
                </c:pt>
                <c:pt idx="11865">
                  <c:v>0.15535838486563303</c:v>
                </c:pt>
                <c:pt idx="11866">
                  <c:v>0.1553616051476619</c:v>
                </c:pt>
                <c:pt idx="11867">
                  <c:v>0.1553705347495826</c:v>
                </c:pt>
                <c:pt idx="11868">
                  <c:v>0.15538502099788543</c:v>
                </c:pt>
                <c:pt idx="11869">
                  <c:v>0.15539243609880515</c:v>
                </c:pt>
                <c:pt idx="11870">
                  <c:v>0.15542405399508108</c:v>
                </c:pt>
                <c:pt idx="11871">
                  <c:v>0.15542715935000337</c:v>
                </c:pt>
                <c:pt idx="11872">
                  <c:v>0.15544355093468681</c:v>
                </c:pt>
                <c:pt idx="11873">
                  <c:v>0.15544398672334137</c:v>
                </c:pt>
                <c:pt idx="11874">
                  <c:v>0.15545373268530202</c:v>
                </c:pt>
                <c:pt idx="11875">
                  <c:v>0.15547307710166752</c:v>
                </c:pt>
                <c:pt idx="11876">
                  <c:v>0.15547926390924952</c:v>
                </c:pt>
                <c:pt idx="11877">
                  <c:v>0.1554856157074436</c:v>
                </c:pt>
                <c:pt idx="11878">
                  <c:v>0.15549311803108354</c:v>
                </c:pt>
                <c:pt idx="11879">
                  <c:v>0.15549830876055515</c:v>
                </c:pt>
                <c:pt idx="11880">
                  <c:v>0.15550817396469971</c:v>
                </c:pt>
                <c:pt idx="11881">
                  <c:v>0.15552261204605433</c:v>
                </c:pt>
                <c:pt idx="11882">
                  <c:v>0.15552669206677089</c:v>
                </c:pt>
                <c:pt idx="11883">
                  <c:v>0.15556425395596038</c:v>
                </c:pt>
                <c:pt idx="11884">
                  <c:v>0.15557839893021194</c:v>
                </c:pt>
                <c:pt idx="11885">
                  <c:v>0.15562819353518628</c:v>
                </c:pt>
                <c:pt idx="11886">
                  <c:v>0.15563459883809866</c:v>
                </c:pt>
                <c:pt idx="11887">
                  <c:v>0.15564731748935018</c:v>
                </c:pt>
                <c:pt idx="11888">
                  <c:v>0.15565686123347364</c:v>
                </c:pt>
                <c:pt idx="11889">
                  <c:v>0.15567026821645819</c:v>
                </c:pt>
                <c:pt idx="11890">
                  <c:v>0.1556959833325193</c:v>
                </c:pt>
                <c:pt idx="11891">
                  <c:v>0.15570846563283797</c:v>
                </c:pt>
                <c:pt idx="11892">
                  <c:v>0.15571106984702057</c:v>
                </c:pt>
                <c:pt idx="11893">
                  <c:v>0.15571426842820954</c:v>
                </c:pt>
                <c:pt idx="11894">
                  <c:v>0.15574109300472902</c:v>
                </c:pt>
                <c:pt idx="11895">
                  <c:v>0.1557419104619974</c:v>
                </c:pt>
                <c:pt idx="11896">
                  <c:v>0.15575439957603177</c:v>
                </c:pt>
                <c:pt idx="11897">
                  <c:v>0.15576396599809719</c:v>
                </c:pt>
                <c:pt idx="11898">
                  <c:v>0.15576681677808651</c:v>
                </c:pt>
                <c:pt idx="11899">
                  <c:v>0.15577918701624752</c:v>
                </c:pt>
                <c:pt idx="11900">
                  <c:v>0.1557971481340574</c:v>
                </c:pt>
                <c:pt idx="11901">
                  <c:v>0.15580025256890709</c:v>
                </c:pt>
                <c:pt idx="11902">
                  <c:v>0.1558068737923286</c:v>
                </c:pt>
                <c:pt idx="11903">
                  <c:v>0.15581154400510439</c:v>
                </c:pt>
                <c:pt idx="11904">
                  <c:v>0.15583366088632222</c:v>
                </c:pt>
                <c:pt idx="11905">
                  <c:v>0.1558360139464357</c:v>
                </c:pt>
                <c:pt idx="11906">
                  <c:v>0.15584278367704929</c:v>
                </c:pt>
                <c:pt idx="11907">
                  <c:v>0.15588627026884375</c:v>
                </c:pt>
                <c:pt idx="11908">
                  <c:v>0.15589100035650505</c:v>
                </c:pt>
                <c:pt idx="11909">
                  <c:v>0.15590931023113583</c:v>
                </c:pt>
                <c:pt idx="11910">
                  <c:v>0.15594887549496392</c:v>
                </c:pt>
                <c:pt idx="11911">
                  <c:v>0.15595525135933019</c:v>
                </c:pt>
                <c:pt idx="11912">
                  <c:v>0.15595694311902905</c:v>
                </c:pt>
                <c:pt idx="11913">
                  <c:v>0.15595700306606031</c:v>
                </c:pt>
                <c:pt idx="11914">
                  <c:v>0.15595861764620683</c:v>
                </c:pt>
                <c:pt idx="11915">
                  <c:v>0.15596320646471321</c:v>
                </c:pt>
                <c:pt idx="11916">
                  <c:v>0.15596373357741661</c:v>
                </c:pt>
                <c:pt idx="11917">
                  <c:v>0.15598886315878988</c:v>
                </c:pt>
                <c:pt idx="11918">
                  <c:v>0.15599854492896306</c:v>
                </c:pt>
                <c:pt idx="11919">
                  <c:v>0.1560188279807142</c:v>
                </c:pt>
                <c:pt idx="11920">
                  <c:v>0.15601948064027182</c:v>
                </c:pt>
                <c:pt idx="11921">
                  <c:v>0.15602577266210543</c:v>
                </c:pt>
                <c:pt idx="11922">
                  <c:v>0.15602830248859378</c:v>
                </c:pt>
                <c:pt idx="11923">
                  <c:v>0.156033627432837</c:v>
                </c:pt>
                <c:pt idx="11924">
                  <c:v>0.15603650470943717</c:v>
                </c:pt>
                <c:pt idx="11925">
                  <c:v>0.15604463950623845</c:v>
                </c:pt>
                <c:pt idx="11926">
                  <c:v>0.15606520122655734</c:v>
                </c:pt>
                <c:pt idx="11927">
                  <c:v>0.15607787874689302</c:v>
                </c:pt>
                <c:pt idx="11928">
                  <c:v>0.15610175148115943</c:v>
                </c:pt>
                <c:pt idx="11929">
                  <c:v>0.15611242356722455</c:v>
                </c:pt>
                <c:pt idx="11930">
                  <c:v>0.15611651445007865</c:v>
                </c:pt>
                <c:pt idx="11931">
                  <c:v>0.15611658009437476</c:v>
                </c:pt>
                <c:pt idx="11932">
                  <c:v>0.15614590415073409</c:v>
                </c:pt>
                <c:pt idx="11933">
                  <c:v>0.15614797971090111</c:v>
                </c:pt>
                <c:pt idx="11934">
                  <c:v>0.15615528513598753</c:v>
                </c:pt>
                <c:pt idx="11935">
                  <c:v>0.15617932051058975</c:v>
                </c:pt>
                <c:pt idx="11936">
                  <c:v>0.15622384535161846</c:v>
                </c:pt>
                <c:pt idx="11937">
                  <c:v>0.15626317182799673</c:v>
                </c:pt>
                <c:pt idx="11938">
                  <c:v>0.15627222849886843</c:v>
                </c:pt>
                <c:pt idx="11939">
                  <c:v>0.15629349221682218</c:v>
                </c:pt>
                <c:pt idx="11940">
                  <c:v>0.15630137521657908</c:v>
                </c:pt>
                <c:pt idx="11941">
                  <c:v>0.15630337122380536</c:v>
                </c:pt>
                <c:pt idx="11942">
                  <c:v>0.15632525437534511</c:v>
                </c:pt>
                <c:pt idx="11943">
                  <c:v>0.15633056599260739</c:v>
                </c:pt>
                <c:pt idx="11944">
                  <c:v>0.15633093716321558</c:v>
                </c:pt>
                <c:pt idx="11945">
                  <c:v>0.15633556218893865</c:v>
                </c:pt>
                <c:pt idx="11946">
                  <c:v>0.15634107566713859</c:v>
                </c:pt>
                <c:pt idx="11947">
                  <c:v>0.15634393134137048</c:v>
                </c:pt>
                <c:pt idx="11948">
                  <c:v>0.15635507143509025</c:v>
                </c:pt>
                <c:pt idx="11949">
                  <c:v>0.15637358029122558</c:v>
                </c:pt>
                <c:pt idx="11950">
                  <c:v>0.15638470001180743</c:v>
                </c:pt>
                <c:pt idx="11951">
                  <c:v>0.15639164280411413</c:v>
                </c:pt>
                <c:pt idx="11952">
                  <c:v>0.15644242886929491</c:v>
                </c:pt>
                <c:pt idx="11953">
                  <c:v>0.15644732039079864</c:v>
                </c:pt>
                <c:pt idx="11954">
                  <c:v>0.15646901454863468</c:v>
                </c:pt>
                <c:pt idx="11955">
                  <c:v>0.15646901832913088</c:v>
                </c:pt>
                <c:pt idx="11956">
                  <c:v>0.15647027755166429</c:v>
                </c:pt>
                <c:pt idx="11957">
                  <c:v>0.15647674888930529</c:v>
                </c:pt>
                <c:pt idx="11958">
                  <c:v>0.15649569319806636</c:v>
                </c:pt>
                <c:pt idx="11959">
                  <c:v>0.15650192895987017</c:v>
                </c:pt>
                <c:pt idx="11960">
                  <c:v>0.15650394058051453</c:v>
                </c:pt>
                <c:pt idx="11961">
                  <c:v>0.15652680924081397</c:v>
                </c:pt>
                <c:pt idx="11962">
                  <c:v>0.15652751209931651</c:v>
                </c:pt>
                <c:pt idx="11963">
                  <c:v>0.15653549106802936</c:v>
                </c:pt>
                <c:pt idx="11964">
                  <c:v>0.15654817687192804</c:v>
                </c:pt>
                <c:pt idx="11965">
                  <c:v>0.15655154697578577</c:v>
                </c:pt>
                <c:pt idx="11966">
                  <c:v>0.15655501718177822</c:v>
                </c:pt>
                <c:pt idx="11967">
                  <c:v>0.15659741877437722</c:v>
                </c:pt>
                <c:pt idx="11968">
                  <c:v>0.15659896646188159</c:v>
                </c:pt>
                <c:pt idx="11969">
                  <c:v>0.156609726022857</c:v>
                </c:pt>
                <c:pt idx="11970">
                  <c:v>0.15661205153670332</c:v>
                </c:pt>
                <c:pt idx="11971">
                  <c:v>0.15662966139762699</c:v>
                </c:pt>
                <c:pt idx="11972">
                  <c:v>0.15665383833198274</c:v>
                </c:pt>
                <c:pt idx="11973">
                  <c:v>0.15665861063147535</c:v>
                </c:pt>
                <c:pt idx="11974">
                  <c:v>0.15666678268866291</c:v>
                </c:pt>
                <c:pt idx="11975">
                  <c:v>0.1566821778289206</c:v>
                </c:pt>
                <c:pt idx="11976">
                  <c:v>0.15670042448937149</c:v>
                </c:pt>
                <c:pt idx="11977">
                  <c:v>0.15670437043012755</c:v>
                </c:pt>
                <c:pt idx="11978">
                  <c:v>0.15672136186341376</c:v>
                </c:pt>
                <c:pt idx="11979">
                  <c:v>0.15673409532847074</c:v>
                </c:pt>
                <c:pt idx="11980">
                  <c:v>0.15673750867788666</c:v>
                </c:pt>
                <c:pt idx="11981">
                  <c:v>0.1567605920841561</c:v>
                </c:pt>
                <c:pt idx="11982">
                  <c:v>0.15677212052188874</c:v>
                </c:pt>
                <c:pt idx="11983">
                  <c:v>0.15678491188815977</c:v>
                </c:pt>
                <c:pt idx="11984">
                  <c:v>0.15680103462765427</c:v>
                </c:pt>
                <c:pt idx="11985">
                  <c:v>0.15680512330835619</c:v>
                </c:pt>
                <c:pt idx="11986">
                  <c:v>0.1568162090413327</c:v>
                </c:pt>
                <c:pt idx="11987">
                  <c:v>0.15681892534937894</c:v>
                </c:pt>
                <c:pt idx="11988">
                  <c:v>0.15682841335777464</c:v>
                </c:pt>
                <c:pt idx="11989">
                  <c:v>0.15683472548060265</c:v>
                </c:pt>
                <c:pt idx="11990">
                  <c:v>0.15685178175490497</c:v>
                </c:pt>
                <c:pt idx="11991">
                  <c:v>0.15687285755508482</c:v>
                </c:pt>
                <c:pt idx="11992">
                  <c:v>0.15689440837477647</c:v>
                </c:pt>
                <c:pt idx="11993">
                  <c:v>0.15690772992153729</c:v>
                </c:pt>
                <c:pt idx="11994">
                  <c:v>0.1569111064708362</c:v>
                </c:pt>
                <c:pt idx="11995">
                  <c:v>0.15696734525768546</c:v>
                </c:pt>
                <c:pt idx="11996">
                  <c:v>0.15697512438189778</c:v>
                </c:pt>
                <c:pt idx="11997">
                  <c:v>0.15697579623413757</c:v>
                </c:pt>
                <c:pt idx="11998">
                  <c:v>0.15698590916300154</c:v>
                </c:pt>
                <c:pt idx="11999">
                  <c:v>0.15700166275710498</c:v>
                </c:pt>
                <c:pt idx="12000">
                  <c:v>0.1570093725068033</c:v>
                </c:pt>
                <c:pt idx="12001">
                  <c:v>0.15702550300532409</c:v>
                </c:pt>
                <c:pt idx="12002">
                  <c:v>0.1570280759786204</c:v>
                </c:pt>
                <c:pt idx="12003">
                  <c:v>0.15703934931723207</c:v>
                </c:pt>
                <c:pt idx="12004">
                  <c:v>0.15706061467400587</c:v>
                </c:pt>
                <c:pt idx="12005">
                  <c:v>0.15706601800574288</c:v>
                </c:pt>
                <c:pt idx="12006">
                  <c:v>0.15706849023673686</c:v>
                </c:pt>
                <c:pt idx="12007">
                  <c:v>0.15707151961917379</c:v>
                </c:pt>
                <c:pt idx="12008">
                  <c:v>0.15711355552936607</c:v>
                </c:pt>
                <c:pt idx="12009">
                  <c:v>0.15712514315437537</c:v>
                </c:pt>
                <c:pt idx="12010">
                  <c:v>0.15713962150378702</c:v>
                </c:pt>
                <c:pt idx="12011">
                  <c:v>0.15714191857871132</c:v>
                </c:pt>
                <c:pt idx="12012">
                  <c:v>0.15714841520771228</c:v>
                </c:pt>
                <c:pt idx="12013">
                  <c:v>0.15714953507737364</c:v>
                </c:pt>
                <c:pt idx="12014">
                  <c:v>0.15719109087911606</c:v>
                </c:pt>
                <c:pt idx="12015">
                  <c:v>0.15719370869640989</c:v>
                </c:pt>
                <c:pt idx="12016">
                  <c:v>0.15719544152443696</c:v>
                </c:pt>
                <c:pt idx="12017">
                  <c:v>0.15720295070896662</c:v>
                </c:pt>
                <c:pt idx="12018">
                  <c:v>0.1572156458853215</c:v>
                </c:pt>
                <c:pt idx="12019">
                  <c:v>0.15724199079777323</c:v>
                </c:pt>
                <c:pt idx="12020">
                  <c:v>0.15724787097407217</c:v>
                </c:pt>
                <c:pt idx="12021">
                  <c:v>0.15727420504417489</c:v>
                </c:pt>
                <c:pt idx="12022">
                  <c:v>0.15728903561651431</c:v>
                </c:pt>
                <c:pt idx="12023">
                  <c:v>0.15729345604619249</c:v>
                </c:pt>
                <c:pt idx="12024">
                  <c:v>0.15731808944268738</c:v>
                </c:pt>
                <c:pt idx="12025">
                  <c:v>0.15732253165680379</c:v>
                </c:pt>
                <c:pt idx="12026">
                  <c:v>0.157334273314543</c:v>
                </c:pt>
                <c:pt idx="12027">
                  <c:v>0.15734136814870128</c:v>
                </c:pt>
                <c:pt idx="12028">
                  <c:v>0.15734474935894818</c:v>
                </c:pt>
                <c:pt idx="12029">
                  <c:v>0.15735080607670382</c:v>
                </c:pt>
                <c:pt idx="12030">
                  <c:v>0.15735932817457715</c:v>
                </c:pt>
                <c:pt idx="12031">
                  <c:v>0.15735992628291201</c:v>
                </c:pt>
                <c:pt idx="12032">
                  <c:v>0.15740263938791862</c:v>
                </c:pt>
                <c:pt idx="12033">
                  <c:v>0.15740537047778957</c:v>
                </c:pt>
                <c:pt idx="12034">
                  <c:v>0.15741445275712357</c:v>
                </c:pt>
                <c:pt idx="12035">
                  <c:v>0.15742216666709408</c:v>
                </c:pt>
                <c:pt idx="12036">
                  <c:v>0.15743861266075504</c:v>
                </c:pt>
                <c:pt idx="12037">
                  <c:v>0.15744920367335546</c:v>
                </c:pt>
                <c:pt idx="12038">
                  <c:v>0.15745458580142116</c:v>
                </c:pt>
                <c:pt idx="12039">
                  <c:v>0.15745866530674985</c:v>
                </c:pt>
                <c:pt idx="12040">
                  <c:v>0.15746509129630024</c:v>
                </c:pt>
                <c:pt idx="12041">
                  <c:v>0.1574673022924471</c:v>
                </c:pt>
                <c:pt idx="12042">
                  <c:v>0.15747838137518766</c:v>
                </c:pt>
                <c:pt idx="12043">
                  <c:v>0.15751864154234604</c:v>
                </c:pt>
                <c:pt idx="12044">
                  <c:v>0.1575205960381251</c:v>
                </c:pt>
                <c:pt idx="12045">
                  <c:v>0.15752911562804367</c:v>
                </c:pt>
                <c:pt idx="12046">
                  <c:v>0.15753361387299303</c:v>
                </c:pt>
                <c:pt idx="12047">
                  <c:v>0.15753734740903985</c:v>
                </c:pt>
                <c:pt idx="12048">
                  <c:v>0.15754129864698932</c:v>
                </c:pt>
                <c:pt idx="12049">
                  <c:v>0.15754887866874939</c:v>
                </c:pt>
                <c:pt idx="12050">
                  <c:v>0.15755569856600724</c:v>
                </c:pt>
                <c:pt idx="12051">
                  <c:v>0.15755765704779651</c:v>
                </c:pt>
                <c:pt idx="12052">
                  <c:v>0.15757075581606267</c:v>
                </c:pt>
                <c:pt idx="12053">
                  <c:v>0.15757763594373</c:v>
                </c:pt>
                <c:pt idx="12054">
                  <c:v>0.15757810918612439</c:v>
                </c:pt>
                <c:pt idx="12055">
                  <c:v>0.15759043292196359</c:v>
                </c:pt>
                <c:pt idx="12056">
                  <c:v>0.15759376971361133</c:v>
                </c:pt>
                <c:pt idx="12057">
                  <c:v>0.15759851606597702</c:v>
                </c:pt>
                <c:pt idx="12058">
                  <c:v>0.15763082543112172</c:v>
                </c:pt>
                <c:pt idx="12059">
                  <c:v>0.15764519400972066</c:v>
                </c:pt>
                <c:pt idx="12060">
                  <c:v>0.15765116245603586</c:v>
                </c:pt>
                <c:pt idx="12061">
                  <c:v>0.1576513339415869</c:v>
                </c:pt>
                <c:pt idx="12062">
                  <c:v>0.15765793516550067</c:v>
                </c:pt>
                <c:pt idx="12063">
                  <c:v>0.15767060959124732</c:v>
                </c:pt>
                <c:pt idx="12064">
                  <c:v>0.15767380399653882</c:v>
                </c:pt>
                <c:pt idx="12065">
                  <c:v>0.15767467196722587</c:v>
                </c:pt>
                <c:pt idx="12066">
                  <c:v>0.15768942470896247</c:v>
                </c:pt>
                <c:pt idx="12067">
                  <c:v>0.15770365574282094</c:v>
                </c:pt>
                <c:pt idx="12068">
                  <c:v>0.15770501508215223</c:v>
                </c:pt>
                <c:pt idx="12069">
                  <c:v>0.15772249462017388</c:v>
                </c:pt>
                <c:pt idx="12070">
                  <c:v>0.15775117213640605</c:v>
                </c:pt>
                <c:pt idx="12071">
                  <c:v>0.15775142625828148</c:v>
                </c:pt>
                <c:pt idx="12072">
                  <c:v>0.15775642076545907</c:v>
                </c:pt>
                <c:pt idx="12073">
                  <c:v>0.157756801734975</c:v>
                </c:pt>
                <c:pt idx="12074">
                  <c:v>0.15775920990724476</c:v>
                </c:pt>
                <c:pt idx="12075">
                  <c:v>0.15777066520422875</c:v>
                </c:pt>
                <c:pt idx="12076">
                  <c:v>0.15779042131970591</c:v>
                </c:pt>
                <c:pt idx="12077">
                  <c:v>0.1578020641727341</c:v>
                </c:pt>
                <c:pt idx="12078">
                  <c:v>0.15780514525979356</c:v>
                </c:pt>
                <c:pt idx="12079">
                  <c:v>0.15782087213539436</c:v>
                </c:pt>
                <c:pt idx="12080">
                  <c:v>0.15782144311643057</c:v>
                </c:pt>
                <c:pt idx="12081">
                  <c:v>0.1578410582943498</c:v>
                </c:pt>
                <c:pt idx="12082">
                  <c:v>0.15787666385596771</c:v>
                </c:pt>
                <c:pt idx="12083">
                  <c:v>0.15789892798622709</c:v>
                </c:pt>
                <c:pt idx="12084">
                  <c:v>0.15792042166428033</c:v>
                </c:pt>
                <c:pt idx="12085">
                  <c:v>0.15792274739533627</c:v>
                </c:pt>
                <c:pt idx="12086">
                  <c:v>0.15792304864200266</c:v>
                </c:pt>
                <c:pt idx="12087">
                  <c:v>0.15794215412839802</c:v>
                </c:pt>
                <c:pt idx="12088">
                  <c:v>0.15794489328940023</c:v>
                </c:pt>
                <c:pt idx="12089">
                  <c:v>0.15794520707150933</c:v>
                </c:pt>
                <c:pt idx="12090">
                  <c:v>0.15795086726991919</c:v>
                </c:pt>
                <c:pt idx="12091">
                  <c:v>0.15795754516294236</c:v>
                </c:pt>
                <c:pt idx="12092">
                  <c:v>0.15796111283852848</c:v>
                </c:pt>
                <c:pt idx="12093">
                  <c:v>0.15796211657790035</c:v>
                </c:pt>
                <c:pt idx="12094">
                  <c:v>0.15796257113668746</c:v>
                </c:pt>
                <c:pt idx="12095">
                  <c:v>0.15796424939121037</c:v>
                </c:pt>
                <c:pt idx="12096">
                  <c:v>0.15797027606395017</c:v>
                </c:pt>
                <c:pt idx="12097">
                  <c:v>0.15799206377857303</c:v>
                </c:pt>
                <c:pt idx="12098">
                  <c:v>0.15799522935519666</c:v>
                </c:pt>
                <c:pt idx="12099">
                  <c:v>0.15800470057458679</c:v>
                </c:pt>
                <c:pt idx="12100">
                  <c:v>0.15802466895217152</c:v>
                </c:pt>
                <c:pt idx="12101">
                  <c:v>0.15803002316691209</c:v>
                </c:pt>
                <c:pt idx="12102">
                  <c:v>0.15803508534237032</c:v>
                </c:pt>
                <c:pt idx="12103">
                  <c:v>0.15804266464968095</c:v>
                </c:pt>
                <c:pt idx="12104">
                  <c:v>0.15805369280908524</c:v>
                </c:pt>
                <c:pt idx="12105">
                  <c:v>0.15805476722123482</c:v>
                </c:pt>
                <c:pt idx="12106">
                  <c:v>0.15806529222045151</c:v>
                </c:pt>
                <c:pt idx="12107">
                  <c:v>0.15807265391684028</c:v>
                </c:pt>
                <c:pt idx="12108">
                  <c:v>0.15807336485742615</c:v>
                </c:pt>
                <c:pt idx="12109">
                  <c:v>0.15812869667282428</c:v>
                </c:pt>
                <c:pt idx="12110">
                  <c:v>0.15813416234945954</c:v>
                </c:pt>
                <c:pt idx="12111">
                  <c:v>0.15814605394064699</c:v>
                </c:pt>
                <c:pt idx="12112">
                  <c:v>0.15815660616748567</c:v>
                </c:pt>
                <c:pt idx="12113">
                  <c:v>0.15818236480542294</c:v>
                </c:pt>
                <c:pt idx="12114">
                  <c:v>0.15819036783591425</c:v>
                </c:pt>
                <c:pt idx="12115">
                  <c:v>0.15820989421951362</c:v>
                </c:pt>
                <c:pt idx="12116">
                  <c:v>0.15823202786968688</c:v>
                </c:pt>
                <c:pt idx="12117">
                  <c:v>0.15824364406092273</c:v>
                </c:pt>
                <c:pt idx="12118">
                  <c:v>0.15824587336147128</c:v>
                </c:pt>
                <c:pt idx="12119">
                  <c:v>0.15824679504545794</c:v>
                </c:pt>
                <c:pt idx="12120">
                  <c:v>0.15825650113142364</c:v>
                </c:pt>
                <c:pt idx="12121">
                  <c:v>0.15825971243823503</c:v>
                </c:pt>
                <c:pt idx="12122">
                  <c:v>0.15826579929286794</c:v>
                </c:pt>
                <c:pt idx="12123">
                  <c:v>0.15828163986637123</c:v>
                </c:pt>
                <c:pt idx="12124">
                  <c:v>0.15829669044420253</c:v>
                </c:pt>
                <c:pt idx="12125">
                  <c:v>0.1583021828559627</c:v>
                </c:pt>
                <c:pt idx="12126">
                  <c:v>0.15838613694406098</c:v>
                </c:pt>
                <c:pt idx="12127">
                  <c:v>0.15838737637267819</c:v>
                </c:pt>
                <c:pt idx="12128">
                  <c:v>0.15840567058535107</c:v>
                </c:pt>
                <c:pt idx="12129">
                  <c:v>0.15840628085106859</c:v>
                </c:pt>
                <c:pt idx="12130">
                  <c:v>0.15840855871696832</c:v>
                </c:pt>
                <c:pt idx="12131">
                  <c:v>0.15841810466902562</c:v>
                </c:pt>
                <c:pt idx="12132">
                  <c:v>0.1584359866684964</c:v>
                </c:pt>
                <c:pt idx="12133">
                  <c:v>0.15843725334631895</c:v>
                </c:pt>
                <c:pt idx="12134">
                  <c:v>0.15847632277878793</c:v>
                </c:pt>
                <c:pt idx="12135">
                  <c:v>0.15847967366501586</c:v>
                </c:pt>
                <c:pt idx="12136">
                  <c:v>0.15848521546528446</c:v>
                </c:pt>
                <c:pt idx="12137">
                  <c:v>0.15848737022272733</c:v>
                </c:pt>
                <c:pt idx="12138">
                  <c:v>0.15848808388693381</c:v>
                </c:pt>
                <c:pt idx="12139">
                  <c:v>0.15851347454740489</c:v>
                </c:pt>
                <c:pt idx="12140">
                  <c:v>0.15853536505256977</c:v>
                </c:pt>
                <c:pt idx="12141">
                  <c:v>0.15853580627198102</c:v>
                </c:pt>
                <c:pt idx="12142">
                  <c:v>0.15853612835708655</c:v>
                </c:pt>
                <c:pt idx="12143">
                  <c:v>0.15853745999341834</c:v>
                </c:pt>
                <c:pt idx="12144">
                  <c:v>0.15853782413044074</c:v>
                </c:pt>
                <c:pt idx="12145">
                  <c:v>0.15856738825630085</c:v>
                </c:pt>
                <c:pt idx="12146">
                  <c:v>0.15856905010348976</c:v>
                </c:pt>
                <c:pt idx="12147">
                  <c:v>0.15857131286705078</c:v>
                </c:pt>
                <c:pt idx="12148">
                  <c:v>0.1585725276106833</c:v>
                </c:pt>
                <c:pt idx="12149">
                  <c:v>0.1585905653040332</c:v>
                </c:pt>
                <c:pt idx="12150">
                  <c:v>0.15859599228253954</c:v>
                </c:pt>
                <c:pt idx="12151">
                  <c:v>0.1586118862322814</c:v>
                </c:pt>
                <c:pt idx="12152">
                  <c:v>0.15861844902948621</c:v>
                </c:pt>
                <c:pt idx="12153">
                  <c:v>0.15863914657701844</c:v>
                </c:pt>
                <c:pt idx="12154">
                  <c:v>0.15864040827185596</c:v>
                </c:pt>
                <c:pt idx="12155">
                  <c:v>0.15867525031109281</c:v>
                </c:pt>
                <c:pt idx="12156">
                  <c:v>0.15868051513754275</c:v>
                </c:pt>
                <c:pt idx="12157">
                  <c:v>0.158683936266894</c:v>
                </c:pt>
                <c:pt idx="12158">
                  <c:v>0.15870074222850977</c:v>
                </c:pt>
                <c:pt idx="12159">
                  <c:v>0.15870801214229918</c:v>
                </c:pt>
                <c:pt idx="12160">
                  <c:v>0.15874957271802911</c:v>
                </c:pt>
                <c:pt idx="12161">
                  <c:v>0.15881949062197551</c:v>
                </c:pt>
                <c:pt idx="12162">
                  <c:v>0.15881985951860944</c:v>
                </c:pt>
                <c:pt idx="12163">
                  <c:v>0.15882012019904987</c:v>
                </c:pt>
                <c:pt idx="12164">
                  <c:v>0.15883013115529265</c:v>
                </c:pt>
                <c:pt idx="12165">
                  <c:v>0.15885658244144862</c:v>
                </c:pt>
                <c:pt idx="12166">
                  <c:v>0.15886368078063709</c:v>
                </c:pt>
                <c:pt idx="12167">
                  <c:v>0.15890740867595984</c:v>
                </c:pt>
                <c:pt idx="12168">
                  <c:v>0.15892498888509757</c:v>
                </c:pt>
                <c:pt idx="12169">
                  <c:v>0.15893424151559077</c:v>
                </c:pt>
                <c:pt idx="12170">
                  <c:v>0.15893526852999076</c:v>
                </c:pt>
                <c:pt idx="12171">
                  <c:v>0.15894686385674955</c:v>
                </c:pt>
                <c:pt idx="12172">
                  <c:v>0.1589673368849828</c:v>
                </c:pt>
                <c:pt idx="12173">
                  <c:v>0.15899085349994879</c:v>
                </c:pt>
                <c:pt idx="12174">
                  <c:v>0.15902171969916598</c:v>
                </c:pt>
                <c:pt idx="12175">
                  <c:v>0.15902307568040547</c:v>
                </c:pt>
                <c:pt idx="12176">
                  <c:v>0.15903007494464519</c:v>
                </c:pt>
                <c:pt idx="12177">
                  <c:v>0.15905128314763065</c:v>
                </c:pt>
                <c:pt idx="12178">
                  <c:v>0.15906929541930481</c:v>
                </c:pt>
                <c:pt idx="12179">
                  <c:v>0.15907600515759557</c:v>
                </c:pt>
                <c:pt idx="12180">
                  <c:v>0.15909333483198596</c:v>
                </c:pt>
                <c:pt idx="12181">
                  <c:v>0.15912518573611334</c:v>
                </c:pt>
                <c:pt idx="12182">
                  <c:v>0.15914370120691793</c:v>
                </c:pt>
                <c:pt idx="12183">
                  <c:v>0.15915564894106762</c:v>
                </c:pt>
                <c:pt idx="12184">
                  <c:v>0.15915567982346376</c:v>
                </c:pt>
                <c:pt idx="12185">
                  <c:v>0.15916463180716986</c:v>
                </c:pt>
                <c:pt idx="12186">
                  <c:v>0.15917274352844674</c:v>
                </c:pt>
                <c:pt idx="12187">
                  <c:v>0.15917610096469759</c:v>
                </c:pt>
                <c:pt idx="12188">
                  <c:v>0.15919953573093265</c:v>
                </c:pt>
                <c:pt idx="12189">
                  <c:v>0.15922730221066195</c:v>
                </c:pt>
                <c:pt idx="12190">
                  <c:v>0.1592381651349869</c:v>
                </c:pt>
                <c:pt idx="12191">
                  <c:v>0.1592461085357651</c:v>
                </c:pt>
                <c:pt idx="12192">
                  <c:v>0.15927435941294227</c:v>
                </c:pt>
                <c:pt idx="12193">
                  <c:v>0.15928376400963179</c:v>
                </c:pt>
                <c:pt idx="12194">
                  <c:v>0.15928696010119894</c:v>
                </c:pt>
                <c:pt idx="12195">
                  <c:v>0.15929708158399231</c:v>
                </c:pt>
                <c:pt idx="12196">
                  <c:v>0.15930625855074823</c:v>
                </c:pt>
                <c:pt idx="12197">
                  <c:v>0.15930628097879854</c:v>
                </c:pt>
                <c:pt idx="12198">
                  <c:v>0.15931645373118472</c:v>
                </c:pt>
                <c:pt idx="12199">
                  <c:v>0.15933066628120973</c:v>
                </c:pt>
                <c:pt idx="12200">
                  <c:v>0.15933950988510365</c:v>
                </c:pt>
                <c:pt idx="12201">
                  <c:v>0.15934715970101954</c:v>
                </c:pt>
                <c:pt idx="12202">
                  <c:v>0.15936105068027429</c:v>
                </c:pt>
                <c:pt idx="12203">
                  <c:v>0.15936857782626837</c:v>
                </c:pt>
                <c:pt idx="12204">
                  <c:v>0.15937670895800726</c:v>
                </c:pt>
                <c:pt idx="12205">
                  <c:v>0.15937942310175998</c:v>
                </c:pt>
                <c:pt idx="12206">
                  <c:v>0.15938130959026478</c:v>
                </c:pt>
                <c:pt idx="12207">
                  <c:v>0.15938419601605294</c:v>
                </c:pt>
                <c:pt idx="12208">
                  <c:v>0.15938571636326634</c:v>
                </c:pt>
                <c:pt idx="12209">
                  <c:v>0.15939190808232478</c:v>
                </c:pt>
                <c:pt idx="12210">
                  <c:v>0.15942946318028325</c:v>
                </c:pt>
                <c:pt idx="12211">
                  <c:v>0.15943496694935591</c:v>
                </c:pt>
                <c:pt idx="12212">
                  <c:v>0.15943579535106273</c:v>
                </c:pt>
                <c:pt idx="12213">
                  <c:v>0.15944334020657655</c:v>
                </c:pt>
                <c:pt idx="12214">
                  <c:v>0.15947671563257543</c:v>
                </c:pt>
                <c:pt idx="12215">
                  <c:v>0.1594818493039564</c:v>
                </c:pt>
                <c:pt idx="12216">
                  <c:v>0.15949241173703826</c:v>
                </c:pt>
                <c:pt idx="12217">
                  <c:v>0.15950042821247207</c:v>
                </c:pt>
                <c:pt idx="12218">
                  <c:v>0.15952693947620156</c:v>
                </c:pt>
                <c:pt idx="12219">
                  <c:v>0.15952811335586614</c:v>
                </c:pt>
                <c:pt idx="12220">
                  <c:v>0.15956129347236434</c:v>
                </c:pt>
                <c:pt idx="12221">
                  <c:v>0.15956832342411528</c:v>
                </c:pt>
                <c:pt idx="12222">
                  <c:v>0.15961112128654648</c:v>
                </c:pt>
                <c:pt idx="12223">
                  <c:v>0.15961166180012204</c:v>
                </c:pt>
                <c:pt idx="12224">
                  <c:v>0.15961376727594548</c:v>
                </c:pt>
                <c:pt idx="12225">
                  <c:v>0.15963041368818262</c:v>
                </c:pt>
                <c:pt idx="12226">
                  <c:v>0.15963428949312949</c:v>
                </c:pt>
                <c:pt idx="12227">
                  <c:v>0.15965125244743178</c:v>
                </c:pt>
                <c:pt idx="12228">
                  <c:v>0.1596766684141796</c:v>
                </c:pt>
                <c:pt idx="12229">
                  <c:v>0.15967689388520007</c:v>
                </c:pt>
                <c:pt idx="12230">
                  <c:v>0.15968332906542201</c:v>
                </c:pt>
                <c:pt idx="12231">
                  <c:v>0.15970956049349261</c:v>
                </c:pt>
                <c:pt idx="12232">
                  <c:v>0.15971749726423429</c:v>
                </c:pt>
                <c:pt idx="12233">
                  <c:v>0.15971768078290113</c:v>
                </c:pt>
                <c:pt idx="12234">
                  <c:v>0.15972180744209286</c:v>
                </c:pt>
                <c:pt idx="12235">
                  <c:v>0.15974338178483</c:v>
                </c:pt>
                <c:pt idx="12236">
                  <c:v>0.15974903789383046</c:v>
                </c:pt>
                <c:pt idx="12237">
                  <c:v>0.15977148161710245</c:v>
                </c:pt>
                <c:pt idx="12238">
                  <c:v>0.15978380163132608</c:v>
                </c:pt>
                <c:pt idx="12239">
                  <c:v>0.15979480061645521</c:v>
                </c:pt>
                <c:pt idx="12240">
                  <c:v>0.15980830712010338</c:v>
                </c:pt>
                <c:pt idx="12241">
                  <c:v>0.15983491402506866</c:v>
                </c:pt>
                <c:pt idx="12242">
                  <c:v>0.15984366712635464</c:v>
                </c:pt>
                <c:pt idx="12243">
                  <c:v>0.15984762765412233</c:v>
                </c:pt>
                <c:pt idx="12244">
                  <c:v>0.15985328840877075</c:v>
                </c:pt>
                <c:pt idx="12245">
                  <c:v>0.15985346994442468</c:v>
                </c:pt>
                <c:pt idx="12246">
                  <c:v>0.15987146434713487</c:v>
                </c:pt>
                <c:pt idx="12247">
                  <c:v>0.15987241641218417</c:v>
                </c:pt>
                <c:pt idx="12248">
                  <c:v>0.15990526699849542</c:v>
                </c:pt>
                <c:pt idx="12249">
                  <c:v>0.15990766190100253</c:v>
                </c:pt>
                <c:pt idx="12250">
                  <c:v>0.15991179956507595</c:v>
                </c:pt>
                <c:pt idx="12251">
                  <c:v>0.15991836007365268</c:v>
                </c:pt>
                <c:pt idx="12252">
                  <c:v>0.15993233773186694</c:v>
                </c:pt>
                <c:pt idx="12253">
                  <c:v>0.15993783899426048</c:v>
                </c:pt>
                <c:pt idx="12254">
                  <c:v>0.1599512192195395</c:v>
                </c:pt>
                <c:pt idx="12255">
                  <c:v>0.15995663181922731</c:v>
                </c:pt>
                <c:pt idx="12256">
                  <c:v>0.15995927645273536</c:v>
                </c:pt>
                <c:pt idx="12257">
                  <c:v>0.15997268577390611</c:v>
                </c:pt>
                <c:pt idx="12258">
                  <c:v>0.15999508647025165</c:v>
                </c:pt>
                <c:pt idx="12259">
                  <c:v>0.16000657809747695</c:v>
                </c:pt>
                <c:pt idx="12260">
                  <c:v>0.16001075481632354</c:v>
                </c:pt>
                <c:pt idx="12261">
                  <c:v>0.16003679535187196</c:v>
                </c:pt>
                <c:pt idx="12262">
                  <c:v>0.16004470167022727</c:v>
                </c:pt>
                <c:pt idx="12263">
                  <c:v>0.16006485630726836</c:v>
                </c:pt>
                <c:pt idx="12264">
                  <c:v>0.1600744942515398</c:v>
                </c:pt>
                <c:pt idx="12265">
                  <c:v>0.16009492649665094</c:v>
                </c:pt>
                <c:pt idx="12266">
                  <c:v>0.16011693116624415</c:v>
                </c:pt>
                <c:pt idx="12267">
                  <c:v>0.16012157383222481</c:v>
                </c:pt>
                <c:pt idx="12268">
                  <c:v>0.16012362148841319</c:v>
                </c:pt>
                <c:pt idx="12269">
                  <c:v>0.16015374197861473</c:v>
                </c:pt>
                <c:pt idx="12270">
                  <c:v>0.16015776073767388</c:v>
                </c:pt>
                <c:pt idx="12271">
                  <c:v>0.16017223166739611</c:v>
                </c:pt>
                <c:pt idx="12272">
                  <c:v>0.16018132756308329</c:v>
                </c:pt>
                <c:pt idx="12273">
                  <c:v>0.16018726510749576</c:v>
                </c:pt>
                <c:pt idx="12274">
                  <c:v>0.16019237334800115</c:v>
                </c:pt>
                <c:pt idx="12275">
                  <c:v>0.16020164475205198</c:v>
                </c:pt>
                <c:pt idx="12276">
                  <c:v>0.16020713042770932</c:v>
                </c:pt>
                <c:pt idx="12277">
                  <c:v>0.16020730415165677</c:v>
                </c:pt>
                <c:pt idx="12278">
                  <c:v>0.16021285511666392</c:v>
                </c:pt>
                <c:pt idx="12279">
                  <c:v>0.16021322339857125</c:v>
                </c:pt>
                <c:pt idx="12280">
                  <c:v>0.16021624247723909</c:v>
                </c:pt>
                <c:pt idx="12281">
                  <c:v>0.16022880442571558</c:v>
                </c:pt>
                <c:pt idx="12282">
                  <c:v>0.16023626323714998</c:v>
                </c:pt>
                <c:pt idx="12283">
                  <c:v>0.16024600645643822</c:v>
                </c:pt>
                <c:pt idx="12284">
                  <c:v>0.16024879806184295</c:v>
                </c:pt>
                <c:pt idx="12285">
                  <c:v>0.16025227549594745</c:v>
                </c:pt>
                <c:pt idx="12286">
                  <c:v>0.16026377145987605</c:v>
                </c:pt>
                <c:pt idx="12287">
                  <c:v>0.16027640514002656</c:v>
                </c:pt>
                <c:pt idx="12288">
                  <c:v>0.16029326233206853</c:v>
                </c:pt>
                <c:pt idx="12289">
                  <c:v>0.16030118096336468</c:v>
                </c:pt>
                <c:pt idx="12290">
                  <c:v>0.1603023037621924</c:v>
                </c:pt>
                <c:pt idx="12291">
                  <c:v>0.16030507166900457</c:v>
                </c:pt>
                <c:pt idx="12292">
                  <c:v>0.1603184678108959</c:v>
                </c:pt>
                <c:pt idx="12293">
                  <c:v>0.16032725353589591</c:v>
                </c:pt>
                <c:pt idx="12294">
                  <c:v>0.16033789766150366</c:v>
                </c:pt>
                <c:pt idx="12295">
                  <c:v>0.16035760717465841</c:v>
                </c:pt>
                <c:pt idx="12296">
                  <c:v>0.1603603130372841</c:v>
                </c:pt>
                <c:pt idx="12297">
                  <c:v>0.16036138389891408</c:v>
                </c:pt>
                <c:pt idx="12298">
                  <c:v>0.16036187535342386</c:v>
                </c:pt>
                <c:pt idx="12299">
                  <c:v>0.16036819470367064</c:v>
                </c:pt>
                <c:pt idx="12300">
                  <c:v>0.16039135137599086</c:v>
                </c:pt>
                <c:pt idx="12301">
                  <c:v>0.16039326945881813</c:v>
                </c:pt>
                <c:pt idx="12302">
                  <c:v>0.16039441172081095</c:v>
                </c:pt>
                <c:pt idx="12303">
                  <c:v>0.16040231430249643</c:v>
                </c:pt>
                <c:pt idx="12304">
                  <c:v>0.16042207872321551</c:v>
                </c:pt>
                <c:pt idx="12305">
                  <c:v>0.16042740146270687</c:v>
                </c:pt>
                <c:pt idx="12306">
                  <c:v>0.16043324147900651</c:v>
                </c:pt>
                <c:pt idx="12307">
                  <c:v>0.16043946618911986</c:v>
                </c:pt>
                <c:pt idx="12308">
                  <c:v>0.16046218452056166</c:v>
                </c:pt>
                <c:pt idx="12309">
                  <c:v>0.1604671449514446</c:v>
                </c:pt>
                <c:pt idx="12310">
                  <c:v>0.16047087542144858</c:v>
                </c:pt>
                <c:pt idx="12311">
                  <c:v>0.16047200484698826</c:v>
                </c:pt>
                <c:pt idx="12312">
                  <c:v>0.16047849156732527</c:v>
                </c:pt>
                <c:pt idx="12313">
                  <c:v>0.16048107113333085</c:v>
                </c:pt>
                <c:pt idx="12314">
                  <c:v>0.16048868949419634</c:v>
                </c:pt>
                <c:pt idx="12315">
                  <c:v>0.16050525335274354</c:v>
                </c:pt>
                <c:pt idx="12316">
                  <c:v>0.16051037457605158</c:v>
                </c:pt>
                <c:pt idx="12317">
                  <c:v>0.16052382008597751</c:v>
                </c:pt>
                <c:pt idx="12318">
                  <c:v>0.16053300135358539</c:v>
                </c:pt>
                <c:pt idx="12319">
                  <c:v>0.16053520223487067</c:v>
                </c:pt>
                <c:pt idx="12320">
                  <c:v>0.16053653444441715</c:v>
                </c:pt>
                <c:pt idx="12321">
                  <c:v>0.16054303044007012</c:v>
                </c:pt>
                <c:pt idx="12322">
                  <c:v>0.16057432736909466</c:v>
                </c:pt>
                <c:pt idx="12323">
                  <c:v>0.16058624607725744</c:v>
                </c:pt>
                <c:pt idx="12324">
                  <c:v>0.16059297801475853</c:v>
                </c:pt>
                <c:pt idx="12325">
                  <c:v>0.16059575693982031</c:v>
                </c:pt>
                <c:pt idx="12326">
                  <c:v>0.16060005408745834</c:v>
                </c:pt>
                <c:pt idx="12327">
                  <c:v>0.16060022829966628</c:v>
                </c:pt>
                <c:pt idx="12328">
                  <c:v>0.1606038243723335</c:v>
                </c:pt>
                <c:pt idx="12329">
                  <c:v>0.16060543785906206</c:v>
                </c:pt>
                <c:pt idx="12330">
                  <c:v>0.16061681913024212</c:v>
                </c:pt>
                <c:pt idx="12331">
                  <c:v>0.16062723147316804</c:v>
                </c:pt>
                <c:pt idx="12332">
                  <c:v>0.16062954179272221</c:v>
                </c:pt>
                <c:pt idx="12333">
                  <c:v>0.16063307714139549</c:v>
                </c:pt>
                <c:pt idx="12334">
                  <c:v>0.16064995470522309</c:v>
                </c:pt>
                <c:pt idx="12335">
                  <c:v>0.16065828972373686</c:v>
                </c:pt>
                <c:pt idx="12336">
                  <c:v>0.16067518244817186</c:v>
                </c:pt>
                <c:pt idx="12337">
                  <c:v>0.16072054626822804</c:v>
                </c:pt>
                <c:pt idx="12338">
                  <c:v>0.16072478097465731</c:v>
                </c:pt>
                <c:pt idx="12339">
                  <c:v>0.16072761955284845</c:v>
                </c:pt>
                <c:pt idx="12340">
                  <c:v>0.16074206158790608</c:v>
                </c:pt>
                <c:pt idx="12341">
                  <c:v>0.16074808230599702</c:v>
                </c:pt>
                <c:pt idx="12342">
                  <c:v>0.16075722412571961</c:v>
                </c:pt>
                <c:pt idx="12343">
                  <c:v>0.16077146397295156</c:v>
                </c:pt>
                <c:pt idx="12344">
                  <c:v>0.16077320537556439</c:v>
                </c:pt>
                <c:pt idx="12345">
                  <c:v>0.16079198358130475</c:v>
                </c:pt>
                <c:pt idx="12346">
                  <c:v>0.16079359293763013</c:v>
                </c:pt>
                <c:pt idx="12347">
                  <c:v>0.1607986049455056</c:v>
                </c:pt>
                <c:pt idx="12348">
                  <c:v>0.16084345851516207</c:v>
                </c:pt>
                <c:pt idx="12349">
                  <c:v>0.16084487896005228</c:v>
                </c:pt>
                <c:pt idx="12350">
                  <c:v>0.16085204798288893</c:v>
                </c:pt>
                <c:pt idx="12351">
                  <c:v>0.16087203740326839</c:v>
                </c:pt>
                <c:pt idx="12352">
                  <c:v>0.16087726317137879</c:v>
                </c:pt>
                <c:pt idx="12353">
                  <c:v>0.16087769437431437</c:v>
                </c:pt>
                <c:pt idx="12354">
                  <c:v>0.16088530813215279</c:v>
                </c:pt>
                <c:pt idx="12355">
                  <c:v>0.16089203796713353</c:v>
                </c:pt>
                <c:pt idx="12356">
                  <c:v>0.16089405537012391</c:v>
                </c:pt>
                <c:pt idx="12357">
                  <c:v>0.16089424305049707</c:v>
                </c:pt>
                <c:pt idx="12358">
                  <c:v>0.16090715042998746</c:v>
                </c:pt>
                <c:pt idx="12359">
                  <c:v>0.16090816808049932</c:v>
                </c:pt>
                <c:pt idx="12360">
                  <c:v>0.16091469976464171</c:v>
                </c:pt>
                <c:pt idx="12361">
                  <c:v>0.160936698432357</c:v>
                </c:pt>
                <c:pt idx="12362">
                  <c:v>0.1609422271633876</c:v>
                </c:pt>
                <c:pt idx="12363">
                  <c:v>0.16094975903782671</c:v>
                </c:pt>
                <c:pt idx="12364">
                  <c:v>0.16095187075554807</c:v>
                </c:pt>
                <c:pt idx="12365">
                  <c:v>0.16095458002966206</c:v>
                </c:pt>
                <c:pt idx="12366">
                  <c:v>0.160955962618715</c:v>
                </c:pt>
                <c:pt idx="12367">
                  <c:v>0.16098199791809822</c:v>
                </c:pt>
                <c:pt idx="12368">
                  <c:v>0.16100714395600862</c:v>
                </c:pt>
                <c:pt idx="12369">
                  <c:v>0.16101765669066162</c:v>
                </c:pt>
                <c:pt idx="12370">
                  <c:v>0.16101949850622177</c:v>
                </c:pt>
                <c:pt idx="12371">
                  <c:v>0.16103890719191719</c:v>
                </c:pt>
                <c:pt idx="12372">
                  <c:v>0.16104106681792116</c:v>
                </c:pt>
                <c:pt idx="12373">
                  <c:v>0.16104719709195153</c:v>
                </c:pt>
                <c:pt idx="12374">
                  <c:v>0.1610557459822845</c:v>
                </c:pt>
                <c:pt idx="12375">
                  <c:v>0.16105723556835547</c:v>
                </c:pt>
                <c:pt idx="12376">
                  <c:v>0.16106002587217955</c:v>
                </c:pt>
                <c:pt idx="12377">
                  <c:v>0.16106262969109192</c:v>
                </c:pt>
                <c:pt idx="12378">
                  <c:v>0.16107497926434294</c:v>
                </c:pt>
                <c:pt idx="12379">
                  <c:v>0.16109567586159637</c:v>
                </c:pt>
                <c:pt idx="12380">
                  <c:v>0.16109685660031614</c:v>
                </c:pt>
                <c:pt idx="12381">
                  <c:v>0.16111552047236738</c:v>
                </c:pt>
                <c:pt idx="12382">
                  <c:v>0.16111590336010248</c:v>
                </c:pt>
                <c:pt idx="12383">
                  <c:v>0.16113856919546779</c:v>
                </c:pt>
                <c:pt idx="12384">
                  <c:v>0.16115340023312066</c:v>
                </c:pt>
                <c:pt idx="12385">
                  <c:v>0.161174149538483</c:v>
                </c:pt>
                <c:pt idx="12386">
                  <c:v>0.16120352585301234</c:v>
                </c:pt>
                <c:pt idx="12387">
                  <c:v>0.1612076096271739</c:v>
                </c:pt>
                <c:pt idx="12388">
                  <c:v>0.16121017695978945</c:v>
                </c:pt>
                <c:pt idx="12389">
                  <c:v>0.16121289586340151</c:v>
                </c:pt>
                <c:pt idx="12390">
                  <c:v>0.16121360342350224</c:v>
                </c:pt>
                <c:pt idx="12391">
                  <c:v>0.16121361843665619</c:v>
                </c:pt>
                <c:pt idx="12392">
                  <c:v>0.16125311596810457</c:v>
                </c:pt>
                <c:pt idx="12393">
                  <c:v>0.16127012260379847</c:v>
                </c:pt>
                <c:pt idx="12394">
                  <c:v>0.16127099348681614</c:v>
                </c:pt>
                <c:pt idx="12395">
                  <c:v>0.16128435536814584</c:v>
                </c:pt>
                <c:pt idx="12396">
                  <c:v>0.16130007581232392</c:v>
                </c:pt>
                <c:pt idx="12397">
                  <c:v>0.16131618488442676</c:v>
                </c:pt>
                <c:pt idx="12398">
                  <c:v>0.16131650159959304</c:v>
                </c:pt>
                <c:pt idx="12399">
                  <c:v>0.16132052857270776</c:v>
                </c:pt>
                <c:pt idx="12400">
                  <c:v>0.16136945194514049</c:v>
                </c:pt>
                <c:pt idx="12401">
                  <c:v>0.16137988654369162</c:v>
                </c:pt>
                <c:pt idx="12402">
                  <c:v>0.1613887818053831</c:v>
                </c:pt>
                <c:pt idx="12403">
                  <c:v>0.16140464368182131</c:v>
                </c:pt>
                <c:pt idx="12404">
                  <c:v>0.16142753607226132</c:v>
                </c:pt>
                <c:pt idx="12405">
                  <c:v>0.16144133196956834</c:v>
                </c:pt>
                <c:pt idx="12406">
                  <c:v>0.16145907015886746</c:v>
                </c:pt>
                <c:pt idx="12407">
                  <c:v>0.1614713235353559</c:v>
                </c:pt>
                <c:pt idx="12408">
                  <c:v>0.16149251739476544</c:v>
                </c:pt>
                <c:pt idx="12409">
                  <c:v>0.16149457826160762</c:v>
                </c:pt>
                <c:pt idx="12410">
                  <c:v>0.16150079418837041</c:v>
                </c:pt>
                <c:pt idx="12411">
                  <c:v>0.16150899916278519</c:v>
                </c:pt>
                <c:pt idx="12412">
                  <c:v>0.16150944153302049</c:v>
                </c:pt>
                <c:pt idx="12413">
                  <c:v>0.16151802169130888</c:v>
                </c:pt>
                <c:pt idx="12414">
                  <c:v>0.16151919058751291</c:v>
                </c:pt>
                <c:pt idx="12415">
                  <c:v>0.16153245688635076</c:v>
                </c:pt>
                <c:pt idx="12416">
                  <c:v>0.16154766353079247</c:v>
                </c:pt>
                <c:pt idx="12417">
                  <c:v>0.16157078738483663</c:v>
                </c:pt>
                <c:pt idx="12418">
                  <c:v>0.16157342640734226</c:v>
                </c:pt>
                <c:pt idx="12419">
                  <c:v>0.16157783674401738</c:v>
                </c:pt>
                <c:pt idx="12420">
                  <c:v>0.16158044143549349</c:v>
                </c:pt>
                <c:pt idx="12421">
                  <c:v>0.16159260416235682</c:v>
                </c:pt>
                <c:pt idx="12422">
                  <c:v>0.16159475702420451</c:v>
                </c:pt>
                <c:pt idx="12423">
                  <c:v>0.16162526861335946</c:v>
                </c:pt>
                <c:pt idx="12424">
                  <c:v>0.16163173579336765</c:v>
                </c:pt>
                <c:pt idx="12425">
                  <c:v>0.16165076774158618</c:v>
                </c:pt>
                <c:pt idx="12426">
                  <c:v>0.16166803389868734</c:v>
                </c:pt>
                <c:pt idx="12427">
                  <c:v>0.16167913209909676</c:v>
                </c:pt>
                <c:pt idx="12428">
                  <c:v>0.1616817656197429</c:v>
                </c:pt>
                <c:pt idx="12429">
                  <c:v>0.16170807706608584</c:v>
                </c:pt>
                <c:pt idx="12430">
                  <c:v>0.16171149480619718</c:v>
                </c:pt>
                <c:pt idx="12431">
                  <c:v>0.16171883258084158</c:v>
                </c:pt>
                <c:pt idx="12432">
                  <c:v>0.1617196114745871</c:v>
                </c:pt>
                <c:pt idx="12433">
                  <c:v>0.16173722092645695</c:v>
                </c:pt>
                <c:pt idx="12434">
                  <c:v>0.1617555750027751</c:v>
                </c:pt>
                <c:pt idx="12435">
                  <c:v>0.16175599494155979</c:v>
                </c:pt>
                <c:pt idx="12436">
                  <c:v>0.1617597241254724</c:v>
                </c:pt>
                <c:pt idx="12437">
                  <c:v>0.16176076832755051</c:v>
                </c:pt>
                <c:pt idx="12438">
                  <c:v>0.16177493107235413</c:v>
                </c:pt>
                <c:pt idx="12439">
                  <c:v>0.1617851898810867</c:v>
                </c:pt>
                <c:pt idx="12440">
                  <c:v>0.16179538156683515</c:v>
                </c:pt>
                <c:pt idx="12441">
                  <c:v>0.16180043608335029</c:v>
                </c:pt>
                <c:pt idx="12442">
                  <c:v>0.16180375335226785</c:v>
                </c:pt>
                <c:pt idx="12443">
                  <c:v>0.16181109689925632</c:v>
                </c:pt>
                <c:pt idx="12444">
                  <c:v>0.16183928067926112</c:v>
                </c:pt>
                <c:pt idx="12445">
                  <c:v>0.16185920074176083</c:v>
                </c:pt>
                <c:pt idx="12446">
                  <c:v>0.16186503610739342</c:v>
                </c:pt>
                <c:pt idx="12447">
                  <c:v>0.1618682332639039</c:v>
                </c:pt>
                <c:pt idx="12448">
                  <c:v>0.16186916323284847</c:v>
                </c:pt>
                <c:pt idx="12449">
                  <c:v>0.16187214246513018</c:v>
                </c:pt>
                <c:pt idx="12450">
                  <c:v>0.1618766838021265</c:v>
                </c:pt>
                <c:pt idx="12451">
                  <c:v>0.1618885038969948</c:v>
                </c:pt>
                <c:pt idx="12452">
                  <c:v>0.1619215638257393</c:v>
                </c:pt>
                <c:pt idx="12453">
                  <c:v>0.16193530925464647</c:v>
                </c:pt>
                <c:pt idx="12454">
                  <c:v>0.16196684839444603</c:v>
                </c:pt>
                <c:pt idx="12455">
                  <c:v>0.16197148148866369</c:v>
                </c:pt>
                <c:pt idx="12456">
                  <c:v>0.16199417194609422</c:v>
                </c:pt>
                <c:pt idx="12457">
                  <c:v>0.16201144312710145</c:v>
                </c:pt>
                <c:pt idx="12458">
                  <c:v>0.16202742823973398</c:v>
                </c:pt>
                <c:pt idx="12459">
                  <c:v>0.16203739350375099</c:v>
                </c:pt>
                <c:pt idx="12460">
                  <c:v>0.16205020587889343</c:v>
                </c:pt>
                <c:pt idx="12461">
                  <c:v>0.1620574802841086</c:v>
                </c:pt>
                <c:pt idx="12462">
                  <c:v>0.16209159726087977</c:v>
                </c:pt>
                <c:pt idx="12463">
                  <c:v>0.16209486375638094</c:v>
                </c:pt>
                <c:pt idx="12464">
                  <c:v>0.16212983864167993</c:v>
                </c:pt>
                <c:pt idx="12465">
                  <c:v>0.16215082872684966</c:v>
                </c:pt>
                <c:pt idx="12466">
                  <c:v>0.16215793877567586</c:v>
                </c:pt>
                <c:pt idx="12467">
                  <c:v>0.16216564705076106</c:v>
                </c:pt>
                <c:pt idx="12468">
                  <c:v>0.16216626134942699</c:v>
                </c:pt>
                <c:pt idx="12469">
                  <c:v>0.16217051398001697</c:v>
                </c:pt>
                <c:pt idx="12470">
                  <c:v>0.16217403010807313</c:v>
                </c:pt>
                <c:pt idx="12471">
                  <c:v>0.1621837846023543</c:v>
                </c:pt>
                <c:pt idx="12472">
                  <c:v>0.16220621739693972</c:v>
                </c:pt>
                <c:pt idx="12473">
                  <c:v>0.16220982895542452</c:v>
                </c:pt>
                <c:pt idx="12474">
                  <c:v>0.16221303258075667</c:v>
                </c:pt>
                <c:pt idx="12475">
                  <c:v>0.16222893631658933</c:v>
                </c:pt>
                <c:pt idx="12476">
                  <c:v>0.1622459103651524</c:v>
                </c:pt>
                <c:pt idx="12477">
                  <c:v>0.16226766948111476</c:v>
                </c:pt>
                <c:pt idx="12478">
                  <c:v>0.16232153004701819</c:v>
                </c:pt>
                <c:pt idx="12479">
                  <c:v>0.16236869218274635</c:v>
                </c:pt>
                <c:pt idx="12480">
                  <c:v>0.16237767801698161</c:v>
                </c:pt>
                <c:pt idx="12481">
                  <c:v>0.16238908077244774</c:v>
                </c:pt>
                <c:pt idx="12482">
                  <c:v>0.16239981125776137</c:v>
                </c:pt>
                <c:pt idx="12483">
                  <c:v>0.16242505413205888</c:v>
                </c:pt>
                <c:pt idx="12484">
                  <c:v>0.16243269465811219</c:v>
                </c:pt>
                <c:pt idx="12485">
                  <c:v>0.16243541001591436</c:v>
                </c:pt>
                <c:pt idx="12486">
                  <c:v>0.16243738424406493</c:v>
                </c:pt>
                <c:pt idx="12487">
                  <c:v>0.16244739537264669</c:v>
                </c:pt>
                <c:pt idx="12488">
                  <c:v>0.1624575862733881</c:v>
                </c:pt>
                <c:pt idx="12489">
                  <c:v>0.16245945558434685</c:v>
                </c:pt>
                <c:pt idx="12490">
                  <c:v>0.16246431725801125</c:v>
                </c:pt>
                <c:pt idx="12491">
                  <c:v>0.16246634428459308</c:v>
                </c:pt>
                <c:pt idx="12492">
                  <c:v>0.16247036806790649</c:v>
                </c:pt>
                <c:pt idx="12493">
                  <c:v>0.16248321999476165</c:v>
                </c:pt>
                <c:pt idx="12494">
                  <c:v>0.16248963777329173</c:v>
                </c:pt>
                <c:pt idx="12495">
                  <c:v>0.16250961844444109</c:v>
                </c:pt>
                <c:pt idx="12496">
                  <c:v>0.16251415073462389</c:v>
                </c:pt>
                <c:pt idx="12497">
                  <c:v>0.16252171595922796</c:v>
                </c:pt>
                <c:pt idx="12498">
                  <c:v>0.16253794364451551</c:v>
                </c:pt>
                <c:pt idx="12499">
                  <c:v>0.16258456267995652</c:v>
                </c:pt>
                <c:pt idx="12500">
                  <c:v>0.16258741076362204</c:v>
                </c:pt>
                <c:pt idx="12501">
                  <c:v>0.16259391226640382</c:v>
                </c:pt>
                <c:pt idx="12502">
                  <c:v>0.16259940917074292</c:v>
                </c:pt>
                <c:pt idx="12503">
                  <c:v>0.16260197567752827</c:v>
                </c:pt>
                <c:pt idx="12504">
                  <c:v>0.16261133704878453</c:v>
                </c:pt>
                <c:pt idx="12505">
                  <c:v>0.16261242654467753</c:v>
                </c:pt>
                <c:pt idx="12506">
                  <c:v>0.16264159832258804</c:v>
                </c:pt>
                <c:pt idx="12507">
                  <c:v>0.16264697961482882</c:v>
                </c:pt>
                <c:pt idx="12508">
                  <c:v>0.16266746702477416</c:v>
                </c:pt>
                <c:pt idx="12509">
                  <c:v>0.16267993136639594</c:v>
                </c:pt>
                <c:pt idx="12510">
                  <c:v>0.16268135426123181</c:v>
                </c:pt>
                <c:pt idx="12511">
                  <c:v>0.16268403142272236</c:v>
                </c:pt>
                <c:pt idx="12512">
                  <c:v>0.16270566500954067</c:v>
                </c:pt>
                <c:pt idx="12513">
                  <c:v>0.16271758769907654</c:v>
                </c:pt>
                <c:pt idx="12514">
                  <c:v>0.16272008471238905</c:v>
                </c:pt>
                <c:pt idx="12515">
                  <c:v>0.16272687191891422</c:v>
                </c:pt>
                <c:pt idx="12516">
                  <c:v>0.16275621919986916</c:v>
                </c:pt>
                <c:pt idx="12517">
                  <c:v>0.16275793030333854</c:v>
                </c:pt>
                <c:pt idx="12518">
                  <c:v>0.16276036134316105</c:v>
                </c:pt>
                <c:pt idx="12519">
                  <c:v>0.16278050899449253</c:v>
                </c:pt>
                <c:pt idx="12520">
                  <c:v>0.16278569304758156</c:v>
                </c:pt>
                <c:pt idx="12521">
                  <c:v>0.16279360718908942</c:v>
                </c:pt>
                <c:pt idx="12522">
                  <c:v>0.16279834923552342</c:v>
                </c:pt>
                <c:pt idx="12523">
                  <c:v>0.16280872734806584</c:v>
                </c:pt>
                <c:pt idx="12524">
                  <c:v>0.16281901565804335</c:v>
                </c:pt>
                <c:pt idx="12525">
                  <c:v>0.16282626419793186</c:v>
                </c:pt>
                <c:pt idx="12526">
                  <c:v>0.162887500306409</c:v>
                </c:pt>
                <c:pt idx="12527">
                  <c:v>0.16289833370948598</c:v>
                </c:pt>
                <c:pt idx="12528">
                  <c:v>0.1629321062840805</c:v>
                </c:pt>
                <c:pt idx="12529">
                  <c:v>0.16294214319410805</c:v>
                </c:pt>
                <c:pt idx="12530">
                  <c:v>0.16294567384030986</c:v>
                </c:pt>
                <c:pt idx="12531">
                  <c:v>0.16294845100297153</c:v>
                </c:pt>
                <c:pt idx="12532">
                  <c:v>0.16297145841059624</c:v>
                </c:pt>
                <c:pt idx="12533">
                  <c:v>0.16299345293514267</c:v>
                </c:pt>
                <c:pt idx="12534">
                  <c:v>0.16302167802051587</c:v>
                </c:pt>
                <c:pt idx="12535">
                  <c:v>0.16302246923806776</c:v>
                </c:pt>
                <c:pt idx="12536">
                  <c:v>0.16302589038647705</c:v>
                </c:pt>
                <c:pt idx="12537">
                  <c:v>0.16303055784380124</c:v>
                </c:pt>
                <c:pt idx="12538">
                  <c:v>0.16307837332512895</c:v>
                </c:pt>
                <c:pt idx="12539">
                  <c:v>0.1630943162466213</c:v>
                </c:pt>
                <c:pt idx="12540">
                  <c:v>0.16312959445504821</c:v>
                </c:pt>
                <c:pt idx="12541">
                  <c:v>0.16313090751400114</c:v>
                </c:pt>
                <c:pt idx="12542">
                  <c:v>0.16314496091042013</c:v>
                </c:pt>
                <c:pt idx="12543">
                  <c:v>0.16316342345103493</c:v>
                </c:pt>
                <c:pt idx="12544">
                  <c:v>0.16316568044399729</c:v>
                </c:pt>
                <c:pt idx="12545">
                  <c:v>0.16318127851943895</c:v>
                </c:pt>
                <c:pt idx="12546">
                  <c:v>0.16318501006620001</c:v>
                </c:pt>
                <c:pt idx="12547">
                  <c:v>0.16318572634102871</c:v>
                </c:pt>
                <c:pt idx="12548">
                  <c:v>0.16318961721674896</c:v>
                </c:pt>
                <c:pt idx="12549">
                  <c:v>0.16320961342715443</c:v>
                </c:pt>
                <c:pt idx="12550">
                  <c:v>0.16321768360534328</c:v>
                </c:pt>
                <c:pt idx="12551">
                  <c:v>0.16323399274460099</c:v>
                </c:pt>
                <c:pt idx="12552">
                  <c:v>0.16323979553998788</c:v>
                </c:pt>
                <c:pt idx="12553">
                  <c:v>0.16324622678858819</c:v>
                </c:pt>
                <c:pt idx="12554">
                  <c:v>0.16325005359858646</c:v>
                </c:pt>
                <c:pt idx="12555">
                  <c:v>0.16326140588711108</c:v>
                </c:pt>
                <c:pt idx="12556">
                  <c:v>0.16326647619973519</c:v>
                </c:pt>
                <c:pt idx="12557">
                  <c:v>0.16326668162564614</c:v>
                </c:pt>
                <c:pt idx="12558">
                  <c:v>0.16327502710330966</c:v>
                </c:pt>
                <c:pt idx="12559">
                  <c:v>0.16328171612133405</c:v>
                </c:pt>
                <c:pt idx="12560">
                  <c:v>0.16328294147438235</c:v>
                </c:pt>
                <c:pt idx="12561">
                  <c:v>0.16328377306649541</c:v>
                </c:pt>
                <c:pt idx="12562">
                  <c:v>0.16329212836585216</c:v>
                </c:pt>
                <c:pt idx="12563">
                  <c:v>0.16330215055370367</c:v>
                </c:pt>
                <c:pt idx="12564">
                  <c:v>0.16330297068830432</c:v>
                </c:pt>
                <c:pt idx="12565">
                  <c:v>0.16331421947541447</c:v>
                </c:pt>
                <c:pt idx="12566">
                  <c:v>0.16332645441510457</c:v>
                </c:pt>
                <c:pt idx="12567">
                  <c:v>0.16333382986465439</c:v>
                </c:pt>
                <c:pt idx="12568">
                  <c:v>0.16333700895915368</c:v>
                </c:pt>
                <c:pt idx="12569">
                  <c:v>0.16334861450712035</c:v>
                </c:pt>
                <c:pt idx="12570">
                  <c:v>0.16336785457072853</c:v>
                </c:pt>
                <c:pt idx="12571">
                  <c:v>0.16338011806326916</c:v>
                </c:pt>
                <c:pt idx="12572">
                  <c:v>0.16338684123273145</c:v>
                </c:pt>
                <c:pt idx="12573">
                  <c:v>0.16339556864372254</c:v>
                </c:pt>
                <c:pt idx="12574">
                  <c:v>0.16340110069362129</c:v>
                </c:pt>
                <c:pt idx="12575">
                  <c:v>0.16340844989949077</c:v>
                </c:pt>
                <c:pt idx="12576">
                  <c:v>0.1634272444353991</c:v>
                </c:pt>
                <c:pt idx="12577">
                  <c:v>0.16343262481732349</c:v>
                </c:pt>
                <c:pt idx="12578">
                  <c:v>0.16346858766909481</c:v>
                </c:pt>
                <c:pt idx="12579">
                  <c:v>0.16347368409217686</c:v>
                </c:pt>
                <c:pt idx="12580">
                  <c:v>0.16347765136341985</c:v>
                </c:pt>
                <c:pt idx="12581">
                  <c:v>0.16348443780580935</c:v>
                </c:pt>
                <c:pt idx="12582">
                  <c:v>0.1634912231011813</c:v>
                </c:pt>
                <c:pt idx="12583">
                  <c:v>0.16349292820445172</c:v>
                </c:pt>
                <c:pt idx="12584">
                  <c:v>0.16351015623089252</c:v>
                </c:pt>
                <c:pt idx="12585">
                  <c:v>0.16351329736662706</c:v>
                </c:pt>
                <c:pt idx="12586">
                  <c:v>0.16352715112793606</c:v>
                </c:pt>
                <c:pt idx="12587">
                  <c:v>0.16353278794273787</c:v>
                </c:pt>
                <c:pt idx="12588">
                  <c:v>0.16353859620457428</c:v>
                </c:pt>
                <c:pt idx="12589">
                  <c:v>0.16355114337000318</c:v>
                </c:pt>
                <c:pt idx="12590">
                  <c:v>0.16355116349157137</c:v>
                </c:pt>
                <c:pt idx="12591">
                  <c:v>0.16356145798452365</c:v>
                </c:pt>
                <c:pt idx="12592">
                  <c:v>0.16356983774963194</c:v>
                </c:pt>
                <c:pt idx="12593">
                  <c:v>0.16358677091688945</c:v>
                </c:pt>
                <c:pt idx="12594">
                  <c:v>0.16358766715247525</c:v>
                </c:pt>
                <c:pt idx="12595">
                  <c:v>0.16359575273904103</c:v>
                </c:pt>
                <c:pt idx="12596">
                  <c:v>0.16360255774296614</c:v>
                </c:pt>
                <c:pt idx="12597">
                  <c:v>0.16360277710548193</c:v>
                </c:pt>
                <c:pt idx="12598">
                  <c:v>0.16360420456761735</c:v>
                </c:pt>
                <c:pt idx="12599">
                  <c:v>0.163606340476877</c:v>
                </c:pt>
                <c:pt idx="12600">
                  <c:v>0.16361270301453282</c:v>
                </c:pt>
                <c:pt idx="12601">
                  <c:v>0.16363424131435342</c:v>
                </c:pt>
                <c:pt idx="12602">
                  <c:v>0.16365859522761494</c:v>
                </c:pt>
                <c:pt idx="12603">
                  <c:v>0.16368136015529886</c:v>
                </c:pt>
                <c:pt idx="12604">
                  <c:v>0.16368845332547008</c:v>
                </c:pt>
                <c:pt idx="12605">
                  <c:v>0.16369537395037323</c:v>
                </c:pt>
                <c:pt idx="12606">
                  <c:v>0.16370349082381166</c:v>
                </c:pt>
                <c:pt idx="12607">
                  <c:v>0.16371327831070859</c:v>
                </c:pt>
                <c:pt idx="12608">
                  <c:v>0.1637247306831402</c:v>
                </c:pt>
                <c:pt idx="12609">
                  <c:v>0.16373776682097826</c:v>
                </c:pt>
                <c:pt idx="12610">
                  <c:v>0.16375093300458546</c:v>
                </c:pt>
                <c:pt idx="12611">
                  <c:v>0.16375532629118916</c:v>
                </c:pt>
                <c:pt idx="12612">
                  <c:v>0.16378280360800357</c:v>
                </c:pt>
                <c:pt idx="12613">
                  <c:v>0.16379089476365399</c:v>
                </c:pt>
                <c:pt idx="12614">
                  <c:v>0.16381772460623381</c:v>
                </c:pt>
                <c:pt idx="12615">
                  <c:v>0.16384390483453309</c:v>
                </c:pt>
                <c:pt idx="12616">
                  <c:v>0.16385714076823141</c:v>
                </c:pt>
                <c:pt idx="12617">
                  <c:v>0.16386378664095716</c:v>
                </c:pt>
                <c:pt idx="12618">
                  <c:v>0.16386466940049266</c:v>
                </c:pt>
                <c:pt idx="12619">
                  <c:v>0.16387002060387637</c:v>
                </c:pt>
                <c:pt idx="12620">
                  <c:v>0.16389672022097629</c:v>
                </c:pt>
                <c:pt idx="12621">
                  <c:v>0.16390466818217711</c:v>
                </c:pt>
                <c:pt idx="12622">
                  <c:v>0.16391465025328442</c:v>
                </c:pt>
                <c:pt idx="12623">
                  <c:v>0.1639218952684609</c:v>
                </c:pt>
                <c:pt idx="12624">
                  <c:v>0.16395217785670776</c:v>
                </c:pt>
                <c:pt idx="12625">
                  <c:v>0.1639579730053029</c:v>
                </c:pt>
                <c:pt idx="12626">
                  <c:v>0.16396429342049285</c:v>
                </c:pt>
                <c:pt idx="12627">
                  <c:v>0.16397952413890721</c:v>
                </c:pt>
                <c:pt idx="12628">
                  <c:v>0.16398119118370938</c:v>
                </c:pt>
                <c:pt idx="12629">
                  <c:v>0.16400136526298539</c:v>
                </c:pt>
                <c:pt idx="12630">
                  <c:v>0.16400641657371048</c:v>
                </c:pt>
                <c:pt idx="12631">
                  <c:v>0.1640089632632441</c:v>
                </c:pt>
                <c:pt idx="12632">
                  <c:v>0.16401755199182286</c:v>
                </c:pt>
                <c:pt idx="12633">
                  <c:v>0.16402238503408673</c:v>
                </c:pt>
                <c:pt idx="12634">
                  <c:v>0.16405914590816184</c:v>
                </c:pt>
                <c:pt idx="12635">
                  <c:v>0.1640716673062943</c:v>
                </c:pt>
                <c:pt idx="12636">
                  <c:v>0.16409118972167569</c:v>
                </c:pt>
                <c:pt idx="12637">
                  <c:v>0.1641085231752242</c:v>
                </c:pt>
                <c:pt idx="12638">
                  <c:v>0.16410989589999675</c:v>
                </c:pt>
                <c:pt idx="12639">
                  <c:v>0.16412614582039237</c:v>
                </c:pt>
                <c:pt idx="12640">
                  <c:v>0.16413358643741385</c:v>
                </c:pt>
                <c:pt idx="12641">
                  <c:v>0.16415333566853541</c:v>
                </c:pt>
                <c:pt idx="12642">
                  <c:v>0.16416635355606291</c:v>
                </c:pt>
                <c:pt idx="12643">
                  <c:v>0.16417858828566589</c:v>
                </c:pt>
                <c:pt idx="12644">
                  <c:v>0.16418433691018758</c:v>
                </c:pt>
                <c:pt idx="12645">
                  <c:v>0.16420728329024828</c:v>
                </c:pt>
                <c:pt idx="12646">
                  <c:v>0.16421744688368495</c:v>
                </c:pt>
                <c:pt idx="12647">
                  <c:v>0.16422894287157569</c:v>
                </c:pt>
                <c:pt idx="12648">
                  <c:v>0.16423120485404991</c:v>
                </c:pt>
                <c:pt idx="12649">
                  <c:v>0.16424283067896359</c:v>
                </c:pt>
                <c:pt idx="12650">
                  <c:v>0.16424478428197334</c:v>
                </c:pt>
                <c:pt idx="12651">
                  <c:v>0.16425252927216721</c:v>
                </c:pt>
                <c:pt idx="12652">
                  <c:v>0.16426620859723129</c:v>
                </c:pt>
                <c:pt idx="12653">
                  <c:v>0.16432777547874927</c:v>
                </c:pt>
                <c:pt idx="12654">
                  <c:v>0.16433544412266582</c:v>
                </c:pt>
                <c:pt idx="12655">
                  <c:v>0.16434295971258339</c:v>
                </c:pt>
                <c:pt idx="12656">
                  <c:v>0.16434525765437275</c:v>
                </c:pt>
                <c:pt idx="12657">
                  <c:v>0.1643730880011478</c:v>
                </c:pt>
                <c:pt idx="12658">
                  <c:v>0.16438003054261921</c:v>
                </c:pt>
                <c:pt idx="12659">
                  <c:v>0.16438616596344838</c:v>
                </c:pt>
                <c:pt idx="12660">
                  <c:v>0.16438961418471507</c:v>
                </c:pt>
                <c:pt idx="12661">
                  <c:v>0.16439191820820542</c:v>
                </c:pt>
                <c:pt idx="12662">
                  <c:v>0.16439866808171891</c:v>
                </c:pt>
                <c:pt idx="12663">
                  <c:v>0.164416250033175</c:v>
                </c:pt>
                <c:pt idx="12664">
                  <c:v>0.16442071010664708</c:v>
                </c:pt>
                <c:pt idx="12665">
                  <c:v>0.16443517112178388</c:v>
                </c:pt>
                <c:pt idx="12666">
                  <c:v>0.16444188207794239</c:v>
                </c:pt>
                <c:pt idx="12667">
                  <c:v>0.16447751364944688</c:v>
                </c:pt>
                <c:pt idx="12668">
                  <c:v>0.16447973676097694</c:v>
                </c:pt>
                <c:pt idx="12669">
                  <c:v>0.16450564594566039</c:v>
                </c:pt>
                <c:pt idx="12670">
                  <c:v>0.16450954689069788</c:v>
                </c:pt>
                <c:pt idx="12671">
                  <c:v>0.16452104835051443</c:v>
                </c:pt>
                <c:pt idx="12672">
                  <c:v>0.16453131520367251</c:v>
                </c:pt>
                <c:pt idx="12673">
                  <c:v>0.16453582788209592</c:v>
                </c:pt>
                <c:pt idx="12674">
                  <c:v>0.16454335614085333</c:v>
                </c:pt>
                <c:pt idx="12675">
                  <c:v>0.16454572066150891</c:v>
                </c:pt>
                <c:pt idx="12676">
                  <c:v>0.16454774792357604</c:v>
                </c:pt>
                <c:pt idx="12677">
                  <c:v>0.16456369552883657</c:v>
                </c:pt>
                <c:pt idx="12678">
                  <c:v>0.16457890653472776</c:v>
                </c:pt>
                <c:pt idx="12679">
                  <c:v>0.16458262590859238</c:v>
                </c:pt>
                <c:pt idx="12680">
                  <c:v>0.16459920320128976</c:v>
                </c:pt>
                <c:pt idx="12681">
                  <c:v>0.16460023711096397</c:v>
                </c:pt>
                <c:pt idx="12682">
                  <c:v>0.16460791338014985</c:v>
                </c:pt>
                <c:pt idx="12683">
                  <c:v>0.1646107121276528</c:v>
                </c:pt>
                <c:pt idx="12684">
                  <c:v>0.16461118139559641</c:v>
                </c:pt>
                <c:pt idx="12685">
                  <c:v>0.16461756158761065</c:v>
                </c:pt>
                <c:pt idx="12686">
                  <c:v>0.1646358874711944</c:v>
                </c:pt>
                <c:pt idx="12687">
                  <c:v>0.16464117597388581</c:v>
                </c:pt>
                <c:pt idx="12688">
                  <c:v>0.16464258792018036</c:v>
                </c:pt>
                <c:pt idx="12689">
                  <c:v>0.16464524578501782</c:v>
                </c:pt>
                <c:pt idx="12690">
                  <c:v>0.1646509489008042</c:v>
                </c:pt>
                <c:pt idx="12691">
                  <c:v>0.16470986774968052</c:v>
                </c:pt>
                <c:pt idx="12692">
                  <c:v>0.16471217798336724</c:v>
                </c:pt>
                <c:pt idx="12693">
                  <c:v>0.16471819466276832</c:v>
                </c:pt>
                <c:pt idx="12694">
                  <c:v>0.16472430545522712</c:v>
                </c:pt>
                <c:pt idx="12695">
                  <c:v>0.16473491338979759</c:v>
                </c:pt>
                <c:pt idx="12696">
                  <c:v>0.16475292426925014</c:v>
                </c:pt>
                <c:pt idx="12697">
                  <c:v>0.1647629800840763</c:v>
                </c:pt>
                <c:pt idx="12698">
                  <c:v>0.16477728732582009</c:v>
                </c:pt>
                <c:pt idx="12699">
                  <c:v>0.16477813911401509</c:v>
                </c:pt>
                <c:pt idx="12700">
                  <c:v>0.16478380099787013</c:v>
                </c:pt>
                <c:pt idx="12701">
                  <c:v>0.16479783868968775</c:v>
                </c:pt>
                <c:pt idx="12702">
                  <c:v>0.16484004269846386</c:v>
                </c:pt>
                <c:pt idx="12703">
                  <c:v>0.16484252266391985</c:v>
                </c:pt>
                <c:pt idx="12704">
                  <c:v>0.16486732513034236</c:v>
                </c:pt>
                <c:pt idx="12705">
                  <c:v>0.1648820997971068</c:v>
                </c:pt>
                <c:pt idx="12706">
                  <c:v>0.16488739493037577</c:v>
                </c:pt>
                <c:pt idx="12707">
                  <c:v>0.1648884172711747</c:v>
                </c:pt>
                <c:pt idx="12708">
                  <c:v>0.16492000443388324</c:v>
                </c:pt>
                <c:pt idx="12709">
                  <c:v>0.16493651659138539</c:v>
                </c:pt>
                <c:pt idx="12710">
                  <c:v>0.1649414133072066</c:v>
                </c:pt>
                <c:pt idx="12711">
                  <c:v>0.16495124107928505</c:v>
                </c:pt>
                <c:pt idx="12712">
                  <c:v>0.16496429676442137</c:v>
                </c:pt>
                <c:pt idx="12713">
                  <c:v>0.16496646401679857</c:v>
                </c:pt>
                <c:pt idx="12714">
                  <c:v>0.16497446268148214</c:v>
                </c:pt>
                <c:pt idx="12715">
                  <c:v>0.16500197142328754</c:v>
                </c:pt>
                <c:pt idx="12716">
                  <c:v>0.16500829900179143</c:v>
                </c:pt>
                <c:pt idx="12717">
                  <c:v>0.16500862160884255</c:v>
                </c:pt>
                <c:pt idx="12718">
                  <c:v>0.16500894402291549</c:v>
                </c:pt>
                <c:pt idx="12719">
                  <c:v>0.16501713398365694</c:v>
                </c:pt>
                <c:pt idx="12720">
                  <c:v>0.16501935251787575</c:v>
                </c:pt>
                <c:pt idx="12721">
                  <c:v>0.16502341544959467</c:v>
                </c:pt>
                <c:pt idx="12722">
                  <c:v>0.16503486485893698</c:v>
                </c:pt>
                <c:pt idx="12723">
                  <c:v>0.16503709945461892</c:v>
                </c:pt>
                <c:pt idx="12724">
                  <c:v>0.16503951184238982</c:v>
                </c:pt>
                <c:pt idx="12725">
                  <c:v>0.16504695345443077</c:v>
                </c:pt>
                <c:pt idx="12726">
                  <c:v>0.16507521804992803</c:v>
                </c:pt>
                <c:pt idx="12727">
                  <c:v>0.16507753372766532</c:v>
                </c:pt>
                <c:pt idx="12728">
                  <c:v>0.1650926377760564</c:v>
                </c:pt>
                <c:pt idx="12729">
                  <c:v>0.16510240582951352</c:v>
                </c:pt>
                <c:pt idx="12730">
                  <c:v>0.16512096969168424</c:v>
                </c:pt>
                <c:pt idx="12731">
                  <c:v>0.16515171026537898</c:v>
                </c:pt>
                <c:pt idx="12732">
                  <c:v>0.16515478875114786</c:v>
                </c:pt>
                <c:pt idx="12733">
                  <c:v>0.16516361720651115</c:v>
                </c:pt>
                <c:pt idx="12734">
                  <c:v>0.16516611127540298</c:v>
                </c:pt>
                <c:pt idx="12735">
                  <c:v>0.16517307345785112</c:v>
                </c:pt>
                <c:pt idx="12736">
                  <c:v>0.16520480952003322</c:v>
                </c:pt>
                <c:pt idx="12737">
                  <c:v>0.16520790159046472</c:v>
                </c:pt>
                <c:pt idx="12738">
                  <c:v>0.16521897113478615</c:v>
                </c:pt>
                <c:pt idx="12739">
                  <c:v>0.16524144363890053</c:v>
                </c:pt>
                <c:pt idx="12740">
                  <c:v>0.16524341832332476</c:v>
                </c:pt>
                <c:pt idx="12741">
                  <c:v>0.16524374499176162</c:v>
                </c:pt>
                <c:pt idx="12742">
                  <c:v>0.16524969699653735</c:v>
                </c:pt>
                <c:pt idx="12743">
                  <c:v>0.16525993490928059</c:v>
                </c:pt>
                <c:pt idx="12744">
                  <c:v>0.16526066223709243</c:v>
                </c:pt>
                <c:pt idx="12745">
                  <c:v>0.16527045699398216</c:v>
                </c:pt>
                <c:pt idx="12746">
                  <c:v>0.16527157143019564</c:v>
                </c:pt>
                <c:pt idx="12747">
                  <c:v>0.16527348252787219</c:v>
                </c:pt>
                <c:pt idx="12748">
                  <c:v>0.16528734412936913</c:v>
                </c:pt>
                <c:pt idx="12749">
                  <c:v>0.16529456099114748</c:v>
                </c:pt>
                <c:pt idx="12750">
                  <c:v>0.16531595957606038</c:v>
                </c:pt>
                <c:pt idx="12751">
                  <c:v>0.1653261788716994</c:v>
                </c:pt>
                <c:pt idx="12752">
                  <c:v>0.16534458473488256</c:v>
                </c:pt>
                <c:pt idx="12753">
                  <c:v>0.16535669820060969</c:v>
                </c:pt>
                <c:pt idx="12754">
                  <c:v>0.16535786446447487</c:v>
                </c:pt>
                <c:pt idx="12755">
                  <c:v>0.16536094750909733</c:v>
                </c:pt>
                <c:pt idx="12756">
                  <c:v>0.16537416302415994</c:v>
                </c:pt>
                <c:pt idx="12757">
                  <c:v>0.16539258103945217</c:v>
                </c:pt>
                <c:pt idx="12758">
                  <c:v>0.16542057748861741</c:v>
                </c:pt>
                <c:pt idx="12759">
                  <c:v>0.16545195879183316</c:v>
                </c:pt>
                <c:pt idx="12760">
                  <c:v>0.16545731726877633</c:v>
                </c:pt>
                <c:pt idx="12761">
                  <c:v>0.16546847944903945</c:v>
                </c:pt>
                <c:pt idx="12762">
                  <c:v>0.16547524036765127</c:v>
                </c:pt>
                <c:pt idx="12763">
                  <c:v>0.16551983107163504</c:v>
                </c:pt>
                <c:pt idx="12764">
                  <c:v>0.16555344431376112</c:v>
                </c:pt>
                <c:pt idx="12765">
                  <c:v>0.1655634653423865</c:v>
                </c:pt>
                <c:pt idx="12766">
                  <c:v>0.16557743013722478</c:v>
                </c:pt>
                <c:pt idx="12767">
                  <c:v>0.16559247443545869</c:v>
                </c:pt>
                <c:pt idx="12768">
                  <c:v>0.16560321695046964</c:v>
                </c:pt>
                <c:pt idx="12769">
                  <c:v>0.16561270085775198</c:v>
                </c:pt>
                <c:pt idx="12770">
                  <c:v>0.16562617918256178</c:v>
                </c:pt>
                <c:pt idx="12771">
                  <c:v>0.16563878345935157</c:v>
                </c:pt>
                <c:pt idx="12772">
                  <c:v>0.16564076992500884</c:v>
                </c:pt>
                <c:pt idx="12773">
                  <c:v>0.16565227865829921</c:v>
                </c:pt>
                <c:pt idx="12774">
                  <c:v>0.16569647954075623</c:v>
                </c:pt>
                <c:pt idx="12775">
                  <c:v>0.16570432876398375</c:v>
                </c:pt>
                <c:pt idx="12776">
                  <c:v>0.16571698305902216</c:v>
                </c:pt>
                <c:pt idx="12777">
                  <c:v>0.165725985468481</c:v>
                </c:pt>
                <c:pt idx="12778">
                  <c:v>0.16573288139242839</c:v>
                </c:pt>
                <c:pt idx="12779">
                  <c:v>0.16576723134492041</c:v>
                </c:pt>
                <c:pt idx="12780">
                  <c:v>0.16578033936673961</c:v>
                </c:pt>
                <c:pt idx="12781">
                  <c:v>0.16578103708927849</c:v>
                </c:pt>
                <c:pt idx="12782">
                  <c:v>0.16580347285123317</c:v>
                </c:pt>
                <c:pt idx="12783">
                  <c:v>0.16581029511706499</c:v>
                </c:pt>
                <c:pt idx="12784">
                  <c:v>0.1658122802936231</c:v>
                </c:pt>
                <c:pt idx="12785">
                  <c:v>0.16581404010788053</c:v>
                </c:pt>
                <c:pt idx="12786">
                  <c:v>0.16582603927182121</c:v>
                </c:pt>
                <c:pt idx="12787">
                  <c:v>0.16583884088852563</c:v>
                </c:pt>
                <c:pt idx="12788">
                  <c:v>0.16584032720997346</c:v>
                </c:pt>
                <c:pt idx="12789">
                  <c:v>0.16584270849562902</c:v>
                </c:pt>
                <c:pt idx="12790">
                  <c:v>0.16584414489789681</c:v>
                </c:pt>
                <c:pt idx="12791">
                  <c:v>0.16584700351303797</c:v>
                </c:pt>
                <c:pt idx="12792">
                  <c:v>0.16585295454050189</c:v>
                </c:pt>
                <c:pt idx="12793">
                  <c:v>0.16587094937126978</c:v>
                </c:pt>
                <c:pt idx="12794">
                  <c:v>0.16588132088849428</c:v>
                </c:pt>
                <c:pt idx="12795">
                  <c:v>0.1659076423543229</c:v>
                </c:pt>
                <c:pt idx="12796">
                  <c:v>0.16591312950922832</c:v>
                </c:pt>
                <c:pt idx="12797">
                  <c:v>0.16592696255136821</c:v>
                </c:pt>
                <c:pt idx="12798">
                  <c:v>0.16594894598825724</c:v>
                </c:pt>
                <c:pt idx="12799">
                  <c:v>0.16595674876487457</c:v>
                </c:pt>
                <c:pt idx="12800">
                  <c:v>0.16596275139328984</c:v>
                </c:pt>
                <c:pt idx="12801">
                  <c:v>0.16596331323042188</c:v>
                </c:pt>
                <c:pt idx="12802">
                  <c:v>0.16596860421667439</c:v>
                </c:pt>
                <c:pt idx="12803">
                  <c:v>0.16596962366875187</c:v>
                </c:pt>
                <c:pt idx="12804">
                  <c:v>0.16598114791555607</c:v>
                </c:pt>
                <c:pt idx="12805">
                  <c:v>0.16598480209040414</c:v>
                </c:pt>
                <c:pt idx="12806">
                  <c:v>0.16598711871791885</c:v>
                </c:pt>
                <c:pt idx="12807">
                  <c:v>0.16599052873474965</c:v>
                </c:pt>
                <c:pt idx="12808">
                  <c:v>0.16601363543628464</c:v>
                </c:pt>
                <c:pt idx="12809">
                  <c:v>0.1660349498728512</c:v>
                </c:pt>
                <c:pt idx="12810">
                  <c:v>0.16604686190354145</c:v>
                </c:pt>
                <c:pt idx="12811">
                  <c:v>0.16606624080133342</c:v>
                </c:pt>
                <c:pt idx="12812">
                  <c:v>0.16608315188430059</c:v>
                </c:pt>
                <c:pt idx="12813">
                  <c:v>0.16613314325636422</c:v>
                </c:pt>
                <c:pt idx="12814">
                  <c:v>0.16614355439970416</c:v>
                </c:pt>
                <c:pt idx="12815">
                  <c:v>0.16614566504980216</c:v>
                </c:pt>
                <c:pt idx="12816">
                  <c:v>0.1661508069224891</c:v>
                </c:pt>
                <c:pt idx="12817">
                  <c:v>0.16615108788298211</c:v>
                </c:pt>
                <c:pt idx="12818">
                  <c:v>0.16615527731146501</c:v>
                </c:pt>
                <c:pt idx="12819">
                  <c:v>0.16618409934978526</c:v>
                </c:pt>
                <c:pt idx="12820">
                  <c:v>0.16618920690277922</c:v>
                </c:pt>
                <c:pt idx="12821">
                  <c:v>0.16620348848553942</c:v>
                </c:pt>
                <c:pt idx="12822">
                  <c:v>0.1662164865387116</c:v>
                </c:pt>
                <c:pt idx="12823">
                  <c:v>0.16624783852152922</c:v>
                </c:pt>
                <c:pt idx="12824">
                  <c:v>0.16625035315302528</c:v>
                </c:pt>
                <c:pt idx="12825">
                  <c:v>0.16625155714993095</c:v>
                </c:pt>
                <c:pt idx="12826">
                  <c:v>0.1662561188629926</c:v>
                </c:pt>
                <c:pt idx="12827">
                  <c:v>0.16627131501288842</c:v>
                </c:pt>
                <c:pt idx="12828">
                  <c:v>0.16630997832441866</c:v>
                </c:pt>
                <c:pt idx="12829">
                  <c:v>0.16632271992966344</c:v>
                </c:pt>
                <c:pt idx="12830">
                  <c:v>0.16633174590889821</c:v>
                </c:pt>
                <c:pt idx="12831">
                  <c:v>0.16634040000141151</c:v>
                </c:pt>
                <c:pt idx="12832">
                  <c:v>0.16635044654935432</c:v>
                </c:pt>
                <c:pt idx="12833">
                  <c:v>0.16637813162841347</c:v>
                </c:pt>
                <c:pt idx="12834">
                  <c:v>0.16638415161390677</c:v>
                </c:pt>
                <c:pt idx="12835">
                  <c:v>0.16638456360758017</c:v>
                </c:pt>
                <c:pt idx="12836">
                  <c:v>0.16639373665969701</c:v>
                </c:pt>
                <c:pt idx="12837">
                  <c:v>0.16640197070915169</c:v>
                </c:pt>
                <c:pt idx="12838">
                  <c:v>0.1664049279793787</c:v>
                </c:pt>
                <c:pt idx="12839">
                  <c:v>0.16640560203727037</c:v>
                </c:pt>
                <c:pt idx="12840">
                  <c:v>0.16641776476954678</c:v>
                </c:pt>
                <c:pt idx="12841">
                  <c:v>0.16642337321668912</c:v>
                </c:pt>
                <c:pt idx="12842">
                  <c:v>0.16643947026593295</c:v>
                </c:pt>
                <c:pt idx="12843">
                  <c:v>0.16644137914917081</c:v>
                </c:pt>
                <c:pt idx="12844">
                  <c:v>0.16646049612636737</c:v>
                </c:pt>
                <c:pt idx="12845">
                  <c:v>0.16647827161643955</c:v>
                </c:pt>
                <c:pt idx="12846">
                  <c:v>0.16650548012099481</c:v>
                </c:pt>
                <c:pt idx="12847">
                  <c:v>0.16653697073744816</c:v>
                </c:pt>
                <c:pt idx="12848">
                  <c:v>0.16653934974196097</c:v>
                </c:pt>
                <c:pt idx="12849">
                  <c:v>0.16655844305387768</c:v>
                </c:pt>
                <c:pt idx="12850">
                  <c:v>0.16656297496323533</c:v>
                </c:pt>
                <c:pt idx="12851">
                  <c:v>0.16656696768221288</c:v>
                </c:pt>
                <c:pt idx="12852">
                  <c:v>0.16656917131551968</c:v>
                </c:pt>
                <c:pt idx="12853">
                  <c:v>0.16660100925317606</c:v>
                </c:pt>
                <c:pt idx="12854">
                  <c:v>0.1666136624113172</c:v>
                </c:pt>
                <c:pt idx="12855">
                  <c:v>0.16662872024385258</c:v>
                </c:pt>
                <c:pt idx="12856">
                  <c:v>0.16664751880457193</c:v>
                </c:pt>
                <c:pt idx="12857">
                  <c:v>0.16666355850623193</c:v>
                </c:pt>
                <c:pt idx="12858">
                  <c:v>0.166668669648559</c:v>
                </c:pt>
                <c:pt idx="12859">
                  <c:v>0.16667238512542179</c:v>
                </c:pt>
                <c:pt idx="12860">
                  <c:v>0.16668375651042402</c:v>
                </c:pt>
                <c:pt idx="12861">
                  <c:v>0.16669092434974614</c:v>
                </c:pt>
                <c:pt idx="12862">
                  <c:v>0.16669461384468748</c:v>
                </c:pt>
                <c:pt idx="12863">
                  <c:v>0.16669505215496006</c:v>
                </c:pt>
                <c:pt idx="12864">
                  <c:v>0.16671575247397316</c:v>
                </c:pt>
                <c:pt idx="12865">
                  <c:v>0.16673031585695289</c:v>
                </c:pt>
                <c:pt idx="12866">
                  <c:v>0.16674292159984308</c:v>
                </c:pt>
                <c:pt idx="12867">
                  <c:v>0.16675341083034545</c:v>
                </c:pt>
                <c:pt idx="12868">
                  <c:v>0.16675696283936248</c:v>
                </c:pt>
                <c:pt idx="12869">
                  <c:v>0.16676930218291416</c:v>
                </c:pt>
                <c:pt idx="12870">
                  <c:v>0.16676995581424284</c:v>
                </c:pt>
                <c:pt idx="12871">
                  <c:v>0.16677885338275997</c:v>
                </c:pt>
                <c:pt idx="12872">
                  <c:v>0.16677900050064867</c:v>
                </c:pt>
                <c:pt idx="12873">
                  <c:v>0.16678373967510385</c:v>
                </c:pt>
                <c:pt idx="12874">
                  <c:v>0.16678777400173325</c:v>
                </c:pt>
                <c:pt idx="12875">
                  <c:v>0.16680040315261985</c:v>
                </c:pt>
                <c:pt idx="12876">
                  <c:v>0.16680087605422245</c:v>
                </c:pt>
                <c:pt idx="12877">
                  <c:v>0.16680641853145803</c:v>
                </c:pt>
                <c:pt idx="12878">
                  <c:v>0.16681530387506341</c:v>
                </c:pt>
                <c:pt idx="12879">
                  <c:v>0.16681593712110993</c:v>
                </c:pt>
                <c:pt idx="12880">
                  <c:v>0.16683509992214912</c:v>
                </c:pt>
                <c:pt idx="12881">
                  <c:v>0.16683758294784309</c:v>
                </c:pt>
                <c:pt idx="12882">
                  <c:v>0.16684653541249139</c:v>
                </c:pt>
                <c:pt idx="12883">
                  <c:v>0.16686624764014971</c:v>
                </c:pt>
                <c:pt idx="12884">
                  <c:v>0.16687378710079639</c:v>
                </c:pt>
                <c:pt idx="12885">
                  <c:v>0.16691036603934387</c:v>
                </c:pt>
                <c:pt idx="12886">
                  <c:v>0.16693723567187263</c:v>
                </c:pt>
                <c:pt idx="12887">
                  <c:v>0.16694418433956082</c:v>
                </c:pt>
                <c:pt idx="12888">
                  <c:v>0.16696582556101297</c:v>
                </c:pt>
                <c:pt idx="12889">
                  <c:v>0.16698031577142475</c:v>
                </c:pt>
                <c:pt idx="12890">
                  <c:v>0.1670174804929348</c:v>
                </c:pt>
                <c:pt idx="12891">
                  <c:v>0.16702888808917929</c:v>
                </c:pt>
                <c:pt idx="12892">
                  <c:v>0.16704825573729568</c:v>
                </c:pt>
                <c:pt idx="12893">
                  <c:v>0.16705588932519233</c:v>
                </c:pt>
                <c:pt idx="12894">
                  <c:v>0.16705836168771296</c:v>
                </c:pt>
                <c:pt idx="12895">
                  <c:v>0.1670625247874232</c:v>
                </c:pt>
                <c:pt idx="12896">
                  <c:v>0.16708660342531792</c:v>
                </c:pt>
                <c:pt idx="12897">
                  <c:v>0.16710538008906556</c:v>
                </c:pt>
                <c:pt idx="12898">
                  <c:v>0.16710574303344722</c:v>
                </c:pt>
                <c:pt idx="12899">
                  <c:v>0.16710787834081778</c:v>
                </c:pt>
                <c:pt idx="12900">
                  <c:v>0.16711976245241078</c:v>
                </c:pt>
                <c:pt idx="12901">
                  <c:v>0.16712117310568964</c:v>
                </c:pt>
                <c:pt idx="12902">
                  <c:v>0.16712725291501179</c:v>
                </c:pt>
                <c:pt idx="12903">
                  <c:v>0.1671448327408285</c:v>
                </c:pt>
                <c:pt idx="12904">
                  <c:v>0.16714642648545874</c:v>
                </c:pt>
                <c:pt idx="12905">
                  <c:v>0.16717131980255859</c:v>
                </c:pt>
                <c:pt idx="12906">
                  <c:v>0.16717165219625815</c:v>
                </c:pt>
                <c:pt idx="12907">
                  <c:v>0.16717355877012247</c:v>
                </c:pt>
                <c:pt idx="12908">
                  <c:v>0.16717657681891929</c:v>
                </c:pt>
                <c:pt idx="12909">
                  <c:v>0.16718006002516664</c:v>
                </c:pt>
                <c:pt idx="12910">
                  <c:v>0.16719547845100755</c:v>
                </c:pt>
                <c:pt idx="12911">
                  <c:v>0.1672065297171233</c:v>
                </c:pt>
                <c:pt idx="12912">
                  <c:v>0.16720726949202361</c:v>
                </c:pt>
                <c:pt idx="12913">
                  <c:v>0.16722330587543061</c:v>
                </c:pt>
                <c:pt idx="12914">
                  <c:v>0.16722403172567377</c:v>
                </c:pt>
                <c:pt idx="12915">
                  <c:v>0.16722811504490501</c:v>
                </c:pt>
                <c:pt idx="12916">
                  <c:v>0.16724512094724281</c:v>
                </c:pt>
                <c:pt idx="12917">
                  <c:v>0.16724963666341416</c:v>
                </c:pt>
                <c:pt idx="12918">
                  <c:v>0.16726705680174772</c:v>
                </c:pt>
                <c:pt idx="12919">
                  <c:v>0.16727992786168755</c:v>
                </c:pt>
                <c:pt idx="12920">
                  <c:v>0.16729547708387035</c:v>
                </c:pt>
                <c:pt idx="12921">
                  <c:v>0.16732334265743812</c:v>
                </c:pt>
                <c:pt idx="12922">
                  <c:v>0.16733515493422499</c:v>
                </c:pt>
                <c:pt idx="12923">
                  <c:v>0.16736220838108468</c:v>
                </c:pt>
                <c:pt idx="12924">
                  <c:v>0.16736629625746038</c:v>
                </c:pt>
                <c:pt idx="12925">
                  <c:v>0.16740085509178432</c:v>
                </c:pt>
                <c:pt idx="12926">
                  <c:v>0.16740119156676103</c:v>
                </c:pt>
                <c:pt idx="12927">
                  <c:v>0.16740556598161727</c:v>
                </c:pt>
                <c:pt idx="12928">
                  <c:v>0.16740699918311777</c:v>
                </c:pt>
                <c:pt idx="12929">
                  <c:v>0.16740722228275803</c:v>
                </c:pt>
                <c:pt idx="12930">
                  <c:v>0.16740776715365033</c:v>
                </c:pt>
                <c:pt idx="12931">
                  <c:v>0.16743061637697615</c:v>
                </c:pt>
                <c:pt idx="12932">
                  <c:v>0.16743356351560409</c:v>
                </c:pt>
                <c:pt idx="12933">
                  <c:v>0.16744231397363951</c:v>
                </c:pt>
                <c:pt idx="12934">
                  <c:v>0.16744367432828255</c:v>
                </c:pt>
                <c:pt idx="12935">
                  <c:v>0.16745333593076334</c:v>
                </c:pt>
                <c:pt idx="12936">
                  <c:v>0.16745412038268881</c:v>
                </c:pt>
                <c:pt idx="12937">
                  <c:v>0.16746758108940699</c:v>
                </c:pt>
                <c:pt idx="12938">
                  <c:v>0.16748528550322511</c:v>
                </c:pt>
                <c:pt idx="12939">
                  <c:v>0.16749058303823816</c:v>
                </c:pt>
                <c:pt idx="12940">
                  <c:v>0.16749507314289055</c:v>
                </c:pt>
                <c:pt idx="12941">
                  <c:v>0.16749678273760624</c:v>
                </c:pt>
                <c:pt idx="12942">
                  <c:v>0.16751326039036124</c:v>
                </c:pt>
                <c:pt idx="12943">
                  <c:v>0.1675204942503207</c:v>
                </c:pt>
                <c:pt idx="12944">
                  <c:v>0.1675205729787364</c:v>
                </c:pt>
                <c:pt idx="12945">
                  <c:v>0.16752118498619933</c:v>
                </c:pt>
                <c:pt idx="12946">
                  <c:v>0.16752804722999509</c:v>
                </c:pt>
                <c:pt idx="12947">
                  <c:v>0.16753979066422822</c:v>
                </c:pt>
                <c:pt idx="12948">
                  <c:v>0.16755251826454481</c:v>
                </c:pt>
                <c:pt idx="12949">
                  <c:v>0.16755259801166961</c:v>
                </c:pt>
                <c:pt idx="12950">
                  <c:v>0.16755294320307157</c:v>
                </c:pt>
                <c:pt idx="12951">
                  <c:v>0.16758324441306899</c:v>
                </c:pt>
                <c:pt idx="12952">
                  <c:v>0.16758466053125748</c:v>
                </c:pt>
                <c:pt idx="12953">
                  <c:v>0.16758772076538012</c:v>
                </c:pt>
                <c:pt idx="12954">
                  <c:v>0.1675929328872014</c:v>
                </c:pt>
                <c:pt idx="12955">
                  <c:v>0.16759757289240118</c:v>
                </c:pt>
                <c:pt idx="12956">
                  <c:v>0.16759970205076027</c:v>
                </c:pt>
                <c:pt idx="12957">
                  <c:v>0.16760681741263669</c:v>
                </c:pt>
                <c:pt idx="12958">
                  <c:v>0.16760978328102621</c:v>
                </c:pt>
                <c:pt idx="12959">
                  <c:v>0.16761216485119648</c:v>
                </c:pt>
                <c:pt idx="12960">
                  <c:v>0.16764283753171377</c:v>
                </c:pt>
                <c:pt idx="12961">
                  <c:v>0.16765105232539129</c:v>
                </c:pt>
                <c:pt idx="12962">
                  <c:v>0.16765717550925169</c:v>
                </c:pt>
                <c:pt idx="12963">
                  <c:v>0.1676653965361049</c:v>
                </c:pt>
                <c:pt idx="12964">
                  <c:v>0.16767851977903592</c:v>
                </c:pt>
                <c:pt idx="12965">
                  <c:v>0.1676917661614627</c:v>
                </c:pt>
                <c:pt idx="12966">
                  <c:v>0.16769594558947384</c:v>
                </c:pt>
                <c:pt idx="12967">
                  <c:v>0.1677180299206894</c:v>
                </c:pt>
                <c:pt idx="12968">
                  <c:v>0.16772868330686441</c:v>
                </c:pt>
                <c:pt idx="12969">
                  <c:v>0.16773653325030613</c:v>
                </c:pt>
                <c:pt idx="12970">
                  <c:v>0.16773657566332745</c:v>
                </c:pt>
                <c:pt idx="12971">
                  <c:v>0.16773751758983893</c:v>
                </c:pt>
                <c:pt idx="12972">
                  <c:v>0.16775026067321705</c:v>
                </c:pt>
                <c:pt idx="12973">
                  <c:v>0.16775344478361681</c:v>
                </c:pt>
                <c:pt idx="12974">
                  <c:v>0.16777418159994587</c:v>
                </c:pt>
                <c:pt idx="12975">
                  <c:v>0.16778705423215748</c:v>
                </c:pt>
                <c:pt idx="12976">
                  <c:v>0.16779026009066761</c:v>
                </c:pt>
                <c:pt idx="12977">
                  <c:v>0.16779633685157966</c:v>
                </c:pt>
                <c:pt idx="12978">
                  <c:v>0.16781814036642478</c:v>
                </c:pt>
                <c:pt idx="12979">
                  <c:v>0.16782694417180011</c:v>
                </c:pt>
                <c:pt idx="12980">
                  <c:v>0.16784049024598907</c:v>
                </c:pt>
                <c:pt idx="12981">
                  <c:v>0.16784624748616089</c:v>
                </c:pt>
                <c:pt idx="12982">
                  <c:v>0.16785763353897393</c:v>
                </c:pt>
                <c:pt idx="12983">
                  <c:v>0.16786867436778352</c:v>
                </c:pt>
                <c:pt idx="12984">
                  <c:v>0.16787396060403079</c:v>
                </c:pt>
                <c:pt idx="12985">
                  <c:v>0.16787679962897503</c:v>
                </c:pt>
                <c:pt idx="12986">
                  <c:v>0.16788581673012767</c:v>
                </c:pt>
                <c:pt idx="12987">
                  <c:v>0.167911387180949</c:v>
                </c:pt>
                <c:pt idx="12988">
                  <c:v>0.16793426349720306</c:v>
                </c:pt>
                <c:pt idx="12989">
                  <c:v>0.16794519389564036</c:v>
                </c:pt>
                <c:pt idx="12990">
                  <c:v>0.16795301725476786</c:v>
                </c:pt>
                <c:pt idx="12991">
                  <c:v>0.16795904763013914</c:v>
                </c:pt>
                <c:pt idx="12992">
                  <c:v>0.16799664656770238</c:v>
                </c:pt>
                <c:pt idx="12993">
                  <c:v>0.16800384017394193</c:v>
                </c:pt>
                <c:pt idx="12994">
                  <c:v>0.16801358522796173</c:v>
                </c:pt>
                <c:pt idx="12995">
                  <c:v>0.1680184694714025</c:v>
                </c:pt>
                <c:pt idx="12996">
                  <c:v>0.16802940933787638</c:v>
                </c:pt>
                <c:pt idx="12997">
                  <c:v>0.16803034606167053</c:v>
                </c:pt>
                <c:pt idx="12998">
                  <c:v>0.16805854621211117</c:v>
                </c:pt>
                <c:pt idx="12999">
                  <c:v>0.16806935779558979</c:v>
                </c:pt>
                <c:pt idx="13000">
                  <c:v>0.16807715326388803</c:v>
                </c:pt>
                <c:pt idx="13001">
                  <c:v>0.16809020661751603</c:v>
                </c:pt>
                <c:pt idx="13002">
                  <c:v>0.16810256995794196</c:v>
                </c:pt>
                <c:pt idx="13003">
                  <c:v>0.16814080903158068</c:v>
                </c:pt>
                <c:pt idx="13004">
                  <c:v>0.16815130653031951</c:v>
                </c:pt>
                <c:pt idx="13005">
                  <c:v>0.16815971424079321</c:v>
                </c:pt>
                <c:pt idx="13006">
                  <c:v>0.1682106550083034</c:v>
                </c:pt>
                <c:pt idx="13007">
                  <c:v>0.16822426147269029</c:v>
                </c:pt>
                <c:pt idx="13008">
                  <c:v>0.16822567328373872</c:v>
                </c:pt>
                <c:pt idx="13009">
                  <c:v>0.1682349174310549</c:v>
                </c:pt>
                <c:pt idx="13010">
                  <c:v>0.16823979826891544</c:v>
                </c:pt>
                <c:pt idx="13011">
                  <c:v>0.16825434520461444</c:v>
                </c:pt>
                <c:pt idx="13012">
                  <c:v>0.16829290417304243</c:v>
                </c:pt>
                <c:pt idx="13013">
                  <c:v>0.16829319559674041</c:v>
                </c:pt>
                <c:pt idx="13014">
                  <c:v>0.16829486028230925</c:v>
                </c:pt>
                <c:pt idx="13015">
                  <c:v>0.16830062166882059</c:v>
                </c:pt>
                <c:pt idx="13016">
                  <c:v>0.16834936524132163</c:v>
                </c:pt>
                <c:pt idx="13017">
                  <c:v>0.16836055085710019</c:v>
                </c:pt>
                <c:pt idx="13018">
                  <c:v>0.16837014414946933</c:v>
                </c:pt>
                <c:pt idx="13019">
                  <c:v>0.16837548499724053</c:v>
                </c:pt>
                <c:pt idx="13020">
                  <c:v>0.16839748649041333</c:v>
                </c:pt>
                <c:pt idx="13021">
                  <c:v>0.16840262271480427</c:v>
                </c:pt>
                <c:pt idx="13022">
                  <c:v>0.16840866667800533</c:v>
                </c:pt>
                <c:pt idx="13023">
                  <c:v>0.16842216591665865</c:v>
                </c:pt>
                <c:pt idx="13024">
                  <c:v>0.16846266935022189</c:v>
                </c:pt>
                <c:pt idx="13025">
                  <c:v>0.16846514176244565</c:v>
                </c:pt>
                <c:pt idx="13026">
                  <c:v>0.16846532341279621</c:v>
                </c:pt>
                <c:pt idx="13027">
                  <c:v>0.16847452840493898</c:v>
                </c:pt>
                <c:pt idx="13028">
                  <c:v>0.16847909030216779</c:v>
                </c:pt>
                <c:pt idx="13029">
                  <c:v>0.16848560518228348</c:v>
                </c:pt>
                <c:pt idx="13030">
                  <c:v>0.16848922382534823</c:v>
                </c:pt>
                <c:pt idx="13031">
                  <c:v>0.16849703348618192</c:v>
                </c:pt>
                <c:pt idx="13032">
                  <c:v>0.16849760483358894</c:v>
                </c:pt>
                <c:pt idx="13033">
                  <c:v>0.16850813450627442</c:v>
                </c:pt>
                <c:pt idx="13034">
                  <c:v>0.16851516150476578</c:v>
                </c:pt>
                <c:pt idx="13035">
                  <c:v>0.16851698916970451</c:v>
                </c:pt>
                <c:pt idx="13036">
                  <c:v>0.1685256520989217</c:v>
                </c:pt>
                <c:pt idx="13037">
                  <c:v>0.1685288874508698</c:v>
                </c:pt>
                <c:pt idx="13038">
                  <c:v>0.16852925054881579</c:v>
                </c:pt>
                <c:pt idx="13039">
                  <c:v>0.16854258202893296</c:v>
                </c:pt>
                <c:pt idx="13040">
                  <c:v>0.16855320107091162</c:v>
                </c:pt>
                <c:pt idx="13041">
                  <c:v>0.16855358021343486</c:v>
                </c:pt>
                <c:pt idx="13042">
                  <c:v>0.168573650809973</c:v>
                </c:pt>
                <c:pt idx="13043">
                  <c:v>0.16857915981935298</c:v>
                </c:pt>
                <c:pt idx="13044">
                  <c:v>0.16858045603640273</c:v>
                </c:pt>
                <c:pt idx="13045">
                  <c:v>0.16859192933187203</c:v>
                </c:pt>
                <c:pt idx="13046">
                  <c:v>0.16861995392169804</c:v>
                </c:pt>
                <c:pt idx="13047">
                  <c:v>0.16863809914474914</c:v>
                </c:pt>
                <c:pt idx="13048">
                  <c:v>0.16864849757050768</c:v>
                </c:pt>
                <c:pt idx="13049">
                  <c:v>0.16867877747441021</c:v>
                </c:pt>
                <c:pt idx="13050">
                  <c:v>0.16869516060485221</c:v>
                </c:pt>
                <c:pt idx="13051">
                  <c:v>0.16870143076178129</c:v>
                </c:pt>
                <c:pt idx="13052">
                  <c:v>0.16870484095486343</c:v>
                </c:pt>
                <c:pt idx="13053">
                  <c:v>0.16872929802643863</c:v>
                </c:pt>
                <c:pt idx="13054">
                  <c:v>0.16873498097415568</c:v>
                </c:pt>
                <c:pt idx="13055">
                  <c:v>0.16873804741393733</c:v>
                </c:pt>
                <c:pt idx="13056">
                  <c:v>0.16875289462302073</c:v>
                </c:pt>
                <c:pt idx="13057">
                  <c:v>0.16875430521919937</c:v>
                </c:pt>
                <c:pt idx="13058">
                  <c:v>0.16876005924347276</c:v>
                </c:pt>
                <c:pt idx="13059">
                  <c:v>0.1687639470297834</c:v>
                </c:pt>
                <c:pt idx="13060">
                  <c:v>0.16876432693997478</c:v>
                </c:pt>
                <c:pt idx="13061">
                  <c:v>0.16876645048634892</c:v>
                </c:pt>
                <c:pt idx="13062">
                  <c:v>0.16880104266199819</c:v>
                </c:pt>
                <c:pt idx="13063">
                  <c:v>0.16881700965446911</c:v>
                </c:pt>
                <c:pt idx="13064">
                  <c:v>0.16885048590832927</c:v>
                </c:pt>
                <c:pt idx="13065">
                  <c:v>0.16885574571165385</c:v>
                </c:pt>
                <c:pt idx="13066">
                  <c:v>0.16888699137009111</c:v>
                </c:pt>
                <c:pt idx="13067">
                  <c:v>0.16892167905108976</c:v>
                </c:pt>
                <c:pt idx="13068">
                  <c:v>0.16893327174036002</c:v>
                </c:pt>
                <c:pt idx="13069">
                  <c:v>0.16893578580013446</c:v>
                </c:pt>
                <c:pt idx="13070">
                  <c:v>0.16893925170998969</c:v>
                </c:pt>
                <c:pt idx="13071">
                  <c:v>0.16894122826890876</c:v>
                </c:pt>
                <c:pt idx="13072">
                  <c:v>0.16895337600023114</c:v>
                </c:pt>
                <c:pt idx="13073">
                  <c:v>0.16896430437536231</c:v>
                </c:pt>
                <c:pt idx="13074">
                  <c:v>0.16899300619528143</c:v>
                </c:pt>
                <c:pt idx="13075">
                  <c:v>0.16902356358958759</c:v>
                </c:pt>
                <c:pt idx="13076">
                  <c:v>0.16904068054317789</c:v>
                </c:pt>
                <c:pt idx="13077">
                  <c:v>0.16906548135029389</c:v>
                </c:pt>
                <c:pt idx="13078">
                  <c:v>0.16907206289418628</c:v>
                </c:pt>
                <c:pt idx="13079">
                  <c:v>0.16907964028287836</c:v>
                </c:pt>
                <c:pt idx="13080">
                  <c:v>0.16909026690922599</c:v>
                </c:pt>
                <c:pt idx="13081">
                  <c:v>0.16911108217849377</c:v>
                </c:pt>
                <c:pt idx="13082">
                  <c:v>0.16912698670537638</c:v>
                </c:pt>
                <c:pt idx="13083">
                  <c:v>0.16912945686377126</c:v>
                </c:pt>
                <c:pt idx="13084">
                  <c:v>0.16916249604135694</c:v>
                </c:pt>
                <c:pt idx="13085">
                  <c:v>0.16916583167474089</c:v>
                </c:pt>
                <c:pt idx="13086">
                  <c:v>0.16918625739685839</c:v>
                </c:pt>
                <c:pt idx="13087">
                  <c:v>0.16920474723582707</c:v>
                </c:pt>
                <c:pt idx="13088">
                  <c:v>0.16920951697903938</c:v>
                </c:pt>
                <c:pt idx="13089">
                  <c:v>0.1692149123990507</c:v>
                </c:pt>
                <c:pt idx="13090">
                  <c:v>0.16922016444042184</c:v>
                </c:pt>
                <c:pt idx="13091">
                  <c:v>0.16923778726759656</c:v>
                </c:pt>
                <c:pt idx="13092">
                  <c:v>0.16924364525659394</c:v>
                </c:pt>
                <c:pt idx="13093">
                  <c:v>0.16925176010970502</c:v>
                </c:pt>
                <c:pt idx="13094">
                  <c:v>0.16929448904404951</c:v>
                </c:pt>
                <c:pt idx="13095">
                  <c:v>0.16931474187109607</c:v>
                </c:pt>
                <c:pt idx="13096">
                  <c:v>0.16932594180279092</c:v>
                </c:pt>
                <c:pt idx="13097">
                  <c:v>0.16936667230555341</c:v>
                </c:pt>
                <c:pt idx="13098">
                  <c:v>0.16939346750264586</c:v>
                </c:pt>
                <c:pt idx="13099">
                  <c:v>0.16940513244821762</c:v>
                </c:pt>
                <c:pt idx="13100">
                  <c:v>0.16945013216864874</c:v>
                </c:pt>
                <c:pt idx="13101">
                  <c:v>0.16945568873517763</c:v>
                </c:pt>
                <c:pt idx="13102">
                  <c:v>0.16946686626234736</c:v>
                </c:pt>
                <c:pt idx="13103">
                  <c:v>0.16946861680229</c:v>
                </c:pt>
                <c:pt idx="13104">
                  <c:v>0.16947904409426715</c:v>
                </c:pt>
                <c:pt idx="13105">
                  <c:v>0.16948702807094798</c:v>
                </c:pt>
                <c:pt idx="13106">
                  <c:v>0.16950162102602676</c:v>
                </c:pt>
                <c:pt idx="13107">
                  <c:v>0.16950302382586899</c:v>
                </c:pt>
                <c:pt idx="13108">
                  <c:v>0.16951720280532701</c:v>
                </c:pt>
                <c:pt idx="13109">
                  <c:v>0.16954032772296443</c:v>
                </c:pt>
                <c:pt idx="13110">
                  <c:v>0.16954139193408913</c:v>
                </c:pt>
                <c:pt idx="13111">
                  <c:v>0.16954377460934786</c:v>
                </c:pt>
                <c:pt idx="13112">
                  <c:v>0.16955454170519871</c:v>
                </c:pt>
                <c:pt idx="13113">
                  <c:v>0.16955826911482172</c:v>
                </c:pt>
                <c:pt idx="13114">
                  <c:v>0.16957101921170989</c:v>
                </c:pt>
                <c:pt idx="13115">
                  <c:v>0.16957694104430043</c:v>
                </c:pt>
                <c:pt idx="13116">
                  <c:v>0.16959742531097638</c:v>
                </c:pt>
                <c:pt idx="13117">
                  <c:v>0.16961820782673515</c:v>
                </c:pt>
                <c:pt idx="13118">
                  <c:v>0.16962993650550351</c:v>
                </c:pt>
                <c:pt idx="13119">
                  <c:v>0.16963524126960061</c:v>
                </c:pt>
                <c:pt idx="13120">
                  <c:v>0.16963885581227667</c:v>
                </c:pt>
                <c:pt idx="13121">
                  <c:v>0.16964757461353383</c:v>
                </c:pt>
                <c:pt idx="13122">
                  <c:v>0.16968102933059351</c:v>
                </c:pt>
                <c:pt idx="13123">
                  <c:v>0.16968619872406046</c:v>
                </c:pt>
                <c:pt idx="13124">
                  <c:v>0.16968741616667868</c:v>
                </c:pt>
                <c:pt idx="13125">
                  <c:v>0.1696950057268565</c:v>
                </c:pt>
                <c:pt idx="13126">
                  <c:v>0.16969875989328956</c:v>
                </c:pt>
                <c:pt idx="13127">
                  <c:v>0.16970432490994497</c:v>
                </c:pt>
                <c:pt idx="13128">
                  <c:v>0.16970893950481131</c:v>
                </c:pt>
                <c:pt idx="13129">
                  <c:v>0.16970999121252101</c:v>
                </c:pt>
                <c:pt idx="13130">
                  <c:v>0.16971992881886014</c:v>
                </c:pt>
                <c:pt idx="13131">
                  <c:v>0.16978274933359372</c:v>
                </c:pt>
                <c:pt idx="13132">
                  <c:v>0.16979271006371011</c:v>
                </c:pt>
                <c:pt idx="13133">
                  <c:v>0.1698211038023513</c:v>
                </c:pt>
                <c:pt idx="13134">
                  <c:v>0.16983128388078961</c:v>
                </c:pt>
                <c:pt idx="13135">
                  <c:v>0.16983240305853553</c:v>
                </c:pt>
                <c:pt idx="13136">
                  <c:v>0.16983648297073398</c:v>
                </c:pt>
                <c:pt idx="13137">
                  <c:v>0.16983937182126865</c:v>
                </c:pt>
                <c:pt idx="13138">
                  <c:v>0.1698455803124477</c:v>
                </c:pt>
                <c:pt idx="13139">
                  <c:v>0.16985499709489024</c:v>
                </c:pt>
                <c:pt idx="13140">
                  <c:v>0.16985804360414877</c:v>
                </c:pt>
                <c:pt idx="13141">
                  <c:v>0.16993626153645852</c:v>
                </c:pt>
                <c:pt idx="13142">
                  <c:v>0.16995112004927468</c:v>
                </c:pt>
                <c:pt idx="13143">
                  <c:v>0.1699700953934162</c:v>
                </c:pt>
                <c:pt idx="13144">
                  <c:v>0.16998141459724825</c:v>
                </c:pt>
                <c:pt idx="13145">
                  <c:v>0.16998732185396845</c:v>
                </c:pt>
                <c:pt idx="13146">
                  <c:v>0.16999418412801151</c:v>
                </c:pt>
                <c:pt idx="13147">
                  <c:v>0.17001274628871824</c:v>
                </c:pt>
                <c:pt idx="13148">
                  <c:v>0.17002201404691708</c:v>
                </c:pt>
                <c:pt idx="13149">
                  <c:v>0.17002747769955454</c:v>
                </c:pt>
                <c:pt idx="13150">
                  <c:v>0.17003089262166668</c:v>
                </c:pt>
                <c:pt idx="13151">
                  <c:v>0.17003631305801681</c:v>
                </c:pt>
                <c:pt idx="13152">
                  <c:v>0.17004742489679811</c:v>
                </c:pt>
                <c:pt idx="13153">
                  <c:v>0.17006099777055028</c:v>
                </c:pt>
                <c:pt idx="13154">
                  <c:v>0.17006544400227766</c:v>
                </c:pt>
                <c:pt idx="13155">
                  <c:v>0.17008428594492855</c:v>
                </c:pt>
                <c:pt idx="13156">
                  <c:v>0.17012104837049191</c:v>
                </c:pt>
                <c:pt idx="13157">
                  <c:v>0.17015534872640978</c:v>
                </c:pt>
                <c:pt idx="13158">
                  <c:v>0.17016573532478205</c:v>
                </c:pt>
                <c:pt idx="13159">
                  <c:v>0.17018919697174334</c:v>
                </c:pt>
                <c:pt idx="13160">
                  <c:v>0.17023102391987963</c:v>
                </c:pt>
                <c:pt idx="13161">
                  <c:v>0.17024547807794982</c:v>
                </c:pt>
                <c:pt idx="13162">
                  <c:v>0.17026582503783985</c:v>
                </c:pt>
                <c:pt idx="13163">
                  <c:v>0.1702672557571453</c:v>
                </c:pt>
                <c:pt idx="13164">
                  <c:v>0.17027063522439692</c:v>
                </c:pt>
                <c:pt idx="13165">
                  <c:v>0.17027597767223515</c:v>
                </c:pt>
                <c:pt idx="13166">
                  <c:v>0.17030566081751547</c:v>
                </c:pt>
                <c:pt idx="13167">
                  <c:v>0.17032283407884685</c:v>
                </c:pt>
                <c:pt idx="13168">
                  <c:v>0.17033708513033236</c:v>
                </c:pt>
                <c:pt idx="13169">
                  <c:v>0.17034299486678442</c:v>
                </c:pt>
                <c:pt idx="13170">
                  <c:v>0.17035373127697132</c:v>
                </c:pt>
                <c:pt idx="13171">
                  <c:v>0.17036194732380822</c:v>
                </c:pt>
                <c:pt idx="13172">
                  <c:v>0.17040510340908202</c:v>
                </c:pt>
                <c:pt idx="13173">
                  <c:v>0.17041506024575415</c:v>
                </c:pt>
                <c:pt idx="13174">
                  <c:v>0.17041858946772906</c:v>
                </c:pt>
                <c:pt idx="13175">
                  <c:v>0.17045893299024126</c:v>
                </c:pt>
                <c:pt idx="13176">
                  <c:v>0.17046364251742366</c:v>
                </c:pt>
                <c:pt idx="13177">
                  <c:v>0.17047628393069475</c:v>
                </c:pt>
                <c:pt idx="13178">
                  <c:v>0.17048015027944971</c:v>
                </c:pt>
                <c:pt idx="13179">
                  <c:v>0.17048989875748535</c:v>
                </c:pt>
                <c:pt idx="13180">
                  <c:v>0.17050126332880922</c:v>
                </c:pt>
                <c:pt idx="13181">
                  <c:v>0.17050720708598582</c:v>
                </c:pt>
                <c:pt idx="13182">
                  <c:v>0.1705098276761573</c:v>
                </c:pt>
                <c:pt idx="13183">
                  <c:v>0.17053346779417394</c:v>
                </c:pt>
                <c:pt idx="13184">
                  <c:v>0.17054190715546672</c:v>
                </c:pt>
                <c:pt idx="13185">
                  <c:v>0.17054247657311303</c:v>
                </c:pt>
                <c:pt idx="13186">
                  <c:v>0.17054431993122479</c:v>
                </c:pt>
                <c:pt idx="13187">
                  <c:v>0.17056475529287787</c:v>
                </c:pt>
                <c:pt idx="13188">
                  <c:v>0.17060006855165755</c:v>
                </c:pt>
                <c:pt idx="13189">
                  <c:v>0.17060832379590851</c:v>
                </c:pt>
                <c:pt idx="13190">
                  <c:v>0.1706096366686764</c:v>
                </c:pt>
                <c:pt idx="13191">
                  <c:v>0.17066484842887475</c:v>
                </c:pt>
                <c:pt idx="13192">
                  <c:v>0.17066614551546924</c:v>
                </c:pt>
                <c:pt idx="13193">
                  <c:v>0.17066708219530494</c:v>
                </c:pt>
                <c:pt idx="13194">
                  <c:v>0.17068143772504951</c:v>
                </c:pt>
                <c:pt idx="13195">
                  <c:v>0.17070896251676895</c:v>
                </c:pt>
                <c:pt idx="13196">
                  <c:v>0.17071700057308531</c:v>
                </c:pt>
                <c:pt idx="13197">
                  <c:v>0.17072082685693329</c:v>
                </c:pt>
                <c:pt idx="13198">
                  <c:v>0.17072533961034717</c:v>
                </c:pt>
                <c:pt idx="13199">
                  <c:v>0.17072836002383546</c:v>
                </c:pt>
                <c:pt idx="13200">
                  <c:v>0.17072861265388611</c:v>
                </c:pt>
                <c:pt idx="13201">
                  <c:v>0.17072867068284234</c:v>
                </c:pt>
                <c:pt idx="13202">
                  <c:v>0.17073176307962964</c:v>
                </c:pt>
                <c:pt idx="13203">
                  <c:v>0.17075124389468907</c:v>
                </c:pt>
                <c:pt idx="13204">
                  <c:v>0.17076266434868534</c:v>
                </c:pt>
                <c:pt idx="13205">
                  <c:v>0.17076299718500146</c:v>
                </c:pt>
                <c:pt idx="13206">
                  <c:v>0.17078092099745187</c:v>
                </c:pt>
                <c:pt idx="13207">
                  <c:v>0.17078391337487281</c:v>
                </c:pt>
                <c:pt idx="13208">
                  <c:v>0.17078498720393767</c:v>
                </c:pt>
                <c:pt idx="13209">
                  <c:v>0.17080846279318707</c:v>
                </c:pt>
                <c:pt idx="13210">
                  <c:v>0.17081278748572035</c:v>
                </c:pt>
                <c:pt idx="13211">
                  <c:v>0.17082262416967875</c:v>
                </c:pt>
                <c:pt idx="13212">
                  <c:v>0.17083708069152947</c:v>
                </c:pt>
                <c:pt idx="13213">
                  <c:v>0.17085282616793632</c:v>
                </c:pt>
                <c:pt idx="13214">
                  <c:v>0.17085381355777043</c:v>
                </c:pt>
                <c:pt idx="13215">
                  <c:v>0.17085792928474183</c:v>
                </c:pt>
                <c:pt idx="13216">
                  <c:v>0.17086627533997292</c:v>
                </c:pt>
                <c:pt idx="13217">
                  <c:v>0.17086826282764311</c:v>
                </c:pt>
                <c:pt idx="13218">
                  <c:v>0.17088810944336499</c:v>
                </c:pt>
                <c:pt idx="13219">
                  <c:v>0.17089268856080506</c:v>
                </c:pt>
                <c:pt idx="13220">
                  <c:v>0.17093994602249843</c:v>
                </c:pt>
                <c:pt idx="13221">
                  <c:v>0.17093996258727137</c:v>
                </c:pt>
                <c:pt idx="13222">
                  <c:v>0.17094573301499508</c:v>
                </c:pt>
                <c:pt idx="13223">
                  <c:v>0.17095915207374818</c:v>
                </c:pt>
                <c:pt idx="13224">
                  <c:v>0.17098859671414968</c:v>
                </c:pt>
                <c:pt idx="13225">
                  <c:v>0.17100411820396955</c:v>
                </c:pt>
                <c:pt idx="13226">
                  <c:v>0.17100564033473611</c:v>
                </c:pt>
                <c:pt idx="13227">
                  <c:v>0.17101191054683415</c:v>
                </c:pt>
                <c:pt idx="13228">
                  <c:v>0.17101883400808499</c:v>
                </c:pt>
                <c:pt idx="13229">
                  <c:v>0.17103989431375397</c:v>
                </c:pt>
                <c:pt idx="13230">
                  <c:v>0.1710549142076763</c:v>
                </c:pt>
                <c:pt idx="13231">
                  <c:v>0.17107499260642642</c:v>
                </c:pt>
                <c:pt idx="13232">
                  <c:v>0.17107550961304721</c:v>
                </c:pt>
                <c:pt idx="13233">
                  <c:v>0.17108018364909738</c:v>
                </c:pt>
                <c:pt idx="13234">
                  <c:v>0.17108793209140835</c:v>
                </c:pt>
                <c:pt idx="13235">
                  <c:v>0.17110049628705465</c:v>
                </c:pt>
                <c:pt idx="13236">
                  <c:v>0.17110581697923152</c:v>
                </c:pt>
                <c:pt idx="13237">
                  <c:v>0.17114204924146145</c:v>
                </c:pt>
                <c:pt idx="13238">
                  <c:v>0.17115758451637669</c:v>
                </c:pt>
                <c:pt idx="13239">
                  <c:v>0.17117274971109084</c:v>
                </c:pt>
                <c:pt idx="13240">
                  <c:v>0.17117495715263034</c:v>
                </c:pt>
                <c:pt idx="13241">
                  <c:v>0.17119375950089402</c:v>
                </c:pt>
                <c:pt idx="13242">
                  <c:v>0.17120382945344945</c:v>
                </c:pt>
                <c:pt idx="13243">
                  <c:v>0.17121024275314531</c:v>
                </c:pt>
                <c:pt idx="13244">
                  <c:v>0.17121575092884508</c:v>
                </c:pt>
                <c:pt idx="13245">
                  <c:v>0.1712203428932062</c:v>
                </c:pt>
                <c:pt idx="13246">
                  <c:v>0.17122921498996702</c:v>
                </c:pt>
                <c:pt idx="13247">
                  <c:v>0.17123189483760107</c:v>
                </c:pt>
                <c:pt idx="13248">
                  <c:v>0.17123776004743069</c:v>
                </c:pt>
                <c:pt idx="13249">
                  <c:v>0.17126060521778907</c:v>
                </c:pt>
                <c:pt idx="13250">
                  <c:v>0.17127852253910872</c:v>
                </c:pt>
                <c:pt idx="13251">
                  <c:v>0.17131645897888487</c:v>
                </c:pt>
                <c:pt idx="13252">
                  <c:v>0.17133871507851567</c:v>
                </c:pt>
                <c:pt idx="13253">
                  <c:v>0.17133972324855992</c:v>
                </c:pt>
                <c:pt idx="13254">
                  <c:v>0.17134092285289682</c:v>
                </c:pt>
                <c:pt idx="13255">
                  <c:v>0.17134403305139156</c:v>
                </c:pt>
                <c:pt idx="13256">
                  <c:v>0.17135901798480713</c:v>
                </c:pt>
                <c:pt idx="13257">
                  <c:v>0.17136723491800218</c:v>
                </c:pt>
                <c:pt idx="13258">
                  <c:v>0.17138848492499389</c:v>
                </c:pt>
                <c:pt idx="13259">
                  <c:v>0.17140196848790584</c:v>
                </c:pt>
                <c:pt idx="13260">
                  <c:v>0.17144333513559046</c:v>
                </c:pt>
                <c:pt idx="13261">
                  <c:v>0.17145506752180503</c:v>
                </c:pt>
                <c:pt idx="13262">
                  <c:v>0.17146010986546939</c:v>
                </c:pt>
                <c:pt idx="13263">
                  <c:v>0.17146163730007924</c:v>
                </c:pt>
                <c:pt idx="13264">
                  <c:v>0.1714626238917393</c:v>
                </c:pt>
                <c:pt idx="13265">
                  <c:v>0.17149666026019056</c:v>
                </c:pt>
                <c:pt idx="13266">
                  <c:v>0.17150104871995606</c:v>
                </c:pt>
                <c:pt idx="13267">
                  <c:v>0.17150908797695308</c:v>
                </c:pt>
                <c:pt idx="13268">
                  <c:v>0.17154998180878928</c:v>
                </c:pt>
                <c:pt idx="13269">
                  <c:v>0.17155464145769161</c:v>
                </c:pt>
                <c:pt idx="13270">
                  <c:v>0.17155979487396175</c:v>
                </c:pt>
                <c:pt idx="13271">
                  <c:v>0.17156303419703173</c:v>
                </c:pt>
                <c:pt idx="13272">
                  <c:v>0.17157597230429988</c:v>
                </c:pt>
                <c:pt idx="13273">
                  <c:v>0.17158153405897381</c:v>
                </c:pt>
                <c:pt idx="13274">
                  <c:v>0.17158728090675188</c:v>
                </c:pt>
                <c:pt idx="13275">
                  <c:v>0.17160642823618422</c:v>
                </c:pt>
                <c:pt idx="13276">
                  <c:v>0.17160805683688518</c:v>
                </c:pt>
                <c:pt idx="13277">
                  <c:v>0.17162373987595508</c:v>
                </c:pt>
                <c:pt idx="13278">
                  <c:v>0.17164683675813638</c:v>
                </c:pt>
                <c:pt idx="13279">
                  <c:v>0.17166728850296098</c:v>
                </c:pt>
                <c:pt idx="13280">
                  <c:v>0.17168421778161175</c:v>
                </c:pt>
                <c:pt idx="13281">
                  <c:v>0.17168608596125901</c:v>
                </c:pt>
                <c:pt idx="13282">
                  <c:v>0.17168745404257235</c:v>
                </c:pt>
                <c:pt idx="13283">
                  <c:v>0.17168828104263295</c:v>
                </c:pt>
                <c:pt idx="13284">
                  <c:v>0.17169275508543197</c:v>
                </c:pt>
                <c:pt idx="13285">
                  <c:v>0.1717145817314143</c:v>
                </c:pt>
                <c:pt idx="13286">
                  <c:v>0.17172267374135047</c:v>
                </c:pt>
                <c:pt idx="13287">
                  <c:v>0.17175519721352275</c:v>
                </c:pt>
                <c:pt idx="13288">
                  <c:v>0.17176012575794533</c:v>
                </c:pt>
                <c:pt idx="13289">
                  <c:v>0.1717644816785209</c:v>
                </c:pt>
                <c:pt idx="13290">
                  <c:v>0.1717666879132588</c:v>
                </c:pt>
                <c:pt idx="13291">
                  <c:v>0.17177894127264809</c:v>
                </c:pt>
                <c:pt idx="13292">
                  <c:v>0.17179633213565887</c:v>
                </c:pt>
                <c:pt idx="13293">
                  <c:v>0.17180982234125705</c:v>
                </c:pt>
                <c:pt idx="13294">
                  <c:v>0.17183101689160329</c:v>
                </c:pt>
                <c:pt idx="13295">
                  <c:v>0.17184028398733914</c:v>
                </c:pt>
                <c:pt idx="13296">
                  <c:v>0.17185828166191816</c:v>
                </c:pt>
                <c:pt idx="13297">
                  <c:v>0.17186597189209279</c:v>
                </c:pt>
                <c:pt idx="13298">
                  <c:v>0.17186889082609358</c:v>
                </c:pt>
                <c:pt idx="13299">
                  <c:v>0.17188255174159894</c:v>
                </c:pt>
                <c:pt idx="13300">
                  <c:v>0.17188539251569829</c:v>
                </c:pt>
                <c:pt idx="13301">
                  <c:v>0.17188581193525482</c:v>
                </c:pt>
                <c:pt idx="13302">
                  <c:v>0.17189178341662278</c:v>
                </c:pt>
                <c:pt idx="13303">
                  <c:v>0.17189206392536791</c:v>
                </c:pt>
                <c:pt idx="13304">
                  <c:v>0.17189403961228455</c:v>
                </c:pt>
                <c:pt idx="13305">
                  <c:v>0.17189549957605602</c:v>
                </c:pt>
                <c:pt idx="13306">
                  <c:v>0.1719068071309916</c:v>
                </c:pt>
                <c:pt idx="13307">
                  <c:v>0.17190829966516324</c:v>
                </c:pt>
                <c:pt idx="13308">
                  <c:v>0.17191440098241101</c:v>
                </c:pt>
                <c:pt idx="13309">
                  <c:v>0.17192693100635995</c:v>
                </c:pt>
                <c:pt idx="13310">
                  <c:v>0.17193701393675034</c:v>
                </c:pt>
                <c:pt idx="13311">
                  <c:v>0.17199593497980756</c:v>
                </c:pt>
                <c:pt idx="13312">
                  <c:v>0.17201885649009682</c:v>
                </c:pt>
                <c:pt idx="13313">
                  <c:v>0.17203752780905279</c:v>
                </c:pt>
                <c:pt idx="13314">
                  <c:v>0.17205054334967274</c:v>
                </c:pt>
                <c:pt idx="13315">
                  <c:v>0.17205430647063022</c:v>
                </c:pt>
                <c:pt idx="13316">
                  <c:v>0.17206339263142739</c:v>
                </c:pt>
                <c:pt idx="13317">
                  <c:v>0.17207037059920569</c:v>
                </c:pt>
                <c:pt idx="13318">
                  <c:v>0.17207751215098721</c:v>
                </c:pt>
                <c:pt idx="13319">
                  <c:v>0.17207802051297391</c:v>
                </c:pt>
                <c:pt idx="13320">
                  <c:v>0.17208060478808182</c:v>
                </c:pt>
                <c:pt idx="13321">
                  <c:v>0.17208637385035336</c:v>
                </c:pt>
                <c:pt idx="13322">
                  <c:v>0.1720898150169288</c:v>
                </c:pt>
                <c:pt idx="13323">
                  <c:v>0.17209643852744785</c:v>
                </c:pt>
                <c:pt idx="13324">
                  <c:v>0.17210281742717337</c:v>
                </c:pt>
                <c:pt idx="13325">
                  <c:v>0.17210498839281052</c:v>
                </c:pt>
                <c:pt idx="13326">
                  <c:v>0.17210645877904329</c:v>
                </c:pt>
                <c:pt idx="13327">
                  <c:v>0.17211385861291434</c:v>
                </c:pt>
                <c:pt idx="13328">
                  <c:v>0.17212612417809786</c:v>
                </c:pt>
                <c:pt idx="13329">
                  <c:v>0.17213504538430746</c:v>
                </c:pt>
                <c:pt idx="13330">
                  <c:v>0.17214773067513472</c:v>
                </c:pt>
                <c:pt idx="13331">
                  <c:v>0.17216846800067159</c:v>
                </c:pt>
                <c:pt idx="13332">
                  <c:v>0.17217311831554677</c:v>
                </c:pt>
                <c:pt idx="13333">
                  <c:v>0.17217526167870972</c:v>
                </c:pt>
                <c:pt idx="13334">
                  <c:v>0.17218436724676023</c:v>
                </c:pt>
                <c:pt idx="13335">
                  <c:v>0.17218902694989052</c:v>
                </c:pt>
                <c:pt idx="13336">
                  <c:v>0.1721944735875495</c:v>
                </c:pt>
                <c:pt idx="13337">
                  <c:v>0.17219839348233598</c:v>
                </c:pt>
                <c:pt idx="13338">
                  <c:v>0.17227480698344913</c:v>
                </c:pt>
                <c:pt idx="13339">
                  <c:v>0.17230713311171686</c:v>
                </c:pt>
                <c:pt idx="13340">
                  <c:v>0.17230765757077909</c:v>
                </c:pt>
                <c:pt idx="13341">
                  <c:v>0.17233592001777759</c:v>
                </c:pt>
                <c:pt idx="13342">
                  <c:v>0.17234356795837086</c:v>
                </c:pt>
                <c:pt idx="13343">
                  <c:v>0.17234455055860562</c:v>
                </c:pt>
                <c:pt idx="13344">
                  <c:v>0.17234667639717921</c:v>
                </c:pt>
                <c:pt idx="13345">
                  <c:v>0.17234689578253704</c:v>
                </c:pt>
                <c:pt idx="13346">
                  <c:v>0.17237416281455256</c:v>
                </c:pt>
                <c:pt idx="13347">
                  <c:v>0.17238059933916464</c:v>
                </c:pt>
                <c:pt idx="13348">
                  <c:v>0.17242474995109461</c:v>
                </c:pt>
                <c:pt idx="13349">
                  <c:v>0.17243634932108781</c:v>
                </c:pt>
                <c:pt idx="13350">
                  <c:v>0.17244581861838795</c:v>
                </c:pt>
                <c:pt idx="13351">
                  <c:v>0.1724480520814172</c:v>
                </c:pt>
                <c:pt idx="13352">
                  <c:v>0.17245551496479228</c:v>
                </c:pt>
                <c:pt idx="13353">
                  <c:v>0.17246008239561181</c:v>
                </c:pt>
                <c:pt idx="13354">
                  <c:v>0.17246420254937506</c:v>
                </c:pt>
                <c:pt idx="13355">
                  <c:v>0.17246695922090888</c:v>
                </c:pt>
                <c:pt idx="13356">
                  <c:v>0.17247341610036951</c:v>
                </c:pt>
                <c:pt idx="13357">
                  <c:v>0.17248048911152067</c:v>
                </c:pt>
                <c:pt idx="13358">
                  <c:v>0.17248941993421824</c:v>
                </c:pt>
                <c:pt idx="13359">
                  <c:v>0.17249187333717847</c:v>
                </c:pt>
                <c:pt idx="13360">
                  <c:v>0.17249230601775389</c:v>
                </c:pt>
                <c:pt idx="13361">
                  <c:v>0.17250568338715835</c:v>
                </c:pt>
                <c:pt idx="13362">
                  <c:v>0.17251611391685404</c:v>
                </c:pt>
                <c:pt idx="13363">
                  <c:v>0.17252085457593866</c:v>
                </c:pt>
                <c:pt idx="13364">
                  <c:v>0.17256508240681495</c:v>
                </c:pt>
                <c:pt idx="13365">
                  <c:v>0.17257580495479807</c:v>
                </c:pt>
                <c:pt idx="13366">
                  <c:v>0.17258982433033804</c:v>
                </c:pt>
                <c:pt idx="13367">
                  <c:v>0.17259253324446558</c:v>
                </c:pt>
                <c:pt idx="13368">
                  <c:v>0.17261275752503413</c:v>
                </c:pt>
                <c:pt idx="13369">
                  <c:v>0.17261350005761536</c:v>
                </c:pt>
                <c:pt idx="13370">
                  <c:v>0.17261515644483114</c:v>
                </c:pt>
                <c:pt idx="13371">
                  <c:v>0.17265433632285013</c:v>
                </c:pt>
                <c:pt idx="13372">
                  <c:v>0.17265479196762781</c:v>
                </c:pt>
                <c:pt idx="13373">
                  <c:v>0.17267122852656103</c:v>
                </c:pt>
                <c:pt idx="13374">
                  <c:v>0.17268116766627475</c:v>
                </c:pt>
                <c:pt idx="13375">
                  <c:v>0.17270648515455372</c:v>
                </c:pt>
                <c:pt idx="13376">
                  <c:v>0.17270738981761755</c:v>
                </c:pt>
                <c:pt idx="13377">
                  <c:v>0.17271656757829942</c:v>
                </c:pt>
                <c:pt idx="13378">
                  <c:v>0.17272643550585395</c:v>
                </c:pt>
                <c:pt idx="13379">
                  <c:v>0.17272666697376571</c:v>
                </c:pt>
                <c:pt idx="13380">
                  <c:v>0.17274002606959779</c:v>
                </c:pt>
                <c:pt idx="13381">
                  <c:v>0.17274237340053361</c:v>
                </c:pt>
                <c:pt idx="13382">
                  <c:v>0.17276903443663935</c:v>
                </c:pt>
                <c:pt idx="13383">
                  <c:v>0.17277189779172578</c:v>
                </c:pt>
                <c:pt idx="13384">
                  <c:v>0.17278863917012166</c:v>
                </c:pt>
                <c:pt idx="13385">
                  <c:v>0.1728168581622456</c:v>
                </c:pt>
                <c:pt idx="13386">
                  <c:v>0.17285812805664796</c:v>
                </c:pt>
                <c:pt idx="13387">
                  <c:v>0.17288725255116927</c:v>
                </c:pt>
                <c:pt idx="13388">
                  <c:v>0.17289443635281321</c:v>
                </c:pt>
                <c:pt idx="13389">
                  <c:v>0.17290667458658276</c:v>
                </c:pt>
                <c:pt idx="13390">
                  <c:v>0.17293956245024289</c:v>
                </c:pt>
                <c:pt idx="13391">
                  <c:v>0.17294964920472894</c:v>
                </c:pt>
                <c:pt idx="13392">
                  <c:v>0.17294983911267314</c:v>
                </c:pt>
                <c:pt idx="13393">
                  <c:v>0.17295822452878845</c:v>
                </c:pt>
                <c:pt idx="13394">
                  <c:v>0.17299044599648042</c:v>
                </c:pt>
                <c:pt idx="13395">
                  <c:v>0.1729926946016607</c:v>
                </c:pt>
                <c:pt idx="13396">
                  <c:v>0.17302529494752772</c:v>
                </c:pt>
                <c:pt idx="13397">
                  <c:v>0.17303613051313832</c:v>
                </c:pt>
                <c:pt idx="13398">
                  <c:v>0.17304744455899682</c:v>
                </c:pt>
                <c:pt idx="13399">
                  <c:v>0.17306772495718681</c:v>
                </c:pt>
                <c:pt idx="13400">
                  <c:v>0.17306832693987129</c:v>
                </c:pt>
                <c:pt idx="13401">
                  <c:v>0.17308201206215643</c:v>
                </c:pt>
                <c:pt idx="13402">
                  <c:v>0.17309717886363371</c:v>
                </c:pt>
                <c:pt idx="13403">
                  <c:v>0.17312682338659213</c:v>
                </c:pt>
                <c:pt idx="13404">
                  <c:v>0.17312945728673679</c:v>
                </c:pt>
                <c:pt idx="13405">
                  <c:v>0.17314002169858092</c:v>
                </c:pt>
                <c:pt idx="13406">
                  <c:v>0.1731449746332458</c:v>
                </c:pt>
                <c:pt idx="13407">
                  <c:v>0.17315369382998957</c:v>
                </c:pt>
                <c:pt idx="13408">
                  <c:v>0.17318922663941985</c:v>
                </c:pt>
                <c:pt idx="13409">
                  <c:v>0.17320771980045527</c:v>
                </c:pt>
                <c:pt idx="13410">
                  <c:v>0.17322276233915884</c:v>
                </c:pt>
                <c:pt idx="13411">
                  <c:v>0.17323342191557242</c:v>
                </c:pt>
                <c:pt idx="13412">
                  <c:v>0.17325069585524824</c:v>
                </c:pt>
                <c:pt idx="13413">
                  <c:v>0.17326480718326717</c:v>
                </c:pt>
                <c:pt idx="13414">
                  <c:v>0.17327639360687278</c:v>
                </c:pt>
                <c:pt idx="13415">
                  <c:v>0.17327660935115427</c:v>
                </c:pt>
                <c:pt idx="13416">
                  <c:v>0.17330136285955827</c:v>
                </c:pt>
                <c:pt idx="13417">
                  <c:v>0.17331413153002143</c:v>
                </c:pt>
                <c:pt idx="13418">
                  <c:v>0.17332297697506532</c:v>
                </c:pt>
                <c:pt idx="13419">
                  <c:v>0.17332372731125767</c:v>
                </c:pt>
                <c:pt idx="13420">
                  <c:v>0.17332436394676162</c:v>
                </c:pt>
                <c:pt idx="13421">
                  <c:v>0.17334378392307628</c:v>
                </c:pt>
                <c:pt idx="13422">
                  <c:v>0.17334567168882148</c:v>
                </c:pt>
                <c:pt idx="13423">
                  <c:v>0.17337260250598649</c:v>
                </c:pt>
                <c:pt idx="13424">
                  <c:v>0.17341761301778688</c:v>
                </c:pt>
                <c:pt idx="13425">
                  <c:v>0.17342279079889733</c:v>
                </c:pt>
                <c:pt idx="13426">
                  <c:v>0.17343812010300147</c:v>
                </c:pt>
                <c:pt idx="13427">
                  <c:v>0.17346297537355299</c:v>
                </c:pt>
                <c:pt idx="13428">
                  <c:v>0.17347134581907644</c:v>
                </c:pt>
                <c:pt idx="13429">
                  <c:v>0.17349035220610418</c:v>
                </c:pt>
                <c:pt idx="13430">
                  <c:v>0.17351705404678544</c:v>
                </c:pt>
                <c:pt idx="13431">
                  <c:v>0.17351860125993268</c:v>
                </c:pt>
                <c:pt idx="13432">
                  <c:v>0.17355039136554187</c:v>
                </c:pt>
                <c:pt idx="13433">
                  <c:v>0.17355529860823157</c:v>
                </c:pt>
                <c:pt idx="13434">
                  <c:v>0.17360020356583508</c:v>
                </c:pt>
                <c:pt idx="13435">
                  <c:v>0.17360748081593322</c:v>
                </c:pt>
                <c:pt idx="13436">
                  <c:v>0.17361569431713256</c:v>
                </c:pt>
                <c:pt idx="13437">
                  <c:v>0.17363712599158557</c:v>
                </c:pt>
                <c:pt idx="13438">
                  <c:v>0.17363925780212794</c:v>
                </c:pt>
                <c:pt idx="13439">
                  <c:v>0.17364191449047681</c:v>
                </c:pt>
                <c:pt idx="13440">
                  <c:v>0.1736463484314108</c:v>
                </c:pt>
                <c:pt idx="13441">
                  <c:v>0.17364718425078654</c:v>
                </c:pt>
                <c:pt idx="13442">
                  <c:v>0.17365082122292944</c:v>
                </c:pt>
                <c:pt idx="13443">
                  <c:v>0.17366290449633012</c:v>
                </c:pt>
                <c:pt idx="13444">
                  <c:v>0.17369193105975603</c:v>
                </c:pt>
                <c:pt idx="13445">
                  <c:v>0.1737118288463497</c:v>
                </c:pt>
                <c:pt idx="13446">
                  <c:v>0.17372221186834183</c:v>
                </c:pt>
                <c:pt idx="13447">
                  <c:v>0.17373969221473201</c:v>
                </c:pt>
                <c:pt idx="13448">
                  <c:v>0.17375196502077941</c:v>
                </c:pt>
                <c:pt idx="13449">
                  <c:v>0.17377210258179168</c:v>
                </c:pt>
                <c:pt idx="13450">
                  <c:v>0.17377476978981024</c:v>
                </c:pt>
                <c:pt idx="13451">
                  <c:v>0.17377988502496253</c:v>
                </c:pt>
                <c:pt idx="13452">
                  <c:v>0.17378844033135377</c:v>
                </c:pt>
                <c:pt idx="13453">
                  <c:v>0.17379643965000383</c:v>
                </c:pt>
                <c:pt idx="13454">
                  <c:v>0.17381200278124131</c:v>
                </c:pt>
                <c:pt idx="13455">
                  <c:v>0.17383943017803696</c:v>
                </c:pt>
                <c:pt idx="13456">
                  <c:v>0.1738404249975998</c:v>
                </c:pt>
                <c:pt idx="13457">
                  <c:v>0.17384622648687939</c:v>
                </c:pt>
                <c:pt idx="13458">
                  <c:v>0.17385451130099872</c:v>
                </c:pt>
                <c:pt idx="13459">
                  <c:v>0.17386791261342821</c:v>
                </c:pt>
                <c:pt idx="13460">
                  <c:v>0.17390677611083075</c:v>
                </c:pt>
                <c:pt idx="13461">
                  <c:v>0.17391882865407085</c:v>
                </c:pt>
                <c:pt idx="13462">
                  <c:v>0.17393258613352061</c:v>
                </c:pt>
                <c:pt idx="13463">
                  <c:v>0.17394163759363943</c:v>
                </c:pt>
                <c:pt idx="13464">
                  <c:v>0.17394745661561833</c:v>
                </c:pt>
                <c:pt idx="13465">
                  <c:v>0.17395246605494075</c:v>
                </c:pt>
                <c:pt idx="13466">
                  <c:v>0.17395930892643599</c:v>
                </c:pt>
                <c:pt idx="13467">
                  <c:v>0.17396342135378037</c:v>
                </c:pt>
                <c:pt idx="13468">
                  <c:v>0.17397791724054898</c:v>
                </c:pt>
                <c:pt idx="13469">
                  <c:v>0.17399297537466091</c:v>
                </c:pt>
                <c:pt idx="13470">
                  <c:v>0.17399838138625545</c:v>
                </c:pt>
                <c:pt idx="13471">
                  <c:v>0.17400031269971236</c:v>
                </c:pt>
                <c:pt idx="13472">
                  <c:v>0.17400093671033259</c:v>
                </c:pt>
                <c:pt idx="13473">
                  <c:v>0.17401318873362881</c:v>
                </c:pt>
                <c:pt idx="13474">
                  <c:v>0.1740209155587196</c:v>
                </c:pt>
                <c:pt idx="13475">
                  <c:v>0.17404554750197887</c:v>
                </c:pt>
                <c:pt idx="13476">
                  <c:v>0.17404659318447874</c:v>
                </c:pt>
                <c:pt idx="13477">
                  <c:v>0.17405063397667339</c:v>
                </c:pt>
                <c:pt idx="13478">
                  <c:v>0.17405560497284364</c:v>
                </c:pt>
                <c:pt idx="13479">
                  <c:v>0.17405627399162621</c:v>
                </c:pt>
                <c:pt idx="13480">
                  <c:v>0.17408643818009245</c:v>
                </c:pt>
                <c:pt idx="13481">
                  <c:v>0.17410437796630868</c:v>
                </c:pt>
                <c:pt idx="13482">
                  <c:v>0.1741080726607582</c:v>
                </c:pt>
                <c:pt idx="13483">
                  <c:v>0.17411769742249583</c:v>
                </c:pt>
                <c:pt idx="13484">
                  <c:v>0.17412342591191288</c:v>
                </c:pt>
                <c:pt idx="13485">
                  <c:v>0.17415488334865503</c:v>
                </c:pt>
                <c:pt idx="13486">
                  <c:v>0.1741595232623091</c:v>
                </c:pt>
                <c:pt idx="13487">
                  <c:v>0.17417029909872633</c:v>
                </c:pt>
                <c:pt idx="13488">
                  <c:v>0.17418165624013771</c:v>
                </c:pt>
                <c:pt idx="13489">
                  <c:v>0.17420976055321488</c:v>
                </c:pt>
                <c:pt idx="13490">
                  <c:v>0.17421421404241619</c:v>
                </c:pt>
                <c:pt idx="13491">
                  <c:v>0.17422945518077962</c:v>
                </c:pt>
                <c:pt idx="13492">
                  <c:v>0.17425698723824887</c:v>
                </c:pt>
                <c:pt idx="13493">
                  <c:v>0.17428779492236288</c:v>
                </c:pt>
                <c:pt idx="13494">
                  <c:v>0.17429070739350033</c:v>
                </c:pt>
                <c:pt idx="13495">
                  <c:v>0.17431130124409966</c:v>
                </c:pt>
                <c:pt idx="13496">
                  <c:v>0.17432911963694647</c:v>
                </c:pt>
                <c:pt idx="13497">
                  <c:v>0.17434739243114786</c:v>
                </c:pt>
                <c:pt idx="13498">
                  <c:v>0.17435182490502849</c:v>
                </c:pt>
                <c:pt idx="13499">
                  <c:v>0.17436604586160845</c:v>
                </c:pt>
                <c:pt idx="13500">
                  <c:v>0.17437627670339351</c:v>
                </c:pt>
                <c:pt idx="13501">
                  <c:v>0.1743795310011779</c:v>
                </c:pt>
                <c:pt idx="13502">
                  <c:v>0.17445807348861747</c:v>
                </c:pt>
                <c:pt idx="13503">
                  <c:v>0.1744658152065936</c:v>
                </c:pt>
                <c:pt idx="13504">
                  <c:v>0.17446894754407635</c:v>
                </c:pt>
                <c:pt idx="13505">
                  <c:v>0.17447793857624361</c:v>
                </c:pt>
                <c:pt idx="13506">
                  <c:v>0.17448148550021469</c:v>
                </c:pt>
                <c:pt idx="13507">
                  <c:v>0.17449114897412987</c:v>
                </c:pt>
                <c:pt idx="13508">
                  <c:v>0.17456151289748603</c:v>
                </c:pt>
                <c:pt idx="13509">
                  <c:v>0.1745631812256635</c:v>
                </c:pt>
                <c:pt idx="13510">
                  <c:v>0.17457783198107327</c:v>
                </c:pt>
                <c:pt idx="13511">
                  <c:v>0.17458312952523433</c:v>
                </c:pt>
                <c:pt idx="13512">
                  <c:v>0.17458518645699761</c:v>
                </c:pt>
                <c:pt idx="13513">
                  <c:v>0.1745877498756894</c:v>
                </c:pt>
                <c:pt idx="13514">
                  <c:v>0.17458823316501443</c:v>
                </c:pt>
                <c:pt idx="13515">
                  <c:v>0.17463558646084057</c:v>
                </c:pt>
                <c:pt idx="13516">
                  <c:v>0.17464287822879784</c:v>
                </c:pt>
                <c:pt idx="13517">
                  <c:v>0.17466264019693931</c:v>
                </c:pt>
                <c:pt idx="13518">
                  <c:v>0.17469503727816205</c:v>
                </c:pt>
                <c:pt idx="13519">
                  <c:v>0.17471427044043455</c:v>
                </c:pt>
                <c:pt idx="13520">
                  <c:v>0.17471443508409246</c:v>
                </c:pt>
                <c:pt idx="13521">
                  <c:v>0.17471629528672503</c:v>
                </c:pt>
                <c:pt idx="13522">
                  <c:v>0.17473172249023541</c:v>
                </c:pt>
                <c:pt idx="13523">
                  <c:v>0.17473431715223114</c:v>
                </c:pt>
                <c:pt idx="13524">
                  <c:v>0.17473997036158712</c:v>
                </c:pt>
                <c:pt idx="13525">
                  <c:v>0.17474165137998401</c:v>
                </c:pt>
                <c:pt idx="13526">
                  <c:v>0.1747438388399519</c:v>
                </c:pt>
                <c:pt idx="13527">
                  <c:v>0.17474602750164819</c:v>
                </c:pt>
                <c:pt idx="13528">
                  <c:v>0.1747540083598558</c:v>
                </c:pt>
                <c:pt idx="13529">
                  <c:v>0.17479388673019297</c:v>
                </c:pt>
                <c:pt idx="13530">
                  <c:v>0.17480823081836158</c:v>
                </c:pt>
                <c:pt idx="13531">
                  <c:v>0.17481062433872074</c:v>
                </c:pt>
                <c:pt idx="13532">
                  <c:v>0.1748424660900435</c:v>
                </c:pt>
                <c:pt idx="13533">
                  <c:v>0.17484445530030276</c:v>
                </c:pt>
                <c:pt idx="13534">
                  <c:v>0.17486746345527815</c:v>
                </c:pt>
                <c:pt idx="13535">
                  <c:v>0.17487475676767766</c:v>
                </c:pt>
                <c:pt idx="13536">
                  <c:v>0.17487731378398561</c:v>
                </c:pt>
                <c:pt idx="13537">
                  <c:v>0.17490247392456698</c:v>
                </c:pt>
                <c:pt idx="13538">
                  <c:v>0.17492285178857653</c:v>
                </c:pt>
                <c:pt idx="13539">
                  <c:v>0.17493020697646769</c:v>
                </c:pt>
                <c:pt idx="13540">
                  <c:v>0.17493810033314783</c:v>
                </c:pt>
                <c:pt idx="13541">
                  <c:v>0.17494740552498636</c:v>
                </c:pt>
                <c:pt idx="13542">
                  <c:v>0.17498916164889472</c:v>
                </c:pt>
                <c:pt idx="13543">
                  <c:v>0.1749894668947547</c:v>
                </c:pt>
                <c:pt idx="13544">
                  <c:v>0.17499155660994134</c:v>
                </c:pt>
                <c:pt idx="13545">
                  <c:v>0.17501728509597633</c:v>
                </c:pt>
                <c:pt idx="13546">
                  <c:v>0.17501824270704799</c:v>
                </c:pt>
                <c:pt idx="13547">
                  <c:v>0.17502654098901449</c:v>
                </c:pt>
                <c:pt idx="13548">
                  <c:v>0.17504703253579956</c:v>
                </c:pt>
                <c:pt idx="13549">
                  <c:v>0.17505204670310998</c:v>
                </c:pt>
                <c:pt idx="13550">
                  <c:v>0.17505919663122621</c:v>
                </c:pt>
                <c:pt idx="13551">
                  <c:v>0.17506121895275556</c:v>
                </c:pt>
                <c:pt idx="13552">
                  <c:v>0.1750649625371874</c:v>
                </c:pt>
                <c:pt idx="13553">
                  <c:v>0.17510772365209723</c:v>
                </c:pt>
                <c:pt idx="13554">
                  <c:v>0.17510990347280558</c:v>
                </c:pt>
                <c:pt idx="13555">
                  <c:v>0.17511791007396024</c:v>
                </c:pt>
                <c:pt idx="13556">
                  <c:v>0.17512128797477763</c:v>
                </c:pt>
                <c:pt idx="13557">
                  <c:v>0.17512186511964714</c:v>
                </c:pt>
                <c:pt idx="13558">
                  <c:v>0.17513938786648692</c:v>
                </c:pt>
                <c:pt idx="13559">
                  <c:v>0.17514152246061546</c:v>
                </c:pt>
                <c:pt idx="13560">
                  <c:v>0.17515145868629992</c:v>
                </c:pt>
                <c:pt idx="13561">
                  <c:v>0.17519385418349118</c:v>
                </c:pt>
                <c:pt idx="13562">
                  <c:v>0.17519681126627462</c:v>
                </c:pt>
                <c:pt idx="13563">
                  <c:v>0.17520405696343222</c:v>
                </c:pt>
                <c:pt idx="13564">
                  <c:v>0.17520438577393374</c:v>
                </c:pt>
                <c:pt idx="13565">
                  <c:v>0.1752463334646939</c:v>
                </c:pt>
                <c:pt idx="13566">
                  <c:v>0.17526708953341422</c:v>
                </c:pt>
                <c:pt idx="13567">
                  <c:v>0.17527084860529532</c:v>
                </c:pt>
                <c:pt idx="13568">
                  <c:v>0.17528330683888163</c:v>
                </c:pt>
                <c:pt idx="13569">
                  <c:v>0.17530972016190335</c:v>
                </c:pt>
                <c:pt idx="13570">
                  <c:v>0.1753113633938588</c:v>
                </c:pt>
                <c:pt idx="13571">
                  <c:v>0.17532462594532397</c:v>
                </c:pt>
                <c:pt idx="13572">
                  <c:v>0.17532496677693241</c:v>
                </c:pt>
                <c:pt idx="13573">
                  <c:v>0.17532749801975944</c:v>
                </c:pt>
                <c:pt idx="13574">
                  <c:v>0.17536134267372677</c:v>
                </c:pt>
                <c:pt idx="13575">
                  <c:v>0.17538429210568948</c:v>
                </c:pt>
                <c:pt idx="13576">
                  <c:v>0.175397136286053</c:v>
                </c:pt>
                <c:pt idx="13577">
                  <c:v>0.17540133373710387</c:v>
                </c:pt>
                <c:pt idx="13578">
                  <c:v>0.1754356330619119</c:v>
                </c:pt>
                <c:pt idx="13579">
                  <c:v>0.17544702225486053</c:v>
                </c:pt>
                <c:pt idx="13580">
                  <c:v>0.17546976178085844</c:v>
                </c:pt>
                <c:pt idx="13581">
                  <c:v>0.17547265341941493</c:v>
                </c:pt>
                <c:pt idx="13582">
                  <c:v>0.17549336488334283</c:v>
                </c:pt>
                <c:pt idx="13583">
                  <c:v>0.17549696805181375</c:v>
                </c:pt>
                <c:pt idx="13584">
                  <c:v>0.17551685951564089</c:v>
                </c:pt>
                <c:pt idx="13585">
                  <c:v>0.17556211455176557</c:v>
                </c:pt>
                <c:pt idx="13586">
                  <c:v>0.1755839421712066</c:v>
                </c:pt>
                <c:pt idx="13587">
                  <c:v>0.175602781638067</c:v>
                </c:pt>
                <c:pt idx="13588">
                  <c:v>0.17564999318769847</c:v>
                </c:pt>
                <c:pt idx="13589">
                  <c:v>0.17565710630323436</c:v>
                </c:pt>
                <c:pt idx="13590">
                  <c:v>0.17568014102654755</c:v>
                </c:pt>
                <c:pt idx="13591">
                  <c:v>0.17568091718187484</c:v>
                </c:pt>
                <c:pt idx="13592">
                  <c:v>0.17571498424898449</c:v>
                </c:pt>
                <c:pt idx="13593">
                  <c:v>0.17571878988601156</c:v>
                </c:pt>
                <c:pt idx="13594">
                  <c:v>0.1757358195919517</c:v>
                </c:pt>
                <c:pt idx="13595">
                  <c:v>0.17573696426855936</c:v>
                </c:pt>
                <c:pt idx="13596">
                  <c:v>0.17573955277641162</c:v>
                </c:pt>
                <c:pt idx="13597">
                  <c:v>0.17573963667696921</c:v>
                </c:pt>
                <c:pt idx="13598">
                  <c:v>0.1757505955181288</c:v>
                </c:pt>
                <c:pt idx="13599">
                  <c:v>0.17576540622380729</c:v>
                </c:pt>
                <c:pt idx="13600">
                  <c:v>0.17578334637076901</c:v>
                </c:pt>
                <c:pt idx="13601">
                  <c:v>0.17578345333080586</c:v>
                </c:pt>
                <c:pt idx="13602">
                  <c:v>0.17579048067728029</c:v>
                </c:pt>
                <c:pt idx="13603">
                  <c:v>0.17579088009871779</c:v>
                </c:pt>
                <c:pt idx="13604">
                  <c:v>0.17581663750964155</c:v>
                </c:pt>
                <c:pt idx="13605">
                  <c:v>0.1758287679393763</c:v>
                </c:pt>
                <c:pt idx="13606">
                  <c:v>0.17583809200938866</c:v>
                </c:pt>
                <c:pt idx="13607">
                  <c:v>0.1758471236178421</c:v>
                </c:pt>
                <c:pt idx="13608">
                  <c:v>0.17585887850615495</c:v>
                </c:pt>
                <c:pt idx="13609">
                  <c:v>0.17585981195597786</c:v>
                </c:pt>
                <c:pt idx="13610">
                  <c:v>0.17587633184897172</c:v>
                </c:pt>
                <c:pt idx="13611">
                  <c:v>0.17589776352953299</c:v>
                </c:pt>
                <c:pt idx="13612">
                  <c:v>0.17592955652977343</c:v>
                </c:pt>
                <c:pt idx="13613">
                  <c:v>0.17595075859401099</c:v>
                </c:pt>
                <c:pt idx="13614">
                  <c:v>0.17595198092586847</c:v>
                </c:pt>
                <c:pt idx="13615">
                  <c:v>0.17599570771290235</c:v>
                </c:pt>
                <c:pt idx="13616">
                  <c:v>0.17601814392684431</c:v>
                </c:pt>
                <c:pt idx="13617">
                  <c:v>0.17601825673697019</c:v>
                </c:pt>
                <c:pt idx="13618">
                  <c:v>0.17602628735454318</c:v>
                </c:pt>
                <c:pt idx="13619">
                  <c:v>0.17604247425312294</c:v>
                </c:pt>
                <c:pt idx="13620">
                  <c:v>0.17604521113110488</c:v>
                </c:pt>
                <c:pt idx="13621">
                  <c:v>0.17607693569092889</c:v>
                </c:pt>
                <c:pt idx="13622">
                  <c:v>0.17607890385194694</c:v>
                </c:pt>
                <c:pt idx="13623">
                  <c:v>0.17608105078876446</c:v>
                </c:pt>
                <c:pt idx="13624">
                  <c:v>0.17610438818766183</c:v>
                </c:pt>
                <c:pt idx="13625">
                  <c:v>0.17614488641559545</c:v>
                </c:pt>
                <c:pt idx="13626">
                  <c:v>0.17615698177079372</c:v>
                </c:pt>
                <c:pt idx="13627">
                  <c:v>0.17616780560773609</c:v>
                </c:pt>
                <c:pt idx="13628">
                  <c:v>0.17618258240862325</c:v>
                </c:pt>
                <c:pt idx="13629">
                  <c:v>0.17620624641685539</c:v>
                </c:pt>
                <c:pt idx="13630">
                  <c:v>0.17621619924370324</c:v>
                </c:pt>
                <c:pt idx="13631">
                  <c:v>0.17622278815766873</c:v>
                </c:pt>
                <c:pt idx="13632">
                  <c:v>0.1762341523973836</c:v>
                </c:pt>
                <c:pt idx="13633">
                  <c:v>0.17623467861306261</c:v>
                </c:pt>
                <c:pt idx="13634">
                  <c:v>0.17623772426129145</c:v>
                </c:pt>
                <c:pt idx="13635">
                  <c:v>0.17624069153082941</c:v>
                </c:pt>
                <c:pt idx="13636">
                  <c:v>0.1762519791571969</c:v>
                </c:pt>
                <c:pt idx="13637">
                  <c:v>0.17625207459715711</c:v>
                </c:pt>
                <c:pt idx="13638">
                  <c:v>0.17625441887023252</c:v>
                </c:pt>
                <c:pt idx="13639">
                  <c:v>0.17625664099947266</c:v>
                </c:pt>
                <c:pt idx="13640">
                  <c:v>0.17631099785563797</c:v>
                </c:pt>
                <c:pt idx="13641">
                  <c:v>0.17635596746810689</c:v>
                </c:pt>
                <c:pt idx="13642">
                  <c:v>0.1763598034281387</c:v>
                </c:pt>
                <c:pt idx="13643">
                  <c:v>0.17637195250828414</c:v>
                </c:pt>
                <c:pt idx="13644">
                  <c:v>0.17637716463912773</c:v>
                </c:pt>
                <c:pt idx="13645">
                  <c:v>0.17638350733250116</c:v>
                </c:pt>
                <c:pt idx="13646">
                  <c:v>0.17639106178285241</c:v>
                </c:pt>
                <c:pt idx="13647">
                  <c:v>0.17640827575698517</c:v>
                </c:pt>
                <c:pt idx="13648">
                  <c:v>0.17643566610960809</c:v>
                </c:pt>
                <c:pt idx="13649">
                  <c:v>0.17647552765214092</c:v>
                </c:pt>
                <c:pt idx="13650">
                  <c:v>0.17648657604340237</c:v>
                </c:pt>
                <c:pt idx="13651">
                  <c:v>0.1765201462761137</c:v>
                </c:pt>
                <c:pt idx="13652">
                  <c:v>0.17652459939892229</c:v>
                </c:pt>
                <c:pt idx="13653">
                  <c:v>0.17653424335055073</c:v>
                </c:pt>
                <c:pt idx="13654">
                  <c:v>0.17658432600472812</c:v>
                </c:pt>
                <c:pt idx="13655">
                  <c:v>0.17659273884642274</c:v>
                </c:pt>
                <c:pt idx="13656">
                  <c:v>0.1765997662117921</c:v>
                </c:pt>
                <c:pt idx="13657">
                  <c:v>0.17660975857065073</c:v>
                </c:pt>
                <c:pt idx="13658">
                  <c:v>0.17665273186291322</c:v>
                </c:pt>
                <c:pt idx="13659">
                  <c:v>0.17665353187241611</c:v>
                </c:pt>
                <c:pt idx="13660">
                  <c:v>0.17665525139427399</c:v>
                </c:pt>
                <c:pt idx="13661">
                  <c:v>0.17667717920806358</c:v>
                </c:pt>
                <c:pt idx="13662">
                  <c:v>0.17669293082972815</c:v>
                </c:pt>
                <c:pt idx="13663">
                  <c:v>0.17671022115069604</c:v>
                </c:pt>
                <c:pt idx="13664">
                  <c:v>0.17671500503483034</c:v>
                </c:pt>
                <c:pt idx="13665">
                  <c:v>0.17674735811433795</c:v>
                </c:pt>
                <c:pt idx="13666">
                  <c:v>0.17675103835780423</c:v>
                </c:pt>
                <c:pt idx="13667">
                  <c:v>0.17675830559659947</c:v>
                </c:pt>
                <c:pt idx="13668">
                  <c:v>0.17675871129116047</c:v>
                </c:pt>
                <c:pt idx="13669">
                  <c:v>0.17676333824387871</c:v>
                </c:pt>
                <c:pt idx="13670">
                  <c:v>0.1767641918881106</c:v>
                </c:pt>
                <c:pt idx="13671">
                  <c:v>0.17682276865146362</c:v>
                </c:pt>
                <c:pt idx="13672">
                  <c:v>0.17684631430275127</c:v>
                </c:pt>
                <c:pt idx="13673">
                  <c:v>0.17685369060709477</c:v>
                </c:pt>
                <c:pt idx="13674">
                  <c:v>0.17685988894920066</c:v>
                </c:pt>
                <c:pt idx="13675">
                  <c:v>0.1768652155119903</c:v>
                </c:pt>
                <c:pt idx="13676">
                  <c:v>0.17686531689173249</c:v>
                </c:pt>
                <c:pt idx="13677">
                  <c:v>0.17689451701322498</c:v>
                </c:pt>
                <c:pt idx="13678">
                  <c:v>0.17689573163016106</c:v>
                </c:pt>
                <c:pt idx="13679">
                  <c:v>0.17689886963399745</c:v>
                </c:pt>
                <c:pt idx="13680">
                  <c:v>0.17689923802342122</c:v>
                </c:pt>
                <c:pt idx="13681">
                  <c:v>0.17690418314900527</c:v>
                </c:pt>
                <c:pt idx="13682">
                  <c:v>0.17693008508137745</c:v>
                </c:pt>
                <c:pt idx="13683">
                  <c:v>0.17693554988282234</c:v>
                </c:pt>
                <c:pt idx="13684">
                  <c:v>0.17695326879295667</c:v>
                </c:pt>
                <c:pt idx="13685">
                  <c:v>0.17696484562108203</c:v>
                </c:pt>
                <c:pt idx="13686">
                  <c:v>0.17701314166122675</c:v>
                </c:pt>
                <c:pt idx="13687">
                  <c:v>0.1770272560997421</c:v>
                </c:pt>
                <c:pt idx="13688">
                  <c:v>0.17704627716508661</c:v>
                </c:pt>
                <c:pt idx="13689">
                  <c:v>0.17706684973397602</c:v>
                </c:pt>
                <c:pt idx="13690">
                  <c:v>0.17707205492400124</c:v>
                </c:pt>
                <c:pt idx="13691">
                  <c:v>0.17707208918904679</c:v>
                </c:pt>
                <c:pt idx="13692">
                  <c:v>0.17708716737082003</c:v>
                </c:pt>
                <c:pt idx="13693">
                  <c:v>0.17712069113697446</c:v>
                </c:pt>
                <c:pt idx="13694">
                  <c:v>0.17713044083744056</c:v>
                </c:pt>
                <c:pt idx="13695">
                  <c:v>0.17713265585230301</c:v>
                </c:pt>
                <c:pt idx="13696">
                  <c:v>0.17713298140069947</c:v>
                </c:pt>
                <c:pt idx="13697">
                  <c:v>0.17714427104358324</c:v>
                </c:pt>
                <c:pt idx="13698">
                  <c:v>0.17715803039546904</c:v>
                </c:pt>
                <c:pt idx="13699">
                  <c:v>0.17717658144089779</c:v>
                </c:pt>
                <c:pt idx="13700">
                  <c:v>0.17720460150571576</c:v>
                </c:pt>
                <c:pt idx="13701">
                  <c:v>0.17723484127131034</c:v>
                </c:pt>
                <c:pt idx="13702">
                  <c:v>0.17723664167543096</c:v>
                </c:pt>
                <c:pt idx="13703">
                  <c:v>0.17724066072342601</c:v>
                </c:pt>
                <c:pt idx="13704">
                  <c:v>0.17724511059949488</c:v>
                </c:pt>
                <c:pt idx="13705">
                  <c:v>0.17727562519891793</c:v>
                </c:pt>
                <c:pt idx="13706">
                  <c:v>0.17727686839404888</c:v>
                </c:pt>
                <c:pt idx="13707">
                  <c:v>0.17732866369920386</c:v>
                </c:pt>
                <c:pt idx="13708">
                  <c:v>0.17733553489407169</c:v>
                </c:pt>
                <c:pt idx="13709">
                  <c:v>0.17734722038943077</c:v>
                </c:pt>
                <c:pt idx="13710">
                  <c:v>0.17735218454139975</c:v>
                </c:pt>
                <c:pt idx="13711">
                  <c:v>0.17736051576582396</c:v>
                </c:pt>
                <c:pt idx="13712">
                  <c:v>0.17736161607651357</c:v>
                </c:pt>
                <c:pt idx="13713">
                  <c:v>0.17741017278479423</c:v>
                </c:pt>
                <c:pt idx="13714">
                  <c:v>0.17741371285548341</c:v>
                </c:pt>
                <c:pt idx="13715">
                  <c:v>0.17742183229476871</c:v>
                </c:pt>
                <c:pt idx="13716">
                  <c:v>0.17742693363995468</c:v>
                </c:pt>
                <c:pt idx="13717">
                  <c:v>0.17743087543033845</c:v>
                </c:pt>
                <c:pt idx="13718">
                  <c:v>0.17744105086377937</c:v>
                </c:pt>
                <c:pt idx="13719">
                  <c:v>0.1774519283048106</c:v>
                </c:pt>
                <c:pt idx="13720">
                  <c:v>0.17746318015870244</c:v>
                </c:pt>
                <c:pt idx="13721">
                  <c:v>0.17749888742668557</c:v>
                </c:pt>
                <c:pt idx="13722">
                  <c:v>0.17752222052122024</c:v>
                </c:pt>
                <c:pt idx="13723">
                  <c:v>0.17752440899770969</c:v>
                </c:pt>
                <c:pt idx="13724">
                  <c:v>0.17752783311791751</c:v>
                </c:pt>
                <c:pt idx="13725">
                  <c:v>0.17754004305911023</c:v>
                </c:pt>
                <c:pt idx="13726">
                  <c:v>0.1775512617258799</c:v>
                </c:pt>
                <c:pt idx="13727">
                  <c:v>0.17756070956635259</c:v>
                </c:pt>
                <c:pt idx="13728">
                  <c:v>0.17761435375961679</c:v>
                </c:pt>
                <c:pt idx="13729">
                  <c:v>0.17761698647197952</c:v>
                </c:pt>
                <c:pt idx="13730">
                  <c:v>0.17762095593272884</c:v>
                </c:pt>
                <c:pt idx="13731">
                  <c:v>0.17763117173660606</c:v>
                </c:pt>
                <c:pt idx="13732">
                  <c:v>0.17763527900279397</c:v>
                </c:pt>
                <c:pt idx="13733">
                  <c:v>0.17763867148003346</c:v>
                </c:pt>
                <c:pt idx="13734">
                  <c:v>0.17764251249988483</c:v>
                </c:pt>
                <c:pt idx="13735">
                  <c:v>0.17765131483401403</c:v>
                </c:pt>
                <c:pt idx="13736">
                  <c:v>0.17765783875378785</c:v>
                </c:pt>
                <c:pt idx="13737">
                  <c:v>0.17766121358220785</c:v>
                </c:pt>
                <c:pt idx="13738">
                  <c:v>0.17768119292281212</c:v>
                </c:pt>
                <c:pt idx="13739">
                  <c:v>0.17768571045765319</c:v>
                </c:pt>
                <c:pt idx="13740">
                  <c:v>0.17769790280180628</c:v>
                </c:pt>
                <c:pt idx="13741">
                  <c:v>0.17772151334356034</c:v>
                </c:pt>
                <c:pt idx="13742">
                  <c:v>0.17773523340177202</c:v>
                </c:pt>
                <c:pt idx="13743">
                  <c:v>0.17776030942214091</c:v>
                </c:pt>
                <c:pt idx="13744">
                  <c:v>0.17776601826567601</c:v>
                </c:pt>
                <c:pt idx="13745">
                  <c:v>0.17776611884164514</c:v>
                </c:pt>
                <c:pt idx="13746">
                  <c:v>0.17778661689909578</c:v>
                </c:pt>
                <c:pt idx="13747">
                  <c:v>0.17779257345744551</c:v>
                </c:pt>
                <c:pt idx="13748">
                  <c:v>0.17779454309560846</c:v>
                </c:pt>
                <c:pt idx="13749">
                  <c:v>0.17781700023370639</c:v>
                </c:pt>
                <c:pt idx="13750">
                  <c:v>0.17782050976722946</c:v>
                </c:pt>
                <c:pt idx="13751">
                  <c:v>0.17782527563453887</c:v>
                </c:pt>
                <c:pt idx="13752">
                  <c:v>0.17782941271908281</c:v>
                </c:pt>
                <c:pt idx="13753">
                  <c:v>0.17783012887899216</c:v>
                </c:pt>
                <c:pt idx="13754">
                  <c:v>0.1778332943240867</c:v>
                </c:pt>
                <c:pt idx="13755">
                  <c:v>0.17784358985402551</c:v>
                </c:pt>
                <c:pt idx="13756">
                  <c:v>0.17784501827319801</c:v>
                </c:pt>
                <c:pt idx="13757">
                  <c:v>0.17785548193807876</c:v>
                </c:pt>
                <c:pt idx="13758">
                  <c:v>0.17785867799304958</c:v>
                </c:pt>
                <c:pt idx="13759">
                  <c:v>0.17787305311973678</c:v>
                </c:pt>
                <c:pt idx="13760">
                  <c:v>0.17787702895903904</c:v>
                </c:pt>
                <c:pt idx="13761">
                  <c:v>0.17787880817222915</c:v>
                </c:pt>
                <c:pt idx="13762">
                  <c:v>0.17788005796518847</c:v>
                </c:pt>
                <c:pt idx="13763">
                  <c:v>0.17788008895381252</c:v>
                </c:pt>
                <c:pt idx="13764">
                  <c:v>0.17788718409719029</c:v>
                </c:pt>
                <c:pt idx="13765">
                  <c:v>0.17789431468430766</c:v>
                </c:pt>
                <c:pt idx="13766">
                  <c:v>0.17789667920229366</c:v>
                </c:pt>
                <c:pt idx="13767">
                  <c:v>0.17791451141383624</c:v>
                </c:pt>
                <c:pt idx="13768">
                  <c:v>0.17793104893344105</c:v>
                </c:pt>
                <c:pt idx="13769">
                  <c:v>0.17793907085995894</c:v>
                </c:pt>
                <c:pt idx="13770">
                  <c:v>0.17795022291284213</c:v>
                </c:pt>
                <c:pt idx="13771">
                  <c:v>0.17798124750542796</c:v>
                </c:pt>
                <c:pt idx="13772">
                  <c:v>0.17798767033263285</c:v>
                </c:pt>
                <c:pt idx="13773">
                  <c:v>0.17802226138302624</c:v>
                </c:pt>
                <c:pt idx="13774">
                  <c:v>0.17802727928235015</c:v>
                </c:pt>
                <c:pt idx="13775">
                  <c:v>0.17803189627933019</c:v>
                </c:pt>
                <c:pt idx="13776">
                  <c:v>0.17804558446501056</c:v>
                </c:pt>
                <c:pt idx="13777">
                  <c:v>0.17807769817137065</c:v>
                </c:pt>
                <c:pt idx="13778">
                  <c:v>0.17811169326833665</c:v>
                </c:pt>
                <c:pt idx="13779">
                  <c:v>0.17811509505051776</c:v>
                </c:pt>
                <c:pt idx="13780">
                  <c:v>0.17811999519948771</c:v>
                </c:pt>
                <c:pt idx="13781">
                  <c:v>0.17814965690288517</c:v>
                </c:pt>
                <c:pt idx="13782">
                  <c:v>0.17815639170977526</c:v>
                </c:pt>
                <c:pt idx="13783">
                  <c:v>0.17817012321747741</c:v>
                </c:pt>
                <c:pt idx="13784">
                  <c:v>0.17818011876864703</c:v>
                </c:pt>
                <c:pt idx="13785">
                  <c:v>0.1781872505948017</c:v>
                </c:pt>
                <c:pt idx="13786">
                  <c:v>0.17819384985865117</c:v>
                </c:pt>
                <c:pt idx="13787">
                  <c:v>0.17820254390641241</c:v>
                </c:pt>
                <c:pt idx="13788">
                  <c:v>0.17822371230953687</c:v>
                </c:pt>
                <c:pt idx="13789">
                  <c:v>0.17824454451603977</c:v>
                </c:pt>
                <c:pt idx="13790">
                  <c:v>0.17827863705045835</c:v>
                </c:pt>
                <c:pt idx="13791">
                  <c:v>0.17829239274716988</c:v>
                </c:pt>
                <c:pt idx="13792">
                  <c:v>0.17829659874511494</c:v>
                </c:pt>
                <c:pt idx="13793">
                  <c:v>0.1782990509013373</c:v>
                </c:pt>
                <c:pt idx="13794">
                  <c:v>0.17831315582085952</c:v>
                </c:pt>
                <c:pt idx="13795">
                  <c:v>0.17831493152919214</c:v>
                </c:pt>
                <c:pt idx="13796">
                  <c:v>0.17835220240311764</c:v>
                </c:pt>
                <c:pt idx="13797">
                  <c:v>0.17836488168292847</c:v>
                </c:pt>
                <c:pt idx="13798">
                  <c:v>0.17836696970957966</c:v>
                </c:pt>
                <c:pt idx="13799">
                  <c:v>0.17838107373389556</c:v>
                </c:pt>
                <c:pt idx="13800">
                  <c:v>0.17839825398382872</c:v>
                </c:pt>
                <c:pt idx="13801">
                  <c:v>0.17842488627673267</c:v>
                </c:pt>
                <c:pt idx="13802">
                  <c:v>0.17843025227615553</c:v>
                </c:pt>
                <c:pt idx="13803">
                  <c:v>0.17844230759785223</c:v>
                </c:pt>
                <c:pt idx="13804">
                  <c:v>0.17845980208382967</c:v>
                </c:pt>
                <c:pt idx="13805">
                  <c:v>0.17846058580624327</c:v>
                </c:pt>
                <c:pt idx="13806">
                  <c:v>0.17849329250501775</c:v>
                </c:pt>
                <c:pt idx="13807">
                  <c:v>0.17850788670232356</c:v>
                </c:pt>
                <c:pt idx="13808">
                  <c:v>0.17850893782540003</c:v>
                </c:pt>
                <c:pt idx="13809">
                  <c:v>0.17851321350423277</c:v>
                </c:pt>
                <c:pt idx="13810">
                  <c:v>0.17851324283048378</c:v>
                </c:pt>
                <c:pt idx="13811">
                  <c:v>0.17852948754054268</c:v>
                </c:pt>
                <c:pt idx="13812">
                  <c:v>0.17853280618108516</c:v>
                </c:pt>
                <c:pt idx="13813">
                  <c:v>0.17855551338067507</c:v>
                </c:pt>
                <c:pt idx="13814">
                  <c:v>0.17855772987767601</c:v>
                </c:pt>
                <c:pt idx="13815">
                  <c:v>0.17855819183289362</c:v>
                </c:pt>
                <c:pt idx="13816">
                  <c:v>0.17856691836855923</c:v>
                </c:pt>
                <c:pt idx="13817">
                  <c:v>0.17857928103996715</c:v>
                </c:pt>
                <c:pt idx="13818">
                  <c:v>0.17858012675886142</c:v>
                </c:pt>
                <c:pt idx="13819">
                  <c:v>0.17858679682852729</c:v>
                </c:pt>
                <c:pt idx="13820">
                  <c:v>0.17860361375645356</c:v>
                </c:pt>
                <c:pt idx="13821">
                  <c:v>0.17860563797207921</c:v>
                </c:pt>
                <c:pt idx="13822">
                  <c:v>0.17861230699151806</c:v>
                </c:pt>
                <c:pt idx="13823">
                  <c:v>0.17862187698510068</c:v>
                </c:pt>
                <c:pt idx="13824">
                  <c:v>0.17864013163718606</c:v>
                </c:pt>
                <c:pt idx="13825">
                  <c:v>0.17866044658149319</c:v>
                </c:pt>
                <c:pt idx="13826">
                  <c:v>0.17866839083059297</c:v>
                </c:pt>
                <c:pt idx="13827">
                  <c:v>0.17867386792743292</c:v>
                </c:pt>
                <c:pt idx="13828">
                  <c:v>0.17869356008688214</c:v>
                </c:pt>
                <c:pt idx="13829">
                  <c:v>0.17872155755792643</c:v>
                </c:pt>
                <c:pt idx="13830">
                  <c:v>0.17873369411786866</c:v>
                </c:pt>
                <c:pt idx="13831">
                  <c:v>0.17873598562151272</c:v>
                </c:pt>
                <c:pt idx="13832">
                  <c:v>0.17873824829068721</c:v>
                </c:pt>
                <c:pt idx="13833">
                  <c:v>0.17875003329075911</c:v>
                </c:pt>
                <c:pt idx="13834">
                  <c:v>0.17877429331154471</c:v>
                </c:pt>
                <c:pt idx="13835">
                  <c:v>0.17877492821256696</c:v>
                </c:pt>
                <c:pt idx="13836">
                  <c:v>0.1787855294628857</c:v>
                </c:pt>
                <c:pt idx="13837">
                  <c:v>0.17878913570506072</c:v>
                </c:pt>
                <c:pt idx="13838">
                  <c:v>0.17880709861835581</c:v>
                </c:pt>
                <c:pt idx="13839">
                  <c:v>0.17881373089623803</c:v>
                </c:pt>
                <c:pt idx="13840">
                  <c:v>0.17882781399680925</c:v>
                </c:pt>
                <c:pt idx="13841">
                  <c:v>0.17884519956383033</c:v>
                </c:pt>
                <c:pt idx="13842">
                  <c:v>0.17884538753008322</c:v>
                </c:pt>
                <c:pt idx="13843">
                  <c:v>0.17885722591443035</c:v>
                </c:pt>
                <c:pt idx="13844">
                  <c:v>0.17886484893129659</c:v>
                </c:pt>
                <c:pt idx="13845">
                  <c:v>0.1788720485525474</c:v>
                </c:pt>
                <c:pt idx="13846">
                  <c:v>0.17887608240895761</c:v>
                </c:pt>
                <c:pt idx="13847">
                  <c:v>0.17889164395586321</c:v>
                </c:pt>
                <c:pt idx="13848">
                  <c:v>0.17890420433721982</c:v>
                </c:pt>
                <c:pt idx="13849">
                  <c:v>0.17890462707370322</c:v>
                </c:pt>
                <c:pt idx="13850">
                  <c:v>0.17892016004790454</c:v>
                </c:pt>
                <c:pt idx="13851">
                  <c:v>0.17893202910470848</c:v>
                </c:pt>
                <c:pt idx="13852">
                  <c:v>0.17895679821907742</c:v>
                </c:pt>
                <c:pt idx="13853">
                  <c:v>0.17898874699557549</c:v>
                </c:pt>
                <c:pt idx="13854">
                  <c:v>0.1790103529835656</c:v>
                </c:pt>
                <c:pt idx="13855">
                  <c:v>0.17902310034948984</c:v>
                </c:pt>
                <c:pt idx="13856">
                  <c:v>0.17903066877650237</c:v>
                </c:pt>
                <c:pt idx="13857">
                  <c:v>0.17904050669821042</c:v>
                </c:pt>
                <c:pt idx="13858">
                  <c:v>0.17904112374774672</c:v>
                </c:pt>
                <c:pt idx="13859">
                  <c:v>0.17904149389465196</c:v>
                </c:pt>
                <c:pt idx="13860">
                  <c:v>0.17907558697441261</c:v>
                </c:pt>
                <c:pt idx="13861">
                  <c:v>0.17907565652740531</c:v>
                </c:pt>
                <c:pt idx="13862">
                  <c:v>0.17908174510460398</c:v>
                </c:pt>
                <c:pt idx="13863">
                  <c:v>0.1790843276803071</c:v>
                </c:pt>
                <c:pt idx="13864">
                  <c:v>0.17913288523570947</c:v>
                </c:pt>
                <c:pt idx="13865">
                  <c:v>0.17915025401229132</c:v>
                </c:pt>
                <c:pt idx="13866">
                  <c:v>0.17917455063144219</c:v>
                </c:pt>
                <c:pt idx="13867">
                  <c:v>0.17918447733761012</c:v>
                </c:pt>
                <c:pt idx="13868">
                  <c:v>0.17919473162389279</c:v>
                </c:pt>
                <c:pt idx="13869">
                  <c:v>0.17920891765970937</c:v>
                </c:pt>
                <c:pt idx="13870">
                  <c:v>0.17923469446522061</c:v>
                </c:pt>
                <c:pt idx="13871">
                  <c:v>0.17923710380228539</c:v>
                </c:pt>
                <c:pt idx="13872">
                  <c:v>0.17924500039441887</c:v>
                </c:pt>
                <c:pt idx="13873">
                  <c:v>0.1792506803283834</c:v>
                </c:pt>
                <c:pt idx="13874">
                  <c:v>0.17927280829962752</c:v>
                </c:pt>
                <c:pt idx="13875">
                  <c:v>0.17928219835681874</c:v>
                </c:pt>
                <c:pt idx="13876">
                  <c:v>0.17932068475187157</c:v>
                </c:pt>
                <c:pt idx="13877">
                  <c:v>0.1793414808898964</c:v>
                </c:pt>
                <c:pt idx="13878">
                  <c:v>0.1793683244429464</c:v>
                </c:pt>
                <c:pt idx="13879">
                  <c:v>0.17942236122876878</c:v>
                </c:pt>
                <c:pt idx="13880">
                  <c:v>0.17946105794544345</c:v>
                </c:pt>
                <c:pt idx="13881">
                  <c:v>0.17946629242411513</c:v>
                </c:pt>
                <c:pt idx="13882">
                  <c:v>0.17946739721730456</c:v>
                </c:pt>
                <c:pt idx="13883">
                  <c:v>0.17948256972879606</c:v>
                </c:pt>
                <c:pt idx="13884">
                  <c:v>0.17951131153803518</c:v>
                </c:pt>
                <c:pt idx="13885">
                  <c:v>0.17951602580702875</c:v>
                </c:pt>
                <c:pt idx="13886">
                  <c:v>0.17951742136592352</c:v>
                </c:pt>
                <c:pt idx="13887">
                  <c:v>0.17951910521701728</c:v>
                </c:pt>
                <c:pt idx="13888">
                  <c:v>0.17952260048279919</c:v>
                </c:pt>
                <c:pt idx="13889">
                  <c:v>0.17954047968461073</c:v>
                </c:pt>
                <c:pt idx="13890">
                  <c:v>0.17955799449193621</c:v>
                </c:pt>
                <c:pt idx="13891">
                  <c:v>0.1795640306512174</c:v>
                </c:pt>
                <c:pt idx="13892">
                  <c:v>0.17957883072565969</c:v>
                </c:pt>
                <c:pt idx="13893">
                  <c:v>0.17961507062033483</c:v>
                </c:pt>
                <c:pt idx="13894">
                  <c:v>0.17961771158050827</c:v>
                </c:pt>
                <c:pt idx="13895">
                  <c:v>0.17962445001694977</c:v>
                </c:pt>
                <c:pt idx="13896">
                  <c:v>0.17963012563293015</c:v>
                </c:pt>
                <c:pt idx="13897">
                  <c:v>0.17965526892557526</c:v>
                </c:pt>
                <c:pt idx="13898">
                  <c:v>0.17965576410020659</c:v>
                </c:pt>
                <c:pt idx="13899">
                  <c:v>0.17966483737083427</c:v>
                </c:pt>
                <c:pt idx="13900">
                  <c:v>0.17967940343157018</c:v>
                </c:pt>
                <c:pt idx="13901">
                  <c:v>0.17970313657840845</c:v>
                </c:pt>
                <c:pt idx="13902">
                  <c:v>0.17971040598652224</c:v>
                </c:pt>
                <c:pt idx="13903">
                  <c:v>0.17972385242085304</c:v>
                </c:pt>
                <c:pt idx="13904">
                  <c:v>0.17974351607966937</c:v>
                </c:pt>
                <c:pt idx="13905">
                  <c:v>0.1797499163927655</c:v>
                </c:pt>
                <c:pt idx="13906">
                  <c:v>0.17976702399188629</c:v>
                </c:pt>
                <c:pt idx="13907">
                  <c:v>0.17980118992322691</c:v>
                </c:pt>
                <c:pt idx="13908">
                  <c:v>0.17980376552621069</c:v>
                </c:pt>
                <c:pt idx="13909">
                  <c:v>0.17983411256228146</c:v>
                </c:pt>
                <c:pt idx="13910">
                  <c:v>0.17983773368182604</c:v>
                </c:pt>
                <c:pt idx="13911">
                  <c:v>0.17985027333815254</c:v>
                </c:pt>
                <c:pt idx="13912">
                  <c:v>0.17987725438438504</c:v>
                </c:pt>
                <c:pt idx="13913">
                  <c:v>0.17989466879166652</c:v>
                </c:pt>
                <c:pt idx="13914">
                  <c:v>0.17991740669384332</c:v>
                </c:pt>
                <c:pt idx="13915">
                  <c:v>0.1799383813276432</c:v>
                </c:pt>
                <c:pt idx="13916">
                  <c:v>0.17994965162722323</c:v>
                </c:pt>
                <c:pt idx="13917">
                  <c:v>0.17995138340436403</c:v>
                </c:pt>
                <c:pt idx="13918">
                  <c:v>0.17997312527297848</c:v>
                </c:pt>
                <c:pt idx="13919">
                  <c:v>0.17998487041906003</c:v>
                </c:pt>
                <c:pt idx="13920">
                  <c:v>0.18001172877828692</c:v>
                </c:pt>
                <c:pt idx="13921">
                  <c:v>0.18004544587727656</c:v>
                </c:pt>
                <c:pt idx="13922">
                  <c:v>0.18005139762301448</c:v>
                </c:pt>
                <c:pt idx="13923">
                  <c:v>0.1800590228849788</c:v>
                </c:pt>
                <c:pt idx="13924">
                  <c:v>0.18005923449382888</c:v>
                </c:pt>
                <c:pt idx="13925">
                  <c:v>0.18006652716357441</c:v>
                </c:pt>
                <c:pt idx="13926">
                  <c:v>0.18009146609087973</c:v>
                </c:pt>
                <c:pt idx="13927">
                  <c:v>0.18010984993570053</c:v>
                </c:pt>
                <c:pt idx="13928">
                  <c:v>0.18011791236613009</c:v>
                </c:pt>
                <c:pt idx="13929">
                  <c:v>0.1801202476720008</c:v>
                </c:pt>
                <c:pt idx="13930">
                  <c:v>0.18012155795354889</c:v>
                </c:pt>
                <c:pt idx="13931">
                  <c:v>0.1801284565794673</c:v>
                </c:pt>
                <c:pt idx="13932">
                  <c:v>0.18016174878168753</c:v>
                </c:pt>
                <c:pt idx="13933">
                  <c:v>0.18016298902830194</c:v>
                </c:pt>
                <c:pt idx="13934">
                  <c:v>0.18017263174022954</c:v>
                </c:pt>
                <c:pt idx="13935">
                  <c:v>0.18018910751471651</c:v>
                </c:pt>
                <c:pt idx="13936">
                  <c:v>0.1801970384102255</c:v>
                </c:pt>
                <c:pt idx="13937">
                  <c:v>0.1801990705006403</c:v>
                </c:pt>
                <c:pt idx="13938">
                  <c:v>0.1802020141396721</c:v>
                </c:pt>
                <c:pt idx="13939">
                  <c:v>0.18020664018787477</c:v>
                </c:pt>
                <c:pt idx="13940">
                  <c:v>0.180211493546825</c:v>
                </c:pt>
                <c:pt idx="13941">
                  <c:v>0.18021753515252403</c:v>
                </c:pt>
                <c:pt idx="13942">
                  <c:v>0.18021816468848945</c:v>
                </c:pt>
                <c:pt idx="13943">
                  <c:v>0.18022010288903392</c:v>
                </c:pt>
                <c:pt idx="13944">
                  <c:v>0.1802575942256518</c:v>
                </c:pt>
                <c:pt idx="13945">
                  <c:v>0.18028779706932554</c:v>
                </c:pt>
                <c:pt idx="13946">
                  <c:v>0.18029264742510262</c:v>
                </c:pt>
                <c:pt idx="13947">
                  <c:v>0.18030016399777637</c:v>
                </c:pt>
                <c:pt idx="13948">
                  <c:v>0.18030970635386601</c:v>
                </c:pt>
                <c:pt idx="13949">
                  <c:v>0.18031236146162227</c:v>
                </c:pt>
                <c:pt idx="13950">
                  <c:v>0.18031681321430015</c:v>
                </c:pt>
                <c:pt idx="13951">
                  <c:v>0.18032706787892849</c:v>
                </c:pt>
                <c:pt idx="13952">
                  <c:v>0.1803695716063026</c:v>
                </c:pt>
                <c:pt idx="13953">
                  <c:v>0.18037607904955677</c:v>
                </c:pt>
                <c:pt idx="13954">
                  <c:v>0.18038861563353692</c:v>
                </c:pt>
                <c:pt idx="13955">
                  <c:v>0.18041291104937771</c:v>
                </c:pt>
                <c:pt idx="13956">
                  <c:v>0.18043188258133905</c:v>
                </c:pt>
                <c:pt idx="13957">
                  <c:v>0.18046921101768645</c:v>
                </c:pt>
                <c:pt idx="13958">
                  <c:v>0.18048114900633722</c:v>
                </c:pt>
                <c:pt idx="13959">
                  <c:v>0.18048172616931785</c:v>
                </c:pt>
                <c:pt idx="13960">
                  <c:v>0.18048565418231693</c:v>
                </c:pt>
                <c:pt idx="13961">
                  <c:v>0.18049268978569349</c:v>
                </c:pt>
                <c:pt idx="13962">
                  <c:v>0.18050194670804978</c:v>
                </c:pt>
                <c:pt idx="13963">
                  <c:v>0.18050562750519134</c:v>
                </c:pt>
                <c:pt idx="13964">
                  <c:v>0.18054362433569501</c:v>
                </c:pt>
                <c:pt idx="13965">
                  <c:v>0.18054724754673238</c:v>
                </c:pt>
                <c:pt idx="13966">
                  <c:v>0.1805551214134278</c:v>
                </c:pt>
                <c:pt idx="13967">
                  <c:v>0.18056080899279561</c:v>
                </c:pt>
                <c:pt idx="13968">
                  <c:v>0.18056529559265774</c:v>
                </c:pt>
                <c:pt idx="13969">
                  <c:v>0.18057745247278353</c:v>
                </c:pt>
                <c:pt idx="13970">
                  <c:v>0.18058476909767299</c:v>
                </c:pt>
                <c:pt idx="13971">
                  <c:v>0.18059077377979371</c:v>
                </c:pt>
                <c:pt idx="13972">
                  <c:v>0.18060088537057908</c:v>
                </c:pt>
                <c:pt idx="13973">
                  <c:v>0.18063447546727379</c:v>
                </c:pt>
                <c:pt idx="13974">
                  <c:v>0.18064680288199617</c:v>
                </c:pt>
                <c:pt idx="13975">
                  <c:v>0.18065544471038986</c:v>
                </c:pt>
                <c:pt idx="13976">
                  <c:v>0.18066253091672052</c:v>
                </c:pt>
                <c:pt idx="13977">
                  <c:v>0.18066690567625254</c:v>
                </c:pt>
                <c:pt idx="13978">
                  <c:v>0.18068578312114345</c:v>
                </c:pt>
                <c:pt idx="13979">
                  <c:v>0.18068643085856512</c:v>
                </c:pt>
                <c:pt idx="13980">
                  <c:v>0.18069437140852559</c:v>
                </c:pt>
                <c:pt idx="13981">
                  <c:v>0.18070101682311016</c:v>
                </c:pt>
                <c:pt idx="13982">
                  <c:v>0.18072388954410096</c:v>
                </c:pt>
                <c:pt idx="13983">
                  <c:v>0.18075585711722106</c:v>
                </c:pt>
                <c:pt idx="13984">
                  <c:v>0.18078903151391046</c:v>
                </c:pt>
                <c:pt idx="13985">
                  <c:v>0.18079944897309833</c:v>
                </c:pt>
                <c:pt idx="13986">
                  <c:v>0.18082227542843943</c:v>
                </c:pt>
                <c:pt idx="13987">
                  <c:v>0.18083808953938421</c:v>
                </c:pt>
                <c:pt idx="13988">
                  <c:v>0.18084139310134367</c:v>
                </c:pt>
                <c:pt idx="13989">
                  <c:v>0.18084549890892487</c:v>
                </c:pt>
                <c:pt idx="13990">
                  <c:v>0.18086214822615224</c:v>
                </c:pt>
                <c:pt idx="13991">
                  <c:v>0.18087575902173125</c:v>
                </c:pt>
                <c:pt idx="13992">
                  <c:v>0.18089436894872166</c:v>
                </c:pt>
                <c:pt idx="13993">
                  <c:v>0.18094102766864273</c:v>
                </c:pt>
                <c:pt idx="13994">
                  <c:v>0.1809428101141462</c:v>
                </c:pt>
                <c:pt idx="13995">
                  <c:v>0.18099416497378407</c:v>
                </c:pt>
                <c:pt idx="13996">
                  <c:v>0.1810007845491314</c:v>
                </c:pt>
                <c:pt idx="13997">
                  <c:v>0.18101330871545473</c:v>
                </c:pt>
                <c:pt idx="13998">
                  <c:v>0.1810368720752506</c:v>
                </c:pt>
                <c:pt idx="13999">
                  <c:v>0.18103982938421229</c:v>
                </c:pt>
                <c:pt idx="14000">
                  <c:v>0.18105084620875583</c:v>
                </c:pt>
                <c:pt idx="14001">
                  <c:v>0.18110838783316482</c:v>
                </c:pt>
                <c:pt idx="14002">
                  <c:v>0.18119168663009613</c:v>
                </c:pt>
                <c:pt idx="14003">
                  <c:v>0.18120652016847291</c:v>
                </c:pt>
                <c:pt idx="14004">
                  <c:v>0.18120967987355857</c:v>
                </c:pt>
                <c:pt idx="14005">
                  <c:v>0.18123640143309128</c:v>
                </c:pt>
                <c:pt idx="14006">
                  <c:v>0.18124277230255426</c:v>
                </c:pt>
                <c:pt idx="14007">
                  <c:v>0.18125508869112866</c:v>
                </c:pt>
                <c:pt idx="14008">
                  <c:v>0.18126379530572378</c:v>
                </c:pt>
                <c:pt idx="14009">
                  <c:v>0.1812984438916293</c:v>
                </c:pt>
                <c:pt idx="14010">
                  <c:v>0.18130009836633906</c:v>
                </c:pt>
                <c:pt idx="14011">
                  <c:v>0.18131113276327876</c:v>
                </c:pt>
                <c:pt idx="14012">
                  <c:v>0.18132023962285321</c:v>
                </c:pt>
                <c:pt idx="14013">
                  <c:v>0.18133168587163717</c:v>
                </c:pt>
                <c:pt idx="14014">
                  <c:v>0.18135771376223672</c:v>
                </c:pt>
                <c:pt idx="14015">
                  <c:v>0.18138444003340456</c:v>
                </c:pt>
                <c:pt idx="14016">
                  <c:v>0.18139941399228959</c:v>
                </c:pt>
                <c:pt idx="14017">
                  <c:v>0.18140795631579598</c:v>
                </c:pt>
                <c:pt idx="14018">
                  <c:v>0.18142340282423808</c:v>
                </c:pt>
                <c:pt idx="14019">
                  <c:v>0.18142462794748085</c:v>
                </c:pt>
                <c:pt idx="14020">
                  <c:v>0.18144078803593786</c:v>
                </c:pt>
                <c:pt idx="14021">
                  <c:v>0.18144128576945634</c:v>
                </c:pt>
                <c:pt idx="14022">
                  <c:v>0.18144165923395686</c:v>
                </c:pt>
                <c:pt idx="14023">
                  <c:v>0.18144238349957256</c:v>
                </c:pt>
                <c:pt idx="14024">
                  <c:v>0.18145171067811933</c:v>
                </c:pt>
                <c:pt idx="14025">
                  <c:v>0.18147145226042122</c:v>
                </c:pt>
                <c:pt idx="14026">
                  <c:v>0.18147497973057261</c:v>
                </c:pt>
                <c:pt idx="14027">
                  <c:v>0.18148961798912147</c:v>
                </c:pt>
                <c:pt idx="14028">
                  <c:v>0.18149322306425991</c:v>
                </c:pt>
                <c:pt idx="14029">
                  <c:v>0.18152660406176679</c:v>
                </c:pt>
                <c:pt idx="14030">
                  <c:v>0.18153674735503098</c:v>
                </c:pt>
                <c:pt idx="14031">
                  <c:v>0.18156883339708393</c:v>
                </c:pt>
                <c:pt idx="14032">
                  <c:v>0.18158779518086562</c:v>
                </c:pt>
                <c:pt idx="14033">
                  <c:v>0.18160698225425706</c:v>
                </c:pt>
                <c:pt idx="14034">
                  <c:v>0.18161225470179618</c:v>
                </c:pt>
                <c:pt idx="14035">
                  <c:v>0.1816367238119832</c:v>
                </c:pt>
                <c:pt idx="14036">
                  <c:v>0.18165577947858352</c:v>
                </c:pt>
                <c:pt idx="14037">
                  <c:v>0.18172066510135126</c:v>
                </c:pt>
                <c:pt idx="14038">
                  <c:v>0.18175931499215775</c:v>
                </c:pt>
                <c:pt idx="14039">
                  <c:v>0.18177491330240572</c:v>
                </c:pt>
                <c:pt idx="14040">
                  <c:v>0.18177760967217829</c:v>
                </c:pt>
                <c:pt idx="14041">
                  <c:v>0.18178013014461855</c:v>
                </c:pt>
                <c:pt idx="14042">
                  <c:v>0.18182280653642621</c:v>
                </c:pt>
                <c:pt idx="14043">
                  <c:v>0.18182435337677338</c:v>
                </c:pt>
                <c:pt idx="14044">
                  <c:v>0.18183157996348517</c:v>
                </c:pt>
                <c:pt idx="14045">
                  <c:v>0.18183796290212578</c:v>
                </c:pt>
                <c:pt idx="14046">
                  <c:v>0.18186966354911896</c:v>
                </c:pt>
                <c:pt idx="14047">
                  <c:v>0.18187093149913525</c:v>
                </c:pt>
                <c:pt idx="14048">
                  <c:v>0.18189393829599934</c:v>
                </c:pt>
                <c:pt idx="14049">
                  <c:v>0.18191492194172917</c:v>
                </c:pt>
                <c:pt idx="14050">
                  <c:v>0.18192386593920701</c:v>
                </c:pt>
                <c:pt idx="14051">
                  <c:v>0.18193349355036059</c:v>
                </c:pt>
                <c:pt idx="14052">
                  <c:v>0.18195865291210941</c:v>
                </c:pt>
                <c:pt idx="14053">
                  <c:v>0.18198422609331191</c:v>
                </c:pt>
                <c:pt idx="14054">
                  <c:v>0.18199491185202282</c:v>
                </c:pt>
                <c:pt idx="14055">
                  <c:v>0.18201881567131831</c:v>
                </c:pt>
                <c:pt idx="14056">
                  <c:v>0.18202983188426292</c:v>
                </c:pt>
                <c:pt idx="14057">
                  <c:v>0.18205840849915797</c:v>
                </c:pt>
                <c:pt idx="14058">
                  <c:v>0.18206865341130443</c:v>
                </c:pt>
                <c:pt idx="14059">
                  <c:v>0.18208779648559179</c:v>
                </c:pt>
                <c:pt idx="14060">
                  <c:v>0.18208882639499058</c:v>
                </c:pt>
                <c:pt idx="14061">
                  <c:v>0.18210988014652013</c:v>
                </c:pt>
                <c:pt idx="14062">
                  <c:v>0.18212605951180588</c:v>
                </c:pt>
                <c:pt idx="14063">
                  <c:v>0.18212850371832121</c:v>
                </c:pt>
                <c:pt idx="14064">
                  <c:v>0.18213567167142822</c:v>
                </c:pt>
                <c:pt idx="14065">
                  <c:v>0.18215659433046402</c:v>
                </c:pt>
                <c:pt idx="14066">
                  <c:v>0.18219112508323385</c:v>
                </c:pt>
                <c:pt idx="14067">
                  <c:v>0.1821926261503774</c:v>
                </c:pt>
                <c:pt idx="14068">
                  <c:v>0.18219612416170761</c:v>
                </c:pt>
                <c:pt idx="14069">
                  <c:v>0.18222616515657314</c:v>
                </c:pt>
                <c:pt idx="14070">
                  <c:v>0.18224644423768291</c:v>
                </c:pt>
                <c:pt idx="14071">
                  <c:v>0.18225949426109417</c:v>
                </c:pt>
                <c:pt idx="14072">
                  <c:v>0.18226905979206318</c:v>
                </c:pt>
                <c:pt idx="14073">
                  <c:v>0.18227336870037575</c:v>
                </c:pt>
                <c:pt idx="14074">
                  <c:v>0.18229549642147475</c:v>
                </c:pt>
                <c:pt idx="14075">
                  <c:v>0.18229817970153531</c:v>
                </c:pt>
                <c:pt idx="14076">
                  <c:v>0.182309941120257</c:v>
                </c:pt>
                <c:pt idx="14077">
                  <c:v>0.18231386569089569</c:v>
                </c:pt>
                <c:pt idx="14078">
                  <c:v>0.18231489766593614</c:v>
                </c:pt>
                <c:pt idx="14079">
                  <c:v>0.18232541538906757</c:v>
                </c:pt>
                <c:pt idx="14080">
                  <c:v>0.18234898873769786</c:v>
                </c:pt>
                <c:pt idx="14081">
                  <c:v>0.18235523566615283</c:v>
                </c:pt>
                <c:pt idx="14082">
                  <c:v>0.18237530027611629</c:v>
                </c:pt>
                <c:pt idx="14083">
                  <c:v>0.18238270750837537</c:v>
                </c:pt>
                <c:pt idx="14084">
                  <c:v>0.18240972055498758</c:v>
                </c:pt>
                <c:pt idx="14085">
                  <c:v>0.18241125968541411</c:v>
                </c:pt>
                <c:pt idx="14086">
                  <c:v>0.18241467132762457</c:v>
                </c:pt>
                <c:pt idx="14087">
                  <c:v>0.18243202358368596</c:v>
                </c:pt>
                <c:pt idx="14088">
                  <c:v>0.18243341036153579</c:v>
                </c:pt>
                <c:pt idx="14089">
                  <c:v>0.18248542676261517</c:v>
                </c:pt>
                <c:pt idx="14090">
                  <c:v>0.18249061245135978</c:v>
                </c:pt>
                <c:pt idx="14091">
                  <c:v>0.18250565851158335</c:v>
                </c:pt>
                <c:pt idx="14092">
                  <c:v>0.18250585095055924</c:v>
                </c:pt>
                <c:pt idx="14093">
                  <c:v>0.18251199162602388</c:v>
                </c:pt>
                <c:pt idx="14094">
                  <c:v>0.18251229624913021</c:v>
                </c:pt>
                <c:pt idx="14095">
                  <c:v>0.18256945006566039</c:v>
                </c:pt>
                <c:pt idx="14096">
                  <c:v>0.18256970614466372</c:v>
                </c:pt>
                <c:pt idx="14097">
                  <c:v>0.18257830771729011</c:v>
                </c:pt>
                <c:pt idx="14098">
                  <c:v>0.1825821414540886</c:v>
                </c:pt>
                <c:pt idx="14099">
                  <c:v>0.1825976338864374</c:v>
                </c:pt>
                <c:pt idx="14100">
                  <c:v>0.18261616038109479</c:v>
                </c:pt>
                <c:pt idx="14101">
                  <c:v>0.18262503462439744</c:v>
                </c:pt>
                <c:pt idx="14102">
                  <c:v>0.18265356577431716</c:v>
                </c:pt>
                <c:pt idx="14103">
                  <c:v>0.18265617839073303</c:v>
                </c:pt>
                <c:pt idx="14104">
                  <c:v>0.18265908542456355</c:v>
                </c:pt>
                <c:pt idx="14105">
                  <c:v>0.18266512937605994</c:v>
                </c:pt>
                <c:pt idx="14106">
                  <c:v>0.18267794228802156</c:v>
                </c:pt>
                <c:pt idx="14107">
                  <c:v>0.18268209582534861</c:v>
                </c:pt>
                <c:pt idx="14108">
                  <c:v>0.18268316243463523</c:v>
                </c:pt>
                <c:pt idx="14109">
                  <c:v>0.18269544068924939</c:v>
                </c:pt>
                <c:pt idx="14110">
                  <c:v>0.18270565959359694</c:v>
                </c:pt>
                <c:pt idx="14111">
                  <c:v>0.18273497219001439</c:v>
                </c:pt>
                <c:pt idx="14112">
                  <c:v>0.18273558348973232</c:v>
                </c:pt>
                <c:pt idx="14113">
                  <c:v>0.18274977163625125</c:v>
                </c:pt>
                <c:pt idx="14114">
                  <c:v>0.18276559488947361</c:v>
                </c:pt>
                <c:pt idx="14115">
                  <c:v>0.18277692752876007</c:v>
                </c:pt>
                <c:pt idx="14116">
                  <c:v>0.18278198099343029</c:v>
                </c:pt>
                <c:pt idx="14117">
                  <c:v>0.18278255523392412</c:v>
                </c:pt>
                <c:pt idx="14118">
                  <c:v>0.18278472443990912</c:v>
                </c:pt>
                <c:pt idx="14119">
                  <c:v>0.18279461761962321</c:v>
                </c:pt>
                <c:pt idx="14120">
                  <c:v>0.18280064243059163</c:v>
                </c:pt>
                <c:pt idx="14121">
                  <c:v>0.18280615033748426</c:v>
                </c:pt>
                <c:pt idx="14122">
                  <c:v>0.1828130969605907</c:v>
                </c:pt>
                <c:pt idx="14123">
                  <c:v>0.18281610697965894</c:v>
                </c:pt>
                <c:pt idx="14124">
                  <c:v>0.18282935536656203</c:v>
                </c:pt>
                <c:pt idx="14125">
                  <c:v>0.18283269485627832</c:v>
                </c:pt>
                <c:pt idx="14126">
                  <c:v>0.18289492972067137</c:v>
                </c:pt>
                <c:pt idx="14127">
                  <c:v>0.18289931455628203</c:v>
                </c:pt>
                <c:pt idx="14128">
                  <c:v>0.1828999303848127</c:v>
                </c:pt>
                <c:pt idx="14129">
                  <c:v>0.1829079640612328</c:v>
                </c:pt>
                <c:pt idx="14130">
                  <c:v>0.1829220994400676</c:v>
                </c:pt>
                <c:pt idx="14131">
                  <c:v>0.18294638796079452</c:v>
                </c:pt>
                <c:pt idx="14132">
                  <c:v>0.18295920156030321</c:v>
                </c:pt>
                <c:pt idx="14133">
                  <c:v>0.18295945477240605</c:v>
                </c:pt>
                <c:pt idx="14134">
                  <c:v>0.1829878243495722</c:v>
                </c:pt>
                <c:pt idx="14135">
                  <c:v>0.18299021329808651</c:v>
                </c:pt>
                <c:pt idx="14136">
                  <c:v>0.18299384868202964</c:v>
                </c:pt>
                <c:pt idx="14137">
                  <c:v>0.18299528330320627</c:v>
                </c:pt>
                <c:pt idx="14138">
                  <c:v>0.18302494757335686</c:v>
                </c:pt>
                <c:pt idx="14139">
                  <c:v>0.18302558757046267</c:v>
                </c:pt>
                <c:pt idx="14140">
                  <c:v>0.18305490509800687</c:v>
                </c:pt>
                <c:pt idx="14141">
                  <c:v>0.18310336459176688</c:v>
                </c:pt>
                <c:pt idx="14142">
                  <c:v>0.1831078977307373</c:v>
                </c:pt>
                <c:pt idx="14143">
                  <c:v>0.18310830999618888</c:v>
                </c:pt>
                <c:pt idx="14144">
                  <c:v>0.18311997356082821</c:v>
                </c:pt>
                <c:pt idx="14145">
                  <c:v>0.18313482673160761</c:v>
                </c:pt>
                <c:pt idx="14146">
                  <c:v>0.18318464832899223</c:v>
                </c:pt>
                <c:pt idx="14147">
                  <c:v>0.18322748555650495</c:v>
                </c:pt>
                <c:pt idx="14148">
                  <c:v>0.18325107571781407</c:v>
                </c:pt>
                <c:pt idx="14149">
                  <c:v>0.18325424161862089</c:v>
                </c:pt>
                <c:pt idx="14150">
                  <c:v>0.1832578489566582</c:v>
                </c:pt>
                <c:pt idx="14151">
                  <c:v>0.18325864015160584</c:v>
                </c:pt>
                <c:pt idx="14152">
                  <c:v>0.18326308803197541</c:v>
                </c:pt>
                <c:pt idx="14153">
                  <c:v>0.18326441990640077</c:v>
                </c:pt>
                <c:pt idx="14154">
                  <c:v>0.18327567973820857</c:v>
                </c:pt>
                <c:pt idx="14155">
                  <c:v>0.18330193138547288</c:v>
                </c:pt>
                <c:pt idx="14156">
                  <c:v>0.18330369715688657</c:v>
                </c:pt>
                <c:pt idx="14157">
                  <c:v>0.18332631437206046</c:v>
                </c:pt>
                <c:pt idx="14158">
                  <c:v>0.18333120760866067</c:v>
                </c:pt>
                <c:pt idx="14159">
                  <c:v>0.18333832447397613</c:v>
                </c:pt>
                <c:pt idx="14160">
                  <c:v>0.18335853016383813</c:v>
                </c:pt>
                <c:pt idx="14161">
                  <c:v>0.18336257434571876</c:v>
                </c:pt>
                <c:pt idx="14162">
                  <c:v>0.18337348589939453</c:v>
                </c:pt>
                <c:pt idx="14163">
                  <c:v>0.18337823339503748</c:v>
                </c:pt>
                <c:pt idx="14164">
                  <c:v>0.18338320461350424</c:v>
                </c:pt>
                <c:pt idx="14165">
                  <c:v>0.18341411212562839</c:v>
                </c:pt>
                <c:pt idx="14166">
                  <c:v>0.18341797181157624</c:v>
                </c:pt>
                <c:pt idx="14167">
                  <c:v>0.18342912311084036</c:v>
                </c:pt>
                <c:pt idx="14168">
                  <c:v>0.18343108439319833</c:v>
                </c:pt>
                <c:pt idx="14169">
                  <c:v>0.18345211088679522</c:v>
                </c:pt>
                <c:pt idx="14170">
                  <c:v>0.18346727717800337</c:v>
                </c:pt>
                <c:pt idx="14171">
                  <c:v>0.18346777541764045</c:v>
                </c:pt>
                <c:pt idx="14172">
                  <c:v>0.18346863893993404</c:v>
                </c:pt>
                <c:pt idx="14173">
                  <c:v>0.18348070324874313</c:v>
                </c:pt>
                <c:pt idx="14174">
                  <c:v>0.18349837043729547</c:v>
                </c:pt>
                <c:pt idx="14175">
                  <c:v>0.18350006085550213</c:v>
                </c:pt>
                <c:pt idx="14176">
                  <c:v>0.18352877285967859</c:v>
                </c:pt>
                <c:pt idx="14177">
                  <c:v>0.18354262123715898</c:v>
                </c:pt>
                <c:pt idx="14178">
                  <c:v>0.18355705950691303</c:v>
                </c:pt>
                <c:pt idx="14179">
                  <c:v>0.1836181338132071</c:v>
                </c:pt>
                <c:pt idx="14180">
                  <c:v>0.18364987158388063</c:v>
                </c:pt>
                <c:pt idx="14181">
                  <c:v>0.18365865565534198</c:v>
                </c:pt>
                <c:pt idx="14182">
                  <c:v>0.18368115276668004</c:v>
                </c:pt>
                <c:pt idx="14183">
                  <c:v>0.18371202740519338</c:v>
                </c:pt>
                <c:pt idx="14184">
                  <c:v>0.1837207676534364</c:v>
                </c:pt>
                <c:pt idx="14185">
                  <c:v>0.1837322213404517</c:v>
                </c:pt>
                <c:pt idx="14186">
                  <c:v>0.1837473726206012</c:v>
                </c:pt>
                <c:pt idx="14187">
                  <c:v>0.18376690955673788</c:v>
                </c:pt>
                <c:pt idx="14188">
                  <c:v>0.18377006465689244</c:v>
                </c:pt>
                <c:pt idx="14189">
                  <c:v>0.18377213365537737</c:v>
                </c:pt>
                <c:pt idx="14190">
                  <c:v>0.18378810967730239</c:v>
                </c:pt>
                <c:pt idx="14191">
                  <c:v>0.18380130645444848</c:v>
                </c:pt>
                <c:pt idx="14192">
                  <c:v>0.18380274231912866</c:v>
                </c:pt>
                <c:pt idx="14193">
                  <c:v>0.18382398500055433</c:v>
                </c:pt>
                <c:pt idx="14194">
                  <c:v>0.18386716804900063</c:v>
                </c:pt>
                <c:pt idx="14195">
                  <c:v>0.18387488270734104</c:v>
                </c:pt>
                <c:pt idx="14196">
                  <c:v>0.18391548796190674</c:v>
                </c:pt>
                <c:pt idx="14197">
                  <c:v>0.18393790292212278</c:v>
                </c:pt>
                <c:pt idx="14198">
                  <c:v>0.18393914088778143</c:v>
                </c:pt>
                <c:pt idx="14199">
                  <c:v>0.18394015925021168</c:v>
                </c:pt>
                <c:pt idx="14200">
                  <c:v>0.18394340303488901</c:v>
                </c:pt>
                <c:pt idx="14201">
                  <c:v>0.18394906153056978</c:v>
                </c:pt>
                <c:pt idx="14202">
                  <c:v>0.1839531707802354</c:v>
                </c:pt>
                <c:pt idx="14203">
                  <c:v>0.18397683059411291</c:v>
                </c:pt>
                <c:pt idx="14204">
                  <c:v>0.18397851150423214</c:v>
                </c:pt>
                <c:pt idx="14205">
                  <c:v>0.18398060553370807</c:v>
                </c:pt>
                <c:pt idx="14206">
                  <c:v>0.18398876388162644</c:v>
                </c:pt>
                <c:pt idx="14207">
                  <c:v>0.18402517548056199</c:v>
                </c:pt>
                <c:pt idx="14208">
                  <c:v>0.1840349580423622</c:v>
                </c:pt>
                <c:pt idx="14209">
                  <c:v>0.18404043417700597</c:v>
                </c:pt>
                <c:pt idx="14210">
                  <c:v>0.18406348450525947</c:v>
                </c:pt>
                <c:pt idx="14211">
                  <c:v>0.18408997028556859</c:v>
                </c:pt>
                <c:pt idx="14212">
                  <c:v>0.18409062913471738</c:v>
                </c:pt>
                <c:pt idx="14213">
                  <c:v>0.18409918422465585</c:v>
                </c:pt>
                <c:pt idx="14214">
                  <c:v>0.18410409732329996</c:v>
                </c:pt>
                <c:pt idx="14215">
                  <c:v>0.18410751007680115</c:v>
                </c:pt>
                <c:pt idx="14216">
                  <c:v>0.18412512922792945</c:v>
                </c:pt>
                <c:pt idx="14217">
                  <c:v>0.18414677303563834</c:v>
                </c:pt>
                <c:pt idx="14218">
                  <c:v>0.18414902430181979</c:v>
                </c:pt>
                <c:pt idx="14219">
                  <c:v>0.18415657357578877</c:v>
                </c:pt>
                <c:pt idx="14220">
                  <c:v>0.18416646783391991</c:v>
                </c:pt>
                <c:pt idx="14221">
                  <c:v>0.1841714879187025</c:v>
                </c:pt>
                <c:pt idx="14222">
                  <c:v>0.18419737004215522</c:v>
                </c:pt>
                <c:pt idx="14223">
                  <c:v>0.18419787573431584</c:v>
                </c:pt>
                <c:pt idx="14224">
                  <c:v>0.18419987526053277</c:v>
                </c:pt>
                <c:pt idx="14225">
                  <c:v>0.18420232120003069</c:v>
                </c:pt>
                <c:pt idx="14226">
                  <c:v>0.18420780069463782</c:v>
                </c:pt>
                <c:pt idx="14227">
                  <c:v>0.1842144211100406</c:v>
                </c:pt>
                <c:pt idx="14228">
                  <c:v>0.18424009314457127</c:v>
                </c:pt>
                <c:pt idx="14229">
                  <c:v>0.18424465827684677</c:v>
                </c:pt>
                <c:pt idx="14230">
                  <c:v>0.18426643554767105</c:v>
                </c:pt>
                <c:pt idx="14231">
                  <c:v>0.18426951093858029</c:v>
                </c:pt>
                <c:pt idx="14232">
                  <c:v>0.18427049789884933</c:v>
                </c:pt>
                <c:pt idx="14233">
                  <c:v>0.18427972158838524</c:v>
                </c:pt>
                <c:pt idx="14234">
                  <c:v>0.18429422629938447</c:v>
                </c:pt>
                <c:pt idx="14235">
                  <c:v>0.18429723228433509</c:v>
                </c:pt>
                <c:pt idx="14236">
                  <c:v>0.18429775443653687</c:v>
                </c:pt>
                <c:pt idx="14237">
                  <c:v>0.18430213351244606</c:v>
                </c:pt>
                <c:pt idx="14238">
                  <c:v>0.18430487385086666</c:v>
                </c:pt>
                <c:pt idx="14239">
                  <c:v>0.184329333846874</c:v>
                </c:pt>
                <c:pt idx="14240">
                  <c:v>0.18433420337889328</c:v>
                </c:pt>
                <c:pt idx="14241">
                  <c:v>0.18433679740243739</c:v>
                </c:pt>
                <c:pt idx="14242">
                  <c:v>0.18436938876972303</c:v>
                </c:pt>
                <c:pt idx="14243">
                  <c:v>0.18437971456577137</c:v>
                </c:pt>
                <c:pt idx="14244">
                  <c:v>0.18438420199117075</c:v>
                </c:pt>
                <c:pt idx="14245">
                  <c:v>0.1844117754177439</c:v>
                </c:pt>
                <c:pt idx="14246">
                  <c:v>0.18442798142494934</c:v>
                </c:pt>
                <c:pt idx="14247">
                  <c:v>0.18445604674050281</c:v>
                </c:pt>
                <c:pt idx="14248">
                  <c:v>0.18445988848361269</c:v>
                </c:pt>
                <c:pt idx="14249">
                  <c:v>0.18448107381233217</c:v>
                </c:pt>
                <c:pt idx="14250">
                  <c:v>0.18448197610625228</c:v>
                </c:pt>
                <c:pt idx="14251">
                  <c:v>0.18451156367266755</c:v>
                </c:pt>
                <c:pt idx="14252">
                  <c:v>0.18451776421870592</c:v>
                </c:pt>
                <c:pt idx="14253">
                  <c:v>0.18452584380248455</c:v>
                </c:pt>
                <c:pt idx="14254">
                  <c:v>0.18454209362996962</c:v>
                </c:pt>
                <c:pt idx="14255">
                  <c:v>0.1845629758674108</c:v>
                </c:pt>
                <c:pt idx="14256">
                  <c:v>0.18457956227995648</c:v>
                </c:pt>
                <c:pt idx="14257">
                  <c:v>0.18458136904152808</c:v>
                </c:pt>
                <c:pt idx="14258">
                  <c:v>0.18458563310833473</c:v>
                </c:pt>
                <c:pt idx="14259">
                  <c:v>0.18462022465151084</c:v>
                </c:pt>
                <c:pt idx="14260">
                  <c:v>0.1846283691295873</c:v>
                </c:pt>
                <c:pt idx="14261">
                  <c:v>0.18464070949170175</c:v>
                </c:pt>
                <c:pt idx="14262">
                  <c:v>0.18464147526427949</c:v>
                </c:pt>
                <c:pt idx="14263">
                  <c:v>0.18464282004675703</c:v>
                </c:pt>
                <c:pt idx="14264">
                  <c:v>0.18465814649136905</c:v>
                </c:pt>
                <c:pt idx="14265">
                  <c:v>0.18466686101328816</c:v>
                </c:pt>
                <c:pt idx="14266">
                  <c:v>0.18468391695854647</c:v>
                </c:pt>
                <c:pt idx="14267">
                  <c:v>0.18470177463218462</c:v>
                </c:pt>
                <c:pt idx="14268">
                  <c:v>0.18472085315363546</c:v>
                </c:pt>
                <c:pt idx="14269">
                  <c:v>0.18472173212248991</c:v>
                </c:pt>
                <c:pt idx="14270">
                  <c:v>0.18473219047780312</c:v>
                </c:pt>
                <c:pt idx="14271">
                  <c:v>0.18475188574732648</c:v>
                </c:pt>
                <c:pt idx="14272">
                  <c:v>0.18475237018819274</c:v>
                </c:pt>
                <c:pt idx="14273">
                  <c:v>0.18475419850522537</c:v>
                </c:pt>
                <c:pt idx="14274">
                  <c:v>0.18478599387969763</c:v>
                </c:pt>
                <c:pt idx="14275">
                  <c:v>0.18480538610536354</c:v>
                </c:pt>
                <c:pt idx="14276">
                  <c:v>0.18480580417846537</c:v>
                </c:pt>
                <c:pt idx="14277">
                  <c:v>0.18484371408607464</c:v>
                </c:pt>
                <c:pt idx="14278">
                  <c:v>0.18484785332367065</c:v>
                </c:pt>
                <c:pt idx="14279">
                  <c:v>0.18485776903823276</c:v>
                </c:pt>
                <c:pt idx="14280">
                  <c:v>0.1848794547552387</c:v>
                </c:pt>
                <c:pt idx="14281">
                  <c:v>0.18488401425648188</c:v>
                </c:pt>
                <c:pt idx="14282">
                  <c:v>0.18491771425712919</c:v>
                </c:pt>
                <c:pt idx="14283">
                  <c:v>0.18492329809975019</c:v>
                </c:pt>
                <c:pt idx="14284">
                  <c:v>0.18492989381026442</c:v>
                </c:pt>
                <c:pt idx="14285">
                  <c:v>0.18493094759432063</c:v>
                </c:pt>
                <c:pt idx="14286">
                  <c:v>0.18493456041175943</c:v>
                </c:pt>
                <c:pt idx="14287">
                  <c:v>0.18496343710036342</c:v>
                </c:pt>
                <c:pt idx="14288">
                  <c:v>0.18496444862544573</c:v>
                </c:pt>
                <c:pt idx="14289">
                  <c:v>0.18498925527364038</c:v>
                </c:pt>
                <c:pt idx="14290">
                  <c:v>0.18499113614266949</c:v>
                </c:pt>
                <c:pt idx="14291">
                  <c:v>0.18499728981414448</c:v>
                </c:pt>
                <c:pt idx="14292">
                  <c:v>0.1850051078609197</c:v>
                </c:pt>
                <c:pt idx="14293">
                  <c:v>0.1850167977909965</c:v>
                </c:pt>
                <c:pt idx="14294">
                  <c:v>0.18502301581481398</c:v>
                </c:pt>
                <c:pt idx="14295">
                  <c:v>0.18502429495409445</c:v>
                </c:pt>
                <c:pt idx="14296">
                  <c:v>0.18507049041419096</c:v>
                </c:pt>
                <c:pt idx="14297">
                  <c:v>0.18509013098897012</c:v>
                </c:pt>
                <c:pt idx="14298">
                  <c:v>0.18509719694576635</c:v>
                </c:pt>
                <c:pt idx="14299">
                  <c:v>0.18511398413531427</c:v>
                </c:pt>
                <c:pt idx="14300">
                  <c:v>0.18518297167649414</c:v>
                </c:pt>
                <c:pt idx="14301">
                  <c:v>0.18519441882020704</c:v>
                </c:pt>
                <c:pt idx="14302">
                  <c:v>0.18519844132217153</c:v>
                </c:pt>
                <c:pt idx="14303">
                  <c:v>0.18519872373957619</c:v>
                </c:pt>
                <c:pt idx="14304">
                  <c:v>0.18522859553447996</c:v>
                </c:pt>
                <c:pt idx="14305">
                  <c:v>0.18525406002840797</c:v>
                </c:pt>
                <c:pt idx="14306">
                  <c:v>0.18525965883042866</c:v>
                </c:pt>
                <c:pt idx="14307">
                  <c:v>0.18526591697421224</c:v>
                </c:pt>
                <c:pt idx="14308">
                  <c:v>0.18528028482295478</c:v>
                </c:pt>
                <c:pt idx="14309">
                  <c:v>0.18534211616174706</c:v>
                </c:pt>
                <c:pt idx="14310">
                  <c:v>0.18535480885140918</c:v>
                </c:pt>
                <c:pt idx="14311">
                  <c:v>0.18536121308974995</c:v>
                </c:pt>
                <c:pt idx="14312">
                  <c:v>0.18536658154980407</c:v>
                </c:pt>
                <c:pt idx="14313">
                  <c:v>0.18537006264398467</c:v>
                </c:pt>
                <c:pt idx="14314">
                  <c:v>0.18537774637331147</c:v>
                </c:pt>
                <c:pt idx="14315">
                  <c:v>0.18539022365141589</c:v>
                </c:pt>
                <c:pt idx="14316">
                  <c:v>0.18539968061824635</c:v>
                </c:pt>
                <c:pt idx="14317">
                  <c:v>0.1854178321775887</c:v>
                </c:pt>
                <c:pt idx="14318">
                  <c:v>0.18544349953530687</c:v>
                </c:pt>
                <c:pt idx="14319">
                  <c:v>0.18546098723790397</c:v>
                </c:pt>
                <c:pt idx="14320">
                  <c:v>0.18548272131536642</c:v>
                </c:pt>
                <c:pt idx="14321">
                  <c:v>0.18549349601604459</c:v>
                </c:pt>
                <c:pt idx="14322">
                  <c:v>0.18552435680410748</c:v>
                </c:pt>
                <c:pt idx="14323">
                  <c:v>0.18552575505589153</c:v>
                </c:pt>
                <c:pt idx="14324">
                  <c:v>0.18553378380651178</c:v>
                </c:pt>
                <c:pt idx="14325">
                  <c:v>0.18555505277220485</c:v>
                </c:pt>
                <c:pt idx="14326">
                  <c:v>0.18555928906579658</c:v>
                </c:pt>
                <c:pt idx="14327">
                  <c:v>0.18556700520203517</c:v>
                </c:pt>
                <c:pt idx="14328">
                  <c:v>0.18557335785619711</c:v>
                </c:pt>
                <c:pt idx="14329">
                  <c:v>0.18558918687094389</c:v>
                </c:pt>
                <c:pt idx="14330">
                  <c:v>0.18559603448100906</c:v>
                </c:pt>
                <c:pt idx="14331">
                  <c:v>0.18559684691009257</c:v>
                </c:pt>
                <c:pt idx="14332">
                  <c:v>0.18559787739633643</c:v>
                </c:pt>
                <c:pt idx="14333">
                  <c:v>0.18561384753240315</c:v>
                </c:pt>
                <c:pt idx="14334">
                  <c:v>0.18562766902688793</c:v>
                </c:pt>
                <c:pt idx="14335">
                  <c:v>0.18564355084725664</c:v>
                </c:pt>
                <c:pt idx="14336">
                  <c:v>0.18565414699856411</c:v>
                </c:pt>
                <c:pt idx="14337">
                  <c:v>0.1856588431825606</c:v>
                </c:pt>
                <c:pt idx="14338">
                  <c:v>0.18566161407202644</c:v>
                </c:pt>
                <c:pt idx="14339">
                  <c:v>0.18569802076548667</c:v>
                </c:pt>
                <c:pt idx="14340">
                  <c:v>0.18570551830631238</c:v>
                </c:pt>
                <c:pt idx="14341">
                  <c:v>0.18572083554599514</c:v>
                </c:pt>
                <c:pt idx="14342">
                  <c:v>0.18573070551045034</c:v>
                </c:pt>
                <c:pt idx="14343">
                  <c:v>0.1857318620070415</c:v>
                </c:pt>
                <c:pt idx="14344">
                  <c:v>0.18576549575289864</c:v>
                </c:pt>
                <c:pt idx="14345">
                  <c:v>0.18576795177862496</c:v>
                </c:pt>
                <c:pt idx="14346">
                  <c:v>0.18576818502572279</c:v>
                </c:pt>
                <c:pt idx="14347">
                  <c:v>0.1857765233313704</c:v>
                </c:pt>
                <c:pt idx="14348">
                  <c:v>0.18578195660158914</c:v>
                </c:pt>
                <c:pt idx="14349">
                  <c:v>0.18578826718808605</c:v>
                </c:pt>
                <c:pt idx="14350">
                  <c:v>0.18581613879314501</c:v>
                </c:pt>
                <c:pt idx="14351">
                  <c:v>0.18582256738865782</c:v>
                </c:pt>
                <c:pt idx="14352">
                  <c:v>0.18584898425407059</c:v>
                </c:pt>
                <c:pt idx="14353">
                  <c:v>0.1858686978700142</c:v>
                </c:pt>
                <c:pt idx="14354">
                  <c:v>0.18587811648299005</c:v>
                </c:pt>
                <c:pt idx="14355">
                  <c:v>0.18588589017955878</c:v>
                </c:pt>
                <c:pt idx="14356">
                  <c:v>0.18590028020131064</c:v>
                </c:pt>
                <c:pt idx="14357">
                  <c:v>0.18590265498530872</c:v>
                </c:pt>
                <c:pt idx="14358">
                  <c:v>0.18592054230760408</c:v>
                </c:pt>
                <c:pt idx="14359">
                  <c:v>0.18594437449637086</c:v>
                </c:pt>
                <c:pt idx="14360">
                  <c:v>0.18595206901654571</c:v>
                </c:pt>
                <c:pt idx="14361">
                  <c:v>0.18596974653299594</c:v>
                </c:pt>
                <c:pt idx="14362">
                  <c:v>0.18599370318584391</c:v>
                </c:pt>
                <c:pt idx="14363">
                  <c:v>0.18599561439982157</c:v>
                </c:pt>
                <c:pt idx="14364">
                  <c:v>0.18600306372910527</c:v>
                </c:pt>
                <c:pt idx="14365">
                  <c:v>0.18602716857531854</c:v>
                </c:pt>
                <c:pt idx="14366">
                  <c:v>0.18607923328034154</c:v>
                </c:pt>
                <c:pt idx="14367">
                  <c:v>0.18608010544300757</c:v>
                </c:pt>
                <c:pt idx="14368">
                  <c:v>0.18609381495593924</c:v>
                </c:pt>
                <c:pt idx="14369">
                  <c:v>0.18609986857844127</c:v>
                </c:pt>
                <c:pt idx="14370">
                  <c:v>0.18611657054815026</c:v>
                </c:pt>
                <c:pt idx="14371">
                  <c:v>0.18612103067049338</c:v>
                </c:pt>
                <c:pt idx="14372">
                  <c:v>0.18614665747407688</c:v>
                </c:pt>
                <c:pt idx="14373">
                  <c:v>0.18619473144487866</c:v>
                </c:pt>
                <c:pt idx="14374">
                  <c:v>0.18619864736106681</c:v>
                </c:pt>
                <c:pt idx="14375">
                  <c:v>0.18621665410901167</c:v>
                </c:pt>
                <c:pt idx="14376">
                  <c:v>0.18622055249220901</c:v>
                </c:pt>
                <c:pt idx="14377">
                  <c:v>0.18623331506322269</c:v>
                </c:pt>
                <c:pt idx="14378">
                  <c:v>0.186235089600856</c:v>
                </c:pt>
                <c:pt idx="14379">
                  <c:v>0.1862364014046701</c:v>
                </c:pt>
                <c:pt idx="14380">
                  <c:v>0.18623827490290215</c:v>
                </c:pt>
                <c:pt idx="14381">
                  <c:v>0.18624504473241926</c:v>
                </c:pt>
                <c:pt idx="14382">
                  <c:v>0.18624905747227821</c:v>
                </c:pt>
                <c:pt idx="14383">
                  <c:v>0.18625351436094886</c:v>
                </c:pt>
                <c:pt idx="14384">
                  <c:v>0.18626330488223314</c:v>
                </c:pt>
                <c:pt idx="14385">
                  <c:v>0.18629012318097948</c:v>
                </c:pt>
                <c:pt idx="14386">
                  <c:v>0.18630621565098918</c:v>
                </c:pt>
                <c:pt idx="14387">
                  <c:v>0.18631060815545539</c:v>
                </c:pt>
                <c:pt idx="14388">
                  <c:v>0.18633560095274027</c:v>
                </c:pt>
                <c:pt idx="14389">
                  <c:v>0.18633680128031546</c:v>
                </c:pt>
                <c:pt idx="14390">
                  <c:v>0.18633761470122046</c:v>
                </c:pt>
                <c:pt idx="14391">
                  <c:v>0.18634108496711832</c:v>
                </c:pt>
                <c:pt idx="14392">
                  <c:v>0.18634572454018553</c:v>
                </c:pt>
                <c:pt idx="14393">
                  <c:v>0.18635675241971858</c:v>
                </c:pt>
                <c:pt idx="14394">
                  <c:v>0.18636662038048105</c:v>
                </c:pt>
                <c:pt idx="14395">
                  <c:v>0.1863715884794441</c:v>
                </c:pt>
                <c:pt idx="14396">
                  <c:v>0.18638106403893992</c:v>
                </c:pt>
                <c:pt idx="14397">
                  <c:v>0.18642232128023678</c:v>
                </c:pt>
                <c:pt idx="14398">
                  <c:v>0.18643196430272271</c:v>
                </c:pt>
                <c:pt idx="14399">
                  <c:v>0.18644892313110217</c:v>
                </c:pt>
                <c:pt idx="14400">
                  <c:v>0.18647628231118826</c:v>
                </c:pt>
                <c:pt idx="14401">
                  <c:v>0.18649133249903213</c:v>
                </c:pt>
                <c:pt idx="14402">
                  <c:v>0.18649389929230706</c:v>
                </c:pt>
                <c:pt idx="14403">
                  <c:v>0.18650555636112975</c:v>
                </c:pt>
                <c:pt idx="14404">
                  <c:v>0.18650681587899803</c:v>
                </c:pt>
                <c:pt idx="14405">
                  <c:v>0.18650810544121729</c:v>
                </c:pt>
                <c:pt idx="14406">
                  <c:v>0.18652417244711872</c:v>
                </c:pt>
                <c:pt idx="14407">
                  <c:v>0.18655446507905424</c:v>
                </c:pt>
                <c:pt idx="14408">
                  <c:v>0.18655622218238319</c:v>
                </c:pt>
                <c:pt idx="14409">
                  <c:v>0.18656029983515768</c:v>
                </c:pt>
                <c:pt idx="14410">
                  <c:v>0.18657179791876627</c:v>
                </c:pt>
                <c:pt idx="14411">
                  <c:v>0.18658549512813555</c:v>
                </c:pt>
                <c:pt idx="14412">
                  <c:v>0.18658979931684277</c:v>
                </c:pt>
                <c:pt idx="14413">
                  <c:v>0.18659587585267701</c:v>
                </c:pt>
                <c:pt idx="14414">
                  <c:v>0.18659859883509697</c:v>
                </c:pt>
                <c:pt idx="14415">
                  <c:v>0.18662681068712994</c:v>
                </c:pt>
                <c:pt idx="14416">
                  <c:v>0.18663710398806879</c:v>
                </c:pt>
                <c:pt idx="14417">
                  <c:v>0.18665919528953395</c:v>
                </c:pt>
                <c:pt idx="14418">
                  <c:v>0.1866853653639734</c:v>
                </c:pt>
                <c:pt idx="14419">
                  <c:v>0.18670934416257515</c:v>
                </c:pt>
                <c:pt idx="14420">
                  <c:v>0.18671621756647094</c:v>
                </c:pt>
                <c:pt idx="14421">
                  <c:v>0.18673372327267784</c:v>
                </c:pt>
                <c:pt idx="14422">
                  <c:v>0.1867399770503993</c:v>
                </c:pt>
                <c:pt idx="14423">
                  <c:v>0.18674755257801898</c:v>
                </c:pt>
                <c:pt idx="14424">
                  <c:v>0.18675147526578931</c:v>
                </c:pt>
                <c:pt idx="14425">
                  <c:v>0.1867517073581122</c:v>
                </c:pt>
                <c:pt idx="14426">
                  <c:v>0.18676883365300548</c:v>
                </c:pt>
                <c:pt idx="14427">
                  <c:v>0.18676938052365463</c:v>
                </c:pt>
                <c:pt idx="14428">
                  <c:v>0.1867734730471006</c:v>
                </c:pt>
                <c:pt idx="14429">
                  <c:v>0.18679717250395356</c:v>
                </c:pt>
                <c:pt idx="14430">
                  <c:v>0.1868225319136087</c:v>
                </c:pt>
                <c:pt idx="14431">
                  <c:v>0.18686628970937019</c:v>
                </c:pt>
                <c:pt idx="14432">
                  <c:v>0.18690169387196431</c:v>
                </c:pt>
                <c:pt idx="14433">
                  <c:v>0.18691506726466742</c:v>
                </c:pt>
                <c:pt idx="14434">
                  <c:v>0.1869249659253886</c:v>
                </c:pt>
                <c:pt idx="14435">
                  <c:v>0.18694445810376276</c:v>
                </c:pt>
                <c:pt idx="14436">
                  <c:v>0.18698503541620726</c:v>
                </c:pt>
                <c:pt idx="14437">
                  <c:v>0.18700062504943579</c:v>
                </c:pt>
                <c:pt idx="14438">
                  <c:v>0.1870291701532793</c:v>
                </c:pt>
                <c:pt idx="14439">
                  <c:v>0.18703636561213902</c:v>
                </c:pt>
                <c:pt idx="14440">
                  <c:v>0.18704607229056164</c:v>
                </c:pt>
                <c:pt idx="14441">
                  <c:v>0.18706580746142537</c:v>
                </c:pt>
                <c:pt idx="14442">
                  <c:v>0.18707276471899856</c:v>
                </c:pt>
                <c:pt idx="14443">
                  <c:v>0.18708093498362346</c:v>
                </c:pt>
                <c:pt idx="14444">
                  <c:v>0.18709070934815283</c:v>
                </c:pt>
                <c:pt idx="14445">
                  <c:v>0.18710463667283117</c:v>
                </c:pt>
                <c:pt idx="14446">
                  <c:v>0.18710526587876949</c:v>
                </c:pt>
                <c:pt idx="14447">
                  <c:v>0.18713110490230647</c:v>
                </c:pt>
                <c:pt idx="14448">
                  <c:v>0.18717275059763969</c:v>
                </c:pt>
                <c:pt idx="14449">
                  <c:v>0.18717362623484077</c:v>
                </c:pt>
                <c:pt idx="14450">
                  <c:v>0.1872059647200752</c:v>
                </c:pt>
                <c:pt idx="14451">
                  <c:v>0.18721343478675548</c:v>
                </c:pt>
                <c:pt idx="14452">
                  <c:v>0.18722007915805167</c:v>
                </c:pt>
                <c:pt idx="14453">
                  <c:v>0.18723390629409201</c:v>
                </c:pt>
                <c:pt idx="14454">
                  <c:v>0.18724404863654934</c:v>
                </c:pt>
                <c:pt idx="14455">
                  <c:v>0.18724669958290077</c:v>
                </c:pt>
                <c:pt idx="14456">
                  <c:v>0.18724757629546576</c:v>
                </c:pt>
                <c:pt idx="14457">
                  <c:v>0.18726021203057758</c:v>
                </c:pt>
                <c:pt idx="14458">
                  <c:v>0.18728015991863839</c:v>
                </c:pt>
                <c:pt idx="14459">
                  <c:v>0.18728711474845694</c:v>
                </c:pt>
                <c:pt idx="14460">
                  <c:v>0.18731504085521206</c:v>
                </c:pt>
                <c:pt idx="14461">
                  <c:v>0.18732436019100088</c:v>
                </c:pt>
                <c:pt idx="14462">
                  <c:v>0.18732473714821865</c:v>
                </c:pt>
                <c:pt idx="14463">
                  <c:v>0.18735492007617666</c:v>
                </c:pt>
                <c:pt idx="14464">
                  <c:v>0.18735551868391515</c:v>
                </c:pt>
                <c:pt idx="14465">
                  <c:v>0.18735867191810443</c:v>
                </c:pt>
                <c:pt idx="14466">
                  <c:v>0.18738338425906409</c:v>
                </c:pt>
                <c:pt idx="14467">
                  <c:v>0.18738710945748577</c:v>
                </c:pt>
                <c:pt idx="14468">
                  <c:v>0.18740171061116781</c:v>
                </c:pt>
                <c:pt idx="14469">
                  <c:v>0.18741380443756794</c:v>
                </c:pt>
                <c:pt idx="14470">
                  <c:v>0.18742067025325454</c:v>
                </c:pt>
                <c:pt idx="14471">
                  <c:v>0.18743200928160078</c:v>
                </c:pt>
                <c:pt idx="14472">
                  <c:v>0.18743923185228523</c:v>
                </c:pt>
                <c:pt idx="14473">
                  <c:v>0.18745332111750174</c:v>
                </c:pt>
                <c:pt idx="14474">
                  <c:v>0.18746480836208212</c:v>
                </c:pt>
                <c:pt idx="14475">
                  <c:v>0.18746922251683243</c:v>
                </c:pt>
                <c:pt idx="14476">
                  <c:v>0.18747487877325858</c:v>
                </c:pt>
                <c:pt idx="14477">
                  <c:v>0.18747872588714729</c:v>
                </c:pt>
                <c:pt idx="14478">
                  <c:v>0.18748211426049866</c:v>
                </c:pt>
                <c:pt idx="14479">
                  <c:v>0.18748713605892778</c:v>
                </c:pt>
                <c:pt idx="14480">
                  <c:v>0.18749124589073332</c:v>
                </c:pt>
                <c:pt idx="14481">
                  <c:v>0.18749518663155967</c:v>
                </c:pt>
                <c:pt idx="14482">
                  <c:v>0.18751189079404704</c:v>
                </c:pt>
                <c:pt idx="14483">
                  <c:v>0.18753542769395051</c:v>
                </c:pt>
                <c:pt idx="14484">
                  <c:v>0.18753743509757256</c:v>
                </c:pt>
                <c:pt idx="14485">
                  <c:v>0.18755679672601477</c:v>
                </c:pt>
                <c:pt idx="14486">
                  <c:v>0.18757586047552957</c:v>
                </c:pt>
                <c:pt idx="14487">
                  <c:v>0.18757766424775033</c:v>
                </c:pt>
                <c:pt idx="14488">
                  <c:v>0.18758011403563118</c:v>
                </c:pt>
                <c:pt idx="14489">
                  <c:v>0.1875899473659921</c:v>
                </c:pt>
                <c:pt idx="14490">
                  <c:v>0.18759366405511613</c:v>
                </c:pt>
                <c:pt idx="14491">
                  <c:v>0.18762748149538211</c:v>
                </c:pt>
                <c:pt idx="14492">
                  <c:v>0.18763665644516589</c:v>
                </c:pt>
                <c:pt idx="14493">
                  <c:v>0.18764312732374572</c:v>
                </c:pt>
                <c:pt idx="14494">
                  <c:v>0.18766670518464754</c:v>
                </c:pt>
                <c:pt idx="14495">
                  <c:v>0.18767045807050389</c:v>
                </c:pt>
                <c:pt idx="14496">
                  <c:v>0.18767179337182335</c:v>
                </c:pt>
                <c:pt idx="14497">
                  <c:v>0.18770851976594369</c:v>
                </c:pt>
                <c:pt idx="14498">
                  <c:v>0.18772378836436052</c:v>
                </c:pt>
                <c:pt idx="14499">
                  <c:v>0.18773280894144306</c:v>
                </c:pt>
                <c:pt idx="14500">
                  <c:v>0.18776587917539184</c:v>
                </c:pt>
                <c:pt idx="14501">
                  <c:v>0.18776593072053915</c:v>
                </c:pt>
                <c:pt idx="14502">
                  <c:v>0.18776734672613912</c:v>
                </c:pt>
                <c:pt idx="14503">
                  <c:v>0.18779808930161346</c:v>
                </c:pt>
                <c:pt idx="14504">
                  <c:v>0.18783548380101162</c:v>
                </c:pt>
                <c:pt idx="14505">
                  <c:v>0.18784683245447178</c:v>
                </c:pt>
                <c:pt idx="14506">
                  <c:v>0.18784775114297389</c:v>
                </c:pt>
                <c:pt idx="14507">
                  <c:v>0.18788956786676364</c:v>
                </c:pt>
                <c:pt idx="14508">
                  <c:v>0.18789057777549795</c:v>
                </c:pt>
                <c:pt idx="14509">
                  <c:v>0.18790500444886432</c:v>
                </c:pt>
                <c:pt idx="14510">
                  <c:v>0.18792410384388827</c:v>
                </c:pt>
                <c:pt idx="14511">
                  <c:v>0.18792514282474182</c:v>
                </c:pt>
                <c:pt idx="14512">
                  <c:v>0.1879445967278805</c:v>
                </c:pt>
                <c:pt idx="14513">
                  <c:v>0.1879579739941051</c:v>
                </c:pt>
                <c:pt idx="14514">
                  <c:v>0.18797097421083639</c:v>
                </c:pt>
                <c:pt idx="14515">
                  <c:v>0.18798051554417308</c:v>
                </c:pt>
                <c:pt idx="14516">
                  <c:v>0.1879884505562785</c:v>
                </c:pt>
                <c:pt idx="14517">
                  <c:v>0.18799425663890376</c:v>
                </c:pt>
                <c:pt idx="14518">
                  <c:v>0.18800075378317629</c:v>
                </c:pt>
                <c:pt idx="14519">
                  <c:v>0.18800099392934241</c:v>
                </c:pt>
                <c:pt idx="14520">
                  <c:v>0.18804530838001748</c:v>
                </c:pt>
                <c:pt idx="14521">
                  <c:v>0.18804718847777063</c:v>
                </c:pt>
                <c:pt idx="14522">
                  <c:v>0.18805101006518588</c:v>
                </c:pt>
                <c:pt idx="14523">
                  <c:v>0.18805366963177236</c:v>
                </c:pt>
                <c:pt idx="14524">
                  <c:v>0.18805622180365544</c:v>
                </c:pt>
                <c:pt idx="14525">
                  <c:v>0.18806300894864231</c:v>
                </c:pt>
                <c:pt idx="14526">
                  <c:v>0.18807433229413364</c:v>
                </c:pt>
                <c:pt idx="14527">
                  <c:v>0.18807727950174097</c:v>
                </c:pt>
                <c:pt idx="14528">
                  <c:v>0.18807748585042317</c:v>
                </c:pt>
                <c:pt idx="14529">
                  <c:v>0.18808689755207539</c:v>
                </c:pt>
                <c:pt idx="14530">
                  <c:v>0.18811109736485734</c:v>
                </c:pt>
                <c:pt idx="14531">
                  <c:v>0.18815568398730928</c:v>
                </c:pt>
                <c:pt idx="14532">
                  <c:v>0.18819436538141449</c:v>
                </c:pt>
                <c:pt idx="14533">
                  <c:v>0.18822080283885406</c:v>
                </c:pt>
                <c:pt idx="14534">
                  <c:v>0.1882303494531358</c:v>
                </c:pt>
                <c:pt idx="14535">
                  <c:v>0.18824397261399833</c:v>
                </c:pt>
                <c:pt idx="14536">
                  <c:v>0.18824759808718924</c:v>
                </c:pt>
                <c:pt idx="14537">
                  <c:v>0.18825527031218356</c:v>
                </c:pt>
                <c:pt idx="14538">
                  <c:v>0.18827354105595059</c:v>
                </c:pt>
                <c:pt idx="14539">
                  <c:v>0.18828294106078969</c:v>
                </c:pt>
                <c:pt idx="14540">
                  <c:v>0.18831314066496715</c:v>
                </c:pt>
                <c:pt idx="14541">
                  <c:v>0.1883282455822472</c:v>
                </c:pt>
                <c:pt idx="14542">
                  <c:v>0.18835063961108045</c:v>
                </c:pt>
                <c:pt idx="14543">
                  <c:v>0.18835178004475392</c:v>
                </c:pt>
                <c:pt idx="14544">
                  <c:v>0.18837943210524791</c:v>
                </c:pt>
                <c:pt idx="14545">
                  <c:v>0.18839264929546062</c:v>
                </c:pt>
                <c:pt idx="14546">
                  <c:v>0.18841659147777409</c:v>
                </c:pt>
                <c:pt idx="14547">
                  <c:v>0.18842457113939873</c:v>
                </c:pt>
                <c:pt idx="14548">
                  <c:v>0.18843101066124385</c:v>
                </c:pt>
                <c:pt idx="14549">
                  <c:v>0.18843182983563295</c:v>
                </c:pt>
                <c:pt idx="14550">
                  <c:v>0.1884351873108186</c:v>
                </c:pt>
                <c:pt idx="14551">
                  <c:v>0.18844042395307031</c:v>
                </c:pt>
                <c:pt idx="14552">
                  <c:v>0.1884606245863743</c:v>
                </c:pt>
                <c:pt idx="14553">
                  <c:v>0.18846207805686407</c:v>
                </c:pt>
                <c:pt idx="14554">
                  <c:v>0.18849078809603567</c:v>
                </c:pt>
                <c:pt idx="14555">
                  <c:v>0.18849726372385614</c:v>
                </c:pt>
                <c:pt idx="14556">
                  <c:v>0.18851123069418615</c:v>
                </c:pt>
                <c:pt idx="14557">
                  <c:v>0.18856928195794997</c:v>
                </c:pt>
                <c:pt idx="14558">
                  <c:v>0.18858228569584226</c:v>
                </c:pt>
                <c:pt idx="14559">
                  <c:v>0.18858702050942366</c:v>
                </c:pt>
                <c:pt idx="14560">
                  <c:v>0.18858985272828424</c:v>
                </c:pt>
                <c:pt idx="14561">
                  <c:v>0.1886019125966861</c:v>
                </c:pt>
                <c:pt idx="14562">
                  <c:v>0.18860209446177048</c:v>
                </c:pt>
                <c:pt idx="14563">
                  <c:v>0.18861188223305994</c:v>
                </c:pt>
                <c:pt idx="14564">
                  <c:v>0.18861214630133238</c:v>
                </c:pt>
                <c:pt idx="14565">
                  <c:v>0.18861444764319843</c:v>
                </c:pt>
                <c:pt idx="14566">
                  <c:v>0.18863269541549682</c:v>
                </c:pt>
                <c:pt idx="14567">
                  <c:v>0.18863867815173316</c:v>
                </c:pt>
                <c:pt idx="14568">
                  <c:v>0.18864369087324998</c:v>
                </c:pt>
                <c:pt idx="14569">
                  <c:v>0.18865252999242851</c:v>
                </c:pt>
                <c:pt idx="14570">
                  <c:v>0.18865679099432131</c:v>
                </c:pt>
                <c:pt idx="14571">
                  <c:v>0.18865814425646044</c:v>
                </c:pt>
                <c:pt idx="14572">
                  <c:v>0.18867826712407629</c:v>
                </c:pt>
                <c:pt idx="14573">
                  <c:v>0.18867859964079955</c:v>
                </c:pt>
                <c:pt idx="14574">
                  <c:v>0.188715423394544</c:v>
                </c:pt>
                <c:pt idx="14575">
                  <c:v>0.18873219341472516</c:v>
                </c:pt>
                <c:pt idx="14576">
                  <c:v>0.18875678433250273</c:v>
                </c:pt>
                <c:pt idx="14577">
                  <c:v>0.18877890118346802</c:v>
                </c:pt>
                <c:pt idx="14578">
                  <c:v>0.18878683666655827</c:v>
                </c:pt>
                <c:pt idx="14579">
                  <c:v>0.18879129125675045</c:v>
                </c:pt>
                <c:pt idx="14580">
                  <c:v>0.18880842583198176</c:v>
                </c:pt>
                <c:pt idx="14581">
                  <c:v>0.18882391395672074</c:v>
                </c:pt>
                <c:pt idx="14582">
                  <c:v>0.18882643175054939</c:v>
                </c:pt>
                <c:pt idx="14583">
                  <c:v>0.18882710423810686</c:v>
                </c:pt>
                <c:pt idx="14584">
                  <c:v>0.18885053201691182</c:v>
                </c:pt>
                <c:pt idx="14585">
                  <c:v>0.18885466637010062</c:v>
                </c:pt>
                <c:pt idx="14586">
                  <c:v>0.18886390345376636</c:v>
                </c:pt>
                <c:pt idx="14587">
                  <c:v>0.18886995774905563</c:v>
                </c:pt>
                <c:pt idx="14588">
                  <c:v>0.1888703257630604</c:v>
                </c:pt>
                <c:pt idx="14589">
                  <c:v>0.18888305592348328</c:v>
                </c:pt>
                <c:pt idx="14590">
                  <c:v>0.18888381423835049</c:v>
                </c:pt>
                <c:pt idx="14591">
                  <c:v>0.18891733572184874</c:v>
                </c:pt>
                <c:pt idx="14592">
                  <c:v>0.18892635748269843</c:v>
                </c:pt>
                <c:pt idx="14593">
                  <c:v>0.18893824851544863</c:v>
                </c:pt>
                <c:pt idx="14594">
                  <c:v>0.18897611308660084</c:v>
                </c:pt>
                <c:pt idx="14595">
                  <c:v>0.18897679185464966</c:v>
                </c:pt>
                <c:pt idx="14596">
                  <c:v>0.18900134584967526</c:v>
                </c:pt>
                <c:pt idx="14597">
                  <c:v>0.18901830018563393</c:v>
                </c:pt>
                <c:pt idx="14598">
                  <c:v>0.18903001210930473</c:v>
                </c:pt>
                <c:pt idx="14599">
                  <c:v>0.18905628285014134</c:v>
                </c:pt>
                <c:pt idx="14600">
                  <c:v>0.18908692625307455</c:v>
                </c:pt>
                <c:pt idx="14601">
                  <c:v>0.18909070540052209</c:v>
                </c:pt>
                <c:pt idx="14602">
                  <c:v>0.18909352696356629</c:v>
                </c:pt>
                <c:pt idx="14603">
                  <c:v>0.18910553259375454</c:v>
                </c:pt>
                <c:pt idx="14604">
                  <c:v>0.1891375195364513</c:v>
                </c:pt>
                <c:pt idx="14605">
                  <c:v>0.18915178749956221</c:v>
                </c:pt>
                <c:pt idx="14606">
                  <c:v>0.18915527187005032</c:v>
                </c:pt>
                <c:pt idx="14607">
                  <c:v>0.18916732678028994</c:v>
                </c:pt>
                <c:pt idx="14608">
                  <c:v>0.18916785712498982</c:v>
                </c:pt>
                <c:pt idx="14609">
                  <c:v>0.18918253822724335</c:v>
                </c:pt>
                <c:pt idx="14610">
                  <c:v>0.189201689144125</c:v>
                </c:pt>
                <c:pt idx="14611">
                  <c:v>0.1892098227014227</c:v>
                </c:pt>
                <c:pt idx="14612">
                  <c:v>0.18921204209933279</c:v>
                </c:pt>
                <c:pt idx="14613">
                  <c:v>0.18921889728962119</c:v>
                </c:pt>
                <c:pt idx="14614">
                  <c:v>0.18923130946073224</c:v>
                </c:pt>
                <c:pt idx="14615">
                  <c:v>0.18924042819861361</c:v>
                </c:pt>
                <c:pt idx="14616">
                  <c:v>0.18926819731906369</c:v>
                </c:pt>
                <c:pt idx="14617">
                  <c:v>0.18928705107634516</c:v>
                </c:pt>
                <c:pt idx="14618">
                  <c:v>0.18929241592233428</c:v>
                </c:pt>
                <c:pt idx="14619">
                  <c:v>0.18929659912710356</c:v>
                </c:pt>
                <c:pt idx="14620">
                  <c:v>0.18935431865161992</c:v>
                </c:pt>
                <c:pt idx="14621">
                  <c:v>0.18936438048768864</c:v>
                </c:pt>
                <c:pt idx="14622">
                  <c:v>0.18937470585462945</c:v>
                </c:pt>
                <c:pt idx="14623">
                  <c:v>0.18938223865444359</c:v>
                </c:pt>
                <c:pt idx="14624">
                  <c:v>0.18938790055203694</c:v>
                </c:pt>
                <c:pt idx="14625">
                  <c:v>0.18941762528431072</c:v>
                </c:pt>
                <c:pt idx="14626">
                  <c:v>0.18943431831345342</c:v>
                </c:pt>
                <c:pt idx="14627">
                  <c:v>0.18945735407722566</c:v>
                </c:pt>
                <c:pt idx="14628">
                  <c:v>0.1894788871821465</c:v>
                </c:pt>
                <c:pt idx="14629">
                  <c:v>0.18949062817030088</c:v>
                </c:pt>
                <c:pt idx="14630">
                  <c:v>0.18949876166455157</c:v>
                </c:pt>
                <c:pt idx="14631">
                  <c:v>0.18950542475413182</c:v>
                </c:pt>
                <c:pt idx="14632">
                  <c:v>0.18950925067284102</c:v>
                </c:pt>
                <c:pt idx="14633">
                  <c:v>0.18952468381748397</c:v>
                </c:pt>
                <c:pt idx="14634">
                  <c:v>0.1895406388282746</c:v>
                </c:pt>
                <c:pt idx="14635">
                  <c:v>0.18955900987026111</c:v>
                </c:pt>
                <c:pt idx="14636">
                  <c:v>0.18956036019820385</c:v>
                </c:pt>
                <c:pt idx="14637">
                  <c:v>0.189600546912361</c:v>
                </c:pt>
                <c:pt idx="14638">
                  <c:v>0.18961271561357201</c:v>
                </c:pt>
                <c:pt idx="14639">
                  <c:v>0.1896205436089286</c:v>
                </c:pt>
                <c:pt idx="14640">
                  <c:v>0.18962074494769041</c:v>
                </c:pt>
                <c:pt idx="14641">
                  <c:v>0.18962452699910612</c:v>
                </c:pt>
                <c:pt idx="14642">
                  <c:v>0.18963408327763118</c:v>
                </c:pt>
                <c:pt idx="14643">
                  <c:v>0.18964758800144133</c:v>
                </c:pt>
                <c:pt idx="14644">
                  <c:v>0.18965888374837295</c:v>
                </c:pt>
                <c:pt idx="14645">
                  <c:v>0.18966455713773839</c:v>
                </c:pt>
                <c:pt idx="14646">
                  <c:v>0.18967899552176989</c:v>
                </c:pt>
                <c:pt idx="14647">
                  <c:v>0.18968527932511101</c:v>
                </c:pt>
                <c:pt idx="14648">
                  <c:v>0.18969015833120784</c:v>
                </c:pt>
                <c:pt idx="14649">
                  <c:v>0.189721781686471</c:v>
                </c:pt>
                <c:pt idx="14650">
                  <c:v>0.18972712762608898</c:v>
                </c:pt>
                <c:pt idx="14651">
                  <c:v>0.18973041900439894</c:v>
                </c:pt>
                <c:pt idx="14652">
                  <c:v>0.18974339972080759</c:v>
                </c:pt>
                <c:pt idx="14653">
                  <c:v>0.18975163033079454</c:v>
                </c:pt>
                <c:pt idx="14654">
                  <c:v>0.18975228102259961</c:v>
                </c:pt>
                <c:pt idx="14655">
                  <c:v>0.18975432782573881</c:v>
                </c:pt>
                <c:pt idx="14656">
                  <c:v>0.18976044334051925</c:v>
                </c:pt>
                <c:pt idx="14657">
                  <c:v>0.18978240909980301</c:v>
                </c:pt>
                <c:pt idx="14658">
                  <c:v>0.18984399200927563</c:v>
                </c:pt>
                <c:pt idx="14659">
                  <c:v>0.1898504953850374</c:v>
                </c:pt>
                <c:pt idx="14660">
                  <c:v>0.18986844504704284</c:v>
                </c:pt>
                <c:pt idx="14661">
                  <c:v>0.18991509532288639</c:v>
                </c:pt>
                <c:pt idx="14662">
                  <c:v>0.1899235843886089</c:v>
                </c:pt>
                <c:pt idx="14663">
                  <c:v>0.18992390319825839</c:v>
                </c:pt>
                <c:pt idx="14664">
                  <c:v>0.1899496086823626</c:v>
                </c:pt>
                <c:pt idx="14665">
                  <c:v>0.18994984865304221</c:v>
                </c:pt>
                <c:pt idx="14666">
                  <c:v>0.18995171511951872</c:v>
                </c:pt>
                <c:pt idx="14667">
                  <c:v>0.18995657240947098</c:v>
                </c:pt>
                <c:pt idx="14668">
                  <c:v>0.18997760304890868</c:v>
                </c:pt>
                <c:pt idx="14669">
                  <c:v>0.18997963644359694</c:v>
                </c:pt>
                <c:pt idx="14670">
                  <c:v>0.18999329364975892</c:v>
                </c:pt>
                <c:pt idx="14671">
                  <c:v>0.19002148265452756</c:v>
                </c:pt>
                <c:pt idx="14672">
                  <c:v>0.19003325878072969</c:v>
                </c:pt>
                <c:pt idx="14673">
                  <c:v>0.19009704779907141</c:v>
                </c:pt>
                <c:pt idx="14674">
                  <c:v>0.19011357748506133</c:v>
                </c:pt>
                <c:pt idx="14675">
                  <c:v>0.19013022504535204</c:v>
                </c:pt>
                <c:pt idx="14676">
                  <c:v>0.19016497087194403</c:v>
                </c:pt>
                <c:pt idx="14677">
                  <c:v>0.1901990612625768</c:v>
                </c:pt>
                <c:pt idx="14678">
                  <c:v>0.19021379285701884</c:v>
                </c:pt>
                <c:pt idx="14679">
                  <c:v>0.19021774928062132</c:v>
                </c:pt>
                <c:pt idx="14680">
                  <c:v>0.19022129100334031</c:v>
                </c:pt>
                <c:pt idx="14681">
                  <c:v>0.19023634177079018</c:v>
                </c:pt>
                <c:pt idx="14682">
                  <c:v>0.19026374175279231</c:v>
                </c:pt>
                <c:pt idx="14683">
                  <c:v>0.19030337380843276</c:v>
                </c:pt>
                <c:pt idx="14684">
                  <c:v>0.19032381783333358</c:v>
                </c:pt>
                <c:pt idx="14685">
                  <c:v>0.19033604292382481</c:v>
                </c:pt>
                <c:pt idx="14686">
                  <c:v>0.19033604496662088</c:v>
                </c:pt>
                <c:pt idx="14687">
                  <c:v>0.19034777870163655</c:v>
                </c:pt>
                <c:pt idx="14688">
                  <c:v>0.19035450920272776</c:v>
                </c:pt>
                <c:pt idx="14689">
                  <c:v>0.19035809600691841</c:v>
                </c:pt>
                <c:pt idx="14690">
                  <c:v>0.1903714755748408</c:v>
                </c:pt>
                <c:pt idx="14691">
                  <c:v>0.19037281899378139</c:v>
                </c:pt>
                <c:pt idx="14692">
                  <c:v>0.19037534378542764</c:v>
                </c:pt>
                <c:pt idx="14693">
                  <c:v>0.19038722752091716</c:v>
                </c:pt>
                <c:pt idx="14694">
                  <c:v>0.19040283862542223</c:v>
                </c:pt>
                <c:pt idx="14695">
                  <c:v>0.19041035240759635</c:v>
                </c:pt>
                <c:pt idx="14696">
                  <c:v>0.19043278612654019</c:v>
                </c:pt>
                <c:pt idx="14697">
                  <c:v>0.19044105569149578</c:v>
                </c:pt>
                <c:pt idx="14698">
                  <c:v>0.19045499420209322</c:v>
                </c:pt>
                <c:pt idx="14699">
                  <c:v>0.19045777030880606</c:v>
                </c:pt>
                <c:pt idx="14700">
                  <c:v>0.19047971884867734</c:v>
                </c:pt>
                <c:pt idx="14701">
                  <c:v>0.19047984938310417</c:v>
                </c:pt>
                <c:pt idx="14702">
                  <c:v>0.19048463498969251</c:v>
                </c:pt>
                <c:pt idx="14703">
                  <c:v>0.19051595173917668</c:v>
                </c:pt>
                <c:pt idx="14704">
                  <c:v>0.19052420384209953</c:v>
                </c:pt>
                <c:pt idx="14705">
                  <c:v>0.19053674794010481</c:v>
                </c:pt>
                <c:pt idx="14706">
                  <c:v>0.19053690810571239</c:v>
                </c:pt>
                <c:pt idx="14707">
                  <c:v>0.19054890095834259</c:v>
                </c:pt>
                <c:pt idx="14708">
                  <c:v>0.19055092253058656</c:v>
                </c:pt>
                <c:pt idx="14709">
                  <c:v>0.19055356837856874</c:v>
                </c:pt>
                <c:pt idx="14710">
                  <c:v>0.19056015280175376</c:v>
                </c:pt>
                <c:pt idx="14711">
                  <c:v>0.19057643959926363</c:v>
                </c:pt>
                <c:pt idx="14712">
                  <c:v>0.19060722822382417</c:v>
                </c:pt>
                <c:pt idx="14713">
                  <c:v>0.19062015827950624</c:v>
                </c:pt>
                <c:pt idx="14714">
                  <c:v>0.1906309049668479</c:v>
                </c:pt>
                <c:pt idx="14715">
                  <c:v>0.19063476471328028</c:v>
                </c:pt>
                <c:pt idx="14716">
                  <c:v>0.19064694905978377</c:v>
                </c:pt>
                <c:pt idx="14717">
                  <c:v>0.19066032133363453</c:v>
                </c:pt>
                <c:pt idx="14718">
                  <c:v>0.19068376292717676</c:v>
                </c:pt>
                <c:pt idx="14719">
                  <c:v>0.19071281540230153</c:v>
                </c:pt>
                <c:pt idx="14720">
                  <c:v>0.19071911704440875</c:v>
                </c:pt>
                <c:pt idx="14721">
                  <c:v>0.19072014721585639</c:v>
                </c:pt>
                <c:pt idx="14722">
                  <c:v>0.19072810951022717</c:v>
                </c:pt>
                <c:pt idx="14723">
                  <c:v>0.1907438045848113</c:v>
                </c:pt>
                <c:pt idx="14724">
                  <c:v>0.19074882676846733</c:v>
                </c:pt>
                <c:pt idx="14725">
                  <c:v>0.19075952757568398</c:v>
                </c:pt>
                <c:pt idx="14726">
                  <c:v>0.19076589634804633</c:v>
                </c:pt>
                <c:pt idx="14727">
                  <c:v>0.19078702328150995</c:v>
                </c:pt>
                <c:pt idx="14728">
                  <c:v>0.19079043693775052</c:v>
                </c:pt>
                <c:pt idx="14729">
                  <c:v>0.19081719729517532</c:v>
                </c:pt>
                <c:pt idx="14730">
                  <c:v>0.19082392855456923</c:v>
                </c:pt>
                <c:pt idx="14731">
                  <c:v>0.19082413885379745</c:v>
                </c:pt>
                <c:pt idx="14732">
                  <c:v>0.19083331435723508</c:v>
                </c:pt>
                <c:pt idx="14733">
                  <c:v>0.19084522321332675</c:v>
                </c:pt>
                <c:pt idx="14734">
                  <c:v>0.19086412416474707</c:v>
                </c:pt>
                <c:pt idx="14735">
                  <c:v>0.19086697676827835</c:v>
                </c:pt>
                <c:pt idx="14736">
                  <c:v>0.19087160478530973</c:v>
                </c:pt>
                <c:pt idx="14737">
                  <c:v>0.19087766068614592</c:v>
                </c:pt>
                <c:pt idx="14738">
                  <c:v>0.19088330909726128</c:v>
                </c:pt>
                <c:pt idx="14739">
                  <c:v>0.19089474555556885</c:v>
                </c:pt>
                <c:pt idx="14740">
                  <c:v>0.19096157485503784</c:v>
                </c:pt>
                <c:pt idx="14741">
                  <c:v>0.19098701934704229</c:v>
                </c:pt>
                <c:pt idx="14742">
                  <c:v>0.19098702024073042</c:v>
                </c:pt>
                <c:pt idx="14743">
                  <c:v>0.19098843881608907</c:v>
                </c:pt>
                <c:pt idx="14744">
                  <c:v>0.19100006032860453</c:v>
                </c:pt>
                <c:pt idx="14745">
                  <c:v>0.1910068820744639</c:v>
                </c:pt>
                <c:pt idx="14746">
                  <c:v>0.19101133538068132</c:v>
                </c:pt>
                <c:pt idx="14747">
                  <c:v>0.1910143733755921</c:v>
                </c:pt>
                <c:pt idx="14748">
                  <c:v>0.19101611815253114</c:v>
                </c:pt>
                <c:pt idx="14749">
                  <c:v>0.19106797478639476</c:v>
                </c:pt>
                <c:pt idx="14750">
                  <c:v>0.19107077941299852</c:v>
                </c:pt>
                <c:pt idx="14751">
                  <c:v>0.19107604492114749</c:v>
                </c:pt>
                <c:pt idx="14752">
                  <c:v>0.19110005054013368</c:v>
                </c:pt>
                <c:pt idx="14753">
                  <c:v>0.19110192776519466</c:v>
                </c:pt>
                <c:pt idx="14754">
                  <c:v>0.19111263685791838</c:v>
                </c:pt>
                <c:pt idx="14755">
                  <c:v>0.19112561961411501</c:v>
                </c:pt>
                <c:pt idx="14756">
                  <c:v>0.19112841684055992</c:v>
                </c:pt>
                <c:pt idx="14757">
                  <c:v>0.19113704501597659</c:v>
                </c:pt>
                <c:pt idx="14758">
                  <c:v>0.19115468671360777</c:v>
                </c:pt>
                <c:pt idx="14759">
                  <c:v>0.19115571082289343</c:v>
                </c:pt>
                <c:pt idx="14760">
                  <c:v>0.19115781168700685</c:v>
                </c:pt>
                <c:pt idx="14761">
                  <c:v>0.19117079731318365</c:v>
                </c:pt>
                <c:pt idx="14762">
                  <c:v>0.19118032435611274</c:v>
                </c:pt>
                <c:pt idx="14763">
                  <c:v>0.19119223812357136</c:v>
                </c:pt>
                <c:pt idx="14764">
                  <c:v>0.19122350176642097</c:v>
                </c:pt>
                <c:pt idx="14765">
                  <c:v>0.19122548073190884</c:v>
                </c:pt>
                <c:pt idx="14766">
                  <c:v>0.19123059887905888</c:v>
                </c:pt>
                <c:pt idx="14767">
                  <c:v>0.19124140745418747</c:v>
                </c:pt>
                <c:pt idx="14768">
                  <c:v>0.19126304907623348</c:v>
                </c:pt>
                <c:pt idx="14769">
                  <c:v>0.19126350256875405</c:v>
                </c:pt>
                <c:pt idx="14770">
                  <c:v>0.19130117982142256</c:v>
                </c:pt>
                <c:pt idx="14771">
                  <c:v>0.19130350181578901</c:v>
                </c:pt>
                <c:pt idx="14772">
                  <c:v>0.191319108780799</c:v>
                </c:pt>
                <c:pt idx="14773">
                  <c:v>0.19131999156723775</c:v>
                </c:pt>
                <c:pt idx="14774">
                  <c:v>0.19135523814272487</c:v>
                </c:pt>
                <c:pt idx="14775">
                  <c:v>0.19135805489173197</c:v>
                </c:pt>
                <c:pt idx="14776">
                  <c:v>0.19138428265859697</c:v>
                </c:pt>
                <c:pt idx="14777">
                  <c:v>0.1913864964305288</c:v>
                </c:pt>
                <c:pt idx="14778">
                  <c:v>0.19143020291473034</c:v>
                </c:pt>
                <c:pt idx="14779">
                  <c:v>0.19143154524637193</c:v>
                </c:pt>
                <c:pt idx="14780">
                  <c:v>0.19143214188873556</c:v>
                </c:pt>
                <c:pt idx="14781">
                  <c:v>0.19143328497573128</c:v>
                </c:pt>
                <c:pt idx="14782">
                  <c:v>0.19144839264340224</c:v>
                </c:pt>
                <c:pt idx="14783">
                  <c:v>0.19146107997486192</c:v>
                </c:pt>
                <c:pt idx="14784">
                  <c:v>0.19146365315294045</c:v>
                </c:pt>
                <c:pt idx="14785">
                  <c:v>0.19147876545816708</c:v>
                </c:pt>
                <c:pt idx="14786">
                  <c:v>0.19148867429818606</c:v>
                </c:pt>
                <c:pt idx="14787">
                  <c:v>0.19152209743559603</c:v>
                </c:pt>
                <c:pt idx="14788">
                  <c:v>0.19155097311090336</c:v>
                </c:pt>
                <c:pt idx="14789">
                  <c:v>0.19155374768233702</c:v>
                </c:pt>
                <c:pt idx="14790">
                  <c:v>0.19156076570102426</c:v>
                </c:pt>
                <c:pt idx="14791">
                  <c:v>0.19156157343848948</c:v>
                </c:pt>
                <c:pt idx="14792">
                  <c:v>0.19158077530062886</c:v>
                </c:pt>
                <c:pt idx="14793">
                  <c:v>0.19158896664514455</c:v>
                </c:pt>
                <c:pt idx="14794">
                  <c:v>0.19160939644433764</c:v>
                </c:pt>
                <c:pt idx="14795">
                  <c:v>0.19161904964116841</c:v>
                </c:pt>
                <c:pt idx="14796">
                  <c:v>0.19162866205548718</c:v>
                </c:pt>
                <c:pt idx="14797">
                  <c:v>0.19162880287539416</c:v>
                </c:pt>
                <c:pt idx="14798">
                  <c:v>0.19165051325281862</c:v>
                </c:pt>
                <c:pt idx="14799">
                  <c:v>0.19166118606294255</c:v>
                </c:pt>
                <c:pt idx="14800">
                  <c:v>0.19167675998425973</c:v>
                </c:pt>
                <c:pt idx="14801">
                  <c:v>0.19168307744470636</c:v>
                </c:pt>
                <c:pt idx="14802">
                  <c:v>0.19168883334940257</c:v>
                </c:pt>
                <c:pt idx="14803">
                  <c:v>0.19175213568625002</c:v>
                </c:pt>
                <c:pt idx="14804">
                  <c:v>0.19176122431889753</c:v>
                </c:pt>
                <c:pt idx="14805">
                  <c:v>0.19178876276791493</c:v>
                </c:pt>
                <c:pt idx="14806">
                  <c:v>0.19181039030979277</c:v>
                </c:pt>
                <c:pt idx="14807">
                  <c:v>0.19183793458040596</c:v>
                </c:pt>
                <c:pt idx="14808">
                  <c:v>0.19184957156873847</c:v>
                </c:pt>
                <c:pt idx="14809">
                  <c:v>0.19188325309704718</c:v>
                </c:pt>
                <c:pt idx="14810">
                  <c:v>0.19190124742940937</c:v>
                </c:pt>
                <c:pt idx="14811">
                  <c:v>0.19191244388640213</c:v>
                </c:pt>
                <c:pt idx="14812">
                  <c:v>0.19192675551137947</c:v>
                </c:pt>
                <c:pt idx="14813">
                  <c:v>0.19194070064178856</c:v>
                </c:pt>
                <c:pt idx="14814">
                  <c:v>0.19194244972168131</c:v>
                </c:pt>
                <c:pt idx="14815">
                  <c:v>0.1919437552749404</c:v>
                </c:pt>
                <c:pt idx="14816">
                  <c:v>0.19199952762926525</c:v>
                </c:pt>
                <c:pt idx="14817">
                  <c:v>0.19201210038689784</c:v>
                </c:pt>
                <c:pt idx="14818">
                  <c:v>0.19202550328767856</c:v>
                </c:pt>
                <c:pt idx="14819">
                  <c:v>0.19203431753847708</c:v>
                </c:pt>
                <c:pt idx="14820">
                  <c:v>0.19203837793922796</c:v>
                </c:pt>
                <c:pt idx="14821">
                  <c:v>0.19204211808294122</c:v>
                </c:pt>
                <c:pt idx="14822">
                  <c:v>0.1920731527245913</c:v>
                </c:pt>
                <c:pt idx="14823">
                  <c:v>0.19208110940389456</c:v>
                </c:pt>
                <c:pt idx="14824">
                  <c:v>0.19213819466603507</c:v>
                </c:pt>
                <c:pt idx="14825">
                  <c:v>0.19215409110668302</c:v>
                </c:pt>
                <c:pt idx="14826">
                  <c:v>0.19218298587935922</c:v>
                </c:pt>
                <c:pt idx="14827">
                  <c:v>0.19221281105208815</c:v>
                </c:pt>
                <c:pt idx="14828">
                  <c:v>0.19222230683620087</c:v>
                </c:pt>
                <c:pt idx="14829">
                  <c:v>0.19223631185369833</c:v>
                </c:pt>
                <c:pt idx="14830">
                  <c:v>0.19223989418728066</c:v>
                </c:pt>
                <c:pt idx="14831">
                  <c:v>0.19228003702355864</c:v>
                </c:pt>
                <c:pt idx="14832">
                  <c:v>0.19228875776363361</c:v>
                </c:pt>
                <c:pt idx="14833">
                  <c:v>0.19229860597395337</c:v>
                </c:pt>
                <c:pt idx="14834">
                  <c:v>0.19230194853972696</c:v>
                </c:pt>
                <c:pt idx="14835">
                  <c:v>0.19231696307764082</c:v>
                </c:pt>
                <c:pt idx="14836">
                  <c:v>0.19231903113069351</c:v>
                </c:pt>
                <c:pt idx="14837">
                  <c:v>0.19232162603058692</c:v>
                </c:pt>
                <c:pt idx="14838">
                  <c:v>0.1923296279487435</c:v>
                </c:pt>
                <c:pt idx="14839">
                  <c:v>0.19233388568220572</c:v>
                </c:pt>
                <c:pt idx="14840">
                  <c:v>0.19233863921084182</c:v>
                </c:pt>
                <c:pt idx="14841">
                  <c:v>0.19235643249444478</c:v>
                </c:pt>
                <c:pt idx="14842">
                  <c:v>0.19236259388505675</c:v>
                </c:pt>
                <c:pt idx="14843">
                  <c:v>0.19236317943268777</c:v>
                </c:pt>
                <c:pt idx="14844">
                  <c:v>0.19238117625383885</c:v>
                </c:pt>
                <c:pt idx="14845">
                  <c:v>0.19239666053829704</c:v>
                </c:pt>
                <c:pt idx="14846">
                  <c:v>0.19243220861998639</c:v>
                </c:pt>
                <c:pt idx="14847">
                  <c:v>0.19244344115506226</c:v>
                </c:pt>
                <c:pt idx="14848">
                  <c:v>0.19244405304387835</c:v>
                </c:pt>
                <c:pt idx="14849">
                  <c:v>0.19245096577391954</c:v>
                </c:pt>
                <c:pt idx="14850">
                  <c:v>0.19246403032432111</c:v>
                </c:pt>
                <c:pt idx="14851">
                  <c:v>0.19248101624794731</c:v>
                </c:pt>
                <c:pt idx="14852">
                  <c:v>0.19248218289082086</c:v>
                </c:pt>
                <c:pt idx="14853">
                  <c:v>0.19255656347511022</c:v>
                </c:pt>
                <c:pt idx="14854">
                  <c:v>0.1925669497809292</c:v>
                </c:pt>
                <c:pt idx="14855">
                  <c:v>0.19257603611815072</c:v>
                </c:pt>
                <c:pt idx="14856">
                  <c:v>0.19259611653131892</c:v>
                </c:pt>
                <c:pt idx="14857">
                  <c:v>0.19261540506300942</c:v>
                </c:pt>
                <c:pt idx="14858">
                  <c:v>0.19264112556412311</c:v>
                </c:pt>
                <c:pt idx="14859">
                  <c:v>0.1926496907641802</c:v>
                </c:pt>
                <c:pt idx="14860">
                  <c:v>0.19265799763536537</c:v>
                </c:pt>
                <c:pt idx="14861">
                  <c:v>0.19266265741816174</c:v>
                </c:pt>
                <c:pt idx="14862">
                  <c:v>0.19266991431483343</c:v>
                </c:pt>
                <c:pt idx="14863">
                  <c:v>0.1926765378350532</c:v>
                </c:pt>
                <c:pt idx="14864">
                  <c:v>0.19267917230918627</c:v>
                </c:pt>
                <c:pt idx="14865">
                  <c:v>0.19272538933183866</c:v>
                </c:pt>
                <c:pt idx="14866">
                  <c:v>0.19274041150498009</c:v>
                </c:pt>
                <c:pt idx="14867">
                  <c:v>0.19274158784376227</c:v>
                </c:pt>
                <c:pt idx="14868">
                  <c:v>0.19274661050966152</c:v>
                </c:pt>
                <c:pt idx="14869">
                  <c:v>0.192749623898234</c:v>
                </c:pt>
                <c:pt idx="14870">
                  <c:v>0.19277057726797767</c:v>
                </c:pt>
                <c:pt idx="14871">
                  <c:v>0.19279976516584207</c:v>
                </c:pt>
                <c:pt idx="14872">
                  <c:v>0.19280354385431953</c:v>
                </c:pt>
                <c:pt idx="14873">
                  <c:v>0.19281772779985334</c:v>
                </c:pt>
                <c:pt idx="14874">
                  <c:v>0.19281878565731267</c:v>
                </c:pt>
                <c:pt idx="14875">
                  <c:v>0.19282110452522916</c:v>
                </c:pt>
                <c:pt idx="14876">
                  <c:v>0.19282273301661712</c:v>
                </c:pt>
                <c:pt idx="14877">
                  <c:v>0.19282640229992495</c:v>
                </c:pt>
                <c:pt idx="14878">
                  <c:v>0.19283389295049205</c:v>
                </c:pt>
                <c:pt idx="14879">
                  <c:v>0.1928603164210064</c:v>
                </c:pt>
                <c:pt idx="14880">
                  <c:v>0.19286535425367698</c:v>
                </c:pt>
                <c:pt idx="14881">
                  <c:v>0.19286773118306008</c:v>
                </c:pt>
                <c:pt idx="14882">
                  <c:v>0.19287483230246658</c:v>
                </c:pt>
                <c:pt idx="14883">
                  <c:v>0.19289481542266967</c:v>
                </c:pt>
                <c:pt idx="14884">
                  <c:v>0.19290914555823893</c:v>
                </c:pt>
                <c:pt idx="14885">
                  <c:v>0.19292509256144699</c:v>
                </c:pt>
                <c:pt idx="14886">
                  <c:v>0.19293734198546086</c:v>
                </c:pt>
                <c:pt idx="14887">
                  <c:v>0.19293892028453871</c:v>
                </c:pt>
                <c:pt idx="14888">
                  <c:v>0.19294235122845749</c:v>
                </c:pt>
                <c:pt idx="14889">
                  <c:v>0.1929662417260789</c:v>
                </c:pt>
                <c:pt idx="14890">
                  <c:v>0.19296955635555785</c:v>
                </c:pt>
                <c:pt idx="14891">
                  <c:v>0.1929869958010165</c:v>
                </c:pt>
                <c:pt idx="14892">
                  <c:v>0.19300297285667051</c:v>
                </c:pt>
                <c:pt idx="14893">
                  <c:v>0.19300592690570417</c:v>
                </c:pt>
                <c:pt idx="14894">
                  <c:v>0.19300768501663912</c:v>
                </c:pt>
                <c:pt idx="14895">
                  <c:v>0.19301720757889149</c:v>
                </c:pt>
                <c:pt idx="14896">
                  <c:v>0.19302214319502231</c:v>
                </c:pt>
                <c:pt idx="14897">
                  <c:v>0.19302603710959668</c:v>
                </c:pt>
                <c:pt idx="14898">
                  <c:v>0.19302624982079838</c:v>
                </c:pt>
                <c:pt idx="14899">
                  <c:v>0.19303129950342085</c:v>
                </c:pt>
                <c:pt idx="14900">
                  <c:v>0.19304468722319673</c:v>
                </c:pt>
                <c:pt idx="14901">
                  <c:v>0.19306318652188945</c:v>
                </c:pt>
                <c:pt idx="14902">
                  <c:v>0.19307595647096026</c:v>
                </c:pt>
                <c:pt idx="14903">
                  <c:v>0.19308441464707971</c:v>
                </c:pt>
                <c:pt idx="14904">
                  <c:v>0.19309272447371512</c:v>
                </c:pt>
                <c:pt idx="14905">
                  <c:v>0.1930969225538631</c:v>
                </c:pt>
                <c:pt idx="14906">
                  <c:v>0.19312646018198754</c:v>
                </c:pt>
                <c:pt idx="14907">
                  <c:v>0.1931373308433299</c:v>
                </c:pt>
                <c:pt idx="14908">
                  <c:v>0.19314141015314223</c:v>
                </c:pt>
                <c:pt idx="14909">
                  <c:v>0.19314408075696862</c:v>
                </c:pt>
                <c:pt idx="14910">
                  <c:v>0.19315204362866922</c:v>
                </c:pt>
                <c:pt idx="14911">
                  <c:v>0.19315961087771386</c:v>
                </c:pt>
                <c:pt idx="14912">
                  <c:v>0.19316857211211788</c:v>
                </c:pt>
                <c:pt idx="14913">
                  <c:v>0.19318768297414107</c:v>
                </c:pt>
                <c:pt idx="14914">
                  <c:v>0.19319090012603179</c:v>
                </c:pt>
                <c:pt idx="14915">
                  <c:v>0.19321440578280408</c:v>
                </c:pt>
                <c:pt idx="14916">
                  <c:v>0.19321561639326376</c:v>
                </c:pt>
                <c:pt idx="14917">
                  <c:v>0.19324728586131013</c:v>
                </c:pt>
                <c:pt idx="14918">
                  <c:v>0.1932550252182462</c:v>
                </c:pt>
                <c:pt idx="14919">
                  <c:v>0.19325644130309713</c:v>
                </c:pt>
                <c:pt idx="14920">
                  <c:v>0.19325666221743704</c:v>
                </c:pt>
                <c:pt idx="14921">
                  <c:v>0.19332151521294738</c:v>
                </c:pt>
                <c:pt idx="14922">
                  <c:v>0.19334132529919254</c:v>
                </c:pt>
                <c:pt idx="14923">
                  <c:v>0.19334139848826259</c:v>
                </c:pt>
                <c:pt idx="14924">
                  <c:v>0.19334177220608564</c:v>
                </c:pt>
                <c:pt idx="14925">
                  <c:v>0.19335227602829569</c:v>
                </c:pt>
                <c:pt idx="14926">
                  <c:v>0.19335716745474407</c:v>
                </c:pt>
                <c:pt idx="14927">
                  <c:v>0.19336625752979145</c:v>
                </c:pt>
                <c:pt idx="14928">
                  <c:v>0.19337081659878624</c:v>
                </c:pt>
                <c:pt idx="14929">
                  <c:v>0.19337520230666577</c:v>
                </c:pt>
                <c:pt idx="14930">
                  <c:v>0.19338329650376096</c:v>
                </c:pt>
                <c:pt idx="14931">
                  <c:v>0.19339185921282603</c:v>
                </c:pt>
                <c:pt idx="14932">
                  <c:v>0.19340958524975768</c:v>
                </c:pt>
                <c:pt idx="14933">
                  <c:v>0.1934105243037863</c:v>
                </c:pt>
                <c:pt idx="14934">
                  <c:v>0.19341490209327034</c:v>
                </c:pt>
                <c:pt idx="14935">
                  <c:v>0.19342908325607572</c:v>
                </c:pt>
                <c:pt idx="14936">
                  <c:v>0.19344105368558159</c:v>
                </c:pt>
                <c:pt idx="14937">
                  <c:v>0.19346986988371689</c:v>
                </c:pt>
                <c:pt idx="14938">
                  <c:v>0.19347448559917019</c:v>
                </c:pt>
                <c:pt idx="14939">
                  <c:v>0.19350042100980913</c:v>
                </c:pt>
                <c:pt idx="14940">
                  <c:v>0.19350103530129009</c:v>
                </c:pt>
                <c:pt idx="14941">
                  <c:v>0.1935162182324846</c:v>
                </c:pt>
                <c:pt idx="14942">
                  <c:v>0.19351768105183434</c:v>
                </c:pt>
                <c:pt idx="14943">
                  <c:v>0.19352624078653974</c:v>
                </c:pt>
                <c:pt idx="14944">
                  <c:v>0.19352799632251524</c:v>
                </c:pt>
                <c:pt idx="14945">
                  <c:v>0.19353747695452092</c:v>
                </c:pt>
                <c:pt idx="14946">
                  <c:v>0.19355342864076763</c:v>
                </c:pt>
                <c:pt idx="14947">
                  <c:v>0.19355857083379013</c:v>
                </c:pt>
                <c:pt idx="14948">
                  <c:v>0.19356177941575511</c:v>
                </c:pt>
                <c:pt idx="14949">
                  <c:v>0.1935992770043139</c:v>
                </c:pt>
                <c:pt idx="14950">
                  <c:v>0.19361256626253309</c:v>
                </c:pt>
                <c:pt idx="14951">
                  <c:v>0.19364426299701043</c:v>
                </c:pt>
                <c:pt idx="14952">
                  <c:v>0.193645013973402</c:v>
                </c:pt>
                <c:pt idx="14953">
                  <c:v>0.19367079997184419</c:v>
                </c:pt>
                <c:pt idx="14954">
                  <c:v>0.19367566566761107</c:v>
                </c:pt>
                <c:pt idx="14955">
                  <c:v>0.19368887763652806</c:v>
                </c:pt>
                <c:pt idx="14956">
                  <c:v>0.19369183795147449</c:v>
                </c:pt>
                <c:pt idx="14957">
                  <c:v>0.19370185817297428</c:v>
                </c:pt>
                <c:pt idx="14958">
                  <c:v>0.19370669297358031</c:v>
                </c:pt>
                <c:pt idx="14959">
                  <c:v>0.19371502515027103</c:v>
                </c:pt>
                <c:pt idx="14960">
                  <c:v>0.19372315265824266</c:v>
                </c:pt>
                <c:pt idx="14961">
                  <c:v>0.19374279908794484</c:v>
                </c:pt>
                <c:pt idx="14962">
                  <c:v>0.19374484896825689</c:v>
                </c:pt>
                <c:pt idx="14963">
                  <c:v>0.19378028606048073</c:v>
                </c:pt>
                <c:pt idx="14964">
                  <c:v>0.19378094699151804</c:v>
                </c:pt>
                <c:pt idx="14965">
                  <c:v>0.1937875551565936</c:v>
                </c:pt>
                <c:pt idx="14966">
                  <c:v>0.1937919115064225</c:v>
                </c:pt>
                <c:pt idx="14967">
                  <c:v>0.19379750644927632</c:v>
                </c:pt>
                <c:pt idx="14968">
                  <c:v>0.19379754361790777</c:v>
                </c:pt>
                <c:pt idx="14969">
                  <c:v>0.19380886824700749</c:v>
                </c:pt>
                <c:pt idx="14970">
                  <c:v>0.19380999051688325</c:v>
                </c:pt>
                <c:pt idx="14971">
                  <c:v>0.19381467806425676</c:v>
                </c:pt>
                <c:pt idx="14972">
                  <c:v>0.19381645510735127</c:v>
                </c:pt>
                <c:pt idx="14973">
                  <c:v>0.19381654158961395</c:v>
                </c:pt>
                <c:pt idx="14974">
                  <c:v>0.19381798880177503</c:v>
                </c:pt>
                <c:pt idx="14975">
                  <c:v>0.19382164739293614</c:v>
                </c:pt>
                <c:pt idx="14976">
                  <c:v>0.19383559956842011</c:v>
                </c:pt>
                <c:pt idx="14977">
                  <c:v>0.19383642507138801</c:v>
                </c:pt>
                <c:pt idx="14978">
                  <c:v>0.19385126151198204</c:v>
                </c:pt>
                <c:pt idx="14979">
                  <c:v>0.19388284875031231</c:v>
                </c:pt>
                <c:pt idx="14980">
                  <c:v>0.19388843682589998</c:v>
                </c:pt>
                <c:pt idx="14981">
                  <c:v>0.19390074000013921</c:v>
                </c:pt>
                <c:pt idx="14982">
                  <c:v>0.19393740970204457</c:v>
                </c:pt>
                <c:pt idx="14983">
                  <c:v>0.19396690494268143</c:v>
                </c:pt>
                <c:pt idx="14984">
                  <c:v>0.19398494478318515</c:v>
                </c:pt>
                <c:pt idx="14985">
                  <c:v>0.1939917764916286</c:v>
                </c:pt>
                <c:pt idx="14986">
                  <c:v>0.19399766082021067</c:v>
                </c:pt>
                <c:pt idx="14987">
                  <c:v>0.19400785330969461</c:v>
                </c:pt>
                <c:pt idx="14988">
                  <c:v>0.1940235435906594</c:v>
                </c:pt>
                <c:pt idx="14989">
                  <c:v>0.19402642192446232</c:v>
                </c:pt>
                <c:pt idx="14990">
                  <c:v>0.19404610369898581</c:v>
                </c:pt>
                <c:pt idx="14991">
                  <c:v>0.19404835814332089</c:v>
                </c:pt>
                <c:pt idx="14992">
                  <c:v>0.19406149616525778</c:v>
                </c:pt>
                <c:pt idx="14993">
                  <c:v>0.19406613537080886</c:v>
                </c:pt>
                <c:pt idx="14994">
                  <c:v>0.1940829831523386</c:v>
                </c:pt>
                <c:pt idx="14995">
                  <c:v>0.19408563904170792</c:v>
                </c:pt>
                <c:pt idx="14996">
                  <c:v>0.19408866499434432</c:v>
                </c:pt>
                <c:pt idx="14997">
                  <c:v>0.19409129891727875</c:v>
                </c:pt>
                <c:pt idx="14998">
                  <c:v>0.1941255789411801</c:v>
                </c:pt>
                <c:pt idx="14999">
                  <c:v>0.19413867328590034</c:v>
                </c:pt>
                <c:pt idx="15000">
                  <c:v>0.19416741382486793</c:v>
                </c:pt>
                <c:pt idx="15001">
                  <c:v>0.19417177499241892</c:v>
                </c:pt>
                <c:pt idx="15002">
                  <c:v>0.19419285542033277</c:v>
                </c:pt>
                <c:pt idx="15003">
                  <c:v>0.19419797376552694</c:v>
                </c:pt>
                <c:pt idx="15004">
                  <c:v>0.1942041853712671</c:v>
                </c:pt>
                <c:pt idx="15005">
                  <c:v>0.19424573130925865</c:v>
                </c:pt>
                <c:pt idx="15006">
                  <c:v>0.19425149520414656</c:v>
                </c:pt>
                <c:pt idx="15007">
                  <c:v>0.19425631029484933</c:v>
                </c:pt>
                <c:pt idx="15008">
                  <c:v>0.19426948108761741</c:v>
                </c:pt>
                <c:pt idx="15009">
                  <c:v>0.19429025732727878</c:v>
                </c:pt>
                <c:pt idx="15010">
                  <c:v>0.19429079647793113</c:v>
                </c:pt>
                <c:pt idx="15011">
                  <c:v>0.19429644887791039</c:v>
                </c:pt>
                <c:pt idx="15012">
                  <c:v>0.19430410948250779</c:v>
                </c:pt>
                <c:pt idx="15013">
                  <c:v>0.19431221379054428</c:v>
                </c:pt>
                <c:pt idx="15014">
                  <c:v>0.19434047106495114</c:v>
                </c:pt>
                <c:pt idx="15015">
                  <c:v>0.19434778825216306</c:v>
                </c:pt>
                <c:pt idx="15016">
                  <c:v>0.19435660648717179</c:v>
                </c:pt>
                <c:pt idx="15017">
                  <c:v>0.19440927160350288</c:v>
                </c:pt>
                <c:pt idx="15018">
                  <c:v>0.19441761887722689</c:v>
                </c:pt>
                <c:pt idx="15019">
                  <c:v>0.19442046167626631</c:v>
                </c:pt>
                <c:pt idx="15020">
                  <c:v>0.19446289452755749</c:v>
                </c:pt>
                <c:pt idx="15021">
                  <c:v>0.19447052747652946</c:v>
                </c:pt>
                <c:pt idx="15022">
                  <c:v>0.19448637851782749</c:v>
                </c:pt>
                <c:pt idx="15023">
                  <c:v>0.19453058186375513</c:v>
                </c:pt>
                <c:pt idx="15024">
                  <c:v>0.19453917504451451</c:v>
                </c:pt>
                <c:pt idx="15025">
                  <c:v>0.194548565805225</c:v>
                </c:pt>
                <c:pt idx="15026">
                  <c:v>0.19455318030634278</c:v>
                </c:pt>
                <c:pt idx="15027">
                  <c:v>0.19456466925120577</c:v>
                </c:pt>
                <c:pt idx="15028">
                  <c:v>0.1945683090367604</c:v>
                </c:pt>
                <c:pt idx="15029">
                  <c:v>0.19457810256335917</c:v>
                </c:pt>
                <c:pt idx="15030">
                  <c:v>0.1945911944360223</c:v>
                </c:pt>
                <c:pt idx="15031">
                  <c:v>0.19460317037849739</c:v>
                </c:pt>
                <c:pt idx="15032">
                  <c:v>0.19463230327458594</c:v>
                </c:pt>
                <c:pt idx="15033">
                  <c:v>0.19463635742689345</c:v>
                </c:pt>
                <c:pt idx="15034">
                  <c:v>0.19465928709569974</c:v>
                </c:pt>
                <c:pt idx="15035">
                  <c:v>0.19467074030935574</c:v>
                </c:pt>
                <c:pt idx="15036">
                  <c:v>0.19468615508590228</c:v>
                </c:pt>
                <c:pt idx="15037">
                  <c:v>0.19469053517629933</c:v>
                </c:pt>
                <c:pt idx="15038">
                  <c:v>0.19470194851872538</c:v>
                </c:pt>
                <c:pt idx="15039">
                  <c:v>0.19471574816969475</c:v>
                </c:pt>
                <c:pt idx="15040">
                  <c:v>0.1947256200931369</c:v>
                </c:pt>
                <c:pt idx="15041">
                  <c:v>0.19473268605011348</c:v>
                </c:pt>
                <c:pt idx="15042">
                  <c:v>0.19473969718336734</c:v>
                </c:pt>
                <c:pt idx="15043">
                  <c:v>0.19473996843755909</c:v>
                </c:pt>
                <c:pt idx="15044">
                  <c:v>0.19478519060351829</c:v>
                </c:pt>
                <c:pt idx="15045">
                  <c:v>0.19479639594974915</c:v>
                </c:pt>
                <c:pt idx="15046">
                  <c:v>0.19482058619233508</c:v>
                </c:pt>
                <c:pt idx="15047">
                  <c:v>0.19482699096052677</c:v>
                </c:pt>
                <c:pt idx="15048">
                  <c:v>0.19484611457784443</c:v>
                </c:pt>
                <c:pt idx="15049">
                  <c:v>0.19485890252703286</c:v>
                </c:pt>
                <c:pt idx="15050">
                  <c:v>0.19486047445221411</c:v>
                </c:pt>
                <c:pt idx="15051">
                  <c:v>0.19486179607604731</c:v>
                </c:pt>
                <c:pt idx="15052">
                  <c:v>0.19486334557429699</c:v>
                </c:pt>
                <c:pt idx="15053">
                  <c:v>0.19486685675759582</c:v>
                </c:pt>
                <c:pt idx="15054">
                  <c:v>0.19487671121292377</c:v>
                </c:pt>
                <c:pt idx="15055">
                  <c:v>0.19488959743071632</c:v>
                </c:pt>
                <c:pt idx="15056">
                  <c:v>0.19489134429853028</c:v>
                </c:pt>
                <c:pt idx="15057">
                  <c:v>0.19492752341215352</c:v>
                </c:pt>
                <c:pt idx="15058">
                  <c:v>0.19494193226457793</c:v>
                </c:pt>
                <c:pt idx="15059">
                  <c:v>0.19495544813343954</c:v>
                </c:pt>
                <c:pt idx="15060">
                  <c:v>0.19496592267869936</c:v>
                </c:pt>
                <c:pt idx="15061">
                  <c:v>0.19500635590463367</c:v>
                </c:pt>
                <c:pt idx="15062">
                  <c:v>0.19500658936127774</c:v>
                </c:pt>
                <c:pt idx="15063">
                  <c:v>0.19501596205113483</c:v>
                </c:pt>
                <c:pt idx="15064">
                  <c:v>0.19503473937104798</c:v>
                </c:pt>
                <c:pt idx="15065">
                  <c:v>0.19506735912757464</c:v>
                </c:pt>
                <c:pt idx="15066">
                  <c:v>0.19507112841933053</c:v>
                </c:pt>
                <c:pt idx="15067">
                  <c:v>0.19507674480303122</c:v>
                </c:pt>
                <c:pt idx="15068">
                  <c:v>0.19508185543074352</c:v>
                </c:pt>
                <c:pt idx="15069">
                  <c:v>0.19510130109081228</c:v>
                </c:pt>
                <c:pt idx="15070">
                  <c:v>0.19511974120958878</c:v>
                </c:pt>
                <c:pt idx="15071">
                  <c:v>0.19513384988797677</c:v>
                </c:pt>
                <c:pt idx="15072">
                  <c:v>0.1951685252442906</c:v>
                </c:pt>
                <c:pt idx="15073">
                  <c:v>0.19518190770879368</c:v>
                </c:pt>
                <c:pt idx="15074">
                  <c:v>0.19520244100952747</c:v>
                </c:pt>
                <c:pt idx="15075">
                  <c:v>0.19520336616641787</c:v>
                </c:pt>
                <c:pt idx="15076">
                  <c:v>0.19521527129974281</c:v>
                </c:pt>
                <c:pt idx="15077">
                  <c:v>0.19522592844720391</c:v>
                </c:pt>
                <c:pt idx="15078">
                  <c:v>0.19524543314768358</c:v>
                </c:pt>
                <c:pt idx="15079">
                  <c:v>0.19524693254391737</c:v>
                </c:pt>
                <c:pt idx="15080">
                  <c:v>0.19528298383392842</c:v>
                </c:pt>
                <c:pt idx="15081">
                  <c:v>0.19530300737639494</c:v>
                </c:pt>
                <c:pt idx="15082">
                  <c:v>0.19532092014755795</c:v>
                </c:pt>
                <c:pt idx="15083">
                  <c:v>0.19532767093924649</c:v>
                </c:pt>
                <c:pt idx="15084">
                  <c:v>0.19535779986045446</c:v>
                </c:pt>
                <c:pt idx="15085">
                  <c:v>0.19539807270995993</c:v>
                </c:pt>
                <c:pt idx="15086">
                  <c:v>0.19539972473915568</c:v>
                </c:pt>
                <c:pt idx="15087">
                  <c:v>0.19540239379803906</c:v>
                </c:pt>
                <c:pt idx="15088">
                  <c:v>0.19541546687304892</c:v>
                </c:pt>
                <c:pt idx="15089">
                  <c:v>0.19542230210305542</c:v>
                </c:pt>
                <c:pt idx="15090">
                  <c:v>0.19543101567423668</c:v>
                </c:pt>
                <c:pt idx="15091">
                  <c:v>0.19543372019383742</c:v>
                </c:pt>
                <c:pt idx="15092">
                  <c:v>0.1954457743858817</c:v>
                </c:pt>
                <c:pt idx="15093">
                  <c:v>0.19547311941004558</c:v>
                </c:pt>
                <c:pt idx="15094">
                  <c:v>0.19548072161782923</c:v>
                </c:pt>
                <c:pt idx="15095">
                  <c:v>0.19548983867482367</c:v>
                </c:pt>
                <c:pt idx="15096">
                  <c:v>0.19551355819749724</c:v>
                </c:pt>
                <c:pt idx="15097">
                  <c:v>0.19553237838974907</c:v>
                </c:pt>
                <c:pt idx="15098">
                  <c:v>0.19553894630900051</c:v>
                </c:pt>
                <c:pt idx="15099">
                  <c:v>0.19554616146953382</c:v>
                </c:pt>
                <c:pt idx="15100">
                  <c:v>0.19555568178892416</c:v>
                </c:pt>
                <c:pt idx="15101">
                  <c:v>0.19557430626977887</c:v>
                </c:pt>
                <c:pt idx="15102">
                  <c:v>0.1955868654314642</c:v>
                </c:pt>
                <c:pt idx="15103">
                  <c:v>0.19558760857220159</c:v>
                </c:pt>
                <c:pt idx="15104">
                  <c:v>0.1956315067392371</c:v>
                </c:pt>
                <c:pt idx="15105">
                  <c:v>0.19564373687114997</c:v>
                </c:pt>
                <c:pt idx="15106">
                  <c:v>0.19565634997113232</c:v>
                </c:pt>
                <c:pt idx="15107">
                  <c:v>0.19565639778968758</c:v>
                </c:pt>
                <c:pt idx="15108">
                  <c:v>0.19567290563234596</c:v>
                </c:pt>
                <c:pt idx="15109">
                  <c:v>0.19569943922170413</c:v>
                </c:pt>
                <c:pt idx="15110">
                  <c:v>0.19570610645720168</c:v>
                </c:pt>
                <c:pt idx="15111">
                  <c:v>0.19572612526099709</c:v>
                </c:pt>
                <c:pt idx="15112">
                  <c:v>0.19576472113764581</c:v>
                </c:pt>
                <c:pt idx="15113">
                  <c:v>0.19576647459561178</c:v>
                </c:pt>
                <c:pt idx="15114">
                  <c:v>0.19576957355587929</c:v>
                </c:pt>
                <c:pt idx="15115">
                  <c:v>0.19578293250022497</c:v>
                </c:pt>
                <c:pt idx="15116">
                  <c:v>0.19581102770513156</c:v>
                </c:pt>
                <c:pt idx="15117">
                  <c:v>0.19581358174762015</c:v>
                </c:pt>
                <c:pt idx="15118">
                  <c:v>0.19581508708523812</c:v>
                </c:pt>
                <c:pt idx="15119">
                  <c:v>0.19582238639806457</c:v>
                </c:pt>
                <c:pt idx="15120">
                  <c:v>0.19582534970942528</c:v>
                </c:pt>
                <c:pt idx="15121">
                  <c:v>0.19582816260988151</c:v>
                </c:pt>
                <c:pt idx="15122">
                  <c:v>0.19584678777178735</c:v>
                </c:pt>
                <c:pt idx="15123">
                  <c:v>0.19585003912970886</c:v>
                </c:pt>
                <c:pt idx="15124">
                  <c:v>0.19586783667900318</c:v>
                </c:pt>
                <c:pt idx="15125">
                  <c:v>0.19587578677876666</c:v>
                </c:pt>
                <c:pt idx="15126">
                  <c:v>0.19589201194503467</c:v>
                </c:pt>
                <c:pt idx="15127">
                  <c:v>0.1958954807879654</c:v>
                </c:pt>
                <c:pt idx="15128">
                  <c:v>0.19589804891022999</c:v>
                </c:pt>
                <c:pt idx="15129">
                  <c:v>0.1959142680284712</c:v>
                </c:pt>
                <c:pt idx="15130">
                  <c:v>0.19591678846400976</c:v>
                </c:pt>
                <c:pt idx="15131">
                  <c:v>0.19592968955664974</c:v>
                </c:pt>
                <c:pt idx="15132">
                  <c:v>0.1959437609547956</c:v>
                </c:pt>
                <c:pt idx="15133">
                  <c:v>0.19595577366735215</c:v>
                </c:pt>
                <c:pt idx="15134">
                  <c:v>0.19596095103070665</c:v>
                </c:pt>
                <c:pt idx="15135">
                  <c:v>0.19597394944648133</c:v>
                </c:pt>
                <c:pt idx="15136">
                  <c:v>0.19598896657902878</c:v>
                </c:pt>
                <c:pt idx="15137">
                  <c:v>0.1960198403739104</c:v>
                </c:pt>
                <c:pt idx="15138">
                  <c:v>0.19606492666838179</c:v>
                </c:pt>
                <c:pt idx="15139">
                  <c:v>0.19609751706856887</c:v>
                </c:pt>
                <c:pt idx="15140">
                  <c:v>0.19610863861697317</c:v>
                </c:pt>
                <c:pt idx="15141">
                  <c:v>0.19611502011686885</c:v>
                </c:pt>
                <c:pt idx="15142">
                  <c:v>0.19612091996753556</c:v>
                </c:pt>
                <c:pt idx="15143">
                  <c:v>0.19614345802929534</c:v>
                </c:pt>
                <c:pt idx="15144">
                  <c:v>0.19615418319340183</c:v>
                </c:pt>
                <c:pt idx="15145">
                  <c:v>0.19619839646445764</c:v>
                </c:pt>
                <c:pt idx="15146">
                  <c:v>0.19621364715980283</c:v>
                </c:pt>
                <c:pt idx="15147">
                  <c:v>0.19621880986065435</c:v>
                </c:pt>
                <c:pt idx="15148">
                  <c:v>0.19623636543247633</c:v>
                </c:pt>
                <c:pt idx="15149">
                  <c:v>0.1962375397486481</c:v>
                </c:pt>
                <c:pt idx="15150">
                  <c:v>0.19625057525142495</c:v>
                </c:pt>
                <c:pt idx="15151">
                  <c:v>0.1962710126155984</c:v>
                </c:pt>
                <c:pt idx="15152">
                  <c:v>0.19627391138872755</c:v>
                </c:pt>
                <c:pt idx="15153">
                  <c:v>0.19627786881807768</c:v>
                </c:pt>
                <c:pt idx="15154">
                  <c:v>0.19627982865661331</c:v>
                </c:pt>
                <c:pt idx="15155">
                  <c:v>0.1962979359327266</c:v>
                </c:pt>
                <c:pt idx="15156">
                  <c:v>0.19630231777670443</c:v>
                </c:pt>
                <c:pt idx="15157">
                  <c:v>0.19630475401863726</c:v>
                </c:pt>
                <c:pt idx="15158">
                  <c:v>0.19630964409139143</c:v>
                </c:pt>
                <c:pt idx="15159">
                  <c:v>0.19633130789426273</c:v>
                </c:pt>
                <c:pt idx="15160">
                  <c:v>0.19633327514632479</c:v>
                </c:pt>
                <c:pt idx="15161">
                  <c:v>0.19634078244766118</c:v>
                </c:pt>
                <c:pt idx="15162">
                  <c:v>0.19634488310572029</c:v>
                </c:pt>
                <c:pt idx="15163">
                  <c:v>0.19635224817782643</c:v>
                </c:pt>
                <c:pt idx="15164">
                  <c:v>0.19638404073637247</c:v>
                </c:pt>
                <c:pt idx="15165">
                  <c:v>0.19640003222189262</c:v>
                </c:pt>
                <c:pt idx="15166">
                  <c:v>0.19640784961005464</c:v>
                </c:pt>
                <c:pt idx="15167">
                  <c:v>0.19643128519439373</c:v>
                </c:pt>
                <c:pt idx="15168">
                  <c:v>0.19643760993738607</c:v>
                </c:pt>
                <c:pt idx="15169">
                  <c:v>0.19644463465195441</c:v>
                </c:pt>
                <c:pt idx="15170">
                  <c:v>0.19645300375042854</c:v>
                </c:pt>
                <c:pt idx="15171">
                  <c:v>0.19645996791124345</c:v>
                </c:pt>
                <c:pt idx="15172">
                  <c:v>0.19649995115101168</c:v>
                </c:pt>
                <c:pt idx="15173">
                  <c:v>0.19650300115543745</c:v>
                </c:pt>
                <c:pt idx="15174">
                  <c:v>0.19653816411177283</c:v>
                </c:pt>
                <c:pt idx="15175">
                  <c:v>0.19654117604521734</c:v>
                </c:pt>
                <c:pt idx="15176">
                  <c:v>0.19657350363478904</c:v>
                </c:pt>
                <c:pt idx="15177">
                  <c:v>0.19657732093151661</c:v>
                </c:pt>
                <c:pt idx="15178">
                  <c:v>0.1965812508526763</c:v>
                </c:pt>
                <c:pt idx="15179">
                  <c:v>0.19659556427310201</c:v>
                </c:pt>
                <c:pt idx="15180">
                  <c:v>0.19662032900458579</c:v>
                </c:pt>
                <c:pt idx="15181">
                  <c:v>0.19663650325338267</c:v>
                </c:pt>
                <c:pt idx="15182">
                  <c:v>0.19663694116781069</c:v>
                </c:pt>
                <c:pt idx="15183">
                  <c:v>0.19663818501832889</c:v>
                </c:pt>
                <c:pt idx="15184">
                  <c:v>0.19664735403115291</c:v>
                </c:pt>
                <c:pt idx="15185">
                  <c:v>0.19665774602360947</c:v>
                </c:pt>
                <c:pt idx="15186">
                  <c:v>0.19666320206916493</c:v>
                </c:pt>
                <c:pt idx="15187">
                  <c:v>0.19666401113825746</c:v>
                </c:pt>
                <c:pt idx="15188">
                  <c:v>0.19668670604534572</c:v>
                </c:pt>
                <c:pt idx="15189">
                  <c:v>0.19669187651707842</c:v>
                </c:pt>
                <c:pt idx="15190">
                  <c:v>0.19669771812876677</c:v>
                </c:pt>
                <c:pt idx="15191">
                  <c:v>0.1967069315666575</c:v>
                </c:pt>
                <c:pt idx="15192">
                  <c:v>0.19670880433271798</c:v>
                </c:pt>
                <c:pt idx="15193">
                  <c:v>0.19671676185866244</c:v>
                </c:pt>
                <c:pt idx="15194">
                  <c:v>0.19677079629115746</c:v>
                </c:pt>
                <c:pt idx="15195">
                  <c:v>0.19677630022622525</c:v>
                </c:pt>
                <c:pt idx="15196">
                  <c:v>0.19678332543398699</c:v>
                </c:pt>
                <c:pt idx="15197">
                  <c:v>0.19682609431681247</c:v>
                </c:pt>
                <c:pt idx="15198">
                  <c:v>0.19685599269351564</c:v>
                </c:pt>
                <c:pt idx="15199">
                  <c:v>0.19686620893177401</c:v>
                </c:pt>
                <c:pt idx="15200">
                  <c:v>0.19688743683576079</c:v>
                </c:pt>
                <c:pt idx="15201">
                  <c:v>0.19691169009651976</c:v>
                </c:pt>
                <c:pt idx="15202">
                  <c:v>0.19692032205368609</c:v>
                </c:pt>
                <c:pt idx="15203">
                  <c:v>0.19692099719416353</c:v>
                </c:pt>
                <c:pt idx="15204">
                  <c:v>0.19693185933393922</c:v>
                </c:pt>
                <c:pt idx="15205">
                  <c:v>0.19695247352401005</c:v>
                </c:pt>
                <c:pt idx="15206">
                  <c:v>0.19695813197755493</c:v>
                </c:pt>
                <c:pt idx="15207">
                  <c:v>0.19696915592166192</c:v>
                </c:pt>
                <c:pt idx="15208">
                  <c:v>0.1969765715552487</c:v>
                </c:pt>
                <c:pt idx="15209">
                  <c:v>0.19699768697457268</c:v>
                </c:pt>
                <c:pt idx="15210">
                  <c:v>0.19702726231606224</c:v>
                </c:pt>
                <c:pt idx="15211">
                  <c:v>0.19705773477885277</c:v>
                </c:pt>
                <c:pt idx="15212">
                  <c:v>0.19706183877080416</c:v>
                </c:pt>
                <c:pt idx="15213">
                  <c:v>0.19707214016601904</c:v>
                </c:pt>
                <c:pt idx="15214">
                  <c:v>0.19707221264591954</c:v>
                </c:pt>
                <c:pt idx="15215">
                  <c:v>0.19708061132037244</c:v>
                </c:pt>
                <c:pt idx="15216">
                  <c:v>0.197095678973434</c:v>
                </c:pt>
                <c:pt idx="15217">
                  <c:v>0.19710786672772326</c:v>
                </c:pt>
                <c:pt idx="15218">
                  <c:v>0.19711444979235659</c:v>
                </c:pt>
                <c:pt idx="15219">
                  <c:v>0.19712385784074618</c:v>
                </c:pt>
                <c:pt idx="15220">
                  <c:v>0.19712854994380516</c:v>
                </c:pt>
                <c:pt idx="15221">
                  <c:v>0.19712898376345642</c:v>
                </c:pt>
                <c:pt idx="15222">
                  <c:v>0.19713652744591001</c:v>
                </c:pt>
                <c:pt idx="15223">
                  <c:v>0.1971678950688312</c:v>
                </c:pt>
                <c:pt idx="15224">
                  <c:v>0.19717054043630278</c:v>
                </c:pt>
                <c:pt idx="15225">
                  <c:v>0.19718693992171027</c:v>
                </c:pt>
                <c:pt idx="15226">
                  <c:v>0.19719371939576694</c:v>
                </c:pt>
                <c:pt idx="15227">
                  <c:v>0.1972166195662961</c:v>
                </c:pt>
                <c:pt idx="15228">
                  <c:v>0.19721977504683519</c:v>
                </c:pt>
                <c:pt idx="15229">
                  <c:v>0.19724377218175657</c:v>
                </c:pt>
                <c:pt idx="15230">
                  <c:v>0.19727310075755011</c:v>
                </c:pt>
                <c:pt idx="15231">
                  <c:v>0.19731323634119521</c:v>
                </c:pt>
                <c:pt idx="15232">
                  <c:v>0.19732154174421135</c:v>
                </c:pt>
                <c:pt idx="15233">
                  <c:v>0.19733419677374192</c:v>
                </c:pt>
                <c:pt idx="15234">
                  <c:v>0.19734028869432738</c:v>
                </c:pt>
                <c:pt idx="15235">
                  <c:v>0.1973509081684319</c:v>
                </c:pt>
                <c:pt idx="15236">
                  <c:v>0.19737017581114122</c:v>
                </c:pt>
                <c:pt idx="15237">
                  <c:v>0.19738614213868605</c:v>
                </c:pt>
                <c:pt idx="15238">
                  <c:v>0.19739288834849811</c:v>
                </c:pt>
                <c:pt idx="15239">
                  <c:v>0.19739923086153224</c:v>
                </c:pt>
                <c:pt idx="15240">
                  <c:v>0.19745414843879919</c:v>
                </c:pt>
                <c:pt idx="15241">
                  <c:v>0.1974674262060126</c:v>
                </c:pt>
                <c:pt idx="15242">
                  <c:v>0.19746749385852294</c:v>
                </c:pt>
                <c:pt idx="15243">
                  <c:v>0.19747132934674635</c:v>
                </c:pt>
                <c:pt idx="15244">
                  <c:v>0.19750225505780333</c:v>
                </c:pt>
                <c:pt idx="15245">
                  <c:v>0.19750421341533006</c:v>
                </c:pt>
                <c:pt idx="15246">
                  <c:v>0.19751132895855947</c:v>
                </c:pt>
                <c:pt idx="15247">
                  <c:v>0.19751647678683482</c:v>
                </c:pt>
                <c:pt idx="15248">
                  <c:v>0.1975227727384308</c:v>
                </c:pt>
                <c:pt idx="15249">
                  <c:v>0.19752747244780788</c:v>
                </c:pt>
                <c:pt idx="15250">
                  <c:v>0.19757929018330442</c:v>
                </c:pt>
                <c:pt idx="15251">
                  <c:v>0.19758538196702619</c:v>
                </c:pt>
                <c:pt idx="15252">
                  <c:v>0.19758838374405852</c:v>
                </c:pt>
                <c:pt idx="15253">
                  <c:v>0.19758870104236903</c:v>
                </c:pt>
                <c:pt idx="15254">
                  <c:v>0.19759986476834945</c:v>
                </c:pt>
                <c:pt idx="15255">
                  <c:v>0.19760149761583942</c:v>
                </c:pt>
                <c:pt idx="15256">
                  <c:v>0.19760313150995942</c:v>
                </c:pt>
                <c:pt idx="15257">
                  <c:v>0.19760462269361137</c:v>
                </c:pt>
                <c:pt idx="15258">
                  <c:v>0.19760686668974156</c:v>
                </c:pt>
                <c:pt idx="15259">
                  <c:v>0.19763918667387162</c:v>
                </c:pt>
                <c:pt idx="15260">
                  <c:v>0.19763957631557647</c:v>
                </c:pt>
                <c:pt idx="15261">
                  <c:v>0.19764492927615468</c:v>
                </c:pt>
                <c:pt idx="15262">
                  <c:v>0.1976494761835019</c:v>
                </c:pt>
                <c:pt idx="15263">
                  <c:v>0.19765232165427918</c:v>
                </c:pt>
                <c:pt idx="15264">
                  <c:v>0.19768724042407279</c:v>
                </c:pt>
                <c:pt idx="15265">
                  <c:v>0.19769863550797193</c:v>
                </c:pt>
                <c:pt idx="15266">
                  <c:v>0.19769993673734229</c:v>
                </c:pt>
                <c:pt idx="15267">
                  <c:v>0.19775044799118072</c:v>
                </c:pt>
                <c:pt idx="15268">
                  <c:v>0.19775713897233163</c:v>
                </c:pt>
                <c:pt idx="15269">
                  <c:v>0.19776033080032682</c:v>
                </c:pt>
                <c:pt idx="15270">
                  <c:v>0.19777630331515389</c:v>
                </c:pt>
                <c:pt idx="15271">
                  <c:v>0.19779777230264114</c:v>
                </c:pt>
                <c:pt idx="15272">
                  <c:v>0.19780975337078943</c:v>
                </c:pt>
                <c:pt idx="15273">
                  <c:v>0.19781613922733871</c:v>
                </c:pt>
                <c:pt idx="15274">
                  <c:v>0.19783448904505971</c:v>
                </c:pt>
                <c:pt idx="15275">
                  <c:v>0.1978467436817252</c:v>
                </c:pt>
                <c:pt idx="15276">
                  <c:v>0.19786099848298724</c:v>
                </c:pt>
                <c:pt idx="15277">
                  <c:v>0.1978917569426823</c:v>
                </c:pt>
                <c:pt idx="15278">
                  <c:v>0.19789420296671922</c:v>
                </c:pt>
                <c:pt idx="15279">
                  <c:v>0.19790726297521119</c:v>
                </c:pt>
                <c:pt idx="15280">
                  <c:v>0.19790902761417761</c:v>
                </c:pt>
                <c:pt idx="15281">
                  <c:v>0.19792264168402912</c:v>
                </c:pt>
                <c:pt idx="15282">
                  <c:v>0.19794069132936548</c:v>
                </c:pt>
                <c:pt idx="15283">
                  <c:v>0.19799443106213965</c:v>
                </c:pt>
                <c:pt idx="15284">
                  <c:v>0.19800447014559117</c:v>
                </c:pt>
                <c:pt idx="15285">
                  <c:v>0.19800584063070081</c:v>
                </c:pt>
                <c:pt idx="15286">
                  <c:v>0.19802661575222472</c:v>
                </c:pt>
                <c:pt idx="15287">
                  <c:v>0.19808833611260027</c:v>
                </c:pt>
                <c:pt idx="15288">
                  <c:v>0.19810035993213335</c:v>
                </c:pt>
                <c:pt idx="15289">
                  <c:v>0.19810142124171415</c:v>
                </c:pt>
                <c:pt idx="15290">
                  <c:v>0.1981342592352438</c:v>
                </c:pt>
                <c:pt idx="15291">
                  <c:v>0.19815379665232077</c:v>
                </c:pt>
                <c:pt idx="15292">
                  <c:v>0.19816021497888847</c:v>
                </c:pt>
                <c:pt idx="15293">
                  <c:v>0.19816246074777361</c:v>
                </c:pt>
                <c:pt idx="15294">
                  <c:v>0.19816468311281762</c:v>
                </c:pt>
                <c:pt idx="15295">
                  <c:v>0.19819778994147561</c:v>
                </c:pt>
                <c:pt idx="15296">
                  <c:v>0.19820995112156356</c:v>
                </c:pt>
                <c:pt idx="15297">
                  <c:v>0.19822222298997605</c:v>
                </c:pt>
                <c:pt idx="15298">
                  <c:v>0.19822318411513129</c:v>
                </c:pt>
                <c:pt idx="15299">
                  <c:v>0.19822657824693662</c:v>
                </c:pt>
                <c:pt idx="15300">
                  <c:v>0.19823325206925524</c:v>
                </c:pt>
                <c:pt idx="15301">
                  <c:v>0.19826946800281539</c:v>
                </c:pt>
                <c:pt idx="15302">
                  <c:v>0.1982872038339282</c:v>
                </c:pt>
                <c:pt idx="15303">
                  <c:v>0.19834878394722305</c:v>
                </c:pt>
                <c:pt idx="15304">
                  <c:v>0.19836705239896879</c:v>
                </c:pt>
                <c:pt idx="15305">
                  <c:v>0.19838193385723399</c:v>
                </c:pt>
                <c:pt idx="15306">
                  <c:v>0.1983845998403998</c:v>
                </c:pt>
                <c:pt idx="15307">
                  <c:v>0.1984987180450335</c:v>
                </c:pt>
                <c:pt idx="15308">
                  <c:v>0.19851547660358382</c:v>
                </c:pt>
                <c:pt idx="15309">
                  <c:v>0.19852125332225179</c:v>
                </c:pt>
                <c:pt idx="15310">
                  <c:v>0.19855032820207208</c:v>
                </c:pt>
                <c:pt idx="15311">
                  <c:v>0.19855609828443144</c:v>
                </c:pt>
                <c:pt idx="15312">
                  <c:v>0.19855945787687043</c:v>
                </c:pt>
                <c:pt idx="15313">
                  <c:v>0.1986214972094405</c:v>
                </c:pt>
                <c:pt idx="15314">
                  <c:v>0.19863159586008891</c:v>
                </c:pt>
                <c:pt idx="15315">
                  <c:v>0.19863314862877071</c:v>
                </c:pt>
                <c:pt idx="15316">
                  <c:v>0.19863888843098332</c:v>
                </c:pt>
                <c:pt idx="15317">
                  <c:v>0.19868139665359427</c:v>
                </c:pt>
                <c:pt idx="15318">
                  <c:v>0.19868154048530581</c:v>
                </c:pt>
                <c:pt idx="15319">
                  <c:v>0.19868317233761656</c:v>
                </c:pt>
                <c:pt idx="15320">
                  <c:v>0.19869103682292263</c:v>
                </c:pt>
                <c:pt idx="15321">
                  <c:v>0.19870371285667016</c:v>
                </c:pt>
                <c:pt idx="15322">
                  <c:v>0.19870900776218919</c:v>
                </c:pt>
                <c:pt idx="15323">
                  <c:v>0.1987164658991166</c:v>
                </c:pt>
                <c:pt idx="15324">
                  <c:v>0.19871832360195671</c:v>
                </c:pt>
                <c:pt idx="15325">
                  <c:v>0.19872211512585786</c:v>
                </c:pt>
                <c:pt idx="15326">
                  <c:v>0.19873612627569798</c:v>
                </c:pt>
                <c:pt idx="15327">
                  <c:v>0.19874481468554792</c:v>
                </c:pt>
                <c:pt idx="15328">
                  <c:v>0.19876124569663337</c:v>
                </c:pt>
                <c:pt idx="15329">
                  <c:v>0.19877762479936284</c:v>
                </c:pt>
                <c:pt idx="15330">
                  <c:v>0.19881015029597432</c:v>
                </c:pt>
                <c:pt idx="15331">
                  <c:v>0.19881677774413398</c:v>
                </c:pt>
                <c:pt idx="15332">
                  <c:v>0.19883123509354006</c:v>
                </c:pt>
                <c:pt idx="15333">
                  <c:v>0.19883541944202035</c:v>
                </c:pt>
                <c:pt idx="15334">
                  <c:v>0.19885981543002937</c:v>
                </c:pt>
                <c:pt idx="15335">
                  <c:v>0.19886335247064882</c:v>
                </c:pt>
                <c:pt idx="15336">
                  <c:v>0.19888188090553052</c:v>
                </c:pt>
                <c:pt idx="15337">
                  <c:v>0.19890438133620034</c:v>
                </c:pt>
                <c:pt idx="15338">
                  <c:v>0.19891246203135468</c:v>
                </c:pt>
                <c:pt idx="15339">
                  <c:v>0.19893306356105309</c:v>
                </c:pt>
                <c:pt idx="15340">
                  <c:v>0.19894388397069107</c:v>
                </c:pt>
                <c:pt idx="15341">
                  <c:v>0.19895174546474065</c:v>
                </c:pt>
                <c:pt idx="15342">
                  <c:v>0.19895680537986773</c:v>
                </c:pt>
                <c:pt idx="15343">
                  <c:v>0.19896283125251626</c:v>
                </c:pt>
                <c:pt idx="15344">
                  <c:v>0.19897896063899631</c:v>
                </c:pt>
                <c:pt idx="15345">
                  <c:v>0.19898435399886036</c:v>
                </c:pt>
                <c:pt idx="15346">
                  <c:v>0.19899020631909131</c:v>
                </c:pt>
                <c:pt idx="15347">
                  <c:v>0.19903218904854841</c:v>
                </c:pt>
                <c:pt idx="15348">
                  <c:v>0.19904176867926737</c:v>
                </c:pt>
                <c:pt idx="15349">
                  <c:v>0.19904534733071363</c:v>
                </c:pt>
                <c:pt idx="15350">
                  <c:v>0.19904758370632125</c:v>
                </c:pt>
                <c:pt idx="15351">
                  <c:v>0.19905114026005352</c:v>
                </c:pt>
                <c:pt idx="15352">
                  <c:v>0.19906211935380475</c:v>
                </c:pt>
                <c:pt idx="15353">
                  <c:v>0.19906223135849402</c:v>
                </c:pt>
                <c:pt idx="15354">
                  <c:v>0.19907194389892593</c:v>
                </c:pt>
                <c:pt idx="15355">
                  <c:v>0.19907890033292436</c:v>
                </c:pt>
                <c:pt idx="15356">
                  <c:v>0.19912587203306659</c:v>
                </c:pt>
                <c:pt idx="15357">
                  <c:v>0.19912743210593717</c:v>
                </c:pt>
                <c:pt idx="15358">
                  <c:v>0.19912947132792125</c:v>
                </c:pt>
                <c:pt idx="15359">
                  <c:v>0.19913970396083186</c:v>
                </c:pt>
                <c:pt idx="15360">
                  <c:v>0.19914577450135276</c:v>
                </c:pt>
                <c:pt idx="15361">
                  <c:v>0.19915189756457199</c:v>
                </c:pt>
                <c:pt idx="15362">
                  <c:v>0.19916791025210603</c:v>
                </c:pt>
                <c:pt idx="15363">
                  <c:v>0.19918286680849745</c:v>
                </c:pt>
                <c:pt idx="15364">
                  <c:v>0.19918447810951745</c:v>
                </c:pt>
                <c:pt idx="15365">
                  <c:v>0.19919902799555758</c:v>
                </c:pt>
                <c:pt idx="15366">
                  <c:v>0.19920746767799624</c:v>
                </c:pt>
                <c:pt idx="15367">
                  <c:v>0.19921632612993037</c:v>
                </c:pt>
                <c:pt idx="15368">
                  <c:v>0.19922078734028992</c:v>
                </c:pt>
                <c:pt idx="15369">
                  <c:v>0.19922819863384086</c:v>
                </c:pt>
                <c:pt idx="15370">
                  <c:v>0.19924733922437216</c:v>
                </c:pt>
                <c:pt idx="15371">
                  <c:v>0.19926320329767847</c:v>
                </c:pt>
                <c:pt idx="15372">
                  <c:v>0.19929627068496375</c:v>
                </c:pt>
                <c:pt idx="15373">
                  <c:v>0.19930007406879077</c:v>
                </c:pt>
                <c:pt idx="15374">
                  <c:v>0.19930510294488837</c:v>
                </c:pt>
                <c:pt idx="15375">
                  <c:v>0.19930573369431029</c:v>
                </c:pt>
                <c:pt idx="15376">
                  <c:v>0.19934947102952899</c:v>
                </c:pt>
                <c:pt idx="15377">
                  <c:v>0.19935860931157695</c:v>
                </c:pt>
                <c:pt idx="15378">
                  <c:v>0.1993793788107093</c:v>
                </c:pt>
                <c:pt idx="15379">
                  <c:v>0.19938308554794087</c:v>
                </c:pt>
                <c:pt idx="15380">
                  <c:v>0.19938511943029746</c:v>
                </c:pt>
                <c:pt idx="15381">
                  <c:v>0.19940548919001036</c:v>
                </c:pt>
                <c:pt idx="15382">
                  <c:v>0.19942118411045706</c:v>
                </c:pt>
                <c:pt idx="15383">
                  <c:v>0.19946966682473768</c:v>
                </c:pt>
                <c:pt idx="15384">
                  <c:v>0.19948585538445826</c:v>
                </c:pt>
                <c:pt idx="15385">
                  <c:v>0.19951802658522097</c:v>
                </c:pt>
                <c:pt idx="15386">
                  <c:v>0.19952352692528963</c:v>
                </c:pt>
                <c:pt idx="15387">
                  <c:v>0.19953823756744826</c:v>
                </c:pt>
                <c:pt idx="15388">
                  <c:v>0.19954701140632403</c:v>
                </c:pt>
                <c:pt idx="15389">
                  <c:v>0.19954828736655081</c:v>
                </c:pt>
                <c:pt idx="15390">
                  <c:v>0.19954953616870907</c:v>
                </c:pt>
                <c:pt idx="15391">
                  <c:v>0.19955260283257581</c:v>
                </c:pt>
                <c:pt idx="15392">
                  <c:v>0.19955555591764756</c:v>
                </c:pt>
                <c:pt idx="15393">
                  <c:v>0.19956401354803119</c:v>
                </c:pt>
                <c:pt idx="15394">
                  <c:v>0.19957059076054814</c:v>
                </c:pt>
                <c:pt idx="15395">
                  <c:v>0.19960428237344841</c:v>
                </c:pt>
                <c:pt idx="15396">
                  <c:v>0.19960677393269374</c:v>
                </c:pt>
                <c:pt idx="15397">
                  <c:v>0.19962777052914554</c:v>
                </c:pt>
                <c:pt idx="15398">
                  <c:v>0.19963950466788805</c:v>
                </c:pt>
                <c:pt idx="15399">
                  <c:v>0.19964579931085535</c:v>
                </c:pt>
                <c:pt idx="15400">
                  <c:v>0.19966177757900272</c:v>
                </c:pt>
                <c:pt idx="15401">
                  <c:v>0.19966815678253</c:v>
                </c:pt>
                <c:pt idx="15402">
                  <c:v>0.19970426802524116</c:v>
                </c:pt>
                <c:pt idx="15403">
                  <c:v>0.1997058482904189</c:v>
                </c:pt>
                <c:pt idx="15404">
                  <c:v>0.19970968151433607</c:v>
                </c:pt>
                <c:pt idx="15405">
                  <c:v>0.19973259589483822</c:v>
                </c:pt>
                <c:pt idx="15406">
                  <c:v>0.19983915079844355</c:v>
                </c:pt>
                <c:pt idx="15407">
                  <c:v>0.19984814259707487</c:v>
                </c:pt>
                <c:pt idx="15408">
                  <c:v>0.19985580139942641</c:v>
                </c:pt>
                <c:pt idx="15409">
                  <c:v>0.19986971827362349</c:v>
                </c:pt>
                <c:pt idx="15410">
                  <c:v>0.19988457231386739</c:v>
                </c:pt>
                <c:pt idx="15411">
                  <c:v>0.19993255017142303</c:v>
                </c:pt>
                <c:pt idx="15412">
                  <c:v>0.19995344879627572</c:v>
                </c:pt>
                <c:pt idx="15413">
                  <c:v>0.19996459216099466</c:v>
                </c:pt>
                <c:pt idx="15414">
                  <c:v>0.19996799483047772</c:v>
                </c:pt>
                <c:pt idx="15415">
                  <c:v>0.20000353729005863</c:v>
                </c:pt>
                <c:pt idx="15416">
                  <c:v>0.20001284891434876</c:v>
                </c:pt>
                <c:pt idx="15417">
                  <c:v>0.20001339212999561</c:v>
                </c:pt>
                <c:pt idx="15418">
                  <c:v>0.20001372336221024</c:v>
                </c:pt>
                <c:pt idx="15419">
                  <c:v>0.20002878820553016</c:v>
                </c:pt>
                <c:pt idx="15420">
                  <c:v>0.2000312346295221</c:v>
                </c:pt>
                <c:pt idx="15421">
                  <c:v>0.20003166415233095</c:v>
                </c:pt>
                <c:pt idx="15422">
                  <c:v>0.20004330203841519</c:v>
                </c:pt>
                <c:pt idx="15423">
                  <c:v>0.20005431177605806</c:v>
                </c:pt>
                <c:pt idx="15424">
                  <c:v>0.2000635310601459</c:v>
                </c:pt>
                <c:pt idx="15425">
                  <c:v>0.20007172173343041</c:v>
                </c:pt>
                <c:pt idx="15426">
                  <c:v>0.20010007368184235</c:v>
                </c:pt>
                <c:pt idx="15427">
                  <c:v>0.20010803765440741</c:v>
                </c:pt>
                <c:pt idx="15428">
                  <c:v>0.20011191068902581</c:v>
                </c:pt>
                <c:pt idx="15429">
                  <c:v>0.20011532723989511</c:v>
                </c:pt>
                <c:pt idx="15430">
                  <c:v>0.20011764467563886</c:v>
                </c:pt>
                <c:pt idx="15431">
                  <c:v>0.20011852812519501</c:v>
                </c:pt>
                <c:pt idx="15432">
                  <c:v>0.20012002927824496</c:v>
                </c:pt>
                <c:pt idx="15433">
                  <c:v>0.20013658237051563</c:v>
                </c:pt>
                <c:pt idx="15434">
                  <c:v>0.20014315806823962</c:v>
                </c:pt>
                <c:pt idx="15435">
                  <c:v>0.20014393994979426</c:v>
                </c:pt>
                <c:pt idx="15436">
                  <c:v>0.20015007943637039</c:v>
                </c:pt>
                <c:pt idx="15437">
                  <c:v>0.20017290494822382</c:v>
                </c:pt>
                <c:pt idx="15438">
                  <c:v>0.20018665372608371</c:v>
                </c:pt>
                <c:pt idx="15439">
                  <c:v>0.20019557464636131</c:v>
                </c:pt>
                <c:pt idx="15440">
                  <c:v>0.2002033263786249</c:v>
                </c:pt>
                <c:pt idx="15441">
                  <c:v>0.20020837765557761</c:v>
                </c:pt>
                <c:pt idx="15442">
                  <c:v>0.20023153489437309</c:v>
                </c:pt>
                <c:pt idx="15443">
                  <c:v>0.20025034251113966</c:v>
                </c:pt>
                <c:pt idx="15444">
                  <c:v>0.20025048645875612</c:v>
                </c:pt>
                <c:pt idx="15445">
                  <c:v>0.20027909234159411</c:v>
                </c:pt>
                <c:pt idx="15446">
                  <c:v>0.2003037069237078</c:v>
                </c:pt>
                <c:pt idx="15447">
                  <c:v>0.20032548108686618</c:v>
                </c:pt>
                <c:pt idx="15448">
                  <c:v>0.20032954351357343</c:v>
                </c:pt>
                <c:pt idx="15449">
                  <c:v>0.20033871230318936</c:v>
                </c:pt>
                <c:pt idx="15450">
                  <c:v>0.20034485821086886</c:v>
                </c:pt>
                <c:pt idx="15451">
                  <c:v>0.20034857036223683</c:v>
                </c:pt>
                <c:pt idx="15452">
                  <c:v>0.20037109222657187</c:v>
                </c:pt>
                <c:pt idx="15453">
                  <c:v>0.20037325018623442</c:v>
                </c:pt>
                <c:pt idx="15454">
                  <c:v>0.20037361034046844</c:v>
                </c:pt>
                <c:pt idx="15455">
                  <c:v>0.20038015888784755</c:v>
                </c:pt>
                <c:pt idx="15456">
                  <c:v>0.20039149630434108</c:v>
                </c:pt>
                <c:pt idx="15457">
                  <c:v>0.20040223664289888</c:v>
                </c:pt>
                <c:pt idx="15458">
                  <c:v>0.20040846619650129</c:v>
                </c:pt>
                <c:pt idx="15459">
                  <c:v>0.20043618331661875</c:v>
                </c:pt>
                <c:pt idx="15460">
                  <c:v>0.20047997858769898</c:v>
                </c:pt>
                <c:pt idx="15461">
                  <c:v>0.20049086291845555</c:v>
                </c:pt>
                <c:pt idx="15462">
                  <c:v>0.20050148589991876</c:v>
                </c:pt>
                <c:pt idx="15463">
                  <c:v>0.20051531250428725</c:v>
                </c:pt>
                <c:pt idx="15464">
                  <c:v>0.20053542766270241</c:v>
                </c:pt>
                <c:pt idx="15465">
                  <c:v>0.20054716517127419</c:v>
                </c:pt>
                <c:pt idx="15466">
                  <c:v>0.20054921684118984</c:v>
                </c:pt>
                <c:pt idx="15467">
                  <c:v>0.20057740231799781</c:v>
                </c:pt>
                <c:pt idx="15468">
                  <c:v>0.20057840502567917</c:v>
                </c:pt>
                <c:pt idx="15469">
                  <c:v>0.20058292699334598</c:v>
                </c:pt>
                <c:pt idx="15470">
                  <c:v>0.20060329248295575</c:v>
                </c:pt>
                <c:pt idx="15471">
                  <c:v>0.20060503073440411</c:v>
                </c:pt>
                <c:pt idx="15472">
                  <c:v>0.20063625320330145</c:v>
                </c:pt>
                <c:pt idx="15473">
                  <c:v>0.20065690325431351</c:v>
                </c:pt>
                <c:pt idx="15474">
                  <c:v>0.20067220648846534</c:v>
                </c:pt>
                <c:pt idx="15475">
                  <c:v>0.20067288456918633</c:v>
                </c:pt>
                <c:pt idx="15476">
                  <c:v>0.20069664995482647</c:v>
                </c:pt>
                <c:pt idx="15477">
                  <c:v>0.2007015307767048</c:v>
                </c:pt>
                <c:pt idx="15478">
                  <c:v>0.20072518146139062</c:v>
                </c:pt>
                <c:pt idx="15479">
                  <c:v>0.20072641335211916</c:v>
                </c:pt>
                <c:pt idx="15480">
                  <c:v>0.20073741743854423</c:v>
                </c:pt>
                <c:pt idx="15481">
                  <c:v>0.20075431577358649</c:v>
                </c:pt>
                <c:pt idx="15482">
                  <c:v>0.20076734296477841</c:v>
                </c:pt>
                <c:pt idx="15483">
                  <c:v>0.20076936491943026</c:v>
                </c:pt>
                <c:pt idx="15484">
                  <c:v>0.20077200754207106</c:v>
                </c:pt>
                <c:pt idx="15485">
                  <c:v>0.20078138528910183</c:v>
                </c:pt>
                <c:pt idx="15486">
                  <c:v>0.20079721085120331</c:v>
                </c:pt>
                <c:pt idx="15487">
                  <c:v>0.2008386399292893</c:v>
                </c:pt>
                <c:pt idx="15488">
                  <c:v>0.20084320134158226</c:v>
                </c:pt>
                <c:pt idx="15489">
                  <c:v>0.20084762339121701</c:v>
                </c:pt>
                <c:pt idx="15490">
                  <c:v>0.20086249815721102</c:v>
                </c:pt>
                <c:pt idx="15491">
                  <c:v>0.20086972779124104</c:v>
                </c:pt>
                <c:pt idx="15492">
                  <c:v>0.20089886914226199</c:v>
                </c:pt>
                <c:pt idx="15493">
                  <c:v>0.20090076702319223</c:v>
                </c:pt>
                <c:pt idx="15494">
                  <c:v>0.20090178575232412</c:v>
                </c:pt>
                <c:pt idx="15495">
                  <c:v>0.20093331009825338</c:v>
                </c:pt>
                <c:pt idx="15496">
                  <c:v>0.20093932915438439</c:v>
                </c:pt>
                <c:pt idx="15497">
                  <c:v>0.20093943687444024</c:v>
                </c:pt>
                <c:pt idx="15498">
                  <c:v>0.20095044432711931</c:v>
                </c:pt>
                <c:pt idx="15499">
                  <c:v>0.2009523476231066</c:v>
                </c:pt>
                <c:pt idx="15500">
                  <c:v>0.20097968760239765</c:v>
                </c:pt>
                <c:pt idx="15501">
                  <c:v>0.20099477886898792</c:v>
                </c:pt>
                <c:pt idx="15502">
                  <c:v>0.20100344958351327</c:v>
                </c:pt>
                <c:pt idx="15503">
                  <c:v>0.20101335408632975</c:v>
                </c:pt>
                <c:pt idx="15504">
                  <c:v>0.20101480359460194</c:v>
                </c:pt>
                <c:pt idx="15505">
                  <c:v>0.20104022009201458</c:v>
                </c:pt>
                <c:pt idx="15506">
                  <c:v>0.20107091784215936</c:v>
                </c:pt>
                <c:pt idx="15507">
                  <c:v>0.20107816938448478</c:v>
                </c:pt>
                <c:pt idx="15508">
                  <c:v>0.20108146803678456</c:v>
                </c:pt>
                <c:pt idx="15509">
                  <c:v>0.20109135076452125</c:v>
                </c:pt>
                <c:pt idx="15510">
                  <c:v>0.20109340516972168</c:v>
                </c:pt>
                <c:pt idx="15511">
                  <c:v>0.2011062561662422</c:v>
                </c:pt>
                <c:pt idx="15512">
                  <c:v>0.20111467912780162</c:v>
                </c:pt>
                <c:pt idx="15513">
                  <c:v>0.20111756890539567</c:v>
                </c:pt>
                <c:pt idx="15514">
                  <c:v>0.20111902105148211</c:v>
                </c:pt>
                <c:pt idx="15515">
                  <c:v>0.20113022466638247</c:v>
                </c:pt>
                <c:pt idx="15516">
                  <c:v>0.20115817152872417</c:v>
                </c:pt>
                <c:pt idx="15517">
                  <c:v>0.20119240855622211</c:v>
                </c:pt>
                <c:pt idx="15518">
                  <c:v>0.20120098196540084</c:v>
                </c:pt>
                <c:pt idx="15519">
                  <c:v>0.20120693896202618</c:v>
                </c:pt>
                <c:pt idx="15520">
                  <c:v>0.20120796584288039</c:v>
                </c:pt>
                <c:pt idx="15521">
                  <c:v>0.20123215096313032</c:v>
                </c:pt>
                <c:pt idx="15522">
                  <c:v>0.20123930281151248</c:v>
                </c:pt>
                <c:pt idx="15523">
                  <c:v>0.20123971734966628</c:v>
                </c:pt>
                <c:pt idx="15524">
                  <c:v>0.20124129764934393</c:v>
                </c:pt>
                <c:pt idx="15525">
                  <c:v>0.20124325862465828</c:v>
                </c:pt>
                <c:pt idx="15526">
                  <c:v>0.20124925522700088</c:v>
                </c:pt>
                <c:pt idx="15527">
                  <c:v>0.20125075424404895</c:v>
                </c:pt>
                <c:pt idx="15528">
                  <c:v>0.20125841790473534</c:v>
                </c:pt>
                <c:pt idx="15529">
                  <c:v>0.20127553973712153</c:v>
                </c:pt>
                <c:pt idx="15530">
                  <c:v>0.20127779159567877</c:v>
                </c:pt>
                <c:pt idx="15531">
                  <c:v>0.20127950719767654</c:v>
                </c:pt>
                <c:pt idx="15532">
                  <c:v>0.20128122194170314</c:v>
                </c:pt>
                <c:pt idx="15533">
                  <c:v>0.20128300129670304</c:v>
                </c:pt>
                <c:pt idx="15534">
                  <c:v>0.20129071725363862</c:v>
                </c:pt>
                <c:pt idx="15535">
                  <c:v>0.20130101360009706</c:v>
                </c:pt>
                <c:pt idx="15536">
                  <c:v>0.20130109331950294</c:v>
                </c:pt>
                <c:pt idx="15537">
                  <c:v>0.20133567558213347</c:v>
                </c:pt>
                <c:pt idx="15538">
                  <c:v>0.20137491524515136</c:v>
                </c:pt>
                <c:pt idx="15539">
                  <c:v>0.2014091552380268</c:v>
                </c:pt>
                <c:pt idx="15540">
                  <c:v>0.20141176155865448</c:v>
                </c:pt>
                <c:pt idx="15541">
                  <c:v>0.20141273072679075</c:v>
                </c:pt>
                <c:pt idx="15542">
                  <c:v>0.20144997411828858</c:v>
                </c:pt>
                <c:pt idx="15543">
                  <c:v>0.20145414340508214</c:v>
                </c:pt>
                <c:pt idx="15544">
                  <c:v>0.20146329121608231</c:v>
                </c:pt>
                <c:pt idx="15545">
                  <c:v>0.20148992555422107</c:v>
                </c:pt>
                <c:pt idx="15546">
                  <c:v>0.20150449756475569</c:v>
                </c:pt>
                <c:pt idx="15547">
                  <c:v>0.20152919465105046</c:v>
                </c:pt>
                <c:pt idx="15548">
                  <c:v>0.20155877665293509</c:v>
                </c:pt>
                <c:pt idx="15549">
                  <c:v>0.20156812810515967</c:v>
                </c:pt>
                <c:pt idx="15550">
                  <c:v>0.20157050402433166</c:v>
                </c:pt>
                <c:pt idx="15551">
                  <c:v>0.20157572654926206</c:v>
                </c:pt>
                <c:pt idx="15552">
                  <c:v>0.20158470229094513</c:v>
                </c:pt>
                <c:pt idx="15553">
                  <c:v>0.20160864209889776</c:v>
                </c:pt>
                <c:pt idx="15554">
                  <c:v>0.20161357056802581</c:v>
                </c:pt>
                <c:pt idx="15555">
                  <c:v>0.20162198164555725</c:v>
                </c:pt>
                <c:pt idx="15556">
                  <c:v>0.20162820250318875</c:v>
                </c:pt>
                <c:pt idx="15557">
                  <c:v>0.20165366310991581</c:v>
                </c:pt>
                <c:pt idx="15558">
                  <c:v>0.20167584347193596</c:v>
                </c:pt>
                <c:pt idx="15559">
                  <c:v>0.20169119863913626</c:v>
                </c:pt>
                <c:pt idx="15560">
                  <c:v>0.20171474756539554</c:v>
                </c:pt>
                <c:pt idx="15561">
                  <c:v>0.20172433079121613</c:v>
                </c:pt>
                <c:pt idx="15562">
                  <c:v>0.2017377832242799</c:v>
                </c:pt>
                <c:pt idx="15563">
                  <c:v>0.20175104830228877</c:v>
                </c:pt>
                <c:pt idx="15564">
                  <c:v>0.20175275859118544</c:v>
                </c:pt>
                <c:pt idx="15565">
                  <c:v>0.20175770398160214</c:v>
                </c:pt>
                <c:pt idx="15566">
                  <c:v>0.2017870671554553</c:v>
                </c:pt>
                <c:pt idx="15567">
                  <c:v>0.20178826361555072</c:v>
                </c:pt>
                <c:pt idx="15568">
                  <c:v>0.20181936177487497</c:v>
                </c:pt>
                <c:pt idx="15569">
                  <c:v>0.20182621895613398</c:v>
                </c:pt>
                <c:pt idx="15570">
                  <c:v>0.20182736640711427</c:v>
                </c:pt>
                <c:pt idx="15571">
                  <c:v>0.20183693312623782</c:v>
                </c:pt>
                <c:pt idx="15572">
                  <c:v>0.20184375786298203</c:v>
                </c:pt>
                <c:pt idx="15573">
                  <c:v>0.20184454425773288</c:v>
                </c:pt>
                <c:pt idx="15574">
                  <c:v>0.20185940795021692</c:v>
                </c:pt>
                <c:pt idx="15575">
                  <c:v>0.20186714519385374</c:v>
                </c:pt>
                <c:pt idx="15576">
                  <c:v>0.20189852686839455</c:v>
                </c:pt>
                <c:pt idx="15577">
                  <c:v>0.20190649195486909</c:v>
                </c:pt>
                <c:pt idx="15578">
                  <c:v>0.2019076722944857</c:v>
                </c:pt>
                <c:pt idx="15579">
                  <c:v>0.2019291939327274</c:v>
                </c:pt>
                <c:pt idx="15580">
                  <c:v>0.20200124822593729</c:v>
                </c:pt>
                <c:pt idx="15581">
                  <c:v>0.20201444000679114</c:v>
                </c:pt>
                <c:pt idx="15582">
                  <c:v>0.20203430293702834</c:v>
                </c:pt>
                <c:pt idx="15583">
                  <c:v>0.2020349899675036</c:v>
                </c:pt>
                <c:pt idx="15584">
                  <c:v>0.20204056649661337</c:v>
                </c:pt>
                <c:pt idx="15585">
                  <c:v>0.20207423358173177</c:v>
                </c:pt>
                <c:pt idx="15586">
                  <c:v>0.20208124579816267</c:v>
                </c:pt>
                <c:pt idx="15587">
                  <c:v>0.20213790771042683</c:v>
                </c:pt>
                <c:pt idx="15588">
                  <c:v>0.20213966758199803</c:v>
                </c:pt>
                <c:pt idx="15589">
                  <c:v>0.20218015077416265</c:v>
                </c:pt>
                <c:pt idx="15590">
                  <c:v>0.20221618627321467</c:v>
                </c:pt>
                <c:pt idx="15591">
                  <c:v>0.20222258658466319</c:v>
                </c:pt>
                <c:pt idx="15592">
                  <c:v>0.20222813946996351</c:v>
                </c:pt>
                <c:pt idx="15593">
                  <c:v>0.20223565820032571</c:v>
                </c:pt>
                <c:pt idx="15594">
                  <c:v>0.20224355097768487</c:v>
                </c:pt>
                <c:pt idx="15595">
                  <c:v>0.20224501479598236</c:v>
                </c:pt>
                <c:pt idx="15596">
                  <c:v>0.20226603449072345</c:v>
                </c:pt>
                <c:pt idx="15597">
                  <c:v>0.20228251836692843</c:v>
                </c:pt>
                <c:pt idx="15598">
                  <c:v>0.20229353133523242</c:v>
                </c:pt>
                <c:pt idx="15599">
                  <c:v>0.20232897481503917</c:v>
                </c:pt>
                <c:pt idx="15600">
                  <c:v>0.20234929402147045</c:v>
                </c:pt>
                <c:pt idx="15601">
                  <c:v>0.20236602934990769</c:v>
                </c:pt>
                <c:pt idx="15602">
                  <c:v>0.20236691659119665</c:v>
                </c:pt>
                <c:pt idx="15603">
                  <c:v>0.20236777748963325</c:v>
                </c:pt>
                <c:pt idx="15604">
                  <c:v>0.2023696395985633</c:v>
                </c:pt>
                <c:pt idx="15605">
                  <c:v>0.20239330341261363</c:v>
                </c:pt>
                <c:pt idx="15606">
                  <c:v>0.20246228977012898</c:v>
                </c:pt>
                <c:pt idx="15607">
                  <c:v>0.20247407195524322</c:v>
                </c:pt>
                <c:pt idx="15608">
                  <c:v>0.20251355334640714</c:v>
                </c:pt>
                <c:pt idx="15609">
                  <c:v>0.20256045104582709</c:v>
                </c:pt>
                <c:pt idx="15610">
                  <c:v>0.20262932068744999</c:v>
                </c:pt>
                <c:pt idx="15611">
                  <c:v>0.20264361211304177</c:v>
                </c:pt>
                <c:pt idx="15612">
                  <c:v>0.20264517921684319</c:v>
                </c:pt>
                <c:pt idx="15613">
                  <c:v>0.20271566414060663</c:v>
                </c:pt>
                <c:pt idx="15614">
                  <c:v>0.20274048957208504</c:v>
                </c:pt>
                <c:pt idx="15615">
                  <c:v>0.20274382861036297</c:v>
                </c:pt>
                <c:pt idx="15616">
                  <c:v>0.20274468456696071</c:v>
                </c:pt>
                <c:pt idx="15617">
                  <c:v>0.20275147155666529</c:v>
                </c:pt>
                <c:pt idx="15618">
                  <c:v>0.20277424367260344</c:v>
                </c:pt>
                <c:pt idx="15619">
                  <c:v>0.2028078564910625</c:v>
                </c:pt>
                <c:pt idx="15620">
                  <c:v>0.20281188592316626</c:v>
                </c:pt>
                <c:pt idx="15621">
                  <c:v>0.20281225923192228</c:v>
                </c:pt>
                <c:pt idx="15622">
                  <c:v>0.20283947777178016</c:v>
                </c:pt>
                <c:pt idx="15623">
                  <c:v>0.20284361381173854</c:v>
                </c:pt>
                <c:pt idx="15624">
                  <c:v>0.20285896458309272</c:v>
                </c:pt>
                <c:pt idx="15625">
                  <c:v>0.20287936840787618</c:v>
                </c:pt>
                <c:pt idx="15626">
                  <c:v>0.20292870161110282</c:v>
                </c:pt>
                <c:pt idx="15627">
                  <c:v>0.20296219799248916</c:v>
                </c:pt>
                <c:pt idx="15628">
                  <c:v>0.20296365025763244</c:v>
                </c:pt>
                <c:pt idx="15629">
                  <c:v>0.20296365951412237</c:v>
                </c:pt>
                <c:pt idx="15630">
                  <c:v>0.20299189596711645</c:v>
                </c:pt>
                <c:pt idx="15631">
                  <c:v>0.20301448563637201</c:v>
                </c:pt>
                <c:pt idx="15632">
                  <c:v>0.20302421275768973</c:v>
                </c:pt>
                <c:pt idx="15633">
                  <c:v>0.20302631987808045</c:v>
                </c:pt>
                <c:pt idx="15634">
                  <c:v>0.20310737515378169</c:v>
                </c:pt>
                <c:pt idx="15635">
                  <c:v>0.20311164103284229</c:v>
                </c:pt>
                <c:pt idx="15636">
                  <c:v>0.20311503932278599</c:v>
                </c:pt>
                <c:pt idx="15637">
                  <c:v>0.20312426073581519</c:v>
                </c:pt>
                <c:pt idx="15638">
                  <c:v>0.20312725951233662</c:v>
                </c:pt>
                <c:pt idx="15639">
                  <c:v>0.20312737370240752</c:v>
                </c:pt>
                <c:pt idx="15640">
                  <c:v>0.20313191874826164</c:v>
                </c:pt>
                <c:pt idx="15641">
                  <c:v>0.20313747185455786</c:v>
                </c:pt>
                <c:pt idx="15642">
                  <c:v>0.20319034073855993</c:v>
                </c:pt>
                <c:pt idx="15643">
                  <c:v>0.20320649633530261</c:v>
                </c:pt>
                <c:pt idx="15644">
                  <c:v>0.20321716566270023</c:v>
                </c:pt>
                <c:pt idx="15645">
                  <c:v>0.20325469582485528</c:v>
                </c:pt>
                <c:pt idx="15646">
                  <c:v>0.2032564965494284</c:v>
                </c:pt>
                <c:pt idx="15647">
                  <c:v>0.20325916047926548</c:v>
                </c:pt>
                <c:pt idx="15648">
                  <c:v>0.20328257318694903</c:v>
                </c:pt>
                <c:pt idx="15649">
                  <c:v>0.20329837376226223</c:v>
                </c:pt>
                <c:pt idx="15650">
                  <c:v>0.20330593540998826</c:v>
                </c:pt>
                <c:pt idx="15651">
                  <c:v>0.20331010131750624</c:v>
                </c:pt>
                <c:pt idx="15652">
                  <c:v>0.20332302065484395</c:v>
                </c:pt>
                <c:pt idx="15653">
                  <c:v>0.20334011651801331</c:v>
                </c:pt>
                <c:pt idx="15654">
                  <c:v>0.20335778863859214</c:v>
                </c:pt>
                <c:pt idx="15655">
                  <c:v>0.20336341538787184</c:v>
                </c:pt>
                <c:pt idx="15656">
                  <c:v>0.20336455829890801</c:v>
                </c:pt>
                <c:pt idx="15657">
                  <c:v>0.20336777997844266</c:v>
                </c:pt>
                <c:pt idx="15658">
                  <c:v>0.20337639437224839</c:v>
                </c:pt>
                <c:pt idx="15659">
                  <c:v>0.20338476641959227</c:v>
                </c:pt>
                <c:pt idx="15660">
                  <c:v>0.20339485044508004</c:v>
                </c:pt>
                <c:pt idx="15661">
                  <c:v>0.20340497051404846</c:v>
                </c:pt>
                <c:pt idx="15662">
                  <c:v>0.20341174853289978</c:v>
                </c:pt>
                <c:pt idx="15663">
                  <c:v>0.20345267817561868</c:v>
                </c:pt>
                <c:pt idx="15664">
                  <c:v>0.20345270518289776</c:v>
                </c:pt>
                <c:pt idx="15665">
                  <c:v>0.20345593357233657</c:v>
                </c:pt>
                <c:pt idx="15666">
                  <c:v>0.20347007135673828</c:v>
                </c:pt>
                <c:pt idx="15667">
                  <c:v>0.20347568992100037</c:v>
                </c:pt>
                <c:pt idx="15668">
                  <c:v>0.20350161533438876</c:v>
                </c:pt>
                <c:pt idx="15669">
                  <c:v>0.20350183810291497</c:v>
                </c:pt>
                <c:pt idx="15670">
                  <c:v>0.20351347128155112</c:v>
                </c:pt>
                <c:pt idx="15671">
                  <c:v>0.203529910786139</c:v>
                </c:pt>
                <c:pt idx="15672">
                  <c:v>0.20353647407724818</c:v>
                </c:pt>
                <c:pt idx="15673">
                  <c:v>0.20357329449125841</c:v>
                </c:pt>
                <c:pt idx="15674">
                  <c:v>0.20357613895481244</c:v>
                </c:pt>
                <c:pt idx="15675">
                  <c:v>0.20357811692313083</c:v>
                </c:pt>
                <c:pt idx="15676">
                  <c:v>0.20359482832484185</c:v>
                </c:pt>
                <c:pt idx="15677">
                  <c:v>0.20359943959730709</c:v>
                </c:pt>
                <c:pt idx="15678">
                  <c:v>0.20363277149145004</c:v>
                </c:pt>
                <c:pt idx="15679">
                  <c:v>0.20364221530410995</c:v>
                </c:pt>
                <c:pt idx="15680">
                  <c:v>0.20364519368764258</c:v>
                </c:pt>
                <c:pt idx="15681">
                  <c:v>0.20366534422152266</c:v>
                </c:pt>
                <c:pt idx="15682">
                  <c:v>0.20373096228323145</c:v>
                </c:pt>
                <c:pt idx="15683">
                  <c:v>0.20374300187274333</c:v>
                </c:pt>
                <c:pt idx="15684">
                  <c:v>0.20374671249291457</c:v>
                </c:pt>
                <c:pt idx="15685">
                  <c:v>0.2037527743517884</c:v>
                </c:pt>
                <c:pt idx="15686">
                  <c:v>0.20377763101651855</c:v>
                </c:pt>
                <c:pt idx="15687">
                  <c:v>0.20377959083047942</c:v>
                </c:pt>
                <c:pt idx="15688">
                  <c:v>0.20379657811937738</c:v>
                </c:pt>
                <c:pt idx="15689">
                  <c:v>0.20381833385977169</c:v>
                </c:pt>
                <c:pt idx="15690">
                  <c:v>0.20382613177616338</c:v>
                </c:pt>
                <c:pt idx="15691">
                  <c:v>0.20385134341117772</c:v>
                </c:pt>
                <c:pt idx="15692">
                  <c:v>0.20385711933252129</c:v>
                </c:pt>
                <c:pt idx="15693">
                  <c:v>0.20388959965508019</c:v>
                </c:pt>
                <c:pt idx="15694">
                  <c:v>0.20393397418521134</c:v>
                </c:pt>
                <c:pt idx="15695">
                  <c:v>0.20396647632267401</c:v>
                </c:pt>
                <c:pt idx="15696">
                  <c:v>0.20398327993256274</c:v>
                </c:pt>
                <c:pt idx="15697">
                  <c:v>0.20402284554364147</c:v>
                </c:pt>
                <c:pt idx="15698">
                  <c:v>0.20404657458578618</c:v>
                </c:pt>
                <c:pt idx="15699">
                  <c:v>0.20409373442583578</c:v>
                </c:pt>
                <c:pt idx="15700">
                  <c:v>0.2041222830320116</c:v>
                </c:pt>
                <c:pt idx="15701">
                  <c:v>0.20413111916985055</c:v>
                </c:pt>
                <c:pt idx="15702">
                  <c:v>0.20413265445030676</c:v>
                </c:pt>
                <c:pt idx="15703">
                  <c:v>0.2041335137767411</c:v>
                </c:pt>
                <c:pt idx="15704">
                  <c:v>0.20414117599430956</c:v>
                </c:pt>
                <c:pt idx="15705">
                  <c:v>0.20416608991131033</c:v>
                </c:pt>
                <c:pt idx="15706">
                  <c:v>0.20418412039039474</c:v>
                </c:pt>
                <c:pt idx="15707">
                  <c:v>0.20418792210365314</c:v>
                </c:pt>
                <c:pt idx="15708">
                  <c:v>0.20419548459899839</c:v>
                </c:pt>
                <c:pt idx="15709">
                  <c:v>0.20420366976760909</c:v>
                </c:pt>
                <c:pt idx="15710">
                  <c:v>0.20422811940791005</c:v>
                </c:pt>
                <c:pt idx="15711">
                  <c:v>0.20428638581239089</c:v>
                </c:pt>
                <c:pt idx="15712">
                  <c:v>0.20429482874284863</c:v>
                </c:pt>
                <c:pt idx="15713">
                  <c:v>0.20437030647976678</c:v>
                </c:pt>
                <c:pt idx="15714">
                  <c:v>0.20437783359222778</c:v>
                </c:pt>
                <c:pt idx="15715">
                  <c:v>0.20437864083291243</c:v>
                </c:pt>
                <c:pt idx="15716">
                  <c:v>0.20438468038982074</c:v>
                </c:pt>
                <c:pt idx="15717">
                  <c:v>0.20439152835998156</c:v>
                </c:pt>
                <c:pt idx="15718">
                  <c:v>0.2043926357843521</c:v>
                </c:pt>
                <c:pt idx="15719">
                  <c:v>0.20442337766928159</c:v>
                </c:pt>
                <c:pt idx="15720">
                  <c:v>0.2044238560391147</c:v>
                </c:pt>
                <c:pt idx="15721">
                  <c:v>0.20443645735396057</c:v>
                </c:pt>
                <c:pt idx="15722">
                  <c:v>0.20445924592157644</c:v>
                </c:pt>
                <c:pt idx="15723">
                  <c:v>0.20447026072213528</c:v>
                </c:pt>
                <c:pt idx="15724">
                  <c:v>0.20448805016756513</c:v>
                </c:pt>
                <c:pt idx="15725">
                  <c:v>0.20449895565877216</c:v>
                </c:pt>
                <c:pt idx="15726">
                  <c:v>0.20450841087942476</c:v>
                </c:pt>
                <c:pt idx="15727">
                  <c:v>0.20451674531793582</c:v>
                </c:pt>
                <c:pt idx="15728">
                  <c:v>0.20453943846879924</c:v>
                </c:pt>
                <c:pt idx="15729">
                  <c:v>0.20454048482435561</c:v>
                </c:pt>
                <c:pt idx="15730">
                  <c:v>0.20458023999438191</c:v>
                </c:pt>
                <c:pt idx="15731">
                  <c:v>0.20458686535578827</c:v>
                </c:pt>
                <c:pt idx="15732">
                  <c:v>0.20459949762631827</c:v>
                </c:pt>
                <c:pt idx="15733">
                  <c:v>0.20461413584151414</c:v>
                </c:pt>
                <c:pt idx="15734">
                  <c:v>0.20467120658277149</c:v>
                </c:pt>
                <c:pt idx="15735">
                  <c:v>0.20472537009886344</c:v>
                </c:pt>
                <c:pt idx="15736">
                  <c:v>0.20472744574878113</c:v>
                </c:pt>
                <c:pt idx="15737">
                  <c:v>0.20476014713991458</c:v>
                </c:pt>
                <c:pt idx="15738">
                  <c:v>0.20479331312065222</c:v>
                </c:pt>
                <c:pt idx="15739">
                  <c:v>0.2048029233400501</c:v>
                </c:pt>
                <c:pt idx="15740">
                  <c:v>0.20482038406942391</c:v>
                </c:pt>
                <c:pt idx="15741">
                  <c:v>0.20482670000095396</c:v>
                </c:pt>
                <c:pt idx="15742">
                  <c:v>0.20482996139243781</c:v>
                </c:pt>
                <c:pt idx="15743">
                  <c:v>0.20490306563822688</c:v>
                </c:pt>
                <c:pt idx="15744">
                  <c:v>0.20492574634823171</c:v>
                </c:pt>
                <c:pt idx="15745">
                  <c:v>0.20493508338486327</c:v>
                </c:pt>
                <c:pt idx="15746">
                  <c:v>0.20494627175804758</c:v>
                </c:pt>
                <c:pt idx="15747">
                  <c:v>0.20495017011377081</c:v>
                </c:pt>
                <c:pt idx="15748">
                  <c:v>0.20496388043425726</c:v>
                </c:pt>
                <c:pt idx="15749">
                  <c:v>0.20499572515934594</c:v>
                </c:pt>
                <c:pt idx="15750">
                  <c:v>0.20501208582822733</c:v>
                </c:pt>
                <c:pt idx="15751">
                  <c:v>0.20503326784069947</c:v>
                </c:pt>
                <c:pt idx="15752">
                  <c:v>0.20507029741049373</c:v>
                </c:pt>
                <c:pt idx="15753">
                  <c:v>0.20509093072209511</c:v>
                </c:pt>
                <c:pt idx="15754">
                  <c:v>0.20509324458774869</c:v>
                </c:pt>
                <c:pt idx="15755">
                  <c:v>0.20512087909462037</c:v>
                </c:pt>
                <c:pt idx="15756">
                  <c:v>0.20513644551131349</c:v>
                </c:pt>
                <c:pt idx="15757">
                  <c:v>0.20514476924956956</c:v>
                </c:pt>
                <c:pt idx="15758">
                  <c:v>0.20518845412213327</c:v>
                </c:pt>
                <c:pt idx="15759">
                  <c:v>0.2052139607678147</c:v>
                </c:pt>
                <c:pt idx="15760">
                  <c:v>0.20524077445896977</c:v>
                </c:pt>
                <c:pt idx="15761">
                  <c:v>0.20524391607368064</c:v>
                </c:pt>
                <c:pt idx="15762">
                  <c:v>0.20524944731500699</c:v>
                </c:pt>
                <c:pt idx="15763">
                  <c:v>0.20525628945288626</c:v>
                </c:pt>
                <c:pt idx="15764">
                  <c:v>0.2052587931652145</c:v>
                </c:pt>
                <c:pt idx="15765">
                  <c:v>0.20528677741010756</c:v>
                </c:pt>
                <c:pt idx="15766">
                  <c:v>0.20530351767493271</c:v>
                </c:pt>
                <c:pt idx="15767">
                  <c:v>0.2053104216513997</c:v>
                </c:pt>
                <c:pt idx="15768">
                  <c:v>0.20534986107405054</c:v>
                </c:pt>
                <c:pt idx="15769">
                  <c:v>0.20535288504253491</c:v>
                </c:pt>
                <c:pt idx="15770">
                  <c:v>0.20536876852905761</c:v>
                </c:pt>
                <c:pt idx="15771">
                  <c:v>0.20536901088490897</c:v>
                </c:pt>
                <c:pt idx="15772">
                  <c:v>0.20537059942771732</c:v>
                </c:pt>
                <c:pt idx="15773">
                  <c:v>0.20537909756579503</c:v>
                </c:pt>
                <c:pt idx="15774">
                  <c:v>0.20539062881603895</c:v>
                </c:pt>
                <c:pt idx="15775">
                  <c:v>0.2053923146981845</c:v>
                </c:pt>
                <c:pt idx="15776">
                  <c:v>0.20539971950044245</c:v>
                </c:pt>
                <c:pt idx="15777">
                  <c:v>0.20540418116277176</c:v>
                </c:pt>
                <c:pt idx="15778">
                  <c:v>0.20542523109314914</c:v>
                </c:pt>
                <c:pt idx="15779">
                  <c:v>0.20543009628422113</c:v>
                </c:pt>
                <c:pt idx="15780">
                  <c:v>0.2054621158716449</c:v>
                </c:pt>
                <c:pt idx="15781">
                  <c:v>0.20546560069203751</c:v>
                </c:pt>
                <c:pt idx="15782">
                  <c:v>0.20547585342139091</c:v>
                </c:pt>
                <c:pt idx="15783">
                  <c:v>0.20550508676546392</c:v>
                </c:pt>
                <c:pt idx="15784">
                  <c:v>0.20550719569067599</c:v>
                </c:pt>
                <c:pt idx="15785">
                  <c:v>0.20551069356687873</c:v>
                </c:pt>
                <c:pt idx="15786">
                  <c:v>0.20552033476536119</c:v>
                </c:pt>
                <c:pt idx="15787">
                  <c:v>0.20556714513014823</c:v>
                </c:pt>
                <c:pt idx="15788">
                  <c:v>0.20556849862156795</c:v>
                </c:pt>
                <c:pt idx="15789">
                  <c:v>0.20559066290275874</c:v>
                </c:pt>
                <c:pt idx="15790">
                  <c:v>0.2055939358078514</c:v>
                </c:pt>
                <c:pt idx="15791">
                  <c:v>0.20564383734319586</c:v>
                </c:pt>
                <c:pt idx="15792">
                  <c:v>0.20565483244630683</c:v>
                </c:pt>
                <c:pt idx="15793">
                  <c:v>0.20568208344256125</c:v>
                </c:pt>
                <c:pt idx="15794">
                  <c:v>0.2056845784559358</c:v>
                </c:pt>
                <c:pt idx="15795">
                  <c:v>0.20573832409490661</c:v>
                </c:pt>
                <c:pt idx="15796">
                  <c:v>0.20574117441103953</c:v>
                </c:pt>
                <c:pt idx="15797">
                  <c:v>0.20575532247532294</c:v>
                </c:pt>
                <c:pt idx="15798">
                  <c:v>0.20576928236556871</c:v>
                </c:pt>
                <c:pt idx="15799">
                  <c:v>0.20577466597819208</c:v>
                </c:pt>
                <c:pt idx="15800">
                  <c:v>0.20581750144275207</c:v>
                </c:pt>
                <c:pt idx="15801">
                  <c:v>0.20583954301185528</c:v>
                </c:pt>
                <c:pt idx="15802">
                  <c:v>0.20585314426394863</c:v>
                </c:pt>
                <c:pt idx="15803">
                  <c:v>0.20585653338886747</c:v>
                </c:pt>
                <c:pt idx="15804">
                  <c:v>0.20585715894747333</c:v>
                </c:pt>
                <c:pt idx="15805">
                  <c:v>0.20586879830758414</c:v>
                </c:pt>
                <c:pt idx="15806">
                  <c:v>0.20588677817685516</c:v>
                </c:pt>
                <c:pt idx="15807">
                  <c:v>0.20589509737827646</c:v>
                </c:pt>
                <c:pt idx="15808">
                  <c:v>0.20593273184494351</c:v>
                </c:pt>
                <c:pt idx="15809">
                  <c:v>0.20595166445783722</c:v>
                </c:pt>
                <c:pt idx="15810">
                  <c:v>0.20597298165417544</c:v>
                </c:pt>
                <c:pt idx="15811">
                  <c:v>0.20597523262471398</c:v>
                </c:pt>
                <c:pt idx="15812">
                  <c:v>0.20597580621328598</c:v>
                </c:pt>
                <c:pt idx="15813">
                  <c:v>0.20598664216109461</c:v>
                </c:pt>
                <c:pt idx="15814">
                  <c:v>0.20601136280855772</c:v>
                </c:pt>
                <c:pt idx="15815">
                  <c:v>0.20602506581526692</c:v>
                </c:pt>
                <c:pt idx="15816">
                  <c:v>0.20602535035737324</c:v>
                </c:pt>
                <c:pt idx="15817">
                  <c:v>0.20603574238274988</c:v>
                </c:pt>
                <c:pt idx="15818">
                  <c:v>0.20605654024255196</c:v>
                </c:pt>
                <c:pt idx="15819">
                  <c:v>0.20605921943426353</c:v>
                </c:pt>
                <c:pt idx="15820">
                  <c:v>0.2060704822244131</c:v>
                </c:pt>
                <c:pt idx="15821">
                  <c:v>0.20609265768730153</c:v>
                </c:pt>
                <c:pt idx="15822">
                  <c:v>0.20609453153939308</c:v>
                </c:pt>
                <c:pt idx="15823">
                  <c:v>0.20611477943716786</c:v>
                </c:pt>
                <c:pt idx="15824">
                  <c:v>0.20612648208132781</c:v>
                </c:pt>
                <c:pt idx="15825">
                  <c:v>0.20615235790998784</c:v>
                </c:pt>
                <c:pt idx="15826">
                  <c:v>0.2061738820424634</c:v>
                </c:pt>
                <c:pt idx="15827">
                  <c:v>0.20618136673697918</c:v>
                </c:pt>
                <c:pt idx="15828">
                  <c:v>0.20618977203426253</c:v>
                </c:pt>
                <c:pt idx="15829">
                  <c:v>0.20619865984337865</c:v>
                </c:pt>
                <c:pt idx="15830">
                  <c:v>0.20620651681470123</c:v>
                </c:pt>
                <c:pt idx="15831">
                  <c:v>0.20621049127894892</c:v>
                </c:pt>
                <c:pt idx="15832">
                  <c:v>0.20621374048592986</c:v>
                </c:pt>
                <c:pt idx="15833">
                  <c:v>0.2062597863828694</c:v>
                </c:pt>
                <c:pt idx="15834">
                  <c:v>0.20628944236517943</c:v>
                </c:pt>
                <c:pt idx="15835">
                  <c:v>0.20630485793758066</c:v>
                </c:pt>
                <c:pt idx="15836">
                  <c:v>0.20632734760187776</c:v>
                </c:pt>
                <c:pt idx="15837">
                  <c:v>0.20633881743513671</c:v>
                </c:pt>
                <c:pt idx="15838">
                  <c:v>0.2063950083694932</c:v>
                </c:pt>
                <c:pt idx="15839">
                  <c:v>0.20639677942254914</c:v>
                </c:pt>
                <c:pt idx="15840">
                  <c:v>0.20640436278567495</c:v>
                </c:pt>
                <c:pt idx="15841">
                  <c:v>0.2064136713988943</c:v>
                </c:pt>
                <c:pt idx="15842">
                  <c:v>0.2064194259724145</c:v>
                </c:pt>
                <c:pt idx="15843">
                  <c:v>0.20644928360534254</c:v>
                </c:pt>
                <c:pt idx="15844">
                  <c:v>0.20646016224847089</c:v>
                </c:pt>
                <c:pt idx="15845">
                  <c:v>0.20648679472116482</c:v>
                </c:pt>
                <c:pt idx="15846">
                  <c:v>0.20648850261405038</c:v>
                </c:pt>
                <c:pt idx="15847">
                  <c:v>0.20648955625032889</c:v>
                </c:pt>
                <c:pt idx="15848">
                  <c:v>0.20649530163617807</c:v>
                </c:pt>
                <c:pt idx="15849">
                  <c:v>0.20651103059478312</c:v>
                </c:pt>
                <c:pt idx="15850">
                  <c:v>0.20651458264320885</c:v>
                </c:pt>
                <c:pt idx="15851">
                  <c:v>0.20653147403836367</c:v>
                </c:pt>
                <c:pt idx="15852">
                  <c:v>0.20658174131568052</c:v>
                </c:pt>
                <c:pt idx="15853">
                  <c:v>0.20658373707680155</c:v>
                </c:pt>
                <c:pt idx="15854">
                  <c:v>0.20663535821916271</c:v>
                </c:pt>
                <c:pt idx="15855">
                  <c:v>0.20664541824523869</c:v>
                </c:pt>
                <c:pt idx="15856">
                  <c:v>0.20665867265131765</c:v>
                </c:pt>
                <c:pt idx="15857">
                  <c:v>0.20667128274133037</c:v>
                </c:pt>
                <c:pt idx="15858">
                  <c:v>0.20668355212885561</c:v>
                </c:pt>
                <c:pt idx="15859">
                  <c:v>0.20669179682163921</c:v>
                </c:pt>
                <c:pt idx="15860">
                  <c:v>0.20669819998628658</c:v>
                </c:pt>
                <c:pt idx="15861">
                  <c:v>0.20672806455518414</c:v>
                </c:pt>
                <c:pt idx="15862">
                  <c:v>0.20672875784005879</c:v>
                </c:pt>
                <c:pt idx="15863">
                  <c:v>0.2067571039891786</c:v>
                </c:pt>
                <c:pt idx="15864">
                  <c:v>0.20678634467027257</c:v>
                </c:pt>
                <c:pt idx="15865">
                  <c:v>0.20680885714284106</c:v>
                </c:pt>
                <c:pt idx="15866">
                  <c:v>0.2068135492463202</c:v>
                </c:pt>
                <c:pt idx="15867">
                  <c:v>0.20682956933306965</c:v>
                </c:pt>
                <c:pt idx="15868">
                  <c:v>0.20690907455351934</c:v>
                </c:pt>
                <c:pt idx="15869">
                  <c:v>0.20693607097161393</c:v>
                </c:pt>
                <c:pt idx="15870">
                  <c:v>0.20694166362345995</c:v>
                </c:pt>
                <c:pt idx="15871">
                  <c:v>0.2069425187607469</c:v>
                </c:pt>
                <c:pt idx="15872">
                  <c:v>0.20695156550663044</c:v>
                </c:pt>
                <c:pt idx="15873">
                  <c:v>0.20695720915376475</c:v>
                </c:pt>
                <c:pt idx="15874">
                  <c:v>0.20695774331499842</c:v>
                </c:pt>
                <c:pt idx="15875">
                  <c:v>0.20697595604107019</c:v>
                </c:pt>
                <c:pt idx="15876">
                  <c:v>0.20699606339088455</c:v>
                </c:pt>
                <c:pt idx="15877">
                  <c:v>0.20700901174865041</c:v>
                </c:pt>
                <c:pt idx="15878">
                  <c:v>0.20701064938015939</c:v>
                </c:pt>
                <c:pt idx="15879">
                  <c:v>0.20703472402846115</c:v>
                </c:pt>
                <c:pt idx="15880">
                  <c:v>0.20705268581097236</c:v>
                </c:pt>
                <c:pt idx="15881">
                  <c:v>0.20705367468945346</c:v>
                </c:pt>
                <c:pt idx="15882">
                  <c:v>0.20706150979839485</c:v>
                </c:pt>
                <c:pt idx="15883">
                  <c:v>0.20707986451868793</c:v>
                </c:pt>
                <c:pt idx="15884">
                  <c:v>0.20707988314208142</c:v>
                </c:pt>
                <c:pt idx="15885">
                  <c:v>0.20709002097124954</c:v>
                </c:pt>
                <c:pt idx="15886">
                  <c:v>0.2070912431293685</c:v>
                </c:pt>
                <c:pt idx="15887">
                  <c:v>0.20709351631756776</c:v>
                </c:pt>
                <c:pt idx="15888">
                  <c:v>0.20711047152321183</c:v>
                </c:pt>
                <c:pt idx="15889">
                  <c:v>0.207120845161197</c:v>
                </c:pt>
                <c:pt idx="15890">
                  <c:v>0.20713744303025533</c:v>
                </c:pt>
                <c:pt idx="15891">
                  <c:v>0.20716180781560364</c:v>
                </c:pt>
                <c:pt idx="15892">
                  <c:v>0.20716829845174994</c:v>
                </c:pt>
                <c:pt idx="15893">
                  <c:v>0.20716881648471017</c:v>
                </c:pt>
                <c:pt idx="15894">
                  <c:v>0.20718999370211158</c:v>
                </c:pt>
                <c:pt idx="15895">
                  <c:v>0.20720821636779879</c:v>
                </c:pt>
                <c:pt idx="15896">
                  <c:v>0.20723219071169108</c:v>
                </c:pt>
                <c:pt idx="15897">
                  <c:v>0.207256394902255</c:v>
                </c:pt>
                <c:pt idx="15898">
                  <c:v>0.20726271643895477</c:v>
                </c:pt>
                <c:pt idx="15899">
                  <c:v>0.20727196921743923</c:v>
                </c:pt>
                <c:pt idx="15900">
                  <c:v>0.20727995135309615</c:v>
                </c:pt>
                <c:pt idx="15901">
                  <c:v>0.20728056289881969</c:v>
                </c:pt>
                <c:pt idx="15902">
                  <c:v>0.20729451957281639</c:v>
                </c:pt>
                <c:pt idx="15903">
                  <c:v>0.20729884256677225</c:v>
                </c:pt>
                <c:pt idx="15904">
                  <c:v>0.20730117193685341</c:v>
                </c:pt>
                <c:pt idx="15905">
                  <c:v>0.2073095086862399</c:v>
                </c:pt>
                <c:pt idx="15906">
                  <c:v>0.2073183897475856</c:v>
                </c:pt>
                <c:pt idx="15907">
                  <c:v>0.20732244254838486</c:v>
                </c:pt>
                <c:pt idx="15908">
                  <c:v>0.20735170969403058</c:v>
                </c:pt>
                <c:pt idx="15909">
                  <c:v>0.20735371163214442</c:v>
                </c:pt>
                <c:pt idx="15910">
                  <c:v>0.20736595743530711</c:v>
                </c:pt>
                <c:pt idx="15911">
                  <c:v>0.20738815493397172</c:v>
                </c:pt>
                <c:pt idx="15912">
                  <c:v>0.2074117289611945</c:v>
                </c:pt>
                <c:pt idx="15913">
                  <c:v>0.2074361475043339</c:v>
                </c:pt>
                <c:pt idx="15914">
                  <c:v>0.20745457974938311</c:v>
                </c:pt>
                <c:pt idx="15915">
                  <c:v>0.20750842290958571</c:v>
                </c:pt>
                <c:pt idx="15916">
                  <c:v>0.20751686373031925</c:v>
                </c:pt>
                <c:pt idx="15917">
                  <c:v>0.20753137570415048</c:v>
                </c:pt>
                <c:pt idx="15918">
                  <c:v>0.20754873257715134</c:v>
                </c:pt>
                <c:pt idx="15919">
                  <c:v>0.20757196054189761</c:v>
                </c:pt>
                <c:pt idx="15920">
                  <c:v>0.20757600834104681</c:v>
                </c:pt>
                <c:pt idx="15921">
                  <c:v>0.20765336045366972</c:v>
                </c:pt>
                <c:pt idx="15922">
                  <c:v>0.20769076183857615</c:v>
                </c:pt>
                <c:pt idx="15923">
                  <c:v>0.20770180136491823</c:v>
                </c:pt>
                <c:pt idx="15924">
                  <c:v>0.20770430206312304</c:v>
                </c:pt>
                <c:pt idx="15925">
                  <c:v>0.20772395272874794</c:v>
                </c:pt>
                <c:pt idx="15926">
                  <c:v>0.20772505589741297</c:v>
                </c:pt>
                <c:pt idx="15927">
                  <c:v>0.20774850747813345</c:v>
                </c:pt>
                <c:pt idx="15928">
                  <c:v>0.20775928962092677</c:v>
                </c:pt>
                <c:pt idx="15929">
                  <c:v>0.20779564398030892</c:v>
                </c:pt>
                <c:pt idx="15930">
                  <c:v>0.20784702931343058</c:v>
                </c:pt>
                <c:pt idx="15931">
                  <c:v>0.2078613225674287</c:v>
                </c:pt>
                <c:pt idx="15932">
                  <c:v>0.20787975000361777</c:v>
                </c:pt>
                <c:pt idx="15933">
                  <c:v>0.20791152561578943</c:v>
                </c:pt>
                <c:pt idx="15934">
                  <c:v>0.20791182023198387</c:v>
                </c:pt>
                <c:pt idx="15935">
                  <c:v>0.20791643376425561</c:v>
                </c:pt>
                <c:pt idx="15936">
                  <c:v>0.20794644066347054</c:v>
                </c:pt>
                <c:pt idx="15937">
                  <c:v>0.20796110732930786</c:v>
                </c:pt>
                <c:pt idx="15938">
                  <c:v>0.20797327153017486</c:v>
                </c:pt>
                <c:pt idx="15939">
                  <c:v>0.20797681878020974</c:v>
                </c:pt>
                <c:pt idx="15940">
                  <c:v>0.20801125821756172</c:v>
                </c:pt>
                <c:pt idx="15941">
                  <c:v>0.20801344310848999</c:v>
                </c:pt>
                <c:pt idx="15942">
                  <c:v>0.20802010526805792</c:v>
                </c:pt>
                <c:pt idx="15943">
                  <c:v>0.2080468296787987</c:v>
                </c:pt>
                <c:pt idx="15944">
                  <c:v>0.20811448082039261</c:v>
                </c:pt>
                <c:pt idx="15945">
                  <c:v>0.20811830588243777</c:v>
                </c:pt>
                <c:pt idx="15946">
                  <c:v>0.20812180243678075</c:v>
                </c:pt>
                <c:pt idx="15947">
                  <c:v>0.20814367410349011</c:v>
                </c:pt>
                <c:pt idx="15948">
                  <c:v>0.20814510086075477</c:v>
                </c:pt>
                <c:pt idx="15949">
                  <c:v>0.20815470057319196</c:v>
                </c:pt>
                <c:pt idx="15950">
                  <c:v>0.20816269460504477</c:v>
                </c:pt>
                <c:pt idx="15951">
                  <c:v>0.20818631168334109</c:v>
                </c:pt>
                <c:pt idx="15952">
                  <c:v>0.20818771115522691</c:v>
                </c:pt>
                <c:pt idx="15953">
                  <c:v>0.20819266564552566</c:v>
                </c:pt>
                <c:pt idx="15954">
                  <c:v>0.208205162263078</c:v>
                </c:pt>
                <c:pt idx="15955">
                  <c:v>0.20823485641005565</c:v>
                </c:pt>
                <c:pt idx="15956">
                  <c:v>0.20824945367808362</c:v>
                </c:pt>
                <c:pt idx="15957">
                  <c:v>0.20825264809748018</c:v>
                </c:pt>
                <c:pt idx="15958">
                  <c:v>0.20826268195892003</c:v>
                </c:pt>
                <c:pt idx="15959">
                  <c:v>0.2082707728379162</c:v>
                </c:pt>
                <c:pt idx="15960">
                  <c:v>0.20831892186474626</c:v>
                </c:pt>
                <c:pt idx="15961">
                  <c:v>0.20832593400832525</c:v>
                </c:pt>
                <c:pt idx="15962">
                  <c:v>0.20833109948593564</c:v>
                </c:pt>
                <c:pt idx="15963">
                  <c:v>0.20833965501310633</c:v>
                </c:pt>
                <c:pt idx="15964">
                  <c:v>0.20834861211553038</c:v>
                </c:pt>
                <c:pt idx="15965">
                  <c:v>0.2083548873168741</c:v>
                </c:pt>
                <c:pt idx="15966">
                  <c:v>0.20840848792492858</c:v>
                </c:pt>
                <c:pt idx="15967">
                  <c:v>0.20841231055367246</c:v>
                </c:pt>
                <c:pt idx="15968">
                  <c:v>0.20842775346810438</c:v>
                </c:pt>
                <c:pt idx="15969">
                  <c:v>0.20842932025582087</c:v>
                </c:pt>
                <c:pt idx="15970">
                  <c:v>0.20843269140556997</c:v>
                </c:pt>
                <c:pt idx="15971">
                  <c:v>0.20844487951025906</c:v>
                </c:pt>
                <c:pt idx="15972">
                  <c:v>0.20849884361328189</c:v>
                </c:pt>
                <c:pt idx="15973">
                  <c:v>0.20851294614295976</c:v>
                </c:pt>
                <c:pt idx="15974">
                  <c:v>0.2085329132062663</c:v>
                </c:pt>
                <c:pt idx="15975">
                  <c:v>0.20854368268841555</c:v>
                </c:pt>
                <c:pt idx="15976">
                  <c:v>0.20856281963858964</c:v>
                </c:pt>
                <c:pt idx="15977">
                  <c:v>0.20856305849624091</c:v>
                </c:pt>
                <c:pt idx="15978">
                  <c:v>0.20856887625946113</c:v>
                </c:pt>
                <c:pt idx="15979">
                  <c:v>0.20857676074950213</c:v>
                </c:pt>
                <c:pt idx="15980">
                  <c:v>0.20859139625085957</c:v>
                </c:pt>
                <c:pt idx="15981">
                  <c:v>0.20859184289850027</c:v>
                </c:pt>
                <c:pt idx="15982">
                  <c:v>0.20865683686760145</c:v>
                </c:pt>
                <c:pt idx="15983">
                  <c:v>0.20866522864806827</c:v>
                </c:pt>
                <c:pt idx="15984">
                  <c:v>0.20866859811285371</c:v>
                </c:pt>
                <c:pt idx="15985">
                  <c:v>0.20873306155001128</c:v>
                </c:pt>
                <c:pt idx="15986">
                  <c:v>0.20874899333458002</c:v>
                </c:pt>
                <c:pt idx="15987">
                  <c:v>0.20875328814054137</c:v>
                </c:pt>
                <c:pt idx="15988">
                  <c:v>0.20875376400319764</c:v>
                </c:pt>
                <c:pt idx="15989">
                  <c:v>0.20877555977313617</c:v>
                </c:pt>
                <c:pt idx="15990">
                  <c:v>0.20878292235316714</c:v>
                </c:pt>
                <c:pt idx="15991">
                  <c:v>0.20879237270944076</c:v>
                </c:pt>
                <c:pt idx="15992">
                  <c:v>0.20880348048576447</c:v>
                </c:pt>
                <c:pt idx="15993">
                  <c:v>0.20880371685138027</c:v>
                </c:pt>
                <c:pt idx="15994">
                  <c:v>0.20880535211779205</c:v>
                </c:pt>
                <c:pt idx="15995">
                  <c:v>0.20881411934958052</c:v>
                </c:pt>
                <c:pt idx="15996">
                  <c:v>0.20884234483513225</c:v>
                </c:pt>
                <c:pt idx="15997">
                  <c:v>0.2088563857920557</c:v>
                </c:pt>
                <c:pt idx="15998">
                  <c:v>0.20885952395836327</c:v>
                </c:pt>
                <c:pt idx="15999">
                  <c:v>0.20891707307698407</c:v>
                </c:pt>
                <c:pt idx="16000">
                  <c:v>0.20892210212521078</c:v>
                </c:pt>
                <c:pt idx="16001">
                  <c:v>0.2089645357034261</c:v>
                </c:pt>
                <c:pt idx="16002">
                  <c:v>0.20899138650494906</c:v>
                </c:pt>
                <c:pt idx="16003">
                  <c:v>0.20900255519009656</c:v>
                </c:pt>
                <c:pt idx="16004">
                  <c:v>0.20900594348940474</c:v>
                </c:pt>
                <c:pt idx="16005">
                  <c:v>0.20900788058414707</c:v>
                </c:pt>
                <c:pt idx="16006">
                  <c:v>0.20902059304010898</c:v>
                </c:pt>
                <c:pt idx="16007">
                  <c:v>0.20905802310008592</c:v>
                </c:pt>
                <c:pt idx="16008">
                  <c:v>0.20907733613768961</c:v>
                </c:pt>
                <c:pt idx="16009">
                  <c:v>0.20907863927736356</c:v>
                </c:pt>
                <c:pt idx="16010">
                  <c:v>0.20908599946066395</c:v>
                </c:pt>
                <c:pt idx="16011">
                  <c:v>0.20909141618430718</c:v>
                </c:pt>
                <c:pt idx="16012">
                  <c:v>0.2090994113915538</c:v>
                </c:pt>
                <c:pt idx="16013">
                  <c:v>0.20910518722909219</c:v>
                </c:pt>
                <c:pt idx="16014">
                  <c:v>0.20915702013521659</c:v>
                </c:pt>
                <c:pt idx="16015">
                  <c:v>0.20916112690344843</c:v>
                </c:pt>
                <c:pt idx="16016">
                  <c:v>0.20916715608674175</c:v>
                </c:pt>
                <c:pt idx="16017">
                  <c:v>0.20917211116378198</c:v>
                </c:pt>
                <c:pt idx="16018">
                  <c:v>0.20918556415958209</c:v>
                </c:pt>
                <c:pt idx="16019">
                  <c:v>0.20920277788230501</c:v>
                </c:pt>
                <c:pt idx="16020">
                  <c:v>0.2092319146466613</c:v>
                </c:pt>
                <c:pt idx="16021">
                  <c:v>0.20924207985094687</c:v>
                </c:pt>
                <c:pt idx="16022">
                  <c:v>0.20925036602943187</c:v>
                </c:pt>
                <c:pt idx="16023">
                  <c:v>0.20926049043447079</c:v>
                </c:pt>
                <c:pt idx="16024">
                  <c:v>0.20929115117801733</c:v>
                </c:pt>
                <c:pt idx="16025">
                  <c:v>0.20929538820089283</c:v>
                </c:pt>
                <c:pt idx="16026">
                  <c:v>0.20930759680339817</c:v>
                </c:pt>
                <c:pt idx="16027">
                  <c:v>0.20932985335180324</c:v>
                </c:pt>
                <c:pt idx="16028">
                  <c:v>0.20933003989721652</c:v>
                </c:pt>
                <c:pt idx="16029">
                  <c:v>0.20934894041570051</c:v>
                </c:pt>
                <c:pt idx="16030">
                  <c:v>0.209388575989473</c:v>
                </c:pt>
                <c:pt idx="16031">
                  <c:v>0.20939444498730159</c:v>
                </c:pt>
                <c:pt idx="16032">
                  <c:v>0.2094083290998206</c:v>
                </c:pt>
                <c:pt idx="16033">
                  <c:v>0.20941423342280868</c:v>
                </c:pt>
                <c:pt idx="16034">
                  <c:v>0.20942013962682499</c:v>
                </c:pt>
                <c:pt idx="16035">
                  <c:v>0.2094252071503496</c:v>
                </c:pt>
                <c:pt idx="16036">
                  <c:v>0.20943354374319612</c:v>
                </c:pt>
                <c:pt idx="16037">
                  <c:v>0.20945965245638246</c:v>
                </c:pt>
                <c:pt idx="16038">
                  <c:v>0.20946712187761637</c:v>
                </c:pt>
                <c:pt idx="16039">
                  <c:v>0.2094899771755431</c:v>
                </c:pt>
                <c:pt idx="16040">
                  <c:v>0.20951827023154046</c:v>
                </c:pt>
                <c:pt idx="16041">
                  <c:v>0.2095451711578995</c:v>
                </c:pt>
                <c:pt idx="16042">
                  <c:v>0.20954801339169871</c:v>
                </c:pt>
                <c:pt idx="16043">
                  <c:v>0.20958884158479921</c:v>
                </c:pt>
                <c:pt idx="16044">
                  <c:v>0.20959604173050334</c:v>
                </c:pt>
                <c:pt idx="16045">
                  <c:v>0.20961096292737344</c:v>
                </c:pt>
                <c:pt idx="16046">
                  <c:v>0.20963710516866646</c:v>
                </c:pt>
                <c:pt idx="16047">
                  <c:v>0.20963780322574779</c:v>
                </c:pt>
                <c:pt idx="16048">
                  <c:v>0.20966288906781305</c:v>
                </c:pt>
                <c:pt idx="16049">
                  <c:v>0.2096790497105816</c:v>
                </c:pt>
                <c:pt idx="16050">
                  <c:v>0.20970880119661831</c:v>
                </c:pt>
                <c:pt idx="16051">
                  <c:v>0.20971240271744604</c:v>
                </c:pt>
                <c:pt idx="16052">
                  <c:v>0.20975779321301818</c:v>
                </c:pt>
                <c:pt idx="16053">
                  <c:v>0.20977377071428427</c:v>
                </c:pt>
                <c:pt idx="16054">
                  <c:v>0.20978109512180892</c:v>
                </c:pt>
                <c:pt idx="16055">
                  <c:v>0.20979855770200423</c:v>
                </c:pt>
                <c:pt idx="16056">
                  <c:v>0.20980326999203758</c:v>
                </c:pt>
                <c:pt idx="16057">
                  <c:v>0.20980332368014992</c:v>
                </c:pt>
                <c:pt idx="16058">
                  <c:v>0.20980983137841047</c:v>
                </c:pt>
                <c:pt idx="16059">
                  <c:v>0.20981465401727728</c:v>
                </c:pt>
                <c:pt idx="16060">
                  <c:v>0.20981541252212438</c:v>
                </c:pt>
                <c:pt idx="16061">
                  <c:v>0.20983129779994567</c:v>
                </c:pt>
                <c:pt idx="16062">
                  <c:v>0.20983766375136009</c:v>
                </c:pt>
                <c:pt idx="16063">
                  <c:v>0.2098505228142265</c:v>
                </c:pt>
                <c:pt idx="16064">
                  <c:v>0.20989175321973416</c:v>
                </c:pt>
                <c:pt idx="16065">
                  <c:v>0.2098960757871213</c:v>
                </c:pt>
                <c:pt idx="16066">
                  <c:v>0.2099101742356187</c:v>
                </c:pt>
                <c:pt idx="16067">
                  <c:v>0.20991070093503339</c:v>
                </c:pt>
                <c:pt idx="16068">
                  <c:v>0.20996745633539124</c:v>
                </c:pt>
                <c:pt idx="16069">
                  <c:v>0.20997802748391478</c:v>
                </c:pt>
                <c:pt idx="16070">
                  <c:v>0.20998619185991871</c:v>
                </c:pt>
                <c:pt idx="16071">
                  <c:v>0.21002591902373569</c:v>
                </c:pt>
                <c:pt idx="16072">
                  <c:v>0.21003424908816606</c:v>
                </c:pt>
                <c:pt idx="16073">
                  <c:v>0.21003595587505697</c:v>
                </c:pt>
                <c:pt idx="16074">
                  <c:v>0.21005281696819506</c:v>
                </c:pt>
                <c:pt idx="16075">
                  <c:v>0.21007918989130328</c:v>
                </c:pt>
                <c:pt idx="16076">
                  <c:v>0.21009098750380392</c:v>
                </c:pt>
                <c:pt idx="16077">
                  <c:v>0.21009502765943788</c:v>
                </c:pt>
                <c:pt idx="16078">
                  <c:v>0.21010403873186545</c:v>
                </c:pt>
                <c:pt idx="16079">
                  <c:v>0.21012083180716437</c:v>
                </c:pt>
                <c:pt idx="16080">
                  <c:v>0.21012187689321674</c:v>
                </c:pt>
                <c:pt idx="16081">
                  <c:v>0.21014190475024164</c:v>
                </c:pt>
                <c:pt idx="16082">
                  <c:v>0.2101705843941418</c:v>
                </c:pt>
                <c:pt idx="16083">
                  <c:v>0.21017889922480584</c:v>
                </c:pt>
                <c:pt idx="16084">
                  <c:v>0.21018633855358854</c:v>
                </c:pt>
                <c:pt idx="16085">
                  <c:v>0.21020420809194201</c:v>
                </c:pt>
                <c:pt idx="16086">
                  <c:v>0.21021144948502896</c:v>
                </c:pt>
                <c:pt idx="16087">
                  <c:v>0.21024250108229103</c:v>
                </c:pt>
                <c:pt idx="16088">
                  <c:v>0.21026872651232464</c:v>
                </c:pt>
                <c:pt idx="16089">
                  <c:v>0.21029768282471195</c:v>
                </c:pt>
                <c:pt idx="16090">
                  <c:v>0.21031458906291095</c:v>
                </c:pt>
                <c:pt idx="16091">
                  <c:v>0.21032518007920731</c:v>
                </c:pt>
                <c:pt idx="16092">
                  <c:v>0.21033102337619006</c:v>
                </c:pt>
                <c:pt idx="16093">
                  <c:v>0.21033826668353078</c:v>
                </c:pt>
                <c:pt idx="16094">
                  <c:v>0.21035299812687283</c:v>
                </c:pt>
                <c:pt idx="16095">
                  <c:v>0.21036644855909253</c:v>
                </c:pt>
                <c:pt idx="16096">
                  <c:v>0.2103964567747664</c:v>
                </c:pt>
                <c:pt idx="16097">
                  <c:v>0.21039729165377774</c:v>
                </c:pt>
                <c:pt idx="16098">
                  <c:v>0.21041412728843942</c:v>
                </c:pt>
                <c:pt idx="16099">
                  <c:v>0.2104156810600582</c:v>
                </c:pt>
                <c:pt idx="16100">
                  <c:v>0.21047484571951983</c:v>
                </c:pt>
                <c:pt idx="16101">
                  <c:v>0.21048701072413281</c:v>
                </c:pt>
                <c:pt idx="16102">
                  <c:v>0.21052288757089341</c:v>
                </c:pt>
                <c:pt idx="16103">
                  <c:v>0.21055442789642825</c:v>
                </c:pt>
                <c:pt idx="16104">
                  <c:v>0.21055487918473592</c:v>
                </c:pt>
                <c:pt idx="16105">
                  <c:v>0.21058367809304698</c:v>
                </c:pt>
                <c:pt idx="16106">
                  <c:v>0.21062005509077164</c:v>
                </c:pt>
                <c:pt idx="16107">
                  <c:v>0.21062533501764938</c:v>
                </c:pt>
                <c:pt idx="16108">
                  <c:v>0.21063202955229829</c:v>
                </c:pt>
                <c:pt idx="16109">
                  <c:v>0.21063554337661181</c:v>
                </c:pt>
                <c:pt idx="16110">
                  <c:v>0.21063712754001115</c:v>
                </c:pt>
                <c:pt idx="16111">
                  <c:v>0.21064549964375137</c:v>
                </c:pt>
                <c:pt idx="16112">
                  <c:v>0.21065096788199891</c:v>
                </c:pt>
                <c:pt idx="16113">
                  <c:v>0.21066703518028118</c:v>
                </c:pt>
                <c:pt idx="16114">
                  <c:v>0.21066786863252271</c:v>
                </c:pt>
                <c:pt idx="16115">
                  <c:v>0.21068142655910918</c:v>
                </c:pt>
                <c:pt idx="16116">
                  <c:v>0.2106870162046669</c:v>
                </c:pt>
                <c:pt idx="16117">
                  <c:v>0.21068920389514109</c:v>
                </c:pt>
                <c:pt idx="16118">
                  <c:v>0.21071860190913896</c:v>
                </c:pt>
                <c:pt idx="16119">
                  <c:v>0.21072663378096829</c:v>
                </c:pt>
                <c:pt idx="16120">
                  <c:v>0.21075015114296541</c:v>
                </c:pt>
                <c:pt idx="16121">
                  <c:v>0.21078214590489822</c:v>
                </c:pt>
                <c:pt idx="16122">
                  <c:v>0.21079466860721605</c:v>
                </c:pt>
                <c:pt idx="16123">
                  <c:v>0.21081075990847897</c:v>
                </c:pt>
                <c:pt idx="16124">
                  <c:v>0.21082365261866765</c:v>
                </c:pt>
                <c:pt idx="16125">
                  <c:v>0.21084198297398191</c:v>
                </c:pt>
                <c:pt idx="16126">
                  <c:v>0.21084489622211866</c:v>
                </c:pt>
                <c:pt idx="16127">
                  <c:v>0.21084768659562816</c:v>
                </c:pt>
                <c:pt idx="16128">
                  <c:v>0.21088445702074377</c:v>
                </c:pt>
                <c:pt idx="16129">
                  <c:v>0.21089321279782675</c:v>
                </c:pt>
                <c:pt idx="16130">
                  <c:v>0.21090179310706894</c:v>
                </c:pt>
                <c:pt idx="16131">
                  <c:v>0.21092654587562376</c:v>
                </c:pt>
                <c:pt idx="16132">
                  <c:v>0.21099018985601944</c:v>
                </c:pt>
                <c:pt idx="16133">
                  <c:v>0.21099803079293139</c:v>
                </c:pt>
                <c:pt idx="16134">
                  <c:v>0.2110170791927771</c:v>
                </c:pt>
                <c:pt idx="16135">
                  <c:v>0.21106886651872309</c:v>
                </c:pt>
                <c:pt idx="16136">
                  <c:v>0.21107286270345749</c:v>
                </c:pt>
                <c:pt idx="16137">
                  <c:v>0.21112352085396677</c:v>
                </c:pt>
                <c:pt idx="16138">
                  <c:v>0.21113907141008831</c:v>
                </c:pt>
                <c:pt idx="16139">
                  <c:v>0.21114505741082298</c:v>
                </c:pt>
                <c:pt idx="16140">
                  <c:v>0.21114649508415434</c:v>
                </c:pt>
                <c:pt idx="16141">
                  <c:v>0.21114863604074968</c:v>
                </c:pt>
                <c:pt idx="16142">
                  <c:v>0.21118122279365745</c:v>
                </c:pt>
                <c:pt idx="16143">
                  <c:v>0.21118259748167414</c:v>
                </c:pt>
                <c:pt idx="16144">
                  <c:v>0.21118862697257926</c:v>
                </c:pt>
                <c:pt idx="16145">
                  <c:v>0.21123045763392509</c:v>
                </c:pt>
                <c:pt idx="16146">
                  <c:v>0.21126815254465212</c:v>
                </c:pt>
                <c:pt idx="16147">
                  <c:v>0.21126980162773024</c:v>
                </c:pt>
                <c:pt idx="16148">
                  <c:v>0.2112822317628911</c:v>
                </c:pt>
                <c:pt idx="16149">
                  <c:v>0.211316457429787</c:v>
                </c:pt>
                <c:pt idx="16150">
                  <c:v>0.21133046279673029</c:v>
                </c:pt>
                <c:pt idx="16151">
                  <c:v>0.21133384946034481</c:v>
                </c:pt>
                <c:pt idx="16152">
                  <c:v>0.21134959657670438</c:v>
                </c:pt>
                <c:pt idx="16153">
                  <c:v>0.21139768740252707</c:v>
                </c:pt>
                <c:pt idx="16154">
                  <c:v>0.21140289675634433</c:v>
                </c:pt>
                <c:pt idx="16155">
                  <c:v>0.21140953759376399</c:v>
                </c:pt>
                <c:pt idx="16156">
                  <c:v>0.21141155916612614</c:v>
                </c:pt>
                <c:pt idx="16157">
                  <c:v>0.21141313091458769</c:v>
                </c:pt>
                <c:pt idx="16158">
                  <c:v>0.21142234877666313</c:v>
                </c:pt>
                <c:pt idx="16159">
                  <c:v>0.21143343084392877</c:v>
                </c:pt>
                <c:pt idx="16160">
                  <c:v>0.2114633712197117</c:v>
                </c:pt>
                <c:pt idx="16161">
                  <c:v>0.21147889739948217</c:v>
                </c:pt>
                <c:pt idx="16162">
                  <c:v>0.21150124054460137</c:v>
                </c:pt>
                <c:pt idx="16163">
                  <c:v>0.21150980019523358</c:v>
                </c:pt>
                <c:pt idx="16164">
                  <c:v>0.21152730615714097</c:v>
                </c:pt>
                <c:pt idx="16165">
                  <c:v>0.21152824192257264</c:v>
                </c:pt>
                <c:pt idx="16166">
                  <c:v>0.21153368568285461</c:v>
                </c:pt>
                <c:pt idx="16167">
                  <c:v>0.21154114781738098</c:v>
                </c:pt>
                <c:pt idx="16168">
                  <c:v>0.2115516239603176</c:v>
                </c:pt>
                <c:pt idx="16169">
                  <c:v>0.21155215942636654</c:v>
                </c:pt>
                <c:pt idx="16170">
                  <c:v>0.2115694433127828</c:v>
                </c:pt>
                <c:pt idx="16171">
                  <c:v>0.21158146710630388</c:v>
                </c:pt>
                <c:pt idx="16172">
                  <c:v>0.21159798955618006</c:v>
                </c:pt>
                <c:pt idx="16173">
                  <c:v>0.21162644518292478</c:v>
                </c:pt>
                <c:pt idx="16174">
                  <c:v>0.21162830768190116</c:v>
                </c:pt>
                <c:pt idx="16175">
                  <c:v>0.21164819325832782</c:v>
                </c:pt>
                <c:pt idx="16176">
                  <c:v>0.21170339687720716</c:v>
                </c:pt>
                <c:pt idx="16177">
                  <c:v>0.21171439955268631</c:v>
                </c:pt>
                <c:pt idx="16178">
                  <c:v>0.21173977608822847</c:v>
                </c:pt>
                <c:pt idx="16179">
                  <c:v>0.21174839933494932</c:v>
                </c:pt>
                <c:pt idx="16180">
                  <c:v>0.21176820071992111</c:v>
                </c:pt>
                <c:pt idx="16181">
                  <c:v>0.21177736192249308</c:v>
                </c:pt>
                <c:pt idx="16182">
                  <c:v>0.21178273966478461</c:v>
                </c:pt>
                <c:pt idx="16183">
                  <c:v>0.21181268608315704</c:v>
                </c:pt>
                <c:pt idx="16184">
                  <c:v>0.21183904673626963</c:v>
                </c:pt>
                <c:pt idx="16185">
                  <c:v>0.21186714305375998</c:v>
                </c:pt>
                <c:pt idx="16186">
                  <c:v>0.21186981844448802</c:v>
                </c:pt>
                <c:pt idx="16187">
                  <c:v>0.21189655892483489</c:v>
                </c:pt>
                <c:pt idx="16188">
                  <c:v>0.21192524961618153</c:v>
                </c:pt>
                <c:pt idx="16189">
                  <c:v>0.21199138942337351</c:v>
                </c:pt>
                <c:pt idx="16190">
                  <c:v>0.21199547487843726</c:v>
                </c:pt>
                <c:pt idx="16191">
                  <c:v>0.21199687753083818</c:v>
                </c:pt>
                <c:pt idx="16192">
                  <c:v>0.21201236570946472</c:v>
                </c:pt>
                <c:pt idx="16193">
                  <c:v>0.21201573670363422</c:v>
                </c:pt>
                <c:pt idx="16194">
                  <c:v>0.21201743235859385</c:v>
                </c:pt>
                <c:pt idx="16195">
                  <c:v>0.21202283275045417</c:v>
                </c:pt>
                <c:pt idx="16196">
                  <c:v>0.21202305556292494</c:v>
                </c:pt>
                <c:pt idx="16197">
                  <c:v>0.21203551432474899</c:v>
                </c:pt>
                <c:pt idx="16198">
                  <c:v>0.2120378600313573</c:v>
                </c:pt>
                <c:pt idx="16199">
                  <c:v>0.21209110925707556</c:v>
                </c:pt>
                <c:pt idx="16200">
                  <c:v>0.21212216834878234</c:v>
                </c:pt>
                <c:pt idx="16201">
                  <c:v>0.21214606279806453</c:v>
                </c:pt>
                <c:pt idx="16202">
                  <c:v>0.21215402178006987</c:v>
                </c:pt>
                <c:pt idx="16203">
                  <c:v>0.21218892816782353</c:v>
                </c:pt>
                <c:pt idx="16204">
                  <c:v>0.21219806191450283</c:v>
                </c:pt>
                <c:pt idx="16205">
                  <c:v>0.212234549961372</c:v>
                </c:pt>
                <c:pt idx="16206">
                  <c:v>0.2122408843547717</c:v>
                </c:pt>
                <c:pt idx="16207">
                  <c:v>0.21224858821416945</c:v>
                </c:pt>
                <c:pt idx="16208">
                  <c:v>0.21228518200816845</c:v>
                </c:pt>
                <c:pt idx="16209">
                  <c:v>0.2123007847112168</c:v>
                </c:pt>
                <c:pt idx="16210">
                  <c:v>0.21231505893436306</c:v>
                </c:pt>
                <c:pt idx="16211">
                  <c:v>0.21231757299255014</c:v>
                </c:pt>
                <c:pt idx="16212">
                  <c:v>0.212319298911742</c:v>
                </c:pt>
                <c:pt idx="16213">
                  <c:v>0.21233114734568415</c:v>
                </c:pt>
                <c:pt idx="16214">
                  <c:v>0.21233815784139201</c:v>
                </c:pt>
                <c:pt idx="16215">
                  <c:v>0.2123777052411687</c:v>
                </c:pt>
                <c:pt idx="16216">
                  <c:v>0.21243352110256436</c:v>
                </c:pt>
                <c:pt idx="16217">
                  <c:v>0.21243930661209848</c:v>
                </c:pt>
                <c:pt idx="16218">
                  <c:v>0.21244538772615509</c:v>
                </c:pt>
                <c:pt idx="16219">
                  <c:v>0.21245142809159898</c:v>
                </c:pt>
                <c:pt idx="16220">
                  <c:v>0.21247512790790307</c:v>
                </c:pt>
                <c:pt idx="16221">
                  <c:v>0.21248045228458701</c:v>
                </c:pt>
                <c:pt idx="16222">
                  <c:v>0.21249116332733367</c:v>
                </c:pt>
                <c:pt idx="16223">
                  <c:v>0.21251387263450872</c:v>
                </c:pt>
                <c:pt idx="16224">
                  <c:v>0.21256382265636689</c:v>
                </c:pt>
                <c:pt idx="16225">
                  <c:v>0.21257224622804297</c:v>
                </c:pt>
                <c:pt idx="16226">
                  <c:v>0.21261526125833433</c:v>
                </c:pt>
                <c:pt idx="16227">
                  <c:v>0.21263508562737327</c:v>
                </c:pt>
                <c:pt idx="16228">
                  <c:v>0.21266528834853429</c:v>
                </c:pt>
                <c:pt idx="16229">
                  <c:v>0.21267717783487952</c:v>
                </c:pt>
                <c:pt idx="16230">
                  <c:v>0.21267802578935507</c:v>
                </c:pt>
                <c:pt idx="16231">
                  <c:v>0.21268110406866803</c:v>
                </c:pt>
                <c:pt idx="16232">
                  <c:v>0.2127063571926715</c:v>
                </c:pt>
                <c:pt idx="16233">
                  <c:v>0.21271106115841251</c:v>
                </c:pt>
                <c:pt idx="16234">
                  <c:v>0.21272327058853283</c:v>
                </c:pt>
                <c:pt idx="16235">
                  <c:v>0.21277482717770785</c:v>
                </c:pt>
                <c:pt idx="16236">
                  <c:v>0.21277663154951926</c:v>
                </c:pt>
                <c:pt idx="16237">
                  <c:v>0.21278464112230408</c:v>
                </c:pt>
                <c:pt idx="16238">
                  <c:v>0.21282763924744832</c:v>
                </c:pt>
                <c:pt idx="16239">
                  <c:v>0.21285090451376573</c:v>
                </c:pt>
                <c:pt idx="16240">
                  <c:v>0.21285803974282738</c:v>
                </c:pt>
                <c:pt idx="16241">
                  <c:v>0.21286007263909443</c:v>
                </c:pt>
                <c:pt idx="16242">
                  <c:v>0.21286008481897012</c:v>
                </c:pt>
                <c:pt idx="16243">
                  <c:v>0.21288767605198108</c:v>
                </c:pt>
                <c:pt idx="16244">
                  <c:v>0.21290159675680562</c:v>
                </c:pt>
                <c:pt idx="16245">
                  <c:v>0.21292980129446235</c:v>
                </c:pt>
                <c:pt idx="16246">
                  <c:v>0.21293226086809647</c:v>
                </c:pt>
                <c:pt idx="16247">
                  <c:v>0.21296806463542023</c:v>
                </c:pt>
                <c:pt idx="16248">
                  <c:v>0.21299019822648019</c:v>
                </c:pt>
                <c:pt idx="16249">
                  <c:v>0.21299313788094648</c:v>
                </c:pt>
                <c:pt idx="16250">
                  <c:v>0.21300499084539601</c:v>
                </c:pt>
                <c:pt idx="16251">
                  <c:v>0.21301235906417229</c:v>
                </c:pt>
                <c:pt idx="16252">
                  <c:v>0.21301439935916502</c:v>
                </c:pt>
                <c:pt idx="16253">
                  <c:v>0.21302646139137507</c:v>
                </c:pt>
                <c:pt idx="16254">
                  <c:v>0.21302863593703814</c:v>
                </c:pt>
                <c:pt idx="16255">
                  <c:v>0.21307108118558621</c:v>
                </c:pt>
                <c:pt idx="16256">
                  <c:v>0.21309952216231048</c:v>
                </c:pt>
                <c:pt idx="16257">
                  <c:v>0.21310821685986098</c:v>
                </c:pt>
                <c:pt idx="16258">
                  <c:v>0.21317336116674593</c:v>
                </c:pt>
                <c:pt idx="16259">
                  <c:v>0.21318735862120425</c:v>
                </c:pt>
                <c:pt idx="16260">
                  <c:v>0.21325472370146212</c:v>
                </c:pt>
                <c:pt idx="16261">
                  <c:v>0.21326504028656079</c:v>
                </c:pt>
                <c:pt idx="16262">
                  <c:v>0.21327870331570475</c:v>
                </c:pt>
                <c:pt idx="16263">
                  <c:v>0.21328378976662329</c:v>
                </c:pt>
                <c:pt idx="16264">
                  <c:v>0.21332251445259243</c:v>
                </c:pt>
                <c:pt idx="16265">
                  <c:v>0.21332253664740114</c:v>
                </c:pt>
                <c:pt idx="16266">
                  <c:v>0.21333232250726766</c:v>
                </c:pt>
                <c:pt idx="16267">
                  <c:v>0.21333296121481646</c:v>
                </c:pt>
                <c:pt idx="16268">
                  <c:v>0.21334771673837186</c:v>
                </c:pt>
                <c:pt idx="16269">
                  <c:v>0.21335702517888638</c:v>
                </c:pt>
                <c:pt idx="16270">
                  <c:v>0.2133624469719011</c:v>
                </c:pt>
                <c:pt idx="16271">
                  <c:v>0.21339386612068156</c:v>
                </c:pt>
                <c:pt idx="16272">
                  <c:v>0.21343956622627333</c:v>
                </c:pt>
                <c:pt idx="16273">
                  <c:v>0.21346643530494275</c:v>
                </c:pt>
                <c:pt idx="16274">
                  <c:v>0.21346695260568141</c:v>
                </c:pt>
                <c:pt idx="16275">
                  <c:v>0.21347256733042325</c:v>
                </c:pt>
                <c:pt idx="16276">
                  <c:v>0.21347826087571856</c:v>
                </c:pt>
                <c:pt idx="16277">
                  <c:v>0.21350896780249715</c:v>
                </c:pt>
                <c:pt idx="16278">
                  <c:v>0.21353840482725395</c:v>
                </c:pt>
                <c:pt idx="16279">
                  <c:v>0.21354278854600711</c:v>
                </c:pt>
                <c:pt idx="16280">
                  <c:v>0.21354400683131877</c:v>
                </c:pt>
                <c:pt idx="16281">
                  <c:v>0.21355602237530341</c:v>
                </c:pt>
                <c:pt idx="16282">
                  <c:v>0.21357269431611728</c:v>
                </c:pt>
                <c:pt idx="16283">
                  <c:v>0.21358169615853939</c:v>
                </c:pt>
                <c:pt idx="16284">
                  <c:v>0.21361024792706276</c:v>
                </c:pt>
                <c:pt idx="16285">
                  <c:v>0.21364061885477409</c:v>
                </c:pt>
                <c:pt idx="16286">
                  <c:v>0.21366676515844221</c:v>
                </c:pt>
                <c:pt idx="16287">
                  <c:v>0.2136668169062039</c:v>
                </c:pt>
                <c:pt idx="16288">
                  <c:v>0.2136692904794342</c:v>
                </c:pt>
                <c:pt idx="16289">
                  <c:v>0.21368486774834655</c:v>
                </c:pt>
                <c:pt idx="16290">
                  <c:v>0.21369463298877725</c:v>
                </c:pt>
                <c:pt idx="16291">
                  <c:v>0.21369809707722207</c:v>
                </c:pt>
                <c:pt idx="16292">
                  <c:v>0.21371297522624688</c:v>
                </c:pt>
                <c:pt idx="16293">
                  <c:v>0.21374442525433404</c:v>
                </c:pt>
                <c:pt idx="16294">
                  <c:v>0.21375029020602726</c:v>
                </c:pt>
                <c:pt idx="16295">
                  <c:v>0.21376667640227087</c:v>
                </c:pt>
                <c:pt idx="16296">
                  <c:v>0.21378633456665627</c:v>
                </c:pt>
                <c:pt idx="16297">
                  <c:v>0.21378679370861475</c:v>
                </c:pt>
                <c:pt idx="16298">
                  <c:v>0.21379858230791671</c:v>
                </c:pt>
                <c:pt idx="16299">
                  <c:v>0.21381638742169426</c:v>
                </c:pt>
                <c:pt idx="16300">
                  <c:v>0.21383062948846518</c:v>
                </c:pt>
                <c:pt idx="16301">
                  <c:v>0.21383670246124523</c:v>
                </c:pt>
                <c:pt idx="16302">
                  <c:v>0.21383796641937838</c:v>
                </c:pt>
                <c:pt idx="16303">
                  <c:v>0.21385048996824685</c:v>
                </c:pt>
                <c:pt idx="16304">
                  <c:v>0.21386091195311346</c:v>
                </c:pt>
                <c:pt idx="16305">
                  <c:v>0.21390834161321412</c:v>
                </c:pt>
                <c:pt idx="16306">
                  <c:v>0.21392092967779541</c:v>
                </c:pt>
                <c:pt idx="16307">
                  <c:v>0.21392132985437254</c:v>
                </c:pt>
                <c:pt idx="16308">
                  <c:v>0.21392791099935093</c:v>
                </c:pt>
                <c:pt idx="16309">
                  <c:v>0.21395570171047354</c:v>
                </c:pt>
                <c:pt idx="16310">
                  <c:v>0.21403030056502562</c:v>
                </c:pt>
                <c:pt idx="16311">
                  <c:v>0.21403478836941275</c:v>
                </c:pt>
                <c:pt idx="16312">
                  <c:v>0.21404668066533059</c:v>
                </c:pt>
                <c:pt idx="16313">
                  <c:v>0.21407476318892829</c:v>
                </c:pt>
                <c:pt idx="16314">
                  <c:v>0.21408548450898199</c:v>
                </c:pt>
                <c:pt idx="16315">
                  <c:v>0.21409607534328778</c:v>
                </c:pt>
                <c:pt idx="16316">
                  <c:v>0.21410194997296886</c:v>
                </c:pt>
                <c:pt idx="16317">
                  <c:v>0.21412087434461369</c:v>
                </c:pt>
                <c:pt idx="16318">
                  <c:v>0.21412662580643871</c:v>
                </c:pt>
                <c:pt idx="16319">
                  <c:v>0.21413551537736819</c:v>
                </c:pt>
                <c:pt idx="16320">
                  <c:v>0.21414415701163117</c:v>
                </c:pt>
                <c:pt idx="16321">
                  <c:v>0.21416813432659981</c:v>
                </c:pt>
                <c:pt idx="16322">
                  <c:v>0.21418197327154243</c:v>
                </c:pt>
                <c:pt idx="16323">
                  <c:v>0.21418849117658129</c:v>
                </c:pt>
                <c:pt idx="16324">
                  <c:v>0.21420780586409699</c:v>
                </c:pt>
                <c:pt idx="16325">
                  <c:v>0.21423278142027941</c:v>
                </c:pt>
                <c:pt idx="16326">
                  <c:v>0.21423650832991176</c:v>
                </c:pt>
                <c:pt idx="16327">
                  <c:v>0.21423840434392494</c:v>
                </c:pt>
                <c:pt idx="16328">
                  <c:v>0.21423939440449238</c:v>
                </c:pt>
                <c:pt idx="16329">
                  <c:v>0.21424377470031561</c:v>
                </c:pt>
                <c:pt idx="16330">
                  <c:v>0.21426119803357271</c:v>
                </c:pt>
                <c:pt idx="16331">
                  <c:v>0.21427161204300135</c:v>
                </c:pt>
                <c:pt idx="16332">
                  <c:v>0.21429213880138029</c:v>
                </c:pt>
                <c:pt idx="16333">
                  <c:v>0.21429548535265713</c:v>
                </c:pt>
                <c:pt idx="16334">
                  <c:v>0.21430861133054863</c:v>
                </c:pt>
                <c:pt idx="16335">
                  <c:v>0.2143153259695722</c:v>
                </c:pt>
                <c:pt idx="16336">
                  <c:v>0.21432066272919276</c:v>
                </c:pt>
                <c:pt idx="16337">
                  <c:v>0.21432478285000525</c:v>
                </c:pt>
                <c:pt idx="16338">
                  <c:v>0.21433711074401285</c:v>
                </c:pt>
                <c:pt idx="16339">
                  <c:v>0.21435702078856028</c:v>
                </c:pt>
                <c:pt idx="16340">
                  <c:v>0.21437069284378862</c:v>
                </c:pt>
                <c:pt idx="16341">
                  <c:v>0.21437789242648578</c:v>
                </c:pt>
                <c:pt idx="16342">
                  <c:v>0.21438036353644682</c:v>
                </c:pt>
                <c:pt idx="16343">
                  <c:v>0.21438387012672716</c:v>
                </c:pt>
                <c:pt idx="16344">
                  <c:v>0.21438586227091988</c:v>
                </c:pt>
                <c:pt idx="16345">
                  <c:v>0.21438721607030514</c:v>
                </c:pt>
                <c:pt idx="16346">
                  <c:v>0.21439542861027736</c:v>
                </c:pt>
                <c:pt idx="16347">
                  <c:v>0.21440382717129905</c:v>
                </c:pt>
                <c:pt idx="16348">
                  <c:v>0.21440448814969396</c:v>
                </c:pt>
                <c:pt idx="16349">
                  <c:v>0.21441736223450292</c:v>
                </c:pt>
                <c:pt idx="16350">
                  <c:v>0.21442124285388026</c:v>
                </c:pt>
                <c:pt idx="16351">
                  <c:v>0.21443003173022965</c:v>
                </c:pt>
                <c:pt idx="16352">
                  <c:v>0.21443512706494239</c:v>
                </c:pt>
                <c:pt idx="16353">
                  <c:v>0.21444852989450131</c:v>
                </c:pt>
                <c:pt idx="16354">
                  <c:v>0.2144995606924309</c:v>
                </c:pt>
                <c:pt idx="16355">
                  <c:v>0.21450371539538904</c:v>
                </c:pt>
                <c:pt idx="16356">
                  <c:v>0.21450922489287735</c:v>
                </c:pt>
                <c:pt idx="16357">
                  <c:v>0.2145092430702018</c:v>
                </c:pt>
                <c:pt idx="16358">
                  <c:v>0.2145259852786689</c:v>
                </c:pt>
                <c:pt idx="16359">
                  <c:v>0.2145404329903744</c:v>
                </c:pt>
                <c:pt idx="16360">
                  <c:v>0.21455577333235179</c:v>
                </c:pt>
                <c:pt idx="16361">
                  <c:v>0.21457520058981552</c:v>
                </c:pt>
                <c:pt idx="16362">
                  <c:v>0.21458718321549619</c:v>
                </c:pt>
                <c:pt idx="16363">
                  <c:v>0.21459977201718591</c:v>
                </c:pt>
                <c:pt idx="16364">
                  <c:v>0.21461863577599086</c:v>
                </c:pt>
                <c:pt idx="16365">
                  <c:v>0.21463930749807689</c:v>
                </c:pt>
                <c:pt idx="16366">
                  <c:v>0.21464664353793944</c:v>
                </c:pt>
                <c:pt idx="16367">
                  <c:v>0.2146619331912438</c:v>
                </c:pt>
                <c:pt idx="16368">
                  <c:v>0.21468325623271212</c:v>
                </c:pt>
                <c:pt idx="16369">
                  <c:v>0.21469569323046825</c:v>
                </c:pt>
                <c:pt idx="16370">
                  <c:v>0.21472582929765066</c:v>
                </c:pt>
                <c:pt idx="16371">
                  <c:v>0.21473216132390263</c:v>
                </c:pt>
                <c:pt idx="16372">
                  <c:v>0.21473435678718736</c:v>
                </c:pt>
                <c:pt idx="16373">
                  <c:v>0.21473483282429853</c:v>
                </c:pt>
                <c:pt idx="16374">
                  <c:v>0.21474726723480231</c:v>
                </c:pt>
                <c:pt idx="16375">
                  <c:v>0.21475450926717018</c:v>
                </c:pt>
                <c:pt idx="16376">
                  <c:v>0.21477592244589724</c:v>
                </c:pt>
                <c:pt idx="16377">
                  <c:v>0.21478235880392907</c:v>
                </c:pt>
                <c:pt idx="16378">
                  <c:v>0.214821864787267</c:v>
                </c:pt>
                <c:pt idx="16379">
                  <c:v>0.21486918674858155</c:v>
                </c:pt>
                <c:pt idx="16380">
                  <c:v>0.21487084006522883</c:v>
                </c:pt>
                <c:pt idx="16381">
                  <c:v>0.21487371487179444</c:v>
                </c:pt>
                <c:pt idx="16382">
                  <c:v>0.21490358425812217</c:v>
                </c:pt>
                <c:pt idx="16383">
                  <c:v>0.21491775023681936</c:v>
                </c:pt>
                <c:pt idx="16384">
                  <c:v>0.21496821092732349</c:v>
                </c:pt>
                <c:pt idx="16385">
                  <c:v>0.21496984743134179</c:v>
                </c:pt>
                <c:pt idx="16386">
                  <c:v>0.21498316025015679</c:v>
                </c:pt>
                <c:pt idx="16387">
                  <c:v>0.21498988625735127</c:v>
                </c:pt>
                <c:pt idx="16388">
                  <c:v>0.2150073603175828</c:v>
                </c:pt>
                <c:pt idx="16389">
                  <c:v>0.21502046129320987</c:v>
                </c:pt>
                <c:pt idx="16390">
                  <c:v>0.21502076155250871</c:v>
                </c:pt>
                <c:pt idx="16391">
                  <c:v>0.21502207496329201</c:v>
                </c:pt>
                <c:pt idx="16392">
                  <c:v>0.21502482384790686</c:v>
                </c:pt>
                <c:pt idx="16393">
                  <c:v>0.21503408639443011</c:v>
                </c:pt>
                <c:pt idx="16394">
                  <c:v>0.21504626284184178</c:v>
                </c:pt>
                <c:pt idx="16395">
                  <c:v>0.21505906908706612</c:v>
                </c:pt>
                <c:pt idx="16396">
                  <c:v>0.21509307314505963</c:v>
                </c:pt>
                <c:pt idx="16397">
                  <c:v>0.21513830039744891</c:v>
                </c:pt>
                <c:pt idx="16398">
                  <c:v>0.21514748315622367</c:v>
                </c:pt>
                <c:pt idx="16399">
                  <c:v>0.21516314779814474</c:v>
                </c:pt>
                <c:pt idx="16400">
                  <c:v>0.21519548995938595</c:v>
                </c:pt>
                <c:pt idx="16401">
                  <c:v>0.21528526101790849</c:v>
                </c:pt>
                <c:pt idx="16402">
                  <c:v>0.21529194451255967</c:v>
                </c:pt>
                <c:pt idx="16403">
                  <c:v>0.21531007803882041</c:v>
                </c:pt>
                <c:pt idx="16404">
                  <c:v>0.21534003950928621</c:v>
                </c:pt>
                <c:pt idx="16405">
                  <c:v>0.21535006883728</c:v>
                </c:pt>
                <c:pt idx="16406">
                  <c:v>0.21538346877029496</c:v>
                </c:pt>
                <c:pt idx="16407">
                  <c:v>0.21540618473092613</c:v>
                </c:pt>
                <c:pt idx="16408">
                  <c:v>0.21542617128998676</c:v>
                </c:pt>
                <c:pt idx="16409">
                  <c:v>0.21542692831178367</c:v>
                </c:pt>
                <c:pt idx="16410">
                  <c:v>0.21543617381615063</c:v>
                </c:pt>
                <c:pt idx="16411">
                  <c:v>0.21544096597264226</c:v>
                </c:pt>
                <c:pt idx="16412">
                  <c:v>0.21545162520487915</c:v>
                </c:pt>
                <c:pt idx="16413">
                  <c:v>0.21548322424888311</c:v>
                </c:pt>
                <c:pt idx="16414">
                  <c:v>0.21549621292705803</c:v>
                </c:pt>
                <c:pt idx="16415">
                  <c:v>0.21550350139029234</c:v>
                </c:pt>
                <c:pt idx="16416">
                  <c:v>0.21551670671447573</c:v>
                </c:pt>
                <c:pt idx="16417">
                  <c:v>0.21551967503446443</c:v>
                </c:pt>
                <c:pt idx="16418">
                  <c:v>0.21552863392828062</c:v>
                </c:pt>
                <c:pt idx="16419">
                  <c:v>0.21556640255107934</c:v>
                </c:pt>
                <c:pt idx="16420">
                  <c:v>0.21557912581946509</c:v>
                </c:pt>
                <c:pt idx="16421">
                  <c:v>0.21561765450995155</c:v>
                </c:pt>
                <c:pt idx="16422">
                  <c:v>0.21562670082844848</c:v>
                </c:pt>
                <c:pt idx="16423">
                  <c:v>0.21563655399098497</c:v>
                </c:pt>
                <c:pt idx="16424">
                  <c:v>0.21568401840945486</c:v>
                </c:pt>
                <c:pt idx="16425">
                  <c:v>0.21571901394136531</c:v>
                </c:pt>
                <c:pt idx="16426">
                  <c:v>0.21573456936052926</c:v>
                </c:pt>
                <c:pt idx="16427">
                  <c:v>0.21573591372338086</c:v>
                </c:pt>
                <c:pt idx="16428">
                  <c:v>0.21578706604956266</c:v>
                </c:pt>
                <c:pt idx="16429">
                  <c:v>0.21579018159078503</c:v>
                </c:pt>
                <c:pt idx="16430">
                  <c:v>0.21580038796014225</c:v>
                </c:pt>
                <c:pt idx="16431">
                  <c:v>0.21580688881009788</c:v>
                </c:pt>
                <c:pt idx="16432">
                  <c:v>0.21582870178150196</c:v>
                </c:pt>
                <c:pt idx="16433">
                  <c:v>0.21584099138316887</c:v>
                </c:pt>
                <c:pt idx="16434">
                  <c:v>0.2158465833758747</c:v>
                </c:pt>
                <c:pt idx="16435">
                  <c:v>0.21585068931733273</c:v>
                </c:pt>
                <c:pt idx="16436">
                  <c:v>0.21585363662949753</c:v>
                </c:pt>
                <c:pt idx="16437">
                  <c:v>0.21585907638593335</c:v>
                </c:pt>
                <c:pt idx="16438">
                  <c:v>0.21586565205828717</c:v>
                </c:pt>
                <c:pt idx="16439">
                  <c:v>0.21588243491084422</c:v>
                </c:pt>
                <c:pt idx="16440">
                  <c:v>0.21591241525879648</c:v>
                </c:pt>
                <c:pt idx="16441">
                  <c:v>0.21600060767490648</c:v>
                </c:pt>
                <c:pt idx="16442">
                  <c:v>0.21601136926663664</c:v>
                </c:pt>
                <c:pt idx="16443">
                  <c:v>0.21603618006112429</c:v>
                </c:pt>
                <c:pt idx="16444">
                  <c:v>0.21606641476643432</c:v>
                </c:pt>
                <c:pt idx="16445">
                  <c:v>0.21606775528522937</c:v>
                </c:pt>
                <c:pt idx="16446">
                  <c:v>0.21607375517753782</c:v>
                </c:pt>
                <c:pt idx="16447">
                  <c:v>0.21608550668448304</c:v>
                </c:pt>
                <c:pt idx="16448">
                  <c:v>0.21609245316984135</c:v>
                </c:pt>
                <c:pt idx="16449">
                  <c:v>0.21612342326733905</c:v>
                </c:pt>
                <c:pt idx="16450">
                  <c:v>0.21613210749861253</c:v>
                </c:pt>
                <c:pt idx="16451">
                  <c:v>0.21614617184068971</c:v>
                </c:pt>
                <c:pt idx="16452">
                  <c:v>0.2161614111833586</c:v>
                </c:pt>
                <c:pt idx="16453">
                  <c:v>0.21616402039101046</c:v>
                </c:pt>
                <c:pt idx="16454">
                  <c:v>0.2161777744096966</c:v>
                </c:pt>
                <c:pt idx="16455">
                  <c:v>0.21618267164085414</c:v>
                </c:pt>
                <c:pt idx="16456">
                  <c:v>0.21620299604327062</c:v>
                </c:pt>
                <c:pt idx="16457">
                  <c:v>0.21621118462514041</c:v>
                </c:pt>
                <c:pt idx="16458">
                  <c:v>0.21623540709614683</c:v>
                </c:pt>
                <c:pt idx="16459">
                  <c:v>0.21623828802304923</c:v>
                </c:pt>
                <c:pt idx="16460">
                  <c:v>0.21626231501772333</c:v>
                </c:pt>
                <c:pt idx="16461">
                  <c:v>0.21627549127511966</c:v>
                </c:pt>
                <c:pt idx="16462">
                  <c:v>0.21629055950156956</c:v>
                </c:pt>
                <c:pt idx="16463">
                  <c:v>0.21629574858789169</c:v>
                </c:pt>
                <c:pt idx="16464">
                  <c:v>0.21630084985420678</c:v>
                </c:pt>
                <c:pt idx="16465">
                  <c:v>0.21630528659707682</c:v>
                </c:pt>
                <c:pt idx="16466">
                  <c:v>0.2163116285783096</c:v>
                </c:pt>
                <c:pt idx="16467">
                  <c:v>0.21632298998915606</c:v>
                </c:pt>
                <c:pt idx="16468">
                  <c:v>0.21632684437947591</c:v>
                </c:pt>
                <c:pt idx="16469">
                  <c:v>0.21632830817341836</c:v>
                </c:pt>
                <c:pt idx="16470">
                  <c:v>0.21635964581159492</c:v>
                </c:pt>
                <c:pt idx="16471">
                  <c:v>0.21642304034317572</c:v>
                </c:pt>
                <c:pt idx="16472">
                  <c:v>0.2164428467871852</c:v>
                </c:pt>
                <c:pt idx="16473">
                  <c:v>0.21650034701229454</c:v>
                </c:pt>
                <c:pt idx="16474">
                  <c:v>0.21655285585435324</c:v>
                </c:pt>
                <c:pt idx="16475">
                  <c:v>0.216580870623652</c:v>
                </c:pt>
                <c:pt idx="16476">
                  <c:v>0.21658186519144015</c:v>
                </c:pt>
                <c:pt idx="16477">
                  <c:v>0.21661444131496399</c:v>
                </c:pt>
                <c:pt idx="16478">
                  <c:v>0.21662676919608426</c:v>
                </c:pt>
                <c:pt idx="16479">
                  <c:v>0.21663398304164871</c:v>
                </c:pt>
                <c:pt idx="16480">
                  <c:v>0.21663856313466837</c:v>
                </c:pt>
                <c:pt idx="16481">
                  <c:v>0.21665611315092395</c:v>
                </c:pt>
                <c:pt idx="16482">
                  <c:v>0.21669563600090475</c:v>
                </c:pt>
                <c:pt idx="16483">
                  <c:v>0.21671905890156815</c:v>
                </c:pt>
                <c:pt idx="16484">
                  <c:v>0.21672520293393607</c:v>
                </c:pt>
                <c:pt idx="16485">
                  <c:v>0.21673128389229993</c:v>
                </c:pt>
                <c:pt idx="16486">
                  <c:v>0.21678538568944608</c:v>
                </c:pt>
                <c:pt idx="16487">
                  <c:v>0.21680109117643664</c:v>
                </c:pt>
                <c:pt idx="16488">
                  <c:v>0.21680225335450634</c:v>
                </c:pt>
                <c:pt idx="16489">
                  <c:v>0.21683065397621601</c:v>
                </c:pt>
                <c:pt idx="16490">
                  <c:v>0.21683711296979152</c:v>
                </c:pt>
                <c:pt idx="16491">
                  <c:v>0.2168430494209756</c:v>
                </c:pt>
                <c:pt idx="16492">
                  <c:v>0.21685461765487865</c:v>
                </c:pt>
                <c:pt idx="16493">
                  <c:v>0.21686075850312883</c:v>
                </c:pt>
                <c:pt idx="16494">
                  <c:v>0.21690974080755362</c:v>
                </c:pt>
                <c:pt idx="16495">
                  <c:v>0.21691021791177623</c:v>
                </c:pt>
                <c:pt idx="16496">
                  <c:v>0.21691595856954346</c:v>
                </c:pt>
                <c:pt idx="16497">
                  <c:v>0.21693380873402976</c:v>
                </c:pt>
                <c:pt idx="16498">
                  <c:v>0.21693827764788157</c:v>
                </c:pt>
                <c:pt idx="16499">
                  <c:v>0.21694442340898423</c:v>
                </c:pt>
                <c:pt idx="16500">
                  <c:v>0.21695905709308166</c:v>
                </c:pt>
                <c:pt idx="16501">
                  <c:v>0.216983215214409</c:v>
                </c:pt>
                <c:pt idx="16502">
                  <c:v>0.21699951772446588</c:v>
                </c:pt>
                <c:pt idx="16503">
                  <c:v>0.21700266252077391</c:v>
                </c:pt>
                <c:pt idx="16504">
                  <c:v>0.21700380818516538</c:v>
                </c:pt>
                <c:pt idx="16505">
                  <c:v>0.21700966633496171</c:v>
                </c:pt>
                <c:pt idx="16506">
                  <c:v>0.21705913729082171</c:v>
                </c:pt>
                <c:pt idx="16507">
                  <c:v>0.21706152942406448</c:v>
                </c:pt>
                <c:pt idx="16508">
                  <c:v>0.21706550784822118</c:v>
                </c:pt>
                <c:pt idx="16509">
                  <c:v>0.21706749228293798</c:v>
                </c:pt>
                <c:pt idx="16510">
                  <c:v>0.21707034808077116</c:v>
                </c:pt>
                <c:pt idx="16511">
                  <c:v>0.21710989768053721</c:v>
                </c:pt>
                <c:pt idx="16512">
                  <c:v>0.21712897622632976</c:v>
                </c:pt>
                <c:pt idx="16513">
                  <c:v>0.21719063501204072</c:v>
                </c:pt>
                <c:pt idx="16514">
                  <c:v>0.21719727754663806</c:v>
                </c:pt>
                <c:pt idx="16515">
                  <c:v>0.21720003446740635</c:v>
                </c:pt>
                <c:pt idx="16516">
                  <c:v>0.21721005527272813</c:v>
                </c:pt>
                <c:pt idx="16517">
                  <c:v>0.21721922801290727</c:v>
                </c:pt>
                <c:pt idx="16518">
                  <c:v>0.21723073614359067</c:v>
                </c:pt>
                <c:pt idx="16519">
                  <c:v>0.2172432411073042</c:v>
                </c:pt>
                <c:pt idx="16520">
                  <c:v>0.21727029462557515</c:v>
                </c:pt>
                <c:pt idx="16521">
                  <c:v>0.21727683533347553</c:v>
                </c:pt>
                <c:pt idx="16522">
                  <c:v>0.21728958346808253</c:v>
                </c:pt>
                <c:pt idx="16523">
                  <c:v>0.2172934151796001</c:v>
                </c:pt>
                <c:pt idx="16524">
                  <c:v>0.21729345448085305</c:v>
                </c:pt>
                <c:pt idx="16525">
                  <c:v>0.2173008519697055</c:v>
                </c:pt>
                <c:pt idx="16526">
                  <c:v>0.21733419372791662</c:v>
                </c:pt>
                <c:pt idx="16527">
                  <c:v>0.21736543240762862</c:v>
                </c:pt>
                <c:pt idx="16528">
                  <c:v>0.21737139308036316</c:v>
                </c:pt>
                <c:pt idx="16529">
                  <c:v>0.21737570649476137</c:v>
                </c:pt>
                <c:pt idx="16530">
                  <c:v>0.21739956480106554</c:v>
                </c:pt>
                <c:pt idx="16531">
                  <c:v>0.21742594824015135</c:v>
                </c:pt>
                <c:pt idx="16532">
                  <c:v>0.21742830041507075</c:v>
                </c:pt>
                <c:pt idx="16533">
                  <c:v>0.21743652848263975</c:v>
                </c:pt>
                <c:pt idx="16534">
                  <c:v>0.21744274912537362</c:v>
                </c:pt>
                <c:pt idx="16535">
                  <c:v>0.21745179508236256</c:v>
                </c:pt>
                <c:pt idx="16536">
                  <c:v>0.21745486417485979</c:v>
                </c:pt>
                <c:pt idx="16537">
                  <c:v>0.21748329298704336</c:v>
                </c:pt>
                <c:pt idx="16538">
                  <c:v>0.21753367367640453</c:v>
                </c:pt>
                <c:pt idx="16539">
                  <c:v>0.2175410768375084</c:v>
                </c:pt>
                <c:pt idx="16540">
                  <c:v>0.21756867671142355</c:v>
                </c:pt>
                <c:pt idx="16541">
                  <c:v>0.2175847707920977</c:v>
                </c:pt>
                <c:pt idx="16542">
                  <c:v>0.21758675459373603</c:v>
                </c:pt>
                <c:pt idx="16543">
                  <c:v>0.2175892707777502</c:v>
                </c:pt>
                <c:pt idx="16544">
                  <c:v>0.21761675485444948</c:v>
                </c:pt>
                <c:pt idx="16545">
                  <c:v>0.2176212617283356</c:v>
                </c:pt>
                <c:pt idx="16546">
                  <c:v>0.21762344990529883</c:v>
                </c:pt>
                <c:pt idx="16547">
                  <c:v>0.21763391699405663</c:v>
                </c:pt>
                <c:pt idx="16548">
                  <c:v>0.2176395933500522</c:v>
                </c:pt>
                <c:pt idx="16549">
                  <c:v>0.21764022037954439</c:v>
                </c:pt>
                <c:pt idx="16550">
                  <c:v>0.21764266845516317</c:v>
                </c:pt>
                <c:pt idx="16551">
                  <c:v>0.21764556353340364</c:v>
                </c:pt>
                <c:pt idx="16552">
                  <c:v>0.2176495822262885</c:v>
                </c:pt>
                <c:pt idx="16553">
                  <c:v>0.21765435555848728</c:v>
                </c:pt>
                <c:pt idx="16554">
                  <c:v>0.2176555537580363</c:v>
                </c:pt>
                <c:pt idx="16555">
                  <c:v>0.21767146404790078</c:v>
                </c:pt>
                <c:pt idx="16556">
                  <c:v>0.21767182643061175</c:v>
                </c:pt>
                <c:pt idx="16557">
                  <c:v>0.21767969510817406</c:v>
                </c:pt>
                <c:pt idx="16558">
                  <c:v>0.21771421606192737</c:v>
                </c:pt>
                <c:pt idx="16559">
                  <c:v>0.21773842542376648</c:v>
                </c:pt>
                <c:pt idx="16560">
                  <c:v>0.21775760267468758</c:v>
                </c:pt>
                <c:pt idx="16561">
                  <c:v>0.21784383965221277</c:v>
                </c:pt>
                <c:pt idx="16562">
                  <c:v>0.21787267240122571</c:v>
                </c:pt>
                <c:pt idx="16563">
                  <c:v>0.21790577788841364</c:v>
                </c:pt>
                <c:pt idx="16564">
                  <c:v>0.21798511040111843</c:v>
                </c:pt>
                <c:pt idx="16565">
                  <c:v>0.21799637601176644</c:v>
                </c:pt>
                <c:pt idx="16566">
                  <c:v>0.21804137383025199</c:v>
                </c:pt>
                <c:pt idx="16567">
                  <c:v>0.21806308353787318</c:v>
                </c:pt>
                <c:pt idx="16568">
                  <c:v>0.2180677821995573</c:v>
                </c:pt>
                <c:pt idx="16569">
                  <c:v>0.21815099387254833</c:v>
                </c:pt>
                <c:pt idx="16570">
                  <c:v>0.2181529674209689</c:v>
                </c:pt>
                <c:pt idx="16571">
                  <c:v>0.21816145306177767</c:v>
                </c:pt>
                <c:pt idx="16572">
                  <c:v>0.21819023509005342</c:v>
                </c:pt>
                <c:pt idx="16573">
                  <c:v>0.2182094570103488</c:v>
                </c:pt>
                <c:pt idx="16574">
                  <c:v>0.21821278670662084</c:v>
                </c:pt>
                <c:pt idx="16575">
                  <c:v>0.21821294124985313</c:v>
                </c:pt>
                <c:pt idx="16576">
                  <c:v>0.21822363431305436</c:v>
                </c:pt>
                <c:pt idx="16577">
                  <c:v>0.2182593609948151</c:v>
                </c:pt>
                <c:pt idx="16578">
                  <c:v>0.21826046514958963</c:v>
                </c:pt>
                <c:pt idx="16579">
                  <c:v>0.21826178034046037</c:v>
                </c:pt>
                <c:pt idx="16580">
                  <c:v>0.21828024598295664</c:v>
                </c:pt>
                <c:pt idx="16581">
                  <c:v>0.21829077700934557</c:v>
                </c:pt>
                <c:pt idx="16582">
                  <c:v>0.21832624602995251</c:v>
                </c:pt>
                <c:pt idx="16583">
                  <c:v>0.21835127930557613</c:v>
                </c:pt>
                <c:pt idx="16584">
                  <c:v>0.21837244276035947</c:v>
                </c:pt>
                <c:pt idx="16585">
                  <c:v>0.21837312627712144</c:v>
                </c:pt>
                <c:pt idx="16586">
                  <c:v>0.21837593568667277</c:v>
                </c:pt>
                <c:pt idx="16587">
                  <c:v>0.21840094990427514</c:v>
                </c:pt>
                <c:pt idx="16588">
                  <c:v>0.21842194073263854</c:v>
                </c:pt>
                <c:pt idx="16589">
                  <c:v>0.21843359529900735</c:v>
                </c:pt>
                <c:pt idx="16590">
                  <c:v>0.21844574731553384</c:v>
                </c:pt>
                <c:pt idx="16591">
                  <c:v>0.21845006492707708</c:v>
                </c:pt>
                <c:pt idx="16592">
                  <c:v>0.21848458698628179</c:v>
                </c:pt>
                <c:pt idx="16593">
                  <c:v>0.21853211015227439</c:v>
                </c:pt>
                <c:pt idx="16594">
                  <c:v>0.21856780986516575</c:v>
                </c:pt>
                <c:pt idx="16595">
                  <c:v>0.21858931001004858</c:v>
                </c:pt>
                <c:pt idx="16596">
                  <c:v>0.21859459992425795</c:v>
                </c:pt>
                <c:pt idx="16597">
                  <c:v>0.21860133212488397</c:v>
                </c:pt>
                <c:pt idx="16598">
                  <c:v>0.21861862424649472</c:v>
                </c:pt>
                <c:pt idx="16599">
                  <c:v>0.2186187285182557</c:v>
                </c:pt>
                <c:pt idx="16600">
                  <c:v>0.21862131446383556</c:v>
                </c:pt>
                <c:pt idx="16601">
                  <c:v>0.21862270863293301</c:v>
                </c:pt>
                <c:pt idx="16602">
                  <c:v>0.21865639915469906</c:v>
                </c:pt>
                <c:pt idx="16603">
                  <c:v>0.21868899951493276</c:v>
                </c:pt>
                <c:pt idx="16604">
                  <c:v>0.2186955780034506</c:v>
                </c:pt>
                <c:pt idx="16605">
                  <c:v>0.21869637981867565</c:v>
                </c:pt>
                <c:pt idx="16606">
                  <c:v>0.21872846882580146</c:v>
                </c:pt>
                <c:pt idx="16607">
                  <c:v>0.21872869224836358</c:v>
                </c:pt>
                <c:pt idx="16608">
                  <c:v>0.21876346829340315</c:v>
                </c:pt>
                <c:pt idx="16609">
                  <c:v>0.21883335850588376</c:v>
                </c:pt>
                <c:pt idx="16610">
                  <c:v>0.21883832272825979</c:v>
                </c:pt>
                <c:pt idx="16611">
                  <c:v>0.21885511954942422</c:v>
                </c:pt>
                <c:pt idx="16612">
                  <c:v>0.21886336243185592</c:v>
                </c:pt>
                <c:pt idx="16613">
                  <c:v>0.21887395236187085</c:v>
                </c:pt>
                <c:pt idx="16614">
                  <c:v>0.21887961940669487</c:v>
                </c:pt>
                <c:pt idx="16615">
                  <c:v>0.21889075413350859</c:v>
                </c:pt>
                <c:pt idx="16616">
                  <c:v>0.21889931620848357</c:v>
                </c:pt>
                <c:pt idx="16617">
                  <c:v>0.21890332429806306</c:v>
                </c:pt>
                <c:pt idx="16618">
                  <c:v>0.21890939335789361</c:v>
                </c:pt>
                <c:pt idx="16619">
                  <c:v>0.2189731503432282</c:v>
                </c:pt>
                <c:pt idx="16620">
                  <c:v>0.2189768460581108</c:v>
                </c:pt>
                <c:pt idx="16621">
                  <c:v>0.21898859100384932</c:v>
                </c:pt>
                <c:pt idx="16622">
                  <c:v>0.21900030741896057</c:v>
                </c:pt>
                <c:pt idx="16623">
                  <c:v>0.21902857178645399</c:v>
                </c:pt>
                <c:pt idx="16624">
                  <c:v>0.21904820360414515</c:v>
                </c:pt>
                <c:pt idx="16625">
                  <c:v>0.21904948439704647</c:v>
                </c:pt>
                <c:pt idx="16626">
                  <c:v>0.21906266567024271</c:v>
                </c:pt>
                <c:pt idx="16627">
                  <c:v>0.21907040964712413</c:v>
                </c:pt>
                <c:pt idx="16628">
                  <c:v>0.21908785608558093</c:v>
                </c:pt>
                <c:pt idx="16629">
                  <c:v>0.21909746013872961</c:v>
                </c:pt>
                <c:pt idx="16630">
                  <c:v>0.21910373005599065</c:v>
                </c:pt>
                <c:pt idx="16631">
                  <c:v>0.21912521852231817</c:v>
                </c:pt>
                <c:pt idx="16632">
                  <c:v>0.21913831365202349</c:v>
                </c:pt>
                <c:pt idx="16633">
                  <c:v>0.21914585330174635</c:v>
                </c:pt>
                <c:pt idx="16634">
                  <c:v>0.21921108395551001</c:v>
                </c:pt>
                <c:pt idx="16635">
                  <c:v>0.21922160673268845</c:v>
                </c:pt>
                <c:pt idx="16636">
                  <c:v>0.21926563149161232</c:v>
                </c:pt>
                <c:pt idx="16637">
                  <c:v>0.21927158370291261</c:v>
                </c:pt>
                <c:pt idx="16638">
                  <c:v>0.21927700516344362</c:v>
                </c:pt>
                <c:pt idx="16639">
                  <c:v>0.21928576333110203</c:v>
                </c:pt>
                <c:pt idx="16640">
                  <c:v>0.21930887309282746</c:v>
                </c:pt>
                <c:pt idx="16641">
                  <c:v>0.21936703204201721</c:v>
                </c:pt>
                <c:pt idx="16642">
                  <c:v>0.21937656311381873</c:v>
                </c:pt>
                <c:pt idx="16643">
                  <c:v>0.21938595670810623</c:v>
                </c:pt>
                <c:pt idx="16644">
                  <c:v>0.21943652338045988</c:v>
                </c:pt>
                <c:pt idx="16645">
                  <c:v>0.21948378493143778</c:v>
                </c:pt>
                <c:pt idx="16646">
                  <c:v>0.21948483532513186</c:v>
                </c:pt>
                <c:pt idx="16647">
                  <c:v>0.21949067463709956</c:v>
                </c:pt>
                <c:pt idx="16648">
                  <c:v>0.21951314210212391</c:v>
                </c:pt>
                <c:pt idx="16649">
                  <c:v>0.219514017452348</c:v>
                </c:pt>
                <c:pt idx="16650">
                  <c:v>0.2195186455665786</c:v>
                </c:pt>
                <c:pt idx="16651">
                  <c:v>0.2195339915809264</c:v>
                </c:pt>
                <c:pt idx="16652">
                  <c:v>0.21960831965137514</c:v>
                </c:pt>
                <c:pt idx="16653">
                  <c:v>0.21961750445786818</c:v>
                </c:pt>
                <c:pt idx="16654">
                  <c:v>0.21961824375756112</c:v>
                </c:pt>
                <c:pt idx="16655">
                  <c:v>0.21961891806458733</c:v>
                </c:pt>
                <c:pt idx="16656">
                  <c:v>0.21962628080001803</c:v>
                </c:pt>
                <c:pt idx="16657">
                  <c:v>0.21967315477764976</c:v>
                </c:pt>
                <c:pt idx="16658">
                  <c:v>0.21970854548470939</c:v>
                </c:pt>
                <c:pt idx="16659">
                  <c:v>0.2197308926109231</c:v>
                </c:pt>
                <c:pt idx="16660">
                  <c:v>0.21974999314780264</c:v>
                </c:pt>
                <c:pt idx="16661">
                  <c:v>0.21975146711795202</c:v>
                </c:pt>
                <c:pt idx="16662">
                  <c:v>0.21975990496411174</c:v>
                </c:pt>
                <c:pt idx="16663">
                  <c:v>0.21976019703778243</c:v>
                </c:pt>
                <c:pt idx="16664">
                  <c:v>0.21979026638729049</c:v>
                </c:pt>
                <c:pt idx="16665">
                  <c:v>0.21981767250854267</c:v>
                </c:pt>
                <c:pt idx="16666">
                  <c:v>0.21984549890612309</c:v>
                </c:pt>
                <c:pt idx="16667">
                  <c:v>0.21985284576392836</c:v>
                </c:pt>
                <c:pt idx="16668">
                  <c:v>0.219879593200587</c:v>
                </c:pt>
                <c:pt idx="16669">
                  <c:v>0.21992400947144355</c:v>
                </c:pt>
                <c:pt idx="16670">
                  <c:v>0.2199444936766887</c:v>
                </c:pt>
                <c:pt idx="16671">
                  <c:v>0.21995243488083735</c:v>
                </c:pt>
                <c:pt idx="16672">
                  <c:v>0.21996265867986564</c:v>
                </c:pt>
                <c:pt idx="16673">
                  <c:v>0.21998253652860134</c:v>
                </c:pt>
                <c:pt idx="16674">
                  <c:v>0.22002157926793683</c:v>
                </c:pt>
                <c:pt idx="16675">
                  <c:v>0.22004938793750656</c:v>
                </c:pt>
                <c:pt idx="16676">
                  <c:v>0.22005305850832127</c:v>
                </c:pt>
                <c:pt idx="16677">
                  <c:v>0.22010959710213357</c:v>
                </c:pt>
                <c:pt idx="16678">
                  <c:v>0.22012121327259199</c:v>
                </c:pt>
                <c:pt idx="16679">
                  <c:v>0.22015081628611485</c:v>
                </c:pt>
                <c:pt idx="16680">
                  <c:v>0.22015481243665255</c:v>
                </c:pt>
                <c:pt idx="16681">
                  <c:v>0.22020166962780635</c:v>
                </c:pt>
                <c:pt idx="16682">
                  <c:v>0.22022179310164733</c:v>
                </c:pt>
                <c:pt idx="16683">
                  <c:v>0.22024109453998642</c:v>
                </c:pt>
                <c:pt idx="16684">
                  <c:v>0.22024625589410218</c:v>
                </c:pt>
                <c:pt idx="16685">
                  <c:v>0.22027541749183202</c:v>
                </c:pt>
                <c:pt idx="16686">
                  <c:v>0.22027696988249545</c:v>
                </c:pt>
                <c:pt idx="16687">
                  <c:v>0.22028532727354094</c:v>
                </c:pt>
                <c:pt idx="16688">
                  <c:v>0.22029196600496062</c:v>
                </c:pt>
                <c:pt idx="16689">
                  <c:v>0.22030379114939375</c:v>
                </c:pt>
                <c:pt idx="16690">
                  <c:v>0.22031546375078834</c:v>
                </c:pt>
                <c:pt idx="16691">
                  <c:v>0.22036250241092331</c:v>
                </c:pt>
                <c:pt idx="16692">
                  <c:v>0.22036729215685136</c:v>
                </c:pt>
                <c:pt idx="16693">
                  <c:v>0.22037569579137248</c:v>
                </c:pt>
                <c:pt idx="16694">
                  <c:v>0.22039988767076216</c:v>
                </c:pt>
                <c:pt idx="16695">
                  <c:v>0.22040374678647354</c:v>
                </c:pt>
                <c:pt idx="16696">
                  <c:v>0.22044965685163637</c:v>
                </c:pt>
                <c:pt idx="16697">
                  <c:v>0.22046345947923368</c:v>
                </c:pt>
                <c:pt idx="16698">
                  <c:v>0.22048384278142846</c:v>
                </c:pt>
                <c:pt idx="16699">
                  <c:v>0.22048542200055399</c:v>
                </c:pt>
                <c:pt idx="16700">
                  <c:v>0.22052682115201211</c:v>
                </c:pt>
                <c:pt idx="16701">
                  <c:v>0.22052756078934818</c:v>
                </c:pt>
                <c:pt idx="16702">
                  <c:v>0.22053167524477185</c:v>
                </c:pt>
                <c:pt idx="16703">
                  <c:v>0.2205371844581889</c:v>
                </c:pt>
                <c:pt idx="16704">
                  <c:v>0.22055668039230056</c:v>
                </c:pt>
                <c:pt idx="16705">
                  <c:v>0.220624688010324</c:v>
                </c:pt>
                <c:pt idx="16706">
                  <c:v>0.22062507058590755</c:v>
                </c:pt>
                <c:pt idx="16707">
                  <c:v>0.22062519282039722</c:v>
                </c:pt>
                <c:pt idx="16708">
                  <c:v>0.22062996189055345</c:v>
                </c:pt>
                <c:pt idx="16709">
                  <c:v>0.22063350312170793</c:v>
                </c:pt>
                <c:pt idx="16710">
                  <c:v>0.22065411235412527</c:v>
                </c:pt>
                <c:pt idx="16711">
                  <c:v>0.22067133906410175</c:v>
                </c:pt>
                <c:pt idx="16712">
                  <c:v>0.22069225638446538</c:v>
                </c:pt>
                <c:pt idx="16713">
                  <c:v>0.22072819474399225</c:v>
                </c:pt>
                <c:pt idx="16714">
                  <c:v>0.22076846168633468</c:v>
                </c:pt>
                <c:pt idx="16715">
                  <c:v>0.22076995181179868</c:v>
                </c:pt>
                <c:pt idx="16716">
                  <c:v>0.22078693071170033</c:v>
                </c:pt>
                <c:pt idx="16717">
                  <c:v>0.22080986287790094</c:v>
                </c:pt>
                <c:pt idx="16718">
                  <c:v>0.22081470749108451</c:v>
                </c:pt>
                <c:pt idx="16719">
                  <c:v>0.22082423311863963</c:v>
                </c:pt>
                <c:pt idx="16720">
                  <c:v>0.22082598571331746</c:v>
                </c:pt>
                <c:pt idx="16721">
                  <c:v>0.22083122752744969</c:v>
                </c:pt>
                <c:pt idx="16722">
                  <c:v>0.22083197258109405</c:v>
                </c:pt>
                <c:pt idx="16723">
                  <c:v>0.22086797721627346</c:v>
                </c:pt>
                <c:pt idx="16724">
                  <c:v>0.22089757186001632</c:v>
                </c:pt>
                <c:pt idx="16725">
                  <c:v>0.22092944698825601</c:v>
                </c:pt>
                <c:pt idx="16726">
                  <c:v>0.22096751076793417</c:v>
                </c:pt>
                <c:pt idx="16727">
                  <c:v>0.22100120254561242</c:v>
                </c:pt>
                <c:pt idx="16728">
                  <c:v>0.22100332596946154</c:v>
                </c:pt>
                <c:pt idx="16729">
                  <c:v>0.22102727808562356</c:v>
                </c:pt>
                <c:pt idx="16730">
                  <c:v>0.22104219893180288</c:v>
                </c:pt>
                <c:pt idx="16731">
                  <c:v>0.22104704051893495</c:v>
                </c:pt>
                <c:pt idx="16732">
                  <c:v>0.22106567049680506</c:v>
                </c:pt>
                <c:pt idx="16733">
                  <c:v>0.22108273081524346</c:v>
                </c:pt>
                <c:pt idx="16734">
                  <c:v>0.22111882525490564</c:v>
                </c:pt>
                <c:pt idx="16735">
                  <c:v>0.22114726182840985</c:v>
                </c:pt>
                <c:pt idx="16736">
                  <c:v>0.22118598397686853</c:v>
                </c:pt>
                <c:pt idx="16737">
                  <c:v>0.22120550915440124</c:v>
                </c:pt>
                <c:pt idx="16738">
                  <c:v>0.22124234374978044</c:v>
                </c:pt>
                <c:pt idx="16739">
                  <c:v>0.22125547885319388</c:v>
                </c:pt>
                <c:pt idx="16740">
                  <c:v>0.22126224871745317</c:v>
                </c:pt>
                <c:pt idx="16741">
                  <c:v>0.22127437860204652</c:v>
                </c:pt>
                <c:pt idx="16742">
                  <c:v>0.22129547764089158</c:v>
                </c:pt>
                <c:pt idx="16743">
                  <c:v>0.22129986549966632</c:v>
                </c:pt>
                <c:pt idx="16744">
                  <c:v>0.22130021284433843</c:v>
                </c:pt>
                <c:pt idx="16745">
                  <c:v>0.22130361232554938</c:v>
                </c:pt>
                <c:pt idx="16746">
                  <c:v>0.22132886847734037</c:v>
                </c:pt>
                <c:pt idx="16747">
                  <c:v>0.22132940890494474</c:v>
                </c:pt>
                <c:pt idx="16748">
                  <c:v>0.22134053124391886</c:v>
                </c:pt>
                <c:pt idx="16749">
                  <c:v>0.2213459377339668</c:v>
                </c:pt>
                <c:pt idx="16750">
                  <c:v>0.22134610385671472</c:v>
                </c:pt>
                <c:pt idx="16751">
                  <c:v>0.22134756481943124</c:v>
                </c:pt>
                <c:pt idx="16752">
                  <c:v>0.22135250018958416</c:v>
                </c:pt>
                <c:pt idx="16753">
                  <c:v>0.22135679104618181</c:v>
                </c:pt>
                <c:pt idx="16754">
                  <c:v>0.22137205055253198</c:v>
                </c:pt>
                <c:pt idx="16755">
                  <c:v>0.22137928673727003</c:v>
                </c:pt>
                <c:pt idx="16756">
                  <c:v>0.2213892113779132</c:v>
                </c:pt>
                <c:pt idx="16757">
                  <c:v>0.22140577206133313</c:v>
                </c:pt>
                <c:pt idx="16758">
                  <c:v>0.22142930738245389</c:v>
                </c:pt>
                <c:pt idx="16759">
                  <c:v>0.22145794991138074</c:v>
                </c:pt>
                <c:pt idx="16760">
                  <c:v>0.22147785975969989</c:v>
                </c:pt>
                <c:pt idx="16761">
                  <c:v>0.22148042240798257</c:v>
                </c:pt>
                <c:pt idx="16762">
                  <c:v>0.22149608601370738</c:v>
                </c:pt>
                <c:pt idx="16763">
                  <c:v>0.22150044828298426</c:v>
                </c:pt>
                <c:pt idx="16764">
                  <c:v>0.22150173131892809</c:v>
                </c:pt>
                <c:pt idx="16765">
                  <c:v>0.22150615127175519</c:v>
                </c:pt>
                <c:pt idx="16766">
                  <c:v>0.22152253720201062</c:v>
                </c:pt>
                <c:pt idx="16767">
                  <c:v>0.2215284847221686</c:v>
                </c:pt>
                <c:pt idx="16768">
                  <c:v>0.22153375440863787</c:v>
                </c:pt>
                <c:pt idx="16769">
                  <c:v>0.22153833397121864</c:v>
                </c:pt>
                <c:pt idx="16770">
                  <c:v>0.22155534433956428</c:v>
                </c:pt>
                <c:pt idx="16771">
                  <c:v>0.2215561965214061</c:v>
                </c:pt>
                <c:pt idx="16772">
                  <c:v>0.22158049587217377</c:v>
                </c:pt>
                <c:pt idx="16773">
                  <c:v>0.22158399376561688</c:v>
                </c:pt>
                <c:pt idx="16774">
                  <c:v>0.2215868738063817</c:v>
                </c:pt>
                <c:pt idx="16775">
                  <c:v>0.22159918523894775</c:v>
                </c:pt>
                <c:pt idx="16776">
                  <c:v>0.22161060971075555</c:v>
                </c:pt>
                <c:pt idx="16777">
                  <c:v>0.22161827189760508</c:v>
                </c:pt>
                <c:pt idx="16778">
                  <c:v>0.22163774533846253</c:v>
                </c:pt>
                <c:pt idx="16779">
                  <c:v>0.22165686196646844</c:v>
                </c:pt>
                <c:pt idx="16780">
                  <c:v>0.2216617371075407</c:v>
                </c:pt>
                <c:pt idx="16781">
                  <c:v>0.22168336456350687</c:v>
                </c:pt>
                <c:pt idx="16782">
                  <c:v>0.22169003786015032</c:v>
                </c:pt>
                <c:pt idx="16783">
                  <c:v>0.22169572086140896</c:v>
                </c:pt>
                <c:pt idx="16784">
                  <c:v>0.22169636578331964</c:v>
                </c:pt>
                <c:pt idx="16785">
                  <c:v>0.22171635357375508</c:v>
                </c:pt>
                <c:pt idx="16786">
                  <c:v>0.22172163566647926</c:v>
                </c:pt>
                <c:pt idx="16787">
                  <c:v>0.22172282537746596</c:v>
                </c:pt>
                <c:pt idx="16788">
                  <c:v>0.22173438736702683</c:v>
                </c:pt>
                <c:pt idx="16789">
                  <c:v>0.22177115090112526</c:v>
                </c:pt>
                <c:pt idx="16790">
                  <c:v>0.22177675152363499</c:v>
                </c:pt>
                <c:pt idx="16791">
                  <c:v>0.22177899592322697</c:v>
                </c:pt>
                <c:pt idx="16792">
                  <c:v>0.22180582884664926</c:v>
                </c:pt>
                <c:pt idx="16793">
                  <c:v>0.22180803459351031</c:v>
                </c:pt>
                <c:pt idx="16794">
                  <c:v>0.22181408394595492</c:v>
                </c:pt>
                <c:pt idx="16795">
                  <c:v>0.2218399242790586</c:v>
                </c:pt>
                <c:pt idx="16796">
                  <c:v>0.22185042712444308</c:v>
                </c:pt>
                <c:pt idx="16797">
                  <c:v>0.22185995803355751</c:v>
                </c:pt>
                <c:pt idx="16798">
                  <c:v>0.22187153632921311</c:v>
                </c:pt>
                <c:pt idx="16799">
                  <c:v>0.22187747554415946</c:v>
                </c:pt>
                <c:pt idx="16800">
                  <c:v>0.22188991912436698</c:v>
                </c:pt>
                <c:pt idx="16801">
                  <c:v>0.2218969911010362</c:v>
                </c:pt>
                <c:pt idx="16802">
                  <c:v>0.22192334782193576</c:v>
                </c:pt>
                <c:pt idx="16803">
                  <c:v>0.22194377351063041</c:v>
                </c:pt>
                <c:pt idx="16804">
                  <c:v>0.22195252623697581</c:v>
                </c:pt>
                <c:pt idx="16805">
                  <c:v>0.22195993032960856</c:v>
                </c:pt>
                <c:pt idx="16806">
                  <c:v>0.22196858755985346</c:v>
                </c:pt>
                <c:pt idx="16807">
                  <c:v>0.22198712935241535</c:v>
                </c:pt>
                <c:pt idx="16808">
                  <c:v>0.2219931256839083</c:v>
                </c:pt>
                <c:pt idx="16809">
                  <c:v>0.22200098965887513</c:v>
                </c:pt>
                <c:pt idx="16810">
                  <c:v>0.22204602747538504</c:v>
                </c:pt>
                <c:pt idx="16811">
                  <c:v>0.22208012155229276</c:v>
                </c:pt>
                <c:pt idx="16812">
                  <c:v>0.22214625887540909</c:v>
                </c:pt>
                <c:pt idx="16813">
                  <c:v>0.22218638531194565</c:v>
                </c:pt>
                <c:pt idx="16814">
                  <c:v>0.22219562970060902</c:v>
                </c:pt>
                <c:pt idx="16815">
                  <c:v>0.22221803683803143</c:v>
                </c:pt>
                <c:pt idx="16816">
                  <c:v>0.22224745684214092</c:v>
                </c:pt>
                <c:pt idx="16817">
                  <c:v>0.22227375837999541</c:v>
                </c:pt>
                <c:pt idx="16818">
                  <c:v>0.22232418846503535</c:v>
                </c:pt>
                <c:pt idx="16819">
                  <c:v>0.22235902585255571</c:v>
                </c:pt>
                <c:pt idx="16820">
                  <c:v>0.22237774769029725</c:v>
                </c:pt>
                <c:pt idx="16821">
                  <c:v>0.22238221970344418</c:v>
                </c:pt>
                <c:pt idx="16822">
                  <c:v>0.22238862976757165</c:v>
                </c:pt>
                <c:pt idx="16823">
                  <c:v>0.2223920720595628</c:v>
                </c:pt>
                <c:pt idx="16824">
                  <c:v>0.22239794826773124</c:v>
                </c:pt>
                <c:pt idx="16825">
                  <c:v>0.22241333283579287</c:v>
                </c:pt>
                <c:pt idx="16826">
                  <c:v>0.22243200312817771</c:v>
                </c:pt>
                <c:pt idx="16827">
                  <c:v>0.22243281074699114</c:v>
                </c:pt>
                <c:pt idx="16828">
                  <c:v>0.22243514251466437</c:v>
                </c:pt>
                <c:pt idx="16829">
                  <c:v>0.22243649448818686</c:v>
                </c:pt>
                <c:pt idx="16830">
                  <c:v>0.2224490528717197</c:v>
                </c:pt>
                <c:pt idx="16831">
                  <c:v>0.22246331206512202</c:v>
                </c:pt>
                <c:pt idx="16832">
                  <c:v>0.22247002234291369</c:v>
                </c:pt>
                <c:pt idx="16833">
                  <c:v>0.2224739382554618</c:v>
                </c:pt>
                <c:pt idx="16834">
                  <c:v>0.22248030603212376</c:v>
                </c:pt>
                <c:pt idx="16835">
                  <c:v>0.22248522148310707</c:v>
                </c:pt>
                <c:pt idx="16836">
                  <c:v>0.22249647092764707</c:v>
                </c:pt>
                <c:pt idx="16837">
                  <c:v>0.22251459565838572</c:v>
                </c:pt>
                <c:pt idx="16838">
                  <c:v>0.22255606906024109</c:v>
                </c:pt>
                <c:pt idx="16839">
                  <c:v>0.22258050485734904</c:v>
                </c:pt>
                <c:pt idx="16840">
                  <c:v>0.22258093852643385</c:v>
                </c:pt>
                <c:pt idx="16841">
                  <c:v>0.22261504621765127</c:v>
                </c:pt>
                <c:pt idx="16842">
                  <c:v>0.2226162406293857</c:v>
                </c:pt>
                <c:pt idx="16843">
                  <c:v>0.22262015925068815</c:v>
                </c:pt>
                <c:pt idx="16844">
                  <c:v>0.22264450071599221</c:v>
                </c:pt>
                <c:pt idx="16845">
                  <c:v>0.22264623641298437</c:v>
                </c:pt>
                <c:pt idx="16846">
                  <c:v>0.22267355187906318</c:v>
                </c:pt>
                <c:pt idx="16847">
                  <c:v>0.22268257990058554</c:v>
                </c:pt>
                <c:pt idx="16848">
                  <c:v>0.22268395522113182</c:v>
                </c:pt>
                <c:pt idx="16849">
                  <c:v>0.2227022665862263</c:v>
                </c:pt>
                <c:pt idx="16850">
                  <c:v>0.22271932151994558</c:v>
                </c:pt>
                <c:pt idx="16851">
                  <c:v>0.22273210894509601</c:v>
                </c:pt>
                <c:pt idx="16852">
                  <c:v>0.22275448876493303</c:v>
                </c:pt>
                <c:pt idx="16853">
                  <c:v>0.22278017283096643</c:v>
                </c:pt>
                <c:pt idx="16854">
                  <c:v>0.22279468816678849</c:v>
                </c:pt>
                <c:pt idx="16855">
                  <c:v>0.22281694539380142</c:v>
                </c:pt>
                <c:pt idx="16856">
                  <c:v>0.22282887247591013</c:v>
                </c:pt>
                <c:pt idx="16857">
                  <c:v>0.2228538782366267</c:v>
                </c:pt>
                <c:pt idx="16858">
                  <c:v>0.22288584634199687</c:v>
                </c:pt>
                <c:pt idx="16859">
                  <c:v>0.22288749389054743</c:v>
                </c:pt>
                <c:pt idx="16860">
                  <c:v>0.22292330269774058</c:v>
                </c:pt>
                <c:pt idx="16861">
                  <c:v>0.22292379310343485</c:v>
                </c:pt>
                <c:pt idx="16862">
                  <c:v>0.22293025016019144</c:v>
                </c:pt>
                <c:pt idx="16863">
                  <c:v>0.22293473842528685</c:v>
                </c:pt>
                <c:pt idx="16864">
                  <c:v>0.22296206683570283</c:v>
                </c:pt>
                <c:pt idx="16865">
                  <c:v>0.2230580492757529</c:v>
                </c:pt>
                <c:pt idx="16866">
                  <c:v>0.2230581706187422</c:v>
                </c:pt>
                <c:pt idx="16867">
                  <c:v>0.22308121597757952</c:v>
                </c:pt>
                <c:pt idx="16868">
                  <c:v>0.22314383362312157</c:v>
                </c:pt>
                <c:pt idx="16869">
                  <c:v>0.22314621268222382</c:v>
                </c:pt>
                <c:pt idx="16870">
                  <c:v>0.22314930387685603</c:v>
                </c:pt>
                <c:pt idx="16871">
                  <c:v>0.22318183959585625</c:v>
                </c:pt>
                <c:pt idx="16872">
                  <c:v>0.22321834698454449</c:v>
                </c:pt>
                <c:pt idx="16873">
                  <c:v>0.2232196574881824</c:v>
                </c:pt>
                <c:pt idx="16874">
                  <c:v>0.22322201610927006</c:v>
                </c:pt>
                <c:pt idx="16875">
                  <c:v>0.22323637538528832</c:v>
                </c:pt>
                <c:pt idx="16876">
                  <c:v>0.2232396625965633</c:v>
                </c:pt>
                <c:pt idx="16877">
                  <c:v>0.22324074170764324</c:v>
                </c:pt>
                <c:pt idx="16878">
                  <c:v>0.22325010479001473</c:v>
                </c:pt>
                <c:pt idx="16879">
                  <c:v>0.22326745760268737</c:v>
                </c:pt>
                <c:pt idx="16880">
                  <c:v>0.22328122224851588</c:v>
                </c:pt>
                <c:pt idx="16881">
                  <c:v>0.22329009407460604</c:v>
                </c:pt>
                <c:pt idx="16882">
                  <c:v>0.22331782580126464</c:v>
                </c:pt>
                <c:pt idx="16883">
                  <c:v>0.22333723402399897</c:v>
                </c:pt>
                <c:pt idx="16884">
                  <c:v>0.22335899096915784</c:v>
                </c:pt>
                <c:pt idx="16885">
                  <c:v>0.22335985584799109</c:v>
                </c:pt>
                <c:pt idx="16886">
                  <c:v>0.22336318443788133</c:v>
                </c:pt>
                <c:pt idx="16887">
                  <c:v>0.22337054764697478</c:v>
                </c:pt>
                <c:pt idx="16888">
                  <c:v>0.22338743240920428</c:v>
                </c:pt>
                <c:pt idx="16889">
                  <c:v>0.22342391024227284</c:v>
                </c:pt>
                <c:pt idx="16890">
                  <c:v>0.22342622497939477</c:v>
                </c:pt>
                <c:pt idx="16891">
                  <c:v>0.22347764383744159</c:v>
                </c:pt>
                <c:pt idx="16892">
                  <c:v>0.2234849185371956</c:v>
                </c:pt>
                <c:pt idx="16893">
                  <c:v>0.22349066764737063</c:v>
                </c:pt>
                <c:pt idx="16894">
                  <c:v>0.22349118834600445</c:v>
                </c:pt>
                <c:pt idx="16895">
                  <c:v>0.22349140218623642</c:v>
                </c:pt>
                <c:pt idx="16896">
                  <c:v>0.22349383418426949</c:v>
                </c:pt>
                <c:pt idx="16897">
                  <c:v>0.22349643853547166</c:v>
                </c:pt>
                <c:pt idx="16898">
                  <c:v>0.22355109513340993</c:v>
                </c:pt>
                <c:pt idx="16899">
                  <c:v>0.22357900576708703</c:v>
                </c:pt>
                <c:pt idx="16900">
                  <c:v>0.22359221717400704</c:v>
                </c:pt>
                <c:pt idx="16901">
                  <c:v>0.22359942130761135</c:v>
                </c:pt>
                <c:pt idx="16902">
                  <c:v>0.22360587036936141</c:v>
                </c:pt>
                <c:pt idx="16903">
                  <c:v>0.22363365755675263</c:v>
                </c:pt>
                <c:pt idx="16904">
                  <c:v>0.2236410699181938</c:v>
                </c:pt>
                <c:pt idx="16905">
                  <c:v>0.22365372531667313</c:v>
                </c:pt>
                <c:pt idx="16906">
                  <c:v>0.22366388277172469</c:v>
                </c:pt>
                <c:pt idx="16907">
                  <c:v>0.22367705114360745</c:v>
                </c:pt>
                <c:pt idx="16908">
                  <c:v>0.22369052996301586</c:v>
                </c:pt>
                <c:pt idx="16909">
                  <c:v>0.22371052019554521</c:v>
                </c:pt>
                <c:pt idx="16910">
                  <c:v>0.22372531791861031</c:v>
                </c:pt>
                <c:pt idx="16911">
                  <c:v>0.22373274660558479</c:v>
                </c:pt>
                <c:pt idx="16912">
                  <c:v>0.2237425754304673</c:v>
                </c:pt>
                <c:pt idx="16913">
                  <c:v>0.22375298960954121</c:v>
                </c:pt>
                <c:pt idx="16914">
                  <c:v>0.2237655646521523</c:v>
                </c:pt>
                <c:pt idx="16915">
                  <c:v>0.22377401776525563</c:v>
                </c:pt>
                <c:pt idx="16916">
                  <c:v>0.22378591070650436</c:v>
                </c:pt>
                <c:pt idx="16917">
                  <c:v>0.2237935167754822</c:v>
                </c:pt>
                <c:pt idx="16918">
                  <c:v>0.22380105712599954</c:v>
                </c:pt>
                <c:pt idx="16919">
                  <c:v>0.22381453818795208</c:v>
                </c:pt>
                <c:pt idx="16920">
                  <c:v>0.22383509050217246</c:v>
                </c:pt>
                <c:pt idx="16921">
                  <c:v>0.22384265443860463</c:v>
                </c:pt>
                <c:pt idx="16922">
                  <c:v>0.22384466607120862</c:v>
                </c:pt>
                <c:pt idx="16923">
                  <c:v>0.22385915554006769</c:v>
                </c:pt>
                <c:pt idx="16924">
                  <c:v>0.22387146278257655</c:v>
                </c:pt>
                <c:pt idx="16925">
                  <c:v>0.22389413372350428</c:v>
                </c:pt>
                <c:pt idx="16926">
                  <c:v>0.22389653515417204</c:v>
                </c:pt>
                <c:pt idx="16927">
                  <c:v>0.22390397531787115</c:v>
                </c:pt>
                <c:pt idx="16928">
                  <c:v>0.22390638937785584</c:v>
                </c:pt>
                <c:pt idx="16929">
                  <c:v>0.2239330383799899</c:v>
                </c:pt>
                <c:pt idx="16930">
                  <c:v>0.2239357280224839</c:v>
                </c:pt>
                <c:pt idx="16931">
                  <c:v>0.22395851174996975</c:v>
                </c:pt>
                <c:pt idx="16932">
                  <c:v>0.22397926076099775</c:v>
                </c:pt>
                <c:pt idx="16933">
                  <c:v>0.22398242140414173</c:v>
                </c:pt>
                <c:pt idx="16934">
                  <c:v>0.22399834843798849</c:v>
                </c:pt>
                <c:pt idx="16935">
                  <c:v>0.22400990864236375</c:v>
                </c:pt>
                <c:pt idx="16936">
                  <c:v>0.22401070684878291</c:v>
                </c:pt>
                <c:pt idx="16937">
                  <c:v>0.22406372167254424</c:v>
                </c:pt>
                <c:pt idx="16938">
                  <c:v>0.22406983157532451</c:v>
                </c:pt>
                <c:pt idx="16939">
                  <c:v>0.22407437736657318</c:v>
                </c:pt>
                <c:pt idx="16940">
                  <c:v>0.22410345209689736</c:v>
                </c:pt>
                <c:pt idx="16941">
                  <c:v>0.22410437731093436</c:v>
                </c:pt>
                <c:pt idx="16942">
                  <c:v>0.22411651744710948</c:v>
                </c:pt>
                <c:pt idx="16943">
                  <c:v>0.22412243622915415</c:v>
                </c:pt>
                <c:pt idx="16944">
                  <c:v>0.2241260436098389</c:v>
                </c:pt>
                <c:pt idx="16945">
                  <c:v>0.22413396642441008</c:v>
                </c:pt>
                <c:pt idx="16946">
                  <c:v>0.22413947851067367</c:v>
                </c:pt>
                <c:pt idx="16947">
                  <c:v>0.22415061560876992</c:v>
                </c:pt>
                <c:pt idx="16948">
                  <c:v>0.22417734168920278</c:v>
                </c:pt>
                <c:pt idx="16949">
                  <c:v>0.22418226665192736</c:v>
                </c:pt>
                <c:pt idx="16950">
                  <c:v>0.22419858582777644</c:v>
                </c:pt>
                <c:pt idx="16951">
                  <c:v>0.22421652615853169</c:v>
                </c:pt>
                <c:pt idx="16952">
                  <c:v>0.22423194127364837</c:v>
                </c:pt>
                <c:pt idx="16953">
                  <c:v>0.22424049460146742</c:v>
                </c:pt>
                <c:pt idx="16954">
                  <c:v>0.22425562093857951</c:v>
                </c:pt>
                <c:pt idx="16955">
                  <c:v>0.22430484913131707</c:v>
                </c:pt>
                <c:pt idx="16956">
                  <c:v>0.2243111879756976</c:v>
                </c:pt>
                <c:pt idx="16957">
                  <c:v>0.22431742677557698</c:v>
                </c:pt>
                <c:pt idx="16958">
                  <c:v>0.22434202091506772</c:v>
                </c:pt>
                <c:pt idx="16959">
                  <c:v>0.22436961174775991</c:v>
                </c:pt>
                <c:pt idx="16960">
                  <c:v>0.22437214607780165</c:v>
                </c:pt>
                <c:pt idx="16961">
                  <c:v>0.22439250453537327</c:v>
                </c:pt>
                <c:pt idx="16962">
                  <c:v>0.22439291657633767</c:v>
                </c:pt>
                <c:pt idx="16963">
                  <c:v>0.22443327782346398</c:v>
                </c:pt>
                <c:pt idx="16964">
                  <c:v>0.22445474847818372</c:v>
                </c:pt>
                <c:pt idx="16965">
                  <c:v>0.22445512311953369</c:v>
                </c:pt>
                <c:pt idx="16966">
                  <c:v>0.2244570946396349</c:v>
                </c:pt>
                <c:pt idx="16967">
                  <c:v>0.22446780799775065</c:v>
                </c:pt>
                <c:pt idx="16968">
                  <c:v>0.22448279758623774</c:v>
                </c:pt>
                <c:pt idx="16969">
                  <c:v>0.2245401781155443</c:v>
                </c:pt>
                <c:pt idx="16970">
                  <c:v>0.22458535568706267</c:v>
                </c:pt>
                <c:pt idx="16971">
                  <c:v>0.22458914112026571</c:v>
                </c:pt>
                <c:pt idx="16972">
                  <c:v>0.22459653323776277</c:v>
                </c:pt>
                <c:pt idx="16973">
                  <c:v>0.22459683844016465</c:v>
                </c:pt>
                <c:pt idx="16974">
                  <c:v>0.22461191992267754</c:v>
                </c:pt>
                <c:pt idx="16975">
                  <c:v>0.22461419059385815</c:v>
                </c:pt>
                <c:pt idx="16976">
                  <c:v>0.22462966578967639</c:v>
                </c:pt>
                <c:pt idx="16977">
                  <c:v>0.22463772177961527</c:v>
                </c:pt>
                <c:pt idx="16978">
                  <c:v>0.22463950826096735</c:v>
                </c:pt>
                <c:pt idx="16979">
                  <c:v>0.22464222159664585</c:v>
                </c:pt>
                <c:pt idx="16980">
                  <c:v>0.22464596120778491</c:v>
                </c:pt>
                <c:pt idx="16981">
                  <c:v>0.22465301389511397</c:v>
                </c:pt>
                <c:pt idx="16982">
                  <c:v>0.22465832678256165</c:v>
                </c:pt>
                <c:pt idx="16983">
                  <c:v>0.22468547429181149</c:v>
                </c:pt>
                <c:pt idx="16984">
                  <c:v>0.22468819885256827</c:v>
                </c:pt>
                <c:pt idx="16985">
                  <c:v>0.22469059690951479</c:v>
                </c:pt>
                <c:pt idx="16986">
                  <c:v>0.22470291012181234</c:v>
                </c:pt>
                <c:pt idx="16987">
                  <c:v>0.22472866948253778</c:v>
                </c:pt>
                <c:pt idx="16988">
                  <c:v>0.22475506569495929</c:v>
                </c:pt>
                <c:pt idx="16989">
                  <c:v>0.22478546238506431</c:v>
                </c:pt>
                <c:pt idx="16990">
                  <c:v>0.22479769683682641</c:v>
                </c:pt>
                <c:pt idx="16991">
                  <c:v>0.22480603295307072</c:v>
                </c:pt>
                <c:pt idx="16992">
                  <c:v>0.22480668136995854</c:v>
                </c:pt>
                <c:pt idx="16993">
                  <c:v>0.22484062580307479</c:v>
                </c:pt>
                <c:pt idx="16994">
                  <c:v>0.22484326689924378</c:v>
                </c:pt>
                <c:pt idx="16995">
                  <c:v>0.22484632366650611</c:v>
                </c:pt>
                <c:pt idx="16996">
                  <c:v>0.22487641646820541</c:v>
                </c:pt>
                <c:pt idx="16997">
                  <c:v>0.22487765272733107</c:v>
                </c:pt>
                <c:pt idx="16998">
                  <c:v>0.22487885384858125</c:v>
                </c:pt>
                <c:pt idx="16999">
                  <c:v>0.22489655654129126</c:v>
                </c:pt>
                <c:pt idx="17000">
                  <c:v>0.22492161944976741</c:v>
                </c:pt>
                <c:pt idx="17001">
                  <c:v>0.22493278443975551</c:v>
                </c:pt>
                <c:pt idx="17002">
                  <c:v>0.22493968413893706</c:v>
                </c:pt>
                <c:pt idx="17003">
                  <c:v>0.22494207416689702</c:v>
                </c:pt>
                <c:pt idx="17004">
                  <c:v>0.22494282155985321</c:v>
                </c:pt>
                <c:pt idx="17005">
                  <c:v>0.22498362133893102</c:v>
                </c:pt>
                <c:pt idx="17006">
                  <c:v>0.22503568356506329</c:v>
                </c:pt>
                <c:pt idx="17007">
                  <c:v>0.22503903606974365</c:v>
                </c:pt>
                <c:pt idx="17008">
                  <c:v>0.22504295557312964</c:v>
                </c:pt>
                <c:pt idx="17009">
                  <c:v>0.2250620222654994</c:v>
                </c:pt>
                <c:pt idx="17010">
                  <c:v>0.22506565416819846</c:v>
                </c:pt>
                <c:pt idx="17011">
                  <c:v>0.225069298661117</c:v>
                </c:pt>
                <c:pt idx="17012">
                  <c:v>0.22508314380715796</c:v>
                </c:pt>
                <c:pt idx="17013">
                  <c:v>0.22508777436012192</c:v>
                </c:pt>
                <c:pt idx="17014">
                  <c:v>0.22509092785639129</c:v>
                </c:pt>
                <c:pt idx="17015">
                  <c:v>0.22512639526653705</c:v>
                </c:pt>
                <c:pt idx="17016">
                  <c:v>0.22513086114379519</c:v>
                </c:pt>
                <c:pt idx="17017">
                  <c:v>0.22513141277875121</c:v>
                </c:pt>
                <c:pt idx="17018">
                  <c:v>0.22513167738383003</c:v>
                </c:pt>
                <c:pt idx="17019">
                  <c:v>0.22514792379410473</c:v>
                </c:pt>
                <c:pt idx="17020">
                  <c:v>0.22514806229461631</c:v>
                </c:pt>
                <c:pt idx="17021">
                  <c:v>0.22515269842708691</c:v>
                </c:pt>
                <c:pt idx="17022">
                  <c:v>0.22515993155597153</c:v>
                </c:pt>
                <c:pt idx="17023">
                  <c:v>0.2251701752977282</c:v>
                </c:pt>
                <c:pt idx="17024">
                  <c:v>0.22521242356869184</c:v>
                </c:pt>
                <c:pt idx="17025">
                  <c:v>0.225219975156631</c:v>
                </c:pt>
                <c:pt idx="17026">
                  <c:v>0.22523730932507627</c:v>
                </c:pt>
                <c:pt idx="17027">
                  <c:v>0.22530074559496321</c:v>
                </c:pt>
                <c:pt idx="17028">
                  <c:v>0.22533047809785303</c:v>
                </c:pt>
                <c:pt idx="17029">
                  <c:v>0.22533395358875352</c:v>
                </c:pt>
                <c:pt idx="17030">
                  <c:v>0.22534170192516054</c:v>
                </c:pt>
                <c:pt idx="17031">
                  <c:v>0.22535165656595663</c:v>
                </c:pt>
                <c:pt idx="17032">
                  <c:v>0.22535944654635462</c:v>
                </c:pt>
                <c:pt idx="17033">
                  <c:v>0.22536133199850583</c:v>
                </c:pt>
                <c:pt idx="17034">
                  <c:v>0.22538950469164884</c:v>
                </c:pt>
                <c:pt idx="17035">
                  <c:v>0.22540798245647928</c:v>
                </c:pt>
                <c:pt idx="17036">
                  <c:v>0.22542264268544759</c:v>
                </c:pt>
                <c:pt idx="17037">
                  <c:v>0.2254915876177912</c:v>
                </c:pt>
                <c:pt idx="17038">
                  <c:v>0.22549347624328742</c:v>
                </c:pt>
                <c:pt idx="17039">
                  <c:v>0.22549435163922274</c:v>
                </c:pt>
                <c:pt idx="17040">
                  <c:v>0.22551757422103325</c:v>
                </c:pt>
                <c:pt idx="17041">
                  <c:v>0.22552429577490132</c:v>
                </c:pt>
                <c:pt idx="17042">
                  <c:v>0.22558650829979729</c:v>
                </c:pt>
                <c:pt idx="17043">
                  <c:v>0.2256056351309069</c:v>
                </c:pt>
                <c:pt idx="17044">
                  <c:v>0.22561056309342403</c:v>
                </c:pt>
                <c:pt idx="17045">
                  <c:v>0.22565220603999828</c:v>
                </c:pt>
                <c:pt idx="17046">
                  <c:v>0.22565660121045386</c:v>
                </c:pt>
                <c:pt idx="17047">
                  <c:v>0.22568967575953827</c:v>
                </c:pt>
                <c:pt idx="17048">
                  <c:v>0.22574919148724648</c:v>
                </c:pt>
                <c:pt idx="17049">
                  <c:v>0.22575241045563058</c:v>
                </c:pt>
                <c:pt idx="17050">
                  <c:v>0.22577138313025286</c:v>
                </c:pt>
                <c:pt idx="17051">
                  <c:v>0.22577502776068489</c:v>
                </c:pt>
                <c:pt idx="17052">
                  <c:v>0.22577843967234407</c:v>
                </c:pt>
                <c:pt idx="17053">
                  <c:v>0.22578006223304894</c:v>
                </c:pt>
                <c:pt idx="17054">
                  <c:v>0.2257849843910158</c:v>
                </c:pt>
                <c:pt idx="17055">
                  <c:v>0.22578672787998771</c:v>
                </c:pt>
                <c:pt idx="17056">
                  <c:v>0.2257950722792253</c:v>
                </c:pt>
                <c:pt idx="17057">
                  <c:v>0.22580525006201269</c:v>
                </c:pt>
                <c:pt idx="17058">
                  <c:v>0.22581135248563428</c:v>
                </c:pt>
                <c:pt idx="17059">
                  <c:v>0.2258158508823622</c:v>
                </c:pt>
                <c:pt idx="17060">
                  <c:v>0.22582221172279049</c:v>
                </c:pt>
                <c:pt idx="17061">
                  <c:v>0.22583144840348499</c:v>
                </c:pt>
                <c:pt idx="17062">
                  <c:v>0.22589760069816642</c:v>
                </c:pt>
                <c:pt idx="17063">
                  <c:v>0.22592221346191857</c:v>
                </c:pt>
                <c:pt idx="17064">
                  <c:v>0.22597877381572792</c:v>
                </c:pt>
                <c:pt idx="17065">
                  <c:v>0.22597945044809492</c:v>
                </c:pt>
                <c:pt idx="17066">
                  <c:v>0.2259988084660032</c:v>
                </c:pt>
                <c:pt idx="17067">
                  <c:v>0.22601055092642822</c:v>
                </c:pt>
                <c:pt idx="17068">
                  <c:v>0.22602505591494651</c:v>
                </c:pt>
                <c:pt idx="17069">
                  <c:v>0.22603995449148523</c:v>
                </c:pt>
                <c:pt idx="17070">
                  <c:v>0.22605554091791502</c:v>
                </c:pt>
                <c:pt idx="17071">
                  <c:v>0.22606942057203672</c:v>
                </c:pt>
                <c:pt idx="17072">
                  <c:v>0.22607834036653146</c:v>
                </c:pt>
                <c:pt idx="17073">
                  <c:v>0.22607922569912531</c:v>
                </c:pt>
                <c:pt idx="17074">
                  <c:v>0.22609791070579158</c:v>
                </c:pt>
                <c:pt idx="17075">
                  <c:v>0.22609838368458113</c:v>
                </c:pt>
                <c:pt idx="17076">
                  <c:v>0.22610016366748348</c:v>
                </c:pt>
                <c:pt idx="17077">
                  <c:v>0.22610500219395838</c:v>
                </c:pt>
                <c:pt idx="17078">
                  <c:v>0.22611500936308765</c:v>
                </c:pt>
                <c:pt idx="17079">
                  <c:v>0.22612109456652224</c:v>
                </c:pt>
                <c:pt idx="17080">
                  <c:v>0.22612739972248366</c:v>
                </c:pt>
                <c:pt idx="17081">
                  <c:v>0.22623301240165111</c:v>
                </c:pt>
                <c:pt idx="17082">
                  <c:v>0.22626607587983483</c:v>
                </c:pt>
                <c:pt idx="17083">
                  <c:v>0.22626707674748583</c:v>
                </c:pt>
                <c:pt idx="17084">
                  <c:v>0.22626861573784071</c:v>
                </c:pt>
                <c:pt idx="17085">
                  <c:v>0.22628996389240585</c:v>
                </c:pt>
                <c:pt idx="17086">
                  <c:v>0.22630548096391923</c:v>
                </c:pt>
                <c:pt idx="17087">
                  <c:v>0.22633131872273465</c:v>
                </c:pt>
                <c:pt idx="17088">
                  <c:v>0.22637002839732401</c:v>
                </c:pt>
                <c:pt idx="17089">
                  <c:v>0.22637061068375419</c:v>
                </c:pt>
                <c:pt idx="17090">
                  <c:v>0.2263898883326671</c:v>
                </c:pt>
                <c:pt idx="17091">
                  <c:v>0.22639512748763044</c:v>
                </c:pt>
                <c:pt idx="17092">
                  <c:v>0.22642094637709159</c:v>
                </c:pt>
                <c:pt idx="17093">
                  <c:v>0.22642432800900342</c:v>
                </c:pt>
                <c:pt idx="17094">
                  <c:v>0.22645203562459304</c:v>
                </c:pt>
                <c:pt idx="17095">
                  <c:v>0.22645553852248021</c:v>
                </c:pt>
                <c:pt idx="17096">
                  <c:v>0.22645743922075948</c:v>
                </c:pt>
                <c:pt idx="17097">
                  <c:v>0.22646373758835869</c:v>
                </c:pt>
                <c:pt idx="17098">
                  <c:v>0.22646691860808768</c:v>
                </c:pt>
                <c:pt idx="17099">
                  <c:v>0.22648736363394617</c:v>
                </c:pt>
                <c:pt idx="17100">
                  <c:v>0.22650617762750466</c:v>
                </c:pt>
                <c:pt idx="17101">
                  <c:v>0.22652475273317096</c:v>
                </c:pt>
                <c:pt idx="17102">
                  <c:v>0.22653600299217475</c:v>
                </c:pt>
                <c:pt idx="17103">
                  <c:v>0.22657208264727055</c:v>
                </c:pt>
                <c:pt idx="17104">
                  <c:v>0.22658253850298096</c:v>
                </c:pt>
                <c:pt idx="17105">
                  <c:v>0.22660137282895251</c:v>
                </c:pt>
                <c:pt idx="17106">
                  <c:v>0.22660650252943443</c:v>
                </c:pt>
                <c:pt idx="17107">
                  <c:v>0.22661011343992996</c:v>
                </c:pt>
                <c:pt idx="17108">
                  <c:v>0.22661309392055873</c:v>
                </c:pt>
                <c:pt idx="17109">
                  <c:v>0.2266202341272274</c:v>
                </c:pt>
                <c:pt idx="17110">
                  <c:v>0.22663782310864508</c:v>
                </c:pt>
                <c:pt idx="17111">
                  <c:v>0.22664341113909567</c:v>
                </c:pt>
                <c:pt idx="17112">
                  <c:v>0.22665529946660101</c:v>
                </c:pt>
                <c:pt idx="17113">
                  <c:v>0.22666922162974751</c:v>
                </c:pt>
                <c:pt idx="17114">
                  <c:v>0.22668182846989446</c:v>
                </c:pt>
                <c:pt idx="17115">
                  <c:v>0.22670499905953606</c:v>
                </c:pt>
                <c:pt idx="17116">
                  <c:v>0.22672645939951816</c:v>
                </c:pt>
                <c:pt idx="17117">
                  <c:v>0.2267398331648233</c:v>
                </c:pt>
                <c:pt idx="17118">
                  <c:v>0.22677223536658275</c:v>
                </c:pt>
                <c:pt idx="17119">
                  <c:v>0.22677853724510888</c:v>
                </c:pt>
                <c:pt idx="17120">
                  <c:v>0.22682306168920888</c:v>
                </c:pt>
                <c:pt idx="17121">
                  <c:v>0.22683226671723952</c:v>
                </c:pt>
                <c:pt idx="17122">
                  <c:v>0.22683795750214109</c:v>
                </c:pt>
                <c:pt idx="17123">
                  <c:v>0.22686873410830299</c:v>
                </c:pt>
                <c:pt idx="17124">
                  <c:v>0.22688562176556898</c:v>
                </c:pt>
                <c:pt idx="17125">
                  <c:v>0.22689741344250455</c:v>
                </c:pt>
                <c:pt idx="17126">
                  <c:v>0.22691138811359704</c:v>
                </c:pt>
                <c:pt idx="17127">
                  <c:v>0.22691489492810846</c:v>
                </c:pt>
                <c:pt idx="17128">
                  <c:v>0.22693664502997574</c:v>
                </c:pt>
                <c:pt idx="17129">
                  <c:v>0.22697101558151966</c:v>
                </c:pt>
                <c:pt idx="17130">
                  <c:v>0.2269956358660889</c:v>
                </c:pt>
                <c:pt idx="17131">
                  <c:v>0.22700917623308306</c:v>
                </c:pt>
                <c:pt idx="17132">
                  <c:v>0.2270421042145937</c:v>
                </c:pt>
                <c:pt idx="17133">
                  <c:v>0.2270667264709762</c:v>
                </c:pt>
                <c:pt idx="17134">
                  <c:v>0.22707248629145624</c:v>
                </c:pt>
                <c:pt idx="17135">
                  <c:v>0.22710594430580991</c:v>
                </c:pt>
                <c:pt idx="17136">
                  <c:v>0.22712063825004564</c:v>
                </c:pt>
                <c:pt idx="17137">
                  <c:v>0.22712328840879001</c:v>
                </c:pt>
                <c:pt idx="17138">
                  <c:v>0.22716484636047063</c:v>
                </c:pt>
                <c:pt idx="17139">
                  <c:v>0.22716855932908139</c:v>
                </c:pt>
                <c:pt idx="17140">
                  <c:v>0.22718336122821703</c:v>
                </c:pt>
                <c:pt idx="17141">
                  <c:v>0.22719805499385629</c:v>
                </c:pt>
                <c:pt idx="17142">
                  <c:v>0.2272052154199416</c:v>
                </c:pt>
                <c:pt idx="17143">
                  <c:v>0.2272222831462371</c:v>
                </c:pt>
                <c:pt idx="17144">
                  <c:v>0.22723171662265856</c:v>
                </c:pt>
                <c:pt idx="17145">
                  <c:v>0.22724271903006718</c:v>
                </c:pt>
                <c:pt idx="17146">
                  <c:v>0.22725004076126284</c:v>
                </c:pt>
                <c:pt idx="17147">
                  <c:v>0.22726911247036241</c:v>
                </c:pt>
                <c:pt idx="17148">
                  <c:v>0.22727362081481972</c:v>
                </c:pt>
                <c:pt idx="17149">
                  <c:v>0.22727654965114641</c:v>
                </c:pt>
                <c:pt idx="17150">
                  <c:v>0.22730828259388924</c:v>
                </c:pt>
                <c:pt idx="17151">
                  <c:v>0.22732418585474062</c:v>
                </c:pt>
                <c:pt idx="17152">
                  <c:v>0.22733231044022495</c:v>
                </c:pt>
                <c:pt idx="17153">
                  <c:v>0.22733724706593558</c:v>
                </c:pt>
                <c:pt idx="17154">
                  <c:v>0.22741559941003434</c:v>
                </c:pt>
                <c:pt idx="17155">
                  <c:v>0.22742244752942506</c:v>
                </c:pt>
                <c:pt idx="17156">
                  <c:v>0.22747447180679697</c:v>
                </c:pt>
                <c:pt idx="17157">
                  <c:v>0.22749056731023484</c:v>
                </c:pt>
                <c:pt idx="17158">
                  <c:v>0.22750748169456503</c:v>
                </c:pt>
                <c:pt idx="17159">
                  <c:v>0.22755152647891075</c:v>
                </c:pt>
                <c:pt idx="17160">
                  <c:v>0.22757423043186817</c:v>
                </c:pt>
                <c:pt idx="17161">
                  <c:v>0.22758610639456914</c:v>
                </c:pt>
                <c:pt idx="17162">
                  <c:v>0.22759713320803135</c:v>
                </c:pt>
                <c:pt idx="17163">
                  <c:v>0.22761755820176169</c:v>
                </c:pt>
                <c:pt idx="17164">
                  <c:v>0.22762205022150742</c:v>
                </c:pt>
                <c:pt idx="17165">
                  <c:v>0.22762739725427661</c:v>
                </c:pt>
                <c:pt idx="17166">
                  <c:v>0.22765523505283294</c:v>
                </c:pt>
                <c:pt idx="17167">
                  <c:v>0.22769678586683337</c:v>
                </c:pt>
                <c:pt idx="17168">
                  <c:v>0.22770488436242386</c:v>
                </c:pt>
                <c:pt idx="17169">
                  <c:v>0.22770668747758702</c:v>
                </c:pt>
                <c:pt idx="17170">
                  <c:v>0.22771006008091732</c:v>
                </c:pt>
                <c:pt idx="17171">
                  <c:v>0.22774519037152424</c:v>
                </c:pt>
                <c:pt idx="17172">
                  <c:v>0.22775881636543824</c:v>
                </c:pt>
                <c:pt idx="17173">
                  <c:v>0.22778990053962164</c:v>
                </c:pt>
                <c:pt idx="17174">
                  <c:v>0.22780616240762588</c:v>
                </c:pt>
                <c:pt idx="17175">
                  <c:v>0.22781504061281097</c:v>
                </c:pt>
                <c:pt idx="17176">
                  <c:v>0.22783281696333821</c:v>
                </c:pt>
                <c:pt idx="17177">
                  <c:v>0.22783518381266671</c:v>
                </c:pt>
                <c:pt idx="17178">
                  <c:v>0.22789806392929962</c:v>
                </c:pt>
                <c:pt idx="17179">
                  <c:v>0.22789883232157646</c:v>
                </c:pt>
                <c:pt idx="17180">
                  <c:v>0.22790838939977276</c:v>
                </c:pt>
                <c:pt idx="17181">
                  <c:v>0.2279248100537489</c:v>
                </c:pt>
                <c:pt idx="17182">
                  <c:v>0.22795261133395331</c:v>
                </c:pt>
                <c:pt idx="17183">
                  <c:v>0.22796542010601364</c:v>
                </c:pt>
                <c:pt idx="17184">
                  <c:v>0.2279899720488224</c:v>
                </c:pt>
                <c:pt idx="17185">
                  <c:v>0.22799164961144308</c:v>
                </c:pt>
                <c:pt idx="17186">
                  <c:v>0.22804139539633242</c:v>
                </c:pt>
                <c:pt idx="17187">
                  <c:v>0.22804759943928665</c:v>
                </c:pt>
                <c:pt idx="17188">
                  <c:v>0.22804928191858892</c:v>
                </c:pt>
                <c:pt idx="17189">
                  <c:v>0.22805278047539496</c:v>
                </c:pt>
                <c:pt idx="17190">
                  <c:v>0.22805991565259176</c:v>
                </c:pt>
                <c:pt idx="17191">
                  <c:v>0.22809245247113294</c:v>
                </c:pt>
                <c:pt idx="17192">
                  <c:v>0.22810476510553701</c:v>
                </c:pt>
                <c:pt idx="17193">
                  <c:v>0.22811343511704452</c:v>
                </c:pt>
                <c:pt idx="17194">
                  <c:v>0.22813461868146809</c:v>
                </c:pt>
                <c:pt idx="17195">
                  <c:v>0.22814582731062613</c:v>
                </c:pt>
                <c:pt idx="17196">
                  <c:v>0.22820372118676535</c:v>
                </c:pt>
                <c:pt idx="17197">
                  <c:v>0.22822428238215656</c:v>
                </c:pt>
                <c:pt idx="17198">
                  <c:v>0.22823223281872845</c:v>
                </c:pt>
                <c:pt idx="17199">
                  <c:v>0.22826613757611894</c:v>
                </c:pt>
                <c:pt idx="17200">
                  <c:v>0.22833384344897381</c:v>
                </c:pt>
                <c:pt idx="17201">
                  <c:v>0.22833672102610461</c:v>
                </c:pt>
                <c:pt idx="17202">
                  <c:v>0.2283571884419219</c:v>
                </c:pt>
                <c:pt idx="17203">
                  <c:v>0.22837483742600448</c:v>
                </c:pt>
                <c:pt idx="17204">
                  <c:v>0.22838901642441556</c:v>
                </c:pt>
                <c:pt idx="17205">
                  <c:v>0.2284144448970287</c:v>
                </c:pt>
                <c:pt idx="17206">
                  <c:v>0.22841757838174459</c:v>
                </c:pt>
                <c:pt idx="17207">
                  <c:v>0.22842145928399205</c:v>
                </c:pt>
                <c:pt idx="17208">
                  <c:v>0.22842670419500663</c:v>
                </c:pt>
                <c:pt idx="17209">
                  <c:v>0.22846147045434489</c:v>
                </c:pt>
                <c:pt idx="17210">
                  <c:v>0.22846524458369036</c:v>
                </c:pt>
                <c:pt idx="17211">
                  <c:v>0.22849784935443698</c:v>
                </c:pt>
                <c:pt idx="17212">
                  <c:v>0.22852143772848901</c:v>
                </c:pt>
                <c:pt idx="17213">
                  <c:v>0.22855087573917085</c:v>
                </c:pt>
                <c:pt idx="17214">
                  <c:v>0.2285609616416972</c:v>
                </c:pt>
                <c:pt idx="17215">
                  <c:v>0.22861578722102849</c:v>
                </c:pt>
                <c:pt idx="17216">
                  <c:v>0.2286463697973512</c:v>
                </c:pt>
                <c:pt idx="17217">
                  <c:v>0.22867376333883815</c:v>
                </c:pt>
                <c:pt idx="17218">
                  <c:v>0.22867911148558159</c:v>
                </c:pt>
                <c:pt idx="17219">
                  <c:v>0.22869969857877478</c:v>
                </c:pt>
                <c:pt idx="17220">
                  <c:v>0.22870744189563952</c:v>
                </c:pt>
                <c:pt idx="17221">
                  <c:v>0.22871977932202736</c:v>
                </c:pt>
                <c:pt idx="17222">
                  <c:v>0.22873843296955049</c:v>
                </c:pt>
                <c:pt idx="17223">
                  <c:v>0.22880280109747522</c:v>
                </c:pt>
                <c:pt idx="17224">
                  <c:v>0.22880820496959614</c:v>
                </c:pt>
                <c:pt idx="17225">
                  <c:v>0.22881708478530516</c:v>
                </c:pt>
                <c:pt idx="17226">
                  <c:v>0.22885731206692378</c:v>
                </c:pt>
                <c:pt idx="17227">
                  <c:v>0.22887582862544195</c:v>
                </c:pt>
                <c:pt idx="17228">
                  <c:v>0.22887930682754795</c:v>
                </c:pt>
                <c:pt idx="17229">
                  <c:v>0.22888318892790951</c:v>
                </c:pt>
                <c:pt idx="17230">
                  <c:v>0.22889421013127814</c:v>
                </c:pt>
                <c:pt idx="17231">
                  <c:v>0.22895348718862107</c:v>
                </c:pt>
                <c:pt idx="17232">
                  <c:v>0.22895400721034137</c:v>
                </c:pt>
                <c:pt idx="17233">
                  <c:v>0.22895421137508382</c:v>
                </c:pt>
                <c:pt idx="17234">
                  <c:v>0.22897826128466547</c:v>
                </c:pt>
                <c:pt idx="17235">
                  <c:v>0.22899312143959175</c:v>
                </c:pt>
                <c:pt idx="17236">
                  <c:v>0.2290022541854046</c:v>
                </c:pt>
                <c:pt idx="17237">
                  <c:v>0.22903204116817097</c:v>
                </c:pt>
                <c:pt idx="17238">
                  <c:v>0.22903470020350777</c:v>
                </c:pt>
                <c:pt idx="17239">
                  <c:v>0.22904608179107602</c:v>
                </c:pt>
                <c:pt idx="17240">
                  <c:v>0.22907857602920734</c:v>
                </c:pt>
                <c:pt idx="17241">
                  <c:v>0.22908495524766181</c:v>
                </c:pt>
                <c:pt idx="17242">
                  <c:v>0.22910002090600759</c:v>
                </c:pt>
                <c:pt idx="17243">
                  <c:v>0.22913394849500113</c:v>
                </c:pt>
                <c:pt idx="17244">
                  <c:v>0.2291710650212635</c:v>
                </c:pt>
                <c:pt idx="17245">
                  <c:v>0.22919765239485124</c:v>
                </c:pt>
                <c:pt idx="17246">
                  <c:v>0.22920542411783176</c:v>
                </c:pt>
                <c:pt idx="17247">
                  <c:v>0.22923122823572403</c:v>
                </c:pt>
                <c:pt idx="17248">
                  <c:v>0.22927218369874744</c:v>
                </c:pt>
                <c:pt idx="17249">
                  <c:v>0.22931346201171962</c:v>
                </c:pt>
                <c:pt idx="17250">
                  <c:v>0.229322165121878</c:v>
                </c:pt>
                <c:pt idx="17251">
                  <c:v>0.22934667314806101</c:v>
                </c:pt>
                <c:pt idx="17252">
                  <c:v>0.22940419005854315</c:v>
                </c:pt>
                <c:pt idx="17253">
                  <c:v>0.22941548339943793</c:v>
                </c:pt>
                <c:pt idx="17254">
                  <c:v>0.22942414694360452</c:v>
                </c:pt>
                <c:pt idx="17255">
                  <c:v>0.22943891215626119</c:v>
                </c:pt>
                <c:pt idx="17256">
                  <c:v>0.22944892448010451</c:v>
                </c:pt>
                <c:pt idx="17257">
                  <c:v>0.22948233190520156</c:v>
                </c:pt>
                <c:pt idx="17258">
                  <c:v>0.2295148615449957</c:v>
                </c:pt>
                <c:pt idx="17259">
                  <c:v>0.22951567996093877</c:v>
                </c:pt>
                <c:pt idx="17260">
                  <c:v>0.22952532328663464</c:v>
                </c:pt>
                <c:pt idx="17261">
                  <c:v>0.22952583341671112</c:v>
                </c:pt>
                <c:pt idx="17262">
                  <c:v>0.2295331161579027</c:v>
                </c:pt>
                <c:pt idx="17263">
                  <c:v>0.22959120766697941</c:v>
                </c:pt>
                <c:pt idx="17264">
                  <c:v>0.22960527559376523</c:v>
                </c:pt>
                <c:pt idx="17265">
                  <c:v>0.22963258264628733</c:v>
                </c:pt>
                <c:pt idx="17266">
                  <c:v>0.22963847007595597</c:v>
                </c:pt>
                <c:pt idx="17267">
                  <c:v>0.22963912428607108</c:v>
                </c:pt>
                <c:pt idx="17268">
                  <c:v>0.22968684917977328</c:v>
                </c:pt>
                <c:pt idx="17269">
                  <c:v>0.22971632693689165</c:v>
                </c:pt>
                <c:pt idx="17270">
                  <c:v>0.22972627560141926</c:v>
                </c:pt>
                <c:pt idx="17271">
                  <c:v>0.22972724458834104</c:v>
                </c:pt>
                <c:pt idx="17272">
                  <c:v>0.22977660055469731</c:v>
                </c:pt>
                <c:pt idx="17273">
                  <c:v>0.22979529647287952</c:v>
                </c:pt>
                <c:pt idx="17274">
                  <c:v>0.22980706079634786</c:v>
                </c:pt>
                <c:pt idx="17275">
                  <c:v>0.22982723438085917</c:v>
                </c:pt>
                <c:pt idx="17276">
                  <c:v>0.22983156591998913</c:v>
                </c:pt>
                <c:pt idx="17277">
                  <c:v>0.2298403602119824</c:v>
                </c:pt>
                <c:pt idx="17278">
                  <c:v>0.22986587206775122</c:v>
                </c:pt>
                <c:pt idx="17279">
                  <c:v>0.22986753136872964</c:v>
                </c:pt>
                <c:pt idx="17280">
                  <c:v>0.2299036396295881</c:v>
                </c:pt>
                <c:pt idx="17281">
                  <c:v>0.22990746184146277</c:v>
                </c:pt>
                <c:pt idx="17282">
                  <c:v>0.22991586878718662</c:v>
                </c:pt>
                <c:pt idx="17283">
                  <c:v>0.22995444691452527</c:v>
                </c:pt>
                <c:pt idx="17284">
                  <c:v>0.22996166353723033</c:v>
                </c:pt>
                <c:pt idx="17285">
                  <c:v>0.22997884457188864</c:v>
                </c:pt>
                <c:pt idx="17286">
                  <c:v>0.23000013633131258</c:v>
                </c:pt>
                <c:pt idx="17287">
                  <c:v>0.23001189987468001</c:v>
                </c:pt>
                <c:pt idx="17288">
                  <c:v>0.2300345662292996</c:v>
                </c:pt>
                <c:pt idx="17289">
                  <c:v>0.23004245091954487</c:v>
                </c:pt>
                <c:pt idx="17290">
                  <c:v>0.23004660722818795</c:v>
                </c:pt>
                <c:pt idx="17291">
                  <c:v>0.23005366307610803</c:v>
                </c:pt>
                <c:pt idx="17292">
                  <c:v>0.23010178749322252</c:v>
                </c:pt>
                <c:pt idx="17293">
                  <c:v>0.23010455007421787</c:v>
                </c:pt>
                <c:pt idx="17294">
                  <c:v>0.23012933089643556</c:v>
                </c:pt>
                <c:pt idx="17295">
                  <c:v>0.23014633613888838</c:v>
                </c:pt>
                <c:pt idx="17296">
                  <c:v>0.23015218752976033</c:v>
                </c:pt>
                <c:pt idx="17297">
                  <c:v>0.23015743491642693</c:v>
                </c:pt>
                <c:pt idx="17298">
                  <c:v>0.23017019964861798</c:v>
                </c:pt>
                <c:pt idx="17299">
                  <c:v>0.23017997060533901</c:v>
                </c:pt>
                <c:pt idx="17300">
                  <c:v>0.23018371901102797</c:v>
                </c:pt>
                <c:pt idx="17301">
                  <c:v>0.23019050723857548</c:v>
                </c:pt>
                <c:pt idx="17302">
                  <c:v>0.23019240752460909</c:v>
                </c:pt>
                <c:pt idx="17303">
                  <c:v>0.23022451588805903</c:v>
                </c:pt>
                <c:pt idx="17304">
                  <c:v>0.23022838505511073</c:v>
                </c:pt>
                <c:pt idx="17305">
                  <c:v>0.23024749621718621</c:v>
                </c:pt>
                <c:pt idx="17306">
                  <c:v>0.23025797006761267</c:v>
                </c:pt>
                <c:pt idx="17307">
                  <c:v>0.2302965775413591</c:v>
                </c:pt>
                <c:pt idx="17308">
                  <c:v>0.2303022782207205</c:v>
                </c:pt>
                <c:pt idx="17309">
                  <c:v>0.23031506080078243</c:v>
                </c:pt>
                <c:pt idx="17310">
                  <c:v>0.23032276398786161</c:v>
                </c:pt>
                <c:pt idx="17311">
                  <c:v>0.23033382759221646</c:v>
                </c:pt>
                <c:pt idx="17312">
                  <c:v>0.230337634482982</c:v>
                </c:pt>
                <c:pt idx="17313">
                  <c:v>0.23033956839048517</c:v>
                </c:pt>
                <c:pt idx="17314">
                  <c:v>0.23034612260437923</c:v>
                </c:pt>
                <c:pt idx="17315">
                  <c:v>0.23035942437186888</c:v>
                </c:pt>
                <c:pt idx="17316">
                  <c:v>0.23036995654717896</c:v>
                </c:pt>
                <c:pt idx="17317">
                  <c:v>0.23037482624317149</c:v>
                </c:pt>
                <c:pt idx="17318">
                  <c:v>0.23039073205370891</c:v>
                </c:pt>
                <c:pt idx="17319">
                  <c:v>0.23040557047854301</c:v>
                </c:pt>
                <c:pt idx="17320">
                  <c:v>0.23040688138391388</c:v>
                </c:pt>
                <c:pt idx="17321">
                  <c:v>0.23043389360526711</c:v>
                </c:pt>
                <c:pt idx="17322">
                  <c:v>0.23043521340461676</c:v>
                </c:pt>
                <c:pt idx="17323">
                  <c:v>0.2304640341249122</c:v>
                </c:pt>
                <c:pt idx="17324">
                  <c:v>0.23047453091413481</c:v>
                </c:pt>
                <c:pt idx="17325">
                  <c:v>0.23050601612828031</c:v>
                </c:pt>
                <c:pt idx="17326">
                  <c:v>0.23051492240091129</c:v>
                </c:pt>
                <c:pt idx="17327">
                  <c:v>0.23057166271906485</c:v>
                </c:pt>
                <c:pt idx="17328">
                  <c:v>0.23057340392332715</c:v>
                </c:pt>
                <c:pt idx="17329">
                  <c:v>0.230577630144329</c:v>
                </c:pt>
                <c:pt idx="17330">
                  <c:v>0.2305850920613112</c:v>
                </c:pt>
                <c:pt idx="17331">
                  <c:v>0.23058732887037611</c:v>
                </c:pt>
                <c:pt idx="17332">
                  <c:v>0.23062145602720177</c:v>
                </c:pt>
                <c:pt idx="17333">
                  <c:v>0.23063321314317306</c:v>
                </c:pt>
                <c:pt idx="17334">
                  <c:v>0.23063411800418049</c:v>
                </c:pt>
                <c:pt idx="17335">
                  <c:v>0.23063867832432214</c:v>
                </c:pt>
                <c:pt idx="17336">
                  <c:v>0.23064187909152481</c:v>
                </c:pt>
                <c:pt idx="17337">
                  <c:v>0.23065839620104947</c:v>
                </c:pt>
                <c:pt idx="17338">
                  <c:v>0.23066140495471629</c:v>
                </c:pt>
                <c:pt idx="17339">
                  <c:v>0.23067344167320877</c:v>
                </c:pt>
                <c:pt idx="17340">
                  <c:v>0.23067924278451787</c:v>
                </c:pt>
                <c:pt idx="17341">
                  <c:v>0.23069527967954928</c:v>
                </c:pt>
                <c:pt idx="17342">
                  <c:v>0.23070097144422022</c:v>
                </c:pt>
                <c:pt idx="17343">
                  <c:v>0.23070259886363786</c:v>
                </c:pt>
                <c:pt idx="17344">
                  <c:v>0.2307243426812462</c:v>
                </c:pt>
                <c:pt idx="17345">
                  <c:v>0.230732131732828</c:v>
                </c:pt>
                <c:pt idx="17346">
                  <c:v>0.23079190543993836</c:v>
                </c:pt>
                <c:pt idx="17347">
                  <c:v>0.23080671263018201</c:v>
                </c:pt>
                <c:pt idx="17348">
                  <c:v>0.23081319268105732</c:v>
                </c:pt>
                <c:pt idx="17349">
                  <c:v>0.23087095732069951</c:v>
                </c:pt>
                <c:pt idx="17350">
                  <c:v>0.23087361974764667</c:v>
                </c:pt>
                <c:pt idx="17351">
                  <c:v>0.23087826635853156</c:v>
                </c:pt>
                <c:pt idx="17352">
                  <c:v>0.23088268096206477</c:v>
                </c:pt>
                <c:pt idx="17353">
                  <c:v>0.23089223080110555</c:v>
                </c:pt>
                <c:pt idx="17354">
                  <c:v>0.23089458186177753</c:v>
                </c:pt>
                <c:pt idx="17355">
                  <c:v>0.23096869738460737</c:v>
                </c:pt>
                <c:pt idx="17356">
                  <c:v>0.23100023266593889</c:v>
                </c:pt>
                <c:pt idx="17357">
                  <c:v>0.23100356051207985</c:v>
                </c:pt>
                <c:pt idx="17358">
                  <c:v>0.23101044383662561</c:v>
                </c:pt>
                <c:pt idx="17359">
                  <c:v>0.23101612673409738</c:v>
                </c:pt>
                <c:pt idx="17360">
                  <c:v>0.23102927714007931</c:v>
                </c:pt>
                <c:pt idx="17361">
                  <c:v>0.23103300317356751</c:v>
                </c:pt>
                <c:pt idx="17362">
                  <c:v>0.23108437782369906</c:v>
                </c:pt>
                <c:pt idx="17363">
                  <c:v>0.23109780918557388</c:v>
                </c:pt>
                <c:pt idx="17364">
                  <c:v>0.23111511765819806</c:v>
                </c:pt>
                <c:pt idx="17365">
                  <c:v>0.23113521746166088</c:v>
                </c:pt>
                <c:pt idx="17366">
                  <c:v>0.23113765891179586</c:v>
                </c:pt>
                <c:pt idx="17367">
                  <c:v>0.23118258738247663</c:v>
                </c:pt>
                <c:pt idx="17368">
                  <c:v>0.23122353137384516</c:v>
                </c:pt>
                <c:pt idx="17369">
                  <c:v>0.23122866881664447</c:v>
                </c:pt>
                <c:pt idx="17370">
                  <c:v>0.23123268145519971</c:v>
                </c:pt>
                <c:pt idx="17371">
                  <c:v>0.23123386516352479</c:v>
                </c:pt>
                <c:pt idx="17372">
                  <c:v>0.23124450575522024</c:v>
                </c:pt>
                <c:pt idx="17373">
                  <c:v>0.23125502347722987</c:v>
                </c:pt>
                <c:pt idx="17374">
                  <c:v>0.23127299716414165</c:v>
                </c:pt>
                <c:pt idx="17375">
                  <c:v>0.23128338455049019</c:v>
                </c:pt>
                <c:pt idx="17376">
                  <c:v>0.23131918311344171</c:v>
                </c:pt>
                <c:pt idx="17377">
                  <c:v>0.23131951409232898</c:v>
                </c:pt>
                <c:pt idx="17378">
                  <c:v>0.23138045038153351</c:v>
                </c:pt>
                <c:pt idx="17379">
                  <c:v>0.23139120925487433</c:v>
                </c:pt>
                <c:pt idx="17380">
                  <c:v>0.23142854865804083</c:v>
                </c:pt>
                <c:pt idx="17381">
                  <c:v>0.2314528219848318</c:v>
                </c:pt>
                <c:pt idx="17382">
                  <c:v>0.23148108425153779</c:v>
                </c:pt>
                <c:pt idx="17383">
                  <c:v>0.23148263317846382</c:v>
                </c:pt>
                <c:pt idx="17384">
                  <c:v>0.23149793087774179</c:v>
                </c:pt>
                <c:pt idx="17385">
                  <c:v>0.23154636515608701</c:v>
                </c:pt>
                <c:pt idx="17386">
                  <c:v>0.23162141472789971</c:v>
                </c:pt>
                <c:pt idx="17387">
                  <c:v>0.23165820099370543</c:v>
                </c:pt>
                <c:pt idx="17388">
                  <c:v>0.23168180537236244</c:v>
                </c:pt>
                <c:pt idx="17389">
                  <c:v>0.2316895935089637</c:v>
                </c:pt>
                <c:pt idx="17390">
                  <c:v>0.23169338922228297</c:v>
                </c:pt>
                <c:pt idx="17391">
                  <c:v>0.2317116661351987</c:v>
                </c:pt>
                <c:pt idx="17392">
                  <c:v>0.23172137155210459</c:v>
                </c:pt>
                <c:pt idx="17393">
                  <c:v>0.23175750997456351</c:v>
                </c:pt>
                <c:pt idx="17394">
                  <c:v>0.23177588460347504</c:v>
                </c:pt>
                <c:pt idx="17395">
                  <c:v>0.23183192073121522</c:v>
                </c:pt>
                <c:pt idx="17396">
                  <c:v>0.23186475520190342</c:v>
                </c:pt>
                <c:pt idx="17397">
                  <c:v>0.23190674141289813</c:v>
                </c:pt>
                <c:pt idx="17398">
                  <c:v>0.23190707172656966</c:v>
                </c:pt>
                <c:pt idx="17399">
                  <c:v>0.23192712785327296</c:v>
                </c:pt>
                <c:pt idx="17400">
                  <c:v>0.23192963441454609</c:v>
                </c:pt>
                <c:pt idx="17401">
                  <c:v>0.23194148658455005</c:v>
                </c:pt>
                <c:pt idx="17402">
                  <c:v>0.23197079074029545</c:v>
                </c:pt>
                <c:pt idx="17403">
                  <c:v>0.23198603531699477</c:v>
                </c:pt>
                <c:pt idx="17404">
                  <c:v>0.23199825119618811</c:v>
                </c:pt>
                <c:pt idx="17405">
                  <c:v>0.23200364879076879</c:v>
                </c:pt>
                <c:pt idx="17406">
                  <c:v>0.2320162463452928</c:v>
                </c:pt>
                <c:pt idx="17407">
                  <c:v>0.23202247953542746</c:v>
                </c:pt>
                <c:pt idx="17408">
                  <c:v>0.23203068526651849</c:v>
                </c:pt>
                <c:pt idx="17409">
                  <c:v>0.23206269338408125</c:v>
                </c:pt>
                <c:pt idx="17410">
                  <c:v>0.23206541595936436</c:v>
                </c:pt>
                <c:pt idx="17411">
                  <c:v>0.23210406908787573</c:v>
                </c:pt>
                <c:pt idx="17412">
                  <c:v>0.23212075687417705</c:v>
                </c:pt>
                <c:pt idx="17413">
                  <c:v>0.23212519216117736</c:v>
                </c:pt>
                <c:pt idx="17414">
                  <c:v>0.23215030911087661</c:v>
                </c:pt>
                <c:pt idx="17415">
                  <c:v>0.23217545056896094</c:v>
                </c:pt>
                <c:pt idx="17416">
                  <c:v>0.23217613316626379</c:v>
                </c:pt>
                <c:pt idx="17417">
                  <c:v>0.23219296577479653</c:v>
                </c:pt>
                <c:pt idx="17418">
                  <c:v>0.23221929748682957</c:v>
                </c:pt>
                <c:pt idx="17419">
                  <c:v>0.23222706587579561</c:v>
                </c:pt>
                <c:pt idx="17420">
                  <c:v>0.23224320871907095</c:v>
                </c:pt>
                <c:pt idx="17421">
                  <c:v>0.23224641437626861</c:v>
                </c:pt>
                <c:pt idx="17422">
                  <c:v>0.23226061842895263</c:v>
                </c:pt>
                <c:pt idx="17423">
                  <c:v>0.23229953246154278</c:v>
                </c:pt>
                <c:pt idx="17424">
                  <c:v>0.23230706847496096</c:v>
                </c:pt>
                <c:pt idx="17425">
                  <c:v>0.23231039109876345</c:v>
                </c:pt>
                <c:pt idx="17426">
                  <c:v>0.23231570641385896</c:v>
                </c:pt>
                <c:pt idx="17427">
                  <c:v>0.23233206818215379</c:v>
                </c:pt>
                <c:pt idx="17428">
                  <c:v>0.23233836549697759</c:v>
                </c:pt>
                <c:pt idx="17429">
                  <c:v>0.23236058459682898</c:v>
                </c:pt>
                <c:pt idx="17430">
                  <c:v>0.23239465532421053</c:v>
                </c:pt>
                <c:pt idx="17431">
                  <c:v>0.23240678431850278</c:v>
                </c:pt>
                <c:pt idx="17432">
                  <c:v>0.23241219029984964</c:v>
                </c:pt>
                <c:pt idx="17433">
                  <c:v>0.23248513030254639</c:v>
                </c:pt>
                <c:pt idx="17434">
                  <c:v>0.23255000498116801</c:v>
                </c:pt>
                <c:pt idx="17435">
                  <c:v>0.23255810070025071</c:v>
                </c:pt>
                <c:pt idx="17436">
                  <c:v>0.23255835984971568</c:v>
                </c:pt>
                <c:pt idx="17437">
                  <c:v>0.23256694673476</c:v>
                </c:pt>
                <c:pt idx="17438">
                  <c:v>0.23258091407785994</c:v>
                </c:pt>
                <c:pt idx="17439">
                  <c:v>0.23258521864453255</c:v>
                </c:pt>
                <c:pt idx="17440">
                  <c:v>0.23261441250170936</c:v>
                </c:pt>
                <c:pt idx="17441">
                  <c:v>0.23262317071758151</c:v>
                </c:pt>
                <c:pt idx="17442">
                  <c:v>0.23262427340651301</c:v>
                </c:pt>
                <c:pt idx="17443">
                  <c:v>0.2326285870540617</c:v>
                </c:pt>
                <c:pt idx="17444">
                  <c:v>0.2326493237474429</c:v>
                </c:pt>
                <c:pt idx="17445">
                  <c:v>0.23266272836379046</c:v>
                </c:pt>
                <c:pt idx="17446">
                  <c:v>0.23267604268307943</c:v>
                </c:pt>
                <c:pt idx="17447">
                  <c:v>0.23268326458141683</c:v>
                </c:pt>
                <c:pt idx="17448">
                  <c:v>0.23268974027644287</c:v>
                </c:pt>
                <c:pt idx="17449">
                  <c:v>0.23270838938911489</c:v>
                </c:pt>
                <c:pt idx="17450">
                  <c:v>0.23271213457930429</c:v>
                </c:pt>
                <c:pt idx="17451">
                  <c:v>0.23271933438016146</c:v>
                </c:pt>
                <c:pt idx="17452">
                  <c:v>0.23275947376560244</c:v>
                </c:pt>
                <c:pt idx="17453">
                  <c:v>0.23276955513109124</c:v>
                </c:pt>
                <c:pt idx="17454">
                  <c:v>0.23280339610063855</c:v>
                </c:pt>
                <c:pt idx="17455">
                  <c:v>0.23282049419886136</c:v>
                </c:pt>
                <c:pt idx="17456">
                  <c:v>0.23285159994972754</c:v>
                </c:pt>
                <c:pt idx="17457">
                  <c:v>0.23286805705600519</c:v>
                </c:pt>
                <c:pt idx="17458">
                  <c:v>0.23288416956052543</c:v>
                </c:pt>
                <c:pt idx="17459">
                  <c:v>0.23289224814518009</c:v>
                </c:pt>
                <c:pt idx="17460">
                  <c:v>0.23293370379489634</c:v>
                </c:pt>
                <c:pt idx="17461">
                  <c:v>0.23296529160642102</c:v>
                </c:pt>
                <c:pt idx="17462">
                  <c:v>0.2329999488664469</c:v>
                </c:pt>
                <c:pt idx="17463">
                  <c:v>0.23304911209173737</c:v>
                </c:pt>
                <c:pt idx="17464">
                  <c:v>0.23306170317502561</c:v>
                </c:pt>
                <c:pt idx="17465">
                  <c:v>0.23307409192750267</c:v>
                </c:pt>
                <c:pt idx="17466">
                  <c:v>0.23307608269545269</c:v>
                </c:pt>
                <c:pt idx="17467">
                  <c:v>0.23308867993299573</c:v>
                </c:pt>
                <c:pt idx="17468">
                  <c:v>0.23311031363093182</c:v>
                </c:pt>
                <c:pt idx="17469">
                  <c:v>0.23311799230345656</c:v>
                </c:pt>
                <c:pt idx="17470">
                  <c:v>0.23313618815060921</c:v>
                </c:pt>
                <c:pt idx="17471">
                  <c:v>0.23316954559722922</c:v>
                </c:pt>
                <c:pt idx="17472">
                  <c:v>0.23318375016831341</c:v>
                </c:pt>
                <c:pt idx="17473">
                  <c:v>0.23318677168890786</c:v>
                </c:pt>
                <c:pt idx="17474">
                  <c:v>0.23318693050608252</c:v>
                </c:pt>
                <c:pt idx="17475">
                  <c:v>0.23319575036100229</c:v>
                </c:pt>
                <c:pt idx="17476">
                  <c:v>0.23321683476660771</c:v>
                </c:pt>
                <c:pt idx="17477">
                  <c:v>0.23323803968727919</c:v>
                </c:pt>
                <c:pt idx="17478">
                  <c:v>0.23324435712145172</c:v>
                </c:pt>
                <c:pt idx="17479">
                  <c:v>0.23326351705114337</c:v>
                </c:pt>
                <c:pt idx="17480">
                  <c:v>0.23331008252916632</c:v>
                </c:pt>
                <c:pt idx="17481">
                  <c:v>0.23333596756389327</c:v>
                </c:pt>
                <c:pt idx="17482">
                  <c:v>0.23333627630503848</c:v>
                </c:pt>
                <c:pt idx="17483">
                  <c:v>0.23336968802106997</c:v>
                </c:pt>
                <c:pt idx="17484">
                  <c:v>0.23342378138135431</c:v>
                </c:pt>
                <c:pt idx="17485">
                  <c:v>0.23343153979920375</c:v>
                </c:pt>
                <c:pt idx="17486">
                  <c:v>0.23348697099938706</c:v>
                </c:pt>
                <c:pt idx="17487">
                  <c:v>0.23349162690059605</c:v>
                </c:pt>
                <c:pt idx="17488">
                  <c:v>0.23349363886437291</c:v>
                </c:pt>
                <c:pt idx="17489">
                  <c:v>0.23350695327345497</c:v>
                </c:pt>
                <c:pt idx="17490">
                  <c:v>0.23355197095604971</c:v>
                </c:pt>
                <c:pt idx="17491">
                  <c:v>0.23357647645275884</c:v>
                </c:pt>
                <c:pt idx="17492">
                  <c:v>0.23358025181649966</c:v>
                </c:pt>
                <c:pt idx="17493">
                  <c:v>0.23362238492877924</c:v>
                </c:pt>
                <c:pt idx="17494">
                  <c:v>0.2336621916343446</c:v>
                </c:pt>
                <c:pt idx="17495">
                  <c:v>0.23370018726431924</c:v>
                </c:pt>
                <c:pt idx="17496">
                  <c:v>0.23372650369313841</c:v>
                </c:pt>
                <c:pt idx="17497">
                  <c:v>0.23372848618239261</c:v>
                </c:pt>
                <c:pt idx="17498">
                  <c:v>0.23372992210382498</c:v>
                </c:pt>
                <c:pt idx="17499">
                  <c:v>0.23374209904257398</c:v>
                </c:pt>
                <c:pt idx="17500">
                  <c:v>0.23375623451841038</c:v>
                </c:pt>
                <c:pt idx="17501">
                  <c:v>0.23375838483626576</c:v>
                </c:pt>
                <c:pt idx="17502">
                  <c:v>0.2337653114925565</c:v>
                </c:pt>
                <c:pt idx="17503">
                  <c:v>0.23376586265806362</c:v>
                </c:pt>
                <c:pt idx="17504">
                  <c:v>0.23381425285860996</c:v>
                </c:pt>
                <c:pt idx="17505">
                  <c:v>0.23384213570903276</c:v>
                </c:pt>
                <c:pt idx="17506">
                  <c:v>0.23385146273183546</c:v>
                </c:pt>
                <c:pt idx="17507">
                  <c:v>0.23386390004106863</c:v>
                </c:pt>
                <c:pt idx="17508">
                  <c:v>0.23388211389854752</c:v>
                </c:pt>
                <c:pt idx="17509">
                  <c:v>0.23389447921822307</c:v>
                </c:pt>
                <c:pt idx="17510">
                  <c:v>0.23390394321330923</c:v>
                </c:pt>
                <c:pt idx="17511">
                  <c:v>0.23390809869754822</c:v>
                </c:pt>
                <c:pt idx="17512">
                  <c:v>0.23391634593159233</c:v>
                </c:pt>
                <c:pt idx="17513">
                  <c:v>0.23391753432189583</c:v>
                </c:pt>
                <c:pt idx="17514">
                  <c:v>0.23392263517657241</c:v>
                </c:pt>
                <c:pt idx="17515">
                  <c:v>0.23393542986534391</c:v>
                </c:pt>
                <c:pt idx="17516">
                  <c:v>0.2339626019653992</c:v>
                </c:pt>
                <c:pt idx="17517">
                  <c:v>0.23398267998715963</c:v>
                </c:pt>
                <c:pt idx="17518">
                  <c:v>0.23398358367701252</c:v>
                </c:pt>
                <c:pt idx="17519">
                  <c:v>0.23398656825323919</c:v>
                </c:pt>
                <c:pt idx="17520">
                  <c:v>0.23401780910412254</c:v>
                </c:pt>
                <c:pt idx="17521">
                  <c:v>0.23402056995185228</c:v>
                </c:pt>
                <c:pt idx="17522">
                  <c:v>0.23404346166586446</c:v>
                </c:pt>
                <c:pt idx="17523">
                  <c:v>0.23405815635632379</c:v>
                </c:pt>
                <c:pt idx="17524">
                  <c:v>0.23407314484636974</c:v>
                </c:pt>
                <c:pt idx="17525">
                  <c:v>0.23408593808295453</c:v>
                </c:pt>
                <c:pt idx="17526">
                  <c:v>0.23410070236880504</c:v>
                </c:pt>
                <c:pt idx="17527">
                  <c:v>0.23412627101960598</c:v>
                </c:pt>
                <c:pt idx="17528">
                  <c:v>0.23415144020338347</c:v>
                </c:pt>
                <c:pt idx="17529">
                  <c:v>0.23419285148883687</c:v>
                </c:pt>
                <c:pt idx="17530">
                  <c:v>0.23422031168528951</c:v>
                </c:pt>
                <c:pt idx="17531">
                  <c:v>0.23424344591009935</c:v>
                </c:pt>
                <c:pt idx="17532">
                  <c:v>0.23424760831531286</c:v>
                </c:pt>
                <c:pt idx="17533">
                  <c:v>0.23425661204776241</c:v>
                </c:pt>
                <c:pt idx="17534">
                  <c:v>0.23427532697517434</c:v>
                </c:pt>
                <c:pt idx="17535">
                  <c:v>0.23429288563358955</c:v>
                </c:pt>
                <c:pt idx="17536">
                  <c:v>0.23429441913683027</c:v>
                </c:pt>
                <c:pt idx="17537">
                  <c:v>0.23431343201967494</c:v>
                </c:pt>
                <c:pt idx="17538">
                  <c:v>0.23432289275670082</c:v>
                </c:pt>
                <c:pt idx="17539">
                  <c:v>0.2343301673319145</c:v>
                </c:pt>
                <c:pt idx="17540">
                  <c:v>0.23433464442192151</c:v>
                </c:pt>
                <c:pt idx="17541">
                  <c:v>0.23434641301565864</c:v>
                </c:pt>
                <c:pt idx="17542">
                  <c:v>0.23434754101947922</c:v>
                </c:pt>
                <c:pt idx="17543">
                  <c:v>0.23435822344859653</c:v>
                </c:pt>
                <c:pt idx="17544">
                  <c:v>0.23437614388009245</c:v>
                </c:pt>
                <c:pt idx="17545">
                  <c:v>0.23438330393205378</c:v>
                </c:pt>
                <c:pt idx="17546">
                  <c:v>0.23441360545992687</c:v>
                </c:pt>
                <c:pt idx="17547">
                  <c:v>0.2344615738129486</c:v>
                </c:pt>
                <c:pt idx="17548">
                  <c:v>0.23447504521548307</c:v>
                </c:pt>
                <c:pt idx="17549">
                  <c:v>0.23451317624772669</c:v>
                </c:pt>
                <c:pt idx="17550">
                  <c:v>0.23452754207121737</c:v>
                </c:pt>
                <c:pt idx="17551">
                  <c:v>0.23456705134963379</c:v>
                </c:pt>
                <c:pt idx="17552">
                  <c:v>0.23457523371346972</c:v>
                </c:pt>
                <c:pt idx="17553">
                  <c:v>0.2345925863379294</c:v>
                </c:pt>
                <c:pt idx="17554">
                  <c:v>0.23461673965142868</c:v>
                </c:pt>
                <c:pt idx="17555">
                  <c:v>0.23464536101428504</c:v>
                </c:pt>
                <c:pt idx="17556">
                  <c:v>0.23467468251897336</c:v>
                </c:pt>
                <c:pt idx="17557">
                  <c:v>0.23468943110465224</c:v>
                </c:pt>
                <c:pt idx="17558">
                  <c:v>0.23470458772808825</c:v>
                </c:pt>
                <c:pt idx="17559">
                  <c:v>0.23473357413378362</c:v>
                </c:pt>
                <c:pt idx="17560">
                  <c:v>0.23474941786943387</c:v>
                </c:pt>
                <c:pt idx="17561">
                  <c:v>0.23477631922682538</c:v>
                </c:pt>
                <c:pt idx="17562">
                  <c:v>0.23477972464834299</c:v>
                </c:pt>
                <c:pt idx="17563">
                  <c:v>0.23479926636341678</c:v>
                </c:pt>
                <c:pt idx="17564">
                  <c:v>0.23482532493759098</c:v>
                </c:pt>
                <c:pt idx="17565">
                  <c:v>0.23482610818228236</c:v>
                </c:pt>
                <c:pt idx="17566">
                  <c:v>0.2348280869124178</c:v>
                </c:pt>
                <c:pt idx="17567">
                  <c:v>0.23482959126190101</c:v>
                </c:pt>
                <c:pt idx="17568">
                  <c:v>0.23488754451576521</c:v>
                </c:pt>
                <c:pt idx="17569">
                  <c:v>0.2348907435843709</c:v>
                </c:pt>
                <c:pt idx="17570">
                  <c:v>0.23489568447243159</c:v>
                </c:pt>
                <c:pt idx="17571">
                  <c:v>0.23492715439065523</c:v>
                </c:pt>
                <c:pt idx="17572">
                  <c:v>0.23494108025256943</c:v>
                </c:pt>
                <c:pt idx="17573">
                  <c:v>0.23498144268331647</c:v>
                </c:pt>
                <c:pt idx="17574">
                  <c:v>0.23498489490818381</c:v>
                </c:pt>
                <c:pt idx="17575">
                  <c:v>0.2349912346568255</c:v>
                </c:pt>
                <c:pt idx="17576">
                  <c:v>0.23500004216673817</c:v>
                </c:pt>
                <c:pt idx="17577">
                  <c:v>0.23500439501498932</c:v>
                </c:pt>
                <c:pt idx="17578">
                  <c:v>0.23508248999098788</c:v>
                </c:pt>
                <c:pt idx="17579">
                  <c:v>0.23509577843230808</c:v>
                </c:pt>
                <c:pt idx="17580">
                  <c:v>0.23511059858953481</c:v>
                </c:pt>
                <c:pt idx="17581">
                  <c:v>0.23511272886867665</c:v>
                </c:pt>
                <c:pt idx="17582">
                  <c:v>0.23511344154866987</c:v>
                </c:pt>
                <c:pt idx="17583">
                  <c:v>0.23513752881098338</c:v>
                </c:pt>
                <c:pt idx="17584">
                  <c:v>0.23515439416901077</c:v>
                </c:pt>
                <c:pt idx="17585">
                  <c:v>0.2351725479328774</c:v>
                </c:pt>
                <c:pt idx="17586">
                  <c:v>0.23517341731737856</c:v>
                </c:pt>
                <c:pt idx="17587">
                  <c:v>0.23517539141709787</c:v>
                </c:pt>
                <c:pt idx="17588">
                  <c:v>0.2351966872913652</c:v>
                </c:pt>
                <c:pt idx="17589">
                  <c:v>0.23523069994271245</c:v>
                </c:pt>
                <c:pt idx="17590">
                  <c:v>0.23523280179286998</c:v>
                </c:pt>
                <c:pt idx="17591">
                  <c:v>0.23524746466144503</c:v>
                </c:pt>
                <c:pt idx="17592">
                  <c:v>0.23528122800236889</c:v>
                </c:pt>
                <c:pt idx="17593">
                  <c:v>0.23529118173965194</c:v>
                </c:pt>
                <c:pt idx="17594">
                  <c:v>0.235316785110913</c:v>
                </c:pt>
                <c:pt idx="17595">
                  <c:v>0.23536049703136522</c:v>
                </c:pt>
                <c:pt idx="17596">
                  <c:v>0.23537033826736681</c:v>
                </c:pt>
                <c:pt idx="17597">
                  <c:v>0.23538331373148175</c:v>
                </c:pt>
                <c:pt idx="17598">
                  <c:v>0.23539766177959295</c:v>
                </c:pt>
                <c:pt idx="17599">
                  <c:v>0.23541429846751702</c:v>
                </c:pt>
                <c:pt idx="17600">
                  <c:v>0.23541698425123131</c:v>
                </c:pt>
                <c:pt idx="17601">
                  <c:v>0.23545085122924517</c:v>
                </c:pt>
                <c:pt idx="17602">
                  <c:v>0.23548370663250387</c:v>
                </c:pt>
                <c:pt idx="17603">
                  <c:v>0.23552852208014322</c:v>
                </c:pt>
                <c:pt idx="17604">
                  <c:v>0.23553685451006473</c:v>
                </c:pt>
                <c:pt idx="17605">
                  <c:v>0.23555374190983949</c:v>
                </c:pt>
                <c:pt idx="17606">
                  <c:v>0.23555811839166127</c:v>
                </c:pt>
                <c:pt idx="17607">
                  <c:v>0.2355703786943959</c:v>
                </c:pt>
                <c:pt idx="17608">
                  <c:v>0.23557449244222547</c:v>
                </c:pt>
                <c:pt idx="17609">
                  <c:v>0.23557935789521117</c:v>
                </c:pt>
                <c:pt idx="17610">
                  <c:v>0.23568210237715556</c:v>
                </c:pt>
                <c:pt idx="17611">
                  <c:v>0.23569515679981806</c:v>
                </c:pt>
                <c:pt idx="17612">
                  <c:v>0.23571303789407566</c:v>
                </c:pt>
                <c:pt idx="17613">
                  <c:v>0.23571485973765674</c:v>
                </c:pt>
                <c:pt idx="17614">
                  <c:v>0.23574049330026103</c:v>
                </c:pt>
                <c:pt idx="17615">
                  <c:v>0.23574690439355578</c:v>
                </c:pt>
                <c:pt idx="17616">
                  <c:v>0.23576051793615121</c:v>
                </c:pt>
                <c:pt idx="17617">
                  <c:v>0.2357954387514416</c:v>
                </c:pt>
                <c:pt idx="17618">
                  <c:v>0.2358553411005733</c:v>
                </c:pt>
                <c:pt idx="17619">
                  <c:v>0.23586524995597122</c:v>
                </c:pt>
                <c:pt idx="17620">
                  <c:v>0.23586906905884994</c:v>
                </c:pt>
                <c:pt idx="17621">
                  <c:v>0.235875886838735</c:v>
                </c:pt>
                <c:pt idx="17622">
                  <c:v>0.23588432666542045</c:v>
                </c:pt>
                <c:pt idx="17623">
                  <c:v>0.23588696020755953</c:v>
                </c:pt>
                <c:pt idx="17624">
                  <c:v>0.23590351036000035</c:v>
                </c:pt>
                <c:pt idx="17625">
                  <c:v>0.2359393651713759</c:v>
                </c:pt>
                <c:pt idx="17626">
                  <c:v>0.23594611626825104</c:v>
                </c:pt>
                <c:pt idx="17627">
                  <c:v>0.23596336063470269</c:v>
                </c:pt>
                <c:pt idx="17628">
                  <c:v>0.23597059262843911</c:v>
                </c:pt>
                <c:pt idx="17629">
                  <c:v>0.23598116449448017</c:v>
                </c:pt>
                <c:pt idx="17630">
                  <c:v>0.23602415774708765</c:v>
                </c:pt>
                <c:pt idx="17631">
                  <c:v>0.23604655594941457</c:v>
                </c:pt>
                <c:pt idx="17632">
                  <c:v>0.23605533347745689</c:v>
                </c:pt>
                <c:pt idx="17633">
                  <c:v>0.23606036806709077</c:v>
                </c:pt>
                <c:pt idx="17634">
                  <c:v>0.23615558989141358</c:v>
                </c:pt>
                <c:pt idx="17635">
                  <c:v>0.23616144958932742</c:v>
                </c:pt>
                <c:pt idx="17636">
                  <c:v>0.23618320052380032</c:v>
                </c:pt>
                <c:pt idx="17637">
                  <c:v>0.23620264424189408</c:v>
                </c:pt>
                <c:pt idx="17638">
                  <c:v>0.2362283822363235</c:v>
                </c:pt>
                <c:pt idx="17639">
                  <c:v>0.23622863646658954</c:v>
                </c:pt>
                <c:pt idx="17640">
                  <c:v>0.23625046084053725</c:v>
                </c:pt>
                <c:pt idx="17641">
                  <c:v>0.23631628944695404</c:v>
                </c:pt>
                <c:pt idx="17642">
                  <c:v>0.2363275625186286</c:v>
                </c:pt>
                <c:pt idx="17643">
                  <c:v>0.23633754754792324</c:v>
                </c:pt>
                <c:pt idx="17644">
                  <c:v>0.23637232100079866</c:v>
                </c:pt>
                <c:pt idx="17645">
                  <c:v>0.23638055096637828</c:v>
                </c:pt>
                <c:pt idx="17646">
                  <c:v>0.23639448456385304</c:v>
                </c:pt>
                <c:pt idx="17647">
                  <c:v>0.23640096559112528</c:v>
                </c:pt>
                <c:pt idx="17648">
                  <c:v>0.23640177708971205</c:v>
                </c:pt>
                <c:pt idx="17649">
                  <c:v>0.23640190761730856</c:v>
                </c:pt>
                <c:pt idx="17650">
                  <c:v>0.23645708686121381</c:v>
                </c:pt>
                <c:pt idx="17651">
                  <c:v>0.23646121605122339</c:v>
                </c:pt>
                <c:pt idx="17652">
                  <c:v>0.23650761887728236</c:v>
                </c:pt>
                <c:pt idx="17653">
                  <c:v>0.23663127495568881</c:v>
                </c:pt>
                <c:pt idx="17654">
                  <c:v>0.23665416556194444</c:v>
                </c:pt>
                <c:pt idx="17655">
                  <c:v>0.23666467157157897</c:v>
                </c:pt>
                <c:pt idx="17656">
                  <c:v>0.23666494721553835</c:v>
                </c:pt>
                <c:pt idx="17657">
                  <c:v>0.23667699601499534</c:v>
                </c:pt>
                <c:pt idx="17658">
                  <c:v>0.2366833600790253</c:v>
                </c:pt>
                <c:pt idx="17659">
                  <c:v>0.23669183133199315</c:v>
                </c:pt>
                <c:pt idx="17660">
                  <c:v>0.23670182575444959</c:v>
                </c:pt>
                <c:pt idx="17661">
                  <c:v>0.23670941310542831</c:v>
                </c:pt>
                <c:pt idx="17662">
                  <c:v>0.23673023482562658</c:v>
                </c:pt>
                <c:pt idx="17663">
                  <c:v>0.2367304241800256</c:v>
                </c:pt>
                <c:pt idx="17664">
                  <c:v>0.23676348126062177</c:v>
                </c:pt>
                <c:pt idx="17665">
                  <c:v>0.23676383529054096</c:v>
                </c:pt>
                <c:pt idx="17666">
                  <c:v>0.2367706160217713</c:v>
                </c:pt>
                <c:pt idx="17667">
                  <c:v>0.23680369312706903</c:v>
                </c:pt>
                <c:pt idx="17668">
                  <c:v>0.23681001671532667</c:v>
                </c:pt>
                <c:pt idx="17669">
                  <c:v>0.23681023467513346</c:v>
                </c:pt>
                <c:pt idx="17670">
                  <c:v>0.23683589623872975</c:v>
                </c:pt>
                <c:pt idx="17671">
                  <c:v>0.23684236875989673</c:v>
                </c:pt>
                <c:pt idx="17672">
                  <c:v>0.23684343774897676</c:v>
                </c:pt>
                <c:pt idx="17673">
                  <c:v>0.23684790458110916</c:v>
                </c:pt>
                <c:pt idx="17674">
                  <c:v>0.23685596644963935</c:v>
                </c:pt>
                <c:pt idx="17675">
                  <c:v>0.23690723146962184</c:v>
                </c:pt>
                <c:pt idx="17676">
                  <c:v>0.23699866328112235</c:v>
                </c:pt>
                <c:pt idx="17677">
                  <c:v>0.23701278532537273</c:v>
                </c:pt>
                <c:pt idx="17678">
                  <c:v>0.23701292310881278</c:v>
                </c:pt>
                <c:pt idx="17679">
                  <c:v>0.23704623855573986</c:v>
                </c:pt>
                <c:pt idx="17680">
                  <c:v>0.23709033841700214</c:v>
                </c:pt>
                <c:pt idx="17681">
                  <c:v>0.23709197486455916</c:v>
                </c:pt>
                <c:pt idx="17682">
                  <c:v>0.23710832174547367</c:v>
                </c:pt>
                <c:pt idx="17683">
                  <c:v>0.23714942158119023</c:v>
                </c:pt>
                <c:pt idx="17684">
                  <c:v>0.23718524265339888</c:v>
                </c:pt>
                <c:pt idx="17685">
                  <c:v>0.23718621563688486</c:v>
                </c:pt>
                <c:pt idx="17686">
                  <c:v>0.23718723941178321</c:v>
                </c:pt>
                <c:pt idx="17687">
                  <c:v>0.2372040776723367</c:v>
                </c:pt>
                <c:pt idx="17688">
                  <c:v>0.23721153240280632</c:v>
                </c:pt>
                <c:pt idx="17689">
                  <c:v>0.23722426965958959</c:v>
                </c:pt>
                <c:pt idx="17690">
                  <c:v>0.23722672004356782</c:v>
                </c:pt>
                <c:pt idx="17691">
                  <c:v>0.23722897952179897</c:v>
                </c:pt>
                <c:pt idx="17692">
                  <c:v>0.23723005700031888</c:v>
                </c:pt>
                <c:pt idx="17693">
                  <c:v>0.23723090895518184</c:v>
                </c:pt>
                <c:pt idx="17694">
                  <c:v>0.23724150250165843</c:v>
                </c:pt>
                <c:pt idx="17695">
                  <c:v>0.23725286587515929</c:v>
                </c:pt>
                <c:pt idx="17696">
                  <c:v>0.23727070389745061</c:v>
                </c:pt>
                <c:pt idx="17697">
                  <c:v>0.23730365761829622</c:v>
                </c:pt>
                <c:pt idx="17698">
                  <c:v>0.23733255200970366</c:v>
                </c:pt>
                <c:pt idx="17699">
                  <c:v>0.23736039859850538</c:v>
                </c:pt>
                <c:pt idx="17700">
                  <c:v>0.23742668364667291</c:v>
                </c:pt>
                <c:pt idx="17701">
                  <c:v>0.23743474241084736</c:v>
                </c:pt>
                <c:pt idx="17702">
                  <c:v>0.23746217034258515</c:v>
                </c:pt>
                <c:pt idx="17703">
                  <c:v>0.2374634205793289</c:v>
                </c:pt>
                <c:pt idx="17704">
                  <c:v>0.23749361815748404</c:v>
                </c:pt>
                <c:pt idx="17705">
                  <c:v>0.23749695995950224</c:v>
                </c:pt>
                <c:pt idx="17706">
                  <c:v>0.2375254960440103</c:v>
                </c:pt>
                <c:pt idx="17707">
                  <c:v>0.23758672480284534</c:v>
                </c:pt>
                <c:pt idx="17708">
                  <c:v>0.23763685294080136</c:v>
                </c:pt>
                <c:pt idx="17709">
                  <c:v>0.23764941457436736</c:v>
                </c:pt>
                <c:pt idx="17710">
                  <c:v>0.23765050705205579</c:v>
                </c:pt>
                <c:pt idx="17711">
                  <c:v>0.23766539129707587</c:v>
                </c:pt>
                <c:pt idx="17712">
                  <c:v>0.23769618026184533</c:v>
                </c:pt>
                <c:pt idx="17713">
                  <c:v>0.23770482285510638</c:v>
                </c:pt>
                <c:pt idx="17714">
                  <c:v>0.23774953228483797</c:v>
                </c:pt>
                <c:pt idx="17715">
                  <c:v>0.23775214665888941</c:v>
                </c:pt>
                <c:pt idx="17716">
                  <c:v>0.23775402254603856</c:v>
                </c:pt>
                <c:pt idx="17717">
                  <c:v>0.23776842047224525</c:v>
                </c:pt>
                <c:pt idx="17718">
                  <c:v>0.23781736576834792</c:v>
                </c:pt>
                <c:pt idx="17719">
                  <c:v>0.23782171855099499</c:v>
                </c:pt>
                <c:pt idx="17720">
                  <c:v>0.23788109527492807</c:v>
                </c:pt>
                <c:pt idx="17721">
                  <c:v>0.23788904650451678</c:v>
                </c:pt>
                <c:pt idx="17722">
                  <c:v>0.2379209570082543</c:v>
                </c:pt>
                <c:pt idx="17723">
                  <c:v>0.23792536365178155</c:v>
                </c:pt>
                <c:pt idx="17724">
                  <c:v>0.2379422035166644</c:v>
                </c:pt>
                <c:pt idx="17725">
                  <c:v>0.23794431565193164</c:v>
                </c:pt>
                <c:pt idx="17726">
                  <c:v>0.23794616515456266</c:v>
                </c:pt>
                <c:pt idx="17727">
                  <c:v>0.23796097927580451</c:v>
                </c:pt>
                <c:pt idx="17728">
                  <c:v>0.2379929885347008</c:v>
                </c:pt>
                <c:pt idx="17729">
                  <c:v>0.23804548463308689</c:v>
                </c:pt>
                <c:pt idx="17730">
                  <c:v>0.23805309313745357</c:v>
                </c:pt>
                <c:pt idx="17731">
                  <c:v>0.23805458665683768</c:v>
                </c:pt>
                <c:pt idx="17732">
                  <c:v>0.23805572885399329</c:v>
                </c:pt>
                <c:pt idx="17733">
                  <c:v>0.23812573117686966</c:v>
                </c:pt>
                <c:pt idx="17734">
                  <c:v>0.23814863875480241</c:v>
                </c:pt>
                <c:pt idx="17735">
                  <c:v>0.23821966302617212</c:v>
                </c:pt>
                <c:pt idx="17736">
                  <c:v>0.23822466009624424</c:v>
                </c:pt>
                <c:pt idx="17737">
                  <c:v>0.23823089128916461</c:v>
                </c:pt>
                <c:pt idx="17738">
                  <c:v>0.2382313572289112</c:v>
                </c:pt>
                <c:pt idx="17739">
                  <c:v>0.23825722580272071</c:v>
                </c:pt>
                <c:pt idx="17740">
                  <c:v>0.23828468633267005</c:v>
                </c:pt>
                <c:pt idx="17741">
                  <c:v>0.23832545239146999</c:v>
                </c:pt>
                <c:pt idx="17742">
                  <c:v>0.23833059435976323</c:v>
                </c:pt>
                <c:pt idx="17743">
                  <c:v>0.23834524311290187</c:v>
                </c:pt>
                <c:pt idx="17744">
                  <c:v>0.23836379348541548</c:v>
                </c:pt>
                <c:pt idx="17745">
                  <c:v>0.23837231269115491</c:v>
                </c:pt>
                <c:pt idx="17746">
                  <c:v>0.23839071217887819</c:v>
                </c:pt>
                <c:pt idx="17747">
                  <c:v>0.23839612493256718</c:v>
                </c:pt>
                <c:pt idx="17748">
                  <c:v>0.2384036373102949</c:v>
                </c:pt>
                <c:pt idx="17749">
                  <c:v>0.23841902583013044</c:v>
                </c:pt>
                <c:pt idx="17750">
                  <c:v>0.23842018309804042</c:v>
                </c:pt>
                <c:pt idx="17751">
                  <c:v>0.23844371502361711</c:v>
                </c:pt>
                <c:pt idx="17752">
                  <c:v>0.23847900455875365</c:v>
                </c:pt>
                <c:pt idx="17753">
                  <c:v>0.23848171335131516</c:v>
                </c:pt>
                <c:pt idx="17754">
                  <c:v>0.23851239108836964</c:v>
                </c:pt>
                <c:pt idx="17755">
                  <c:v>0.23851971944992875</c:v>
                </c:pt>
                <c:pt idx="17756">
                  <c:v>0.23852642062508184</c:v>
                </c:pt>
                <c:pt idx="17757">
                  <c:v>0.23853947931189165</c:v>
                </c:pt>
                <c:pt idx="17758">
                  <c:v>0.23863687547008813</c:v>
                </c:pt>
                <c:pt idx="17759">
                  <c:v>0.2386566045384397</c:v>
                </c:pt>
                <c:pt idx="17760">
                  <c:v>0.23866422888715164</c:v>
                </c:pt>
                <c:pt idx="17761">
                  <c:v>0.23867408795032094</c:v>
                </c:pt>
                <c:pt idx="17762">
                  <c:v>0.23870457385681373</c:v>
                </c:pt>
                <c:pt idx="17763">
                  <c:v>0.23871222041618614</c:v>
                </c:pt>
                <c:pt idx="17764">
                  <c:v>0.23873786746990633</c:v>
                </c:pt>
                <c:pt idx="17765">
                  <c:v>0.23875037091793302</c:v>
                </c:pt>
                <c:pt idx="17766">
                  <c:v>0.23875390229716212</c:v>
                </c:pt>
                <c:pt idx="17767">
                  <c:v>0.23877216501858248</c:v>
                </c:pt>
                <c:pt idx="17768">
                  <c:v>0.23877846445082776</c:v>
                </c:pt>
                <c:pt idx="17769">
                  <c:v>0.23879840534205765</c:v>
                </c:pt>
                <c:pt idx="17770">
                  <c:v>0.23879900698303722</c:v>
                </c:pt>
                <c:pt idx="17771">
                  <c:v>0.23881211132359356</c:v>
                </c:pt>
                <c:pt idx="17772">
                  <c:v>0.23888679383810382</c:v>
                </c:pt>
                <c:pt idx="17773">
                  <c:v>0.23890061299059329</c:v>
                </c:pt>
                <c:pt idx="17774">
                  <c:v>0.23892740443065738</c:v>
                </c:pt>
                <c:pt idx="17775">
                  <c:v>0.23893520288375591</c:v>
                </c:pt>
                <c:pt idx="17776">
                  <c:v>0.23894850639158127</c:v>
                </c:pt>
                <c:pt idx="17777">
                  <c:v>0.238968738616675</c:v>
                </c:pt>
                <c:pt idx="17778">
                  <c:v>0.23897125217292445</c:v>
                </c:pt>
                <c:pt idx="17779">
                  <c:v>0.2389809612706694</c:v>
                </c:pt>
                <c:pt idx="17780">
                  <c:v>0.23900602104918506</c:v>
                </c:pt>
                <c:pt idx="17781">
                  <c:v>0.23903256975308632</c:v>
                </c:pt>
                <c:pt idx="17782">
                  <c:v>0.23904223464115562</c:v>
                </c:pt>
                <c:pt idx="17783">
                  <c:v>0.23909382906125487</c:v>
                </c:pt>
                <c:pt idx="17784">
                  <c:v>0.2391341367998103</c:v>
                </c:pt>
                <c:pt idx="17785">
                  <c:v>0.23915436320355782</c:v>
                </c:pt>
                <c:pt idx="17786">
                  <c:v>0.23918742630143935</c:v>
                </c:pt>
                <c:pt idx="17787">
                  <c:v>0.23919482855439397</c:v>
                </c:pt>
                <c:pt idx="17788">
                  <c:v>0.23922795892734544</c:v>
                </c:pt>
                <c:pt idx="17789">
                  <c:v>0.23925941418791566</c:v>
                </c:pt>
                <c:pt idx="17790">
                  <c:v>0.23929003259143958</c:v>
                </c:pt>
                <c:pt idx="17791">
                  <c:v>0.23934034319755659</c:v>
                </c:pt>
                <c:pt idx="17792">
                  <c:v>0.23936925397253611</c:v>
                </c:pt>
                <c:pt idx="17793">
                  <c:v>0.23937377702832316</c:v>
                </c:pt>
                <c:pt idx="17794">
                  <c:v>0.23939701218093548</c:v>
                </c:pt>
                <c:pt idx="17795">
                  <c:v>0.23940507486942017</c:v>
                </c:pt>
                <c:pt idx="17796">
                  <c:v>0.23942804195805487</c:v>
                </c:pt>
                <c:pt idx="17797">
                  <c:v>0.2394581884212916</c:v>
                </c:pt>
                <c:pt idx="17798">
                  <c:v>0.23949791860287503</c:v>
                </c:pt>
                <c:pt idx="17799">
                  <c:v>0.23951228081149301</c:v>
                </c:pt>
                <c:pt idx="17800">
                  <c:v>0.2395385018641801</c:v>
                </c:pt>
                <c:pt idx="17801">
                  <c:v>0.23954679958497757</c:v>
                </c:pt>
                <c:pt idx="17802">
                  <c:v>0.23955686457127495</c:v>
                </c:pt>
                <c:pt idx="17803">
                  <c:v>0.23960102280560838</c:v>
                </c:pt>
                <c:pt idx="17804">
                  <c:v>0.23960318692159571</c:v>
                </c:pt>
                <c:pt idx="17805">
                  <c:v>0.23962513369795929</c:v>
                </c:pt>
                <c:pt idx="17806">
                  <c:v>0.23963969225117351</c:v>
                </c:pt>
                <c:pt idx="17807">
                  <c:v>0.23964676049727701</c:v>
                </c:pt>
                <c:pt idx="17808">
                  <c:v>0.23969124392084681</c:v>
                </c:pt>
                <c:pt idx="17809">
                  <c:v>0.23971117016373863</c:v>
                </c:pt>
                <c:pt idx="17810">
                  <c:v>0.23973655558577989</c:v>
                </c:pt>
                <c:pt idx="17811">
                  <c:v>0.23973879641278698</c:v>
                </c:pt>
                <c:pt idx="17812">
                  <c:v>0.23974130499056848</c:v>
                </c:pt>
                <c:pt idx="17813">
                  <c:v>0.2397467371500058</c:v>
                </c:pt>
                <c:pt idx="17814">
                  <c:v>0.23975992442234881</c:v>
                </c:pt>
                <c:pt idx="17815">
                  <c:v>0.23979231838619816</c:v>
                </c:pt>
                <c:pt idx="17816">
                  <c:v>0.23984400798699382</c:v>
                </c:pt>
                <c:pt idx="17817">
                  <c:v>0.23985196974754985</c:v>
                </c:pt>
                <c:pt idx="17818">
                  <c:v>0.23992686702708041</c:v>
                </c:pt>
                <c:pt idx="17819">
                  <c:v>0.23993894674418986</c:v>
                </c:pt>
                <c:pt idx="17820">
                  <c:v>0.23996417078589682</c:v>
                </c:pt>
                <c:pt idx="17821">
                  <c:v>0.23997049641939358</c:v>
                </c:pt>
                <c:pt idx="17822">
                  <c:v>0.23997240896609653</c:v>
                </c:pt>
                <c:pt idx="17823">
                  <c:v>0.23997503602226719</c:v>
                </c:pt>
                <c:pt idx="17824">
                  <c:v>0.24000228801870283</c:v>
                </c:pt>
                <c:pt idx="17825">
                  <c:v>0.24000963746781909</c:v>
                </c:pt>
                <c:pt idx="17826">
                  <c:v>0.2400154438768603</c:v>
                </c:pt>
                <c:pt idx="17827">
                  <c:v>0.2400344050150913</c:v>
                </c:pt>
                <c:pt idx="17828">
                  <c:v>0.24004824579845602</c:v>
                </c:pt>
                <c:pt idx="17829">
                  <c:v>0.24007882896355637</c:v>
                </c:pt>
                <c:pt idx="17830">
                  <c:v>0.24008920821658078</c:v>
                </c:pt>
                <c:pt idx="17831">
                  <c:v>0.24013063850018615</c:v>
                </c:pt>
                <c:pt idx="17832">
                  <c:v>0.24015862725474046</c:v>
                </c:pt>
                <c:pt idx="17833">
                  <c:v>0.24016949472294255</c:v>
                </c:pt>
                <c:pt idx="17834">
                  <c:v>0.24017725931986153</c:v>
                </c:pt>
                <c:pt idx="17835">
                  <c:v>0.24019886763494144</c:v>
                </c:pt>
                <c:pt idx="17836">
                  <c:v>0.24022102887963781</c:v>
                </c:pt>
                <c:pt idx="17837">
                  <c:v>0.24025461073702095</c:v>
                </c:pt>
                <c:pt idx="17838">
                  <c:v>0.2403261406980714</c:v>
                </c:pt>
                <c:pt idx="17839">
                  <c:v>0.24033601252258319</c:v>
                </c:pt>
                <c:pt idx="17840">
                  <c:v>0.24036277608508819</c:v>
                </c:pt>
                <c:pt idx="17841">
                  <c:v>0.24036748374905725</c:v>
                </c:pt>
                <c:pt idx="17842">
                  <c:v>0.24037982374711347</c:v>
                </c:pt>
                <c:pt idx="17843">
                  <c:v>0.24040893589994908</c:v>
                </c:pt>
                <c:pt idx="17844">
                  <c:v>0.24041595380137376</c:v>
                </c:pt>
                <c:pt idx="17845">
                  <c:v>0.24042729971598145</c:v>
                </c:pt>
                <c:pt idx="17846">
                  <c:v>0.24044288922328252</c:v>
                </c:pt>
                <c:pt idx="17847">
                  <c:v>0.24047339122874034</c:v>
                </c:pt>
                <c:pt idx="17848">
                  <c:v>0.24048681921908868</c:v>
                </c:pt>
                <c:pt idx="17849">
                  <c:v>0.24050207019407521</c:v>
                </c:pt>
                <c:pt idx="17850">
                  <c:v>0.24051681589289983</c:v>
                </c:pt>
                <c:pt idx="17851">
                  <c:v>0.24052799284966217</c:v>
                </c:pt>
                <c:pt idx="17852">
                  <c:v>0.24053590871250652</c:v>
                </c:pt>
                <c:pt idx="17853">
                  <c:v>0.24053673718827395</c:v>
                </c:pt>
                <c:pt idx="17854">
                  <c:v>0.24053867446201319</c:v>
                </c:pt>
                <c:pt idx="17855">
                  <c:v>0.24054106295286987</c:v>
                </c:pt>
                <c:pt idx="17856">
                  <c:v>0.24054666503667296</c:v>
                </c:pt>
                <c:pt idx="17857">
                  <c:v>0.24054666519580403</c:v>
                </c:pt>
                <c:pt idx="17858">
                  <c:v>0.2405916726145593</c:v>
                </c:pt>
                <c:pt idx="17859">
                  <c:v>0.24060495673963378</c:v>
                </c:pt>
                <c:pt idx="17860">
                  <c:v>0.24061854726215939</c:v>
                </c:pt>
                <c:pt idx="17861">
                  <c:v>0.24063382619927259</c:v>
                </c:pt>
                <c:pt idx="17862">
                  <c:v>0.24065329253260007</c:v>
                </c:pt>
                <c:pt idx="17863">
                  <c:v>0.24065548483347665</c:v>
                </c:pt>
                <c:pt idx="17864">
                  <c:v>0.24066406499721599</c:v>
                </c:pt>
                <c:pt idx="17865">
                  <c:v>0.24067416864988864</c:v>
                </c:pt>
                <c:pt idx="17866">
                  <c:v>0.24069718778322058</c:v>
                </c:pt>
                <c:pt idx="17867">
                  <c:v>0.24070264217098561</c:v>
                </c:pt>
                <c:pt idx="17868">
                  <c:v>0.24072393955715246</c:v>
                </c:pt>
                <c:pt idx="17869">
                  <c:v>0.2407340841909103</c:v>
                </c:pt>
                <c:pt idx="17870">
                  <c:v>0.24074085942820531</c:v>
                </c:pt>
                <c:pt idx="17871">
                  <c:v>0.24074490251874014</c:v>
                </c:pt>
                <c:pt idx="17872">
                  <c:v>0.24080056670640979</c:v>
                </c:pt>
                <c:pt idx="17873">
                  <c:v>0.24081283503738782</c:v>
                </c:pt>
                <c:pt idx="17874">
                  <c:v>0.240859988743822</c:v>
                </c:pt>
                <c:pt idx="17875">
                  <c:v>0.24086113936462777</c:v>
                </c:pt>
                <c:pt idx="17876">
                  <c:v>0.24087886367987663</c:v>
                </c:pt>
                <c:pt idx="17877">
                  <c:v>0.24091693737869346</c:v>
                </c:pt>
                <c:pt idx="17878">
                  <c:v>0.24094451614893819</c:v>
                </c:pt>
                <c:pt idx="17879">
                  <c:v>0.2409637124834266</c:v>
                </c:pt>
                <c:pt idx="17880">
                  <c:v>0.24104721574539476</c:v>
                </c:pt>
                <c:pt idx="17881">
                  <c:v>0.24104815393214674</c:v>
                </c:pt>
                <c:pt idx="17882">
                  <c:v>0.24106181160843626</c:v>
                </c:pt>
                <c:pt idx="17883">
                  <c:v>0.24109184077591617</c:v>
                </c:pt>
                <c:pt idx="17884">
                  <c:v>0.24110119167677521</c:v>
                </c:pt>
                <c:pt idx="17885">
                  <c:v>0.24113189175848582</c:v>
                </c:pt>
                <c:pt idx="17886">
                  <c:v>0.24113268283026579</c:v>
                </c:pt>
                <c:pt idx="17887">
                  <c:v>0.24113915260654351</c:v>
                </c:pt>
                <c:pt idx="17888">
                  <c:v>0.24114304750922486</c:v>
                </c:pt>
                <c:pt idx="17889">
                  <c:v>0.24114384498232611</c:v>
                </c:pt>
                <c:pt idx="17890">
                  <c:v>0.24116538818631869</c:v>
                </c:pt>
                <c:pt idx="17891">
                  <c:v>0.24116634822987662</c:v>
                </c:pt>
                <c:pt idx="17892">
                  <c:v>0.24116950540255239</c:v>
                </c:pt>
                <c:pt idx="17893">
                  <c:v>0.24117662926140684</c:v>
                </c:pt>
                <c:pt idx="17894">
                  <c:v>0.24120801622743548</c:v>
                </c:pt>
                <c:pt idx="17895">
                  <c:v>0.24123623481766224</c:v>
                </c:pt>
                <c:pt idx="17896">
                  <c:v>0.24126855653052837</c:v>
                </c:pt>
                <c:pt idx="17897">
                  <c:v>0.24127224846704828</c:v>
                </c:pt>
                <c:pt idx="17898">
                  <c:v>0.24130964065248264</c:v>
                </c:pt>
                <c:pt idx="17899">
                  <c:v>0.2413260486797183</c:v>
                </c:pt>
                <c:pt idx="17900">
                  <c:v>0.24133870991198941</c:v>
                </c:pt>
                <c:pt idx="17901">
                  <c:v>0.24134943393035121</c:v>
                </c:pt>
                <c:pt idx="17902">
                  <c:v>0.24135159438129367</c:v>
                </c:pt>
                <c:pt idx="17903">
                  <c:v>0.24138776242408652</c:v>
                </c:pt>
                <c:pt idx="17904">
                  <c:v>0.24140110367667431</c:v>
                </c:pt>
                <c:pt idx="17905">
                  <c:v>0.24142802979498371</c:v>
                </c:pt>
                <c:pt idx="17906">
                  <c:v>0.24145816851416996</c:v>
                </c:pt>
                <c:pt idx="17907">
                  <c:v>0.24145866233374755</c:v>
                </c:pt>
                <c:pt idx="17908">
                  <c:v>0.24146052011887395</c:v>
                </c:pt>
                <c:pt idx="17909">
                  <c:v>0.2414633726553751</c:v>
                </c:pt>
                <c:pt idx="17910">
                  <c:v>0.2414655408260786</c:v>
                </c:pt>
                <c:pt idx="17911">
                  <c:v>0.24147270143961413</c:v>
                </c:pt>
                <c:pt idx="17912">
                  <c:v>0.24148336840115711</c:v>
                </c:pt>
                <c:pt idx="17913">
                  <c:v>0.24157253725448993</c:v>
                </c:pt>
                <c:pt idx="17914">
                  <c:v>0.24157911413208663</c:v>
                </c:pt>
                <c:pt idx="17915">
                  <c:v>0.24160776413478757</c:v>
                </c:pt>
                <c:pt idx="17916">
                  <c:v>0.24165294478324278</c:v>
                </c:pt>
                <c:pt idx="17917">
                  <c:v>0.24165638936093953</c:v>
                </c:pt>
                <c:pt idx="17918">
                  <c:v>0.24166512841674867</c:v>
                </c:pt>
                <c:pt idx="17919">
                  <c:v>0.24166547053794366</c:v>
                </c:pt>
                <c:pt idx="17920">
                  <c:v>0.24168971465776584</c:v>
                </c:pt>
                <c:pt idx="17921">
                  <c:v>0.24169779855015044</c:v>
                </c:pt>
                <c:pt idx="17922">
                  <c:v>0.24171089687071109</c:v>
                </c:pt>
                <c:pt idx="17923">
                  <c:v>0.24173329443033675</c:v>
                </c:pt>
                <c:pt idx="17924">
                  <c:v>0.24178686691669182</c:v>
                </c:pt>
                <c:pt idx="17925">
                  <c:v>0.24178768523339861</c:v>
                </c:pt>
                <c:pt idx="17926">
                  <c:v>0.24180407719359034</c:v>
                </c:pt>
                <c:pt idx="17927">
                  <c:v>0.24181470800126575</c:v>
                </c:pt>
                <c:pt idx="17928">
                  <c:v>0.24182678243968456</c:v>
                </c:pt>
                <c:pt idx="17929">
                  <c:v>0.24185911356230677</c:v>
                </c:pt>
                <c:pt idx="17930">
                  <c:v>0.24186088227190508</c:v>
                </c:pt>
                <c:pt idx="17931">
                  <c:v>0.24186541569238995</c:v>
                </c:pt>
                <c:pt idx="17932">
                  <c:v>0.24188289727080495</c:v>
                </c:pt>
                <c:pt idx="17933">
                  <c:v>0.2418960330044975</c:v>
                </c:pt>
                <c:pt idx="17934">
                  <c:v>0.24191244064655121</c:v>
                </c:pt>
                <c:pt idx="17935">
                  <c:v>0.24191361701361988</c:v>
                </c:pt>
                <c:pt idx="17936">
                  <c:v>0.24192740854576769</c:v>
                </c:pt>
                <c:pt idx="17937">
                  <c:v>0.2419414729295048</c:v>
                </c:pt>
                <c:pt idx="17938">
                  <c:v>0.24194864752817982</c:v>
                </c:pt>
                <c:pt idx="17939">
                  <c:v>0.24195017609835962</c:v>
                </c:pt>
                <c:pt idx="17940">
                  <c:v>0.24195287890235151</c:v>
                </c:pt>
                <c:pt idx="17941">
                  <c:v>0.24195547169939971</c:v>
                </c:pt>
                <c:pt idx="17942">
                  <c:v>0.24197831141117374</c:v>
                </c:pt>
                <c:pt idx="17943">
                  <c:v>0.24198076527734064</c:v>
                </c:pt>
                <c:pt idx="17944">
                  <c:v>0.24198866570584443</c:v>
                </c:pt>
                <c:pt idx="17945">
                  <c:v>0.24199255235761929</c:v>
                </c:pt>
                <c:pt idx="17946">
                  <c:v>0.24199336325467818</c:v>
                </c:pt>
                <c:pt idx="17947">
                  <c:v>0.24201418316087508</c:v>
                </c:pt>
                <c:pt idx="17948">
                  <c:v>0.24203276105704968</c:v>
                </c:pt>
                <c:pt idx="17949">
                  <c:v>0.24204045252132805</c:v>
                </c:pt>
                <c:pt idx="17950">
                  <c:v>0.24205165803728074</c:v>
                </c:pt>
                <c:pt idx="17951">
                  <c:v>0.24213895320917375</c:v>
                </c:pt>
                <c:pt idx="17952">
                  <c:v>0.24213979447512124</c:v>
                </c:pt>
                <c:pt idx="17953">
                  <c:v>0.2421430121941742</c:v>
                </c:pt>
                <c:pt idx="17954">
                  <c:v>0.24215476109148248</c:v>
                </c:pt>
                <c:pt idx="17955">
                  <c:v>0.24217207901496624</c:v>
                </c:pt>
                <c:pt idx="17956">
                  <c:v>0.24219550617505475</c:v>
                </c:pt>
                <c:pt idx="17957">
                  <c:v>0.24221032343560209</c:v>
                </c:pt>
                <c:pt idx="17958">
                  <c:v>0.24221636571908062</c:v>
                </c:pt>
                <c:pt idx="17959">
                  <c:v>0.24223876339341238</c:v>
                </c:pt>
                <c:pt idx="17960">
                  <c:v>0.24224438732197687</c:v>
                </c:pt>
                <c:pt idx="17961">
                  <c:v>0.24227939168889367</c:v>
                </c:pt>
                <c:pt idx="17962">
                  <c:v>0.24229228964201668</c:v>
                </c:pt>
                <c:pt idx="17963">
                  <c:v>0.24229961020023896</c:v>
                </c:pt>
                <c:pt idx="17964">
                  <c:v>0.24229988418289949</c:v>
                </c:pt>
                <c:pt idx="17965">
                  <c:v>0.24231258997011232</c:v>
                </c:pt>
                <c:pt idx="17966">
                  <c:v>0.2423318346803035</c:v>
                </c:pt>
                <c:pt idx="17967">
                  <c:v>0.24235886541491153</c:v>
                </c:pt>
                <c:pt idx="17968">
                  <c:v>0.24236821721207372</c:v>
                </c:pt>
                <c:pt idx="17969">
                  <c:v>0.24237878121781053</c:v>
                </c:pt>
                <c:pt idx="17970">
                  <c:v>0.24239136065811748</c:v>
                </c:pt>
                <c:pt idx="17971">
                  <c:v>0.24243411950005403</c:v>
                </c:pt>
                <c:pt idx="17972">
                  <c:v>0.24243464668650491</c:v>
                </c:pt>
                <c:pt idx="17973">
                  <c:v>0.24245508202693569</c:v>
                </c:pt>
                <c:pt idx="17974">
                  <c:v>0.24248076937317892</c:v>
                </c:pt>
                <c:pt idx="17975">
                  <c:v>0.24248232486244886</c:v>
                </c:pt>
                <c:pt idx="17976">
                  <c:v>0.24249948987029604</c:v>
                </c:pt>
                <c:pt idx="17977">
                  <c:v>0.24249981584951052</c:v>
                </c:pt>
                <c:pt idx="17978">
                  <c:v>0.24252514799355934</c:v>
                </c:pt>
                <c:pt idx="17979">
                  <c:v>0.24252606787345485</c:v>
                </c:pt>
                <c:pt idx="17980">
                  <c:v>0.24252619424089611</c:v>
                </c:pt>
                <c:pt idx="17981">
                  <c:v>0.2425263307431135</c:v>
                </c:pt>
                <c:pt idx="17982">
                  <c:v>0.24254104202062596</c:v>
                </c:pt>
                <c:pt idx="17983">
                  <c:v>0.24263183187945195</c:v>
                </c:pt>
                <c:pt idx="17984">
                  <c:v>0.24264226434488098</c:v>
                </c:pt>
                <c:pt idx="17985">
                  <c:v>0.24264261080741847</c:v>
                </c:pt>
                <c:pt idx="17986">
                  <c:v>0.24265579040970045</c:v>
                </c:pt>
                <c:pt idx="17987">
                  <c:v>0.24267672231312759</c:v>
                </c:pt>
                <c:pt idx="17988">
                  <c:v>0.24268669959771527</c:v>
                </c:pt>
                <c:pt idx="17989">
                  <c:v>0.24270677856567541</c:v>
                </c:pt>
                <c:pt idx="17990">
                  <c:v>0.24275644115339981</c:v>
                </c:pt>
                <c:pt idx="17991">
                  <c:v>0.24276240642195634</c:v>
                </c:pt>
                <c:pt idx="17992">
                  <c:v>0.24276441310859176</c:v>
                </c:pt>
                <c:pt idx="17993">
                  <c:v>0.24278875464231442</c:v>
                </c:pt>
                <c:pt idx="17994">
                  <c:v>0.24279691941419917</c:v>
                </c:pt>
                <c:pt idx="17995">
                  <c:v>0.24281194199773173</c:v>
                </c:pt>
                <c:pt idx="17996">
                  <c:v>0.24281499278267854</c:v>
                </c:pt>
                <c:pt idx="17997">
                  <c:v>0.24282423780719312</c:v>
                </c:pt>
                <c:pt idx="17998">
                  <c:v>0.24285962713399989</c:v>
                </c:pt>
                <c:pt idx="17999">
                  <c:v>0.24286036648432241</c:v>
                </c:pt>
                <c:pt idx="18000">
                  <c:v>0.24288216090295142</c:v>
                </c:pt>
                <c:pt idx="18001">
                  <c:v>0.24288636949865611</c:v>
                </c:pt>
                <c:pt idx="18002">
                  <c:v>0.24288834113851895</c:v>
                </c:pt>
                <c:pt idx="18003">
                  <c:v>0.24288865929398545</c:v>
                </c:pt>
                <c:pt idx="18004">
                  <c:v>0.24289092453532818</c:v>
                </c:pt>
                <c:pt idx="18005">
                  <c:v>0.24290784089952822</c:v>
                </c:pt>
                <c:pt idx="18006">
                  <c:v>0.2429152256197388</c:v>
                </c:pt>
                <c:pt idx="18007">
                  <c:v>0.24292532444950382</c:v>
                </c:pt>
                <c:pt idx="18008">
                  <c:v>0.24293229835239785</c:v>
                </c:pt>
                <c:pt idx="18009">
                  <c:v>0.2429418932908923</c:v>
                </c:pt>
                <c:pt idx="18010">
                  <c:v>0.24294724145155649</c:v>
                </c:pt>
                <c:pt idx="18011">
                  <c:v>0.24296569321669348</c:v>
                </c:pt>
                <c:pt idx="18012">
                  <c:v>0.24296638639334259</c:v>
                </c:pt>
                <c:pt idx="18013">
                  <c:v>0.24299014712902409</c:v>
                </c:pt>
                <c:pt idx="18014">
                  <c:v>0.24299288527973997</c:v>
                </c:pt>
                <c:pt idx="18015">
                  <c:v>0.24300455576736046</c:v>
                </c:pt>
                <c:pt idx="18016">
                  <c:v>0.24300492420592415</c:v>
                </c:pt>
                <c:pt idx="18017">
                  <c:v>0.24304330220624426</c:v>
                </c:pt>
                <c:pt idx="18018">
                  <c:v>0.24305678442956333</c:v>
                </c:pt>
                <c:pt idx="18019">
                  <c:v>0.24306609407397964</c:v>
                </c:pt>
                <c:pt idx="18020">
                  <c:v>0.24309662928809259</c:v>
                </c:pt>
                <c:pt idx="18021">
                  <c:v>0.24312779057009232</c:v>
                </c:pt>
                <c:pt idx="18022">
                  <c:v>0.24316857292473401</c:v>
                </c:pt>
                <c:pt idx="18023">
                  <c:v>0.24322095449755241</c:v>
                </c:pt>
                <c:pt idx="18024">
                  <c:v>0.24327747888275064</c:v>
                </c:pt>
                <c:pt idx="18025">
                  <c:v>0.24335817445172592</c:v>
                </c:pt>
                <c:pt idx="18026">
                  <c:v>0.24343188286910369</c:v>
                </c:pt>
                <c:pt idx="18027">
                  <c:v>0.2434356339151664</c:v>
                </c:pt>
                <c:pt idx="18028">
                  <c:v>0.2434645205537366</c:v>
                </c:pt>
                <c:pt idx="18029">
                  <c:v>0.24350220914432152</c:v>
                </c:pt>
                <c:pt idx="18030">
                  <c:v>0.24352318964530753</c:v>
                </c:pt>
                <c:pt idx="18031">
                  <c:v>0.24355035635241001</c:v>
                </c:pt>
                <c:pt idx="18032">
                  <c:v>0.24360659746264618</c:v>
                </c:pt>
                <c:pt idx="18033">
                  <c:v>0.24361658182224677</c:v>
                </c:pt>
                <c:pt idx="18034">
                  <c:v>0.24361959368930711</c:v>
                </c:pt>
                <c:pt idx="18035">
                  <c:v>0.24366763062034277</c:v>
                </c:pt>
                <c:pt idx="18036">
                  <c:v>0.24373806953692143</c:v>
                </c:pt>
                <c:pt idx="18037">
                  <c:v>0.24374090784525826</c:v>
                </c:pt>
                <c:pt idx="18038">
                  <c:v>0.24378093850125312</c:v>
                </c:pt>
                <c:pt idx="18039">
                  <c:v>0.24381058334042532</c:v>
                </c:pt>
                <c:pt idx="18040">
                  <c:v>0.24384411466264266</c:v>
                </c:pt>
                <c:pt idx="18041">
                  <c:v>0.24385678611838077</c:v>
                </c:pt>
                <c:pt idx="18042">
                  <c:v>0.24387103190438467</c:v>
                </c:pt>
                <c:pt idx="18043">
                  <c:v>0.24387260560423119</c:v>
                </c:pt>
                <c:pt idx="18044">
                  <c:v>0.24388254638229662</c:v>
                </c:pt>
                <c:pt idx="18045">
                  <c:v>0.24390378093451567</c:v>
                </c:pt>
                <c:pt idx="18046">
                  <c:v>0.24392437170882386</c:v>
                </c:pt>
                <c:pt idx="18047">
                  <c:v>0.24395194329235975</c:v>
                </c:pt>
                <c:pt idx="18048">
                  <c:v>0.24404967960351123</c:v>
                </c:pt>
                <c:pt idx="18049">
                  <c:v>0.24407735272112974</c:v>
                </c:pt>
                <c:pt idx="18050">
                  <c:v>0.24410757375275721</c:v>
                </c:pt>
                <c:pt idx="18051">
                  <c:v>0.24412006890987609</c:v>
                </c:pt>
                <c:pt idx="18052">
                  <c:v>0.24412438116987528</c:v>
                </c:pt>
                <c:pt idx="18053">
                  <c:v>0.24413039513219284</c:v>
                </c:pt>
                <c:pt idx="18054">
                  <c:v>0.24414975589287347</c:v>
                </c:pt>
                <c:pt idx="18055">
                  <c:v>0.24417509421840211</c:v>
                </c:pt>
                <c:pt idx="18056">
                  <c:v>0.24418454962896899</c:v>
                </c:pt>
                <c:pt idx="18057">
                  <c:v>0.24418690812814597</c:v>
                </c:pt>
                <c:pt idx="18058">
                  <c:v>0.24420310299232051</c:v>
                </c:pt>
                <c:pt idx="18059">
                  <c:v>0.24421837506257069</c:v>
                </c:pt>
                <c:pt idx="18060">
                  <c:v>0.24427778365967279</c:v>
                </c:pt>
                <c:pt idx="18061">
                  <c:v>0.24430172682966628</c:v>
                </c:pt>
                <c:pt idx="18062">
                  <c:v>0.24435162364368962</c:v>
                </c:pt>
                <c:pt idx="18063">
                  <c:v>0.24435621716040806</c:v>
                </c:pt>
                <c:pt idx="18064">
                  <c:v>0.24437242190607289</c:v>
                </c:pt>
                <c:pt idx="18065">
                  <c:v>0.24438975092206036</c:v>
                </c:pt>
                <c:pt idx="18066">
                  <c:v>0.24441706187711179</c:v>
                </c:pt>
                <c:pt idx="18067">
                  <c:v>0.24443351113212336</c:v>
                </c:pt>
                <c:pt idx="18068">
                  <c:v>0.24444757887623225</c:v>
                </c:pt>
                <c:pt idx="18069">
                  <c:v>0.24447824873152393</c:v>
                </c:pt>
                <c:pt idx="18070">
                  <c:v>0.24448439210435549</c:v>
                </c:pt>
                <c:pt idx="18071">
                  <c:v>0.24449645888048085</c:v>
                </c:pt>
                <c:pt idx="18072">
                  <c:v>0.24450901898564889</c:v>
                </c:pt>
                <c:pt idx="18073">
                  <c:v>0.24452217639623947</c:v>
                </c:pt>
                <c:pt idx="18074">
                  <c:v>0.24455276508135251</c:v>
                </c:pt>
                <c:pt idx="18075">
                  <c:v>0.24455704148658078</c:v>
                </c:pt>
                <c:pt idx="18076">
                  <c:v>0.24465299947133939</c:v>
                </c:pt>
                <c:pt idx="18077">
                  <c:v>0.24466724463965067</c:v>
                </c:pt>
                <c:pt idx="18078">
                  <c:v>0.24467301757312437</c:v>
                </c:pt>
                <c:pt idx="18079">
                  <c:v>0.24468841533216898</c:v>
                </c:pt>
                <c:pt idx="18080">
                  <c:v>0.24469875738441721</c:v>
                </c:pt>
                <c:pt idx="18081">
                  <c:v>0.24472481846649102</c:v>
                </c:pt>
                <c:pt idx="18082">
                  <c:v>0.24472623458509801</c:v>
                </c:pt>
                <c:pt idx="18083">
                  <c:v>0.24476052236536905</c:v>
                </c:pt>
                <c:pt idx="18084">
                  <c:v>0.24483890900139255</c:v>
                </c:pt>
                <c:pt idx="18085">
                  <c:v>0.24484877088888607</c:v>
                </c:pt>
                <c:pt idx="18086">
                  <c:v>0.24485930840902148</c:v>
                </c:pt>
                <c:pt idx="18087">
                  <c:v>0.24488168583091022</c:v>
                </c:pt>
                <c:pt idx="18088">
                  <c:v>0.24490902189817546</c:v>
                </c:pt>
                <c:pt idx="18089">
                  <c:v>0.24491355944833593</c:v>
                </c:pt>
                <c:pt idx="18090">
                  <c:v>0.2449200434280594</c:v>
                </c:pt>
                <c:pt idx="18091">
                  <c:v>0.24495390711462864</c:v>
                </c:pt>
                <c:pt idx="18092">
                  <c:v>0.24495609581617456</c:v>
                </c:pt>
                <c:pt idx="18093">
                  <c:v>0.24496954613807978</c:v>
                </c:pt>
                <c:pt idx="18094">
                  <c:v>0.2449810263657615</c:v>
                </c:pt>
                <c:pt idx="18095">
                  <c:v>0.24500886688906001</c:v>
                </c:pt>
                <c:pt idx="18096">
                  <c:v>0.24500893837947391</c:v>
                </c:pt>
                <c:pt idx="18097">
                  <c:v>0.2450459783974869</c:v>
                </c:pt>
                <c:pt idx="18098">
                  <c:v>0.24504759420400934</c:v>
                </c:pt>
                <c:pt idx="18099">
                  <c:v>0.24505339049702513</c:v>
                </c:pt>
                <c:pt idx="18100">
                  <c:v>0.24506641935306805</c:v>
                </c:pt>
                <c:pt idx="18101">
                  <c:v>0.24509012062468949</c:v>
                </c:pt>
                <c:pt idx="18102">
                  <c:v>0.24510597462849409</c:v>
                </c:pt>
                <c:pt idx="18103">
                  <c:v>0.24512285734283532</c:v>
                </c:pt>
                <c:pt idx="18104">
                  <c:v>0.24519466213190827</c:v>
                </c:pt>
                <c:pt idx="18105">
                  <c:v>0.24523734796786706</c:v>
                </c:pt>
                <c:pt idx="18106">
                  <c:v>0.24525184110327367</c:v>
                </c:pt>
                <c:pt idx="18107">
                  <c:v>0.24525989872650097</c:v>
                </c:pt>
                <c:pt idx="18108">
                  <c:v>0.24526175512042989</c:v>
                </c:pt>
                <c:pt idx="18109">
                  <c:v>0.24526502928684507</c:v>
                </c:pt>
                <c:pt idx="18110">
                  <c:v>0.2452733927781971</c:v>
                </c:pt>
                <c:pt idx="18111">
                  <c:v>0.24527447500902638</c:v>
                </c:pt>
                <c:pt idx="18112">
                  <c:v>0.24528030372056581</c:v>
                </c:pt>
                <c:pt idx="18113">
                  <c:v>0.24528269606046857</c:v>
                </c:pt>
                <c:pt idx="18114">
                  <c:v>0.24530883277546617</c:v>
                </c:pt>
                <c:pt idx="18115">
                  <c:v>0.24534168667882861</c:v>
                </c:pt>
                <c:pt idx="18116">
                  <c:v>0.24535538039946181</c:v>
                </c:pt>
                <c:pt idx="18117">
                  <c:v>0.24538017302264173</c:v>
                </c:pt>
                <c:pt idx="18118">
                  <c:v>0.24539158982319714</c:v>
                </c:pt>
                <c:pt idx="18119">
                  <c:v>0.24543879517775977</c:v>
                </c:pt>
                <c:pt idx="18120">
                  <c:v>0.2454450273245361</c:v>
                </c:pt>
                <c:pt idx="18121">
                  <c:v>0.24548908622065926</c:v>
                </c:pt>
                <c:pt idx="18122">
                  <c:v>0.24552443652693495</c:v>
                </c:pt>
                <c:pt idx="18123">
                  <c:v>0.24556214462414777</c:v>
                </c:pt>
                <c:pt idx="18124">
                  <c:v>0.24557006912082707</c:v>
                </c:pt>
                <c:pt idx="18125">
                  <c:v>0.24557730799868349</c:v>
                </c:pt>
                <c:pt idx="18126">
                  <c:v>0.245608431724402</c:v>
                </c:pt>
                <c:pt idx="18127">
                  <c:v>0.2456325110804371</c:v>
                </c:pt>
                <c:pt idx="18128">
                  <c:v>0.24564440235114463</c:v>
                </c:pt>
                <c:pt idx="18129">
                  <c:v>0.24564762775181243</c:v>
                </c:pt>
                <c:pt idx="18130">
                  <c:v>0.24567370782860748</c:v>
                </c:pt>
                <c:pt idx="18131">
                  <c:v>0.24567789133765119</c:v>
                </c:pt>
                <c:pt idx="18132">
                  <c:v>0.24570133097218932</c:v>
                </c:pt>
                <c:pt idx="18133">
                  <c:v>0.2457073635043652</c:v>
                </c:pt>
                <c:pt idx="18134">
                  <c:v>0.24571640859421673</c:v>
                </c:pt>
                <c:pt idx="18135">
                  <c:v>0.24573300854980148</c:v>
                </c:pt>
                <c:pt idx="18136">
                  <c:v>0.24575619916145539</c:v>
                </c:pt>
                <c:pt idx="18137">
                  <c:v>0.24580811991155163</c:v>
                </c:pt>
                <c:pt idx="18138">
                  <c:v>0.24584099726000147</c:v>
                </c:pt>
                <c:pt idx="18139">
                  <c:v>0.24584624927718979</c:v>
                </c:pt>
                <c:pt idx="18140">
                  <c:v>0.24586323010574015</c:v>
                </c:pt>
                <c:pt idx="18141">
                  <c:v>0.24593745078157359</c:v>
                </c:pt>
                <c:pt idx="18142">
                  <c:v>0.24594807158414173</c:v>
                </c:pt>
                <c:pt idx="18143">
                  <c:v>0.24606176540872088</c:v>
                </c:pt>
                <c:pt idx="18144">
                  <c:v>0.24608021853971845</c:v>
                </c:pt>
                <c:pt idx="18145">
                  <c:v>0.24610502898154688</c:v>
                </c:pt>
                <c:pt idx="18146">
                  <c:v>0.24611241737473569</c:v>
                </c:pt>
                <c:pt idx="18147">
                  <c:v>0.24611268700208505</c:v>
                </c:pt>
                <c:pt idx="18148">
                  <c:v>0.2461995534967539</c:v>
                </c:pt>
                <c:pt idx="18149">
                  <c:v>0.24621553766390877</c:v>
                </c:pt>
                <c:pt idx="18150">
                  <c:v>0.24622121963404192</c:v>
                </c:pt>
                <c:pt idx="18151">
                  <c:v>0.24623014568110874</c:v>
                </c:pt>
                <c:pt idx="18152">
                  <c:v>0.24623015447602115</c:v>
                </c:pt>
                <c:pt idx="18153">
                  <c:v>0.2462399816964973</c:v>
                </c:pt>
                <c:pt idx="18154">
                  <c:v>0.24626767812973424</c:v>
                </c:pt>
                <c:pt idx="18155">
                  <c:v>0.24628448035661576</c:v>
                </c:pt>
                <c:pt idx="18156">
                  <c:v>0.2462987402621917</c:v>
                </c:pt>
                <c:pt idx="18157">
                  <c:v>0.24630242758331519</c:v>
                </c:pt>
                <c:pt idx="18158">
                  <c:v>0.24631391201857952</c:v>
                </c:pt>
                <c:pt idx="18159">
                  <c:v>0.24631518537466826</c:v>
                </c:pt>
                <c:pt idx="18160">
                  <c:v>0.24631737352983801</c:v>
                </c:pt>
                <c:pt idx="18161">
                  <c:v>0.24634468640369803</c:v>
                </c:pt>
                <c:pt idx="18162">
                  <c:v>0.24634656765003557</c:v>
                </c:pt>
                <c:pt idx="18163">
                  <c:v>0.24636393792366937</c:v>
                </c:pt>
                <c:pt idx="18164">
                  <c:v>0.24639378644143492</c:v>
                </c:pt>
                <c:pt idx="18165">
                  <c:v>0.24641366042720608</c:v>
                </c:pt>
                <c:pt idx="18166">
                  <c:v>0.24647527442898187</c:v>
                </c:pt>
                <c:pt idx="18167">
                  <c:v>0.24649497311153412</c:v>
                </c:pt>
                <c:pt idx="18168">
                  <c:v>0.24650076893017608</c:v>
                </c:pt>
                <c:pt idx="18169">
                  <c:v>0.24651805889119593</c:v>
                </c:pt>
                <c:pt idx="18170">
                  <c:v>0.24653548050383475</c:v>
                </c:pt>
                <c:pt idx="18171">
                  <c:v>0.24653924825884185</c:v>
                </c:pt>
                <c:pt idx="18172">
                  <c:v>0.24660373602765645</c:v>
                </c:pt>
                <c:pt idx="18173">
                  <c:v>0.24662183469911353</c:v>
                </c:pt>
                <c:pt idx="18174">
                  <c:v>0.24664458762949074</c:v>
                </c:pt>
                <c:pt idx="18175">
                  <c:v>0.24666274982668043</c:v>
                </c:pt>
                <c:pt idx="18176">
                  <c:v>0.24666650664039311</c:v>
                </c:pt>
                <c:pt idx="18177">
                  <c:v>0.24666870933564503</c:v>
                </c:pt>
                <c:pt idx="18178">
                  <c:v>0.24669297605885604</c:v>
                </c:pt>
                <c:pt idx="18179">
                  <c:v>0.24669405286144247</c:v>
                </c:pt>
                <c:pt idx="18180">
                  <c:v>0.24671272138837178</c:v>
                </c:pt>
                <c:pt idx="18181">
                  <c:v>0.24672235659662894</c:v>
                </c:pt>
                <c:pt idx="18182">
                  <c:v>0.24674374355028195</c:v>
                </c:pt>
                <c:pt idx="18183">
                  <c:v>0.24680281119188979</c:v>
                </c:pt>
                <c:pt idx="18184">
                  <c:v>0.2468279771939132</c:v>
                </c:pt>
                <c:pt idx="18185">
                  <c:v>0.2468286025390849</c:v>
                </c:pt>
                <c:pt idx="18186">
                  <c:v>0.24683382324947817</c:v>
                </c:pt>
                <c:pt idx="18187">
                  <c:v>0.24683928754624385</c:v>
                </c:pt>
                <c:pt idx="18188">
                  <c:v>0.24684887707579112</c:v>
                </c:pt>
                <c:pt idx="18189">
                  <c:v>0.24694379589360374</c:v>
                </c:pt>
                <c:pt idx="18190">
                  <c:v>0.24695399538513843</c:v>
                </c:pt>
                <c:pt idx="18191">
                  <c:v>0.24698066240219729</c:v>
                </c:pt>
                <c:pt idx="18192">
                  <c:v>0.24698491879809206</c:v>
                </c:pt>
                <c:pt idx="18193">
                  <c:v>0.24699141048378956</c:v>
                </c:pt>
                <c:pt idx="18194">
                  <c:v>0.24700534147287653</c:v>
                </c:pt>
                <c:pt idx="18195">
                  <c:v>0.24701657491879542</c:v>
                </c:pt>
                <c:pt idx="18196">
                  <c:v>0.24702203791918156</c:v>
                </c:pt>
                <c:pt idx="18197">
                  <c:v>0.24705127840618851</c:v>
                </c:pt>
                <c:pt idx="18198">
                  <c:v>0.24708275621529668</c:v>
                </c:pt>
                <c:pt idx="18199">
                  <c:v>0.2470828145004936</c:v>
                </c:pt>
                <c:pt idx="18200">
                  <c:v>0.24709562683721112</c:v>
                </c:pt>
                <c:pt idx="18201">
                  <c:v>0.2471005466913786</c:v>
                </c:pt>
                <c:pt idx="18202">
                  <c:v>0.24711130102176965</c:v>
                </c:pt>
                <c:pt idx="18203">
                  <c:v>0.24715603918268619</c:v>
                </c:pt>
                <c:pt idx="18204">
                  <c:v>0.24717444971545263</c:v>
                </c:pt>
                <c:pt idx="18205">
                  <c:v>0.24718898323016175</c:v>
                </c:pt>
                <c:pt idx="18206">
                  <c:v>0.24720154095157584</c:v>
                </c:pt>
                <c:pt idx="18207">
                  <c:v>0.2472725981528579</c:v>
                </c:pt>
                <c:pt idx="18208">
                  <c:v>0.24727402242314858</c:v>
                </c:pt>
                <c:pt idx="18209">
                  <c:v>0.24730770976371172</c:v>
                </c:pt>
                <c:pt idx="18210">
                  <c:v>0.24733263645202075</c:v>
                </c:pt>
                <c:pt idx="18211">
                  <c:v>0.24739086308336475</c:v>
                </c:pt>
                <c:pt idx="18212">
                  <c:v>0.2473923251255013</c:v>
                </c:pt>
                <c:pt idx="18213">
                  <c:v>0.24742583719857034</c:v>
                </c:pt>
                <c:pt idx="18214">
                  <c:v>0.24743007775713127</c:v>
                </c:pt>
                <c:pt idx="18215">
                  <c:v>0.24747540747856894</c:v>
                </c:pt>
                <c:pt idx="18216">
                  <c:v>0.24747555348128877</c:v>
                </c:pt>
                <c:pt idx="18217">
                  <c:v>0.24750792808610192</c:v>
                </c:pt>
                <c:pt idx="18218">
                  <c:v>0.24751112198837788</c:v>
                </c:pt>
                <c:pt idx="18219">
                  <c:v>0.24753554557334279</c:v>
                </c:pt>
                <c:pt idx="18220">
                  <c:v>0.24753651214929959</c:v>
                </c:pt>
                <c:pt idx="18221">
                  <c:v>0.24758203277885543</c:v>
                </c:pt>
                <c:pt idx="18222">
                  <c:v>0.2475976883062477</c:v>
                </c:pt>
                <c:pt idx="18223">
                  <c:v>0.24761773985204508</c:v>
                </c:pt>
                <c:pt idx="18224">
                  <c:v>0.24762085864259425</c:v>
                </c:pt>
                <c:pt idx="18225">
                  <c:v>0.2476216307594474</c:v>
                </c:pt>
                <c:pt idx="18226">
                  <c:v>0.24763036922097498</c:v>
                </c:pt>
                <c:pt idx="18227">
                  <c:v>0.24764109544340776</c:v>
                </c:pt>
                <c:pt idx="18228">
                  <c:v>0.2476552231156097</c:v>
                </c:pt>
                <c:pt idx="18229">
                  <c:v>0.24769655894006984</c:v>
                </c:pt>
                <c:pt idx="18230">
                  <c:v>0.24770675266959671</c:v>
                </c:pt>
                <c:pt idx="18231">
                  <c:v>0.2477092707797581</c:v>
                </c:pt>
                <c:pt idx="18232">
                  <c:v>0.24771936448884349</c:v>
                </c:pt>
                <c:pt idx="18233">
                  <c:v>0.24772129338805024</c:v>
                </c:pt>
                <c:pt idx="18234">
                  <c:v>0.24773998188597673</c:v>
                </c:pt>
                <c:pt idx="18235">
                  <c:v>0.24778056873027848</c:v>
                </c:pt>
                <c:pt idx="18236">
                  <c:v>0.24778285935562255</c:v>
                </c:pt>
                <c:pt idx="18237">
                  <c:v>0.24778957583707439</c:v>
                </c:pt>
                <c:pt idx="18238">
                  <c:v>0.24785199742219705</c:v>
                </c:pt>
                <c:pt idx="18239">
                  <c:v>0.2478694501126576</c:v>
                </c:pt>
                <c:pt idx="18240">
                  <c:v>0.24787899341280303</c:v>
                </c:pt>
                <c:pt idx="18241">
                  <c:v>0.24788110263406002</c:v>
                </c:pt>
                <c:pt idx="18242">
                  <c:v>0.24788697233151938</c:v>
                </c:pt>
                <c:pt idx="18243">
                  <c:v>0.24788831206846387</c:v>
                </c:pt>
                <c:pt idx="18244">
                  <c:v>0.24792157810744711</c:v>
                </c:pt>
                <c:pt idx="18245">
                  <c:v>0.24794958300111228</c:v>
                </c:pt>
                <c:pt idx="18246">
                  <c:v>0.24796676596039458</c:v>
                </c:pt>
                <c:pt idx="18247">
                  <c:v>0.24799187394182498</c:v>
                </c:pt>
                <c:pt idx="18248">
                  <c:v>0.24801794786471756</c:v>
                </c:pt>
                <c:pt idx="18249">
                  <c:v>0.2480556286758904</c:v>
                </c:pt>
                <c:pt idx="18250">
                  <c:v>0.24807608440523188</c:v>
                </c:pt>
                <c:pt idx="18251">
                  <c:v>0.24807681185593169</c:v>
                </c:pt>
                <c:pt idx="18252">
                  <c:v>0.24808439902608503</c:v>
                </c:pt>
                <c:pt idx="18253">
                  <c:v>0.24809047196416575</c:v>
                </c:pt>
                <c:pt idx="18254">
                  <c:v>0.24810311944461677</c:v>
                </c:pt>
                <c:pt idx="18255">
                  <c:v>0.24812341274200919</c:v>
                </c:pt>
                <c:pt idx="18256">
                  <c:v>0.24818461167817468</c:v>
                </c:pt>
                <c:pt idx="18257">
                  <c:v>0.24820085179601242</c:v>
                </c:pt>
                <c:pt idx="18258">
                  <c:v>0.24820184164344097</c:v>
                </c:pt>
                <c:pt idx="18259">
                  <c:v>0.24821405609135047</c:v>
                </c:pt>
                <c:pt idx="18260">
                  <c:v>0.24828467576030525</c:v>
                </c:pt>
                <c:pt idx="18261">
                  <c:v>0.24829632258083834</c:v>
                </c:pt>
                <c:pt idx="18262">
                  <c:v>0.24829997768522163</c:v>
                </c:pt>
                <c:pt idx="18263">
                  <c:v>0.24831679663471667</c:v>
                </c:pt>
                <c:pt idx="18264">
                  <c:v>0.24831735572634991</c:v>
                </c:pt>
                <c:pt idx="18265">
                  <c:v>0.24839220532919712</c:v>
                </c:pt>
                <c:pt idx="18266">
                  <c:v>0.24840740265076378</c:v>
                </c:pt>
                <c:pt idx="18267">
                  <c:v>0.24841356011030047</c:v>
                </c:pt>
                <c:pt idx="18268">
                  <c:v>0.24843969432787064</c:v>
                </c:pt>
                <c:pt idx="18269">
                  <c:v>0.24847137714160489</c:v>
                </c:pt>
                <c:pt idx="18270">
                  <c:v>0.24851638287130365</c:v>
                </c:pt>
                <c:pt idx="18271">
                  <c:v>0.24851742917527755</c:v>
                </c:pt>
                <c:pt idx="18272">
                  <c:v>0.2485448648816535</c:v>
                </c:pt>
                <c:pt idx="18273">
                  <c:v>0.24855862501331427</c:v>
                </c:pt>
                <c:pt idx="18274">
                  <c:v>0.24855975567703528</c:v>
                </c:pt>
                <c:pt idx="18275">
                  <c:v>0.24860279321280937</c:v>
                </c:pt>
                <c:pt idx="18276">
                  <c:v>0.24864161104968527</c:v>
                </c:pt>
                <c:pt idx="18277">
                  <c:v>0.24865123264479408</c:v>
                </c:pt>
                <c:pt idx="18278">
                  <c:v>0.2486657893782831</c:v>
                </c:pt>
                <c:pt idx="18279">
                  <c:v>0.24872001656174819</c:v>
                </c:pt>
                <c:pt idx="18280">
                  <c:v>0.2487205076545303</c:v>
                </c:pt>
                <c:pt idx="18281">
                  <c:v>0.24883679643979434</c:v>
                </c:pt>
                <c:pt idx="18282">
                  <c:v>0.24886991238871481</c:v>
                </c:pt>
                <c:pt idx="18283">
                  <c:v>0.24891284646767228</c:v>
                </c:pt>
                <c:pt idx="18284">
                  <c:v>0.24896859705553112</c:v>
                </c:pt>
                <c:pt idx="18285">
                  <c:v>0.24897514132793122</c:v>
                </c:pt>
                <c:pt idx="18286">
                  <c:v>0.24899271283456978</c:v>
                </c:pt>
                <c:pt idx="18287">
                  <c:v>0.24899609027490574</c:v>
                </c:pt>
                <c:pt idx="18288">
                  <c:v>0.24899614378105892</c:v>
                </c:pt>
                <c:pt idx="18289">
                  <c:v>0.24900898842281083</c:v>
                </c:pt>
                <c:pt idx="18290">
                  <c:v>0.24904289783509406</c:v>
                </c:pt>
                <c:pt idx="18291">
                  <c:v>0.24905080849760031</c:v>
                </c:pt>
                <c:pt idx="18292">
                  <c:v>0.24906009238445614</c:v>
                </c:pt>
                <c:pt idx="18293">
                  <c:v>0.24906115571968043</c:v>
                </c:pt>
                <c:pt idx="18294">
                  <c:v>0.24907081247665919</c:v>
                </c:pt>
                <c:pt idx="18295">
                  <c:v>0.24909387070297648</c:v>
                </c:pt>
                <c:pt idx="18296">
                  <c:v>0.2490976903863166</c:v>
                </c:pt>
                <c:pt idx="18297">
                  <c:v>0.24911354488961726</c:v>
                </c:pt>
                <c:pt idx="18298">
                  <c:v>0.24911559893878582</c:v>
                </c:pt>
                <c:pt idx="18299">
                  <c:v>0.24914408225519344</c:v>
                </c:pt>
                <c:pt idx="18300">
                  <c:v>0.24915556845346279</c:v>
                </c:pt>
                <c:pt idx="18301">
                  <c:v>0.2491676346214044</c:v>
                </c:pt>
                <c:pt idx="18302">
                  <c:v>0.24918115472614541</c:v>
                </c:pt>
                <c:pt idx="18303">
                  <c:v>0.24923214843054894</c:v>
                </c:pt>
                <c:pt idx="18304">
                  <c:v>0.24923644331617792</c:v>
                </c:pt>
                <c:pt idx="18305">
                  <c:v>0.2492535821890777</c:v>
                </c:pt>
                <c:pt idx="18306">
                  <c:v>0.24927650582462912</c:v>
                </c:pt>
                <c:pt idx="18307">
                  <c:v>0.24928048841713263</c:v>
                </c:pt>
                <c:pt idx="18308">
                  <c:v>0.24929276603875572</c:v>
                </c:pt>
                <c:pt idx="18309">
                  <c:v>0.24931907704533743</c:v>
                </c:pt>
                <c:pt idx="18310">
                  <c:v>0.24933740808076932</c:v>
                </c:pt>
                <c:pt idx="18311">
                  <c:v>0.24934676511290688</c:v>
                </c:pt>
                <c:pt idx="18312">
                  <c:v>0.24940873177797038</c:v>
                </c:pt>
                <c:pt idx="18313">
                  <c:v>0.24942126032783538</c:v>
                </c:pt>
                <c:pt idx="18314">
                  <c:v>0.24943888955413837</c:v>
                </c:pt>
                <c:pt idx="18315">
                  <c:v>0.24949252976697936</c:v>
                </c:pt>
                <c:pt idx="18316">
                  <c:v>0.24949406761315743</c:v>
                </c:pt>
                <c:pt idx="18317">
                  <c:v>0.24956066537492189</c:v>
                </c:pt>
                <c:pt idx="18318">
                  <c:v>0.24959628102200829</c:v>
                </c:pt>
                <c:pt idx="18319">
                  <c:v>0.24961929234954219</c:v>
                </c:pt>
                <c:pt idx="18320">
                  <c:v>0.24962131416356614</c:v>
                </c:pt>
                <c:pt idx="18321">
                  <c:v>0.24963937471177666</c:v>
                </c:pt>
                <c:pt idx="18322">
                  <c:v>0.24964065532437843</c:v>
                </c:pt>
                <c:pt idx="18323">
                  <c:v>0.24965358197880186</c:v>
                </c:pt>
                <c:pt idx="18324">
                  <c:v>0.24968492483923213</c:v>
                </c:pt>
                <c:pt idx="18325">
                  <c:v>0.24969228870020602</c:v>
                </c:pt>
                <c:pt idx="18326">
                  <c:v>0.24969445755155151</c:v>
                </c:pt>
                <c:pt idx="18327">
                  <c:v>0.24969877282559019</c:v>
                </c:pt>
                <c:pt idx="18328">
                  <c:v>0.24970215698283216</c:v>
                </c:pt>
                <c:pt idx="18329">
                  <c:v>0.24971032177995856</c:v>
                </c:pt>
                <c:pt idx="18330">
                  <c:v>0.24975077185481331</c:v>
                </c:pt>
                <c:pt idx="18331">
                  <c:v>0.24975662150688621</c:v>
                </c:pt>
                <c:pt idx="18332">
                  <c:v>0.24978882447729722</c:v>
                </c:pt>
                <c:pt idx="18333">
                  <c:v>0.24981177797459683</c:v>
                </c:pt>
                <c:pt idx="18334">
                  <c:v>0.24982509496930677</c:v>
                </c:pt>
                <c:pt idx="18335">
                  <c:v>0.24988130035133474</c:v>
                </c:pt>
                <c:pt idx="18336">
                  <c:v>0.24988244797770087</c:v>
                </c:pt>
                <c:pt idx="18337">
                  <c:v>0.24991968761284894</c:v>
                </c:pt>
                <c:pt idx="18338">
                  <c:v>0.24991972113337521</c:v>
                </c:pt>
                <c:pt idx="18339">
                  <c:v>0.24992577273996924</c:v>
                </c:pt>
                <c:pt idx="18340">
                  <c:v>0.24998602147923879</c:v>
                </c:pt>
                <c:pt idx="18341">
                  <c:v>0.24999812585178585</c:v>
                </c:pt>
                <c:pt idx="18342">
                  <c:v>0.25002541954952684</c:v>
                </c:pt>
                <c:pt idx="18343">
                  <c:v>0.25007638574348262</c:v>
                </c:pt>
                <c:pt idx="18344">
                  <c:v>0.25007987659326891</c:v>
                </c:pt>
                <c:pt idx="18345">
                  <c:v>0.25011457799153386</c:v>
                </c:pt>
                <c:pt idx="18346">
                  <c:v>0.25011483849047872</c:v>
                </c:pt>
                <c:pt idx="18347">
                  <c:v>0.25012332884587457</c:v>
                </c:pt>
                <c:pt idx="18348">
                  <c:v>0.25013984274497975</c:v>
                </c:pt>
                <c:pt idx="18349">
                  <c:v>0.25016395825849752</c:v>
                </c:pt>
                <c:pt idx="18350">
                  <c:v>0.25017242307807808</c:v>
                </c:pt>
                <c:pt idx="18351">
                  <c:v>0.25019947080579275</c:v>
                </c:pt>
                <c:pt idx="18352">
                  <c:v>0.2502320699263112</c:v>
                </c:pt>
                <c:pt idx="18353">
                  <c:v>0.25023464261920297</c:v>
                </c:pt>
                <c:pt idx="18354">
                  <c:v>0.25023993854418813</c:v>
                </c:pt>
                <c:pt idx="18355">
                  <c:v>0.25024113589652625</c:v>
                </c:pt>
                <c:pt idx="18356">
                  <c:v>0.25025104313599061</c:v>
                </c:pt>
                <c:pt idx="18357">
                  <c:v>0.25030842476111004</c:v>
                </c:pt>
                <c:pt idx="18358">
                  <c:v>0.25032299099371452</c:v>
                </c:pt>
                <c:pt idx="18359">
                  <c:v>0.25033725466385359</c:v>
                </c:pt>
                <c:pt idx="18360">
                  <c:v>0.25033844819865497</c:v>
                </c:pt>
                <c:pt idx="18361">
                  <c:v>0.2503459233857</c:v>
                </c:pt>
                <c:pt idx="18362">
                  <c:v>0.25037180433335304</c:v>
                </c:pt>
                <c:pt idx="18363">
                  <c:v>0.25038379347503492</c:v>
                </c:pt>
                <c:pt idx="18364">
                  <c:v>0.25040889896732116</c:v>
                </c:pt>
                <c:pt idx="18365">
                  <c:v>0.25041305993810681</c:v>
                </c:pt>
                <c:pt idx="18366">
                  <c:v>0.25042975867111933</c:v>
                </c:pt>
                <c:pt idx="18367">
                  <c:v>0.25043771053596958</c:v>
                </c:pt>
                <c:pt idx="18368">
                  <c:v>0.25044049219228376</c:v>
                </c:pt>
                <c:pt idx="18369">
                  <c:v>0.25044994187058051</c:v>
                </c:pt>
                <c:pt idx="18370">
                  <c:v>0.25045514170124883</c:v>
                </c:pt>
                <c:pt idx="18371">
                  <c:v>0.25046292918119173</c:v>
                </c:pt>
                <c:pt idx="18372">
                  <c:v>0.25046490995130116</c:v>
                </c:pt>
                <c:pt idx="18373">
                  <c:v>0.25048151192232276</c:v>
                </c:pt>
                <c:pt idx="18374">
                  <c:v>0.25048244230109484</c:v>
                </c:pt>
                <c:pt idx="18375">
                  <c:v>0.2505356581094636</c:v>
                </c:pt>
                <c:pt idx="18376">
                  <c:v>0.25054976765328801</c:v>
                </c:pt>
                <c:pt idx="18377">
                  <c:v>0.25055069453180367</c:v>
                </c:pt>
                <c:pt idx="18378">
                  <c:v>0.25055272591986288</c:v>
                </c:pt>
                <c:pt idx="18379">
                  <c:v>0.25060336634926667</c:v>
                </c:pt>
                <c:pt idx="18380">
                  <c:v>0.25061075255338972</c:v>
                </c:pt>
                <c:pt idx="18381">
                  <c:v>0.25061565001616881</c:v>
                </c:pt>
                <c:pt idx="18382">
                  <c:v>0.25062593454244025</c:v>
                </c:pt>
                <c:pt idx="18383">
                  <c:v>0.25063066089347341</c:v>
                </c:pt>
                <c:pt idx="18384">
                  <c:v>0.25063737659852514</c:v>
                </c:pt>
                <c:pt idx="18385">
                  <c:v>0.2506484802657053</c:v>
                </c:pt>
                <c:pt idx="18386">
                  <c:v>0.25065128463977132</c:v>
                </c:pt>
                <c:pt idx="18387">
                  <c:v>0.25065950284566463</c:v>
                </c:pt>
                <c:pt idx="18388">
                  <c:v>0.25067055619507245</c:v>
                </c:pt>
                <c:pt idx="18389">
                  <c:v>0.250741759331706</c:v>
                </c:pt>
                <c:pt idx="18390">
                  <c:v>0.25078966402484132</c:v>
                </c:pt>
                <c:pt idx="18391">
                  <c:v>0.25079150558164659</c:v>
                </c:pt>
                <c:pt idx="18392">
                  <c:v>0.25079688720898347</c:v>
                </c:pt>
                <c:pt idx="18393">
                  <c:v>0.25084210528410683</c:v>
                </c:pt>
                <c:pt idx="18394">
                  <c:v>0.25085314559582217</c:v>
                </c:pt>
                <c:pt idx="18395">
                  <c:v>0.2508741441206766</c:v>
                </c:pt>
                <c:pt idx="18396">
                  <c:v>0.25090174862350473</c:v>
                </c:pt>
                <c:pt idx="18397">
                  <c:v>0.25092514766490304</c:v>
                </c:pt>
                <c:pt idx="18398">
                  <c:v>0.25094906655445587</c:v>
                </c:pt>
                <c:pt idx="18399">
                  <c:v>0.25095001663750532</c:v>
                </c:pt>
                <c:pt idx="18400">
                  <c:v>0.25095225401741078</c:v>
                </c:pt>
                <c:pt idx="18401">
                  <c:v>0.25098483498634905</c:v>
                </c:pt>
                <c:pt idx="18402">
                  <c:v>0.25109143365604519</c:v>
                </c:pt>
                <c:pt idx="18403">
                  <c:v>0.25112072747478148</c:v>
                </c:pt>
                <c:pt idx="18404">
                  <c:v>0.25115301177994187</c:v>
                </c:pt>
                <c:pt idx="18405">
                  <c:v>0.25116721303376133</c:v>
                </c:pt>
                <c:pt idx="18406">
                  <c:v>0.25118499195770921</c:v>
                </c:pt>
                <c:pt idx="18407">
                  <c:v>0.25119976139860567</c:v>
                </c:pt>
                <c:pt idx="18408">
                  <c:v>0.2512112079977567</c:v>
                </c:pt>
                <c:pt idx="18409">
                  <c:v>0.25121224771342648</c:v>
                </c:pt>
                <c:pt idx="18410">
                  <c:v>0.25121898433694939</c:v>
                </c:pt>
                <c:pt idx="18411">
                  <c:v>0.25122028963461401</c:v>
                </c:pt>
                <c:pt idx="18412">
                  <c:v>0.25122305286806018</c:v>
                </c:pt>
                <c:pt idx="18413">
                  <c:v>0.25122748939964956</c:v>
                </c:pt>
                <c:pt idx="18414">
                  <c:v>0.25123388149699244</c:v>
                </c:pt>
                <c:pt idx="18415">
                  <c:v>0.25123633317197086</c:v>
                </c:pt>
                <c:pt idx="18416">
                  <c:v>0.25127203353348926</c:v>
                </c:pt>
                <c:pt idx="18417">
                  <c:v>0.25127807129407381</c:v>
                </c:pt>
                <c:pt idx="18418">
                  <c:v>0.25128045497759466</c:v>
                </c:pt>
                <c:pt idx="18419">
                  <c:v>0.25128490630533978</c:v>
                </c:pt>
                <c:pt idx="18420">
                  <c:v>0.25129184116356457</c:v>
                </c:pt>
                <c:pt idx="18421">
                  <c:v>0.25131016088257141</c:v>
                </c:pt>
                <c:pt idx="18422">
                  <c:v>0.2513530337398886</c:v>
                </c:pt>
                <c:pt idx="18423">
                  <c:v>0.25142046164128812</c:v>
                </c:pt>
                <c:pt idx="18424">
                  <c:v>0.2514289687843087</c:v>
                </c:pt>
                <c:pt idx="18425">
                  <c:v>0.25145799941484437</c:v>
                </c:pt>
                <c:pt idx="18426">
                  <c:v>0.25152445395406214</c:v>
                </c:pt>
                <c:pt idx="18427">
                  <c:v>0.2515322515514285</c:v>
                </c:pt>
                <c:pt idx="18428">
                  <c:v>0.25157325447067441</c:v>
                </c:pt>
                <c:pt idx="18429">
                  <c:v>0.25157932204066613</c:v>
                </c:pt>
                <c:pt idx="18430">
                  <c:v>0.25159318089618332</c:v>
                </c:pt>
                <c:pt idx="18431">
                  <c:v>0.25161404388419117</c:v>
                </c:pt>
                <c:pt idx="18432">
                  <c:v>0.25162827937140919</c:v>
                </c:pt>
                <c:pt idx="18433">
                  <c:v>0.25166294561857216</c:v>
                </c:pt>
                <c:pt idx="18434">
                  <c:v>0.25168476935258338</c:v>
                </c:pt>
                <c:pt idx="18435">
                  <c:v>0.25169814149660646</c:v>
                </c:pt>
                <c:pt idx="18436">
                  <c:v>0.25170556130818922</c:v>
                </c:pt>
                <c:pt idx="18437">
                  <c:v>0.25171521360063559</c:v>
                </c:pt>
                <c:pt idx="18438">
                  <c:v>0.25171852566282282</c:v>
                </c:pt>
                <c:pt idx="18439">
                  <c:v>0.25172558304033649</c:v>
                </c:pt>
                <c:pt idx="18440">
                  <c:v>0.25172930679839417</c:v>
                </c:pt>
                <c:pt idx="18441">
                  <c:v>0.2517494696834538</c:v>
                </c:pt>
                <c:pt idx="18442">
                  <c:v>0.25175475407019371</c:v>
                </c:pt>
                <c:pt idx="18443">
                  <c:v>0.25176999504234288</c:v>
                </c:pt>
                <c:pt idx="18444">
                  <c:v>0.25178112400483493</c:v>
                </c:pt>
                <c:pt idx="18445">
                  <c:v>0.2517820794676261</c:v>
                </c:pt>
                <c:pt idx="18446">
                  <c:v>0.25182358377768005</c:v>
                </c:pt>
                <c:pt idx="18447">
                  <c:v>0.25182520761088889</c:v>
                </c:pt>
                <c:pt idx="18448">
                  <c:v>0.25182692541664725</c:v>
                </c:pt>
                <c:pt idx="18449">
                  <c:v>0.25184444319513472</c:v>
                </c:pt>
                <c:pt idx="18450">
                  <c:v>0.25186909525836265</c:v>
                </c:pt>
                <c:pt idx="18451">
                  <c:v>0.2518805458400471</c:v>
                </c:pt>
                <c:pt idx="18452">
                  <c:v>0.25190379775778104</c:v>
                </c:pt>
                <c:pt idx="18453">
                  <c:v>0.25192154360364583</c:v>
                </c:pt>
                <c:pt idx="18454">
                  <c:v>0.25192912811155072</c:v>
                </c:pt>
                <c:pt idx="18455">
                  <c:v>0.25195496897151554</c:v>
                </c:pt>
                <c:pt idx="18456">
                  <c:v>0.25195741992413212</c:v>
                </c:pt>
                <c:pt idx="18457">
                  <c:v>0.25197803575396749</c:v>
                </c:pt>
                <c:pt idx="18458">
                  <c:v>0.25198432737399795</c:v>
                </c:pt>
                <c:pt idx="18459">
                  <c:v>0.25198975576508026</c:v>
                </c:pt>
                <c:pt idx="18460">
                  <c:v>0.25203342228512388</c:v>
                </c:pt>
                <c:pt idx="18461">
                  <c:v>0.25207170818358565</c:v>
                </c:pt>
                <c:pt idx="18462">
                  <c:v>0.25212064468511458</c:v>
                </c:pt>
                <c:pt idx="18463">
                  <c:v>0.25214036504805498</c:v>
                </c:pt>
                <c:pt idx="18464">
                  <c:v>0.25218399017972959</c:v>
                </c:pt>
                <c:pt idx="18465">
                  <c:v>0.25218778138927511</c:v>
                </c:pt>
                <c:pt idx="18466">
                  <c:v>0.25224175321124936</c:v>
                </c:pt>
                <c:pt idx="18467">
                  <c:v>0.2522644009885795</c:v>
                </c:pt>
                <c:pt idx="18468">
                  <c:v>0.25227003076305932</c:v>
                </c:pt>
                <c:pt idx="18469">
                  <c:v>0.25228648852284447</c:v>
                </c:pt>
                <c:pt idx="18470">
                  <c:v>0.25231284170191526</c:v>
                </c:pt>
                <c:pt idx="18471">
                  <c:v>0.2523334486063098</c:v>
                </c:pt>
                <c:pt idx="18472">
                  <c:v>0.25235898584821187</c:v>
                </c:pt>
                <c:pt idx="18473">
                  <c:v>0.25238459231353438</c:v>
                </c:pt>
                <c:pt idx="18474">
                  <c:v>0.25239789432772902</c:v>
                </c:pt>
                <c:pt idx="18475">
                  <c:v>0.25240505073440078</c:v>
                </c:pt>
                <c:pt idx="18476">
                  <c:v>0.2524077987254752</c:v>
                </c:pt>
                <c:pt idx="18477">
                  <c:v>0.25241811385147189</c:v>
                </c:pt>
                <c:pt idx="18478">
                  <c:v>0.25243175742496088</c:v>
                </c:pt>
                <c:pt idx="18479">
                  <c:v>0.25243349817204158</c:v>
                </c:pt>
                <c:pt idx="18480">
                  <c:v>0.25245468962152079</c:v>
                </c:pt>
                <c:pt idx="18481">
                  <c:v>0.2524565491336771</c:v>
                </c:pt>
                <c:pt idx="18482">
                  <c:v>0.25248942845613448</c:v>
                </c:pt>
                <c:pt idx="18483">
                  <c:v>0.25249457478668097</c:v>
                </c:pt>
                <c:pt idx="18484">
                  <c:v>0.2524971072478035</c:v>
                </c:pt>
                <c:pt idx="18485">
                  <c:v>0.25250129617832417</c:v>
                </c:pt>
                <c:pt idx="18486">
                  <c:v>0.25255500949527193</c:v>
                </c:pt>
                <c:pt idx="18487">
                  <c:v>0.25255814274944244</c:v>
                </c:pt>
                <c:pt idx="18488">
                  <c:v>0.25261601043089632</c:v>
                </c:pt>
                <c:pt idx="18489">
                  <c:v>0.25266453226023911</c:v>
                </c:pt>
                <c:pt idx="18490">
                  <c:v>0.25270351422579312</c:v>
                </c:pt>
                <c:pt idx="18491">
                  <c:v>0.25273746014896553</c:v>
                </c:pt>
                <c:pt idx="18492">
                  <c:v>0.25274293336130277</c:v>
                </c:pt>
                <c:pt idx="18493">
                  <c:v>0.25274355683465971</c:v>
                </c:pt>
                <c:pt idx="18494">
                  <c:v>0.25274682401439069</c:v>
                </c:pt>
                <c:pt idx="18495">
                  <c:v>0.25275532840309373</c:v>
                </c:pt>
                <c:pt idx="18496">
                  <c:v>0.25278256630328727</c:v>
                </c:pt>
                <c:pt idx="18497">
                  <c:v>0.25278752682091915</c:v>
                </c:pt>
                <c:pt idx="18498">
                  <c:v>0.25279161979123382</c:v>
                </c:pt>
                <c:pt idx="18499">
                  <c:v>0.25280796550047885</c:v>
                </c:pt>
                <c:pt idx="18500">
                  <c:v>0.25284538195880146</c:v>
                </c:pt>
                <c:pt idx="18501">
                  <c:v>0.25287010735218107</c:v>
                </c:pt>
                <c:pt idx="18502">
                  <c:v>0.25289286417444767</c:v>
                </c:pt>
                <c:pt idx="18503">
                  <c:v>0.25298554105953763</c:v>
                </c:pt>
                <c:pt idx="18504">
                  <c:v>0.25300514016154607</c:v>
                </c:pt>
                <c:pt idx="18505">
                  <c:v>0.25302042610347614</c:v>
                </c:pt>
                <c:pt idx="18506">
                  <c:v>0.25302064539678432</c:v>
                </c:pt>
                <c:pt idx="18507">
                  <c:v>0.25306023980139708</c:v>
                </c:pt>
                <c:pt idx="18508">
                  <c:v>0.25306452750170388</c:v>
                </c:pt>
                <c:pt idx="18509">
                  <c:v>0.25306985828321882</c:v>
                </c:pt>
                <c:pt idx="18510">
                  <c:v>0.25308621823708749</c:v>
                </c:pt>
                <c:pt idx="18511">
                  <c:v>0.25311030444697347</c:v>
                </c:pt>
                <c:pt idx="18512">
                  <c:v>0.25311052347207597</c:v>
                </c:pt>
                <c:pt idx="18513">
                  <c:v>0.25314890086364428</c:v>
                </c:pt>
                <c:pt idx="18514">
                  <c:v>0.25317531529183102</c:v>
                </c:pt>
                <c:pt idx="18515">
                  <c:v>0.25321276029590001</c:v>
                </c:pt>
                <c:pt idx="18516">
                  <c:v>0.25323697511229398</c:v>
                </c:pt>
                <c:pt idx="18517">
                  <c:v>0.25324588904069351</c:v>
                </c:pt>
                <c:pt idx="18518">
                  <c:v>0.25327380841893243</c:v>
                </c:pt>
                <c:pt idx="18519">
                  <c:v>0.25328361769000696</c:v>
                </c:pt>
                <c:pt idx="18520">
                  <c:v>0.25329082254926799</c:v>
                </c:pt>
                <c:pt idx="18521">
                  <c:v>0.25329331119797732</c:v>
                </c:pt>
                <c:pt idx="18522">
                  <c:v>0.25330996643024006</c:v>
                </c:pt>
                <c:pt idx="18523">
                  <c:v>0.25341205467279226</c:v>
                </c:pt>
                <c:pt idx="18524">
                  <c:v>0.25345808152942495</c:v>
                </c:pt>
                <c:pt idx="18525">
                  <c:v>0.25350366596662971</c:v>
                </c:pt>
                <c:pt idx="18526">
                  <c:v>0.25356905718096084</c:v>
                </c:pt>
                <c:pt idx="18527">
                  <c:v>0.25357741198894584</c:v>
                </c:pt>
                <c:pt idx="18528">
                  <c:v>0.2535795168178781</c:v>
                </c:pt>
                <c:pt idx="18529">
                  <c:v>0.25358705335547793</c:v>
                </c:pt>
                <c:pt idx="18530">
                  <c:v>0.25359373204207702</c:v>
                </c:pt>
                <c:pt idx="18531">
                  <c:v>0.25359751854058177</c:v>
                </c:pt>
                <c:pt idx="18532">
                  <c:v>0.25360038664558576</c:v>
                </c:pt>
                <c:pt idx="18533">
                  <c:v>0.25363938413117365</c:v>
                </c:pt>
                <c:pt idx="18534">
                  <c:v>0.25367624962080637</c:v>
                </c:pt>
                <c:pt idx="18535">
                  <c:v>0.25376379586664799</c:v>
                </c:pt>
                <c:pt idx="18536">
                  <c:v>0.25376827813993907</c:v>
                </c:pt>
                <c:pt idx="18537">
                  <c:v>0.25379838688801365</c:v>
                </c:pt>
                <c:pt idx="18538">
                  <c:v>0.2538049135030484</c:v>
                </c:pt>
                <c:pt idx="18539">
                  <c:v>0.25385995797035454</c:v>
                </c:pt>
                <c:pt idx="18540">
                  <c:v>0.25388354402884616</c:v>
                </c:pt>
                <c:pt idx="18541">
                  <c:v>0.25388670586055551</c:v>
                </c:pt>
                <c:pt idx="18542">
                  <c:v>0.25389706672162055</c:v>
                </c:pt>
                <c:pt idx="18543">
                  <c:v>0.25390405042388048</c:v>
                </c:pt>
                <c:pt idx="18544">
                  <c:v>0.25394181250877851</c:v>
                </c:pt>
                <c:pt idx="18545">
                  <c:v>0.25394237810146325</c:v>
                </c:pt>
                <c:pt idx="18546">
                  <c:v>0.2539450814794002</c:v>
                </c:pt>
                <c:pt idx="18547">
                  <c:v>0.25395150049298171</c:v>
                </c:pt>
                <c:pt idx="18548">
                  <c:v>0.25402295246477741</c:v>
                </c:pt>
                <c:pt idx="18549">
                  <c:v>0.25405957573852861</c:v>
                </c:pt>
                <c:pt idx="18550">
                  <c:v>0.25408925325480214</c:v>
                </c:pt>
                <c:pt idx="18551">
                  <c:v>0.25410007284466124</c:v>
                </c:pt>
                <c:pt idx="18552">
                  <c:v>0.2541001501308281</c:v>
                </c:pt>
                <c:pt idx="18553">
                  <c:v>0.25410206504566896</c:v>
                </c:pt>
                <c:pt idx="18554">
                  <c:v>0.25412885180461403</c:v>
                </c:pt>
                <c:pt idx="18555">
                  <c:v>0.25413080920753228</c:v>
                </c:pt>
                <c:pt idx="18556">
                  <c:v>0.25422016936577713</c:v>
                </c:pt>
                <c:pt idx="18557">
                  <c:v>0.25423394299142693</c:v>
                </c:pt>
                <c:pt idx="18558">
                  <c:v>0.25423532840484447</c:v>
                </c:pt>
                <c:pt idx="18559">
                  <c:v>0.25424051283315824</c:v>
                </c:pt>
                <c:pt idx="18560">
                  <c:v>0.25426853451487968</c:v>
                </c:pt>
                <c:pt idx="18561">
                  <c:v>0.25434956473638221</c:v>
                </c:pt>
                <c:pt idx="18562">
                  <c:v>0.25435054787542105</c:v>
                </c:pt>
                <c:pt idx="18563">
                  <c:v>0.25438019893848451</c:v>
                </c:pt>
                <c:pt idx="18564">
                  <c:v>0.25438253045026732</c:v>
                </c:pt>
                <c:pt idx="18565">
                  <c:v>0.25446766175497487</c:v>
                </c:pt>
                <c:pt idx="18566">
                  <c:v>0.2544711637678867</c:v>
                </c:pt>
                <c:pt idx="18567">
                  <c:v>0.25447311414300672</c:v>
                </c:pt>
                <c:pt idx="18568">
                  <c:v>0.25448779764246465</c:v>
                </c:pt>
                <c:pt idx="18569">
                  <c:v>0.25450041222159964</c:v>
                </c:pt>
                <c:pt idx="18570">
                  <c:v>0.2545359958002546</c:v>
                </c:pt>
                <c:pt idx="18571">
                  <c:v>0.25456807067700649</c:v>
                </c:pt>
                <c:pt idx="18572">
                  <c:v>0.25457007203758708</c:v>
                </c:pt>
                <c:pt idx="18573">
                  <c:v>0.25459863673105437</c:v>
                </c:pt>
                <c:pt idx="18574">
                  <c:v>0.25465921996027308</c:v>
                </c:pt>
                <c:pt idx="18575">
                  <c:v>0.25467643560972097</c:v>
                </c:pt>
                <c:pt idx="18576">
                  <c:v>0.25468112652578229</c:v>
                </c:pt>
                <c:pt idx="18577">
                  <c:v>0.25468652105589823</c:v>
                </c:pt>
                <c:pt idx="18578">
                  <c:v>0.2547123703241238</c:v>
                </c:pt>
                <c:pt idx="18579">
                  <c:v>0.25472152271859738</c:v>
                </c:pt>
                <c:pt idx="18580">
                  <c:v>0.25476358781949204</c:v>
                </c:pt>
                <c:pt idx="18581">
                  <c:v>0.25479148197223245</c:v>
                </c:pt>
                <c:pt idx="18582">
                  <c:v>0.25480274719479867</c:v>
                </c:pt>
                <c:pt idx="18583">
                  <c:v>0.25483229246660627</c:v>
                </c:pt>
                <c:pt idx="18584">
                  <c:v>0.25490922246845032</c:v>
                </c:pt>
                <c:pt idx="18585">
                  <c:v>0.25492263570764806</c:v>
                </c:pt>
                <c:pt idx="18586">
                  <c:v>0.25496585705655522</c:v>
                </c:pt>
                <c:pt idx="18587">
                  <c:v>0.25498866950152893</c:v>
                </c:pt>
                <c:pt idx="18588">
                  <c:v>0.25502813909038369</c:v>
                </c:pt>
                <c:pt idx="18589">
                  <c:v>0.25504957730715183</c:v>
                </c:pt>
                <c:pt idx="18590">
                  <c:v>0.25506378528924639</c:v>
                </c:pt>
                <c:pt idx="18591">
                  <c:v>0.25506784361402379</c:v>
                </c:pt>
                <c:pt idx="18592">
                  <c:v>0.25511996734695697</c:v>
                </c:pt>
                <c:pt idx="18593">
                  <c:v>0.25514817332727507</c:v>
                </c:pt>
                <c:pt idx="18594">
                  <c:v>0.25515999174459597</c:v>
                </c:pt>
                <c:pt idx="18595">
                  <c:v>0.25519128418268111</c:v>
                </c:pt>
                <c:pt idx="18596">
                  <c:v>0.2551914203393249</c:v>
                </c:pt>
                <c:pt idx="18597">
                  <c:v>0.2552017838509143</c:v>
                </c:pt>
                <c:pt idx="18598">
                  <c:v>0.2552103441706946</c:v>
                </c:pt>
                <c:pt idx="18599">
                  <c:v>0.2552164248215999</c:v>
                </c:pt>
                <c:pt idx="18600">
                  <c:v>0.25522037658557417</c:v>
                </c:pt>
                <c:pt idx="18601">
                  <c:v>0.2552489166673475</c:v>
                </c:pt>
                <c:pt idx="18602">
                  <c:v>0.25525457324689976</c:v>
                </c:pt>
                <c:pt idx="18603">
                  <c:v>0.25526056197566493</c:v>
                </c:pt>
                <c:pt idx="18604">
                  <c:v>0.2553007118998904</c:v>
                </c:pt>
                <c:pt idx="18605">
                  <c:v>0.25530132070988254</c:v>
                </c:pt>
                <c:pt idx="18606">
                  <c:v>0.25534647479687866</c:v>
                </c:pt>
                <c:pt idx="18607">
                  <c:v>0.25538101793986623</c:v>
                </c:pt>
                <c:pt idx="18608">
                  <c:v>0.25541621198687581</c:v>
                </c:pt>
                <c:pt idx="18609">
                  <c:v>0.25546297338767104</c:v>
                </c:pt>
                <c:pt idx="18610">
                  <c:v>0.25549965500842498</c:v>
                </c:pt>
                <c:pt idx="18611">
                  <c:v>0.25556058960055256</c:v>
                </c:pt>
                <c:pt idx="18612">
                  <c:v>0.25556901213330668</c:v>
                </c:pt>
                <c:pt idx="18613">
                  <c:v>0.255583351789341</c:v>
                </c:pt>
                <c:pt idx="18614">
                  <c:v>0.25560898737069748</c:v>
                </c:pt>
                <c:pt idx="18615">
                  <c:v>0.25563485248319828</c:v>
                </c:pt>
                <c:pt idx="18616">
                  <c:v>0.25563495289036819</c:v>
                </c:pt>
                <c:pt idx="18617">
                  <c:v>0.25568399551313198</c:v>
                </c:pt>
                <c:pt idx="18618">
                  <c:v>0.25570758825582568</c:v>
                </c:pt>
                <c:pt idx="18619">
                  <c:v>0.25571843529347932</c:v>
                </c:pt>
                <c:pt idx="18620">
                  <c:v>0.2557216955650054</c:v>
                </c:pt>
                <c:pt idx="18621">
                  <c:v>0.25578221394505396</c:v>
                </c:pt>
                <c:pt idx="18622">
                  <c:v>0.25580223067627811</c:v>
                </c:pt>
                <c:pt idx="18623">
                  <c:v>0.25581418423347113</c:v>
                </c:pt>
                <c:pt idx="18624">
                  <c:v>0.25585737882702408</c:v>
                </c:pt>
                <c:pt idx="18625">
                  <c:v>0.25587003529578761</c:v>
                </c:pt>
                <c:pt idx="18626">
                  <c:v>0.25589435084762113</c:v>
                </c:pt>
                <c:pt idx="18627">
                  <c:v>0.25589504222887355</c:v>
                </c:pt>
                <c:pt idx="18628">
                  <c:v>0.25594329858344883</c:v>
                </c:pt>
                <c:pt idx="18629">
                  <c:v>0.25595699457183624</c:v>
                </c:pt>
                <c:pt idx="18630">
                  <c:v>0.25596298512111815</c:v>
                </c:pt>
                <c:pt idx="18631">
                  <c:v>0.25597989049238901</c:v>
                </c:pt>
                <c:pt idx="18632">
                  <c:v>0.25599270986241562</c:v>
                </c:pt>
                <c:pt idx="18633">
                  <c:v>0.25602528616742326</c:v>
                </c:pt>
                <c:pt idx="18634">
                  <c:v>0.25602782718839429</c:v>
                </c:pt>
                <c:pt idx="18635">
                  <c:v>0.2560661151505757</c:v>
                </c:pt>
                <c:pt idx="18636">
                  <c:v>0.25607798904171564</c:v>
                </c:pt>
                <c:pt idx="18637">
                  <c:v>0.25612118755351504</c:v>
                </c:pt>
                <c:pt idx="18638">
                  <c:v>0.25612785143595879</c:v>
                </c:pt>
                <c:pt idx="18639">
                  <c:v>0.25613880493929125</c:v>
                </c:pt>
                <c:pt idx="18640">
                  <c:v>0.2561719610243437</c:v>
                </c:pt>
                <c:pt idx="18641">
                  <c:v>0.25617949532884787</c:v>
                </c:pt>
                <c:pt idx="18642">
                  <c:v>0.25618695251483276</c:v>
                </c:pt>
                <c:pt idx="18643">
                  <c:v>0.25621130432782807</c:v>
                </c:pt>
                <c:pt idx="18644">
                  <c:v>0.25621594131881764</c:v>
                </c:pt>
                <c:pt idx="18645">
                  <c:v>0.25621872593974843</c:v>
                </c:pt>
                <c:pt idx="18646">
                  <c:v>0.25622506110549453</c:v>
                </c:pt>
                <c:pt idx="18647">
                  <c:v>0.25626875602147764</c:v>
                </c:pt>
                <c:pt idx="18648">
                  <c:v>0.25633516644834042</c:v>
                </c:pt>
                <c:pt idx="18649">
                  <c:v>0.25634099524658788</c:v>
                </c:pt>
                <c:pt idx="18650">
                  <c:v>0.25635940425638404</c:v>
                </c:pt>
                <c:pt idx="18651">
                  <c:v>0.25636070884487944</c:v>
                </c:pt>
                <c:pt idx="18652">
                  <c:v>0.25636187559914581</c:v>
                </c:pt>
                <c:pt idx="18653">
                  <c:v>0.25636300065260181</c:v>
                </c:pt>
                <c:pt idx="18654">
                  <c:v>0.25638787952300957</c:v>
                </c:pt>
                <c:pt idx="18655">
                  <c:v>0.25641753669869904</c:v>
                </c:pt>
                <c:pt idx="18656">
                  <c:v>0.2564200373555186</c:v>
                </c:pt>
                <c:pt idx="18657">
                  <c:v>0.25643953359207983</c:v>
                </c:pt>
                <c:pt idx="18658">
                  <c:v>0.2564482933320863</c:v>
                </c:pt>
                <c:pt idx="18659">
                  <c:v>0.25647971969830646</c:v>
                </c:pt>
                <c:pt idx="18660">
                  <c:v>0.25649950296198382</c:v>
                </c:pt>
                <c:pt idx="18661">
                  <c:v>0.25652407897233215</c:v>
                </c:pt>
                <c:pt idx="18662">
                  <c:v>0.25653118902203964</c:v>
                </c:pt>
                <c:pt idx="18663">
                  <c:v>0.25655715670474799</c:v>
                </c:pt>
                <c:pt idx="18664">
                  <c:v>0.25656850841421863</c:v>
                </c:pt>
                <c:pt idx="18665">
                  <c:v>0.25662348052440537</c:v>
                </c:pt>
                <c:pt idx="18666">
                  <c:v>0.25663485207631243</c:v>
                </c:pt>
                <c:pt idx="18667">
                  <c:v>0.2566703825200965</c:v>
                </c:pt>
                <c:pt idx="18668">
                  <c:v>0.25672127154642016</c:v>
                </c:pt>
                <c:pt idx="18669">
                  <c:v>0.25685040631522332</c:v>
                </c:pt>
                <c:pt idx="18670">
                  <c:v>0.25685054200472213</c:v>
                </c:pt>
                <c:pt idx="18671">
                  <c:v>0.25685416037664244</c:v>
                </c:pt>
                <c:pt idx="18672">
                  <c:v>0.2568618292288859</c:v>
                </c:pt>
                <c:pt idx="18673">
                  <c:v>0.25691024491027886</c:v>
                </c:pt>
                <c:pt idx="18674">
                  <c:v>0.25691166135545745</c:v>
                </c:pt>
                <c:pt idx="18675">
                  <c:v>0.25691506627928207</c:v>
                </c:pt>
                <c:pt idx="18676">
                  <c:v>0.25692329827013211</c:v>
                </c:pt>
                <c:pt idx="18677">
                  <c:v>0.25692590837401702</c:v>
                </c:pt>
                <c:pt idx="18678">
                  <c:v>0.25694609357685139</c:v>
                </c:pt>
                <c:pt idx="18679">
                  <c:v>0.25694957528401019</c:v>
                </c:pt>
                <c:pt idx="18680">
                  <c:v>0.25698667197318353</c:v>
                </c:pt>
                <c:pt idx="18681">
                  <c:v>0.25703091061915101</c:v>
                </c:pt>
                <c:pt idx="18682">
                  <c:v>0.25705664288328411</c:v>
                </c:pt>
                <c:pt idx="18683">
                  <c:v>0.25707454249877099</c:v>
                </c:pt>
                <c:pt idx="18684">
                  <c:v>0.25709993042063439</c:v>
                </c:pt>
                <c:pt idx="18685">
                  <c:v>0.25710330983787777</c:v>
                </c:pt>
                <c:pt idx="18686">
                  <c:v>0.25712862522920682</c:v>
                </c:pt>
                <c:pt idx="18687">
                  <c:v>0.25713446910592885</c:v>
                </c:pt>
                <c:pt idx="18688">
                  <c:v>0.25714593534012542</c:v>
                </c:pt>
                <c:pt idx="18689">
                  <c:v>0.25714608346039791</c:v>
                </c:pt>
                <c:pt idx="18690">
                  <c:v>0.25714809371609765</c:v>
                </c:pt>
                <c:pt idx="18691">
                  <c:v>0.25715491842935045</c:v>
                </c:pt>
                <c:pt idx="18692">
                  <c:v>0.25719016585731252</c:v>
                </c:pt>
                <c:pt idx="18693">
                  <c:v>0.25721046600246816</c:v>
                </c:pt>
                <c:pt idx="18694">
                  <c:v>0.25721770480115452</c:v>
                </c:pt>
                <c:pt idx="18695">
                  <c:v>0.25722001285960083</c:v>
                </c:pt>
                <c:pt idx="18696">
                  <c:v>0.25728973797236754</c:v>
                </c:pt>
                <c:pt idx="18697">
                  <c:v>0.25741322638116459</c:v>
                </c:pt>
                <c:pt idx="18698">
                  <c:v>0.25745576016122984</c:v>
                </c:pt>
                <c:pt idx="18699">
                  <c:v>0.25746028260981496</c:v>
                </c:pt>
                <c:pt idx="18700">
                  <c:v>0.2574688133912556</c:v>
                </c:pt>
                <c:pt idx="18701">
                  <c:v>0.25747063168885709</c:v>
                </c:pt>
                <c:pt idx="18702">
                  <c:v>0.25747094639232238</c:v>
                </c:pt>
                <c:pt idx="18703">
                  <c:v>0.25750203668571231</c:v>
                </c:pt>
                <c:pt idx="18704">
                  <c:v>0.25751049871021198</c:v>
                </c:pt>
                <c:pt idx="18705">
                  <c:v>0.25756835564944836</c:v>
                </c:pt>
                <c:pt idx="18706">
                  <c:v>0.25758301209885071</c:v>
                </c:pt>
                <c:pt idx="18707">
                  <c:v>0.25763322104413949</c:v>
                </c:pt>
                <c:pt idx="18708">
                  <c:v>0.25765662975524495</c:v>
                </c:pt>
                <c:pt idx="18709">
                  <c:v>0.25768898550375119</c:v>
                </c:pt>
                <c:pt idx="18710">
                  <c:v>0.25770289492288195</c:v>
                </c:pt>
                <c:pt idx="18711">
                  <c:v>0.25772457244678482</c:v>
                </c:pt>
                <c:pt idx="18712">
                  <c:v>0.25777158613207285</c:v>
                </c:pt>
                <c:pt idx="18713">
                  <c:v>0.25777713658618012</c:v>
                </c:pt>
                <c:pt idx="18714">
                  <c:v>0.25779728873531604</c:v>
                </c:pt>
                <c:pt idx="18715">
                  <c:v>0.25781796064452206</c:v>
                </c:pt>
                <c:pt idx="18716">
                  <c:v>0.25785318033141574</c:v>
                </c:pt>
                <c:pt idx="18717">
                  <c:v>0.25790912294445678</c:v>
                </c:pt>
                <c:pt idx="18718">
                  <c:v>0.2579363479958483</c:v>
                </c:pt>
                <c:pt idx="18719">
                  <c:v>0.25795119215099033</c:v>
                </c:pt>
                <c:pt idx="18720">
                  <c:v>0.25797063012127036</c:v>
                </c:pt>
                <c:pt idx="18721">
                  <c:v>0.25798465652426178</c:v>
                </c:pt>
                <c:pt idx="18722">
                  <c:v>0.25801117038008853</c:v>
                </c:pt>
                <c:pt idx="18723">
                  <c:v>0.25802172904626441</c:v>
                </c:pt>
                <c:pt idx="18724">
                  <c:v>0.25802515904205353</c:v>
                </c:pt>
                <c:pt idx="18725">
                  <c:v>0.2580290678846841</c:v>
                </c:pt>
                <c:pt idx="18726">
                  <c:v>0.25805761734040439</c:v>
                </c:pt>
                <c:pt idx="18727">
                  <c:v>0.25805816071737003</c:v>
                </c:pt>
                <c:pt idx="18728">
                  <c:v>0.25806048591878594</c:v>
                </c:pt>
                <c:pt idx="18729">
                  <c:v>0.2580614546511471</c:v>
                </c:pt>
                <c:pt idx="18730">
                  <c:v>0.25810449674190189</c:v>
                </c:pt>
                <c:pt idx="18731">
                  <c:v>0.25813923310161679</c:v>
                </c:pt>
                <c:pt idx="18732">
                  <c:v>0.25816834184695736</c:v>
                </c:pt>
                <c:pt idx="18733">
                  <c:v>0.25828150490752666</c:v>
                </c:pt>
                <c:pt idx="18734">
                  <c:v>0.25829085009108382</c:v>
                </c:pt>
                <c:pt idx="18735">
                  <c:v>0.25831319430847072</c:v>
                </c:pt>
                <c:pt idx="18736">
                  <c:v>0.25835455079054598</c:v>
                </c:pt>
                <c:pt idx="18737">
                  <c:v>0.25837770800738458</c:v>
                </c:pt>
                <c:pt idx="18738">
                  <c:v>0.25839157135225627</c:v>
                </c:pt>
                <c:pt idx="18739">
                  <c:v>0.25840287503302017</c:v>
                </c:pt>
                <c:pt idx="18740">
                  <c:v>0.25842217396826589</c:v>
                </c:pt>
                <c:pt idx="18741">
                  <c:v>0.25842583015591131</c:v>
                </c:pt>
                <c:pt idx="18742">
                  <c:v>0.25843874204429046</c:v>
                </c:pt>
                <c:pt idx="18743">
                  <c:v>0.25845723884698374</c:v>
                </c:pt>
                <c:pt idx="18744">
                  <c:v>0.25846786068493377</c:v>
                </c:pt>
                <c:pt idx="18745">
                  <c:v>0.25847337513974411</c:v>
                </c:pt>
                <c:pt idx="18746">
                  <c:v>0.25849001382299663</c:v>
                </c:pt>
                <c:pt idx="18747">
                  <c:v>0.25851459302138713</c:v>
                </c:pt>
                <c:pt idx="18748">
                  <c:v>0.25853296580755442</c:v>
                </c:pt>
                <c:pt idx="18749">
                  <c:v>0.25853580850702584</c:v>
                </c:pt>
                <c:pt idx="18750">
                  <c:v>0.25854035949524679</c:v>
                </c:pt>
                <c:pt idx="18751">
                  <c:v>0.25855460018003529</c:v>
                </c:pt>
                <c:pt idx="18752">
                  <c:v>0.25856715068644626</c:v>
                </c:pt>
                <c:pt idx="18753">
                  <c:v>0.25858144319038529</c:v>
                </c:pt>
                <c:pt idx="18754">
                  <c:v>0.25866524405041902</c:v>
                </c:pt>
                <c:pt idx="18755">
                  <c:v>0.25871007975996119</c:v>
                </c:pt>
                <c:pt idx="18756">
                  <c:v>0.25872754909310397</c:v>
                </c:pt>
                <c:pt idx="18757">
                  <c:v>0.25874325629935557</c:v>
                </c:pt>
                <c:pt idx="18758">
                  <c:v>0.25875498912418093</c:v>
                </c:pt>
                <c:pt idx="18759">
                  <c:v>0.25882211692622437</c:v>
                </c:pt>
                <c:pt idx="18760">
                  <c:v>0.25882413464447029</c:v>
                </c:pt>
                <c:pt idx="18761">
                  <c:v>0.25887697722897501</c:v>
                </c:pt>
                <c:pt idx="18762">
                  <c:v>0.2589001365515447</c:v>
                </c:pt>
                <c:pt idx="18763">
                  <c:v>0.25890673289507826</c:v>
                </c:pt>
                <c:pt idx="18764">
                  <c:v>0.25890828529476978</c:v>
                </c:pt>
                <c:pt idx="18765">
                  <c:v>0.25890874778585238</c:v>
                </c:pt>
                <c:pt idx="18766">
                  <c:v>0.25891503959444939</c:v>
                </c:pt>
                <c:pt idx="18767">
                  <c:v>0.25896695586752461</c:v>
                </c:pt>
                <c:pt idx="18768">
                  <c:v>0.25900305307415494</c:v>
                </c:pt>
                <c:pt idx="18769">
                  <c:v>0.25900743149263894</c:v>
                </c:pt>
                <c:pt idx="18770">
                  <c:v>0.25904712030326843</c:v>
                </c:pt>
                <c:pt idx="18771">
                  <c:v>0.25904838911601347</c:v>
                </c:pt>
                <c:pt idx="18772">
                  <c:v>0.25909561083824856</c:v>
                </c:pt>
                <c:pt idx="18773">
                  <c:v>0.25922972339001232</c:v>
                </c:pt>
                <c:pt idx="18774">
                  <c:v>0.25925283313373571</c:v>
                </c:pt>
                <c:pt idx="18775">
                  <c:v>0.2592963951171755</c:v>
                </c:pt>
                <c:pt idx="18776">
                  <c:v>0.25930118369738858</c:v>
                </c:pt>
                <c:pt idx="18777">
                  <c:v>0.25930195079423607</c:v>
                </c:pt>
                <c:pt idx="18778">
                  <c:v>0.25930791287806659</c:v>
                </c:pt>
                <c:pt idx="18779">
                  <c:v>0.25934657082138368</c:v>
                </c:pt>
                <c:pt idx="18780">
                  <c:v>0.25949199412673818</c:v>
                </c:pt>
                <c:pt idx="18781">
                  <c:v>0.25954593999663383</c:v>
                </c:pt>
                <c:pt idx="18782">
                  <c:v>0.25954894402143303</c:v>
                </c:pt>
                <c:pt idx="18783">
                  <c:v>0.25955605120881187</c:v>
                </c:pt>
                <c:pt idx="18784">
                  <c:v>0.25956808765098938</c:v>
                </c:pt>
                <c:pt idx="18785">
                  <c:v>0.25957267480769275</c:v>
                </c:pt>
                <c:pt idx="18786">
                  <c:v>0.25959067838268635</c:v>
                </c:pt>
                <c:pt idx="18787">
                  <c:v>0.2596053094592764</c:v>
                </c:pt>
                <c:pt idx="18788">
                  <c:v>0.25961520571749536</c:v>
                </c:pt>
                <c:pt idx="18789">
                  <c:v>0.25969027678549711</c:v>
                </c:pt>
                <c:pt idx="18790">
                  <c:v>0.25969927258408299</c:v>
                </c:pt>
                <c:pt idx="18791">
                  <c:v>0.25971262010300777</c:v>
                </c:pt>
                <c:pt idx="18792">
                  <c:v>0.25972815823205275</c:v>
                </c:pt>
                <c:pt idx="18793">
                  <c:v>0.25972926492391912</c:v>
                </c:pt>
                <c:pt idx="18794">
                  <c:v>0.2597362402169146</c:v>
                </c:pt>
                <c:pt idx="18795">
                  <c:v>0.2597615843790283</c:v>
                </c:pt>
                <c:pt idx="18796">
                  <c:v>0.25976511879415842</c:v>
                </c:pt>
                <c:pt idx="18797">
                  <c:v>0.25979228101794194</c:v>
                </c:pt>
                <c:pt idx="18798">
                  <c:v>0.25985803762098536</c:v>
                </c:pt>
                <c:pt idx="18799">
                  <c:v>0.25987407205840091</c:v>
                </c:pt>
                <c:pt idx="18800">
                  <c:v>0.25992044343538845</c:v>
                </c:pt>
                <c:pt idx="18801">
                  <c:v>0.25993158070344197</c:v>
                </c:pt>
                <c:pt idx="18802">
                  <c:v>0.25994011456048571</c:v>
                </c:pt>
                <c:pt idx="18803">
                  <c:v>0.25994460404493913</c:v>
                </c:pt>
                <c:pt idx="18804">
                  <c:v>0.25998075852714497</c:v>
                </c:pt>
                <c:pt idx="18805">
                  <c:v>0.25998791371969782</c:v>
                </c:pt>
                <c:pt idx="18806">
                  <c:v>0.26004462719156524</c:v>
                </c:pt>
                <c:pt idx="18807">
                  <c:v>0.2600506608492773</c:v>
                </c:pt>
                <c:pt idx="18808">
                  <c:v>0.2600747280790402</c:v>
                </c:pt>
                <c:pt idx="18809">
                  <c:v>0.26012110982891357</c:v>
                </c:pt>
                <c:pt idx="18810">
                  <c:v>0.26016244514019249</c:v>
                </c:pt>
                <c:pt idx="18811">
                  <c:v>0.26016313356918114</c:v>
                </c:pt>
                <c:pt idx="18812">
                  <c:v>0.2601982925267759</c:v>
                </c:pt>
                <c:pt idx="18813">
                  <c:v>0.26019883267585542</c:v>
                </c:pt>
                <c:pt idx="18814">
                  <c:v>0.26020277956336318</c:v>
                </c:pt>
                <c:pt idx="18815">
                  <c:v>0.26022478094174945</c:v>
                </c:pt>
                <c:pt idx="18816">
                  <c:v>0.26023586436900698</c:v>
                </c:pt>
                <c:pt idx="18817">
                  <c:v>0.2602496163176094</c:v>
                </c:pt>
                <c:pt idx="18818">
                  <c:v>0.2602508156401333</c:v>
                </c:pt>
                <c:pt idx="18819">
                  <c:v>0.26025287159884947</c:v>
                </c:pt>
                <c:pt idx="18820">
                  <c:v>0.26027127964281138</c:v>
                </c:pt>
                <c:pt idx="18821">
                  <c:v>0.26028434848820869</c:v>
                </c:pt>
                <c:pt idx="18822">
                  <c:v>0.26029707626031856</c:v>
                </c:pt>
                <c:pt idx="18823">
                  <c:v>0.26031827268665447</c:v>
                </c:pt>
                <c:pt idx="18824">
                  <c:v>0.26036400165213147</c:v>
                </c:pt>
                <c:pt idx="18825">
                  <c:v>0.26037674001351607</c:v>
                </c:pt>
                <c:pt idx="18826">
                  <c:v>0.26043225683750898</c:v>
                </c:pt>
                <c:pt idx="18827">
                  <c:v>0.26045982101667359</c:v>
                </c:pt>
                <c:pt idx="18828">
                  <c:v>0.2604812413106935</c:v>
                </c:pt>
                <c:pt idx="18829">
                  <c:v>0.26049956848960276</c:v>
                </c:pt>
                <c:pt idx="18830">
                  <c:v>0.26051144958438127</c:v>
                </c:pt>
                <c:pt idx="18831">
                  <c:v>0.26051687443750315</c:v>
                </c:pt>
                <c:pt idx="18832">
                  <c:v>0.26056721359916324</c:v>
                </c:pt>
                <c:pt idx="18833">
                  <c:v>0.26056754583358444</c:v>
                </c:pt>
                <c:pt idx="18834">
                  <c:v>0.26057777415404854</c:v>
                </c:pt>
                <c:pt idx="18835">
                  <c:v>0.26059100500515214</c:v>
                </c:pt>
                <c:pt idx="18836">
                  <c:v>0.26060544944429215</c:v>
                </c:pt>
                <c:pt idx="18837">
                  <c:v>0.26067655760180558</c:v>
                </c:pt>
                <c:pt idx="18838">
                  <c:v>0.2606789830733498</c:v>
                </c:pt>
                <c:pt idx="18839">
                  <c:v>0.26068574670837913</c:v>
                </c:pt>
                <c:pt idx="18840">
                  <c:v>0.26070067938904717</c:v>
                </c:pt>
                <c:pt idx="18841">
                  <c:v>0.26073716223879007</c:v>
                </c:pt>
                <c:pt idx="18842">
                  <c:v>0.26077454210978351</c:v>
                </c:pt>
                <c:pt idx="18843">
                  <c:v>0.26077919633379354</c:v>
                </c:pt>
                <c:pt idx="18844">
                  <c:v>0.26081346285105306</c:v>
                </c:pt>
                <c:pt idx="18845">
                  <c:v>0.26082751995755599</c:v>
                </c:pt>
                <c:pt idx="18846">
                  <c:v>0.26084201014139352</c:v>
                </c:pt>
                <c:pt idx="18847">
                  <c:v>0.26084811200068586</c:v>
                </c:pt>
                <c:pt idx="18848">
                  <c:v>0.26085498975271926</c:v>
                </c:pt>
                <c:pt idx="18849">
                  <c:v>0.26085701672017542</c:v>
                </c:pt>
                <c:pt idx="18850">
                  <c:v>0.26089059863939001</c:v>
                </c:pt>
                <c:pt idx="18851">
                  <c:v>0.26091314675245575</c:v>
                </c:pt>
                <c:pt idx="18852">
                  <c:v>0.26091357732270476</c:v>
                </c:pt>
                <c:pt idx="18853">
                  <c:v>0.26097341945189684</c:v>
                </c:pt>
                <c:pt idx="18854">
                  <c:v>0.26099245272666705</c:v>
                </c:pt>
                <c:pt idx="18855">
                  <c:v>0.2610198551448592</c:v>
                </c:pt>
                <c:pt idx="18856">
                  <c:v>0.26103251245803782</c:v>
                </c:pt>
                <c:pt idx="18857">
                  <c:v>0.26103782417770105</c:v>
                </c:pt>
                <c:pt idx="18858">
                  <c:v>0.2610407541814862</c:v>
                </c:pt>
                <c:pt idx="18859">
                  <c:v>0.26109300933450325</c:v>
                </c:pt>
                <c:pt idx="18860">
                  <c:v>0.26110882080161807</c:v>
                </c:pt>
                <c:pt idx="18861">
                  <c:v>0.26113659251953003</c:v>
                </c:pt>
                <c:pt idx="18862">
                  <c:v>0.26116329030697516</c:v>
                </c:pt>
                <c:pt idx="18863">
                  <c:v>0.26118203883990193</c:v>
                </c:pt>
                <c:pt idx="18864">
                  <c:v>0.26119997580318344</c:v>
                </c:pt>
                <c:pt idx="18865">
                  <c:v>0.26123684793781043</c:v>
                </c:pt>
                <c:pt idx="18866">
                  <c:v>0.26126371255915448</c:v>
                </c:pt>
                <c:pt idx="18867">
                  <c:v>0.26128500102890273</c:v>
                </c:pt>
                <c:pt idx="18868">
                  <c:v>0.26137098521313545</c:v>
                </c:pt>
                <c:pt idx="18869">
                  <c:v>0.26137698378308383</c:v>
                </c:pt>
                <c:pt idx="18870">
                  <c:v>0.26137949366690222</c:v>
                </c:pt>
                <c:pt idx="18871">
                  <c:v>0.26139279297687662</c:v>
                </c:pt>
                <c:pt idx="18872">
                  <c:v>0.26143460936767926</c:v>
                </c:pt>
                <c:pt idx="18873">
                  <c:v>0.26144606789365182</c:v>
                </c:pt>
                <c:pt idx="18874">
                  <c:v>0.26147263354857797</c:v>
                </c:pt>
                <c:pt idx="18875">
                  <c:v>0.2614992755160872</c:v>
                </c:pt>
                <c:pt idx="18876">
                  <c:v>0.26150936410468667</c:v>
                </c:pt>
                <c:pt idx="18877">
                  <c:v>0.26157033963902537</c:v>
                </c:pt>
                <c:pt idx="18878">
                  <c:v>0.2615770946772018</c:v>
                </c:pt>
                <c:pt idx="18879">
                  <c:v>0.26157745799126902</c:v>
                </c:pt>
                <c:pt idx="18880">
                  <c:v>0.26162416354600043</c:v>
                </c:pt>
                <c:pt idx="18881">
                  <c:v>0.26164229418634333</c:v>
                </c:pt>
                <c:pt idx="18882">
                  <c:v>0.26166021767357772</c:v>
                </c:pt>
                <c:pt idx="18883">
                  <c:v>0.26166459949828025</c:v>
                </c:pt>
                <c:pt idx="18884">
                  <c:v>0.26167591663284778</c:v>
                </c:pt>
                <c:pt idx="18885">
                  <c:v>0.26168167263284786</c:v>
                </c:pt>
                <c:pt idx="18886">
                  <c:v>0.26169227273829726</c:v>
                </c:pt>
                <c:pt idx="18887">
                  <c:v>0.26178523536974657</c:v>
                </c:pt>
                <c:pt idx="18888">
                  <c:v>0.26183557533040491</c:v>
                </c:pt>
                <c:pt idx="18889">
                  <c:v>0.26185145706705121</c:v>
                </c:pt>
                <c:pt idx="18890">
                  <c:v>0.26185506076355247</c:v>
                </c:pt>
                <c:pt idx="18891">
                  <c:v>0.26186698727461299</c:v>
                </c:pt>
                <c:pt idx="18892">
                  <c:v>0.26187020489908536</c:v>
                </c:pt>
                <c:pt idx="18893">
                  <c:v>0.26187309284950172</c:v>
                </c:pt>
                <c:pt idx="18894">
                  <c:v>0.26191943139616075</c:v>
                </c:pt>
                <c:pt idx="18895">
                  <c:v>0.2619263746430423</c:v>
                </c:pt>
                <c:pt idx="18896">
                  <c:v>0.26197367138877153</c:v>
                </c:pt>
                <c:pt idx="18897">
                  <c:v>0.26197926343953737</c:v>
                </c:pt>
                <c:pt idx="18898">
                  <c:v>0.26198567308532333</c:v>
                </c:pt>
                <c:pt idx="18899">
                  <c:v>0.26199680232764211</c:v>
                </c:pt>
                <c:pt idx="18900">
                  <c:v>0.26206607066711307</c:v>
                </c:pt>
                <c:pt idx="18901">
                  <c:v>0.26207619756220191</c:v>
                </c:pt>
                <c:pt idx="18902">
                  <c:v>0.26207939162658928</c:v>
                </c:pt>
                <c:pt idx="18903">
                  <c:v>0.26209692114836675</c:v>
                </c:pt>
                <c:pt idx="18904">
                  <c:v>0.26210236195036174</c:v>
                </c:pt>
                <c:pt idx="18905">
                  <c:v>0.26211881919564312</c:v>
                </c:pt>
                <c:pt idx="18906">
                  <c:v>0.26212478928765015</c:v>
                </c:pt>
                <c:pt idx="18907">
                  <c:v>0.26213129891860359</c:v>
                </c:pt>
                <c:pt idx="18908">
                  <c:v>0.26214869353867259</c:v>
                </c:pt>
                <c:pt idx="18909">
                  <c:v>0.26219609609404182</c:v>
                </c:pt>
                <c:pt idx="18910">
                  <c:v>0.26220179856426207</c:v>
                </c:pt>
                <c:pt idx="18911">
                  <c:v>0.26223367932978819</c:v>
                </c:pt>
                <c:pt idx="18912">
                  <c:v>0.26224414723073353</c:v>
                </c:pt>
                <c:pt idx="18913">
                  <c:v>0.26225555990754873</c:v>
                </c:pt>
                <c:pt idx="18914">
                  <c:v>0.26228078929593984</c:v>
                </c:pt>
                <c:pt idx="18915">
                  <c:v>0.2622871065589446</c:v>
                </c:pt>
                <c:pt idx="18916">
                  <c:v>0.26240466798176632</c:v>
                </c:pt>
                <c:pt idx="18917">
                  <c:v>0.26240527963829918</c:v>
                </c:pt>
                <c:pt idx="18918">
                  <c:v>0.26242515203223565</c:v>
                </c:pt>
                <c:pt idx="18919">
                  <c:v>0.26243207557895021</c:v>
                </c:pt>
                <c:pt idx="18920">
                  <c:v>0.2624505203180057</c:v>
                </c:pt>
                <c:pt idx="18921">
                  <c:v>0.26245593152497892</c:v>
                </c:pt>
                <c:pt idx="18922">
                  <c:v>0.26245665998909318</c:v>
                </c:pt>
                <c:pt idx="18923">
                  <c:v>0.26246087682305014</c:v>
                </c:pt>
                <c:pt idx="18924">
                  <c:v>0.26248941261785874</c:v>
                </c:pt>
                <c:pt idx="18925">
                  <c:v>0.2624971816684763</c:v>
                </c:pt>
                <c:pt idx="18926">
                  <c:v>0.2625108984382632</c:v>
                </c:pt>
                <c:pt idx="18927">
                  <c:v>0.26251803431860959</c:v>
                </c:pt>
                <c:pt idx="18928">
                  <c:v>0.26260512245836282</c:v>
                </c:pt>
                <c:pt idx="18929">
                  <c:v>0.26261215955105505</c:v>
                </c:pt>
                <c:pt idx="18930">
                  <c:v>0.26262047198763749</c:v>
                </c:pt>
                <c:pt idx="18931">
                  <c:v>0.26272503576756367</c:v>
                </c:pt>
                <c:pt idx="18932">
                  <c:v>0.2627676107531573</c:v>
                </c:pt>
                <c:pt idx="18933">
                  <c:v>0.26278255909961917</c:v>
                </c:pt>
                <c:pt idx="18934">
                  <c:v>0.26278831195704788</c:v>
                </c:pt>
                <c:pt idx="18935">
                  <c:v>0.26279017460822868</c:v>
                </c:pt>
                <c:pt idx="18936">
                  <c:v>0.26280802839240996</c:v>
                </c:pt>
                <c:pt idx="18937">
                  <c:v>0.26288821628541353</c:v>
                </c:pt>
                <c:pt idx="18938">
                  <c:v>0.26289696384396888</c:v>
                </c:pt>
                <c:pt idx="18939">
                  <c:v>0.26294891244853852</c:v>
                </c:pt>
                <c:pt idx="18940">
                  <c:v>0.26294906866915296</c:v>
                </c:pt>
                <c:pt idx="18941">
                  <c:v>0.26295854335993307</c:v>
                </c:pt>
                <c:pt idx="18942">
                  <c:v>0.26296504642267454</c:v>
                </c:pt>
                <c:pt idx="18943">
                  <c:v>0.26296991302416312</c:v>
                </c:pt>
                <c:pt idx="18944">
                  <c:v>0.26298298561730005</c:v>
                </c:pt>
                <c:pt idx="18945">
                  <c:v>0.26298376577881244</c:v>
                </c:pt>
                <c:pt idx="18946">
                  <c:v>0.26303137717950681</c:v>
                </c:pt>
                <c:pt idx="18947">
                  <c:v>0.26304699883238836</c:v>
                </c:pt>
                <c:pt idx="18948">
                  <c:v>0.26306477263461869</c:v>
                </c:pt>
                <c:pt idx="18949">
                  <c:v>0.26311716793534101</c:v>
                </c:pt>
                <c:pt idx="18950">
                  <c:v>0.26313542591126898</c:v>
                </c:pt>
                <c:pt idx="18951">
                  <c:v>0.26316295397767681</c:v>
                </c:pt>
                <c:pt idx="18952">
                  <c:v>0.26323584232144515</c:v>
                </c:pt>
                <c:pt idx="18953">
                  <c:v>0.26325390975537777</c:v>
                </c:pt>
                <c:pt idx="18954">
                  <c:v>0.26338653354401809</c:v>
                </c:pt>
                <c:pt idx="18955">
                  <c:v>0.2633884600099104</c:v>
                </c:pt>
                <c:pt idx="18956">
                  <c:v>0.26339457669796335</c:v>
                </c:pt>
                <c:pt idx="18957">
                  <c:v>0.26341930413608172</c:v>
                </c:pt>
                <c:pt idx="18958">
                  <c:v>0.26342966853710204</c:v>
                </c:pt>
                <c:pt idx="18959">
                  <c:v>0.26347405969167853</c:v>
                </c:pt>
                <c:pt idx="18960">
                  <c:v>0.2634981826032583</c:v>
                </c:pt>
                <c:pt idx="18961">
                  <c:v>0.26355437410280586</c:v>
                </c:pt>
                <c:pt idx="18962">
                  <c:v>0.26356825981068271</c:v>
                </c:pt>
                <c:pt idx="18963">
                  <c:v>0.26362469251313625</c:v>
                </c:pt>
                <c:pt idx="18964">
                  <c:v>0.2636518757609716</c:v>
                </c:pt>
                <c:pt idx="18965">
                  <c:v>0.26369597326558875</c:v>
                </c:pt>
                <c:pt idx="18966">
                  <c:v>0.26370389710691355</c:v>
                </c:pt>
                <c:pt idx="18967">
                  <c:v>0.26370416165275462</c:v>
                </c:pt>
                <c:pt idx="18968">
                  <c:v>0.263716432617983</c:v>
                </c:pt>
                <c:pt idx="18969">
                  <c:v>0.2637999967448289</c:v>
                </c:pt>
                <c:pt idx="18970">
                  <c:v>0.26382421655800264</c:v>
                </c:pt>
                <c:pt idx="18971">
                  <c:v>0.26383257061274501</c:v>
                </c:pt>
                <c:pt idx="18972">
                  <c:v>0.26385437072538831</c:v>
                </c:pt>
                <c:pt idx="18973">
                  <c:v>0.26389540518930671</c:v>
                </c:pt>
                <c:pt idx="18974">
                  <c:v>0.26390785340348488</c:v>
                </c:pt>
                <c:pt idx="18975">
                  <c:v>0.26393967514913991</c:v>
                </c:pt>
                <c:pt idx="18976">
                  <c:v>0.26397120709711369</c:v>
                </c:pt>
                <c:pt idx="18977">
                  <c:v>0.26406173803166105</c:v>
                </c:pt>
                <c:pt idx="18978">
                  <c:v>0.26410218823713744</c:v>
                </c:pt>
                <c:pt idx="18979">
                  <c:v>0.26412026343481515</c:v>
                </c:pt>
                <c:pt idx="18980">
                  <c:v>0.26413024333626617</c:v>
                </c:pt>
                <c:pt idx="18981">
                  <c:v>0.26414272556817137</c:v>
                </c:pt>
                <c:pt idx="18982">
                  <c:v>0.26419389131064691</c:v>
                </c:pt>
                <c:pt idx="18983">
                  <c:v>0.26421669691866834</c:v>
                </c:pt>
                <c:pt idx="18984">
                  <c:v>0.26424516772128215</c:v>
                </c:pt>
                <c:pt idx="18985">
                  <c:v>0.26425299282029957</c:v>
                </c:pt>
                <c:pt idx="18986">
                  <c:v>0.26425880694899423</c:v>
                </c:pt>
                <c:pt idx="18987">
                  <c:v>0.26426402005338151</c:v>
                </c:pt>
                <c:pt idx="18988">
                  <c:v>0.26427298117712716</c:v>
                </c:pt>
                <c:pt idx="18989">
                  <c:v>0.2642856895695152</c:v>
                </c:pt>
                <c:pt idx="18990">
                  <c:v>0.26430756508355824</c:v>
                </c:pt>
                <c:pt idx="18991">
                  <c:v>0.26432705364730635</c:v>
                </c:pt>
                <c:pt idx="18992">
                  <c:v>0.26433920953405882</c:v>
                </c:pt>
                <c:pt idx="18993">
                  <c:v>0.26441182530048329</c:v>
                </c:pt>
                <c:pt idx="18994">
                  <c:v>0.26441443652299623</c:v>
                </c:pt>
                <c:pt idx="18995">
                  <c:v>0.26450334647124779</c:v>
                </c:pt>
                <c:pt idx="18996">
                  <c:v>0.26450965687059669</c:v>
                </c:pt>
                <c:pt idx="18997">
                  <c:v>0.2645231465571331</c:v>
                </c:pt>
                <c:pt idx="18998">
                  <c:v>0.26456660473539623</c:v>
                </c:pt>
                <c:pt idx="18999">
                  <c:v>0.26462714946046956</c:v>
                </c:pt>
                <c:pt idx="19000">
                  <c:v>0.26463697328384694</c:v>
                </c:pt>
                <c:pt idx="19001">
                  <c:v>0.26464162160897081</c:v>
                </c:pt>
                <c:pt idx="19002">
                  <c:v>0.26465027238989075</c:v>
                </c:pt>
                <c:pt idx="19003">
                  <c:v>0.26466327166467007</c:v>
                </c:pt>
                <c:pt idx="19004">
                  <c:v>0.26470632490472351</c:v>
                </c:pt>
                <c:pt idx="19005">
                  <c:v>0.26470656239317608</c:v>
                </c:pt>
                <c:pt idx="19006">
                  <c:v>0.2647174342424452</c:v>
                </c:pt>
                <c:pt idx="19007">
                  <c:v>0.26474282394873055</c:v>
                </c:pt>
                <c:pt idx="19008">
                  <c:v>0.26477531084490713</c:v>
                </c:pt>
                <c:pt idx="19009">
                  <c:v>0.26478969912740685</c:v>
                </c:pt>
                <c:pt idx="19010">
                  <c:v>0.26482512287120064</c:v>
                </c:pt>
                <c:pt idx="19011">
                  <c:v>0.26483348302396631</c:v>
                </c:pt>
                <c:pt idx="19012">
                  <c:v>0.26489339153206437</c:v>
                </c:pt>
                <c:pt idx="19013">
                  <c:v>0.26490847967593767</c:v>
                </c:pt>
                <c:pt idx="19014">
                  <c:v>0.26501445587170175</c:v>
                </c:pt>
                <c:pt idx="19015">
                  <c:v>0.26503200637706975</c:v>
                </c:pt>
                <c:pt idx="19016">
                  <c:v>0.26503376614283614</c:v>
                </c:pt>
                <c:pt idx="19017">
                  <c:v>0.2650598306518584</c:v>
                </c:pt>
                <c:pt idx="19018">
                  <c:v>0.26509584969890443</c:v>
                </c:pt>
                <c:pt idx="19019">
                  <c:v>0.26509671398760398</c:v>
                </c:pt>
                <c:pt idx="19020">
                  <c:v>0.26513757720533471</c:v>
                </c:pt>
                <c:pt idx="19021">
                  <c:v>0.26514237036222515</c:v>
                </c:pt>
                <c:pt idx="19022">
                  <c:v>0.2651527122277661</c:v>
                </c:pt>
                <c:pt idx="19023">
                  <c:v>0.26517326901415239</c:v>
                </c:pt>
                <c:pt idx="19024">
                  <c:v>0.26519164567834291</c:v>
                </c:pt>
                <c:pt idx="19025">
                  <c:v>0.26519414030037231</c:v>
                </c:pt>
                <c:pt idx="19026">
                  <c:v>0.26521977172726602</c:v>
                </c:pt>
                <c:pt idx="19027">
                  <c:v>0.26524791951582527</c:v>
                </c:pt>
                <c:pt idx="19028">
                  <c:v>0.26525298176372336</c:v>
                </c:pt>
                <c:pt idx="19029">
                  <c:v>0.26526588637520249</c:v>
                </c:pt>
                <c:pt idx="19030">
                  <c:v>0.26527566650115597</c:v>
                </c:pt>
                <c:pt idx="19031">
                  <c:v>0.26528473744322623</c:v>
                </c:pt>
                <c:pt idx="19032">
                  <c:v>0.26529941287596431</c:v>
                </c:pt>
                <c:pt idx="19033">
                  <c:v>0.26534360908047394</c:v>
                </c:pt>
                <c:pt idx="19034">
                  <c:v>0.26534916465126157</c:v>
                </c:pt>
                <c:pt idx="19035">
                  <c:v>0.265360054007796</c:v>
                </c:pt>
                <c:pt idx="19036">
                  <c:v>0.26536306055292863</c:v>
                </c:pt>
                <c:pt idx="19037">
                  <c:v>0.26541248865144285</c:v>
                </c:pt>
                <c:pt idx="19038">
                  <c:v>0.26544859576056296</c:v>
                </c:pt>
                <c:pt idx="19039">
                  <c:v>0.26546353455624394</c:v>
                </c:pt>
                <c:pt idx="19040">
                  <c:v>0.26547443710277729</c:v>
                </c:pt>
                <c:pt idx="19041">
                  <c:v>0.26547535733508992</c:v>
                </c:pt>
                <c:pt idx="19042">
                  <c:v>0.2654879985210285</c:v>
                </c:pt>
                <c:pt idx="19043">
                  <c:v>0.26549873899809362</c:v>
                </c:pt>
                <c:pt idx="19044">
                  <c:v>0.26550579002476837</c:v>
                </c:pt>
                <c:pt idx="19045">
                  <c:v>0.26553089609631148</c:v>
                </c:pt>
                <c:pt idx="19046">
                  <c:v>0.26553275624398953</c:v>
                </c:pt>
                <c:pt idx="19047">
                  <c:v>0.26555320725026643</c:v>
                </c:pt>
                <c:pt idx="19048">
                  <c:v>0.26556594817132945</c:v>
                </c:pt>
                <c:pt idx="19049">
                  <c:v>0.26560839126348595</c:v>
                </c:pt>
                <c:pt idx="19050">
                  <c:v>0.26561242367454085</c:v>
                </c:pt>
                <c:pt idx="19051">
                  <c:v>0.26565703703459853</c:v>
                </c:pt>
                <c:pt idx="19052">
                  <c:v>0.26567090473304861</c:v>
                </c:pt>
                <c:pt idx="19053">
                  <c:v>0.26568431123369579</c:v>
                </c:pt>
                <c:pt idx="19054">
                  <c:v>0.26569811975010998</c:v>
                </c:pt>
                <c:pt idx="19055">
                  <c:v>0.26578222935139811</c:v>
                </c:pt>
                <c:pt idx="19056">
                  <c:v>0.26581156443133025</c:v>
                </c:pt>
                <c:pt idx="19057">
                  <c:v>0.26582249252397849</c:v>
                </c:pt>
                <c:pt idx="19058">
                  <c:v>0.26587017770450805</c:v>
                </c:pt>
                <c:pt idx="19059">
                  <c:v>0.26587130037082424</c:v>
                </c:pt>
                <c:pt idx="19060">
                  <c:v>0.26587303605717422</c:v>
                </c:pt>
                <c:pt idx="19061">
                  <c:v>0.26588138843228487</c:v>
                </c:pt>
                <c:pt idx="19062">
                  <c:v>0.26599764831685324</c:v>
                </c:pt>
                <c:pt idx="19063">
                  <c:v>0.26600255335784356</c:v>
                </c:pt>
                <c:pt idx="19064">
                  <c:v>0.2660262093361534</c:v>
                </c:pt>
                <c:pt idx="19065">
                  <c:v>0.26604199477359686</c:v>
                </c:pt>
                <c:pt idx="19066">
                  <c:v>0.26608616147400049</c:v>
                </c:pt>
                <c:pt idx="19067">
                  <c:v>0.26608761832173017</c:v>
                </c:pt>
                <c:pt idx="19068">
                  <c:v>0.2660876289547221</c:v>
                </c:pt>
                <c:pt idx="19069">
                  <c:v>0.26615293377773525</c:v>
                </c:pt>
                <c:pt idx="19070">
                  <c:v>0.26618415648600036</c:v>
                </c:pt>
                <c:pt idx="19071">
                  <c:v>0.26618537740607984</c:v>
                </c:pt>
                <c:pt idx="19072">
                  <c:v>0.26621439880905517</c:v>
                </c:pt>
                <c:pt idx="19073">
                  <c:v>0.2662207416710935</c:v>
                </c:pt>
                <c:pt idx="19074">
                  <c:v>0.26622520185402693</c:v>
                </c:pt>
                <c:pt idx="19075">
                  <c:v>0.26625350401080877</c:v>
                </c:pt>
                <c:pt idx="19076">
                  <c:v>0.26625502575770127</c:v>
                </c:pt>
                <c:pt idx="19077">
                  <c:v>0.26626879298032413</c:v>
                </c:pt>
                <c:pt idx="19078">
                  <c:v>0.26628223833884512</c:v>
                </c:pt>
                <c:pt idx="19079">
                  <c:v>0.26628445687469349</c:v>
                </c:pt>
                <c:pt idx="19080">
                  <c:v>0.26629664448407508</c:v>
                </c:pt>
                <c:pt idx="19081">
                  <c:v>0.26630609947717565</c:v>
                </c:pt>
                <c:pt idx="19082">
                  <c:v>0.26633204534814064</c:v>
                </c:pt>
                <c:pt idx="19083">
                  <c:v>0.2664383424461827</c:v>
                </c:pt>
                <c:pt idx="19084">
                  <c:v>0.26644832717104272</c:v>
                </c:pt>
                <c:pt idx="19085">
                  <c:v>0.26646368483774485</c:v>
                </c:pt>
                <c:pt idx="19086">
                  <c:v>0.26646830202360305</c:v>
                </c:pt>
                <c:pt idx="19087">
                  <c:v>0.2664844577616976</c:v>
                </c:pt>
                <c:pt idx="19088">
                  <c:v>0.26648817502573718</c:v>
                </c:pt>
                <c:pt idx="19089">
                  <c:v>0.26652327483480831</c:v>
                </c:pt>
                <c:pt idx="19090">
                  <c:v>0.26652366686646217</c:v>
                </c:pt>
                <c:pt idx="19091">
                  <c:v>0.26653473198401717</c:v>
                </c:pt>
                <c:pt idx="19092">
                  <c:v>0.26655596916786861</c:v>
                </c:pt>
                <c:pt idx="19093">
                  <c:v>0.26657559372810369</c:v>
                </c:pt>
                <c:pt idx="19094">
                  <c:v>0.26665221350741319</c:v>
                </c:pt>
                <c:pt idx="19095">
                  <c:v>0.26670825429532141</c:v>
                </c:pt>
                <c:pt idx="19096">
                  <c:v>0.26672847704578367</c:v>
                </c:pt>
                <c:pt idx="19097">
                  <c:v>0.26673942776642651</c:v>
                </c:pt>
                <c:pt idx="19098">
                  <c:v>0.26675496948049415</c:v>
                </c:pt>
                <c:pt idx="19099">
                  <c:v>0.26676135353560937</c:v>
                </c:pt>
                <c:pt idx="19100">
                  <c:v>0.26677774582870145</c:v>
                </c:pt>
                <c:pt idx="19101">
                  <c:v>0.26678817089584295</c:v>
                </c:pt>
                <c:pt idx="19102">
                  <c:v>0.26680711029459747</c:v>
                </c:pt>
                <c:pt idx="19103">
                  <c:v>0.26688984060403459</c:v>
                </c:pt>
                <c:pt idx="19104">
                  <c:v>0.26689112627625483</c:v>
                </c:pt>
                <c:pt idx="19105">
                  <c:v>0.26689294841313999</c:v>
                </c:pt>
                <c:pt idx="19106">
                  <c:v>0.26690936042724089</c:v>
                </c:pt>
                <c:pt idx="19107">
                  <c:v>0.26691354074422596</c:v>
                </c:pt>
                <c:pt idx="19108">
                  <c:v>0.26693636139790916</c:v>
                </c:pt>
                <c:pt idx="19109">
                  <c:v>0.26693919692915019</c:v>
                </c:pt>
                <c:pt idx="19110">
                  <c:v>0.26699237181084151</c:v>
                </c:pt>
                <c:pt idx="19111">
                  <c:v>0.26701125277584314</c:v>
                </c:pt>
                <c:pt idx="19112">
                  <c:v>0.26705430581011558</c:v>
                </c:pt>
                <c:pt idx="19113">
                  <c:v>0.2670839873753646</c:v>
                </c:pt>
                <c:pt idx="19114">
                  <c:v>0.26712527467543568</c:v>
                </c:pt>
                <c:pt idx="19115">
                  <c:v>0.26715853802106115</c:v>
                </c:pt>
                <c:pt idx="19116">
                  <c:v>0.26719544254302985</c:v>
                </c:pt>
                <c:pt idx="19117">
                  <c:v>0.26719627017169711</c:v>
                </c:pt>
                <c:pt idx="19118">
                  <c:v>0.2672026556669449</c:v>
                </c:pt>
                <c:pt idx="19119">
                  <c:v>0.26729574633912545</c:v>
                </c:pt>
                <c:pt idx="19120">
                  <c:v>0.26734874558498833</c:v>
                </c:pt>
                <c:pt idx="19121">
                  <c:v>0.2673600682886012</c:v>
                </c:pt>
                <c:pt idx="19122">
                  <c:v>0.26736790229219376</c:v>
                </c:pt>
                <c:pt idx="19123">
                  <c:v>0.26738057769915191</c:v>
                </c:pt>
                <c:pt idx="19124">
                  <c:v>0.26738617923986746</c:v>
                </c:pt>
                <c:pt idx="19125">
                  <c:v>0.26738682795103558</c:v>
                </c:pt>
                <c:pt idx="19126">
                  <c:v>0.26741525297533802</c:v>
                </c:pt>
                <c:pt idx="19127">
                  <c:v>0.26742309651050866</c:v>
                </c:pt>
                <c:pt idx="19128">
                  <c:v>0.26743127106629416</c:v>
                </c:pt>
                <c:pt idx="19129">
                  <c:v>0.26743565492195581</c:v>
                </c:pt>
                <c:pt idx="19130">
                  <c:v>0.2674508627177668</c:v>
                </c:pt>
                <c:pt idx="19131">
                  <c:v>0.26759853886342327</c:v>
                </c:pt>
                <c:pt idx="19132">
                  <c:v>0.26765690654256624</c:v>
                </c:pt>
                <c:pt idx="19133">
                  <c:v>0.26765714318081835</c:v>
                </c:pt>
                <c:pt idx="19134">
                  <c:v>0.26769622903636314</c:v>
                </c:pt>
                <c:pt idx="19135">
                  <c:v>0.2677391598439755</c:v>
                </c:pt>
                <c:pt idx="19136">
                  <c:v>0.26774899025015325</c:v>
                </c:pt>
                <c:pt idx="19137">
                  <c:v>0.26776975016817767</c:v>
                </c:pt>
                <c:pt idx="19138">
                  <c:v>0.26780201188418806</c:v>
                </c:pt>
                <c:pt idx="19139">
                  <c:v>0.26781600337958983</c:v>
                </c:pt>
                <c:pt idx="19140">
                  <c:v>0.26781874218359325</c:v>
                </c:pt>
                <c:pt idx="19141">
                  <c:v>0.26792578275419909</c:v>
                </c:pt>
                <c:pt idx="19142">
                  <c:v>0.26795501350560125</c:v>
                </c:pt>
                <c:pt idx="19143">
                  <c:v>0.26800926361832306</c:v>
                </c:pt>
                <c:pt idx="19144">
                  <c:v>0.26801183779820803</c:v>
                </c:pt>
                <c:pt idx="19145">
                  <c:v>0.26805494799680452</c:v>
                </c:pt>
                <c:pt idx="19146">
                  <c:v>0.26807022081101628</c:v>
                </c:pt>
                <c:pt idx="19147">
                  <c:v>0.26809234723398107</c:v>
                </c:pt>
                <c:pt idx="19148">
                  <c:v>0.26809243536700439</c:v>
                </c:pt>
                <c:pt idx="19149">
                  <c:v>0.26812537826152461</c:v>
                </c:pt>
                <c:pt idx="19150">
                  <c:v>0.2681713701698033</c:v>
                </c:pt>
                <c:pt idx="19151">
                  <c:v>0.2682381895924239</c:v>
                </c:pt>
                <c:pt idx="19152">
                  <c:v>0.26826221802083544</c:v>
                </c:pt>
                <c:pt idx="19153">
                  <c:v>0.26829461582440628</c:v>
                </c:pt>
                <c:pt idx="19154">
                  <c:v>0.26834881254877729</c:v>
                </c:pt>
                <c:pt idx="19155">
                  <c:v>0.26835905919259617</c:v>
                </c:pt>
                <c:pt idx="19156">
                  <c:v>0.26836505892055534</c:v>
                </c:pt>
                <c:pt idx="19157">
                  <c:v>0.26838362433623369</c:v>
                </c:pt>
                <c:pt idx="19158">
                  <c:v>0.26841726791688664</c:v>
                </c:pt>
                <c:pt idx="19159">
                  <c:v>0.26843371753672068</c:v>
                </c:pt>
                <c:pt idx="19160">
                  <c:v>0.26847099459477464</c:v>
                </c:pt>
                <c:pt idx="19161">
                  <c:v>0.26847731573347527</c:v>
                </c:pt>
                <c:pt idx="19162">
                  <c:v>0.26848401466894734</c:v>
                </c:pt>
                <c:pt idx="19163">
                  <c:v>0.26851620722816449</c:v>
                </c:pt>
                <c:pt idx="19164">
                  <c:v>0.2685186767275462</c:v>
                </c:pt>
                <c:pt idx="19165">
                  <c:v>0.26853243125993032</c:v>
                </c:pt>
                <c:pt idx="19166">
                  <c:v>0.26853686419349715</c:v>
                </c:pt>
                <c:pt idx="19167">
                  <c:v>0.26854315542326873</c:v>
                </c:pt>
                <c:pt idx="19168">
                  <c:v>0.26855832118520095</c:v>
                </c:pt>
                <c:pt idx="19169">
                  <c:v>0.26856660912881725</c:v>
                </c:pt>
                <c:pt idx="19170">
                  <c:v>0.26865071109339911</c:v>
                </c:pt>
                <c:pt idx="19171">
                  <c:v>0.2686606648684734</c:v>
                </c:pt>
                <c:pt idx="19172">
                  <c:v>0.26868514129945381</c:v>
                </c:pt>
                <c:pt idx="19173">
                  <c:v>0.26870287755241301</c:v>
                </c:pt>
                <c:pt idx="19174">
                  <c:v>0.26871978591967877</c:v>
                </c:pt>
                <c:pt idx="19175">
                  <c:v>0.26873106188437779</c:v>
                </c:pt>
                <c:pt idx="19176">
                  <c:v>0.26875412526184617</c:v>
                </c:pt>
                <c:pt idx="19177">
                  <c:v>0.26875581780929397</c:v>
                </c:pt>
                <c:pt idx="19178">
                  <c:v>0.26876130476945048</c:v>
                </c:pt>
                <c:pt idx="19179">
                  <c:v>0.2687777448284327</c:v>
                </c:pt>
                <c:pt idx="19180">
                  <c:v>0.26879043325744861</c:v>
                </c:pt>
                <c:pt idx="19181">
                  <c:v>0.26882467103003793</c:v>
                </c:pt>
                <c:pt idx="19182">
                  <c:v>0.26887991299282143</c:v>
                </c:pt>
                <c:pt idx="19183">
                  <c:v>0.26888870757166028</c:v>
                </c:pt>
                <c:pt idx="19184">
                  <c:v>0.26892400505157393</c:v>
                </c:pt>
                <c:pt idx="19185">
                  <c:v>0.26893426134649639</c:v>
                </c:pt>
                <c:pt idx="19186">
                  <c:v>0.26893640933573604</c:v>
                </c:pt>
                <c:pt idx="19187">
                  <c:v>0.26894400141673702</c:v>
                </c:pt>
                <c:pt idx="19188">
                  <c:v>0.26904538388052029</c:v>
                </c:pt>
                <c:pt idx="19189">
                  <c:v>0.26905719275911344</c:v>
                </c:pt>
                <c:pt idx="19190">
                  <c:v>0.2690574886190305</c:v>
                </c:pt>
                <c:pt idx="19191">
                  <c:v>0.26907629016881668</c:v>
                </c:pt>
                <c:pt idx="19192">
                  <c:v>0.26908848971822896</c:v>
                </c:pt>
                <c:pt idx="19193">
                  <c:v>0.26913112882547247</c:v>
                </c:pt>
                <c:pt idx="19194">
                  <c:v>0.26915434822796019</c:v>
                </c:pt>
                <c:pt idx="19195">
                  <c:v>0.2692304331010742</c:v>
                </c:pt>
                <c:pt idx="19196">
                  <c:v>0.26924103083077638</c:v>
                </c:pt>
                <c:pt idx="19197">
                  <c:v>0.26924293368229307</c:v>
                </c:pt>
                <c:pt idx="19198">
                  <c:v>0.26929622928606134</c:v>
                </c:pt>
                <c:pt idx="19199">
                  <c:v>0.26932989887910458</c:v>
                </c:pt>
                <c:pt idx="19200">
                  <c:v>0.26934654138762809</c:v>
                </c:pt>
                <c:pt idx="19201">
                  <c:v>0.26934740394482354</c:v>
                </c:pt>
                <c:pt idx="19202">
                  <c:v>0.26937565995317259</c:v>
                </c:pt>
                <c:pt idx="19203">
                  <c:v>0.2693774855489795</c:v>
                </c:pt>
                <c:pt idx="19204">
                  <c:v>0.26942243956434353</c:v>
                </c:pt>
                <c:pt idx="19205">
                  <c:v>0.26948134161927173</c:v>
                </c:pt>
                <c:pt idx="19206">
                  <c:v>0.26948781030633434</c:v>
                </c:pt>
                <c:pt idx="19207">
                  <c:v>0.2695016736817416</c:v>
                </c:pt>
                <c:pt idx="19208">
                  <c:v>0.26951272472372373</c:v>
                </c:pt>
                <c:pt idx="19209">
                  <c:v>0.26953287106329149</c:v>
                </c:pt>
                <c:pt idx="19210">
                  <c:v>0.26954152524274355</c:v>
                </c:pt>
                <c:pt idx="19211">
                  <c:v>0.26954625655415831</c:v>
                </c:pt>
                <c:pt idx="19212">
                  <c:v>0.26958856485550459</c:v>
                </c:pt>
                <c:pt idx="19213">
                  <c:v>0.26965773777961027</c:v>
                </c:pt>
                <c:pt idx="19214">
                  <c:v>0.26966787994161984</c:v>
                </c:pt>
                <c:pt idx="19215">
                  <c:v>0.26967153948622852</c:v>
                </c:pt>
                <c:pt idx="19216">
                  <c:v>0.26974401207596449</c:v>
                </c:pt>
                <c:pt idx="19217">
                  <c:v>0.26975303706151399</c:v>
                </c:pt>
                <c:pt idx="19218">
                  <c:v>0.26976193704855173</c:v>
                </c:pt>
                <c:pt idx="19219">
                  <c:v>0.26976680193964092</c:v>
                </c:pt>
                <c:pt idx="19220">
                  <c:v>0.2697740215897021</c:v>
                </c:pt>
                <c:pt idx="19221">
                  <c:v>0.26978879588232979</c:v>
                </c:pt>
                <c:pt idx="19222">
                  <c:v>0.26982182122081921</c:v>
                </c:pt>
                <c:pt idx="19223">
                  <c:v>0.26982774331117865</c:v>
                </c:pt>
                <c:pt idx="19224">
                  <c:v>0.26983306534142193</c:v>
                </c:pt>
                <c:pt idx="19225">
                  <c:v>0.2698359629264428</c:v>
                </c:pt>
                <c:pt idx="19226">
                  <c:v>0.26986080092532433</c:v>
                </c:pt>
                <c:pt idx="19227">
                  <c:v>0.26988440292905419</c:v>
                </c:pt>
                <c:pt idx="19228">
                  <c:v>0.27006823430289362</c:v>
                </c:pt>
                <c:pt idx="19229">
                  <c:v>0.27009253108047943</c:v>
                </c:pt>
                <c:pt idx="19230">
                  <c:v>0.27009400017567692</c:v>
                </c:pt>
                <c:pt idx="19231">
                  <c:v>0.27009860024458421</c:v>
                </c:pt>
                <c:pt idx="19232">
                  <c:v>0.27010049983279644</c:v>
                </c:pt>
                <c:pt idx="19233">
                  <c:v>0.27010947844904631</c:v>
                </c:pt>
                <c:pt idx="19234">
                  <c:v>0.27011530604597561</c:v>
                </c:pt>
                <c:pt idx="19235">
                  <c:v>0.27011603290129704</c:v>
                </c:pt>
                <c:pt idx="19236">
                  <c:v>0.27013722800132584</c:v>
                </c:pt>
                <c:pt idx="19237">
                  <c:v>0.27014479025793514</c:v>
                </c:pt>
                <c:pt idx="19238">
                  <c:v>0.27014701889204318</c:v>
                </c:pt>
                <c:pt idx="19239">
                  <c:v>0.27017158005508934</c:v>
                </c:pt>
                <c:pt idx="19240">
                  <c:v>0.27017218221888195</c:v>
                </c:pt>
                <c:pt idx="19241">
                  <c:v>0.27021706921078198</c:v>
                </c:pt>
                <c:pt idx="19242">
                  <c:v>0.2702591387567233</c:v>
                </c:pt>
                <c:pt idx="19243">
                  <c:v>0.2702594454337382</c:v>
                </c:pt>
                <c:pt idx="19244">
                  <c:v>0.27030021360507772</c:v>
                </c:pt>
                <c:pt idx="19245">
                  <c:v>0.2703077439233082</c:v>
                </c:pt>
                <c:pt idx="19246">
                  <c:v>0.27031244073038496</c:v>
                </c:pt>
                <c:pt idx="19247">
                  <c:v>0.27032239472838554</c:v>
                </c:pt>
                <c:pt idx="19248">
                  <c:v>0.27036231393480903</c:v>
                </c:pt>
                <c:pt idx="19249">
                  <c:v>0.27037955422458121</c:v>
                </c:pt>
                <c:pt idx="19250">
                  <c:v>0.2704175608304209</c:v>
                </c:pt>
                <c:pt idx="19251">
                  <c:v>0.27041968424416263</c:v>
                </c:pt>
                <c:pt idx="19252">
                  <c:v>0.27044206224873646</c:v>
                </c:pt>
                <c:pt idx="19253">
                  <c:v>0.27046570616377758</c:v>
                </c:pt>
                <c:pt idx="19254">
                  <c:v>0.27048266164114027</c:v>
                </c:pt>
                <c:pt idx="19255">
                  <c:v>0.27048808378105421</c:v>
                </c:pt>
                <c:pt idx="19256">
                  <c:v>0.27049600725336359</c:v>
                </c:pt>
                <c:pt idx="19257">
                  <c:v>0.27052445174281509</c:v>
                </c:pt>
                <c:pt idx="19258">
                  <c:v>0.2705540676522733</c:v>
                </c:pt>
                <c:pt idx="19259">
                  <c:v>0.27064934290804965</c:v>
                </c:pt>
                <c:pt idx="19260">
                  <c:v>0.27065226022170807</c:v>
                </c:pt>
                <c:pt idx="19261">
                  <c:v>0.27065581413541678</c:v>
                </c:pt>
                <c:pt idx="19262">
                  <c:v>0.27074633403264364</c:v>
                </c:pt>
                <c:pt idx="19263">
                  <c:v>0.2707607708184111</c:v>
                </c:pt>
                <c:pt idx="19264">
                  <c:v>0.27077291988124647</c:v>
                </c:pt>
                <c:pt idx="19265">
                  <c:v>0.27077381913425747</c:v>
                </c:pt>
                <c:pt idx="19266">
                  <c:v>0.27078245773904003</c:v>
                </c:pt>
                <c:pt idx="19267">
                  <c:v>0.27080847147389991</c:v>
                </c:pt>
                <c:pt idx="19268">
                  <c:v>0.27080882665344935</c:v>
                </c:pt>
                <c:pt idx="19269">
                  <c:v>0.27081121452113094</c:v>
                </c:pt>
                <c:pt idx="19270">
                  <c:v>0.27081310415758647</c:v>
                </c:pt>
                <c:pt idx="19271">
                  <c:v>0.27082134707109745</c:v>
                </c:pt>
                <c:pt idx="19272">
                  <c:v>0.270833566057049</c:v>
                </c:pt>
                <c:pt idx="19273">
                  <c:v>0.27083515351624732</c:v>
                </c:pt>
                <c:pt idx="19274">
                  <c:v>0.27085411196235126</c:v>
                </c:pt>
                <c:pt idx="19275">
                  <c:v>0.27088136628433718</c:v>
                </c:pt>
                <c:pt idx="19276">
                  <c:v>0.2709095076938739</c:v>
                </c:pt>
                <c:pt idx="19277">
                  <c:v>0.27092929114492148</c:v>
                </c:pt>
                <c:pt idx="19278">
                  <c:v>0.27094005359453688</c:v>
                </c:pt>
                <c:pt idx="19279">
                  <c:v>0.27097680402246155</c:v>
                </c:pt>
                <c:pt idx="19280">
                  <c:v>0.2710504297809001</c:v>
                </c:pt>
                <c:pt idx="19281">
                  <c:v>0.27106860160056656</c:v>
                </c:pt>
                <c:pt idx="19282">
                  <c:v>0.27108446969980887</c:v>
                </c:pt>
                <c:pt idx="19283">
                  <c:v>0.2711237767824452</c:v>
                </c:pt>
                <c:pt idx="19284">
                  <c:v>0.27116381318545729</c:v>
                </c:pt>
                <c:pt idx="19285">
                  <c:v>0.2711892685708347</c:v>
                </c:pt>
                <c:pt idx="19286">
                  <c:v>0.27121968244885275</c:v>
                </c:pt>
                <c:pt idx="19287">
                  <c:v>0.27125220357430263</c:v>
                </c:pt>
                <c:pt idx="19288">
                  <c:v>0.27126242805723028</c:v>
                </c:pt>
                <c:pt idx="19289">
                  <c:v>0.2712703147174198</c:v>
                </c:pt>
                <c:pt idx="19290">
                  <c:v>0.271391061888897</c:v>
                </c:pt>
                <c:pt idx="19291">
                  <c:v>0.27142023429291534</c:v>
                </c:pt>
                <c:pt idx="19292">
                  <c:v>0.2714324431991782</c:v>
                </c:pt>
                <c:pt idx="19293">
                  <c:v>0.27143981189453092</c:v>
                </c:pt>
                <c:pt idx="19294">
                  <c:v>0.27147880757166942</c:v>
                </c:pt>
                <c:pt idx="19295">
                  <c:v>0.27148198856824851</c:v>
                </c:pt>
                <c:pt idx="19296">
                  <c:v>0.27150286141435559</c:v>
                </c:pt>
                <c:pt idx="19297">
                  <c:v>0.27152090828534414</c:v>
                </c:pt>
                <c:pt idx="19298">
                  <c:v>0.27153376628303361</c:v>
                </c:pt>
                <c:pt idx="19299">
                  <c:v>0.27154261618970471</c:v>
                </c:pt>
                <c:pt idx="19300">
                  <c:v>0.27155841676190778</c:v>
                </c:pt>
                <c:pt idx="19301">
                  <c:v>0.27156281993996495</c:v>
                </c:pt>
                <c:pt idx="19302">
                  <c:v>0.27156570288292387</c:v>
                </c:pt>
                <c:pt idx="19303">
                  <c:v>0.27158146148230072</c:v>
                </c:pt>
                <c:pt idx="19304">
                  <c:v>0.27160941858001103</c:v>
                </c:pt>
                <c:pt idx="19305">
                  <c:v>0.27163560639516499</c:v>
                </c:pt>
                <c:pt idx="19306">
                  <c:v>0.2717191341764309</c:v>
                </c:pt>
                <c:pt idx="19307">
                  <c:v>0.27172734192722864</c:v>
                </c:pt>
                <c:pt idx="19308">
                  <c:v>0.27173689155607378</c:v>
                </c:pt>
                <c:pt idx="19309">
                  <c:v>0.27178828973061769</c:v>
                </c:pt>
                <c:pt idx="19310">
                  <c:v>0.27180904460274863</c:v>
                </c:pt>
                <c:pt idx="19311">
                  <c:v>0.27181617704942374</c:v>
                </c:pt>
                <c:pt idx="19312">
                  <c:v>0.27181800179626792</c:v>
                </c:pt>
                <c:pt idx="19313">
                  <c:v>0.27185665703383638</c:v>
                </c:pt>
                <c:pt idx="19314">
                  <c:v>0.27187771309296394</c:v>
                </c:pt>
                <c:pt idx="19315">
                  <c:v>0.27188658943594457</c:v>
                </c:pt>
                <c:pt idx="19316">
                  <c:v>0.27189108597915901</c:v>
                </c:pt>
                <c:pt idx="19317">
                  <c:v>0.27189342741962058</c:v>
                </c:pt>
                <c:pt idx="19318">
                  <c:v>0.27190864233823714</c:v>
                </c:pt>
                <c:pt idx="19319">
                  <c:v>0.27191634431722195</c:v>
                </c:pt>
                <c:pt idx="19320">
                  <c:v>0.27194176679069665</c:v>
                </c:pt>
                <c:pt idx="19321">
                  <c:v>0.27194311051410819</c:v>
                </c:pt>
                <c:pt idx="19322">
                  <c:v>0.271949719755401</c:v>
                </c:pt>
                <c:pt idx="19323">
                  <c:v>0.27197963225632843</c:v>
                </c:pt>
                <c:pt idx="19324">
                  <c:v>0.27207972784998397</c:v>
                </c:pt>
                <c:pt idx="19325">
                  <c:v>0.27214466526454206</c:v>
                </c:pt>
                <c:pt idx="19326">
                  <c:v>0.27214665866381693</c:v>
                </c:pt>
                <c:pt idx="19327">
                  <c:v>0.27215396905670058</c:v>
                </c:pt>
                <c:pt idx="19328">
                  <c:v>0.27221744780524398</c:v>
                </c:pt>
                <c:pt idx="19329">
                  <c:v>0.27227035941911415</c:v>
                </c:pt>
                <c:pt idx="19330">
                  <c:v>0.27228259765674734</c:v>
                </c:pt>
                <c:pt idx="19331">
                  <c:v>0.27232665004348738</c:v>
                </c:pt>
                <c:pt idx="19332">
                  <c:v>0.27234737108465584</c:v>
                </c:pt>
                <c:pt idx="19333">
                  <c:v>0.27245113822311812</c:v>
                </c:pt>
                <c:pt idx="19334">
                  <c:v>0.27250531081614621</c:v>
                </c:pt>
                <c:pt idx="19335">
                  <c:v>0.27253736876386936</c:v>
                </c:pt>
                <c:pt idx="19336">
                  <c:v>0.272552484086031</c:v>
                </c:pt>
                <c:pt idx="19337">
                  <c:v>0.27255692927755532</c:v>
                </c:pt>
                <c:pt idx="19338">
                  <c:v>0.27260338108724458</c:v>
                </c:pt>
                <c:pt idx="19339">
                  <c:v>0.27263616495800702</c:v>
                </c:pt>
                <c:pt idx="19340">
                  <c:v>0.27268827269492057</c:v>
                </c:pt>
                <c:pt idx="19341">
                  <c:v>0.27276508705796776</c:v>
                </c:pt>
                <c:pt idx="19342">
                  <c:v>0.27276845826791574</c:v>
                </c:pt>
                <c:pt idx="19343">
                  <c:v>0.27278207259201154</c:v>
                </c:pt>
                <c:pt idx="19344">
                  <c:v>0.27284570940361474</c:v>
                </c:pt>
                <c:pt idx="19345">
                  <c:v>0.272855033275133</c:v>
                </c:pt>
                <c:pt idx="19346">
                  <c:v>0.27289696200047431</c:v>
                </c:pt>
                <c:pt idx="19347">
                  <c:v>0.27295429970236779</c:v>
                </c:pt>
                <c:pt idx="19348">
                  <c:v>0.27296456437939182</c:v>
                </c:pt>
                <c:pt idx="19349">
                  <c:v>0.27303485605293415</c:v>
                </c:pt>
                <c:pt idx="19350">
                  <c:v>0.27304010640800042</c:v>
                </c:pt>
                <c:pt idx="19351">
                  <c:v>0.27307851104992931</c:v>
                </c:pt>
                <c:pt idx="19352">
                  <c:v>0.27309133077052822</c:v>
                </c:pt>
                <c:pt idx="19353">
                  <c:v>0.27317554996034848</c:v>
                </c:pt>
                <c:pt idx="19354">
                  <c:v>0.27320957971382254</c:v>
                </c:pt>
                <c:pt idx="19355">
                  <c:v>0.27321650765575767</c:v>
                </c:pt>
                <c:pt idx="19356">
                  <c:v>0.27327259888141503</c:v>
                </c:pt>
                <c:pt idx="19357">
                  <c:v>0.27331289490719263</c:v>
                </c:pt>
                <c:pt idx="19358">
                  <c:v>0.2733173353150703</c:v>
                </c:pt>
                <c:pt idx="19359">
                  <c:v>0.27332843157209263</c:v>
                </c:pt>
                <c:pt idx="19360">
                  <c:v>0.27334611812346188</c:v>
                </c:pt>
                <c:pt idx="19361">
                  <c:v>0.27336540701205236</c:v>
                </c:pt>
                <c:pt idx="19362">
                  <c:v>0.27337143629220073</c:v>
                </c:pt>
                <c:pt idx="19363">
                  <c:v>0.27338124417684351</c:v>
                </c:pt>
                <c:pt idx="19364">
                  <c:v>0.27343780765382025</c:v>
                </c:pt>
                <c:pt idx="19365">
                  <c:v>0.27350810126005881</c:v>
                </c:pt>
                <c:pt idx="19366">
                  <c:v>0.27355418118872621</c:v>
                </c:pt>
                <c:pt idx="19367">
                  <c:v>0.27356533262050425</c:v>
                </c:pt>
                <c:pt idx="19368">
                  <c:v>0.2735701802469101</c:v>
                </c:pt>
                <c:pt idx="19369">
                  <c:v>0.27361415375226988</c:v>
                </c:pt>
                <c:pt idx="19370">
                  <c:v>0.27362957871876431</c:v>
                </c:pt>
                <c:pt idx="19371">
                  <c:v>0.27364498886104605</c:v>
                </c:pt>
                <c:pt idx="19372">
                  <c:v>0.27370994718473007</c:v>
                </c:pt>
                <c:pt idx="19373">
                  <c:v>0.27378414027833642</c:v>
                </c:pt>
                <c:pt idx="19374">
                  <c:v>0.27378593806282292</c:v>
                </c:pt>
                <c:pt idx="19375">
                  <c:v>0.27379835779406336</c:v>
                </c:pt>
                <c:pt idx="19376">
                  <c:v>0.27381754623308363</c:v>
                </c:pt>
                <c:pt idx="19377">
                  <c:v>0.27383017769955309</c:v>
                </c:pt>
                <c:pt idx="19378">
                  <c:v>0.27383212687989877</c:v>
                </c:pt>
                <c:pt idx="19379">
                  <c:v>0.27388950501986736</c:v>
                </c:pt>
                <c:pt idx="19380">
                  <c:v>0.27389590800426833</c:v>
                </c:pt>
                <c:pt idx="19381">
                  <c:v>0.27391923368904691</c:v>
                </c:pt>
                <c:pt idx="19382">
                  <c:v>0.27393569645275606</c:v>
                </c:pt>
                <c:pt idx="19383">
                  <c:v>0.27393858646905911</c:v>
                </c:pt>
                <c:pt idx="19384">
                  <c:v>0.27394258988488901</c:v>
                </c:pt>
                <c:pt idx="19385">
                  <c:v>0.27396635125469698</c:v>
                </c:pt>
                <c:pt idx="19386">
                  <c:v>0.27396650748711665</c:v>
                </c:pt>
                <c:pt idx="19387">
                  <c:v>0.27397461079124164</c:v>
                </c:pt>
                <c:pt idx="19388">
                  <c:v>0.27397881264452512</c:v>
                </c:pt>
                <c:pt idx="19389">
                  <c:v>0.27410067756113154</c:v>
                </c:pt>
                <c:pt idx="19390">
                  <c:v>0.27413555453549143</c:v>
                </c:pt>
                <c:pt idx="19391">
                  <c:v>0.27417399942976195</c:v>
                </c:pt>
                <c:pt idx="19392">
                  <c:v>0.27421729593985139</c:v>
                </c:pt>
                <c:pt idx="19393">
                  <c:v>0.27421933018416045</c:v>
                </c:pt>
                <c:pt idx="19394">
                  <c:v>0.27422046023199553</c:v>
                </c:pt>
                <c:pt idx="19395">
                  <c:v>0.27424359255609354</c:v>
                </c:pt>
                <c:pt idx="19396">
                  <c:v>0.27424610173303526</c:v>
                </c:pt>
                <c:pt idx="19397">
                  <c:v>0.27425561492812106</c:v>
                </c:pt>
                <c:pt idx="19398">
                  <c:v>0.27430042274470168</c:v>
                </c:pt>
                <c:pt idx="19399">
                  <c:v>0.27431546326357792</c:v>
                </c:pt>
                <c:pt idx="19400">
                  <c:v>0.27438697987113203</c:v>
                </c:pt>
                <c:pt idx="19401">
                  <c:v>0.27441539093685285</c:v>
                </c:pt>
                <c:pt idx="19402">
                  <c:v>0.27441914631419784</c:v>
                </c:pt>
                <c:pt idx="19403">
                  <c:v>0.27442852698634079</c:v>
                </c:pt>
                <c:pt idx="19404">
                  <c:v>0.27443206590865615</c:v>
                </c:pt>
                <c:pt idx="19405">
                  <c:v>0.27444460960851047</c:v>
                </c:pt>
                <c:pt idx="19406">
                  <c:v>0.27452807330024409</c:v>
                </c:pt>
                <c:pt idx="19407">
                  <c:v>0.27460321404057725</c:v>
                </c:pt>
                <c:pt idx="19408">
                  <c:v>0.27461040102241285</c:v>
                </c:pt>
                <c:pt idx="19409">
                  <c:v>0.27464679264311198</c:v>
                </c:pt>
                <c:pt idx="19410">
                  <c:v>0.27467756779816216</c:v>
                </c:pt>
                <c:pt idx="19411">
                  <c:v>0.27468845166924988</c:v>
                </c:pt>
                <c:pt idx="19412">
                  <c:v>0.27469367430476072</c:v>
                </c:pt>
                <c:pt idx="19413">
                  <c:v>0.27469982063704756</c:v>
                </c:pt>
                <c:pt idx="19414">
                  <c:v>0.2747983531312766</c:v>
                </c:pt>
                <c:pt idx="19415">
                  <c:v>0.27488860693032258</c:v>
                </c:pt>
                <c:pt idx="19416">
                  <c:v>0.27498130775799418</c:v>
                </c:pt>
                <c:pt idx="19417">
                  <c:v>0.27504320256211079</c:v>
                </c:pt>
                <c:pt idx="19418">
                  <c:v>0.27504421869364198</c:v>
                </c:pt>
                <c:pt idx="19419">
                  <c:v>0.27506804697612786</c:v>
                </c:pt>
                <c:pt idx="19420">
                  <c:v>0.27511515390361291</c:v>
                </c:pt>
                <c:pt idx="19421">
                  <c:v>0.27513528050778474</c:v>
                </c:pt>
                <c:pt idx="19422">
                  <c:v>0.27513572073148013</c:v>
                </c:pt>
                <c:pt idx="19423">
                  <c:v>0.2751778673142507</c:v>
                </c:pt>
                <c:pt idx="19424">
                  <c:v>0.27520240686826142</c:v>
                </c:pt>
                <c:pt idx="19425">
                  <c:v>0.27521189721558809</c:v>
                </c:pt>
                <c:pt idx="19426">
                  <c:v>0.27522360551802838</c:v>
                </c:pt>
                <c:pt idx="19427">
                  <c:v>0.2752316767458704</c:v>
                </c:pt>
                <c:pt idx="19428">
                  <c:v>0.27523735526631971</c:v>
                </c:pt>
                <c:pt idx="19429">
                  <c:v>0.27528902068159061</c:v>
                </c:pt>
                <c:pt idx="19430">
                  <c:v>0.27529833528178782</c:v>
                </c:pt>
                <c:pt idx="19431">
                  <c:v>0.27534955660863014</c:v>
                </c:pt>
                <c:pt idx="19432">
                  <c:v>0.27535280488224861</c:v>
                </c:pt>
                <c:pt idx="19433">
                  <c:v>0.27538258436928659</c:v>
                </c:pt>
                <c:pt idx="19434">
                  <c:v>0.27540315698689066</c:v>
                </c:pt>
                <c:pt idx="19435">
                  <c:v>0.27540388622234602</c:v>
                </c:pt>
                <c:pt idx="19436">
                  <c:v>0.27542134210246777</c:v>
                </c:pt>
                <c:pt idx="19437">
                  <c:v>0.27544976746119371</c:v>
                </c:pt>
                <c:pt idx="19438">
                  <c:v>0.27545712038066661</c:v>
                </c:pt>
                <c:pt idx="19439">
                  <c:v>0.27546412302651013</c:v>
                </c:pt>
                <c:pt idx="19440">
                  <c:v>0.27548449186929436</c:v>
                </c:pt>
                <c:pt idx="19441">
                  <c:v>0.2754936498420244</c:v>
                </c:pt>
                <c:pt idx="19442">
                  <c:v>0.27550141480161239</c:v>
                </c:pt>
                <c:pt idx="19443">
                  <c:v>0.27551249015691565</c:v>
                </c:pt>
                <c:pt idx="19444">
                  <c:v>0.27552107939391446</c:v>
                </c:pt>
                <c:pt idx="19445">
                  <c:v>0.27553822498762642</c:v>
                </c:pt>
                <c:pt idx="19446">
                  <c:v>0.27555137619820436</c:v>
                </c:pt>
                <c:pt idx="19447">
                  <c:v>0.27556402983077849</c:v>
                </c:pt>
                <c:pt idx="19448">
                  <c:v>0.2756031642401372</c:v>
                </c:pt>
                <c:pt idx="19449">
                  <c:v>0.27560953844185393</c:v>
                </c:pt>
                <c:pt idx="19450">
                  <c:v>0.27568027932115036</c:v>
                </c:pt>
                <c:pt idx="19451">
                  <c:v>0.27568109111382744</c:v>
                </c:pt>
                <c:pt idx="19452">
                  <c:v>0.27568380388674152</c:v>
                </c:pt>
                <c:pt idx="19453">
                  <c:v>0.27570379865805172</c:v>
                </c:pt>
                <c:pt idx="19454">
                  <c:v>0.27570766052102086</c:v>
                </c:pt>
                <c:pt idx="19455">
                  <c:v>0.27571868931109</c:v>
                </c:pt>
                <c:pt idx="19456">
                  <c:v>0.27572117812524083</c:v>
                </c:pt>
                <c:pt idx="19457">
                  <c:v>0.27573311524907446</c:v>
                </c:pt>
                <c:pt idx="19458">
                  <c:v>0.27580273137064731</c:v>
                </c:pt>
                <c:pt idx="19459">
                  <c:v>0.27580984654533713</c:v>
                </c:pt>
                <c:pt idx="19460">
                  <c:v>0.2758601013170211</c:v>
                </c:pt>
                <c:pt idx="19461">
                  <c:v>0.27587786606054227</c:v>
                </c:pt>
                <c:pt idx="19462">
                  <c:v>0.27589207786093778</c:v>
                </c:pt>
                <c:pt idx="19463">
                  <c:v>0.27591782849719027</c:v>
                </c:pt>
                <c:pt idx="19464">
                  <c:v>0.27594598079682126</c:v>
                </c:pt>
                <c:pt idx="19465">
                  <c:v>0.27595554530134853</c:v>
                </c:pt>
                <c:pt idx="19466">
                  <c:v>0.27596192620075277</c:v>
                </c:pt>
                <c:pt idx="19467">
                  <c:v>0.27603533442970324</c:v>
                </c:pt>
                <c:pt idx="19468">
                  <c:v>0.27603553355961774</c:v>
                </c:pt>
                <c:pt idx="19469">
                  <c:v>0.27606323619929418</c:v>
                </c:pt>
                <c:pt idx="19470">
                  <c:v>0.27607311344993102</c:v>
                </c:pt>
                <c:pt idx="19471">
                  <c:v>0.27607524880780748</c:v>
                </c:pt>
                <c:pt idx="19472">
                  <c:v>0.27610791542528557</c:v>
                </c:pt>
                <c:pt idx="19473">
                  <c:v>0.27611114876207865</c:v>
                </c:pt>
                <c:pt idx="19474">
                  <c:v>0.27617652330662296</c:v>
                </c:pt>
                <c:pt idx="19475">
                  <c:v>0.27621376797077951</c:v>
                </c:pt>
                <c:pt idx="19476">
                  <c:v>0.27624752661123969</c:v>
                </c:pt>
                <c:pt idx="19477">
                  <c:v>0.27625238652090933</c:v>
                </c:pt>
                <c:pt idx="19478">
                  <c:v>0.27630605041090084</c:v>
                </c:pt>
                <c:pt idx="19479">
                  <c:v>0.27630778763648034</c:v>
                </c:pt>
                <c:pt idx="19480">
                  <c:v>0.27637824393334592</c:v>
                </c:pt>
                <c:pt idx="19481">
                  <c:v>0.27637864206639134</c:v>
                </c:pt>
                <c:pt idx="19482">
                  <c:v>0.27638342400409738</c:v>
                </c:pt>
                <c:pt idx="19483">
                  <c:v>0.27647568572995751</c:v>
                </c:pt>
                <c:pt idx="19484">
                  <c:v>0.27649123270367487</c:v>
                </c:pt>
                <c:pt idx="19485">
                  <c:v>0.27649443044856936</c:v>
                </c:pt>
                <c:pt idx="19486">
                  <c:v>0.27650506628352178</c:v>
                </c:pt>
                <c:pt idx="19487">
                  <c:v>0.27654618354258353</c:v>
                </c:pt>
                <c:pt idx="19488">
                  <c:v>0.27656526683704441</c:v>
                </c:pt>
                <c:pt idx="19489">
                  <c:v>0.2766324083772036</c:v>
                </c:pt>
                <c:pt idx="19490">
                  <c:v>0.27666353217670714</c:v>
                </c:pt>
                <c:pt idx="19491">
                  <c:v>0.2766807901656117</c:v>
                </c:pt>
                <c:pt idx="19492">
                  <c:v>0.27672968409388898</c:v>
                </c:pt>
                <c:pt idx="19493">
                  <c:v>0.27678142533956862</c:v>
                </c:pt>
                <c:pt idx="19494">
                  <c:v>0.27679523296081948</c:v>
                </c:pt>
                <c:pt idx="19495">
                  <c:v>0.27679911342505126</c:v>
                </c:pt>
                <c:pt idx="19496">
                  <c:v>0.27682452514091532</c:v>
                </c:pt>
                <c:pt idx="19497">
                  <c:v>0.27683064754689435</c:v>
                </c:pt>
                <c:pt idx="19498">
                  <c:v>0.27683764581139214</c:v>
                </c:pt>
                <c:pt idx="19499">
                  <c:v>0.27683805845718507</c:v>
                </c:pt>
                <c:pt idx="19500">
                  <c:v>0.27684247801702061</c:v>
                </c:pt>
                <c:pt idx="19501">
                  <c:v>0.27688937721955426</c:v>
                </c:pt>
                <c:pt idx="19502">
                  <c:v>0.27693845971697101</c:v>
                </c:pt>
                <c:pt idx="19503">
                  <c:v>0.27694215183204829</c:v>
                </c:pt>
                <c:pt idx="19504">
                  <c:v>0.27696128726276331</c:v>
                </c:pt>
                <c:pt idx="19505">
                  <c:v>0.27696186622938263</c:v>
                </c:pt>
                <c:pt idx="19506">
                  <c:v>0.27696911799925916</c:v>
                </c:pt>
                <c:pt idx="19507">
                  <c:v>0.27703899781602831</c:v>
                </c:pt>
                <c:pt idx="19508">
                  <c:v>0.27705979568295525</c:v>
                </c:pt>
                <c:pt idx="19509">
                  <c:v>0.27711048392812426</c:v>
                </c:pt>
                <c:pt idx="19510">
                  <c:v>0.277146192011332</c:v>
                </c:pt>
                <c:pt idx="19511">
                  <c:v>0.27715176856988738</c:v>
                </c:pt>
                <c:pt idx="19512">
                  <c:v>0.27717317383226536</c:v>
                </c:pt>
                <c:pt idx="19513">
                  <c:v>0.27730968091404629</c:v>
                </c:pt>
                <c:pt idx="19514">
                  <c:v>0.27731213070201766</c:v>
                </c:pt>
                <c:pt idx="19515">
                  <c:v>0.27740238511452453</c:v>
                </c:pt>
                <c:pt idx="19516">
                  <c:v>0.27743127652738597</c:v>
                </c:pt>
                <c:pt idx="19517">
                  <c:v>0.27743870645680918</c:v>
                </c:pt>
                <c:pt idx="19518">
                  <c:v>0.27747254056049181</c:v>
                </c:pt>
                <c:pt idx="19519">
                  <c:v>0.27748007907523686</c:v>
                </c:pt>
                <c:pt idx="19520">
                  <c:v>0.27748849204155324</c:v>
                </c:pt>
                <c:pt idx="19521">
                  <c:v>0.27749089380685787</c:v>
                </c:pt>
                <c:pt idx="19522">
                  <c:v>0.27759257972970935</c:v>
                </c:pt>
                <c:pt idx="19523">
                  <c:v>0.27764697997131776</c:v>
                </c:pt>
                <c:pt idx="19524">
                  <c:v>0.27766879605592248</c:v>
                </c:pt>
                <c:pt idx="19525">
                  <c:v>0.27767345928633314</c:v>
                </c:pt>
                <c:pt idx="19526">
                  <c:v>0.27768744207136542</c:v>
                </c:pt>
                <c:pt idx="19527">
                  <c:v>0.27774231936134558</c:v>
                </c:pt>
                <c:pt idx="19528">
                  <c:v>0.27776861040677775</c:v>
                </c:pt>
                <c:pt idx="19529">
                  <c:v>0.27788898614829644</c:v>
                </c:pt>
                <c:pt idx="19530">
                  <c:v>0.27793811507849275</c:v>
                </c:pt>
                <c:pt idx="19531">
                  <c:v>0.27795228889449525</c:v>
                </c:pt>
                <c:pt idx="19532">
                  <c:v>0.27799077414154999</c:v>
                </c:pt>
                <c:pt idx="19533">
                  <c:v>0.27800284694261451</c:v>
                </c:pt>
                <c:pt idx="19534">
                  <c:v>0.27800446044609162</c:v>
                </c:pt>
                <c:pt idx="19535">
                  <c:v>0.27800469183438958</c:v>
                </c:pt>
                <c:pt idx="19536">
                  <c:v>0.27801496246866769</c:v>
                </c:pt>
                <c:pt idx="19537">
                  <c:v>0.27801612118703556</c:v>
                </c:pt>
                <c:pt idx="19538">
                  <c:v>0.27803413996835052</c:v>
                </c:pt>
                <c:pt idx="19539">
                  <c:v>0.27803889828842071</c:v>
                </c:pt>
                <c:pt idx="19540">
                  <c:v>0.27809526009436514</c:v>
                </c:pt>
                <c:pt idx="19541">
                  <c:v>0.27810354636243823</c:v>
                </c:pt>
                <c:pt idx="19542">
                  <c:v>0.27810754000536647</c:v>
                </c:pt>
                <c:pt idx="19543">
                  <c:v>0.27812496968407191</c:v>
                </c:pt>
                <c:pt idx="19544">
                  <c:v>0.27813956471843043</c:v>
                </c:pt>
                <c:pt idx="19545">
                  <c:v>0.27815368322914347</c:v>
                </c:pt>
                <c:pt idx="19546">
                  <c:v>0.27815449428187305</c:v>
                </c:pt>
                <c:pt idx="19547">
                  <c:v>0.27817926936700121</c:v>
                </c:pt>
                <c:pt idx="19548">
                  <c:v>0.27819358022763502</c:v>
                </c:pt>
                <c:pt idx="19549">
                  <c:v>0.27821745975394996</c:v>
                </c:pt>
                <c:pt idx="19550">
                  <c:v>0.27823755147504525</c:v>
                </c:pt>
                <c:pt idx="19551">
                  <c:v>0.27828492996818316</c:v>
                </c:pt>
                <c:pt idx="19552">
                  <c:v>0.27830513485456299</c:v>
                </c:pt>
                <c:pt idx="19553">
                  <c:v>0.27831571095654606</c:v>
                </c:pt>
                <c:pt idx="19554">
                  <c:v>0.27837432360155051</c:v>
                </c:pt>
                <c:pt idx="19555">
                  <c:v>0.27842770280095774</c:v>
                </c:pt>
                <c:pt idx="19556">
                  <c:v>0.27843678062081362</c:v>
                </c:pt>
                <c:pt idx="19557">
                  <c:v>0.27844880873633954</c:v>
                </c:pt>
                <c:pt idx="19558">
                  <c:v>0.27845058309263004</c:v>
                </c:pt>
                <c:pt idx="19559">
                  <c:v>0.27846153180521682</c:v>
                </c:pt>
                <c:pt idx="19560">
                  <c:v>0.27848649829581473</c:v>
                </c:pt>
                <c:pt idx="19561">
                  <c:v>0.27849702729039133</c:v>
                </c:pt>
                <c:pt idx="19562">
                  <c:v>0.2785067171431207</c:v>
                </c:pt>
                <c:pt idx="19563">
                  <c:v>0.27851013872069169</c:v>
                </c:pt>
                <c:pt idx="19564">
                  <c:v>0.27852041496594909</c:v>
                </c:pt>
                <c:pt idx="19565">
                  <c:v>0.27855890291118224</c:v>
                </c:pt>
                <c:pt idx="19566">
                  <c:v>0.27855913019667256</c:v>
                </c:pt>
                <c:pt idx="19567">
                  <c:v>0.27857973360290644</c:v>
                </c:pt>
                <c:pt idx="19568">
                  <c:v>0.27859696701698583</c:v>
                </c:pt>
                <c:pt idx="19569">
                  <c:v>0.27861340566955872</c:v>
                </c:pt>
                <c:pt idx="19570">
                  <c:v>0.27862021298917389</c:v>
                </c:pt>
                <c:pt idx="19571">
                  <c:v>0.27862095911445089</c:v>
                </c:pt>
                <c:pt idx="19572">
                  <c:v>0.27862982718257412</c:v>
                </c:pt>
                <c:pt idx="19573">
                  <c:v>0.27863565311229965</c:v>
                </c:pt>
                <c:pt idx="19574">
                  <c:v>0.27866211827854359</c:v>
                </c:pt>
                <c:pt idx="19575">
                  <c:v>0.27867478754391528</c:v>
                </c:pt>
                <c:pt idx="19576">
                  <c:v>0.278796186828911</c:v>
                </c:pt>
                <c:pt idx="19577">
                  <c:v>0.27885012055246622</c:v>
                </c:pt>
                <c:pt idx="19578">
                  <c:v>0.27887830283614051</c:v>
                </c:pt>
                <c:pt idx="19579">
                  <c:v>0.27890193835876287</c:v>
                </c:pt>
                <c:pt idx="19580">
                  <c:v>0.27892481334312119</c:v>
                </c:pt>
                <c:pt idx="19581">
                  <c:v>0.27896453573722607</c:v>
                </c:pt>
                <c:pt idx="19582">
                  <c:v>0.27897708613597461</c:v>
                </c:pt>
                <c:pt idx="19583">
                  <c:v>0.27898081561148047</c:v>
                </c:pt>
                <c:pt idx="19584">
                  <c:v>0.2790962916009847</c:v>
                </c:pt>
                <c:pt idx="19585">
                  <c:v>0.27910151468829864</c:v>
                </c:pt>
                <c:pt idx="19586">
                  <c:v>0.27912214777343552</c:v>
                </c:pt>
                <c:pt idx="19587">
                  <c:v>0.2791542080932905</c:v>
                </c:pt>
                <c:pt idx="19588">
                  <c:v>0.27915450577863221</c:v>
                </c:pt>
                <c:pt idx="19589">
                  <c:v>0.27915674640502314</c:v>
                </c:pt>
                <c:pt idx="19590">
                  <c:v>0.27915846871961991</c:v>
                </c:pt>
                <c:pt idx="19591">
                  <c:v>0.27917468313555538</c:v>
                </c:pt>
                <c:pt idx="19592">
                  <c:v>0.2791790609234216</c:v>
                </c:pt>
                <c:pt idx="19593">
                  <c:v>0.2792177795585285</c:v>
                </c:pt>
                <c:pt idx="19594">
                  <c:v>0.27926619276683556</c:v>
                </c:pt>
                <c:pt idx="19595">
                  <c:v>0.27927928878204072</c:v>
                </c:pt>
                <c:pt idx="19596">
                  <c:v>0.27928346735920395</c:v>
                </c:pt>
                <c:pt idx="19597">
                  <c:v>0.27929608099315967</c:v>
                </c:pt>
                <c:pt idx="19598">
                  <c:v>0.27935817656586204</c:v>
                </c:pt>
                <c:pt idx="19599">
                  <c:v>0.27937171881155576</c:v>
                </c:pt>
                <c:pt idx="19600">
                  <c:v>0.27938874905873318</c:v>
                </c:pt>
                <c:pt idx="19601">
                  <c:v>0.27943369308664928</c:v>
                </c:pt>
                <c:pt idx="19602">
                  <c:v>0.27943601508574617</c:v>
                </c:pt>
                <c:pt idx="19603">
                  <c:v>0.27945058093302438</c:v>
                </c:pt>
                <c:pt idx="19604">
                  <c:v>0.27945819858322318</c:v>
                </c:pt>
                <c:pt idx="19605">
                  <c:v>0.27948006774620077</c:v>
                </c:pt>
                <c:pt idx="19606">
                  <c:v>0.27948656974791208</c:v>
                </c:pt>
                <c:pt idx="19607">
                  <c:v>0.27952191603491838</c:v>
                </c:pt>
                <c:pt idx="19608">
                  <c:v>0.27953561205145788</c:v>
                </c:pt>
                <c:pt idx="19609">
                  <c:v>0.27957599599999966</c:v>
                </c:pt>
                <c:pt idx="19610">
                  <c:v>0.27957875679312372</c:v>
                </c:pt>
                <c:pt idx="19611">
                  <c:v>0.27958216205246039</c:v>
                </c:pt>
                <c:pt idx="19612">
                  <c:v>0.27962567796920251</c:v>
                </c:pt>
                <c:pt idx="19613">
                  <c:v>0.27966345944186777</c:v>
                </c:pt>
                <c:pt idx="19614">
                  <c:v>0.27968735088953395</c:v>
                </c:pt>
                <c:pt idx="19615">
                  <c:v>0.27971762018127916</c:v>
                </c:pt>
                <c:pt idx="19616">
                  <c:v>0.27974096621367778</c:v>
                </c:pt>
                <c:pt idx="19617">
                  <c:v>0.27979518865380709</c:v>
                </c:pt>
                <c:pt idx="19618">
                  <c:v>0.27983208135565629</c:v>
                </c:pt>
                <c:pt idx="19619">
                  <c:v>0.27983277586375105</c:v>
                </c:pt>
                <c:pt idx="19620">
                  <c:v>0.27984185414933282</c:v>
                </c:pt>
                <c:pt idx="19621">
                  <c:v>0.27986299316420821</c:v>
                </c:pt>
                <c:pt idx="19622">
                  <c:v>0.2799017551865855</c:v>
                </c:pt>
                <c:pt idx="19623">
                  <c:v>0.27991562468029829</c:v>
                </c:pt>
                <c:pt idx="19624">
                  <c:v>0.27994035436211467</c:v>
                </c:pt>
                <c:pt idx="19625">
                  <c:v>0.28000107155092319</c:v>
                </c:pt>
                <c:pt idx="19626">
                  <c:v>0.28000132948075063</c:v>
                </c:pt>
                <c:pt idx="19627">
                  <c:v>0.28001119306412808</c:v>
                </c:pt>
                <c:pt idx="19628">
                  <c:v>0.2800621514100331</c:v>
                </c:pt>
                <c:pt idx="19629">
                  <c:v>0.28008572581161878</c:v>
                </c:pt>
                <c:pt idx="19630">
                  <c:v>0.28009407683133913</c:v>
                </c:pt>
                <c:pt idx="19631">
                  <c:v>0.28013695780224712</c:v>
                </c:pt>
                <c:pt idx="19632">
                  <c:v>0.28021911795978904</c:v>
                </c:pt>
                <c:pt idx="19633">
                  <c:v>0.28027155770647277</c:v>
                </c:pt>
                <c:pt idx="19634">
                  <c:v>0.28029322045498517</c:v>
                </c:pt>
                <c:pt idx="19635">
                  <c:v>0.28030374868827468</c:v>
                </c:pt>
                <c:pt idx="19636">
                  <c:v>0.28032520544437545</c:v>
                </c:pt>
                <c:pt idx="19637">
                  <c:v>0.28033585054505511</c:v>
                </c:pt>
                <c:pt idx="19638">
                  <c:v>0.28035654825483075</c:v>
                </c:pt>
                <c:pt idx="19639">
                  <c:v>0.28040444649831531</c:v>
                </c:pt>
                <c:pt idx="19640">
                  <c:v>0.28041986496545024</c:v>
                </c:pt>
                <c:pt idx="19641">
                  <c:v>0.28050563155079949</c:v>
                </c:pt>
                <c:pt idx="19642">
                  <c:v>0.2805364597436612</c:v>
                </c:pt>
                <c:pt idx="19643">
                  <c:v>0.28054622347644448</c:v>
                </c:pt>
                <c:pt idx="19644">
                  <c:v>0.28055577295508666</c:v>
                </c:pt>
                <c:pt idx="19645">
                  <c:v>0.28056043302191341</c:v>
                </c:pt>
                <c:pt idx="19646">
                  <c:v>0.28056513036853525</c:v>
                </c:pt>
                <c:pt idx="19647">
                  <c:v>0.28057125535781119</c:v>
                </c:pt>
                <c:pt idx="19648">
                  <c:v>0.28059936009017922</c:v>
                </c:pt>
                <c:pt idx="19649">
                  <c:v>0.28060150830644637</c:v>
                </c:pt>
                <c:pt idx="19650">
                  <c:v>0.28063284484203893</c:v>
                </c:pt>
                <c:pt idx="19651">
                  <c:v>0.28067161574571109</c:v>
                </c:pt>
                <c:pt idx="19652">
                  <c:v>0.28073132171534715</c:v>
                </c:pt>
                <c:pt idx="19653">
                  <c:v>0.28073596988719429</c:v>
                </c:pt>
                <c:pt idx="19654">
                  <c:v>0.28076385304212831</c:v>
                </c:pt>
                <c:pt idx="19655">
                  <c:v>0.28077544090005008</c:v>
                </c:pt>
                <c:pt idx="19656">
                  <c:v>0.28080324797168904</c:v>
                </c:pt>
                <c:pt idx="19657">
                  <c:v>0.28080423715338854</c:v>
                </c:pt>
                <c:pt idx="19658">
                  <c:v>0.28081938819230901</c:v>
                </c:pt>
                <c:pt idx="19659">
                  <c:v>0.28081942117691522</c:v>
                </c:pt>
                <c:pt idx="19660">
                  <c:v>0.28086597308026812</c:v>
                </c:pt>
                <c:pt idx="19661">
                  <c:v>0.28087225588023168</c:v>
                </c:pt>
                <c:pt idx="19662">
                  <c:v>0.28088535372134876</c:v>
                </c:pt>
                <c:pt idx="19663">
                  <c:v>0.28090018278469386</c:v>
                </c:pt>
                <c:pt idx="19664">
                  <c:v>0.28091658949292625</c:v>
                </c:pt>
                <c:pt idx="19665">
                  <c:v>0.2809515750420653</c:v>
                </c:pt>
                <c:pt idx="19666">
                  <c:v>0.2809965810072696</c:v>
                </c:pt>
                <c:pt idx="19667">
                  <c:v>0.28100567595450354</c:v>
                </c:pt>
                <c:pt idx="19668">
                  <c:v>0.28101995625812598</c:v>
                </c:pt>
                <c:pt idx="19669">
                  <c:v>0.2810502866136193</c:v>
                </c:pt>
                <c:pt idx="19670">
                  <c:v>0.2810672277872126</c:v>
                </c:pt>
                <c:pt idx="19671">
                  <c:v>0.28106732582561994</c:v>
                </c:pt>
                <c:pt idx="19672">
                  <c:v>0.28108065262660203</c:v>
                </c:pt>
                <c:pt idx="19673">
                  <c:v>0.28111603194377033</c:v>
                </c:pt>
                <c:pt idx="19674">
                  <c:v>0.28114744420283039</c:v>
                </c:pt>
                <c:pt idx="19675">
                  <c:v>0.28120521769493967</c:v>
                </c:pt>
                <c:pt idx="19676">
                  <c:v>0.28126404661773086</c:v>
                </c:pt>
                <c:pt idx="19677">
                  <c:v>0.28133021772824263</c:v>
                </c:pt>
                <c:pt idx="19678">
                  <c:v>0.28134514692603718</c:v>
                </c:pt>
                <c:pt idx="19679">
                  <c:v>0.28137546829519405</c:v>
                </c:pt>
                <c:pt idx="19680">
                  <c:v>0.28143287020635982</c:v>
                </c:pt>
                <c:pt idx="19681">
                  <c:v>0.28145609567250662</c:v>
                </c:pt>
                <c:pt idx="19682">
                  <c:v>0.2814736659511809</c:v>
                </c:pt>
                <c:pt idx="19683">
                  <c:v>0.2814919872644629</c:v>
                </c:pt>
                <c:pt idx="19684">
                  <c:v>0.28151150560039834</c:v>
                </c:pt>
                <c:pt idx="19685">
                  <c:v>0.28153196255983315</c:v>
                </c:pt>
                <c:pt idx="19686">
                  <c:v>0.28153877935493604</c:v>
                </c:pt>
                <c:pt idx="19687">
                  <c:v>0.28153901577691753</c:v>
                </c:pt>
                <c:pt idx="19688">
                  <c:v>0.28156391783283269</c:v>
                </c:pt>
                <c:pt idx="19689">
                  <c:v>0.28160456875686424</c:v>
                </c:pt>
                <c:pt idx="19690">
                  <c:v>0.28161581770255439</c:v>
                </c:pt>
                <c:pt idx="19691">
                  <c:v>0.28163564663731327</c:v>
                </c:pt>
                <c:pt idx="19692">
                  <c:v>0.28163603769885687</c:v>
                </c:pt>
                <c:pt idx="19693">
                  <c:v>0.28166519591722738</c:v>
                </c:pt>
                <c:pt idx="19694">
                  <c:v>0.28170722056681441</c:v>
                </c:pt>
                <c:pt idx="19695">
                  <c:v>0.28176888315318288</c:v>
                </c:pt>
                <c:pt idx="19696">
                  <c:v>0.28177569389342361</c:v>
                </c:pt>
                <c:pt idx="19697">
                  <c:v>0.28180077620455962</c:v>
                </c:pt>
                <c:pt idx="19698">
                  <c:v>0.28182880925000708</c:v>
                </c:pt>
                <c:pt idx="19699">
                  <c:v>0.28184803921857432</c:v>
                </c:pt>
                <c:pt idx="19700">
                  <c:v>0.28184882577001125</c:v>
                </c:pt>
                <c:pt idx="19701">
                  <c:v>0.28186121855809493</c:v>
                </c:pt>
                <c:pt idx="19702">
                  <c:v>0.28188309304305453</c:v>
                </c:pt>
                <c:pt idx="19703">
                  <c:v>0.28191572420488592</c:v>
                </c:pt>
                <c:pt idx="19704">
                  <c:v>0.28195197236484665</c:v>
                </c:pt>
                <c:pt idx="19705">
                  <c:v>0.28197846127366127</c:v>
                </c:pt>
                <c:pt idx="19706">
                  <c:v>0.28211969483343846</c:v>
                </c:pt>
                <c:pt idx="19707">
                  <c:v>0.28213398893184649</c:v>
                </c:pt>
                <c:pt idx="19708">
                  <c:v>0.2821480299587299</c:v>
                </c:pt>
                <c:pt idx="19709">
                  <c:v>0.28217039215175388</c:v>
                </c:pt>
                <c:pt idx="19710">
                  <c:v>0.28217722990690869</c:v>
                </c:pt>
                <c:pt idx="19711">
                  <c:v>0.28220218772400307</c:v>
                </c:pt>
                <c:pt idx="19712">
                  <c:v>0.28220538259043271</c:v>
                </c:pt>
                <c:pt idx="19713">
                  <c:v>0.28222424284962216</c:v>
                </c:pt>
                <c:pt idx="19714">
                  <c:v>0.28236566705912614</c:v>
                </c:pt>
                <c:pt idx="19715">
                  <c:v>0.28238109638175091</c:v>
                </c:pt>
                <c:pt idx="19716">
                  <c:v>0.28239281109228004</c:v>
                </c:pt>
                <c:pt idx="19717">
                  <c:v>0.28241553751262655</c:v>
                </c:pt>
                <c:pt idx="19718">
                  <c:v>0.28244381816626307</c:v>
                </c:pt>
                <c:pt idx="19719">
                  <c:v>0.2824456332574164</c:v>
                </c:pt>
                <c:pt idx="19720">
                  <c:v>0.28246054113556035</c:v>
                </c:pt>
                <c:pt idx="19721">
                  <c:v>0.28246666152259331</c:v>
                </c:pt>
                <c:pt idx="19722">
                  <c:v>0.28252402076463601</c:v>
                </c:pt>
                <c:pt idx="19723">
                  <c:v>0.28254154546413235</c:v>
                </c:pt>
                <c:pt idx="19724">
                  <c:v>0.2825703536334932</c:v>
                </c:pt>
                <c:pt idx="19725">
                  <c:v>0.28259314498018917</c:v>
                </c:pt>
                <c:pt idx="19726">
                  <c:v>0.28260133926423786</c:v>
                </c:pt>
                <c:pt idx="19727">
                  <c:v>0.28270851072140446</c:v>
                </c:pt>
                <c:pt idx="19728">
                  <c:v>0.28276338570577786</c:v>
                </c:pt>
                <c:pt idx="19729">
                  <c:v>0.28278911926730349</c:v>
                </c:pt>
                <c:pt idx="19730">
                  <c:v>0.28284949737127513</c:v>
                </c:pt>
                <c:pt idx="19731">
                  <c:v>0.28285108428342076</c:v>
                </c:pt>
                <c:pt idx="19732">
                  <c:v>0.28290399334458965</c:v>
                </c:pt>
                <c:pt idx="19733">
                  <c:v>0.28290558682238098</c:v>
                </c:pt>
                <c:pt idx="19734">
                  <c:v>0.2829103018106176</c:v>
                </c:pt>
                <c:pt idx="19735">
                  <c:v>0.28292166516010903</c:v>
                </c:pt>
                <c:pt idx="19736">
                  <c:v>0.28297975853745427</c:v>
                </c:pt>
                <c:pt idx="19737">
                  <c:v>0.28300085865624075</c:v>
                </c:pt>
                <c:pt idx="19738">
                  <c:v>0.28303478379161928</c:v>
                </c:pt>
                <c:pt idx="19739">
                  <c:v>0.28304187779010098</c:v>
                </c:pt>
                <c:pt idx="19740">
                  <c:v>0.28306840803770911</c:v>
                </c:pt>
                <c:pt idx="19741">
                  <c:v>0.28307749235715246</c:v>
                </c:pt>
                <c:pt idx="19742">
                  <c:v>0.28309802925793442</c:v>
                </c:pt>
                <c:pt idx="19743">
                  <c:v>0.28312048343266905</c:v>
                </c:pt>
                <c:pt idx="19744">
                  <c:v>0.28313733321823698</c:v>
                </c:pt>
                <c:pt idx="19745">
                  <c:v>0.28316499913076948</c:v>
                </c:pt>
                <c:pt idx="19746">
                  <c:v>0.28322245740977287</c:v>
                </c:pt>
                <c:pt idx="19747">
                  <c:v>0.28327448893420654</c:v>
                </c:pt>
                <c:pt idx="19748">
                  <c:v>0.28331745992981899</c:v>
                </c:pt>
                <c:pt idx="19749">
                  <c:v>0.28337864260617013</c:v>
                </c:pt>
                <c:pt idx="19750">
                  <c:v>0.28339677792052131</c:v>
                </c:pt>
                <c:pt idx="19751">
                  <c:v>0.28345438942734086</c:v>
                </c:pt>
                <c:pt idx="19752">
                  <c:v>0.28350519547806685</c:v>
                </c:pt>
                <c:pt idx="19753">
                  <c:v>0.28355371426759524</c:v>
                </c:pt>
                <c:pt idx="19754">
                  <c:v>0.28358256479989313</c:v>
                </c:pt>
                <c:pt idx="19755">
                  <c:v>0.28360409136286929</c:v>
                </c:pt>
                <c:pt idx="19756">
                  <c:v>0.28361730281037523</c:v>
                </c:pt>
                <c:pt idx="19757">
                  <c:v>0.28362541032396266</c:v>
                </c:pt>
                <c:pt idx="19758">
                  <c:v>0.28362616189454842</c:v>
                </c:pt>
                <c:pt idx="19759">
                  <c:v>0.28363224326121866</c:v>
                </c:pt>
                <c:pt idx="19760">
                  <c:v>0.28366634772243055</c:v>
                </c:pt>
                <c:pt idx="19761">
                  <c:v>0.28369094573012732</c:v>
                </c:pt>
                <c:pt idx="19762">
                  <c:v>0.28371762442481657</c:v>
                </c:pt>
                <c:pt idx="19763">
                  <c:v>0.28376174675393262</c:v>
                </c:pt>
                <c:pt idx="19764">
                  <c:v>0.28376936002211517</c:v>
                </c:pt>
                <c:pt idx="19765">
                  <c:v>0.28377709447043747</c:v>
                </c:pt>
                <c:pt idx="19766">
                  <c:v>0.28378584277278412</c:v>
                </c:pt>
                <c:pt idx="19767">
                  <c:v>0.28379709871653586</c:v>
                </c:pt>
                <c:pt idx="19768">
                  <c:v>0.28380512980921907</c:v>
                </c:pt>
                <c:pt idx="19769">
                  <c:v>0.28386593769450846</c:v>
                </c:pt>
                <c:pt idx="19770">
                  <c:v>0.28386943909326989</c:v>
                </c:pt>
                <c:pt idx="19771">
                  <c:v>0.28389772581807909</c:v>
                </c:pt>
                <c:pt idx="19772">
                  <c:v>0.28391567258698319</c:v>
                </c:pt>
                <c:pt idx="19773">
                  <c:v>0.28396156973087261</c:v>
                </c:pt>
                <c:pt idx="19774">
                  <c:v>0.28396289428287791</c:v>
                </c:pt>
                <c:pt idx="19775">
                  <c:v>0.28398431102171873</c:v>
                </c:pt>
                <c:pt idx="19776">
                  <c:v>0.28399551143523999</c:v>
                </c:pt>
                <c:pt idx="19777">
                  <c:v>0.28402376767314896</c:v>
                </c:pt>
                <c:pt idx="19778">
                  <c:v>0.28404601821614722</c:v>
                </c:pt>
                <c:pt idx="19779">
                  <c:v>0.28408649805053215</c:v>
                </c:pt>
                <c:pt idx="19780">
                  <c:v>0.28414562848100122</c:v>
                </c:pt>
                <c:pt idx="19781">
                  <c:v>0.28417244455866014</c:v>
                </c:pt>
                <c:pt idx="19782">
                  <c:v>0.28420731439241548</c:v>
                </c:pt>
                <c:pt idx="19783">
                  <c:v>0.28420895397523049</c:v>
                </c:pt>
                <c:pt idx="19784">
                  <c:v>0.28422033362391619</c:v>
                </c:pt>
                <c:pt idx="19785">
                  <c:v>0.28425862143644737</c:v>
                </c:pt>
                <c:pt idx="19786">
                  <c:v>0.28428766573970238</c:v>
                </c:pt>
                <c:pt idx="19787">
                  <c:v>0.2842998957666325</c:v>
                </c:pt>
                <c:pt idx="19788">
                  <c:v>0.28431287218264517</c:v>
                </c:pt>
                <c:pt idx="19789">
                  <c:v>0.28435724917763583</c:v>
                </c:pt>
                <c:pt idx="19790">
                  <c:v>0.28439273483238908</c:v>
                </c:pt>
                <c:pt idx="19791">
                  <c:v>0.28440581467496662</c:v>
                </c:pt>
                <c:pt idx="19792">
                  <c:v>0.28442824741020539</c:v>
                </c:pt>
                <c:pt idx="19793">
                  <c:v>0.2844466779312454</c:v>
                </c:pt>
                <c:pt idx="19794">
                  <c:v>0.28450364877562911</c:v>
                </c:pt>
                <c:pt idx="19795">
                  <c:v>0.28450836537959434</c:v>
                </c:pt>
                <c:pt idx="19796">
                  <c:v>0.28458382288045431</c:v>
                </c:pt>
                <c:pt idx="19797">
                  <c:v>0.28459117522996952</c:v>
                </c:pt>
                <c:pt idx="19798">
                  <c:v>0.28461927729890707</c:v>
                </c:pt>
                <c:pt idx="19799">
                  <c:v>0.28467146330146986</c:v>
                </c:pt>
                <c:pt idx="19800">
                  <c:v>0.28468385321017681</c:v>
                </c:pt>
                <c:pt idx="19801">
                  <c:v>0.28470269179318358</c:v>
                </c:pt>
                <c:pt idx="19802">
                  <c:v>0.28470537113285305</c:v>
                </c:pt>
                <c:pt idx="19803">
                  <c:v>0.28476591375100618</c:v>
                </c:pt>
                <c:pt idx="19804">
                  <c:v>0.28478113013852657</c:v>
                </c:pt>
                <c:pt idx="19805">
                  <c:v>0.2848203499176285</c:v>
                </c:pt>
                <c:pt idx="19806">
                  <c:v>0.28487498130372413</c:v>
                </c:pt>
                <c:pt idx="19807">
                  <c:v>0.28488897736738722</c:v>
                </c:pt>
                <c:pt idx="19808">
                  <c:v>0.28489120964346698</c:v>
                </c:pt>
                <c:pt idx="19809">
                  <c:v>0.28489739997697661</c:v>
                </c:pt>
                <c:pt idx="19810">
                  <c:v>0.28495790040392194</c:v>
                </c:pt>
                <c:pt idx="19811">
                  <c:v>0.28506042539666604</c:v>
                </c:pt>
                <c:pt idx="19812">
                  <c:v>0.28506360159565919</c:v>
                </c:pt>
                <c:pt idx="19813">
                  <c:v>0.28507910568214101</c:v>
                </c:pt>
                <c:pt idx="19814">
                  <c:v>0.28508183224151029</c:v>
                </c:pt>
                <c:pt idx="19815">
                  <c:v>0.28508634311415199</c:v>
                </c:pt>
                <c:pt idx="19816">
                  <c:v>0.28509682269627584</c:v>
                </c:pt>
                <c:pt idx="19817">
                  <c:v>0.28511111528815675</c:v>
                </c:pt>
                <c:pt idx="19818">
                  <c:v>0.28514387490326543</c:v>
                </c:pt>
                <c:pt idx="19819">
                  <c:v>0.2851459055859234</c:v>
                </c:pt>
                <c:pt idx="19820">
                  <c:v>0.28515963357351093</c:v>
                </c:pt>
                <c:pt idx="19821">
                  <c:v>0.28517088581110506</c:v>
                </c:pt>
                <c:pt idx="19822">
                  <c:v>0.28521007456048997</c:v>
                </c:pt>
                <c:pt idx="19823">
                  <c:v>0.28521696211876657</c:v>
                </c:pt>
                <c:pt idx="19824">
                  <c:v>0.28524361706334456</c:v>
                </c:pt>
                <c:pt idx="19825">
                  <c:v>0.28524693385229738</c:v>
                </c:pt>
                <c:pt idx="19826">
                  <c:v>0.28525354379143869</c:v>
                </c:pt>
                <c:pt idx="19827">
                  <c:v>0.28528853636664259</c:v>
                </c:pt>
                <c:pt idx="19828">
                  <c:v>0.28529623026384421</c:v>
                </c:pt>
                <c:pt idx="19829">
                  <c:v>0.28531343721823194</c:v>
                </c:pt>
                <c:pt idx="19830">
                  <c:v>0.28533795562464487</c:v>
                </c:pt>
                <c:pt idx="19831">
                  <c:v>0.28534426451415573</c:v>
                </c:pt>
                <c:pt idx="19832">
                  <c:v>0.28536258690773331</c:v>
                </c:pt>
                <c:pt idx="19833">
                  <c:v>0.28536517703733749</c:v>
                </c:pt>
                <c:pt idx="19834">
                  <c:v>0.28537383800087507</c:v>
                </c:pt>
                <c:pt idx="19835">
                  <c:v>0.28537685271061136</c:v>
                </c:pt>
                <c:pt idx="19836">
                  <c:v>0.28543024069822992</c:v>
                </c:pt>
                <c:pt idx="19837">
                  <c:v>0.285439502759613</c:v>
                </c:pt>
                <c:pt idx="19838">
                  <c:v>0.28550997654028953</c:v>
                </c:pt>
                <c:pt idx="19839">
                  <c:v>0.28554361294414932</c:v>
                </c:pt>
                <c:pt idx="19840">
                  <c:v>0.28562646556046228</c:v>
                </c:pt>
                <c:pt idx="19841">
                  <c:v>0.28566225369931791</c:v>
                </c:pt>
                <c:pt idx="19842">
                  <c:v>0.28567172257254031</c:v>
                </c:pt>
                <c:pt idx="19843">
                  <c:v>0.28567292059473964</c:v>
                </c:pt>
                <c:pt idx="19844">
                  <c:v>0.28568697891554101</c:v>
                </c:pt>
                <c:pt idx="19845">
                  <c:v>0.28570820179303569</c:v>
                </c:pt>
                <c:pt idx="19846">
                  <c:v>0.28575042869728873</c:v>
                </c:pt>
                <c:pt idx="19847">
                  <c:v>0.28576147895928516</c:v>
                </c:pt>
                <c:pt idx="19848">
                  <c:v>0.28576218196138553</c:v>
                </c:pt>
                <c:pt idx="19849">
                  <c:v>0.28576638646756281</c:v>
                </c:pt>
                <c:pt idx="19850">
                  <c:v>0.2857862724023339</c:v>
                </c:pt>
                <c:pt idx="19851">
                  <c:v>0.28578725306030422</c:v>
                </c:pt>
                <c:pt idx="19852">
                  <c:v>0.28579438472903074</c:v>
                </c:pt>
                <c:pt idx="19853">
                  <c:v>0.28580725960250103</c:v>
                </c:pt>
                <c:pt idx="19854">
                  <c:v>0.28586753340933685</c:v>
                </c:pt>
                <c:pt idx="19855">
                  <c:v>0.28588863676726783</c:v>
                </c:pt>
                <c:pt idx="19856">
                  <c:v>0.28590936909042935</c:v>
                </c:pt>
                <c:pt idx="19857">
                  <c:v>0.28591907258526827</c:v>
                </c:pt>
                <c:pt idx="19858">
                  <c:v>0.28593908808077434</c:v>
                </c:pt>
                <c:pt idx="19859">
                  <c:v>0.28596555494679621</c:v>
                </c:pt>
                <c:pt idx="19860">
                  <c:v>0.28597558474685225</c:v>
                </c:pt>
                <c:pt idx="19861">
                  <c:v>0.28597777681243336</c:v>
                </c:pt>
                <c:pt idx="19862">
                  <c:v>0.28600880038055188</c:v>
                </c:pt>
                <c:pt idx="19863">
                  <c:v>0.28609342533411591</c:v>
                </c:pt>
                <c:pt idx="19864">
                  <c:v>0.28612207996405503</c:v>
                </c:pt>
                <c:pt idx="19865">
                  <c:v>0.2861381328791272</c:v>
                </c:pt>
                <c:pt idx="19866">
                  <c:v>0.28614598954829529</c:v>
                </c:pt>
                <c:pt idx="19867">
                  <c:v>0.28615544994955699</c:v>
                </c:pt>
                <c:pt idx="19868">
                  <c:v>0.28617400994489001</c:v>
                </c:pt>
                <c:pt idx="19869">
                  <c:v>0.28621626041368425</c:v>
                </c:pt>
                <c:pt idx="19870">
                  <c:v>0.28622446020781001</c:v>
                </c:pt>
                <c:pt idx="19871">
                  <c:v>0.2862303369615668</c:v>
                </c:pt>
                <c:pt idx="19872">
                  <c:v>0.28624201222466977</c:v>
                </c:pt>
                <c:pt idx="19873">
                  <c:v>0.28626142505678398</c:v>
                </c:pt>
                <c:pt idx="19874">
                  <c:v>0.28626422734774992</c:v>
                </c:pt>
                <c:pt idx="19875">
                  <c:v>0.28626969384211598</c:v>
                </c:pt>
                <c:pt idx="19876">
                  <c:v>0.28632563859259619</c:v>
                </c:pt>
                <c:pt idx="19877">
                  <c:v>0.28634301604955675</c:v>
                </c:pt>
                <c:pt idx="19878">
                  <c:v>0.28637655994487804</c:v>
                </c:pt>
                <c:pt idx="19879">
                  <c:v>0.28638776581077874</c:v>
                </c:pt>
                <c:pt idx="19880">
                  <c:v>0.28639517110239104</c:v>
                </c:pt>
                <c:pt idx="19881">
                  <c:v>0.28640341670008851</c:v>
                </c:pt>
                <c:pt idx="19882">
                  <c:v>0.28640862089765268</c:v>
                </c:pt>
                <c:pt idx="19883">
                  <c:v>0.28641041165334907</c:v>
                </c:pt>
                <c:pt idx="19884">
                  <c:v>0.28642988234668276</c:v>
                </c:pt>
                <c:pt idx="19885">
                  <c:v>0.28653054227746744</c:v>
                </c:pt>
                <c:pt idx="19886">
                  <c:v>0.28659099537607186</c:v>
                </c:pt>
                <c:pt idx="19887">
                  <c:v>0.28661920705024008</c:v>
                </c:pt>
                <c:pt idx="19888">
                  <c:v>0.28663345668074602</c:v>
                </c:pt>
                <c:pt idx="19889">
                  <c:v>0.2866646086330249</c:v>
                </c:pt>
                <c:pt idx="19890">
                  <c:v>0.28671157496149496</c:v>
                </c:pt>
                <c:pt idx="19891">
                  <c:v>0.28674328943977789</c:v>
                </c:pt>
                <c:pt idx="19892">
                  <c:v>0.28685960374052544</c:v>
                </c:pt>
                <c:pt idx="19893">
                  <c:v>0.28690276171465884</c:v>
                </c:pt>
                <c:pt idx="19894">
                  <c:v>0.28699932490600921</c:v>
                </c:pt>
                <c:pt idx="19895">
                  <c:v>0.28700736348117284</c:v>
                </c:pt>
                <c:pt idx="19896">
                  <c:v>0.28704756238617701</c:v>
                </c:pt>
                <c:pt idx="19897">
                  <c:v>0.28704923783835484</c:v>
                </c:pt>
                <c:pt idx="19898">
                  <c:v>0.28707740466142861</c:v>
                </c:pt>
                <c:pt idx="19899">
                  <c:v>0.28711327064120046</c:v>
                </c:pt>
                <c:pt idx="19900">
                  <c:v>0.28713984023487638</c:v>
                </c:pt>
                <c:pt idx="19901">
                  <c:v>0.28717624533760278</c:v>
                </c:pt>
                <c:pt idx="19902">
                  <c:v>0.28726780645532518</c:v>
                </c:pt>
                <c:pt idx="19903">
                  <c:v>0.28730856850297187</c:v>
                </c:pt>
                <c:pt idx="19904">
                  <c:v>0.28731983921028209</c:v>
                </c:pt>
                <c:pt idx="19905">
                  <c:v>0.28734910524155349</c:v>
                </c:pt>
                <c:pt idx="19906">
                  <c:v>0.28739417940027234</c:v>
                </c:pt>
                <c:pt idx="19907">
                  <c:v>0.2875254383382887</c:v>
                </c:pt>
                <c:pt idx="19908">
                  <c:v>0.28755162978091448</c:v>
                </c:pt>
                <c:pt idx="19909">
                  <c:v>0.28757731557549404</c:v>
                </c:pt>
                <c:pt idx="19910">
                  <c:v>0.28757768729952693</c:v>
                </c:pt>
                <c:pt idx="19911">
                  <c:v>0.28758484381769567</c:v>
                </c:pt>
                <c:pt idx="19912">
                  <c:v>0.28769513965056459</c:v>
                </c:pt>
                <c:pt idx="19913">
                  <c:v>0.28771279545648099</c:v>
                </c:pt>
                <c:pt idx="19914">
                  <c:v>0.28773615963682447</c:v>
                </c:pt>
                <c:pt idx="19915">
                  <c:v>0.28773866003589399</c:v>
                </c:pt>
                <c:pt idx="19916">
                  <c:v>0.28778025425310233</c:v>
                </c:pt>
                <c:pt idx="19917">
                  <c:v>0.28780506064413514</c:v>
                </c:pt>
                <c:pt idx="19918">
                  <c:v>0.28788140540658735</c:v>
                </c:pt>
                <c:pt idx="19919">
                  <c:v>0.28788282800826731</c:v>
                </c:pt>
                <c:pt idx="19920">
                  <c:v>0.28791612841612896</c:v>
                </c:pt>
                <c:pt idx="19921">
                  <c:v>0.28796183366601663</c:v>
                </c:pt>
                <c:pt idx="19922">
                  <c:v>0.28796801785971227</c:v>
                </c:pt>
                <c:pt idx="19923">
                  <c:v>0.28798001474567697</c:v>
                </c:pt>
                <c:pt idx="19924">
                  <c:v>0.28798234347543017</c:v>
                </c:pt>
                <c:pt idx="19925">
                  <c:v>0.2879961224623025</c:v>
                </c:pt>
                <c:pt idx="19926">
                  <c:v>0.28799853694784378</c:v>
                </c:pt>
                <c:pt idx="19927">
                  <c:v>0.28803949847414545</c:v>
                </c:pt>
                <c:pt idx="19928">
                  <c:v>0.28809451629038679</c:v>
                </c:pt>
                <c:pt idx="19929">
                  <c:v>0.28811973721347356</c:v>
                </c:pt>
                <c:pt idx="19930">
                  <c:v>0.28814000870522427</c:v>
                </c:pt>
                <c:pt idx="19931">
                  <c:v>0.28816328749701681</c:v>
                </c:pt>
                <c:pt idx="19932">
                  <c:v>0.28819805870599063</c:v>
                </c:pt>
                <c:pt idx="19933">
                  <c:v>0.28822662257634341</c:v>
                </c:pt>
                <c:pt idx="19934">
                  <c:v>0.28825829156846627</c:v>
                </c:pt>
                <c:pt idx="19935">
                  <c:v>0.28827099337694728</c:v>
                </c:pt>
                <c:pt idx="19936">
                  <c:v>0.28829089135347952</c:v>
                </c:pt>
                <c:pt idx="19937">
                  <c:v>0.28830268593165048</c:v>
                </c:pt>
                <c:pt idx="19938">
                  <c:v>0.28836410307473498</c:v>
                </c:pt>
                <c:pt idx="19939">
                  <c:v>0.28839504863626697</c:v>
                </c:pt>
                <c:pt idx="19940">
                  <c:v>0.28840888623678113</c:v>
                </c:pt>
                <c:pt idx="19941">
                  <c:v>0.28853255292716018</c:v>
                </c:pt>
                <c:pt idx="19942">
                  <c:v>0.288589541859957</c:v>
                </c:pt>
                <c:pt idx="19943">
                  <c:v>0.28867022595122299</c:v>
                </c:pt>
                <c:pt idx="19944">
                  <c:v>0.28873907534575916</c:v>
                </c:pt>
                <c:pt idx="19945">
                  <c:v>0.28874980212090118</c:v>
                </c:pt>
                <c:pt idx="19946">
                  <c:v>0.28875364796777986</c:v>
                </c:pt>
                <c:pt idx="19947">
                  <c:v>0.2887882914841981</c:v>
                </c:pt>
                <c:pt idx="19948">
                  <c:v>0.28882623036973626</c:v>
                </c:pt>
                <c:pt idx="19949">
                  <c:v>0.2888523735551744</c:v>
                </c:pt>
                <c:pt idx="19950">
                  <c:v>0.28886212429274494</c:v>
                </c:pt>
                <c:pt idx="19951">
                  <c:v>0.28889495836680285</c:v>
                </c:pt>
                <c:pt idx="19952">
                  <c:v>0.28889551020204657</c:v>
                </c:pt>
                <c:pt idx="19953">
                  <c:v>0.2888962116944761</c:v>
                </c:pt>
                <c:pt idx="19954">
                  <c:v>0.28891374142405724</c:v>
                </c:pt>
                <c:pt idx="19955">
                  <c:v>0.28892623180110322</c:v>
                </c:pt>
                <c:pt idx="19956">
                  <c:v>0.28893085922542128</c:v>
                </c:pt>
                <c:pt idx="19957">
                  <c:v>0.28894524742006727</c:v>
                </c:pt>
                <c:pt idx="19958">
                  <c:v>0.28895337810394583</c:v>
                </c:pt>
                <c:pt idx="19959">
                  <c:v>0.28898044174657328</c:v>
                </c:pt>
                <c:pt idx="19960">
                  <c:v>0.28900079677923679</c:v>
                </c:pt>
                <c:pt idx="19961">
                  <c:v>0.2890022773262822</c:v>
                </c:pt>
                <c:pt idx="19962">
                  <c:v>0.28900576592312716</c:v>
                </c:pt>
                <c:pt idx="19963">
                  <c:v>0.28900791724719471</c:v>
                </c:pt>
                <c:pt idx="19964">
                  <c:v>0.28902380043008313</c:v>
                </c:pt>
                <c:pt idx="19965">
                  <c:v>0.28904956057502285</c:v>
                </c:pt>
                <c:pt idx="19966">
                  <c:v>0.28905301825210583</c:v>
                </c:pt>
                <c:pt idx="19967">
                  <c:v>0.28908351639753554</c:v>
                </c:pt>
                <c:pt idx="19968">
                  <c:v>0.28908900055358389</c:v>
                </c:pt>
                <c:pt idx="19969">
                  <c:v>0.28909686587188749</c:v>
                </c:pt>
                <c:pt idx="19970">
                  <c:v>0.28911629614615819</c:v>
                </c:pt>
                <c:pt idx="19971">
                  <c:v>0.28913309629942074</c:v>
                </c:pt>
                <c:pt idx="19972">
                  <c:v>0.28915845544861024</c:v>
                </c:pt>
                <c:pt idx="19973">
                  <c:v>0.28916232764613325</c:v>
                </c:pt>
                <c:pt idx="19974">
                  <c:v>0.28916793562216481</c:v>
                </c:pt>
                <c:pt idx="19975">
                  <c:v>0.28918884496910569</c:v>
                </c:pt>
                <c:pt idx="19976">
                  <c:v>0.2892101584744558</c:v>
                </c:pt>
                <c:pt idx="19977">
                  <c:v>0.28926302700615614</c:v>
                </c:pt>
                <c:pt idx="19978">
                  <c:v>0.28933154345919071</c:v>
                </c:pt>
                <c:pt idx="19979">
                  <c:v>0.28933485017730426</c:v>
                </c:pt>
                <c:pt idx="19980">
                  <c:v>0.28935225304857848</c:v>
                </c:pt>
                <c:pt idx="19981">
                  <c:v>0.28938562820337621</c:v>
                </c:pt>
                <c:pt idx="19982">
                  <c:v>0.28946692332471202</c:v>
                </c:pt>
                <c:pt idx="19983">
                  <c:v>0.28948682806636095</c:v>
                </c:pt>
                <c:pt idx="19984">
                  <c:v>0.28950733917602312</c:v>
                </c:pt>
                <c:pt idx="19985">
                  <c:v>0.28952920183805597</c:v>
                </c:pt>
                <c:pt idx="19986">
                  <c:v>0.2895735936862659</c:v>
                </c:pt>
                <c:pt idx="19987">
                  <c:v>0.2895848653076708</c:v>
                </c:pt>
                <c:pt idx="19988">
                  <c:v>0.28961790050202796</c:v>
                </c:pt>
                <c:pt idx="19989">
                  <c:v>0.28962268894201681</c:v>
                </c:pt>
                <c:pt idx="19990">
                  <c:v>0.28967117995118269</c:v>
                </c:pt>
                <c:pt idx="19991">
                  <c:v>0.28969415663898684</c:v>
                </c:pt>
                <c:pt idx="19992">
                  <c:v>0.28969484903337583</c:v>
                </c:pt>
                <c:pt idx="19993">
                  <c:v>0.28974128802635313</c:v>
                </c:pt>
                <c:pt idx="19994">
                  <c:v>0.28974442765154546</c:v>
                </c:pt>
                <c:pt idx="19995">
                  <c:v>0.28974993374774632</c:v>
                </c:pt>
                <c:pt idx="19996">
                  <c:v>0.2897608091616834</c:v>
                </c:pt>
                <c:pt idx="19997">
                  <c:v>0.28976247790494092</c:v>
                </c:pt>
                <c:pt idx="19998">
                  <c:v>0.28978030940963195</c:v>
                </c:pt>
                <c:pt idx="19999">
                  <c:v>0.28986069853031243</c:v>
                </c:pt>
                <c:pt idx="20000">
                  <c:v>0.28990382189530262</c:v>
                </c:pt>
                <c:pt idx="20001">
                  <c:v>0.28992028426874217</c:v>
                </c:pt>
                <c:pt idx="20002">
                  <c:v>0.28995212322783265</c:v>
                </c:pt>
                <c:pt idx="20003">
                  <c:v>0.28996045391094677</c:v>
                </c:pt>
                <c:pt idx="20004">
                  <c:v>0.28997303514749573</c:v>
                </c:pt>
                <c:pt idx="20005">
                  <c:v>0.28999722471781625</c:v>
                </c:pt>
                <c:pt idx="20006">
                  <c:v>0.2900292394731292</c:v>
                </c:pt>
                <c:pt idx="20007">
                  <c:v>0.2900331428268752</c:v>
                </c:pt>
                <c:pt idx="20008">
                  <c:v>0.29008465715401621</c:v>
                </c:pt>
                <c:pt idx="20009">
                  <c:v>0.29013970661711797</c:v>
                </c:pt>
                <c:pt idx="20010">
                  <c:v>0.29015494954292992</c:v>
                </c:pt>
                <c:pt idx="20011">
                  <c:v>0.29018409237493648</c:v>
                </c:pt>
                <c:pt idx="20012">
                  <c:v>0.29018671089807735</c:v>
                </c:pt>
                <c:pt idx="20013">
                  <c:v>0.29023634516785557</c:v>
                </c:pt>
                <c:pt idx="20014">
                  <c:v>0.29028819522763993</c:v>
                </c:pt>
                <c:pt idx="20015">
                  <c:v>0.29031461504723927</c:v>
                </c:pt>
                <c:pt idx="20016">
                  <c:v>0.29036320257165804</c:v>
                </c:pt>
                <c:pt idx="20017">
                  <c:v>0.2903811160476894</c:v>
                </c:pt>
                <c:pt idx="20018">
                  <c:v>0.29040733108087924</c:v>
                </c:pt>
                <c:pt idx="20019">
                  <c:v>0.29040853152772095</c:v>
                </c:pt>
                <c:pt idx="20020">
                  <c:v>0.29048892724309172</c:v>
                </c:pt>
                <c:pt idx="20021">
                  <c:v>0.29049286891313736</c:v>
                </c:pt>
                <c:pt idx="20022">
                  <c:v>0.2905103178649483</c:v>
                </c:pt>
                <c:pt idx="20023">
                  <c:v>0.29051778212324125</c:v>
                </c:pt>
                <c:pt idx="20024">
                  <c:v>0.29054724952617733</c:v>
                </c:pt>
                <c:pt idx="20025">
                  <c:v>0.29057759200633515</c:v>
                </c:pt>
                <c:pt idx="20026">
                  <c:v>0.29060018766228302</c:v>
                </c:pt>
                <c:pt idx="20027">
                  <c:v>0.29063995025263401</c:v>
                </c:pt>
                <c:pt idx="20028">
                  <c:v>0.29065603011181429</c:v>
                </c:pt>
                <c:pt idx="20029">
                  <c:v>0.29069334535419028</c:v>
                </c:pt>
                <c:pt idx="20030">
                  <c:v>0.29071265101971266</c:v>
                </c:pt>
                <c:pt idx="20031">
                  <c:v>0.29072006915290433</c:v>
                </c:pt>
                <c:pt idx="20032">
                  <c:v>0.29073045620228577</c:v>
                </c:pt>
                <c:pt idx="20033">
                  <c:v>0.2907509324720588</c:v>
                </c:pt>
                <c:pt idx="20034">
                  <c:v>0.29076291018266415</c:v>
                </c:pt>
                <c:pt idx="20035">
                  <c:v>0.29078187823041962</c:v>
                </c:pt>
                <c:pt idx="20036">
                  <c:v>0.29078843720195308</c:v>
                </c:pt>
                <c:pt idx="20037">
                  <c:v>0.29079120869630154</c:v>
                </c:pt>
                <c:pt idx="20038">
                  <c:v>0.29080178350536362</c:v>
                </c:pt>
                <c:pt idx="20039">
                  <c:v>0.29081811533616286</c:v>
                </c:pt>
                <c:pt idx="20040">
                  <c:v>0.29082047048852272</c:v>
                </c:pt>
                <c:pt idx="20041">
                  <c:v>0.29082227298137497</c:v>
                </c:pt>
                <c:pt idx="20042">
                  <c:v>0.29084925545449186</c:v>
                </c:pt>
                <c:pt idx="20043">
                  <c:v>0.29085707006003025</c:v>
                </c:pt>
                <c:pt idx="20044">
                  <c:v>0.2908621507895533</c:v>
                </c:pt>
                <c:pt idx="20045">
                  <c:v>0.29086218043211909</c:v>
                </c:pt>
                <c:pt idx="20046">
                  <c:v>0.29086878465023314</c:v>
                </c:pt>
                <c:pt idx="20047">
                  <c:v>0.29095317803276893</c:v>
                </c:pt>
                <c:pt idx="20048">
                  <c:v>0.29095526033154145</c:v>
                </c:pt>
                <c:pt idx="20049">
                  <c:v>0.29097715686247777</c:v>
                </c:pt>
                <c:pt idx="20050">
                  <c:v>0.29100909930788477</c:v>
                </c:pt>
                <c:pt idx="20051">
                  <c:v>0.29114338270944518</c:v>
                </c:pt>
                <c:pt idx="20052">
                  <c:v>0.29119430322512346</c:v>
                </c:pt>
                <c:pt idx="20053">
                  <c:v>0.29121861237030461</c:v>
                </c:pt>
                <c:pt idx="20054">
                  <c:v>0.29122649748759483</c:v>
                </c:pt>
                <c:pt idx="20055">
                  <c:v>0.29124631302973775</c:v>
                </c:pt>
                <c:pt idx="20056">
                  <c:v>0.29135573448311541</c:v>
                </c:pt>
                <c:pt idx="20057">
                  <c:v>0.29136384956262407</c:v>
                </c:pt>
                <c:pt idx="20058">
                  <c:v>0.29142829397014663</c:v>
                </c:pt>
                <c:pt idx="20059">
                  <c:v>0.29144303857907056</c:v>
                </c:pt>
                <c:pt idx="20060">
                  <c:v>0.29144426597231521</c:v>
                </c:pt>
                <c:pt idx="20061">
                  <c:v>0.29151952796191166</c:v>
                </c:pt>
                <c:pt idx="20062">
                  <c:v>0.2915298799863158</c:v>
                </c:pt>
                <c:pt idx="20063">
                  <c:v>0.29154892290400325</c:v>
                </c:pt>
                <c:pt idx="20064">
                  <c:v>0.29156671613674984</c:v>
                </c:pt>
                <c:pt idx="20065">
                  <c:v>0.29160547187147096</c:v>
                </c:pt>
                <c:pt idx="20066">
                  <c:v>0.29161214704009109</c:v>
                </c:pt>
                <c:pt idx="20067">
                  <c:v>0.29170447015713502</c:v>
                </c:pt>
                <c:pt idx="20068">
                  <c:v>0.29171083158010686</c:v>
                </c:pt>
                <c:pt idx="20069">
                  <c:v>0.29171444181179346</c:v>
                </c:pt>
                <c:pt idx="20070">
                  <c:v>0.29174353979343837</c:v>
                </c:pt>
                <c:pt idx="20071">
                  <c:v>0.29174573217609989</c:v>
                </c:pt>
                <c:pt idx="20072">
                  <c:v>0.29176753442575354</c:v>
                </c:pt>
                <c:pt idx="20073">
                  <c:v>0.29177152690819774</c:v>
                </c:pt>
                <c:pt idx="20074">
                  <c:v>0.29177689093760539</c:v>
                </c:pt>
                <c:pt idx="20075">
                  <c:v>0.29179488738850129</c:v>
                </c:pt>
                <c:pt idx="20076">
                  <c:v>0.29184877966601364</c:v>
                </c:pt>
                <c:pt idx="20077">
                  <c:v>0.29188257057593059</c:v>
                </c:pt>
                <c:pt idx="20078">
                  <c:v>0.29189585571609894</c:v>
                </c:pt>
                <c:pt idx="20079">
                  <c:v>0.29195434100665041</c:v>
                </c:pt>
                <c:pt idx="20080">
                  <c:v>0.2919790373896734</c:v>
                </c:pt>
                <c:pt idx="20081">
                  <c:v>0.2920217869435292</c:v>
                </c:pt>
                <c:pt idx="20082">
                  <c:v>0.29204542662666572</c:v>
                </c:pt>
                <c:pt idx="20083">
                  <c:v>0.29206964878989827</c:v>
                </c:pt>
                <c:pt idx="20084">
                  <c:v>0.29207980232720071</c:v>
                </c:pt>
                <c:pt idx="20085">
                  <c:v>0.29208691343208004</c:v>
                </c:pt>
                <c:pt idx="20086">
                  <c:v>0.29209446439939585</c:v>
                </c:pt>
                <c:pt idx="20087">
                  <c:v>0.29212216489627696</c:v>
                </c:pt>
                <c:pt idx="20088">
                  <c:v>0.29215301242124037</c:v>
                </c:pt>
                <c:pt idx="20089">
                  <c:v>0.29220302027103584</c:v>
                </c:pt>
                <c:pt idx="20090">
                  <c:v>0.29224426484067928</c:v>
                </c:pt>
                <c:pt idx="20091">
                  <c:v>0.29226753063780581</c:v>
                </c:pt>
                <c:pt idx="20092">
                  <c:v>0.29233280678036139</c:v>
                </c:pt>
                <c:pt idx="20093">
                  <c:v>0.29241378597591233</c:v>
                </c:pt>
                <c:pt idx="20094">
                  <c:v>0.29242601616434843</c:v>
                </c:pt>
                <c:pt idx="20095">
                  <c:v>0.29245921860043095</c:v>
                </c:pt>
                <c:pt idx="20096">
                  <c:v>0.29246113708451588</c:v>
                </c:pt>
                <c:pt idx="20097">
                  <c:v>0.29249097540222158</c:v>
                </c:pt>
                <c:pt idx="20098">
                  <c:v>0.29261263548001049</c:v>
                </c:pt>
                <c:pt idx="20099">
                  <c:v>0.29263030001995144</c:v>
                </c:pt>
                <c:pt idx="20100">
                  <c:v>0.29264942430754304</c:v>
                </c:pt>
                <c:pt idx="20101">
                  <c:v>0.29266873900741308</c:v>
                </c:pt>
                <c:pt idx="20102">
                  <c:v>0.29270416198670762</c:v>
                </c:pt>
                <c:pt idx="20103">
                  <c:v>0.29272523831832564</c:v>
                </c:pt>
                <c:pt idx="20104">
                  <c:v>0.2927282649227424</c:v>
                </c:pt>
                <c:pt idx="20105">
                  <c:v>0.29272835835323546</c:v>
                </c:pt>
                <c:pt idx="20106">
                  <c:v>0.29274445865925652</c:v>
                </c:pt>
                <c:pt idx="20107">
                  <c:v>0.29287408086697087</c:v>
                </c:pt>
                <c:pt idx="20108">
                  <c:v>0.29288044343833802</c:v>
                </c:pt>
                <c:pt idx="20109">
                  <c:v>0.29291272940065566</c:v>
                </c:pt>
                <c:pt idx="20110">
                  <c:v>0.29292231416989079</c:v>
                </c:pt>
                <c:pt idx="20111">
                  <c:v>0.29292825287476965</c:v>
                </c:pt>
                <c:pt idx="20112">
                  <c:v>0.29295735770784131</c:v>
                </c:pt>
                <c:pt idx="20113">
                  <c:v>0.29300704533546434</c:v>
                </c:pt>
                <c:pt idx="20114">
                  <c:v>0.29304499991324379</c:v>
                </c:pt>
                <c:pt idx="20115">
                  <c:v>0.29306572296148187</c:v>
                </c:pt>
                <c:pt idx="20116">
                  <c:v>0.29307002464743609</c:v>
                </c:pt>
                <c:pt idx="20117">
                  <c:v>0.29308115622444975</c:v>
                </c:pt>
                <c:pt idx="20118">
                  <c:v>0.29308323104813749</c:v>
                </c:pt>
                <c:pt idx="20119">
                  <c:v>0.2931105899789801</c:v>
                </c:pt>
                <c:pt idx="20120">
                  <c:v>0.29311698376705458</c:v>
                </c:pt>
                <c:pt idx="20121">
                  <c:v>0.29312306164459162</c:v>
                </c:pt>
                <c:pt idx="20122">
                  <c:v>0.29314354363470668</c:v>
                </c:pt>
                <c:pt idx="20123">
                  <c:v>0.29315671900365692</c:v>
                </c:pt>
                <c:pt idx="20124">
                  <c:v>0.29316304914386843</c:v>
                </c:pt>
                <c:pt idx="20125">
                  <c:v>0.29316655210252679</c:v>
                </c:pt>
                <c:pt idx="20126">
                  <c:v>0.2931971879763085</c:v>
                </c:pt>
                <c:pt idx="20127">
                  <c:v>0.29320028907770379</c:v>
                </c:pt>
                <c:pt idx="20128">
                  <c:v>0.29321377472762389</c:v>
                </c:pt>
                <c:pt idx="20129">
                  <c:v>0.29328874891594725</c:v>
                </c:pt>
                <c:pt idx="20130">
                  <c:v>0.29331027277083571</c:v>
                </c:pt>
                <c:pt idx="20131">
                  <c:v>0.29334997936128804</c:v>
                </c:pt>
                <c:pt idx="20132">
                  <c:v>0.29338122670223299</c:v>
                </c:pt>
                <c:pt idx="20133">
                  <c:v>0.29340436773380796</c:v>
                </c:pt>
                <c:pt idx="20134">
                  <c:v>0.29341643975408083</c:v>
                </c:pt>
                <c:pt idx="20135">
                  <c:v>0.29341843507441989</c:v>
                </c:pt>
                <c:pt idx="20136">
                  <c:v>0.29342910203371109</c:v>
                </c:pt>
                <c:pt idx="20137">
                  <c:v>0.29344049404759776</c:v>
                </c:pt>
                <c:pt idx="20138">
                  <c:v>0.29344410127728587</c:v>
                </c:pt>
                <c:pt idx="20139">
                  <c:v>0.293459153015317</c:v>
                </c:pt>
                <c:pt idx="20140">
                  <c:v>0.2934668290183956</c:v>
                </c:pt>
                <c:pt idx="20141">
                  <c:v>0.29346835659545883</c:v>
                </c:pt>
                <c:pt idx="20142">
                  <c:v>0.29349403259886275</c:v>
                </c:pt>
                <c:pt idx="20143">
                  <c:v>0.29354550946423452</c:v>
                </c:pt>
                <c:pt idx="20144">
                  <c:v>0.29356827275066166</c:v>
                </c:pt>
                <c:pt idx="20145">
                  <c:v>0.29357241249198252</c:v>
                </c:pt>
                <c:pt idx="20146">
                  <c:v>0.2935731561845647</c:v>
                </c:pt>
                <c:pt idx="20147">
                  <c:v>0.29361937425268886</c:v>
                </c:pt>
                <c:pt idx="20148">
                  <c:v>0.29373993256551523</c:v>
                </c:pt>
                <c:pt idx="20149">
                  <c:v>0.29379350506308727</c:v>
                </c:pt>
                <c:pt idx="20150">
                  <c:v>0.29380816239258889</c:v>
                </c:pt>
                <c:pt idx="20151">
                  <c:v>0.29384463356886975</c:v>
                </c:pt>
                <c:pt idx="20152">
                  <c:v>0.29391272687941083</c:v>
                </c:pt>
                <c:pt idx="20153">
                  <c:v>0.29394291548450985</c:v>
                </c:pt>
                <c:pt idx="20154">
                  <c:v>0.29397615249951065</c:v>
                </c:pt>
                <c:pt idx="20155">
                  <c:v>0.29398625212435114</c:v>
                </c:pt>
                <c:pt idx="20156">
                  <c:v>0.2939908638729104</c:v>
                </c:pt>
                <c:pt idx="20157">
                  <c:v>0.29399787729625837</c:v>
                </c:pt>
                <c:pt idx="20158">
                  <c:v>0.29400107817506044</c:v>
                </c:pt>
                <c:pt idx="20159">
                  <c:v>0.29403666741931522</c:v>
                </c:pt>
                <c:pt idx="20160">
                  <c:v>0.29407801320900817</c:v>
                </c:pt>
                <c:pt idx="20161">
                  <c:v>0.29409118752337438</c:v>
                </c:pt>
                <c:pt idx="20162">
                  <c:v>0.29411420579524283</c:v>
                </c:pt>
                <c:pt idx="20163">
                  <c:v>0.29412165715422828</c:v>
                </c:pt>
                <c:pt idx="20164">
                  <c:v>0.29413468220057515</c:v>
                </c:pt>
                <c:pt idx="20165">
                  <c:v>0.29415301658634524</c:v>
                </c:pt>
                <c:pt idx="20166">
                  <c:v>0.29416790959152217</c:v>
                </c:pt>
                <c:pt idx="20167">
                  <c:v>0.29422520431674071</c:v>
                </c:pt>
                <c:pt idx="20168">
                  <c:v>0.29423798563042031</c:v>
                </c:pt>
                <c:pt idx="20169">
                  <c:v>0.29429231476598056</c:v>
                </c:pt>
                <c:pt idx="20170">
                  <c:v>0.29439477089843724</c:v>
                </c:pt>
                <c:pt idx="20171">
                  <c:v>0.29443799909024038</c:v>
                </c:pt>
                <c:pt idx="20172">
                  <c:v>0.29444320178526528</c:v>
                </c:pt>
                <c:pt idx="20173">
                  <c:v>0.29446444850204245</c:v>
                </c:pt>
                <c:pt idx="20174">
                  <c:v>0.29446712278070675</c:v>
                </c:pt>
                <c:pt idx="20175">
                  <c:v>0.29450567566194596</c:v>
                </c:pt>
                <c:pt idx="20176">
                  <c:v>0.29456857859882568</c:v>
                </c:pt>
                <c:pt idx="20177">
                  <c:v>0.29458798643194384</c:v>
                </c:pt>
                <c:pt idx="20178">
                  <c:v>0.29473020333870642</c:v>
                </c:pt>
                <c:pt idx="20179">
                  <c:v>0.29480268922087294</c:v>
                </c:pt>
                <c:pt idx="20180">
                  <c:v>0.29482531975181064</c:v>
                </c:pt>
                <c:pt idx="20181">
                  <c:v>0.29483636067137853</c:v>
                </c:pt>
                <c:pt idx="20182">
                  <c:v>0.29484707743827632</c:v>
                </c:pt>
                <c:pt idx="20183">
                  <c:v>0.29486263786036498</c:v>
                </c:pt>
                <c:pt idx="20184">
                  <c:v>0.29486578136955349</c:v>
                </c:pt>
                <c:pt idx="20185">
                  <c:v>0.29494876109371237</c:v>
                </c:pt>
                <c:pt idx="20186">
                  <c:v>0.29495927359289853</c:v>
                </c:pt>
                <c:pt idx="20187">
                  <c:v>0.29496136654517091</c:v>
                </c:pt>
                <c:pt idx="20188">
                  <c:v>0.29496615714956909</c:v>
                </c:pt>
                <c:pt idx="20189">
                  <c:v>0.29497331236384527</c:v>
                </c:pt>
                <c:pt idx="20190">
                  <c:v>0.29500881694437447</c:v>
                </c:pt>
                <c:pt idx="20191">
                  <c:v>0.29501119699690292</c:v>
                </c:pt>
                <c:pt idx="20192">
                  <c:v>0.29502561285598494</c:v>
                </c:pt>
                <c:pt idx="20193">
                  <c:v>0.29506043633441281</c:v>
                </c:pt>
                <c:pt idx="20194">
                  <c:v>0.29506330604982911</c:v>
                </c:pt>
                <c:pt idx="20195">
                  <c:v>0.29510031870925235</c:v>
                </c:pt>
                <c:pt idx="20196">
                  <c:v>0.29514453671869056</c:v>
                </c:pt>
                <c:pt idx="20197">
                  <c:v>0.29517390893917994</c:v>
                </c:pt>
                <c:pt idx="20198">
                  <c:v>0.29520634684067282</c:v>
                </c:pt>
                <c:pt idx="20199">
                  <c:v>0.29521509654787031</c:v>
                </c:pt>
                <c:pt idx="20200">
                  <c:v>0.29526122362562579</c:v>
                </c:pt>
                <c:pt idx="20201">
                  <c:v>0.29529611294006014</c:v>
                </c:pt>
                <c:pt idx="20202">
                  <c:v>0.29530313622529075</c:v>
                </c:pt>
                <c:pt idx="20203">
                  <c:v>0.29531873648457524</c:v>
                </c:pt>
                <c:pt idx="20204">
                  <c:v>0.29538822894995997</c:v>
                </c:pt>
                <c:pt idx="20205">
                  <c:v>0.29541150604837269</c:v>
                </c:pt>
                <c:pt idx="20206">
                  <c:v>0.29542390192173101</c:v>
                </c:pt>
                <c:pt idx="20207">
                  <c:v>0.29544513347327728</c:v>
                </c:pt>
                <c:pt idx="20208">
                  <c:v>0.29564615758184448</c:v>
                </c:pt>
                <c:pt idx="20209">
                  <c:v>0.29564827613836964</c:v>
                </c:pt>
                <c:pt idx="20210">
                  <c:v>0.29565940890852233</c:v>
                </c:pt>
                <c:pt idx="20211">
                  <c:v>0.2957156225673323</c:v>
                </c:pt>
                <c:pt idx="20212">
                  <c:v>0.29571702813051953</c:v>
                </c:pt>
                <c:pt idx="20213">
                  <c:v>0.29574743022146815</c:v>
                </c:pt>
                <c:pt idx="20214">
                  <c:v>0.29576896957761767</c:v>
                </c:pt>
                <c:pt idx="20215">
                  <c:v>0.29577106945194304</c:v>
                </c:pt>
                <c:pt idx="20216">
                  <c:v>0.29579103811382784</c:v>
                </c:pt>
                <c:pt idx="20217">
                  <c:v>0.2958207705559045</c:v>
                </c:pt>
                <c:pt idx="20218">
                  <c:v>0.29583001850319518</c:v>
                </c:pt>
                <c:pt idx="20219">
                  <c:v>0.29585555463688518</c:v>
                </c:pt>
                <c:pt idx="20220">
                  <c:v>0.29586405498022683</c:v>
                </c:pt>
                <c:pt idx="20221">
                  <c:v>0.29586454541464563</c:v>
                </c:pt>
                <c:pt idx="20222">
                  <c:v>0.29587090945879385</c:v>
                </c:pt>
                <c:pt idx="20223">
                  <c:v>0.295893780604495</c:v>
                </c:pt>
                <c:pt idx="20224">
                  <c:v>0.29593512743148975</c:v>
                </c:pt>
                <c:pt idx="20225">
                  <c:v>0.29596874188828604</c:v>
                </c:pt>
                <c:pt idx="20226">
                  <c:v>0.29603242989515755</c:v>
                </c:pt>
                <c:pt idx="20227">
                  <c:v>0.2960554571224997</c:v>
                </c:pt>
                <c:pt idx="20228">
                  <c:v>0.29608019513762351</c:v>
                </c:pt>
                <c:pt idx="20229">
                  <c:v>0.29608248731898501</c:v>
                </c:pt>
                <c:pt idx="20230">
                  <c:v>0.29609623877653812</c:v>
                </c:pt>
                <c:pt idx="20231">
                  <c:v>0.29610513035613878</c:v>
                </c:pt>
                <c:pt idx="20232">
                  <c:v>0.29612328754077977</c:v>
                </c:pt>
                <c:pt idx="20233">
                  <c:v>0.29612945368548549</c:v>
                </c:pt>
                <c:pt idx="20234">
                  <c:v>0.29616480528514993</c:v>
                </c:pt>
                <c:pt idx="20235">
                  <c:v>0.29618854732685018</c:v>
                </c:pt>
                <c:pt idx="20236">
                  <c:v>0.29625994992778837</c:v>
                </c:pt>
                <c:pt idx="20237">
                  <c:v>0.29626487766408949</c:v>
                </c:pt>
                <c:pt idx="20238">
                  <c:v>0.29627810602478855</c:v>
                </c:pt>
                <c:pt idx="20239">
                  <c:v>0.29629768067111689</c:v>
                </c:pt>
                <c:pt idx="20240">
                  <c:v>0.29631543919841485</c:v>
                </c:pt>
                <c:pt idx="20241">
                  <c:v>0.29636451276723541</c:v>
                </c:pt>
                <c:pt idx="20242">
                  <c:v>0.29637746569026086</c:v>
                </c:pt>
                <c:pt idx="20243">
                  <c:v>0.29640735456322082</c:v>
                </c:pt>
                <c:pt idx="20244">
                  <c:v>0.29641317716286691</c:v>
                </c:pt>
                <c:pt idx="20245">
                  <c:v>0.29642347547326042</c:v>
                </c:pt>
                <c:pt idx="20246">
                  <c:v>0.29642411899542548</c:v>
                </c:pt>
                <c:pt idx="20247">
                  <c:v>0.29651929467922211</c:v>
                </c:pt>
                <c:pt idx="20248">
                  <c:v>0.29652611676097124</c:v>
                </c:pt>
                <c:pt idx="20249">
                  <c:v>0.29661644215994598</c:v>
                </c:pt>
                <c:pt idx="20250">
                  <c:v>0.29662063192678206</c:v>
                </c:pt>
                <c:pt idx="20251">
                  <c:v>0.29663742086610306</c:v>
                </c:pt>
                <c:pt idx="20252">
                  <c:v>0.29667153342802455</c:v>
                </c:pt>
                <c:pt idx="20253">
                  <c:v>0.29668987354259696</c:v>
                </c:pt>
                <c:pt idx="20254">
                  <c:v>0.29671716702229545</c:v>
                </c:pt>
                <c:pt idx="20255">
                  <c:v>0.29673270613901576</c:v>
                </c:pt>
                <c:pt idx="20256">
                  <c:v>0.29682330754261782</c:v>
                </c:pt>
                <c:pt idx="20257">
                  <c:v>0.29683228929729499</c:v>
                </c:pt>
                <c:pt idx="20258">
                  <c:v>0.2969357825831424</c:v>
                </c:pt>
                <c:pt idx="20259">
                  <c:v>0.29694281888456342</c:v>
                </c:pt>
                <c:pt idx="20260">
                  <c:v>0.29699399566561469</c:v>
                </c:pt>
                <c:pt idx="20261">
                  <c:v>0.29703062673063702</c:v>
                </c:pt>
                <c:pt idx="20262">
                  <c:v>0.29707314714207311</c:v>
                </c:pt>
                <c:pt idx="20263">
                  <c:v>0.29709803590935868</c:v>
                </c:pt>
                <c:pt idx="20264">
                  <c:v>0.29711966606513901</c:v>
                </c:pt>
                <c:pt idx="20265">
                  <c:v>0.29717001003338761</c:v>
                </c:pt>
                <c:pt idx="20266">
                  <c:v>0.29718102057864354</c:v>
                </c:pt>
                <c:pt idx="20267">
                  <c:v>0.29719886791374039</c:v>
                </c:pt>
                <c:pt idx="20268">
                  <c:v>0.29720714391633524</c:v>
                </c:pt>
                <c:pt idx="20269">
                  <c:v>0.2972107336553268</c:v>
                </c:pt>
                <c:pt idx="20270">
                  <c:v>0.29721281205023015</c:v>
                </c:pt>
                <c:pt idx="20271">
                  <c:v>0.29721721000917706</c:v>
                </c:pt>
                <c:pt idx="20272">
                  <c:v>0.29723538539437555</c:v>
                </c:pt>
                <c:pt idx="20273">
                  <c:v>0.29725631904094296</c:v>
                </c:pt>
                <c:pt idx="20274">
                  <c:v>0.29732477015013842</c:v>
                </c:pt>
                <c:pt idx="20275">
                  <c:v>0.29737514565132728</c:v>
                </c:pt>
                <c:pt idx="20276">
                  <c:v>0.2974093449335094</c:v>
                </c:pt>
                <c:pt idx="20277">
                  <c:v>0.29743325733469966</c:v>
                </c:pt>
                <c:pt idx="20278">
                  <c:v>0.29745738807495881</c:v>
                </c:pt>
                <c:pt idx="20279">
                  <c:v>0.29746586999478791</c:v>
                </c:pt>
                <c:pt idx="20280">
                  <c:v>0.29746709032364355</c:v>
                </c:pt>
                <c:pt idx="20281">
                  <c:v>0.2975240849255259</c:v>
                </c:pt>
                <c:pt idx="20282">
                  <c:v>0.29754919818755554</c:v>
                </c:pt>
                <c:pt idx="20283">
                  <c:v>0.29765934757950441</c:v>
                </c:pt>
                <c:pt idx="20284">
                  <c:v>0.29768348419599533</c:v>
                </c:pt>
                <c:pt idx="20285">
                  <c:v>0.29775047566737861</c:v>
                </c:pt>
                <c:pt idx="20286">
                  <c:v>0.29777553914614763</c:v>
                </c:pt>
                <c:pt idx="20287">
                  <c:v>0.29785284144616286</c:v>
                </c:pt>
                <c:pt idx="20288">
                  <c:v>0.29800017001396967</c:v>
                </c:pt>
                <c:pt idx="20289">
                  <c:v>0.29800802487764599</c:v>
                </c:pt>
                <c:pt idx="20290">
                  <c:v>0.29802307852969695</c:v>
                </c:pt>
                <c:pt idx="20291">
                  <c:v>0.29805816076960046</c:v>
                </c:pt>
                <c:pt idx="20292">
                  <c:v>0.2980695876236531</c:v>
                </c:pt>
                <c:pt idx="20293">
                  <c:v>0.29815663045513691</c:v>
                </c:pt>
                <c:pt idx="20294">
                  <c:v>0.29817483344736434</c:v>
                </c:pt>
                <c:pt idx="20295">
                  <c:v>0.29817821530886646</c:v>
                </c:pt>
                <c:pt idx="20296">
                  <c:v>0.29818227911048478</c:v>
                </c:pt>
                <c:pt idx="20297">
                  <c:v>0.29818452670764545</c:v>
                </c:pt>
                <c:pt idx="20298">
                  <c:v>0.29819789339102382</c:v>
                </c:pt>
                <c:pt idx="20299">
                  <c:v>0.29822407635308262</c:v>
                </c:pt>
                <c:pt idx="20300">
                  <c:v>0.29822772463863467</c:v>
                </c:pt>
                <c:pt idx="20301">
                  <c:v>0.29824086473673705</c:v>
                </c:pt>
                <c:pt idx="20302">
                  <c:v>0.29831199327006558</c:v>
                </c:pt>
                <c:pt idx="20303">
                  <c:v>0.29831812073441183</c:v>
                </c:pt>
                <c:pt idx="20304">
                  <c:v>0.29832934001642136</c:v>
                </c:pt>
                <c:pt idx="20305">
                  <c:v>0.29836193398778865</c:v>
                </c:pt>
                <c:pt idx="20306">
                  <c:v>0.29836570355833225</c:v>
                </c:pt>
                <c:pt idx="20307">
                  <c:v>0.29845136873490863</c:v>
                </c:pt>
                <c:pt idx="20308">
                  <c:v>0.29848434159325232</c:v>
                </c:pt>
                <c:pt idx="20309">
                  <c:v>0.29853442747155828</c:v>
                </c:pt>
                <c:pt idx="20310">
                  <c:v>0.29854552585556393</c:v>
                </c:pt>
                <c:pt idx="20311">
                  <c:v>0.29856771870647703</c:v>
                </c:pt>
                <c:pt idx="20312">
                  <c:v>0.29859951124894596</c:v>
                </c:pt>
                <c:pt idx="20313">
                  <c:v>0.29870118977952143</c:v>
                </c:pt>
                <c:pt idx="20314">
                  <c:v>0.29872502803479306</c:v>
                </c:pt>
                <c:pt idx="20315">
                  <c:v>0.29875562630674035</c:v>
                </c:pt>
                <c:pt idx="20316">
                  <c:v>0.29878780117902931</c:v>
                </c:pt>
                <c:pt idx="20317">
                  <c:v>0.29885661338094616</c:v>
                </c:pt>
                <c:pt idx="20318">
                  <c:v>0.29892487665811207</c:v>
                </c:pt>
                <c:pt idx="20319">
                  <c:v>0.29897141174020614</c:v>
                </c:pt>
                <c:pt idx="20320">
                  <c:v>0.29897472608577458</c:v>
                </c:pt>
                <c:pt idx="20321">
                  <c:v>0.29899560821703569</c:v>
                </c:pt>
                <c:pt idx="20322">
                  <c:v>0.29901575430188138</c:v>
                </c:pt>
                <c:pt idx="20323">
                  <c:v>0.29904721236622406</c:v>
                </c:pt>
                <c:pt idx="20324">
                  <c:v>0.29905363455106837</c:v>
                </c:pt>
                <c:pt idx="20325">
                  <c:v>0.29907462843267174</c:v>
                </c:pt>
                <c:pt idx="20326">
                  <c:v>0.29907561480383682</c:v>
                </c:pt>
                <c:pt idx="20327">
                  <c:v>0.29907753504546991</c:v>
                </c:pt>
                <c:pt idx="20328">
                  <c:v>0.29908675431960974</c:v>
                </c:pt>
                <c:pt idx="20329">
                  <c:v>0.29912431803084477</c:v>
                </c:pt>
                <c:pt idx="20330">
                  <c:v>0.29915539789461637</c:v>
                </c:pt>
                <c:pt idx="20331">
                  <c:v>0.2991842251044593</c:v>
                </c:pt>
                <c:pt idx="20332">
                  <c:v>0.29918951573768438</c:v>
                </c:pt>
                <c:pt idx="20333">
                  <c:v>0.29920832366481975</c:v>
                </c:pt>
                <c:pt idx="20334">
                  <c:v>0.29922257558005827</c:v>
                </c:pt>
                <c:pt idx="20335">
                  <c:v>0.29927295168628559</c:v>
                </c:pt>
                <c:pt idx="20336">
                  <c:v>0.29929622225256225</c:v>
                </c:pt>
                <c:pt idx="20337">
                  <c:v>0.29930674730272461</c:v>
                </c:pt>
                <c:pt idx="20338">
                  <c:v>0.29934130250560204</c:v>
                </c:pt>
                <c:pt idx="20339">
                  <c:v>0.29934374681925269</c:v>
                </c:pt>
                <c:pt idx="20340">
                  <c:v>0.29939280580554939</c:v>
                </c:pt>
                <c:pt idx="20341">
                  <c:v>0.29948900412928658</c:v>
                </c:pt>
                <c:pt idx="20342">
                  <c:v>0.29949895431253587</c:v>
                </c:pt>
                <c:pt idx="20343">
                  <c:v>0.29957154436644795</c:v>
                </c:pt>
                <c:pt idx="20344">
                  <c:v>0.29957870792196867</c:v>
                </c:pt>
                <c:pt idx="20345">
                  <c:v>0.29959905155611333</c:v>
                </c:pt>
                <c:pt idx="20346">
                  <c:v>0.29960081140483613</c:v>
                </c:pt>
                <c:pt idx="20347">
                  <c:v>0.29961910214550602</c:v>
                </c:pt>
                <c:pt idx="20348">
                  <c:v>0.29963415750638561</c:v>
                </c:pt>
                <c:pt idx="20349">
                  <c:v>0.29976963573719567</c:v>
                </c:pt>
                <c:pt idx="20350">
                  <c:v>0.29977812365367068</c:v>
                </c:pt>
                <c:pt idx="20351">
                  <c:v>0.29978187574251347</c:v>
                </c:pt>
                <c:pt idx="20352">
                  <c:v>0.29978195455282303</c:v>
                </c:pt>
                <c:pt idx="20353">
                  <c:v>0.29978391239338353</c:v>
                </c:pt>
                <c:pt idx="20354">
                  <c:v>0.29978610101958503</c:v>
                </c:pt>
                <c:pt idx="20355">
                  <c:v>0.29982202062630614</c:v>
                </c:pt>
                <c:pt idx="20356">
                  <c:v>0.2998601990129845</c:v>
                </c:pt>
                <c:pt idx="20357">
                  <c:v>0.29988933303098564</c:v>
                </c:pt>
                <c:pt idx="20358">
                  <c:v>0.29993048689742363</c:v>
                </c:pt>
                <c:pt idx="20359">
                  <c:v>0.29993356777159724</c:v>
                </c:pt>
                <c:pt idx="20360">
                  <c:v>0.29993616137497836</c:v>
                </c:pt>
                <c:pt idx="20361">
                  <c:v>0.29994587770848019</c:v>
                </c:pt>
                <c:pt idx="20362">
                  <c:v>0.29995240832896924</c:v>
                </c:pt>
                <c:pt idx="20363">
                  <c:v>0.2999539494122751</c:v>
                </c:pt>
                <c:pt idx="20364">
                  <c:v>0.29999161339982355</c:v>
                </c:pt>
                <c:pt idx="20365">
                  <c:v>0.29999319803582647</c:v>
                </c:pt>
                <c:pt idx="20366">
                  <c:v>0.29999640989375087</c:v>
                </c:pt>
                <c:pt idx="20367">
                  <c:v>0.30003699176861742</c:v>
                </c:pt>
                <c:pt idx="20368">
                  <c:v>0.30003798890193595</c:v>
                </c:pt>
                <c:pt idx="20369">
                  <c:v>0.3000504265954676</c:v>
                </c:pt>
                <c:pt idx="20370">
                  <c:v>0.30014300579709557</c:v>
                </c:pt>
                <c:pt idx="20371">
                  <c:v>0.30014655049187056</c:v>
                </c:pt>
                <c:pt idx="20372">
                  <c:v>0.30022523834633158</c:v>
                </c:pt>
                <c:pt idx="20373">
                  <c:v>0.30025022646723964</c:v>
                </c:pt>
                <c:pt idx="20374">
                  <c:v>0.30032981742091175</c:v>
                </c:pt>
                <c:pt idx="20375">
                  <c:v>0.30036319703076214</c:v>
                </c:pt>
                <c:pt idx="20376">
                  <c:v>0.30036520543020895</c:v>
                </c:pt>
                <c:pt idx="20377">
                  <c:v>0.30039991081313988</c:v>
                </c:pt>
                <c:pt idx="20378">
                  <c:v>0.30049248571439108</c:v>
                </c:pt>
                <c:pt idx="20379">
                  <c:v>0.30049595771369675</c:v>
                </c:pt>
                <c:pt idx="20380">
                  <c:v>0.30058569159488213</c:v>
                </c:pt>
                <c:pt idx="20381">
                  <c:v>0.30059493734806769</c:v>
                </c:pt>
                <c:pt idx="20382">
                  <c:v>0.30060205755651126</c:v>
                </c:pt>
                <c:pt idx="20383">
                  <c:v>0.300626947083031</c:v>
                </c:pt>
                <c:pt idx="20384">
                  <c:v>0.30064068179607611</c:v>
                </c:pt>
                <c:pt idx="20385">
                  <c:v>0.30067334474907426</c:v>
                </c:pt>
                <c:pt idx="20386">
                  <c:v>0.30069895044308304</c:v>
                </c:pt>
                <c:pt idx="20387">
                  <c:v>0.30071425557162995</c:v>
                </c:pt>
                <c:pt idx="20388">
                  <c:v>0.30072558348767725</c:v>
                </c:pt>
                <c:pt idx="20389">
                  <c:v>0.30072802043724223</c:v>
                </c:pt>
                <c:pt idx="20390">
                  <c:v>0.30076231890510097</c:v>
                </c:pt>
                <c:pt idx="20391">
                  <c:v>0.3007717759594225</c:v>
                </c:pt>
                <c:pt idx="20392">
                  <c:v>0.30085823124250127</c:v>
                </c:pt>
                <c:pt idx="20393">
                  <c:v>0.30086409063861125</c:v>
                </c:pt>
                <c:pt idx="20394">
                  <c:v>0.30092815901533759</c:v>
                </c:pt>
                <c:pt idx="20395">
                  <c:v>0.30094597835834547</c:v>
                </c:pt>
                <c:pt idx="20396">
                  <c:v>0.30106498133432763</c:v>
                </c:pt>
                <c:pt idx="20397">
                  <c:v>0.30108338220134445</c:v>
                </c:pt>
                <c:pt idx="20398">
                  <c:v>0.30111359566527945</c:v>
                </c:pt>
                <c:pt idx="20399">
                  <c:v>0.30112128816173767</c:v>
                </c:pt>
                <c:pt idx="20400">
                  <c:v>0.3011291180095344</c:v>
                </c:pt>
                <c:pt idx="20401">
                  <c:v>0.30117772050596536</c:v>
                </c:pt>
                <c:pt idx="20402">
                  <c:v>0.30117890816131077</c:v>
                </c:pt>
                <c:pt idx="20403">
                  <c:v>0.30122323081885177</c:v>
                </c:pt>
                <c:pt idx="20404">
                  <c:v>0.30122729943145204</c:v>
                </c:pt>
                <c:pt idx="20405">
                  <c:v>0.30125211862086504</c:v>
                </c:pt>
                <c:pt idx="20406">
                  <c:v>0.30127213715750151</c:v>
                </c:pt>
                <c:pt idx="20407">
                  <c:v>0.30134200589191518</c:v>
                </c:pt>
                <c:pt idx="20408">
                  <c:v>0.30135046152345146</c:v>
                </c:pt>
                <c:pt idx="20409">
                  <c:v>0.30145335425129222</c:v>
                </c:pt>
                <c:pt idx="20410">
                  <c:v>0.30145570020504497</c:v>
                </c:pt>
                <c:pt idx="20411">
                  <c:v>0.3015502404948569</c:v>
                </c:pt>
                <c:pt idx="20412">
                  <c:v>0.3015651518463926</c:v>
                </c:pt>
                <c:pt idx="20413">
                  <c:v>0.30157251698137194</c:v>
                </c:pt>
                <c:pt idx="20414">
                  <c:v>0.30159031486010746</c:v>
                </c:pt>
                <c:pt idx="20415">
                  <c:v>0.30174054544754464</c:v>
                </c:pt>
                <c:pt idx="20416">
                  <c:v>0.30175668559561836</c:v>
                </c:pt>
                <c:pt idx="20417">
                  <c:v>0.30177840603069456</c:v>
                </c:pt>
                <c:pt idx="20418">
                  <c:v>0.30180748571669991</c:v>
                </c:pt>
                <c:pt idx="20419">
                  <c:v>0.30183227500829257</c:v>
                </c:pt>
                <c:pt idx="20420">
                  <c:v>0.30183720373675199</c:v>
                </c:pt>
                <c:pt idx="20421">
                  <c:v>0.30187736935705367</c:v>
                </c:pt>
                <c:pt idx="20422">
                  <c:v>0.30193835445615375</c:v>
                </c:pt>
                <c:pt idx="20423">
                  <c:v>0.3019421708526171</c:v>
                </c:pt>
                <c:pt idx="20424">
                  <c:v>0.30198292559114587</c:v>
                </c:pt>
                <c:pt idx="20425">
                  <c:v>0.30201097564557389</c:v>
                </c:pt>
                <c:pt idx="20426">
                  <c:v>0.30203329636719789</c:v>
                </c:pt>
                <c:pt idx="20427">
                  <c:v>0.30203948991819185</c:v>
                </c:pt>
                <c:pt idx="20428">
                  <c:v>0.30205099682169384</c:v>
                </c:pt>
                <c:pt idx="20429">
                  <c:v>0.30205622548015065</c:v>
                </c:pt>
                <c:pt idx="20430">
                  <c:v>0.30205703894016456</c:v>
                </c:pt>
                <c:pt idx="20431">
                  <c:v>0.30210480797792111</c:v>
                </c:pt>
                <c:pt idx="20432">
                  <c:v>0.30210742351723696</c:v>
                </c:pt>
                <c:pt idx="20433">
                  <c:v>0.30213176882278198</c:v>
                </c:pt>
                <c:pt idx="20434">
                  <c:v>0.30216502520747207</c:v>
                </c:pt>
                <c:pt idx="20435">
                  <c:v>0.30216685202654947</c:v>
                </c:pt>
                <c:pt idx="20436">
                  <c:v>0.30216897766129314</c:v>
                </c:pt>
                <c:pt idx="20437">
                  <c:v>0.30217332196341185</c:v>
                </c:pt>
                <c:pt idx="20438">
                  <c:v>0.30217930096980045</c:v>
                </c:pt>
                <c:pt idx="20439">
                  <c:v>0.30218562716777803</c:v>
                </c:pt>
                <c:pt idx="20440">
                  <c:v>0.30224094020718895</c:v>
                </c:pt>
                <c:pt idx="20441">
                  <c:v>0.30228610543353729</c:v>
                </c:pt>
                <c:pt idx="20442">
                  <c:v>0.30228882584355837</c:v>
                </c:pt>
                <c:pt idx="20443">
                  <c:v>0.3022892065111043</c:v>
                </c:pt>
                <c:pt idx="20444">
                  <c:v>0.30231429859271824</c:v>
                </c:pt>
                <c:pt idx="20445">
                  <c:v>0.30232051563071843</c:v>
                </c:pt>
                <c:pt idx="20446">
                  <c:v>0.30234161412510352</c:v>
                </c:pt>
                <c:pt idx="20447">
                  <c:v>0.30234355595552659</c:v>
                </c:pt>
                <c:pt idx="20448">
                  <c:v>0.30235233354677593</c:v>
                </c:pt>
                <c:pt idx="20449">
                  <c:v>0.3023655175109789</c:v>
                </c:pt>
                <c:pt idx="20450">
                  <c:v>0.30239194940814723</c:v>
                </c:pt>
                <c:pt idx="20451">
                  <c:v>0.30239947951878376</c:v>
                </c:pt>
                <c:pt idx="20452">
                  <c:v>0.30242374598935484</c:v>
                </c:pt>
                <c:pt idx="20453">
                  <c:v>0.30243590110941854</c:v>
                </c:pt>
                <c:pt idx="20454">
                  <c:v>0.30243854012913618</c:v>
                </c:pt>
                <c:pt idx="20455">
                  <c:v>0.30247313075055993</c:v>
                </c:pt>
                <c:pt idx="20456">
                  <c:v>0.30247945753205796</c:v>
                </c:pt>
                <c:pt idx="20457">
                  <c:v>0.30249456647106482</c:v>
                </c:pt>
                <c:pt idx="20458">
                  <c:v>0.30249980454433206</c:v>
                </c:pt>
                <c:pt idx="20459">
                  <c:v>0.30250251174595189</c:v>
                </c:pt>
                <c:pt idx="20460">
                  <c:v>0.30252660210349985</c:v>
                </c:pt>
                <c:pt idx="20461">
                  <c:v>0.30252873134437563</c:v>
                </c:pt>
                <c:pt idx="20462">
                  <c:v>0.30254601865830721</c:v>
                </c:pt>
                <c:pt idx="20463">
                  <c:v>0.30256872222507092</c:v>
                </c:pt>
                <c:pt idx="20464">
                  <c:v>0.30258336493943561</c:v>
                </c:pt>
                <c:pt idx="20465">
                  <c:v>0.30258990588152951</c:v>
                </c:pt>
                <c:pt idx="20466">
                  <c:v>0.30261362473726022</c:v>
                </c:pt>
                <c:pt idx="20467">
                  <c:v>0.30261507774814222</c:v>
                </c:pt>
                <c:pt idx="20468">
                  <c:v>0.30263020304103161</c:v>
                </c:pt>
                <c:pt idx="20469">
                  <c:v>0.30266480045424476</c:v>
                </c:pt>
                <c:pt idx="20470">
                  <c:v>0.30268326789415156</c:v>
                </c:pt>
                <c:pt idx="20471">
                  <c:v>0.30268772168799762</c:v>
                </c:pt>
                <c:pt idx="20472">
                  <c:v>0.30270600106250101</c:v>
                </c:pt>
                <c:pt idx="20473">
                  <c:v>0.30273348947072393</c:v>
                </c:pt>
                <c:pt idx="20474">
                  <c:v>0.30273375516540812</c:v>
                </c:pt>
                <c:pt idx="20475">
                  <c:v>0.30279225194958376</c:v>
                </c:pt>
                <c:pt idx="20476">
                  <c:v>0.30279434939162225</c:v>
                </c:pt>
                <c:pt idx="20477">
                  <c:v>0.30281246060208644</c:v>
                </c:pt>
                <c:pt idx="20478">
                  <c:v>0.30281705942170556</c:v>
                </c:pt>
                <c:pt idx="20479">
                  <c:v>0.30286822709030953</c:v>
                </c:pt>
                <c:pt idx="20480">
                  <c:v>0.30289703363893333</c:v>
                </c:pt>
                <c:pt idx="20481">
                  <c:v>0.30290666520314052</c:v>
                </c:pt>
                <c:pt idx="20482">
                  <c:v>0.30296764119557917</c:v>
                </c:pt>
                <c:pt idx="20483">
                  <c:v>0.30299550379234952</c:v>
                </c:pt>
                <c:pt idx="20484">
                  <c:v>0.30300138582446362</c:v>
                </c:pt>
                <c:pt idx="20485">
                  <c:v>0.30300829815804048</c:v>
                </c:pt>
                <c:pt idx="20486">
                  <c:v>0.30302364824725131</c:v>
                </c:pt>
                <c:pt idx="20487">
                  <c:v>0.30304203518959827</c:v>
                </c:pt>
                <c:pt idx="20488">
                  <c:v>0.30318332451032576</c:v>
                </c:pt>
                <c:pt idx="20489">
                  <c:v>0.30318759657093119</c:v>
                </c:pt>
                <c:pt idx="20490">
                  <c:v>0.30318991174516446</c:v>
                </c:pt>
                <c:pt idx="20491">
                  <c:v>0.30319687686700741</c:v>
                </c:pt>
                <c:pt idx="20492">
                  <c:v>0.30322122901223819</c:v>
                </c:pt>
                <c:pt idx="20493">
                  <c:v>0.30329326160133813</c:v>
                </c:pt>
                <c:pt idx="20494">
                  <c:v>0.30330070790434199</c:v>
                </c:pt>
                <c:pt idx="20495">
                  <c:v>0.30335404204705574</c:v>
                </c:pt>
                <c:pt idx="20496">
                  <c:v>0.30337089164279729</c:v>
                </c:pt>
                <c:pt idx="20497">
                  <c:v>0.30341579258405199</c:v>
                </c:pt>
                <c:pt idx="20498">
                  <c:v>0.30346947925690038</c:v>
                </c:pt>
                <c:pt idx="20499">
                  <c:v>0.30348587451158204</c:v>
                </c:pt>
                <c:pt idx="20500">
                  <c:v>0.30354974806952995</c:v>
                </c:pt>
                <c:pt idx="20501">
                  <c:v>0.30357462624762566</c:v>
                </c:pt>
                <c:pt idx="20502">
                  <c:v>0.30358125470893621</c:v>
                </c:pt>
                <c:pt idx="20503">
                  <c:v>0.30364062291845506</c:v>
                </c:pt>
                <c:pt idx="20504">
                  <c:v>0.30366738931377174</c:v>
                </c:pt>
                <c:pt idx="20505">
                  <c:v>0.30368550633138247</c:v>
                </c:pt>
                <c:pt idx="20506">
                  <c:v>0.30371101938424788</c:v>
                </c:pt>
                <c:pt idx="20507">
                  <c:v>0.30372911002535052</c:v>
                </c:pt>
                <c:pt idx="20508">
                  <c:v>0.30375633709575972</c:v>
                </c:pt>
                <c:pt idx="20509">
                  <c:v>0.30386694842175876</c:v>
                </c:pt>
                <c:pt idx="20510">
                  <c:v>0.30387414780772365</c:v>
                </c:pt>
                <c:pt idx="20511">
                  <c:v>0.30394966964721354</c:v>
                </c:pt>
                <c:pt idx="20512">
                  <c:v>0.3039500563136362</c:v>
                </c:pt>
                <c:pt idx="20513">
                  <c:v>0.30401777140681807</c:v>
                </c:pt>
                <c:pt idx="20514">
                  <c:v>0.30409007776797431</c:v>
                </c:pt>
                <c:pt idx="20515">
                  <c:v>0.30411357383616006</c:v>
                </c:pt>
                <c:pt idx="20516">
                  <c:v>0.30415694935918153</c:v>
                </c:pt>
                <c:pt idx="20517">
                  <c:v>0.30417195765892729</c:v>
                </c:pt>
                <c:pt idx="20518">
                  <c:v>0.30417492911074845</c:v>
                </c:pt>
                <c:pt idx="20519">
                  <c:v>0.3041853696690458</c:v>
                </c:pt>
                <c:pt idx="20520">
                  <c:v>0.30420078883558699</c:v>
                </c:pt>
                <c:pt idx="20521">
                  <c:v>0.30425193742567969</c:v>
                </c:pt>
                <c:pt idx="20522">
                  <c:v>0.30425224048832245</c:v>
                </c:pt>
                <c:pt idx="20523">
                  <c:v>0.30428099649130186</c:v>
                </c:pt>
                <c:pt idx="20524">
                  <c:v>0.30428577159693643</c:v>
                </c:pt>
                <c:pt idx="20525">
                  <c:v>0.30430370382949024</c:v>
                </c:pt>
                <c:pt idx="20526">
                  <c:v>0.3043082765164577</c:v>
                </c:pt>
                <c:pt idx="20527">
                  <c:v>0.30436665461333551</c:v>
                </c:pt>
                <c:pt idx="20528">
                  <c:v>0.30437705919194413</c:v>
                </c:pt>
                <c:pt idx="20529">
                  <c:v>0.30439721350842747</c:v>
                </c:pt>
                <c:pt idx="20530">
                  <c:v>0.30441067745977557</c:v>
                </c:pt>
                <c:pt idx="20531">
                  <c:v>0.30446194014074757</c:v>
                </c:pt>
                <c:pt idx="20532">
                  <c:v>0.30448820567638563</c:v>
                </c:pt>
                <c:pt idx="20533">
                  <c:v>0.30455175146498598</c:v>
                </c:pt>
                <c:pt idx="20534">
                  <c:v>0.30455372421067239</c:v>
                </c:pt>
                <c:pt idx="20535">
                  <c:v>0.3047064244057282</c:v>
                </c:pt>
                <c:pt idx="20536">
                  <c:v>0.30471267285904224</c:v>
                </c:pt>
                <c:pt idx="20537">
                  <c:v>0.30472462756328722</c:v>
                </c:pt>
                <c:pt idx="20538">
                  <c:v>0.30475287889924502</c:v>
                </c:pt>
                <c:pt idx="20539">
                  <c:v>0.30479704357556958</c:v>
                </c:pt>
                <c:pt idx="20540">
                  <c:v>0.3048026976904738</c:v>
                </c:pt>
                <c:pt idx="20541">
                  <c:v>0.30481716896969036</c:v>
                </c:pt>
                <c:pt idx="20542">
                  <c:v>0.30482919336276687</c:v>
                </c:pt>
                <c:pt idx="20543">
                  <c:v>0.3048529931354001</c:v>
                </c:pt>
                <c:pt idx="20544">
                  <c:v>0.30485936882581149</c:v>
                </c:pt>
                <c:pt idx="20545">
                  <c:v>0.30487052543362353</c:v>
                </c:pt>
                <c:pt idx="20546">
                  <c:v>0.30492959589487795</c:v>
                </c:pt>
                <c:pt idx="20547">
                  <c:v>0.30494580241808489</c:v>
                </c:pt>
                <c:pt idx="20548">
                  <c:v>0.30498347228419515</c:v>
                </c:pt>
                <c:pt idx="20549">
                  <c:v>0.30500031096413033</c:v>
                </c:pt>
                <c:pt idx="20550">
                  <c:v>0.30500179015107814</c:v>
                </c:pt>
                <c:pt idx="20551">
                  <c:v>0.30500796337603708</c:v>
                </c:pt>
                <c:pt idx="20552">
                  <c:v>0.30501932480414362</c:v>
                </c:pt>
                <c:pt idx="20553">
                  <c:v>0.30503648638901426</c:v>
                </c:pt>
                <c:pt idx="20554">
                  <c:v>0.30505193193489638</c:v>
                </c:pt>
                <c:pt idx="20555">
                  <c:v>0.30506546559143038</c:v>
                </c:pt>
                <c:pt idx="20556">
                  <c:v>0.30507459109787471</c:v>
                </c:pt>
                <c:pt idx="20557">
                  <c:v>0.305106375955494</c:v>
                </c:pt>
                <c:pt idx="20558">
                  <c:v>0.3051294187479664</c:v>
                </c:pt>
                <c:pt idx="20559">
                  <c:v>0.30518396824782063</c:v>
                </c:pt>
                <c:pt idx="20560">
                  <c:v>0.30522176950672736</c:v>
                </c:pt>
                <c:pt idx="20561">
                  <c:v>0.30524399830814258</c:v>
                </c:pt>
                <c:pt idx="20562">
                  <c:v>0.30527490026848042</c:v>
                </c:pt>
                <c:pt idx="20563">
                  <c:v>0.3052922289032422</c:v>
                </c:pt>
                <c:pt idx="20564">
                  <c:v>0.3053375596638917</c:v>
                </c:pt>
                <c:pt idx="20565">
                  <c:v>0.30536642751655296</c:v>
                </c:pt>
                <c:pt idx="20566">
                  <c:v>0.30547360392899287</c:v>
                </c:pt>
                <c:pt idx="20567">
                  <c:v>0.30553784791860822</c:v>
                </c:pt>
                <c:pt idx="20568">
                  <c:v>0.30556040370221965</c:v>
                </c:pt>
                <c:pt idx="20569">
                  <c:v>0.30556136649275278</c:v>
                </c:pt>
                <c:pt idx="20570">
                  <c:v>0.30557682715145762</c:v>
                </c:pt>
                <c:pt idx="20571">
                  <c:v>0.30563361889841167</c:v>
                </c:pt>
                <c:pt idx="20572">
                  <c:v>0.30564979935482817</c:v>
                </c:pt>
                <c:pt idx="20573">
                  <c:v>0.30568651914323886</c:v>
                </c:pt>
                <c:pt idx="20574">
                  <c:v>0.30571655345011362</c:v>
                </c:pt>
                <c:pt idx="20575">
                  <c:v>0.30572560692565764</c:v>
                </c:pt>
                <c:pt idx="20576">
                  <c:v>0.30572722842151862</c:v>
                </c:pt>
                <c:pt idx="20577">
                  <c:v>0.30573559563408886</c:v>
                </c:pt>
                <c:pt idx="20578">
                  <c:v>0.30574140142554596</c:v>
                </c:pt>
                <c:pt idx="20579">
                  <c:v>0.30575708104803673</c:v>
                </c:pt>
                <c:pt idx="20580">
                  <c:v>0.30580382988460997</c:v>
                </c:pt>
                <c:pt idx="20581">
                  <c:v>0.30582981151413097</c:v>
                </c:pt>
                <c:pt idx="20582">
                  <c:v>0.30583002311476282</c:v>
                </c:pt>
                <c:pt idx="20583">
                  <c:v>0.30587190449204238</c:v>
                </c:pt>
                <c:pt idx="20584">
                  <c:v>0.30591605136736133</c:v>
                </c:pt>
                <c:pt idx="20585">
                  <c:v>0.30593349604825271</c:v>
                </c:pt>
                <c:pt idx="20586">
                  <c:v>0.30593786438746068</c:v>
                </c:pt>
                <c:pt idx="20587">
                  <c:v>0.30593920579282308</c:v>
                </c:pt>
                <c:pt idx="20588">
                  <c:v>0.30595459345887382</c:v>
                </c:pt>
                <c:pt idx="20589">
                  <c:v>0.30595605364861816</c:v>
                </c:pt>
                <c:pt idx="20590">
                  <c:v>0.30598561604879115</c:v>
                </c:pt>
                <c:pt idx="20591">
                  <c:v>0.30598849085986551</c:v>
                </c:pt>
                <c:pt idx="20592">
                  <c:v>0.30599179584778929</c:v>
                </c:pt>
                <c:pt idx="20593">
                  <c:v>0.305995107736654</c:v>
                </c:pt>
                <c:pt idx="20594">
                  <c:v>0.30600928155521923</c:v>
                </c:pt>
                <c:pt idx="20595">
                  <c:v>0.30606192958283152</c:v>
                </c:pt>
                <c:pt idx="20596">
                  <c:v>0.30606958916874699</c:v>
                </c:pt>
                <c:pt idx="20597">
                  <c:v>0.30611766936585605</c:v>
                </c:pt>
                <c:pt idx="20598">
                  <c:v>0.30620032108539835</c:v>
                </c:pt>
                <c:pt idx="20599">
                  <c:v>0.30621242026645812</c:v>
                </c:pt>
                <c:pt idx="20600">
                  <c:v>0.30633356154665736</c:v>
                </c:pt>
                <c:pt idx="20601">
                  <c:v>0.30638437257628653</c:v>
                </c:pt>
                <c:pt idx="20602">
                  <c:v>0.30643814765209021</c:v>
                </c:pt>
                <c:pt idx="20603">
                  <c:v>0.30649353525887968</c:v>
                </c:pt>
                <c:pt idx="20604">
                  <c:v>0.30652829698400563</c:v>
                </c:pt>
                <c:pt idx="20605">
                  <c:v>0.30659019067638876</c:v>
                </c:pt>
                <c:pt idx="20606">
                  <c:v>0.30670094310033164</c:v>
                </c:pt>
                <c:pt idx="20607">
                  <c:v>0.30675315029475891</c:v>
                </c:pt>
                <c:pt idx="20608">
                  <c:v>0.30677176794801997</c:v>
                </c:pt>
                <c:pt idx="20609">
                  <c:v>0.30679851757351723</c:v>
                </c:pt>
                <c:pt idx="20610">
                  <c:v>0.30681173049398092</c:v>
                </c:pt>
                <c:pt idx="20611">
                  <c:v>0.30683175038159738</c:v>
                </c:pt>
                <c:pt idx="20612">
                  <c:v>0.30686737445456863</c:v>
                </c:pt>
                <c:pt idx="20613">
                  <c:v>0.306888370950199</c:v>
                </c:pt>
                <c:pt idx="20614">
                  <c:v>0.30690744093041267</c:v>
                </c:pt>
                <c:pt idx="20615">
                  <c:v>0.30691081988905972</c:v>
                </c:pt>
                <c:pt idx="20616">
                  <c:v>0.30691151072967904</c:v>
                </c:pt>
                <c:pt idx="20617">
                  <c:v>0.30697525252084384</c:v>
                </c:pt>
                <c:pt idx="20618">
                  <c:v>0.30701934938555026</c:v>
                </c:pt>
                <c:pt idx="20619">
                  <c:v>0.3070337435954546</c:v>
                </c:pt>
                <c:pt idx="20620">
                  <c:v>0.30707650339831732</c:v>
                </c:pt>
                <c:pt idx="20621">
                  <c:v>0.30708031348556325</c:v>
                </c:pt>
                <c:pt idx="20622">
                  <c:v>0.30708865630290677</c:v>
                </c:pt>
                <c:pt idx="20623">
                  <c:v>0.30711349287079776</c:v>
                </c:pt>
                <c:pt idx="20624">
                  <c:v>0.30715477026034527</c:v>
                </c:pt>
                <c:pt idx="20625">
                  <c:v>0.30720960004963138</c:v>
                </c:pt>
                <c:pt idx="20626">
                  <c:v>0.3072410268438992</c:v>
                </c:pt>
                <c:pt idx="20627">
                  <c:v>0.30726614672529667</c:v>
                </c:pt>
                <c:pt idx="20628">
                  <c:v>0.30728226040773576</c:v>
                </c:pt>
                <c:pt idx="20629">
                  <c:v>0.30728698287091188</c:v>
                </c:pt>
                <c:pt idx="20630">
                  <c:v>0.3073114130104061</c:v>
                </c:pt>
                <c:pt idx="20631">
                  <c:v>0.3073563923294737</c:v>
                </c:pt>
                <c:pt idx="20632">
                  <c:v>0.30738546996044541</c:v>
                </c:pt>
                <c:pt idx="20633">
                  <c:v>0.30739749939822186</c:v>
                </c:pt>
                <c:pt idx="20634">
                  <c:v>0.3074018794228226</c:v>
                </c:pt>
                <c:pt idx="20635">
                  <c:v>0.30741679082230722</c:v>
                </c:pt>
                <c:pt idx="20636">
                  <c:v>0.30744354830961235</c:v>
                </c:pt>
                <c:pt idx="20637">
                  <c:v>0.30748193687529829</c:v>
                </c:pt>
                <c:pt idx="20638">
                  <c:v>0.3075100786526398</c:v>
                </c:pt>
                <c:pt idx="20639">
                  <c:v>0.30752409918788431</c:v>
                </c:pt>
                <c:pt idx="20640">
                  <c:v>0.30752517528745615</c:v>
                </c:pt>
                <c:pt idx="20641">
                  <c:v>0.3075362387891582</c:v>
                </c:pt>
                <c:pt idx="20642">
                  <c:v>0.30758231282795212</c:v>
                </c:pt>
                <c:pt idx="20643">
                  <c:v>0.30762061350039716</c:v>
                </c:pt>
                <c:pt idx="20644">
                  <c:v>0.30763978462924602</c:v>
                </c:pt>
                <c:pt idx="20645">
                  <c:v>0.30764138651255235</c:v>
                </c:pt>
                <c:pt idx="20646">
                  <c:v>0.30765513646384701</c:v>
                </c:pt>
                <c:pt idx="20647">
                  <c:v>0.30777926749007317</c:v>
                </c:pt>
                <c:pt idx="20648">
                  <c:v>0.30778163337061021</c:v>
                </c:pt>
                <c:pt idx="20649">
                  <c:v>0.30786448491748203</c:v>
                </c:pt>
                <c:pt idx="20650">
                  <c:v>0.30788841125507971</c:v>
                </c:pt>
                <c:pt idx="20651">
                  <c:v>0.30793770385809727</c:v>
                </c:pt>
                <c:pt idx="20652">
                  <c:v>0.30796634134633555</c:v>
                </c:pt>
                <c:pt idx="20653">
                  <c:v>0.30802075938668994</c:v>
                </c:pt>
                <c:pt idx="20654">
                  <c:v>0.30806026977202505</c:v>
                </c:pt>
                <c:pt idx="20655">
                  <c:v>0.30814027469426075</c:v>
                </c:pt>
                <c:pt idx="20656">
                  <c:v>0.30815642753824091</c:v>
                </c:pt>
                <c:pt idx="20657">
                  <c:v>0.30816935077113727</c:v>
                </c:pt>
                <c:pt idx="20658">
                  <c:v>0.30823293762793386</c:v>
                </c:pt>
                <c:pt idx="20659">
                  <c:v>0.30829763425993845</c:v>
                </c:pt>
                <c:pt idx="20660">
                  <c:v>0.30832020365581186</c:v>
                </c:pt>
                <c:pt idx="20661">
                  <c:v>0.3083407574032897</c:v>
                </c:pt>
                <c:pt idx="20662">
                  <c:v>0.30846688262331801</c:v>
                </c:pt>
                <c:pt idx="20663">
                  <c:v>0.30850920162697643</c:v>
                </c:pt>
                <c:pt idx="20664">
                  <c:v>0.30852708765720038</c:v>
                </c:pt>
                <c:pt idx="20665">
                  <c:v>0.30856749627854607</c:v>
                </c:pt>
                <c:pt idx="20666">
                  <c:v>0.30859809841779468</c:v>
                </c:pt>
                <c:pt idx="20667">
                  <c:v>0.30860894641724712</c:v>
                </c:pt>
                <c:pt idx="20668">
                  <c:v>0.30863932850722109</c:v>
                </c:pt>
                <c:pt idx="20669">
                  <c:v>0.30876321904633114</c:v>
                </c:pt>
                <c:pt idx="20670">
                  <c:v>0.30876744108494736</c:v>
                </c:pt>
                <c:pt idx="20671">
                  <c:v>0.30877594588904267</c:v>
                </c:pt>
                <c:pt idx="20672">
                  <c:v>0.30878616178646612</c:v>
                </c:pt>
                <c:pt idx="20673">
                  <c:v>0.30879671510240975</c:v>
                </c:pt>
                <c:pt idx="20674">
                  <c:v>0.30887690050899036</c:v>
                </c:pt>
                <c:pt idx="20675">
                  <c:v>0.30891179005740577</c:v>
                </c:pt>
                <c:pt idx="20676">
                  <c:v>0.30892265719388062</c:v>
                </c:pt>
                <c:pt idx="20677">
                  <c:v>0.30896406022734046</c:v>
                </c:pt>
                <c:pt idx="20678">
                  <c:v>0.30899534526238887</c:v>
                </c:pt>
                <c:pt idx="20679">
                  <c:v>0.30902682978447249</c:v>
                </c:pt>
                <c:pt idx="20680">
                  <c:v>0.30908581905195837</c:v>
                </c:pt>
                <c:pt idx="20681">
                  <c:v>0.30909002290737941</c:v>
                </c:pt>
                <c:pt idx="20682">
                  <c:v>0.3090940898815307</c:v>
                </c:pt>
                <c:pt idx="20683">
                  <c:v>0.30914877895642828</c:v>
                </c:pt>
                <c:pt idx="20684">
                  <c:v>0.30924594807814143</c:v>
                </c:pt>
                <c:pt idx="20685">
                  <c:v>0.30926257624961589</c:v>
                </c:pt>
                <c:pt idx="20686">
                  <c:v>0.30929749016152303</c:v>
                </c:pt>
                <c:pt idx="20687">
                  <c:v>0.3092994638642968</c:v>
                </c:pt>
                <c:pt idx="20688">
                  <c:v>0.30932016350724406</c:v>
                </c:pt>
                <c:pt idx="20689">
                  <c:v>0.30932066079452863</c:v>
                </c:pt>
                <c:pt idx="20690">
                  <c:v>0.30938800457958199</c:v>
                </c:pt>
                <c:pt idx="20691">
                  <c:v>0.30939043640984787</c:v>
                </c:pt>
                <c:pt idx="20692">
                  <c:v>0.30942528844188782</c:v>
                </c:pt>
                <c:pt idx="20693">
                  <c:v>0.30944974287989391</c:v>
                </c:pt>
                <c:pt idx="20694">
                  <c:v>0.30948856897999283</c:v>
                </c:pt>
                <c:pt idx="20695">
                  <c:v>0.30949147159310059</c:v>
                </c:pt>
                <c:pt idx="20696">
                  <c:v>0.30949715706830738</c:v>
                </c:pt>
                <c:pt idx="20697">
                  <c:v>0.30951507299731068</c:v>
                </c:pt>
                <c:pt idx="20698">
                  <c:v>0.30954440032060676</c:v>
                </c:pt>
                <c:pt idx="20699">
                  <c:v>0.30955451935814382</c:v>
                </c:pt>
                <c:pt idx="20700">
                  <c:v>0.30963317789130551</c:v>
                </c:pt>
                <c:pt idx="20701">
                  <c:v>0.30967118528666404</c:v>
                </c:pt>
                <c:pt idx="20702">
                  <c:v>0.30968461863071917</c:v>
                </c:pt>
                <c:pt idx="20703">
                  <c:v>0.30978280314351397</c:v>
                </c:pt>
                <c:pt idx="20704">
                  <c:v>0.30978518046162956</c:v>
                </c:pt>
                <c:pt idx="20705">
                  <c:v>0.3097995084907324</c:v>
                </c:pt>
                <c:pt idx="20706">
                  <c:v>0.30980092742899928</c:v>
                </c:pt>
                <c:pt idx="20707">
                  <c:v>0.30980344156509354</c:v>
                </c:pt>
                <c:pt idx="20708">
                  <c:v>0.30981469295606479</c:v>
                </c:pt>
                <c:pt idx="20709">
                  <c:v>0.30985959909965388</c:v>
                </c:pt>
                <c:pt idx="20710">
                  <c:v>0.30987572929928531</c:v>
                </c:pt>
                <c:pt idx="20711">
                  <c:v>0.30988583361134547</c:v>
                </c:pt>
                <c:pt idx="20712">
                  <c:v>0.30991843640125943</c:v>
                </c:pt>
                <c:pt idx="20713">
                  <c:v>0.30992824325066254</c:v>
                </c:pt>
                <c:pt idx="20714">
                  <c:v>0.31010221835368995</c:v>
                </c:pt>
                <c:pt idx="20715">
                  <c:v>0.31010908134767362</c:v>
                </c:pt>
                <c:pt idx="20716">
                  <c:v>0.3101118302121717</c:v>
                </c:pt>
                <c:pt idx="20717">
                  <c:v>0.3101338557571684</c:v>
                </c:pt>
                <c:pt idx="20718">
                  <c:v>0.31015366837284392</c:v>
                </c:pt>
                <c:pt idx="20719">
                  <c:v>0.31016029117261323</c:v>
                </c:pt>
                <c:pt idx="20720">
                  <c:v>0.31018209379689071</c:v>
                </c:pt>
                <c:pt idx="20721">
                  <c:v>0.31022181262440901</c:v>
                </c:pt>
                <c:pt idx="20722">
                  <c:v>0.31022860765422805</c:v>
                </c:pt>
                <c:pt idx="20723">
                  <c:v>0.31028143732197627</c:v>
                </c:pt>
                <c:pt idx="20724">
                  <c:v>0.31028312271237612</c:v>
                </c:pt>
                <c:pt idx="20725">
                  <c:v>0.31032447862755352</c:v>
                </c:pt>
                <c:pt idx="20726">
                  <c:v>0.31036729357144127</c:v>
                </c:pt>
                <c:pt idx="20727">
                  <c:v>0.31037241499482981</c:v>
                </c:pt>
                <c:pt idx="20728">
                  <c:v>0.31045476024915264</c:v>
                </c:pt>
                <c:pt idx="20729">
                  <c:v>0.31048839468943096</c:v>
                </c:pt>
                <c:pt idx="20730">
                  <c:v>0.31058872625577832</c:v>
                </c:pt>
                <c:pt idx="20731">
                  <c:v>0.3106227350224538</c:v>
                </c:pt>
                <c:pt idx="20732">
                  <c:v>0.31064038412335887</c:v>
                </c:pt>
                <c:pt idx="20733">
                  <c:v>0.31069746641195056</c:v>
                </c:pt>
                <c:pt idx="20734">
                  <c:v>0.31070393571636229</c:v>
                </c:pt>
                <c:pt idx="20735">
                  <c:v>0.31078401014032275</c:v>
                </c:pt>
                <c:pt idx="20736">
                  <c:v>0.31079928369361987</c:v>
                </c:pt>
                <c:pt idx="20737">
                  <c:v>0.31083262072251178</c:v>
                </c:pt>
                <c:pt idx="20738">
                  <c:v>0.31086525665859399</c:v>
                </c:pt>
                <c:pt idx="20739">
                  <c:v>0.31091702283535499</c:v>
                </c:pt>
                <c:pt idx="20740">
                  <c:v>0.31092923507513198</c:v>
                </c:pt>
                <c:pt idx="20741">
                  <c:v>0.31097509849159188</c:v>
                </c:pt>
                <c:pt idx="20742">
                  <c:v>0.31101442287008929</c:v>
                </c:pt>
                <c:pt idx="20743">
                  <c:v>0.3110657352412417</c:v>
                </c:pt>
                <c:pt idx="20744">
                  <c:v>0.31107576408395399</c:v>
                </c:pt>
                <c:pt idx="20745">
                  <c:v>0.31114627242161674</c:v>
                </c:pt>
                <c:pt idx="20746">
                  <c:v>0.31119607021089685</c:v>
                </c:pt>
                <c:pt idx="20747">
                  <c:v>0.31120928193645719</c:v>
                </c:pt>
                <c:pt idx="20748">
                  <c:v>0.31131486501970229</c:v>
                </c:pt>
                <c:pt idx="20749">
                  <c:v>0.31132770802512383</c:v>
                </c:pt>
                <c:pt idx="20750">
                  <c:v>0.31140154349785748</c:v>
                </c:pt>
                <c:pt idx="20751">
                  <c:v>0.31140697031071068</c:v>
                </c:pt>
                <c:pt idx="20752">
                  <c:v>0.31141468623562074</c:v>
                </c:pt>
                <c:pt idx="20753">
                  <c:v>0.31142175559730617</c:v>
                </c:pt>
                <c:pt idx="20754">
                  <c:v>0.31143078076129199</c:v>
                </c:pt>
                <c:pt idx="20755">
                  <c:v>0.31144972882688932</c:v>
                </c:pt>
                <c:pt idx="20756">
                  <c:v>0.31151380517239985</c:v>
                </c:pt>
                <c:pt idx="20757">
                  <c:v>0.31152010929454466</c:v>
                </c:pt>
                <c:pt idx="20758">
                  <c:v>0.31156488798225268</c:v>
                </c:pt>
                <c:pt idx="20759">
                  <c:v>0.31156782034366753</c:v>
                </c:pt>
                <c:pt idx="20760">
                  <c:v>0.31158711662545796</c:v>
                </c:pt>
                <c:pt idx="20761">
                  <c:v>0.3116474485666863</c:v>
                </c:pt>
                <c:pt idx="20762">
                  <c:v>0.31168238545232191</c:v>
                </c:pt>
                <c:pt idx="20763">
                  <c:v>0.31170761230401473</c:v>
                </c:pt>
                <c:pt idx="20764">
                  <c:v>0.31172507992708864</c:v>
                </c:pt>
                <c:pt idx="20765">
                  <c:v>0.31172884008246454</c:v>
                </c:pt>
                <c:pt idx="20766">
                  <c:v>0.31172988066442414</c:v>
                </c:pt>
                <c:pt idx="20767">
                  <c:v>0.31175611503561806</c:v>
                </c:pt>
                <c:pt idx="20768">
                  <c:v>0.31177185493796988</c:v>
                </c:pt>
                <c:pt idx="20769">
                  <c:v>0.31177496254591958</c:v>
                </c:pt>
                <c:pt idx="20770">
                  <c:v>0.31186163682256407</c:v>
                </c:pt>
                <c:pt idx="20771">
                  <c:v>0.31186259238067027</c:v>
                </c:pt>
                <c:pt idx="20772">
                  <c:v>0.31193133993750238</c:v>
                </c:pt>
                <c:pt idx="20773">
                  <c:v>0.31197236559790525</c:v>
                </c:pt>
                <c:pt idx="20774">
                  <c:v>0.31197879362291936</c:v>
                </c:pt>
                <c:pt idx="20775">
                  <c:v>0.31198020933457921</c:v>
                </c:pt>
                <c:pt idx="20776">
                  <c:v>0.31198315051092546</c:v>
                </c:pt>
                <c:pt idx="20777">
                  <c:v>0.31200622152322605</c:v>
                </c:pt>
                <c:pt idx="20778">
                  <c:v>0.3120234205875565</c:v>
                </c:pt>
                <c:pt idx="20779">
                  <c:v>0.31204616720060524</c:v>
                </c:pt>
                <c:pt idx="20780">
                  <c:v>0.31206063116711424</c:v>
                </c:pt>
                <c:pt idx="20781">
                  <c:v>0.31209678131382457</c:v>
                </c:pt>
                <c:pt idx="20782">
                  <c:v>0.31213633759343107</c:v>
                </c:pt>
                <c:pt idx="20783">
                  <c:v>0.31217312301827177</c:v>
                </c:pt>
                <c:pt idx="20784">
                  <c:v>0.31218361727195504</c:v>
                </c:pt>
                <c:pt idx="20785">
                  <c:v>0.31228527702129855</c:v>
                </c:pt>
                <c:pt idx="20786">
                  <c:v>0.31233787811382513</c:v>
                </c:pt>
                <c:pt idx="20787">
                  <c:v>0.31234623861562882</c:v>
                </c:pt>
                <c:pt idx="20788">
                  <c:v>0.31239612429272007</c:v>
                </c:pt>
                <c:pt idx="20789">
                  <c:v>0.31239963386290048</c:v>
                </c:pt>
                <c:pt idx="20790">
                  <c:v>0.31242264642967438</c:v>
                </c:pt>
                <c:pt idx="20791">
                  <c:v>0.31246086374696574</c:v>
                </c:pt>
                <c:pt idx="20792">
                  <c:v>0.31252438240705593</c:v>
                </c:pt>
                <c:pt idx="20793">
                  <c:v>0.31254674211561856</c:v>
                </c:pt>
                <c:pt idx="20794">
                  <c:v>0.31255315732031991</c:v>
                </c:pt>
                <c:pt idx="20795">
                  <c:v>0.31255907992926063</c:v>
                </c:pt>
                <c:pt idx="20796">
                  <c:v>0.31256617231030759</c:v>
                </c:pt>
                <c:pt idx="20797">
                  <c:v>0.31257910894512997</c:v>
                </c:pt>
                <c:pt idx="20798">
                  <c:v>0.31261206632998667</c:v>
                </c:pt>
                <c:pt idx="20799">
                  <c:v>0.31266442741356343</c:v>
                </c:pt>
                <c:pt idx="20800">
                  <c:v>0.31271144543661988</c:v>
                </c:pt>
                <c:pt idx="20801">
                  <c:v>0.31271388151129903</c:v>
                </c:pt>
                <c:pt idx="20802">
                  <c:v>0.31274516492563054</c:v>
                </c:pt>
                <c:pt idx="20803">
                  <c:v>0.31279677170586895</c:v>
                </c:pt>
                <c:pt idx="20804">
                  <c:v>0.31284216055412739</c:v>
                </c:pt>
                <c:pt idx="20805">
                  <c:v>0.31286903569877206</c:v>
                </c:pt>
                <c:pt idx="20806">
                  <c:v>0.31290772136345835</c:v>
                </c:pt>
                <c:pt idx="20807">
                  <c:v>0.31291333406866489</c:v>
                </c:pt>
                <c:pt idx="20808">
                  <c:v>0.31294828808733416</c:v>
                </c:pt>
                <c:pt idx="20809">
                  <c:v>0.31296154865406989</c:v>
                </c:pt>
                <c:pt idx="20810">
                  <c:v>0.31298638276153384</c:v>
                </c:pt>
                <c:pt idx="20811">
                  <c:v>0.31300075783067349</c:v>
                </c:pt>
                <c:pt idx="20812">
                  <c:v>0.31302762433470943</c:v>
                </c:pt>
                <c:pt idx="20813">
                  <c:v>0.31303560380809631</c:v>
                </c:pt>
                <c:pt idx="20814">
                  <c:v>0.31307965183826453</c:v>
                </c:pt>
                <c:pt idx="20815">
                  <c:v>0.31308876749916009</c:v>
                </c:pt>
                <c:pt idx="20816">
                  <c:v>0.31310090022033688</c:v>
                </c:pt>
                <c:pt idx="20817">
                  <c:v>0.31316379211352591</c:v>
                </c:pt>
                <c:pt idx="20818">
                  <c:v>0.31320466749699816</c:v>
                </c:pt>
                <c:pt idx="20819">
                  <c:v>0.31324899964765396</c:v>
                </c:pt>
                <c:pt idx="20820">
                  <c:v>0.31325456589776457</c:v>
                </c:pt>
                <c:pt idx="20821">
                  <c:v>0.3132563499612166</c:v>
                </c:pt>
                <c:pt idx="20822">
                  <c:v>0.31325830681973699</c:v>
                </c:pt>
                <c:pt idx="20823">
                  <c:v>0.31329877892327718</c:v>
                </c:pt>
                <c:pt idx="20824">
                  <c:v>0.31331536711908453</c:v>
                </c:pt>
                <c:pt idx="20825">
                  <c:v>0.31333449275174147</c:v>
                </c:pt>
                <c:pt idx="20826">
                  <c:v>0.31340509753181406</c:v>
                </c:pt>
                <c:pt idx="20827">
                  <c:v>0.31349546290806862</c:v>
                </c:pt>
                <c:pt idx="20828">
                  <c:v>0.31353857771622701</c:v>
                </c:pt>
                <c:pt idx="20829">
                  <c:v>0.31357263661534529</c:v>
                </c:pt>
                <c:pt idx="20830">
                  <c:v>0.3136264079339392</c:v>
                </c:pt>
                <c:pt idx="20831">
                  <c:v>0.31365598270665851</c:v>
                </c:pt>
                <c:pt idx="20832">
                  <c:v>0.31373204945655953</c:v>
                </c:pt>
                <c:pt idx="20833">
                  <c:v>0.3137452958723046</c:v>
                </c:pt>
                <c:pt idx="20834">
                  <c:v>0.31377245123906117</c:v>
                </c:pt>
                <c:pt idx="20835">
                  <c:v>0.31377463402292005</c:v>
                </c:pt>
                <c:pt idx="20836">
                  <c:v>0.31378412064214345</c:v>
                </c:pt>
                <c:pt idx="20837">
                  <c:v>0.31380251730093112</c:v>
                </c:pt>
                <c:pt idx="20838">
                  <c:v>0.31385132990135928</c:v>
                </c:pt>
                <c:pt idx="20839">
                  <c:v>0.31385194676451089</c:v>
                </c:pt>
                <c:pt idx="20840">
                  <c:v>0.31389184830666128</c:v>
                </c:pt>
                <c:pt idx="20841">
                  <c:v>0.31390635835736802</c:v>
                </c:pt>
                <c:pt idx="20842">
                  <c:v>0.31395562902202068</c:v>
                </c:pt>
                <c:pt idx="20843">
                  <c:v>0.31396823503903648</c:v>
                </c:pt>
                <c:pt idx="20844">
                  <c:v>0.31402910573831816</c:v>
                </c:pt>
                <c:pt idx="20845">
                  <c:v>0.31403157341194687</c:v>
                </c:pt>
                <c:pt idx="20846">
                  <c:v>0.31407270851221947</c:v>
                </c:pt>
                <c:pt idx="20847">
                  <c:v>0.31408134665581544</c:v>
                </c:pt>
                <c:pt idx="20848">
                  <c:v>0.3141696919597205</c:v>
                </c:pt>
                <c:pt idx="20849">
                  <c:v>0.31419257801785022</c:v>
                </c:pt>
                <c:pt idx="20850">
                  <c:v>0.31425026346632329</c:v>
                </c:pt>
                <c:pt idx="20851">
                  <c:v>0.31426096463270231</c:v>
                </c:pt>
                <c:pt idx="20852">
                  <c:v>0.31429159612916696</c:v>
                </c:pt>
                <c:pt idx="20853">
                  <c:v>0.31429806399205501</c:v>
                </c:pt>
                <c:pt idx="20854">
                  <c:v>0.31431611450628522</c:v>
                </c:pt>
                <c:pt idx="20855">
                  <c:v>0.31437889169182798</c:v>
                </c:pt>
                <c:pt idx="20856">
                  <c:v>0.31439549344035606</c:v>
                </c:pt>
                <c:pt idx="20857">
                  <c:v>0.31441262226432742</c:v>
                </c:pt>
                <c:pt idx="20858">
                  <c:v>0.31442344969253772</c:v>
                </c:pt>
                <c:pt idx="20859">
                  <c:v>0.31442429059231031</c:v>
                </c:pt>
                <c:pt idx="20860">
                  <c:v>0.31444795385202168</c:v>
                </c:pt>
                <c:pt idx="20861">
                  <c:v>0.31449094176814352</c:v>
                </c:pt>
                <c:pt idx="20862">
                  <c:v>0.31449890612120146</c:v>
                </c:pt>
                <c:pt idx="20863">
                  <c:v>0.31452258290028812</c:v>
                </c:pt>
                <c:pt idx="20864">
                  <c:v>0.31453728868113257</c:v>
                </c:pt>
                <c:pt idx="20865">
                  <c:v>0.31455596269310743</c:v>
                </c:pt>
                <c:pt idx="20866">
                  <c:v>0.31455683783844846</c:v>
                </c:pt>
                <c:pt idx="20867">
                  <c:v>0.31459125360001411</c:v>
                </c:pt>
                <c:pt idx="20868">
                  <c:v>0.31459267850653733</c:v>
                </c:pt>
                <c:pt idx="20869">
                  <c:v>0.314647827170285</c:v>
                </c:pt>
                <c:pt idx="20870">
                  <c:v>0.3146667032448438</c:v>
                </c:pt>
                <c:pt idx="20871">
                  <c:v>0.3147139706215259</c:v>
                </c:pt>
                <c:pt idx="20872">
                  <c:v>0.31471992112515157</c:v>
                </c:pt>
                <c:pt idx="20873">
                  <c:v>0.31481321807095403</c:v>
                </c:pt>
                <c:pt idx="20874">
                  <c:v>0.31484917246622529</c:v>
                </c:pt>
                <c:pt idx="20875">
                  <c:v>0.3148556117096723</c:v>
                </c:pt>
                <c:pt idx="20876">
                  <c:v>0.31486312753558787</c:v>
                </c:pt>
                <c:pt idx="20877">
                  <c:v>0.31492783719951001</c:v>
                </c:pt>
                <c:pt idx="20878">
                  <c:v>0.31496998760205924</c:v>
                </c:pt>
                <c:pt idx="20879">
                  <c:v>0.31503967705551561</c:v>
                </c:pt>
                <c:pt idx="20880">
                  <c:v>0.31512284449841099</c:v>
                </c:pt>
                <c:pt idx="20881">
                  <c:v>0.31514710022136549</c:v>
                </c:pt>
                <c:pt idx="20882">
                  <c:v>0.3151708618938267</c:v>
                </c:pt>
                <c:pt idx="20883">
                  <c:v>0.31524909892175135</c:v>
                </c:pt>
                <c:pt idx="20884">
                  <c:v>0.31524957381207708</c:v>
                </c:pt>
                <c:pt idx="20885">
                  <c:v>0.31525911176133836</c:v>
                </c:pt>
                <c:pt idx="20886">
                  <c:v>0.31525963853930589</c:v>
                </c:pt>
                <c:pt idx="20887">
                  <c:v>0.31528599390889139</c:v>
                </c:pt>
                <c:pt idx="20888">
                  <c:v>0.31531673278977695</c:v>
                </c:pt>
                <c:pt idx="20889">
                  <c:v>0.31534917339110946</c:v>
                </c:pt>
                <c:pt idx="20890">
                  <c:v>0.3153752648532232</c:v>
                </c:pt>
                <c:pt idx="20891">
                  <c:v>0.31540284419125691</c:v>
                </c:pt>
                <c:pt idx="20892">
                  <c:v>0.31543465223371819</c:v>
                </c:pt>
                <c:pt idx="20893">
                  <c:v>0.31543743170528388</c:v>
                </c:pt>
                <c:pt idx="20894">
                  <c:v>0.31544838003101422</c:v>
                </c:pt>
                <c:pt idx="20895">
                  <c:v>0.31545147284512692</c:v>
                </c:pt>
                <c:pt idx="20896">
                  <c:v>0.31545484436238275</c:v>
                </c:pt>
                <c:pt idx="20897">
                  <c:v>0.31551049107048756</c:v>
                </c:pt>
                <c:pt idx="20898">
                  <c:v>0.31551540512667903</c:v>
                </c:pt>
                <c:pt idx="20899">
                  <c:v>0.31552329749136337</c:v>
                </c:pt>
                <c:pt idx="20900">
                  <c:v>0.31553404524826212</c:v>
                </c:pt>
                <c:pt idx="20901">
                  <c:v>0.31553853929871323</c:v>
                </c:pt>
                <c:pt idx="20902">
                  <c:v>0.31561027953513227</c:v>
                </c:pt>
                <c:pt idx="20903">
                  <c:v>0.31561788261371104</c:v>
                </c:pt>
                <c:pt idx="20904">
                  <c:v>0.31563449383859532</c:v>
                </c:pt>
                <c:pt idx="20905">
                  <c:v>0.31569206260307553</c:v>
                </c:pt>
                <c:pt idx="20906">
                  <c:v>0.31569726329695241</c:v>
                </c:pt>
                <c:pt idx="20907">
                  <c:v>0.31571168031726266</c:v>
                </c:pt>
                <c:pt idx="20908">
                  <c:v>0.31577593225867684</c:v>
                </c:pt>
                <c:pt idx="20909">
                  <c:v>0.31578309936113252</c:v>
                </c:pt>
                <c:pt idx="20910">
                  <c:v>0.31579888775500958</c:v>
                </c:pt>
                <c:pt idx="20911">
                  <c:v>0.31580872287209222</c:v>
                </c:pt>
                <c:pt idx="20912">
                  <c:v>0.31584232234547743</c:v>
                </c:pt>
                <c:pt idx="20913">
                  <c:v>0.31588734240380228</c:v>
                </c:pt>
                <c:pt idx="20914">
                  <c:v>0.31588883472393858</c:v>
                </c:pt>
                <c:pt idx="20915">
                  <c:v>0.31599887083084993</c:v>
                </c:pt>
                <c:pt idx="20916">
                  <c:v>0.31602060967423634</c:v>
                </c:pt>
                <c:pt idx="20917">
                  <c:v>0.31605947245255234</c:v>
                </c:pt>
                <c:pt idx="20918">
                  <c:v>0.3160728379511662</c:v>
                </c:pt>
                <c:pt idx="20919">
                  <c:v>0.31611052976297521</c:v>
                </c:pt>
                <c:pt idx="20920">
                  <c:v>0.31611641988833389</c:v>
                </c:pt>
                <c:pt idx="20921">
                  <c:v>0.31617287887375717</c:v>
                </c:pt>
                <c:pt idx="20922">
                  <c:v>0.31625597687222451</c:v>
                </c:pt>
                <c:pt idx="20923">
                  <c:v>0.31636674338292264</c:v>
                </c:pt>
                <c:pt idx="20924">
                  <c:v>0.31637248586070754</c:v>
                </c:pt>
                <c:pt idx="20925">
                  <c:v>0.31642643748564453</c:v>
                </c:pt>
                <c:pt idx="20926">
                  <c:v>0.31643211112220676</c:v>
                </c:pt>
                <c:pt idx="20927">
                  <c:v>0.3164542089310069</c:v>
                </c:pt>
                <c:pt idx="20928">
                  <c:v>0.31647679861049371</c:v>
                </c:pt>
                <c:pt idx="20929">
                  <c:v>0.31650210528175432</c:v>
                </c:pt>
                <c:pt idx="20930">
                  <c:v>0.3165219774046511</c:v>
                </c:pt>
                <c:pt idx="20931">
                  <c:v>0.31652421096927236</c:v>
                </c:pt>
                <c:pt idx="20932">
                  <c:v>0.31658269932375876</c:v>
                </c:pt>
                <c:pt idx="20933">
                  <c:v>0.31660313861099482</c:v>
                </c:pt>
                <c:pt idx="20934">
                  <c:v>0.31660806016938947</c:v>
                </c:pt>
                <c:pt idx="20935">
                  <c:v>0.31663147236470929</c:v>
                </c:pt>
                <c:pt idx="20936">
                  <c:v>0.31667733556763811</c:v>
                </c:pt>
                <c:pt idx="20937">
                  <c:v>0.31670276210124876</c:v>
                </c:pt>
                <c:pt idx="20938">
                  <c:v>0.3167143931664102</c:v>
                </c:pt>
                <c:pt idx="20939">
                  <c:v>0.31675903563394248</c:v>
                </c:pt>
                <c:pt idx="20940">
                  <c:v>0.31678186966303867</c:v>
                </c:pt>
                <c:pt idx="20941">
                  <c:v>0.31678727353956054</c:v>
                </c:pt>
                <c:pt idx="20942">
                  <c:v>0.31682633917594455</c:v>
                </c:pt>
                <c:pt idx="20943">
                  <c:v>0.31682692050840716</c:v>
                </c:pt>
                <c:pt idx="20944">
                  <c:v>0.31691779862285707</c:v>
                </c:pt>
                <c:pt idx="20945">
                  <c:v>0.31692063048895863</c:v>
                </c:pt>
                <c:pt idx="20946">
                  <c:v>0.31699682782521615</c:v>
                </c:pt>
                <c:pt idx="20947">
                  <c:v>0.3170081772835458</c:v>
                </c:pt>
                <c:pt idx="20948">
                  <c:v>0.31704728795276599</c:v>
                </c:pt>
                <c:pt idx="20949">
                  <c:v>0.3170669582260483</c:v>
                </c:pt>
                <c:pt idx="20950">
                  <c:v>0.31706979536851648</c:v>
                </c:pt>
                <c:pt idx="20951">
                  <c:v>0.31711911058357017</c:v>
                </c:pt>
                <c:pt idx="20952">
                  <c:v>0.31717604087598</c:v>
                </c:pt>
                <c:pt idx="20953">
                  <c:v>0.31719148783493772</c:v>
                </c:pt>
                <c:pt idx="20954">
                  <c:v>0.31719478850881316</c:v>
                </c:pt>
                <c:pt idx="20955">
                  <c:v>0.31720383470796842</c:v>
                </c:pt>
                <c:pt idx="20956">
                  <c:v>0.3172673040625178</c:v>
                </c:pt>
                <c:pt idx="20957">
                  <c:v>0.31727648165318117</c:v>
                </c:pt>
                <c:pt idx="20958">
                  <c:v>0.31739708320081828</c:v>
                </c:pt>
                <c:pt idx="20959">
                  <c:v>0.317405329444017</c:v>
                </c:pt>
                <c:pt idx="20960">
                  <c:v>0.31744666532570992</c:v>
                </c:pt>
                <c:pt idx="20961">
                  <c:v>0.31745699425497614</c:v>
                </c:pt>
                <c:pt idx="20962">
                  <c:v>0.31748055010972331</c:v>
                </c:pt>
                <c:pt idx="20963">
                  <c:v>0.31755032846774095</c:v>
                </c:pt>
                <c:pt idx="20964">
                  <c:v>0.31755353167226902</c:v>
                </c:pt>
                <c:pt idx="20965">
                  <c:v>0.317583934344911</c:v>
                </c:pt>
                <c:pt idx="20966">
                  <c:v>0.31760170186692621</c:v>
                </c:pt>
                <c:pt idx="20967">
                  <c:v>0.31763153160654933</c:v>
                </c:pt>
                <c:pt idx="20968">
                  <c:v>0.31763962168180676</c:v>
                </c:pt>
                <c:pt idx="20969">
                  <c:v>0.31768376257247655</c:v>
                </c:pt>
                <c:pt idx="20970">
                  <c:v>0.31774834679989628</c:v>
                </c:pt>
                <c:pt idx="20971">
                  <c:v>0.31776172192457453</c:v>
                </c:pt>
                <c:pt idx="20972">
                  <c:v>0.31780005771877845</c:v>
                </c:pt>
                <c:pt idx="20973">
                  <c:v>0.31780863902925938</c:v>
                </c:pt>
                <c:pt idx="20974">
                  <c:v>0.3178802916424433</c:v>
                </c:pt>
                <c:pt idx="20975">
                  <c:v>0.31798382272090941</c:v>
                </c:pt>
                <c:pt idx="20976">
                  <c:v>0.31800581568194891</c:v>
                </c:pt>
                <c:pt idx="20977">
                  <c:v>0.31803628528209804</c:v>
                </c:pt>
                <c:pt idx="20978">
                  <c:v>0.31804305367038416</c:v>
                </c:pt>
                <c:pt idx="20979">
                  <c:v>0.31804809076972135</c:v>
                </c:pt>
                <c:pt idx="20980">
                  <c:v>0.3180520692200412</c:v>
                </c:pt>
                <c:pt idx="20981">
                  <c:v>0.31805307528589072</c:v>
                </c:pt>
                <c:pt idx="20982">
                  <c:v>0.31811142270255377</c:v>
                </c:pt>
                <c:pt idx="20983">
                  <c:v>0.31812845636407461</c:v>
                </c:pt>
                <c:pt idx="20984">
                  <c:v>0.31815650688709934</c:v>
                </c:pt>
                <c:pt idx="20985">
                  <c:v>0.3181586443118336</c:v>
                </c:pt>
                <c:pt idx="20986">
                  <c:v>0.31818057576327702</c:v>
                </c:pt>
                <c:pt idx="20987">
                  <c:v>0.31818142769022717</c:v>
                </c:pt>
                <c:pt idx="20988">
                  <c:v>0.31818152279940903</c:v>
                </c:pt>
                <c:pt idx="20989">
                  <c:v>0.31830291342582628</c:v>
                </c:pt>
                <c:pt idx="20990">
                  <c:v>0.31841527667960773</c:v>
                </c:pt>
                <c:pt idx="20991">
                  <c:v>0.31842268242033833</c:v>
                </c:pt>
                <c:pt idx="20992">
                  <c:v>0.31842523367116149</c:v>
                </c:pt>
                <c:pt idx="20993">
                  <c:v>0.3184889852674867</c:v>
                </c:pt>
                <c:pt idx="20994">
                  <c:v>0.31850327122137317</c:v>
                </c:pt>
                <c:pt idx="20995">
                  <c:v>0.31861944503499923</c:v>
                </c:pt>
                <c:pt idx="20996">
                  <c:v>0.31864543226301445</c:v>
                </c:pt>
                <c:pt idx="20997">
                  <c:v>0.31865962979595969</c:v>
                </c:pt>
                <c:pt idx="20998">
                  <c:v>0.31869502035707714</c:v>
                </c:pt>
                <c:pt idx="20999">
                  <c:v>0.3187720066266248</c:v>
                </c:pt>
                <c:pt idx="21000">
                  <c:v>0.31877964316777391</c:v>
                </c:pt>
                <c:pt idx="21001">
                  <c:v>0.31879176629862721</c:v>
                </c:pt>
                <c:pt idx="21002">
                  <c:v>0.31883948320167366</c:v>
                </c:pt>
                <c:pt idx="21003">
                  <c:v>0.31887302644942445</c:v>
                </c:pt>
                <c:pt idx="21004">
                  <c:v>0.31891091804037874</c:v>
                </c:pt>
                <c:pt idx="21005">
                  <c:v>0.31896416300117358</c:v>
                </c:pt>
                <c:pt idx="21006">
                  <c:v>0.31896732667594135</c:v>
                </c:pt>
                <c:pt idx="21007">
                  <c:v>0.3189986912967146</c:v>
                </c:pt>
                <c:pt idx="21008">
                  <c:v>0.31904685209957667</c:v>
                </c:pt>
                <c:pt idx="21009">
                  <c:v>0.3190565751403508</c:v>
                </c:pt>
                <c:pt idx="21010">
                  <c:v>0.31910109859448904</c:v>
                </c:pt>
                <c:pt idx="21011">
                  <c:v>0.3192136040872276</c:v>
                </c:pt>
                <c:pt idx="21012">
                  <c:v>0.31928492499801958</c:v>
                </c:pt>
                <c:pt idx="21013">
                  <c:v>0.31928724837775102</c:v>
                </c:pt>
                <c:pt idx="21014">
                  <c:v>0.31928988084121834</c:v>
                </c:pt>
                <c:pt idx="21015">
                  <c:v>0.31933052712272619</c:v>
                </c:pt>
                <c:pt idx="21016">
                  <c:v>0.31939342260173009</c:v>
                </c:pt>
                <c:pt idx="21017">
                  <c:v>0.31940600983974055</c:v>
                </c:pt>
                <c:pt idx="21018">
                  <c:v>0.31950189024003783</c:v>
                </c:pt>
                <c:pt idx="21019">
                  <c:v>0.31974244691563353</c:v>
                </c:pt>
                <c:pt idx="21020">
                  <c:v>0.31974794584478067</c:v>
                </c:pt>
                <c:pt idx="21021">
                  <c:v>0.31977322455272272</c:v>
                </c:pt>
                <c:pt idx="21022">
                  <c:v>0.31977596616547116</c:v>
                </c:pt>
                <c:pt idx="21023">
                  <c:v>0.31978944879252497</c:v>
                </c:pt>
                <c:pt idx="21024">
                  <c:v>0.32000235475731925</c:v>
                </c:pt>
                <c:pt idx="21025">
                  <c:v>0.32004280859187317</c:v>
                </c:pt>
                <c:pt idx="21026">
                  <c:v>0.3200889097434208</c:v>
                </c:pt>
                <c:pt idx="21027">
                  <c:v>0.32010159836698981</c:v>
                </c:pt>
                <c:pt idx="21028">
                  <c:v>0.32013089806024175</c:v>
                </c:pt>
                <c:pt idx="21029">
                  <c:v>0.32014286746389481</c:v>
                </c:pt>
                <c:pt idx="21030">
                  <c:v>0.32016962147934247</c:v>
                </c:pt>
                <c:pt idx="21031">
                  <c:v>0.32018027005262878</c:v>
                </c:pt>
                <c:pt idx="21032">
                  <c:v>0.32018523239122032</c:v>
                </c:pt>
                <c:pt idx="21033">
                  <c:v>0.32025745220906748</c:v>
                </c:pt>
                <c:pt idx="21034">
                  <c:v>0.32036067119024297</c:v>
                </c:pt>
                <c:pt idx="21035">
                  <c:v>0.32036859476467766</c:v>
                </c:pt>
                <c:pt idx="21036">
                  <c:v>0.32037133777328825</c:v>
                </c:pt>
                <c:pt idx="21037">
                  <c:v>0.32045022914074761</c:v>
                </c:pt>
                <c:pt idx="21038">
                  <c:v>0.32045134686420967</c:v>
                </c:pt>
                <c:pt idx="21039">
                  <c:v>0.32045337228587106</c:v>
                </c:pt>
                <c:pt idx="21040">
                  <c:v>0.32056008076880649</c:v>
                </c:pt>
                <c:pt idx="21041">
                  <c:v>0.3205668271356098</c:v>
                </c:pt>
                <c:pt idx="21042">
                  <c:v>0.32057796666381627</c:v>
                </c:pt>
                <c:pt idx="21043">
                  <c:v>0.32057981906921873</c:v>
                </c:pt>
                <c:pt idx="21044">
                  <c:v>0.32058233734500463</c:v>
                </c:pt>
                <c:pt idx="21045">
                  <c:v>0.32064077833313354</c:v>
                </c:pt>
                <c:pt idx="21046">
                  <c:v>0.32065097667749892</c:v>
                </c:pt>
                <c:pt idx="21047">
                  <c:v>0.32067917772266308</c:v>
                </c:pt>
                <c:pt idx="21048">
                  <c:v>0.32067996657884046</c:v>
                </c:pt>
                <c:pt idx="21049">
                  <c:v>0.32069585271218776</c:v>
                </c:pt>
                <c:pt idx="21050">
                  <c:v>0.32074669046000387</c:v>
                </c:pt>
                <c:pt idx="21051">
                  <c:v>0.32077928527700061</c:v>
                </c:pt>
                <c:pt idx="21052">
                  <c:v>0.32079000638972771</c:v>
                </c:pt>
                <c:pt idx="21053">
                  <c:v>0.32083200472209183</c:v>
                </c:pt>
                <c:pt idx="21054">
                  <c:v>0.32083892045749629</c:v>
                </c:pt>
                <c:pt idx="21055">
                  <c:v>0.32084352987382436</c:v>
                </c:pt>
                <c:pt idx="21056">
                  <c:v>0.3208493331152798</c:v>
                </c:pt>
                <c:pt idx="21057">
                  <c:v>0.32085324468272564</c:v>
                </c:pt>
                <c:pt idx="21058">
                  <c:v>0.32094818298719846</c:v>
                </c:pt>
                <c:pt idx="21059">
                  <c:v>0.32097645065705116</c:v>
                </c:pt>
                <c:pt idx="21060">
                  <c:v>0.32100382317648973</c:v>
                </c:pt>
                <c:pt idx="21061">
                  <c:v>0.32104706968920715</c:v>
                </c:pt>
                <c:pt idx="21062">
                  <c:v>0.32107014793366728</c:v>
                </c:pt>
                <c:pt idx="21063">
                  <c:v>0.32111002339805833</c:v>
                </c:pt>
                <c:pt idx="21064">
                  <c:v>0.32111541798041698</c:v>
                </c:pt>
                <c:pt idx="21065">
                  <c:v>0.32111691204112347</c:v>
                </c:pt>
                <c:pt idx="21066">
                  <c:v>0.32114726212017036</c:v>
                </c:pt>
                <c:pt idx="21067">
                  <c:v>0.32117483803202324</c:v>
                </c:pt>
                <c:pt idx="21068">
                  <c:v>0.32117989149980314</c:v>
                </c:pt>
                <c:pt idx="21069">
                  <c:v>0.32119424629032267</c:v>
                </c:pt>
                <c:pt idx="21070">
                  <c:v>0.32121503589135181</c:v>
                </c:pt>
                <c:pt idx="21071">
                  <c:v>0.32122991595245848</c:v>
                </c:pt>
                <c:pt idx="21072">
                  <c:v>0.32131886497090073</c:v>
                </c:pt>
                <c:pt idx="21073">
                  <c:v>0.32132975868405811</c:v>
                </c:pt>
                <c:pt idx="21074">
                  <c:v>0.32134636802352157</c:v>
                </c:pt>
                <c:pt idx="21075">
                  <c:v>0.32135758043410245</c:v>
                </c:pt>
                <c:pt idx="21076">
                  <c:v>0.32139867584487769</c:v>
                </c:pt>
                <c:pt idx="21077">
                  <c:v>0.32140654933124829</c:v>
                </c:pt>
                <c:pt idx="21078">
                  <c:v>0.32143871905323446</c:v>
                </c:pt>
                <c:pt idx="21079">
                  <c:v>0.32144295443231763</c:v>
                </c:pt>
                <c:pt idx="21080">
                  <c:v>0.32144648556314181</c:v>
                </c:pt>
                <c:pt idx="21081">
                  <c:v>0.32148512924000544</c:v>
                </c:pt>
                <c:pt idx="21082">
                  <c:v>0.32148833943153454</c:v>
                </c:pt>
                <c:pt idx="21083">
                  <c:v>0.32150109635420721</c:v>
                </c:pt>
                <c:pt idx="21084">
                  <c:v>0.32160730775640012</c:v>
                </c:pt>
                <c:pt idx="21085">
                  <c:v>0.32165608349216102</c:v>
                </c:pt>
                <c:pt idx="21086">
                  <c:v>0.32171879233006423</c:v>
                </c:pt>
                <c:pt idx="21087">
                  <c:v>0.32174051388866892</c:v>
                </c:pt>
                <c:pt idx="21088">
                  <c:v>0.32177170471692207</c:v>
                </c:pt>
                <c:pt idx="21089">
                  <c:v>0.32184713383453772</c:v>
                </c:pt>
                <c:pt idx="21090">
                  <c:v>0.32186113104825287</c:v>
                </c:pt>
                <c:pt idx="21091">
                  <c:v>0.32187092191257438</c:v>
                </c:pt>
                <c:pt idx="21092">
                  <c:v>0.32192953174638089</c:v>
                </c:pt>
                <c:pt idx="21093">
                  <c:v>0.32194006154164712</c:v>
                </c:pt>
                <c:pt idx="21094">
                  <c:v>0.32194623364394942</c:v>
                </c:pt>
                <c:pt idx="21095">
                  <c:v>0.32198748506440789</c:v>
                </c:pt>
                <c:pt idx="21096">
                  <c:v>0.32201855079140174</c:v>
                </c:pt>
                <c:pt idx="21097">
                  <c:v>0.32202575516783088</c:v>
                </c:pt>
                <c:pt idx="21098">
                  <c:v>0.32205063962138303</c:v>
                </c:pt>
                <c:pt idx="21099">
                  <c:v>0.32205642745555857</c:v>
                </c:pt>
                <c:pt idx="21100">
                  <c:v>0.32206815794378368</c:v>
                </c:pt>
                <c:pt idx="21101">
                  <c:v>0.32212719762979619</c:v>
                </c:pt>
                <c:pt idx="21102">
                  <c:v>0.32213028775480496</c:v>
                </c:pt>
                <c:pt idx="21103">
                  <c:v>0.32215407444517596</c:v>
                </c:pt>
                <c:pt idx="21104">
                  <c:v>0.32217400006053926</c:v>
                </c:pt>
                <c:pt idx="21105">
                  <c:v>0.32224227766308272</c:v>
                </c:pt>
                <c:pt idx="21106">
                  <c:v>0.32228434953486201</c:v>
                </c:pt>
                <c:pt idx="21107">
                  <c:v>0.32229661583885388</c:v>
                </c:pt>
                <c:pt idx="21108">
                  <c:v>0.32237048538871793</c:v>
                </c:pt>
                <c:pt idx="21109">
                  <c:v>0.32237261982010362</c:v>
                </c:pt>
                <c:pt idx="21110">
                  <c:v>0.32238688608997612</c:v>
                </c:pt>
                <c:pt idx="21111">
                  <c:v>0.32240519938266415</c:v>
                </c:pt>
                <c:pt idx="21112">
                  <c:v>0.32247727684296734</c:v>
                </c:pt>
                <c:pt idx="21113">
                  <c:v>0.32250386052278907</c:v>
                </c:pt>
                <c:pt idx="21114">
                  <c:v>0.32251835014222413</c:v>
                </c:pt>
                <c:pt idx="21115">
                  <c:v>0.32258588827161461</c:v>
                </c:pt>
                <c:pt idx="21116">
                  <c:v>0.32269120458721262</c:v>
                </c:pt>
                <c:pt idx="21117">
                  <c:v>0.32274108471594848</c:v>
                </c:pt>
                <c:pt idx="21118">
                  <c:v>0.32274111224816349</c:v>
                </c:pt>
                <c:pt idx="21119">
                  <c:v>0.32277832643859111</c:v>
                </c:pt>
                <c:pt idx="21120">
                  <c:v>0.32278237314662073</c:v>
                </c:pt>
                <c:pt idx="21121">
                  <c:v>0.32279371099524762</c:v>
                </c:pt>
                <c:pt idx="21122">
                  <c:v>0.32280711828251896</c:v>
                </c:pt>
                <c:pt idx="21123">
                  <c:v>0.32282982613004046</c:v>
                </c:pt>
                <c:pt idx="21124">
                  <c:v>0.32286957531569122</c:v>
                </c:pt>
                <c:pt idx="21125">
                  <c:v>0.32290165493189288</c:v>
                </c:pt>
                <c:pt idx="21126">
                  <c:v>0.32292364578267635</c:v>
                </c:pt>
                <c:pt idx="21127">
                  <c:v>0.32296151897308428</c:v>
                </c:pt>
                <c:pt idx="21128">
                  <c:v>0.3229684755324761</c:v>
                </c:pt>
                <c:pt idx="21129">
                  <c:v>0.32302515037876417</c:v>
                </c:pt>
                <c:pt idx="21130">
                  <c:v>0.32303958932959326</c:v>
                </c:pt>
                <c:pt idx="21131">
                  <c:v>0.32314869169590071</c:v>
                </c:pt>
                <c:pt idx="21132">
                  <c:v>0.32319360013102061</c:v>
                </c:pt>
                <c:pt idx="21133">
                  <c:v>0.32325155532897676</c:v>
                </c:pt>
                <c:pt idx="21134">
                  <c:v>0.32326888631265133</c:v>
                </c:pt>
                <c:pt idx="21135">
                  <c:v>0.32328695935550733</c:v>
                </c:pt>
                <c:pt idx="21136">
                  <c:v>0.32328933455199715</c:v>
                </c:pt>
                <c:pt idx="21137">
                  <c:v>0.32329990370217754</c:v>
                </c:pt>
                <c:pt idx="21138">
                  <c:v>0.32332802079546136</c:v>
                </c:pt>
                <c:pt idx="21139">
                  <c:v>0.32334192952291552</c:v>
                </c:pt>
                <c:pt idx="21140">
                  <c:v>0.32335163907610809</c:v>
                </c:pt>
                <c:pt idx="21141">
                  <c:v>0.32335264888778026</c:v>
                </c:pt>
                <c:pt idx="21142">
                  <c:v>0.32337734917892164</c:v>
                </c:pt>
                <c:pt idx="21143">
                  <c:v>0.32341524275045719</c:v>
                </c:pt>
                <c:pt idx="21144">
                  <c:v>0.32343297105817886</c:v>
                </c:pt>
                <c:pt idx="21145">
                  <c:v>0.32351102897821543</c:v>
                </c:pt>
                <c:pt idx="21146">
                  <c:v>0.32360239167274274</c:v>
                </c:pt>
                <c:pt idx="21147">
                  <c:v>0.32360800080746643</c:v>
                </c:pt>
                <c:pt idx="21148">
                  <c:v>0.32360953998531466</c:v>
                </c:pt>
                <c:pt idx="21149">
                  <c:v>0.32362192699599329</c:v>
                </c:pt>
                <c:pt idx="21150">
                  <c:v>0.32362490671250732</c:v>
                </c:pt>
                <c:pt idx="21151">
                  <c:v>0.32367085635110848</c:v>
                </c:pt>
                <c:pt idx="21152">
                  <c:v>0.32376853497502578</c:v>
                </c:pt>
                <c:pt idx="21153">
                  <c:v>0.32377211274156498</c:v>
                </c:pt>
                <c:pt idx="21154">
                  <c:v>0.32386917619433447</c:v>
                </c:pt>
                <c:pt idx="21155">
                  <c:v>0.32388003324657438</c:v>
                </c:pt>
                <c:pt idx="21156">
                  <c:v>0.32389017034062378</c:v>
                </c:pt>
                <c:pt idx="21157">
                  <c:v>0.32389020185935258</c:v>
                </c:pt>
                <c:pt idx="21158">
                  <c:v>0.32400026809985932</c:v>
                </c:pt>
                <c:pt idx="21159">
                  <c:v>0.32405676886512741</c:v>
                </c:pt>
                <c:pt idx="21160">
                  <c:v>0.32405764678450438</c:v>
                </c:pt>
                <c:pt idx="21161">
                  <c:v>0.32408302421596474</c:v>
                </c:pt>
                <c:pt idx="21162">
                  <c:v>0.3240883812365089</c:v>
                </c:pt>
                <c:pt idx="21163">
                  <c:v>0.32409335168208575</c:v>
                </c:pt>
                <c:pt idx="21164">
                  <c:v>0.32413888675900915</c:v>
                </c:pt>
                <c:pt idx="21165">
                  <c:v>0.3241479306357829</c:v>
                </c:pt>
                <c:pt idx="21166">
                  <c:v>0.32417619510636181</c:v>
                </c:pt>
                <c:pt idx="21167">
                  <c:v>0.32422526385317718</c:v>
                </c:pt>
                <c:pt idx="21168">
                  <c:v>0.32424482358628004</c:v>
                </c:pt>
                <c:pt idx="21169">
                  <c:v>0.32424981337684811</c:v>
                </c:pt>
                <c:pt idx="21170">
                  <c:v>0.32428109290673773</c:v>
                </c:pt>
                <c:pt idx="21171">
                  <c:v>0.32434728480697406</c:v>
                </c:pt>
                <c:pt idx="21172">
                  <c:v>0.32437771091249146</c:v>
                </c:pt>
                <c:pt idx="21173">
                  <c:v>0.32440907710964711</c:v>
                </c:pt>
                <c:pt idx="21174">
                  <c:v>0.32445688875507328</c:v>
                </c:pt>
                <c:pt idx="21175">
                  <c:v>0.32450631965125742</c:v>
                </c:pt>
                <c:pt idx="21176">
                  <c:v>0.32457839560003299</c:v>
                </c:pt>
                <c:pt idx="21177">
                  <c:v>0.32458399032366653</c:v>
                </c:pt>
                <c:pt idx="21178">
                  <c:v>0.3245935328413812</c:v>
                </c:pt>
                <c:pt idx="21179">
                  <c:v>0.32468485702555311</c:v>
                </c:pt>
                <c:pt idx="21180">
                  <c:v>0.32471038830173898</c:v>
                </c:pt>
                <c:pt idx="21181">
                  <c:v>0.32474454690671678</c:v>
                </c:pt>
                <c:pt idx="21182">
                  <c:v>0.32477584594145087</c:v>
                </c:pt>
                <c:pt idx="21183">
                  <c:v>0.32478183179482056</c:v>
                </c:pt>
                <c:pt idx="21184">
                  <c:v>0.32484844205700286</c:v>
                </c:pt>
                <c:pt idx="21185">
                  <c:v>0.32489887103127324</c:v>
                </c:pt>
                <c:pt idx="21186">
                  <c:v>0.32490485380928463</c:v>
                </c:pt>
                <c:pt idx="21187">
                  <c:v>0.32492055525740426</c:v>
                </c:pt>
                <c:pt idx="21188">
                  <c:v>0.32493204943426945</c:v>
                </c:pt>
                <c:pt idx="21189">
                  <c:v>0.32493455833706847</c:v>
                </c:pt>
                <c:pt idx="21190">
                  <c:v>0.32493996807218378</c:v>
                </c:pt>
                <c:pt idx="21191">
                  <c:v>0.32495563892272983</c:v>
                </c:pt>
                <c:pt idx="21192">
                  <c:v>0.3249749646791974</c:v>
                </c:pt>
                <c:pt idx="21193">
                  <c:v>0.32501050515488733</c:v>
                </c:pt>
                <c:pt idx="21194">
                  <c:v>0.3250379646829345</c:v>
                </c:pt>
                <c:pt idx="21195">
                  <c:v>0.3250430623603206</c:v>
                </c:pt>
                <c:pt idx="21196">
                  <c:v>0.32510422539271011</c:v>
                </c:pt>
                <c:pt idx="21197">
                  <c:v>0.32514945692388414</c:v>
                </c:pt>
                <c:pt idx="21198">
                  <c:v>0.32518476304686128</c:v>
                </c:pt>
                <c:pt idx="21199">
                  <c:v>0.32519373532873186</c:v>
                </c:pt>
                <c:pt idx="21200">
                  <c:v>0.32529712129773064</c:v>
                </c:pt>
                <c:pt idx="21201">
                  <c:v>0.32542115260802401</c:v>
                </c:pt>
                <c:pt idx="21202">
                  <c:v>0.325448081952882</c:v>
                </c:pt>
                <c:pt idx="21203">
                  <c:v>0.32547860581655264</c:v>
                </c:pt>
                <c:pt idx="21204">
                  <c:v>0.32547873451568748</c:v>
                </c:pt>
                <c:pt idx="21205">
                  <c:v>0.32557435953243841</c:v>
                </c:pt>
                <c:pt idx="21206">
                  <c:v>0.32558258583375771</c:v>
                </c:pt>
                <c:pt idx="21207">
                  <c:v>0.32560105709740705</c:v>
                </c:pt>
                <c:pt idx="21208">
                  <c:v>0.32564705813815514</c:v>
                </c:pt>
                <c:pt idx="21209">
                  <c:v>0.32566537568979426</c:v>
                </c:pt>
                <c:pt idx="21210">
                  <c:v>0.3257616775788591</c:v>
                </c:pt>
                <c:pt idx="21211">
                  <c:v>0.32579429346444388</c:v>
                </c:pt>
                <c:pt idx="21212">
                  <c:v>0.32590339512884786</c:v>
                </c:pt>
                <c:pt idx="21213">
                  <c:v>0.32593301017909987</c:v>
                </c:pt>
                <c:pt idx="21214">
                  <c:v>0.32596646732946938</c:v>
                </c:pt>
                <c:pt idx="21215">
                  <c:v>0.32598109886267862</c:v>
                </c:pt>
                <c:pt idx="21216">
                  <c:v>0.32599165379892081</c:v>
                </c:pt>
                <c:pt idx="21217">
                  <c:v>0.32600762017798268</c:v>
                </c:pt>
                <c:pt idx="21218">
                  <c:v>0.32601324947859783</c:v>
                </c:pt>
                <c:pt idx="21219">
                  <c:v>0.32604427282935</c:v>
                </c:pt>
                <c:pt idx="21220">
                  <c:v>0.32607696546474463</c:v>
                </c:pt>
                <c:pt idx="21221">
                  <c:v>0.32607975102037667</c:v>
                </c:pt>
                <c:pt idx="21222">
                  <c:v>0.32610316228898262</c:v>
                </c:pt>
                <c:pt idx="21223">
                  <c:v>0.32612675355352821</c:v>
                </c:pt>
                <c:pt idx="21224">
                  <c:v>0.32612708563644072</c:v>
                </c:pt>
                <c:pt idx="21225">
                  <c:v>0.32617864885699099</c:v>
                </c:pt>
                <c:pt idx="21226">
                  <c:v>0.32619612362161715</c:v>
                </c:pt>
                <c:pt idx="21227">
                  <c:v>0.32634836334822431</c:v>
                </c:pt>
                <c:pt idx="21228">
                  <c:v>0.32635811137812704</c:v>
                </c:pt>
                <c:pt idx="21229">
                  <c:v>0.32639286548911151</c:v>
                </c:pt>
                <c:pt idx="21230">
                  <c:v>0.32640454430171872</c:v>
                </c:pt>
                <c:pt idx="21231">
                  <c:v>0.32640967418897415</c:v>
                </c:pt>
                <c:pt idx="21232">
                  <c:v>0.32645597779418617</c:v>
                </c:pt>
                <c:pt idx="21233">
                  <c:v>0.32649471659925672</c:v>
                </c:pt>
                <c:pt idx="21234">
                  <c:v>0.32656406900944285</c:v>
                </c:pt>
                <c:pt idx="21235">
                  <c:v>0.32658835837230094</c:v>
                </c:pt>
                <c:pt idx="21236">
                  <c:v>0.32659178935282951</c:v>
                </c:pt>
                <c:pt idx="21237">
                  <c:v>0.32660605418069877</c:v>
                </c:pt>
                <c:pt idx="21238">
                  <c:v>0.32661468434662227</c:v>
                </c:pt>
                <c:pt idx="21239">
                  <c:v>0.32669089996975298</c:v>
                </c:pt>
                <c:pt idx="21240">
                  <c:v>0.3267101595046415</c:v>
                </c:pt>
                <c:pt idx="21241">
                  <c:v>0.32673808437484408</c:v>
                </c:pt>
                <c:pt idx="21242">
                  <c:v>0.32685083476931998</c:v>
                </c:pt>
                <c:pt idx="21243">
                  <c:v>0.32691288283046194</c:v>
                </c:pt>
                <c:pt idx="21244">
                  <c:v>0.32692019434728675</c:v>
                </c:pt>
                <c:pt idx="21245">
                  <c:v>0.32692131227863264</c:v>
                </c:pt>
                <c:pt idx="21246">
                  <c:v>0.3269568096546569</c:v>
                </c:pt>
                <c:pt idx="21247">
                  <c:v>0.32705281013399251</c:v>
                </c:pt>
                <c:pt idx="21248">
                  <c:v>0.3270600504196553</c:v>
                </c:pt>
                <c:pt idx="21249">
                  <c:v>0.32706466626258984</c:v>
                </c:pt>
                <c:pt idx="21250">
                  <c:v>0.32707121669646089</c:v>
                </c:pt>
                <c:pt idx="21251">
                  <c:v>0.32708111190769051</c:v>
                </c:pt>
                <c:pt idx="21252">
                  <c:v>0.32709555665090345</c:v>
                </c:pt>
                <c:pt idx="21253">
                  <c:v>0.32718676146028025</c:v>
                </c:pt>
                <c:pt idx="21254">
                  <c:v>0.32720856736307641</c:v>
                </c:pt>
                <c:pt idx="21255">
                  <c:v>0.32728264991975436</c:v>
                </c:pt>
                <c:pt idx="21256">
                  <c:v>0.32729524572653929</c:v>
                </c:pt>
                <c:pt idx="21257">
                  <c:v>0.32738815044384884</c:v>
                </c:pt>
                <c:pt idx="21258">
                  <c:v>0.32739087341967071</c:v>
                </c:pt>
                <c:pt idx="21259">
                  <c:v>0.32745617554323847</c:v>
                </c:pt>
                <c:pt idx="21260">
                  <c:v>0.32745924808873972</c:v>
                </c:pt>
                <c:pt idx="21261">
                  <c:v>0.32746636127959283</c:v>
                </c:pt>
                <c:pt idx="21262">
                  <c:v>0.32748643829434954</c:v>
                </c:pt>
                <c:pt idx="21263">
                  <c:v>0.32758707746464555</c:v>
                </c:pt>
                <c:pt idx="21264">
                  <c:v>0.32763991303934897</c:v>
                </c:pt>
                <c:pt idx="21265">
                  <c:v>0.32766165915179163</c:v>
                </c:pt>
                <c:pt idx="21266">
                  <c:v>0.32772612517287059</c:v>
                </c:pt>
                <c:pt idx="21267">
                  <c:v>0.32773053447444922</c:v>
                </c:pt>
                <c:pt idx="21268">
                  <c:v>0.32782610056852657</c:v>
                </c:pt>
                <c:pt idx="21269">
                  <c:v>0.32786175228232117</c:v>
                </c:pt>
                <c:pt idx="21270">
                  <c:v>0.32786976780742177</c:v>
                </c:pt>
                <c:pt idx="21271">
                  <c:v>0.32788171109975461</c:v>
                </c:pt>
                <c:pt idx="21272">
                  <c:v>0.32789051730920493</c:v>
                </c:pt>
                <c:pt idx="21273">
                  <c:v>0.32791764185343142</c:v>
                </c:pt>
                <c:pt idx="21274">
                  <c:v>0.32792303451084082</c:v>
                </c:pt>
                <c:pt idx="21275">
                  <c:v>0.32796708211242093</c:v>
                </c:pt>
                <c:pt idx="21276">
                  <c:v>0.32797241697516555</c:v>
                </c:pt>
                <c:pt idx="21277">
                  <c:v>0.32801229870299731</c:v>
                </c:pt>
                <c:pt idx="21278">
                  <c:v>0.32802457989733952</c:v>
                </c:pt>
                <c:pt idx="21279">
                  <c:v>0.32810772956153994</c:v>
                </c:pt>
                <c:pt idx="21280">
                  <c:v>0.32823686542761316</c:v>
                </c:pt>
                <c:pt idx="21281">
                  <c:v>0.32825869116071854</c:v>
                </c:pt>
                <c:pt idx="21282">
                  <c:v>0.32827928928372535</c:v>
                </c:pt>
                <c:pt idx="21283">
                  <c:v>0.32829114508459389</c:v>
                </c:pt>
                <c:pt idx="21284">
                  <c:v>0.32831382306518864</c:v>
                </c:pt>
                <c:pt idx="21285">
                  <c:v>0.32834298476482832</c:v>
                </c:pt>
                <c:pt idx="21286">
                  <c:v>0.32835965400948169</c:v>
                </c:pt>
                <c:pt idx="21287">
                  <c:v>0.32837370412764</c:v>
                </c:pt>
                <c:pt idx="21288">
                  <c:v>0.32838717588436384</c:v>
                </c:pt>
                <c:pt idx="21289">
                  <c:v>0.32839041928020202</c:v>
                </c:pt>
                <c:pt idx="21290">
                  <c:v>0.32843272695495085</c:v>
                </c:pt>
                <c:pt idx="21291">
                  <c:v>0.32844406654833147</c:v>
                </c:pt>
                <c:pt idx="21292">
                  <c:v>0.3284894100394945</c:v>
                </c:pt>
                <c:pt idx="21293">
                  <c:v>0.32849000503260967</c:v>
                </c:pt>
                <c:pt idx="21294">
                  <c:v>0.32854046458001096</c:v>
                </c:pt>
                <c:pt idx="21295">
                  <c:v>0.32854049962530019</c:v>
                </c:pt>
                <c:pt idx="21296">
                  <c:v>0.32858182405777647</c:v>
                </c:pt>
                <c:pt idx="21297">
                  <c:v>0.32858394082678744</c:v>
                </c:pt>
                <c:pt idx="21298">
                  <c:v>0.32865531326618808</c:v>
                </c:pt>
                <c:pt idx="21299">
                  <c:v>0.32868057346792823</c:v>
                </c:pt>
                <c:pt idx="21300">
                  <c:v>0.32868918235661593</c:v>
                </c:pt>
                <c:pt idx="21301">
                  <c:v>0.3287232563225333</c:v>
                </c:pt>
                <c:pt idx="21302">
                  <c:v>0.32873722057870386</c:v>
                </c:pt>
                <c:pt idx="21303">
                  <c:v>0.32880900691903875</c:v>
                </c:pt>
                <c:pt idx="21304">
                  <c:v>0.32887296421877155</c:v>
                </c:pt>
                <c:pt idx="21305">
                  <c:v>0.32888096156763391</c:v>
                </c:pt>
                <c:pt idx="21306">
                  <c:v>0.32888281741357722</c:v>
                </c:pt>
                <c:pt idx="21307">
                  <c:v>0.32888706987472599</c:v>
                </c:pt>
                <c:pt idx="21308">
                  <c:v>0.32897584540452585</c:v>
                </c:pt>
                <c:pt idx="21309">
                  <c:v>0.32898710516278185</c:v>
                </c:pt>
                <c:pt idx="21310">
                  <c:v>0.32900574083448408</c:v>
                </c:pt>
                <c:pt idx="21311">
                  <c:v>0.32905289600065457</c:v>
                </c:pt>
                <c:pt idx="21312">
                  <c:v>0.32910518817964191</c:v>
                </c:pt>
                <c:pt idx="21313">
                  <c:v>0.32917753466782207</c:v>
                </c:pt>
                <c:pt idx="21314">
                  <c:v>0.329183224837304</c:v>
                </c:pt>
                <c:pt idx="21315">
                  <c:v>0.32921315603055068</c:v>
                </c:pt>
                <c:pt idx="21316">
                  <c:v>0.32921436395851544</c:v>
                </c:pt>
                <c:pt idx="21317">
                  <c:v>0.32922099143000233</c:v>
                </c:pt>
                <c:pt idx="21318">
                  <c:v>0.32925628853452865</c:v>
                </c:pt>
                <c:pt idx="21319">
                  <c:v>0.32925793002068909</c:v>
                </c:pt>
                <c:pt idx="21320">
                  <c:v>0.32935811668648368</c:v>
                </c:pt>
                <c:pt idx="21321">
                  <c:v>0.32944616132447996</c:v>
                </c:pt>
                <c:pt idx="21322">
                  <c:v>0.32945758248268098</c:v>
                </c:pt>
                <c:pt idx="21323">
                  <c:v>0.32946616483182722</c:v>
                </c:pt>
                <c:pt idx="21324">
                  <c:v>0.32948435083789795</c:v>
                </c:pt>
                <c:pt idx="21325">
                  <c:v>0.3295779028811604</c:v>
                </c:pt>
                <c:pt idx="21326">
                  <c:v>0.32960131464803544</c:v>
                </c:pt>
                <c:pt idx="21327">
                  <c:v>0.32962031273734332</c:v>
                </c:pt>
                <c:pt idx="21328">
                  <c:v>0.32965353883657772</c:v>
                </c:pt>
                <c:pt idx="21329">
                  <c:v>0.3296600501440507</c:v>
                </c:pt>
                <c:pt idx="21330">
                  <c:v>0.3296825902645612</c:v>
                </c:pt>
                <c:pt idx="21331">
                  <c:v>0.32975738094885138</c:v>
                </c:pt>
                <c:pt idx="21332">
                  <c:v>0.32979038426680557</c:v>
                </c:pt>
                <c:pt idx="21333">
                  <c:v>0.32979688351678427</c:v>
                </c:pt>
                <c:pt idx="21334">
                  <c:v>0.32981234831827239</c:v>
                </c:pt>
                <c:pt idx="21335">
                  <c:v>0.32995478976757536</c:v>
                </c:pt>
                <c:pt idx="21336">
                  <c:v>0.33000978513507612</c:v>
                </c:pt>
                <c:pt idx="21337">
                  <c:v>0.33001711761732555</c:v>
                </c:pt>
                <c:pt idx="21338">
                  <c:v>0.33006574773860031</c:v>
                </c:pt>
                <c:pt idx="21339">
                  <c:v>0.33011927010687159</c:v>
                </c:pt>
                <c:pt idx="21340">
                  <c:v>0.33013833527809155</c:v>
                </c:pt>
                <c:pt idx="21341">
                  <c:v>0.33014599425860192</c:v>
                </c:pt>
                <c:pt idx="21342">
                  <c:v>0.33016114132121199</c:v>
                </c:pt>
                <c:pt idx="21343">
                  <c:v>0.33017027057950066</c:v>
                </c:pt>
                <c:pt idx="21344">
                  <c:v>0.3302452062911429</c:v>
                </c:pt>
                <c:pt idx="21345">
                  <c:v>0.33029214235308391</c:v>
                </c:pt>
                <c:pt idx="21346">
                  <c:v>0.33029451294315215</c:v>
                </c:pt>
                <c:pt idx="21347">
                  <c:v>0.33032929771650055</c:v>
                </c:pt>
                <c:pt idx="21348">
                  <c:v>0.33034332961911433</c:v>
                </c:pt>
                <c:pt idx="21349">
                  <c:v>0.33037573195374376</c:v>
                </c:pt>
                <c:pt idx="21350">
                  <c:v>0.33040658146645357</c:v>
                </c:pt>
                <c:pt idx="21351">
                  <c:v>0.33042144095521819</c:v>
                </c:pt>
                <c:pt idx="21352">
                  <c:v>0.33042801270116939</c:v>
                </c:pt>
                <c:pt idx="21353">
                  <c:v>0.33042841811742835</c:v>
                </c:pt>
                <c:pt idx="21354">
                  <c:v>0.33043282398799528</c:v>
                </c:pt>
                <c:pt idx="21355">
                  <c:v>0.33043680563043126</c:v>
                </c:pt>
                <c:pt idx="21356">
                  <c:v>0.33043754127620295</c:v>
                </c:pt>
                <c:pt idx="21357">
                  <c:v>0.33044631520274359</c:v>
                </c:pt>
                <c:pt idx="21358">
                  <c:v>0.33046254341430403</c:v>
                </c:pt>
                <c:pt idx="21359">
                  <c:v>0.33047257838512289</c:v>
                </c:pt>
                <c:pt idx="21360">
                  <c:v>0.33051224700769694</c:v>
                </c:pt>
                <c:pt idx="21361">
                  <c:v>0.33052165330439409</c:v>
                </c:pt>
                <c:pt idx="21362">
                  <c:v>0.33052407479018941</c:v>
                </c:pt>
                <c:pt idx="21363">
                  <c:v>0.33059931862965203</c:v>
                </c:pt>
                <c:pt idx="21364">
                  <c:v>0.33067414053819588</c:v>
                </c:pt>
                <c:pt idx="21365">
                  <c:v>0.33071728073879031</c:v>
                </c:pt>
                <c:pt idx="21366">
                  <c:v>0.33077563700405566</c:v>
                </c:pt>
                <c:pt idx="21367">
                  <c:v>0.33079666781878569</c:v>
                </c:pt>
                <c:pt idx="21368">
                  <c:v>0.33080627613766583</c:v>
                </c:pt>
                <c:pt idx="21369">
                  <c:v>0.33080660539281126</c:v>
                </c:pt>
                <c:pt idx="21370">
                  <c:v>0.33084626704534242</c:v>
                </c:pt>
                <c:pt idx="21371">
                  <c:v>0.33086764576448763</c:v>
                </c:pt>
                <c:pt idx="21372">
                  <c:v>0.33092220605508638</c:v>
                </c:pt>
                <c:pt idx="21373">
                  <c:v>0.33093976457947988</c:v>
                </c:pt>
                <c:pt idx="21374">
                  <c:v>0.33094308302197489</c:v>
                </c:pt>
                <c:pt idx="21375">
                  <c:v>0.33094955107736601</c:v>
                </c:pt>
                <c:pt idx="21376">
                  <c:v>0.33103191674297738</c:v>
                </c:pt>
                <c:pt idx="21377">
                  <c:v>0.33107531296242659</c:v>
                </c:pt>
                <c:pt idx="21378">
                  <c:v>0.33109804424868666</c:v>
                </c:pt>
                <c:pt idx="21379">
                  <c:v>0.33115527185373339</c:v>
                </c:pt>
                <c:pt idx="21380">
                  <c:v>0.33119875341016075</c:v>
                </c:pt>
                <c:pt idx="21381">
                  <c:v>0.33138077195618132</c:v>
                </c:pt>
                <c:pt idx="21382">
                  <c:v>0.33138194818921302</c:v>
                </c:pt>
                <c:pt idx="21383">
                  <c:v>0.33152708223653526</c:v>
                </c:pt>
                <c:pt idx="21384">
                  <c:v>0.33153726881078505</c:v>
                </c:pt>
                <c:pt idx="21385">
                  <c:v>0.33154674465983769</c:v>
                </c:pt>
                <c:pt idx="21386">
                  <c:v>0.33158338638077101</c:v>
                </c:pt>
                <c:pt idx="21387">
                  <c:v>0.33159371360071477</c:v>
                </c:pt>
                <c:pt idx="21388">
                  <c:v>0.33167472462216568</c:v>
                </c:pt>
                <c:pt idx="21389">
                  <c:v>0.33167489757677099</c:v>
                </c:pt>
                <c:pt idx="21390">
                  <c:v>0.33172217209249205</c:v>
                </c:pt>
                <c:pt idx="21391">
                  <c:v>0.33181848649148854</c:v>
                </c:pt>
                <c:pt idx="21392">
                  <c:v>0.33181860213407116</c:v>
                </c:pt>
                <c:pt idx="21393">
                  <c:v>0.33185624529422164</c:v>
                </c:pt>
                <c:pt idx="21394">
                  <c:v>0.33186274409434707</c:v>
                </c:pt>
                <c:pt idx="21395">
                  <c:v>0.33186322250911143</c:v>
                </c:pt>
                <c:pt idx="21396">
                  <c:v>0.33192082988184723</c:v>
                </c:pt>
                <c:pt idx="21397">
                  <c:v>0.33196010036398793</c:v>
                </c:pt>
                <c:pt idx="21398">
                  <c:v>0.33203190554699347</c:v>
                </c:pt>
                <c:pt idx="21399">
                  <c:v>0.33206287894742725</c:v>
                </c:pt>
                <c:pt idx="21400">
                  <c:v>0.3321069593536935</c:v>
                </c:pt>
                <c:pt idx="21401">
                  <c:v>0.33217453558030285</c:v>
                </c:pt>
                <c:pt idx="21402">
                  <c:v>0.33229543322298188</c:v>
                </c:pt>
                <c:pt idx="21403">
                  <c:v>0.33229914246435621</c:v>
                </c:pt>
                <c:pt idx="21404">
                  <c:v>0.33237533100198702</c:v>
                </c:pt>
                <c:pt idx="21405">
                  <c:v>0.33238891812202359</c:v>
                </c:pt>
                <c:pt idx="21406">
                  <c:v>0.33248919397979659</c:v>
                </c:pt>
                <c:pt idx="21407">
                  <c:v>0.33249846330021643</c:v>
                </c:pt>
                <c:pt idx="21408">
                  <c:v>0.33252762306050054</c:v>
                </c:pt>
                <c:pt idx="21409">
                  <c:v>0.33253521252946017</c:v>
                </c:pt>
                <c:pt idx="21410">
                  <c:v>0.33260368163923576</c:v>
                </c:pt>
                <c:pt idx="21411">
                  <c:v>0.33260507361504771</c:v>
                </c:pt>
                <c:pt idx="21412">
                  <c:v>0.33269861620835206</c:v>
                </c:pt>
                <c:pt idx="21413">
                  <c:v>0.33272130422904983</c:v>
                </c:pt>
                <c:pt idx="21414">
                  <c:v>0.33273910646977306</c:v>
                </c:pt>
                <c:pt idx="21415">
                  <c:v>0.33274016051346039</c:v>
                </c:pt>
                <c:pt idx="21416">
                  <c:v>0.3327648676687161</c:v>
                </c:pt>
                <c:pt idx="21417">
                  <c:v>0.33277902279106875</c:v>
                </c:pt>
                <c:pt idx="21418">
                  <c:v>0.33278573525123151</c:v>
                </c:pt>
                <c:pt idx="21419">
                  <c:v>0.33278908914843686</c:v>
                </c:pt>
                <c:pt idx="21420">
                  <c:v>0.33286853261507299</c:v>
                </c:pt>
                <c:pt idx="21421">
                  <c:v>0.33288902008997079</c:v>
                </c:pt>
                <c:pt idx="21422">
                  <c:v>0.33293414256032505</c:v>
                </c:pt>
                <c:pt idx="21423">
                  <c:v>0.33302028473110956</c:v>
                </c:pt>
                <c:pt idx="21424">
                  <c:v>0.3330232728404719</c:v>
                </c:pt>
                <c:pt idx="21425">
                  <c:v>0.33306004979873671</c:v>
                </c:pt>
                <c:pt idx="21426">
                  <c:v>0.33311126331543084</c:v>
                </c:pt>
                <c:pt idx="21427">
                  <c:v>0.33311197131843523</c:v>
                </c:pt>
                <c:pt idx="21428">
                  <c:v>0.33314758221141549</c:v>
                </c:pt>
                <c:pt idx="21429">
                  <c:v>0.33318922366694681</c:v>
                </c:pt>
                <c:pt idx="21430">
                  <c:v>0.33322452975952732</c:v>
                </c:pt>
                <c:pt idx="21431">
                  <c:v>0.33336615467783071</c:v>
                </c:pt>
                <c:pt idx="21432">
                  <c:v>0.33343144064607699</c:v>
                </c:pt>
                <c:pt idx="21433">
                  <c:v>0.33343632537589102</c:v>
                </c:pt>
                <c:pt idx="21434">
                  <c:v>0.33344211921189065</c:v>
                </c:pt>
                <c:pt idx="21435">
                  <c:v>0.33349246119356352</c:v>
                </c:pt>
                <c:pt idx="21436">
                  <c:v>0.3335024789087373</c:v>
                </c:pt>
                <c:pt idx="21437">
                  <c:v>0.33355486792523675</c:v>
                </c:pt>
                <c:pt idx="21438">
                  <c:v>0.33371589699917875</c:v>
                </c:pt>
                <c:pt idx="21439">
                  <c:v>0.33372002896674879</c:v>
                </c:pt>
                <c:pt idx="21440">
                  <c:v>0.33373547273481297</c:v>
                </c:pt>
                <c:pt idx="21441">
                  <c:v>0.33374160044448109</c:v>
                </c:pt>
                <c:pt idx="21442">
                  <c:v>0.33374404918241746</c:v>
                </c:pt>
                <c:pt idx="21443">
                  <c:v>0.33374520687223985</c:v>
                </c:pt>
                <c:pt idx="21444">
                  <c:v>0.33379019244395858</c:v>
                </c:pt>
                <c:pt idx="21445">
                  <c:v>0.33382129880960237</c:v>
                </c:pt>
                <c:pt idx="21446">
                  <c:v>0.33383049924410479</c:v>
                </c:pt>
                <c:pt idx="21447">
                  <c:v>0.33384499901673659</c:v>
                </c:pt>
                <c:pt idx="21448">
                  <c:v>0.33388057510597602</c:v>
                </c:pt>
                <c:pt idx="21449">
                  <c:v>0.33389018777384044</c:v>
                </c:pt>
                <c:pt idx="21450">
                  <c:v>0.3339417792152779</c:v>
                </c:pt>
                <c:pt idx="21451">
                  <c:v>0.33394640405564435</c:v>
                </c:pt>
                <c:pt idx="21452">
                  <c:v>0.33395601954238241</c:v>
                </c:pt>
                <c:pt idx="21453">
                  <c:v>0.33396519327023261</c:v>
                </c:pt>
                <c:pt idx="21454">
                  <c:v>0.33396931430389637</c:v>
                </c:pt>
                <c:pt idx="21455">
                  <c:v>0.33397847961355059</c:v>
                </c:pt>
                <c:pt idx="21456">
                  <c:v>0.3340100198264383</c:v>
                </c:pt>
                <c:pt idx="21457">
                  <c:v>0.33409269005816272</c:v>
                </c:pt>
                <c:pt idx="21458">
                  <c:v>0.33412749784497614</c:v>
                </c:pt>
                <c:pt idx="21459">
                  <c:v>0.33413244996074848</c:v>
                </c:pt>
                <c:pt idx="21460">
                  <c:v>0.33419143150234376</c:v>
                </c:pt>
                <c:pt idx="21461">
                  <c:v>0.3342486823453647</c:v>
                </c:pt>
                <c:pt idx="21462">
                  <c:v>0.33427799616729953</c:v>
                </c:pt>
                <c:pt idx="21463">
                  <c:v>0.33429702798525057</c:v>
                </c:pt>
                <c:pt idx="21464">
                  <c:v>0.33429969731877551</c:v>
                </c:pt>
                <c:pt idx="21465">
                  <c:v>0.33430127818050187</c:v>
                </c:pt>
                <c:pt idx="21466">
                  <c:v>0.33431790957945634</c:v>
                </c:pt>
                <c:pt idx="21467">
                  <c:v>0.33432479533869103</c:v>
                </c:pt>
                <c:pt idx="21468">
                  <c:v>0.33435799924955228</c:v>
                </c:pt>
                <c:pt idx="21469">
                  <c:v>0.3343907775335756</c:v>
                </c:pt>
                <c:pt idx="21470">
                  <c:v>0.33445393734399226</c:v>
                </c:pt>
                <c:pt idx="21471">
                  <c:v>0.33446397899954394</c:v>
                </c:pt>
                <c:pt idx="21472">
                  <c:v>0.33449045977206054</c:v>
                </c:pt>
                <c:pt idx="21473">
                  <c:v>0.33455813181340344</c:v>
                </c:pt>
                <c:pt idx="21474">
                  <c:v>0.33456832283365551</c:v>
                </c:pt>
                <c:pt idx="21475">
                  <c:v>0.33462880753154517</c:v>
                </c:pt>
                <c:pt idx="21476">
                  <c:v>0.33487015836371231</c:v>
                </c:pt>
                <c:pt idx="21477">
                  <c:v>0.33489937141199194</c:v>
                </c:pt>
                <c:pt idx="21478">
                  <c:v>0.33493914091356375</c:v>
                </c:pt>
                <c:pt idx="21479">
                  <c:v>0.33495000550195725</c:v>
                </c:pt>
                <c:pt idx="21480">
                  <c:v>0.33497244992379255</c:v>
                </c:pt>
                <c:pt idx="21481">
                  <c:v>0.33497513260747547</c:v>
                </c:pt>
                <c:pt idx="21482">
                  <c:v>0.33501502674810696</c:v>
                </c:pt>
                <c:pt idx="21483">
                  <c:v>0.33505118731176037</c:v>
                </c:pt>
                <c:pt idx="21484">
                  <c:v>0.3350776309424518</c:v>
                </c:pt>
                <c:pt idx="21485">
                  <c:v>0.33514752670696552</c:v>
                </c:pt>
                <c:pt idx="21486">
                  <c:v>0.33515498912704877</c:v>
                </c:pt>
                <c:pt idx="21487">
                  <c:v>0.33517218225491902</c:v>
                </c:pt>
                <c:pt idx="21488">
                  <c:v>0.33520459190061902</c:v>
                </c:pt>
                <c:pt idx="21489">
                  <c:v>0.33524868300596233</c:v>
                </c:pt>
                <c:pt idx="21490">
                  <c:v>0.33527829416479471</c:v>
                </c:pt>
                <c:pt idx="21491">
                  <c:v>0.33533043943534085</c:v>
                </c:pt>
                <c:pt idx="21492">
                  <c:v>0.33533081123114733</c:v>
                </c:pt>
                <c:pt idx="21493">
                  <c:v>0.33534997974091479</c:v>
                </c:pt>
                <c:pt idx="21494">
                  <c:v>0.33536978700447578</c:v>
                </c:pt>
                <c:pt idx="21495">
                  <c:v>0.33540023002319036</c:v>
                </c:pt>
                <c:pt idx="21496">
                  <c:v>0.33544748602729163</c:v>
                </c:pt>
                <c:pt idx="21497">
                  <c:v>0.33546570363843936</c:v>
                </c:pt>
                <c:pt idx="21498">
                  <c:v>0.33549424846252157</c:v>
                </c:pt>
                <c:pt idx="21499">
                  <c:v>0.33550867267788581</c:v>
                </c:pt>
                <c:pt idx="21500">
                  <c:v>0.33554165225183957</c:v>
                </c:pt>
                <c:pt idx="21501">
                  <c:v>0.3355485862427921</c:v>
                </c:pt>
                <c:pt idx="21502">
                  <c:v>0.33557217104027098</c:v>
                </c:pt>
                <c:pt idx="21503">
                  <c:v>0.33558778742339002</c:v>
                </c:pt>
                <c:pt idx="21504">
                  <c:v>0.33560267874931765</c:v>
                </c:pt>
                <c:pt idx="21505">
                  <c:v>0.33562689297699294</c:v>
                </c:pt>
                <c:pt idx="21506">
                  <c:v>0.33567363708760467</c:v>
                </c:pt>
                <c:pt idx="21507">
                  <c:v>0.33571045909162428</c:v>
                </c:pt>
                <c:pt idx="21508">
                  <c:v>0.33575471606242341</c:v>
                </c:pt>
                <c:pt idx="21509">
                  <c:v>0.33577158160430481</c:v>
                </c:pt>
                <c:pt idx="21510">
                  <c:v>0.33577215510103997</c:v>
                </c:pt>
                <c:pt idx="21511">
                  <c:v>0.33591030552616652</c:v>
                </c:pt>
                <c:pt idx="21512">
                  <c:v>0.33591689709106753</c:v>
                </c:pt>
                <c:pt idx="21513">
                  <c:v>0.33591883773550457</c:v>
                </c:pt>
                <c:pt idx="21514">
                  <c:v>0.33600513597967491</c:v>
                </c:pt>
                <c:pt idx="21515">
                  <c:v>0.33602416142370267</c:v>
                </c:pt>
                <c:pt idx="21516">
                  <c:v>0.33611645182917366</c:v>
                </c:pt>
                <c:pt idx="21517">
                  <c:v>0.336142215953459</c:v>
                </c:pt>
                <c:pt idx="21518">
                  <c:v>0.33617336912248219</c:v>
                </c:pt>
                <c:pt idx="21519">
                  <c:v>0.33617928943038888</c:v>
                </c:pt>
                <c:pt idx="21520">
                  <c:v>0.3362054254584812</c:v>
                </c:pt>
                <c:pt idx="21521">
                  <c:v>0.33620564395067998</c:v>
                </c:pt>
                <c:pt idx="21522">
                  <c:v>0.33628597987952136</c:v>
                </c:pt>
                <c:pt idx="21523">
                  <c:v>0.33629003194357288</c:v>
                </c:pt>
                <c:pt idx="21524">
                  <c:v>0.33629963168829474</c:v>
                </c:pt>
                <c:pt idx="21525">
                  <c:v>0.33634120609273177</c:v>
                </c:pt>
                <c:pt idx="21526">
                  <c:v>0.33649483069370245</c:v>
                </c:pt>
                <c:pt idx="21527">
                  <c:v>0.33651342055844374</c:v>
                </c:pt>
                <c:pt idx="21528">
                  <c:v>0.33658998850437888</c:v>
                </c:pt>
                <c:pt idx="21529">
                  <c:v>0.33661117546476454</c:v>
                </c:pt>
                <c:pt idx="21530">
                  <c:v>0.33668774680324953</c:v>
                </c:pt>
                <c:pt idx="21531">
                  <c:v>0.33678777626599271</c:v>
                </c:pt>
                <c:pt idx="21532">
                  <c:v>0.33686891552715997</c:v>
                </c:pt>
                <c:pt idx="21533">
                  <c:v>0.33688898544247575</c:v>
                </c:pt>
                <c:pt idx="21534">
                  <c:v>0.33691084854698733</c:v>
                </c:pt>
                <c:pt idx="21535">
                  <c:v>0.33693901829886147</c:v>
                </c:pt>
                <c:pt idx="21536">
                  <c:v>0.33696207218819924</c:v>
                </c:pt>
                <c:pt idx="21537">
                  <c:v>0.33697100897302873</c:v>
                </c:pt>
                <c:pt idx="21538">
                  <c:v>0.33697423483550393</c:v>
                </c:pt>
                <c:pt idx="21539">
                  <c:v>0.33702577332073386</c:v>
                </c:pt>
                <c:pt idx="21540">
                  <c:v>0.33705582739208872</c:v>
                </c:pt>
                <c:pt idx="21541">
                  <c:v>0.33716558610687292</c:v>
                </c:pt>
                <c:pt idx="21542">
                  <c:v>0.33725765334357494</c:v>
                </c:pt>
                <c:pt idx="21543">
                  <c:v>0.33727876385214617</c:v>
                </c:pt>
                <c:pt idx="21544">
                  <c:v>0.33731698341550337</c:v>
                </c:pt>
                <c:pt idx="21545">
                  <c:v>0.33733237728848042</c:v>
                </c:pt>
                <c:pt idx="21546">
                  <c:v>0.33737239708455247</c:v>
                </c:pt>
                <c:pt idx="21547">
                  <c:v>0.33739704705568935</c:v>
                </c:pt>
                <c:pt idx="21548">
                  <c:v>0.33740227302965475</c:v>
                </c:pt>
                <c:pt idx="21549">
                  <c:v>0.33741617324673295</c:v>
                </c:pt>
                <c:pt idx="21550">
                  <c:v>0.33742490216546983</c:v>
                </c:pt>
                <c:pt idx="21551">
                  <c:v>0.33746352620499603</c:v>
                </c:pt>
                <c:pt idx="21552">
                  <c:v>0.33749832140780989</c:v>
                </c:pt>
                <c:pt idx="21553">
                  <c:v>0.33751777448745734</c:v>
                </c:pt>
                <c:pt idx="21554">
                  <c:v>0.33752696190449882</c:v>
                </c:pt>
                <c:pt idx="21555">
                  <c:v>0.33756661348087802</c:v>
                </c:pt>
                <c:pt idx="21556">
                  <c:v>0.3375946898291729</c:v>
                </c:pt>
                <c:pt idx="21557">
                  <c:v>0.33759956235457828</c:v>
                </c:pt>
                <c:pt idx="21558">
                  <c:v>0.33761109873640865</c:v>
                </c:pt>
                <c:pt idx="21559">
                  <c:v>0.33762188958874317</c:v>
                </c:pt>
                <c:pt idx="21560">
                  <c:v>0.33763002124079144</c:v>
                </c:pt>
                <c:pt idx="21561">
                  <c:v>0.33764483860615074</c:v>
                </c:pt>
                <c:pt idx="21562">
                  <c:v>0.33773793320290446</c:v>
                </c:pt>
                <c:pt idx="21563">
                  <c:v>0.33778235098133075</c:v>
                </c:pt>
                <c:pt idx="21564">
                  <c:v>0.33784841207466981</c:v>
                </c:pt>
                <c:pt idx="21565">
                  <c:v>0.33786191990627529</c:v>
                </c:pt>
                <c:pt idx="21566">
                  <c:v>0.3379091511283891</c:v>
                </c:pt>
                <c:pt idx="21567">
                  <c:v>0.33803745109437872</c:v>
                </c:pt>
                <c:pt idx="21568">
                  <c:v>0.33809094519460997</c:v>
                </c:pt>
                <c:pt idx="21569">
                  <c:v>0.33809667630213913</c:v>
                </c:pt>
                <c:pt idx="21570">
                  <c:v>0.33812607380364501</c:v>
                </c:pt>
                <c:pt idx="21571">
                  <c:v>0.33814646327274706</c:v>
                </c:pt>
                <c:pt idx="21572">
                  <c:v>0.33818348367015533</c:v>
                </c:pt>
                <c:pt idx="21573">
                  <c:v>0.33818852002925531</c:v>
                </c:pt>
                <c:pt idx="21574">
                  <c:v>0.33823923870621092</c:v>
                </c:pt>
                <c:pt idx="21575">
                  <c:v>0.3383443534634421</c:v>
                </c:pt>
                <c:pt idx="21576">
                  <c:v>0.33838888569383407</c:v>
                </c:pt>
                <c:pt idx="21577">
                  <c:v>0.33839087073710833</c:v>
                </c:pt>
                <c:pt idx="21578">
                  <c:v>0.33843064978704351</c:v>
                </c:pt>
                <c:pt idx="21579">
                  <c:v>0.3384389266428271</c:v>
                </c:pt>
                <c:pt idx="21580">
                  <c:v>0.33845691615300522</c:v>
                </c:pt>
                <c:pt idx="21581">
                  <c:v>0.33848231817327878</c:v>
                </c:pt>
                <c:pt idx="21582">
                  <c:v>0.33855737320027063</c:v>
                </c:pt>
                <c:pt idx="21583">
                  <c:v>0.33855879374471504</c:v>
                </c:pt>
                <c:pt idx="21584">
                  <c:v>0.33856057510181237</c:v>
                </c:pt>
                <c:pt idx="21585">
                  <c:v>0.33861002228495735</c:v>
                </c:pt>
                <c:pt idx="21586">
                  <c:v>0.3386509482752722</c:v>
                </c:pt>
                <c:pt idx="21587">
                  <c:v>0.33867828305549375</c:v>
                </c:pt>
                <c:pt idx="21588">
                  <c:v>0.33870412815143836</c:v>
                </c:pt>
                <c:pt idx="21589">
                  <c:v>0.33878263946190512</c:v>
                </c:pt>
                <c:pt idx="21590">
                  <c:v>0.33879851299428465</c:v>
                </c:pt>
                <c:pt idx="21591">
                  <c:v>0.33882065005568923</c:v>
                </c:pt>
                <c:pt idx="21592">
                  <c:v>0.33882569291899223</c:v>
                </c:pt>
                <c:pt idx="21593">
                  <c:v>0.33884461906058899</c:v>
                </c:pt>
                <c:pt idx="21594">
                  <c:v>0.33886969946519874</c:v>
                </c:pt>
                <c:pt idx="21595">
                  <c:v>0.33896974139371694</c:v>
                </c:pt>
                <c:pt idx="21596">
                  <c:v>0.33897759922490495</c:v>
                </c:pt>
                <c:pt idx="21597">
                  <c:v>0.33902768944465589</c:v>
                </c:pt>
                <c:pt idx="21598">
                  <c:v>0.33902868624784344</c:v>
                </c:pt>
                <c:pt idx="21599">
                  <c:v>0.33906090985561527</c:v>
                </c:pt>
                <c:pt idx="21600">
                  <c:v>0.33915073618189034</c:v>
                </c:pt>
                <c:pt idx="21601">
                  <c:v>0.33916021710385424</c:v>
                </c:pt>
                <c:pt idx="21602">
                  <c:v>0.33916306766084015</c:v>
                </c:pt>
                <c:pt idx="21603">
                  <c:v>0.339230634661842</c:v>
                </c:pt>
                <c:pt idx="21604">
                  <c:v>0.33924824967151218</c:v>
                </c:pt>
                <c:pt idx="21605">
                  <c:v>0.33927499391088028</c:v>
                </c:pt>
                <c:pt idx="21606">
                  <c:v>0.33928174692964957</c:v>
                </c:pt>
                <c:pt idx="21607">
                  <c:v>0.33929294192072396</c:v>
                </c:pt>
                <c:pt idx="21608">
                  <c:v>0.3392957425800574</c:v>
                </c:pt>
                <c:pt idx="21609">
                  <c:v>0.33936673472171702</c:v>
                </c:pt>
                <c:pt idx="21610">
                  <c:v>0.33937194802370341</c:v>
                </c:pt>
                <c:pt idx="21611">
                  <c:v>0.33941913490140535</c:v>
                </c:pt>
                <c:pt idx="21612">
                  <c:v>0.33946298483914755</c:v>
                </c:pt>
                <c:pt idx="21613">
                  <c:v>0.33948852176396527</c:v>
                </c:pt>
                <c:pt idx="21614">
                  <c:v>0.33955625470351786</c:v>
                </c:pt>
                <c:pt idx="21615">
                  <c:v>0.33961208377488311</c:v>
                </c:pt>
                <c:pt idx="21616">
                  <c:v>0.33964565464279384</c:v>
                </c:pt>
                <c:pt idx="21617">
                  <c:v>0.33975812161212821</c:v>
                </c:pt>
                <c:pt idx="21618">
                  <c:v>0.33977636006168593</c:v>
                </c:pt>
                <c:pt idx="21619">
                  <c:v>0.33978063171835149</c:v>
                </c:pt>
                <c:pt idx="21620">
                  <c:v>0.33978464745230569</c:v>
                </c:pt>
                <c:pt idx="21621">
                  <c:v>0.33978710885404778</c:v>
                </c:pt>
                <c:pt idx="21622">
                  <c:v>0.33979313254513205</c:v>
                </c:pt>
                <c:pt idx="21623">
                  <c:v>0.33984849016610597</c:v>
                </c:pt>
                <c:pt idx="21624">
                  <c:v>0.33986254236331803</c:v>
                </c:pt>
                <c:pt idx="21625">
                  <c:v>0.33999476357547204</c:v>
                </c:pt>
                <c:pt idx="21626">
                  <c:v>0.33999756278705562</c:v>
                </c:pt>
                <c:pt idx="21627">
                  <c:v>0.34000740097623028</c:v>
                </c:pt>
                <c:pt idx="21628">
                  <c:v>0.34002209759831586</c:v>
                </c:pt>
                <c:pt idx="21629">
                  <c:v>0.34004388294865495</c:v>
                </c:pt>
                <c:pt idx="21630">
                  <c:v>0.34007216639792126</c:v>
                </c:pt>
                <c:pt idx="21631">
                  <c:v>0.34008607860926549</c:v>
                </c:pt>
                <c:pt idx="21632">
                  <c:v>0.34010185835352141</c:v>
                </c:pt>
                <c:pt idx="21633">
                  <c:v>0.34021273153881104</c:v>
                </c:pt>
                <c:pt idx="21634">
                  <c:v>0.34022931781518562</c:v>
                </c:pt>
                <c:pt idx="21635">
                  <c:v>0.34025349617606049</c:v>
                </c:pt>
                <c:pt idx="21636">
                  <c:v>0.34027613778190891</c:v>
                </c:pt>
                <c:pt idx="21637">
                  <c:v>0.34028915813152272</c:v>
                </c:pt>
                <c:pt idx="21638">
                  <c:v>0.34043942495664264</c:v>
                </c:pt>
                <c:pt idx="21639">
                  <c:v>0.3405038517150954</c:v>
                </c:pt>
                <c:pt idx="21640">
                  <c:v>0.34057802454635611</c:v>
                </c:pt>
                <c:pt idx="21641">
                  <c:v>0.34060361124115385</c:v>
                </c:pt>
                <c:pt idx="21642">
                  <c:v>0.34074769445085035</c:v>
                </c:pt>
                <c:pt idx="21643">
                  <c:v>0.34081501938149233</c:v>
                </c:pt>
                <c:pt idx="21644">
                  <c:v>0.34086112844944089</c:v>
                </c:pt>
                <c:pt idx="21645">
                  <c:v>0.34088536916209483</c:v>
                </c:pt>
                <c:pt idx="21646">
                  <c:v>0.34091699587604485</c:v>
                </c:pt>
                <c:pt idx="21647">
                  <c:v>0.34093730883564038</c:v>
                </c:pt>
                <c:pt idx="21648">
                  <c:v>0.34096142955910425</c:v>
                </c:pt>
                <c:pt idx="21649">
                  <c:v>0.34102051852843296</c:v>
                </c:pt>
                <c:pt idx="21650">
                  <c:v>0.341027059300545</c:v>
                </c:pt>
                <c:pt idx="21651">
                  <c:v>0.34105502733982634</c:v>
                </c:pt>
                <c:pt idx="21652">
                  <c:v>0.34109391004845496</c:v>
                </c:pt>
                <c:pt idx="21653">
                  <c:v>0.34115227421199767</c:v>
                </c:pt>
                <c:pt idx="21654">
                  <c:v>0.3411552947481839</c:v>
                </c:pt>
                <c:pt idx="21655">
                  <c:v>0.3411890242867322</c:v>
                </c:pt>
                <c:pt idx="21656">
                  <c:v>0.34125182758047068</c:v>
                </c:pt>
                <c:pt idx="21657">
                  <c:v>0.34134133703459646</c:v>
                </c:pt>
                <c:pt idx="21658">
                  <c:v>0.34137205274629479</c:v>
                </c:pt>
                <c:pt idx="21659">
                  <c:v>0.34139583958652597</c:v>
                </c:pt>
                <c:pt idx="21660">
                  <c:v>0.34139843309952511</c:v>
                </c:pt>
                <c:pt idx="21661">
                  <c:v>0.341404283914513</c:v>
                </c:pt>
                <c:pt idx="21662">
                  <c:v>0.34144681231872304</c:v>
                </c:pt>
                <c:pt idx="21663">
                  <c:v>0.34146688203618325</c:v>
                </c:pt>
                <c:pt idx="21664">
                  <c:v>0.34155335601966924</c:v>
                </c:pt>
                <c:pt idx="21665">
                  <c:v>0.34155888622428138</c:v>
                </c:pt>
                <c:pt idx="21666">
                  <c:v>0.34157554787595573</c:v>
                </c:pt>
                <c:pt idx="21667">
                  <c:v>0.34164816653177638</c:v>
                </c:pt>
                <c:pt idx="21668">
                  <c:v>0.34166979623190652</c:v>
                </c:pt>
                <c:pt idx="21669">
                  <c:v>0.34167624166492683</c:v>
                </c:pt>
                <c:pt idx="21670">
                  <c:v>0.34178597717100223</c:v>
                </c:pt>
                <c:pt idx="21671">
                  <c:v>0.34182524774455458</c:v>
                </c:pt>
                <c:pt idx="21672">
                  <c:v>0.34185525403731665</c:v>
                </c:pt>
                <c:pt idx="21673">
                  <c:v>0.34190023636921729</c:v>
                </c:pt>
                <c:pt idx="21674">
                  <c:v>0.34191200909837899</c:v>
                </c:pt>
                <c:pt idx="21675">
                  <c:v>0.34193771238491094</c:v>
                </c:pt>
                <c:pt idx="21676">
                  <c:v>0.3420038597289739</c:v>
                </c:pt>
                <c:pt idx="21677">
                  <c:v>0.34201728132874798</c:v>
                </c:pt>
                <c:pt idx="21678">
                  <c:v>0.34212653024584561</c:v>
                </c:pt>
                <c:pt idx="21679">
                  <c:v>0.34216220159186517</c:v>
                </c:pt>
                <c:pt idx="21680">
                  <c:v>0.34217034892188292</c:v>
                </c:pt>
                <c:pt idx="21681">
                  <c:v>0.34221846036999615</c:v>
                </c:pt>
                <c:pt idx="21682">
                  <c:v>0.34229428839813963</c:v>
                </c:pt>
                <c:pt idx="21683">
                  <c:v>0.34229950502051609</c:v>
                </c:pt>
                <c:pt idx="21684">
                  <c:v>0.34233754172724407</c:v>
                </c:pt>
                <c:pt idx="21685">
                  <c:v>0.34233785942840417</c:v>
                </c:pt>
                <c:pt idx="21686">
                  <c:v>0.34235136593953774</c:v>
                </c:pt>
                <c:pt idx="21687">
                  <c:v>0.3423520538752759</c:v>
                </c:pt>
                <c:pt idx="21688">
                  <c:v>0.34235894811925249</c:v>
                </c:pt>
                <c:pt idx="21689">
                  <c:v>0.34236303685567121</c:v>
                </c:pt>
                <c:pt idx="21690">
                  <c:v>0.34242117706953878</c:v>
                </c:pt>
                <c:pt idx="21691">
                  <c:v>0.34242177316277433</c:v>
                </c:pt>
                <c:pt idx="21692">
                  <c:v>0.34244153105375791</c:v>
                </c:pt>
                <c:pt idx="21693">
                  <c:v>0.34252211183173009</c:v>
                </c:pt>
                <c:pt idx="21694">
                  <c:v>0.3426485473117058</c:v>
                </c:pt>
                <c:pt idx="21695">
                  <c:v>0.34265239248651569</c:v>
                </c:pt>
                <c:pt idx="21696">
                  <c:v>0.34267512661983834</c:v>
                </c:pt>
                <c:pt idx="21697">
                  <c:v>0.34269383324506331</c:v>
                </c:pt>
                <c:pt idx="21698">
                  <c:v>0.34269995621828686</c:v>
                </c:pt>
                <c:pt idx="21699">
                  <c:v>0.34273077109342143</c:v>
                </c:pt>
                <c:pt idx="21700">
                  <c:v>0.34284308049670825</c:v>
                </c:pt>
                <c:pt idx="21701">
                  <c:v>0.34294259976815716</c:v>
                </c:pt>
                <c:pt idx="21702">
                  <c:v>0.34295382016017295</c:v>
                </c:pt>
                <c:pt idx="21703">
                  <c:v>0.34295756101555358</c:v>
                </c:pt>
                <c:pt idx="21704">
                  <c:v>0.34305093501222494</c:v>
                </c:pt>
                <c:pt idx="21705">
                  <c:v>0.34305763186169613</c:v>
                </c:pt>
                <c:pt idx="21706">
                  <c:v>0.34311092982053026</c:v>
                </c:pt>
                <c:pt idx="21707">
                  <c:v>0.3431585254513842</c:v>
                </c:pt>
                <c:pt idx="21708">
                  <c:v>0.34317212087421406</c:v>
                </c:pt>
                <c:pt idx="21709">
                  <c:v>0.34318605173717687</c:v>
                </c:pt>
                <c:pt idx="21710">
                  <c:v>0.3432571716777747</c:v>
                </c:pt>
                <c:pt idx="21711">
                  <c:v>0.34326743005525151</c:v>
                </c:pt>
                <c:pt idx="21712">
                  <c:v>0.34329284882951949</c:v>
                </c:pt>
                <c:pt idx="21713">
                  <c:v>0.34346959314760989</c:v>
                </c:pt>
                <c:pt idx="21714">
                  <c:v>0.34348906173463989</c:v>
                </c:pt>
                <c:pt idx="21715">
                  <c:v>0.34351846426980581</c:v>
                </c:pt>
                <c:pt idx="21716">
                  <c:v>0.34373017234226211</c:v>
                </c:pt>
                <c:pt idx="21717">
                  <c:v>0.34382451155808758</c:v>
                </c:pt>
                <c:pt idx="21718">
                  <c:v>0.34383887791323975</c:v>
                </c:pt>
                <c:pt idx="21719">
                  <c:v>0.34384408853353604</c:v>
                </c:pt>
                <c:pt idx="21720">
                  <c:v>0.34385271197215456</c:v>
                </c:pt>
                <c:pt idx="21721">
                  <c:v>0.34386546088290537</c:v>
                </c:pt>
                <c:pt idx="21722">
                  <c:v>0.34392070915037065</c:v>
                </c:pt>
                <c:pt idx="21723">
                  <c:v>0.34394707415776149</c:v>
                </c:pt>
                <c:pt idx="21724">
                  <c:v>0.34399541938844996</c:v>
                </c:pt>
                <c:pt idx="21725">
                  <c:v>0.34400697575916489</c:v>
                </c:pt>
                <c:pt idx="21726">
                  <c:v>0.34403783523638531</c:v>
                </c:pt>
                <c:pt idx="21727">
                  <c:v>0.34404626838176205</c:v>
                </c:pt>
                <c:pt idx="21728">
                  <c:v>0.34410485566294036</c:v>
                </c:pt>
                <c:pt idx="21729">
                  <c:v>0.3441567861061961</c:v>
                </c:pt>
                <c:pt idx="21730">
                  <c:v>0.34417267003482643</c:v>
                </c:pt>
                <c:pt idx="21731">
                  <c:v>0.34418739903894396</c:v>
                </c:pt>
                <c:pt idx="21732">
                  <c:v>0.34428227755093593</c:v>
                </c:pt>
                <c:pt idx="21733">
                  <c:v>0.34428428399228012</c:v>
                </c:pt>
                <c:pt idx="21734">
                  <c:v>0.3443388457644242</c:v>
                </c:pt>
                <c:pt idx="21735">
                  <c:v>0.34438628940618587</c:v>
                </c:pt>
                <c:pt idx="21736">
                  <c:v>0.34443566699130324</c:v>
                </c:pt>
                <c:pt idx="21737">
                  <c:v>0.34447241224050301</c:v>
                </c:pt>
                <c:pt idx="21738">
                  <c:v>0.34452885870827016</c:v>
                </c:pt>
                <c:pt idx="21739">
                  <c:v>0.34457071218228585</c:v>
                </c:pt>
                <c:pt idx="21740">
                  <c:v>0.34458706736290312</c:v>
                </c:pt>
                <c:pt idx="21741">
                  <c:v>0.34461519661190948</c:v>
                </c:pt>
                <c:pt idx="21742">
                  <c:v>0.34464387054416629</c:v>
                </c:pt>
                <c:pt idx="21743">
                  <c:v>0.34474917602308397</c:v>
                </c:pt>
                <c:pt idx="21744">
                  <c:v>0.34482644904208348</c:v>
                </c:pt>
                <c:pt idx="21745">
                  <c:v>0.3448351025477569</c:v>
                </c:pt>
                <c:pt idx="21746">
                  <c:v>0.34484709450459289</c:v>
                </c:pt>
                <c:pt idx="21747">
                  <c:v>0.34486653733506006</c:v>
                </c:pt>
                <c:pt idx="21748">
                  <c:v>0.34487684220028281</c:v>
                </c:pt>
                <c:pt idx="21749">
                  <c:v>0.34487816476219202</c:v>
                </c:pt>
                <c:pt idx="21750">
                  <c:v>0.34488521954677187</c:v>
                </c:pt>
                <c:pt idx="21751">
                  <c:v>0.34491189506910541</c:v>
                </c:pt>
                <c:pt idx="21752">
                  <c:v>0.34497763722164965</c:v>
                </c:pt>
                <c:pt idx="21753">
                  <c:v>0.34498410630894649</c:v>
                </c:pt>
                <c:pt idx="21754">
                  <c:v>0.34501822536931598</c:v>
                </c:pt>
                <c:pt idx="21755">
                  <c:v>0.34505203329324086</c:v>
                </c:pt>
                <c:pt idx="21756">
                  <c:v>0.34508957019624809</c:v>
                </c:pt>
                <c:pt idx="21757">
                  <c:v>0.34510776521791625</c:v>
                </c:pt>
                <c:pt idx="21758">
                  <c:v>0.34512936450084125</c:v>
                </c:pt>
                <c:pt idx="21759">
                  <c:v>0.34517632258064901</c:v>
                </c:pt>
                <c:pt idx="21760">
                  <c:v>0.34519447291865935</c:v>
                </c:pt>
                <c:pt idx="21761">
                  <c:v>0.34522574751468021</c:v>
                </c:pt>
                <c:pt idx="21762">
                  <c:v>0.34523913927976224</c:v>
                </c:pt>
                <c:pt idx="21763">
                  <c:v>0.34527480106169695</c:v>
                </c:pt>
                <c:pt idx="21764">
                  <c:v>0.34533125669696113</c:v>
                </c:pt>
                <c:pt idx="21765">
                  <c:v>0.34534246098203758</c:v>
                </c:pt>
                <c:pt idx="21766">
                  <c:v>0.34537489050727394</c:v>
                </c:pt>
                <c:pt idx="21767">
                  <c:v>0.34538671147310801</c:v>
                </c:pt>
                <c:pt idx="21768">
                  <c:v>0.34540279583082906</c:v>
                </c:pt>
                <c:pt idx="21769">
                  <c:v>0.34561834815646714</c:v>
                </c:pt>
                <c:pt idx="21770">
                  <c:v>0.34564244580393072</c:v>
                </c:pt>
                <c:pt idx="21771">
                  <c:v>0.34565802709440108</c:v>
                </c:pt>
                <c:pt idx="21772">
                  <c:v>0.34567779933304826</c:v>
                </c:pt>
                <c:pt idx="21773">
                  <c:v>0.3456886947081052</c:v>
                </c:pt>
                <c:pt idx="21774">
                  <c:v>0.34570100416193644</c:v>
                </c:pt>
                <c:pt idx="21775">
                  <c:v>0.3457936603780678</c:v>
                </c:pt>
                <c:pt idx="21776">
                  <c:v>0.34580103215738806</c:v>
                </c:pt>
                <c:pt idx="21777">
                  <c:v>0.34582663184800522</c:v>
                </c:pt>
                <c:pt idx="21778">
                  <c:v>0.34589757802514542</c:v>
                </c:pt>
                <c:pt idx="21779">
                  <c:v>0.34592395367302553</c:v>
                </c:pt>
                <c:pt idx="21780">
                  <c:v>0.34594533695273666</c:v>
                </c:pt>
                <c:pt idx="21781">
                  <c:v>0.34603246156581968</c:v>
                </c:pt>
                <c:pt idx="21782">
                  <c:v>0.34606423310515583</c:v>
                </c:pt>
                <c:pt idx="21783">
                  <c:v>0.34615745215170635</c:v>
                </c:pt>
                <c:pt idx="21784">
                  <c:v>0.34618285174480085</c:v>
                </c:pt>
                <c:pt idx="21785">
                  <c:v>0.34619451180345934</c:v>
                </c:pt>
                <c:pt idx="21786">
                  <c:v>0.34631320890540812</c:v>
                </c:pt>
                <c:pt idx="21787">
                  <c:v>0.34634415844374267</c:v>
                </c:pt>
                <c:pt idx="21788">
                  <c:v>0.346381502403388</c:v>
                </c:pt>
                <c:pt idx="21789">
                  <c:v>0.34642421291811604</c:v>
                </c:pt>
                <c:pt idx="21790">
                  <c:v>0.3464329289396762</c:v>
                </c:pt>
                <c:pt idx="21791">
                  <c:v>0.34644201423774207</c:v>
                </c:pt>
                <c:pt idx="21792">
                  <c:v>0.34645491707405413</c:v>
                </c:pt>
                <c:pt idx="21793">
                  <c:v>0.34647254440342923</c:v>
                </c:pt>
                <c:pt idx="21794">
                  <c:v>0.34650703258583782</c:v>
                </c:pt>
                <c:pt idx="21795">
                  <c:v>0.34651587659510863</c:v>
                </c:pt>
                <c:pt idx="21796">
                  <c:v>0.34656777517889104</c:v>
                </c:pt>
                <c:pt idx="21797">
                  <c:v>0.34664301560217625</c:v>
                </c:pt>
                <c:pt idx="21798">
                  <c:v>0.34665436897275426</c:v>
                </c:pt>
                <c:pt idx="21799">
                  <c:v>0.34676253756014169</c:v>
                </c:pt>
                <c:pt idx="21800">
                  <c:v>0.346852517691076</c:v>
                </c:pt>
                <c:pt idx="21801">
                  <c:v>0.34689485474971338</c:v>
                </c:pt>
                <c:pt idx="21802">
                  <c:v>0.34689733642256876</c:v>
                </c:pt>
                <c:pt idx="21803">
                  <c:v>0.34691634372675217</c:v>
                </c:pt>
                <c:pt idx="21804">
                  <c:v>0.34691898917271274</c:v>
                </c:pt>
                <c:pt idx="21805">
                  <c:v>0.34693457430905905</c:v>
                </c:pt>
                <c:pt idx="21806">
                  <c:v>0.346964400294199</c:v>
                </c:pt>
                <c:pt idx="21807">
                  <c:v>0.34707376434260478</c:v>
                </c:pt>
                <c:pt idx="21808">
                  <c:v>0.34710637172170039</c:v>
                </c:pt>
                <c:pt idx="21809">
                  <c:v>0.34716153605300115</c:v>
                </c:pt>
                <c:pt idx="21810">
                  <c:v>0.34726448401704496</c:v>
                </c:pt>
                <c:pt idx="21811">
                  <c:v>0.34728260735001565</c:v>
                </c:pt>
                <c:pt idx="21812">
                  <c:v>0.34729162176799572</c:v>
                </c:pt>
                <c:pt idx="21813">
                  <c:v>0.34736085459690208</c:v>
                </c:pt>
                <c:pt idx="21814">
                  <c:v>0.34737034974077891</c:v>
                </c:pt>
                <c:pt idx="21815">
                  <c:v>0.34741652282861418</c:v>
                </c:pt>
                <c:pt idx="21816">
                  <c:v>0.34744187373153751</c:v>
                </c:pt>
                <c:pt idx="21817">
                  <c:v>0.34745471231228836</c:v>
                </c:pt>
                <c:pt idx="21818">
                  <c:v>0.34748020869653756</c:v>
                </c:pt>
                <c:pt idx="21819">
                  <c:v>0.34754469549883088</c:v>
                </c:pt>
                <c:pt idx="21820">
                  <c:v>0.3475684615745861</c:v>
                </c:pt>
                <c:pt idx="21821">
                  <c:v>0.34758725193292123</c:v>
                </c:pt>
                <c:pt idx="21822">
                  <c:v>0.34759375470171289</c:v>
                </c:pt>
                <c:pt idx="21823">
                  <c:v>0.34760957224685929</c:v>
                </c:pt>
                <c:pt idx="21824">
                  <c:v>0.3476387250475993</c:v>
                </c:pt>
                <c:pt idx="21825">
                  <c:v>0.34769433148375845</c:v>
                </c:pt>
                <c:pt idx="21826">
                  <c:v>0.34772353645099463</c:v>
                </c:pt>
                <c:pt idx="21827">
                  <c:v>0.34784102628792435</c:v>
                </c:pt>
                <c:pt idx="21828">
                  <c:v>0.34788168470253322</c:v>
                </c:pt>
                <c:pt idx="21829">
                  <c:v>0.34788653239596512</c:v>
                </c:pt>
                <c:pt idx="21830">
                  <c:v>0.34789723653654525</c:v>
                </c:pt>
                <c:pt idx="21831">
                  <c:v>0.34794128937544599</c:v>
                </c:pt>
                <c:pt idx="21832">
                  <c:v>0.34795334529448968</c:v>
                </c:pt>
                <c:pt idx="21833">
                  <c:v>0.34799459655570453</c:v>
                </c:pt>
                <c:pt idx="21834">
                  <c:v>0.34800994056278051</c:v>
                </c:pt>
                <c:pt idx="21835">
                  <c:v>0.3480160881177593</c:v>
                </c:pt>
                <c:pt idx="21836">
                  <c:v>0.34803488374660513</c:v>
                </c:pt>
                <c:pt idx="21837">
                  <c:v>0.3481861726607054</c:v>
                </c:pt>
                <c:pt idx="21838">
                  <c:v>0.34821676061071566</c:v>
                </c:pt>
                <c:pt idx="21839">
                  <c:v>0.3482187341697216</c:v>
                </c:pt>
                <c:pt idx="21840">
                  <c:v>0.34822536819940075</c:v>
                </c:pt>
                <c:pt idx="21841">
                  <c:v>0.34828139336966968</c:v>
                </c:pt>
                <c:pt idx="21842">
                  <c:v>0.34842526336123369</c:v>
                </c:pt>
                <c:pt idx="21843">
                  <c:v>0.34845550994299135</c:v>
                </c:pt>
                <c:pt idx="21844">
                  <c:v>0.34854949796386092</c:v>
                </c:pt>
                <c:pt idx="21845">
                  <c:v>0.34858508802538746</c:v>
                </c:pt>
                <c:pt idx="21846">
                  <c:v>0.34860715461279201</c:v>
                </c:pt>
                <c:pt idx="21847">
                  <c:v>0.34862051718966519</c:v>
                </c:pt>
                <c:pt idx="21848">
                  <c:v>0.34864437280464061</c:v>
                </c:pt>
                <c:pt idx="21849">
                  <c:v>0.34872259178988063</c:v>
                </c:pt>
                <c:pt idx="21850">
                  <c:v>0.34875443644945076</c:v>
                </c:pt>
                <c:pt idx="21851">
                  <c:v>0.34880509331487236</c:v>
                </c:pt>
                <c:pt idx="21852">
                  <c:v>0.3488262279480609</c:v>
                </c:pt>
                <c:pt idx="21853">
                  <c:v>0.34884060103739473</c:v>
                </c:pt>
                <c:pt idx="21854">
                  <c:v>0.34884584169359922</c:v>
                </c:pt>
                <c:pt idx="21855">
                  <c:v>0.34889646960216725</c:v>
                </c:pt>
                <c:pt idx="21856">
                  <c:v>0.34891768887724972</c:v>
                </c:pt>
                <c:pt idx="21857">
                  <c:v>0.34897275148504664</c:v>
                </c:pt>
                <c:pt idx="21858">
                  <c:v>0.34900392825392479</c:v>
                </c:pt>
                <c:pt idx="21859">
                  <c:v>0.34903499887368605</c:v>
                </c:pt>
                <c:pt idx="21860">
                  <c:v>0.34909732447416253</c:v>
                </c:pt>
                <c:pt idx="21861">
                  <c:v>0.34910475007653174</c:v>
                </c:pt>
                <c:pt idx="21862">
                  <c:v>0.34915043805248808</c:v>
                </c:pt>
                <c:pt idx="21863">
                  <c:v>0.34918797034390459</c:v>
                </c:pt>
                <c:pt idx="21864">
                  <c:v>0.34919271797871554</c:v>
                </c:pt>
                <c:pt idx="21865">
                  <c:v>0.34923115065765137</c:v>
                </c:pt>
                <c:pt idx="21866">
                  <c:v>0.34923134730007993</c:v>
                </c:pt>
                <c:pt idx="21867">
                  <c:v>0.34926119873981909</c:v>
                </c:pt>
                <c:pt idx="21868">
                  <c:v>0.34930104215311208</c:v>
                </c:pt>
                <c:pt idx="21869">
                  <c:v>0.34932292943950399</c:v>
                </c:pt>
                <c:pt idx="21870">
                  <c:v>0.34933183920924138</c:v>
                </c:pt>
                <c:pt idx="21871">
                  <c:v>0.34933829833305946</c:v>
                </c:pt>
                <c:pt idx="21872">
                  <c:v>0.34938673456758818</c:v>
                </c:pt>
                <c:pt idx="21873">
                  <c:v>0.34940628913835581</c:v>
                </c:pt>
                <c:pt idx="21874">
                  <c:v>0.34945813384841129</c:v>
                </c:pt>
                <c:pt idx="21875">
                  <c:v>0.34946211976048625</c:v>
                </c:pt>
                <c:pt idx="21876">
                  <c:v>0.34947863484050967</c:v>
                </c:pt>
                <c:pt idx="21877">
                  <c:v>0.34949776479067901</c:v>
                </c:pt>
                <c:pt idx="21878">
                  <c:v>0.34955505274277571</c:v>
                </c:pt>
                <c:pt idx="21879">
                  <c:v>0.34956027776751908</c:v>
                </c:pt>
                <c:pt idx="21880">
                  <c:v>0.34958170686458279</c:v>
                </c:pt>
                <c:pt idx="21881">
                  <c:v>0.349626451069938</c:v>
                </c:pt>
                <c:pt idx="21882">
                  <c:v>0.34965765337780691</c:v>
                </c:pt>
                <c:pt idx="21883">
                  <c:v>0.34967772279264242</c:v>
                </c:pt>
                <c:pt idx="21884">
                  <c:v>0.34973915285024221</c:v>
                </c:pt>
                <c:pt idx="21885">
                  <c:v>0.34985689798750635</c:v>
                </c:pt>
                <c:pt idx="21886">
                  <c:v>0.34987905561425181</c:v>
                </c:pt>
                <c:pt idx="21887">
                  <c:v>0.34992388782089567</c:v>
                </c:pt>
                <c:pt idx="21888">
                  <c:v>0.34996269076920877</c:v>
                </c:pt>
                <c:pt idx="21889">
                  <c:v>0.35006960865167153</c:v>
                </c:pt>
                <c:pt idx="21890">
                  <c:v>0.35007469470682301</c:v>
                </c:pt>
                <c:pt idx="21891">
                  <c:v>0.35018865430519597</c:v>
                </c:pt>
                <c:pt idx="21892">
                  <c:v>0.3502382338091376</c:v>
                </c:pt>
                <c:pt idx="21893">
                  <c:v>0.35026718634736148</c:v>
                </c:pt>
                <c:pt idx="21894">
                  <c:v>0.35031178068205238</c:v>
                </c:pt>
                <c:pt idx="21895">
                  <c:v>0.35033356807518423</c:v>
                </c:pt>
                <c:pt idx="21896">
                  <c:v>0.35034353794299122</c:v>
                </c:pt>
                <c:pt idx="21897">
                  <c:v>0.35034355231290576</c:v>
                </c:pt>
                <c:pt idx="21898">
                  <c:v>0.35035942483059035</c:v>
                </c:pt>
                <c:pt idx="21899">
                  <c:v>0.35040064293685269</c:v>
                </c:pt>
                <c:pt idx="21900">
                  <c:v>0.35062134067854417</c:v>
                </c:pt>
                <c:pt idx="21901">
                  <c:v>0.35064446451599662</c:v>
                </c:pt>
                <c:pt idx="21902">
                  <c:v>0.3506673294116085</c:v>
                </c:pt>
                <c:pt idx="21903">
                  <c:v>0.35067741545941267</c:v>
                </c:pt>
                <c:pt idx="21904">
                  <c:v>0.35080512406410697</c:v>
                </c:pt>
                <c:pt idx="21905">
                  <c:v>0.35087658788801968</c:v>
                </c:pt>
                <c:pt idx="21906">
                  <c:v>0.35089345488290108</c:v>
                </c:pt>
                <c:pt idx="21907">
                  <c:v>0.35089606423186276</c:v>
                </c:pt>
                <c:pt idx="21908">
                  <c:v>0.35093243764634208</c:v>
                </c:pt>
                <c:pt idx="21909">
                  <c:v>0.3509391045850736</c:v>
                </c:pt>
                <c:pt idx="21910">
                  <c:v>0.35101408828479413</c:v>
                </c:pt>
                <c:pt idx="21911">
                  <c:v>0.35106489330353108</c:v>
                </c:pt>
                <c:pt idx="21912">
                  <c:v>0.35107718061885324</c:v>
                </c:pt>
                <c:pt idx="21913">
                  <c:v>0.35112283962124985</c:v>
                </c:pt>
                <c:pt idx="21914">
                  <c:v>0.35115391816154445</c:v>
                </c:pt>
                <c:pt idx="21915">
                  <c:v>0.351184786579196</c:v>
                </c:pt>
                <c:pt idx="21916">
                  <c:v>0.35123105668425886</c:v>
                </c:pt>
                <c:pt idx="21917">
                  <c:v>0.3512504751140606</c:v>
                </c:pt>
                <c:pt idx="21918">
                  <c:v>0.35128978214606782</c:v>
                </c:pt>
                <c:pt idx="21919">
                  <c:v>0.35138392556640036</c:v>
                </c:pt>
                <c:pt idx="21920">
                  <c:v>0.35138711599944911</c:v>
                </c:pt>
                <c:pt idx="21921">
                  <c:v>0.35142239262858738</c:v>
                </c:pt>
                <c:pt idx="21922">
                  <c:v>0.35158090570959005</c:v>
                </c:pt>
                <c:pt idx="21923">
                  <c:v>0.35168178226645846</c:v>
                </c:pt>
                <c:pt idx="21924">
                  <c:v>0.35175756411911557</c:v>
                </c:pt>
                <c:pt idx="21925">
                  <c:v>0.35177304371094364</c:v>
                </c:pt>
                <c:pt idx="21926">
                  <c:v>0.35180253743729945</c:v>
                </c:pt>
                <c:pt idx="21927">
                  <c:v>0.3519041705048197</c:v>
                </c:pt>
                <c:pt idx="21928">
                  <c:v>0.35193357114688145</c:v>
                </c:pt>
                <c:pt idx="21929">
                  <c:v>0.35194282753200834</c:v>
                </c:pt>
                <c:pt idx="21930">
                  <c:v>0.35196064768349816</c:v>
                </c:pt>
                <c:pt idx="21931">
                  <c:v>0.3520772530845851</c:v>
                </c:pt>
                <c:pt idx="21932">
                  <c:v>0.35207822304305364</c:v>
                </c:pt>
                <c:pt idx="21933">
                  <c:v>0.35211362302566879</c:v>
                </c:pt>
                <c:pt idx="21934">
                  <c:v>0.35222121609591656</c:v>
                </c:pt>
                <c:pt idx="21935">
                  <c:v>0.35222659365192127</c:v>
                </c:pt>
                <c:pt idx="21936">
                  <c:v>0.3522441239240951</c:v>
                </c:pt>
                <c:pt idx="21937">
                  <c:v>0.35228828048556443</c:v>
                </c:pt>
                <c:pt idx="21938">
                  <c:v>0.35229478546156773</c:v>
                </c:pt>
                <c:pt idx="21939">
                  <c:v>0.35233778116851328</c:v>
                </c:pt>
                <c:pt idx="21940">
                  <c:v>0.35237682521426172</c:v>
                </c:pt>
                <c:pt idx="21941">
                  <c:v>0.35242343730482079</c:v>
                </c:pt>
                <c:pt idx="21942">
                  <c:v>0.35246978883628111</c:v>
                </c:pt>
                <c:pt idx="21943">
                  <c:v>0.35247176899384391</c:v>
                </c:pt>
                <c:pt idx="21944">
                  <c:v>0.35250350877769543</c:v>
                </c:pt>
                <c:pt idx="21945">
                  <c:v>0.35255749948020515</c:v>
                </c:pt>
                <c:pt idx="21946">
                  <c:v>0.35257284685363721</c:v>
                </c:pt>
                <c:pt idx="21947">
                  <c:v>0.35258756849572648</c:v>
                </c:pt>
                <c:pt idx="21948">
                  <c:v>0.35260779568545736</c:v>
                </c:pt>
                <c:pt idx="21949">
                  <c:v>0.35261493800104038</c:v>
                </c:pt>
                <c:pt idx="21950">
                  <c:v>0.35261566103271486</c:v>
                </c:pt>
                <c:pt idx="21951">
                  <c:v>0.35262266087582161</c:v>
                </c:pt>
                <c:pt idx="21952">
                  <c:v>0.35264247635666568</c:v>
                </c:pt>
                <c:pt idx="21953">
                  <c:v>0.35267286584312491</c:v>
                </c:pt>
                <c:pt idx="21954">
                  <c:v>0.35269028691830534</c:v>
                </c:pt>
                <c:pt idx="21955">
                  <c:v>0.35272718158927813</c:v>
                </c:pt>
                <c:pt idx="21956">
                  <c:v>0.35272964676363844</c:v>
                </c:pt>
                <c:pt idx="21957">
                  <c:v>0.35275344511816625</c:v>
                </c:pt>
                <c:pt idx="21958">
                  <c:v>0.35277842115451974</c:v>
                </c:pt>
                <c:pt idx="21959">
                  <c:v>0.35287694025777316</c:v>
                </c:pt>
                <c:pt idx="21960">
                  <c:v>0.35297656378996423</c:v>
                </c:pt>
                <c:pt idx="21961">
                  <c:v>0.35299792053905571</c:v>
                </c:pt>
                <c:pt idx="21962">
                  <c:v>0.35309752574210729</c:v>
                </c:pt>
                <c:pt idx="21963">
                  <c:v>0.35310325051179381</c:v>
                </c:pt>
                <c:pt idx="21964">
                  <c:v>0.35313013553235506</c:v>
                </c:pt>
                <c:pt idx="21965">
                  <c:v>0.3532844774512317</c:v>
                </c:pt>
                <c:pt idx="21966">
                  <c:v>0.35331590387628459</c:v>
                </c:pt>
                <c:pt idx="21967">
                  <c:v>0.35333723705656339</c:v>
                </c:pt>
                <c:pt idx="21968">
                  <c:v>0.35334110634155241</c:v>
                </c:pt>
                <c:pt idx="21969">
                  <c:v>0.35343631006121712</c:v>
                </c:pt>
                <c:pt idx="21970">
                  <c:v>0.35344118148975806</c:v>
                </c:pt>
                <c:pt idx="21971">
                  <c:v>0.35347769456507427</c:v>
                </c:pt>
                <c:pt idx="21972">
                  <c:v>0.35351031736372451</c:v>
                </c:pt>
                <c:pt idx="21973">
                  <c:v>0.3536019400975976</c:v>
                </c:pt>
                <c:pt idx="21974">
                  <c:v>0.35361708325681379</c:v>
                </c:pt>
                <c:pt idx="21975">
                  <c:v>0.3536257278736416</c:v>
                </c:pt>
                <c:pt idx="21976">
                  <c:v>0.35364341802132288</c:v>
                </c:pt>
                <c:pt idx="21977">
                  <c:v>0.35367837594258889</c:v>
                </c:pt>
                <c:pt idx="21978">
                  <c:v>0.35367963011138581</c:v>
                </c:pt>
                <c:pt idx="21979">
                  <c:v>0.35368551239432017</c:v>
                </c:pt>
                <c:pt idx="21980">
                  <c:v>0.35368716434007275</c:v>
                </c:pt>
                <c:pt idx="21981">
                  <c:v>0.35368765916456091</c:v>
                </c:pt>
                <c:pt idx="21982">
                  <c:v>0.35375148493628134</c:v>
                </c:pt>
                <c:pt idx="21983">
                  <c:v>0.35378372816487286</c:v>
                </c:pt>
                <c:pt idx="21984">
                  <c:v>0.35381153766258933</c:v>
                </c:pt>
                <c:pt idx="21985">
                  <c:v>0.35382464567788741</c:v>
                </c:pt>
                <c:pt idx="21986">
                  <c:v>0.35383061209250471</c:v>
                </c:pt>
                <c:pt idx="21987">
                  <c:v>0.35389667695313604</c:v>
                </c:pt>
                <c:pt idx="21988">
                  <c:v>0.35391431284240626</c:v>
                </c:pt>
                <c:pt idx="21989">
                  <c:v>0.35392079451066444</c:v>
                </c:pt>
                <c:pt idx="21990">
                  <c:v>0.35402454206096146</c:v>
                </c:pt>
                <c:pt idx="21991">
                  <c:v>0.35411007629649599</c:v>
                </c:pt>
                <c:pt idx="21992">
                  <c:v>0.35412025552899484</c:v>
                </c:pt>
                <c:pt idx="21993">
                  <c:v>0.35420398878419118</c:v>
                </c:pt>
                <c:pt idx="21994">
                  <c:v>0.35422203890647763</c:v>
                </c:pt>
                <c:pt idx="21995">
                  <c:v>0.35427722319016819</c:v>
                </c:pt>
                <c:pt idx="21996">
                  <c:v>0.35428434196274283</c:v>
                </c:pt>
                <c:pt idx="21997">
                  <c:v>0.35428892053616556</c:v>
                </c:pt>
                <c:pt idx="21998">
                  <c:v>0.35434049808975171</c:v>
                </c:pt>
                <c:pt idx="21999">
                  <c:v>0.35440992308202612</c:v>
                </c:pt>
                <c:pt idx="22000">
                  <c:v>0.3544672704328774</c:v>
                </c:pt>
                <c:pt idx="22001">
                  <c:v>0.3544897062790372</c:v>
                </c:pt>
                <c:pt idx="22002">
                  <c:v>0.35455175139139189</c:v>
                </c:pt>
                <c:pt idx="22003">
                  <c:v>0.35463191398096067</c:v>
                </c:pt>
                <c:pt idx="22004">
                  <c:v>0.3547300235742577</c:v>
                </c:pt>
                <c:pt idx="22005">
                  <c:v>0.35491659636017658</c:v>
                </c:pt>
                <c:pt idx="22006">
                  <c:v>0.35494823290200483</c:v>
                </c:pt>
                <c:pt idx="22007">
                  <c:v>0.35498345064201942</c:v>
                </c:pt>
                <c:pt idx="22008">
                  <c:v>0.35499401162399141</c:v>
                </c:pt>
                <c:pt idx="22009">
                  <c:v>0.35500851103930653</c:v>
                </c:pt>
                <c:pt idx="22010">
                  <c:v>0.35503368006087199</c:v>
                </c:pt>
                <c:pt idx="22011">
                  <c:v>0.35504648136851685</c:v>
                </c:pt>
                <c:pt idx="22012">
                  <c:v>0.35508410010654179</c:v>
                </c:pt>
                <c:pt idx="22013">
                  <c:v>0.35510487422167153</c:v>
                </c:pt>
                <c:pt idx="22014">
                  <c:v>0.35514136593339929</c:v>
                </c:pt>
                <c:pt idx="22015">
                  <c:v>0.35516808615698775</c:v>
                </c:pt>
                <c:pt idx="22016">
                  <c:v>0.3552082106009769</c:v>
                </c:pt>
                <c:pt idx="22017">
                  <c:v>0.35522337916981828</c:v>
                </c:pt>
                <c:pt idx="22018">
                  <c:v>0.35522812415863059</c:v>
                </c:pt>
                <c:pt idx="22019">
                  <c:v>0.35524131375628304</c:v>
                </c:pt>
                <c:pt idx="22020">
                  <c:v>0.35524225341041532</c:v>
                </c:pt>
                <c:pt idx="22021">
                  <c:v>0.35529833792787197</c:v>
                </c:pt>
                <c:pt idx="22022">
                  <c:v>0.35534832281228035</c:v>
                </c:pt>
                <c:pt idx="22023">
                  <c:v>0.35538368457428848</c:v>
                </c:pt>
                <c:pt idx="22024">
                  <c:v>0.35541589319416994</c:v>
                </c:pt>
                <c:pt idx="22025">
                  <c:v>0.35543961203819868</c:v>
                </c:pt>
                <c:pt idx="22026">
                  <c:v>0.35550084949062077</c:v>
                </c:pt>
                <c:pt idx="22027">
                  <c:v>0.35551902917024547</c:v>
                </c:pt>
                <c:pt idx="22028">
                  <c:v>0.35554554309715353</c:v>
                </c:pt>
                <c:pt idx="22029">
                  <c:v>0.35555539743748671</c:v>
                </c:pt>
                <c:pt idx="22030">
                  <c:v>0.35561487607879788</c:v>
                </c:pt>
                <c:pt idx="22031">
                  <c:v>0.35566533279137691</c:v>
                </c:pt>
                <c:pt idx="22032">
                  <c:v>0.35569698592090854</c:v>
                </c:pt>
                <c:pt idx="22033">
                  <c:v>0.3557199501463692</c:v>
                </c:pt>
                <c:pt idx="22034">
                  <c:v>0.35574025752486876</c:v>
                </c:pt>
                <c:pt idx="22035">
                  <c:v>0.35577044094410015</c:v>
                </c:pt>
                <c:pt idx="22036">
                  <c:v>0.35579158154904633</c:v>
                </c:pt>
                <c:pt idx="22037">
                  <c:v>0.35582010475352632</c:v>
                </c:pt>
                <c:pt idx="22038">
                  <c:v>0.35587207284356498</c:v>
                </c:pt>
                <c:pt idx="22039">
                  <c:v>0.35601051048787447</c:v>
                </c:pt>
                <c:pt idx="22040">
                  <c:v>0.35633258114478306</c:v>
                </c:pt>
                <c:pt idx="22041">
                  <c:v>0.35634195256194884</c:v>
                </c:pt>
                <c:pt idx="22042">
                  <c:v>0.35642066856009935</c:v>
                </c:pt>
                <c:pt idx="22043">
                  <c:v>0.35648242221656851</c:v>
                </c:pt>
                <c:pt idx="22044">
                  <c:v>0.35649084980559242</c:v>
                </c:pt>
                <c:pt idx="22045">
                  <c:v>0.35655200450815694</c:v>
                </c:pt>
                <c:pt idx="22046">
                  <c:v>0.35657002988710346</c:v>
                </c:pt>
                <c:pt idx="22047">
                  <c:v>0.35664195799822435</c:v>
                </c:pt>
                <c:pt idx="22048">
                  <c:v>0.35666140025109744</c:v>
                </c:pt>
                <c:pt idx="22049">
                  <c:v>0.35666757714261804</c:v>
                </c:pt>
                <c:pt idx="22050">
                  <c:v>0.35669608845476891</c:v>
                </c:pt>
                <c:pt idx="22051">
                  <c:v>0.35671465696780413</c:v>
                </c:pt>
                <c:pt idx="22052">
                  <c:v>0.35685966444418526</c:v>
                </c:pt>
                <c:pt idx="22053">
                  <c:v>0.35686676118277044</c:v>
                </c:pt>
                <c:pt idx="22054">
                  <c:v>0.35693739574421612</c:v>
                </c:pt>
                <c:pt idx="22055">
                  <c:v>0.35695912146647574</c:v>
                </c:pt>
                <c:pt idx="22056">
                  <c:v>0.35701278429274236</c:v>
                </c:pt>
                <c:pt idx="22057">
                  <c:v>0.35712391857493725</c:v>
                </c:pt>
                <c:pt idx="22058">
                  <c:v>0.35714409860764124</c:v>
                </c:pt>
                <c:pt idx="22059">
                  <c:v>0.35725289248499631</c:v>
                </c:pt>
                <c:pt idx="22060">
                  <c:v>0.35726353315021786</c:v>
                </c:pt>
                <c:pt idx="22061">
                  <c:v>0.35734510763072613</c:v>
                </c:pt>
                <c:pt idx="22062">
                  <c:v>0.35735462585631328</c:v>
                </c:pt>
                <c:pt idx="22063">
                  <c:v>0.35737515326876851</c:v>
                </c:pt>
                <c:pt idx="22064">
                  <c:v>0.3573789034950528</c:v>
                </c:pt>
                <c:pt idx="22065">
                  <c:v>0.35739238678842056</c:v>
                </c:pt>
                <c:pt idx="22066">
                  <c:v>0.357400797127437</c:v>
                </c:pt>
                <c:pt idx="22067">
                  <c:v>0.35742184854047165</c:v>
                </c:pt>
                <c:pt idx="22068">
                  <c:v>0.35752654670493145</c:v>
                </c:pt>
                <c:pt idx="22069">
                  <c:v>0.35753968056218133</c:v>
                </c:pt>
                <c:pt idx="22070">
                  <c:v>0.35758025717419389</c:v>
                </c:pt>
                <c:pt idx="22071">
                  <c:v>0.35762294263577249</c:v>
                </c:pt>
                <c:pt idx="22072">
                  <c:v>0.35763698374098984</c:v>
                </c:pt>
                <c:pt idx="22073">
                  <c:v>0.35765401505479127</c:v>
                </c:pt>
                <c:pt idx="22074">
                  <c:v>0.35770431809038922</c:v>
                </c:pt>
                <c:pt idx="22075">
                  <c:v>0.35772515228199425</c:v>
                </c:pt>
                <c:pt idx="22076">
                  <c:v>0.35777410854280356</c:v>
                </c:pt>
                <c:pt idx="22077">
                  <c:v>0.35778133923546729</c:v>
                </c:pt>
                <c:pt idx="22078">
                  <c:v>0.35779058516559376</c:v>
                </c:pt>
                <c:pt idx="22079">
                  <c:v>0.35780875172882359</c:v>
                </c:pt>
                <c:pt idx="22080">
                  <c:v>0.35781416549022005</c:v>
                </c:pt>
                <c:pt idx="22081">
                  <c:v>0.35783979930894377</c:v>
                </c:pt>
                <c:pt idx="22082">
                  <c:v>0.35791695451521088</c:v>
                </c:pt>
                <c:pt idx="22083">
                  <c:v>0.3579177217483715</c:v>
                </c:pt>
                <c:pt idx="22084">
                  <c:v>0.35794776514910998</c:v>
                </c:pt>
                <c:pt idx="22085">
                  <c:v>0.35800585563553633</c:v>
                </c:pt>
                <c:pt idx="22086">
                  <c:v>0.35807800297729131</c:v>
                </c:pt>
                <c:pt idx="22087">
                  <c:v>0.35818740148764988</c:v>
                </c:pt>
                <c:pt idx="22088">
                  <c:v>0.35818945581504169</c:v>
                </c:pt>
                <c:pt idx="22089">
                  <c:v>0.35829367380105154</c:v>
                </c:pt>
                <c:pt idx="22090">
                  <c:v>0.35830175608193954</c:v>
                </c:pt>
                <c:pt idx="22091">
                  <c:v>0.35832103496195822</c:v>
                </c:pt>
                <c:pt idx="22092">
                  <c:v>0.35848172690259245</c:v>
                </c:pt>
                <c:pt idx="22093">
                  <c:v>0.3585163728350198</c:v>
                </c:pt>
                <c:pt idx="22094">
                  <c:v>0.3586007538561356</c:v>
                </c:pt>
                <c:pt idx="22095">
                  <c:v>0.35863765710052131</c:v>
                </c:pt>
                <c:pt idx="22096">
                  <c:v>0.35871669166937359</c:v>
                </c:pt>
                <c:pt idx="22097">
                  <c:v>0.35873390509476905</c:v>
                </c:pt>
                <c:pt idx="22098">
                  <c:v>0.35877038519933507</c:v>
                </c:pt>
                <c:pt idx="22099">
                  <c:v>0.35878278982986234</c:v>
                </c:pt>
                <c:pt idx="22100">
                  <c:v>0.3589789616037814</c:v>
                </c:pt>
                <c:pt idx="22101">
                  <c:v>0.35903813817635943</c:v>
                </c:pt>
                <c:pt idx="22102">
                  <c:v>0.35906914826188374</c:v>
                </c:pt>
                <c:pt idx="22103">
                  <c:v>0.35909632755270843</c:v>
                </c:pt>
                <c:pt idx="22104">
                  <c:v>0.35912466294357032</c:v>
                </c:pt>
                <c:pt idx="22105">
                  <c:v>0.35913974686734651</c:v>
                </c:pt>
                <c:pt idx="22106">
                  <c:v>0.35923548692001794</c:v>
                </c:pt>
                <c:pt idx="22107">
                  <c:v>0.35925694055632273</c:v>
                </c:pt>
                <c:pt idx="22108">
                  <c:v>0.35928981419171702</c:v>
                </c:pt>
                <c:pt idx="22109">
                  <c:v>0.35930291545281079</c:v>
                </c:pt>
                <c:pt idx="22110">
                  <c:v>0.35933319133509134</c:v>
                </c:pt>
                <c:pt idx="22111">
                  <c:v>0.35935612601358335</c:v>
                </c:pt>
                <c:pt idx="22112">
                  <c:v>0.35941920135774097</c:v>
                </c:pt>
                <c:pt idx="22113">
                  <c:v>0.35946887684842294</c:v>
                </c:pt>
                <c:pt idx="22114">
                  <c:v>0.35953197597553882</c:v>
                </c:pt>
                <c:pt idx="22115">
                  <c:v>0.35953752568473674</c:v>
                </c:pt>
                <c:pt idx="22116">
                  <c:v>0.35955089003624341</c:v>
                </c:pt>
                <c:pt idx="22117">
                  <c:v>0.35964151307152376</c:v>
                </c:pt>
                <c:pt idx="22118">
                  <c:v>0.35965236024493186</c:v>
                </c:pt>
                <c:pt idx="22119">
                  <c:v>0.35965731777419407</c:v>
                </c:pt>
                <c:pt idx="22120">
                  <c:v>0.3596943371776406</c:v>
                </c:pt>
                <c:pt idx="22121">
                  <c:v>0.35973669054472018</c:v>
                </c:pt>
                <c:pt idx="22122">
                  <c:v>0.35981667820206692</c:v>
                </c:pt>
                <c:pt idx="22123">
                  <c:v>0.35982153310795534</c:v>
                </c:pt>
                <c:pt idx="22124">
                  <c:v>0.35984857894842898</c:v>
                </c:pt>
                <c:pt idx="22125">
                  <c:v>0.35986871891696198</c:v>
                </c:pt>
                <c:pt idx="22126">
                  <c:v>0.35986948527693646</c:v>
                </c:pt>
                <c:pt idx="22127">
                  <c:v>0.35989434017785976</c:v>
                </c:pt>
                <c:pt idx="22128">
                  <c:v>0.35990057184758151</c:v>
                </c:pt>
                <c:pt idx="22129">
                  <c:v>0.35990857483559074</c:v>
                </c:pt>
                <c:pt idx="22130">
                  <c:v>0.35993549094203564</c:v>
                </c:pt>
                <c:pt idx="22131">
                  <c:v>0.35996026711979462</c:v>
                </c:pt>
                <c:pt idx="22132">
                  <c:v>0.35997023295588038</c:v>
                </c:pt>
                <c:pt idx="22133">
                  <c:v>0.360050684581945</c:v>
                </c:pt>
                <c:pt idx="22134">
                  <c:v>0.36006606903956689</c:v>
                </c:pt>
                <c:pt idx="22135">
                  <c:v>0.36008999957333776</c:v>
                </c:pt>
                <c:pt idx="22136">
                  <c:v>0.36009148057493651</c:v>
                </c:pt>
                <c:pt idx="22137">
                  <c:v>0.3602699174369916</c:v>
                </c:pt>
                <c:pt idx="22138">
                  <c:v>0.36028230915060044</c:v>
                </c:pt>
                <c:pt idx="22139">
                  <c:v>0.3604198992754879</c:v>
                </c:pt>
                <c:pt idx="22140">
                  <c:v>0.36055173103441834</c:v>
                </c:pt>
                <c:pt idx="22141">
                  <c:v>0.36058769473935981</c:v>
                </c:pt>
                <c:pt idx="22142">
                  <c:v>0.36058940124924443</c:v>
                </c:pt>
                <c:pt idx="22143">
                  <c:v>0.36067294860414012</c:v>
                </c:pt>
                <c:pt idx="22144">
                  <c:v>0.36073962777521473</c:v>
                </c:pt>
                <c:pt idx="22145">
                  <c:v>0.36074221550778635</c:v>
                </c:pt>
                <c:pt idx="22146">
                  <c:v>0.36074407144639226</c:v>
                </c:pt>
                <c:pt idx="22147">
                  <c:v>0.36075665632825255</c:v>
                </c:pt>
                <c:pt idx="22148">
                  <c:v>0.36080798252386198</c:v>
                </c:pt>
                <c:pt idx="22149">
                  <c:v>0.36083714079021223</c:v>
                </c:pt>
                <c:pt idx="22150">
                  <c:v>0.36086119580607695</c:v>
                </c:pt>
                <c:pt idx="22151">
                  <c:v>0.36087594568446629</c:v>
                </c:pt>
                <c:pt idx="22152">
                  <c:v>0.36099657217192943</c:v>
                </c:pt>
                <c:pt idx="22153">
                  <c:v>0.36101546894930864</c:v>
                </c:pt>
                <c:pt idx="22154">
                  <c:v>0.36102019417528586</c:v>
                </c:pt>
                <c:pt idx="22155">
                  <c:v>0.36102374783038876</c:v>
                </c:pt>
                <c:pt idx="22156">
                  <c:v>0.36103218948932081</c:v>
                </c:pt>
                <c:pt idx="22157">
                  <c:v>0.36104328181102791</c:v>
                </c:pt>
                <c:pt idx="22158">
                  <c:v>0.36107769948356183</c:v>
                </c:pt>
                <c:pt idx="22159">
                  <c:v>0.36115629405142258</c:v>
                </c:pt>
                <c:pt idx="22160">
                  <c:v>0.36123266468108078</c:v>
                </c:pt>
                <c:pt idx="22161">
                  <c:v>0.36132021265125136</c:v>
                </c:pt>
                <c:pt idx="22162">
                  <c:v>0.36136858566064223</c:v>
                </c:pt>
                <c:pt idx="22163">
                  <c:v>0.36138519933509633</c:v>
                </c:pt>
                <c:pt idx="22164">
                  <c:v>0.36144386493391734</c:v>
                </c:pt>
                <c:pt idx="22165">
                  <c:v>0.361450031346288</c:v>
                </c:pt>
                <c:pt idx="22166">
                  <c:v>0.36147775608116484</c:v>
                </c:pt>
                <c:pt idx="22167">
                  <c:v>0.36150669808014618</c:v>
                </c:pt>
                <c:pt idx="22168">
                  <c:v>0.36161244246932811</c:v>
                </c:pt>
                <c:pt idx="22169">
                  <c:v>0.36161656767457645</c:v>
                </c:pt>
                <c:pt idx="22170">
                  <c:v>0.36166782428591654</c:v>
                </c:pt>
                <c:pt idx="22171">
                  <c:v>0.36176298085790631</c:v>
                </c:pt>
                <c:pt idx="22172">
                  <c:v>0.36181356980905005</c:v>
                </c:pt>
                <c:pt idx="22173">
                  <c:v>0.36183889318867229</c:v>
                </c:pt>
                <c:pt idx="22174">
                  <c:v>0.36184223876747401</c:v>
                </c:pt>
                <c:pt idx="22175">
                  <c:v>0.36185179432838399</c:v>
                </c:pt>
                <c:pt idx="22176">
                  <c:v>0.36186850305755575</c:v>
                </c:pt>
                <c:pt idx="22177">
                  <c:v>0.36187063548191839</c:v>
                </c:pt>
                <c:pt idx="22178">
                  <c:v>0.36190620947566332</c:v>
                </c:pt>
                <c:pt idx="22179">
                  <c:v>0.3619088486215139</c:v>
                </c:pt>
                <c:pt idx="22180">
                  <c:v>0.36192597561690742</c:v>
                </c:pt>
                <c:pt idx="22181">
                  <c:v>0.36210045781930916</c:v>
                </c:pt>
                <c:pt idx="22182">
                  <c:v>0.36213865422813935</c:v>
                </c:pt>
                <c:pt idx="22183">
                  <c:v>0.36217790375056635</c:v>
                </c:pt>
                <c:pt idx="22184">
                  <c:v>0.36218993714178399</c:v>
                </c:pt>
                <c:pt idx="22185">
                  <c:v>0.36225871121971798</c:v>
                </c:pt>
                <c:pt idx="22186">
                  <c:v>0.3623364075935499</c:v>
                </c:pt>
                <c:pt idx="22187">
                  <c:v>0.36239190899613521</c:v>
                </c:pt>
                <c:pt idx="22188">
                  <c:v>0.36242155509758672</c:v>
                </c:pt>
                <c:pt idx="22189">
                  <c:v>0.36245398638358417</c:v>
                </c:pt>
                <c:pt idx="22190">
                  <c:v>0.36249235574866456</c:v>
                </c:pt>
                <c:pt idx="22191">
                  <c:v>0.362493930877062</c:v>
                </c:pt>
                <c:pt idx="22192">
                  <c:v>0.36250220068993644</c:v>
                </c:pt>
                <c:pt idx="22193">
                  <c:v>0.36262628694924215</c:v>
                </c:pt>
                <c:pt idx="22194">
                  <c:v>0.36265864514587792</c:v>
                </c:pt>
                <c:pt idx="22195">
                  <c:v>0.36271897335933101</c:v>
                </c:pt>
                <c:pt idx="22196">
                  <c:v>0.36282559499005734</c:v>
                </c:pt>
                <c:pt idx="22197">
                  <c:v>0.36285086220414259</c:v>
                </c:pt>
                <c:pt idx="22198">
                  <c:v>0.36288103388068804</c:v>
                </c:pt>
                <c:pt idx="22199">
                  <c:v>0.36290427984307194</c:v>
                </c:pt>
                <c:pt idx="22200">
                  <c:v>0.36291315943775798</c:v>
                </c:pt>
                <c:pt idx="22201">
                  <c:v>0.36294345858590088</c:v>
                </c:pt>
                <c:pt idx="22202">
                  <c:v>0.36295228012697606</c:v>
                </c:pt>
                <c:pt idx="22203">
                  <c:v>0.36297533402557669</c:v>
                </c:pt>
                <c:pt idx="22204">
                  <c:v>0.36305169677182048</c:v>
                </c:pt>
                <c:pt idx="22205">
                  <c:v>0.36309939749371734</c:v>
                </c:pt>
                <c:pt idx="22206">
                  <c:v>0.36329972297652458</c:v>
                </c:pt>
                <c:pt idx="22207">
                  <c:v>0.36334419857191635</c:v>
                </c:pt>
                <c:pt idx="22208">
                  <c:v>0.3634450661340744</c:v>
                </c:pt>
                <c:pt idx="22209">
                  <c:v>0.36344905312787523</c:v>
                </c:pt>
                <c:pt idx="22210">
                  <c:v>0.36346029227315418</c:v>
                </c:pt>
                <c:pt idx="22211">
                  <c:v>0.36348237782324638</c:v>
                </c:pt>
                <c:pt idx="22212">
                  <c:v>0.36348489866245831</c:v>
                </c:pt>
                <c:pt idx="22213">
                  <c:v>0.36349953305097032</c:v>
                </c:pt>
                <c:pt idx="22214">
                  <c:v>0.36357606189835406</c:v>
                </c:pt>
                <c:pt idx="22215">
                  <c:v>0.36358324125379082</c:v>
                </c:pt>
                <c:pt idx="22216">
                  <c:v>0.36359716921023444</c:v>
                </c:pt>
                <c:pt idx="22217">
                  <c:v>0.36363343143323873</c:v>
                </c:pt>
                <c:pt idx="22218">
                  <c:v>0.36367974526075214</c:v>
                </c:pt>
                <c:pt idx="22219">
                  <c:v>0.36376632155159738</c:v>
                </c:pt>
                <c:pt idx="22220">
                  <c:v>0.36383928531372639</c:v>
                </c:pt>
                <c:pt idx="22221">
                  <c:v>0.36391647238702607</c:v>
                </c:pt>
                <c:pt idx="22222">
                  <c:v>0.36392887484514569</c:v>
                </c:pt>
                <c:pt idx="22223">
                  <c:v>0.36394713014205943</c:v>
                </c:pt>
                <c:pt idx="22224">
                  <c:v>0.36400207538323065</c:v>
                </c:pt>
                <c:pt idx="22225">
                  <c:v>0.36402261774323691</c:v>
                </c:pt>
                <c:pt idx="22226">
                  <c:v>0.36411893395734657</c:v>
                </c:pt>
                <c:pt idx="22227">
                  <c:v>0.36416644039349572</c:v>
                </c:pt>
                <c:pt idx="22228">
                  <c:v>0.36423867729337089</c:v>
                </c:pt>
                <c:pt idx="22229">
                  <c:v>0.36430794837387415</c:v>
                </c:pt>
                <c:pt idx="22230">
                  <c:v>0.36435121980883384</c:v>
                </c:pt>
                <c:pt idx="22231">
                  <c:v>0.36435796086791439</c:v>
                </c:pt>
                <c:pt idx="22232">
                  <c:v>0.36437113145424715</c:v>
                </c:pt>
                <c:pt idx="22233">
                  <c:v>0.36441214014621787</c:v>
                </c:pt>
                <c:pt idx="22234">
                  <c:v>0.36447553318479592</c:v>
                </c:pt>
                <c:pt idx="22235">
                  <c:v>0.36447973124676469</c:v>
                </c:pt>
                <c:pt idx="22236">
                  <c:v>0.36453423356355846</c:v>
                </c:pt>
                <c:pt idx="22237">
                  <c:v>0.36458560508919202</c:v>
                </c:pt>
                <c:pt idx="22238">
                  <c:v>0.36472880035451194</c:v>
                </c:pt>
                <c:pt idx="22239">
                  <c:v>0.36473304880730073</c:v>
                </c:pt>
                <c:pt idx="22240">
                  <c:v>0.36480233440153137</c:v>
                </c:pt>
                <c:pt idx="22241">
                  <c:v>0.36488650418063889</c:v>
                </c:pt>
                <c:pt idx="22242">
                  <c:v>0.36489197202410434</c:v>
                </c:pt>
                <c:pt idx="22243">
                  <c:v>0.36491681036810686</c:v>
                </c:pt>
                <c:pt idx="22244">
                  <c:v>0.36507577250484896</c:v>
                </c:pt>
                <c:pt idx="22245">
                  <c:v>0.36510062150694722</c:v>
                </c:pt>
                <c:pt idx="22246">
                  <c:v>0.36513377527459812</c:v>
                </c:pt>
                <c:pt idx="22247">
                  <c:v>0.365165851361894</c:v>
                </c:pt>
                <c:pt idx="22248">
                  <c:v>0.36517625296532291</c:v>
                </c:pt>
                <c:pt idx="22249">
                  <c:v>0.3652262420589657</c:v>
                </c:pt>
                <c:pt idx="22250">
                  <c:v>0.3652991667683313</c:v>
                </c:pt>
                <c:pt idx="22251">
                  <c:v>0.36531983121752348</c:v>
                </c:pt>
                <c:pt idx="22252">
                  <c:v>0.36535059381406021</c:v>
                </c:pt>
                <c:pt idx="22253">
                  <c:v>0.36535503275980752</c:v>
                </c:pt>
                <c:pt idx="22254">
                  <c:v>0.36537674619514676</c:v>
                </c:pt>
                <c:pt idx="22255">
                  <c:v>0.36541867611607459</c:v>
                </c:pt>
                <c:pt idx="22256">
                  <c:v>0.36546731993250675</c:v>
                </c:pt>
                <c:pt idx="22257">
                  <c:v>0.36550312644941546</c:v>
                </c:pt>
                <c:pt idx="22258">
                  <c:v>0.36557626100239793</c:v>
                </c:pt>
                <c:pt idx="22259">
                  <c:v>0.3657334846193665</c:v>
                </c:pt>
                <c:pt idx="22260">
                  <c:v>0.36578396818827397</c:v>
                </c:pt>
                <c:pt idx="22261">
                  <c:v>0.36578675263772453</c:v>
                </c:pt>
                <c:pt idx="22262">
                  <c:v>0.3657941401820673</c:v>
                </c:pt>
                <c:pt idx="22263">
                  <c:v>0.36595483699264869</c:v>
                </c:pt>
                <c:pt idx="22264">
                  <c:v>0.36598289204961304</c:v>
                </c:pt>
                <c:pt idx="22265">
                  <c:v>0.36604608857871079</c:v>
                </c:pt>
                <c:pt idx="22266">
                  <c:v>0.36605845418659366</c:v>
                </c:pt>
                <c:pt idx="22267">
                  <c:v>0.36605966752433344</c:v>
                </c:pt>
                <c:pt idx="22268">
                  <c:v>0.36611639603616597</c:v>
                </c:pt>
                <c:pt idx="22269">
                  <c:v>0.36613254233867498</c:v>
                </c:pt>
                <c:pt idx="22270">
                  <c:v>0.36613784355339773</c:v>
                </c:pt>
                <c:pt idx="22271">
                  <c:v>0.3661601580552577</c:v>
                </c:pt>
                <c:pt idx="22272">
                  <c:v>0.36620725220563166</c:v>
                </c:pt>
                <c:pt idx="22273">
                  <c:v>0.36620914914620867</c:v>
                </c:pt>
                <c:pt idx="22274">
                  <c:v>0.36626345122431647</c:v>
                </c:pt>
                <c:pt idx="22275">
                  <c:v>0.3663038347448247</c:v>
                </c:pt>
                <c:pt idx="22276">
                  <c:v>0.36632386391230298</c:v>
                </c:pt>
                <c:pt idx="22277">
                  <c:v>0.36643744616255741</c:v>
                </c:pt>
                <c:pt idx="22278">
                  <c:v>0.36645483272484652</c:v>
                </c:pt>
                <c:pt idx="22279">
                  <c:v>0.36645520249424546</c:v>
                </c:pt>
                <c:pt idx="22280">
                  <c:v>0.36651826465007675</c:v>
                </c:pt>
                <c:pt idx="22281">
                  <c:v>0.36653699670827244</c:v>
                </c:pt>
                <c:pt idx="22282">
                  <c:v>0.36654901128575573</c:v>
                </c:pt>
                <c:pt idx="22283">
                  <c:v>0.3665735746938697</c:v>
                </c:pt>
                <c:pt idx="22284">
                  <c:v>0.36672877226103062</c:v>
                </c:pt>
                <c:pt idx="22285">
                  <c:v>0.36674525935225011</c:v>
                </c:pt>
                <c:pt idx="22286">
                  <c:v>0.36676458791406641</c:v>
                </c:pt>
                <c:pt idx="22287">
                  <c:v>0.36676984716585337</c:v>
                </c:pt>
                <c:pt idx="22288">
                  <c:v>0.366808728749906</c:v>
                </c:pt>
                <c:pt idx="22289">
                  <c:v>0.36683808751254138</c:v>
                </c:pt>
                <c:pt idx="22290">
                  <c:v>0.36684655713678516</c:v>
                </c:pt>
                <c:pt idx="22291">
                  <c:v>0.36693656731682478</c:v>
                </c:pt>
                <c:pt idx="22292">
                  <c:v>0.36694483932624056</c:v>
                </c:pt>
                <c:pt idx="22293">
                  <c:v>0.36698875036708123</c:v>
                </c:pt>
                <c:pt idx="22294">
                  <c:v>0.36700065191377956</c:v>
                </c:pt>
                <c:pt idx="22295">
                  <c:v>0.36715038047522897</c:v>
                </c:pt>
                <c:pt idx="22296">
                  <c:v>0.36722581015215522</c:v>
                </c:pt>
                <c:pt idx="22297">
                  <c:v>0.367227947845226</c:v>
                </c:pt>
                <c:pt idx="22298">
                  <c:v>0.36725026287885615</c:v>
                </c:pt>
                <c:pt idx="22299">
                  <c:v>0.36726789554805478</c:v>
                </c:pt>
                <c:pt idx="22300">
                  <c:v>0.36736890048902443</c:v>
                </c:pt>
                <c:pt idx="22301">
                  <c:v>0.36738041515060471</c:v>
                </c:pt>
                <c:pt idx="22302">
                  <c:v>0.36738490502024257</c:v>
                </c:pt>
                <c:pt idx="22303">
                  <c:v>0.36744515726988469</c:v>
                </c:pt>
                <c:pt idx="22304">
                  <c:v>0.36746026422771921</c:v>
                </c:pt>
                <c:pt idx="22305">
                  <c:v>0.36750429521182826</c:v>
                </c:pt>
                <c:pt idx="22306">
                  <c:v>0.36751284126520734</c:v>
                </c:pt>
                <c:pt idx="22307">
                  <c:v>0.36753039804122928</c:v>
                </c:pt>
                <c:pt idx="22308">
                  <c:v>0.36753378956679544</c:v>
                </c:pt>
                <c:pt idx="22309">
                  <c:v>0.36754594813066038</c:v>
                </c:pt>
                <c:pt idx="22310">
                  <c:v>0.36757213497359026</c:v>
                </c:pt>
                <c:pt idx="22311">
                  <c:v>0.36768993709401265</c:v>
                </c:pt>
                <c:pt idx="22312">
                  <c:v>0.36772466002446919</c:v>
                </c:pt>
                <c:pt idx="22313">
                  <c:v>0.36775344782242669</c:v>
                </c:pt>
                <c:pt idx="22314">
                  <c:v>0.36777780741523103</c:v>
                </c:pt>
                <c:pt idx="22315">
                  <c:v>0.36781936632326195</c:v>
                </c:pt>
                <c:pt idx="22316">
                  <c:v>0.36787886458680591</c:v>
                </c:pt>
                <c:pt idx="22317">
                  <c:v>0.36790070852820367</c:v>
                </c:pt>
                <c:pt idx="22318">
                  <c:v>0.36790567840957866</c:v>
                </c:pt>
                <c:pt idx="22319">
                  <c:v>0.3680015796648502</c:v>
                </c:pt>
                <c:pt idx="22320">
                  <c:v>0.36811248088159071</c:v>
                </c:pt>
                <c:pt idx="22321">
                  <c:v>0.36813168741522223</c:v>
                </c:pt>
                <c:pt idx="22322">
                  <c:v>0.36814316294662025</c:v>
                </c:pt>
                <c:pt idx="22323">
                  <c:v>0.36815536288991446</c:v>
                </c:pt>
                <c:pt idx="22324">
                  <c:v>0.36816695165866598</c:v>
                </c:pt>
                <c:pt idx="22325">
                  <c:v>0.36817589344295681</c:v>
                </c:pt>
                <c:pt idx="22326">
                  <c:v>0.36823218538722663</c:v>
                </c:pt>
                <c:pt idx="22327">
                  <c:v>0.3682515101454345</c:v>
                </c:pt>
                <c:pt idx="22328">
                  <c:v>0.36829043534148836</c:v>
                </c:pt>
                <c:pt idx="22329">
                  <c:v>0.36829924552342919</c:v>
                </c:pt>
                <c:pt idx="22330">
                  <c:v>0.36835862492531718</c:v>
                </c:pt>
                <c:pt idx="22331">
                  <c:v>0.36837582266125357</c:v>
                </c:pt>
                <c:pt idx="22332">
                  <c:v>0.36844843502479702</c:v>
                </c:pt>
                <c:pt idx="22333">
                  <c:v>0.36847231015575937</c:v>
                </c:pt>
                <c:pt idx="22334">
                  <c:v>0.36847962473340656</c:v>
                </c:pt>
                <c:pt idx="22335">
                  <c:v>0.36848966761679203</c:v>
                </c:pt>
                <c:pt idx="22336">
                  <c:v>0.36851160953793483</c:v>
                </c:pt>
                <c:pt idx="22337">
                  <c:v>0.36854981472888132</c:v>
                </c:pt>
                <c:pt idx="22338">
                  <c:v>0.36860701191763418</c:v>
                </c:pt>
                <c:pt idx="22339">
                  <c:v>0.36863748756156772</c:v>
                </c:pt>
                <c:pt idx="22340">
                  <c:v>0.36869797101844015</c:v>
                </c:pt>
                <c:pt idx="22341">
                  <c:v>0.36873650654339796</c:v>
                </c:pt>
                <c:pt idx="22342">
                  <c:v>0.36876711588169753</c:v>
                </c:pt>
                <c:pt idx="22343">
                  <c:v>0.36885098348730455</c:v>
                </c:pt>
                <c:pt idx="22344">
                  <c:v>0.36889532543149695</c:v>
                </c:pt>
                <c:pt idx="22345">
                  <c:v>0.36894949643009206</c:v>
                </c:pt>
                <c:pt idx="22346">
                  <c:v>0.36895625959001588</c:v>
                </c:pt>
                <c:pt idx="22347">
                  <c:v>0.36896936658497131</c:v>
                </c:pt>
                <c:pt idx="22348">
                  <c:v>0.36901428736280406</c:v>
                </c:pt>
                <c:pt idx="22349">
                  <c:v>0.36914486345242986</c:v>
                </c:pt>
                <c:pt idx="22350">
                  <c:v>0.36916937226482771</c:v>
                </c:pt>
                <c:pt idx="22351">
                  <c:v>0.36921060479755852</c:v>
                </c:pt>
                <c:pt idx="22352">
                  <c:v>0.36923790080473068</c:v>
                </c:pt>
                <c:pt idx="22353">
                  <c:v>0.36925855208023312</c:v>
                </c:pt>
                <c:pt idx="22354">
                  <c:v>0.36938094412307049</c:v>
                </c:pt>
                <c:pt idx="22355">
                  <c:v>0.36943202987975976</c:v>
                </c:pt>
                <c:pt idx="22356">
                  <c:v>0.36944833648941822</c:v>
                </c:pt>
                <c:pt idx="22357">
                  <c:v>0.36947584234125691</c:v>
                </c:pt>
                <c:pt idx="22358">
                  <c:v>0.36956617648790063</c:v>
                </c:pt>
                <c:pt idx="22359">
                  <c:v>0.36959375444419251</c:v>
                </c:pt>
                <c:pt idx="22360">
                  <c:v>0.3696087305663554</c:v>
                </c:pt>
                <c:pt idx="22361">
                  <c:v>0.36967178028025449</c:v>
                </c:pt>
                <c:pt idx="22362">
                  <c:v>0.36969742949188927</c:v>
                </c:pt>
                <c:pt idx="22363">
                  <c:v>0.3696978476412468</c:v>
                </c:pt>
                <c:pt idx="22364">
                  <c:v>0.36977200712869907</c:v>
                </c:pt>
                <c:pt idx="22365">
                  <c:v>0.36977928032176022</c:v>
                </c:pt>
                <c:pt idx="22366">
                  <c:v>0.3698406993932446</c:v>
                </c:pt>
                <c:pt idx="22367">
                  <c:v>0.36984463718798005</c:v>
                </c:pt>
                <c:pt idx="22368">
                  <c:v>0.36985592028023706</c:v>
                </c:pt>
                <c:pt idx="22369">
                  <c:v>0.36993330433831911</c:v>
                </c:pt>
                <c:pt idx="22370">
                  <c:v>0.37009246703791676</c:v>
                </c:pt>
                <c:pt idx="22371">
                  <c:v>0.37026498125828589</c:v>
                </c:pt>
                <c:pt idx="22372">
                  <c:v>0.37033384645438888</c:v>
                </c:pt>
                <c:pt idx="22373">
                  <c:v>0.37039402279105887</c:v>
                </c:pt>
                <c:pt idx="22374">
                  <c:v>0.37041000533788415</c:v>
                </c:pt>
                <c:pt idx="22375">
                  <c:v>0.37046126461789081</c:v>
                </c:pt>
                <c:pt idx="22376">
                  <c:v>0.37046675445053739</c:v>
                </c:pt>
                <c:pt idx="22377">
                  <c:v>0.37049684895076107</c:v>
                </c:pt>
                <c:pt idx="22378">
                  <c:v>0.37051068966646961</c:v>
                </c:pt>
                <c:pt idx="22379">
                  <c:v>0.37059946620747053</c:v>
                </c:pt>
                <c:pt idx="22380">
                  <c:v>0.37062791571774567</c:v>
                </c:pt>
                <c:pt idx="22381">
                  <c:v>0.37068848769544388</c:v>
                </c:pt>
                <c:pt idx="22382">
                  <c:v>0.37070131920998445</c:v>
                </c:pt>
                <c:pt idx="22383">
                  <c:v>0.37070578594428188</c:v>
                </c:pt>
                <c:pt idx="22384">
                  <c:v>0.37079378661893581</c:v>
                </c:pt>
                <c:pt idx="22385">
                  <c:v>0.3708173108002582</c:v>
                </c:pt>
                <c:pt idx="22386">
                  <c:v>0.37083226436224959</c:v>
                </c:pt>
                <c:pt idx="22387">
                  <c:v>0.37085334106009432</c:v>
                </c:pt>
                <c:pt idx="22388">
                  <c:v>0.37088210277229761</c:v>
                </c:pt>
                <c:pt idx="22389">
                  <c:v>0.3708890688052417</c:v>
                </c:pt>
                <c:pt idx="22390">
                  <c:v>0.37091581464085144</c:v>
                </c:pt>
                <c:pt idx="22391">
                  <c:v>0.3709371048563288</c:v>
                </c:pt>
                <c:pt idx="22392">
                  <c:v>0.37094540102048335</c:v>
                </c:pt>
                <c:pt idx="22393">
                  <c:v>0.37100351543659871</c:v>
                </c:pt>
                <c:pt idx="22394">
                  <c:v>0.37103835694698367</c:v>
                </c:pt>
                <c:pt idx="22395">
                  <c:v>0.37103876541110842</c:v>
                </c:pt>
                <c:pt idx="22396">
                  <c:v>0.37105448287385512</c:v>
                </c:pt>
                <c:pt idx="22397">
                  <c:v>0.37112213763341428</c:v>
                </c:pt>
                <c:pt idx="22398">
                  <c:v>0.37116915233499576</c:v>
                </c:pt>
                <c:pt idx="22399">
                  <c:v>0.37121669022644183</c:v>
                </c:pt>
                <c:pt idx="22400">
                  <c:v>0.37124707182356881</c:v>
                </c:pt>
                <c:pt idx="22401">
                  <c:v>0.37129357290157622</c:v>
                </c:pt>
                <c:pt idx="22402">
                  <c:v>0.37130523763522133</c:v>
                </c:pt>
                <c:pt idx="22403">
                  <c:v>0.37133161467375891</c:v>
                </c:pt>
                <c:pt idx="22404">
                  <c:v>0.37134309423349116</c:v>
                </c:pt>
                <c:pt idx="22405">
                  <c:v>0.37143341092856447</c:v>
                </c:pt>
                <c:pt idx="22406">
                  <c:v>0.3714708425257473</c:v>
                </c:pt>
                <c:pt idx="22407">
                  <c:v>0.37147936591811609</c:v>
                </c:pt>
                <c:pt idx="22408">
                  <c:v>0.37148185610335099</c:v>
                </c:pt>
                <c:pt idx="22409">
                  <c:v>0.37148920775553329</c:v>
                </c:pt>
                <c:pt idx="22410">
                  <c:v>0.37148959050197178</c:v>
                </c:pt>
                <c:pt idx="22411">
                  <c:v>0.37151114218040182</c:v>
                </c:pt>
                <c:pt idx="22412">
                  <c:v>0.37163741976906328</c:v>
                </c:pt>
                <c:pt idx="22413">
                  <c:v>0.37169397541703264</c:v>
                </c:pt>
                <c:pt idx="22414">
                  <c:v>0.3717185308463859</c:v>
                </c:pt>
                <c:pt idx="22415">
                  <c:v>0.37172418540108237</c:v>
                </c:pt>
                <c:pt idx="22416">
                  <c:v>0.37172530251826524</c:v>
                </c:pt>
                <c:pt idx="22417">
                  <c:v>0.37178383174497048</c:v>
                </c:pt>
                <c:pt idx="22418">
                  <c:v>0.37189959039770309</c:v>
                </c:pt>
                <c:pt idx="22419">
                  <c:v>0.37194648866025276</c:v>
                </c:pt>
                <c:pt idx="22420">
                  <c:v>0.37204819951904622</c:v>
                </c:pt>
                <c:pt idx="22421">
                  <c:v>0.37205477312212515</c:v>
                </c:pt>
                <c:pt idx="22422">
                  <c:v>0.37220291030831859</c:v>
                </c:pt>
                <c:pt idx="22423">
                  <c:v>0.37223785526407099</c:v>
                </c:pt>
                <c:pt idx="22424">
                  <c:v>0.37229542494713158</c:v>
                </c:pt>
                <c:pt idx="22425">
                  <c:v>0.37231595052176197</c:v>
                </c:pt>
                <c:pt idx="22426">
                  <c:v>0.37233011639972108</c:v>
                </c:pt>
                <c:pt idx="22427">
                  <c:v>0.37242629681334144</c:v>
                </c:pt>
                <c:pt idx="22428">
                  <c:v>0.37245638605320269</c:v>
                </c:pt>
                <c:pt idx="22429">
                  <c:v>0.37248486759838151</c:v>
                </c:pt>
                <c:pt idx="22430">
                  <c:v>0.37249857691575999</c:v>
                </c:pt>
                <c:pt idx="22431">
                  <c:v>0.37249999352661839</c:v>
                </c:pt>
                <c:pt idx="22432">
                  <c:v>0.37255464020122486</c:v>
                </c:pt>
                <c:pt idx="22433">
                  <c:v>0.37256234792719678</c:v>
                </c:pt>
                <c:pt idx="22434">
                  <c:v>0.37257302286437105</c:v>
                </c:pt>
                <c:pt idx="22435">
                  <c:v>0.37259585345151947</c:v>
                </c:pt>
                <c:pt idx="22436">
                  <c:v>0.37261818941922142</c:v>
                </c:pt>
                <c:pt idx="22437">
                  <c:v>0.3729614578185475</c:v>
                </c:pt>
                <c:pt idx="22438">
                  <c:v>0.37303117964328364</c:v>
                </c:pt>
                <c:pt idx="22439">
                  <c:v>0.37304748275991995</c:v>
                </c:pt>
                <c:pt idx="22440">
                  <c:v>0.37307054812734969</c:v>
                </c:pt>
                <c:pt idx="22441">
                  <c:v>0.37311117812161676</c:v>
                </c:pt>
                <c:pt idx="22442">
                  <c:v>0.37323907279229518</c:v>
                </c:pt>
                <c:pt idx="22443">
                  <c:v>0.37324310174894526</c:v>
                </c:pt>
                <c:pt idx="22444">
                  <c:v>0.37329529997407718</c:v>
                </c:pt>
                <c:pt idx="22445">
                  <c:v>0.37337828493447572</c:v>
                </c:pt>
                <c:pt idx="22446">
                  <c:v>0.37341682761228417</c:v>
                </c:pt>
                <c:pt idx="22447">
                  <c:v>0.37343972816426491</c:v>
                </c:pt>
                <c:pt idx="22448">
                  <c:v>0.37348678350619002</c:v>
                </c:pt>
                <c:pt idx="22449">
                  <c:v>0.37352008198228914</c:v>
                </c:pt>
                <c:pt idx="22450">
                  <c:v>0.37352055161362951</c:v>
                </c:pt>
                <c:pt idx="22451">
                  <c:v>0.37356648313045415</c:v>
                </c:pt>
                <c:pt idx="22452">
                  <c:v>0.37357406168794316</c:v>
                </c:pt>
                <c:pt idx="22453">
                  <c:v>0.37384940067517941</c:v>
                </c:pt>
                <c:pt idx="22454">
                  <c:v>0.37389848702325035</c:v>
                </c:pt>
                <c:pt idx="22455">
                  <c:v>0.37392043832020161</c:v>
                </c:pt>
                <c:pt idx="22456">
                  <c:v>0.37392515400865389</c:v>
                </c:pt>
                <c:pt idx="22457">
                  <c:v>0.37394513465497436</c:v>
                </c:pt>
                <c:pt idx="22458">
                  <c:v>0.37397932109703325</c:v>
                </c:pt>
                <c:pt idx="22459">
                  <c:v>0.37398963441243721</c:v>
                </c:pt>
                <c:pt idx="22460">
                  <c:v>0.37403021836628514</c:v>
                </c:pt>
                <c:pt idx="22461">
                  <c:v>0.37407595467236687</c:v>
                </c:pt>
                <c:pt idx="22462">
                  <c:v>0.37407726777117167</c:v>
                </c:pt>
                <c:pt idx="22463">
                  <c:v>0.3741813988315098</c:v>
                </c:pt>
                <c:pt idx="22464">
                  <c:v>0.3741975273435329</c:v>
                </c:pt>
                <c:pt idx="22465">
                  <c:v>0.37420823962691602</c:v>
                </c:pt>
                <c:pt idx="22466">
                  <c:v>0.37423290654527941</c:v>
                </c:pt>
                <c:pt idx="22467">
                  <c:v>0.37427252600115696</c:v>
                </c:pt>
                <c:pt idx="22468">
                  <c:v>0.37430934961531792</c:v>
                </c:pt>
                <c:pt idx="22469">
                  <c:v>0.37443869643871641</c:v>
                </c:pt>
                <c:pt idx="22470">
                  <c:v>0.37445958949225056</c:v>
                </c:pt>
                <c:pt idx="22471">
                  <c:v>0.37448719360646376</c:v>
                </c:pt>
                <c:pt idx="22472">
                  <c:v>0.37449326585054549</c:v>
                </c:pt>
                <c:pt idx="22473">
                  <c:v>0.37450335006542357</c:v>
                </c:pt>
                <c:pt idx="22474">
                  <c:v>0.37451050978834827</c:v>
                </c:pt>
                <c:pt idx="22475">
                  <c:v>0.37451762608194866</c:v>
                </c:pt>
                <c:pt idx="22476">
                  <c:v>0.37459795050498801</c:v>
                </c:pt>
                <c:pt idx="22477">
                  <c:v>0.37462021281409402</c:v>
                </c:pt>
                <c:pt idx="22478">
                  <c:v>0.37463424173833348</c:v>
                </c:pt>
                <c:pt idx="22479">
                  <c:v>0.37464822175722218</c:v>
                </c:pt>
                <c:pt idx="22480">
                  <c:v>0.37466607846265598</c:v>
                </c:pt>
                <c:pt idx="22481">
                  <c:v>0.37480620235127748</c:v>
                </c:pt>
                <c:pt idx="22482">
                  <c:v>0.37483743293307642</c:v>
                </c:pt>
                <c:pt idx="22483">
                  <c:v>0.37487022838373213</c:v>
                </c:pt>
                <c:pt idx="22484">
                  <c:v>0.37490126729084405</c:v>
                </c:pt>
                <c:pt idx="22485">
                  <c:v>0.37490465856577815</c:v>
                </c:pt>
                <c:pt idx="22486">
                  <c:v>0.37496467766018121</c:v>
                </c:pt>
                <c:pt idx="22487">
                  <c:v>0.37502053223946813</c:v>
                </c:pt>
                <c:pt idx="22488">
                  <c:v>0.37507574856004189</c:v>
                </c:pt>
                <c:pt idx="22489">
                  <c:v>0.37510714077272134</c:v>
                </c:pt>
                <c:pt idx="22490">
                  <c:v>0.37513867016309499</c:v>
                </c:pt>
                <c:pt idx="22491">
                  <c:v>0.37515686628192635</c:v>
                </c:pt>
                <c:pt idx="22492">
                  <c:v>0.37519845127701046</c:v>
                </c:pt>
                <c:pt idx="22493">
                  <c:v>0.37523287285306861</c:v>
                </c:pt>
                <c:pt idx="22494">
                  <c:v>0.37529668486588263</c:v>
                </c:pt>
                <c:pt idx="22495">
                  <c:v>0.37536685356426414</c:v>
                </c:pt>
                <c:pt idx="22496">
                  <c:v>0.37546566562700362</c:v>
                </c:pt>
                <c:pt idx="22497">
                  <c:v>0.37551291233137274</c:v>
                </c:pt>
                <c:pt idx="22498">
                  <c:v>0.3755792817307842</c:v>
                </c:pt>
                <c:pt idx="22499">
                  <c:v>0.37559788040884395</c:v>
                </c:pt>
                <c:pt idx="22500">
                  <c:v>0.37561746836415838</c:v>
                </c:pt>
                <c:pt idx="22501">
                  <c:v>0.37567479526493758</c:v>
                </c:pt>
                <c:pt idx="22502">
                  <c:v>0.37567987918134976</c:v>
                </c:pt>
                <c:pt idx="22503">
                  <c:v>0.37573305703061477</c:v>
                </c:pt>
                <c:pt idx="22504">
                  <c:v>0.37578756078133979</c:v>
                </c:pt>
                <c:pt idx="22505">
                  <c:v>0.37582479927879142</c:v>
                </c:pt>
                <c:pt idx="22506">
                  <c:v>0.37589012471358613</c:v>
                </c:pt>
                <c:pt idx="22507">
                  <c:v>0.37600224265170079</c:v>
                </c:pt>
                <c:pt idx="22508">
                  <c:v>0.37600454191610155</c:v>
                </c:pt>
                <c:pt idx="22509">
                  <c:v>0.37602409199883113</c:v>
                </c:pt>
                <c:pt idx="22510">
                  <c:v>0.37602727276071646</c:v>
                </c:pt>
                <c:pt idx="22511">
                  <c:v>0.37608425887362606</c:v>
                </c:pt>
                <c:pt idx="22512">
                  <c:v>0.37608585406137918</c:v>
                </c:pt>
                <c:pt idx="22513">
                  <c:v>0.37611351884530519</c:v>
                </c:pt>
                <c:pt idx="22514">
                  <c:v>0.37612837039141872</c:v>
                </c:pt>
                <c:pt idx="22515">
                  <c:v>0.37613227936854116</c:v>
                </c:pt>
                <c:pt idx="22516">
                  <c:v>0.37618217568977758</c:v>
                </c:pt>
                <c:pt idx="22517">
                  <c:v>0.3762474768321124</c:v>
                </c:pt>
                <c:pt idx="22518">
                  <c:v>0.37628630333142732</c:v>
                </c:pt>
                <c:pt idx="22519">
                  <c:v>0.37629588752783893</c:v>
                </c:pt>
                <c:pt idx="22520">
                  <c:v>0.37632616292324622</c:v>
                </c:pt>
                <c:pt idx="22521">
                  <c:v>0.37643161655265872</c:v>
                </c:pt>
                <c:pt idx="22522">
                  <c:v>0.37657829823822092</c:v>
                </c:pt>
                <c:pt idx="22523">
                  <c:v>0.37668171058975231</c:v>
                </c:pt>
                <c:pt idx="22524">
                  <c:v>0.37671320124609869</c:v>
                </c:pt>
                <c:pt idx="22525">
                  <c:v>0.37674126066475072</c:v>
                </c:pt>
                <c:pt idx="22526">
                  <c:v>0.37675420627320272</c:v>
                </c:pt>
                <c:pt idx="22527">
                  <c:v>0.37675875909821865</c:v>
                </c:pt>
                <c:pt idx="22528">
                  <c:v>0.37685688490943819</c:v>
                </c:pt>
                <c:pt idx="22529">
                  <c:v>0.37686334474825472</c:v>
                </c:pt>
                <c:pt idx="22530">
                  <c:v>0.37687730033700656</c:v>
                </c:pt>
                <c:pt idx="22531">
                  <c:v>0.37698222028728384</c:v>
                </c:pt>
                <c:pt idx="22532">
                  <c:v>0.37706708547019535</c:v>
                </c:pt>
                <c:pt idx="22533">
                  <c:v>0.37714522358652708</c:v>
                </c:pt>
                <c:pt idx="22534">
                  <c:v>0.3771574052323744</c:v>
                </c:pt>
                <c:pt idx="22535">
                  <c:v>0.37721527269927191</c:v>
                </c:pt>
                <c:pt idx="22536">
                  <c:v>0.37725676759941007</c:v>
                </c:pt>
                <c:pt idx="22537">
                  <c:v>0.37731881546554985</c:v>
                </c:pt>
                <c:pt idx="22538">
                  <c:v>0.37736344978052255</c:v>
                </c:pt>
                <c:pt idx="22539">
                  <c:v>0.37740564834264789</c:v>
                </c:pt>
                <c:pt idx="22540">
                  <c:v>0.37740902986575736</c:v>
                </c:pt>
                <c:pt idx="22541">
                  <c:v>0.37743242724272508</c:v>
                </c:pt>
                <c:pt idx="22542">
                  <c:v>0.37745033897594804</c:v>
                </c:pt>
                <c:pt idx="22543">
                  <c:v>0.37759650084387836</c:v>
                </c:pt>
                <c:pt idx="22544">
                  <c:v>0.37762562198496147</c:v>
                </c:pt>
                <c:pt idx="22545">
                  <c:v>0.37778432098095688</c:v>
                </c:pt>
                <c:pt idx="22546">
                  <c:v>0.3778131191265236</c:v>
                </c:pt>
                <c:pt idx="22547">
                  <c:v>0.37788247094156197</c:v>
                </c:pt>
                <c:pt idx="22548">
                  <c:v>0.3778904776661528</c:v>
                </c:pt>
                <c:pt idx="22549">
                  <c:v>0.37793749695207157</c:v>
                </c:pt>
                <c:pt idx="22550">
                  <c:v>0.37795896864806805</c:v>
                </c:pt>
                <c:pt idx="22551">
                  <c:v>0.37798462171859593</c:v>
                </c:pt>
                <c:pt idx="22552">
                  <c:v>0.37799844532229626</c:v>
                </c:pt>
                <c:pt idx="22553">
                  <c:v>0.37800706766117093</c:v>
                </c:pt>
                <c:pt idx="22554">
                  <c:v>0.37803610345250938</c:v>
                </c:pt>
                <c:pt idx="22555">
                  <c:v>0.37805926763562775</c:v>
                </c:pt>
                <c:pt idx="22556">
                  <c:v>0.37808029791194897</c:v>
                </c:pt>
                <c:pt idx="22557">
                  <c:v>0.3780985224880215</c:v>
                </c:pt>
                <c:pt idx="22558">
                  <c:v>0.37810316535901067</c:v>
                </c:pt>
                <c:pt idx="22559">
                  <c:v>0.37816049214732406</c:v>
                </c:pt>
                <c:pt idx="22560">
                  <c:v>0.37826271200231748</c:v>
                </c:pt>
                <c:pt idx="22561">
                  <c:v>0.37835369818233627</c:v>
                </c:pt>
                <c:pt idx="22562">
                  <c:v>0.37836245606143348</c:v>
                </c:pt>
                <c:pt idx="22563">
                  <c:v>0.37838936506722198</c:v>
                </c:pt>
                <c:pt idx="22564">
                  <c:v>0.37839830162690297</c:v>
                </c:pt>
                <c:pt idx="22565">
                  <c:v>0.37843551956094873</c:v>
                </c:pt>
                <c:pt idx="22566">
                  <c:v>0.37854801155310519</c:v>
                </c:pt>
                <c:pt idx="22567">
                  <c:v>0.37859664236740692</c:v>
                </c:pt>
                <c:pt idx="22568">
                  <c:v>0.3786074701449415</c:v>
                </c:pt>
                <c:pt idx="22569">
                  <c:v>0.37861671497762633</c:v>
                </c:pt>
                <c:pt idx="22570">
                  <c:v>0.37865442115157766</c:v>
                </c:pt>
                <c:pt idx="22571">
                  <c:v>0.37866671834402266</c:v>
                </c:pt>
                <c:pt idx="22572">
                  <c:v>0.37880979172812013</c:v>
                </c:pt>
                <c:pt idx="22573">
                  <c:v>0.37882077971645317</c:v>
                </c:pt>
                <c:pt idx="22574">
                  <c:v>0.37887460590110705</c:v>
                </c:pt>
                <c:pt idx="22575">
                  <c:v>0.37892218374647207</c:v>
                </c:pt>
                <c:pt idx="22576">
                  <c:v>0.37895585716756797</c:v>
                </c:pt>
                <c:pt idx="22577">
                  <c:v>0.37899981549752854</c:v>
                </c:pt>
                <c:pt idx="22578">
                  <c:v>0.37900971829449953</c:v>
                </c:pt>
                <c:pt idx="22579">
                  <c:v>0.37902563722024485</c:v>
                </c:pt>
                <c:pt idx="22580">
                  <c:v>0.37903226743663826</c:v>
                </c:pt>
                <c:pt idx="22581">
                  <c:v>0.37911248673354009</c:v>
                </c:pt>
                <c:pt idx="22582">
                  <c:v>0.37913881484746748</c:v>
                </c:pt>
                <c:pt idx="22583">
                  <c:v>0.37916266742993043</c:v>
                </c:pt>
                <c:pt idx="22584">
                  <c:v>0.37918932967745017</c:v>
                </c:pt>
                <c:pt idx="22585">
                  <c:v>0.37919463068224579</c:v>
                </c:pt>
                <c:pt idx="22586">
                  <c:v>0.37933756487157405</c:v>
                </c:pt>
                <c:pt idx="22587">
                  <c:v>0.37935010153118487</c:v>
                </c:pt>
                <c:pt idx="22588">
                  <c:v>0.37936764328824185</c:v>
                </c:pt>
                <c:pt idx="22589">
                  <c:v>0.37942866570317241</c:v>
                </c:pt>
                <c:pt idx="22590">
                  <c:v>0.37954694404945177</c:v>
                </c:pt>
                <c:pt idx="22591">
                  <c:v>0.3796099655735321</c:v>
                </c:pt>
                <c:pt idx="22592">
                  <c:v>0.37963924837706337</c:v>
                </c:pt>
                <c:pt idx="22593">
                  <c:v>0.37968057607275557</c:v>
                </c:pt>
                <c:pt idx="22594">
                  <c:v>0.37986570520911594</c:v>
                </c:pt>
                <c:pt idx="22595">
                  <c:v>0.37988913918090955</c:v>
                </c:pt>
                <c:pt idx="22596">
                  <c:v>0.37990642182638712</c:v>
                </c:pt>
                <c:pt idx="22597">
                  <c:v>0.37998285396977216</c:v>
                </c:pt>
                <c:pt idx="22598">
                  <c:v>0.38003077746867914</c:v>
                </c:pt>
                <c:pt idx="22599">
                  <c:v>0.38007833411901859</c:v>
                </c:pt>
                <c:pt idx="22600">
                  <c:v>0.38007886368830046</c:v>
                </c:pt>
                <c:pt idx="22601">
                  <c:v>0.38007955709619867</c:v>
                </c:pt>
                <c:pt idx="22602">
                  <c:v>0.38021293466766709</c:v>
                </c:pt>
                <c:pt idx="22603">
                  <c:v>0.38024417477508238</c:v>
                </c:pt>
                <c:pt idx="22604">
                  <c:v>0.38042642673210475</c:v>
                </c:pt>
                <c:pt idx="22605">
                  <c:v>0.3804349956771117</c:v>
                </c:pt>
                <c:pt idx="22606">
                  <c:v>0.38063304849139445</c:v>
                </c:pt>
                <c:pt idx="22607">
                  <c:v>0.38065259511322586</c:v>
                </c:pt>
                <c:pt idx="22608">
                  <c:v>0.38065691901408621</c:v>
                </c:pt>
                <c:pt idx="22609">
                  <c:v>0.38068731148072554</c:v>
                </c:pt>
                <c:pt idx="22610">
                  <c:v>0.38069438533035699</c:v>
                </c:pt>
                <c:pt idx="22611">
                  <c:v>0.38069511105439779</c:v>
                </c:pt>
                <c:pt idx="22612">
                  <c:v>0.38069623472042857</c:v>
                </c:pt>
                <c:pt idx="22613">
                  <c:v>0.38070166742129607</c:v>
                </c:pt>
                <c:pt idx="22614">
                  <c:v>0.38090634670938611</c:v>
                </c:pt>
                <c:pt idx="22615">
                  <c:v>0.38095085219955016</c:v>
                </c:pt>
                <c:pt idx="22616">
                  <c:v>0.38097022026172572</c:v>
                </c:pt>
                <c:pt idx="22617">
                  <c:v>0.38122794709078595</c:v>
                </c:pt>
                <c:pt idx="22618">
                  <c:v>0.38134735230078654</c:v>
                </c:pt>
                <c:pt idx="22619">
                  <c:v>0.38135907505811389</c:v>
                </c:pt>
                <c:pt idx="22620">
                  <c:v>0.38142856904996181</c:v>
                </c:pt>
                <c:pt idx="22621">
                  <c:v>0.38143892058439494</c:v>
                </c:pt>
                <c:pt idx="22622">
                  <c:v>0.38144861596492036</c:v>
                </c:pt>
                <c:pt idx="22623">
                  <c:v>0.38146370883232422</c:v>
                </c:pt>
                <c:pt idx="22624">
                  <c:v>0.38152896398977348</c:v>
                </c:pt>
                <c:pt idx="22625">
                  <c:v>0.38184087446468945</c:v>
                </c:pt>
                <c:pt idx="22626">
                  <c:v>0.38185178819350118</c:v>
                </c:pt>
                <c:pt idx="22627">
                  <c:v>0.38191671954944523</c:v>
                </c:pt>
                <c:pt idx="22628">
                  <c:v>0.38195286209724039</c:v>
                </c:pt>
                <c:pt idx="22629">
                  <c:v>0.38196547041031137</c:v>
                </c:pt>
                <c:pt idx="22630">
                  <c:v>0.38201980649810641</c:v>
                </c:pt>
                <c:pt idx="22631">
                  <c:v>0.38207756778023305</c:v>
                </c:pt>
                <c:pt idx="22632">
                  <c:v>0.38214030318789499</c:v>
                </c:pt>
                <c:pt idx="22633">
                  <c:v>0.38221746842559645</c:v>
                </c:pt>
                <c:pt idx="22634">
                  <c:v>0.38221862446538979</c:v>
                </c:pt>
                <c:pt idx="22635">
                  <c:v>0.38222417039171325</c:v>
                </c:pt>
                <c:pt idx="22636">
                  <c:v>0.38231220394973559</c:v>
                </c:pt>
                <c:pt idx="22637">
                  <c:v>0.38236517241374463</c:v>
                </c:pt>
                <c:pt idx="22638">
                  <c:v>0.38240264546155789</c:v>
                </c:pt>
                <c:pt idx="22639">
                  <c:v>0.38244678179420882</c:v>
                </c:pt>
                <c:pt idx="22640">
                  <c:v>0.38245175926076996</c:v>
                </c:pt>
                <c:pt idx="22641">
                  <c:v>0.38247253362899641</c:v>
                </c:pt>
                <c:pt idx="22642">
                  <c:v>0.38247285583867158</c:v>
                </c:pt>
                <c:pt idx="22643">
                  <c:v>0.38251638293744694</c:v>
                </c:pt>
                <c:pt idx="22644">
                  <c:v>0.38254705466812899</c:v>
                </c:pt>
                <c:pt idx="22645">
                  <c:v>0.38255824012493661</c:v>
                </c:pt>
                <c:pt idx="22646">
                  <c:v>0.382565023217739</c:v>
                </c:pt>
                <c:pt idx="22647">
                  <c:v>0.38259339105775142</c:v>
                </c:pt>
                <c:pt idx="22648">
                  <c:v>0.38266720246231872</c:v>
                </c:pt>
                <c:pt idx="22649">
                  <c:v>0.38269150128041668</c:v>
                </c:pt>
                <c:pt idx="22650">
                  <c:v>0.3827542410500423</c:v>
                </c:pt>
                <c:pt idx="22651">
                  <c:v>0.38281248551800084</c:v>
                </c:pt>
                <c:pt idx="22652">
                  <c:v>0.38288830527492967</c:v>
                </c:pt>
                <c:pt idx="22653">
                  <c:v>0.38289078840491747</c:v>
                </c:pt>
                <c:pt idx="22654">
                  <c:v>0.38296527988799839</c:v>
                </c:pt>
                <c:pt idx="22655">
                  <c:v>0.38297845184691343</c:v>
                </c:pt>
                <c:pt idx="22656">
                  <c:v>0.38300765004180193</c:v>
                </c:pt>
                <c:pt idx="22657">
                  <c:v>0.38305968724910355</c:v>
                </c:pt>
                <c:pt idx="22658">
                  <c:v>0.3830960550682978</c:v>
                </c:pt>
                <c:pt idx="22659">
                  <c:v>0.38309646771070627</c:v>
                </c:pt>
                <c:pt idx="22660">
                  <c:v>0.3831232179107173</c:v>
                </c:pt>
                <c:pt idx="22661">
                  <c:v>0.38314973905283778</c:v>
                </c:pt>
                <c:pt idx="22662">
                  <c:v>0.38326970724611442</c:v>
                </c:pt>
                <c:pt idx="22663">
                  <c:v>0.38330461153453071</c:v>
                </c:pt>
                <c:pt idx="22664">
                  <c:v>0.38337827947948094</c:v>
                </c:pt>
                <c:pt idx="22665">
                  <c:v>0.38340064091551135</c:v>
                </c:pt>
                <c:pt idx="22666">
                  <c:v>0.38342942095468868</c:v>
                </c:pt>
                <c:pt idx="22667">
                  <c:v>0.38350522826554323</c:v>
                </c:pt>
                <c:pt idx="22668">
                  <c:v>0.38352618357765916</c:v>
                </c:pt>
                <c:pt idx="22669">
                  <c:v>0.38359118311186069</c:v>
                </c:pt>
                <c:pt idx="22670">
                  <c:v>0.38364841167401853</c:v>
                </c:pt>
                <c:pt idx="22671">
                  <c:v>0.38368524725909364</c:v>
                </c:pt>
                <c:pt idx="22672">
                  <c:v>0.3837270850993138</c:v>
                </c:pt>
                <c:pt idx="22673">
                  <c:v>0.38380269961417063</c:v>
                </c:pt>
                <c:pt idx="22674">
                  <c:v>0.38380601319809071</c:v>
                </c:pt>
                <c:pt idx="22675">
                  <c:v>0.38386023827713506</c:v>
                </c:pt>
                <c:pt idx="22676">
                  <c:v>0.38392629651204829</c:v>
                </c:pt>
                <c:pt idx="22677">
                  <c:v>0.38394053927672966</c:v>
                </c:pt>
                <c:pt idx="22678">
                  <c:v>0.38395780215416414</c:v>
                </c:pt>
                <c:pt idx="22679">
                  <c:v>0.38405090882952192</c:v>
                </c:pt>
                <c:pt idx="22680">
                  <c:v>0.38409769421802953</c:v>
                </c:pt>
                <c:pt idx="22681">
                  <c:v>0.38409775021333709</c:v>
                </c:pt>
                <c:pt idx="22682">
                  <c:v>0.38411360850207737</c:v>
                </c:pt>
                <c:pt idx="22683">
                  <c:v>0.38417683518407952</c:v>
                </c:pt>
                <c:pt idx="22684">
                  <c:v>0.38427137438787989</c:v>
                </c:pt>
                <c:pt idx="22685">
                  <c:v>0.38427794759053358</c:v>
                </c:pt>
                <c:pt idx="22686">
                  <c:v>0.38434851996042402</c:v>
                </c:pt>
                <c:pt idx="22687">
                  <c:v>0.38435004164754799</c:v>
                </c:pt>
                <c:pt idx="22688">
                  <c:v>0.38442719657496383</c:v>
                </c:pt>
                <c:pt idx="22689">
                  <c:v>0.38454545638084503</c:v>
                </c:pt>
                <c:pt idx="22690">
                  <c:v>0.38455482968177324</c:v>
                </c:pt>
                <c:pt idx="22691">
                  <c:v>0.38455660075193704</c:v>
                </c:pt>
                <c:pt idx="22692">
                  <c:v>0.38460715679920188</c:v>
                </c:pt>
                <c:pt idx="22693">
                  <c:v>0.38467088524526605</c:v>
                </c:pt>
                <c:pt idx="22694">
                  <c:v>0.38470671472011475</c:v>
                </c:pt>
                <c:pt idx="22695">
                  <c:v>0.38480730558662646</c:v>
                </c:pt>
                <c:pt idx="22696">
                  <c:v>0.38481073369818941</c:v>
                </c:pt>
                <c:pt idx="22697">
                  <c:v>0.38487912198603452</c:v>
                </c:pt>
                <c:pt idx="22698">
                  <c:v>0.38491817541178758</c:v>
                </c:pt>
                <c:pt idx="22699">
                  <c:v>0.3849755023241298</c:v>
                </c:pt>
                <c:pt idx="22700">
                  <c:v>0.38499960683653167</c:v>
                </c:pt>
                <c:pt idx="22701">
                  <c:v>0.38506848127171639</c:v>
                </c:pt>
                <c:pt idx="22702">
                  <c:v>0.38524436888043739</c:v>
                </c:pt>
                <c:pt idx="22703">
                  <c:v>0.38527726000799095</c:v>
                </c:pt>
                <c:pt idx="22704">
                  <c:v>0.38534689188582422</c:v>
                </c:pt>
                <c:pt idx="22705">
                  <c:v>0.38538909187485954</c:v>
                </c:pt>
                <c:pt idx="22706">
                  <c:v>0.38545498854370486</c:v>
                </c:pt>
                <c:pt idx="22707">
                  <c:v>0.38547859709635124</c:v>
                </c:pt>
                <c:pt idx="22708">
                  <c:v>0.38556665802125634</c:v>
                </c:pt>
                <c:pt idx="22709">
                  <c:v>0.38557013939423468</c:v>
                </c:pt>
                <c:pt idx="22710">
                  <c:v>0.38576150619114152</c:v>
                </c:pt>
                <c:pt idx="22711">
                  <c:v>0.38583386593165442</c:v>
                </c:pt>
                <c:pt idx="22712">
                  <c:v>0.38585765581265746</c:v>
                </c:pt>
                <c:pt idx="22713">
                  <c:v>0.38586654661964492</c:v>
                </c:pt>
                <c:pt idx="22714">
                  <c:v>0.38587343007845853</c:v>
                </c:pt>
                <c:pt idx="22715">
                  <c:v>0.38589186545394538</c:v>
                </c:pt>
                <c:pt idx="22716">
                  <c:v>0.38605768274479396</c:v>
                </c:pt>
                <c:pt idx="22717">
                  <c:v>0.38611426199041193</c:v>
                </c:pt>
                <c:pt idx="22718">
                  <c:v>0.38616505765862735</c:v>
                </c:pt>
                <c:pt idx="22719">
                  <c:v>0.3862654018163228</c:v>
                </c:pt>
                <c:pt idx="22720">
                  <c:v>0.38629715922416896</c:v>
                </c:pt>
                <c:pt idx="22721">
                  <c:v>0.38634068450309722</c:v>
                </c:pt>
                <c:pt idx="22722">
                  <c:v>0.3863870388801865</c:v>
                </c:pt>
                <c:pt idx="22723">
                  <c:v>0.38646113150751349</c:v>
                </c:pt>
                <c:pt idx="22724">
                  <c:v>0.3864897755520208</c:v>
                </c:pt>
                <c:pt idx="22725">
                  <c:v>0.38652316551090798</c:v>
                </c:pt>
                <c:pt idx="22726">
                  <c:v>0.3865727440721296</c:v>
                </c:pt>
                <c:pt idx="22727">
                  <c:v>0.38662341104291065</c:v>
                </c:pt>
                <c:pt idx="22728">
                  <c:v>0.38665673847472204</c:v>
                </c:pt>
                <c:pt idx="22729">
                  <c:v>0.38668231519649643</c:v>
                </c:pt>
                <c:pt idx="22730">
                  <c:v>0.38669217247360854</c:v>
                </c:pt>
                <c:pt idx="22731">
                  <c:v>0.38675101155080366</c:v>
                </c:pt>
                <c:pt idx="22732">
                  <c:v>0.38690400910041756</c:v>
                </c:pt>
                <c:pt idx="22733">
                  <c:v>0.3869455515372251</c:v>
                </c:pt>
                <c:pt idx="22734">
                  <c:v>0.38695973299687542</c:v>
                </c:pt>
                <c:pt idx="22735">
                  <c:v>0.38706104592770962</c:v>
                </c:pt>
                <c:pt idx="22736">
                  <c:v>0.38754005270627151</c:v>
                </c:pt>
                <c:pt idx="22737">
                  <c:v>0.38770894252177512</c:v>
                </c:pt>
                <c:pt idx="22738">
                  <c:v>0.3878074446671852</c:v>
                </c:pt>
                <c:pt idx="22739">
                  <c:v>0.38787355320571154</c:v>
                </c:pt>
                <c:pt idx="22740">
                  <c:v>0.38817364733370902</c:v>
                </c:pt>
                <c:pt idx="22741">
                  <c:v>0.38819685117926389</c:v>
                </c:pt>
                <c:pt idx="22742">
                  <c:v>0.38820991414178874</c:v>
                </c:pt>
                <c:pt idx="22743">
                  <c:v>0.38830241781804398</c:v>
                </c:pt>
                <c:pt idx="22744">
                  <c:v>0.38844076241214737</c:v>
                </c:pt>
                <c:pt idx="22745">
                  <c:v>0.38849166681867314</c:v>
                </c:pt>
                <c:pt idx="22746">
                  <c:v>0.38854101011621772</c:v>
                </c:pt>
                <c:pt idx="22747">
                  <c:v>0.38855265247493637</c:v>
                </c:pt>
                <c:pt idx="22748">
                  <c:v>0.38868857514955196</c:v>
                </c:pt>
                <c:pt idx="22749">
                  <c:v>0.38869682017475327</c:v>
                </c:pt>
                <c:pt idx="22750">
                  <c:v>0.38877646598875282</c:v>
                </c:pt>
                <c:pt idx="22751">
                  <c:v>0.38884764495121571</c:v>
                </c:pt>
                <c:pt idx="22752">
                  <c:v>0.38892054433671891</c:v>
                </c:pt>
                <c:pt idx="22753">
                  <c:v>0.38892684612572614</c:v>
                </c:pt>
                <c:pt idx="22754">
                  <c:v>0.38896246521682032</c:v>
                </c:pt>
                <c:pt idx="22755">
                  <c:v>0.38899253676518913</c:v>
                </c:pt>
                <c:pt idx="22756">
                  <c:v>0.38901988055186021</c:v>
                </c:pt>
                <c:pt idx="22757">
                  <c:v>0.3890394940783064</c:v>
                </c:pt>
                <c:pt idx="22758">
                  <c:v>0.38904365311913386</c:v>
                </c:pt>
                <c:pt idx="22759">
                  <c:v>0.38905218935197905</c:v>
                </c:pt>
                <c:pt idx="22760">
                  <c:v>0.3891184538488669</c:v>
                </c:pt>
                <c:pt idx="22761">
                  <c:v>0.38919091379929288</c:v>
                </c:pt>
                <c:pt idx="22762">
                  <c:v>0.38919945751680568</c:v>
                </c:pt>
                <c:pt idx="22763">
                  <c:v>0.3892139186603556</c:v>
                </c:pt>
                <c:pt idx="22764">
                  <c:v>0.38921642399600226</c:v>
                </c:pt>
                <c:pt idx="22765">
                  <c:v>0.38946557885428112</c:v>
                </c:pt>
                <c:pt idx="22766">
                  <c:v>0.38950813554159047</c:v>
                </c:pt>
                <c:pt idx="22767">
                  <c:v>0.38950832812015801</c:v>
                </c:pt>
                <c:pt idx="22768">
                  <c:v>0.3895350920073164</c:v>
                </c:pt>
                <c:pt idx="22769">
                  <c:v>0.38960588441833122</c:v>
                </c:pt>
                <c:pt idx="22770">
                  <c:v>0.38962952102455323</c:v>
                </c:pt>
                <c:pt idx="22771">
                  <c:v>0.38969125932147081</c:v>
                </c:pt>
                <c:pt idx="22772">
                  <c:v>0.38978109684546031</c:v>
                </c:pt>
                <c:pt idx="22773">
                  <c:v>0.38983844579257393</c:v>
                </c:pt>
                <c:pt idx="22774">
                  <c:v>0.38983857286817042</c:v>
                </c:pt>
                <c:pt idx="22775">
                  <c:v>0.38988915737575547</c:v>
                </c:pt>
                <c:pt idx="22776">
                  <c:v>0.38989563067146515</c:v>
                </c:pt>
                <c:pt idx="22777">
                  <c:v>0.38991055852339451</c:v>
                </c:pt>
                <c:pt idx="22778">
                  <c:v>0.39000447617379097</c:v>
                </c:pt>
                <c:pt idx="22779">
                  <c:v>0.39002071338139721</c:v>
                </c:pt>
                <c:pt idx="22780">
                  <c:v>0.39002317888312443</c:v>
                </c:pt>
                <c:pt idx="22781">
                  <c:v>0.39007540009545993</c:v>
                </c:pt>
                <c:pt idx="22782">
                  <c:v>0.3900812465183372</c:v>
                </c:pt>
                <c:pt idx="22783">
                  <c:v>0.39010088946867072</c:v>
                </c:pt>
                <c:pt idx="22784">
                  <c:v>0.39010932395928044</c:v>
                </c:pt>
                <c:pt idx="22785">
                  <c:v>0.39015717521025911</c:v>
                </c:pt>
                <c:pt idx="22786">
                  <c:v>0.39016941103867769</c:v>
                </c:pt>
                <c:pt idx="22787">
                  <c:v>0.39019590109058783</c:v>
                </c:pt>
                <c:pt idx="22788">
                  <c:v>0.39024530996070123</c:v>
                </c:pt>
                <c:pt idx="22789">
                  <c:v>0.39026885516884918</c:v>
                </c:pt>
                <c:pt idx="22790">
                  <c:v>0.39035095737456382</c:v>
                </c:pt>
                <c:pt idx="22791">
                  <c:v>0.39043709943969357</c:v>
                </c:pt>
                <c:pt idx="22792">
                  <c:v>0.39062275261135021</c:v>
                </c:pt>
                <c:pt idx="22793">
                  <c:v>0.3906664927232773</c:v>
                </c:pt>
                <c:pt idx="22794">
                  <c:v>0.39073857688571018</c:v>
                </c:pt>
                <c:pt idx="22795">
                  <c:v>0.39073954880439832</c:v>
                </c:pt>
                <c:pt idx="22796">
                  <c:v>0.39080737947622163</c:v>
                </c:pt>
                <c:pt idx="22797">
                  <c:v>0.39092442628856988</c:v>
                </c:pt>
                <c:pt idx="22798">
                  <c:v>0.39095282720362912</c:v>
                </c:pt>
                <c:pt idx="22799">
                  <c:v>0.39097069415342778</c:v>
                </c:pt>
                <c:pt idx="22800">
                  <c:v>0.39097873082912799</c:v>
                </c:pt>
                <c:pt idx="22801">
                  <c:v>0.39109190043876813</c:v>
                </c:pt>
                <c:pt idx="22802">
                  <c:v>0.39116904041962902</c:v>
                </c:pt>
                <c:pt idx="22803">
                  <c:v>0.3911936941448092</c:v>
                </c:pt>
                <c:pt idx="22804">
                  <c:v>0.39122701550828892</c:v>
                </c:pt>
                <c:pt idx="22805">
                  <c:v>0.39128200763315241</c:v>
                </c:pt>
                <c:pt idx="22806">
                  <c:v>0.39136446322994228</c:v>
                </c:pt>
                <c:pt idx="22807">
                  <c:v>0.39139668875118139</c:v>
                </c:pt>
                <c:pt idx="22808">
                  <c:v>0.39144126656035727</c:v>
                </c:pt>
                <c:pt idx="22809">
                  <c:v>0.39147101814481988</c:v>
                </c:pt>
                <c:pt idx="22810">
                  <c:v>0.39149206361408667</c:v>
                </c:pt>
                <c:pt idx="22811">
                  <c:v>0.39152800033948132</c:v>
                </c:pt>
                <c:pt idx="22812">
                  <c:v>0.3915556044271884</c:v>
                </c:pt>
                <c:pt idx="22813">
                  <c:v>0.39166407957987087</c:v>
                </c:pt>
                <c:pt idx="22814">
                  <c:v>0.39169826400689606</c:v>
                </c:pt>
                <c:pt idx="22815">
                  <c:v>0.39170799068596479</c:v>
                </c:pt>
                <c:pt idx="22816">
                  <c:v>0.39171813941528927</c:v>
                </c:pt>
                <c:pt idx="22817">
                  <c:v>0.39179111876021522</c:v>
                </c:pt>
                <c:pt idx="22818">
                  <c:v>0.39179990158068062</c:v>
                </c:pt>
                <c:pt idx="22819">
                  <c:v>0.3918510808631534</c:v>
                </c:pt>
                <c:pt idx="22820">
                  <c:v>0.39197198208898965</c:v>
                </c:pt>
                <c:pt idx="22821">
                  <c:v>0.39204814092125956</c:v>
                </c:pt>
                <c:pt idx="22822">
                  <c:v>0.39206162365328401</c:v>
                </c:pt>
                <c:pt idx="22823">
                  <c:v>0.39211155860076824</c:v>
                </c:pt>
                <c:pt idx="22824">
                  <c:v>0.39212604428513226</c:v>
                </c:pt>
                <c:pt idx="22825">
                  <c:v>0.39216807934586445</c:v>
                </c:pt>
                <c:pt idx="22826">
                  <c:v>0.39220197077711771</c:v>
                </c:pt>
                <c:pt idx="22827">
                  <c:v>0.39228660135508958</c:v>
                </c:pt>
                <c:pt idx="22828">
                  <c:v>0.3923174556089975</c:v>
                </c:pt>
                <c:pt idx="22829">
                  <c:v>0.3923633120050255</c:v>
                </c:pt>
                <c:pt idx="22830">
                  <c:v>0.39237316528877331</c:v>
                </c:pt>
                <c:pt idx="22831">
                  <c:v>0.39246318144236098</c:v>
                </c:pt>
                <c:pt idx="22832">
                  <c:v>0.39252953806106722</c:v>
                </c:pt>
                <c:pt idx="22833">
                  <c:v>0.39255862698715915</c:v>
                </c:pt>
                <c:pt idx="22834">
                  <c:v>0.39257805447973748</c:v>
                </c:pt>
                <c:pt idx="22835">
                  <c:v>0.39267087021643782</c:v>
                </c:pt>
                <c:pt idx="22836">
                  <c:v>0.39267436400738165</c:v>
                </c:pt>
                <c:pt idx="22837">
                  <c:v>0.39270492412605545</c:v>
                </c:pt>
                <c:pt idx="22838">
                  <c:v>0.39270718511128277</c:v>
                </c:pt>
                <c:pt idx="22839">
                  <c:v>0.39272312554294148</c:v>
                </c:pt>
                <c:pt idx="22840">
                  <c:v>0.3927278648726496</c:v>
                </c:pt>
                <c:pt idx="22841">
                  <c:v>0.39279493134008037</c:v>
                </c:pt>
                <c:pt idx="22842">
                  <c:v>0.39280490187185341</c:v>
                </c:pt>
                <c:pt idx="22843">
                  <c:v>0.39281619416976593</c:v>
                </c:pt>
                <c:pt idx="22844">
                  <c:v>0.39288986493870875</c:v>
                </c:pt>
                <c:pt idx="22845">
                  <c:v>0.39289172937078587</c:v>
                </c:pt>
                <c:pt idx="22846">
                  <c:v>0.39293068749168647</c:v>
                </c:pt>
                <c:pt idx="22847">
                  <c:v>0.39295233923351447</c:v>
                </c:pt>
                <c:pt idx="22848">
                  <c:v>0.392981050413302</c:v>
                </c:pt>
                <c:pt idx="22849">
                  <c:v>0.39309190107517267</c:v>
                </c:pt>
                <c:pt idx="22850">
                  <c:v>0.39309460268417123</c:v>
                </c:pt>
                <c:pt idx="22851">
                  <c:v>0.39313000944515691</c:v>
                </c:pt>
                <c:pt idx="22852">
                  <c:v>0.3932587534166303</c:v>
                </c:pt>
                <c:pt idx="22853">
                  <c:v>0.39328418957858874</c:v>
                </c:pt>
                <c:pt idx="22854">
                  <c:v>0.39333761263443101</c:v>
                </c:pt>
                <c:pt idx="22855">
                  <c:v>0.39346287717789469</c:v>
                </c:pt>
                <c:pt idx="22856">
                  <c:v>0.3937378882159327</c:v>
                </c:pt>
                <c:pt idx="22857">
                  <c:v>0.39375439953072822</c:v>
                </c:pt>
                <c:pt idx="22858">
                  <c:v>0.39376565062973329</c:v>
                </c:pt>
                <c:pt idx="22859">
                  <c:v>0.39383148270516305</c:v>
                </c:pt>
                <c:pt idx="22860">
                  <c:v>0.39385535479074041</c:v>
                </c:pt>
                <c:pt idx="22861">
                  <c:v>0.39387850876159114</c:v>
                </c:pt>
                <c:pt idx="22862">
                  <c:v>0.39388962766377472</c:v>
                </c:pt>
                <c:pt idx="22863">
                  <c:v>0.39390241664015108</c:v>
                </c:pt>
                <c:pt idx="22864">
                  <c:v>0.39391336548295286</c:v>
                </c:pt>
                <c:pt idx="22865">
                  <c:v>0.39391411339395477</c:v>
                </c:pt>
                <c:pt idx="22866">
                  <c:v>0.3940146784213947</c:v>
                </c:pt>
                <c:pt idx="22867">
                  <c:v>0.39411985357812596</c:v>
                </c:pt>
                <c:pt idx="22868">
                  <c:v>0.39412178970141148</c:v>
                </c:pt>
                <c:pt idx="22869">
                  <c:v>0.39412646076064761</c:v>
                </c:pt>
                <c:pt idx="22870">
                  <c:v>0.39414284288366175</c:v>
                </c:pt>
                <c:pt idx="22871">
                  <c:v>0.39418360059370916</c:v>
                </c:pt>
                <c:pt idx="22872">
                  <c:v>0.39419245541588943</c:v>
                </c:pt>
                <c:pt idx="22873">
                  <c:v>0.39419963744505115</c:v>
                </c:pt>
                <c:pt idx="22874">
                  <c:v>0.39421862600827479</c:v>
                </c:pt>
                <c:pt idx="22875">
                  <c:v>0.39425976188848044</c:v>
                </c:pt>
                <c:pt idx="22876">
                  <c:v>0.394300430753038</c:v>
                </c:pt>
                <c:pt idx="22877">
                  <c:v>0.39435189681172073</c:v>
                </c:pt>
                <c:pt idx="22878">
                  <c:v>0.39441782230687594</c:v>
                </c:pt>
                <c:pt idx="22879">
                  <c:v>0.39444946589001262</c:v>
                </c:pt>
                <c:pt idx="22880">
                  <c:v>0.39447846186428603</c:v>
                </c:pt>
                <c:pt idx="22881">
                  <c:v>0.39448145469173379</c:v>
                </c:pt>
                <c:pt idx="22882">
                  <c:v>0.39451056016852903</c:v>
                </c:pt>
                <c:pt idx="22883">
                  <c:v>0.39452247162823589</c:v>
                </c:pt>
                <c:pt idx="22884">
                  <c:v>0.39454081913964734</c:v>
                </c:pt>
                <c:pt idx="22885">
                  <c:v>0.39459973050102015</c:v>
                </c:pt>
                <c:pt idx="22886">
                  <c:v>0.39470156384969685</c:v>
                </c:pt>
                <c:pt idx="22887">
                  <c:v>0.39476224068665161</c:v>
                </c:pt>
                <c:pt idx="22888">
                  <c:v>0.3947665277610547</c:v>
                </c:pt>
                <c:pt idx="22889">
                  <c:v>0.39482363809762583</c:v>
                </c:pt>
                <c:pt idx="22890">
                  <c:v>0.39487525987765182</c:v>
                </c:pt>
                <c:pt idx="22891">
                  <c:v>0.39488380511750842</c:v>
                </c:pt>
                <c:pt idx="22892">
                  <c:v>0.39488585429721407</c:v>
                </c:pt>
                <c:pt idx="22893">
                  <c:v>0.39489411866933455</c:v>
                </c:pt>
                <c:pt idx="22894">
                  <c:v>0.39490841279198396</c:v>
                </c:pt>
                <c:pt idx="22895">
                  <c:v>0.39503798000856716</c:v>
                </c:pt>
                <c:pt idx="22896">
                  <c:v>0.39505358523988987</c:v>
                </c:pt>
                <c:pt idx="22897">
                  <c:v>0.39509495025482672</c:v>
                </c:pt>
                <c:pt idx="22898">
                  <c:v>0.39512117786437445</c:v>
                </c:pt>
                <c:pt idx="22899">
                  <c:v>0.39518219053327669</c:v>
                </c:pt>
                <c:pt idx="22900">
                  <c:v>0.39522389094282251</c:v>
                </c:pt>
                <c:pt idx="22901">
                  <c:v>0.39526030998739725</c:v>
                </c:pt>
                <c:pt idx="22902">
                  <c:v>0.39526742892199068</c:v>
                </c:pt>
                <c:pt idx="22903">
                  <c:v>0.39526888493336376</c:v>
                </c:pt>
                <c:pt idx="22904">
                  <c:v>0.39528204422760455</c:v>
                </c:pt>
                <c:pt idx="22905">
                  <c:v>0.3953051752800204</c:v>
                </c:pt>
                <c:pt idx="22906">
                  <c:v>0.39531220279775242</c:v>
                </c:pt>
                <c:pt idx="22907">
                  <c:v>0.3953830636447358</c:v>
                </c:pt>
                <c:pt idx="22908">
                  <c:v>0.39538926280909997</c:v>
                </c:pt>
                <c:pt idx="22909">
                  <c:v>0.39556956462572013</c:v>
                </c:pt>
                <c:pt idx="22910">
                  <c:v>0.39557592339697989</c:v>
                </c:pt>
                <c:pt idx="22911">
                  <c:v>0.39557606364400955</c:v>
                </c:pt>
                <c:pt idx="22912">
                  <c:v>0.39559333873371649</c:v>
                </c:pt>
                <c:pt idx="22913">
                  <c:v>0.39560877658805321</c:v>
                </c:pt>
                <c:pt idx="22914">
                  <c:v>0.39581381099198826</c:v>
                </c:pt>
                <c:pt idx="22915">
                  <c:v>0.39586291620298036</c:v>
                </c:pt>
                <c:pt idx="22916">
                  <c:v>0.39590186672397432</c:v>
                </c:pt>
                <c:pt idx="22917">
                  <c:v>0.39591920376345197</c:v>
                </c:pt>
                <c:pt idx="22918">
                  <c:v>0.39592496807939082</c:v>
                </c:pt>
                <c:pt idx="22919">
                  <c:v>0.39592762561746209</c:v>
                </c:pt>
                <c:pt idx="22920">
                  <c:v>0.39592815001671866</c:v>
                </c:pt>
                <c:pt idx="22921">
                  <c:v>0.39598769811291179</c:v>
                </c:pt>
                <c:pt idx="22922">
                  <c:v>0.39599182927098764</c:v>
                </c:pt>
                <c:pt idx="22923">
                  <c:v>0.39599668343597527</c:v>
                </c:pt>
                <c:pt idx="22924">
                  <c:v>0.39601980473424775</c:v>
                </c:pt>
                <c:pt idx="22925">
                  <c:v>0.39612215541772622</c:v>
                </c:pt>
                <c:pt idx="22926">
                  <c:v>0.39617907450429207</c:v>
                </c:pt>
                <c:pt idx="22927">
                  <c:v>0.39637458365164774</c:v>
                </c:pt>
                <c:pt idx="22928">
                  <c:v>0.3964385364030239</c:v>
                </c:pt>
                <c:pt idx="22929">
                  <c:v>0.39650291633704543</c:v>
                </c:pt>
                <c:pt idx="22930">
                  <c:v>0.39650548288019655</c:v>
                </c:pt>
                <c:pt idx="22931">
                  <c:v>0.39659884050917982</c:v>
                </c:pt>
                <c:pt idx="22932">
                  <c:v>0.39667116811209513</c:v>
                </c:pt>
                <c:pt idx="22933">
                  <c:v>0.3967804953426986</c:v>
                </c:pt>
                <c:pt idx="22934">
                  <c:v>0.39693795377930446</c:v>
                </c:pt>
                <c:pt idx="22935">
                  <c:v>0.39697662076595597</c:v>
                </c:pt>
                <c:pt idx="22936">
                  <c:v>0.39718972632781668</c:v>
                </c:pt>
                <c:pt idx="22937">
                  <c:v>0.39723816786331606</c:v>
                </c:pt>
                <c:pt idx="22938">
                  <c:v>0.39728043126345519</c:v>
                </c:pt>
                <c:pt idx="22939">
                  <c:v>0.39731813207695948</c:v>
                </c:pt>
                <c:pt idx="22940">
                  <c:v>0.39732827923577324</c:v>
                </c:pt>
                <c:pt idx="22941">
                  <c:v>0.39754181135220501</c:v>
                </c:pt>
                <c:pt idx="22942">
                  <c:v>0.39763772030894939</c:v>
                </c:pt>
                <c:pt idx="22943">
                  <c:v>0.39769179068077903</c:v>
                </c:pt>
                <c:pt idx="22944">
                  <c:v>0.39769393038596879</c:v>
                </c:pt>
                <c:pt idx="22945">
                  <c:v>0.39781786594741825</c:v>
                </c:pt>
                <c:pt idx="22946">
                  <c:v>0.39783444029163045</c:v>
                </c:pt>
                <c:pt idx="22947">
                  <c:v>0.39787485289788238</c:v>
                </c:pt>
                <c:pt idx="22948">
                  <c:v>0.39796489381602757</c:v>
                </c:pt>
                <c:pt idx="22949">
                  <c:v>0.39798300842022594</c:v>
                </c:pt>
                <c:pt idx="22950">
                  <c:v>0.39813414412868542</c:v>
                </c:pt>
                <c:pt idx="22951">
                  <c:v>0.39818306784765312</c:v>
                </c:pt>
                <c:pt idx="22952">
                  <c:v>0.39819438024851761</c:v>
                </c:pt>
                <c:pt idx="22953">
                  <c:v>0.39819834822291417</c:v>
                </c:pt>
                <c:pt idx="22954">
                  <c:v>0.39829296608055031</c:v>
                </c:pt>
                <c:pt idx="22955">
                  <c:v>0.39832166534422808</c:v>
                </c:pt>
                <c:pt idx="22956">
                  <c:v>0.39833401831411153</c:v>
                </c:pt>
                <c:pt idx="22957">
                  <c:v>0.39834248705246073</c:v>
                </c:pt>
                <c:pt idx="22958">
                  <c:v>0.39834471963595841</c:v>
                </c:pt>
                <c:pt idx="22959">
                  <c:v>0.39838363298252738</c:v>
                </c:pt>
                <c:pt idx="22960">
                  <c:v>0.39850625200870843</c:v>
                </c:pt>
                <c:pt idx="22961">
                  <c:v>0.39851367360095563</c:v>
                </c:pt>
                <c:pt idx="22962">
                  <c:v>0.3985231246299567</c:v>
                </c:pt>
                <c:pt idx="22963">
                  <c:v>0.39870360102154334</c:v>
                </c:pt>
                <c:pt idx="22964">
                  <c:v>0.39885394911757432</c:v>
                </c:pt>
                <c:pt idx="22965">
                  <c:v>0.39893801720236693</c:v>
                </c:pt>
                <c:pt idx="22966">
                  <c:v>0.39904002477620115</c:v>
                </c:pt>
                <c:pt idx="22967">
                  <c:v>0.39907078702404314</c:v>
                </c:pt>
                <c:pt idx="22968">
                  <c:v>0.39917467164641796</c:v>
                </c:pt>
                <c:pt idx="22969">
                  <c:v>0.39918026381442706</c:v>
                </c:pt>
                <c:pt idx="22970">
                  <c:v>0.3992135183512045</c:v>
                </c:pt>
                <c:pt idx="22971">
                  <c:v>0.39931929950625333</c:v>
                </c:pt>
                <c:pt idx="22972">
                  <c:v>0.39936148683118133</c:v>
                </c:pt>
                <c:pt idx="22973">
                  <c:v>0.39946448109298566</c:v>
                </c:pt>
                <c:pt idx="22974">
                  <c:v>0.39952048631165937</c:v>
                </c:pt>
                <c:pt idx="22975">
                  <c:v>0.39952800253802695</c:v>
                </c:pt>
                <c:pt idx="22976">
                  <c:v>0.39954881284708699</c:v>
                </c:pt>
                <c:pt idx="22977">
                  <c:v>0.3995821486255286</c:v>
                </c:pt>
                <c:pt idx="22978">
                  <c:v>0.39966943058129079</c:v>
                </c:pt>
                <c:pt idx="22979">
                  <c:v>0.39976301528194025</c:v>
                </c:pt>
                <c:pt idx="22980">
                  <c:v>0.3997815683736955</c:v>
                </c:pt>
                <c:pt idx="22981">
                  <c:v>0.39986562512737622</c:v>
                </c:pt>
                <c:pt idx="22982">
                  <c:v>0.39987146351597197</c:v>
                </c:pt>
                <c:pt idx="22983">
                  <c:v>0.39993514424369825</c:v>
                </c:pt>
                <c:pt idx="22984">
                  <c:v>0.40005805059756833</c:v>
                </c:pt>
                <c:pt idx="22985">
                  <c:v>0.40007570330570613</c:v>
                </c:pt>
                <c:pt idx="22986">
                  <c:v>0.40014540685132938</c:v>
                </c:pt>
                <c:pt idx="22987">
                  <c:v>0.40015954056265501</c:v>
                </c:pt>
                <c:pt idx="22988">
                  <c:v>0.40017936833050405</c:v>
                </c:pt>
                <c:pt idx="22989">
                  <c:v>0.40024204449855705</c:v>
                </c:pt>
                <c:pt idx="22990">
                  <c:v>0.40053507358267781</c:v>
                </c:pt>
                <c:pt idx="22991">
                  <c:v>0.40054769458349126</c:v>
                </c:pt>
                <c:pt idx="22992">
                  <c:v>0.40058952793226915</c:v>
                </c:pt>
                <c:pt idx="22993">
                  <c:v>0.40060201163059933</c:v>
                </c:pt>
                <c:pt idx="22994">
                  <c:v>0.40067364720186793</c:v>
                </c:pt>
                <c:pt idx="22995">
                  <c:v>0.40068059963417751</c:v>
                </c:pt>
                <c:pt idx="22996">
                  <c:v>0.40069739280663774</c:v>
                </c:pt>
                <c:pt idx="22997">
                  <c:v>0.4007294207082292</c:v>
                </c:pt>
                <c:pt idx="22998">
                  <c:v>0.40075420598416772</c:v>
                </c:pt>
                <c:pt idx="22999">
                  <c:v>0.40084900569118243</c:v>
                </c:pt>
                <c:pt idx="23000">
                  <c:v>0.4008787465353334</c:v>
                </c:pt>
                <c:pt idx="23001">
                  <c:v>0.40099806605566285</c:v>
                </c:pt>
                <c:pt idx="23002">
                  <c:v>0.40104413677169248</c:v>
                </c:pt>
                <c:pt idx="23003">
                  <c:v>0.40110709825775603</c:v>
                </c:pt>
                <c:pt idx="23004">
                  <c:v>0.40121444444780158</c:v>
                </c:pt>
                <c:pt idx="23005">
                  <c:v>0.40126522039857604</c:v>
                </c:pt>
                <c:pt idx="23006">
                  <c:v>0.40129258458690859</c:v>
                </c:pt>
                <c:pt idx="23007">
                  <c:v>0.40130286934124015</c:v>
                </c:pt>
                <c:pt idx="23008">
                  <c:v>0.40130525287963992</c:v>
                </c:pt>
                <c:pt idx="23009">
                  <c:v>0.40132804791701165</c:v>
                </c:pt>
                <c:pt idx="23010">
                  <c:v>0.40141811260874621</c:v>
                </c:pt>
                <c:pt idx="23011">
                  <c:v>0.40153472550088831</c:v>
                </c:pt>
                <c:pt idx="23012">
                  <c:v>0.40160689303711083</c:v>
                </c:pt>
                <c:pt idx="23013">
                  <c:v>0.40161111524677312</c:v>
                </c:pt>
                <c:pt idx="23014">
                  <c:v>0.40163654870668158</c:v>
                </c:pt>
                <c:pt idx="23015">
                  <c:v>0.40176906987191413</c:v>
                </c:pt>
                <c:pt idx="23016">
                  <c:v>0.40180990472103773</c:v>
                </c:pt>
                <c:pt idx="23017">
                  <c:v>0.40185955258404094</c:v>
                </c:pt>
                <c:pt idx="23018">
                  <c:v>0.40187994094674051</c:v>
                </c:pt>
                <c:pt idx="23019">
                  <c:v>0.40190269568031839</c:v>
                </c:pt>
                <c:pt idx="23020">
                  <c:v>0.40190985646265898</c:v>
                </c:pt>
                <c:pt idx="23021">
                  <c:v>0.40198417018416832</c:v>
                </c:pt>
                <c:pt idx="23022">
                  <c:v>0.40203638507590295</c:v>
                </c:pt>
                <c:pt idx="23023">
                  <c:v>0.40205627456818344</c:v>
                </c:pt>
                <c:pt idx="23024">
                  <c:v>0.4020583105059104</c:v>
                </c:pt>
                <c:pt idx="23025">
                  <c:v>0.40206807337409095</c:v>
                </c:pt>
                <c:pt idx="23026">
                  <c:v>0.40209947543439628</c:v>
                </c:pt>
                <c:pt idx="23027">
                  <c:v>0.4021317248904735</c:v>
                </c:pt>
                <c:pt idx="23028">
                  <c:v>0.40218121868126594</c:v>
                </c:pt>
                <c:pt idx="23029">
                  <c:v>0.40228355669831756</c:v>
                </c:pt>
                <c:pt idx="23030">
                  <c:v>0.40234269822348168</c:v>
                </c:pt>
                <c:pt idx="23031">
                  <c:v>0.40234931793605327</c:v>
                </c:pt>
                <c:pt idx="23032">
                  <c:v>0.40237212276629414</c:v>
                </c:pt>
                <c:pt idx="23033">
                  <c:v>0.40244955240793495</c:v>
                </c:pt>
                <c:pt idx="23034">
                  <c:v>0.402492065448946</c:v>
                </c:pt>
                <c:pt idx="23035">
                  <c:v>0.40253084026939268</c:v>
                </c:pt>
                <c:pt idx="23036">
                  <c:v>0.4026272368729501</c:v>
                </c:pt>
                <c:pt idx="23037">
                  <c:v>0.40263921793574015</c:v>
                </c:pt>
                <c:pt idx="23038">
                  <c:v>0.40265544948729681</c:v>
                </c:pt>
                <c:pt idx="23039">
                  <c:v>0.40269794844604034</c:v>
                </c:pt>
                <c:pt idx="23040">
                  <c:v>0.40269845006601152</c:v>
                </c:pt>
                <c:pt idx="23041">
                  <c:v>0.40271442011369468</c:v>
                </c:pt>
                <c:pt idx="23042">
                  <c:v>0.40274046459948076</c:v>
                </c:pt>
                <c:pt idx="23043">
                  <c:v>0.40276335600103907</c:v>
                </c:pt>
                <c:pt idx="23044">
                  <c:v>0.40295498701085081</c:v>
                </c:pt>
                <c:pt idx="23045">
                  <c:v>0.40296969952519923</c:v>
                </c:pt>
                <c:pt idx="23046">
                  <c:v>0.4032301628418799</c:v>
                </c:pt>
                <c:pt idx="23047">
                  <c:v>0.40329201209703885</c:v>
                </c:pt>
                <c:pt idx="23048">
                  <c:v>0.40333344771130936</c:v>
                </c:pt>
                <c:pt idx="23049">
                  <c:v>0.40338117423451314</c:v>
                </c:pt>
                <c:pt idx="23050">
                  <c:v>0.40345042794449704</c:v>
                </c:pt>
                <c:pt idx="23051">
                  <c:v>0.40363486242715779</c:v>
                </c:pt>
                <c:pt idx="23052">
                  <c:v>0.40367822817552734</c:v>
                </c:pt>
                <c:pt idx="23053">
                  <c:v>0.40373916937469861</c:v>
                </c:pt>
                <c:pt idx="23054">
                  <c:v>0.4038651531497332</c:v>
                </c:pt>
                <c:pt idx="23055">
                  <c:v>0.4038984213543409</c:v>
                </c:pt>
                <c:pt idx="23056">
                  <c:v>0.40397901938689651</c:v>
                </c:pt>
                <c:pt idx="23057">
                  <c:v>0.40401063623081679</c:v>
                </c:pt>
                <c:pt idx="23058">
                  <c:v>0.40404685188465916</c:v>
                </c:pt>
                <c:pt idx="23059">
                  <c:v>0.40408454039865033</c:v>
                </c:pt>
                <c:pt idx="23060">
                  <c:v>0.40420381756222423</c:v>
                </c:pt>
                <c:pt idx="23061">
                  <c:v>0.4042383099594497</c:v>
                </c:pt>
                <c:pt idx="23062">
                  <c:v>0.40424176648278903</c:v>
                </c:pt>
                <c:pt idx="23063">
                  <c:v>0.40425711580339863</c:v>
                </c:pt>
                <c:pt idx="23064">
                  <c:v>0.40428749487251847</c:v>
                </c:pt>
                <c:pt idx="23065">
                  <c:v>0.40432230372589228</c:v>
                </c:pt>
                <c:pt idx="23066">
                  <c:v>0.40441017650273492</c:v>
                </c:pt>
                <c:pt idx="23067">
                  <c:v>0.40442343449710089</c:v>
                </c:pt>
                <c:pt idx="23068">
                  <c:v>0.40446888047062435</c:v>
                </c:pt>
                <c:pt idx="23069">
                  <c:v>0.40460668281207024</c:v>
                </c:pt>
                <c:pt idx="23070">
                  <c:v>0.4046349597420027</c:v>
                </c:pt>
                <c:pt idx="23071">
                  <c:v>0.40468382734935504</c:v>
                </c:pt>
                <c:pt idx="23072">
                  <c:v>0.40472625034073123</c:v>
                </c:pt>
                <c:pt idx="23073">
                  <c:v>0.40475249188035395</c:v>
                </c:pt>
                <c:pt idx="23074">
                  <c:v>0.40477029903426226</c:v>
                </c:pt>
                <c:pt idx="23075">
                  <c:v>0.40479904457068061</c:v>
                </c:pt>
                <c:pt idx="23076">
                  <c:v>0.40486934717016632</c:v>
                </c:pt>
                <c:pt idx="23077">
                  <c:v>0.40488069973658486</c:v>
                </c:pt>
                <c:pt idx="23078">
                  <c:v>0.4048835027095975</c:v>
                </c:pt>
                <c:pt idx="23079">
                  <c:v>0.40492135255399819</c:v>
                </c:pt>
                <c:pt idx="23080">
                  <c:v>0.40494881913048736</c:v>
                </c:pt>
                <c:pt idx="23081">
                  <c:v>0.40497834869209676</c:v>
                </c:pt>
                <c:pt idx="23082">
                  <c:v>0.4049800900690429</c:v>
                </c:pt>
                <c:pt idx="23083">
                  <c:v>0.40501702361077069</c:v>
                </c:pt>
                <c:pt idx="23084">
                  <c:v>0.40513061737019018</c:v>
                </c:pt>
                <c:pt idx="23085">
                  <c:v>0.40518012209198712</c:v>
                </c:pt>
                <c:pt idx="23086">
                  <c:v>0.40528570913704604</c:v>
                </c:pt>
                <c:pt idx="23087">
                  <c:v>0.40544974868524608</c:v>
                </c:pt>
                <c:pt idx="23088">
                  <c:v>0.40547042911711445</c:v>
                </c:pt>
                <c:pt idx="23089">
                  <c:v>0.40550749510352452</c:v>
                </c:pt>
                <c:pt idx="23090">
                  <c:v>0.4055655375224882</c:v>
                </c:pt>
                <c:pt idx="23091">
                  <c:v>0.4056057481007137</c:v>
                </c:pt>
                <c:pt idx="23092">
                  <c:v>0.40564616634790579</c:v>
                </c:pt>
                <c:pt idx="23093">
                  <c:v>0.40575802113658538</c:v>
                </c:pt>
                <c:pt idx="23094">
                  <c:v>0.4058111984814961</c:v>
                </c:pt>
                <c:pt idx="23095">
                  <c:v>0.40584862512930325</c:v>
                </c:pt>
                <c:pt idx="23096">
                  <c:v>0.40608623026010121</c:v>
                </c:pt>
                <c:pt idx="23097">
                  <c:v>0.40608773980037943</c:v>
                </c:pt>
                <c:pt idx="23098">
                  <c:v>0.40609370129058464</c:v>
                </c:pt>
                <c:pt idx="23099">
                  <c:v>0.40618334208213946</c:v>
                </c:pt>
                <c:pt idx="23100">
                  <c:v>0.40629585555599468</c:v>
                </c:pt>
                <c:pt idx="23101">
                  <c:v>0.40634587417847862</c:v>
                </c:pt>
                <c:pt idx="23102">
                  <c:v>0.40640362744158581</c:v>
                </c:pt>
                <c:pt idx="23103">
                  <c:v>0.40641749902909102</c:v>
                </c:pt>
                <c:pt idx="23104">
                  <c:v>0.40649855140365154</c:v>
                </c:pt>
                <c:pt idx="23105">
                  <c:v>0.40656747279989991</c:v>
                </c:pt>
                <c:pt idx="23106">
                  <c:v>0.40664423359937046</c:v>
                </c:pt>
                <c:pt idx="23107">
                  <c:v>0.40670017760837512</c:v>
                </c:pt>
                <c:pt idx="23108">
                  <c:v>0.40679790571095237</c:v>
                </c:pt>
                <c:pt idx="23109">
                  <c:v>0.40681068424180722</c:v>
                </c:pt>
                <c:pt idx="23110">
                  <c:v>0.40684355001033656</c:v>
                </c:pt>
                <c:pt idx="23111">
                  <c:v>0.40685672119378369</c:v>
                </c:pt>
                <c:pt idx="23112">
                  <c:v>0.40686053823374502</c:v>
                </c:pt>
                <c:pt idx="23113">
                  <c:v>0.40693523962034667</c:v>
                </c:pt>
                <c:pt idx="23114">
                  <c:v>0.40709151185731907</c:v>
                </c:pt>
                <c:pt idx="23115">
                  <c:v>0.4071235922702508</c:v>
                </c:pt>
                <c:pt idx="23116">
                  <c:v>0.40715888121819493</c:v>
                </c:pt>
                <c:pt idx="23117">
                  <c:v>0.4071693328164871</c:v>
                </c:pt>
                <c:pt idx="23118">
                  <c:v>0.40736580891494312</c:v>
                </c:pt>
                <c:pt idx="23119">
                  <c:v>0.40743052234643723</c:v>
                </c:pt>
                <c:pt idx="23120">
                  <c:v>0.40743600853699641</c:v>
                </c:pt>
                <c:pt idx="23121">
                  <c:v>0.4074376698241276</c:v>
                </c:pt>
                <c:pt idx="23122">
                  <c:v>0.40745806133375861</c:v>
                </c:pt>
                <c:pt idx="23123">
                  <c:v>0.40760402943642687</c:v>
                </c:pt>
                <c:pt idx="23124">
                  <c:v>0.40760643462759444</c:v>
                </c:pt>
                <c:pt idx="23125">
                  <c:v>0.40777419764233069</c:v>
                </c:pt>
                <c:pt idx="23126">
                  <c:v>0.40787053829528586</c:v>
                </c:pt>
                <c:pt idx="23127">
                  <c:v>0.40787415862948495</c:v>
                </c:pt>
                <c:pt idx="23128">
                  <c:v>0.40823724437805065</c:v>
                </c:pt>
                <c:pt idx="23129">
                  <c:v>0.4082793464626166</c:v>
                </c:pt>
                <c:pt idx="23130">
                  <c:v>0.4082911798977365</c:v>
                </c:pt>
                <c:pt idx="23131">
                  <c:v>0.40851469046232008</c:v>
                </c:pt>
                <c:pt idx="23132">
                  <c:v>0.40855676324367945</c:v>
                </c:pt>
                <c:pt idx="23133">
                  <c:v>0.40856760387274105</c:v>
                </c:pt>
                <c:pt idx="23134">
                  <c:v>0.40860265832142573</c:v>
                </c:pt>
                <c:pt idx="23135">
                  <c:v>0.40860915450057961</c:v>
                </c:pt>
                <c:pt idx="23136">
                  <c:v>0.4086510895229814</c:v>
                </c:pt>
                <c:pt idx="23137">
                  <c:v>0.40868472574893155</c:v>
                </c:pt>
                <c:pt idx="23138">
                  <c:v>0.40868525465876387</c:v>
                </c:pt>
                <c:pt idx="23139">
                  <c:v>0.40878618132518191</c:v>
                </c:pt>
                <c:pt idx="23140">
                  <c:v>0.40878948173680507</c:v>
                </c:pt>
                <c:pt idx="23141">
                  <c:v>0.40883337078791465</c:v>
                </c:pt>
                <c:pt idx="23142">
                  <c:v>0.40888138490812831</c:v>
                </c:pt>
                <c:pt idx="23143">
                  <c:v>0.40897647274507848</c:v>
                </c:pt>
                <c:pt idx="23144">
                  <c:v>0.40900296476995351</c:v>
                </c:pt>
                <c:pt idx="23145">
                  <c:v>0.40907694366505237</c:v>
                </c:pt>
                <c:pt idx="23146">
                  <c:v>0.40914084075774909</c:v>
                </c:pt>
                <c:pt idx="23147">
                  <c:v>0.40917843064038711</c:v>
                </c:pt>
                <c:pt idx="23148">
                  <c:v>0.40926682275947018</c:v>
                </c:pt>
                <c:pt idx="23149">
                  <c:v>0.40927042650121448</c:v>
                </c:pt>
                <c:pt idx="23150">
                  <c:v>0.40928624354937765</c:v>
                </c:pt>
                <c:pt idx="23151">
                  <c:v>0.40929138128754672</c:v>
                </c:pt>
                <c:pt idx="23152">
                  <c:v>0.40946542906942468</c:v>
                </c:pt>
                <c:pt idx="23153">
                  <c:v>0.40957108892500022</c:v>
                </c:pt>
                <c:pt idx="23154">
                  <c:v>0.40957703799625883</c:v>
                </c:pt>
                <c:pt idx="23155">
                  <c:v>0.40980304220076735</c:v>
                </c:pt>
                <c:pt idx="23156">
                  <c:v>0.4098509909217341</c:v>
                </c:pt>
                <c:pt idx="23157">
                  <c:v>0.40987932802520843</c:v>
                </c:pt>
                <c:pt idx="23158">
                  <c:v>0.4098818341760867</c:v>
                </c:pt>
                <c:pt idx="23159">
                  <c:v>0.40998796515997393</c:v>
                </c:pt>
                <c:pt idx="23160">
                  <c:v>0.41006959980546176</c:v>
                </c:pt>
                <c:pt idx="23161">
                  <c:v>0.41013187928136779</c:v>
                </c:pt>
                <c:pt idx="23162">
                  <c:v>0.41023767986596993</c:v>
                </c:pt>
                <c:pt idx="23163">
                  <c:v>0.41024867011893845</c:v>
                </c:pt>
                <c:pt idx="23164">
                  <c:v>0.410269398427279</c:v>
                </c:pt>
                <c:pt idx="23165">
                  <c:v>0.41036366817009845</c:v>
                </c:pt>
                <c:pt idx="23166">
                  <c:v>0.41040292956941843</c:v>
                </c:pt>
                <c:pt idx="23167">
                  <c:v>0.41051922313702099</c:v>
                </c:pt>
                <c:pt idx="23168">
                  <c:v>0.41052914331479917</c:v>
                </c:pt>
                <c:pt idx="23169">
                  <c:v>0.41060317754604325</c:v>
                </c:pt>
                <c:pt idx="23170">
                  <c:v>0.41060450204172383</c:v>
                </c:pt>
                <c:pt idx="23171">
                  <c:v>0.41064289105493523</c:v>
                </c:pt>
                <c:pt idx="23172">
                  <c:v>0.41066646969106296</c:v>
                </c:pt>
                <c:pt idx="23173">
                  <c:v>0.41066960990449997</c:v>
                </c:pt>
                <c:pt idx="23174">
                  <c:v>0.41068126193452537</c:v>
                </c:pt>
                <c:pt idx="23175">
                  <c:v>0.41070853206389851</c:v>
                </c:pt>
                <c:pt idx="23176">
                  <c:v>0.41070872922159823</c:v>
                </c:pt>
                <c:pt idx="23177">
                  <c:v>0.41097146566426168</c:v>
                </c:pt>
                <c:pt idx="23178">
                  <c:v>0.41102177602395878</c:v>
                </c:pt>
                <c:pt idx="23179">
                  <c:v>0.41102592833906526</c:v>
                </c:pt>
                <c:pt idx="23180">
                  <c:v>0.411036704477658</c:v>
                </c:pt>
                <c:pt idx="23181">
                  <c:v>0.41103876399548206</c:v>
                </c:pt>
                <c:pt idx="23182">
                  <c:v>0.41106243369838291</c:v>
                </c:pt>
                <c:pt idx="23183">
                  <c:v>0.41107802512618991</c:v>
                </c:pt>
                <c:pt idx="23184">
                  <c:v>0.41107850721748646</c:v>
                </c:pt>
                <c:pt idx="23185">
                  <c:v>0.41116784159130715</c:v>
                </c:pt>
                <c:pt idx="23186">
                  <c:v>0.41123672717703574</c:v>
                </c:pt>
                <c:pt idx="23187">
                  <c:v>0.41125497334830347</c:v>
                </c:pt>
                <c:pt idx="23188">
                  <c:v>0.4113424251160579</c:v>
                </c:pt>
                <c:pt idx="23189">
                  <c:v>0.4113571515508716</c:v>
                </c:pt>
                <c:pt idx="23190">
                  <c:v>0.411407501226904</c:v>
                </c:pt>
                <c:pt idx="23191">
                  <c:v>0.41144784607460322</c:v>
                </c:pt>
                <c:pt idx="23192">
                  <c:v>0.41150846500140209</c:v>
                </c:pt>
                <c:pt idx="23193">
                  <c:v>0.4115129448324446</c:v>
                </c:pt>
                <c:pt idx="23194">
                  <c:v>0.41160264966753918</c:v>
                </c:pt>
                <c:pt idx="23195">
                  <c:v>0.41163503508846522</c:v>
                </c:pt>
                <c:pt idx="23196">
                  <c:v>0.41169294382822191</c:v>
                </c:pt>
                <c:pt idx="23197">
                  <c:v>0.41182798755235078</c:v>
                </c:pt>
                <c:pt idx="23198">
                  <c:v>0.41187991959744302</c:v>
                </c:pt>
                <c:pt idx="23199">
                  <c:v>0.41189411040661561</c:v>
                </c:pt>
                <c:pt idx="23200">
                  <c:v>0.41197213400396537</c:v>
                </c:pt>
                <c:pt idx="23201">
                  <c:v>0.41201629692324565</c:v>
                </c:pt>
                <c:pt idx="23202">
                  <c:v>0.41202759321829124</c:v>
                </c:pt>
                <c:pt idx="23203">
                  <c:v>0.41216887526304463</c:v>
                </c:pt>
                <c:pt idx="23204">
                  <c:v>0.4122440892383219</c:v>
                </c:pt>
                <c:pt idx="23205">
                  <c:v>0.41227235051247751</c:v>
                </c:pt>
                <c:pt idx="23206">
                  <c:v>0.41229226648905104</c:v>
                </c:pt>
                <c:pt idx="23207">
                  <c:v>0.41230921963712269</c:v>
                </c:pt>
                <c:pt idx="23208">
                  <c:v>0.41234563420240949</c:v>
                </c:pt>
                <c:pt idx="23209">
                  <c:v>0.41251910890814658</c:v>
                </c:pt>
                <c:pt idx="23210">
                  <c:v>0.41273172955796283</c:v>
                </c:pt>
                <c:pt idx="23211">
                  <c:v>0.41276208672783049</c:v>
                </c:pt>
                <c:pt idx="23212">
                  <c:v>0.41297965454091562</c:v>
                </c:pt>
                <c:pt idx="23213">
                  <c:v>0.41308886321379157</c:v>
                </c:pt>
                <c:pt idx="23214">
                  <c:v>0.41310510796793981</c:v>
                </c:pt>
                <c:pt idx="23215">
                  <c:v>0.4132624626527992</c:v>
                </c:pt>
                <c:pt idx="23216">
                  <c:v>0.41329862743193296</c:v>
                </c:pt>
                <c:pt idx="23217">
                  <c:v>0.41355201287497112</c:v>
                </c:pt>
                <c:pt idx="23218">
                  <c:v>0.41363209351929353</c:v>
                </c:pt>
                <c:pt idx="23219">
                  <c:v>0.41368261476774737</c:v>
                </c:pt>
                <c:pt idx="23220">
                  <c:v>0.41370376676437109</c:v>
                </c:pt>
                <c:pt idx="23221">
                  <c:v>0.41379730576716589</c:v>
                </c:pt>
                <c:pt idx="23222">
                  <c:v>0.41384095305375945</c:v>
                </c:pt>
                <c:pt idx="23223">
                  <c:v>0.41387436369004138</c:v>
                </c:pt>
                <c:pt idx="23224">
                  <c:v>0.41394094834403788</c:v>
                </c:pt>
                <c:pt idx="23225">
                  <c:v>0.4141010881339347</c:v>
                </c:pt>
                <c:pt idx="23226">
                  <c:v>0.41417941565067495</c:v>
                </c:pt>
                <c:pt idx="23227">
                  <c:v>0.41419685137406498</c:v>
                </c:pt>
                <c:pt idx="23228">
                  <c:v>0.41421444284910225</c:v>
                </c:pt>
                <c:pt idx="23229">
                  <c:v>0.41430633745348938</c:v>
                </c:pt>
                <c:pt idx="23230">
                  <c:v>0.41435701130407299</c:v>
                </c:pt>
                <c:pt idx="23231">
                  <c:v>0.414373635535634</c:v>
                </c:pt>
                <c:pt idx="23232">
                  <c:v>0.4143744460961476</c:v>
                </c:pt>
                <c:pt idx="23233">
                  <c:v>0.41437721334116817</c:v>
                </c:pt>
                <c:pt idx="23234">
                  <c:v>0.41439195240389642</c:v>
                </c:pt>
                <c:pt idx="23235">
                  <c:v>0.41452038948752584</c:v>
                </c:pt>
                <c:pt idx="23236">
                  <c:v>0.41457154120393203</c:v>
                </c:pt>
                <c:pt idx="23237">
                  <c:v>0.41457215324634117</c:v>
                </c:pt>
                <c:pt idx="23238">
                  <c:v>0.41462121915681643</c:v>
                </c:pt>
                <c:pt idx="23239">
                  <c:v>0.41472096808022985</c:v>
                </c:pt>
                <c:pt idx="23240">
                  <c:v>0.41472278819782804</c:v>
                </c:pt>
                <c:pt idx="23241">
                  <c:v>0.41474323876251079</c:v>
                </c:pt>
                <c:pt idx="23242">
                  <c:v>0.41476540261216038</c:v>
                </c:pt>
                <c:pt idx="23243">
                  <c:v>0.41485190979277176</c:v>
                </c:pt>
                <c:pt idx="23244">
                  <c:v>0.41485475488402634</c:v>
                </c:pt>
                <c:pt idx="23245">
                  <c:v>0.41499967130875248</c:v>
                </c:pt>
                <c:pt idx="23246">
                  <c:v>0.41516183511922239</c:v>
                </c:pt>
                <c:pt idx="23247">
                  <c:v>0.41519931510448804</c:v>
                </c:pt>
                <c:pt idx="23248">
                  <c:v>0.41520181211266521</c:v>
                </c:pt>
                <c:pt idx="23249">
                  <c:v>0.41520712381570962</c:v>
                </c:pt>
                <c:pt idx="23250">
                  <c:v>0.41522194107482957</c:v>
                </c:pt>
                <c:pt idx="23251">
                  <c:v>0.41523363024894344</c:v>
                </c:pt>
                <c:pt idx="23252">
                  <c:v>0.41523960697995543</c:v>
                </c:pt>
                <c:pt idx="23253">
                  <c:v>0.4154011670250527</c:v>
                </c:pt>
                <c:pt idx="23254">
                  <c:v>0.41540700413733933</c:v>
                </c:pt>
                <c:pt idx="23255">
                  <c:v>0.41540717011925493</c:v>
                </c:pt>
                <c:pt idx="23256">
                  <c:v>0.41546016863042201</c:v>
                </c:pt>
                <c:pt idx="23257">
                  <c:v>0.41549219940236892</c:v>
                </c:pt>
                <c:pt idx="23258">
                  <c:v>0.41551575854909401</c:v>
                </c:pt>
                <c:pt idx="23259">
                  <c:v>0.41552773641093305</c:v>
                </c:pt>
                <c:pt idx="23260">
                  <c:v>0.41555290351441421</c:v>
                </c:pt>
                <c:pt idx="23261">
                  <c:v>0.41568028065153212</c:v>
                </c:pt>
                <c:pt idx="23262">
                  <c:v>0.41573257672711511</c:v>
                </c:pt>
                <c:pt idx="23263">
                  <c:v>0.41573910839445222</c:v>
                </c:pt>
                <c:pt idx="23264">
                  <c:v>0.41577092967142953</c:v>
                </c:pt>
                <c:pt idx="23265">
                  <c:v>0.4157903209399183</c:v>
                </c:pt>
                <c:pt idx="23266">
                  <c:v>0.41581313821857524</c:v>
                </c:pt>
                <c:pt idx="23267">
                  <c:v>0.41587624511817678</c:v>
                </c:pt>
                <c:pt idx="23268">
                  <c:v>0.41588911444337939</c:v>
                </c:pt>
                <c:pt idx="23269">
                  <c:v>0.41591606341102882</c:v>
                </c:pt>
                <c:pt idx="23270">
                  <c:v>0.41595024823224425</c:v>
                </c:pt>
                <c:pt idx="23271">
                  <c:v>0.41597305156834186</c:v>
                </c:pt>
                <c:pt idx="23272">
                  <c:v>0.41597417557914318</c:v>
                </c:pt>
                <c:pt idx="23273">
                  <c:v>0.41608572956458667</c:v>
                </c:pt>
                <c:pt idx="23274">
                  <c:v>0.41610961233860755</c:v>
                </c:pt>
                <c:pt idx="23275">
                  <c:v>0.41613597653063628</c:v>
                </c:pt>
                <c:pt idx="23276">
                  <c:v>0.4162248058927161</c:v>
                </c:pt>
                <c:pt idx="23277">
                  <c:v>0.41623478731025559</c:v>
                </c:pt>
                <c:pt idx="23278">
                  <c:v>0.41623915845361048</c:v>
                </c:pt>
                <c:pt idx="23279">
                  <c:v>0.41634467626783556</c:v>
                </c:pt>
                <c:pt idx="23280">
                  <c:v>0.41644462892273354</c:v>
                </c:pt>
                <c:pt idx="23281">
                  <c:v>0.41646894451965799</c:v>
                </c:pt>
                <c:pt idx="23282">
                  <c:v>0.41649162622047242</c:v>
                </c:pt>
                <c:pt idx="23283">
                  <c:v>0.41650876565395628</c:v>
                </c:pt>
                <c:pt idx="23284">
                  <c:v>0.41651296353097028</c:v>
                </c:pt>
                <c:pt idx="23285">
                  <c:v>0.41658430451423234</c:v>
                </c:pt>
                <c:pt idx="23286">
                  <c:v>0.41661676366730671</c:v>
                </c:pt>
                <c:pt idx="23287">
                  <c:v>0.41662747737345651</c:v>
                </c:pt>
                <c:pt idx="23288">
                  <c:v>0.41664465874930379</c:v>
                </c:pt>
                <c:pt idx="23289">
                  <c:v>0.41670016049518865</c:v>
                </c:pt>
                <c:pt idx="23290">
                  <c:v>0.41670554232518564</c:v>
                </c:pt>
                <c:pt idx="23291">
                  <c:v>0.41677685879557097</c:v>
                </c:pt>
                <c:pt idx="23292">
                  <c:v>0.41686423915673537</c:v>
                </c:pt>
                <c:pt idx="23293">
                  <c:v>0.41689678494624682</c:v>
                </c:pt>
                <c:pt idx="23294">
                  <c:v>0.41690794740552628</c:v>
                </c:pt>
                <c:pt idx="23295">
                  <c:v>0.41715753954127277</c:v>
                </c:pt>
                <c:pt idx="23296">
                  <c:v>0.41722917046698105</c:v>
                </c:pt>
                <c:pt idx="23297">
                  <c:v>0.41722929702640271</c:v>
                </c:pt>
                <c:pt idx="23298">
                  <c:v>0.41730562292270373</c:v>
                </c:pt>
                <c:pt idx="23299">
                  <c:v>0.41749516159549416</c:v>
                </c:pt>
                <c:pt idx="23300">
                  <c:v>0.4175574719327021</c:v>
                </c:pt>
                <c:pt idx="23301">
                  <c:v>0.4176907323827434</c:v>
                </c:pt>
                <c:pt idx="23302">
                  <c:v>0.41772709608234709</c:v>
                </c:pt>
                <c:pt idx="23303">
                  <c:v>0.41776521074541334</c:v>
                </c:pt>
                <c:pt idx="23304">
                  <c:v>0.41783131939613949</c:v>
                </c:pt>
                <c:pt idx="23305">
                  <c:v>0.41784985735238178</c:v>
                </c:pt>
                <c:pt idx="23306">
                  <c:v>0.41787193433658765</c:v>
                </c:pt>
                <c:pt idx="23307">
                  <c:v>0.41794973605748076</c:v>
                </c:pt>
                <c:pt idx="23308">
                  <c:v>0.41797533863153619</c:v>
                </c:pt>
                <c:pt idx="23309">
                  <c:v>0.41803088569777441</c:v>
                </c:pt>
                <c:pt idx="23310">
                  <c:v>0.41806299555743343</c:v>
                </c:pt>
                <c:pt idx="23311">
                  <c:v>0.41810628022244656</c:v>
                </c:pt>
                <c:pt idx="23312">
                  <c:v>0.41814421157058196</c:v>
                </c:pt>
                <c:pt idx="23313">
                  <c:v>0.41817694084193802</c:v>
                </c:pt>
                <c:pt idx="23314">
                  <c:v>0.41823802375205105</c:v>
                </c:pt>
                <c:pt idx="23315">
                  <c:v>0.41831494629575006</c:v>
                </c:pt>
                <c:pt idx="23316">
                  <c:v>0.4184294961494992</c:v>
                </c:pt>
                <c:pt idx="23317">
                  <c:v>0.41843731048450189</c:v>
                </c:pt>
                <c:pt idx="23318">
                  <c:v>0.41849096247846612</c:v>
                </c:pt>
                <c:pt idx="23319">
                  <c:v>0.41853034809259382</c:v>
                </c:pt>
                <c:pt idx="23320">
                  <c:v>0.41857385559246363</c:v>
                </c:pt>
                <c:pt idx="23321">
                  <c:v>0.41873869254422569</c:v>
                </c:pt>
                <c:pt idx="23322">
                  <c:v>0.41880548967888731</c:v>
                </c:pt>
                <c:pt idx="23323">
                  <c:v>0.41885826508813068</c:v>
                </c:pt>
                <c:pt idx="23324">
                  <c:v>0.41888098935762208</c:v>
                </c:pt>
                <c:pt idx="23325">
                  <c:v>0.41899712452415361</c:v>
                </c:pt>
                <c:pt idx="23326">
                  <c:v>0.4192280509635774</c:v>
                </c:pt>
                <c:pt idx="23327">
                  <c:v>0.41929152950976106</c:v>
                </c:pt>
                <c:pt idx="23328">
                  <c:v>0.4192927768738296</c:v>
                </c:pt>
                <c:pt idx="23329">
                  <c:v>0.41953947455065776</c:v>
                </c:pt>
                <c:pt idx="23330">
                  <c:v>0.41963612754153351</c:v>
                </c:pt>
                <c:pt idx="23331">
                  <c:v>0.41980786437009926</c:v>
                </c:pt>
                <c:pt idx="23332">
                  <c:v>0.41987913874803118</c:v>
                </c:pt>
                <c:pt idx="23333">
                  <c:v>0.41994980570229262</c:v>
                </c:pt>
                <c:pt idx="23334">
                  <c:v>0.4200176601493224</c:v>
                </c:pt>
                <c:pt idx="23335">
                  <c:v>0.42002638369701145</c:v>
                </c:pt>
                <c:pt idx="23336">
                  <c:v>0.42018176453038153</c:v>
                </c:pt>
                <c:pt idx="23337">
                  <c:v>0.42022738727995779</c:v>
                </c:pt>
                <c:pt idx="23338">
                  <c:v>0.42024499046865021</c:v>
                </c:pt>
                <c:pt idx="23339">
                  <c:v>0.42039242496752777</c:v>
                </c:pt>
                <c:pt idx="23340">
                  <c:v>0.42050495964652951</c:v>
                </c:pt>
                <c:pt idx="23341">
                  <c:v>0.42052684772998672</c:v>
                </c:pt>
                <c:pt idx="23342">
                  <c:v>0.42053728307411475</c:v>
                </c:pt>
                <c:pt idx="23343">
                  <c:v>0.4206203939175468</c:v>
                </c:pt>
                <c:pt idx="23344">
                  <c:v>0.42078294113824871</c:v>
                </c:pt>
                <c:pt idx="23345">
                  <c:v>0.42084400704761454</c:v>
                </c:pt>
                <c:pt idx="23346">
                  <c:v>0.42088811867529169</c:v>
                </c:pt>
                <c:pt idx="23347">
                  <c:v>0.42088991343579868</c:v>
                </c:pt>
                <c:pt idx="23348">
                  <c:v>0.42094900562220228</c:v>
                </c:pt>
                <c:pt idx="23349">
                  <c:v>0.42104767520691272</c:v>
                </c:pt>
                <c:pt idx="23350">
                  <c:v>0.42111707775648527</c:v>
                </c:pt>
                <c:pt idx="23351">
                  <c:v>0.4211431420326745</c:v>
                </c:pt>
                <c:pt idx="23352">
                  <c:v>0.42131630818421101</c:v>
                </c:pt>
                <c:pt idx="23353">
                  <c:v>0.42136316637183291</c:v>
                </c:pt>
                <c:pt idx="23354">
                  <c:v>0.42149128972352023</c:v>
                </c:pt>
                <c:pt idx="23355">
                  <c:v>0.42151355258110917</c:v>
                </c:pt>
                <c:pt idx="23356">
                  <c:v>0.42151361995067621</c:v>
                </c:pt>
                <c:pt idx="23357">
                  <c:v>0.42158366695160571</c:v>
                </c:pt>
                <c:pt idx="23358">
                  <c:v>0.42162337656637122</c:v>
                </c:pt>
                <c:pt idx="23359">
                  <c:v>0.42164488214020146</c:v>
                </c:pt>
                <c:pt idx="23360">
                  <c:v>0.42167525960353963</c:v>
                </c:pt>
                <c:pt idx="23361">
                  <c:v>0.42172695865588317</c:v>
                </c:pt>
                <c:pt idx="23362">
                  <c:v>0.42191582655520549</c:v>
                </c:pt>
                <c:pt idx="23363">
                  <c:v>0.42193903972226399</c:v>
                </c:pt>
                <c:pt idx="23364">
                  <c:v>0.42209871558842366</c:v>
                </c:pt>
                <c:pt idx="23365">
                  <c:v>0.42210396032306163</c:v>
                </c:pt>
                <c:pt idx="23366">
                  <c:v>0.42212393656194486</c:v>
                </c:pt>
                <c:pt idx="23367">
                  <c:v>0.42223182772991807</c:v>
                </c:pt>
                <c:pt idx="23368">
                  <c:v>0.42225563382035214</c:v>
                </c:pt>
                <c:pt idx="23369">
                  <c:v>0.42234920069785337</c:v>
                </c:pt>
                <c:pt idx="23370">
                  <c:v>0.42237113349430272</c:v>
                </c:pt>
                <c:pt idx="23371">
                  <c:v>0.42243244906246319</c:v>
                </c:pt>
                <c:pt idx="23372">
                  <c:v>0.42245134988406696</c:v>
                </c:pt>
                <c:pt idx="23373">
                  <c:v>0.42251875313584303</c:v>
                </c:pt>
                <c:pt idx="23374">
                  <c:v>0.42263459207910098</c:v>
                </c:pt>
                <c:pt idx="23375">
                  <c:v>0.42265566417106465</c:v>
                </c:pt>
                <c:pt idx="23376">
                  <c:v>0.42271312739703931</c:v>
                </c:pt>
                <c:pt idx="23377">
                  <c:v>0.42293727964875427</c:v>
                </c:pt>
                <c:pt idx="23378">
                  <c:v>0.42305738958691136</c:v>
                </c:pt>
                <c:pt idx="23379">
                  <c:v>0.42306146515551363</c:v>
                </c:pt>
                <c:pt idx="23380">
                  <c:v>0.42310444493601718</c:v>
                </c:pt>
                <c:pt idx="23381">
                  <c:v>0.42328457691163651</c:v>
                </c:pt>
                <c:pt idx="23382">
                  <c:v>0.42357425100409329</c:v>
                </c:pt>
                <c:pt idx="23383">
                  <c:v>0.42365782806604985</c:v>
                </c:pt>
                <c:pt idx="23384">
                  <c:v>0.42380078421707451</c:v>
                </c:pt>
                <c:pt idx="23385">
                  <c:v>0.4238860365265818</c:v>
                </c:pt>
                <c:pt idx="23386">
                  <c:v>0.42408764788796893</c:v>
                </c:pt>
                <c:pt idx="23387">
                  <c:v>0.42408866439895065</c:v>
                </c:pt>
                <c:pt idx="23388">
                  <c:v>0.42418223083718781</c:v>
                </c:pt>
                <c:pt idx="23389">
                  <c:v>0.42419571784460303</c:v>
                </c:pt>
                <c:pt idx="23390">
                  <c:v>0.42421050015430345</c:v>
                </c:pt>
                <c:pt idx="23391">
                  <c:v>0.42428068379787648</c:v>
                </c:pt>
                <c:pt idx="23392">
                  <c:v>0.42432592345997211</c:v>
                </c:pt>
                <c:pt idx="23393">
                  <c:v>0.42446938932016548</c:v>
                </c:pt>
                <c:pt idx="23394">
                  <c:v>0.424532181923234</c:v>
                </c:pt>
                <c:pt idx="23395">
                  <c:v>0.42455818897783237</c:v>
                </c:pt>
                <c:pt idx="23396">
                  <c:v>0.42463738630080239</c:v>
                </c:pt>
                <c:pt idx="23397">
                  <c:v>0.42468529322741166</c:v>
                </c:pt>
                <c:pt idx="23398">
                  <c:v>0.42475451079350152</c:v>
                </c:pt>
                <c:pt idx="23399">
                  <c:v>0.42480807708619039</c:v>
                </c:pt>
                <c:pt idx="23400">
                  <c:v>0.4248639224919315</c:v>
                </c:pt>
                <c:pt idx="23401">
                  <c:v>0.42489069876033658</c:v>
                </c:pt>
                <c:pt idx="23402">
                  <c:v>0.42491032135886458</c:v>
                </c:pt>
                <c:pt idx="23403">
                  <c:v>0.42496086367527569</c:v>
                </c:pt>
                <c:pt idx="23404">
                  <c:v>0.42499078545904478</c:v>
                </c:pt>
                <c:pt idx="23405">
                  <c:v>0.42501581807899547</c:v>
                </c:pt>
                <c:pt idx="23406">
                  <c:v>0.42509064812076214</c:v>
                </c:pt>
                <c:pt idx="23407">
                  <c:v>0.4251142651757141</c:v>
                </c:pt>
                <c:pt idx="23408">
                  <c:v>0.42522407897511294</c:v>
                </c:pt>
                <c:pt idx="23409">
                  <c:v>0.42529886701556319</c:v>
                </c:pt>
                <c:pt idx="23410">
                  <c:v>0.42543842772021206</c:v>
                </c:pt>
                <c:pt idx="23411">
                  <c:v>0.42553244147852859</c:v>
                </c:pt>
                <c:pt idx="23412">
                  <c:v>0.42559412522976103</c:v>
                </c:pt>
                <c:pt idx="23413">
                  <c:v>0.4256615190117683</c:v>
                </c:pt>
                <c:pt idx="23414">
                  <c:v>0.4256649080824581</c:v>
                </c:pt>
                <c:pt idx="23415">
                  <c:v>0.42575037942030114</c:v>
                </c:pt>
                <c:pt idx="23416">
                  <c:v>0.42577703350249718</c:v>
                </c:pt>
                <c:pt idx="23417">
                  <c:v>0.42601894701746679</c:v>
                </c:pt>
                <c:pt idx="23418">
                  <c:v>0.42608403675247536</c:v>
                </c:pt>
                <c:pt idx="23419">
                  <c:v>0.4262828468461255</c:v>
                </c:pt>
                <c:pt idx="23420">
                  <c:v>0.42661851816459306</c:v>
                </c:pt>
                <c:pt idx="23421">
                  <c:v>0.42695298718041075</c:v>
                </c:pt>
                <c:pt idx="23422">
                  <c:v>0.4271647912034699</c:v>
                </c:pt>
                <c:pt idx="23423">
                  <c:v>0.4272038790201288</c:v>
                </c:pt>
                <c:pt idx="23424">
                  <c:v>0.42722429432139425</c:v>
                </c:pt>
                <c:pt idx="23425">
                  <c:v>0.42734777720049127</c:v>
                </c:pt>
                <c:pt idx="23426">
                  <c:v>0.42738281506403458</c:v>
                </c:pt>
                <c:pt idx="23427">
                  <c:v>0.42747810134735098</c:v>
                </c:pt>
                <c:pt idx="23428">
                  <c:v>0.42782131913735688</c:v>
                </c:pt>
                <c:pt idx="23429">
                  <c:v>0.42787525489989292</c:v>
                </c:pt>
                <c:pt idx="23430">
                  <c:v>0.42801798435373017</c:v>
                </c:pt>
                <c:pt idx="23431">
                  <c:v>0.42802775489926059</c:v>
                </c:pt>
                <c:pt idx="23432">
                  <c:v>0.42811329598624209</c:v>
                </c:pt>
                <c:pt idx="23433">
                  <c:v>0.42825400761124743</c:v>
                </c:pt>
                <c:pt idx="23434">
                  <c:v>0.42834951933545778</c:v>
                </c:pt>
                <c:pt idx="23435">
                  <c:v>0.42839965398712193</c:v>
                </c:pt>
                <c:pt idx="23436">
                  <c:v>0.42850318099758078</c:v>
                </c:pt>
                <c:pt idx="23437">
                  <c:v>0.42861882776968374</c:v>
                </c:pt>
                <c:pt idx="23438">
                  <c:v>0.4287384676117017</c:v>
                </c:pt>
                <c:pt idx="23439">
                  <c:v>0.42874518216434732</c:v>
                </c:pt>
                <c:pt idx="23440">
                  <c:v>0.42891690561137502</c:v>
                </c:pt>
                <c:pt idx="23441">
                  <c:v>0.42895785147873905</c:v>
                </c:pt>
                <c:pt idx="23442">
                  <c:v>0.4290431466284555</c:v>
                </c:pt>
                <c:pt idx="23443">
                  <c:v>0.4290637993338145</c:v>
                </c:pt>
                <c:pt idx="23444">
                  <c:v>0.429120408512708</c:v>
                </c:pt>
                <c:pt idx="23445">
                  <c:v>0.42912358819879781</c:v>
                </c:pt>
                <c:pt idx="23446">
                  <c:v>0.42918896040777721</c:v>
                </c:pt>
                <c:pt idx="23447">
                  <c:v>0.4293446740285734</c:v>
                </c:pt>
                <c:pt idx="23448">
                  <c:v>0.42934719228130169</c:v>
                </c:pt>
                <c:pt idx="23449">
                  <c:v>0.42939622548697326</c:v>
                </c:pt>
                <c:pt idx="23450">
                  <c:v>0.42960241365394353</c:v>
                </c:pt>
                <c:pt idx="23451">
                  <c:v>0.42968475673523571</c:v>
                </c:pt>
                <c:pt idx="23452">
                  <c:v>0.4298933321167876</c:v>
                </c:pt>
                <c:pt idx="23453">
                  <c:v>0.42989901311965384</c:v>
                </c:pt>
                <c:pt idx="23454">
                  <c:v>0.42996259587701713</c:v>
                </c:pt>
                <c:pt idx="23455">
                  <c:v>0.43000458587341084</c:v>
                </c:pt>
                <c:pt idx="23456">
                  <c:v>0.43000693248034128</c:v>
                </c:pt>
                <c:pt idx="23457">
                  <c:v>0.43003309006715301</c:v>
                </c:pt>
                <c:pt idx="23458">
                  <c:v>0.43006681699522303</c:v>
                </c:pt>
                <c:pt idx="23459">
                  <c:v>0.43020233999259427</c:v>
                </c:pt>
                <c:pt idx="23460">
                  <c:v>0.43034577150110376</c:v>
                </c:pt>
                <c:pt idx="23461">
                  <c:v>0.43037596641531489</c:v>
                </c:pt>
                <c:pt idx="23462">
                  <c:v>0.43043383941591706</c:v>
                </c:pt>
                <c:pt idx="23463">
                  <c:v>0.43043739740289955</c:v>
                </c:pt>
                <c:pt idx="23464">
                  <c:v>0.43047605292744784</c:v>
                </c:pt>
                <c:pt idx="23465">
                  <c:v>0.43057546338157837</c:v>
                </c:pt>
                <c:pt idx="23466">
                  <c:v>0.43073490090764499</c:v>
                </c:pt>
                <c:pt idx="23467">
                  <c:v>0.43080221414923758</c:v>
                </c:pt>
                <c:pt idx="23468">
                  <c:v>0.43081216592354543</c:v>
                </c:pt>
                <c:pt idx="23469">
                  <c:v>0.4308646372621866</c:v>
                </c:pt>
                <c:pt idx="23470">
                  <c:v>0.43087093337506788</c:v>
                </c:pt>
                <c:pt idx="23471">
                  <c:v>0.43091834780569849</c:v>
                </c:pt>
                <c:pt idx="23472">
                  <c:v>0.43094247639060324</c:v>
                </c:pt>
                <c:pt idx="23473">
                  <c:v>0.43107907033058668</c:v>
                </c:pt>
                <c:pt idx="23474">
                  <c:v>0.43114127163000765</c:v>
                </c:pt>
                <c:pt idx="23475">
                  <c:v>0.43115828380630594</c:v>
                </c:pt>
                <c:pt idx="23476">
                  <c:v>0.43117848258564412</c:v>
                </c:pt>
                <c:pt idx="23477">
                  <c:v>0.43123163165953204</c:v>
                </c:pt>
                <c:pt idx="23478">
                  <c:v>0.43130894960110155</c:v>
                </c:pt>
                <c:pt idx="23479">
                  <c:v>0.4313983043686036</c:v>
                </c:pt>
                <c:pt idx="23480">
                  <c:v>0.43142334657514458</c:v>
                </c:pt>
                <c:pt idx="23481">
                  <c:v>0.43172379070011724</c:v>
                </c:pt>
                <c:pt idx="23482">
                  <c:v>0.43173770093672892</c:v>
                </c:pt>
                <c:pt idx="23483">
                  <c:v>0.43176618474334622</c:v>
                </c:pt>
                <c:pt idx="23484">
                  <c:v>0.43180320340326267</c:v>
                </c:pt>
                <c:pt idx="23485">
                  <c:v>0.431811145042372</c:v>
                </c:pt>
                <c:pt idx="23486">
                  <c:v>0.43189261680228952</c:v>
                </c:pt>
                <c:pt idx="23487">
                  <c:v>0.43191023342936363</c:v>
                </c:pt>
                <c:pt idx="23488">
                  <c:v>0.43214296751154685</c:v>
                </c:pt>
                <c:pt idx="23489">
                  <c:v>0.43217396949196751</c:v>
                </c:pt>
                <c:pt idx="23490">
                  <c:v>0.43235351994428001</c:v>
                </c:pt>
                <c:pt idx="23491">
                  <c:v>0.4324094315212787</c:v>
                </c:pt>
                <c:pt idx="23492">
                  <c:v>0.43244826712845386</c:v>
                </c:pt>
                <c:pt idx="23493">
                  <c:v>0.43254870316801736</c:v>
                </c:pt>
                <c:pt idx="23494">
                  <c:v>0.43260194292177728</c:v>
                </c:pt>
                <c:pt idx="23495">
                  <c:v>0.43263348652728528</c:v>
                </c:pt>
                <c:pt idx="23496">
                  <c:v>0.43267239929870549</c:v>
                </c:pt>
                <c:pt idx="23497">
                  <c:v>0.43268808091494837</c:v>
                </c:pt>
                <c:pt idx="23498">
                  <c:v>0.43294428118338496</c:v>
                </c:pt>
                <c:pt idx="23499">
                  <c:v>0.43294754651962991</c:v>
                </c:pt>
                <c:pt idx="23500">
                  <c:v>0.43298603163882143</c:v>
                </c:pt>
                <c:pt idx="23501">
                  <c:v>0.43298643240185297</c:v>
                </c:pt>
                <c:pt idx="23502">
                  <c:v>0.43312271729582297</c:v>
                </c:pt>
                <c:pt idx="23503">
                  <c:v>0.4333669382840491</c:v>
                </c:pt>
                <c:pt idx="23504">
                  <c:v>0.4333719790912256</c:v>
                </c:pt>
                <c:pt idx="23505">
                  <c:v>0.4334058697295069</c:v>
                </c:pt>
                <c:pt idx="23506">
                  <c:v>0.43342493128046122</c:v>
                </c:pt>
                <c:pt idx="23507">
                  <c:v>0.43344386579606659</c:v>
                </c:pt>
                <c:pt idx="23508">
                  <c:v>0.43348390510251666</c:v>
                </c:pt>
                <c:pt idx="23509">
                  <c:v>0.43354903378732124</c:v>
                </c:pt>
                <c:pt idx="23510">
                  <c:v>0.43357275815940144</c:v>
                </c:pt>
                <c:pt idx="23511">
                  <c:v>0.43374406762020368</c:v>
                </c:pt>
                <c:pt idx="23512">
                  <c:v>0.43376941728772506</c:v>
                </c:pt>
                <c:pt idx="23513">
                  <c:v>0.43379916452516271</c:v>
                </c:pt>
                <c:pt idx="23514">
                  <c:v>0.43383732627265043</c:v>
                </c:pt>
                <c:pt idx="23515">
                  <c:v>0.43413007486903105</c:v>
                </c:pt>
                <c:pt idx="23516">
                  <c:v>0.43418327859535577</c:v>
                </c:pt>
                <c:pt idx="23517">
                  <c:v>0.43435558053359336</c:v>
                </c:pt>
                <c:pt idx="23518">
                  <c:v>0.43460024702044447</c:v>
                </c:pt>
                <c:pt idx="23519">
                  <c:v>0.43463398828541278</c:v>
                </c:pt>
                <c:pt idx="23520">
                  <c:v>0.43467629973067418</c:v>
                </c:pt>
                <c:pt idx="23521">
                  <c:v>0.43467634864712867</c:v>
                </c:pt>
                <c:pt idx="23522">
                  <c:v>0.43472287724535907</c:v>
                </c:pt>
                <c:pt idx="23523">
                  <c:v>0.4347552895445877</c:v>
                </c:pt>
                <c:pt idx="23524">
                  <c:v>0.43477625894395833</c:v>
                </c:pt>
                <c:pt idx="23525">
                  <c:v>0.43486659268752498</c:v>
                </c:pt>
                <c:pt idx="23526">
                  <c:v>0.43490348873741425</c:v>
                </c:pt>
                <c:pt idx="23527">
                  <c:v>0.43491830577230611</c:v>
                </c:pt>
                <c:pt idx="23528">
                  <c:v>0.43495377939334945</c:v>
                </c:pt>
                <c:pt idx="23529">
                  <c:v>0.43513411267302365</c:v>
                </c:pt>
                <c:pt idx="23530">
                  <c:v>0.43514507388413065</c:v>
                </c:pt>
                <c:pt idx="23531">
                  <c:v>0.43520207846288372</c:v>
                </c:pt>
                <c:pt idx="23532">
                  <c:v>0.43525101798417809</c:v>
                </c:pt>
                <c:pt idx="23533">
                  <c:v>0.43525635212358182</c:v>
                </c:pt>
                <c:pt idx="23534">
                  <c:v>0.43541056258964012</c:v>
                </c:pt>
                <c:pt idx="23535">
                  <c:v>0.43551454715136784</c:v>
                </c:pt>
                <c:pt idx="23536">
                  <c:v>0.43553281016387951</c:v>
                </c:pt>
                <c:pt idx="23537">
                  <c:v>0.4355696327741575</c:v>
                </c:pt>
                <c:pt idx="23538">
                  <c:v>0.43576848295152465</c:v>
                </c:pt>
                <c:pt idx="23539">
                  <c:v>0.43582819478418044</c:v>
                </c:pt>
                <c:pt idx="23540">
                  <c:v>0.43586457049355581</c:v>
                </c:pt>
                <c:pt idx="23541">
                  <c:v>0.43597695893561911</c:v>
                </c:pt>
                <c:pt idx="23542">
                  <c:v>0.43610697029723228</c:v>
                </c:pt>
                <c:pt idx="23543">
                  <c:v>0.43624385125782289</c:v>
                </c:pt>
                <c:pt idx="23544">
                  <c:v>0.4362905330757848</c:v>
                </c:pt>
                <c:pt idx="23545">
                  <c:v>0.43632110872205598</c:v>
                </c:pt>
                <c:pt idx="23546">
                  <c:v>0.43632330562391081</c:v>
                </c:pt>
                <c:pt idx="23547">
                  <c:v>0.43640188546792785</c:v>
                </c:pt>
                <c:pt idx="23548">
                  <c:v>0.43644387984642508</c:v>
                </c:pt>
                <c:pt idx="23549">
                  <c:v>0.43648755908701703</c:v>
                </c:pt>
                <c:pt idx="23550">
                  <c:v>0.43649945904644266</c:v>
                </c:pt>
                <c:pt idx="23551">
                  <c:v>0.43665031254165937</c:v>
                </c:pt>
                <c:pt idx="23552">
                  <c:v>0.43666028393459189</c:v>
                </c:pt>
                <c:pt idx="23553">
                  <c:v>0.43696873123876112</c:v>
                </c:pt>
                <c:pt idx="23554">
                  <c:v>0.4372181746717812</c:v>
                </c:pt>
                <c:pt idx="23555">
                  <c:v>0.43722768015694735</c:v>
                </c:pt>
                <c:pt idx="23556">
                  <c:v>0.43731981814655929</c:v>
                </c:pt>
                <c:pt idx="23557">
                  <c:v>0.43732011695345918</c:v>
                </c:pt>
                <c:pt idx="23558">
                  <c:v>0.43739544510359385</c:v>
                </c:pt>
                <c:pt idx="23559">
                  <c:v>0.43746045526892646</c:v>
                </c:pt>
                <c:pt idx="23560">
                  <c:v>0.43746259436992774</c:v>
                </c:pt>
                <c:pt idx="23561">
                  <c:v>0.4374840679496913</c:v>
                </c:pt>
                <c:pt idx="23562">
                  <c:v>0.43753125780960478</c:v>
                </c:pt>
                <c:pt idx="23563">
                  <c:v>0.43754423485055466</c:v>
                </c:pt>
                <c:pt idx="23564">
                  <c:v>0.43754986621049091</c:v>
                </c:pt>
                <c:pt idx="23565">
                  <c:v>0.43756516330640144</c:v>
                </c:pt>
                <c:pt idx="23566">
                  <c:v>0.43771654141068389</c:v>
                </c:pt>
                <c:pt idx="23567">
                  <c:v>0.43791504948793125</c:v>
                </c:pt>
                <c:pt idx="23568">
                  <c:v>0.4379258807285934</c:v>
                </c:pt>
                <c:pt idx="23569">
                  <c:v>0.43805113997450584</c:v>
                </c:pt>
                <c:pt idx="23570">
                  <c:v>0.43828202513828102</c:v>
                </c:pt>
                <c:pt idx="23571">
                  <c:v>0.43834266032271085</c:v>
                </c:pt>
                <c:pt idx="23572">
                  <c:v>0.43838660815218428</c:v>
                </c:pt>
                <c:pt idx="23573">
                  <c:v>0.43842935186674792</c:v>
                </c:pt>
                <c:pt idx="23574">
                  <c:v>0.43857095272923124</c:v>
                </c:pt>
                <c:pt idx="23575">
                  <c:v>0.43862119574831809</c:v>
                </c:pt>
                <c:pt idx="23576">
                  <c:v>0.43867068630417649</c:v>
                </c:pt>
                <c:pt idx="23577">
                  <c:v>0.43870176424872454</c:v>
                </c:pt>
                <c:pt idx="23578">
                  <c:v>0.43872859958010679</c:v>
                </c:pt>
                <c:pt idx="23579">
                  <c:v>0.43887050069102768</c:v>
                </c:pt>
                <c:pt idx="23580">
                  <c:v>0.43894726992611421</c:v>
                </c:pt>
                <c:pt idx="23581">
                  <c:v>0.43905481632706544</c:v>
                </c:pt>
                <c:pt idx="23582">
                  <c:v>0.43906026791806352</c:v>
                </c:pt>
                <c:pt idx="23583">
                  <c:v>0.43906267222889711</c:v>
                </c:pt>
                <c:pt idx="23584">
                  <c:v>0.43911800886189095</c:v>
                </c:pt>
                <c:pt idx="23585">
                  <c:v>0.43914075833548066</c:v>
                </c:pt>
                <c:pt idx="23586">
                  <c:v>0.43937671417164331</c:v>
                </c:pt>
                <c:pt idx="23587">
                  <c:v>0.43937834320969371</c:v>
                </c:pt>
                <c:pt idx="23588">
                  <c:v>0.43962557367825927</c:v>
                </c:pt>
                <c:pt idx="23589">
                  <c:v>0.4396632017516966</c:v>
                </c:pt>
                <c:pt idx="23590">
                  <c:v>0.43970871852492294</c:v>
                </c:pt>
                <c:pt idx="23591">
                  <c:v>0.43972860714366835</c:v>
                </c:pt>
                <c:pt idx="23592">
                  <c:v>0.43979272922829504</c:v>
                </c:pt>
                <c:pt idx="23593">
                  <c:v>0.43981603534739222</c:v>
                </c:pt>
                <c:pt idx="23594">
                  <c:v>0.43981804647363826</c:v>
                </c:pt>
                <c:pt idx="23595">
                  <c:v>0.43985726663972674</c:v>
                </c:pt>
                <c:pt idx="23596">
                  <c:v>0.43990892717562535</c:v>
                </c:pt>
                <c:pt idx="23597">
                  <c:v>0.43992193343046038</c:v>
                </c:pt>
                <c:pt idx="23598">
                  <c:v>0.43993487562964273</c:v>
                </c:pt>
                <c:pt idx="23599">
                  <c:v>0.44000760059338356</c:v>
                </c:pt>
                <c:pt idx="23600">
                  <c:v>0.44011172600928627</c:v>
                </c:pt>
                <c:pt idx="23601">
                  <c:v>0.44020807037378284</c:v>
                </c:pt>
                <c:pt idx="23602">
                  <c:v>0.44046546055523139</c:v>
                </c:pt>
                <c:pt idx="23603">
                  <c:v>0.44056290358932121</c:v>
                </c:pt>
                <c:pt idx="23604">
                  <c:v>0.44072383718833791</c:v>
                </c:pt>
                <c:pt idx="23605">
                  <c:v>0.44073752103929964</c:v>
                </c:pt>
                <c:pt idx="23606">
                  <c:v>0.44076710665230306</c:v>
                </c:pt>
                <c:pt idx="23607">
                  <c:v>0.44091130815448154</c:v>
                </c:pt>
                <c:pt idx="23608">
                  <c:v>0.44096720600102546</c:v>
                </c:pt>
                <c:pt idx="23609">
                  <c:v>0.44096809781869661</c:v>
                </c:pt>
                <c:pt idx="23610">
                  <c:v>0.44099244951747979</c:v>
                </c:pt>
                <c:pt idx="23611">
                  <c:v>0.44104125249822884</c:v>
                </c:pt>
                <c:pt idx="23612">
                  <c:v>0.44104406091842513</c:v>
                </c:pt>
                <c:pt idx="23613">
                  <c:v>0.44106933802450621</c:v>
                </c:pt>
                <c:pt idx="23614">
                  <c:v>0.44107870229168328</c:v>
                </c:pt>
                <c:pt idx="23615">
                  <c:v>0.44108257277598756</c:v>
                </c:pt>
                <c:pt idx="23616">
                  <c:v>0.44108925586139258</c:v>
                </c:pt>
                <c:pt idx="23617">
                  <c:v>0.44109230076297612</c:v>
                </c:pt>
                <c:pt idx="23618">
                  <c:v>0.44112885122667522</c:v>
                </c:pt>
                <c:pt idx="23619">
                  <c:v>0.44124081883079125</c:v>
                </c:pt>
                <c:pt idx="23620">
                  <c:v>0.44126110445931788</c:v>
                </c:pt>
                <c:pt idx="23621">
                  <c:v>0.44126520196194968</c:v>
                </c:pt>
                <c:pt idx="23622">
                  <c:v>0.44128909131332905</c:v>
                </c:pt>
                <c:pt idx="23623">
                  <c:v>0.44165291701736464</c:v>
                </c:pt>
                <c:pt idx="23624">
                  <c:v>0.44168701230096202</c:v>
                </c:pt>
                <c:pt idx="23625">
                  <c:v>0.44172966635223831</c:v>
                </c:pt>
                <c:pt idx="23626">
                  <c:v>0.44176451719462401</c:v>
                </c:pt>
                <c:pt idx="23627">
                  <c:v>0.44176938902134771</c:v>
                </c:pt>
                <c:pt idx="23628">
                  <c:v>0.44177690196359665</c:v>
                </c:pt>
                <c:pt idx="23629">
                  <c:v>0.44186371322011353</c:v>
                </c:pt>
                <c:pt idx="23630">
                  <c:v>0.44194390052150906</c:v>
                </c:pt>
                <c:pt idx="23631">
                  <c:v>0.44196051624569455</c:v>
                </c:pt>
                <c:pt idx="23632">
                  <c:v>0.44198355384957894</c:v>
                </c:pt>
                <c:pt idx="23633">
                  <c:v>0.44201958965555094</c:v>
                </c:pt>
                <c:pt idx="23634">
                  <c:v>0.44205136047206867</c:v>
                </c:pt>
                <c:pt idx="23635">
                  <c:v>0.44216437942780196</c:v>
                </c:pt>
                <c:pt idx="23636">
                  <c:v>0.44219539436695132</c:v>
                </c:pt>
                <c:pt idx="23637">
                  <c:v>0.44226262001390282</c:v>
                </c:pt>
                <c:pt idx="23638">
                  <c:v>0.44229070786045344</c:v>
                </c:pt>
                <c:pt idx="23639">
                  <c:v>0.44251060454628482</c:v>
                </c:pt>
                <c:pt idx="23640">
                  <c:v>0.44273954623193407</c:v>
                </c:pt>
                <c:pt idx="23641">
                  <c:v>0.44275681860241939</c:v>
                </c:pt>
                <c:pt idx="23642">
                  <c:v>0.44278405523068837</c:v>
                </c:pt>
                <c:pt idx="23643">
                  <c:v>0.44292000435553719</c:v>
                </c:pt>
                <c:pt idx="23644">
                  <c:v>0.44295119566807661</c:v>
                </c:pt>
                <c:pt idx="23645">
                  <c:v>0.44295998879829351</c:v>
                </c:pt>
                <c:pt idx="23646">
                  <c:v>0.44297555201593952</c:v>
                </c:pt>
                <c:pt idx="23647">
                  <c:v>0.44301099175301012</c:v>
                </c:pt>
                <c:pt idx="23648">
                  <c:v>0.44327212312792719</c:v>
                </c:pt>
                <c:pt idx="23649">
                  <c:v>0.44341436093844011</c:v>
                </c:pt>
                <c:pt idx="23650">
                  <c:v>0.44344938466667672</c:v>
                </c:pt>
                <c:pt idx="23651">
                  <c:v>0.44346958061494718</c:v>
                </c:pt>
                <c:pt idx="23652">
                  <c:v>0.4435980317520351</c:v>
                </c:pt>
                <c:pt idx="23653">
                  <c:v>0.4436096563339641</c:v>
                </c:pt>
                <c:pt idx="23654">
                  <c:v>0.44368720283729191</c:v>
                </c:pt>
                <c:pt idx="23655">
                  <c:v>0.44370109339116753</c:v>
                </c:pt>
                <c:pt idx="23656">
                  <c:v>0.44377082344384855</c:v>
                </c:pt>
                <c:pt idx="23657">
                  <c:v>0.44392924476198575</c:v>
                </c:pt>
                <c:pt idx="23658">
                  <c:v>0.44403624208062747</c:v>
                </c:pt>
                <c:pt idx="23659">
                  <c:v>0.44416924785926998</c:v>
                </c:pt>
                <c:pt idx="23660">
                  <c:v>0.44421677244647384</c:v>
                </c:pt>
                <c:pt idx="23661">
                  <c:v>0.44434429762578104</c:v>
                </c:pt>
                <c:pt idx="23662">
                  <c:v>0.44437490278223757</c:v>
                </c:pt>
                <c:pt idx="23663">
                  <c:v>0.44437767385208038</c:v>
                </c:pt>
                <c:pt idx="23664">
                  <c:v>0.44441370275596292</c:v>
                </c:pt>
                <c:pt idx="23665">
                  <c:v>0.4445356852474317</c:v>
                </c:pt>
                <c:pt idx="23666">
                  <c:v>0.44456404051755316</c:v>
                </c:pt>
                <c:pt idx="23667">
                  <c:v>0.44469927586129138</c:v>
                </c:pt>
                <c:pt idx="23668">
                  <c:v>0.44470894589106102</c:v>
                </c:pt>
                <c:pt idx="23669">
                  <c:v>0.44479999124095027</c:v>
                </c:pt>
                <c:pt idx="23670">
                  <c:v>0.44482186587696293</c:v>
                </c:pt>
                <c:pt idx="23671">
                  <c:v>0.4448450458803912</c:v>
                </c:pt>
                <c:pt idx="23672">
                  <c:v>0.44485500475805961</c:v>
                </c:pt>
                <c:pt idx="23673">
                  <c:v>0.44490429036305212</c:v>
                </c:pt>
                <c:pt idx="23674">
                  <c:v>0.44491202855513334</c:v>
                </c:pt>
                <c:pt idx="23675">
                  <c:v>0.44502704843214191</c:v>
                </c:pt>
                <c:pt idx="23676">
                  <c:v>0.44518875637481853</c:v>
                </c:pt>
                <c:pt idx="23677">
                  <c:v>0.44521724829577652</c:v>
                </c:pt>
                <c:pt idx="23678">
                  <c:v>0.44537148351267353</c:v>
                </c:pt>
                <c:pt idx="23679">
                  <c:v>0.44544993881930228</c:v>
                </c:pt>
                <c:pt idx="23680">
                  <c:v>0.44549919831151075</c:v>
                </c:pt>
                <c:pt idx="23681">
                  <c:v>0.4456442365139146</c:v>
                </c:pt>
                <c:pt idx="23682">
                  <c:v>0.44567861151789701</c:v>
                </c:pt>
                <c:pt idx="23683">
                  <c:v>0.44578977349691473</c:v>
                </c:pt>
                <c:pt idx="23684">
                  <c:v>0.44585700754450497</c:v>
                </c:pt>
                <c:pt idx="23685">
                  <c:v>0.44598313053654165</c:v>
                </c:pt>
                <c:pt idx="23686">
                  <c:v>0.44605233657479687</c:v>
                </c:pt>
                <c:pt idx="23687">
                  <c:v>0.44607836379721699</c:v>
                </c:pt>
                <c:pt idx="23688">
                  <c:v>0.44612426443532083</c:v>
                </c:pt>
                <c:pt idx="23689">
                  <c:v>0.44616806764882844</c:v>
                </c:pt>
                <c:pt idx="23690">
                  <c:v>0.44635612069152908</c:v>
                </c:pt>
                <c:pt idx="23691">
                  <c:v>0.44636624542220954</c:v>
                </c:pt>
                <c:pt idx="23692">
                  <c:v>0.44637791946345612</c:v>
                </c:pt>
                <c:pt idx="23693">
                  <c:v>0.44645679539395089</c:v>
                </c:pt>
                <c:pt idx="23694">
                  <c:v>0.4464639835421722</c:v>
                </c:pt>
                <c:pt idx="23695">
                  <c:v>0.44649765561688376</c:v>
                </c:pt>
                <c:pt idx="23696">
                  <c:v>0.44651657740278861</c:v>
                </c:pt>
                <c:pt idx="23697">
                  <c:v>0.44658190066681031</c:v>
                </c:pt>
                <c:pt idx="23698">
                  <c:v>0.44668561287586983</c:v>
                </c:pt>
                <c:pt idx="23699">
                  <c:v>0.4467771065776347</c:v>
                </c:pt>
                <c:pt idx="23700">
                  <c:v>0.44685933679936563</c:v>
                </c:pt>
                <c:pt idx="23701">
                  <c:v>0.446875442763282</c:v>
                </c:pt>
                <c:pt idx="23702">
                  <c:v>0.44693722346113096</c:v>
                </c:pt>
                <c:pt idx="23703">
                  <c:v>0.44698414374326545</c:v>
                </c:pt>
                <c:pt idx="23704">
                  <c:v>0.44709812278814981</c:v>
                </c:pt>
                <c:pt idx="23705">
                  <c:v>0.44711410042755256</c:v>
                </c:pt>
                <c:pt idx="23706">
                  <c:v>0.44729033280669134</c:v>
                </c:pt>
                <c:pt idx="23707">
                  <c:v>0.44730476193504093</c:v>
                </c:pt>
                <c:pt idx="23708">
                  <c:v>0.44742770238583202</c:v>
                </c:pt>
                <c:pt idx="23709">
                  <c:v>0.44746389823427307</c:v>
                </c:pt>
                <c:pt idx="23710">
                  <c:v>0.44767063383618699</c:v>
                </c:pt>
                <c:pt idx="23711">
                  <c:v>0.44774003297388387</c:v>
                </c:pt>
                <c:pt idx="23712">
                  <c:v>0.44784200151891146</c:v>
                </c:pt>
                <c:pt idx="23713">
                  <c:v>0.4478568706821533</c:v>
                </c:pt>
                <c:pt idx="23714">
                  <c:v>0.44817207457265867</c:v>
                </c:pt>
                <c:pt idx="23715">
                  <c:v>0.44850742014325728</c:v>
                </c:pt>
                <c:pt idx="23716">
                  <c:v>0.44857882411441841</c:v>
                </c:pt>
                <c:pt idx="23717">
                  <c:v>0.44870956864272554</c:v>
                </c:pt>
                <c:pt idx="23718">
                  <c:v>0.44922681245735963</c:v>
                </c:pt>
                <c:pt idx="23719">
                  <c:v>0.44952235652704703</c:v>
                </c:pt>
                <c:pt idx="23720">
                  <c:v>0.44954969099493119</c:v>
                </c:pt>
                <c:pt idx="23721">
                  <c:v>0.44959425187728108</c:v>
                </c:pt>
                <c:pt idx="23722">
                  <c:v>0.44961778142281539</c:v>
                </c:pt>
                <c:pt idx="23723">
                  <c:v>0.44971892477905956</c:v>
                </c:pt>
                <c:pt idx="23724">
                  <c:v>0.44977790641595977</c:v>
                </c:pt>
                <c:pt idx="23725">
                  <c:v>0.44980920696763071</c:v>
                </c:pt>
                <c:pt idx="23726">
                  <c:v>0.44981092692009234</c:v>
                </c:pt>
                <c:pt idx="23727">
                  <c:v>0.44993502223964676</c:v>
                </c:pt>
                <c:pt idx="23728">
                  <c:v>0.44998020843816522</c:v>
                </c:pt>
                <c:pt idx="23729">
                  <c:v>0.44998041178540948</c:v>
                </c:pt>
                <c:pt idx="23730">
                  <c:v>0.44999298151516165</c:v>
                </c:pt>
                <c:pt idx="23731">
                  <c:v>0.45006317252104622</c:v>
                </c:pt>
                <c:pt idx="23732">
                  <c:v>0.45015576858903872</c:v>
                </c:pt>
                <c:pt idx="23733">
                  <c:v>0.45019432334730625</c:v>
                </c:pt>
                <c:pt idx="23734">
                  <c:v>0.4501994749275921</c:v>
                </c:pt>
                <c:pt idx="23735">
                  <c:v>0.45020605603987635</c:v>
                </c:pt>
                <c:pt idx="23736">
                  <c:v>0.45024533395902655</c:v>
                </c:pt>
                <c:pt idx="23737">
                  <c:v>0.45025078789840611</c:v>
                </c:pt>
                <c:pt idx="23738">
                  <c:v>0.45026114624884139</c:v>
                </c:pt>
                <c:pt idx="23739">
                  <c:v>0.45029363786130988</c:v>
                </c:pt>
                <c:pt idx="23740">
                  <c:v>0.45031901791720486</c:v>
                </c:pt>
                <c:pt idx="23741">
                  <c:v>0.45034252565746402</c:v>
                </c:pt>
                <c:pt idx="23742">
                  <c:v>0.45041640675112643</c:v>
                </c:pt>
                <c:pt idx="23743">
                  <c:v>0.45043628658178342</c:v>
                </c:pt>
                <c:pt idx="23744">
                  <c:v>0.4505157077253033</c:v>
                </c:pt>
                <c:pt idx="23745">
                  <c:v>0.45051931640293169</c:v>
                </c:pt>
                <c:pt idx="23746">
                  <c:v>0.45051947211776933</c:v>
                </c:pt>
                <c:pt idx="23747">
                  <c:v>0.45057245828591208</c:v>
                </c:pt>
                <c:pt idx="23748">
                  <c:v>0.45058034108365563</c:v>
                </c:pt>
                <c:pt idx="23749">
                  <c:v>0.45061013257798033</c:v>
                </c:pt>
                <c:pt idx="23750">
                  <c:v>0.45067904810519677</c:v>
                </c:pt>
                <c:pt idx="23751">
                  <c:v>0.45068897982041162</c:v>
                </c:pt>
                <c:pt idx="23752">
                  <c:v>0.45093784619461158</c:v>
                </c:pt>
                <c:pt idx="23753">
                  <c:v>0.45099819461467977</c:v>
                </c:pt>
                <c:pt idx="23754">
                  <c:v>0.45100792670014023</c:v>
                </c:pt>
                <c:pt idx="23755">
                  <c:v>0.4510846356169666</c:v>
                </c:pt>
                <c:pt idx="23756">
                  <c:v>0.45110676826982782</c:v>
                </c:pt>
                <c:pt idx="23757">
                  <c:v>0.45114668155758203</c:v>
                </c:pt>
                <c:pt idx="23758">
                  <c:v>0.45114972312957791</c:v>
                </c:pt>
                <c:pt idx="23759">
                  <c:v>0.45124088209027119</c:v>
                </c:pt>
                <c:pt idx="23760">
                  <c:v>0.45127955158585881</c:v>
                </c:pt>
                <c:pt idx="23761">
                  <c:v>0.45133193577976272</c:v>
                </c:pt>
                <c:pt idx="23762">
                  <c:v>0.45138895493179565</c:v>
                </c:pt>
                <c:pt idx="23763">
                  <c:v>0.45166745814140913</c:v>
                </c:pt>
                <c:pt idx="23764">
                  <c:v>0.45176733084425497</c:v>
                </c:pt>
                <c:pt idx="23765">
                  <c:v>0.45217253755444253</c:v>
                </c:pt>
                <c:pt idx="23766">
                  <c:v>0.45222637211933897</c:v>
                </c:pt>
                <c:pt idx="23767">
                  <c:v>0.45230035214274456</c:v>
                </c:pt>
                <c:pt idx="23768">
                  <c:v>0.45231602614901995</c:v>
                </c:pt>
                <c:pt idx="23769">
                  <c:v>0.45251969672726472</c:v>
                </c:pt>
                <c:pt idx="23770">
                  <c:v>0.45266690125973391</c:v>
                </c:pt>
                <c:pt idx="23771">
                  <c:v>0.45269782239293166</c:v>
                </c:pt>
                <c:pt idx="23772">
                  <c:v>0.45269915157207824</c:v>
                </c:pt>
                <c:pt idx="23773">
                  <c:v>0.45273023776008087</c:v>
                </c:pt>
                <c:pt idx="23774">
                  <c:v>0.45276393689117767</c:v>
                </c:pt>
                <c:pt idx="23775">
                  <c:v>0.45284941966447589</c:v>
                </c:pt>
                <c:pt idx="23776">
                  <c:v>0.4528746496701978</c:v>
                </c:pt>
                <c:pt idx="23777">
                  <c:v>0.45289508931738154</c:v>
                </c:pt>
                <c:pt idx="23778">
                  <c:v>0.45295971401306567</c:v>
                </c:pt>
                <c:pt idx="23779">
                  <c:v>0.45299786706586015</c:v>
                </c:pt>
                <c:pt idx="23780">
                  <c:v>0.45322335357234061</c:v>
                </c:pt>
                <c:pt idx="23781">
                  <c:v>0.45324731945565633</c:v>
                </c:pt>
                <c:pt idx="23782">
                  <c:v>0.45351077215961377</c:v>
                </c:pt>
                <c:pt idx="23783">
                  <c:v>0.45352480279875923</c:v>
                </c:pt>
                <c:pt idx="23784">
                  <c:v>0.45354688622375061</c:v>
                </c:pt>
                <c:pt idx="23785">
                  <c:v>0.45357728576521683</c:v>
                </c:pt>
                <c:pt idx="23786">
                  <c:v>0.4537435393736311</c:v>
                </c:pt>
                <c:pt idx="23787">
                  <c:v>0.45384818139637162</c:v>
                </c:pt>
                <c:pt idx="23788">
                  <c:v>0.45385938637940726</c:v>
                </c:pt>
                <c:pt idx="23789">
                  <c:v>0.45386742531441432</c:v>
                </c:pt>
                <c:pt idx="23790">
                  <c:v>0.4538751190461795</c:v>
                </c:pt>
                <c:pt idx="23791">
                  <c:v>0.45390102039652036</c:v>
                </c:pt>
                <c:pt idx="23792">
                  <c:v>0.45394373749062095</c:v>
                </c:pt>
                <c:pt idx="23793">
                  <c:v>0.45395282960737321</c:v>
                </c:pt>
                <c:pt idx="23794">
                  <c:v>0.45401727986561763</c:v>
                </c:pt>
                <c:pt idx="23795">
                  <c:v>0.45404665554947127</c:v>
                </c:pt>
                <c:pt idx="23796">
                  <c:v>0.45422862542851467</c:v>
                </c:pt>
                <c:pt idx="23797">
                  <c:v>0.454313739174322</c:v>
                </c:pt>
                <c:pt idx="23798">
                  <c:v>0.45453025839467398</c:v>
                </c:pt>
                <c:pt idx="23799">
                  <c:v>0.45464067729511748</c:v>
                </c:pt>
                <c:pt idx="23800">
                  <c:v>0.45469119259743762</c:v>
                </c:pt>
                <c:pt idx="23801">
                  <c:v>0.45469230136526639</c:v>
                </c:pt>
                <c:pt idx="23802">
                  <c:v>0.45474490989578348</c:v>
                </c:pt>
                <c:pt idx="23803">
                  <c:v>0.45492845786739061</c:v>
                </c:pt>
                <c:pt idx="23804">
                  <c:v>0.45505494661574719</c:v>
                </c:pt>
                <c:pt idx="23805">
                  <c:v>0.45516555099025108</c:v>
                </c:pt>
                <c:pt idx="23806">
                  <c:v>0.45519416269320523</c:v>
                </c:pt>
                <c:pt idx="23807">
                  <c:v>0.45522303116668156</c:v>
                </c:pt>
                <c:pt idx="23808">
                  <c:v>0.45529997049375326</c:v>
                </c:pt>
                <c:pt idx="23809">
                  <c:v>0.45530298884975479</c:v>
                </c:pt>
                <c:pt idx="23810">
                  <c:v>0.45530578814564021</c:v>
                </c:pt>
                <c:pt idx="23811">
                  <c:v>0.45533367041542055</c:v>
                </c:pt>
                <c:pt idx="23812">
                  <c:v>0.45541515353466389</c:v>
                </c:pt>
                <c:pt idx="23813">
                  <c:v>0.45565985980385348</c:v>
                </c:pt>
                <c:pt idx="23814">
                  <c:v>0.45571599650718958</c:v>
                </c:pt>
                <c:pt idx="23815">
                  <c:v>0.45586114719807841</c:v>
                </c:pt>
                <c:pt idx="23816">
                  <c:v>0.45587817941165032</c:v>
                </c:pt>
                <c:pt idx="23817">
                  <c:v>0.45596440927048743</c:v>
                </c:pt>
                <c:pt idx="23818">
                  <c:v>0.45605247755235617</c:v>
                </c:pt>
                <c:pt idx="23819">
                  <c:v>0.45608805753712789</c:v>
                </c:pt>
                <c:pt idx="23820">
                  <c:v>0.45611401882274771</c:v>
                </c:pt>
                <c:pt idx="23821">
                  <c:v>0.45628490359289869</c:v>
                </c:pt>
                <c:pt idx="23822">
                  <c:v>0.45633338903887033</c:v>
                </c:pt>
                <c:pt idx="23823">
                  <c:v>0.45635169788530583</c:v>
                </c:pt>
                <c:pt idx="23824">
                  <c:v>0.45644108092447511</c:v>
                </c:pt>
                <c:pt idx="23825">
                  <c:v>0.45645779634509565</c:v>
                </c:pt>
                <c:pt idx="23826">
                  <c:v>0.4564711576242329</c:v>
                </c:pt>
                <c:pt idx="23827">
                  <c:v>0.45648841034540499</c:v>
                </c:pt>
                <c:pt idx="23828">
                  <c:v>0.456543369070955</c:v>
                </c:pt>
                <c:pt idx="23829">
                  <c:v>0.45662076756791825</c:v>
                </c:pt>
                <c:pt idx="23830">
                  <c:v>0.4566764710647539</c:v>
                </c:pt>
                <c:pt idx="23831">
                  <c:v>0.45672575957773814</c:v>
                </c:pt>
                <c:pt idx="23832">
                  <c:v>0.45676469763375321</c:v>
                </c:pt>
                <c:pt idx="23833">
                  <c:v>0.45681191519767672</c:v>
                </c:pt>
                <c:pt idx="23834">
                  <c:v>0.45684744659247639</c:v>
                </c:pt>
                <c:pt idx="23835">
                  <c:v>0.45692112656624051</c:v>
                </c:pt>
                <c:pt idx="23836">
                  <c:v>0.45699264325359845</c:v>
                </c:pt>
                <c:pt idx="23837">
                  <c:v>0.45702616764984044</c:v>
                </c:pt>
                <c:pt idx="23838">
                  <c:v>0.45704238565574179</c:v>
                </c:pt>
                <c:pt idx="23839">
                  <c:v>0.45708309123265811</c:v>
                </c:pt>
                <c:pt idx="23840">
                  <c:v>0.45719148709980134</c:v>
                </c:pt>
                <c:pt idx="23841">
                  <c:v>0.45722582335656564</c:v>
                </c:pt>
                <c:pt idx="23842">
                  <c:v>0.45741089875987229</c:v>
                </c:pt>
                <c:pt idx="23843">
                  <c:v>0.45741784144333364</c:v>
                </c:pt>
                <c:pt idx="23844">
                  <c:v>0.45742781675070365</c:v>
                </c:pt>
                <c:pt idx="23845">
                  <c:v>0.45759878509182783</c:v>
                </c:pt>
                <c:pt idx="23846">
                  <c:v>0.45774918412836285</c:v>
                </c:pt>
                <c:pt idx="23847">
                  <c:v>0.45779016799154965</c:v>
                </c:pt>
                <c:pt idx="23848">
                  <c:v>0.45790142919047261</c:v>
                </c:pt>
                <c:pt idx="23849">
                  <c:v>0.45792109004187886</c:v>
                </c:pt>
                <c:pt idx="23850">
                  <c:v>0.45808328196640213</c:v>
                </c:pt>
                <c:pt idx="23851">
                  <c:v>0.45813730425570892</c:v>
                </c:pt>
                <c:pt idx="23852">
                  <c:v>0.4581881729210493</c:v>
                </c:pt>
                <c:pt idx="23853">
                  <c:v>0.45822940028811932</c:v>
                </c:pt>
                <c:pt idx="23854">
                  <c:v>0.45828782153523689</c:v>
                </c:pt>
                <c:pt idx="23855">
                  <c:v>0.45835025365724241</c:v>
                </c:pt>
                <c:pt idx="23856">
                  <c:v>0.4584166054019842</c:v>
                </c:pt>
                <c:pt idx="23857">
                  <c:v>0.45850863667448322</c:v>
                </c:pt>
                <c:pt idx="23858">
                  <c:v>0.45862572349389963</c:v>
                </c:pt>
                <c:pt idx="23859">
                  <c:v>0.45862785108041099</c:v>
                </c:pt>
                <c:pt idx="23860">
                  <c:v>0.45865771347326378</c:v>
                </c:pt>
                <c:pt idx="23861">
                  <c:v>0.45865800094819148</c:v>
                </c:pt>
                <c:pt idx="23862">
                  <c:v>0.45868557461274495</c:v>
                </c:pt>
                <c:pt idx="23863">
                  <c:v>0.45870677517398428</c:v>
                </c:pt>
                <c:pt idx="23864">
                  <c:v>0.45872631827994453</c:v>
                </c:pt>
                <c:pt idx="23865">
                  <c:v>0.45874765493417324</c:v>
                </c:pt>
                <c:pt idx="23866">
                  <c:v>0.45876071707019911</c:v>
                </c:pt>
                <c:pt idx="23867">
                  <c:v>0.45881039552076847</c:v>
                </c:pt>
                <c:pt idx="23868">
                  <c:v>0.45881077564515155</c:v>
                </c:pt>
                <c:pt idx="23869">
                  <c:v>0.45891986470161711</c:v>
                </c:pt>
                <c:pt idx="23870">
                  <c:v>0.4590119792219588</c:v>
                </c:pt>
                <c:pt idx="23871">
                  <c:v>0.45903734276776503</c:v>
                </c:pt>
                <c:pt idx="23872">
                  <c:v>0.45904525403479796</c:v>
                </c:pt>
                <c:pt idx="23873">
                  <c:v>0.45911045396924705</c:v>
                </c:pt>
                <c:pt idx="23874">
                  <c:v>0.45921574162928891</c:v>
                </c:pt>
                <c:pt idx="23875">
                  <c:v>0.45940798491250523</c:v>
                </c:pt>
                <c:pt idx="23876">
                  <c:v>0.45956517014415105</c:v>
                </c:pt>
                <c:pt idx="23877">
                  <c:v>0.45957653047396052</c:v>
                </c:pt>
                <c:pt idx="23878">
                  <c:v>0.45959846977368468</c:v>
                </c:pt>
                <c:pt idx="23879">
                  <c:v>0.45974839459194511</c:v>
                </c:pt>
                <c:pt idx="23880">
                  <c:v>0.45981593222419043</c:v>
                </c:pt>
                <c:pt idx="23881">
                  <c:v>0.45984832594549413</c:v>
                </c:pt>
                <c:pt idx="23882">
                  <c:v>0.45989659650232578</c:v>
                </c:pt>
                <c:pt idx="23883">
                  <c:v>0.46007677408003339</c:v>
                </c:pt>
                <c:pt idx="23884">
                  <c:v>0.46010862983341666</c:v>
                </c:pt>
                <c:pt idx="23885">
                  <c:v>0.46012563960625558</c:v>
                </c:pt>
                <c:pt idx="23886">
                  <c:v>0.46012806985494886</c:v>
                </c:pt>
                <c:pt idx="23887">
                  <c:v>0.46024256616675224</c:v>
                </c:pt>
                <c:pt idx="23888">
                  <c:v>0.46032855190961031</c:v>
                </c:pt>
                <c:pt idx="23889">
                  <c:v>0.46039621709312017</c:v>
                </c:pt>
                <c:pt idx="23890">
                  <c:v>0.46042878686438643</c:v>
                </c:pt>
                <c:pt idx="23891">
                  <c:v>0.46063306290594946</c:v>
                </c:pt>
                <c:pt idx="23892">
                  <c:v>0.46078592765432352</c:v>
                </c:pt>
                <c:pt idx="23893">
                  <c:v>0.4608059161448671</c:v>
                </c:pt>
                <c:pt idx="23894">
                  <c:v>0.46091267480966114</c:v>
                </c:pt>
                <c:pt idx="23895">
                  <c:v>0.46093295709436749</c:v>
                </c:pt>
                <c:pt idx="23896">
                  <c:v>0.46096523709930426</c:v>
                </c:pt>
                <c:pt idx="23897">
                  <c:v>0.46141902131977242</c:v>
                </c:pt>
                <c:pt idx="23898">
                  <c:v>0.46145554087870988</c:v>
                </c:pt>
                <c:pt idx="23899">
                  <c:v>0.46175097544257837</c:v>
                </c:pt>
                <c:pt idx="23900">
                  <c:v>0.46175539469895299</c:v>
                </c:pt>
                <c:pt idx="23901">
                  <c:v>0.46179501831612879</c:v>
                </c:pt>
                <c:pt idx="23902">
                  <c:v>0.46181141128514258</c:v>
                </c:pt>
                <c:pt idx="23903">
                  <c:v>0.46184464351113558</c:v>
                </c:pt>
                <c:pt idx="23904">
                  <c:v>0.46186935287165898</c:v>
                </c:pt>
                <c:pt idx="23905">
                  <c:v>0.46208349044491409</c:v>
                </c:pt>
                <c:pt idx="23906">
                  <c:v>0.46210882660619729</c:v>
                </c:pt>
                <c:pt idx="23907">
                  <c:v>0.46212871378495068</c:v>
                </c:pt>
                <c:pt idx="23908">
                  <c:v>0.46216720730652966</c:v>
                </c:pt>
                <c:pt idx="23909">
                  <c:v>0.46221468755308387</c:v>
                </c:pt>
                <c:pt idx="23910">
                  <c:v>0.46224677002423908</c:v>
                </c:pt>
                <c:pt idx="23911">
                  <c:v>0.46227477192186028</c:v>
                </c:pt>
                <c:pt idx="23912">
                  <c:v>0.46229241940933324</c:v>
                </c:pt>
                <c:pt idx="23913">
                  <c:v>0.46231052686707946</c:v>
                </c:pt>
                <c:pt idx="23914">
                  <c:v>0.46231925918694339</c:v>
                </c:pt>
                <c:pt idx="23915">
                  <c:v>0.46244244762129488</c:v>
                </c:pt>
                <c:pt idx="23916">
                  <c:v>0.46255177780399021</c:v>
                </c:pt>
                <c:pt idx="23917">
                  <c:v>0.46255303643957169</c:v>
                </c:pt>
                <c:pt idx="23918">
                  <c:v>0.46256510227741859</c:v>
                </c:pt>
                <c:pt idx="23919">
                  <c:v>0.46264502519345579</c:v>
                </c:pt>
                <c:pt idx="23920">
                  <c:v>0.46264589715200782</c:v>
                </c:pt>
                <c:pt idx="23921">
                  <c:v>0.46269867963260336</c:v>
                </c:pt>
                <c:pt idx="23922">
                  <c:v>0.46270007651390416</c:v>
                </c:pt>
                <c:pt idx="23923">
                  <c:v>0.46271419271793274</c:v>
                </c:pt>
                <c:pt idx="23924">
                  <c:v>0.46287612205000406</c:v>
                </c:pt>
                <c:pt idx="23925">
                  <c:v>0.4629508267947694</c:v>
                </c:pt>
                <c:pt idx="23926">
                  <c:v>0.46306647513708965</c:v>
                </c:pt>
                <c:pt idx="23927">
                  <c:v>0.46327233712035948</c:v>
                </c:pt>
                <c:pt idx="23928">
                  <c:v>0.46328658624323893</c:v>
                </c:pt>
                <c:pt idx="23929">
                  <c:v>0.46342213584389974</c:v>
                </c:pt>
                <c:pt idx="23930">
                  <c:v>0.46350165188218795</c:v>
                </c:pt>
                <c:pt idx="23931">
                  <c:v>0.46352638826160708</c:v>
                </c:pt>
                <c:pt idx="23932">
                  <c:v>0.46355660862026937</c:v>
                </c:pt>
                <c:pt idx="23933">
                  <c:v>0.46387155759929921</c:v>
                </c:pt>
                <c:pt idx="23934">
                  <c:v>0.46392088057251474</c:v>
                </c:pt>
                <c:pt idx="23935">
                  <c:v>0.46396194889021908</c:v>
                </c:pt>
                <c:pt idx="23936">
                  <c:v>0.46419144751592273</c:v>
                </c:pt>
                <c:pt idx="23937">
                  <c:v>0.46422689868138906</c:v>
                </c:pt>
                <c:pt idx="23938">
                  <c:v>0.46423570999124275</c:v>
                </c:pt>
                <c:pt idx="23939">
                  <c:v>0.46437910356532264</c:v>
                </c:pt>
                <c:pt idx="23940">
                  <c:v>0.46443613699978598</c:v>
                </c:pt>
                <c:pt idx="23941">
                  <c:v>0.46447178330159933</c:v>
                </c:pt>
                <c:pt idx="23942">
                  <c:v>0.46451706175125423</c:v>
                </c:pt>
                <c:pt idx="23943">
                  <c:v>0.464616700826814</c:v>
                </c:pt>
                <c:pt idx="23944">
                  <c:v>0.46463514606673006</c:v>
                </c:pt>
                <c:pt idx="23945">
                  <c:v>0.46467968691154293</c:v>
                </c:pt>
                <c:pt idx="23946">
                  <c:v>0.46469266350390287</c:v>
                </c:pt>
                <c:pt idx="23947">
                  <c:v>0.46472741024809017</c:v>
                </c:pt>
                <c:pt idx="23948">
                  <c:v>0.46474826039226846</c:v>
                </c:pt>
                <c:pt idx="23949">
                  <c:v>0.46481910655798481</c:v>
                </c:pt>
                <c:pt idx="23950">
                  <c:v>0.46488246583285464</c:v>
                </c:pt>
                <c:pt idx="23951">
                  <c:v>0.46496844198037535</c:v>
                </c:pt>
                <c:pt idx="23952">
                  <c:v>0.46497227319624945</c:v>
                </c:pt>
                <c:pt idx="23953">
                  <c:v>0.46498596121762864</c:v>
                </c:pt>
                <c:pt idx="23954">
                  <c:v>0.46503294490075148</c:v>
                </c:pt>
                <c:pt idx="23955">
                  <c:v>0.46508410416329188</c:v>
                </c:pt>
                <c:pt idx="23956">
                  <c:v>0.46518962853346074</c:v>
                </c:pt>
                <c:pt idx="23957">
                  <c:v>0.4652246855749661</c:v>
                </c:pt>
                <c:pt idx="23958">
                  <c:v>0.46554307144243917</c:v>
                </c:pt>
                <c:pt idx="23959">
                  <c:v>0.46558203968432088</c:v>
                </c:pt>
                <c:pt idx="23960">
                  <c:v>0.46564179156814189</c:v>
                </c:pt>
                <c:pt idx="23961">
                  <c:v>0.46567751814921365</c:v>
                </c:pt>
                <c:pt idx="23962">
                  <c:v>0.46579210689126005</c:v>
                </c:pt>
                <c:pt idx="23963">
                  <c:v>0.46583812146224451</c:v>
                </c:pt>
                <c:pt idx="23964">
                  <c:v>0.46584625146657954</c:v>
                </c:pt>
                <c:pt idx="23965">
                  <c:v>0.46589180442317185</c:v>
                </c:pt>
                <c:pt idx="23966">
                  <c:v>0.46596044950709431</c:v>
                </c:pt>
                <c:pt idx="23967">
                  <c:v>0.46602753956607967</c:v>
                </c:pt>
                <c:pt idx="23968">
                  <c:v>0.46612329738001784</c:v>
                </c:pt>
                <c:pt idx="23969">
                  <c:v>0.46617733400889605</c:v>
                </c:pt>
                <c:pt idx="23970">
                  <c:v>0.46618373806075841</c:v>
                </c:pt>
                <c:pt idx="23971">
                  <c:v>0.46619337727471399</c:v>
                </c:pt>
                <c:pt idx="23972">
                  <c:v>0.46630079814879904</c:v>
                </c:pt>
                <c:pt idx="23973">
                  <c:v>0.4665065165475748</c:v>
                </c:pt>
                <c:pt idx="23974">
                  <c:v>0.46651657880362385</c:v>
                </c:pt>
                <c:pt idx="23975">
                  <c:v>0.46654447303015933</c:v>
                </c:pt>
                <c:pt idx="23976">
                  <c:v>0.46654551786484061</c:v>
                </c:pt>
                <c:pt idx="23977">
                  <c:v>0.46658376421466058</c:v>
                </c:pt>
                <c:pt idx="23978">
                  <c:v>0.46664301790006762</c:v>
                </c:pt>
                <c:pt idx="23979">
                  <c:v>0.46669666505003388</c:v>
                </c:pt>
                <c:pt idx="23980">
                  <c:v>0.46679890512707595</c:v>
                </c:pt>
                <c:pt idx="23981">
                  <c:v>0.4668290221291912</c:v>
                </c:pt>
                <c:pt idx="23982">
                  <c:v>0.46693405050969694</c:v>
                </c:pt>
                <c:pt idx="23983">
                  <c:v>0.46699594904583525</c:v>
                </c:pt>
                <c:pt idx="23984">
                  <c:v>0.4671057513399719</c:v>
                </c:pt>
                <c:pt idx="23985">
                  <c:v>0.46713180221118195</c:v>
                </c:pt>
                <c:pt idx="23986">
                  <c:v>0.46713295277448702</c:v>
                </c:pt>
                <c:pt idx="23987">
                  <c:v>0.46720409827201903</c:v>
                </c:pt>
                <c:pt idx="23988">
                  <c:v>0.46737450685604559</c:v>
                </c:pt>
                <c:pt idx="23989">
                  <c:v>0.46742348343271722</c:v>
                </c:pt>
                <c:pt idx="23990">
                  <c:v>0.46783429313100783</c:v>
                </c:pt>
                <c:pt idx="23991">
                  <c:v>0.46795199664812087</c:v>
                </c:pt>
                <c:pt idx="23992">
                  <c:v>0.46795428818929957</c:v>
                </c:pt>
                <c:pt idx="23993">
                  <c:v>0.46804640201701847</c:v>
                </c:pt>
                <c:pt idx="23994">
                  <c:v>0.46804759502522758</c:v>
                </c:pt>
                <c:pt idx="23995">
                  <c:v>0.46824806750707337</c:v>
                </c:pt>
                <c:pt idx="23996">
                  <c:v>0.46824808169539028</c:v>
                </c:pt>
                <c:pt idx="23997">
                  <c:v>0.46825335475359375</c:v>
                </c:pt>
                <c:pt idx="23998">
                  <c:v>0.46829225375357053</c:v>
                </c:pt>
                <c:pt idx="23999">
                  <c:v>0.46834017423127816</c:v>
                </c:pt>
                <c:pt idx="24000">
                  <c:v>0.46843641746901415</c:v>
                </c:pt>
                <c:pt idx="24001">
                  <c:v>0.46855543063587807</c:v>
                </c:pt>
                <c:pt idx="24002">
                  <c:v>0.46868207336714135</c:v>
                </c:pt>
                <c:pt idx="24003">
                  <c:v>0.46879228090045677</c:v>
                </c:pt>
                <c:pt idx="24004">
                  <c:v>0.46882610962147447</c:v>
                </c:pt>
                <c:pt idx="24005">
                  <c:v>0.46891229407785834</c:v>
                </c:pt>
                <c:pt idx="24006">
                  <c:v>0.46892694135291568</c:v>
                </c:pt>
                <c:pt idx="24007">
                  <c:v>0.46900259228963687</c:v>
                </c:pt>
                <c:pt idx="24008">
                  <c:v>0.46900420590038339</c:v>
                </c:pt>
                <c:pt idx="24009">
                  <c:v>0.46903096950496298</c:v>
                </c:pt>
                <c:pt idx="24010">
                  <c:v>0.4690400686837124</c:v>
                </c:pt>
                <c:pt idx="24011">
                  <c:v>0.46907071690781355</c:v>
                </c:pt>
                <c:pt idx="24012">
                  <c:v>0.46927441902935813</c:v>
                </c:pt>
                <c:pt idx="24013">
                  <c:v>0.46929347094846613</c:v>
                </c:pt>
                <c:pt idx="24014">
                  <c:v>0.46929546696062524</c:v>
                </c:pt>
                <c:pt idx="24015">
                  <c:v>0.4693944875505151</c:v>
                </c:pt>
                <c:pt idx="24016">
                  <c:v>0.46944501565400998</c:v>
                </c:pt>
                <c:pt idx="24017">
                  <c:v>0.46945406201211193</c:v>
                </c:pt>
                <c:pt idx="24018">
                  <c:v>0.46948115918125999</c:v>
                </c:pt>
                <c:pt idx="24019">
                  <c:v>0.46963049408129481</c:v>
                </c:pt>
                <c:pt idx="24020">
                  <c:v>0.4697996266784501</c:v>
                </c:pt>
                <c:pt idx="24021">
                  <c:v>0.46983789207276744</c:v>
                </c:pt>
                <c:pt idx="24022">
                  <c:v>0.46993490062946353</c:v>
                </c:pt>
                <c:pt idx="24023">
                  <c:v>0.4700213145017505</c:v>
                </c:pt>
                <c:pt idx="24024">
                  <c:v>0.47005101430976109</c:v>
                </c:pt>
                <c:pt idx="24025">
                  <c:v>0.4700695197705782</c:v>
                </c:pt>
                <c:pt idx="24026">
                  <c:v>0.4702884485591679</c:v>
                </c:pt>
                <c:pt idx="24027">
                  <c:v>0.47029759025500673</c:v>
                </c:pt>
                <c:pt idx="24028">
                  <c:v>0.47038016059798576</c:v>
                </c:pt>
                <c:pt idx="24029">
                  <c:v>0.47042266221374085</c:v>
                </c:pt>
                <c:pt idx="24030">
                  <c:v>0.47042672903090582</c:v>
                </c:pt>
                <c:pt idx="24031">
                  <c:v>0.47049038562309131</c:v>
                </c:pt>
                <c:pt idx="24032">
                  <c:v>0.47052613894624917</c:v>
                </c:pt>
                <c:pt idx="24033">
                  <c:v>0.47075479664389563</c:v>
                </c:pt>
                <c:pt idx="24034">
                  <c:v>0.47078322519186044</c:v>
                </c:pt>
                <c:pt idx="24035">
                  <c:v>0.47079570553777494</c:v>
                </c:pt>
                <c:pt idx="24036">
                  <c:v>0.47080106381485193</c:v>
                </c:pt>
                <c:pt idx="24037">
                  <c:v>0.47081191745783513</c:v>
                </c:pt>
                <c:pt idx="24038">
                  <c:v>0.47087922182673564</c:v>
                </c:pt>
                <c:pt idx="24039">
                  <c:v>0.47088424241867244</c:v>
                </c:pt>
                <c:pt idx="24040">
                  <c:v>0.47097664427492308</c:v>
                </c:pt>
                <c:pt idx="24041">
                  <c:v>0.47099140692496078</c:v>
                </c:pt>
                <c:pt idx="24042">
                  <c:v>0.4711014874982255</c:v>
                </c:pt>
                <c:pt idx="24043">
                  <c:v>0.47111024882844432</c:v>
                </c:pt>
                <c:pt idx="24044">
                  <c:v>0.47141300204390446</c:v>
                </c:pt>
                <c:pt idx="24045">
                  <c:v>0.47142375361868527</c:v>
                </c:pt>
                <c:pt idx="24046">
                  <c:v>0.47157696209846478</c:v>
                </c:pt>
                <c:pt idx="24047">
                  <c:v>0.47158351544411897</c:v>
                </c:pt>
                <c:pt idx="24048">
                  <c:v>0.4716584385266408</c:v>
                </c:pt>
                <c:pt idx="24049">
                  <c:v>0.47178928854120422</c:v>
                </c:pt>
                <c:pt idx="24050">
                  <c:v>0.47182103754379162</c:v>
                </c:pt>
                <c:pt idx="24051">
                  <c:v>0.4720183061661487</c:v>
                </c:pt>
                <c:pt idx="24052">
                  <c:v>0.47205765851506154</c:v>
                </c:pt>
                <c:pt idx="24053">
                  <c:v>0.47216152598645517</c:v>
                </c:pt>
                <c:pt idx="24054">
                  <c:v>0.4721977752789745</c:v>
                </c:pt>
                <c:pt idx="24055">
                  <c:v>0.47226475364635645</c:v>
                </c:pt>
                <c:pt idx="24056">
                  <c:v>0.47227592729737566</c:v>
                </c:pt>
                <c:pt idx="24057">
                  <c:v>0.47227626248654936</c:v>
                </c:pt>
                <c:pt idx="24058">
                  <c:v>0.47244961291531357</c:v>
                </c:pt>
                <c:pt idx="24059">
                  <c:v>0.47252586035884042</c:v>
                </c:pt>
                <c:pt idx="24060">
                  <c:v>0.47262870697264603</c:v>
                </c:pt>
                <c:pt idx="24061">
                  <c:v>0.47270991510070992</c:v>
                </c:pt>
                <c:pt idx="24062">
                  <c:v>0.4727155401910394</c:v>
                </c:pt>
                <c:pt idx="24063">
                  <c:v>0.47278172413434127</c:v>
                </c:pt>
                <c:pt idx="24064">
                  <c:v>0.47312810144665141</c:v>
                </c:pt>
                <c:pt idx="24065">
                  <c:v>0.47324754185680945</c:v>
                </c:pt>
                <c:pt idx="24066">
                  <c:v>0.47328766416124063</c:v>
                </c:pt>
                <c:pt idx="24067">
                  <c:v>0.47343247906873087</c:v>
                </c:pt>
                <c:pt idx="24068">
                  <c:v>0.47346223206858207</c:v>
                </c:pt>
                <c:pt idx="24069">
                  <c:v>0.47366601344664466</c:v>
                </c:pt>
                <c:pt idx="24070">
                  <c:v>0.47368660785822653</c:v>
                </c:pt>
                <c:pt idx="24071">
                  <c:v>0.47370852943864411</c:v>
                </c:pt>
                <c:pt idx="24072">
                  <c:v>0.47380692365441551</c:v>
                </c:pt>
                <c:pt idx="24073">
                  <c:v>0.47385179500784258</c:v>
                </c:pt>
                <c:pt idx="24074">
                  <c:v>0.47387884292433419</c:v>
                </c:pt>
                <c:pt idx="24075">
                  <c:v>0.4739240993201943</c:v>
                </c:pt>
                <c:pt idx="24076">
                  <c:v>0.47398616051307069</c:v>
                </c:pt>
                <c:pt idx="24077">
                  <c:v>0.47404778710173712</c:v>
                </c:pt>
                <c:pt idx="24078">
                  <c:v>0.47411518266005814</c:v>
                </c:pt>
                <c:pt idx="24079">
                  <c:v>0.47418738242394293</c:v>
                </c:pt>
                <c:pt idx="24080">
                  <c:v>0.47420388878943315</c:v>
                </c:pt>
                <c:pt idx="24081">
                  <c:v>0.47434602789306057</c:v>
                </c:pt>
                <c:pt idx="24082">
                  <c:v>0.4744150345132761</c:v>
                </c:pt>
                <c:pt idx="24083">
                  <c:v>0.47451602984886659</c:v>
                </c:pt>
                <c:pt idx="24084">
                  <c:v>0.47455583842070503</c:v>
                </c:pt>
                <c:pt idx="24085">
                  <c:v>0.47460908506186023</c:v>
                </c:pt>
                <c:pt idx="24086">
                  <c:v>0.47465043847233562</c:v>
                </c:pt>
                <c:pt idx="24087">
                  <c:v>0.47475892012384685</c:v>
                </c:pt>
                <c:pt idx="24088">
                  <c:v>0.4748580085514264</c:v>
                </c:pt>
                <c:pt idx="24089">
                  <c:v>0.47500058808322693</c:v>
                </c:pt>
                <c:pt idx="24090">
                  <c:v>0.47500828223891461</c:v>
                </c:pt>
                <c:pt idx="24091">
                  <c:v>0.47502227924451612</c:v>
                </c:pt>
                <c:pt idx="24092">
                  <c:v>0.47510673680222804</c:v>
                </c:pt>
                <c:pt idx="24093">
                  <c:v>0.47516138135346575</c:v>
                </c:pt>
                <c:pt idx="24094">
                  <c:v>0.47519950956517226</c:v>
                </c:pt>
                <c:pt idx="24095">
                  <c:v>0.47523254072994747</c:v>
                </c:pt>
                <c:pt idx="24096">
                  <c:v>0.47534965910230081</c:v>
                </c:pt>
                <c:pt idx="24097">
                  <c:v>0.47537653794883428</c:v>
                </c:pt>
                <c:pt idx="24098">
                  <c:v>0.47539689228276683</c:v>
                </c:pt>
                <c:pt idx="24099">
                  <c:v>0.47545237997714934</c:v>
                </c:pt>
                <c:pt idx="24100">
                  <c:v>0.47577549851934647</c:v>
                </c:pt>
                <c:pt idx="24101">
                  <c:v>0.47577690651543586</c:v>
                </c:pt>
                <c:pt idx="24102">
                  <c:v>0.4757917154655269</c:v>
                </c:pt>
                <c:pt idx="24103">
                  <c:v>0.47586486885686879</c:v>
                </c:pt>
                <c:pt idx="24104">
                  <c:v>0.47593983103591464</c:v>
                </c:pt>
                <c:pt idx="24105">
                  <c:v>0.47598322904542828</c:v>
                </c:pt>
                <c:pt idx="24106">
                  <c:v>0.47605635381200806</c:v>
                </c:pt>
                <c:pt idx="24107">
                  <c:v>0.47643930228959902</c:v>
                </c:pt>
                <c:pt idx="24108">
                  <c:v>0.47650632718927149</c:v>
                </c:pt>
                <c:pt idx="24109">
                  <c:v>0.47655684029728307</c:v>
                </c:pt>
                <c:pt idx="24110">
                  <c:v>0.47683538398385694</c:v>
                </c:pt>
                <c:pt idx="24111">
                  <c:v>0.47687112120621566</c:v>
                </c:pt>
                <c:pt idx="24112">
                  <c:v>0.47693671189223807</c:v>
                </c:pt>
                <c:pt idx="24113">
                  <c:v>0.47724470158064286</c:v>
                </c:pt>
                <c:pt idx="24114">
                  <c:v>0.47729848223777832</c:v>
                </c:pt>
                <c:pt idx="24115">
                  <c:v>0.47737414289087632</c:v>
                </c:pt>
                <c:pt idx="24116">
                  <c:v>0.4774302215646154</c:v>
                </c:pt>
                <c:pt idx="24117">
                  <c:v>0.47749033276550451</c:v>
                </c:pt>
                <c:pt idx="24118">
                  <c:v>0.47765827353809392</c:v>
                </c:pt>
                <c:pt idx="24119">
                  <c:v>0.47767053316023222</c:v>
                </c:pt>
                <c:pt idx="24120">
                  <c:v>0.47768464071393779</c:v>
                </c:pt>
                <c:pt idx="24121">
                  <c:v>0.4778009190277428</c:v>
                </c:pt>
                <c:pt idx="24122">
                  <c:v>0.47784984713355916</c:v>
                </c:pt>
                <c:pt idx="24123">
                  <c:v>0.47786068722976499</c:v>
                </c:pt>
                <c:pt idx="24124">
                  <c:v>0.47789411146713312</c:v>
                </c:pt>
                <c:pt idx="24125">
                  <c:v>0.47794800608509402</c:v>
                </c:pt>
                <c:pt idx="24126">
                  <c:v>0.47806130111919853</c:v>
                </c:pt>
                <c:pt idx="24127">
                  <c:v>0.47807699466276521</c:v>
                </c:pt>
                <c:pt idx="24128">
                  <c:v>0.4781598219236885</c:v>
                </c:pt>
                <c:pt idx="24129">
                  <c:v>0.47821649669090321</c:v>
                </c:pt>
                <c:pt idx="24130">
                  <c:v>0.47822362451169026</c:v>
                </c:pt>
                <c:pt idx="24131">
                  <c:v>0.47825875964584841</c:v>
                </c:pt>
                <c:pt idx="24132">
                  <c:v>0.47827946297196405</c:v>
                </c:pt>
                <c:pt idx="24133">
                  <c:v>0.47830326170402493</c:v>
                </c:pt>
                <c:pt idx="24134">
                  <c:v>0.47832305365065281</c:v>
                </c:pt>
                <c:pt idx="24135">
                  <c:v>0.4785203526116481</c:v>
                </c:pt>
                <c:pt idx="24136">
                  <c:v>0.47854545761799944</c:v>
                </c:pt>
                <c:pt idx="24137">
                  <c:v>0.47868193631037387</c:v>
                </c:pt>
                <c:pt idx="24138">
                  <c:v>0.47877538263000158</c:v>
                </c:pt>
                <c:pt idx="24139">
                  <c:v>0.47902140414686539</c:v>
                </c:pt>
                <c:pt idx="24140">
                  <c:v>0.47908288131962007</c:v>
                </c:pt>
                <c:pt idx="24141">
                  <c:v>0.47911219534051641</c:v>
                </c:pt>
                <c:pt idx="24142">
                  <c:v>0.47915833816565362</c:v>
                </c:pt>
                <c:pt idx="24143">
                  <c:v>0.47920813078169328</c:v>
                </c:pt>
                <c:pt idx="24144">
                  <c:v>0.47935302710839794</c:v>
                </c:pt>
                <c:pt idx="24145">
                  <c:v>0.47945644116596503</c:v>
                </c:pt>
                <c:pt idx="24146">
                  <c:v>0.47993258128782068</c:v>
                </c:pt>
                <c:pt idx="24147">
                  <c:v>0.47995036183157391</c:v>
                </c:pt>
                <c:pt idx="24148">
                  <c:v>0.47998500826265916</c:v>
                </c:pt>
                <c:pt idx="24149">
                  <c:v>0.48008844252622312</c:v>
                </c:pt>
                <c:pt idx="24150">
                  <c:v>0.48010176912373115</c:v>
                </c:pt>
                <c:pt idx="24151">
                  <c:v>0.4803821053751911</c:v>
                </c:pt>
                <c:pt idx="24152">
                  <c:v>0.4806100469004897</c:v>
                </c:pt>
                <c:pt idx="24153">
                  <c:v>0.4807079908562521</c:v>
                </c:pt>
                <c:pt idx="24154">
                  <c:v>0.48087439038990648</c:v>
                </c:pt>
                <c:pt idx="24155">
                  <c:v>0.48095356753600482</c:v>
                </c:pt>
                <c:pt idx="24156">
                  <c:v>0.48138548044728924</c:v>
                </c:pt>
                <c:pt idx="24157">
                  <c:v>0.48160362396151152</c:v>
                </c:pt>
                <c:pt idx="24158">
                  <c:v>0.48171711125926892</c:v>
                </c:pt>
                <c:pt idx="24159">
                  <c:v>0.48175357064359925</c:v>
                </c:pt>
                <c:pt idx="24160">
                  <c:v>0.48177851589942461</c:v>
                </c:pt>
                <c:pt idx="24161">
                  <c:v>0.48178364083500064</c:v>
                </c:pt>
                <c:pt idx="24162">
                  <c:v>0.48182096040031014</c:v>
                </c:pt>
                <c:pt idx="24163">
                  <c:v>0.48211907956982752</c:v>
                </c:pt>
                <c:pt idx="24164">
                  <c:v>0.48219388015005216</c:v>
                </c:pt>
                <c:pt idx="24165">
                  <c:v>0.48226716827815336</c:v>
                </c:pt>
                <c:pt idx="24166">
                  <c:v>0.48227138709283485</c:v>
                </c:pt>
                <c:pt idx="24167">
                  <c:v>0.48236653466909801</c:v>
                </c:pt>
                <c:pt idx="24168">
                  <c:v>0.48240053056120263</c:v>
                </c:pt>
                <c:pt idx="24169">
                  <c:v>0.48261103870845534</c:v>
                </c:pt>
                <c:pt idx="24170">
                  <c:v>0.48263269830639288</c:v>
                </c:pt>
                <c:pt idx="24171">
                  <c:v>0.48267302466714995</c:v>
                </c:pt>
                <c:pt idx="24172">
                  <c:v>0.48271395132566852</c:v>
                </c:pt>
                <c:pt idx="24173">
                  <c:v>0.48278473091340257</c:v>
                </c:pt>
                <c:pt idx="24174">
                  <c:v>0.482889730224494</c:v>
                </c:pt>
                <c:pt idx="24175">
                  <c:v>0.48301699564311062</c:v>
                </c:pt>
                <c:pt idx="24176">
                  <c:v>0.48322901759302472</c:v>
                </c:pt>
                <c:pt idx="24177">
                  <c:v>0.48328827614423947</c:v>
                </c:pt>
                <c:pt idx="24178">
                  <c:v>0.4836628411293814</c:v>
                </c:pt>
                <c:pt idx="24179">
                  <c:v>0.48372470760987685</c:v>
                </c:pt>
                <c:pt idx="24180">
                  <c:v>0.48385472818689462</c:v>
                </c:pt>
                <c:pt idx="24181">
                  <c:v>0.4839073619515169</c:v>
                </c:pt>
                <c:pt idx="24182">
                  <c:v>0.48395949624264228</c:v>
                </c:pt>
                <c:pt idx="24183">
                  <c:v>0.48397049589168162</c:v>
                </c:pt>
                <c:pt idx="24184">
                  <c:v>0.48428291668726914</c:v>
                </c:pt>
                <c:pt idx="24185">
                  <c:v>0.48445019257227417</c:v>
                </c:pt>
                <c:pt idx="24186">
                  <c:v>0.48451406932182089</c:v>
                </c:pt>
                <c:pt idx="24187">
                  <c:v>0.48455103227735796</c:v>
                </c:pt>
                <c:pt idx="24188">
                  <c:v>0.4845657075462938</c:v>
                </c:pt>
                <c:pt idx="24189">
                  <c:v>0.48458910568828456</c:v>
                </c:pt>
                <c:pt idx="24190">
                  <c:v>0.48462591229240942</c:v>
                </c:pt>
                <c:pt idx="24191">
                  <c:v>0.48474264355974367</c:v>
                </c:pt>
                <c:pt idx="24192">
                  <c:v>0.4847989407493396</c:v>
                </c:pt>
                <c:pt idx="24193">
                  <c:v>0.48503095609930252</c:v>
                </c:pt>
                <c:pt idx="24194">
                  <c:v>0.48506442908084385</c:v>
                </c:pt>
                <c:pt idx="24195">
                  <c:v>0.48513948148462738</c:v>
                </c:pt>
                <c:pt idx="24196">
                  <c:v>0.48544873139445649</c:v>
                </c:pt>
                <c:pt idx="24197">
                  <c:v>0.4855075398424451</c:v>
                </c:pt>
                <c:pt idx="24198">
                  <c:v>0.48556941352836253</c:v>
                </c:pt>
                <c:pt idx="24199">
                  <c:v>0.48560855127020724</c:v>
                </c:pt>
                <c:pt idx="24200">
                  <c:v>0.48565206121179461</c:v>
                </c:pt>
                <c:pt idx="24201">
                  <c:v>0.48586768297550137</c:v>
                </c:pt>
                <c:pt idx="24202">
                  <c:v>0.48592693921108721</c:v>
                </c:pt>
                <c:pt idx="24203">
                  <c:v>0.48602421353364228</c:v>
                </c:pt>
                <c:pt idx="24204">
                  <c:v>0.48636527653661654</c:v>
                </c:pt>
                <c:pt idx="24205">
                  <c:v>0.48647006259641468</c:v>
                </c:pt>
                <c:pt idx="24206">
                  <c:v>0.48648761328111778</c:v>
                </c:pt>
                <c:pt idx="24207">
                  <c:v>0.48656589087038038</c:v>
                </c:pt>
                <c:pt idx="24208">
                  <c:v>0.48658018585339563</c:v>
                </c:pt>
                <c:pt idx="24209">
                  <c:v>0.48663697894392788</c:v>
                </c:pt>
                <c:pt idx="24210">
                  <c:v>0.48664712028302248</c:v>
                </c:pt>
                <c:pt idx="24211">
                  <c:v>0.486866743073954</c:v>
                </c:pt>
                <c:pt idx="24212">
                  <c:v>0.48687905367738243</c:v>
                </c:pt>
                <c:pt idx="24213">
                  <c:v>0.48726385991492666</c:v>
                </c:pt>
                <c:pt idx="24214">
                  <c:v>0.48738969560574869</c:v>
                </c:pt>
                <c:pt idx="24215">
                  <c:v>0.48754609463011073</c:v>
                </c:pt>
                <c:pt idx="24216">
                  <c:v>0.48757315157994274</c:v>
                </c:pt>
                <c:pt idx="24217">
                  <c:v>0.48759003250602756</c:v>
                </c:pt>
                <c:pt idx="24218">
                  <c:v>0.48765026760282776</c:v>
                </c:pt>
                <c:pt idx="24219">
                  <c:v>0.48767838242238037</c:v>
                </c:pt>
                <c:pt idx="24220">
                  <c:v>0.48779639739223418</c:v>
                </c:pt>
                <c:pt idx="24221">
                  <c:v>0.48793340952254038</c:v>
                </c:pt>
                <c:pt idx="24222">
                  <c:v>0.48839450964300757</c:v>
                </c:pt>
                <c:pt idx="24223">
                  <c:v>0.48840556454473472</c:v>
                </c:pt>
                <c:pt idx="24224">
                  <c:v>0.48842627253561649</c:v>
                </c:pt>
                <c:pt idx="24225">
                  <c:v>0.48843278570477644</c:v>
                </c:pt>
                <c:pt idx="24226">
                  <c:v>0.48853265480520119</c:v>
                </c:pt>
                <c:pt idx="24227">
                  <c:v>0.48857550759985924</c:v>
                </c:pt>
                <c:pt idx="24228">
                  <c:v>0.48865182986188677</c:v>
                </c:pt>
                <c:pt idx="24229">
                  <c:v>0.48875749756807518</c:v>
                </c:pt>
                <c:pt idx="24230">
                  <c:v>0.48878093321319988</c:v>
                </c:pt>
                <c:pt idx="24231">
                  <c:v>0.48881988090413875</c:v>
                </c:pt>
                <c:pt idx="24232">
                  <c:v>0.48886659747256128</c:v>
                </c:pt>
                <c:pt idx="24233">
                  <c:v>0.48894133353472452</c:v>
                </c:pt>
                <c:pt idx="24234">
                  <c:v>0.48933979235528341</c:v>
                </c:pt>
                <c:pt idx="24235">
                  <c:v>0.48940432933031358</c:v>
                </c:pt>
                <c:pt idx="24236">
                  <c:v>0.48977689146632031</c:v>
                </c:pt>
                <c:pt idx="24237">
                  <c:v>0.48988326484996825</c:v>
                </c:pt>
                <c:pt idx="24238">
                  <c:v>0.49002505157504889</c:v>
                </c:pt>
                <c:pt idx="24239">
                  <c:v>0.4900392937204906</c:v>
                </c:pt>
                <c:pt idx="24240">
                  <c:v>0.49004565977927833</c:v>
                </c:pt>
                <c:pt idx="24241">
                  <c:v>0.49018680597168607</c:v>
                </c:pt>
                <c:pt idx="24242">
                  <c:v>0.49020787227271101</c:v>
                </c:pt>
                <c:pt idx="24243">
                  <c:v>0.4903668347779605</c:v>
                </c:pt>
                <c:pt idx="24244">
                  <c:v>0.49050543981337991</c:v>
                </c:pt>
                <c:pt idx="24245">
                  <c:v>0.49055299972167282</c:v>
                </c:pt>
                <c:pt idx="24246">
                  <c:v>0.49055835027259093</c:v>
                </c:pt>
                <c:pt idx="24247">
                  <c:v>0.49059329694538639</c:v>
                </c:pt>
                <c:pt idx="24248">
                  <c:v>0.49060026155131498</c:v>
                </c:pt>
                <c:pt idx="24249">
                  <c:v>0.49082267985500483</c:v>
                </c:pt>
                <c:pt idx="24250">
                  <c:v>0.4912217541468204</c:v>
                </c:pt>
                <c:pt idx="24251">
                  <c:v>0.4912891787881184</c:v>
                </c:pt>
                <c:pt idx="24252">
                  <c:v>0.49151815802248094</c:v>
                </c:pt>
                <c:pt idx="24253">
                  <c:v>0.49152764199797921</c:v>
                </c:pt>
                <c:pt idx="24254">
                  <c:v>0.49158432032816068</c:v>
                </c:pt>
                <c:pt idx="24255">
                  <c:v>0.49163363248767838</c:v>
                </c:pt>
                <c:pt idx="24256">
                  <c:v>0.49189017262022655</c:v>
                </c:pt>
                <c:pt idx="24257">
                  <c:v>0.49191910879067835</c:v>
                </c:pt>
                <c:pt idx="24258">
                  <c:v>0.49206742138956927</c:v>
                </c:pt>
                <c:pt idx="24259">
                  <c:v>0.49212008936802637</c:v>
                </c:pt>
                <c:pt idx="24260">
                  <c:v>0.4921420916334594</c:v>
                </c:pt>
                <c:pt idx="24261">
                  <c:v>0.49224722938618193</c:v>
                </c:pt>
                <c:pt idx="24262">
                  <c:v>0.49252114755061577</c:v>
                </c:pt>
                <c:pt idx="24263">
                  <c:v>0.49267926599695849</c:v>
                </c:pt>
                <c:pt idx="24264">
                  <c:v>0.49293604263392121</c:v>
                </c:pt>
                <c:pt idx="24265">
                  <c:v>0.49304196498831776</c:v>
                </c:pt>
                <c:pt idx="24266">
                  <c:v>0.4934709976758303</c:v>
                </c:pt>
                <c:pt idx="24267">
                  <c:v>0.49351733924520169</c:v>
                </c:pt>
                <c:pt idx="24268">
                  <c:v>0.49361404869675102</c:v>
                </c:pt>
                <c:pt idx="24269">
                  <c:v>0.49366312449986677</c:v>
                </c:pt>
                <c:pt idx="24270">
                  <c:v>0.4936648747523974</c:v>
                </c:pt>
                <c:pt idx="24271">
                  <c:v>0.49397584664416982</c:v>
                </c:pt>
                <c:pt idx="24272">
                  <c:v>0.49402510149587947</c:v>
                </c:pt>
                <c:pt idx="24273">
                  <c:v>0.4940729939514284</c:v>
                </c:pt>
                <c:pt idx="24274">
                  <c:v>0.49408084510684713</c:v>
                </c:pt>
                <c:pt idx="24275">
                  <c:v>0.49443923374652926</c:v>
                </c:pt>
                <c:pt idx="24276">
                  <c:v>0.49451416793605396</c:v>
                </c:pt>
                <c:pt idx="24277">
                  <c:v>0.49455966041263666</c:v>
                </c:pt>
                <c:pt idx="24278">
                  <c:v>0.49469377621401706</c:v>
                </c:pt>
                <c:pt idx="24279">
                  <c:v>0.49471000576383067</c:v>
                </c:pt>
                <c:pt idx="24280">
                  <c:v>0.49477808058893424</c:v>
                </c:pt>
                <c:pt idx="24281">
                  <c:v>0.49512910993987436</c:v>
                </c:pt>
                <c:pt idx="24282">
                  <c:v>0.49516912489666304</c:v>
                </c:pt>
                <c:pt idx="24283">
                  <c:v>0.49565626906469173</c:v>
                </c:pt>
                <c:pt idx="24284">
                  <c:v>0.49578913796033353</c:v>
                </c:pt>
                <c:pt idx="24285">
                  <c:v>0.49582301968724446</c:v>
                </c:pt>
                <c:pt idx="24286">
                  <c:v>0.49583067791870566</c:v>
                </c:pt>
                <c:pt idx="24287">
                  <c:v>0.49587195647175131</c:v>
                </c:pt>
                <c:pt idx="24288">
                  <c:v>0.49613548768271165</c:v>
                </c:pt>
                <c:pt idx="24289">
                  <c:v>0.49616655703888929</c:v>
                </c:pt>
                <c:pt idx="24290">
                  <c:v>0.49621280333510792</c:v>
                </c:pt>
                <c:pt idx="24291">
                  <c:v>0.4962182972157953</c:v>
                </c:pt>
                <c:pt idx="24292">
                  <c:v>0.49633355804445917</c:v>
                </c:pt>
                <c:pt idx="24293">
                  <c:v>0.49635563076187311</c:v>
                </c:pt>
                <c:pt idx="24294">
                  <c:v>0.49636778174108576</c:v>
                </c:pt>
                <c:pt idx="24295">
                  <c:v>0.4964954379957851</c:v>
                </c:pt>
                <c:pt idx="24296">
                  <c:v>0.49663240918193635</c:v>
                </c:pt>
                <c:pt idx="24297">
                  <c:v>0.49670142501718473</c:v>
                </c:pt>
                <c:pt idx="24298">
                  <c:v>0.49670580688787686</c:v>
                </c:pt>
                <c:pt idx="24299">
                  <c:v>0.49681655565661303</c:v>
                </c:pt>
                <c:pt idx="24300">
                  <c:v>0.49686712294531293</c:v>
                </c:pt>
                <c:pt idx="24301">
                  <c:v>0.4973848767071164</c:v>
                </c:pt>
                <c:pt idx="24302">
                  <c:v>0.49748061700444707</c:v>
                </c:pt>
                <c:pt idx="24303">
                  <c:v>0.49751376222711113</c:v>
                </c:pt>
                <c:pt idx="24304">
                  <c:v>0.49759721294559095</c:v>
                </c:pt>
                <c:pt idx="24305">
                  <c:v>0.49775158780292766</c:v>
                </c:pt>
                <c:pt idx="24306">
                  <c:v>0.49780281936395498</c:v>
                </c:pt>
                <c:pt idx="24307">
                  <c:v>0.49787551526226675</c:v>
                </c:pt>
                <c:pt idx="24308">
                  <c:v>0.4979991600921197</c:v>
                </c:pt>
                <c:pt idx="24309">
                  <c:v>0.49814233743007025</c:v>
                </c:pt>
                <c:pt idx="24310">
                  <c:v>0.4983158813940452</c:v>
                </c:pt>
                <c:pt idx="24311">
                  <c:v>0.4984986756351546</c:v>
                </c:pt>
                <c:pt idx="24312">
                  <c:v>0.49850565177564488</c:v>
                </c:pt>
                <c:pt idx="24313">
                  <c:v>0.49868439488514099</c:v>
                </c:pt>
                <c:pt idx="24314">
                  <c:v>0.49875677960379416</c:v>
                </c:pt>
                <c:pt idx="24315">
                  <c:v>0.49876984471888919</c:v>
                </c:pt>
                <c:pt idx="24316">
                  <c:v>0.49885406727363257</c:v>
                </c:pt>
                <c:pt idx="24317">
                  <c:v>0.49887215629804504</c:v>
                </c:pt>
                <c:pt idx="24318">
                  <c:v>0.49933701697559857</c:v>
                </c:pt>
                <c:pt idx="24319">
                  <c:v>0.49955250535952261</c:v>
                </c:pt>
                <c:pt idx="24320">
                  <c:v>0.49955726760382974</c:v>
                </c:pt>
                <c:pt idx="24321">
                  <c:v>0.49982057015576759</c:v>
                </c:pt>
                <c:pt idx="24322">
                  <c:v>0.49999848549141418</c:v>
                </c:pt>
                <c:pt idx="24323">
                  <c:v>0.50005723683407011</c:v>
                </c:pt>
                <c:pt idx="24324">
                  <c:v>0.50006277371977503</c:v>
                </c:pt>
                <c:pt idx="24325">
                  <c:v>0.50012318951539203</c:v>
                </c:pt>
                <c:pt idx="24326">
                  <c:v>0.50012784458814019</c:v>
                </c:pt>
                <c:pt idx="24327">
                  <c:v>0.50031932346337193</c:v>
                </c:pt>
                <c:pt idx="24328">
                  <c:v>0.50054792283386629</c:v>
                </c:pt>
                <c:pt idx="24329">
                  <c:v>0.50057441064586361</c:v>
                </c:pt>
                <c:pt idx="24330">
                  <c:v>0.50067577386867068</c:v>
                </c:pt>
                <c:pt idx="24331">
                  <c:v>0.50069217151834267</c:v>
                </c:pt>
                <c:pt idx="24332">
                  <c:v>0.50082520113980722</c:v>
                </c:pt>
                <c:pt idx="24333">
                  <c:v>0.50098332348494135</c:v>
                </c:pt>
                <c:pt idx="24334">
                  <c:v>0.50100762352779249</c:v>
                </c:pt>
                <c:pt idx="24335">
                  <c:v>0.50124349803770984</c:v>
                </c:pt>
                <c:pt idx="24336">
                  <c:v>0.50130921528571315</c:v>
                </c:pt>
                <c:pt idx="24337">
                  <c:v>0.50136828790138432</c:v>
                </c:pt>
                <c:pt idx="24338">
                  <c:v>0.50138360726974274</c:v>
                </c:pt>
                <c:pt idx="24339">
                  <c:v>0.50140422955202568</c:v>
                </c:pt>
                <c:pt idx="24340">
                  <c:v>0.50170478929915141</c:v>
                </c:pt>
                <c:pt idx="24341">
                  <c:v>0.50171387577270998</c:v>
                </c:pt>
                <c:pt idx="24342">
                  <c:v>0.50177629735703766</c:v>
                </c:pt>
                <c:pt idx="24343">
                  <c:v>0.50180976717480108</c:v>
                </c:pt>
                <c:pt idx="24344">
                  <c:v>0.50194175962790588</c:v>
                </c:pt>
                <c:pt idx="24345">
                  <c:v>0.5019921728094735</c:v>
                </c:pt>
                <c:pt idx="24346">
                  <c:v>0.50239136450867794</c:v>
                </c:pt>
                <c:pt idx="24347">
                  <c:v>0.50257304890729193</c:v>
                </c:pt>
                <c:pt idx="24348">
                  <c:v>0.50260665033767737</c:v>
                </c:pt>
                <c:pt idx="24349">
                  <c:v>0.50263298883396279</c:v>
                </c:pt>
                <c:pt idx="24350">
                  <c:v>0.50287053593057485</c:v>
                </c:pt>
                <c:pt idx="24351">
                  <c:v>0.50294245207845933</c:v>
                </c:pt>
                <c:pt idx="24352">
                  <c:v>0.50313363635273889</c:v>
                </c:pt>
                <c:pt idx="24353">
                  <c:v>0.50318819516272717</c:v>
                </c:pt>
                <c:pt idx="24354">
                  <c:v>0.50325295913538082</c:v>
                </c:pt>
                <c:pt idx="24355">
                  <c:v>0.5034207325783524</c:v>
                </c:pt>
                <c:pt idx="24356">
                  <c:v>0.50346172428879765</c:v>
                </c:pt>
                <c:pt idx="24357">
                  <c:v>0.50363165227371409</c:v>
                </c:pt>
                <c:pt idx="24358">
                  <c:v>0.50371762682557586</c:v>
                </c:pt>
                <c:pt idx="24359">
                  <c:v>0.50380442701761208</c:v>
                </c:pt>
                <c:pt idx="24360">
                  <c:v>0.50393200765263069</c:v>
                </c:pt>
                <c:pt idx="24361">
                  <c:v>0.50405931310313945</c:v>
                </c:pt>
                <c:pt idx="24362">
                  <c:v>0.50424706510503992</c:v>
                </c:pt>
                <c:pt idx="24363">
                  <c:v>0.50449661668144608</c:v>
                </c:pt>
                <c:pt idx="24364">
                  <c:v>0.50451855595848849</c:v>
                </c:pt>
                <c:pt idx="24365">
                  <c:v>0.50456285752222496</c:v>
                </c:pt>
                <c:pt idx="24366">
                  <c:v>0.50458710846355348</c:v>
                </c:pt>
                <c:pt idx="24367">
                  <c:v>0.50465085028085666</c:v>
                </c:pt>
                <c:pt idx="24368">
                  <c:v>0.50473060270208736</c:v>
                </c:pt>
                <c:pt idx="24369">
                  <c:v>0.5047314463801742</c:v>
                </c:pt>
                <c:pt idx="24370">
                  <c:v>0.50490019574289147</c:v>
                </c:pt>
                <c:pt idx="24371">
                  <c:v>0.50492078219233172</c:v>
                </c:pt>
                <c:pt idx="24372">
                  <c:v>0.50496999633134643</c:v>
                </c:pt>
                <c:pt idx="24373">
                  <c:v>0.50498070022145625</c:v>
                </c:pt>
                <c:pt idx="24374">
                  <c:v>0.50502039435331836</c:v>
                </c:pt>
                <c:pt idx="24375">
                  <c:v>0.50507711314087689</c:v>
                </c:pt>
                <c:pt idx="24376">
                  <c:v>0.50547415607723079</c:v>
                </c:pt>
                <c:pt idx="24377">
                  <c:v>0.50551652612851194</c:v>
                </c:pt>
                <c:pt idx="24378">
                  <c:v>0.505559617824201</c:v>
                </c:pt>
                <c:pt idx="24379">
                  <c:v>0.50566238277511355</c:v>
                </c:pt>
                <c:pt idx="24380">
                  <c:v>0.50573916784705819</c:v>
                </c:pt>
                <c:pt idx="24381">
                  <c:v>0.5057752607887761</c:v>
                </c:pt>
                <c:pt idx="24382">
                  <c:v>0.5059431630663993</c:v>
                </c:pt>
                <c:pt idx="24383">
                  <c:v>0.50611871703107614</c:v>
                </c:pt>
                <c:pt idx="24384">
                  <c:v>0.50632721193799479</c:v>
                </c:pt>
                <c:pt idx="24385">
                  <c:v>0.50641151388316763</c:v>
                </c:pt>
                <c:pt idx="24386">
                  <c:v>0.50641871643799941</c:v>
                </c:pt>
                <c:pt idx="24387">
                  <c:v>0.50649137568191038</c:v>
                </c:pt>
                <c:pt idx="24388">
                  <c:v>0.50666092830924381</c:v>
                </c:pt>
                <c:pt idx="24389">
                  <c:v>0.50669873541508614</c:v>
                </c:pt>
                <c:pt idx="24390">
                  <c:v>0.50677344613398634</c:v>
                </c:pt>
                <c:pt idx="24391">
                  <c:v>0.5068308493516831</c:v>
                </c:pt>
                <c:pt idx="24392">
                  <c:v>0.50685985658732513</c:v>
                </c:pt>
                <c:pt idx="24393">
                  <c:v>0.50699786871386121</c:v>
                </c:pt>
                <c:pt idx="24394">
                  <c:v>0.50708819292138962</c:v>
                </c:pt>
                <c:pt idx="24395">
                  <c:v>0.50713596957565321</c:v>
                </c:pt>
                <c:pt idx="24396">
                  <c:v>0.50740807193050519</c:v>
                </c:pt>
                <c:pt idx="24397">
                  <c:v>0.50750753151950934</c:v>
                </c:pt>
                <c:pt idx="24398">
                  <c:v>0.50763552858049743</c:v>
                </c:pt>
                <c:pt idx="24399">
                  <c:v>0.50773859327707083</c:v>
                </c:pt>
                <c:pt idx="24400">
                  <c:v>0.50776939301192847</c:v>
                </c:pt>
                <c:pt idx="24401">
                  <c:v>0.50780456044201339</c:v>
                </c:pt>
                <c:pt idx="24402">
                  <c:v>0.50781560222360811</c:v>
                </c:pt>
                <c:pt idx="24403">
                  <c:v>0.50781858477656594</c:v>
                </c:pt>
                <c:pt idx="24404">
                  <c:v>0.50784014631976016</c:v>
                </c:pt>
                <c:pt idx="24405">
                  <c:v>0.50784946018430044</c:v>
                </c:pt>
                <c:pt idx="24406">
                  <c:v>0.50791847396274437</c:v>
                </c:pt>
                <c:pt idx="24407">
                  <c:v>0.5082325848936341</c:v>
                </c:pt>
                <c:pt idx="24408">
                  <c:v>0.5082941350678214</c:v>
                </c:pt>
                <c:pt idx="24409">
                  <c:v>0.50845018266008457</c:v>
                </c:pt>
                <c:pt idx="24410">
                  <c:v>0.50850217823261068</c:v>
                </c:pt>
                <c:pt idx="24411">
                  <c:v>0.50866449826752391</c:v>
                </c:pt>
                <c:pt idx="24412">
                  <c:v>0.50872388962495829</c:v>
                </c:pt>
                <c:pt idx="24413">
                  <c:v>0.50895559728154938</c:v>
                </c:pt>
                <c:pt idx="24414">
                  <c:v>0.50901212354283254</c:v>
                </c:pt>
                <c:pt idx="24415">
                  <c:v>0.5091374650984658</c:v>
                </c:pt>
                <c:pt idx="24416">
                  <c:v>0.50916967876305785</c:v>
                </c:pt>
                <c:pt idx="24417">
                  <c:v>0.50923307318943711</c:v>
                </c:pt>
                <c:pt idx="24418">
                  <c:v>0.50928078831620183</c:v>
                </c:pt>
                <c:pt idx="24419">
                  <c:v>0.50931851247193216</c:v>
                </c:pt>
                <c:pt idx="24420">
                  <c:v>0.50938030158246428</c:v>
                </c:pt>
                <c:pt idx="24421">
                  <c:v>0.50940091637024487</c:v>
                </c:pt>
                <c:pt idx="24422">
                  <c:v>0.50950215645502051</c:v>
                </c:pt>
                <c:pt idx="24423">
                  <c:v>0.50955732841276602</c:v>
                </c:pt>
                <c:pt idx="24424">
                  <c:v>0.50966458196104469</c:v>
                </c:pt>
                <c:pt idx="24425">
                  <c:v>0.50967781372128063</c:v>
                </c:pt>
                <c:pt idx="24426">
                  <c:v>0.50968276170432891</c:v>
                </c:pt>
                <c:pt idx="24427">
                  <c:v>0.50981186308106341</c:v>
                </c:pt>
                <c:pt idx="24428">
                  <c:v>0.51012295713176536</c:v>
                </c:pt>
                <c:pt idx="24429">
                  <c:v>0.51021223693166773</c:v>
                </c:pt>
                <c:pt idx="24430">
                  <c:v>0.51025908637535844</c:v>
                </c:pt>
                <c:pt idx="24431">
                  <c:v>0.51031529524387753</c:v>
                </c:pt>
                <c:pt idx="24432">
                  <c:v>0.51041547116631725</c:v>
                </c:pt>
                <c:pt idx="24433">
                  <c:v>0.51046826152892444</c:v>
                </c:pt>
                <c:pt idx="24434">
                  <c:v>0.51049387653936817</c:v>
                </c:pt>
                <c:pt idx="24435">
                  <c:v>0.510555613888382</c:v>
                </c:pt>
                <c:pt idx="24436">
                  <c:v>0.51061494023474219</c:v>
                </c:pt>
                <c:pt idx="24437">
                  <c:v>0.51061955977301898</c:v>
                </c:pt>
                <c:pt idx="24438">
                  <c:v>0.51071066568033618</c:v>
                </c:pt>
                <c:pt idx="24439">
                  <c:v>0.51076755880937963</c:v>
                </c:pt>
                <c:pt idx="24440">
                  <c:v>0.51085026288994917</c:v>
                </c:pt>
                <c:pt idx="24441">
                  <c:v>0.51099282999503293</c:v>
                </c:pt>
                <c:pt idx="24442">
                  <c:v>0.5110186348825857</c:v>
                </c:pt>
                <c:pt idx="24443">
                  <c:v>0.51106918787937627</c:v>
                </c:pt>
                <c:pt idx="24444">
                  <c:v>0.51112636367250441</c:v>
                </c:pt>
                <c:pt idx="24445">
                  <c:v>0.51123654156356246</c:v>
                </c:pt>
                <c:pt idx="24446">
                  <c:v>0.51135365270851751</c:v>
                </c:pt>
                <c:pt idx="24447">
                  <c:v>0.51158815360607424</c:v>
                </c:pt>
                <c:pt idx="24448">
                  <c:v>0.51171422859783555</c:v>
                </c:pt>
                <c:pt idx="24449">
                  <c:v>0.51182201647216841</c:v>
                </c:pt>
                <c:pt idx="24450">
                  <c:v>0.51184469229960883</c:v>
                </c:pt>
                <c:pt idx="24451">
                  <c:v>0.5118778271202522</c:v>
                </c:pt>
                <c:pt idx="24452">
                  <c:v>0.51198610744169692</c:v>
                </c:pt>
                <c:pt idx="24453">
                  <c:v>0.51199193182173142</c:v>
                </c:pt>
                <c:pt idx="24454">
                  <c:v>0.51214218044496296</c:v>
                </c:pt>
                <c:pt idx="24455">
                  <c:v>0.51229211218732607</c:v>
                </c:pt>
                <c:pt idx="24456">
                  <c:v>0.51232697921022086</c:v>
                </c:pt>
                <c:pt idx="24457">
                  <c:v>0.51233614217882884</c:v>
                </c:pt>
                <c:pt idx="24458">
                  <c:v>0.51246397754940565</c:v>
                </c:pt>
                <c:pt idx="24459">
                  <c:v>0.51255371064532174</c:v>
                </c:pt>
                <c:pt idx="24460">
                  <c:v>0.51265905369118792</c:v>
                </c:pt>
                <c:pt idx="24461">
                  <c:v>0.51268349902553068</c:v>
                </c:pt>
                <c:pt idx="24462">
                  <c:v>0.51281732045302708</c:v>
                </c:pt>
                <c:pt idx="24463">
                  <c:v>0.51293365015088288</c:v>
                </c:pt>
                <c:pt idx="24464">
                  <c:v>0.51298439181244815</c:v>
                </c:pt>
                <c:pt idx="24465">
                  <c:v>0.5130751943054116</c:v>
                </c:pt>
                <c:pt idx="24466">
                  <c:v>0.51331339992346858</c:v>
                </c:pt>
                <c:pt idx="24467">
                  <c:v>0.51339544561681405</c:v>
                </c:pt>
                <c:pt idx="24468">
                  <c:v>0.5134425916836729</c:v>
                </c:pt>
                <c:pt idx="24469">
                  <c:v>0.51350979330654578</c:v>
                </c:pt>
                <c:pt idx="24470">
                  <c:v>0.51352764693413289</c:v>
                </c:pt>
                <c:pt idx="24471">
                  <c:v>0.51356801018623344</c:v>
                </c:pt>
                <c:pt idx="24472">
                  <c:v>0.51357261215017991</c:v>
                </c:pt>
                <c:pt idx="24473">
                  <c:v>0.51358101446531823</c:v>
                </c:pt>
                <c:pt idx="24474">
                  <c:v>0.51358508965426042</c:v>
                </c:pt>
                <c:pt idx="24475">
                  <c:v>0.51372611319297612</c:v>
                </c:pt>
                <c:pt idx="24476">
                  <c:v>0.51379729040844624</c:v>
                </c:pt>
                <c:pt idx="24477">
                  <c:v>0.51384675095530119</c:v>
                </c:pt>
                <c:pt idx="24478">
                  <c:v>0.51393184462559127</c:v>
                </c:pt>
                <c:pt idx="24479">
                  <c:v>0.51397020904415591</c:v>
                </c:pt>
                <c:pt idx="24480">
                  <c:v>0.51406791846135957</c:v>
                </c:pt>
                <c:pt idx="24481">
                  <c:v>0.5144160396763513</c:v>
                </c:pt>
                <c:pt idx="24482">
                  <c:v>0.51448150088685785</c:v>
                </c:pt>
                <c:pt idx="24483">
                  <c:v>0.51455690724679193</c:v>
                </c:pt>
                <c:pt idx="24484">
                  <c:v>0.51461028399584874</c:v>
                </c:pt>
                <c:pt idx="24485">
                  <c:v>0.51464333638843529</c:v>
                </c:pt>
                <c:pt idx="24486">
                  <c:v>0.51484008078468491</c:v>
                </c:pt>
                <c:pt idx="24487">
                  <c:v>0.5149179604889258</c:v>
                </c:pt>
                <c:pt idx="24488">
                  <c:v>0.51496632821667165</c:v>
                </c:pt>
                <c:pt idx="24489">
                  <c:v>0.51507882150005824</c:v>
                </c:pt>
                <c:pt idx="24490">
                  <c:v>0.51517256909521636</c:v>
                </c:pt>
                <c:pt idx="24491">
                  <c:v>0.51523354948997802</c:v>
                </c:pt>
                <c:pt idx="24492">
                  <c:v>0.5154005998655008</c:v>
                </c:pt>
                <c:pt idx="24493">
                  <c:v>0.51543160497074725</c:v>
                </c:pt>
                <c:pt idx="24494">
                  <c:v>0.51559394082254673</c:v>
                </c:pt>
                <c:pt idx="24495">
                  <c:v>0.51584048816776451</c:v>
                </c:pt>
                <c:pt idx="24496">
                  <c:v>0.51584141309543896</c:v>
                </c:pt>
                <c:pt idx="24497">
                  <c:v>0.51592294025431962</c:v>
                </c:pt>
                <c:pt idx="24498">
                  <c:v>0.51595205783594034</c:v>
                </c:pt>
                <c:pt idx="24499">
                  <c:v>0.51595801131977537</c:v>
                </c:pt>
                <c:pt idx="24500">
                  <c:v>0.51615880758604571</c:v>
                </c:pt>
                <c:pt idx="24501">
                  <c:v>0.51633669651850833</c:v>
                </c:pt>
                <c:pt idx="24502">
                  <c:v>0.51648426749453558</c:v>
                </c:pt>
                <c:pt idx="24503">
                  <c:v>0.51679160491789644</c:v>
                </c:pt>
                <c:pt idx="24504">
                  <c:v>0.51687254091996293</c:v>
                </c:pt>
                <c:pt idx="24505">
                  <c:v>0.51693012684754669</c:v>
                </c:pt>
                <c:pt idx="24506">
                  <c:v>0.51709537023761531</c:v>
                </c:pt>
                <c:pt idx="24507">
                  <c:v>0.5171011750987563</c:v>
                </c:pt>
                <c:pt idx="24508">
                  <c:v>0.51713186319589477</c:v>
                </c:pt>
                <c:pt idx="24509">
                  <c:v>0.51733641522196139</c:v>
                </c:pt>
                <c:pt idx="24510">
                  <c:v>0.51735302277250905</c:v>
                </c:pt>
                <c:pt idx="24511">
                  <c:v>0.51736913583211186</c:v>
                </c:pt>
                <c:pt idx="24512">
                  <c:v>0.51756446465092087</c:v>
                </c:pt>
                <c:pt idx="24513">
                  <c:v>0.51771660200776581</c:v>
                </c:pt>
                <c:pt idx="24514">
                  <c:v>0.5178185274529451</c:v>
                </c:pt>
                <c:pt idx="24515">
                  <c:v>0.51789071184928348</c:v>
                </c:pt>
                <c:pt idx="24516">
                  <c:v>0.51795854597877256</c:v>
                </c:pt>
                <c:pt idx="24517">
                  <c:v>0.51810671030597377</c:v>
                </c:pt>
                <c:pt idx="24518">
                  <c:v>0.5182328997455774</c:v>
                </c:pt>
                <c:pt idx="24519">
                  <c:v>0.51825957846119652</c:v>
                </c:pt>
                <c:pt idx="24520">
                  <c:v>0.51867413895260106</c:v>
                </c:pt>
                <c:pt idx="24521">
                  <c:v>0.51867443880978281</c:v>
                </c:pt>
                <c:pt idx="24522">
                  <c:v>0.51894818297285439</c:v>
                </c:pt>
                <c:pt idx="24523">
                  <c:v>0.51894939362944958</c:v>
                </c:pt>
                <c:pt idx="24524">
                  <c:v>0.5190096324740654</c:v>
                </c:pt>
                <c:pt idx="24525">
                  <c:v>0.51948032859895954</c:v>
                </c:pt>
                <c:pt idx="24526">
                  <c:v>0.51974760164182199</c:v>
                </c:pt>
                <c:pt idx="24527">
                  <c:v>0.51981384713361667</c:v>
                </c:pt>
                <c:pt idx="24528">
                  <c:v>0.51987348929424959</c:v>
                </c:pt>
                <c:pt idx="24529">
                  <c:v>0.51988450090629323</c:v>
                </c:pt>
                <c:pt idx="24530">
                  <c:v>0.51993500968656658</c:v>
                </c:pt>
                <c:pt idx="24531">
                  <c:v>0.51996086562640276</c:v>
                </c:pt>
                <c:pt idx="24532">
                  <c:v>0.52008812245157721</c:v>
                </c:pt>
                <c:pt idx="24533">
                  <c:v>0.52018232528968322</c:v>
                </c:pt>
                <c:pt idx="24534">
                  <c:v>0.52018285787100593</c:v>
                </c:pt>
                <c:pt idx="24535">
                  <c:v>0.52026899179311492</c:v>
                </c:pt>
                <c:pt idx="24536">
                  <c:v>0.52032548612129725</c:v>
                </c:pt>
                <c:pt idx="24537">
                  <c:v>0.52039717105423511</c:v>
                </c:pt>
                <c:pt idx="24538">
                  <c:v>0.5204656963930725</c:v>
                </c:pt>
                <c:pt idx="24539">
                  <c:v>0.52060470898557143</c:v>
                </c:pt>
                <c:pt idx="24540">
                  <c:v>0.52069679478837227</c:v>
                </c:pt>
                <c:pt idx="24541">
                  <c:v>0.52103070145261765</c:v>
                </c:pt>
                <c:pt idx="24542">
                  <c:v>0.52128085692075232</c:v>
                </c:pt>
                <c:pt idx="24543">
                  <c:v>0.52134052874431369</c:v>
                </c:pt>
                <c:pt idx="24544">
                  <c:v>0.52143694483331626</c:v>
                </c:pt>
                <c:pt idx="24545">
                  <c:v>0.52146766740634587</c:v>
                </c:pt>
                <c:pt idx="24546">
                  <c:v>0.52156247259593636</c:v>
                </c:pt>
                <c:pt idx="24547">
                  <c:v>0.52183841422528998</c:v>
                </c:pt>
                <c:pt idx="24548">
                  <c:v>0.52193897173510595</c:v>
                </c:pt>
                <c:pt idx="24549">
                  <c:v>0.52204439687164017</c:v>
                </c:pt>
                <c:pt idx="24550">
                  <c:v>0.5220873057967067</c:v>
                </c:pt>
                <c:pt idx="24551">
                  <c:v>0.52208765593376816</c:v>
                </c:pt>
                <c:pt idx="24552">
                  <c:v>0.52217677590560263</c:v>
                </c:pt>
                <c:pt idx="24553">
                  <c:v>0.52227144123981251</c:v>
                </c:pt>
                <c:pt idx="24554">
                  <c:v>0.52227486769296205</c:v>
                </c:pt>
                <c:pt idx="24555">
                  <c:v>0.52233593290400904</c:v>
                </c:pt>
                <c:pt idx="24556">
                  <c:v>0.52242679507418988</c:v>
                </c:pt>
                <c:pt idx="24557">
                  <c:v>0.5225484106683258</c:v>
                </c:pt>
                <c:pt idx="24558">
                  <c:v>0.52255890061310017</c:v>
                </c:pt>
                <c:pt idx="24559">
                  <c:v>0.5226759272703605</c:v>
                </c:pt>
                <c:pt idx="24560">
                  <c:v>0.52275072055934435</c:v>
                </c:pt>
                <c:pt idx="24561">
                  <c:v>0.52310673035563793</c:v>
                </c:pt>
                <c:pt idx="24562">
                  <c:v>0.52311307257007555</c:v>
                </c:pt>
                <c:pt idx="24563">
                  <c:v>0.52315037952063081</c:v>
                </c:pt>
                <c:pt idx="24564">
                  <c:v>0.52318620035303498</c:v>
                </c:pt>
                <c:pt idx="24565">
                  <c:v>0.52321817261351988</c:v>
                </c:pt>
                <c:pt idx="24566">
                  <c:v>0.52324719393541441</c:v>
                </c:pt>
                <c:pt idx="24567">
                  <c:v>0.523289151992826</c:v>
                </c:pt>
                <c:pt idx="24568">
                  <c:v>0.52331072835894654</c:v>
                </c:pt>
                <c:pt idx="24569">
                  <c:v>0.52342141912779538</c:v>
                </c:pt>
                <c:pt idx="24570">
                  <c:v>0.52355416706752878</c:v>
                </c:pt>
                <c:pt idx="24571">
                  <c:v>0.52356367116247138</c:v>
                </c:pt>
                <c:pt idx="24572">
                  <c:v>0.52368319269173624</c:v>
                </c:pt>
                <c:pt idx="24573">
                  <c:v>0.52377066240865244</c:v>
                </c:pt>
                <c:pt idx="24574">
                  <c:v>0.52398229245077399</c:v>
                </c:pt>
                <c:pt idx="24575">
                  <c:v>0.52408191530245329</c:v>
                </c:pt>
                <c:pt idx="24576">
                  <c:v>0.52434994442475402</c:v>
                </c:pt>
                <c:pt idx="24577">
                  <c:v>0.52437998980678524</c:v>
                </c:pt>
                <c:pt idx="24578">
                  <c:v>0.52474114868989119</c:v>
                </c:pt>
                <c:pt idx="24579">
                  <c:v>0.52496809860847937</c:v>
                </c:pt>
                <c:pt idx="24580">
                  <c:v>0.52503593817172811</c:v>
                </c:pt>
                <c:pt idx="24581">
                  <c:v>0.52511176853753483</c:v>
                </c:pt>
                <c:pt idx="24582">
                  <c:v>0.52540397022465446</c:v>
                </c:pt>
                <c:pt idx="24583">
                  <c:v>0.5254382419319914</c:v>
                </c:pt>
                <c:pt idx="24584">
                  <c:v>0.52555545911141321</c:v>
                </c:pt>
                <c:pt idx="24585">
                  <c:v>0.52566524215306143</c:v>
                </c:pt>
                <c:pt idx="24586">
                  <c:v>0.52575245958596883</c:v>
                </c:pt>
                <c:pt idx="24587">
                  <c:v>0.52583737533559471</c:v>
                </c:pt>
                <c:pt idx="24588">
                  <c:v>0.52604093181580225</c:v>
                </c:pt>
                <c:pt idx="24589">
                  <c:v>0.52605852348324766</c:v>
                </c:pt>
                <c:pt idx="24590">
                  <c:v>0.52617667954214409</c:v>
                </c:pt>
                <c:pt idx="24591">
                  <c:v>0.52624344170831883</c:v>
                </c:pt>
                <c:pt idx="24592">
                  <c:v>0.52645711450073318</c:v>
                </c:pt>
                <c:pt idx="24593">
                  <c:v>0.52650754198258376</c:v>
                </c:pt>
                <c:pt idx="24594">
                  <c:v>0.52657995009611602</c:v>
                </c:pt>
                <c:pt idx="24595">
                  <c:v>0.52669763915516055</c:v>
                </c:pt>
                <c:pt idx="24596">
                  <c:v>0.52686687099469909</c:v>
                </c:pt>
                <c:pt idx="24597">
                  <c:v>0.5271234571157164</c:v>
                </c:pt>
                <c:pt idx="24598">
                  <c:v>0.52713941603160142</c:v>
                </c:pt>
                <c:pt idx="24599">
                  <c:v>0.52742397733610802</c:v>
                </c:pt>
                <c:pt idx="24600">
                  <c:v>0.52761560255221385</c:v>
                </c:pt>
                <c:pt idx="24601">
                  <c:v>0.52784927601016318</c:v>
                </c:pt>
                <c:pt idx="24602">
                  <c:v>0.52791658517763584</c:v>
                </c:pt>
                <c:pt idx="24603">
                  <c:v>0.52795029016579798</c:v>
                </c:pt>
                <c:pt idx="24604">
                  <c:v>0.52797018004227536</c:v>
                </c:pt>
                <c:pt idx="24605">
                  <c:v>0.5281826028131934</c:v>
                </c:pt>
                <c:pt idx="24606">
                  <c:v>0.52826862262047858</c:v>
                </c:pt>
                <c:pt idx="24607">
                  <c:v>0.52827406758472761</c:v>
                </c:pt>
                <c:pt idx="24608">
                  <c:v>0.52845289357408709</c:v>
                </c:pt>
                <c:pt idx="24609">
                  <c:v>0.52857925317986765</c:v>
                </c:pt>
                <c:pt idx="24610">
                  <c:v>0.52883248960136797</c:v>
                </c:pt>
                <c:pt idx="24611">
                  <c:v>0.5288587277149952</c:v>
                </c:pt>
                <c:pt idx="24612">
                  <c:v>0.52887549877725426</c:v>
                </c:pt>
                <c:pt idx="24613">
                  <c:v>0.52897905851194515</c:v>
                </c:pt>
                <c:pt idx="24614">
                  <c:v>0.52899525898393929</c:v>
                </c:pt>
                <c:pt idx="24615">
                  <c:v>0.52901463671701543</c:v>
                </c:pt>
                <c:pt idx="24616">
                  <c:v>0.5294986935478081</c:v>
                </c:pt>
                <c:pt idx="24617">
                  <c:v>0.5295890231763648</c:v>
                </c:pt>
                <c:pt idx="24618">
                  <c:v>0.529672651908346</c:v>
                </c:pt>
                <c:pt idx="24619">
                  <c:v>0.52969052092942537</c:v>
                </c:pt>
                <c:pt idx="24620">
                  <c:v>0.52975254296133367</c:v>
                </c:pt>
                <c:pt idx="24621">
                  <c:v>0.52995023924867335</c:v>
                </c:pt>
                <c:pt idx="24622">
                  <c:v>0.53005631504304362</c:v>
                </c:pt>
                <c:pt idx="24623">
                  <c:v>0.53006375427833885</c:v>
                </c:pt>
                <c:pt idx="24624">
                  <c:v>0.53036227310414763</c:v>
                </c:pt>
                <c:pt idx="24625">
                  <c:v>0.53037988490533761</c:v>
                </c:pt>
                <c:pt idx="24626">
                  <c:v>0.53039416333156453</c:v>
                </c:pt>
                <c:pt idx="24627">
                  <c:v>0.53041903216745245</c:v>
                </c:pt>
                <c:pt idx="24628">
                  <c:v>0.53043298530938343</c:v>
                </c:pt>
                <c:pt idx="24629">
                  <c:v>0.53050365740086081</c:v>
                </c:pt>
                <c:pt idx="24630">
                  <c:v>0.53050565147207429</c:v>
                </c:pt>
                <c:pt idx="24631">
                  <c:v>0.53051259579871279</c:v>
                </c:pt>
                <c:pt idx="24632">
                  <c:v>0.53054198853082446</c:v>
                </c:pt>
                <c:pt idx="24633">
                  <c:v>0.53054899375970765</c:v>
                </c:pt>
                <c:pt idx="24634">
                  <c:v>0.53060904985783053</c:v>
                </c:pt>
                <c:pt idx="24635">
                  <c:v>0.53062832042619379</c:v>
                </c:pt>
                <c:pt idx="24636">
                  <c:v>0.53076396837478612</c:v>
                </c:pt>
                <c:pt idx="24637">
                  <c:v>0.53082488373826386</c:v>
                </c:pt>
                <c:pt idx="24638">
                  <c:v>0.53090941792671009</c:v>
                </c:pt>
                <c:pt idx="24639">
                  <c:v>0.53092913157764154</c:v>
                </c:pt>
                <c:pt idx="24640">
                  <c:v>0.53105089199660649</c:v>
                </c:pt>
                <c:pt idx="24641">
                  <c:v>0.53148571296008496</c:v>
                </c:pt>
                <c:pt idx="24642">
                  <c:v>0.531572259001863</c:v>
                </c:pt>
                <c:pt idx="24643">
                  <c:v>0.5316529554576741</c:v>
                </c:pt>
                <c:pt idx="24644">
                  <c:v>0.53165829684705657</c:v>
                </c:pt>
                <c:pt idx="24645">
                  <c:v>0.53176523403335885</c:v>
                </c:pt>
                <c:pt idx="24646">
                  <c:v>0.53181285787970478</c:v>
                </c:pt>
                <c:pt idx="24647">
                  <c:v>0.53183076068300672</c:v>
                </c:pt>
                <c:pt idx="24648">
                  <c:v>0.53187142680443378</c:v>
                </c:pt>
                <c:pt idx="24649">
                  <c:v>0.53195904581471154</c:v>
                </c:pt>
                <c:pt idx="24650">
                  <c:v>0.53203077086385242</c:v>
                </c:pt>
                <c:pt idx="24651">
                  <c:v>0.53212297160328093</c:v>
                </c:pt>
                <c:pt idx="24652">
                  <c:v>0.53214965706133155</c:v>
                </c:pt>
                <c:pt idx="24653">
                  <c:v>0.53218662400742478</c:v>
                </c:pt>
                <c:pt idx="24654">
                  <c:v>0.53220364036375511</c:v>
                </c:pt>
                <c:pt idx="24655">
                  <c:v>0.53249449402978277</c:v>
                </c:pt>
                <c:pt idx="24656">
                  <c:v>0.53295537425614747</c:v>
                </c:pt>
                <c:pt idx="24657">
                  <c:v>0.53304729687928953</c:v>
                </c:pt>
                <c:pt idx="24658">
                  <c:v>0.53305190929961666</c:v>
                </c:pt>
                <c:pt idx="24659">
                  <c:v>0.53310042343712116</c:v>
                </c:pt>
                <c:pt idx="24660">
                  <c:v>0.53317149244479412</c:v>
                </c:pt>
                <c:pt idx="24661">
                  <c:v>0.5332235742824426</c:v>
                </c:pt>
                <c:pt idx="24662">
                  <c:v>0.5333055474438364</c:v>
                </c:pt>
                <c:pt idx="24663">
                  <c:v>0.53357856680256543</c:v>
                </c:pt>
                <c:pt idx="24664">
                  <c:v>0.53370670976384116</c:v>
                </c:pt>
                <c:pt idx="24665">
                  <c:v>0.53382404155213625</c:v>
                </c:pt>
                <c:pt idx="24666">
                  <c:v>0.53383114122926945</c:v>
                </c:pt>
                <c:pt idx="24667">
                  <c:v>0.53385891230371929</c:v>
                </c:pt>
                <c:pt idx="24668">
                  <c:v>0.53392736469075741</c:v>
                </c:pt>
                <c:pt idx="24669">
                  <c:v>0.53395530414148673</c:v>
                </c:pt>
                <c:pt idx="24670">
                  <c:v>0.53402609744414031</c:v>
                </c:pt>
                <c:pt idx="24671">
                  <c:v>0.53407087752971505</c:v>
                </c:pt>
                <c:pt idx="24672">
                  <c:v>0.53414739791712296</c:v>
                </c:pt>
                <c:pt idx="24673">
                  <c:v>0.53417896620633443</c:v>
                </c:pt>
                <c:pt idx="24674">
                  <c:v>0.53429616361871668</c:v>
                </c:pt>
                <c:pt idx="24675">
                  <c:v>0.53432441946772291</c:v>
                </c:pt>
                <c:pt idx="24676">
                  <c:v>0.53444474935510167</c:v>
                </c:pt>
                <c:pt idx="24677">
                  <c:v>0.53471590276883452</c:v>
                </c:pt>
                <c:pt idx="24678">
                  <c:v>0.53500486013182402</c:v>
                </c:pt>
                <c:pt idx="24679">
                  <c:v>0.53501232489883499</c:v>
                </c:pt>
                <c:pt idx="24680">
                  <c:v>0.53507735272548773</c:v>
                </c:pt>
                <c:pt idx="24681">
                  <c:v>0.53529124591813115</c:v>
                </c:pt>
                <c:pt idx="24682">
                  <c:v>0.53561655970631561</c:v>
                </c:pt>
                <c:pt idx="24683">
                  <c:v>0.53567543573695076</c:v>
                </c:pt>
                <c:pt idx="24684">
                  <c:v>0.53587847479802497</c:v>
                </c:pt>
                <c:pt idx="24685">
                  <c:v>0.53601867067693565</c:v>
                </c:pt>
                <c:pt idx="24686">
                  <c:v>0.53604469124322607</c:v>
                </c:pt>
                <c:pt idx="24687">
                  <c:v>0.53647146568266324</c:v>
                </c:pt>
                <c:pt idx="24688">
                  <c:v>0.53654238617366856</c:v>
                </c:pt>
                <c:pt idx="24689">
                  <c:v>0.5365967383668655</c:v>
                </c:pt>
                <c:pt idx="24690">
                  <c:v>0.53667259004376866</c:v>
                </c:pt>
                <c:pt idx="24691">
                  <c:v>0.53692604057537674</c:v>
                </c:pt>
                <c:pt idx="24692">
                  <c:v>0.53701037899445248</c:v>
                </c:pt>
                <c:pt idx="24693">
                  <c:v>0.53711753367351667</c:v>
                </c:pt>
                <c:pt idx="24694">
                  <c:v>0.53730848643824602</c:v>
                </c:pt>
                <c:pt idx="24695">
                  <c:v>0.53736208263620744</c:v>
                </c:pt>
                <c:pt idx="24696">
                  <c:v>0.53760975371241759</c:v>
                </c:pt>
                <c:pt idx="24697">
                  <c:v>0.53764242426545572</c:v>
                </c:pt>
                <c:pt idx="24698">
                  <c:v>0.5376773672214229</c:v>
                </c:pt>
                <c:pt idx="24699">
                  <c:v>0.53777596446781883</c:v>
                </c:pt>
                <c:pt idx="24700">
                  <c:v>0.53779737652666137</c:v>
                </c:pt>
                <c:pt idx="24701">
                  <c:v>0.5378805651978299</c:v>
                </c:pt>
                <c:pt idx="24702">
                  <c:v>0.53816129291801096</c:v>
                </c:pt>
                <c:pt idx="24703">
                  <c:v>0.53831391768481351</c:v>
                </c:pt>
                <c:pt idx="24704">
                  <c:v>0.53833601756229355</c:v>
                </c:pt>
                <c:pt idx="24705">
                  <c:v>0.53855977088511409</c:v>
                </c:pt>
                <c:pt idx="24706">
                  <c:v>0.53860336854334645</c:v>
                </c:pt>
                <c:pt idx="24707">
                  <c:v>0.53866092368707441</c:v>
                </c:pt>
                <c:pt idx="24708">
                  <c:v>0.53916787057283566</c:v>
                </c:pt>
                <c:pt idx="24709">
                  <c:v>0.53926230496298999</c:v>
                </c:pt>
                <c:pt idx="24710">
                  <c:v>0.53940547525330462</c:v>
                </c:pt>
                <c:pt idx="24711">
                  <c:v>0.53947264290787333</c:v>
                </c:pt>
                <c:pt idx="24712">
                  <c:v>0.53990493814169738</c:v>
                </c:pt>
                <c:pt idx="24713">
                  <c:v>0.54004344276601368</c:v>
                </c:pt>
                <c:pt idx="24714">
                  <c:v>0.54005325327950338</c:v>
                </c:pt>
                <c:pt idx="24715">
                  <c:v>0.54006989483052081</c:v>
                </c:pt>
                <c:pt idx="24716">
                  <c:v>0.54011022084079796</c:v>
                </c:pt>
                <c:pt idx="24717">
                  <c:v>0.54020730841166298</c:v>
                </c:pt>
                <c:pt idx="24718">
                  <c:v>0.54021073416025156</c:v>
                </c:pt>
                <c:pt idx="24719">
                  <c:v>0.54031878451242521</c:v>
                </c:pt>
                <c:pt idx="24720">
                  <c:v>0.54050933938854318</c:v>
                </c:pt>
                <c:pt idx="24721">
                  <c:v>0.54066661444242647</c:v>
                </c:pt>
                <c:pt idx="24722">
                  <c:v>0.54099325672367904</c:v>
                </c:pt>
                <c:pt idx="24723">
                  <c:v>0.54129289677220682</c:v>
                </c:pt>
                <c:pt idx="24724">
                  <c:v>0.54161561313099538</c:v>
                </c:pt>
                <c:pt idx="24725">
                  <c:v>0.54173736922516158</c:v>
                </c:pt>
                <c:pt idx="24726">
                  <c:v>0.54178424512387202</c:v>
                </c:pt>
                <c:pt idx="24727">
                  <c:v>0.54186176796835517</c:v>
                </c:pt>
                <c:pt idx="24728">
                  <c:v>0.54197030672502911</c:v>
                </c:pt>
                <c:pt idx="24729">
                  <c:v>0.54245577274758905</c:v>
                </c:pt>
                <c:pt idx="24730">
                  <c:v>0.54251897537230198</c:v>
                </c:pt>
                <c:pt idx="24731">
                  <c:v>0.54257237988648133</c:v>
                </c:pt>
                <c:pt idx="24732">
                  <c:v>0.54273344282003499</c:v>
                </c:pt>
                <c:pt idx="24733">
                  <c:v>0.54275566559428312</c:v>
                </c:pt>
                <c:pt idx="24734">
                  <c:v>0.54277187246763503</c:v>
                </c:pt>
                <c:pt idx="24735">
                  <c:v>0.54294700900321125</c:v>
                </c:pt>
                <c:pt idx="24736">
                  <c:v>0.54297924751700077</c:v>
                </c:pt>
                <c:pt idx="24737">
                  <c:v>0.54298465260643536</c:v>
                </c:pt>
                <c:pt idx="24738">
                  <c:v>0.54311042846098301</c:v>
                </c:pt>
                <c:pt idx="24739">
                  <c:v>0.54313886347972984</c:v>
                </c:pt>
                <c:pt idx="24740">
                  <c:v>0.54328196243354698</c:v>
                </c:pt>
                <c:pt idx="24741">
                  <c:v>0.54352892839336631</c:v>
                </c:pt>
                <c:pt idx="24742">
                  <c:v>0.54359603123800726</c:v>
                </c:pt>
                <c:pt idx="24743">
                  <c:v>0.54365859190414678</c:v>
                </c:pt>
                <c:pt idx="24744">
                  <c:v>0.54373894716969873</c:v>
                </c:pt>
                <c:pt idx="24745">
                  <c:v>0.54448640525912206</c:v>
                </c:pt>
                <c:pt idx="24746">
                  <c:v>0.54451202814485078</c:v>
                </c:pt>
                <c:pt idx="24747">
                  <c:v>0.54466135653225889</c:v>
                </c:pt>
                <c:pt idx="24748">
                  <c:v>0.54468946479602076</c:v>
                </c:pt>
                <c:pt idx="24749">
                  <c:v>0.54470398812559562</c:v>
                </c:pt>
                <c:pt idx="24750">
                  <c:v>0.54486625981044501</c:v>
                </c:pt>
                <c:pt idx="24751">
                  <c:v>0.54500706019997824</c:v>
                </c:pt>
                <c:pt idx="24752">
                  <c:v>0.54501015851267831</c:v>
                </c:pt>
                <c:pt idx="24753">
                  <c:v>0.54518117721340198</c:v>
                </c:pt>
                <c:pt idx="24754">
                  <c:v>0.54554072239905738</c:v>
                </c:pt>
                <c:pt idx="24755">
                  <c:v>0.54579151665983638</c:v>
                </c:pt>
                <c:pt idx="24756">
                  <c:v>0.54603716170936434</c:v>
                </c:pt>
                <c:pt idx="24757">
                  <c:v>0.54608082215103781</c:v>
                </c:pt>
                <c:pt idx="24758">
                  <c:v>0.54625000952030911</c:v>
                </c:pt>
                <c:pt idx="24759">
                  <c:v>0.54626482384729813</c:v>
                </c:pt>
                <c:pt idx="24760">
                  <c:v>0.54651927415227464</c:v>
                </c:pt>
                <c:pt idx="24761">
                  <c:v>0.54666257838108034</c:v>
                </c:pt>
                <c:pt idx="24762">
                  <c:v>0.54667710980741269</c:v>
                </c:pt>
                <c:pt idx="24763">
                  <c:v>0.54676395682478485</c:v>
                </c:pt>
                <c:pt idx="24764">
                  <c:v>0.5469453803647325</c:v>
                </c:pt>
                <c:pt idx="24765">
                  <c:v>0.54699659745308871</c:v>
                </c:pt>
                <c:pt idx="24766">
                  <c:v>0.54774534335664193</c:v>
                </c:pt>
                <c:pt idx="24767">
                  <c:v>0.54796625979904334</c:v>
                </c:pt>
                <c:pt idx="24768">
                  <c:v>0.54799191060502328</c:v>
                </c:pt>
                <c:pt idx="24769">
                  <c:v>0.54801289171227063</c:v>
                </c:pt>
                <c:pt idx="24770">
                  <c:v>0.54807041632187192</c:v>
                </c:pt>
                <c:pt idx="24771">
                  <c:v>0.54838577311358527</c:v>
                </c:pt>
                <c:pt idx="24772">
                  <c:v>0.54844376506518999</c:v>
                </c:pt>
                <c:pt idx="24773">
                  <c:v>0.54856495135235561</c:v>
                </c:pt>
                <c:pt idx="24774">
                  <c:v>0.54862396245071965</c:v>
                </c:pt>
                <c:pt idx="24775">
                  <c:v>0.5486280572180442</c:v>
                </c:pt>
                <c:pt idx="24776">
                  <c:v>0.54873633723666304</c:v>
                </c:pt>
                <c:pt idx="24777">
                  <c:v>0.54879684644810478</c:v>
                </c:pt>
                <c:pt idx="24778">
                  <c:v>0.54892264035548877</c:v>
                </c:pt>
                <c:pt idx="24779">
                  <c:v>0.54900082242835258</c:v>
                </c:pt>
                <c:pt idx="24780">
                  <c:v>0.54900231276732436</c:v>
                </c:pt>
                <c:pt idx="24781">
                  <c:v>0.54902973696272628</c:v>
                </c:pt>
                <c:pt idx="24782">
                  <c:v>0.5490523110867439</c:v>
                </c:pt>
                <c:pt idx="24783">
                  <c:v>0.54934244535991039</c:v>
                </c:pt>
                <c:pt idx="24784">
                  <c:v>0.54935854377265392</c:v>
                </c:pt>
                <c:pt idx="24785">
                  <c:v>0.54948543626238489</c:v>
                </c:pt>
                <c:pt idx="24786">
                  <c:v>0.54951572439362018</c:v>
                </c:pt>
                <c:pt idx="24787">
                  <c:v>0.54952362416253187</c:v>
                </c:pt>
                <c:pt idx="24788">
                  <c:v>0.54958385911097485</c:v>
                </c:pt>
                <c:pt idx="24789">
                  <c:v>0.54960800079556971</c:v>
                </c:pt>
                <c:pt idx="24790">
                  <c:v>0.54961791746033684</c:v>
                </c:pt>
                <c:pt idx="24791">
                  <c:v>0.54962512874065517</c:v>
                </c:pt>
                <c:pt idx="24792">
                  <c:v>0.54964086975805682</c:v>
                </c:pt>
                <c:pt idx="24793">
                  <c:v>0.54976471992389853</c:v>
                </c:pt>
                <c:pt idx="24794">
                  <c:v>0.54992199326572377</c:v>
                </c:pt>
                <c:pt idx="24795">
                  <c:v>0.55000202648481733</c:v>
                </c:pt>
                <c:pt idx="24796">
                  <c:v>0.55002512337002452</c:v>
                </c:pt>
                <c:pt idx="24797">
                  <c:v>0.55006712725882811</c:v>
                </c:pt>
                <c:pt idx="24798">
                  <c:v>0.55010513387668358</c:v>
                </c:pt>
                <c:pt idx="24799">
                  <c:v>0.55022350918007312</c:v>
                </c:pt>
                <c:pt idx="24800">
                  <c:v>0.55030659130224513</c:v>
                </c:pt>
                <c:pt idx="24801">
                  <c:v>0.55037209779635665</c:v>
                </c:pt>
                <c:pt idx="24802">
                  <c:v>0.55046346483162922</c:v>
                </c:pt>
                <c:pt idx="24803">
                  <c:v>0.55064360475339802</c:v>
                </c:pt>
                <c:pt idx="24804">
                  <c:v>0.55079292398396029</c:v>
                </c:pt>
                <c:pt idx="24805">
                  <c:v>0.551004380616125</c:v>
                </c:pt>
                <c:pt idx="24806">
                  <c:v>0.55105637574001853</c:v>
                </c:pt>
                <c:pt idx="24807">
                  <c:v>0.5511389839023918</c:v>
                </c:pt>
                <c:pt idx="24808">
                  <c:v>0.55119716157542087</c:v>
                </c:pt>
                <c:pt idx="24809">
                  <c:v>0.5512625609593389</c:v>
                </c:pt>
                <c:pt idx="24810">
                  <c:v>0.55133336794077759</c:v>
                </c:pt>
                <c:pt idx="24811">
                  <c:v>0.55144723499670345</c:v>
                </c:pt>
                <c:pt idx="24812">
                  <c:v>0.55150260023115938</c:v>
                </c:pt>
                <c:pt idx="24813">
                  <c:v>0.55172238480964997</c:v>
                </c:pt>
                <c:pt idx="24814">
                  <c:v>0.5517422006119661</c:v>
                </c:pt>
                <c:pt idx="24815">
                  <c:v>0.55183819118872079</c:v>
                </c:pt>
                <c:pt idx="24816">
                  <c:v>0.55208426621924234</c:v>
                </c:pt>
                <c:pt idx="24817">
                  <c:v>0.55214542270899769</c:v>
                </c:pt>
                <c:pt idx="24818">
                  <c:v>0.55219390487663333</c:v>
                </c:pt>
                <c:pt idx="24819">
                  <c:v>0.55243518086506771</c:v>
                </c:pt>
                <c:pt idx="24820">
                  <c:v>0.55267305982019466</c:v>
                </c:pt>
                <c:pt idx="24821">
                  <c:v>0.55280327333046608</c:v>
                </c:pt>
                <c:pt idx="24822">
                  <c:v>0.55311385746498487</c:v>
                </c:pt>
                <c:pt idx="24823">
                  <c:v>0.55323944601294917</c:v>
                </c:pt>
                <c:pt idx="24824">
                  <c:v>0.55350287289300992</c:v>
                </c:pt>
                <c:pt idx="24825">
                  <c:v>0.55362506224518138</c:v>
                </c:pt>
                <c:pt idx="24826">
                  <c:v>0.55372577374825405</c:v>
                </c:pt>
                <c:pt idx="24827">
                  <c:v>0.55374013061664928</c:v>
                </c:pt>
                <c:pt idx="24828">
                  <c:v>0.55406314835822867</c:v>
                </c:pt>
                <c:pt idx="24829">
                  <c:v>0.55416006995437184</c:v>
                </c:pt>
                <c:pt idx="24830">
                  <c:v>0.5542839240936861</c:v>
                </c:pt>
                <c:pt idx="24831">
                  <c:v>0.55436660285364714</c:v>
                </c:pt>
                <c:pt idx="24832">
                  <c:v>0.55488494709690683</c:v>
                </c:pt>
                <c:pt idx="24833">
                  <c:v>0.55508439324164072</c:v>
                </c:pt>
                <c:pt idx="24834">
                  <c:v>0.5552367781124804</c:v>
                </c:pt>
                <c:pt idx="24835">
                  <c:v>0.55540794024685824</c:v>
                </c:pt>
                <c:pt idx="24836">
                  <c:v>0.55543692917001142</c:v>
                </c:pt>
                <c:pt idx="24837">
                  <c:v>0.55549642944691424</c:v>
                </c:pt>
                <c:pt idx="24838">
                  <c:v>0.55551967707063465</c:v>
                </c:pt>
                <c:pt idx="24839">
                  <c:v>0.55559066303391391</c:v>
                </c:pt>
                <c:pt idx="24840">
                  <c:v>0.55570652352661387</c:v>
                </c:pt>
                <c:pt idx="24841">
                  <c:v>0.55572505576897679</c:v>
                </c:pt>
                <c:pt idx="24842">
                  <c:v>0.55616351361420024</c:v>
                </c:pt>
                <c:pt idx="24843">
                  <c:v>0.55617373702199724</c:v>
                </c:pt>
                <c:pt idx="24844">
                  <c:v>0.55637646738854529</c:v>
                </c:pt>
                <c:pt idx="24845">
                  <c:v>0.55644776184616229</c:v>
                </c:pt>
                <c:pt idx="24846">
                  <c:v>0.55646767113383044</c:v>
                </c:pt>
                <c:pt idx="24847">
                  <c:v>0.55659846693881287</c:v>
                </c:pt>
                <c:pt idx="24848">
                  <c:v>0.55661504239107984</c:v>
                </c:pt>
                <c:pt idx="24849">
                  <c:v>0.55671682796284339</c:v>
                </c:pt>
                <c:pt idx="24850">
                  <c:v>0.55678880493079386</c:v>
                </c:pt>
                <c:pt idx="24851">
                  <c:v>0.55702975610433192</c:v>
                </c:pt>
                <c:pt idx="24852">
                  <c:v>0.55717827177814994</c:v>
                </c:pt>
                <c:pt idx="24853">
                  <c:v>0.55717999078986524</c:v>
                </c:pt>
                <c:pt idx="24854">
                  <c:v>0.55729438685648225</c:v>
                </c:pt>
                <c:pt idx="24855">
                  <c:v>0.55730971752105618</c:v>
                </c:pt>
                <c:pt idx="24856">
                  <c:v>0.55735539862916483</c:v>
                </c:pt>
                <c:pt idx="24857">
                  <c:v>0.55746972065321898</c:v>
                </c:pt>
                <c:pt idx="24858">
                  <c:v>0.55751228795539809</c:v>
                </c:pt>
                <c:pt idx="24859">
                  <c:v>0.5576408979848636</c:v>
                </c:pt>
                <c:pt idx="24860">
                  <c:v>0.55770358391679775</c:v>
                </c:pt>
                <c:pt idx="24861">
                  <c:v>0.55785263213086955</c:v>
                </c:pt>
                <c:pt idx="24862">
                  <c:v>0.55797923674784045</c:v>
                </c:pt>
                <c:pt idx="24863">
                  <c:v>0.55822803239256291</c:v>
                </c:pt>
                <c:pt idx="24864">
                  <c:v>0.55830408271051035</c:v>
                </c:pt>
                <c:pt idx="24865">
                  <c:v>0.55838608796794975</c:v>
                </c:pt>
                <c:pt idx="24866">
                  <c:v>0.55859105650094243</c:v>
                </c:pt>
                <c:pt idx="24867">
                  <c:v>0.55920368561770462</c:v>
                </c:pt>
                <c:pt idx="24868">
                  <c:v>0.55937248182775512</c:v>
                </c:pt>
                <c:pt idx="24869">
                  <c:v>0.55942249123530019</c:v>
                </c:pt>
                <c:pt idx="24870">
                  <c:v>0.5596079874354617</c:v>
                </c:pt>
                <c:pt idx="24871">
                  <c:v>0.55975855159312915</c:v>
                </c:pt>
                <c:pt idx="24872">
                  <c:v>0.55989159318876369</c:v>
                </c:pt>
                <c:pt idx="24873">
                  <c:v>0.56011042679356804</c:v>
                </c:pt>
                <c:pt idx="24874">
                  <c:v>0.56049996636530752</c:v>
                </c:pt>
                <c:pt idx="24875">
                  <c:v>0.56059708525018737</c:v>
                </c:pt>
                <c:pt idx="24876">
                  <c:v>0.56063319283072954</c:v>
                </c:pt>
                <c:pt idx="24877">
                  <c:v>0.56078304204789831</c:v>
                </c:pt>
                <c:pt idx="24878">
                  <c:v>0.56079018210664699</c:v>
                </c:pt>
                <c:pt idx="24879">
                  <c:v>0.56080352166871628</c:v>
                </c:pt>
                <c:pt idx="24880">
                  <c:v>0.56104434604830844</c:v>
                </c:pt>
                <c:pt idx="24881">
                  <c:v>0.56110449154234765</c:v>
                </c:pt>
                <c:pt idx="24882">
                  <c:v>0.56111605434363532</c:v>
                </c:pt>
                <c:pt idx="24883">
                  <c:v>0.56129969725268103</c:v>
                </c:pt>
                <c:pt idx="24884">
                  <c:v>0.56133917608382278</c:v>
                </c:pt>
                <c:pt idx="24885">
                  <c:v>0.56144164400251606</c:v>
                </c:pt>
                <c:pt idx="24886">
                  <c:v>0.56186647220908215</c:v>
                </c:pt>
                <c:pt idx="24887">
                  <c:v>0.56190620121907631</c:v>
                </c:pt>
                <c:pt idx="24888">
                  <c:v>0.56221822436783808</c:v>
                </c:pt>
                <c:pt idx="24889">
                  <c:v>0.56226615845450145</c:v>
                </c:pt>
                <c:pt idx="24890">
                  <c:v>0.56270045563195914</c:v>
                </c:pt>
                <c:pt idx="24891">
                  <c:v>0.56279348496740411</c:v>
                </c:pt>
                <c:pt idx="24892">
                  <c:v>0.56334619736045122</c:v>
                </c:pt>
                <c:pt idx="24893">
                  <c:v>0.56343124922994881</c:v>
                </c:pt>
                <c:pt idx="24894">
                  <c:v>0.56363097564818854</c:v>
                </c:pt>
                <c:pt idx="24895">
                  <c:v>0.5636468095622964</c:v>
                </c:pt>
                <c:pt idx="24896">
                  <c:v>0.56377189021444962</c:v>
                </c:pt>
                <c:pt idx="24897">
                  <c:v>0.56385033814513552</c:v>
                </c:pt>
                <c:pt idx="24898">
                  <c:v>0.56390818948731458</c:v>
                </c:pt>
                <c:pt idx="24899">
                  <c:v>0.56398156245859365</c:v>
                </c:pt>
                <c:pt idx="24900">
                  <c:v>0.56409501542443796</c:v>
                </c:pt>
                <c:pt idx="24901">
                  <c:v>0.56432217966580278</c:v>
                </c:pt>
                <c:pt idx="24902">
                  <c:v>0.56438287697509426</c:v>
                </c:pt>
                <c:pt idx="24903">
                  <c:v>0.56438443462466925</c:v>
                </c:pt>
                <c:pt idx="24904">
                  <c:v>0.56443337096415602</c:v>
                </c:pt>
                <c:pt idx="24905">
                  <c:v>0.56473935245202966</c:v>
                </c:pt>
                <c:pt idx="24906">
                  <c:v>0.56483160171515145</c:v>
                </c:pt>
                <c:pt idx="24907">
                  <c:v>0.56488181097256662</c:v>
                </c:pt>
                <c:pt idx="24908">
                  <c:v>0.56504485587048503</c:v>
                </c:pt>
                <c:pt idx="24909">
                  <c:v>0.56519284786791024</c:v>
                </c:pt>
                <c:pt idx="24910">
                  <c:v>0.56522686333037686</c:v>
                </c:pt>
                <c:pt idx="24911">
                  <c:v>0.56534234446933862</c:v>
                </c:pt>
                <c:pt idx="24912">
                  <c:v>0.56542851107260572</c:v>
                </c:pt>
                <c:pt idx="24913">
                  <c:v>0.56593778122989291</c:v>
                </c:pt>
                <c:pt idx="24914">
                  <c:v>0.56607899080058299</c:v>
                </c:pt>
                <c:pt idx="24915">
                  <c:v>0.56611467767475288</c:v>
                </c:pt>
                <c:pt idx="24916">
                  <c:v>0.56657454124300721</c:v>
                </c:pt>
                <c:pt idx="24917">
                  <c:v>0.56673381391656741</c:v>
                </c:pt>
                <c:pt idx="24918">
                  <c:v>0.56676988297546027</c:v>
                </c:pt>
                <c:pt idx="24919">
                  <c:v>0.56691570898705945</c:v>
                </c:pt>
                <c:pt idx="24920">
                  <c:v>0.56699942827952021</c:v>
                </c:pt>
                <c:pt idx="24921">
                  <c:v>0.56703709065438879</c:v>
                </c:pt>
                <c:pt idx="24922">
                  <c:v>0.56708353057720051</c:v>
                </c:pt>
                <c:pt idx="24923">
                  <c:v>0.56712316505497073</c:v>
                </c:pt>
                <c:pt idx="24924">
                  <c:v>0.56741986875413086</c:v>
                </c:pt>
                <c:pt idx="24925">
                  <c:v>0.56752677151038</c:v>
                </c:pt>
                <c:pt idx="24926">
                  <c:v>0.56757619434661233</c:v>
                </c:pt>
                <c:pt idx="24927">
                  <c:v>0.56758872223641166</c:v>
                </c:pt>
                <c:pt idx="24928">
                  <c:v>0.5676238411905804</c:v>
                </c:pt>
                <c:pt idx="24929">
                  <c:v>0.56775592696381549</c:v>
                </c:pt>
                <c:pt idx="24930">
                  <c:v>0.56779998042731905</c:v>
                </c:pt>
                <c:pt idx="24931">
                  <c:v>0.56787956396508754</c:v>
                </c:pt>
                <c:pt idx="24932">
                  <c:v>0.5679379123138466</c:v>
                </c:pt>
                <c:pt idx="24933">
                  <c:v>0.56793866970142293</c:v>
                </c:pt>
                <c:pt idx="24934">
                  <c:v>0.56804258088057813</c:v>
                </c:pt>
                <c:pt idx="24935">
                  <c:v>0.56825136937022647</c:v>
                </c:pt>
                <c:pt idx="24936">
                  <c:v>0.56833320852245128</c:v>
                </c:pt>
                <c:pt idx="24937">
                  <c:v>0.56843383679457382</c:v>
                </c:pt>
                <c:pt idx="24938">
                  <c:v>0.56866535865040435</c:v>
                </c:pt>
                <c:pt idx="24939">
                  <c:v>0.5689250667084591</c:v>
                </c:pt>
                <c:pt idx="24940">
                  <c:v>0.56895005734639659</c:v>
                </c:pt>
                <c:pt idx="24941">
                  <c:v>0.56903200696177825</c:v>
                </c:pt>
                <c:pt idx="24942">
                  <c:v>0.56911722441916246</c:v>
                </c:pt>
                <c:pt idx="24943">
                  <c:v>0.56912720710510412</c:v>
                </c:pt>
                <c:pt idx="24944">
                  <c:v>0.56947584519706218</c:v>
                </c:pt>
                <c:pt idx="24945">
                  <c:v>0.56965746538786022</c:v>
                </c:pt>
                <c:pt idx="24946">
                  <c:v>0.57010660209738784</c:v>
                </c:pt>
                <c:pt idx="24947">
                  <c:v>0.5702139108548987</c:v>
                </c:pt>
                <c:pt idx="24948">
                  <c:v>0.57022480292039401</c:v>
                </c:pt>
                <c:pt idx="24949">
                  <c:v>0.57070568135012256</c:v>
                </c:pt>
                <c:pt idx="24950">
                  <c:v>0.57075574216643943</c:v>
                </c:pt>
                <c:pt idx="24951">
                  <c:v>0.57084130437982061</c:v>
                </c:pt>
                <c:pt idx="24952">
                  <c:v>0.5709429745579474</c:v>
                </c:pt>
                <c:pt idx="24953">
                  <c:v>0.57203138698194256</c:v>
                </c:pt>
                <c:pt idx="24954">
                  <c:v>0.57211945797729968</c:v>
                </c:pt>
                <c:pt idx="24955">
                  <c:v>0.57214434922603197</c:v>
                </c:pt>
                <c:pt idx="24956">
                  <c:v>0.57224135194202941</c:v>
                </c:pt>
                <c:pt idx="24957">
                  <c:v>0.57224310255876709</c:v>
                </c:pt>
                <c:pt idx="24958">
                  <c:v>0.57224686163659466</c:v>
                </c:pt>
                <c:pt idx="24959">
                  <c:v>0.57225872432507219</c:v>
                </c:pt>
                <c:pt idx="24960">
                  <c:v>0.57229097005644036</c:v>
                </c:pt>
                <c:pt idx="24961">
                  <c:v>0.57229395482763967</c:v>
                </c:pt>
                <c:pt idx="24962">
                  <c:v>0.57244359496670794</c:v>
                </c:pt>
                <c:pt idx="24963">
                  <c:v>0.57269289650057087</c:v>
                </c:pt>
                <c:pt idx="24964">
                  <c:v>0.57269844474764342</c:v>
                </c:pt>
                <c:pt idx="24965">
                  <c:v>0.57273677213938023</c:v>
                </c:pt>
                <c:pt idx="24966">
                  <c:v>0.57294532809185017</c:v>
                </c:pt>
                <c:pt idx="24967">
                  <c:v>0.57312182352925012</c:v>
                </c:pt>
                <c:pt idx="24968">
                  <c:v>0.57318944146530015</c:v>
                </c:pt>
                <c:pt idx="24969">
                  <c:v>0.57321333240340688</c:v>
                </c:pt>
                <c:pt idx="24970">
                  <c:v>0.57323009434231509</c:v>
                </c:pt>
                <c:pt idx="24971">
                  <c:v>0.57326443355291756</c:v>
                </c:pt>
                <c:pt idx="24972">
                  <c:v>0.57327027370956007</c:v>
                </c:pt>
                <c:pt idx="24973">
                  <c:v>0.57350366431739486</c:v>
                </c:pt>
                <c:pt idx="24974">
                  <c:v>0.57354788614667307</c:v>
                </c:pt>
                <c:pt idx="24975">
                  <c:v>0.57359038648464344</c:v>
                </c:pt>
                <c:pt idx="24976">
                  <c:v>0.5738098341178921</c:v>
                </c:pt>
                <c:pt idx="24977">
                  <c:v>0.57383249016974658</c:v>
                </c:pt>
                <c:pt idx="24978">
                  <c:v>0.57396633881165438</c:v>
                </c:pt>
                <c:pt idx="24979">
                  <c:v>0.5742078302867355</c:v>
                </c:pt>
                <c:pt idx="24980">
                  <c:v>0.57451975181100934</c:v>
                </c:pt>
                <c:pt idx="24981">
                  <c:v>0.57453234268613651</c:v>
                </c:pt>
                <c:pt idx="24982">
                  <c:v>0.57462325900771472</c:v>
                </c:pt>
                <c:pt idx="24983">
                  <c:v>0.57498215113372253</c:v>
                </c:pt>
                <c:pt idx="24984">
                  <c:v>0.57503305281826211</c:v>
                </c:pt>
                <c:pt idx="24985">
                  <c:v>0.57504571565275364</c:v>
                </c:pt>
                <c:pt idx="24986">
                  <c:v>0.57506411453253981</c:v>
                </c:pt>
                <c:pt idx="24987">
                  <c:v>0.57533815450348347</c:v>
                </c:pt>
                <c:pt idx="24988">
                  <c:v>0.57539422213215663</c:v>
                </c:pt>
                <c:pt idx="24989">
                  <c:v>0.57554930857741493</c:v>
                </c:pt>
                <c:pt idx="24990">
                  <c:v>0.57556365799068621</c:v>
                </c:pt>
                <c:pt idx="24991">
                  <c:v>0.57563633122626057</c:v>
                </c:pt>
                <c:pt idx="24992">
                  <c:v>0.5758175403421345</c:v>
                </c:pt>
                <c:pt idx="24993">
                  <c:v>0.57594465935916617</c:v>
                </c:pt>
                <c:pt idx="24994">
                  <c:v>0.57619851610526329</c:v>
                </c:pt>
                <c:pt idx="24995">
                  <c:v>0.57623500182502307</c:v>
                </c:pt>
                <c:pt idx="24996">
                  <c:v>0.57633513050236618</c:v>
                </c:pt>
                <c:pt idx="24997">
                  <c:v>0.576377121890011</c:v>
                </c:pt>
                <c:pt idx="24998">
                  <c:v>0.57689945839590706</c:v>
                </c:pt>
                <c:pt idx="24999">
                  <c:v>0.57695510622909696</c:v>
                </c:pt>
                <c:pt idx="25000">
                  <c:v>0.57733782000091138</c:v>
                </c:pt>
                <c:pt idx="25001">
                  <c:v>0.577408673115412</c:v>
                </c:pt>
                <c:pt idx="25002">
                  <c:v>0.57750197216996924</c:v>
                </c:pt>
                <c:pt idx="25003">
                  <c:v>0.57773024789906546</c:v>
                </c:pt>
                <c:pt idx="25004">
                  <c:v>0.57787004983554857</c:v>
                </c:pt>
                <c:pt idx="25005">
                  <c:v>0.57787394200027953</c:v>
                </c:pt>
                <c:pt idx="25006">
                  <c:v>0.57789515691339721</c:v>
                </c:pt>
                <c:pt idx="25007">
                  <c:v>0.57828219810592585</c:v>
                </c:pt>
                <c:pt idx="25008">
                  <c:v>0.57867172152890956</c:v>
                </c:pt>
                <c:pt idx="25009">
                  <c:v>0.57874025389263373</c:v>
                </c:pt>
                <c:pt idx="25010">
                  <c:v>0.57877454960854391</c:v>
                </c:pt>
                <c:pt idx="25011">
                  <c:v>0.5788824863516151</c:v>
                </c:pt>
                <c:pt idx="25012">
                  <c:v>0.57904108164735657</c:v>
                </c:pt>
                <c:pt idx="25013">
                  <c:v>0.5791833168964482</c:v>
                </c:pt>
                <c:pt idx="25014">
                  <c:v>0.57925905754168561</c:v>
                </c:pt>
                <c:pt idx="25015">
                  <c:v>0.57926572036219715</c:v>
                </c:pt>
                <c:pt idx="25016">
                  <c:v>0.57943117405515243</c:v>
                </c:pt>
                <c:pt idx="25017">
                  <c:v>0.57977468428843293</c:v>
                </c:pt>
                <c:pt idx="25018">
                  <c:v>0.57993057407713067</c:v>
                </c:pt>
                <c:pt idx="25019">
                  <c:v>0.58035535126415494</c:v>
                </c:pt>
                <c:pt idx="25020">
                  <c:v>0.58119282196822419</c:v>
                </c:pt>
                <c:pt idx="25021">
                  <c:v>0.58121591913162096</c:v>
                </c:pt>
                <c:pt idx="25022">
                  <c:v>0.58122341760904395</c:v>
                </c:pt>
                <c:pt idx="25023">
                  <c:v>0.58126661070766106</c:v>
                </c:pt>
                <c:pt idx="25024">
                  <c:v>0.58152359041506041</c:v>
                </c:pt>
                <c:pt idx="25025">
                  <c:v>0.58163698720122148</c:v>
                </c:pt>
                <c:pt idx="25026">
                  <c:v>0.58164294538713479</c:v>
                </c:pt>
                <c:pt idx="25027">
                  <c:v>0.58174097929385904</c:v>
                </c:pt>
                <c:pt idx="25028">
                  <c:v>0.58178921912640147</c:v>
                </c:pt>
                <c:pt idx="25029">
                  <c:v>0.58190861212567035</c:v>
                </c:pt>
                <c:pt idx="25030">
                  <c:v>0.58200398639978768</c:v>
                </c:pt>
                <c:pt idx="25031">
                  <c:v>0.58209065889248435</c:v>
                </c:pt>
                <c:pt idx="25032">
                  <c:v>0.5823840450536707</c:v>
                </c:pt>
                <c:pt idx="25033">
                  <c:v>0.58267870273599209</c:v>
                </c:pt>
                <c:pt idx="25034">
                  <c:v>0.5830468100192997</c:v>
                </c:pt>
                <c:pt idx="25035">
                  <c:v>0.58340051605631127</c:v>
                </c:pt>
                <c:pt idx="25036">
                  <c:v>0.58354697541821809</c:v>
                </c:pt>
                <c:pt idx="25037">
                  <c:v>0.58362937933961534</c:v>
                </c:pt>
                <c:pt idx="25038">
                  <c:v>0.58371629988009532</c:v>
                </c:pt>
                <c:pt idx="25039">
                  <c:v>0.58379188632607693</c:v>
                </c:pt>
                <c:pt idx="25040">
                  <c:v>0.58383500762662432</c:v>
                </c:pt>
                <c:pt idx="25041">
                  <c:v>0.58421900368640434</c:v>
                </c:pt>
                <c:pt idx="25042">
                  <c:v>0.58434875700005651</c:v>
                </c:pt>
                <c:pt idx="25043">
                  <c:v>0.58450661744130139</c:v>
                </c:pt>
                <c:pt idx="25044">
                  <c:v>0.58515245242839342</c:v>
                </c:pt>
                <c:pt idx="25045">
                  <c:v>0.58525636666670611</c:v>
                </c:pt>
                <c:pt idx="25046">
                  <c:v>0.58560663461181128</c:v>
                </c:pt>
                <c:pt idx="25047">
                  <c:v>0.58564966486444536</c:v>
                </c:pt>
                <c:pt idx="25048">
                  <c:v>0.58572319891943792</c:v>
                </c:pt>
                <c:pt idx="25049">
                  <c:v>0.58578210790165952</c:v>
                </c:pt>
                <c:pt idx="25050">
                  <c:v>0.58620658331049802</c:v>
                </c:pt>
                <c:pt idx="25051">
                  <c:v>0.58635306155784861</c:v>
                </c:pt>
                <c:pt idx="25052">
                  <c:v>0.58642749405179062</c:v>
                </c:pt>
                <c:pt idx="25053">
                  <c:v>0.5867330888829948</c:v>
                </c:pt>
                <c:pt idx="25054">
                  <c:v>0.58683242674682967</c:v>
                </c:pt>
                <c:pt idx="25055">
                  <c:v>0.5880509895777889</c:v>
                </c:pt>
                <c:pt idx="25056">
                  <c:v>0.58811282814348886</c:v>
                </c:pt>
                <c:pt idx="25057">
                  <c:v>0.58823481319778703</c:v>
                </c:pt>
                <c:pt idx="25058">
                  <c:v>0.58826409657958179</c:v>
                </c:pt>
                <c:pt idx="25059">
                  <c:v>0.58840093019170936</c:v>
                </c:pt>
                <c:pt idx="25060">
                  <c:v>0.58857072913543418</c:v>
                </c:pt>
                <c:pt idx="25061">
                  <c:v>0.58862707371348411</c:v>
                </c:pt>
                <c:pt idx="25062">
                  <c:v>0.5890780811556322</c:v>
                </c:pt>
                <c:pt idx="25063">
                  <c:v>0.58908440926002914</c:v>
                </c:pt>
                <c:pt idx="25064">
                  <c:v>0.58912255868981278</c:v>
                </c:pt>
                <c:pt idx="25065">
                  <c:v>0.58937296727136457</c:v>
                </c:pt>
                <c:pt idx="25066">
                  <c:v>0.58948288038612673</c:v>
                </c:pt>
                <c:pt idx="25067">
                  <c:v>0.58960869496818025</c:v>
                </c:pt>
                <c:pt idx="25068">
                  <c:v>0.58965349667884748</c:v>
                </c:pt>
                <c:pt idx="25069">
                  <c:v>0.58984579761286426</c:v>
                </c:pt>
                <c:pt idx="25070">
                  <c:v>0.58985567854147214</c:v>
                </c:pt>
                <c:pt idx="25071">
                  <c:v>0.59006684104749696</c:v>
                </c:pt>
                <c:pt idx="25072">
                  <c:v>0.59039191699040439</c:v>
                </c:pt>
                <c:pt idx="25073">
                  <c:v>0.59065840389855206</c:v>
                </c:pt>
                <c:pt idx="25074">
                  <c:v>0.59069916556245505</c:v>
                </c:pt>
                <c:pt idx="25075">
                  <c:v>0.59084145902759966</c:v>
                </c:pt>
                <c:pt idx="25076">
                  <c:v>0.59086471397497164</c:v>
                </c:pt>
                <c:pt idx="25077">
                  <c:v>0.59098603431725594</c:v>
                </c:pt>
                <c:pt idx="25078">
                  <c:v>0.5913117898037088</c:v>
                </c:pt>
                <c:pt idx="25079">
                  <c:v>0.59152961731227327</c:v>
                </c:pt>
                <c:pt idx="25080">
                  <c:v>0.59155025854304155</c:v>
                </c:pt>
                <c:pt idx="25081">
                  <c:v>0.59163110450669376</c:v>
                </c:pt>
                <c:pt idx="25082">
                  <c:v>0.59185276967950473</c:v>
                </c:pt>
                <c:pt idx="25083">
                  <c:v>0.59209164170696205</c:v>
                </c:pt>
                <c:pt idx="25084">
                  <c:v>0.59209716905989795</c:v>
                </c:pt>
                <c:pt idx="25085">
                  <c:v>0.59214986794276692</c:v>
                </c:pt>
                <c:pt idx="25086">
                  <c:v>0.59302384743542358</c:v>
                </c:pt>
                <c:pt idx="25087">
                  <c:v>0.59329819150693031</c:v>
                </c:pt>
                <c:pt idx="25088">
                  <c:v>0.5933083934424962</c:v>
                </c:pt>
                <c:pt idx="25089">
                  <c:v>0.59335584447638146</c:v>
                </c:pt>
                <c:pt idx="25090">
                  <c:v>0.59348442247587474</c:v>
                </c:pt>
                <c:pt idx="25091">
                  <c:v>0.59381137591544142</c:v>
                </c:pt>
                <c:pt idx="25092">
                  <c:v>0.59383955528277488</c:v>
                </c:pt>
                <c:pt idx="25093">
                  <c:v>0.59390611433850748</c:v>
                </c:pt>
                <c:pt idx="25094">
                  <c:v>0.59409103273799324</c:v>
                </c:pt>
                <c:pt idx="25095">
                  <c:v>0.59417058370561004</c:v>
                </c:pt>
                <c:pt idx="25096">
                  <c:v>0.59417797896613689</c:v>
                </c:pt>
                <c:pt idx="25097">
                  <c:v>0.59423822069229104</c:v>
                </c:pt>
                <c:pt idx="25098">
                  <c:v>0.59453509847587105</c:v>
                </c:pt>
                <c:pt idx="25099">
                  <c:v>0.59463242153621887</c:v>
                </c:pt>
                <c:pt idx="25100">
                  <c:v>0.59481507975907277</c:v>
                </c:pt>
                <c:pt idx="25101">
                  <c:v>0.59524576721677624</c:v>
                </c:pt>
                <c:pt idx="25102">
                  <c:v>0.59540355950071344</c:v>
                </c:pt>
                <c:pt idx="25103">
                  <c:v>0.59552076145934174</c:v>
                </c:pt>
                <c:pt idx="25104">
                  <c:v>0.59612220361134061</c:v>
                </c:pt>
                <c:pt idx="25105">
                  <c:v>0.59630114597529671</c:v>
                </c:pt>
                <c:pt idx="25106">
                  <c:v>0.59630794062956571</c:v>
                </c:pt>
                <c:pt idx="25107">
                  <c:v>0.59631637340466315</c:v>
                </c:pt>
                <c:pt idx="25108">
                  <c:v>0.59650281866350774</c:v>
                </c:pt>
                <c:pt idx="25109">
                  <c:v>0.59652235077271154</c:v>
                </c:pt>
                <c:pt idx="25110">
                  <c:v>0.59659617863853842</c:v>
                </c:pt>
                <c:pt idx="25111">
                  <c:v>0.59661021419441884</c:v>
                </c:pt>
                <c:pt idx="25112">
                  <c:v>0.59680869212898724</c:v>
                </c:pt>
                <c:pt idx="25113">
                  <c:v>0.59689890193870776</c:v>
                </c:pt>
                <c:pt idx="25114">
                  <c:v>0.59691023654664144</c:v>
                </c:pt>
                <c:pt idx="25115">
                  <c:v>0.59698072006043523</c:v>
                </c:pt>
                <c:pt idx="25116">
                  <c:v>0.59733057061727091</c:v>
                </c:pt>
                <c:pt idx="25117">
                  <c:v>0.5975250353414745</c:v>
                </c:pt>
                <c:pt idx="25118">
                  <c:v>0.59783042221728278</c:v>
                </c:pt>
                <c:pt idx="25119">
                  <c:v>0.59792032565979958</c:v>
                </c:pt>
                <c:pt idx="25120">
                  <c:v>0.59812976755791469</c:v>
                </c:pt>
                <c:pt idx="25121">
                  <c:v>0.59836883304403188</c:v>
                </c:pt>
                <c:pt idx="25122">
                  <c:v>0.59911113044060771</c:v>
                </c:pt>
                <c:pt idx="25123">
                  <c:v>0.59919962021681117</c:v>
                </c:pt>
                <c:pt idx="25124">
                  <c:v>0.59920493246059092</c:v>
                </c:pt>
                <c:pt idx="25125">
                  <c:v>0.59941297777129932</c:v>
                </c:pt>
                <c:pt idx="25126">
                  <c:v>0.59990582488236677</c:v>
                </c:pt>
                <c:pt idx="25127">
                  <c:v>0.60037114133318026</c:v>
                </c:pt>
                <c:pt idx="25128">
                  <c:v>0.60055589055434411</c:v>
                </c:pt>
                <c:pt idx="25129">
                  <c:v>0.60128692952979546</c:v>
                </c:pt>
                <c:pt idx="25130">
                  <c:v>0.60137928491356374</c:v>
                </c:pt>
                <c:pt idx="25131">
                  <c:v>0.60145711398535506</c:v>
                </c:pt>
                <c:pt idx="25132">
                  <c:v>0.6015148997963855</c:v>
                </c:pt>
                <c:pt idx="25133">
                  <c:v>0.60160870058133165</c:v>
                </c:pt>
                <c:pt idx="25134">
                  <c:v>0.60201557600777988</c:v>
                </c:pt>
                <c:pt idx="25135">
                  <c:v>0.60203644416094837</c:v>
                </c:pt>
                <c:pt idx="25136">
                  <c:v>0.60229586243272215</c:v>
                </c:pt>
                <c:pt idx="25137">
                  <c:v>0.60246544928746537</c:v>
                </c:pt>
                <c:pt idx="25138">
                  <c:v>0.60259689083386969</c:v>
                </c:pt>
                <c:pt idx="25139">
                  <c:v>0.60282521295678182</c:v>
                </c:pt>
                <c:pt idx="25140">
                  <c:v>0.60285785712908757</c:v>
                </c:pt>
                <c:pt idx="25141">
                  <c:v>0.60305476253798118</c:v>
                </c:pt>
                <c:pt idx="25142">
                  <c:v>0.60357594868986231</c:v>
                </c:pt>
                <c:pt idx="25143">
                  <c:v>0.60362278161368843</c:v>
                </c:pt>
                <c:pt idx="25144">
                  <c:v>0.6037620690887433</c:v>
                </c:pt>
                <c:pt idx="25145">
                  <c:v>0.60401155289856001</c:v>
                </c:pt>
                <c:pt idx="25146">
                  <c:v>0.60401868362791278</c:v>
                </c:pt>
                <c:pt idx="25147">
                  <c:v>0.60407318163087886</c:v>
                </c:pt>
                <c:pt idx="25148">
                  <c:v>0.60452897067935651</c:v>
                </c:pt>
                <c:pt idx="25149">
                  <c:v>0.6049444335027766</c:v>
                </c:pt>
                <c:pt idx="25150">
                  <c:v>0.60500104185892167</c:v>
                </c:pt>
                <c:pt idx="25151">
                  <c:v>0.60510476984434003</c:v>
                </c:pt>
                <c:pt idx="25152">
                  <c:v>0.60519501443530699</c:v>
                </c:pt>
                <c:pt idx="25153">
                  <c:v>0.60528453819889128</c:v>
                </c:pt>
                <c:pt idx="25154">
                  <c:v>0.6053012750313177</c:v>
                </c:pt>
                <c:pt idx="25155">
                  <c:v>0.60530881724999896</c:v>
                </c:pt>
                <c:pt idx="25156">
                  <c:v>0.60536621098510313</c:v>
                </c:pt>
                <c:pt idx="25157">
                  <c:v>0.6058534910123935</c:v>
                </c:pt>
                <c:pt idx="25158">
                  <c:v>0.60609967239611273</c:v>
                </c:pt>
                <c:pt idx="25159">
                  <c:v>0.60636152333995652</c:v>
                </c:pt>
                <c:pt idx="25160">
                  <c:v>0.60716368471265625</c:v>
                </c:pt>
                <c:pt idx="25161">
                  <c:v>0.60719321214720134</c:v>
                </c:pt>
                <c:pt idx="25162">
                  <c:v>0.60722508673725084</c:v>
                </c:pt>
                <c:pt idx="25163">
                  <c:v>0.60760363612195012</c:v>
                </c:pt>
                <c:pt idx="25164">
                  <c:v>0.60801593195631121</c:v>
                </c:pt>
                <c:pt idx="25165">
                  <c:v>0.60826372100189074</c:v>
                </c:pt>
                <c:pt idx="25166">
                  <c:v>0.60858476774269921</c:v>
                </c:pt>
                <c:pt idx="25167">
                  <c:v>0.60881137863177559</c:v>
                </c:pt>
                <c:pt idx="25168">
                  <c:v>0.60897996350367489</c:v>
                </c:pt>
                <c:pt idx="25169">
                  <c:v>0.60919406903820583</c:v>
                </c:pt>
                <c:pt idx="25170">
                  <c:v>0.6092119870028051</c:v>
                </c:pt>
                <c:pt idx="25171">
                  <c:v>0.60974310259356912</c:v>
                </c:pt>
                <c:pt idx="25172">
                  <c:v>0.60977474425578615</c:v>
                </c:pt>
                <c:pt idx="25173">
                  <c:v>0.60988827391752809</c:v>
                </c:pt>
                <c:pt idx="25174">
                  <c:v>0.61014386098003159</c:v>
                </c:pt>
                <c:pt idx="25175">
                  <c:v>0.61033589069202787</c:v>
                </c:pt>
                <c:pt idx="25176">
                  <c:v>0.61050067043584133</c:v>
                </c:pt>
                <c:pt idx="25177">
                  <c:v>0.6106143941231349</c:v>
                </c:pt>
                <c:pt idx="25178">
                  <c:v>0.6107524448496946</c:v>
                </c:pt>
                <c:pt idx="25179">
                  <c:v>0.61081353786532477</c:v>
                </c:pt>
                <c:pt idx="25180">
                  <c:v>0.61089638262123769</c:v>
                </c:pt>
                <c:pt idx="25181">
                  <c:v>0.61091111409632026</c:v>
                </c:pt>
                <c:pt idx="25182">
                  <c:v>0.61116356362849811</c:v>
                </c:pt>
                <c:pt idx="25183">
                  <c:v>0.61123688672025256</c:v>
                </c:pt>
                <c:pt idx="25184">
                  <c:v>0.61134857765413653</c:v>
                </c:pt>
                <c:pt idx="25185">
                  <c:v>0.61139846173370826</c:v>
                </c:pt>
                <c:pt idx="25186">
                  <c:v>0.61141290689430372</c:v>
                </c:pt>
                <c:pt idx="25187">
                  <c:v>0.61179572642580027</c:v>
                </c:pt>
                <c:pt idx="25188">
                  <c:v>0.61189955245524341</c:v>
                </c:pt>
                <c:pt idx="25189">
                  <c:v>0.61194921681315195</c:v>
                </c:pt>
                <c:pt idx="25190">
                  <c:v>0.61217998755804093</c:v>
                </c:pt>
                <c:pt idx="25191">
                  <c:v>0.61218432811527645</c:v>
                </c:pt>
                <c:pt idx="25192">
                  <c:v>0.61220660742341715</c:v>
                </c:pt>
                <c:pt idx="25193">
                  <c:v>0.61226661287063988</c:v>
                </c:pt>
                <c:pt idx="25194">
                  <c:v>0.61247601410732777</c:v>
                </c:pt>
                <c:pt idx="25195">
                  <c:v>0.61260016233176751</c:v>
                </c:pt>
                <c:pt idx="25196">
                  <c:v>0.61274149541887546</c:v>
                </c:pt>
                <c:pt idx="25197">
                  <c:v>0.61286622784631473</c:v>
                </c:pt>
                <c:pt idx="25198">
                  <c:v>0.61288030803386651</c:v>
                </c:pt>
                <c:pt idx="25199">
                  <c:v>0.61352393172498387</c:v>
                </c:pt>
                <c:pt idx="25200">
                  <c:v>0.61355839484739538</c:v>
                </c:pt>
                <c:pt idx="25201">
                  <c:v>0.61362893104719263</c:v>
                </c:pt>
                <c:pt idx="25202">
                  <c:v>0.61384011734019106</c:v>
                </c:pt>
                <c:pt idx="25203">
                  <c:v>0.61390379301855114</c:v>
                </c:pt>
                <c:pt idx="25204">
                  <c:v>0.61427755617168789</c:v>
                </c:pt>
                <c:pt idx="25205">
                  <c:v>0.61477136312083158</c:v>
                </c:pt>
                <c:pt idx="25206">
                  <c:v>0.61508682869746301</c:v>
                </c:pt>
                <c:pt idx="25207">
                  <c:v>0.6153998807260469</c:v>
                </c:pt>
                <c:pt idx="25208">
                  <c:v>0.61556791326750193</c:v>
                </c:pt>
                <c:pt idx="25209">
                  <c:v>0.61560924641319925</c:v>
                </c:pt>
                <c:pt idx="25210">
                  <c:v>0.61564753737978872</c:v>
                </c:pt>
                <c:pt idx="25211">
                  <c:v>0.61601609588381823</c:v>
                </c:pt>
                <c:pt idx="25212">
                  <c:v>0.61611320547217685</c:v>
                </c:pt>
                <c:pt idx="25213">
                  <c:v>0.61613859158656881</c:v>
                </c:pt>
                <c:pt idx="25214">
                  <c:v>0.61626850427135171</c:v>
                </c:pt>
                <c:pt idx="25215">
                  <c:v>0.61697728509022376</c:v>
                </c:pt>
                <c:pt idx="25216">
                  <c:v>0.61705081326067546</c:v>
                </c:pt>
                <c:pt idx="25217">
                  <c:v>0.61735189453814665</c:v>
                </c:pt>
                <c:pt idx="25218">
                  <c:v>0.61820221817534793</c:v>
                </c:pt>
                <c:pt idx="25219">
                  <c:v>0.61838716096696522</c:v>
                </c:pt>
                <c:pt idx="25220">
                  <c:v>0.61842912945978745</c:v>
                </c:pt>
                <c:pt idx="25221">
                  <c:v>0.61865958473982829</c:v>
                </c:pt>
                <c:pt idx="25222">
                  <c:v>0.61874195769637153</c:v>
                </c:pt>
                <c:pt idx="25223">
                  <c:v>0.61884051293564313</c:v>
                </c:pt>
                <c:pt idx="25224">
                  <c:v>0.61900986767358745</c:v>
                </c:pt>
                <c:pt idx="25225">
                  <c:v>0.61903986880884077</c:v>
                </c:pt>
                <c:pt idx="25226">
                  <c:v>0.61960456321695279</c:v>
                </c:pt>
                <c:pt idx="25227">
                  <c:v>0.6196213797213781</c:v>
                </c:pt>
                <c:pt idx="25228">
                  <c:v>0.61964557619709648</c:v>
                </c:pt>
                <c:pt idx="25229">
                  <c:v>0.61966395120013262</c:v>
                </c:pt>
                <c:pt idx="25230">
                  <c:v>0.6199987902725701</c:v>
                </c:pt>
                <c:pt idx="25231">
                  <c:v>0.62004227681677659</c:v>
                </c:pt>
                <c:pt idx="25232">
                  <c:v>0.62013947469050335</c:v>
                </c:pt>
                <c:pt idx="25233">
                  <c:v>0.62047161345764801</c:v>
                </c:pt>
                <c:pt idx="25234">
                  <c:v>0.6205328768702526</c:v>
                </c:pt>
                <c:pt idx="25235">
                  <c:v>0.62063049788613178</c:v>
                </c:pt>
                <c:pt idx="25236">
                  <c:v>0.62082609142087164</c:v>
                </c:pt>
                <c:pt idx="25237">
                  <c:v>0.62091510976543529</c:v>
                </c:pt>
                <c:pt idx="25238">
                  <c:v>0.62125504409489996</c:v>
                </c:pt>
                <c:pt idx="25239">
                  <c:v>0.62128435471797983</c:v>
                </c:pt>
                <c:pt idx="25240">
                  <c:v>0.62158353547441003</c:v>
                </c:pt>
                <c:pt idx="25241">
                  <c:v>0.62179606052648029</c:v>
                </c:pt>
                <c:pt idx="25242">
                  <c:v>0.62218599231303706</c:v>
                </c:pt>
                <c:pt idx="25243">
                  <c:v>0.62258135451520169</c:v>
                </c:pt>
                <c:pt idx="25244">
                  <c:v>0.62272522344470982</c:v>
                </c:pt>
                <c:pt idx="25245">
                  <c:v>0.62276718483812965</c:v>
                </c:pt>
                <c:pt idx="25246">
                  <c:v>0.62316326913265108</c:v>
                </c:pt>
                <c:pt idx="25247">
                  <c:v>0.6232573682314938</c:v>
                </c:pt>
                <c:pt idx="25248">
                  <c:v>0.62328776766135918</c:v>
                </c:pt>
                <c:pt idx="25249">
                  <c:v>0.62350388101240928</c:v>
                </c:pt>
                <c:pt idx="25250">
                  <c:v>0.62364704097299328</c:v>
                </c:pt>
                <c:pt idx="25251">
                  <c:v>0.62412855523107991</c:v>
                </c:pt>
                <c:pt idx="25252">
                  <c:v>0.62419128448944305</c:v>
                </c:pt>
                <c:pt idx="25253">
                  <c:v>0.62419987500792062</c:v>
                </c:pt>
                <c:pt idx="25254">
                  <c:v>0.62432588124199551</c:v>
                </c:pt>
                <c:pt idx="25255">
                  <c:v>0.62472936958436298</c:v>
                </c:pt>
                <c:pt idx="25256">
                  <c:v>0.62493587227935388</c:v>
                </c:pt>
                <c:pt idx="25257">
                  <c:v>0.62514628739512279</c:v>
                </c:pt>
                <c:pt idx="25258">
                  <c:v>0.62535041592071106</c:v>
                </c:pt>
                <c:pt idx="25259">
                  <c:v>0.62570210897193268</c:v>
                </c:pt>
                <c:pt idx="25260">
                  <c:v>0.62586769945310494</c:v>
                </c:pt>
                <c:pt idx="25261">
                  <c:v>0.6263672466387159</c:v>
                </c:pt>
                <c:pt idx="25262">
                  <c:v>0.62656012612942957</c:v>
                </c:pt>
                <c:pt idx="25263">
                  <c:v>0.62671973213320653</c:v>
                </c:pt>
                <c:pt idx="25264">
                  <c:v>0.62678287424925061</c:v>
                </c:pt>
                <c:pt idx="25265">
                  <c:v>0.62706145092836452</c:v>
                </c:pt>
                <c:pt idx="25266">
                  <c:v>0.62723883490663501</c:v>
                </c:pt>
                <c:pt idx="25267">
                  <c:v>0.62810711680601505</c:v>
                </c:pt>
                <c:pt idx="25268">
                  <c:v>0.62838419649411292</c:v>
                </c:pt>
                <c:pt idx="25269">
                  <c:v>0.62870635732506674</c:v>
                </c:pt>
                <c:pt idx="25270">
                  <c:v>0.62871517636560792</c:v>
                </c:pt>
                <c:pt idx="25271">
                  <c:v>0.62892172494461729</c:v>
                </c:pt>
                <c:pt idx="25272">
                  <c:v>0.62945154834890427</c:v>
                </c:pt>
                <c:pt idx="25273">
                  <c:v>0.62947107452926776</c:v>
                </c:pt>
                <c:pt idx="25274">
                  <c:v>0.62974005537384992</c:v>
                </c:pt>
                <c:pt idx="25275">
                  <c:v>0.62993445331435605</c:v>
                </c:pt>
                <c:pt idx="25276">
                  <c:v>0.62997692102347269</c:v>
                </c:pt>
                <c:pt idx="25277">
                  <c:v>0.63032257365201161</c:v>
                </c:pt>
                <c:pt idx="25278">
                  <c:v>0.63039325906695265</c:v>
                </c:pt>
                <c:pt idx="25279">
                  <c:v>0.6310334697911395</c:v>
                </c:pt>
                <c:pt idx="25280">
                  <c:v>0.63106045116647858</c:v>
                </c:pt>
                <c:pt idx="25281">
                  <c:v>0.63154537479214523</c:v>
                </c:pt>
                <c:pt idx="25282">
                  <c:v>0.63161296802419886</c:v>
                </c:pt>
                <c:pt idx="25283">
                  <c:v>0.63174241910833695</c:v>
                </c:pt>
                <c:pt idx="25284">
                  <c:v>0.63190998745527527</c:v>
                </c:pt>
                <c:pt idx="25285">
                  <c:v>0.63233766240065281</c:v>
                </c:pt>
                <c:pt idx="25286">
                  <c:v>0.63291907245700452</c:v>
                </c:pt>
                <c:pt idx="25287">
                  <c:v>0.63292972579258322</c:v>
                </c:pt>
                <c:pt idx="25288">
                  <c:v>0.63296884479175697</c:v>
                </c:pt>
                <c:pt idx="25289">
                  <c:v>0.6331783030184287</c:v>
                </c:pt>
                <c:pt idx="25290">
                  <c:v>0.63321237801680574</c:v>
                </c:pt>
                <c:pt idx="25291">
                  <c:v>0.63419959797123793</c:v>
                </c:pt>
                <c:pt idx="25292">
                  <c:v>0.63460379815834289</c:v>
                </c:pt>
                <c:pt idx="25293">
                  <c:v>0.63495034488668556</c:v>
                </c:pt>
                <c:pt idx="25294">
                  <c:v>0.63501516432889138</c:v>
                </c:pt>
                <c:pt idx="25295">
                  <c:v>0.63529507865317747</c:v>
                </c:pt>
                <c:pt idx="25296">
                  <c:v>0.63541296114255741</c:v>
                </c:pt>
                <c:pt idx="25297">
                  <c:v>0.63545177673354414</c:v>
                </c:pt>
                <c:pt idx="25298">
                  <c:v>0.63591897826484167</c:v>
                </c:pt>
                <c:pt idx="25299">
                  <c:v>0.636088258387006</c:v>
                </c:pt>
                <c:pt idx="25300">
                  <c:v>0.63611372813724576</c:v>
                </c:pt>
                <c:pt idx="25301">
                  <c:v>0.63612470291079692</c:v>
                </c:pt>
                <c:pt idx="25302">
                  <c:v>0.63616809759937532</c:v>
                </c:pt>
                <c:pt idx="25303">
                  <c:v>0.63652429316745673</c:v>
                </c:pt>
                <c:pt idx="25304">
                  <c:v>0.63730405037138815</c:v>
                </c:pt>
                <c:pt idx="25305">
                  <c:v>0.63739732557813678</c:v>
                </c:pt>
                <c:pt idx="25306">
                  <c:v>0.6375515468355023</c:v>
                </c:pt>
                <c:pt idx="25307">
                  <c:v>0.63759227369022842</c:v>
                </c:pt>
                <c:pt idx="25308">
                  <c:v>0.63787687975501917</c:v>
                </c:pt>
                <c:pt idx="25309">
                  <c:v>0.6379545867725448</c:v>
                </c:pt>
                <c:pt idx="25310">
                  <c:v>0.63843547463737116</c:v>
                </c:pt>
                <c:pt idx="25311">
                  <c:v>0.63850167698850024</c:v>
                </c:pt>
                <c:pt idx="25312">
                  <c:v>0.6385247633152431</c:v>
                </c:pt>
                <c:pt idx="25313">
                  <c:v>0.63872890517311298</c:v>
                </c:pt>
                <c:pt idx="25314">
                  <c:v>0.6388549903100732</c:v>
                </c:pt>
                <c:pt idx="25315">
                  <c:v>0.63910134273211061</c:v>
                </c:pt>
                <c:pt idx="25316">
                  <c:v>0.63952422021545841</c:v>
                </c:pt>
                <c:pt idx="25317">
                  <c:v>0.63992311701937865</c:v>
                </c:pt>
                <c:pt idx="25318">
                  <c:v>0.64016241361576864</c:v>
                </c:pt>
                <c:pt idx="25319">
                  <c:v>0.64032218826718368</c:v>
                </c:pt>
                <c:pt idx="25320">
                  <c:v>0.6403383869723982</c:v>
                </c:pt>
                <c:pt idx="25321">
                  <c:v>0.64072204857908643</c:v>
                </c:pt>
                <c:pt idx="25322">
                  <c:v>0.64093332453304175</c:v>
                </c:pt>
                <c:pt idx="25323">
                  <c:v>0.64096969131602766</c:v>
                </c:pt>
                <c:pt idx="25324">
                  <c:v>0.64120021557270501</c:v>
                </c:pt>
                <c:pt idx="25325">
                  <c:v>0.6417611409852898</c:v>
                </c:pt>
                <c:pt idx="25326">
                  <c:v>0.6418354391190213</c:v>
                </c:pt>
                <c:pt idx="25327">
                  <c:v>0.64200100276662919</c:v>
                </c:pt>
                <c:pt idx="25328">
                  <c:v>0.64258008553114732</c:v>
                </c:pt>
                <c:pt idx="25329">
                  <c:v>0.64262197908867547</c:v>
                </c:pt>
                <c:pt idx="25330">
                  <c:v>0.64270219921066585</c:v>
                </c:pt>
                <c:pt idx="25331">
                  <c:v>0.64283311484708394</c:v>
                </c:pt>
                <c:pt idx="25332">
                  <c:v>0.64289198502492484</c:v>
                </c:pt>
                <c:pt idx="25333">
                  <c:v>0.64291831191803939</c:v>
                </c:pt>
                <c:pt idx="25334">
                  <c:v>0.64294480550207234</c:v>
                </c:pt>
                <c:pt idx="25335">
                  <c:v>0.64301400090119909</c:v>
                </c:pt>
                <c:pt idx="25336">
                  <c:v>0.64324055948092851</c:v>
                </c:pt>
                <c:pt idx="25337">
                  <c:v>0.64414924545438945</c:v>
                </c:pt>
                <c:pt idx="25338">
                  <c:v>0.64418165184936349</c:v>
                </c:pt>
                <c:pt idx="25339">
                  <c:v>0.64473901703332459</c:v>
                </c:pt>
                <c:pt idx="25340">
                  <c:v>0.64476223576083147</c:v>
                </c:pt>
                <c:pt idx="25341">
                  <c:v>0.64499345384953843</c:v>
                </c:pt>
                <c:pt idx="25342">
                  <c:v>0.64551585272423984</c:v>
                </c:pt>
                <c:pt idx="25343">
                  <c:v>0.64565214082420286</c:v>
                </c:pt>
                <c:pt idx="25344">
                  <c:v>0.64581588374798438</c:v>
                </c:pt>
                <c:pt idx="25345">
                  <c:v>0.6461319520872757</c:v>
                </c:pt>
                <c:pt idx="25346">
                  <c:v>0.64637771261771548</c:v>
                </c:pt>
                <c:pt idx="25347">
                  <c:v>0.64641876322848624</c:v>
                </c:pt>
                <c:pt idx="25348">
                  <c:v>0.64670111616364712</c:v>
                </c:pt>
                <c:pt idx="25349">
                  <c:v>0.64680292785683557</c:v>
                </c:pt>
                <c:pt idx="25350">
                  <c:v>0.64687524680798081</c:v>
                </c:pt>
                <c:pt idx="25351">
                  <c:v>0.64688241163511928</c:v>
                </c:pt>
                <c:pt idx="25352">
                  <c:v>0.64692176924937883</c:v>
                </c:pt>
                <c:pt idx="25353">
                  <c:v>0.64700320841760617</c:v>
                </c:pt>
                <c:pt idx="25354">
                  <c:v>0.64704469486810623</c:v>
                </c:pt>
                <c:pt idx="25355">
                  <c:v>0.64761975357025003</c:v>
                </c:pt>
                <c:pt idx="25356">
                  <c:v>0.64782160217323359</c:v>
                </c:pt>
                <c:pt idx="25357">
                  <c:v>0.64810681473930198</c:v>
                </c:pt>
                <c:pt idx="25358">
                  <c:v>0.6483064657332025</c:v>
                </c:pt>
                <c:pt idx="25359">
                  <c:v>0.6487867826537117</c:v>
                </c:pt>
                <c:pt idx="25360">
                  <c:v>0.64896017138233542</c:v>
                </c:pt>
                <c:pt idx="25361">
                  <c:v>0.64918878878843811</c:v>
                </c:pt>
                <c:pt idx="25362">
                  <c:v>0.64963380372659718</c:v>
                </c:pt>
                <c:pt idx="25363">
                  <c:v>0.65003384656936214</c:v>
                </c:pt>
                <c:pt idx="25364">
                  <c:v>0.65010378621862364</c:v>
                </c:pt>
                <c:pt idx="25365">
                  <c:v>0.65029546309931385</c:v>
                </c:pt>
                <c:pt idx="25366">
                  <c:v>0.65030989929665306</c:v>
                </c:pt>
                <c:pt idx="25367">
                  <c:v>0.65038374070650995</c:v>
                </c:pt>
                <c:pt idx="25368">
                  <c:v>0.65085802776406132</c:v>
                </c:pt>
                <c:pt idx="25369">
                  <c:v>0.65089138658604129</c:v>
                </c:pt>
                <c:pt idx="25370">
                  <c:v>0.65096141003370034</c:v>
                </c:pt>
                <c:pt idx="25371">
                  <c:v>0.65106437526859329</c:v>
                </c:pt>
                <c:pt idx="25372">
                  <c:v>0.65121679992062698</c:v>
                </c:pt>
                <c:pt idx="25373">
                  <c:v>0.65127301875885268</c:v>
                </c:pt>
                <c:pt idx="25374">
                  <c:v>0.65132984364430846</c:v>
                </c:pt>
                <c:pt idx="25375">
                  <c:v>0.65157756520333798</c:v>
                </c:pt>
                <c:pt idx="25376">
                  <c:v>0.65195273887388183</c:v>
                </c:pt>
                <c:pt idx="25377">
                  <c:v>0.65207764074861096</c:v>
                </c:pt>
                <c:pt idx="25378">
                  <c:v>0.65230547599026012</c:v>
                </c:pt>
                <c:pt idx="25379">
                  <c:v>0.65241088735012187</c:v>
                </c:pt>
                <c:pt idx="25380">
                  <c:v>0.65246168975058338</c:v>
                </c:pt>
                <c:pt idx="25381">
                  <c:v>0.65247000776581821</c:v>
                </c:pt>
                <c:pt idx="25382">
                  <c:v>0.65279040115201192</c:v>
                </c:pt>
                <c:pt idx="25383">
                  <c:v>0.65286870446213263</c:v>
                </c:pt>
                <c:pt idx="25384">
                  <c:v>0.65314357073637974</c:v>
                </c:pt>
                <c:pt idx="25385">
                  <c:v>0.65373628676672557</c:v>
                </c:pt>
                <c:pt idx="25386">
                  <c:v>0.65401211686423633</c:v>
                </c:pt>
                <c:pt idx="25387">
                  <c:v>0.65416523916304392</c:v>
                </c:pt>
                <c:pt idx="25388">
                  <c:v>0.65469759897905155</c:v>
                </c:pt>
                <c:pt idx="25389">
                  <c:v>0.65471284445481248</c:v>
                </c:pt>
                <c:pt idx="25390">
                  <c:v>0.65476568911095157</c:v>
                </c:pt>
                <c:pt idx="25391">
                  <c:v>0.6548516234813625</c:v>
                </c:pt>
                <c:pt idx="25392">
                  <c:v>0.65491821761890712</c:v>
                </c:pt>
                <c:pt idx="25393">
                  <c:v>0.6552792885008476</c:v>
                </c:pt>
                <c:pt idx="25394">
                  <c:v>0.6560796163579059</c:v>
                </c:pt>
                <c:pt idx="25395">
                  <c:v>0.65668023268504006</c:v>
                </c:pt>
                <c:pt idx="25396">
                  <c:v>0.65699107139611046</c:v>
                </c:pt>
                <c:pt idx="25397">
                  <c:v>0.65745759904059464</c:v>
                </c:pt>
                <c:pt idx="25398">
                  <c:v>0.65755344856170472</c:v>
                </c:pt>
                <c:pt idx="25399">
                  <c:v>0.65756219305574903</c:v>
                </c:pt>
                <c:pt idx="25400">
                  <c:v>0.65778535269873373</c:v>
                </c:pt>
                <c:pt idx="25401">
                  <c:v>0.65803940257276416</c:v>
                </c:pt>
                <c:pt idx="25402">
                  <c:v>0.65820040068389396</c:v>
                </c:pt>
                <c:pt idx="25403">
                  <c:v>0.65876655530047101</c:v>
                </c:pt>
                <c:pt idx="25404">
                  <c:v>0.65974034682293459</c:v>
                </c:pt>
                <c:pt idx="25405">
                  <c:v>0.66016981913868833</c:v>
                </c:pt>
                <c:pt idx="25406">
                  <c:v>0.66040303041476067</c:v>
                </c:pt>
                <c:pt idx="25407">
                  <c:v>0.66051082910516035</c:v>
                </c:pt>
                <c:pt idx="25408">
                  <c:v>0.66062698307809065</c:v>
                </c:pt>
                <c:pt idx="25409">
                  <c:v>0.66097073604260947</c:v>
                </c:pt>
                <c:pt idx="25410">
                  <c:v>0.66114445211630801</c:v>
                </c:pt>
                <c:pt idx="25411">
                  <c:v>0.66123582144679771</c:v>
                </c:pt>
                <c:pt idx="25412">
                  <c:v>0.66152887555349604</c:v>
                </c:pt>
                <c:pt idx="25413">
                  <c:v>0.66153395094702783</c:v>
                </c:pt>
                <c:pt idx="25414">
                  <c:v>0.66162494038016739</c:v>
                </c:pt>
                <c:pt idx="25415">
                  <c:v>0.66198201261762024</c:v>
                </c:pt>
                <c:pt idx="25416">
                  <c:v>0.66245871863605454</c:v>
                </c:pt>
                <c:pt idx="25417">
                  <c:v>0.66253456261941923</c:v>
                </c:pt>
                <c:pt idx="25418">
                  <c:v>0.66259707503428944</c:v>
                </c:pt>
                <c:pt idx="25419">
                  <c:v>0.66277510364687331</c:v>
                </c:pt>
                <c:pt idx="25420">
                  <c:v>0.66298754672262006</c:v>
                </c:pt>
                <c:pt idx="25421">
                  <c:v>0.66317676522929447</c:v>
                </c:pt>
                <c:pt idx="25422">
                  <c:v>0.66335209444209542</c:v>
                </c:pt>
                <c:pt idx="25423">
                  <c:v>0.66339940426230359</c:v>
                </c:pt>
                <c:pt idx="25424">
                  <c:v>0.66367585587835498</c:v>
                </c:pt>
                <c:pt idx="25425">
                  <c:v>0.66373500682559261</c:v>
                </c:pt>
                <c:pt idx="25426">
                  <c:v>0.66387225542809125</c:v>
                </c:pt>
                <c:pt idx="25427">
                  <c:v>0.66417295976393764</c:v>
                </c:pt>
                <c:pt idx="25428">
                  <c:v>0.66417752329253088</c:v>
                </c:pt>
                <c:pt idx="25429">
                  <c:v>0.66431558057632445</c:v>
                </c:pt>
                <c:pt idx="25430">
                  <c:v>0.66444978006744759</c:v>
                </c:pt>
                <c:pt idx="25431">
                  <c:v>0.66476225525592458</c:v>
                </c:pt>
                <c:pt idx="25432">
                  <c:v>0.66503677453189136</c:v>
                </c:pt>
                <c:pt idx="25433">
                  <c:v>0.6650548983164204</c:v>
                </c:pt>
                <c:pt idx="25434">
                  <c:v>0.66515140482528212</c:v>
                </c:pt>
                <c:pt idx="25435">
                  <c:v>0.66527730856139744</c:v>
                </c:pt>
                <c:pt idx="25436">
                  <c:v>0.66539970247954727</c:v>
                </c:pt>
                <c:pt idx="25437">
                  <c:v>0.66542702266626708</c:v>
                </c:pt>
                <c:pt idx="25438">
                  <c:v>0.66543134062294329</c:v>
                </c:pt>
                <c:pt idx="25439">
                  <c:v>0.66551316073961908</c:v>
                </c:pt>
                <c:pt idx="25440">
                  <c:v>0.66558361432386892</c:v>
                </c:pt>
                <c:pt idx="25441">
                  <c:v>0.66559140216104107</c:v>
                </c:pt>
                <c:pt idx="25442">
                  <c:v>0.66574989707506804</c:v>
                </c:pt>
                <c:pt idx="25443">
                  <c:v>0.66626910826445351</c:v>
                </c:pt>
                <c:pt idx="25444">
                  <c:v>0.66642633655061223</c:v>
                </c:pt>
                <c:pt idx="25445">
                  <c:v>0.66681386666952647</c:v>
                </c:pt>
                <c:pt idx="25446">
                  <c:v>0.66697413784125636</c:v>
                </c:pt>
                <c:pt idx="25447">
                  <c:v>0.66701440845200011</c:v>
                </c:pt>
                <c:pt idx="25448">
                  <c:v>0.66722773310169348</c:v>
                </c:pt>
                <c:pt idx="25449">
                  <c:v>0.66731806553878903</c:v>
                </c:pt>
                <c:pt idx="25450">
                  <c:v>0.66797456765805086</c:v>
                </c:pt>
                <c:pt idx="25451">
                  <c:v>0.66804931257666234</c:v>
                </c:pt>
                <c:pt idx="25452">
                  <c:v>0.66815565878684713</c:v>
                </c:pt>
                <c:pt idx="25453">
                  <c:v>0.66859042320472439</c:v>
                </c:pt>
                <c:pt idx="25454">
                  <c:v>0.66862910585329161</c:v>
                </c:pt>
                <c:pt idx="25455">
                  <c:v>0.66872360638616346</c:v>
                </c:pt>
                <c:pt idx="25456">
                  <c:v>0.66872728027657247</c:v>
                </c:pt>
                <c:pt idx="25457">
                  <c:v>0.66948476551187786</c:v>
                </c:pt>
                <c:pt idx="25458">
                  <c:v>0.67054248298508301</c:v>
                </c:pt>
                <c:pt idx="25459">
                  <c:v>0.67084031637081099</c:v>
                </c:pt>
                <c:pt idx="25460">
                  <c:v>0.67109167296914274</c:v>
                </c:pt>
                <c:pt idx="25461">
                  <c:v>0.67175949763280896</c:v>
                </c:pt>
                <c:pt idx="25462">
                  <c:v>0.67199842874899218</c:v>
                </c:pt>
                <c:pt idx="25463">
                  <c:v>0.67203529667392592</c:v>
                </c:pt>
                <c:pt idx="25464">
                  <c:v>0.67212747287928321</c:v>
                </c:pt>
                <c:pt idx="25465">
                  <c:v>0.67266608301807918</c:v>
                </c:pt>
                <c:pt idx="25466">
                  <c:v>0.67308210640639343</c:v>
                </c:pt>
                <c:pt idx="25467">
                  <c:v>0.67325666816573049</c:v>
                </c:pt>
                <c:pt idx="25468">
                  <c:v>0.67341814780716691</c:v>
                </c:pt>
                <c:pt idx="25469">
                  <c:v>0.67447494037698186</c:v>
                </c:pt>
                <c:pt idx="25470">
                  <c:v>0.67466439739931616</c:v>
                </c:pt>
                <c:pt idx="25471">
                  <c:v>0.6747004366372179</c:v>
                </c:pt>
                <c:pt idx="25472">
                  <c:v>0.67489212528612663</c:v>
                </c:pt>
                <c:pt idx="25473">
                  <c:v>0.67550615802980385</c:v>
                </c:pt>
                <c:pt idx="25474">
                  <c:v>0.67622987417708436</c:v>
                </c:pt>
                <c:pt idx="25475">
                  <c:v>0.67660978211264855</c:v>
                </c:pt>
                <c:pt idx="25476">
                  <c:v>0.6766668001530759</c:v>
                </c:pt>
                <c:pt idx="25477">
                  <c:v>0.67704235241922628</c:v>
                </c:pt>
                <c:pt idx="25478">
                  <c:v>0.67794734847144877</c:v>
                </c:pt>
                <c:pt idx="25479">
                  <c:v>0.67801548719582172</c:v>
                </c:pt>
                <c:pt idx="25480">
                  <c:v>0.67826443551158522</c:v>
                </c:pt>
                <c:pt idx="25481">
                  <c:v>0.67888566911972981</c:v>
                </c:pt>
                <c:pt idx="25482">
                  <c:v>0.67894888442614387</c:v>
                </c:pt>
                <c:pt idx="25483">
                  <c:v>0.67926585051013066</c:v>
                </c:pt>
                <c:pt idx="25484">
                  <c:v>0.6794576573906389</c:v>
                </c:pt>
                <c:pt idx="25485">
                  <c:v>0.67951389832264453</c:v>
                </c:pt>
                <c:pt idx="25486">
                  <c:v>0.67986011902347543</c:v>
                </c:pt>
                <c:pt idx="25487">
                  <c:v>0.67990331189049036</c:v>
                </c:pt>
                <c:pt idx="25488">
                  <c:v>0.67997844423887988</c:v>
                </c:pt>
                <c:pt idx="25489">
                  <c:v>0.67999843605598109</c:v>
                </c:pt>
                <c:pt idx="25490">
                  <c:v>0.68012631793677669</c:v>
                </c:pt>
                <c:pt idx="25491">
                  <c:v>0.68024599835866173</c:v>
                </c:pt>
                <c:pt idx="25492">
                  <c:v>0.68054778317762743</c:v>
                </c:pt>
                <c:pt idx="25493">
                  <c:v>0.68105929136435039</c:v>
                </c:pt>
                <c:pt idx="25494">
                  <c:v>0.68152753615559125</c:v>
                </c:pt>
                <c:pt idx="25495">
                  <c:v>0.68165374229880715</c:v>
                </c:pt>
                <c:pt idx="25496">
                  <c:v>0.68169111916745162</c:v>
                </c:pt>
                <c:pt idx="25497">
                  <c:v>0.68198421695355393</c:v>
                </c:pt>
                <c:pt idx="25498">
                  <c:v>0.6821227270235416</c:v>
                </c:pt>
                <c:pt idx="25499">
                  <c:v>0.68213386223909656</c:v>
                </c:pt>
                <c:pt idx="25500">
                  <c:v>0.68236300397970751</c:v>
                </c:pt>
                <c:pt idx="25501">
                  <c:v>0.68244625627330102</c:v>
                </c:pt>
                <c:pt idx="25502">
                  <c:v>0.68292572084571312</c:v>
                </c:pt>
                <c:pt idx="25503">
                  <c:v>0.68298323852375575</c:v>
                </c:pt>
                <c:pt idx="25504">
                  <c:v>0.68304706649777247</c:v>
                </c:pt>
                <c:pt idx="25505">
                  <c:v>0.68313803753570967</c:v>
                </c:pt>
                <c:pt idx="25506">
                  <c:v>0.6833150392683176</c:v>
                </c:pt>
                <c:pt idx="25507">
                  <c:v>0.68334437068566389</c:v>
                </c:pt>
                <c:pt idx="25508">
                  <c:v>0.6835827104567016</c:v>
                </c:pt>
                <c:pt idx="25509">
                  <c:v>0.68362156599201218</c:v>
                </c:pt>
                <c:pt idx="25510">
                  <c:v>0.68374074650801586</c:v>
                </c:pt>
                <c:pt idx="25511">
                  <c:v>0.68391764483093498</c:v>
                </c:pt>
                <c:pt idx="25512">
                  <c:v>0.68398910455959416</c:v>
                </c:pt>
                <c:pt idx="25513">
                  <c:v>0.68402415561970598</c:v>
                </c:pt>
                <c:pt idx="25514">
                  <c:v>0.6852212105725437</c:v>
                </c:pt>
                <c:pt idx="25515">
                  <c:v>0.68529314298704025</c:v>
                </c:pt>
                <c:pt idx="25516">
                  <c:v>0.6852956371235559</c:v>
                </c:pt>
                <c:pt idx="25517">
                  <c:v>0.68542616741598783</c:v>
                </c:pt>
                <c:pt idx="25518">
                  <c:v>0.68546516194078211</c:v>
                </c:pt>
                <c:pt idx="25519">
                  <c:v>0.68577255773530521</c:v>
                </c:pt>
                <c:pt idx="25520">
                  <c:v>0.68578731603939047</c:v>
                </c:pt>
                <c:pt idx="25521">
                  <c:v>0.68636266322343831</c:v>
                </c:pt>
                <c:pt idx="25522">
                  <c:v>0.68669838523388982</c:v>
                </c:pt>
                <c:pt idx="25523">
                  <c:v>0.68676748541686827</c:v>
                </c:pt>
                <c:pt idx="25524">
                  <c:v>0.6870307649557833</c:v>
                </c:pt>
                <c:pt idx="25525">
                  <c:v>0.68728108029927559</c:v>
                </c:pt>
                <c:pt idx="25526">
                  <c:v>0.6873566570958789</c:v>
                </c:pt>
                <c:pt idx="25527">
                  <c:v>0.68744976057453866</c:v>
                </c:pt>
                <c:pt idx="25528">
                  <c:v>0.68754423504844564</c:v>
                </c:pt>
                <c:pt idx="25529">
                  <c:v>0.68810257149698484</c:v>
                </c:pt>
                <c:pt idx="25530">
                  <c:v>0.68874499595955896</c:v>
                </c:pt>
                <c:pt idx="25531">
                  <c:v>0.68900543997773955</c:v>
                </c:pt>
                <c:pt idx="25532">
                  <c:v>0.69122145539179036</c:v>
                </c:pt>
                <c:pt idx="25533">
                  <c:v>0.69147419527640008</c:v>
                </c:pt>
                <c:pt idx="25534">
                  <c:v>0.69159242643757102</c:v>
                </c:pt>
                <c:pt idx="25535">
                  <c:v>0.69168922927037257</c:v>
                </c:pt>
                <c:pt idx="25536">
                  <c:v>0.69169408990883863</c:v>
                </c:pt>
                <c:pt idx="25537">
                  <c:v>0.69209115954392497</c:v>
                </c:pt>
                <c:pt idx="25538">
                  <c:v>0.69221317755920975</c:v>
                </c:pt>
                <c:pt idx="25539">
                  <c:v>0.69293962465126313</c:v>
                </c:pt>
                <c:pt idx="25540">
                  <c:v>0.69329442077060133</c:v>
                </c:pt>
                <c:pt idx="25541">
                  <c:v>0.69330561959797943</c:v>
                </c:pt>
                <c:pt idx="25542">
                  <c:v>0.69331881690919683</c:v>
                </c:pt>
                <c:pt idx="25543">
                  <c:v>0.69334598695868299</c:v>
                </c:pt>
                <c:pt idx="25544">
                  <c:v>0.69343040275182299</c:v>
                </c:pt>
                <c:pt idx="25545">
                  <c:v>0.69387673997428112</c:v>
                </c:pt>
                <c:pt idx="25546">
                  <c:v>0.69401654885784769</c:v>
                </c:pt>
                <c:pt idx="25547">
                  <c:v>0.69415247197626506</c:v>
                </c:pt>
                <c:pt idx="25548">
                  <c:v>0.69420683947242579</c:v>
                </c:pt>
                <c:pt idx="25549">
                  <c:v>0.69435228832710671</c:v>
                </c:pt>
                <c:pt idx="25550">
                  <c:v>0.69437709224745725</c:v>
                </c:pt>
                <c:pt idx="25551">
                  <c:v>0.69493876808497435</c:v>
                </c:pt>
                <c:pt idx="25552">
                  <c:v>0.69502045245028754</c:v>
                </c:pt>
                <c:pt idx="25553">
                  <c:v>0.6952195513245587</c:v>
                </c:pt>
                <c:pt idx="25554">
                  <c:v>0.69542350976121647</c:v>
                </c:pt>
                <c:pt idx="25555">
                  <c:v>0.69584874212453407</c:v>
                </c:pt>
                <c:pt idx="25556">
                  <c:v>0.69592603792087704</c:v>
                </c:pt>
                <c:pt idx="25557">
                  <c:v>0.69643757576382259</c:v>
                </c:pt>
                <c:pt idx="25558">
                  <c:v>0.69651590124421614</c:v>
                </c:pt>
                <c:pt idx="25559">
                  <c:v>0.69674489415004592</c:v>
                </c:pt>
                <c:pt idx="25560">
                  <c:v>0.69675326654922709</c:v>
                </c:pt>
                <c:pt idx="25561">
                  <c:v>0.69680722555797503</c:v>
                </c:pt>
                <c:pt idx="25562">
                  <c:v>0.69688637947197785</c:v>
                </c:pt>
                <c:pt idx="25563">
                  <c:v>0.69688681861502266</c:v>
                </c:pt>
                <c:pt idx="25564">
                  <c:v>0.69688966110769435</c:v>
                </c:pt>
                <c:pt idx="25565">
                  <c:v>0.69696890559585123</c:v>
                </c:pt>
                <c:pt idx="25566">
                  <c:v>0.6973957084428769</c:v>
                </c:pt>
                <c:pt idx="25567">
                  <c:v>0.69743351012441801</c:v>
                </c:pt>
                <c:pt idx="25568">
                  <c:v>0.69758001214982768</c:v>
                </c:pt>
                <c:pt idx="25569">
                  <c:v>0.69784643509927946</c:v>
                </c:pt>
                <c:pt idx="25570">
                  <c:v>0.69786636134762903</c:v>
                </c:pt>
                <c:pt idx="25571">
                  <c:v>0.69842752551953846</c:v>
                </c:pt>
                <c:pt idx="25572">
                  <c:v>0.69878072733414431</c:v>
                </c:pt>
                <c:pt idx="25573">
                  <c:v>0.69884932234952513</c:v>
                </c:pt>
                <c:pt idx="25574">
                  <c:v>0.6990422923293742</c:v>
                </c:pt>
                <c:pt idx="25575">
                  <c:v>0.6990585862712152</c:v>
                </c:pt>
                <c:pt idx="25576">
                  <c:v>0.7000241732966479</c:v>
                </c:pt>
                <c:pt idx="25577">
                  <c:v>0.70027889940267418</c:v>
                </c:pt>
                <c:pt idx="25578">
                  <c:v>0.70096727742360487</c:v>
                </c:pt>
                <c:pt idx="25579">
                  <c:v>0.70143199285567448</c:v>
                </c:pt>
                <c:pt idx="25580">
                  <c:v>0.70169261420112583</c:v>
                </c:pt>
                <c:pt idx="25581">
                  <c:v>0.70241296814108301</c:v>
                </c:pt>
                <c:pt idx="25582">
                  <c:v>0.70266934196648645</c:v>
                </c:pt>
                <c:pt idx="25583">
                  <c:v>0.70381915647779392</c:v>
                </c:pt>
                <c:pt idx="25584">
                  <c:v>0.70383864490915682</c:v>
                </c:pt>
                <c:pt idx="25585">
                  <c:v>0.70425653593860993</c:v>
                </c:pt>
                <c:pt idx="25586">
                  <c:v>0.70459867027259282</c:v>
                </c:pt>
                <c:pt idx="25587">
                  <c:v>0.70509672413886992</c:v>
                </c:pt>
                <c:pt idx="25588">
                  <c:v>0.70549221676079954</c:v>
                </c:pt>
                <c:pt idx="25589">
                  <c:v>0.70569398347917378</c:v>
                </c:pt>
                <c:pt idx="25590">
                  <c:v>0.70575706243196823</c:v>
                </c:pt>
                <c:pt idx="25591">
                  <c:v>0.70579357443064905</c:v>
                </c:pt>
                <c:pt idx="25592">
                  <c:v>0.70579815559774084</c:v>
                </c:pt>
                <c:pt idx="25593">
                  <c:v>0.70586162875926584</c:v>
                </c:pt>
                <c:pt idx="25594">
                  <c:v>0.70617399573544792</c:v>
                </c:pt>
                <c:pt idx="25595">
                  <c:v>0.70630948255464332</c:v>
                </c:pt>
                <c:pt idx="25596">
                  <c:v>0.70633865861899225</c:v>
                </c:pt>
                <c:pt idx="25597">
                  <c:v>0.70678777470002518</c:v>
                </c:pt>
                <c:pt idx="25598">
                  <c:v>0.70683583102792069</c:v>
                </c:pt>
                <c:pt idx="25599">
                  <c:v>0.7070951550683573</c:v>
                </c:pt>
                <c:pt idx="25600">
                  <c:v>0.70740093860653086</c:v>
                </c:pt>
                <c:pt idx="25601">
                  <c:v>0.70741362248120332</c:v>
                </c:pt>
                <c:pt idx="25602">
                  <c:v>0.70898423345759209</c:v>
                </c:pt>
                <c:pt idx="25603">
                  <c:v>0.7097650400079365</c:v>
                </c:pt>
                <c:pt idx="25604">
                  <c:v>0.7100523053565736</c:v>
                </c:pt>
                <c:pt idx="25605">
                  <c:v>0.71030449107117488</c:v>
                </c:pt>
                <c:pt idx="25606">
                  <c:v>0.71137078063647863</c:v>
                </c:pt>
                <c:pt idx="25607">
                  <c:v>0.71137995641246998</c:v>
                </c:pt>
                <c:pt idx="25608">
                  <c:v>0.71142877969123086</c:v>
                </c:pt>
                <c:pt idx="25609">
                  <c:v>0.71193345308278821</c:v>
                </c:pt>
                <c:pt idx="25610">
                  <c:v>0.71207633683986182</c:v>
                </c:pt>
                <c:pt idx="25611">
                  <c:v>0.71227295853013828</c:v>
                </c:pt>
                <c:pt idx="25612">
                  <c:v>0.7123394058843413</c:v>
                </c:pt>
                <c:pt idx="25613">
                  <c:v>0.71235913602130485</c:v>
                </c:pt>
                <c:pt idx="25614">
                  <c:v>0.71278946039293767</c:v>
                </c:pt>
                <c:pt idx="25615">
                  <c:v>0.71423733537210432</c:v>
                </c:pt>
                <c:pt idx="25616">
                  <c:v>0.71452978437278436</c:v>
                </c:pt>
                <c:pt idx="25617">
                  <c:v>0.7145317570901073</c:v>
                </c:pt>
                <c:pt idx="25618">
                  <c:v>0.71524873590686688</c:v>
                </c:pt>
                <c:pt idx="25619">
                  <c:v>0.71528660668091382</c:v>
                </c:pt>
                <c:pt idx="25620">
                  <c:v>0.71532786845156748</c:v>
                </c:pt>
                <c:pt idx="25621">
                  <c:v>0.71534761694698934</c:v>
                </c:pt>
                <c:pt idx="25622">
                  <c:v>0.71563365235256005</c:v>
                </c:pt>
                <c:pt idx="25623">
                  <c:v>0.71595531459662443</c:v>
                </c:pt>
                <c:pt idx="25624">
                  <c:v>0.71633055960773839</c:v>
                </c:pt>
                <c:pt idx="25625">
                  <c:v>0.71639609341797783</c:v>
                </c:pt>
                <c:pt idx="25626">
                  <c:v>0.71724600501046432</c:v>
                </c:pt>
                <c:pt idx="25627">
                  <c:v>0.71738419784580054</c:v>
                </c:pt>
                <c:pt idx="25628">
                  <c:v>0.71751960252257041</c:v>
                </c:pt>
                <c:pt idx="25629">
                  <c:v>0.71827779559391225</c:v>
                </c:pt>
                <c:pt idx="25630">
                  <c:v>0.71842179240474446</c:v>
                </c:pt>
                <c:pt idx="25631">
                  <c:v>0.71886872948302749</c:v>
                </c:pt>
                <c:pt idx="25632">
                  <c:v>0.71913246776154183</c:v>
                </c:pt>
                <c:pt idx="25633">
                  <c:v>0.71962796151228692</c:v>
                </c:pt>
                <c:pt idx="25634">
                  <c:v>0.71999601459773943</c:v>
                </c:pt>
                <c:pt idx="25635">
                  <c:v>0.720036806305143</c:v>
                </c:pt>
                <c:pt idx="25636">
                  <c:v>0.7200722894698911</c:v>
                </c:pt>
                <c:pt idx="25637">
                  <c:v>0.72037807101067208</c:v>
                </c:pt>
                <c:pt idx="25638">
                  <c:v>0.72046645074268911</c:v>
                </c:pt>
                <c:pt idx="25639">
                  <c:v>0.72099685775607492</c:v>
                </c:pt>
                <c:pt idx="25640">
                  <c:v>0.72111281386760417</c:v>
                </c:pt>
                <c:pt idx="25641">
                  <c:v>0.72127334834018397</c:v>
                </c:pt>
                <c:pt idx="25642">
                  <c:v>0.72163039162948728</c:v>
                </c:pt>
                <c:pt idx="25643">
                  <c:v>0.72201649180998573</c:v>
                </c:pt>
                <c:pt idx="25644">
                  <c:v>0.72202766319249456</c:v>
                </c:pt>
                <c:pt idx="25645">
                  <c:v>0.72239839958007657</c:v>
                </c:pt>
                <c:pt idx="25646">
                  <c:v>0.7227038807909365</c:v>
                </c:pt>
                <c:pt idx="25647">
                  <c:v>0.72295796062345363</c:v>
                </c:pt>
                <c:pt idx="25648">
                  <c:v>0.72299100223570478</c:v>
                </c:pt>
                <c:pt idx="25649">
                  <c:v>0.72310257542765655</c:v>
                </c:pt>
                <c:pt idx="25650">
                  <c:v>0.72353971094362557</c:v>
                </c:pt>
                <c:pt idx="25651">
                  <c:v>0.72362611501609642</c:v>
                </c:pt>
                <c:pt idx="25652">
                  <c:v>0.72380876494429702</c:v>
                </c:pt>
                <c:pt idx="25653">
                  <c:v>0.72392614731256522</c:v>
                </c:pt>
                <c:pt idx="25654">
                  <c:v>0.72420908564599451</c:v>
                </c:pt>
                <c:pt idx="25655">
                  <c:v>0.72467133995988953</c:v>
                </c:pt>
                <c:pt idx="25656">
                  <c:v>0.72529812677767724</c:v>
                </c:pt>
                <c:pt idx="25657">
                  <c:v>0.72569004334017861</c:v>
                </c:pt>
                <c:pt idx="25658">
                  <c:v>0.72629592393776621</c:v>
                </c:pt>
                <c:pt idx="25659">
                  <c:v>0.72632038603021543</c:v>
                </c:pt>
                <c:pt idx="25660">
                  <c:v>0.72635391251763726</c:v>
                </c:pt>
                <c:pt idx="25661">
                  <c:v>0.72683626627063036</c:v>
                </c:pt>
                <c:pt idx="25662">
                  <c:v>0.7273301868676243</c:v>
                </c:pt>
                <c:pt idx="25663">
                  <c:v>0.72767935865239775</c:v>
                </c:pt>
                <c:pt idx="25664">
                  <c:v>0.72780166998444584</c:v>
                </c:pt>
                <c:pt idx="25665">
                  <c:v>0.72791953277635435</c:v>
                </c:pt>
                <c:pt idx="25666">
                  <c:v>0.72818456075767657</c:v>
                </c:pt>
                <c:pt idx="25667">
                  <c:v>0.7284607135871034</c:v>
                </c:pt>
                <c:pt idx="25668">
                  <c:v>0.72892427833455697</c:v>
                </c:pt>
                <c:pt idx="25669">
                  <c:v>0.73014579704330529</c:v>
                </c:pt>
                <c:pt idx="25670">
                  <c:v>0.730429092580407</c:v>
                </c:pt>
                <c:pt idx="25671">
                  <c:v>0.73059601549844921</c:v>
                </c:pt>
                <c:pt idx="25672">
                  <c:v>0.7308168243313139</c:v>
                </c:pt>
                <c:pt idx="25673">
                  <c:v>0.73090622808976291</c:v>
                </c:pt>
                <c:pt idx="25674">
                  <c:v>0.73096459178091644</c:v>
                </c:pt>
                <c:pt idx="25675">
                  <c:v>0.73143522057214982</c:v>
                </c:pt>
                <c:pt idx="25676">
                  <c:v>0.73148381333906931</c:v>
                </c:pt>
                <c:pt idx="25677">
                  <c:v>0.73161931470513764</c:v>
                </c:pt>
                <c:pt idx="25678">
                  <c:v>0.73170522072384725</c:v>
                </c:pt>
                <c:pt idx="25679">
                  <c:v>0.73200030245170411</c:v>
                </c:pt>
                <c:pt idx="25680">
                  <c:v>0.73224961627411833</c:v>
                </c:pt>
                <c:pt idx="25681">
                  <c:v>0.73234045569135675</c:v>
                </c:pt>
                <c:pt idx="25682">
                  <c:v>0.73252537955159769</c:v>
                </c:pt>
                <c:pt idx="25683">
                  <c:v>0.7338242003347375</c:v>
                </c:pt>
                <c:pt idx="25684">
                  <c:v>0.73444020021158074</c:v>
                </c:pt>
                <c:pt idx="25685">
                  <c:v>0.73449660262093663</c:v>
                </c:pt>
                <c:pt idx="25686">
                  <c:v>0.7347830603369836</c:v>
                </c:pt>
                <c:pt idx="25687">
                  <c:v>0.73490285958033341</c:v>
                </c:pt>
                <c:pt idx="25688">
                  <c:v>0.73502099776185081</c:v>
                </c:pt>
                <c:pt idx="25689">
                  <c:v>0.73508391131524609</c:v>
                </c:pt>
                <c:pt idx="25690">
                  <c:v>0.73552784711108821</c:v>
                </c:pt>
                <c:pt idx="25691">
                  <c:v>0.7359524011564309</c:v>
                </c:pt>
                <c:pt idx="25692">
                  <c:v>0.7360705859003126</c:v>
                </c:pt>
                <c:pt idx="25693">
                  <c:v>0.73617413780724672</c:v>
                </c:pt>
                <c:pt idx="25694">
                  <c:v>0.73663931935730209</c:v>
                </c:pt>
                <c:pt idx="25695">
                  <c:v>0.73670156831292433</c:v>
                </c:pt>
                <c:pt idx="25696">
                  <c:v>0.7368398391584623</c:v>
                </c:pt>
                <c:pt idx="25697">
                  <c:v>0.73694919025906558</c:v>
                </c:pt>
                <c:pt idx="25698">
                  <c:v>0.73706072452759652</c:v>
                </c:pt>
                <c:pt idx="25699">
                  <c:v>0.73784865663133148</c:v>
                </c:pt>
                <c:pt idx="25700">
                  <c:v>0.73827715559046603</c:v>
                </c:pt>
                <c:pt idx="25701">
                  <c:v>0.73861106110194497</c:v>
                </c:pt>
                <c:pt idx="25702">
                  <c:v>0.73946100677707982</c:v>
                </c:pt>
                <c:pt idx="25703">
                  <c:v>0.73986008663592584</c:v>
                </c:pt>
                <c:pt idx="25704">
                  <c:v>0.7402982716877945</c:v>
                </c:pt>
                <c:pt idx="25705">
                  <c:v>0.74037020662104669</c:v>
                </c:pt>
                <c:pt idx="25706">
                  <c:v>0.74047071345762094</c:v>
                </c:pt>
                <c:pt idx="25707">
                  <c:v>0.74111451782237958</c:v>
                </c:pt>
                <c:pt idx="25708">
                  <c:v>0.74140049902716409</c:v>
                </c:pt>
                <c:pt idx="25709">
                  <c:v>0.7416469105144593</c:v>
                </c:pt>
                <c:pt idx="25710">
                  <c:v>0.74171956389917559</c:v>
                </c:pt>
                <c:pt idx="25711">
                  <c:v>0.74174365927778274</c:v>
                </c:pt>
                <c:pt idx="25712">
                  <c:v>0.74190985660399789</c:v>
                </c:pt>
                <c:pt idx="25713">
                  <c:v>0.74235650499269679</c:v>
                </c:pt>
                <c:pt idx="25714">
                  <c:v>0.74280871276890337</c:v>
                </c:pt>
                <c:pt idx="25715">
                  <c:v>0.74353022823646009</c:v>
                </c:pt>
                <c:pt idx="25716">
                  <c:v>0.74353810710184387</c:v>
                </c:pt>
                <c:pt idx="25717">
                  <c:v>0.74381328130236846</c:v>
                </c:pt>
                <c:pt idx="25718">
                  <c:v>0.74409205408166046</c:v>
                </c:pt>
                <c:pt idx="25719">
                  <c:v>0.74425000001425812</c:v>
                </c:pt>
                <c:pt idx="25720">
                  <c:v>0.74443780503481705</c:v>
                </c:pt>
                <c:pt idx="25721">
                  <c:v>0.7451757681754545</c:v>
                </c:pt>
                <c:pt idx="25722">
                  <c:v>0.74525446193959743</c:v>
                </c:pt>
                <c:pt idx="25723">
                  <c:v>0.7457535729664484</c:v>
                </c:pt>
                <c:pt idx="25724">
                  <c:v>0.74619869054289512</c:v>
                </c:pt>
                <c:pt idx="25725">
                  <c:v>0.74619906626513155</c:v>
                </c:pt>
                <c:pt idx="25726">
                  <c:v>0.74630787290442124</c:v>
                </c:pt>
                <c:pt idx="25727">
                  <c:v>0.74640225339333444</c:v>
                </c:pt>
                <c:pt idx="25728">
                  <c:v>0.74651704892349313</c:v>
                </c:pt>
                <c:pt idx="25729">
                  <c:v>0.74657257619681117</c:v>
                </c:pt>
                <c:pt idx="25730">
                  <c:v>0.74672120942023057</c:v>
                </c:pt>
                <c:pt idx="25731">
                  <c:v>0.74784564083579552</c:v>
                </c:pt>
                <c:pt idx="25732">
                  <c:v>0.74830842988487134</c:v>
                </c:pt>
                <c:pt idx="25733">
                  <c:v>0.74862319970610647</c:v>
                </c:pt>
                <c:pt idx="25734">
                  <c:v>0.74862523361301592</c:v>
                </c:pt>
                <c:pt idx="25735">
                  <c:v>0.74880366237668616</c:v>
                </c:pt>
                <c:pt idx="25736">
                  <c:v>0.74886631030945361</c:v>
                </c:pt>
                <c:pt idx="25737">
                  <c:v>0.7489594942945943</c:v>
                </c:pt>
                <c:pt idx="25738">
                  <c:v>0.74931830013503464</c:v>
                </c:pt>
                <c:pt idx="25739">
                  <c:v>0.74945846766208113</c:v>
                </c:pt>
                <c:pt idx="25740">
                  <c:v>0.7496489957674195</c:v>
                </c:pt>
                <c:pt idx="25741">
                  <c:v>0.74977561981233076</c:v>
                </c:pt>
                <c:pt idx="25742">
                  <c:v>0.75006319077567629</c:v>
                </c:pt>
                <c:pt idx="25743">
                  <c:v>0.75019758212293042</c:v>
                </c:pt>
                <c:pt idx="25744">
                  <c:v>0.75034188806718438</c:v>
                </c:pt>
                <c:pt idx="25745">
                  <c:v>0.75073854350738356</c:v>
                </c:pt>
                <c:pt idx="25746">
                  <c:v>0.75109201779635371</c:v>
                </c:pt>
                <c:pt idx="25747">
                  <c:v>0.75162249919579449</c:v>
                </c:pt>
                <c:pt idx="25748">
                  <c:v>0.7516673129488084</c:v>
                </c:pt>
                <c:pt idx="25749">
                  <c:v>0.75204560795333131</c:v>
                </c:pt>
                <c:pt idx="25750">
                  <c:v>0.75220757526143478</c:v>
                </c:pt>
                <c:pt idx="25751">
                  <c:v>0.7522658038880965</c:v>
                </c:pt>
                <c:pt idx="25752">
                  <c:v>0.75241479283575774</c:v>
                </c:pt>
                <c:pt idx="25753">
                  <c:v>0.75287692455627941</c:v>
                </c:pt>
                <c:pt idx="25754">
                  <c:v>0.75530453844506262</c:v>
                </c:pt>
                <c:pt idx="25755">
                  <c:v>0.75697870223316466</c:v>
                </c:pt>
                <c:pt idx="25756">
                  <c:v>0.75760792965389234</c:v>
                </c:pt>
                <c:pt idx="25757">
                  <c:v>0.75771273364073832</c:v>
                </c:pt>
                <c:pt idx="25758">
                  <c:v>0.75821433123107707</c:v>
                </c:pt>
                <c:pt idx="25759">
                  <c:v>0.75837099785836426</c:v>
                </c:pt>
                <c:pt idx="25760">
                  <c:v>0.75853359062136261</c:v>
                </c:pt>
                <c:pt idx="25761">
                  <c:v>0.75861155056933505</c:v>
                </c:pt>
                <c:pt idx="25762">
                  <c:v>0.75863535170956076</c:v>
                </c:pt>
                <c:pt idx="25763">
                  <c:v>0.75879380812492347</c:v>
                </c:pt>
                <c:pt idx="25764">
                  <c:v>0.75900421043364896</c:v>
                </c:pt>
                <c:pt idx="25765">
                  <c:v>0.75941042189363306</c:v>
                </c:pt>
                <c:pt idx="25766">
                  <c:v>0.76016586486077431</c:v>
                </c:pt>
                <c:pt idx="25767">
                  <c:v>0.76028394713258518</c:v>
                </c:pt>
                <c:pt idx="25768">
                  <c:v>0.76074052245753432</c:v>
                </c:pt>
                <c:pt idx="25769">
                  <c:v>0.76112912867858551</c:v>
                </c:pt>
                <c:pt idx="25770">
                  <c:v>0.76119382214647868</c:v>
                </c:pt>
                <c:pt idx="25771">
                  <c:v>0.7612459126906076</c:v>
                </c:pt>
                <c:pt idx="25772">
                  <c:v>0.76126297601852222</c:v>
                </c:pt>
                <c:pt idx="25773">
                  <c:v>0.76170324886505714</c:v>
                </c:pt>
                <c:pt idx="25774">
                  <c:v>0.7628206516887085</c:v>
                </c:pt>
                <c:pt idx="25775">
                  <c:v>0.76424187527105647</c:v>
                </c:pt>
                <c:pt idx="25776">
                  <c:v>0.76448791193368537</c:v>
                </c:pt>
                <c:pt idx="25777">
                  <c:v>0.76459250285520863</c:v>
                </c:pt>
                <c:pt idx="25778">
                  <c:v>0.76495412220838266</c:v>
                </c:pt>
                <c:pt idx="25779">
                  <c:v>0.76532919300254409</c:v>
                </c:pt>
                <c:pt idx="25780">
                  <c:v>0.76540383263859857</c:v>
                </c:pt>
                <c:pt idx="25781">
                  <c:v>0.76541596482885899</c:v>
                </c:pt>
                <c:pt idx="25782">
                  <c:v>0.7655890653118963</c:v>
                </c:pt>
                <c:pt idx="25783">
                  <c:v>0.76577579594716771</c:v>
                </c:pt>
                <c:pt idx="25784">
                  <c:v>0.76579736728088066</c:v>
                </c:pt>
                <c:pt idx="25785">
                  <c:v>0.76610053899152297</c:v>
                </c:pt>
                <c:pt idx="25786">
                  <c:v>0.76691419301181929</c:v>
                </c:pt>
                <c:pt idx="25787">
                  <c:v>0.76712945665515131</c:v>
                </c:pt>
                <c:pt idx="25788">
                  <c:v>0.76715266229665335</c:v>
                </c:pt>
                <c:pt idx="25789">
                  <c:v>0.76771740072915229</c:v>
                </c:pt>
                <c:pt idx="25790">
                  <c:v>0.76775900727479685</c:v>
                </c:pt>
                <c:pt idx="25791">
                  <c:v>0.76782795141648996</c:v>
                </c:pt>
                <c:pt idx="25792">
                  <c:v>0.76796903175711251</c:v>
                </c:pt>
                <c:pt idx="25793">
                  <c:v>0.76881358385909582</c:v>
                </c:pt>
                <c:pt idx="25794">
                  <c:v>0.76934910294805303</c:v>
                </c:pt>
                <c:pt idx="25795">
                  <c:v>0.76952558332934096</c:v>
                </c:pt>
                <c:pt idx="25796">
                  <c:v>0.76973032583800471</c:v>
                </c:pt>
                <c:pt idx="25797">
                  <c:v>0.77016091286711519</c:v>
                </c:pt>
                <c:pt idx="25798">
                  <c:v>0.77072092514811674</c:v>
                </c:pt>
                <c:pt idx="25799">
                  <c:v>0.77078160358356962</c:v>
                </c:pt>
                <c:pt idx="25800">
                  <c:v>0.77080676595261444</c:v>
                </c:pt>
                <c:pt idx="25801">
                  <c:v>0.77185804692948135</c:v>
                </c:pt>
                <c:pt idx="25802">
                  <c:v>0.77190685131109693</c:v>
                </c:pt>
                <c:pt idx="25803">
                  <c:v>0.77236673606379636</c:v>
                </c:pt>
                <c:pt idx="25804">
                  <c:v>0.77260055989336118</c:v>
                </c:pt>
                <c:pt idx="25805">
                  <c:v>0.7733226042294411</c:v>
                </c:pt>
                <c:pt idx="25806">
                  <c:v>0.77334750479208336</c:v>
                </c:pt>
                <c:pt idx="25807">
                  <c:v>0.77401083616902744</c:v>
                </c:pt>
                <c:pt idx="25808">
                  <c:v>0.77473273502432016</c:v>
                </c:pt>
                <c:pt idx="25809">
                  <c:v>0.77483066485993723</c:v>
                </c:pt>
                <c:pt idx="25810">
                  <c:v>0.77503969452672672</c:v>
                </c:pt>
                <c:pt idx="25811">
                  <c:v>0.77507592007854453</c:v>
                </c:pt>
                <c:pt idx="25812">
                  <c:v>0.7752443259729751</c:v>
                </c:pt>
                <c:pt idx="25813">
                  <c:v>0.77533067136000045</c:v>
                </c:pt>
                <c:pt idx="25814">
                  <c:v>0.77535190786689889</c:v>
                </c:pt>
                <c:pt idx="25815">
                  <c:v>0.77616909308940374</c:v>
                </c:pt>
                <c:pt idx="25816">
                  <c:v>0.77619956505088172</c:v>
                </c:pt>
                <c:pt idx="25817">
                  <c:v>0.77665085482337548</c:v>
                </c:pt>
                <c:pt idx="25818">
                  <c:v>0.77752689489285531</c:v>
                </c:pt>
                <c:pt idx="25819">
                  <c:v>0.77782636235000557</c:v>
                </c:pt>
                <c:pt idx="25820">
                  <c:v>0.7778345919269114</c:v>
                </c:pt>
                <c:pt idx="25821">
                  <c:v>0.77791917503653485</c:v>
                </c:pt>
                <c:pt idx="25822">
                  <c:v>0.778057221699056</c:v>
                </c:pt>
                <c:pt idx="25823">
                  <c:v>0.77842026992521762</c:v>
                </c:pt>
                <c:pt idx="25824">
                  <c:v>0.7785470799553672</c:v>
                </c:pt>
                <c:pt idx="25825">
                  <c:v>0.77934814774565886</c:v>
                </c:pt>
                <c:pt idx="25826">
                  <c:v>0.779371865185432</c:v>
                </c:pt>
                <c:pt idx="25827">
                  <c:v>0.77948632950592223</c:v>
                </c:pt>
                <c:pt idx="25828">
                  <c:v>0.77957309819132214</c:v>
                </c:pt>
                <c:pt idx="25829">
                  <c:v>0.77957552266748764</c:v>
                </c:pt>
                <c:pt idx="25830">
                  <c:v>0.78003791597906591</c:v>
                </c:pt>
                <c:pt idx="25831">
                  <c:v>0.78033941012617913</c:v>
                </c:pt>
                <c:pt idx="25832">
                  <c:v>0.78041725207789825</c:v>
                </c:pt>
                <c:pt idx="25833">
                  <c:v>0.78100851394858017</c:v>
                </c:pt>
                <c:pt idx="25834">
                  <c:v>0.7812816147815933</c:v>
                </c:pt>
                <c:pt idx="25835">
                  <c:v>0.78233178180774976</c:v>
                </c:pt>
                <c:pt idx="25836">
                  <c:v>0.78250438674635692</c:v>
                </c:pt>
                <c:pt idx="25837">
                  <c:v>0.78290463977680247</c:v>
                </c:pt>
                <c:pt idx="25838">
                  <c:v>0.78306087132509838</c:v>
                </c:pt>
                <c:pt idx="25839">
                  <c:v>0.78324593696645128</c:v>
                </c:pt>
                <c:pt idx="25840">
                  <c:v>0.78357174577147404</c:v>
                </c:pt>
                <c:pt idx="25841">
                  <c:v>0.78367647071901958</c:v>
                </c:pt>
                <c:pt idx="25842">
                  <c:v>0.78417038131522987</c:v>
                </c:pt>
                <c:pt idx="25843">
                  <c:v>0.78428939429109423</c:v>
                </c:pt>
                <c:pt idx="25844">
                  <c:v>0.78638880746515194</c:v>
                </c:pt>
                <c:pt idx="25845">
                  <c:v>0.78676331495800489</c:v>
                </c:pt>
                <c:pt idx="25846">
                  <c:v>0.78760240926955416</c:v>
                </c:pt>
                <c:pt idx="25847">
                  <c:v>0.78798004742292871</c:v>
                </c:pt>
                <c:pt idx="25848">
                  <c:v>0.78825313083690685</c:v>
                </c:pt>
                <c:pt idx="25849">
                  <c:v>0.78875783642182851</c:v>
                </c:pt>
                <c:pt idx="25850">
                  <c:v>0.78878400201049637</c:v>
                </c:pt>
                <c:pt idx="25851">
                  <c:v>0.78919214492356204</c:v>
                </c:pt>
                <c:pt idx="25852">
                  <c:v>0.7894304294561012</c:v>
                </c:pt>
                <c:pt idx="25853">
                  <c:v>0.78948597439080981</c:v>
                </c:pt>
                <c:pt idx="25854">
                  <c:v>0.79023888978167556</c:v>
                </c:pt>
                <c:pt idx="25855">
                  <c:v>0.79049421331157277</c:v>
                </c:pt>
                <c:pt idx="25856">
                  <c:v>0.79074259143591663</c:v>
                </c:pt>
                <c:pt idx="25857">
                  <c:v>0.79145505238627067</c:v>
                </c:pt>
                <c:pt idx="25858">
                  <c:v>0.79210258562700075</c:v>
                </c:pt>
                <c:pt idx="25859">
                  <c:v>0.79266501551657143</c:v>
                </c:pt>
                <c:pt idx="25860">
                  <c:v>0.79293258335525407</c:v>
                </c:pt>
                <c:pt idx="25861">
                  <c:v>0.79330485815365714</c:v>
                </c:pt>
                <c:pt idx="25862">
                  <c:v>0.79357953377926094</c:v>
                </c:pt>
                <c:pt idx="25863">
                  <c:v>0.79386645472943118</c:v>
                </c:pt>
                <c:pt idx="25864">
                  <c:v>0.79445351222766447</c:v>
                </c:pt>
                <c:pt idx="25865">
                  <c:v>0.79560680414726637</c:v>
                </c:pt>
                <c:pt idx="25866">
                  <c:v>0.79762370959175466</c:v>
                </c:pt>
                <c:pt idx="25867">
                  <c:v>0.7977291657076877</c:v>
                </c:pt>
                <c:pt idx="25868">
                  <c:v>0.79885230495458104</c:v>
                </c:pt>
                <c:pt idx="25869">
                  <c:v>0.7989131442252928</c:v>
                </c:pt>
                <c:pt idx="25870">
                  <c:v>0.79910821227195705</c:v>
                </c:pt>
                <c:pt idx="25871">
                  <c:v>0.79957185497950412</c:v>
                </c:pt>
                <c:pt idx="25872">
                  <c:v>0.79960375699668185</c:v>
                </c:pt>
                <c:pt idx="25873">
                  <c:v>0.80001760052749193</c:v>
                </c:pt>
                <c:pt idx="25874">
                  <c:v>0.80129607101246392</c:v>
                </c:pt>
                <c:pt idx="25875">
                  <c:v>0.80155488101466843</c:v>
                </c:pt>
                <c:pt idx="25876">
                  <c:v>0.80207020299327669</c:v>
                </c:pt>
                <c:pt idx="25877">
                  <c:v>0.80285841079358089</c:v>
                </c:pt>
                <c:pt idx="25878">
                  <c:v>0.80290933485760185</c:v>
                </c:pt>
                <c:pt idx="25879">
                  <c:v>0.80310576447999704</c:v>
                </c:pt>
                <c:pt idx="25880">
                  <c:v>0.80356553633459005</c:v>
                </c:pt>
                <c:pt idx="25881">
                  <c:v>0.80360394143986036</c:v>
                </c:pt>
                <c:pt idx="25882">
                  <c:v>0.80383479030260085</c:v>
                </c:pt>
                <c:pt idx="25883">
                  <c:v>0.80472873853155591</c:v>
                </c:pt>
                <c:pt idx="25884">
                  <c:v>0.80513932651729292</c:v>
                </c:pt>
                <c:pt idx="25885">
                  <c:v>0.80577159858664271</c:v>
                </c:pt>
                <c:pt idx="25886">
                  <c:v>0.80612148622971436</c:v>
                </c:pt>
                <c:pt idx="25887">
                  <c:v>0.8069347433908578</c:v>
                </c:pt>
                <c:pt idx="25888">
                  <c:v>0.80781352406981588</c:v>
                </c:pt>
                <c:pt idx="25889">
                  <c:v>0.80917272405831753</c:v>
                </c:pt>
                <c:pt idx="25890">
                  <c:v>0.8097886796856234</c:v>
                </c:pt>
                <c:pt idx="25891">
                  <c:v>0.81035921834576219</c:v>
                </c:pt>
                <c:pt idx="25892">
                  <c:v>0.81037969990558623</c:v>
                </c:pt>
                <c:pt idx="25893">
                  <c:v>0.81131616318279942</c:v>
                </c:pt>
                <c:pt idx="25894">
                  <c:v>0.81152694512134749</c:v>
                </c:pt>
                <c:pt idx="25895">
                  <c:v>0.81153087084941</c:v>
                </c:pt>
                <c:pt idx="25896">
                  <c:v>0.81157793442340698</c:v>
                </c:pt>
                <c:pt idx="25897">
                  <c:v>0.81194520681787685</c:v>
                </c:pt>
                <c:pt idx="25898">
                  <c:v>0.81199902316751604</c:v>
                </c:pt>
                <c:pt idx="25899">
                  <c:v>0.81242062869220233</c:v>
                </c:pt>
                <c:pt idx="25900">
                  <c:v>0.81276014866773783</c:v>
                </c:pt>
                <c:pt idx="25901">
                  <c:v>0.81410159311580232</c:v>
                </c:pt>
                <c:pt idx="25902">
                  <c:v>0.8142472915516944</c:v>
                </c:pt>
                <c:pt idx="25903">
                  <c:v>0.81454868827857874</c:v>
                </c:pt>
                <c:pt idx="25904">
                  <c:v>0.81478457416278971</c:v>
                </c:pt>
                <c:pt idx="25905">
                  <c:v>0.81507624586566463</c:v>
                </c:pt>
                <c:pt idx="25906">
                  <c:v>0.81551042648628091</c:v>
                </c:pt>
                <c:pt idx="25907">
                  <c:v>0.81612039339059361</c:v>
                </c:pt>
                <c:pt idx="25908">
                  <c:v>0.81663628265212496</c:v>
                </c:pt>
                <c:pt idx="25909">
                  <c:v>0.81715909142156262</c:v>
                </c:pt>
                <c:pt idx="25910">
                  <c:v>0.81732598896657038</c:v>
                </c:pt>
                <c:pt idx="25911">
                  <c:v>0.81775919944572784</c:v>
                </c:pt>
                <c:pt idx="25912">
                  <c:v>0.81793057624166832</c:v>
                </c:pt>
                <c:pt idx="25913">
                  <c:v>0.81826386427879882</c:v>
                </c:pt>
                <c:pt idx="25914">
                  <c:v>0.8183890438474587</c:v>
                </c:pt>
                <c:pt idx="25915">
                  <c:v>0.8184248581125011</c:v>
                </c:pt>
                <c:pt idx="25916">
                  <c:v>0.81953650797162259</c:v>
                </c:pt>
                <c:pt idx="25917">
                  <c:v>0.81998924535864326</c:v>
                </c:pt>
                <c:pt idx="25918">
                  <c:v>0.82019748477566301</c:v>
                </c:pt>
                <c:pt idx="25919">
                  <c:v>0.82032918949036904</c:v>
                </c:pt>
                <c:pt idx="25920">
                  <c:v>0.82078530058118604</c:v>
                </c:pt>
                <c:pt idx="25921">
                  <c:v>0.82094171284810247</c:v>
                </c:pt>
                <c:pt idx="25922">
                  <c:v>0.82096996325956662</c:v>
                </c:pt>
                <c:pt idx="25923">
                  <c:v>0.82123049148357874</c:v>
                </c:pt>
                <c:pt idx="25924">
                  <c:v>0.82195178910092481</c:v>
                </c:pt>
                <c:pt idx="25925">
                  <c:v>0.82272719213683498</c:v>
                </c:pt>
                <c:pt idx="25926">
                  <c:v>0.82300132197429976</c:v>
                </c:pt>
                <c:pt idx="25927">
                  <c:v>0.82355059969534827</c:v>
                </c:pt>
                <c:pt idx="25928">
                  <c:v>0.82391376301443431</c:v>
                </c:pt>
                <c:pt idx="25929">
                  <c:v>0.82426810861851785</c:v>
                </c:pt>
                <c:pt idx="25930">
                  <c:v>0.82432723117817419</c:v>
                </c:pt>
                <c:pt idx="25931">
                  <c:v>0.82449958261999423</c:v>
                </c:pt>
                <c:pt idx="25932">
                  <c:v>0.82495177714964429</c:v>
                </c:pt>
                <c:pt idx="25933">
                  <c:v>0.8250806920306657</c:v>
                </c:pt>
                <c:pt idx="25934">
                  <c:v>0.82577437478696358</c:v>
                </c:pt>
                <c:pt idx="25935">
                  <c:v>0.82677884144637726</c:v>
                </c:pt>
                <c:pt idx="25936">
                  <c:v>0.82708982691532551</c:v>
                </c:pt>
                <c:pt idx="25937">
                  <c:v>0.8276451740738584</c:v>
                </c:pt>
                <c:pt idx="25938">
                  <c:v>0.82775438322871087</c:v>
                </c:pt>
                <c:pt idx="25939">
                  <c:v>0.82847991234751839</c:v>
                </c:pt>
                <c:pt idx="25940">
                  <c:v>0.82853233359878142</c:v>
                </c:pt>
                <c:pt idx="25941">
                  <c:v>0.82868762833653842</c:v>
                </c:pt>
                <c:pt idx="25942">
                  <c:v>0.82911349030310777</c:v>
                </c:pt>
                <c:pt idx="25943">
                  <c:v>0.83003939024930773</c:v>
                </c:pt>
                <c:pt idx="25944">
                  <c:v>0.83011992721898709</c:v>
                </c:pt>
                <c:pt idx="25945">
                  <c:v>0.83017632654503415</c:v>
                </c:pt>
                <c:pt idx="25946">
                  <c:v>0.83121962047018372</c:v>
                </c:pt>
                <c:pt idx="25947">
                  <c:v>0.83142823775670627</c:v>
                </c:pt>
                <c:pt idx="25948">
                  <c:v>0.83143691388284935</c:v>
                </c:pt>
                <c:pt idx="25949">
                  <c:v>0.83246943729485434</c:v>
                </c:pt>
                <c:pt idx="25950">
                  <c:v>0.83285678180837774</c:v>
                </c:pt>
                <c:pt idx="25951">
                  <c:v>0.83291776304581711</c:v>
                </c:pt>
                <c:pt idx="25952">
                  <c:v>0.83336309626070537</c:v>
                </c:pt>
                <c:pt idx="25953">
                  <c:v>0.83336424841338719</c:v>
                </c:pt>
                <c:pt idx="25954">
                  <c:v>0.83383161037278131</c:v>
                </c:pt>
                <c:pt idx="25955">
                  <c:v>0.83420275452636838</c:v>
                </c:pt>
                <c:pt idx="25956">
                  <c:v>0.83424070314242849</c:v>
                </c:pt>
                <c:pt idx="25957">
                  <c:v>0.83454597010530263</c:v>
                </c:pt>
                <c:pt idx="25958">
                  <c:v>0.83477794645489856</c:v>
                </c:pt>
                <c:pt idx="25959">
                  <c:v>0.8351530868894439</c:v>
                </c:pt>
                <c:pt idx="25960">
                  <c:v>0.83619537787354548</c:v>
                </c:pt>
                <c:pt idx="25961">
                  <c:v>0.83620882801000296</c:v>
                </c:pt>
                <c:pt idx="25962">
                  <c:v>0.83635093489453138</c:v>
                </c:pt>
                <c:pt idx="25963">
                  <c:v>0.83698313698780535</c:v>
                </c:pt>
                <c:pt idx="25964">
                  <c:v>0.83708651233076969</c:v>
                </c:pt>
                <c:pt idx="25965">
                  <c:v>0.83768801167722207</c:v>
                </c:pt>
                <c:pt idx="25966">
                  <c:v>0.83801781386939289</c:v>
                </c:pt>
                <c:pt idx="25967">
                  <c:v>0.8391323172675591</c:v>
                </c:pt>
                <c:pt idx="25968">
                  <c:v>0.8397758484280814</c:v>
                </c:pt>
                <c:pt idx="25969">
                  <c:v>0.83992147761276259</c:v>
                </c:pt>
                <c:pt idx="25970">
                  <c:v>0.84004375051878177</c:v>
                </c:pt>
                <c:pt idx="25971">
                  <c:v>0.84012571598962016</c:v>
                </c:pt>
                <c:pt idx="25972">
                  <c:v>0.84081949533837663</c:v>
                </c:pt>
                <c:pt idx="25973">
                  <c:v>0.8411219805872644</c:v>
                </c:pt>
                <c:pt idx="25974">
                  <c:v>0.8415469347395802</c:v>
                </c:pt>
                <c:pt idx="25975">
                  <c:v>0.84174233003701115</c:v>
                </c:pt>
                <c:pt idx="25976">
                  <c:v>0.84193481911230517</c:v>
                </c:pt>
                <c:pt idx="25977">
                  <c:v>0.84221763077133438</c:v>
                </c:pt>
                <c:pt idx="25978">
                  <c:v>0.84233535473696708</c:v>
                </c:pt>
                <c:pt idx="25979">
                  <c:v>0.84265009563883897</c:v>
                </c:pt>
                <c:pt idx="25980">
                  <c:v>0.84292416072642928</c:v>
                </c:pt>
                <c:pt idx="25981">
                  <c:v>0.84310112238101564</c:v>
                </c:pt>
                <c:pt idx="25982">
                  <c:v>0.84313676839317575</c:v>
                </c:pt>
                <c:pt idx="25983">
                  <c:v>0.84332789891740456</c:v>
                </c:pt>
                <c:pt idx="25984">
                  <c:v>0.84370192517046527</c:v>
                </c:pt>
                <c:pt idx="25985">
                  <c:v>0.84390805337119668</c:v>
                </c:pt>
                <c:pt idx="25986">
                  <c:v>0.84418042207974464</c:v>
                </c:pt>
                <c:pt idx="25987">
                  <c:v>0.8448145414232886</c:v>
                </c:pt>
                <c:pt idx="25988">
                  <c:v>0.84487402944153711</c:v>
                </c:pt>
                <c:pt idx="25989">
                  <c:v>0.84578377984713726</c:v>
                </c:pt>
                <c:pt idx="25990">
                  <c:v>0.8459160155414891</c:v>
                </c:pt>
                <c:pt idx="25991">
                  <c:v>0.84597340458706194</c:v>
                </c:pt>
                <c:pt idx="25992">
                  <c:v>0.84599748742527636</c:v>
                </c:pt>
                <c:pt idx="25993">
                  <c:v>0.8460530899272245</c:v>
                </c:pt>
                <c:pt idx="25994">
                  <c:v>0.84612303266839539</c:v>
                </c:pt>
                <c:pt idx="25995">
                  <c:v>0.84633504997571929</c:v>
                </c:pt>
                <c:pt idx="25996">
                  <c:v>0.84639340904881677</c:v>
                </c:pt>
                <c:pt idx="25997">
                  <c:v>0.8463991950150922</c:v>
                </c:pt>
                <c:pt idx="25998">
                  <c:v>0.84644146294704281</c:v>
                </c:pt>
                <c:pt idx="25999">
                  <c:v>0.84691043697439794</c:v>
                </c:pt>
                <c:pt idx="26000">
                  <c:v>0.84772184664054895</c:v>
                </c:pt>
                <c:pt idx="26001">
                  <c:v>0.84801704323582061</c:v>
                </c:pt>
                <c:pt idx="26002">
                  <c:v>0.848124579875705</c:v>
                </c:pt>
                <c:pt idx="26003">
                  <c:v>0.84832459245189051</c:v>
                </c:pt>
                <c:pt idx="26004">
                  <c:v>0.8483724903529154</c:v>
                </c:pt>
                <c:pt idx="26005">
                  <c:v>0.84847799234663968</c:v>
                </c:pt>
                <c:pt idx="26006">
                  <c:v>0.84929946335122009</c:v>
                </c:pt>
                <c:pt idx="26007">
                  <c:v>0.84999285449564277</c:v>
                </c:pt>
                <c:pt idx="26008">
                  <c:v>0.85002329512291708</c:v>
                </c:pt>
                <c:pt idx="26009">
                  <c:v>0.85017671601642486</c:v>
                </c:pt>
                <c:pt idx="26010">
                  <c:v>0.85025100603162374</c:v>
                </c:pt>
                <c:pt idx="26011">
                  <c:v>0.85093439615800825</c:v>
                </c:pt>
                <c:pt idx="26012">
                  <c:v>0.85225661402606001</c:v>
                </c:pt>
                <c:pt idx="26013">
                  <c:v>0.85302422443602188</c:v>
                </c:pt>
                <c:pt idx="26014">
                  <c:v>0.85302454496827107</c:v>
                </c:pt>
                <c:pt idx="26015">
                  <c:v>0.85336467911345348</c:v>
                </c:pt>
                <c:pt idx="26016">
                  <c:v>0.85425452557417436</c:v>
                </c:pt>
                <c:pt idx="26017">
                  <c:v>0.85501974652015067</c:v>
                </c:pt>
                <c:pt idx="26018">
                  <c:v>0.85561931926386048</c:v>
                </c:pt>
                <c:pt idx="26019">
                  <c:v>0.85601638787565781</c:v>
                </c:pt>
                <c:pt idx="26020">
                  <c:v>0.85625121042545227</c:v>
                </c:pt>
                <c:pt idx="26021">
                  <c:v>0.85626919132397561</c:v>
                </c:pt>
                <c:pt idx="26022">
                  <c:v>0.85633078433631538</c:v>
                </c:pt>
                <c:pt idx="26023">
                  <c:v>0.85673752433549766</c:v>
                </c:pt>
                <c:pt idx="26024">
                  <c:v>0.85785981451436677</c:v>
                </c:pt>
                <c:pt idx="26025">
                  <c:v>0.85799091643742786</c:v>
                </c:pt>
                <c:pt idx="26026">
                  <c:v>0.85831296147809122</c:v>
                </c:pt>
                <c:pt idx="26027">
                  <c:v>0.85872235147650966</c:v>
                </c:pt>
                <c:pt idx="26028">
                  <c:v>0.85882144700781704</c:v>
                </c:pt>
                <c:pt idx="26029">
                  <c:v>0.85933298824331728</c:v>
                </c:pt>
                <c:pt idx="26030">
                  <c:v>0.85948343171064434</c:v>
                </c:pt>
                <c:pt idx="26031">
                  <c:v>0.85968255271865934</c:v>
                </c:pt>
                <c:pt idx="26032">
                  <c:v>0.85993443373579015</c:v>
                </c:pt>
                <c:pt idx="26033">
                  <c:v>0.86005809014775114</c:v>
                </c:pt>
                <c:pt idx="26034">
                  <c:v>0.86023798824696873</c:v>
                </c:pt>
                <c:pt idx="26035">
                  <c:v>0.86032318809242447</c:v>
                </c:pt>
                <c:pt idx="26036">
                  <c:v>0.86046358365498232</c:v>
                </c:pt>
                <c:pt idx="26037">
                  <c:v>0.86060288120982553</c:v>
                </c:pt>
                <c:pt idx="26038">
                  <c:v>0.86230712899588613</c:v>
                </c:pt>
                <c:pt idx="26039">
                  <c:v>0.86234425074353616</c:v>
                </c:pt>
                <c:pt idx="26040">
                  <c:v>0.8624100526313252</c:v>
                </c:pt>
                <c:pt idx="26041">
                  <c:v>0.86241606331909337</c:v>
                </c:pt>
                <c:pt idx="26042">
                  <c:v>0.86283676535214415</c:v>
                </c:pt>
                <c:pt idx="26043">
                  <c:v>0.86365876291569721</c:v>
                </c:pt>
                <c:pt idx="26044">
                  <c:v>0.86376117995081181</c:v>
                </c:pt>
                <c:pt idx="26045">
                  <c:v>0.86425866807194029</c:v>
                </c:pt>
                <c:pt idx="26046">
                  <c:v>0.86439515637072839</c:v>
                </c:pt>
                <c:pt idx="26047">
                  <c:v>0.86496770481199614</c:v>
                </c:pt>
                <c:pt idx="26048">
                  <c:v>0.8676247507486915</c:v>
                </c:pt>
                <c:pt idx="26049">
                  <c:v>0.86791240208403553</c:v>
                </c:pt>
                <c:pt idx="26050">
                  <c:v>0.86874855996686207</c:v>
                </c:pt>
                <c:pt idx="26051">
                  <c:v>0.86887072447801417</c:v>
                </c:pt>
                <c:pt idx="26052">
                  <c:v>0.87000346951296659</c:v>
                </c:pt>
                <c:pt idx="26053">
                  <c:v>0.87018646881311257</c:v>
                </c:pt>
                <c:pt idx="26054">
                  <c:v>0.87087809579788633</c:v>
                </c:pt>
                <c:pt idx="26055">
                  <c:v>0.87133531100304307</c:v>
                </c:pt>
                <c:pt idx="26056">
                  <c:v>0.87176057477248337</c:v>
                </c:pt>
                <c:pt idx="26057">
                  <c:v>0.87249686058573683</c:v>
                </c:pt>
                <c:pt idx="26058">
                  <c:v>0.87252747326944669</c:v>
                </c:pt>
                <c:pt idx="26059">
                  <c:v>0.87341895498237121</c:v>
                </c:pt>
                <c:pt idx="26060">
                  <c:v>0.87348333991805949</c:v>
                </c:pt>
                <c:pt idx="26061">
                  <c:v>0.87349459015833331</c:v>
                </c:pt>
                <c:pt idx="26062">
                  <c:v>0.87363874095558802</c:v>
                </c:pt>
                <c:pt idx="26063">
                  <c:v>0.87448337726850889</c:v>
                </c:pt>
                <c:pt idx="26064">
                  <c:v>0.87460910589430929</c:v>
                </c:pt>
                <c:pt idx="26065">
                  <c:v>0.87538066616909904</c:v>
                </c:pt>
                <c:pt idx="26066">
                  <c:v>0.87567605866624154</c:v>
                </c:pt>
                <c:pt idx="26067">
                  <c:v>0.87713732096113828</c:v>
                </c:pt>
                <c:pt idx="26068">
                  <c:v>0.87723761185972859</c:v>
                </c:pt>
                <c:pt idx="26069">
                  <c:v>0.87913046359430047</c:v>
                </c:pt>
                <c:pt idx="26070">
                  <c:v>0.87957457262848815</c:v>
                </c:pt>
                <c:pt idx="26071">
                  <c:v>0.8796409264905235</c:v>
                </c:pt>
                <c:pt idx="26072">
                  <c:v>0.88007660180054859</c:v>
                </c:pt>
                <c:pt idx="26073">
                  <c:v>0.88014632060731257</c:v>
                </c:pt>
                <c:pt idx="26074">
                  <c:v>0.88030509335921492</c:v>
                </c:pt>
                <c:pt idx="26075">
                  <c:v>0.88057654919208206</c:v>
                </c:pt>
                <c:pt idx="26076">
                  <c:v>0.88107642109423701</c:v>
                </c:pt>
                <c:pt idx="26077">
                  <c:v>0.8811079607046296</c:v>
                </c:pt>
                <c:pt idx="26078">
                  <c:v>0.88294373935851311</c:v>
                </c:pt>
                <c:pt idx="26079">
                  <c:v>0.88331111486111535</c:v>
                </c:pt>
                <c:pt idx="26080">
                  <c:v>0.88378425881139744</c:v>
                </c:pt>
                <c:pt idx="26081">
                  <c:v>0.88388581463750682</c:v>
                </c:pt>
                <c:pt idx="26082">
                  <c:v>0.88481663471953376</c:v>
                </c:pt>
                <c:pt idx="26083">
                  <c:v>0.88602803157858401</c:v>
                </c:pt>
                <c:pt idx="26084">
                  <c:v>0.88638298609190935</c:v>
                </c:pt>
                <c:pt idx="26085">
                  <c:v>0.88678777747955229</c:v>
                </c:pt>
                <c:pt idx="26086">
                  <c:v>0.88734296446536653</c:v>
                </c:pt>
                <c:pt idx="26087">
                  <c:v>0.88848081181563032</c:v>
                </c:pt>
                <c:pt idx="26088">
                  <c:v>0.88849053111430654</c:v>
                </c:pt>
                <c:pt idx="26089">
                  <c:v>0.88917711643847686</c:v>
                </c:pt>
                <c:pt idx="26090">
                  <c:v>0.88986342529872642</c:v>
                </c:pt>
                <c:pt idx="26091">
                  <c:v>0.89014546620233648</c:v>
                </c:pt>
                <c:pt idx="26092">
                  <c:v>0.89027251829296405</c:v>
                </c:pt>
                <c:pt idx="26093">
                  <c:v>0.89032515131461143</c:v>
                </c:pt>
                <c:pt idx="26094">
                  <c:v>0.89160678649911096</c:v>
                </c:pt>
                <c:pt idx="26095">
                  <c:v>0.8917956767786791</c:v>
                </c:pt>
                <c:pt idx="26096">
                  <c:v>0.8933007843251809</c:v>
                </c:pt>
                <c:pt idx="26097">
                  <c:v>0.89427490257022924</c:v>
                </c:pt>
                <c:pt idx="26098">
                  <c:v>0.89470695092652608</c:v>
                </c:pt>
                <c:pt idx="26099">
                  <c:v>0.89520410801113104</c:v>
                </c:pt>
                <c:pt idx="26100">
                  <c:v>0.89538312129695008</c:v>
                </c:pt>
                <c:pt idx="26101">
                  <c:v>0.89707972514506751</c:v>
                </c:pt>
                <c:pt idx="26102">
                  <c:v>0.89722375348989925</c:v>
                </c:pt>
                <c:pt idx="26103">
                  <c:v>0.89776449947022541</c:v>
                </c:pt>
                <c:pt idx="26104">
                  <c:v>0.89897744804093649</c:v>
                </c:pt>
                <c:pt idx="26105">
                  <c:v>0.89916383284218493</c:v>
                </c:pt>
                <c:pt idx="26106">
                  <c:v>0.89927307791423394</c:v>
                </c:pt>
                <c:pt idx="26107">
                  <c:v>0.89933320985707044</c:v>
                </c:pt>
                <c:pt idx="26108">
                  <c:v>0.90073172584072825</c:v>
                </c:pt>
                <c:pt idx="26109">
                  <c:v>0.90171086107058551</c:v>
                </c:pt>
                <c:pt idx="26110">
                  <c:v>0.90182434782550847</c:v>
                </c:pt>
                <c:pt idx="26111">
                  <c:v>0.90296143950182717</c:v>
                </c:pt>
                <c:pt idx="26112">
                  <c:v>0.90310175183480101</c:v>
                </c:pt>
                <c:pt idx="26113">
                  <c:v>0.9042440102078152</c:v>
                </c:pt>
                <c:pt idx="26114">
                  <c:v>0.90501556017470575</c:v>
                </c:pt>
                <c:pt idx="26115">
                  <c:v>0.90720212710175718</c:v>
                </c:pt>
                <c:pt idx="26116">
                  <c:v>0.90723058447614502</c:v>
                </c:pt>
                <c:pt idx="26117">
                  <c:v>0.90852195476298414</c:v>
                </c:pt>
                <c:pt idx="26118">
                  <c:v>0.90884419450515963</c:v>
                </c:pt>
                <c:pt idx="26119">
                  <c:v>0.90917901182516248</c:v>
                </c:pt>
                <c:pt idx="26120">
                  <c:v>0.90937541186302917</c:v>
                </c:pt>
                <c:pt idx="26121">
                  <c:v>0.91025044580789827</c:v>
                </c:pt>
                <c:pt idx="26122">
                  <c:v>0.9109274151909772</c:v>
                </c:pt>
                <c:pt idx="26123">
                  <c:v>0.91133660719002485</c:v>
                </c:pt>
                <c:pt idx="26124">
                  <c:v>0.91247167435856236</c:v>
                </c:pt>
                <c:pt idx="26125">
                  <c:v>0.9126426849191841</c:v>
                </c:pt>
                <c:pt idx="26126">
                  <c:v>0.91284670507600096</c:v>
                </c:pt>
                <c:pt idx="26127">
                  <c:v>0.91321428563769169</c:v>
                </c:pt>
                <c:pt idx="26128">
                  <c:v>0.91406659024138004</c:v>
                </c:pt>
                <c:pt idx="26129">
                  <c:v>0.91498422735371299</c:v>
                </c:pt>
                <c:pt idx="26130">
                  <c:v>0.91508063455094946</c:v>
                </c:pt>
                <c:pt idx="26131">
                  <c:v>0.91609923538036442</c:v>
                </c:pt>
                <c:pt idx="26132">
                  <c:v>0.91614616557692907</c:v>
                </c:pt>
                <c:pt idx="26133">
                  <c:v>0.91664864795256462</c:v>
                </c:pt>
                <c:pt idx="26134">
                  <c:v>0.9170073102562537</c:v>
                </c:pt>
                <c:pt idx="26135">
                  <c:v>0.91727387562538043</c:v>
                </c:pt>
                <c:pt idx="26136">
                  <c:v>0.91893996042459947</c:v>
                </c:pt>
                <c:pt idx="26137">
                  <c:v>0.92074793843160285</c:v>
                </c:pt>
                <c:pt idx="26138">
                  <c:v>0.92208071754619614</c:v>
                </c:pt>
                <c:pt idx="26139">
                  <c:v>0.92267048379628502</c:v>
                </c:pt>
                <c:pt idx="26140">
                  <c:v>0.92334962402017351</c:v>
                </c:pt>
                <c:pt idx="26141">
                  <c:v>0.92342159311414262</c:v>
                </c:pt>
                <c:pt idx="26142">
                  <c:v>0.92352637245295344</c:v>
                </c:pt>
                <c:pt idx="26143">
                  <c:v>0.9258069890739411</c:v>
                </c:pt>
                <c:pt idx="26144">
                  <c:v>0.92696432826647834</c:v>
                </c:pt>
                <c:pt idx="26145">
                  <c:v>0.92733364212821956</c:v>
                </c:pt>
                <c:pt idx="26146">
                  <c:v>0.928180794076922</c:v>
                </c:pt>
                <c:pt idx="26147">
                  <c:v>0.9282783182349571</c:v>
                </c:pt>
                <c:pt idx="26148">
                  <c:v>0.92871290023316611</c:v>
                </c:pt>
                <c:pt idx="26149">
                  <c:v>0.92901909254440196</c:v>
                </c:pt>
                <c:pt idx="26150">
                  <c:v>0.93011171251787716</c:v>
                </c:pt>
                <c:pt idx="26151">
                  <c:v>0.93121541546239972</c:v>
                </c:pt>
                <c:pt idx="26152">
                  <c:v>0.93223468385896802</c:v>
                </c:pt>
                <c:pt idx="26153">
                  <c:v>0.93261488799829884</c:v>
                </c:pt>
                <c:pt idx="26154">
                  <c:v>0.93268427485805694</c:v>
                </c:pt>
                <c:pt idx="26155">
                  <c:v>0.9336127346137143</c:v>
                </c:pt>
                <c:pt idx="26156">
                  <c:v>0.93381291880257511</c:v>
                </c:pt>
                <c:pt idx="26157">
                  <c:v>0.93507359995641681</c:v>
                </c:pt>
                <c:pt idx="26158">
                  <c:v>0.9358179481405503</c:v>
                </c:pt>
                <c:pt idx="26159">
                  <c:v>0.93611364859463919</c:v>
                </c:pt>
                <c:pt idx="26160">
                  <c:v>0.93656278503886992</c:v>
                </c:pt>
                <c:pt idx="26161">
                  <c:v>0.93683579000778028</c:v>
                </c:pt>
                <c:pt idx="26162">
                  <c:v>0.93836129380781919</c:v>
                </c:pt>
                <c:pt idx="26163">
                  <c:v>0.93891099899520047</c:v>
                </c:pt>
                <c:pt idx="26164">
                  <c:v>0.93891798399204285</c:v>
                </c:pt>
                <c:pt idx="26165">
                  <c:v>0.93903619125520954</c:v>
                </c:pt>
                <c:pt idx="26166">
                  <c:v>0.93915424262802305</c:v>
                </c:pt>
                <c:pt idx="26167">
                  <c:v>0.93987932327665946</c:v>
                </c:pt>
                <c:pt idx="26168">
                  <c:v>0.93991212094479903</c:v>
                </c:pt>
                <c:pt idx="26169">
                  <c:v>0.94154108236912692</c:v>
                </c:pt>
                <c:pt idx="26170">
                  <c:v>0.9420822280874277</c:v>
                </c:pt>
                <c:pt idx="26171">
                  <c:v>0.94236660439022668</c:v>
                </c:pt>
                <c:pt idx="26172">
                  <c:v>0.94262638882731897</c:v>
                </c:pt>
                <c:pt idx="26173">
                  <c:v>0.9430147051968274</c:v>
                </c:pt>
                <c:pt idx="26174">
                  <c:v>0.94394077843177615</c:v>
                </c:pt>
                <c:pt idx="26175">
                  <c:v>0.94412311536573867</c:v>
                </c:pt>
                <c:pt idx="26176">
                  <c:v>0.94481037233725573</c:v>
                </c:pt>
                <c:pt idx="26177">
                  <c:v>0.94551625967915931</c:v>
                </c:pt>
                <c:pt idx="26178">
                  <c:v>0.94623601044533523</c:v>
                </c:pt>
                <c:pt idx="26179">
                  <c:v>0.9462782128269831</c:v>
                </c:pt>
                <c:pt idx="26180">
                  <c:v>0.94632553553123966</c:v>
                </c:pt>
                <c:pt idx="26181">
                  <c:v>0.94647526360360379</c:v>
                </c:pt>
                <c:pt idx="26182">
                  <c:v>0.94739595228062412</c:v>
                </c:pt>
                <c:pt idx="26183">
                  <c:v>0.94788137301716835</c:v>
                </c:pt>
                <c:pt idx="26184">
                  <c:v>0.94856775435738039</c:v>
                </c:pt>
                <c:pt idx="26185">
                  <c:v>0.95058430099722002</c:v>
                </c:pt>
                <c:pt idx="26186">
                  <c:v>0.9510022205003118</c:v>
                </c:pt>
                <c:pt idx="26187">
                  <c:v>0.95107574911112935</c:v>
                </c:pt>
                <c:pt idx="26188">
                  <c:v>0.95253424079354865</c:v>
                </c:pt>
                <c:pt idx="26189">
                  <c:v>0.95255657826922524</c:v>
                </c:pt>
                <c:pt idx="26190">
                  <c:v>0.95281687388929925</c:v>
                </c:pt>
                <c:pt idx="26191">
                  <c:v>0.95372643975563931</c:v>
                </c:pt>
                <c:pt idx="26192">
                  <c:v>0.95523033641234034</c:v>
                </c:pt>
                <c:pt idx="26193">
                  <c:v>0.95550383311680798</c:v>
                </c:pt>
                <c:pt idx="26194">
                  <c:v>0.95672957233642175</c:v>
                </c:pt>
                <c:pt idx="26195">
                  <c:v>0.95705966670337728</c:v>
                </c:pt>
                <c:pt idx="26196">
                  <c:v>0.95841819335385459</c:v>
                </c:pt>
                <c:pt idx="26197">
                  <c:v>0.95889876773534954</c:v>
                </c:pt>
                <c:pt idx="26198">
                  <c:v>0.95937917870104961</c:v>
                </c:pt>
                <c:pt idx="26199">
                  <c:v>0.95961336004684961</c:v>
                </c:pt>
                <c:pt idx="26200">
                  <c:v>0.96026303722637696</c:v>
                </c:pt>
                <c:pt idx="26201">
                  <c:v>0.96037845085845042</c:v>
                </c:pt>
                <c:pt idx="26202">
                  <c:v>0.96166646248848864</c:v>
                </c:pt>
                <c:pt idx="26203">
                  <c:v>0.96183546859254776</c:v>
                </c:pt>
                <c:pt idx="26204">
                  <c:v>0.9624426026367735</c:v>
                </c:pt>
                <c:pt idx="26205">
                  <c:v>0.96259488697057538</c:v>
                </c:pt>
                <c:pt idx="26206">
                  <c:v>0.96475999160405779</c:v>
                </c:pt>
                <c:pt idx="26207">
                  <c:v>0.9655638742859699</c:v>
                </c:pt>
                <c:pt idx="26208">
                  <c:v>0.96810396699371992</c:v>
                </c:pt>
                <c:pt idx="26209">
                  <c:v>0.96935638139044333</c:v>
                </c:pt>
                <c:pt idx="26210">
                  <c:v>0.96977319861038058</c:v>
                </c:pt>
                <c:pt idx="26211">
                  <c:v>0.96990325758168849</c:v>
                </c:pt>
                <c:pt idx="26212">
                  <c:v>0.97138886083182541</c:v>
                </c:pt>
                <c:pt idx="26213">
                  <c:v>0.97188152120076243</c:v>
                </c:pt>
                <c:pt idx="26214">
                  <c:v>0.97255124883685429</c:v>
                </c:pt>
                <c:pt idx="26215">
                  <c:v>0.97273127572640639</c:v>
                </c:pt>
                <c:pt idx="26216">
                  <c:v>0.97291493649177119</c:v>
                </c:pt>
                <c:pt idx="26217">
                  <c:v>0.97324178388684623</c:v>
                </c:pt>
                <c:pt idx="26218">
                  <c:v>0.97398210507838623</c:v>
                </c:pt>
                <c:pt idx="26219">
                  <c:v>0.97415387108168272</c:v>
                </c:pt>
                <c:pt idx="26220">
                  <c:v>0.9757826544506838</c:v>
                </c:pt>
                <c:pt idx="26221">
                  <c:v>0.97747807173965828</c:v>
                </c:pt>
                <c:pt idx="26222">
                  <c:v>0.97789609183081383</c:v>
                </c:pt>
                <c:pt idx="26223">
                  <c:v>0.97811271899587438</c:v>
                </c:pt>
                <c:pt idx="26224">
                  <c:v>0.97811338546489279</c:v>
                </c:pt>
                <c:pt idx="26225">
                  <c:v>0.98029513731075468</c:v>
                </c:pt>
                <c:pt idx="26226">
                  <c:v>0.98277190070541842</c:v>
                </c:pt>
                <c:pt idx="26227">
                  <c:v>0.98473300779892281</c:v>
                </c:pt>
                <c:pt idx="26228">
                  <c:v>0.98558086987632376</c:v>
                </c:pt>
                <c:pt idx="26229">
                  <c:v>0.98600091373364929</c:v>
                </c:pt>
                <c:pt idx="26230">
                  <c:v>0.98653387385129476</c:v>
                </c:pt>
                <c:pt idx="26231">
                  <c:v>0.98818616988440089</c:v>
                </c:pt>
                <c:pt idx="26232">
                  <c:v>0.98828271252705857</c:v>
                </c:pt>
                <c:pt idx="26233">
                  <c:v>0.98909265570267935</c:v>
                </c:pt>
                <c:pt idx="26234">
                  <c:v>0.98938611877172755</c:v>
                </c:pt>
                <c:pt idx="26235">
                  <c:v>0.99052867673087763</c:v>
                </c:pt>
                <c:pt idx="26236">
                  <c:v>0.99146888268636324</c:v>
                </c:pt>
                <c:pt idx="26237">
                  <c:v>0.9923915527330367</c:v>
                </c:pt>
                <c:pt idx="26238">
                  <c:v>0.99368285006572477</c:v>
                </c:pt>
                <c:pt idx="26239">
                  <c:v>0.99403133808564137</c:v>
                </c:pt>
                <c:pt idx="26240">
                  <c:v>0.99431992671750624</c:v>
                </c:pt>
                <c:pt idx="26241">
                  <c:v>0.99444449519987443</c:v>
                </c:pt>
                <c:pt idx="26242">
                  <c:v>0.99448096199155023</c:v>
                </c:pt>
                <c:pt idx="26243">
                  <c:v>0.99453840330109133</c:v>
                </c:pt>
                <c:pt idx="26244">
                  <c:v>0.9948140110020286</c:v>
                </c:pt>
                <c:pt idx="26245">
                  <c:v>0.9962212166401756</c:v>
                </c:pt>
                <c:pt idx="26246">
                  <c:v>0.99638573682286902</c:v>
                </c:pt>
                <c:pt idx="26247">
                  <c:v>0.99663088083823015</c:v>
                </c:pt>
                <c:pt idx="26248">
                  <c:v>0.99733999656487149</c:v>
                </c:pt>
                <c:pt idx="26249">
                  <c:v>0.99790317842410758</c:v>
                </c:pt>
                <c:pt idx="26250">
                  <c:v>0.9984319069952502</c:v>
                </c:pt>
                <c:pt idx="26251">
                  <c:v>0.99881415221653613</c:v>
                </c:pt>
                <c:pt idx="26252">
                  <c:v>0.99947081646291691</c:v>
                </c:pt>
                <c:pt idx="26253">
                  <c:v>1.0005234977239599</c:v>
                </c:pt>
                <c:pt idx="26254">
                  <c:v>1.002052416180252</c:v>
                </c:pt>
                <c:pt idx="26255">
                  <c:v>1.0022145489665768</c:v>
                </c:pt>
                <c:pt idx="26256">
                  <c:v>1.0025322281715039</c:v>
                </c:pt>
                <c:pt idx="26257">
                  <c:v>1.0027573657713642</c:v>
                </c:pt>
                <c:pt idx="26258">
                  <c:v>1.0031272750018119</c:v>
                </c:pt>
                <c:pt idx="26259">
                  <c:v>1.0035555636287599</c:v>
                </c:pt>
                <c:pt idx="26260">
                  <c:v>1.0042128955469203</c:v>
                </c:pt>
                <c:pt idx="26261">
                  <c:v>1.0052813784174852</c:v>
                </c:pt>
                <c:pt idx="26262">
                  <c:v>1.0053798567537409</c:v>
                </c:pt>
                <c:pt idx="26263">
                  <c:v>1.0066878716591223</c:v>
                </c:pt>
                <c:pt idx="26264">
                  <c:v>1.0069135745302586</c:v>
                </c:pt>
                <c:pt idx="26265">
                  <c:v>1.0075375127208408</c:v>
                </c:pt>
                <c:pt idx="26266">
                  <c:v>1.0076913379005168</c:v>
                </c:pt>
                <c:pt idx="26267">
                  <c:v>1.0077268635943792</c:v>
                </c:pt>
                <c:pt idx="26268">
                  <c:v>1.0086987502476592</c:v>
                </c:pt>
                <c:pt idx="26269">
                  <c:v>1.0090559998902298</c:v>
                </c:pt>
                <c:pt idx="26270">
                  <c:v>1.0101798128410715</c:v>
                </c:pt>
                <c:pt idx="26271">
                  <c:v>1.0117170872686712</c:v>
                </c:pt>
                <c:pt idx="26272">
                  <c:v>1.0123819539671801</c:v>
                </c:pt>
                <c:pt idx="26273">
                  <c:v>1.0125672738912845</c:v>
                </c:pt>
                <c:pt idx="26274">
                  <c:v>1.0126186152881413</c:v>
                </c:pt>
                <c:pt idx="26275">
                  <c:v>1.0135332413663156</c:v>
                </c:pt>
                <c:pt idx="26276">
                  <c:v>1.0151273808095862</c:v>
                </c:pt>
                <c:pt idx="26277">
                  <c:v>1.015298467489733</c:v>
                </c:pt>
                <c:pt idx="26278">
                  <c:v>1.0157043569747692</c:v>
                </c:pt>
                <c:pt idx="26279">
                  <c:v>1.0157813675275496</c:v>
                </c:pt>
                <c:pt idx="26280">
                  <c:v>1.0184509978425385</c:v>
                </c:pt>
                <c:pt idx="26281">
                  <c:v>1.0188270950221989</c:v>
                </c:pt>
                <c:pt idx="26282">
                  <c:v>1.0194169459162286</c:v>
                </c:pt>
                <c:pt idx="26283">
                  <c:v>1.0199880204269016</c:v>
                </c:pt>
                <c:pt idx="26284">
                  <c:v>1.0237044007000917</c:v>
                </c:pt>
                <c:pt idx="26285">
                  <c:v>1.0240860694761553</c:v>
                </c:pt>
                <c:pt idx="26286">
                  <c:v>1.0247092137526825</c:v>
                </c:pt>
                <c:pt idx="26287">
                  <c:v>1.0249398548996767</c:v>
                </c:pt>
                <c:pt idx="26288">
                  <c:v>1.0265254349550483</c:v>
                </c:pt>
                <c:pt idx="26289">
                  <c:v>1.026592225881952</c:v>
                </c:pt>
                <c:pt idx="26290">
                  <c:v>1.0269342160524324</c:v>
                </c:pt>
                <c:pt idx="26291">
                  <c:v>1.0278277301264891</c:v>
                </c:pt>
                <c:pt idx="26292">
                  <c:v>1.0293213554566023</c:v>
                </c:pt>
                <c:pt idx="26293">
                  <c:v>1.0299610398745398</c:v>
                </c:pt>
                <c:pt idx="26294">
                  <c:v>1.0310710014175908</c:v>
                </c:pt>
                <c:pt idx="26295">
                  <c:v>1.0314798186134773</c:v>
                </c:pt>
                <c:pt idx="26296">
                  <c:v>1.0320689752647512</c:v>
                </c:pt>
                <c:pt idx="26297">
                  <c:v>1.0325878697981106</c:v>
                </c:pt>
                <c:pt idx="26298">
                  <c:v>1.0336961620141112</c:v>
                </c:pt>
                <c:pt idx="26299">
                  <c:v>1.0337716543864168</c:v>
                </c:pt>
                <c:pt idx="26300">
                  <c:v>1.0338512968659996</c:v>
                </c:pt>
                <c:pt idx="26301">
                  <c:v>1.034390141873353</c:v>
                </c:pt>
                <c:pt idx="26302">
                  <c:v>1.035057767327348</c:v>
                </c:pt>
                <c:pt idx="26303">
                  <c:v>1.0353141708716935</c:v>
                </c:pt>
                <c:pt idx="26304">
                  <c:v>1.0353563188101487</c:v>
                </c:pt>
                <c:pt idx="26305">
                  <c:v>1.0369375980938795</c:v>
                </c:pt>
                <c:pt idx="26306">
                  <c:v>1.0377749456347123</c:v>
                </c:pt>
                <c:pt idx="26307">
                  <c:v>1.0392544523719605</c:v>
                </c:pt>
                <c:pt idx="26308">
                  <c:v>1.0398895741868674</c:v>
                </c:pt>
                <c:pt idx="26309">
                  <c:v>1.0406133650561384</c:v>
                </c:pt>
                <c:pt idx="26310">
                  <c:v>1.0412690104495503</c:v>
                </c:pt>
                <c:pt idx="26311">
                  <c:v>1.0413136736715396</c:v>
                </c:pt>
                <c:pt idx="26312">
                  <c:v>1.0416557514102935</c:v>
                </c:pt>
                <c:pt idx="26313">
                  <c:v>1.0417704274141861</c:v>
                </c:pt>
                <c:pt idx="26314">
                  <c:v>1.0419952774465353</c:v>
                </c:pt>
                <c:pt idx="26315">
                  <c:v>1.0431045200457514</c:v>
                </c:pt>
                <c:pt idx="26316">
                  <c:v>1.04335063078838</c:v>
                </c:pt>
                <c:pt idx="26317">
                  <c:v>1.0434164407579636</c:v>
                </c:pt>
                <c:pt idx="26318">
                  <c:v>1.0474220172061324</c:v>
                </c:pt>
                <c:pt idx="26319">
                  <c:v>1.0475063022785347</c:v>
                </c:pt>
                <c:pt idx="26320">
                  <c:v>1.0482312030866749</c:v>
                </c:pt>
                <c:pt idx="26321">
                  <c:v>1.0485791746976683</c:v>
                </c:pt>
                <c:pt idx="26322">
                  <c:v>1.0488415861594267</c:v>
                </c:pt>
                <c:pt idx="26323">
                  <c:v>1.0493963008346066</c:v>
                </c:pt>
                <c:pt idx="26324">
                  <c:v>1.0499819004603901</c:v>
                </c:pt>
                <c:pt idx="26325">
                  <c:v>1.0501972613616917</c:v>
                </c:pt>
                <c:pt idx="26326">
                  <c:v>1.0506141617430618</c:v>
                </c:pt>
                <c:pt idx="26327">
                  <c:v>1.0509436506112535</c:v>
                </c:pt>
                <c:pt idx="26328">
                  <c:v>1.0517187837800208</c:v>
                </c:pt>
                <c:pt idx="26329">
                  <c:v>1.0521712935831427</c:v>
                </c:pt>
                <c:pt idx="26330">
                  <c:v>1.05223273236309</c:v>
                </c:pt>
                <c:pt idx="26331">
                  <c:v>1.0524524791270831</c:v>
                </c:pt>
                <c:pt idx="26332">
                  <c:v>1.0529401252713733</c:v>
                </c:pt>
                <c:pt idx="26333">
                  <c:v>1.0534088454645738</c:v>
                </c:pt>
                <c:pt idx="26334">
                  <c:v>1.0541102701681235</c:v>
                </c:pt>
                <c:pt idx="26335">
                  <c:v>1.0554948327537967</c:v>
                </c:pt>
                <c:pt idx="26336">
                  <c:v>1.0570252806899014</c:v>
                </c:pt>
                <c:pt idx="26337">
                  <c:v>1.0573522550662378</c:v>
                </c:pt>
                <c:pt idx="26338">
                  <c:v>1.0575982030877353</c:v>
                </c:pt>
                <c:pt idx="26339">
                  <c:v>1.0592930943412848</c:v>
                </c:pt>
                <c:pt idx="26340">
                  <c:v>1.0601858057229065</c:v>
                </c:pt>
                <c:pt idx="26341">
                  <c:v>1.0608610283364721</c:v>
                </c:pt>
                <c:pt idx="26342">
                  <c:v>1.0617562515977144</c:v>
                </c:pt>
                <c:pt idx="26343">
                  <c:v>1.0643904855633224</c:v>
                </c:pt>
                <c:pt idx="26344">
                  <c:v>1.0648664302714559</c:v>
                </c:pt>
                <c:pt idx="26345">
                  <c:v>1.0650651421971344</c:v>
                </c:pt>
                <c:pt idx="26346">
                  <c:v>1.0661552732974477</c:v>
                </c:pt>
                <c:pt idx="26347">
                  <c:v>1.0672118503835546</c:v>
                </c:pt>
                <c:pt idx="26348">
                  <c:v>1.0676709710671446</c:v>
                </c:pt>
                <c:pt idx="26349">
                  <c:v>1.0680421965452058</c:v>
                </c:pt>
                <c:pt idx="26350">
                  <c:v>1.070469754372942</c:v>
                </c:pt>
                <c:pt idx="26351">
                  <c:v>1.0713746694785764</c:v>
                </c:pt>
                <c:pt idx="26352">
                  <c:v>1.0719671090374083</c:v>
                </c:pt>
                <c:pt idx="26353">
                  <c:v>1.0725716127890594</c:v>
                </c:pt>
                <c:pt idx="26354">
                  <c:v>1.073086362891998</c:v>
                </c:pt>
                <c:pt idx="26355">
                  <c:v>1.0733619116458439</c:v>
                </c:pt>
                <c:pt idx="26356">
                  <c:v>1.0741423260686989</c:v>
                </c:pt>
                <c:pt idx="26357">
                  <c:v>1.074287762036759</c:v>
                </c:pt>
                <c:pt idx="26358">
                  <c:v>1.0750059714627742</c:v>
                </c:pt>
                <c:pt idx="26359">
                  <c:v>1.0756608445903491</c:v>
                </c:pt>
                <c:pt idx="26360">
                  <c:v>1.0774649911094041</c:v>
                </c:pt>
                <c:pt idx="26361">
                  <c:v>1.0776155053426528</c:v>
                </c:pt>
                <c:pt idx="26362">
                  <c:v>1.0779468284654956</c:v>
                </c:pt>
                <c:pt idx="26363">
                  <c:v>1.0781413835154241</c:v>
                </c:pt>
                <c:pt idx="26364">
                  <c:v>1.078599023829818</c:v>
                </c:pt>
                <c:pt idx="26365">
                  <c:v>1.079077530007936</c:v>
                </c:pt>
                <c:pt idx="26366">
                  <c:v>1.0795166533367508</c:v>
                </c:pt>
                <c:pt idx="26367">
                  <c:v>1.07956889216083</c:v>
                </c:pt>
                <c:pt idx="26368">
                  <c:v>1.0797112192985194</c:v>
                </c:pt>
                <c:pt idx="26369">
                  <c:v>1.080066913915618</c:v>
                </c:pt>
                <c:pt idx="26370">
                  <c:v>1.0806604697787161</c:v>
                </c:pt>
                <c:pt idx="26371">
                  <c:v>1.080933912280676</c:v>
                </c:pt>
                <c:pt idx="26372">
                  <c:v>1.0811894344807245</c:v>
                </c:pt>
                <c:pt idx="26373">
                  <c:v>1.0829057965875126</c:v>
                </c:pt>
                <c:pt idx="26374">
                  <c:v>1.0843515834874209</c:v>
                </c:pt>
                <c:pt idx="26375">
                  <c:v>1.0862421010303343</c:v>
                </c:pt>
                <c:pt idx="26376">
                  <c:v>1.0868601464404699</c:v>
                </c:pt>
                <c:pt idx="26377">
                  <c:v>1.0875022589205543</c:v>
                </c:pt>
                <c:pt idx="26378">
                  <c:v>1.089627931232398</c:v>
                </c:pt>
                <c:pt idx="26379">
                  <c:v>1.0897324340039249</c:v>
                </c:pt>
                <c:pt idx="26380">
                  <c:v>1.0901355982032725</c:v>
                </c:pt>
                <c:pt idx="26381">
                  <c:v>1.0903462795392533</c:v>
                </c:pt>
                <c:pt idx="26382">
                  <c:v>1.0920393373351891</c:v>
                </c:pt>
                <c:pt idx="26383">
                  <c:v>1.0926455926640195</c:v>
                </c:pt>
                <c:pt idx="26384">
                  <c:v>1.0929016867150898</c:v>
                </c:pt>
                <c:pt idx="26385">
                  <c:v>1.0941919851715762</c:v>
                </c:pt>
                <c:pt idx="26386">
                  <c:v>1.0945955117083863</c:v>
                </c:pt>
                <c:pt idx="26387">
                  <c:v>1.0964555623868291</c:v>
                </c:pt>
                <c:pt idx="26388">
                  <c:v>1.0996961377896353</c:v>
                </c:pt>
                <c:pt idx="26389">
                  <c:v>1.1001164979146163</c:v>
                </c:pt>
                <c:pt idx="26390">
                  <c:v>1.1006405895146714</c:v>
                </c:pt>
                <c:pt idx="26391">
                  <c:v>1.1007658282594965</c:v>
                </c:pt>
                <c:pt idx="26392">
                  <c:v>1.1019865993530198</c:v>
                </c:pt>
                <c:pt idx="26393">
                  <c:v>1.1020529831936103</c:v>
                </c:pt>
                <c:pt idx="26394">
                  <c:v>1.1039859891355179</c:v>
                </c:pt>
                <c:pt idx="26395">
                  <c:v>1.1044053132052831</c:v>
                </c:pt>
                <c:pt idx="26396">
                  <c:v>1.1050601305724381</c:v>
                </c:pt>
                <c:pt idx="26397">
                  <c:v>1.1053914545201127</c:v>
                </c:pt>
                <c:pt idx="26398">
                  <c:v>1.1056029399741654</c:v>
                </c:pt>
                <c:pt idx="26399">
                  <c:v>1.1074829106528858</c:v>
                </c:pt>
                <c:pt idx="26400">
                  <c:v>1.1094560974505683</c:v>
                </c:pt>
                <c:pt idx="26401">
                  <c:v>1.1097783811295701</c:v>
                </c:pt>
                <c:pt idx="26402">
                  <c:v>1.1117264355064622</c:v>
                </c:pt>
                <c:pt idx="26403">
                  <c:v>1.1132304382582834</c:v>
                </c:pt>
                <c:pt idx="26404">
                  <c:v>1.113457664346968</c:v>
                </c:pt>
                <c:pt idx="26405">
                  <c:v>1.1139443433663332</c:v>
                </c:pt>
                <c:pt idx="26406">
                  <c:v>1.1139864334438867</c:v>
                </c:pt>
                <c:pt idx="26407">
                  <c:v>1.1141867473216984</c:v>
                </c:pt>
                <c:pt idx="26408">
                  <c:v>1.1143637208805406</c:v>
                </c:pt>
                <c:pt idx="26409">
                  <c:v>1.1162940689017695</c:v>
                </c:pt>
                <c:pt idx="26410">
                  <c:v>1.1188791475536359</c:v>
                </c:pt>
                <c:pt idx="26411">
                  <c:v>1.1210296120460514</c:v>
                </c:pt>
                <c:pt idx="26412">
                  <c:v>1.1212906444330741</c:v>
                </c:pt>
                <c:pt idx="26413">
                  <c:v>1.1216715551625118</c:v>
                </c:pt>
                <c:pt idx="26414">
                  <c:v>1.1219377971856697</c:v>
                </c:pt>
                <c:pt idx="26415">
                  <c:v>1.122262635494339</c:v>
                </c:pt>
                <c:pt idx="26416">
                  <c:v>1.1224626832935067</c:v>
                </c:pt>
                <c:pt idx="26417">
                  <c:v>1.1226951185084784</c:v>
                </c:pt>
                <c:pt idx="26418">
                  <c:v>1.1231884372567684</c:v>
                </c:pt>
                <c:pt idx="26419">
                  <c:v>1.1241593649654771</c:v>
                </c:pt>
                <c:pt idx="26420">
                  <c:v>1.1255221662803874</c:v>
                </c:pt>
                <c:pt idx="26421">
                  <c:v>1.1260044514378647</c:v>
                </c:pt>
                <c:pt idx="26422">
                  <c:v>1.1260384308638531</c:v>
                </c:pt>
                <c:pt idx="26423">
                  <c:v>1.1262140708429671</c:v>
                </c:pt>
                <c:pt idx="26424">
                  <c:v>1.1271174569745575</c:v>
                </c:pt>
                <c:pt idx="26425">
                  <c:v>1.1279629644280753</c:v>
                </c:pt>
                <c:pt idx="26426">
                  <c:v>1.1280416988078434</c:v>
                </c:pt>
                <c:pt idx="26427">
                  <c:v>1.128904521951706</c:v>
                </c:pt>
                <c:pt idx="26428">
                  <c:v>1.129140096071638</c:v>
                </c:pt>
                <c:pt idx="26429">
                  <c:v>1.1297200140274475</c:v>
                </c:pt>
                <c:pt idx="26430">
                  <c:v>1.1297262235940342</c:v>
                </c:pt>
                <c:pt idx="26431">
                  <c:v>1.1298994458134863</c:v>
                </c:pt>
                <c:pt idx="26432">
                  <c:v>1.1302520511430678</c:v>
                </c:pt>
                <c:pt idx="26433">
                  <c:v>1.1312097488109449</c:v>
                </c:pt>
                <c:pt idx="26434">
                  <c:v>1.131482504918</c:v>
                </c:pt>
                <c:pt idx="26435">
                  <c:v>1.1320679675990468</c:v>
                </c:pt>
                <c:pt idx="26436">
                  <c:v>1.1322769960347798</c:v>
                </c:pt>
                <c:pt idx="26437">
                  <c:v>1.1328630878807577</c:v>
                </c:pt>
                <c:pt idx="26438">
                  <c:v>1.1345827557523749</c:v>
                </c:pt>
                <c:pt idx="26439">
                  <c:v>1.135545712150644</c:v>
                </c:pt>
                <c:pt idx="26440">
                  <c:v>1.1356743869789918</c:v>
                </c:pt>
                <c:pt idx="26441">
                  <c:v>1.1369247052509477</c:v>
                </c:pt>
                <c:pt idx="26442">
                  <c:v>1.1378251874789045</c:v>
                </c:pt>
                <c:pt idx="26443">
                  <c:v>1.1382404837892763</c:v>
                </c:pt>
                <c:pt idx="26444">
                  <c:v>1.1389822058874721</c:v>
                </c:pt>
                <c:pt idx="26445">
                  <c:v>1.1391391001226072</c:v>
                </c:pt>
                <c:pt idx="26446">
                  <c:v>1.1402536269979309</c:v>
                </c:pt>
                <c:pt idx="26447">
                  <c:v>1.1408240888529659</c:v>
                </c:pt>
                <c:pt idx="26448">
                  <c:v>1.1420360135426286</c:v>
                </c:pt>
                <c:pt idx="26449">
                  <c:v>1.142441529192062</c:v>
                </c:pt>
                <c:pt idx="26450">
                  <c:v>1.1427407493845589</c:v>
                </c:pt>
                <c:pt idx="26451">
                  <c:v>1.1432311405364552</c:v>
                </c:pt>
                <c:pt idx="26452">
                  <c:v>1.1440095032493665</c:v>
                </c:pt>
                <c:pt idx="26453">
                  <c:v>1.1461565541323311</c:v>
                </c:pt>
                <c:pt idx="26454">
                  <c:v>1.1484201065248307</c:v>
                </c:pt>
                <c:pt idx="26455">
                  <c:v>1.1490435175728728</c:v>
                </c:pt>
                <c:pt idx="26456">
                  <c:v>1.1493170863151978</c:v>
                </c:pt>
                <c:pt idx="26457">
                  <c:v>1.1530417022307731</c:v>
                </c:pt>
                <c:pt idx="26458">
                  <c:v>1.1532868629304627</c:v>
                </c:pt>
                <c:pt idx="26459">
                  <c:v>1.1540825972072921</c:v>
                </c:pt>
                <c:pt idx="26460">
                  <c:v>1.154107639170953</c:v>
                </c:pt>
                <c:pt idx="26461">
                  <c:v>1.1559275242124063</c:v>
                </c:pt>
                <c:pt idx="26462">
                  <c:v>1.1562750151032861</c:v>
                </c:pt>
                <c:pt idx="26463">
                  <c:v>1.1563707747751804</c:v>
                </c:pt>
                <c:pt idx="26464">
                  <c:v>1.1569382241308541</c:v>
                </c:pt>
                <c:pt idx="26465">
                  <c:v>1.1574853336382465</c:v>
                </c:pt>
                <c:pt idx="26466">
                  <c:v>1.1607154879082222</c:v>
                </c:pt>
                <c:pt idx="26467">
                  <c:v>1.1619706977489093</c:v>
                </c:pt>
                <c:pt idx="26468">
                  <c:v>1.1625436660487787</c:v>
                </c:pt>
                <c:pt idx="26469">
                  <c:v>1.162641066481122</c:v>
                </c:pt>
                <c:pt idx="26470">
                  <c:v>1.1627586731072788</c:v>
                </c:pt>
                <c:pt idx="26471">
                  <c:v>1.1632027926874811</c:v>
                </c:pt>
                <c:pt idx="26472">
                  <c:v>1.1670388433234866</c:v>
                </c:pt>
                <c:pt idx="26473">
                  <c:v>1.1702355052196387</c:v>
                </c:pt>
                <c:pt idx="26474">
                  <c:v>1.1709750329986222</c:v>
                </c:pt>
                <c:pt idx="26475">
                  <c:v>1.1714321442724835</c:v>
                </c:pt>
                <c:pt idx="26476">
                  <c:v>1.1714800839371298</c:v>
                </c:pt>
                <c:pt idx="26477">
                  <c:v>1.1734565171764999</c:v>
                </c:pt>
                <c:pt idx="26478">
                  <c:v>1.1748605143038948</c:v>
                </c:pt>
                <c:pt idx="26479">
                  <c:v>1.1769812149496099</c:v>
                </c:pt>
                <c:pt idx="26480">
                  <c:v>1.1771869142381592</c:v>
                </c:pt>
                <c:pt idx="26481">
                  <c:v>1.1773950745957698</c:v>
                </c:pt>
                <c:pt idx="26482">
                  <c:v>1.1776910592672518</c:v>
                </c:pt>
                <c:pt idx="26483">
                  <c:v>1.1778265604650811</c:v>
                </c:pt>
                <c:pt idx="26484">
                  <c:v>1.1789222863154372</c:v>
                </c:pt>
                <c:pt idx="26485">
                  <c:v>1.1824738919439626</c:v>
                </c:pt>
                <c:pt idx="26486">
                  <c:v>1.1826354231843124</c:v>
                </c:pt>
                <c:pt idx="26487">
                  <c:v>1.1850784595248964</c:v>
                </c:pt>
                <c:pt idx="26488">
                  <c:v>1.1855257053645394</c:v>
                </c:pt>
                <c:pt idx="26489">
                  <c:v>1.1861055952629249</c:v>
                </c:pt>
                <c:pt idx="26490">
                  <c:v>1.1885773324000768</c:v>
                </c:pt>
                <c:pt idx="26491">
                  <c:v>1.1900975561163738</c:v>
                </c:pt>
                <c:pt idx="26492">
                  <c:v>1.1911640895546305</c:v>
                </c:pt>
                <c:pt idx="26493">
                  <c:v>1.1917248364365061</c:v>
                </c:pt>
                <c:pt idx="26494">
                  <c:v>1.1925204974288406</c:v>
                </c:pt>
                <c:pt idx="26495">
                  <c:v>1.193529225904687</c:v>
                </c:pt>
                <c:pt idx="26496">
                  <c:v>1.1944563375839963</c:v>
                </c:pt>
                <c:pt idx="26497">
                  <c:v>1.1944980589506622</c:v>
                </c:pt>
                <c:pt idx="26498">
                  <c:v>1.1959407940859437</c:v>
                </c:pt>
                <c:pt idx="26499">
                  <c:v>1.1966815476671269</c:v>
                </c:pt>
                <c:pt idx="26500">
                  <c:v>1.1967781884153008</c:v>
                </c:pt>
                <c:pt idx="26501">
                  <c:v>1.1985888918409828</c:v>
                </c:pt>
                <c:pt idx="26502">
                  <c:v>1.2008983962361415</c:v>
                </c:pt>
                <c:pt idx="26503">
                  <c:v>1.2016856809213596</c:v>
                </c:pt>
                <c:pt idx="26504">
                  <c:v>1.2045118308437841</c:v>
                </c:pt>
                <c:pt idx="26505">
                  <c:v>1.2050067832199647</c:v>
                </c:pt>
                <c:pt idx="26506">
                  <c:v>1.2061443234336011</c:v>
                </c:pt>
                <c:pt idx="26507">
                  <c:v>1.2061921339984403</c:v>
                </c:pt>
                <c:pt idx="26508">
                  <c:v>1.2063672434282844</c:v>
                </c:pt>
                <c:pt idx="26509">
                  <c:v>1.206862448809497</c:v>
                </c:pt>
                <c:pt idx="26510">
                  <c:v>1.2071280834472282</c:v>
                </c:pt>
                <c:pt idx="26511">
                  <c:v>1.2074094584312767</c:v>
                </c:pt>
                <c:pt idx="26512">
                  <c:v>1.2083653015703877</c:v>
                </c:pt>
                <c:pt idx="26513">
                  <c:v>1.2105811949332568</c:v>
                </c:pt>
                <c:pt idx="26514">
                  <c:v>1.2111057420259743</c:v>
                </c:pt>
                <c:pt idx="26515">
                  <c:v>1.2123875960042767</c:v>
                </c:pt>
                <c:pt idx="26516">
                  <c:v>1.2143039342585817</c:v>
                </c:pt>
                <c:pt idx="26517">
                  <c:v>1.215221049950119</c:v>
                </c:pt>
                <c:pt idx="26518">
                  <c:v>1.2173688928839446</c:v>
                </c:pt>
                <c:pt idx="26519">
                  <c:v>1.2190476796810792</c:v>
                </c:pt>
                <c:pt idx="26520">
                  <c:v>1.2193980527505643</c:v>
                </c:pt>
                <c:pt idx="26521">
                  <c:v>1.219467435582491</c:v>
                </c:pt>
                <c:pt idx="26522">
                  <c:v>1.2198551724282127</c:v>
                </c:pt>
                <c:pt idx="26523">
                  <c:v>1.2212267145842937</c:v>
                </c:pt>
                <c:pt idx="26524">
                  <c:v>1.2212677928672184</c:v>
                </c:pt>
                <c:pt idx="26525">
                  <c:v>1.2226552633235643</c:v>
                </c:pt>
                <c:pt idx="26526">
                  <c:v>1.2229459242024279</c:v>
                </c:pt>
                <c:pt idx="26527">
                  <c:v>1.2229688291204519</c:v>
                </c:pt>
                <c:pt idx="26528">
                  <c:v>1.2242636856473157</c:v>
                </c:pt>
                <c:pt idx="26529">
                  <c:v>1.224704481970603</c:v>
                </c:pt>
                <c:pt idx="26530">
                  <c:v>1.2260628030015734</c:v>
                </c:pt>
                <c:pt idx="26531">
                  <c:v>1.2264945575640094</c:v>
                </c:pt>
                <c:pt idx="26532">
                  <c:v>1.226651858811475</c:v>
                </c:pt>
                <c:pt idx="26533">
                  <c:v>1.2271833485099197</c:v>
                </c:pt>
                <c:pt idx="26534">
                  <c:v>1.2287094733404769</c:v>
                </c:pt>
                <c:pt idx="26535">
                  <c:v>1.2306521003289572</c:v>
                </c:pt>
                <c:pt idx="26536">
                  <c:v>1.2309206959157848</c:v>
                </c:pt>
                <c:pt idx="26537">
                  <c:v>1.2319589686516672</c:v>
                </c:pt>
                <c:pt idx="26538">
                  <c:v>1.2329341150718816</c:v>
                </c:pt>
                <c:pt idx="26539">
                  <c:v>1.2329363058908198</c:v>
                </c:pt>
                <c:pt idx="26540">
                  <c:v>1.2339717829637575</c:v>
                </c:pt>
                <c:pt idx="26541">
                  <c:v>1.2340784759789272</c:v>
                </c:pt>
                <c:pt idx="26542">
                  <c:v>1.2345625249737948</c:v>
                </c:pt>
                <c:pt idx="26543">
                  <c:v>1.2347863603549945</c:v>
                </c:pt>
                <c:pt idx="26544">
                  <c:v>1.2357489449670798</c:v>
                </c:pt>
                <c:pt idx="26545">
                  <c:v>1.2361531804952537</c:v>
                </c:pt>
                <c:pt idx="26546">
                  <c:v>1.2366147948635928</c:v>
                </c:pt>
                <c:pt idx="26547">
                  <c:v>1.236636146721821</c:v>
                </c:pt>
                <c:pt idx="26548">
                  <c:v>1.2369276906579807</c:v>
                </c:pt>
                <c:pt idx="26549">
                  <c:v>1.23759140269434</c:v>
                </c:pt>
                <c:pt idx="26550">
                  <c:v>1.2377125760827232</c:v>
                </c:pt>
                <c:pt idx="26551">
                  <c:v>1.2388110803711569</c:v>
                </c:pt>
                <c:pt idx="26552">
                  <c:v>1.2389067960826823</c:v>
                </c:pt>
                <c:pt idx="26553">
                  <c:v>1.2391064501862319</c:v>
                </c:pt>
                <c:pt idx="26554">
                  <c:v>1.2397707074175572</c:v>
                </c:pt>
                <c:pt idx="26555">
                  <c:v>1.2402434394700215</c:v>
                </c:pt>
                <c:pt idx="26556">
                  <c:v>1.2404302569636305</c:v>
                </c:pt>
                <c:pt idx="26557">
                  <c:v>1.2404729793729006</c:v>
                </c:pt>
                <c:pt idx="26558">
                  <c:v>1.240534903502043</c:v>
                </c:pt>
                <c:pt idx="26559">
                  <c:v>1.2409030261176492</c:v>
                </c:pt>
                <c:pt idx="26560">
                  <c:v>1.2410255678805957</c:v>
                </c:pt>
                <c:pt idx="26561">
                  <c:v>1.2413027702417931</c:v>
                </c:pt>
                <c:pt idx="26562">
                  <c:v>1.2418363975496527</c:v>
                </c:pt>
                <c:pt idx="26563">
                  <c:v>1.2419440190075968</c:v>
                </c:pt>
                <c:pt idx="26564">
                  <c:v>1.241991969145281</c:v>
                </c:pt>
                <c:pt idx="26565">
                  <c:v>1.2426124224942252</c:v>
                </c:pt>
                <c:pt idx="26566">
                  <c:v>1.2426489938635101</c:v>
                </c:pt>
                <c:pt idx="26567">
                  <c:v>1.244440264922303</c:v>
                </c:pt>
                <c:pt idx="26568">
                  <c:v>1.2445996728257698</c:v>
                </c:pt>
                <c:pt idx="26569">
                  <c:v>1.2454850282730447</c:v>
                </c:pt>
                <c:pt idx="26570">
                  <c:v>1.2469348392912987</c:v>
                </c:pt>
                <c:pt idx="26571">
                  <c:v>1.2472622021969859</c:v>
                </c:pt>
                <c:pt idx="26572">
                  <c:v>1.2473993075982195</c:v>
                </c:pt>
                <c:pt idx="26573">
                  <c:v>1.2475182381159422</c:v>
                </c:pt>
                <c:pt idx="26574">
                  <c:v>1.2481487101157558</c:v>
                </c:pt>
                <c:pt idx="26575">
                  <c:v>1.2484690593785661</c:v>
                </c:pt>
                <c:pt idx="26576">
                  <c:v>1.2486580700787941</c:v>
                </c:pt>
                <c:pt idx="26577">
                  <c:v>1.248692663937278</c:v>
                </c:pt>
                <c:pt idx="26578">
                  <c:v>1.2489307980053213</c:v>
                </c:pt>
                <c:pt idx="26579">
                  <c:v>1.2495033684359425</c:v>
                </c:pt>
                <c:pt idx="26580">
                  <c:v>1.2499304505118454</c:v>
                </c:pt>
                <c:pt idx="26581">
                  <c:v>1.2501082410086941</c:v>
                </c:pt>
                <c:pt idx="26582">
                  <c:v>1.2506157278525314</c:v>
                </c:pt>
                <c:pt idx="26583">
                  <c:v>1.2507390661450362</c:v>
                </c:pt>
                <c:pt idx="26584">
                  <c:v>1.251626453561185</c:v>
                </c:pt>
                <c:pt idx="26585">
                  <c:v>1.2523568320883707</c:v>
                </c:pt>
                <c:pt idx="26586">
                  <c:v>1.2528841960953105</c:v>
                </c:pt>
                <c:pt idx="26587">
                  <c:v>1.253673576087043</c:v>
                </c:pt>
                <c:pt idx="26588">
                  <c:v>1.254290918685419</c:v>
                </c:pt>
                <c:pt idx="26589">
                  <c:v>1.2544166659195684</c:v>
                </c:pt>
                <c:pt idx="26590">
                  <c:v>1.2544853776480804</c:v>
                </c:pt>
                <c:pt idx="26591">
                  <c:v>1.2549626106537906</c:v>
                </c:pt>
                <c:pt idx="26592">
                  <c:v>1.2551069931164509</c:v>
                </c:pt>
                <c:pt idx="26593">
                  <c:v>1.2551914784021705</c:v>
                </c:pt>
                <c:pt idx="26594">
                  <c:v>1.255503401025772</c:v>
                </c:pt>
                <c:pt idx="26595">
                  <c:v>1.2556050225332862</c:v>
                </c:pt>
                <c:pt idx="26596">
                  <c:v>1.2564668023968522</c:v>
                </c:pt>
                <c:pt idx="26597">
                  <c:v>1.256652441211082</c:v>
                </c:pt>
                <c:pt idx="26598">
                  <c:v>1.2581273609658197</c:v>
                </c:pt>
                <c:pt idx="26599">
                  <c:v>1.2584952108817731</c:v>
                </c:pt>
                <c:pt idx="26600">
                  <c:v>1.2596602917765161</c:v>
                </c:pt>
                <c:pt idx="26601">
                  <c:v>1.259684999341913</c:v>
                </c:pt>
                <c:pt idx="26602">
                  <c:v>1.2597660216119473</c:v>
                </c:pt>
                <c:pt idx="26603">
                  <c:v>1.2599762764767148</c:v>
                </c:pt>
                <c:pt idx="26604">
                  <c:v>1.260078763641445</c:v>
                </c:pt>
                <c:pt idx="26605">
                  <c:v>1.2603934934145091</c:v>
                </c:pt>
                <c:pt idx="26606">
                  <c:v>1.261134006410386</c:v>
                </c:pt>
                <c:pt idx="26607">
                  <c:v>1.2619291483625068</c:v>
                </c:pt>
                <c:pt idx="26608">
                  <c:v>1.2620439278738684</c:v>
                </c:pt>
                <c:pt idx="26609">
                  <c:v>1.2626127942833871</c:v>
                </c:pt>
                <c:pt idx="26610">
                  <c:v>1.263077083774101</c:v>
                </c:pt>
                <c:pt idx="26611">
                  <c:v>1.2640235516604756</c:v>
                </c:pt>
                <c:pt idx="26612">
                  <c:v>1.2644602518052968</c:v>
                </c:pt>
                <c:pt idx="26613">
                  <c:v>1.2646917046715007</c:v>
                </c:pt>
                <c:pt idx="26614">
                  <c:v>1.2659290188811996</c:v>
                </c:pt>
                <c:pt idx="26615">
                  <c:v>1.2676891224909252</c:v>
                </c:pt>
                <c:pt idx="26616">
                  <c:v>1.2677740586757564</c:v>
                </c:pt>
                <c:pt idx="26617">
                  <c:v>1.2680151025359379</c:v>
                </c:pt>
                <c:pt idx="26618">
                  <c:v>1.26885353736482</c:v>
                </c:pt>
                <c:pt idx="26619">
                  <c:v>1.2712611670871958</c:v>
                </c:pt>
                <c:pt idx="26620">
                  <c:v>1.2714228188472927</c:v>
                </c:pt>
                <c:pt idx="26621">
                  <c:v>1.2726182934560284</c:v>
                </c:pt>
                <c:pt idx="26622">
                  <c:v>1.2770270403189798</c:v>
                </c:pt>
                <c:pt idx="26623">
                  <c:v>1.2770442767760286</c:v>
                </c:pt>
                <c:pt idx="26624">
                  <c:v>1.2775480823919638</c:v>
                </c:pt>
                <c:pt idx="26625">
                  <c:v>1.279288664710279</c:v>
                </c:pt>
                <c:pt idx="26626">
                  <c:v>1.2802481280511377</c:v>
                </c:pt>
                <c:pt idx="26627">
                  <c:v>1.2808153984409354</c:v>
                </c:pt>
                <c:pt idx="26628">
                  <c:v>1.2826543810487339</c:v>
                </c:pt>
                <c:pt idx="26629">
                  <c:v>1.2835344008298619</c:v>
                </c:pt>
                <c:pt idx="26630">
                  <c:v>1.2865747127425964</c:v>
                </c:pt>
                <c:pt idx="26631">
                  <c:v>1.287152147543704</c:v>
                </c:pt>
                <c:pt idx="26632">
                  <c:v>1.2878225851371374</c:v>
                </c:pt>
                <c:pt idx="26633">
                  <c:v>1.2885730116307246</c:v>
                </c:pt>
                <c:pt idx="26634">
                  <c:v>1.2901228309959798</c:v>
                </c:pt>
                <c:pt idx="26635">
                  <c:v>1.2916085041185212</c:v>
                </c:pt>
                <c:pt idx="26636">
                  <c:v>1.2916609767117473</c:v>
                </c:pt>
                <c:pt idx="26637">
                  <c:v>1.2917196675881997</c:v>
                </c:pt>
                <c:pt idx="26638">
                  <c:v>1.2925770300105062</c:v>
                </c:pt>
                <c:pt idx="26639">
                  <c:v>1.2929990794092401</c:v>
                </c:pt>
                <c:pt idx="26640">
                  <c:v>1.2934343407897688</c:v>
                </c:pt>
                <c:pt idx="26641">
                  <c:v>1.2940516968770066</c:v>
                </c:pt>
                <c:pt idx="26642">
                  <c:v>1.2947254938622204</c:v>
                </c:pt>
                <c:pt idx="26643">
                  <c:v>1.2965234801568342</c:v>
                </c:pt>
                <c:pt idx="26644">
                  <c:v>1.2976712588547687</c:v>
                </c:pt>
                <c:pt idx="26645">
                  <c:v>1.2982773802162382</c:v>
                </c:pt>
                <c:pt idx="26646">
                  <c:v>1.2988975166374264</c:v>
                </c:pt>
                <c:pt idx="26647">
                  <c:v>1.2990107347601552</c:v>
                </c:pt>
                <c:pt idx="26648">
                  <c:v>1.2991369461681286</c:v>
                </c:pt>
                <c:pt idx="26649">
                  <c:v>1.2995395239131886</c:v>
                </c:pt>
                <c:pt idx="26650">
                  <c:v>1.299923684981301</c:v>
                </c:pt>
                <c:pt idx="26651">
                  <c:v>1.3006839458465347</c:v>
                </c:pt>
                <c:pt idx="26652">
                  <c:v>1.3033969242613324</c:v>
                </c:pt>
                <c:pt idx="26653">
                  <c:v>1.3038951646641426</c:v>
                </c:pt>
                <c:pt idx="26654">
                  <c:v>1.3051990168727525</c:v>
                </c:pt>
                <c:pt idx="26655">
                  <c:v>1.3056360347848899</c:v>
                </c:pt>
                <c:pt idx="26656">
                  <c:v>1.3059660503220534</c:v>
                </c:pt>
                <c:pt idx="26657">
                  <c:v>1.3067037408194861</c:v>
                </c:pt>
                <c:pt idx="26658">
                  <c:v>1.3075809665519624</c:v>
                </c:pt>
                <c:pt idx="26659">
                  <c:v>1.3076779825199263</c:v>
                </c:pt>
                <c:pt idx="26660">
                  <c:v>1.3077086405355083</c:v>
                </c:pt>
                <c:pt idx="26661">
                  <c:v>1.3084168139118988</c:v>
                </c:pt>
                <c:pt idx="26662">
                  <c:v>1.3092287538327625</c:v>
                </c:pt>
                <c:pt idx="26663">
                  <c:v>1.3094155055477654</c:v>
                </c:pt>
                <c:pt idx="26664">
                  <c:v>1.3101317995503168</c:v>
                </c:pt>
                <c:pt idx="26665">
                  <c:v>1.3109839672852419</c:v>
                </c:pt>
                <c:pt idx="26666">
                  <c:v>1.3116411727578388</c:v>
                </c:pt>
                <c:pt idx="26667">
                  <c:v>1.3127174759767168</c:v>
                </c:pt>
                <c:pt idx="26668">
                  <c:v>1.312759517723771</c:v>
                </c:pt>
                <c:pt idx="26669">
                  <c:v>1.3134505172498678</c:v>
                </c:pt>
                <c:pt idx="26670">
                  <c:v>1.3140846181665917</c:v>
                </c:pt>
                <c:pt idx="26671">
                  <c:v>1.3145348648550259</c:v>
                </c:pt>
                <c:pt idx="26672">
                  <c:v>1.3160752475055602</c:v>
                </c:pt>
                <c:pt idx="26673">
                  <c:v>1.3160831750187021</c:v>
                </c:pt>
                <c:pt idx="26674">
                  <c:v>1.3162739449959575</c:v>
                </c:pt>
                <c:pt idx="26675">
                  <c:v>1.3166479410488625</c:v>
                </c:pt>
                <c:pt idx="26676">
                  <c:v>1.3174516686773539</c:v>
                </c:pt>
                <c:pt idx="26677">
                  <c:v>1.3176181801223295</c:v>
                </c:pt>
                <c:pt idx="26678">
                  <c:v>1.3180246060294081</c:v>
                </c:pt>
                <c:pt idx="26679">
                  <c:v>1.3192965160635217</c:v>
                </c:pt>
                <c:pt idx="26680">
                  <c:v>1.319895830164507</c:v>
                </c:pt>
                <c:pt idx="26681">
                  <c:v>1.3204354274148655</c:v>
                </c:pt>
                <c:pt idx="26682">
                  <c:v>1.3215418723578689</c:v>
                </c:pt>
                <c:pt idx="26683">
                  <c:v>1.3223038691275573</c:v>
                </c:pt>
                <c:pt idx="26684">
                  <c:v>1.322465509002807</c:v>
                </c:pt>
                <c:pt idx="26685">
                  <c:v>1.3234369067329088</c:v>
                </c:pt>
                <c:pt idx="26686">
                  <c:v>1.3263411319609888</c:v>
                </c:pt>
                <c:pt idx="26687">
                  <c:v>1.3290484772064277</c:v>
                </c:pt>
                <c:pt idx="26688">
                  <c:v>1.3293006151395279</c:v>
                </c:pt>
                <c:pt idx="26689">
                  <c:v>1.3300472659569995</c:v>
                </c:pt>
                <c:pt idx="26690">
                  <c:v>1.330071072169112</c:v>
                </c:pt>
                <c:pt idx="26691">
                  <c:v>1.330118645908573</c:v>
                </c:pt>
                <c:pt idx="26692">
                  <c:v>1.3308075022029133</c:v>
                </c:pt>
                <c:pt idx="26693">
                  <c:v>1.3316581293494902</c:v>
                </c:pt>
                <c:pt idx="26694">
                  <c:v>1.3320559161913608</c:v>
                </c:pt>
                <c:pt idx="26695">
                  <c:v>1.3332305582801518</c:v>
                </c:pt>
                <c:pt idx="26696">
                  <c:v>1.3333331850752144</c:v>
                </c:pt>
                <c:pt idx="26697">
                  <c:v>1.334686412286731</c:v>
                </c:pt>
                <c:pt idx="26698">
                  <c:v>1.3352095777555515</c:v>
                </c:pt>
                <c:pt idx="26699">
                  <c:v>1.3362252370138301</c:v>
                </c:pt>
                <c:pt idx="26700">
                  <c:v>1.3369878390774064</c:v>
                </c:pt>
                <c:pt idx="26701">
                  <c:v>1.3370930556023963</c:v>
                </c:pt>
                <c:pt idx="26702">
                  <c:v>1.3380838032663815</c:v>
                </c:pt>
                <c:pt idx="26703">
                  <c:v>1.3382370632525675</c:v>
                </c:pt>
                <c:pt idx="26704">
                  <c:v>1.3412515559162363</c:v>
                </c:pt>
                <c:pt idx="26705">
                  <c:v>1.3443695791023009</c:v>
                </c:pt>
                <c:pt idx="26706">
                  <c:v>1.3448336374233361</c:v>
                </c:pt>
                <c:pt idx="26707">
                  <c:v>1.3482811684256861</c:v>
                </c:pt>
                <c:pt idx="26708">
                  <c:v>1.3497185970704435</c:v>
                </c:pt>
                <c:pt idx="26709">
                  <c:v>1.3517474795644941</c:v>
                </c:pt>
                <c:pt idx="26710">
                  <c:v>1.3564896993282256</c:v>
                </c:pt>
                <c:pt idx="26711">
                  <c:v>1.3574951662282533</c:v>
                </c:pt>
                <c:pt idx="26712">
                  <c:v>1.3649798954697365</c:v>
                </c:pt>
                <c:pt idx="26713">
                  <c:v>1.3665400610473812</c:v>
                </c:pt>
                <c:pt idx="26714">
                  <c:v>1.3670114129684967</c:v>
                </c:pt>
                <c:pt idx="26715">
                  <c:v>1.3677802921655704</c:v>
                </c:pt>
                <c:pt idx="26716">
                  <c:v>1.3684314879109489</c:v>
                </c:pt>
                <c:pt idx="26717">
                  <c:v>1.3708676075685293</c:v>
                </c:pt>
                <c:pt idx="26718">
                  <c:v>1.3718367452867923</c:v>
                </c:pt>
                <c:pt idx="26719">
                  <c:v>1.3727182821777011</c:v>
                </c:pt>
                <c:pt idx="26720">
                  <c:v>1.373119116646013</c:v>
                </c:pt>
                <c:pt idx="26721">
                  <c:v>1.3739419909301687</c:v>
                </c:pt>
                <c:pt idx="26722">
                  <c:v>1.3753688644015474</c:v>
                </c:pt>
                <c:pt idx="26723">
                  <c:v>1.3768377123130742</c:v>
                </c:pt>
                <c:pt idx="26724">
                  <c:v>1.3769849737087179</c:v>
                </c:pt>
                <c:pt idx="26725">
                  <c:v>1.3779885764190229</c:v>
                </c:pt>
                <c:pt idx="26726">
                  <c:v>1.3784758737337666</c:v>
                </c:pt>
                <c:pt idx="26727">
                  <c:v>1.3792002941367376</c:v>
                </c:pt>
                <c:pt idx="26728">
                  <c:v>1.3798155773070737</c:v>
                </c:pt>
                <c:pt idx="26729">
                  <c:v>1.3893690517447332</c:v>
                </c:pt>
                <c:pt idx="26730">
                  <c:v>1.3916172713153401</c:v>
                </c:pt>
                <c:pt idx="26731">
                  <c:v>1.3916442298480771</c:v>
                </c:pt>
                <c:pt idx="26732">
                  <c:v>1.3938103651218023</c:v>
                </c:pt>
                <c:pt idx="26733">
                  <c:v>1.3951620321125573</c:v>
                </c:pt>
                <c:pt idx="26734">
                  <c:v>1.3973031424908089</c:v>
                </c:pt>
                <c:pt idx="26735">
                  <c:v>1.3997600909017709</c:v>
                </c:pt>
                <c:pt idx="26736">
                  <c:v>1.401723229415236</c:v>
                </c:pt>
                <c:pt idx="26737">
                  <c:v>1.4040318660810431</c:v>
                </c:pt>
                <c:pt idx="26738">
                  <c:v>1.4063249042879877</c:v>
                </c:pt>
                <c:pt idx="26739">
                  <c:v>1.406764229276678</c:v>
                </c:pt>
                <c:pt idx="26740">
                  <c:v>1.4087203020866539</c:v>
                </c:pt>
                <c:pt idx="26741">
                  <c:v>1.4112511644226964</c:v>
                </c:pt>
                <c:pt idx="26742">
                  <c:v>1.4117558248084872</c:v>
                </c:pt>
                <c:pt idx="26743">
                  <c:v>1.4154513088393594</c:v>
                </c:pt>
                <c:pt idx="26744">
                  <c:v>1.4157688888899298</c:v>
                </c:pt>
                <c:pt idx="26745">
                  <c:v>1.4230734197252235</c:v>
                </c:pt>
                <c:pt idx="26746">
                  <c:v>1.4235910757178061</c:v>
                </c:pt>
                <c:pt idx="26747">
                  <c:v>1.4247311415719373</c:v>
                </c:pt>
                <c:pt idx="26748">
                  <c:v>1.4251722854356483</c:v>
                </c:pt>
                <c:pt idx="26749">
                  <c:v>1.4257895991836778</c:v>
                </c:pt>
                <c:pt idx="26750">
                  <c:v>1.4278310788805608</c:v>
                </c:pt>
                <c:pt idx="26751">
                  <c:v>1.4315265759442357</c:v>
                </c:pt>
                <c:pt idx="26752">
                  <c:v>1.4339569563751875</c:v>
                </c:pt>
                <c:pt idx="26753">
                  <c:v>1.4343087469602016</c:v>
                </c:pt>
                <c:pt idx="26754">
                  <c:v>1.4358648219752821</c:v>
                </c:pt>
                <c:pt idx="26755">
                  <c:v>1.4364387992097318</c:v>
                </c:pt>
                <c:pt idx="26756">
                  <c:v>1.4385729760772605</c:v>
                </c:pt>
                <c:pt idx="26757">
                  <c:v>1.4464204044079747</c:v>
                </c:pt>
                <c:pt idx="26758">
                  <c:v>1.4464351464811305</c:v>
                </c:pt>
                <c:pt idx="26759">
                  <c:v>1.4491832356533889</c:v>
                </c:pt>
                <c:pt idx="26760">
                  <c:v>1.4493947871185393</c:v>
                </c:pt>
                <c:pt idx="26761">
                  <c:v>1.4496857591027004</c:v>
                </c:pt>
                <c:pt idx="26762">
                  <c:v>1.449889749082534</c:v>
                </c:pt>
                <c:pt idx="26763">
                  <c:v>1.4561369340712069</c:v>
                </c:pt>
                <c:pt idx="26764">
                  <c:v>1.4569740763490366</c:v>
                </c:pt>
                <c:pt idx="26765">
                  <c:v>1.4572174327515477</c:v>
                </c:pt>
                <c:pt idx="26766">
                  <c:v>1.4585770969020022</c:v>
                </c:pt>
                <c:pt idx="26767">
                  <c:v>1.4597448549920502</c:v>
                </c:pt>
                <c:pt idx="26768">
                  <c:v>1.463571992002042</c:v>
                </c:pt>
                <c:pt idx="26769">
                  <c:v>1.4638209122551171</c:v>
                </c:pt>
                <c:pt idx="26770">
                  <c:v>1.4638950470350223</c:v>
                </c:pt>
                <c:pt idx="26771">
                  <c:v>1.4660139729633728</c:v>
                </c:pt>
                <c:pt idx="26772">
                  <c:v>1.4663743474274724</c:v>
                </c:pt>
                <c:pt idx="26773">
                  <c:v>1.4666314387966015</c:v>
                </c:pt>
                <c:pt idx="26774">
                  <c:v>1.46829427717563</c:v>
                </c:pt>
                <c:pt idx="26775">
                  <c:v>1.4690413241485718</c:v>
                </c:pt>
                <c:pt idx="26776">
                  <c:v>1.4697243910806532</c:v>
                </c:pt>
                <c:pt idx="26777">
                  <c:v>1.470722969221173</c:v>
                </c:pt>
                <c:pt idx="26778">
                  <c:v>1.4712486344165534</c:v>
                </c:pt>
                <c:pt idx="26779">
                  <c:v>1.4724906123949197</c:v>
                </c:pt>
                <c:pt idx="26780">
                  <c:v>1.4727608349360348</c:v>
                </c:pt>
                <c:pt idx="26781">
                  <c:v>1.4739386409986581</c:v>
                </c:pt>
                <c:pt idx="26782">
                  <c:v>1.4757222459920842</c:v>
                </c:pt>
                <c:pt idx="26783">
                  <c:v>1.4764573151043068</c:v>
                </c:pt>
                <c:pt idx="26784">
                  <c:v>1.479550569491211</c:v>
                </c:pt>
                <c:pt idx="26785">
                  <c:v>1.4808099977194256</c:v>
                </c:pt>
                <c:pt idx="26786">
                  <c:v>1.492159453567931</c:v>
                </c:pt>
                <c:pt idx="26787">
                  <c:v>1.4928683007428658</c:v>
                </c:pt>
                <c:pt idx="26788">
                  <c:v>1.4933084374812502</c:v>
                </c:pt>
                <c:pt idx="26789">
                  <c:v>1.4995391120979837</c:v>
                </c:pt>
                <c:pt idx="26790">
                  <c:v>1.5005238276720851</c:v>
                </c:pt>
                <c:pt idx="26791">
                  <c:v>1.5059169217820765</c:v>
                </c:pt>
                <c:pt idx="26792">
                  <c:v>1.5115937651132976</c:v>
                </c:pt>
                <c:pt idx="26793">
                  <c:v>1.5132369623230175</c:v>
                </c:pt>
                <c:pt idx="26794">
                  <c:v>1.5140189884204791</c:v>
                </c:pt>
                <c:pt idx="26795">
                  <c:v>1.5141795801614788</c:v>
                </c:pt>
                <c:pt idx="26796">
                  <c:v>1.5142800552937778</c:v>
                </c:pt>
                <c:pt idx="26797">
                  <c:v>1.5154323701261645</c:v>
                </c:pt>
                <c:pt idx="26798">
                  <c:v>1.5160809741862638</c:v>
                </c:pt>
                <c:pt idx="26799">
                  <c:v>1.5165941487585082</c:v>
                </c:pt>
                <c:pt idx="26800">
                  <c:v>1.5195948529411287</c:v>
                </c:pt>
                <c:pt idx="26801">
                  <c:v>1.5201654646593497</c:v>
                </c:pt>
                <c:pt idx="26802">
                  <c:v>1.5205627680491602</c:v>
                </c:pt>
                <c:pt idx="26803">
                  <c:v>1.5207694790116191</c:v>
                </c:pt>
                <c:pt idx="26804">
                  <c:v>1.5209543303408009</c:v>
                </c:pt>
                <c:pt idx="26805">
                  <c:v>1.522584205923728</c:v>
                </c:pt>
                <c:pt idx="26806">
                  <c:v>1.5226500787149502</c:v>
                </c:pt>
                <c:pt idx="26807">
                  <c:v>1.5237494044608586</c:v>
                </c:pt>
                <c:pt idx="26808">
                  <c:v>1.5248982291107842</c:v>
                </c:pt>
                <c:pt idx="26809">
                  <c:v>1.5250470840634931</c:v>
                </c:pt>
                <c:pt idx="26810">
                  <c:v>1.5250604741920992</c:v>
                </c:pt>
                <c:pt idx="26811">
                  <c:v>1.5258313526737952</c:v>
                </c:pt>
                <c:pt idx="26812">
                  <c:v>1.5259567781985077</c:v>
                </c:pt>
                <c:pt idx="26813">
                  <c:v>1.5267865442578992</c:v>
                </c:pt>
                <c:pt idx="26814">
                  <c:v>1.5281737757122047</c:v>
                </c:pt>
                <c:pt idx="26815">
                  <c:v>1.5288927509409496</c:v>
                </c:pt>
                <c:pt idx="26816">
                  <c:v>1.5294012939319936</c:v>
                </c:pt>
                <c:pt idx="26817">
                  <c:v>1.5300692924554866</c:v>
                </c:pt>
                <c:pt idx="26818">
                  <c:v>1.5301598511566787</c:v>
                </c:pt>
                <c:pt idx="26819">
                  <c:v>1.5311007337001619</c:v>
                </c:pt>
                <c:pt idx="26820">
                  <c:v>1.5313752799607621</c:v>
                </c:pt>
                <c:pt idx="26821">
                  <c:v>1.5319678218978372</c:v>
                </c:pt>
                <c:pt idx="26822">
                  <c:v>1.5326335362301178</c:v>
                </c:pt>
                <c:pt idx="26823">
                  <c:v>1.5338352408534504</c:v>
                </c:pt>
                <c:pt idx="26824">
                  <c:v>1.5354113446698077</c:v>
                </c:pt>
                <c:pt idx="26825">
                  <c:v>1.5358333322272053</c:v>
                </c:pt>
                <c:pt idx="26826">
                  <c:v>1.5369373912745934</c:v>
                </c:pt>
                <c:pt idx="26827">
                  <c:v>1.5369756518656992</c:v>
                </c:pt>
                <c:pt idx="26828">
                  <c:v>1.53729750262306</c:v>
                </c:pt>
                <c:pt idx="26829">
                  <c:v>1.5394774810162113</c:v>
                </c:pt>
                <c:pt idx="26830">
                  <c:v>1.5397202287870058</c:v>
                </c:pt>
                <c:pt idx="26831">
                  <c:v>1.5404967889674754</c:v>
                </c:pt>
                <c:pt idx="26832">
                  <c:v>1.5405020739253528</c:v>
                </c:pt>
                <c:pt idx="26833">
                  <c:v>1.5408130085906941</c:v>
                </c:pt>
                <c:pt idx="26834">
                  <c:v>1.5411449134734623</c:v>
                </c:pt>
                <c:pt idx="26835">
                  <c:v>1.5417309783842841</c:v>
                </c:pt>
                <c:pt idx="26836">
                  <c:v>1.542174935010967</c:v>
                </c:pt>
                <c:pt idx="26837">
                  <c:v>1.5421867039540382</c:v>
                </c:pt>
                <c:pt idx="26838">
                  <c:v>1.5430962737657257</c:v>
                </c:pt>
                <c:pt idx="26839">
                  <c:v>1.5436476865384745</c:v>
                </c:pt>
                <c:pt idx="26840">
                  <c:v>1.5446894393014576</c:v>
                </c:pt>
                <c:pt idx="26841">
                  <c:v>1.546979803460379</c:v>
                </c:pt>
                <c:pt idx="26842">
                  <c:v>1.5471071327996124</c:v>
                </c:pt>
                <c:pt idx="26843">
                  <c:v>1.5471283680992365</c:v>
                </c:pt>
                <c:pt idx="26844">
                  <c:v>1.5471460888015705</c:v>
                </c:pt>
                <c:pt idx="26845">
                  <c:v>1.5472405399865878</c:v>
                </c:pt>
                <c:pt idx="26846">
                  <c:v>1.5487589618181059</c:v>
                </c:pt>
                <c:pt idx="26847">
                  <c:v>1.548992165792995</c:v>
                </c:pt>
                <c:pt idx="26848">
                  <c:v>1.5492687811667278</c:v>
                </c:pt>
                <c:pt idx="26849">
                  <c:v>1.5501102374126381</c:v>
                </c:pt>
                <c:pt idx="26850">
                  <c:v>1.5504184392808666</c:v>
                </c:pt>
                <c:pt idx="26851">
                  <c:v>1.5512362318107378</c:v>
                </c:pt>
                <c:pt idx="26852">
                  <c:v>1.5527381765227186</c:v>
                </c:pt>
                <c:pt idx="26853">
                  <c:v>1.5530574914619231</c:v>
                </c:pt>
                <c:pt idx="26854">
                  <c:v>1.5547466137033179</c:v>
                </c:pt>
                <c:pt idx="26855">
                  <c:v>1.5552981762344322</c:v>
                </c:pt>
                <c:pt idx="26856">
                  <c:v>1.5578064111958045</c:v>
                </c:pt>
                <c:pt idx="26857">
                  <c:v>1.5602630283419916</c:v>
                </c:pt>
                <c:pt idx="26858">
                  <c:v>1.5603650653794958</c:v>
                </c:pt>
                <c:pt idx="26859">
                  <c:v>1.5606955024717242</c:v>
                </c:pt>
                <c:pt idx="26860">
                  <c:v>1.560705861649369</c:v>
                </c:pt>
                <c:pt idx="26861">
                  <c:v>1.562550998652537</c:v>
                </c:pt>
                <c:pt idx="26862">
                  <c:v>1.5628715743489063</c:v>
                </c:pt>
                <c:pt idx="26863">
                  <c:v>1.5637698971878744</c:v>
                </c:pt>
                <c:pt idx="26864">
                  <c:v>1.5643531783547668</c:v>
                </c:pt>
                <c:pt idx="26865">
                  <c:v>1.5652112157084936</c:v>
                </c:pt>
                <c:pt idx="26866">
                  <c:v>1.5663585180434318</c:v>
                </c:pt>
                <c:pt idx="26867">
                  <c:v>1.566718403379217</c:v>
                </c:pt>
                <c:pt idx="26868">
                  <c:v>1.5674255732654161</c:v>
                </c:pt>
                <c:pt idx="26869">
                  <c:v>1.568658490932664</c:v>
                </c:pt>
                <c:pt idx="26870">
                  <c:v>1.5691363557522922</c:v>
                </c:pt>
                <c:pt idx="26871">
                  <c:v>1.5691905319442396</c:v>
                </c:pt>
                <c:pt idx="26872">
                  <c:v>1.5700826603766183</c:v>
                </c:pt>
                <c:pt idx="26873">
                  <c:v>1.5703380227336048</c:v>
                </c:pt>
                <c:pt idx="26874">
                  <c:v>1.5707965393152099</c:v>
                </c:pt>
                <c:pt idx="26875">
                  <c:v>1.5708129780685081</c:v>
                </c:pt>
                <c:pt idx="26876">
                  <c:v>1.5713294723501756</c:v>
                </c:pt>
                <c:pt idx="26877">
                  <c:v>1.5722277701096707</c:v>
                </c:pt>
                <c:pt idx="26878">
                  <c:v>1.5723231019428183</c:v>
                </c:pt>
                <c:pt idx="26879">
                  <c:v>1.5751585749925432</c:v>
                </c:pt>
                <c:pt idx="26880">
                  <c:v>1.5757874120008108</c:v>
                </c:pt>
                <c:pt idx="26881">
                  <c:v>1.5763891833563044</c:v>
                </c:pt>
                <c:pt idx="26882">
                  <c:v>1.5780652908787873</c:v>
                </c:pt>
                <c:pt idx="26883">
                  <c:v>1.5791750151785959</c:v>
                </c:pt>
                <c:pt idx="26884">
                  <c:v>1.579564409674777</c:v>
                </c:pt>
                <c:pt idx="26885">
                  <c:v>1.5808132158385408</c:v>
                </c:pt>
                <c:pt idx="26886">
                  <c:v>1.5809581049736281</c:v>
                </c:pt>
                <c:pt idx="26887">
                  <c:v>1.5809586936541515</c:v>
                </c:pt>
                <c:pt idx="26888">
                  <c:v>1.5813388264160373</c:v>
                </c:pt>
                <c:pt idx="26889">
                  <c:v>1.5817793878202715</c:v>
                </c:pt>
                <c:pt idx="26890">
                  <c:v>1.5824163208333868</c:v>
                </c:pt>
                <c:pt idx="26891">
                  <c:v>1.5840741474342184</c:v>
                </c:pt>
                <c:pt idx="26892">
                  <c:v>1.5850238158803187</c:v>
                </c:pt>
                <c:pt idx="26893">
                  <c:v>1.5850289824490691</c:v>
                </c:pt>
                <c:pt idx="26894">
                  <c:v>1.5850519468658917</c:v>
                </c:pt>
                <c:pt idx="26895">
                  <c:v>1.5852601595854128</c:v>
                </c:pt>
                <c:pt idx="26896">
                  <c:v>1.5853714016367124</c:v>
                </c:pt>
                <c:pt idx="26897">
                  <c:v>1.5854492737636661</c:v>
                </c:pt>
                <c:pt idx="26898">
                  <c:v>1.5865478864259697</c:v>
                </c:pt>
                <c:pt idx="26899">
                  <c:v>1.5894553074647304</c:v>
                </c:pt>
                <c:pt idx="26900">
                  <c:v>1.589792629746434</c:v>
                </c:pt>
                <c:pt idx="26901">
                  <c:v>1.5903472038386759</c:v>
                </c:pt>
                <c:pt idx="26902">
                  <c:v>1.5906114916408938</c:v>
                </c:pt>
                <c:pt idx="26903">
                  <c:v>1.5930678756207712</c:v>
                </c:pt>
                <c:pt idx="26904">
                  <c:v>1.5952454840566188</c:v>
                </c:pt>
                <c:pt idx="26905">
                  <c:v>1.5953583686707042</c:v>
                </c:pt>
                <c:pt idx="26906">
                  <c:v>1.5960957997233041</c:v>
                </c:pt>
                <c:pt idx="26907">
                  <c:v>1.5970623699222206</c:v>
                </c:pt>
                <c:pt idx="26908">
                  <c:v>1.597861875277343</c:v>
                </c:pt>
                <c:pt idx="26909">
                  <c:v>1.598795276780826</c:v>
                </c:pt>
                <c:pt idx="26910">
                  <c:v>1.5994273815765712</c:v>
                </c:pt>
                <c:pt idx="26911">
                  <c:v>1.6009840643727469</c:v>
                </c:pt>
                <c:pt idx="26912">
                  <c:v>1.6018797425471867</c:v>
                </c:pt>
                <c:pt idx="26913">
                  <c:v>1.6021757351465256</c:v>
                </c:pt>
                <c:pt idx="26914">
                  <c:v>1.6023016989922076</c:v>
                </c:pt>
                <c:pt idx="26915">
                  <c:v>1.6039081272046911</c:v>
                </c:pt>
                <c:pt idx="26916">
                  <c:v>1.6047238675055533</c:v>
                </c:pt>
                <c:pt idx="26917">
                  <c:v>1.6064473543128845</c:v>
                </c:pt>
                <c:pt idx="26918">
                  <c:v>1.6066746196406709</c:v>
                </c:pt>
                <c:pt idx="26919">
                  <c:v>1.610522692908813</c:v>
                </c:pt>
                <c:pt idx="26920">
                  <c:v>1.6130631223565675</c:v>
                </c:pt>
                <c:pt idx="26921">
                  <c:v>1.613938735809169</c:v>
                </c:pt>
                <c:pt idx="26922">
                  <c:v>1.617011763662688</c:v>
                </c:pt>
                <c:pt idx="26923">
                  <c:v>1.6182998970307556</c:v>
                </c:pt>
                <c:pt idx="26924">
                  <c:v>1.6263789558723742</c:v>
                </c:pt>
                <c:pt idx="26925">
                  <c:v>1.6393800295908132</c:v>
                </c:pt>
                <c:pt idx="26926">
                  <c:v>1.6411941188439172</c:v>
                </c:pt>
                <c:pt idx="26927">
                  <c:v>1.6412237907631171</c:v>
                </c:pt>
                <c:pt idx="26928">
                  <c:v>1.647987531577924</c:v>
                </c:pt>
                <c:pt idx="26929">
                  <c:v>1.6481632941002131</c:v>
                </c:pt>
                <c:pt idx="26930">
                  <c:v>1.6490458266429877</c:v>
                </c:pt>
                <c:pt idx="26931">
                  <c:v>1.6529091230589101</c:v>
                </c:pt>
                <c:pt idx="26932">
                  <c:v>1.6617998877961326</c:v>
                </c:pt>
                <c:pt idx="26933">
                  <c:v>1.6784577694776412</c:v>
                </c:pt>
                <c:pt idx="26934">
                  <c:v>1.7072242391593486</c:v>
                </c:pt>
                <c:pt idx="26935">
                  <c:v>1.7238486071232546</c:v>
                </c:pt>
                <c:pt idx="26936">
                  <c:v>1.7248769867555969</c:v>
                </c:pt>
                <c:pt idx="26937">
                  <c:v>1.7496374353265811</c:v>
                </c:pt>
                <c:pt idx="26938">
                  <c:v>1.7754882082019567</c:v>
                </c:pt>
                <c:pt idx="26939">
                  <c:v>1.7884911384245417</c:v>
                </c:pt>
                <c:pt idx="26940">
                  <c:v>2.0188521805587358</c:v>
                </c:pt>
              </c:numCache>
            </c:numRef>
          </c:xVal>
          <c:yVal>
            <c:numRef>
              <c:f>工作表1!$C$2:$C$26942</c:f>
              <c:numCache>
                <c:formatCode>General</c:formatCode>
                <c:ptCount val="26941"/>
                <c:pt idx="0">
                  <c:v>0</c:v>
                </c:pt>
                <c:pt idx="1">
                  <c:v>1.4814814814814815E-4</c:v>
                </c:pt>
                <c:pt idx="2">
                  <c:v>1.4814814814814815E-4</c:v>
                </c:pt>
                <c:pt idx="3">
                  <c:v>2.9629629629629629E-4</c:v>
                </c:pt>
                <c:pt idx="4">
                  <c:v>4.4444444444444447E-4</c:v>
                </c:pt>
                <c:pt idx="5">
                  <c:v>4.4444444444444447E-4</c:v>
                </c:pt>
                <c:pt idx="6">
                  <c:v>4.4444444444444447E-4</c:v>
                </c:pt>
                <c:pt idx="7">
                  <c:v>4.4444444444444447E-4</c:v>
                </c:pt>
                <c:pt idx="8">
                  <c:v>4.4444444444444447E-4</c:v>
                </c:pt>
                <c:pt idx="9">
                  <c:v>4.4444444444444447E-4</c:v>
                </c:pt>
                <c:pt idx="10">
                  <c:v>5.9259259259259258E-4</c:v>
                </c:pt>
                <c:pt idx="11">
                  <c:v>5.9259259259259258E-4</c:v>
                </c:pt>
                <c:pt idx="12">
                  <c:v>5.9259259259259258E-4</c:v>
                </c:pt>
                <c:pt idx="13">
                  <c:v>7.407407407407407E-4</c:v>
                </c:pt>
                <c:pt idx="14">
                  <c:v>7.407407407407407E-4</c:v>
                </c:pt>
                <c:pt idx="15">
                  <c:v>8.8888888888888893E-4</c:v>
                </c:pt>
                <c:pt idx="16">
                  <c:v>8.8888888888888893E-4</c:v>
                </c:pt>
                <c:pt idx="17">
                  <c:v>8.8888888888888893E-4</c:v>
                </c:pt>
                <c:pt idx="18">
                  <c:v>1.0370370370370371E-3</c:v>
                </c:pt>
                <c:pt idx="19">
                  <c:v>1.0370370370370371E-3</c:v>
                </c:pt>
                <c:pt idx="20">
                  <c:v>1.0370370370370371E-3</c:v>
                </c:pt>
                <c:pt idx="21">
                  <c:v>1.0370370370370371E-3</c:v>
                </c:pt>
                <c:pt idx="22">
                  <c:v>1.0370370370370371E-3</c:v>
                </c:pt>
                <c:pt idx="23">
                  <c:v>1.1851851851851852E-3</c:v>
                </c:pt>
                <c:pt idx="24">
                  <c:v>1.1851851851851852E-3</c:v>
                </c:pt>
                <c:pt idx="25">
                  <c:v>1.1851851851851852E-3</c:v>
                </c:pt>
                <c:pt idx="26">
                  <c:v>1.1851851851851852E-3</c:v>
                </c:pt>
                <c:pt idx="27">
                  <c:v>1.1851851851851852E-3</c:v>
                </c:pt>
                <c:pt idx="28">
                  <c:v>1.3333333333333333E-3</c:v>
                </c:pt>
                <c:pt idx="29">
                  <c:v>1.3333333333333333E-3</c:v>
                </c:pt>
                <c:pt idx="30">
                  <c:v>1.3333333333333333E-3</c:v>
                </c:pt>
                <c:pt idx="31">
                  <c:v>1.4814814814814814E-3</c:v>
                </c:pt>
                <c:pt idx="32">
                  <c:v>1.4814814814814814E-3</c:v>
                </c:pt>
                <c:pt idx="33">
                  <c:v>1.6296296296296295E-3</c:v>
                </c:pt>
                <c:pt idx="34">
                  <c:v>1.6296296296296295E-3</c:v>
                </c:pt>
                <c:pt idx="35">
                  <c:v>1.6296296296296295E-3</c:v>
                </c:pt>
                <c:pt idx="36">
                  <c:v>1.6296296296296295E-3</c:v>
                </c:pt>
                <c:pt idx="37">
                  <c:v>1.6296296296296295E-3</c:v>
                </c:pt>
                <c:pt idx="38">
                  <c:v>1.7777777777777779E-3</c:v>
                </c:pt>
                <c:pt idx="39">
                  <c:v>1.7777777777777779E-3</c:v>
                </c:pt>
                <c:pt idx="40">
                  <c:v>1.925925925925926E-3</c:v>
                </c:pt>
                <c:pt idx="41">
                  <c:v>1.925925925925926E-3</c:v>
                </c:pt>
                <c:pt idx="42">
                  <c:v>2.0740740740740741E-3</c:v>
                </c:pt>
                <c:pt idx="43">
                  <c:v>2.2222222222222222E-3</c:v>
                </c:pt>
                <c:pt idx="44">
                  <c:v>2.3703703703703703E-3</c:v>
                </c:pt>
                <c:pt idx="45">
                  <c:v>2.3703703703703703E-3</c:v>
                </c:pt>
                <c:pt idx="46">
                  <c:v>2.5185185185185185E-3</c:v>
                </c:pt>
                <c:pt idx="47">
                  <c:v>2.5185185185185185E-3</c:v>
                </c:pt>
                <c:pt idx="48">
                  <c:v>2.5185185185185185E-3</c:v>
                </c:pt>
                <c:pt idx="49">
                  <c:v>2.5185185185185185E-3</c:v>
                </c:pt>
                <c:pt idx="50">
                  <c:v>2.6666666666666666E-3</c:v>
                </c:pt>
                <c:pt idx="51">
                  <c:v>2.8148148148148147E-3</c:v>
                </c:pt>
                <c:pt idx="52">
                  <c:v>2.9629629629629628E-3</c:v>
                </c:pt>
                <c:pt idx="53">
                  <c:v>2.9629629629629628E-3</c:v>
                </c:pt>
                <c:pt idx="54">
                  <c:v>2.9629629629629628E-3</c:v>
                </c:pt>
                <c:pt idx="55">
                  <c:v>3.1111111111111109E-3</c:v>
                </c:pt>
                <c:pt idx="56">
                  <c:v>3.1111111111111109E-3</c:v>
                </c:pt>
                <c:pt idx="57">
                  <c:v>3.1111111111111109E-3</c:v>
                </c:pt>
                <c:pt idx="58">
                  <c:v>3.1111111111111109E-3</c:v>
                </c:pt>
                <c:pt idx="59">
                  <c:v>3.1111111111111109E-3</c:v>
                </c:pt>
                <c:pt idx="60">
                  <c:v>3.1111111111111109E-3</c:v>
                </c:pt>
                <c:pt idx="61">
                  <c:v>3.1111111111111109E-3</c:v>
                </c:pt>
                <c:pt idx="62">
                  <c:v>3.1111111111111109E-3</c:v>
                </c:pt>
                <c:pt idx="63">
                  <c:v>3.2592592592592591E-3</c:v>
                </c:pt>
                <c:pt idx="64">
                  <c:v>3.2592592592592591E-3</c:v>
                </c:pt>
                <c:pt idx="65">
                  <c:v>3.2592592592592591E-3</c:v>
                </c:pt>
                <c:pt idx="66">
                  <c:v>3.2592592592592591E-3</c:v>
                </c:pt>
                <c:pt idx="67">
                  <c:v>3.4074074074074076E-3</c:v>
                </c:pt>
                <c:pt idx="68">
                  <c:v>3.5555555555555557E-3</c:v>
                </c:pt>
                <c:pt idx="69">
                  <c:v>3.5555555555555557E-3</c:v>
                </c:pt>
                <c:pt idx="70">
                  <c:v>3.5555555555555557E-3</c:v>
                </c:pt>
                <c:pt idx="71">
                  <c:v>3.7037037037037038E-3</c:v>
                </c:pt>
                <c:pt idx="72">
                  <c:v>3.7037037037037038E-3</c:v>
                </c:pt>
                <c:pt idx="73">
                  <c:v>3.851851851851852E-3</c:v>
                </c:pt>
                <c:pt idx="74">
                  <c:v>3.851851851851852E-3</c:v>
                </c:pt>
                <c:pt idx="75">
                  <c:v>4.0000000000000001E-3</c:v>
                </c:pt>
                <c:pt idx="76">
                  <c:v>4.0000000000000001E-3</c:v>
                </c:pt>
                <c:pt idx="77">
                  <c:v>4.1481481481481482E-3</c:v>
                </c:pt>
                <c:pt idx="78">
                  <c:v>4.1481481481481482E-3</c:v>
                </c:pt>
                <c:pt idx="79">
                  <c:v>4.1481481481481482E-3</c:v>
                </c:pt>
                <c:pt idx="80">
                  <c:v>4.2962962962962963E-3</c:v>
                </c:pt>
                <c:pt idx="81">
                  <c:v>4.4444444444444444E-3</c:v>
                </c:pt>
                <c:pt idx="82">
                  <c:v>4.5925925925925926E-3</c:v>
                </c:pt>
                <c:pt idx="83">
                  <c:v>4.5925925925925926E-3</c:v>
                </c:pt>
                <c:pt idx="84">
                  <c:v>4.7407407407407407E-3</c:v>
                </c:pt>
                <c:pt idx="85">
                  <c:v>4.8888888888888888E-3</c:v>
                </c:pt>
                <c:pt idx="86">
                  <c:v>4.8888888888888888E-3</c:v>
                </c:pt>
                <c:pt idx="87">
                  <c:v>4.8888888888888888E-3</c:v>
                </c:pt>
                <c:pt idx="88">
                  <c:v>4.8888888888888888E-3</c:v>
                </c:pt>
                <c:pt idx="89">
                  <c:v>5.0370370370370369E-3</c:v>
                </c:pt>
                <c:pt idx="90">
                  <c:v>5.0370370370370369E-3</c:v>
                </c:pt>
                <c:pt idx="91">
                  <c:v>5.0370370370370369E-3</c:v>
                </c:pt>
                <c:pt idx="92">
                  <c:v>5.0370370370370369E-3</c:v>
                </c:pt>
                <c:pt idx="93">
                  <c:v>5.0370370370370369E-3</c:v>
                </c:pt>
                <c:pt idx="94">
                  <c:v>5.0370370370370369E-3</c:v>
                </c:pt>
                <c:pt idx="95">
                  <c:v>5.0370370370370369E-3</c:v>
                </c:pt>
                <c:pt idx="96">
                  <c:v>5.0370370370370369E-3</c:v>
                </c:pt>
                <c:pt idx="97">
                  <c:v>5.0370370370370369E-3</c:v>
                </c:pt>
                <c:pt idx="98">
                  <c:v>5.185185185185185E-3</c:v>
                </c:pt>
                <c:pt idx="99">
                  <c:v>5.3333333333333332E-3</c:v>
                </c:pt>
                <c:pt idx="100">
                  <c:v>5.3333333333333332E-3</c:v>
                </c:pt>
                <c:pt idx="101">
                  <c:v>5.4814814814814813E-3</c:v>
                </c:pt>
                <c:pt idx="102">
                  <c:v>5.4814814814814813E-3</c:v>
                </c:pt>
                <c:pt idx="103">
                  <c:v>5.4814814814814813E-3</c:v>
                </c:pt>
                <c:pt idx="104">
                  <c:v>5.6296296296296294E-3</c:v>
                </c:pt>
                <c:pt idx="105">
                  <c:v>5.6296296296296294E-3</c:v>
                </c:pt>
                <c:pt idx="106">
                  <c:v>5.7777777777777775E-3</c:v>
                </c:pt>
                <c:pt idx="107">
                  <c:v>5.9259259259259256E-3</c:v>
                </c:pt>
                <c:pt idx="108">
                  <c:v>5.9259259259259256E-3</c:v>
                </c:pt>
                <c:pt idx="109">
                  <c:v>5.9259259259259256E-3</c:v>
                </c:pt>
                <c:pt idx="110">
                  <c:v>5.9259259259259256E-3</c:v>
                </c:pt>
                <c:pt idx="111">
                  <c:v>5.9259259259259256E-3</c:v>
                </c:pt>
                <c:pt idx="112">
                  <c:v>5.9259259259259256E-3</c:v>
                </c:pt>
                <c:pt idx="113">
                  <c:v>5.9259259259259256E-3</c:v>
                </c:pt>
                <c:pt idx="114">
                  <c:v>6.0740740740740738E-3</c:v>
                </c:pt>
                <c:pt idx="115">
                  <c:v>6.0740740740740738E-3</c:v>
                </c:pt>
                <c:pt idx="116">
                  <c:v>6.0740740740740738E-3</c:v>
                </c:pt>
                <c:pt idx="117">
                  <c:v>6.0740740740740738E-3</c:v>
                </c:pt>
                <c:pt idx="118">
                  <c:v>6.0740740740740738E-3</c:v>
                </c:pt>
                <c:pt idx="119">
                  <c:v>6.2222222222222219E-3</c:v>
                </c:pt>
                <c:pt idx="120">
                  <c:v>6.37037037037037E-3</c:v>
                </c:pt>
                <c:pt idx="121">
                  <c:v>6.5185185185185181E-3</c:v>
                </c:pt>
                <c:pt idx="122">
                  <c:v>6.5185185185185181E-3</c:v>
                </c:pt>
                <c:pt idx="123">
                  <c:v>6.6666666666666671E-3</c:v>
                </c:pt>
                <c:pt idx="124">
                  <c:v>6.6666666666666671E-3</c:v>
                </c:pt>
                <c:pt idx="125">
                  <c:v>6.6666666666666671E-3</c:v>
                </c:pt>
                <c:pt idx="126">
                  <c:v>6.6666666666666671E-3</c:v>
                </c:pt>
                <c:pt idx="127">
                  <c:v>6.6666666666666671E-3</c:v>
                </c:pt>
                <c:pt idx="128">
                  <c:v>6.6666666666666671E-3</c:v>
                </c:pt>
                <c:pt idx="129">
                  <c:v>6.6666666666666671E-3</c:v>
                </c:pt>
                <c:pt idx="130">
                  <c:v>6.8148148148148152E-3</c:v>
                </c:pt>
                <c:pt idx="131">
                  <c:v>6.8148148148148152E-3</c:v>
                </c:pt>
                <c:pt idx="132">
                  <c:v>6.8148148148148152E-3</c:v>
                </c:pt>
                <c:pt idx="133">
                  <c:v>6.8148148148148152E-3</c:v>
                </c:pt>
                <c:pt idx="134">
                  <c:v>6.8148148148148152E-3</c:v>
                </c:pt>
                <c:pt idx="135">
                  <c:v>6.8148148148148152E-3</c:v>
                </c:pt>
                <c:pt idx="136">
                  <c:v>6.8148148148148152E-3</c:v>
                </c:pt>
                <c:pt idx="137">
                  <c:v>6.8148148148148152E-3</c:v>
                </c:pt>
                <c:pt idx="138">
                  <c:v>6.8148148148148152E-3</c:v>
                </c:pt>
                <c:pt idx="139">
                  <c:v>6.9629629629629633E-3</c:v>
                </c:pt>
                <c:pt idx="140">
                  <c:v>6.9629629629629633E-3</c:v>
                </c:pt>
                <c:pt idx="141">
                  <c:v>6.9629629629629633E-3</c:v>
                </c:pt>
                <c:pt idx="142">
                  <c:v>7.1111111111111115E-3</c:v>
                </c:pt>
                <c:pt idx="143">
                  <c:v>7.2592592592592596E-3</c:v>
                </c:pt>
                <c:pt idx="144">
                  <c:v>7.2592592592592596E-3</c:v>
                </c:pt>
                <c:pt idx="145">
                  <c:v>7.2592592592592596E-3</c:v>
                </c:pt>
                <c:pt idx="146">
                  <c:v>7.4074074074074077E-3</c:v>
                </c:pt>
                <c:pt idx="147">
                  <c:v>7.5555555555555558E-3</c:v>
                </c:pt>
                <c:pt idx="148">
                  <c:v>7.7037037037037039E-3</c:v>
                </c:pt>
                <c:pt idx="149">
                  <c:v>7.7037037037037039E-3</c:v>
                </c:pt>
                <c:pt idx="150">
                  <c:v>7.7037037037037039E-3</c:v>
                </c:pt>
                <c:pt idx="151">
                  <c:v>7.8518518518518512E-3</c:v>
                </c:pt>
                <c:pt idx="152">
                  <c:v>8.0000000000000002E-3</c:v>
                </c:pt>
                <c:pt idx="153">
                  <c:v>8.0000000000000002E-3</c:v>
                </c:pt>
                <c:pt idx="154">
                  <c:v>8.0000000000000002E-3</c:v>
                </c:pt>
                <c:pt idx="155">
                  <c:v>8.0000000000000002E-3</c:v>
                </c:pt>
                <c:pt idx="156">
                  <c:v>8.0000000000000002E-3</c:v>
                </c:pt>
                <c:pt idx="157">
                  <c:v>8.1481481481481474E-3</c:v>
                </c:pt>
                <c:pt idx="158">
                  <c:v>8.2962962962962964E-3</c:v>
                </c:pt>
                <c:pt idx="159">
                  <c:v>8.2962962962962964E-3</c:v>
                </c:pt>
                <c:pt idx="160">
                  <c:v>8.2962962962962964E-3</c:v>
                </c:pt>
                <c:pt idx="161">
                  <c:v>8.2962962962962964E-3</c:v>
                </c:pt>
                <c:pt idx="162">
                  <c:v>8.2962962962962964E-3</c:v>
                </c:pt>
                <c:pt idx="163">
                  <c:v>8.2962962962962964E-3</c:v>
                </c:pt>
                <c:pt idx="164">
                  <c:v>8.2962962962962964E-3</c:v>
                </c:pt>
                <c:pt idx="165">
                  <c:v>8.2962962962962964E-3</c:v>
                </c:pt>
                <c:pt idx="166">
                  <c:v>8.2962962962962964E-3</c:v>
                </c:pt>
                <c:pt idx="167">
                  <c:v>8.4444444444444437E-3</c:v>
                </c:pt>
                <c:pt idx="168">
                  <c:v>8.4444444444444437E-3</c:v>
                </c:pt>
                <c:pt idx="169">
                  <c:v>8.4444444444444437E-3</c:v>
                </c:pt>
                <c:pt idx="170">
                  <c:v>8.5925925925925926E-3</c:v>
                </c:pt>
                <c:pt idx="171">
                  <c:v>8.5925925925925926E-3</c:v>
                </c:pt>
                <c:pt idx="172">
                  <c:v>8.7407407407407399E-3</c:v>
                </c:pt>
                <c:pt idx="173">
                  <c:v>8.7407407407407399E-3</c:v>
                </c:pt>
                <c:pt idx="174">
                  <c:v>8.8888888888888889E-3</c:v>
                </c:pt>
                <c:pt idx="175">
                  <c:v>8.8888888888888889E-3</c:v>
                </c:pt>
                <c:pt idx="176">
                  <c:v>8.8888888888888889E-3</c:v>
                </c:pt>
                <c:pt idx="177">
                  <c:v>9.0370370370370379E-3</c:v>
                </c:pt>
                <c:pt idx="178">
                  <c:v>9.0370370370370379E-3</c:v>
                </c:pt>
                <c:pt idx="179">
                  <c:v>9.0370370370370379E-3</c:v>
                </c:pt>
                <c:pt idx="180">
                  <c:v>9.0370370370370379E-3</c:v>
                </c:pt>
                <c:pt idx="181">
                  <c:v>9.1851851851851851E-3</c:v>
                </c:pt>
                <c:pt idx="182">
                  <c:v>9.1851851851851851E-3</c:v>
                </c:pt>
                <c:pt idx="183">
                  <c:v>9.3333333333333341E-3</c:v>
                </c:pt>
                <c:pt idx="184">
                  <c:v>9.3333333333333341E-3</c:v>
                </c:pt>
                <c:pt idx="185">
                  <c:v>9.3333333333333341E-3</c:v>
                </c:pt>
                <c:pt idx="186">
                  <c:v>9.4814814814814814E-3</c:v>
                </c:pt>
                <c:pt idx="187">
                  <c:v>9.4814814814814814E-3</c:v>
                </c:pt>
                <c:pt idx="188">
                  <c:v>9.6296296296296303E-3</c:v>
                </c:pt>
                <c:pt idx="189">
                  <c:v>9.7777777777777776E-3</c:v>
                </c:pt>
                <c:pt idx="190">
                  <c:v>9.7777777777777776E-3</c:v>
                </c:pt>
                <c:pt idx="191">
                  <c:v>9.7777777777777776E-3</c:v>
                </c:pt>
                <c:pt idx="192">
                  <c:v>9.7777777777777776E-3</c:v>
                </c:pt>
                <c:pt idx="193">
                  <c:v>9.7777777777777776E-3</c:v>
                </c:pt>
                <c:pt idx="194">
                  <c:v>9.7777777777777776E-3</c:v>
                </c:pt>
                <c:pt idx="195">
                  <c:v>9.7777777777777776E-3</c:v>
                </c:pt>
                <c:pt idx="196">
                  <c:v>9.9259259259259266E-3</c:v>
                </c:pt>
                <c:pt idx="197">
                  <c:v>9.9259259259259266E-3</c:v>
                </c:pt>
                <c:pt idx="198">
                  <c:v>1.0074074074074074E-2</c:v>
                </c:pt>
                <c:pt idx="199">
                  <c:v>1.0074074074074074E-2</c:v>
                </c:pt>
                <c:pt idx="200">
                  <c:v>1.0074074074074074E-2</c:v>
                </c:pt>
                <c:pt idx="201">
                  <c:v>1.0074074074074074E-2</c:v>
                </c:pt>
                <c:pt idx="202">
                  <c:v>1.0074074074074074E-2</c:v>
                </c:pt>
                <c:pt idx="203">
                  <c:v>1.0074074074074074E-2</c:v>
                </c:pt>
                <c:pt idx="204">
                  <c:v>1.0074074074074074E-2</c:v>
                </c:pt>
                <c:pt idx="205">
                  <c:v>1.0222222222222223E-2</c:v>
                </c:pt>
                <c:pt idx="206">
                  <c:v>1.037037037037037E-2</c:v>
                </c:pt>
                <c:pt idx="207">
                  <c:v>1.037037037037037E-2</c:v>
                </c:pt>
                <c:pt idx="208">
                  <c:v>1.0518518518518519E-2</c:v>
                </c:pt>
                <c:pt idx="209">
                  <c:v>1.0518518518518519E-2</c:v>
                </c:pt>
                <c:pt idx="210">
                  <c:v>1.0666666666666666E-2</c:v>
                </c:pt>
                <c:pt idx="211">
                  <c:v>1.0666666666666666E-2</c:v>
                </c:pt>
                <c:pt idx="212">
                  <c:v>1.0666666666666666E-2</c:v>
                </c:pt>
                <c:pt idx="213">
                  <c:v>1.0666666666666666E-2</c:v>
                </c:pt>
                <c:pt idx="214">
                  <c:v>1.0666666666666666E-2</c:v>
                </c:pt>
                <c:pt idx="215">
                  <c:v>1.0814814814814815E-2</c:v>
                </c:pt>
                <c:pt idx="216">
                  <c:v>1.0814814814814815E-2</c:v>
                </c:pt>
                <c:pt idx="217">
                  <c:v>1.0814814814814815E-2</c:v>
                </c:pt>
                <c:pt idx="218">
                  <c:v>1.0962962962962963E-2</c:v>
                </c:pt>
                <c:pt idx="219">
                  <c:v>1.0962962962962963E-2</c:v>
                </c:pt>
                <c:pt idx="220">
                  <c:v>1.0962962962962963E-2</c:v>
                </c:pt>
                <c:pt idx="221">
                  <c:v>1.0962962962962963E-2</c:v>
                </c:pt>
                <c:pt idx="222">
                  <c:v>1.1111111111111112E-2</c:v>
                </c:pt>
                <c:pt idx="223">
                  <c:v>1.1259259259259259E-2</c:v>
                </c:pt>
                <c:pt idx="224">
                  <c:v>1.1259259259259259E-2</c:v>
                </c:pt>
                <c:pt idx="225">
                  <c:v>1.1259259259259259E-2</c:v>
                </c:pt>
                <c:pt idx="226">
                  <c:v>1.1259259259259259E-2</c:v>
                </c:pt>
                <c:pt idx="227">
                  <c:v>1.1259259259259259E-2</c:v>
                </c:pt>
                <c:pt idx="228">
                  <c:v>1.1407407407407408E-2</c:v>
                </c:pt>
                <c:pt idx="229">
                  <c:v>1.1555555555555555E-2</c:v>
                </c:pt>
                <c:pt idx="230">
                  <c:v>1.1555555555555555E-2</c:v>
                </c:pt>
                <c:pt idx="231">
                  <c:v>1.1555555555555555E-2</c:v>
                </c:pt>
                <c:pt idx="232">
                  <c:v>1.1555555555555555E-2</c:v>
                </c:pt>
                <c:pt idx="233">
                  <c:v>1.1555555555555555E-2</c:v>
                </c:pt>
                <c:pt idx="234">
                  <c:v>1.1555555555555555E-2</c:v>
                </c:pt>
                <c:pt idx="235">
                  <c:v>1.1555555555555555E-2</c:v>
                </c:pt>
                <c:pt idx="236">
                  <c:v>1.1555555555555555E-2</c:v>
                </c:pt>
                <c:pt idx="237">
                  <c:v>1.1555555555555555E-2</c:v>
                </c:pt>
                <c:pt idx="238">
                  <c:v>1.1703703703703704E-2</c:v>
                </c:pt>
                <c:pt idx="239">
                  <c:v>1.1851851851851851E-2</c:v>
                </c:pt>
                <c:pt idx="240">
                  <c:v>1.2E-2</c:v>
                </c:pt>
                <c:pt idx="241">
                  <c:v>1.2148148148148148E-2</c:v>
                </c:pt>
                <c:pt idx="242">
                  <c:v>1.2296296296296296E-2</c:v>
                </c:pt>
                <c:pt idx="243">
                  <c:v>1.2444444444444444E-2</c:v>
                </c:pt>
                <c:pt idx="244">
                  <c:v>1.2444444444444444E-2</c:v>
                </c:pt>
                <c:pt idx="245">
                  <c:v>1.2444444444444444E-2</c:v>
                </c:pt>
                <c:pt idx="246">
                  <c:v>1.2444444444444444E-2</c:v>
                </c:pt>
                <c:pt idx="247">
                  <c:v>1.2592592592592593E-2</c:v>
                </c:pt>
                <c:pt idx="248">
                  <c:v>1.2592592592592593E-2</c:v>
                </c:pt>
                <c:pt idx="249">
                  <c:v>1.274074074074074E-2</c:v>
                </c:pt>
                <c:pt idx="250">
                  <c:v>1.274074074074074E-2</c:v>
                </c:pt>
                <c:pt idx="251">
                  <c:v>1.2888888888888889E-2</c:v>
                </c:pt>
                <c:pt idx="252">
                  <c:v>1.2888888888888889E-2</c:v>
                </c:pt>
                <c:pt idx="253">
                  <c:v>1.2888888888888889E-2</c:v>
                </c:pt>
                <c:pt idx="254">
                  <c:v>1.2888888888888889E-2</c:v>
                </c:pt>
                <c:pt idx="255">
                  <c:v>1.3037037037037036E-2</c:v>
                </c:pt>
                <c:pt idx="256">
                  <c:v>1.3185185185185185E-2</c:v>
                </c:pt>
                <c:pt idx="257">
                  <c:v>1.3185185185185185E-2</c:v>
                </c:pt>
                <c:pt idx="258">
                  <c:v>1.3333333333333334E-2</c:v>
                </c:pt>
                <c:pt idx="259">
                  <c:v>1.3333333333333334E-2</c:v>
                </c:pt>
                <c:pt idx="260">
                  <c:v>1.3333333333333334E-2</c:v>
                </c:pt>
                <c:pt idx="261">
                  <c:v>1.3333333333333334E-2</c:v>
                </c:pt>
                <c:pt idx="262">
                  <c:v>1.3333333333333334E-2</c:v>
                </c:pt>
                <c:pt idx="263">
                  <c:v>1.3333333333333334E-2</c:v>
                </c:pt>
                <c:pt idx="264">
                  <c:v>1.3333333333333334E-2</c:v>
                </c:pt>
                <c:pt idx="265">
                  <c:v>1.3333333333333334E-2</c:v>
                </c:pt>
                <c:pt idx="266">
                  <c:v>1.3481481481481481E-2</c:v>
                </c:pt>
                <c:pt idx="267">
                  <c:v>1.3481481481481481E-2</c:v>
                </c:pt>
                <c:pt idx="268">
                  <c:v>1.3481481481481481E-2</c:v>
                </c:pt>
                <c:pt idx="269">
                  <c:v>1.362962962962963E-2</c:v>
                </c:pt>
                <c:pt idx="270">
                  <c:v>1.3777777777777778E-2</c:v>
                </c:pt>
                <c:pt idx="271">
                  <c:v>1.3777777777777778E-2</c:v>
                </c:pt>
                <c:pt idx="272">
                  <c:v>1.3925925925925927E-2</c:v>
                </c:pt>
                <c:pt idx="273">
                  <c:v>1.4074074074074074E-2</c:v>
                </c:pt>
                <c:pt idx="274">
                  <c:v>1.4074074074074074E-2</c:v>
                </c:pt>
                <c:pt idx="275">
                  <c:v>1.4074074074074074E-2</c:v>
                </c:pt>
                <c:pt idx="276">
                  <c:v>1.4074074074074074E-2</c:v>
                </c:pt>
                <c:pt idx="277">
                  <c:v>1.4222222222222223E-2</c:v>
                </c:pt>
                <c:pt idx="278">
                  <c:v>1.437037037037037E-2</c:v>
                </c:pt>
                <c:pt idx="279">
                  <c:v>1.437037037037037E-2</c:v>
                </c:pt>
                <c:pt idx="280">
                  <c:v>1.437037037037037E-2</c:v>
                </c:pt>
                <c:pt idx="281">
                  <c:v>1.437037037037037E-2</c:v>
                </c:pt>
                <c:pt idx="282">
                  <c:v>1.437037037037037E-2</c:v>
                </c:pt>
                <c:pt idx="283">
                  <c:v>1.437037037037037E-2</c:v>
                </c:pt>
                <c:pt idx="284">
                  <c:v>1.4518518518518519E-2</c:v>
                </c:pt>
                <c:pt idx="285">
                  <c:v>1.4666666666666666E-2</c:v>
                </c:pt>
                <c:pt idx="286">
                  <c:v>1.4666666666666666E-2</c:v>
                </c:pt>
                <c:pt idx="287">
                  <c:v>1.4814814814814815E-2</c:v>
                </c:pt>
                <c:pt idx="288">
                  <c:v>1.4814814814814815E-2</c:v>
                </c:pt>
                <c:pt idx="289">
                  <c:v>1.4814814814814815E-2</c:v>
                </c:pt>
                <c:pt idx="290">
                  <c:v>1.4814814814814815E-2</c:v>
                </c:pt>
                <c:pt idx="291">
                  <c:v>1.4814814814814815E-2</c:v>
                </c:pt>
                <c:pt idx="292">
                  <c:v>1.4814814814814815E-2</c:v>
                </c:pt>
                <c:pt idx="293">
                  <c:v>1.4962962962962963E-2</c:v>
                </c:pt>
                <c:pt idx="294">
                  <c:v>1.5111111111111112E-2</c:v>
                </c:pt>
                <c:pt idx="295">
                  <c:v>1.5259259259259259E-2</c:v>
                </c:pt>
                <c:pt idx="296">
                  <c:v>1.5259259259259259E-2</c:v>
                </c:pt>
                <c:pt idx="297">
                  <c:v>1.5259259259259259E-2</c:v>
                </c:pt>
                <c:pt idx="298">
                  <c:v>1.5259259259259259E-2</c:v>
                </c:pt>
                <c:pt idx="299">
                  <c:v>1.5259259259259259E-2</c:v>
                </c:pt>
                <c:pt idx="300">
                  <c:v>1.5259259259259259E-2</c:v>
                </c:pt>
                <c:pt idx="301">
                  <c:v>1.5259259259259259E-2</c:v>
                </c:pt>
                <c:pt idx="302">
                  <c:v>1.5407407407407408E-2</c:v>
                </c:pt>
                <c:pt idx="303">
                  <c:v>1.5407407407407408E-2</c:v>
                </c:pt>
                <c:pt idx="304">
                  <c:v>1.5407407407407408E-2</c:v>
                </c:pt>
                <c:pt idx="305">
                  <c:v>1.5555555555555555E-2</c:v>
                </c:pt>
                <c:pt idx="306">
                  <c:v>1.5703703703703702E-2</c:v>
                </c:pt>
                <c:pt idx="307">
                  <c:v>1.5703703703703702E-2</c:v>
                </c:pt>
                <c:pt idx="308">
                  <c:v>1.5703703703703702E-2</c:v>
                </c:pt>
                <c:pt idx="309">
                  <c:v>1.5703703703703702E-2</c:v>
                </c:pt>
                <c:pt idx="310">
                  <c:v>1.5703703703703702E-2</c:v>
                </c:pt>
                <c:pt idx="311">
                  <c:v>1.5851851851851853E-2</c:v>
                </c:pt>
                <c:pt idx="312">
                  <c:v>1.5851851851851853E-2</c:v>
                </c:pt>
                <c:pt idx="313">
                  <c:v>1.5851851851851853E-2</c:v>
                </c:pt>
                <c:pt idx="314">
                  <c:v>1.5851851851851853E-2</c:v>
                </c:pt>
                <c:pt idx="315">
                  <c:v>1.5851851851851853E-2</c:v>
                </c:pt>
                <c:pt idx="316">
                  <c:v>1.5851851851851853E-2</c:v>
                </c:pt>
                <c:pt idx="317">
                  <c:v>1.5851851851851853E-2</c:v>
                </c:pt>
                <c:pt idx="318">
                  <c:v>1.5851851851851853E-2</c:v>
                </c:pt>
                <c:pt idx="319">
                  <c:v>1.5851851851851853E-2</c:v>
                </c:pt>
                <c:pt idx="320">
                  <c:v>1.6E-2</c:v>
                </c:pt>
                <c:pt idx="321">
                  <c:v>1.6148148148148148E-2</c:v>
                </c:pt>
                <c:pt idx="322">
                  <c:v>1.6296296296296295E-2</c:v>
                </c:pt>
                <c:pt idx="323">
                  <c:v>1.6296296296296295E-2</c:v>
                </c:pt>
                <c:pt idx="324">
                  <c:v>1.6296296296296295E-2</c:v>
                </c:pt>
                <c:pt idx="325">
                  <c:v>1.6444444444444446E-2</c:v>
                </c:pt>
                <c:pt idx="326">
                  <c:v>1.6444444444444446E-2</c:v>
                </c:pt>
                <c:pt idx="327">
                  <c:v>1.6592592592592593E-2</c:v>
                </c:pt>
                <c:pt idx="328">
                  <c:v>1.6592592592592593E-2</c:v>
                </c:pt>
                <c:pt idx="329">
                  <c:v>1.6592592592592593E-2</c:v>
                </c:pt>
                <c:pt idx="330">
                  <c:v>1.6592592592592593E-2</c:v>
                </c:pt>
                <c:pt idx="331">
                  <c:v>1.6592592592592593E-2</c:v>
                </c:pt>
                <c:pt idx="332">
                  <c:v>1.6592592592592593E-2</c:v>
                </c:pt>
                <c:pt idx="333">
                  <c:v>1.674074074074074E-2</c:v>
                </c:pt>
                <c:pt idx="334">
                  <c:v>1.674074074074074E-2</c:v>
                </c:pt>
                <c:pt idx="335">
                  <c:v>1.674074074074074E-2</c:v>
                </c:pt>
                <c:pt idx="336">
                  <c:v>1.674074074074074E-2</c:v>
                </c:pt>
                <c:pt idx="337">
                  <c:v>1.6888888888888887E-2</c:v>
                </c:pt>
                <c:pt idx="338">
                  <c:v>1.6888888888888887E-2</c:v>
                </c:pt>
                <c:pt idx="339">
                  <c:v>1.7037037037037038E-2</c:v>
                </c:pt>
                <c:pt idx="340">
                  <c:v>1.7185185185185185E-2</c:v>
                </c:pt>
                <c:pt idx="341">
                  <c:v>1.7333333333333333E-2</c:v>
                </c:pt>
                <c:pt idx="342">
                  <c:v>1.7333333333333333E-2</c:v>
                </c:pt>
                <c:pt idx="343">
                  <c:v>1.748148148148148E-2</c:v>
                </c:pt>
                <c:pt idx="344">
                  <c:v>1.748148148148148E-2</c:v>
                </c:pt>
                <c:pt idx="345">
                  <c:v>1.748148148148148E-2</c:v>
                </c:pt>
                <c:pt idx="346">
                  <c:v>1.748148148148148E-2</c:v>
                </c:pt>
                <c:pt idx="347">
                  <c:v>1.748148148148148E-2</c:v>
                </c:pt>
                <c:pt idx="348">
                  <c:v>1.748148148148148E-2</c:v>
                </c:pt>
                <c:pt idx="349">
                  <c:v>1.7629629629629631E-2</c:v>
                </c:pt>
                <c:pt idx="350">
                  <c:v>1.7629629629629631E-2</c:v>
                </c:pt>
                <c:pt idx="351">
                  <c:v>1.7629629629629631E-2</c:v>
                </c:pt>
                <c:pt idx="352">
                  <c:v>1.7777777777777778E-2</c:v>
                </c:pt>
                <c:pt idx="353">
                  <c:v>1.7777777777777778E-2</c:v>
                </c:pt>
                <c:pt idx="354">
                  <c:v>1.7925925925925925E-2</c:v>
                </c:pt>
                <c:pt idx="355">
                  <c:v>1.7925925925925925E-2</c:v>
                </c:pt>
                <c:pt idx="356">
                  <c:v>1.7925925925925925E-2</c:v>
                </c:pt>
                <c:pt idx="357">
                  <c:v>1.8074074074074076E-2</c:v>
                </c:pt>
                <c:pt idx="358">
                  <c:v>1.8074074074074076E-2</c:v>
                </c:pt>
                <c:pt idx="359">
                  <c:v>1.8074074074074076E-2</c:v>
                </c:pt>
                <c:pt idx="360">
                  <c:v>1.8074074074074076E-2</c:v>
                </c:pt>
                <c:pt idx="361">
                  <c:v>1.8222222222222223E-2</c:v>
                </c:pt>
                <c:pt idx="362">
                  <c:v>1.8222222222222223E-2</c:v>
                </c:pt>
                <c:pt idx="363">
                  <c:v>1.837037037037037E-2</c:v>
                </c:pt>
                <c:pt idx="364">
                  <c:v>1.8518518518518517E-2</c:v>
                </c:pt>
                <c:pt idx="365">
                  <c:v>1.8666666666666668E-2</c:v>
                </c:pt>
                <c:pt idx="366">
                  <c:v>1.8666666666666668E-2</c:v>
                </c:pt>
                <c:pt idx="367">
                  <c:v>1.8814814814814815E-2</c:v>
                </c:pt>
                <c:pt idx="368">
                  <c:v>1.8814814814814815E-2</c:v>
                </c:pt>
                <c:pt idx="369">
                  <c:v>1.8814814814814815E-2</c:v>
                </c:pt>
                <c:pt idx="370">
                  <c:v>1.8814814814814815E-2</c:v>
                </c:pt>
                <c:pt idx="371">
                  <c:v>1.8814814814814815E-2</c:v>
                </c:pt>
                <c:pt idx="372">
                  <c:v>1.8962962962962963E-2</c:v>
                </c:pt>
                <c:pt idx="373">
                  <c:v>1.8962962962962963E-2</c:v>
                </c:pt>
                <c:pt idx="374">
                  <c:v>1.8962962962962963E-2</c:v>
                </c:pt>
                <c:pt idx="375">
                  <c:v>1.8962962962962963E-2</c:v>
                </c:pt>
                <c:pt idx="376">
                  <c:v>1.8962962962962963E-2</c:v>
                </c:pt>
                <c:pt idx="377">
                  <c:v>1.911111111111111E-2</c:v>
                </c:pt>
                <c:pt idx="378">
                  <c:v>1.911111111111111E-2</c:v>
                </c:pt>
                <c:pt idx="379">
                  <c:v>1.9259259259259261E-2</c:v>
                </c:pt>
                <c:pt idx="380">
                  <c:v>1.9259259259259261E-2</c:v>
                </c:pt>
                <c:pt idx="381">
                  <c:v>1.9259259259259261E-2</c:v>
                </c:pt>
                <c:pt idx="382">
                  <c:v>1.9259259259259261E-2</c:v>
                </c:pt>
                <c:pt idx="383">
                  <c:v>1.9407407407407408E-2</c:v>
                </c:pt>
                <c:pt idx="384">
                  <c:v>1.9555555555555555E-2</c:v>
                </c:pt>
                <c:pt idx="385">
                  <c:v>1.9703703703703702E-2</c:v>
                </c:pt>
                <c:pt idx="386">
                  <c:v>1.9703703703703702E-2</c:v>
                </c:pt>
                <c:pt idx="387">
                  <c:v>1.9703703703703702E-2</c:v>
                </c:pt>
                <c:pt idx="388">
                  <c:v>1.9851851851851853E-2</c:v>
                </c:pt>
                <c:pt idx="389">
                  <c:v>1.9851851851851853E-2</c:v>
                </c:pt>
                <c:pt idx="390">
                  <c:v>1.9851851851851853E-2</c:v>
                </c:pt>
                <c:pt idx="391">
                  <c:v>1.9851851851851853E-2</c:v>
                </c:pt>
                <c:pt idx="392">
                  <c:v>1.9851851851851853E-2</c:v>
                </c:pt>
                <c:pt idx="393">
                  <c:v>1.9851851851851853E-2</c:v>
                </c:pt>
                <c:pt idx="394">
                  <c:v>1.9851851851851853E-2</c:v>
                </c:pt>
                <c:pt idx="395">
                  <c:v>1.9851851851851853E-2</c:v>
                </c:pt>
                <c:pt idx="396">
                  <c:v>1.9851851851851853E-2</c:v>
                </c:pt>
                <c:pt idx="397">
                  <c:v>1.9851851851851853E-2</c:v>
                </c:pt>
                <c:pt idx="398">
                  <c:v>0.02</c:v>
                </c:pt>
                <c:pt idx="399">
                  <c:v>0.02</c:v>
                </c:pt>
                <c:pt idx="400">
                  <c:v>0.02</c:v>
                </c:pt>
                <c:pt idx="401">
                  <c:v>0.02</c:v>
                </c:pt>
                <c:pt idx="402">
                  <c:v>2.0148148148148148E-2</c:v>
                </c:pt>
                <c:pt idx="403">
                  <c:v>2.0148148148148148E-2</c:v>
                </c:pt>
                <c:pt idx="404">
                  <c:v>2.0148148148148148E-2</c:v>
                </c:pt>
                <c:pt idx="405">
                  <c:v>2.0148148148148148E-2</c:v>
                </c:pt>
                <c:pt idx="406">
                  <c:v>2.0148148148148148E-2</c:v>
                </c:pt>
                <c:pt idx="407">
                  <c:v>2.0296296296296295E-2</c:v>
                </c:pt>
                <c:pt idx="408">
                  <c:v>2.0444444444444446E-2</c:v>
                </c:pt>
                <c:pt idx="409">
                  <c:v>2.0592592592592593E-2</c:v>
                </c:pt>
                <c:pt idx="410">
                  <c:v>2.074074074074074E-2</c:v>
                </c:pt>
                <c:pt idx="411">
                  <c:v>2.0888888888888887E-2</c:v>
                </c:pt>
                <c:pt idx="412">
                  <c:v>2.1037037037037038E-2</c:v>
                </c:pt>
                <c:pt idx="413">
                  <c:v>2.1037037037037038E-2</c:v>
                </c:pt>
                <c:pt idx="414">
                  <c:v>2.1037037037037038E-2</c:v>
                </c:pt>
                <c:pt idx="415">
                  <c:v>2.1037037037037038E-2</c:v>
                </c:pt>
                <c:pt idx="416">
                  <c:v>2.1037037037037038E-2</c:v>
                </c:pt>
                <c:pt idx="417">
                  <c:v>2.1037037037037038E-2</c:v>
                </c:pt>
                <c:pt idx="418">
                  <c:v>2.1185185185185185E-2</c:v>
                </c:pt>
                <c:pt idx="419">
                  <c:v>2.1185185185185185E-2</c:v>
                </c:pt>
                <c:pt idx="420">
                  <c:v>2.1185185185185185E-2</c:v>
                </c:pt>
                <c:pt idx="421">
                  <c:v>2.1185185185185185E-2</c:v>
                </c:pt>
                <c:pt idx="422">
                  <c:v>2.1185185185185185E-2</c:v>
                </c:pt>
                <c:pt idx="423">
                  <c:v>2.1185185185185185E-2</c:v>
                </c:pt>
                <c:pt idx="424">
                  <c:v>2.1333333333333333E-2</c:v>
                </c:pt>
                <c:pt idx="425">
                  <c:v>2.1333333333333333E-2</c:v>
                </c:pt>
                <c:pt idx="426">
                  <c:v>2.1333333333333333E-2</c:v>
                </c:pt>
                <c:pt idx="427">
                  <c:v>2.1333333333333333E-2</c:v>
                </c:pt>
                <c:pt idx="428">
                  <c:v>2.148148148148148E-2</c:v>
                </c:pt>
                <c:pt idx="429">
                  <c:v>2.148148148148148E-2</c:v>
                </c:pt>
                <c:pt idx="430">
                  <c:v>2.148148148148148E-2</c:v>
                </c:pt>
                <c:pt idx="431">
                  <c:v>2.148148148148148E-2</c:v>
                </c:pt>
                <c:pt idx="432">
                  <c:v>2.148148148148148E-2</c:v>
                </c:pt>
                <c:pt idx="433">
                  <c:v>2.148148148148148E-2</c:v>
                </c:pt>
                <c:pt idx="434">
                  <c:v>2.1629629629629631E-2</c:v>
                </c:pt>
                <c:pt idx="435">
                  <c:v>2.1629629629629631E-2</c:v>
                </c:pt>
                <c:pt idx="436">
                  <c:v>2.1629629629629631E-2</c:v>
                </c:pt>
                <c:pt idx="437">
                  <c:v>2.1629629629629631E-2</c:v>
                </c:pt>
                <c:pt idx="438">
                  <c:v>2.1629629629629631E-2</c:v>
                </c:pt>
                <c:pt idx="439">
                  <c:v>2.1777777777777778E-2</c:v>
                </c:pt>
                <c:pt idx="440">
                  <c:v>2.1925925925925925E-2</c:v>
                </c:pt>
                <c:pt idx="441">
                  <c:v>2.1925925925925925E-2</c:v>
                </c:pt>
                <c:pt idx="442">
                  <c:v>2.2074074074074072E-2</c:v>
                </c:pt>
                <c:pt idx="443">
                  <c:v>2.2074074074074072E-2</c:v>
                </c:pt>
                <c:pt idx="444">
                  <c:v>2.2074074074074072E-2</c:v>
                </c:pt>
                <c:pt idx="445">
                  <c:v>2.2074074074074072E-2</c:v>
                </c:pt>
                <c:pt idx="446">
                  <c:v>2.2074074074074072E-2</c:v>
                </c:pt>
                <c:pt idx="447">
                  <c:v>2.2074074074074072E-2</c:v>
                </c:pt>
                <c:pt idx="448">
                  <c:v>2.2222222222222223E-2</c:v>
                </c:pt>
                <c:pt idx="449">
                  <c:v>2.2222222222222223E-2</c:v>
                </c:pt>
                <c:pt idx="450">
                  <c:v>2.237037037037037E-2</c:v>
                </c:pt>
                <c:pt idx="451">
                  <c:v>2.237037037037037E-2</c:v>
                </c:pt>
                <c:pt idx="452">
                  <c:v>2.237037037037037E-2</c:v>
                </c:pt>
                <c:pt idx="453">
                  <c:v>2.237037037037037E-2</c:v>
                </c:pt>
                <c:pt idx="454">
                  <c:v>2.2518518518518518E-2</c:v>
                </c:pt>
                <c:pt idx="455">
                  <c:v>2.2518518518518518E-2</c:v>
                </c:pt>
                <c:pt idx="456">
                  <c:v>2.2666666666666668E-2</c:v>
                </c:pt>
                <c:pt idx="457">
                  <c:v>2.2814814814814816E-2</c:v>
                </c:pt>
                <c:pt idx="458">
                  <c:v>2.2962962962962963E-2</c:v>
                </c:pt>
                <c:pt idx="459">
                  <c:v>2.311111111111111E-2</c:v>
                </c:pt>
                <c:pt idx="460">
                  <c:v>2.311111111111111E-2</c:v>
                </c:pt>
                <c:pt idx="461">
                  <c:v>2.3259259259259261E-2</c:v>
                </c:pt>
                <c:pt idx="462">
                  <c:v>2.3259259259259261E-2</c:v>
                </c:pt>
                <c:pt idx="463">
                  <c:v>2.3259259259259261E-2</c:v>
                </c:pt>
                <c:pt idx="464">
                  <c:v>2.3259259259259261E-2</c:v>
                </c:pt>
                <c:pt idx="465">
                  <c:v>2.3407407407407408E-2</c:v>
                </c:pt>
                <c:pt idx="466">
                  <c:v>2.3407407407407408E-2</c:v>
                </c:pt>
                <c:pt idx="467">
                  <c:v>2.3407407407407408E-2</c:v>
                </c:pt>
                <c:pt idx="468">
                  <c:v>2.3407407407407408E-2</c:v>
                </c:pt>
                <c:pt idx="469">
                  <c:v>2.3407407407407408E-2</c:v>
                </c:pt>
                <c:pt idx="470">
                  <c:v>2.3555555555555555E-2</c:v>
                </c:pt>
                <c:pt idx="471">
                  <c:v>2.3703703703703703E-2</c:v>
                </c:pt>
                <c:pt idx="472">
                  <c:v>2.3703703703703703E-2</c:v>
                </c:pt>
                <c:pt idx="473">
                  <c:v>2.3851851851851853E-2</c:v>
                </c:pt>
                <c:pt idx="474">
                  <c:v>2.3851851851851853E-2</c:v>
                </c:pt>
                <c:pt idx="475">
                  <c:v>2.3851851851851853E-2</c:v>
                </c:pt>
                <c:pt idx="476">
                  <c:v>2.3851851851851853E-2</c:v>
                </c:pt>
                <c:pt idx="477">
                  <c:v>2.3851851851851853E-2</c:v>
                </c:pt>
                <c:pt idx="478">
                  <c:v>2.3851851851851853E-2</c:v>
                </c:pt>
                <c:pt idx="479">
                  <c:v>2.3851851851851853E-2</c:v>
                </c:pt>
                <c:pt idx="480">
                  <c:v>2.3851851851851853E-2</c:v>
                </c:pt>
                <c:pt idx="481">
                  <c:v>2.3851851851851853E-2</c:v>
                </c:pt>
                <c:pt idx="482">
                  <c:v>2.3851851851851853E-2</c:v>
                </c:pt>
                <c:pt idx="483">
                  <c:v>2.3851851851851853E-2</c:v>
                </c:pt>
                <c:pt idx="484">
                  <c:v>2.3851851851851853E-2</c:v>
                </c:pt>
                <c:pt idx="485">
                  <c:v>2.4E-2</c:v>
                </c:pt>
                <c:pt idx="486">
                  <c:v>2.4148148148148148E-2</c:v>
                </c:pt>
                <c:pt idx="487">
                  <c:v>2.4296296296296295E-2</c:v>
                </c:pt>
                <c:pt idx="488">
                  <c:v>2.4296296296296295E-2</c:v>
                </c:pt>
                <c:pt idx="489">
                  <c:v>2.4296296296296295E-2</c:v>
                </c:pt>
                <c:pt idx="490">
                  <c:v>2.4296296296296295E-2</c:v>
                </c:pt>
                <c:pt idx="491">
                  <c:v>2.4296296296296295E-2</c:v>
                </c:pt>
                <c:pt idx="492">
                  <c:v>2.4296296296296295E-2</c:v>
                </c:pt>
                <c:pt idx="493">
                  <c:v>2.4296296296296295E-2</c:v>
                </c:pt>
                <c:pt idx="494">
                  <c:v>2.4296296296296295E-2</c:v>
                </c:pt>
                <c:pt idx="495">
                  <c:v>2.4296296296296295E-2</c:v>
                </c:pt>
                <c:pt idx="496">
                  <c:v>2.4444444444444446E-2</c:v>
                </c:pt>
                <c:pt idx="497">
                  <c:v>2.4444444444444446E-2</c:v>
                </c:pt>
                <c:pt idx="498">
                  <c:v>2.4444444444444446E-2</c:v>
                </c:pt>
                <c:pt idx="499">
                  <c:v>2.4444444444444446E-2</c:v>
                </c:pt>
                <c:pt idx="500">
                  <c:v>2.4444444444444446E-2</c:v>
                </c:pt>
                <c:pt idx="501">
                  <c:v>2.4444444444444446E-2</c:v>
                </c:pt>
                <c:pt idx="502">
                  <c:v>2.4444444444444446E-2</c:v>
                </c:pt>
                <c:pt idx="503">
                  <c:v>2.4444444444444446E-2</c:v>
                </c:pt>
                <c:pt idx="504">
                  <c:v>2.4444444444444446E-2</c:v>
                </c:pt>
                <c:pt idx="505">
                  <c:v>2.4444444444444446E-2</c:v>
                </c:pt>
                <c:pt idx="506">
                  <c:v>2.4444444444444446E-2</c:v>
                </c:pt>
                <c:pt idx="507">
                  <c:v>2.4444444444444446E-2</c:v>
                </c:pt>
                <c:pt idx="508">
                  <c:v>2.4444444444444446E-2</c:v>
                </c:pt>
                <c:pt idx="509">
                  <c:v>2.4444444444444446E-2</c:v>
                </c:pt>
                <c:pt idx="510">
                  <c:v>2.4444444444444446E-2</c:v>
                </c:pt>
                <c:pt idx="511">
                  <c:v>2.4444444444444446E-2</c:v>
                </c:pt>
                <c:pt idx="512">
                  <c:v>2.4592592592592593E-2</c:v>
                </c:pt>
                <c:pt idx="513">
                  <c:v>2.4592592592592593E-2</c:v>
                </c:pt>
                <c:pt idx="514">
                  <c:v>2.4592592592592593E-2</c:v>
                </c:pt>
                <c:pt idx="515">
                  <c:v>2.4592592592592593E-2</c:v>
                </c:pt>
                <c:pt idx="516">
                  <c:v>2.4592592592592593E-2</c:v>
                </c:pt>
                <c:pt idx="517">
                  <c:v>2.474074074074074E-2</c:v>
                </c:pt>
                <c:pt idx="518">
                  <c:v>2.4888888888888887E-2</c:v>
                </c:pt>
                <c:pt idx="519">
                  <c:v>2.4888888888888887E-2</c:v>
                </c:pt>
                <c:pt idx="520">
                  <c:v>2.5037037037037038E-2</c:v>
                </c:pt>
                <c:pt idx="521">
                  <c:v>2.5037037037037038E-2</c:v>
                </c:pt>
                <c:pt idx="522">
                  <c:v>2.5037037037037038E-2</c:v>
                </c:pt>
                <c:pt idx="523">
                  <c:v>2.5037037037037038E-2</c:v>
                </c:pt>
                <c:pt idx="524">
                  <c:v>2.5037037037037038E-2</c:v>
                </c:pt>
                <c:pt idx="525">
                  <c:v>2.5037037037037038E-2</c:v>
                </c:pt>
                <c:pt idx="526">
                  <c:v>2.5185185185185185E-2</c:v>
                </c:pt>
                <c:pt idx="527">
                  <c:v>2.5185185185185185E-2</c:v>
                </c:pt>
                <c:pt idx="528">
                  <c:v>2.5185185185185185E-2</c:v>
                </c:pt>
                <c:pt idx="529">
                  <c:v>2.5185185185185185E-2</c:v>
                </c:pt>
                <c:pt idx="530">
                  <c:v>2.5185185185185185E-2</c:v>
                </c:pt>
                <c:pt idx="531">
                  <c:v>2.5333333333333333E-2</c:v>
                </c:pt>
                <c:pt idx="532">
                  <c:v>2.5333333333333333E-2</c:v>
                </c:pt>
                <c:pt idx="533">
                  <c:v>2.548148148148148E-2</c:v>
                </c:pt>
                <c:pt idx="534">
                  <c:v>2.548148148148148E-2</c:v>
                </c:pt>
                <c:pt idx="535">
                  <c:v>2.548148148148148E-2</c:v>
                </c:pt>
                <c:pt idx="536">
                  <c:v>2.548148148148148E-2</c:v>
                </c:pt>
                <c:pt idx="537">
                  <c:v>2.5629629629629631E-2</c:v>
                </c:pt>
                <c:pt idx="538">
                  <c:v>2.5629629629629631E-2</c:v>
                </c:pt>
                <c:pt idx="539">
                  <c:v>2.5629629629629631E-2</c:v>
                </c:pt>
                <c:pt idx="540">
                  <c:v>2.5629629629629631E-2</c:v>
                </c:pt>
                <c:pt idx="541">
                  <c:v>2.5777777777777778E-2</c:v>
                </c:pt>
                <c:pt idx="542">
                  <c:v>2.5777777777777778E-2</c:v>
                </c:pt>
                <c:pt idx="543">
                  <c:v>2.5777777777777778E-2</c:v>
                </c:pt>
                <c:pt idx="544">
                  <c:v>2.5777777777777778E-2</c:v>
                </c:pt>
                <c:pt idx="545">
                  <c:v>2.5777777777777778E-2</c:v>
                </c:pt>
                <c:pt idx="546">
                  <c:v>2.5777777777777778E-2</c:v>
                </c:pt>
                <c:pt idx="547">
                  <c:v>2.5777777777777778E-2</c:v>
                </c:pt>
                <c:pt idx="548">
                  <c:v>2.5777777777777778E-2</c:v>
                </c:pt>
                <c:pt idx="549">
                  <c:v>2.5925925925925925E-2</c:v>
                </c:pt>
                <c:pt idx="550">
                  <c:v>2.6074074074074072E-2</c:v>
                </c:pt>
                <c:pt idx="551">
                  <c:v>2.6074074074074072E-2</c:v>
                </c:pt>
                <c:pt idx="552">
                  <c:v>2.6222222222222223E-2</c:v>
                </c:pt>
                <c:pt idx="553">
                  <c:v>2.6222222222222223E-2</c:v>
                </c:pt>
                <c:pt idx="554">
                  <c:v>2.637037037037037E-2</c:v>
                </c:pt>
                <c:pt idx="555">
                  <c:v>2.6518518518518518E-2</c:v>
                </c:pt>
                <c:pt idx="556">
                  <c:v>2.6518518518518518E-2</c:v>
                </c:pt>
                <c:pt idx="557">
                  <c:v>2.6666666666666668E-2</c:v>
                </c:pt>
                <c:pt idx="558">
                  <c:v>2.6666666666666668E-2</c:v>
                </c:pt>
                <c:pt idx="559">
                  <c:v>2.6666666666666668E-2</c:v>
                </c:pt>
                <c:pt idx="560">
                  <c:v>2.6666666666666668E-2</c:v>
                </c:pt>
                <c:pt idx="561">
                  <c:v>2.6666666666666668E-2</c:v>
                </c:pt>
                <c:pt idx="562">
                  <c:v>2.6666666666666668E-2</c:v>
                </c:pt>
                <c:pt idx="563">
                  <c:v>2.6666666666666668E-2</c:v>
                </c:pt>
                <c:pt idx="564">
                  <c:v>2.6666666666666668E-2</c:v>
                </c:pt>
                <c:pt idx="565">
                  <c:v>2.6814814814814816E-2</c:v>
                </c:pt>
                <c:pt idx="566">
                  <c:v>2.6814814814814816E-2</c:v>
                </c:pt>
                <c:pt idx="567">
                  <c:v>2.6814814814814816E-2</c:v>
                </c:pt>
                <c:pt idx="568">
                  <c:v>2.6814814814814816E-2</c:v>
                </c:pt>
                <c:pt idx="569">
                  <c:v>2.6814814814814816E-2</c:v>
                </c:pt>
                <c:pt idx="570">
                  <c:v>2.6814814814814816E-2</c:v>
                </c:pt>
                <c:pt idx="571">
                  <c:v>2.6814814814814816E-2</c:v>
                </c:pt>
                <c:pt idx="572">
                  <c:v>2.6814814814814816E-2</c:v>
                </c:pt>
                <c:pt idx="573">
                  <c:v>2.6814814814814816E-2</c:v>
                </c:pt>
                <c:pt idx="574">
                  <c:v>2.6814814814814816E-2</c:v>
                </c:pt>
                <c:pt idx="575">
                  <c:v>2.6962962962962963E-2</c:v>
                </c:pt>
                <c:pt idx="576">
                  <c:v>2.711111111111111E-2</c:v>
                </c:pt>
                <c:pt idx="577">
                  <c:v>2.711111111111111E-2</c:v>
                </c:pt>
                <c:pt idx="578">
                  <c:v>2.7259259259259261E-2</c:v>
                </c:pt>
                <c:pt idx="579">
                  <c:v>2.7259259259259261E-2</c:v>
                </c:pt>
                <c:pt idx="580">
                  <c:v>2.7259259259259261E-2</c:v>
                </c:pt>
                <c:pt idx="581">
                  <c:v>2.7407407407407408E-2</c:v>
                </c:pt>
                <c:pt idx="582">
                  <c:v>2.7407407407407408E-2</c:v>
                </c:pt>
                <c:pt idx="583">
                  <c:v>2.7407407407407408E-2</c:v>
                </c:pt>
                <c:pt idx="584">
                  <c:v>2.7407407407407408E-2</c:v>
                </c:pt>
                <c:pt idx="585">
                  <c:v>2.7407407407407408E-2</c:v>
                </c:pt>
                <c:pt idx="586">
                  <c:v>2.7407407407407408E-2</c:v>
                </c:pt>
                <c:pt idx="587">
                  <c:v>2.7555555555555555E-2</c:v>
                </c:pt>
                <c:pt idx="588">
                  <c:v>2.7703703703703703E-2</c:v>
                </c:pt>
                <c:pt idx="589">
                  <c:v>2.7703703703703703E-2</c:v>
                </c:pt>
                <c:pt idx="590">
                  <c:v>2.7703703703703703E-2</c:v>
                </c:pt>
                <c:pt idx="591">
                  <c:v>2.7703703703703703E-2</c:v>
                </c:pt>
                <c:pt idx="592">
                  <c:v>2.7703703703703703E-2</c:v>
                </c:pt>
                <c:pt idx="593">
                  <c:v>2.7703703703703703E-2</c:v>
                </c:pt>
                <c:pt idx="594">
                  <c:v>2.7703703703703703E-2</c:v>
                </c:pt>
                <c:pt idx="595">
                  <c:v>2.7703703703703703E-2</c:v>
                </c:pt>
                <c:pt idx="596">
                  <c:v>2.7703703703703703E-2</c:v>
                </c:pt>
                <c:pt idx="597">
                  <c:v>2.7851851851851853E-2</c:v>
                </c:pt>
                <c:pt idx="598">
                  <c:v>2.8000000000000001E-2</c:v>
                </c:pt>
                <c:pt idx="599">
                  <c:v>2.8148148148148148E-2</c:v>
                </c:pt>
                <c:pt idx="600">
                  <c:v>2.8148148148148148E-2</c:v>
                </c:pt>
                <c:pt idx="601">
                  <c:v>2.8296296296296295E-2</c:v>
                </c:pt>
                <c:pt idx="602">
                  <c:v>2.8296296296296295E-2</c:v>
                </c:pt>
                <c:pt idx="603">
                  <c:v>2.8296296296296295E-2</c:v>
                </c:pt>
                <c:pt idx="604">
                  <c:v>2.8296296296296295E-2</c:v>
                </c:pt>
                <c:pt idx="605">
                  <c:v>2.8444444444444446E-2</c:v>
                </c:pt>
                <c:pt idx="606">
                  <c:v>2.8444444444444446E-2</c:v>
                </c:pt>
                <c:pt idx="607">
                  <c:v>2.8444444444444446E-2</c:v>
                </c:pt>
                <c:pt idx="608">
                  <c:v>2.8592592592592593E-2</c:v>
                </c:pt>
                <c:pt idx="609">
                  <c:v>2.874074074074074E-2</c:v>
                </c:pt>
                <c:pt idx="610">
                  <c:v>2.874074074074074E-2</c:v>
                </c:pt>
                <c:pt idx="611">
                  <c:v>2.874074074074074E-2</c:v>
                </c:pt>
                <c:pt idx="612">
                  <c:v>2.874074074074074E-2</c:v>
                </c:pt>
                <c:pt idx="613">
                  <c:v>2.874074074074074E-2</c:v>
                </c:pt>
                <c:pt idx="614">
                  <c:v>2.8888888888888888E-2</c:v>
                </c:pt>
                <c:pt idx="615">
                  <c:v>2.8888888888888888E-2</c:v>
                </c:pt>
                <c:pt idx="616">
                  <c:v>2.9037037037037038E-2</c:v>
                </c:pt>
                <c:pt idx="617">
                  <c:v>2.9037037037037038E-2</c:v>
                </c:pt>
                <c:pt idx="618">
                  <c:v>2.9037037037037038E-2</c:v>
                </c:pt>
                <c:pt idx="619">
                  <c:v>2.9185185185185186E-2</c:v>
                </c:pt>
                <c:pt idx="620">
                  <c:v>2.9185185185185186E-2</c:v>
                </c:pt>
                <c:pt idx="621">
                  <c:v>2.9333333333333333E-2</c:v>
                </c:pt>
                <c:pt idx="622">
                  <c:v>2.9333333333333333E-2</c:v>
                </c:pt>
                <c:pt idx="623">
                  <c:v>2.948148148148148E-2</c:v>
                </c:pt>
                <c:pt idx="624">
                  <c:v>2.948148148148148E-2</c:v>
                </c:pt>
                <c:pt idx="625">
                  <c:v>2.948148148148148E-2</c:v>
                </c:pt>
                <c:pt idx="626">
                  <c:v>2.9629629629629631E-2</c:v>
                </c:pt>
                <c:pt idx="627">
                  <c:v>2.9777777777777778E-2</c:v>
                </c:pt>
                <c:pt idx="628">
                  <c:v>2.9777777777777778E-2</c:v>
                </c:pt>
                <c:pt idx="629">
                  <c:v>2.9925925925925925E-2</c:v>
                </c:pt>
                <c:pt idx="630">
                  <c:v>3.0074074074074073E-2</c:v>
                </c:pt>
                <c:pt idx="631">
                  <c:v>3.0074074074074073E-2</c:v>
                </c:pt>
                <c:pt idx="632">
                  <c:v>3.0074074074074073E-2</c:v>
                </c:pt>
                <c:pt idx="633">
                  <c:v>3.0222222222222223E-2</c:v>
                </c:pt>
                <c:pt idx="634">
                  <c:v>3.0222222222222223E-2</c:v>
                </c:pt>
                <c:pt idx="635">
                  <c:v>3.0222222222222223E-2</c:v>
                </c:pt>
                <c:pt idx="636">
                  <c:v>3.0222222222222223E-2</c:v>
                </c:pt>
                <c:pt idx="637">
                  <c:v>3.0222222222222223E-2</c:v>
                </c:pt>
                <c:pt idx="638">
                  <c:v>3.0222222222222223E-2</c:v>
                </c:pt>
                <c:pt idx="639">
                  <c:v>3.0222222222222223E-2</c:v>
                </c:pt>
                <c:pt idx="640">
                  <c:v>3.0222222222222223E-2</c:v>
                </c:pt>
                <c:pt idx="641">
                  <c:v>3.037037037037037E-2</c:v>
                </c:pt>
                <c:pt idx="642">
                  <c:v>3.0518518518518518E-2</c:v>
                </c:pt>
                <c:pt idx="643">
                  <c:v>3.0518518518518518E-2</c:v>
                </c:pt>
                <c:pt idx="644">
                  <c:v>3.0518518518518518E-2</c:v>
                </c:pt>
                <c:pt idx="645">
                  <c:v>3.0666666666666665E-2</c:v>
                </c:pt>
                <c:pt idx="646">
                  <c:v>3.0666666666666665E-2</c:v>
                </c:pt>
                <c:pt idx="647">
                  <c:v>3.0666666666666665E-2</c:v>
                </c:pt>
                <c:pt idx="648">
                  <c:v>3.0666666666666665E-2</c:v>
                </c:pt>
                <c:pt idx="649">
                  <c:v>3.0814814814814816E-2</c:v>
                </c:pt>
                <c:pt idx="650">
                  <c:v>3.0814814814814816E-2</c:v>
                </c:pt>
                <c:pt idx="651">
                  <c:v>3.0814814814814816E-2</c:v>
                </c:pt>
                <c:pt idx="652">
                  <c:v>3.0814814814814816E-2</c:v>
                </c:pt>
                <c:pt idx="653">
                  <c:v>3.0962962962962963E-2</c:v>
                </c:pt>
                <c:pt idx="654">
                  <c:v>3.0962962962962963E-2</c:v>
                </c:pt>
                <c:pt idx="655">
                  <c:v>3.0962962962962963E-2</c:v>
                </c:pt>
                <c:pt idx="656">
                  <c:v>3.0962962962962963E-2</c:v>
                </c:pt>
                <c:pt idx="657">
                  <c:v>3.111111111111111E-2</c:v>
                </c:pt>
                <c:pt idx="658">
                  <c:v>3.111111111111111E-2</c:v>
                </c:pt>
                <c:pt idx="659">
                  <c:v>3.1259259259259257E-2</c:v>
                </c:pt>
                <c:pt idx="660">
                  <c:v>3.1259259259259257E-2</c:v>
                </c:pt>
                <c:pt idx="661">
                  <c:v>3.1259259259259257E-2</c:v>
                </c:pt>
                <c:pt idx="662">
                  <c:v>3.1259259259259257E-2</c:v>
                </c:pt>
                <c:pt idx="663">
                  <c:v>3.1259259259259257E-2</c:v>
                </c:pt>
                <c:pt idx="664">
                  <c:v>3.1407407407407405E-2</c:v>
                </c:pt>
                <c:pt idx="665">
                  <c:v>3.1555555555555559E-2</c:v>
                </c:pt>
                <c:pt idx="666">
                  <c:v>3.1555555555555559E-2</c:v>
                </c:pt>
                <c:pt idx="667">
                  <c:v>3.1555555555555559E-2</c:v>
                </c:pt>
                <c:pt idx="668">
                  <c:v>3.1555555555555559E-2</c:v>
                </c:pt>
                <c:pt idx="669">
                  <c:v>3.1555555555555559E-2</c:v>
                </c:pt>
                <c:pt idx="670">
                  <c:v>3.1703703703703706E-2</c:v>
                </c:pt>
                <c:pt idx="671">
                  <c:v>3.1703703703703706E-2</c:v>
                </c:pt>
                <c:pt idx="672">
                  <c:v>3.1851851851851853E-2</c:v>
                </c:pt>
                <c:pt idx="673">
                  <c:v>3.1851851851851853E-2</c:v>
                </c:pt>
                <c:pt idx="674">
                  <c:v>3.1851851851851853E-2</c:v>
                </c:pt>
                <c:pt idx="675">
                  <c:v>3.1851851851851853E-2</c:v>
                </c:pt>
                <c:pt idx="676">
                  <c:v>3.1851851851851853E-2</c:v>
                </c:pt>
                <c:pt idx="677">
                  <c:v>3.1851851851851853E-2</c:v>
                </c:pt>
                <c:pt idx="678">
                  <c:v>3.1851851851851853E-2</c:v>
                </c:pt>
                <c:pt idx="679">
                  <c:v>3.1851851851851853E-2</c:v>
                </c:pt>
                <c:pt idx="680">
                  <c:v>3.1851851851851853E-2</c:v>
                </c:pt>
                <c:pt idx="681">
                  <c:v>3.1851851851851853E-2</c:v>
                </c:pt>
                <c:pt idx="682">
                  <c:v>3.1851851851851853E-2</c:v>
                </c:pt>
                <c:pt idx="683">
                  <c:v>3.2000000000000001E-2</c:v>
                </c:pt>
                <c:pt idx="684">
                  <c:v>3.2000000000000001E-2</c:v>
                </c:pt>
                <c:pt idx="685">
                  <c:v>3.2148148148148148E-2</c:v>
                </c:pt>
                <c:pt idx="686">
                  <c:v>3.2148148148148148E-2</c:v>
                </c:pt>
                <c:pt idx="687">
                  <c:v>3.2148148148148148E-2</c:v>
                </c:pt>
                <c:pt idx="688">
                  <c:v>3.2148148148148148E-2</c:v>
                </c:pt>
                <c:pt idx="689">
                  <c:v>3.2148148148148148E-2</c:v>
                </c:pt>
                <c:pt idx="690">
                  <c:v>3.2296296296296295E-2</c:v>
                </c:pt>
                <c:pt idx="691">
                  <c:v>3.2296296296296295E-2</c:v>
                </c:pt>
                <c:pt idx="692">
                  <c:v>3.2296296296296295E-2</c:v>
                </c:pt>
                <c:pt idx="693">
                  <c:v>3.2444444444444442E-2</c:v>
                </c:pt>
                <c:pt idx="694">
                  <c:v>3.2444444444444442E-2</c:v>
                </c:pt>
                <c:pt idx="695">
                  <c:v>3.2444444444444442E-2</c:v>
                </c:pt>
                <c:pt idx="696">
                  <c:v>3.259259259259259E-2</c:v>
                </c:pt>
                <c:pt idx="697">
                  <c:v>3.2740740740740744E-2</c:v>
                </c:pt>
                <c:pt idx="698">
                  <c:v>3.2740740740740744E-2</c:v>
                </c:pt>
                <c:pt idx="699">
                  <c:v>3.2888888888888891E-2</c:v>
                </c:pt>
                <c:pt idx="700">
                  <c:v>3.2888888888888891E-2</c:v>
                </c:pt>
                <c:pt idx="701">
                  <c:v>3.2888888888888891E-2</c:v>
                </c:pt>
                <c:pt idx="702">
                  <c:v>3.3037037037037038E-2</c:v>
                </c:pt>
                <c:pt idx="703">
                  <c:v>3.3037037037037038E-2</c:v>
                </c:pt>
                <c:pt idx="704">
                  <c:v>3.3037037037037038E-2</c:v>
                </c:pt>
                <c:pt idx="705">
                  <c:v>3.3185185185185186E-2</c:v>
                </c:pt>
                <c:pt idx="706">
                  <c:v>3.3333333333333333E-2</c:v>
                </c:pt>
                <c:pt idx="707">
                  <c:v>3.3333333333333333E-2</c:v>
                </c:pt>
                <c:pt idx="708">
                  <c:v>3.348148148148148E-2</c:v>
                </c:pt>
                <c:pt idx="709">
                  <c:v>3.3629629629629627E-2</c:v>
                </c:pt>
                <c:pt idx="710">
                  <c:v>3.3629629629629627E-2</c:v>
                </c:pt>
                <c:pt idx="711">
                  <c:v>3.3629629629629627E-2</c:v>
                </c:pt>
                <c:pt idx="712">
                  <c:v>3.3629629629629627E-2</c:v>
                </c:pt>
                <c:pt idx="713">
                  <c:v>3.3629629629629627E-2</c:v>
                </c:pt>
                <c:pt idx="714">
                  <c:v>3.3629629629629627E-2</c:v>
                </c:pt>
                <c:pt idx="715">
                  <c:v>3.3629629629629627E-2</c:v>
                </c:pt>
                <c:pt idx="716">
                  <c:v>3.3629629629629627E-2</c:v>
                </c:pt>
                <c:pt idx="717">
                  <c:v>3.3629629629629627E-2</c:v>
                </c:pt>
                <c:pt idx="718">
                  <c:v>3.3629629629629627E-2</c:v>
                </c:pt>
                <c:pt idx="719">
                  <c:v>3.3777777777777775E-2</c:v>
                </c:pt>
                <c:pt idx="720">
                  <c:v>3.3925925925925929E-2</c:v>
                </c:pt>
                <c:pt idx="721">
                  <c:v>3.3925925925925929E-2</c:v>
                </c:pt>
                <c:pt idx="722">
                  <c:v>3.3925925925925929E-2</c:v>
                </c:pt>
                <c:pt idx="723">
                  <c:v>3.3925925925925929E-2</c:v>
                </c:pt>
                <c:pt idx="724">
                  <c:v>3.3925925925925929E-2</c:v>
                </c:pt>
                <c:pt idx="725">
                  <c:v>3.3925925925925929E-2</c:v>
                </c:pt>
                <c:pt idx="726">
                  <c:v>3.3925925925925929E-2</c:v>
                </c:pt>
                <c:pt idx="727">
                  <c:v>3.3925925925925929E-2</c:v>
                </c:pt>
                <c:pt idx="728">
                  <c:v>3.3925925925925929E-2</c:v>
                </c:pt>
                <c:pt idx="729">
                  <c:v>3.4074074074074076E-2</c:v>
                </c:pt>
                <c:pt idx="730">
                  <c:v>3.4074074074074076E-2</c:v>
                </c:pt>
                <c:pt idx="731">
                  <c:v>3.4074074074074076E-2</c:v>
                </c:pt>
                <c:pt idx="732">
                  <c:v>3.4074074074074076E-2</c:v>
                </c:pt>
                <c:pt idx="733">
                  <c:v>3.4074074074074076E-2</c:v>
                </c:pt>
                <c:pt idx="734">
                  <c:v>3.4074074074074076E-2</c:v>
                </c:pt>
                <c:pt idx="735">
                  <c:v>3.4074074074074076E-2</c:v>
                </c:pt>
                <c:pt idx="736">
                  <c:v>3.4074074074074076E-2</c:v>
                </c:pt>
                <c:pt idx="737">
                  <c:v>3.4074074074074076E-2</c:v>
                </c:pt>
                <c:pt idx="738">
                  <c:v>3.4222222222222223E-2</c:v>
                </c:pt>
                <c:pt idx="739">
                  <c:v>3.4222222222222223E-2</c:v>
                </c:pt>
                <c:pt idx="740">
                  <c:v>3.4222222222222223E-2</c:v>
                </c:pt>
                <c:pt idx="741">
                  <c:v>3.4222222222222223E-2</c:v>
                </c:pt>
                <c:pt idx="742">
                  <c:v>3.4370370370370371E-2</c:v>
                </c:pt>
                <c:pt idx="743">
                  <c:v>3.4518518518518518E-2</c:v>
                </c:pt>
                <c:pt idx="744">
                  <c:v>3.4518518518518518E-2</c:v>
                </c:pt>
                <c:pt idx="745">
                  <c:v>3.4518518518518518E-2</c:v>
                </c:pt>
                <c:pt idx="746">
                  <c:v>3.4518518518518518E-2</c:v>
                </c:pt>
                <c:pt idx="747">
                  <c:v>3.4518518518518518E-2</c:v>
                </c:pt>
                <c:pt idx="748">
                  <c:v>3.4666666666666665E-2</c:v>
                </c:pt>
                <c:pt idx="749">
                  <c:v>3.4666666666666665E-2</c:v>
                </c:pt>
                <c:pt idx="750">
                  <c:v>3.4666666666666665E-2</c:v>
                </c:pt>
                <c:pt idx="751">
                  <c:v>3.4666666666666665E-2</c:v>
                </c:pt>
                <c:pt idx="752">
                  <c:v>3.4666666666666665E-2</c:v>
                </c:pt>
                <c:pt idx="753">
                  <c:v>3.4666666666666665E-2</c:v>
                </c:pt>
                <c:pt idx="754">
                  <c:v>3.4814814814814812E-2</c:v>
                </c:pt>
                <c:pt idx="755">
                  <c:v>3.496296296296296E-2</c:v>
                </c:pt>
                <c:pt idx="756">
                  <c:v>3.496296296296296E-2</c:v>
                </c:pt>
                <c:pt idx="757">
                  <c:v>3.496296296296296E-2</c:v>
                </c:pt>
                <c:pt idx="758">
                  <c:v>3.496296296296296E-2</c:v>
                </c:pt>
                <c:pt idx="759">
                  <c:v>3.496296296296296E-2</c:v>
                </c:pt>
                <c:pt idx="760">
                  <c:v>3.496296296296296E-2</c:v>
                </c:pt>
                <c:pt idx="761">
                  <c:v>3.5111111111111114E-2</c:v>
                </c:pt>
                <c:pt idx="762">
                  <c:v>3.5111111111111114E-2</c:v>
                </c:pt>
                <c:pt idx="763">
                  <c:v>3.5111111111111114E-2</c:v>
                </c:pt>
                <c:pt idx="764">
                  <c:v>3.5259259259259261E-2</c:v>
                </c:pt>
                <c:pt idx="765">
                  <c:v>3.5259259259259261E-2</c:v>
                </c:pt>
                <c:pt idx="766">
                  <c:v>3.5259259259259261E-2</c:v>
                </c:pt>
                <c:pt idx="767">
                  <c:v>3.5259259259259261E-2</c:v>
                </c:pt>
                <c:pt idx="768">
                  <c:v>3.5259259259259261E-2</c:v>
                </c:pt>
                <c:pt idx="769">
                  <c:v>3.5259259259259261E-2</c:v>
                </c:pt>
                <c:pt idx="770">
                  <c:v>3.5259259259259261E-2</c:v>
                </c:pt>
                <c:pt idx="771">
                  <c:v>3.5259259259259261E-2</c:v>
                </c:pt>
                <c:pt idx="772">
                  <c:v>3.5259259259259261E-2</c:v>
                </c:pt>
                <c:pt idx="773">
                  <c:v>3.5407407407407408E-2</c:v>
                </c:pt>
                <c:pt idx="774">
                  <c:v>3.5407407407407408E-2</c:v>
                </c:pt>
                <c:pt idx="775">
                  <c:v>3.5407407407407408E-2</c:v>
                </c:pt>
                <c:pt idx="776">
                  <c:v>3.5407407407407408E-2</c:v>
                </c:pt>
                <c:pt idx="777">
                  <c:v>3.5555555555555556E-2</c:v>
                </c:pt>
                <c:pt idx="778">
                  <c:v>3.5555555555555556E-2</c:v>
                </c:pt>
                <c:pt idx="779">
                  <c:v>3.5703703703703703E-2</c:v>
                </c:pt>
                <c:pt idx="780">
                  <c:v>3.5703703703703703E-2</c:v>
                </c:pt>
                <c:pt idx="781">
                  <c:v>3.585185185185185E-2</c:v>
                </c:pt>
                <c:pt idx="782">
                  <c:v>3.5999999999999997E-2</c:v>
                </c:pt>
                <c:pt idx="783">
                  <c:v>3.5999999999999997E-2</c:v>
                </c:pt>
                <c:pt idx="784">
                  <c:v>3.6148148148148151E-2</c:v>
                </c:pt>
                <c:pt idx="785">
                  <c:v>3.6148148148148151E-2</c:v>
                </c:pt>
                <c:pt idx="786">
                  <c:v>3.6296296296296299E-2</c:v>
                </c:pt>
                <c:pt idx="787">
                  <c:v>3.6296296296296299E-2</c:v>
                </c:pt>
                <c:pt idx="788">
                  <c:v>3.6444444444444446E-2</c:v>
                </c:pt>
                <c:pt idx="789">
                  <c:v>3.6592592592592593E-2</c:v>
                </c:pt>
                <c:pt idx="790">
                  <c:v>3.674074074074074E-2</c:v>
                </c:pt>
                <c:pt idx="791">
                  <c:v>3.6888888888888888E-2</c:v>
                </c:pt>
                <c:pt idx="792">
                  <c:v>3.6888888888888888E-2</c:v>
                </c:pt>
                <c:pt idx="793">
                  <c:v>3.6888888888888888E-2</c:v>
                </c:pt>
                <c:pt idx="794">
                  <c:v>3.6888888888888888E-2</c:v>
                </c:pt>
                <c:pt idx="795">
                  <c:v>3.6888888888888888E-2</c:v>
                </c:pt>
                <c:pt idx="796">
                  <c:v>3.6888888888888888E-2</c:v>
                </c:pt>
                <c:pt idx="797">
                  <c:v>3.7037037037037035E-2</c:v>
                </c:pt>
                <c:pt idx="798">
                  <c:v>3.7185185185185182E-2</c:v>
                </c:pt>
                <c:pt idx="799">
                  <c:v>3.7185185185185182E-2</c:v>
                </c:pt>
                <c:pt idx="800">
                  <c:v>3.7333333333333336E-2</c:v>
                </c:pt>
                <c:pt idx="801">
                  <c:v>3.7333333333333336E-2</c:v>
                </c:pt>
                <c:pt idx="802">
                  <c:v>3.7333333333333336E-2</c:v>
                </c:pt>
                <c:pt idx="803">
                  <c:v>3.7333333333333336E-2</c:v>
                </c:pt>
                <c:pt idx="804">
                  <c:v>3.7481481481481484E-2</c:v>
                </c:pt>
                <c:pt idx="805">
                  <c:v>3.7629629629629631E-2</c:v>
                </c:pt>
                <c:pt idx="806">
                  <c:v>3.7629629629629631E-2</c:v>
                </c:pt>
                <c:pt idx="807">
                  <c:v>3.7629629629629631E-2</c:v>
                </c:pt>
                <c:pt idx="808">
                  <c:v>3.7629629629629631E-2</c:v>
                </c:pt>
                <c:pt idx="809">
                  <c:v>3.7777777777777778E-2</c:v>
                </c:pt>
                <c:pt idx="810">
                  <c:v>3.7777777777777778E-2</c:v>
                </c:pt>
                <c:pt idx="811">
                  <c:v>3.7925925925925925E-2</c:v>
                </c:pt>
                <c:pt idx="812">
                  <c:v>3.7925925925925925E-2</c:v>
                </c:pt>
                <c:pt idx="813">
                  <c:v>3.8074074074074073E-2</c:v>
                </c:pt>
                <c:pt idx="814">
                  <c:v>3.8074074074074073E-2</c:v>
                </c:pt>
                <c:pt idx="815">
                  <c:v>3.8074074074074073E-2</c:v>
                </c:pt>
                <c:pt idx="816">
                  <c:v>3.8074074074074073E-2</c:v>
                </c:pt>
                <c:pt idx="817">
                  <c:v>3.8074074074074073E-2</c:v>
                </c:pt>
                <c:pt idx="818">
                  <c:v>3.8074074074074073E-2</c:v>
                </c:pt>
                <c:pt idx="819">
                  <c:v>3.8074074074074073E-2</c:v>
                </c:pt>
                <c:pt idx="820">
                  <c:v>3.8074074074074073E-2</c:v>
                </c:pt>
                <c:pt idx="821">
                  <c:v>3.8074074074074073E-2</c:v>
                </c:pt>
                <c:pt idx="822">
                  <c:v>3.822222222222222E-2</c:v>
                </c:pt>
                <c:pt idx="823">
                  <c:v>3.822222222222222E-2</c:v>
                </c:pt>
                <c:pt idx="824">
                  <c:v>3.8370370370370367E-2</c:v>
                </c:pt>
                <c:pt idx="825">
                  <c:v>3.8370370370370367E-2</c:v>
                </c:pt>
                <c:pt idx="826">
                  <c:v>3.8370370370370367E-2</c:v>
                </c:pt>
                <c:pt idx="827">
                  <c:v>3.8370370370370367E-2</c:v>
                </c:pt>
                <c:pt idx="828">
                  <c:v>3.8370370370370367E-2</c:v>
                </c:pt>
                <c:pt idx="829">
                  <c:v>3.8370370370370367E-2</c:v>
                </c:pt>
                <c:pt idx="830">
                  <c:v>3.8370370370370367E-2</c:v>
                </c:pt>
                <c:pt idx="831">
                  <c:v>3.8370370370370367E-2</c:v>
                </c:pt>
                <c:pt idx="832">
                  <c:v>3.8518518518518521E-2</c:v>
                </c:pt>
                <c:pt idx="833">
                  <c:v>3.8666666666666669E-2</c:v>
                </c:pt>
                <c:pt idx="834">
                  <c:v>3.8814814814814816E-2</c:v>
                </c:pt>
                <c:pt idx="835">
                  <c:v>3.8814814814814816E-2</c:v>
                </c:pt>
                <c:pt idx="836">
                  <c:v>3.8962962962962963E-2</c:v>
                </c:pt>
                <c:pt idx="837">
                  <c:v>3.911111111111111E-2</c:v>
                </c:pt>
                <c:pt idx="838">
                  <c:v>3.911111111111111E-2</c:v>
                </c:pt>
                <c:pt idx="839">
                  <c:v>3.9259259259259258E-2</c:v>
                </c:pt>
                <c:pt idx="840">
                  <c:v>3.9259259259259258E-2</c:v>
                </c:pt>
                <c:pt idx="841">
                  <c:v>3.9259259259259258E-2</c:v>
                </c:pt>
                <c:pt idx="842">
                  <c:v>3.9259259259259258E-2</c:v>
                </c:pt>
                <c:pt idx="843">
                  <c:v>3.9259259259259258E-2</c:v>
                </c:pt>
                <c:pt idx="844">
                  <c:v>3.9407407407407405E-2</c:v>
                </c:pt>
                <c:pt idx="845">
                  <c:v>3.9407407407407405E-2</c:v>
                </c:pt>
                <c:pt idx="846">
                  <c:v>3.9555555555555552E-2</c:v>
                </c:pt>
                <c:pt idx="847">
                  <c:v>3.9555555555555552E-2</c:v>
                </c:pt>
                <c:pt idx="848">
                  <c:v>3.9555555555555552E-2</c:v>
                </c:pt>
                <c:pt idx="849">
                  <c:v>3.9555555555555552E-2</c:v>
                </c:pt>
                <c:pt idx="850">
                  <c:v>3.9703703703703706E-2</c:v>
                </c:pt>
                <c:pt idx="851">
                  <c:v>3.9703703703703706E-2</c:v>
                </c:pt>
                <c:pt idx="852">
                  <c:v>3.9851851851851854E-2</c:v>
                </c:pt>
                <c:pt idx="853">
                  <c:v>0.04</c:v>
                </c:pt>
                <c:pt idx="854">
                  <c:v>0.04</c:v>
                </c:pt>
                <c:pt idx="855">
                  <c:v>4.0148148148148148E-2</c:v>
                </c:pt>
                <c:pt idx="856">
                  <c:v>4.0148148148148148E-2</c:v>
                </c:pt>
                <c:pt idx="857">
                  <c:v>4.0148148148148148E-2</c:v>
                </c:pt>
                <c:pt idx="858">
                  <c:v>4.0148148148148148E-2</c:v>
                </c:pt>
                <c:pt idx="859">
                  <c:v>4.0148148148148148E-2</c:v>
                </c:pt>
                <c:pt idx="860">
                  <c:v>4.0148148148148148E-2</c:v>
                </c:pt>
                <c:pt idx="861">
                  <c:v>4.0148148148148148E-2</c:v>
                </c:pt>
                <c:pt idx="862">
                  <c:v>4.0148148148148148E-2</c:v>
                </c:pt>
                <c:pt idx="863">
                  <c:v>4.0148148148148148E-2</c:v>
                </c:pt>
                <c:pt idx="864">
                  <c:v>4.0148148148148148E-2</c:v>
                </c:pt>
                <c:pt idx="865">
                  <c:v>4.0296296296296295E-2</c:v>
                </c:pt>
                <c:pt idx="866">
                  <c:v>4.0296296296296295E-2</c:v>
                </c:pt>
                <c:pt idx="867">
                  <c:v>4.0296296296296295E-2</c:v>
                </c:pt>
                <c:pt idx="868">
                  <c:v>4.0296296296296295E-2</c:v>
                </c:pt>
                <c:pt idx="869">
                  <c:v>4.0296296296296295E-2</c:v>
                </c:pt>
                <c:pt idx="870">
                  <c:v>4.0296296296296295E-2</c:v>
                </c:pt>
                <c:pt idx="871">
                  <c:v>4.0444444444444443E-2</c:v>
                </c:pt>
                <c:pt idx="872">
                  <c:v>4.0444444444444443E-2</c:v>
                </c:pt>
                <c:pt idx="873">
                  <c:v>4.059259259259259E-2</c:v>
                </c:pt>
                <c:pt idx="874">
                  <c:v>4.0740740740740744E-2</c:v>
                </c:pt>
                <c:pt idx="875">
                  <c:v>4.0740740740740744E-2</c:v>
                </c:pt>
                <c:pt idx="876">
                  <c:v>4.0888888888888891E-2</c:v>
                </c:pt>
                <c:pt idx="877">
                  <c:v>4.0888888888888891E-2</c:v>
                </c:pt>
                <c:pt idx="878">
                  <c:v>4.0888888888888891E-2</c:v>
                </c:pt>
                <c:pt idx="879">
                  <c:v>4.0888888888888891E-2</c:v>
                </c:pt>
                <c:pt idx="880">
                  <c:v>4.0888888888888891E-2</c:v>
                </c:pt>
                <c:pt idx="881">
                  <c:v>4.0888888888888891E-2</c:v>
                </c:pt>
                <c:pt idx="882">
                  <c:v>4.0888888888888891E-2</c:v>
                </c:pt>
                <c:pt idx="883">
                  <c:v>4.1037037037037039E-2</c:v>
                </c:pt>
                <c:pt idx="884">
                  <c:v>4.1037037037037039E-2</c:v>
                </c:pt>
                <c:pt idx="885">
                  <c:v>4.1037037037037039E-2</c:v>
                </c:pt>
                <c:pt idx="886">
                  <c:v>4.1185185185185186E-2</c:v>
                </c:pt>
                <c:pt idx="887">
                  <c:v>4.1333333333333333E-2</c:v>
                </c:pt>
                <c:pt idx="888">
                  <c:v>4.1333333333333333E-2</c:v>
                </c:pt>
                <c:pt idx="889">
                  <c:v>4.148148148148148E-2</c:v>
                </c:pt>
                <c:pt idx="890">
                  <c:v>4.148148148148148E-2</c:v>
                </c:pt>
                <c:pt idx="891">
                  <c:v>4.148148148148148E-2</c:v>
                </c:pt>
                <c:pt idx="892">
                  <c:v>4.148148148148148E-2</c:v>
                </c:pt>
                <c:pt idx="893">
                  <c:v>4.148148148148148E-2</c:v>
                </c:pt>
                <c:pt idx="894">
                  <c:v>4.148148148148148E-2</c:v>
                </c:pt>
                <c:pt idx="895">
                  <c:v>4.148148148148148E-2</c:v>
                </c:pt>
                <c:pt idx="896">
                  <c:v>4.148148148148148E-2</c:v>
                </c:pt>
                <c:pt idx="897">
                  <c:v>4.148148148148148E-2</c:v>
                </c:pt>
                <c:pt idx="898">
                  <c:v>4.148148148148148E-2</c:v>
                </c:pt>
                <c:pt idx="899">
                  <c:v>4.1629629629629628E-2</c:v>
                </c:pt>
                <c:pt idx="900">
                  <c:v>4.1629629629629628E-2</c:v>
                </c:pt>
                <c:pt idx="901">
                  <c:v>4.1629629629629628E-2</c:v>
                </c:pt>
                <c:pt idx="902">
                  <c:v>4.1629629629629628E-2</c:v>
                </c:pt>
                <c:pt idx="903">
                  <c:v>4.1777777777777775E-2</c:v>
                </c:pt>
                <c:pt idx="904">
                  <c:v>4.1777777777777775E-2</c:v>
                </c:pt>
                <c:pt idx="905">
                  <c:v>4.1777777777777775E-2</c:v>
                </c:pt>
                <c:pt idx="906">
                  <c:v>4.1925925925925929E-2</c:v>
                </c:pt>
                <c:pt idx="907">
                  <c:v>4.1925925925925929E-2</c:v>
                </c:pt>
                <c:pt idx="908">
                  <c:v>4.2074074074074076E-2</c:v>
                </c:pt>
                <c:pt idx="909">
                  <c:v>4.2074074074074076E-2</c:v>
                </c:pt>
                <c:pt idx="910">
                  <c:v>4.2222222222222223E-2</c:v>
                </c:pt>
                <c:pt idx="911">
                  <c:v>4.2222222222222223E-2</c:v>
                </c:pt>
                <c:pt idx="912">
                  <c:v>4.2222222222222223E-2</c:v>
                </c:pt>
                <c:pt idx="913">
                  <c:v>4.2222222222222223E-2</c:v>
                </c:pt>
                <c:pt idx="914">
                  <c:v>4.2222222222222223E-2</c:v>
                </c:pt>
                <c:pt idx="915">
                  <c:v>4.2222222222222223E-2</c:v>
                </c:pt>
                <c:pt idx="916">
                  <c:v>4.2222222222222223E-2</c:v>
                </c:pt>
                <c:pt idx="917">
                  <c:v>4.2222222222222223E-2</c:v>
                </c:pt>
                <c:pt idx="918">
                  <c:v>4.2222222222222223E-2</c:v>
                </c:pt>
                <c:pt idx="919">
                  <c:v>4.2370370370370371E-2</c:v>
                </c:pt>
                <c:pt idx="920">
                  <c:v>4.2518518518518518E-2</c:v>
                </c:pt>
                <c:pt idx="921">
                  <c:v>4.2666666666666665E-2</c:v>
                </c:pt>
                <c:pt idx="922">
                  <c:v>4.2666666666666665E-2</c:v>
                </c:pt>
                <c:pt idx="923">
                  <c:v>4.2666666666666665E-2</c:v>
                </c:pt>
                <c:pt idx="924">
                  <c:v>4.2666666666666665E-2</c:v>
                </c:pt>
                <c:pt idx="925">
                  <c:v>4.2666666666666665E-2</c:v>
                </c:pt>
                <c:pt idx="926">
                  <c:v>4.2666666666666665E-2</c:v>
                </c:pt>
                <c:pt idx="927">
                  <c:v>4.2666666666666665E-2</c:v>
                </c:pt>
                <c:pt idx="928">
                  <c:v>4.2814814814814812E-2</c:v>
                </c:pt>
                <c:pt idx="929">
                  <c:v>4.296296296296296E-2</c:v>
                </c:pt>
                <c:pt idx="930">
                  <c:v>4.296296296296296E-2</c:v>
                </c:pt>
                <c:pt idx="931">
                  <c:v>4.296296296296296E-2</c:v>
                </c:pt>
                <c:pt idx="932">
                  <c:v>4.296296296296296E-2</c:v>
                </c:pt>
                <c:pt idx="933">
                  <c:v>4.3111111111111114E-2</c:v>
                </c:pt>
                <c:pt idx="934">
                  <c:v>4.3111111111111114E-2</c:v>
                </c:pt>
                <c:pt idx="935">
                  <c:v>4.3111111111111114E-2</c:v>
                </c:pt>
                <c:pt idx="936">
                  <c:v>4.3111111111111114E-2</c:v>
                </c:pt>
                <c:pt idx="937">
                  <c:v>4.3111111111111114E-2</c:v>
                </c:pt>
                <c:pt idx="938">
                  <c:v>4.3259259259259261E-2</c:v>
                </c:pt>
                <c:pt idx="939">
                  <c:v>4.3407407407407408E-2</c:v>
                </c:pt>
                <c:pt idx="940">
                  <c:v>4.3407407407407408E-2</c:v>
                </c:pt>
                <c:pt idx="941">
                  <c:v>4.3407407407407408E-2</c:v>
                </c:pt>
                <c:pt idx="942">
                  <c:v>4.3407407407407408E-2</c:v>
                </c:pt>
                <c:pt idx="943">
                  <c:v>4.3555555555555556E-2</c:v>
                </c:pt>
                <c:pt idx="944">
                  <c:v>4.3555555555555556E-2</c:v>
                </c:pt>
                <c:pt idx="945">
                  <c:v>4.3555555555555556E-2</c:v>
                </c:pt>
                <c:pt idx="946">
                  <c:v>4.3555555555555556E-2</c:v>
                </c:pt>
                <c:pt idx="947">
                  <c:v>4.3555555555555556E-2</c:v>
                </c:pt>
                <c:pt idx="948">
                  <c:v>4.3555555555555556E-2</c:v>
                </c:pt>
                <c:pt idx="949">
                  <c:v>4.3555555555555556E-2</c:v>
                </c:pt>
                <c:pt idx="950">
                  <c:v>4.3703703703703703E-2</c:v>
                </c:pt>
                <c:pt idx="951">
                  <c:v>4.385185185185185E-2</c:v>
                </c:pt>
                <c:pt idx="952">
                  <c:v>4.385185185185185E-2</c:v>
                </c:pt>
                <c:pt idx="953">
                  <c:v>4.385185185185185E-2</c:v>
                </c:pt>
                <c:pt idx="954">
                  <c:v>4.385185185185185E-2</c:v>
                </c:pt>
                <c:pt idx="955">
                  <c:v>4.385185185185185E-2</c:v>
                </c:pt>
                <c:pt idx="956">
                  <c:v>4.3999999999999997E-2</c:v>
                </c:pt>
                <c:pt idx="957">
                  <c:v>4.4148148148148145E-2</c:v>
                </c:pt>
                <c:pt idx="958">
                  <c:v>4.4296296296296299E-2</c:v>
                </c:pt>
                <c:pt idx="959">
                  <c:v>4.4296296296296299E-2</c:v>
                </c:pt>
                <c:pt idx="960">
                  <c:v>4.4296296296296299E-2</c:v>
                </c:pt>
                <c:pt idx="961">
                  <c:v>4.4296296296296299E-2</c:v>
                </c:pt>
                <c:pt idx="962">
                  <c:v>4.4296296296296299E-2</c:v>
                </c:pt>
                <c:pt idx="963">
                  <c:v>4.4296296296296299E-2</c:v>
                </c:pt>
                <c:pt idx="964">
                  <c:v>4.4444444444444446E-2</c:v>
                </c:pt>
                <c:pt idx="965">
                  <c:v>4.4444444444444446E-2</c:v>
                </c:pt>
                <c:pt idx="966">
                  <c:v>4.4444444444444446E-2</c:v>
                </c:pt>
                <c:pt idx="967">
                  <c:v>4.4592592592592593E-2</c:v>
                </c:pt>
                <c:pt idx="968">
                  <c:v>4.4740740740740741E-2</c:v>
                </c:pt>
                <c:pt idx="969">
                  <c:v>4.4740740740740741E-2</c:v>
                </c:pt>
                <c:pt idx="970">
                  <c:v>4.4740740740740741E-2</c:v>
                </c:pt>
                <c:pt idx="971">
                  <c:v>4.4740740740740741E-2</c:v>
                </c:pt>
                <c:pt idx="972">
                  <c:v>4.4740740740740741E-2</c:v>
                </c:pt>
                <c:pt idx="973">
                  <c:v>4.4888888888888888E-2</c:v>
                </c:pt>
                <c:pt idx="974">
                  <c:v>4.5037037037037035E-2</c:v>
                </c:pt>
                <c:pt idx="975">
                  <c:v>4.5037037037037035E-2</c:v>
                </c:pt>
                <c:pt idx="976">
                  <c:v>4.5185185185185182E-2</c:v>
                </c:pt>
                <c:pt idx="977">
                  <c:v>4.5185185185185182E-2</c:v>
                </c:pt>
                <c:pt idx="978">
                  <c:v>4.5185185185185182E-2</c:v>
                </c:pt>
                <c:pt idx="979">
                  <c:v>4.5185185185185182E-2</c:v>
                </c:pt>
                <c:pt idx="980">
                  <c:v>4.5185185185185182E-2</c:v>
                </c:pt>
                <c:pt idx="981">
                  <c:v>4.5185185185185182E-2</c:v>
                </c:pt>
                <c:pt idx="982">
                  <c:v>4.5185185185185182E-2</c:v>
                </c:pt>
                <c:pt idx="983">
                  <c:v>4.5185185185185182E-2</c:v>
                </c:pt>
                <c:pt idx="984">
                  <c:v>4.5185185185185182E-2</c:v>
                </c:pt>
                <c:pt idx="985">
                  <c:v>4.5185185185185182E-2</c:v>
                </c:pt>
                <c:pt idx="986">
                  <c:v>4.5185185185185182E-2</c:v>
                </c:pt>
                <c:pt idx="987">
                  <c:v>4.5185185185185182E-2</c:v>
                </c:pt>
                <c:pt idx="988">
                  <c:v>4.5185185185185182E-2</c:v>
                </c:pt>
                <c:pt idx="989">
                  <c:v>4.5185185185185182E-2</c:v>
                </c:pt>
                <c:pt idx="990">
                  <c:v>4.5333333333333337E-2</c:v>
                </c:pt>
                <c:pt idx="991">
                  <c:v>4.5333333333333337E-2</c:v>
                </c:pt>
                <c:pt idx="992">
                  <c:v>4.5333333333333337E-2</c:v>
                </c:pt>
                <c:pt idx="993">
                  <c:v>4.5481481481481484E-2</c:v>
                </c:pt>
                <c:pt idx="994">
                  <c:v>4.5481481481481484E-2</c:v>
                </c:pt>
                <c:pt idx="995">
                  <c:v>4.5629629629629631E-2</c:v>
                </c:pt>
                <c:pt idx="996">
                  <c:v>4.5629629629629631E-2</c:v>
                </c:pt>
                <c:pt idx="997">
                  <c:v>4.5777777777777778E-2</c:v>
                </c:pt>
                <c:pt idx="998">
                  <c:v>4.5777777777777778E-2</c:v>
                </c:pt>
                <c:pt idx="999">
                  <c:v>4.5777777777777778E-2</c:v>
                </c:pt>
                <c:pt idx="1000">
                  <c:v>4.5925925925925926E-2</c:v>
                </c:pt>
                <c:pt idx="1001">
                  <c:v>4.5925925925925926E-2</c:v>
                </c:pt>
                <c:pt idx="1002">
                  <c:v>4.6074074074074073E-2</c:v>
                </c:pt>
                <c:pt idx="1003">
                  <c:v>4.6074074074074073E-2</c:v>
                </c:pt>
                <c:pt idx="1004">
                  <c:v>4.6074074074074073E-2</c:v>
                </c:pt>
                <c:pt idx="1005">
                  <c:v>4.622222222222222E-2</c:v>
                </c:pt>
                <c:pt idx="1006">
                  <c:v>4.622222222222222E-2</c:v>
                </c:pt>
                <c:pt idx="1007">
                  <c:v>4.622222222222222E-2</c:v>
                </c:pt>
                <c:pt idx="1008">
                  <c:v>4.622222222222222E-2</c:v>
                </c:pt>
                <c:pt idx="1009">
                  <c:v>4.622222222222222E-2</c:v>
                </c:pt>
                <c:pt idx="1010">
                  <c:v>4.622222222222222E-2</c:v>
                </c:pt>
                <c:pt idx="1011">
                  <c:v>4.6370370370370367E-2</c:v>
                </c:pt>
                <c:pt idx="1012">
                  <c:v>4.6518518518518522E-2</c:v>
                </c:pt>
                <c:pt idx="1013">
                  <c:v>4.6518518518518522E-2</c:v>
                </c:pt>
                <c:pt idx="1014">
                  <c:v>4.6518518518518522E-2</c:v>
                </c:pt>
                <c:pt idx="1015">
                  <c:v>4.6518518518518522E-2</c:v>
                </c:pt>
                <c:pt idx="1016">
                  <c:v>4.6518518518518522E-2</c:v>
                </c:pt>
                <c:pt idx="1017">
                  <c:v>4.6518518518518522E-2</c:v>
                </c:pt>
                <c:pt idx="1018">
                  <c:v>4.6518518518518522E-2</c:v>
                </c:pt>
                <c:pt idx="1019">
                  <c:v>4.6666666666666669E-2</c:v>
                </c:pt>
                <c:pt idx="1020">
                  <c:v>4.6666666666666669E-2</c:v>
                </c:pt>
                <c:pt idx="1021">
                  <c:v>4.6666666666666669E-2</c:v>
                </c:pt>
                <c:pt idx="1022">
                  <c:v>4.6666666666666669E-2</c:v>
                </c:pt>
                <c:pt idx="1023">
                  <c:v>4.6666666666666669E-2</c:v>
                </c:pt>
                <c:pt idx="1024">
                  <c:v>4.6666666666666669E-2</c:v>
                </c:pt>
                <c:pt idx="1025">
                  <c:v>4.6666666666666669E-2</c:v>
                </c:pt>
                <c:pt idx="1026">
                  <c:v>4.6666666666666669E-2</c:v>
                </c:pt>
                <c:pt idx="1027">
                  <c:v>4.6666666666666669E-2</c:v>
                </c:pt>
                <c:pt idx="1028">
                  <c:v>4.6666666666666669E-2</c:v>
                </c:pt>
                <c:pt idx="1029">
                  <c:v>4.6666666666666669E-2</c:v>
                </c:pt>
                <c:pt idx="1030">
                  <c:v>4.6814814814814816E-2</c:v>
                </c:pt>
                <c:pt idx="1031">
                  <c:v>4.6814814814814816E-2</c:v>
                </c:pt>
                <c:pt idx="1032">
                  <c:v>4.6814814814814816E-2</c:v>
                </c:pt>
                <c:pt idx="1033">
                  <c:v>4.6814814814814816E-2</c:v>
                </c:pt>
                <c:pt idx="1034">
                  <c:v>4.6814814814814816E-2</c:v>
                </c:pt>
                <c:pt idx="1035">
                  <c:v>4.6814814814814816E-2</c:v>
                </c:pt>
                <c:pt idx="1036">
                  <c:v>4.6814814814814816E-2</c:v>
                </c:pt>
                <c:pt idx="1037">
                  <c:v>4.6814814814814816E-2</c:v>
                </c:pt>
                <c:pt idx="1038">
                  <c:v>4.6814814814814816E-2</c:v>
                </c:pt>
                <c:pt idx="1039">
                  <c:v>4.6814814814814816E-2</c:v>
                </c:pt>
                <c:pt idx="1040">
                  <c:v>4.6962962962962963E-2</c:v>
                </c:pt>
                <c:pt idx="1041">
                  <c:v>4.6962962962962963E-2</c:v>
                </c:pt>
                <c:pt idx="1042">
                  <c:v>4.6962962962962963E-2</c:v>
                </c:pt>
                <c:pt idx="1043">
                  <c:v>4.6962962962962963E-2</c:v>
                </c:pt>
                <c:pt idx="1044">
                  <c:v>4.6962962962962963E-2</c:v>
                </c:pt>
                <c:pt idx="1045">
                  <c:v>4.6962962962962963E-2</c:v>
                </c:pt>
                <c:pt idx="1046">
                  <c:v>4.7111111111111111E-2</c:v>
                </c:pt>
                <c:pt idx="1047">
                  <c:v>4.7111111111111111E-2</c:v>
                </c:pt>
                <c:pt idx="1048">
                  <c:v>4.7111111111111111E-2</c:v>
                </c:pt>
                <c:pt idx="1049">
                  <c:v>4.7111111111111111E-2</c:v>
                </c:pt>
                <c:pt idx="1050">
                  <c:v>4.7259259259259258E-2</c:v>
                </c:pt>
                <c:pt idx="1051">
                  <c:v>4.7407407407407405E-2</c:v>
                </c:pt>
                <c:pt idx="1052">
                  <c:v>4.7407407407407405E-2</c:v>
                </c:pt>
                <c:pt idx="1053">
                  <c:v>4.7407407407407405E-2</c:v>
                </c:pt>
                <c:pt idx="1054">
                  <c:v>4.7407407407407405E-2</c:v>
                </c:pt>
                <c:pt idx="1055">
                  <c:v>4.7407407407407405E-2</c:v>
                </c:pt>
                <c:pt idx="1056">
                  <c:v>4.7555555555555552E-2</c:v>
                </c:pt>
                <c:pt idx="1057">
                  <c:v>4.7703703703703706E-2</c:v>
                </c:pt>
                <c:pt idx="1058">
                  <c:v>4.7703703703703706E-2</c:v>
                </c:pt>
                <c:pt idx="1059">
                  <c:v>4.7703703703703706E-2</c:v>
                </c:pt>
                <c:pt idx="1060">
                  <c:v>4.7703703703703706E-2</c:v>
                </c:pt>
                <c:pt idx="1061">
                  <c:v>4.7703703703703706E-2</c:v>
                </c:pt>
                <c:pt idx="1062">
                  <c:v>4.7703703703703706E-2</c:v>
                </c:pt>
                <c:pt idx="1063">
                  <c:v>4.7851851851851854E-2</c:v>
                </c:pt>
                <c:pt idx="1064">
                  <c:v>4.8000000000000001E-2</c:v>
                </c:pt>
                <c:pt idx="1065">
                  <c:v>4.8000000000000001E-2</c:v>
                </c:pt>
                <c:pt idx="1066">
                  <c:v>4.8148148148148148E-2</c:v>
                </c:pt>
                <c:pt idx="1067">
                  <c:v>4.8148148148148148E-2</c:v>
                </c:pt>
                <c:pt idx="1068">
                  <c:v>4.8148148148148148E-2</c:v>
                </c:pt>
                <c:pt idx="1069">
                  <c:v>4.8296296296296296E-2</c:v>
                </c:pt>
                <c:pt idx="1070">
                  <c:v>4.8444444444444443E-2</c:v>
                </c:pt>
                <c:pt idx="1071">
                  <c:v>4.859259259259259E-2</c:v>
                </c:pt>
                <c:pt idx="1072">
                  <c:v>4.859259259259259E-2</c:v>
                </c:pt>
                <c:pt idx="1073">
                  <c:v>4.859259259259259E-2</c:v>
                </c:pt>
                <c:pt idx="1074">
                  <c:v>4.859259259259259E-2</c:v>
                </c:pt>
                <c:pt idx="1075">
                  <c:v>4.859259259259259E-2</c:v>
                </c:pt>
                <c:pt idx="1076">
                  <c:v>4.859259259259259E-2</c:v>
                </c:pt>
                <c:pt idx="1077">
                  <c:v>4.859259259259259E-2</c:v>
                </c:pt>
                <c:pt idx="1078">
                  <c:v>4.8740740740740744E-2</c:v>
                </c:pt>
                <c:pt idx="1079">
                  <c:v>4.8740740740740744E-2</c:v>
                </c:pt>
                <c:pt idx="1080">
                  <c:v>4.8740740740740744E-2</c:v>
                </c:pt>
                <c:pt idx="1081">
                  <c:v>4.8740740740740744E-2</c:v>
                </c:pt>
                <c:pt idx="1082">
                  <c:v>4.8740740740740744E-2</c:v>
                </c:pt>
                <c:pt idx="1083">
                  <c:v>4.8740740740740744E-2</c:v>
                </c:pt>
                <c:pt idx="1084">
                  <c:v>4.8740740740740744E-2</c:v>
                </c:pt>
                <c:pt idx="1085">
                  <c:v>4.8740740740740744E-2</c:v>
                </c:pt>
                <c:pt idx="1086">
                  <c:v>4.8740740740740744E-2</c:v>
                </c:pt>
                <c:pt idx="1087">
                  <c:v>4.8740740740740744E-2</c:v>
                </c:pt>
                <c:pt idx="1088">
                  <c:v>4.8740740740740744E-2</c:v>
                </c:pt>
                <c:pt idx="1089">
                  <c:v>4.8740740740740744E-2</c:v>
                </c:pt>
                <c:pt idx="1090">
                  <c:v>4.8888888888888891E-2</c:v>
                </c:pt>
                <c:pt idx="1091">
                  <c:v>4.9037037037037039E-2</c:v>
                </c:pt>
                <c:pt idx="1092">
                  <c:v>4.9185185185185186E-2</c:v>
                </c:pt>
                <c:pt idx="1093">
                  <c:v>4.9333333333333333E-2</c:v>
                </c:pt>
                <c:pt idx="1094">
                  <c:v>4.9333333333333333E-2</c:v>
                </c:pt>
                <c:pt idx="1095">
                  <c:v>4.9333333333333333E-2</c:v>
                </c:pt>
                <c:pt idx="1096">
                  <c:v>4.9333333333333333E-2</c:v>
                </c:pt>
                <c:pt idx="1097">
                  <c:v>4.9333333333333333E-2</c:v>
                </c:pt>
                <c:pt idx="1098">
                  <c:v>4.9333333333333333E-2</c:v>
                </c:pt>
                <c:pt idx="1099">
                  <c:v>4.9333333333333333E-2</c:v>
                </c:pt>
                <c:pt idx="1100">
                  <c:v>4.948148148148148E-2</c:v>
                </c:pt>
                <c:pt idx="1101">
                  <c:v>4.948148148148148E-2</c:v>
                </c:pt>
                <c:pt idx="1102">
                  <c:v>4.948148148148148E-2</c:v>
                </c:pt>
                <c:pt idx="1103">
                  <c:v>4.9629629629629628E-2</c:v>
                </c:pt>
                <c:pt idx="1104">
                  <c:v>4.9629629629629628E-2</c:v>
                </c:pt>
                <c:pt idx="1105">
                  <c:v>4.9777777777777775E-2</c:v>
                </c:pt>
                <c:pt idx="1106">
                  <c:v>4.9925925925925929E-2</c:v>
                </c:pt>
                <c:pt idx="1107">
                  <c:v>4.9925925925925929E-2</c:v>
                </c:pt>
                <c:pt idx="1108">
                  <c:v>4.9925925925925929E-2</c:v>
                </c:pt>
                <c:pt idx="1109">
                  <c:v>4.9925925925925929E-2</c:v>
                </c:pt>
                <c:pt idx="1110">
                  <c:v>5.0074074074074076E-2</c:v>
                </c:pt>
                <c:pt idx="1111">
                  <c:v>5.0222222222222224E-2</c:v>
                </c:pt>
                <c:pt idx="1112">
                  <c:v>5.0222222222222224E-2</c:v>
                </c:pt>
                <c:pt idx="1113">
                  <c:v>5.0370370370370371E-2</c:v>
                </c:pt>
                <c:pt idx="1114">
                  <c:v>5.0518518518518518E-2</c:v>
                </c:pt>
                <c:pt idx="1115">
                  <c:v>5.0518518518518518E-2</c:v>
                </c:pt>
                <c:pt idx="1116">
                  <c:v>5.0518518518518518E-2</c:v>
                </c:pt>
                <c:pt idx="1117">
                  <c:v>5.0518518518518518E-2</c:v>
                </c:pt>
                <c:pt idx="1118">
                  <c:v>5.0518518518518518E-2</c:v>
                </c:pt>
                <c:pt idx="1119">
                  <c:v>5.0518518518518518E-2</c:v>
                </c:pt>
                <c:pt idx="1120">
                  <c:v>5.0518518518518518E-2</c:v>
                </c:pt>
                <c:pt idx="1121">
                  <c:v>5.0518518518518518E-2</c:v>
                </c:pt>
                <c:pt idx="1122">
                  <c:v>5.0518518518518518E-2</c:v>
                </c:pt>
                <c:pt idx="1123">
                  <c:v>5.0518518518518518E-2</c:v>
                </c:pt>
                <c:pt idx="1124">
                  <c:v>5.0518518518518518E-2</c:v>
                </c:pt>
                <c:pt idx="1125">
                  <c:v>5.0518518518518518E-2</c:v>
                </c:pt>
                <c:pt idx="1126">
                  <c:v>5.0518518518518518E-2</c:v>
                </c:pt>
                <c:pt idx="1127">
                  <c:v>5.0666666666666665E-2</c:v>
                </c:pt>
                <c:pt idx="1128">
                  <c:v>5.0814814814814813E-2</c:v>
                </c:pt>
                <c:pt idx="1129">
                  <c:v>5.0814814814814813E-2</c:v>
                </c:pt>
                <c:pt idx="1130">
                  <c:v>5.0814814814814813E-2</c:v>
                </c:pt>
                <c:pt idx="1131">
                  <c:v>5.0814814814814813E-2</c:v>
                </c:pt>
                <c:pt idx="1132">
                  <c:v>5.0814814814814813E-2</c:v>
                </c:pt>
                <c:pt idx="1133">
                  <c:v>5.096296296296296E-2</c:v>
                </c:pt>
                <c:pt idx="1134">
                  <c:v>5.096296296296296E-2</c:v>
                </c:pt>
                <c:pt idx="1135">
                  <c:v>5.096296296296296E-2</c:v>
                </c:pt>
                <c:pt idx="1136">
                  <c:v>5.096296296296296E-2</c:v>
                </c:pt>
                <c:pt idx="1137">
                  <c:v>5.096296296296296E-2</c:v>
                </c:pt>
                <c:pt idx="1138">
                  <c:v>5.096296296296296E-2</c:v>
                </c:pt>
                <c:pt idx="1139">
                  <c:v>5.096296296296296E-2</c:v>
                </c:pt>
                <c:pt idx="1140">
                  <c:v>5.096296296296296E-2</c:v>
                </c:pt>
                <c:pt idx="1141">
                  <c:v>5.1111111111111114E-2</c:v>
                </c:pt>
                <c:pt idx="1142">
                  <c:v>5.1111111111111114E-2</c:v>
                </c:pt>
                <c:pt idx="1143">
                  <c:v>5.1259259259259261E-2</c:v>
                </c:pt>
                <c:pt idx="1144">
                  <c:v>5.1407407407407409E-2</c:v>
                </c:pt>
                <c:pt idx="1145">
                  <c:v>5.1555555555555556E-2</c:v>
                </c:pt>
                <c:pt idx="1146">
                  <c:v>5.1555555555555556E-2</c:v>
                </c:pt>
                <c:pt idx="1147">
                  <c:v>5.1555555555555556E-2</c:v>
                </c:pt>
                <c:pt idx="1148">
                  <c:v>5.1555555555555556E-2</c:v>
                </c:pt>
                <c:pt idx="1149">
                  <c:v>5.1703703703703703E-2</c:v>
                </c:pt>
                <c:pt idx="1150">
                  <c:v>5.185185185185185E-2</c:v>
                </c:pt>
                <c:pt idx="1151">
                  <c:v>5.185185185185185E-2</c:v>
                </c:pt>
                <c:pt idx="1152">
                  <c:v>5.185185185185185E-2</c:v>
                </c:pt>
                <c:pt idx="1153">
                  <c:v>5.185185185185185E-2</c:v>
                </c:pt>
                <c:pt idx="1154">
                  <c:v>5.185185185185185E-2</c:v>
                </c:pt>
                <c:pt idx="1155">
                  <c:v>5.185185185185185E-2</c:v>
                </c:pt>
                <c:pt idx="1156">
                  <c:v>5.185185185185185E-2</c:v>
                </c:pt>
                <c:pt idx="1157">
                  <c:v>5.1999999999999998E-2</c:v>
                </c:pt>
                <c:pt idx="1158">
                  <c:v>5.2148148148148145E-2</c:v>
                </c:pt>
                <c:pt idx="1159">
                  <c:v>5.2148148148148145E-2</c:v>
                </c:pt>
                <c:pt idx="1160">
                  <c:v>5.2148148148148145E-2</c:v>
                </c:pt>
                <c:pt idx="1161">
                  <c:v>5.2148148148148145E-2</c:v>
                </c:pt>
                <c:pt idx="1162">
                  <c:v>5.2296296296296299E-2</c:v>
                </c:pt>
                <c:pt idx="1163">
                  <c:v>5.2444444444444446E-2</c:v>
                </c:pt>
                <c:pt idx="1164">
                  <c:v>5.2592592592592594E-2</c:v>
                </c:pt>
                <c:pt idx="1165">
                  <c:v>5.2592592592592594E-2</c:v>
                </c:pt>
                <c:pt idx="1166">
                  <c:v>5.2740740740740741E-2</c:v>
                </c:pt>
                <c:pt idx="1167">
                  <c:v>5.2740740740740741E-2</c:v>
                </c:pt>
                <c:pt idx="1168">
                  <c:v>5.2740740740740741E-2</c:v>
                </c:pt>
                <c:pt idx="1169">
                  <c:v>5.2888888888888888E-2</c:v>
                </c:pt>
                <c:pt idx="1170">
                  <c:v>5.2888888888888888E-2</c:v>
                </c:pt>
                <c:pt idx="1171">
                  <c:v>5.3037037037037035E-2</c:v>
                </c:pt>
                <c:pt idx="1172">
                  <c:v>5.3037037037037035E-2</c:v>
                </c:pt>
                <c:pt idx="1173">
                  <c:v>5.3037037037037035E-2</c:v>
                </c:pt>
                <c:pt idx="1174">
                  <c:v>5.3037037037037035E-2</c:v>
                </c:pt>
                <c:pt idx="1175">
                  <c:v>5.3037037037037035E-2</c:v>
                </c:pt>
                <c:pt idx="1176">
                  <c:v>5.3037037037037035E-2</c:v>
                </c:pt>
                <c:pt idx="1177">
                  <c:v>5.3037037037037035E-2</c:v>
                </c:pt>
                <c:pt idx="1178">
                  <c:v>5.3185185185185183E-2</c:v>
                </c:pt>
                <c:pt idx="1179">
                  <c:v>5.3185185185185183E-2</c:v>
                </c:pt>
                <c:pt idx="1180">
                  <c:v>5.3333333333333337E-2</c:v>
                </c:pt>
                <c:pt idx="1181">
                  <c:v>5.3333333333333337E-2</c:v>
                </c:pt>
                <c:pt idx="1182">
                  <c:v>5.3333333333333337E-2</c:v>
                </c:pt>
                <c:pt idx="1183">
                  <c:v>5.3333333333333337E-2</c:v>
                </c:pt>
                <c:pt idx="1184">
                  <c:v>5.3333333333333337E-2</c:v>
                </c:pt>
                <c:pt idx="1185">
                  <c:v>5.3333333333333337E-2</c:v>
                </c:pt>
                <c:pt idx="1186">
                  <c:v>5.3333333333333337E-2</c:v>
                </c:pt>
                <c:pt idx="1187">
                  <c:v>5.3333333333333337E-2</c:v>
                </c:pt>
                <c:pt idx="1188">
                  <c:v>5.3333333333333337E-2</c:v>
                </c:pt>
                <c:pt idx="1189">
                  <c:v>5.3481481481481484E-2</c:v>
                </c:pt>
                <c:pt idx="1190">
                  <c:v>5.3629629629629631E-2</c:v>
                </c:pt>
                <c:pt idx="1191">
                  <c:v>5.3629629629629631E-2</c:v>
                </c:pt>
                <c:pt idx="1192">
                  <c:v>5.3629629629629631E-2</c:v>
                </c:pt>
                <c:pt idx="1193">
                  <c:v>5.3629629629629631E-2</c:v>
                </c:pt>
                <c:pt idx="1194">
                  <c:v>5.3629629629629631E-2</c:v>
                </c:pt>
                <c:pt idx="1195">
                  <c:v>5.3629629629629631E-2</c:v>
                </c:pt>
                <c:pt idx="1196">
                  <c:v>5.3777777777777779E-2</c:v>
                </c:pt>
                <c:pt idx="1197">
                  <c:v>5.3925925925925926E-2</c:v>
                </c:pt>
                <c:pt idx="1198">
                  <c:v>5.4074074074074073E-2</c:v>
                </c:pt>
                <c:pt idx="1199">
                  <c:v>5.4074074074074073E-2</c:v>
                </c:pt>
                <c:pt idx="1200">
                  <c:v>5.4074074074074073E-2</c:v>
                </c:pt>
                <c:pt idx="1201">
                  <c:v>5.4074074074074073E-2</c:v>
                </c:pt>
                <c:pt idx="1202">
                  <c:v>5.4074074074074073E-2</c:v>
                </c:pt>
                <c:pt idx="1203">
                  <c:v>5.4074074074074073E-2</c:v>
                </c:pt>
                <c:pt idx="1204">
                  <c:v>5.422222222222222E-2</c:v>
                </c:pt>
                <c:pt idx="1205">
                  <c:v>5.4370370370370368E-2</c:v>
                </c:pt>
                <c:pt idx="1206">
                  <c:v>5.4370370370370368E-2</c:v>
                </c:pt>
                <c:pt idx="1207">
                  <c:v>5.4370370370370368E-2</c:v>
                </c:pt>
                <c:pt idx="1208">
                  <c:v>5.4370370370370368E-2</c:v>
                </c:pt>
                <c:pt idx="1209">
                  <c:v>5.4370370370370368E-2</c:v>
                </c:pt>
                <c:pt idx="1210">
                  <c:v>5.4370370370370368E-2</c:v>
                </c:pt>
                <c:pt idx="1211">
                  <c:v>5.4370370370370368E-2</c:v>
                </c:pt>
                <c:pt idx="1212">
                  <c:v>5.4518518518518522E-2</c:v>
                </c:pt>
                <c:pt idx="1213">
                  <c:v>5.4666666666666669E-2</c:v>
                </c:pt>
                <c:pt idx="1214">
                  <c:v>5.4666666666666669E-2</c:v>
                </c:pt>
                <c:pt idx="1215">
                  <c:v>5.4666666666666669E-2</c:v>
                </c:pt>
                <c:pt idx="1216">
                  <c:v>5.4814814814814816E-2</c:v>
                </c:pt>
                <c:pt idx="1217">
                  <c:v>5.4814814814814816E-2</c:v>
                </c:pt>
                <c:pt idx="1218">
                  <c:v>5.4814814814814816E-2</c:v>
                </c:pt>
                <c:pt idx="1219">
                  <c:v>5.4814814814814816E-2</c:v>
                </c:pt>
                <c:pt idx="1220">
                  <c:v>5.4814814814814816E-2</c:v>
                </c:pt>
                <c:pt idx="1221">
                  <c:v>5.4814814814814816E-2</c:v>
                </c:pt>
                <c:pt idx="1222">
                  <c:v>5.4814814814814816E-2</c:v>
                </c:pt>
                <c:pt idx="1223">
                  <c:v>5.4814814814814816E-2</c:v>
                </c:pt>
                <c:pt idx="1224">
                  <c:v>5.4962962962962963E-2</c:v>
                </c:pt>
                <c:pt idx="1225">
                  <c:v>5.4962962962962963E-2</c:v>
                </c:pt>
                <c:pt idx="1226">
                  <c:v>5.4962962962962963E-2</c:v>
                </c:pt>
                <c:pt idx="1227">
                  <c:v>5.4962962962962963E-2</c:v>
                </c:pt>
                <c:pt idx="1228">
                  <c:v>5.5111111111111111E-2</c:v>
                </c:pt>
                <c:pt idx="1229">
                  <c:v>5.5259259259259258E-2</c:v>
                </c:pt>
                <c:pt idx="1230">
                  <c:v>5.5259259259259258E-2</c:v>
                </c:pt>
                <c:pt idx="1231">
                  <c:v>5.5259259259259258E-2</c:v>
                </c:pt>
                <c:pt idx="1232">
                  <c:v>5.5259259259259258E-2</c:v>
                </c:pt>
                <c:pt idx="1233">
                  <c:v>5.5259259259259258E-2</c:v>
                </c:pt>
                <c:pt idx="1234">
                  <c:v>5.5407407407407405E-2</c:v>
                </c:pt>
                <c:pt idx="1235">
                  <c:v>5.5555555555555552E-2</c:v>
                </c:pt>
                <c:pt idx="1236">
                  <c:v>5.5555555555555552E-2</c:v>
                </c:pt>
                <c:pt idx="1237">
                  <c:v>5.5703703703703707E-2</c:v>
                </c:pt>
                <c:pt idx="1238">
                  <c:v>5.5703703703703707E-2</c:v>
                </c:pt>
                <c:pt idx="1239">
                  <c:v>5.5851851851851854E-2</c:v>
                </c:pt>
                <c:pt idx="1240">
                  <c:v>5.5851851851851854E-2</c:v>
                </c:pt>
                <c:pt idx="1241">
                  <c:v>5.5851851851851854E-2</c:v>
                </c:pt>
                <c:pt idx="1242">
                  <c:v>5.5851851851851854E-2</c:v>
                </c:pt>
                <c:pt idx="1243">
                  <c:v>5.6000000000000001E-2</c:v>
                </c:pt>
                <c:pt idx="1244">
                  <c:v>5.6000000000000001E-2</c:v>
                </c:pt>
                <c:pt idx="1245">
                  <c:v>5.6000000000000001E-2</c:v>
                </c:pt>
                <c:pt idx="1246">
                  <c:v>5.6000000000000001E-2</c:v>
                </c:pt>
                <c:pt idx="1247">
                  <c:v>5.6000000000000001E-2</c:v>
                </c:pt>
                <c:pt idx="1248">
                  <c:v>5.6000000000000001E-2</c:v>
                </c:pt>
                <c:pt idx="1249">
                  <c:v>5.6000000000000001E-2</c:v>
                </c:pt>
                <c:pt idx="1250">
                  <c:v>5.6148148148148148E-2</c:v>
                </c:pt>
                <c:pt idx="1251">
                  <c:v>5.6148148148148148E-2</c:v>
                </c:pt>
                <c:pt idx="1252">
                  <c:v>5.6148148148148148E-2</c:v>
                </c:pt>
                <c:pt idx="1253">
                  <c:v>5.6148148148148148E-2</c:v>
                </c:pt>
                <c:pt idx="1254">
                  <c:v>5.6148148148148148E-2</c:v>
                </c:pt>
                <c:pt idx="1255">
                  <c:v>5.6148148148148148E-2</c:v>
                </c:pt>
                <c:pt idx="1256">
                  <c:v>5.6148148148148148E-2</c:v>
                </c:pt>
                <c:pt idx="1257">
                  <c:v>5.6148148148148148E-2</c:v>
                </c:pt>
                <c:pt idx="1258">
                  <c:v>5.6148148148148148E-2</c:v>
                </c:pt>
                <c:pt idx="1259">
                  <c:v>5.6296296296296296E-2</c:v>
                </c:pt>
                <c:pt idx="1260">
                  <c:v>5.6296296296296296E-2</c:v>
                </c:pt>
                <c:pt idx="1261">
                  <c:v>5.6444444444444443E-2</c:v>
                </c:pt>
                <c:pt idx="1262">
                  <c:v>5.659259259259259E-2</c:v>
                </c:pt>
                <c:pt idx="1263">
                  <c:v>5.659259259259259E-2</c:v>
                </c:pt>
                <c:pt idx="1264">
                  <c:v>5.659259259259259E-2</c:v>
                </c:pt>
                <c:pt idx="1265">
                  <c:v>5.6740740740740737E-2</c:v>
                </c:pt>
                <c:pt idx="1266">
                  <c:v>5.6888888888888892E-2</c:v>
                </c:pt>
                <c:pt idx="1267">
                  <c:v>5.6888888888888892E-2</c:v>
                </c:pt>
                <c:pt idx="1268">
                  <c:v>5.7037037037037039E-2</c:v>
                </c:pt>
                <c:pt idx="1269">
                  <c:v>5.7037037037037039E-2</c:v>
                </c:pt>
                <c:pt idx="1270">
                  <c:v>5.7037037037037039E-2</c:v>
                </c:pt>
                <c:pt idx="1271">
                  <c:v>5.7037037037037039E-2</c:v>
                </c:pt>
                <c:pt idx="1272">
                  <c:v>5.7185185185185186E-2</c:v>
                </c:pt>
                <c:pt idx="1273">
                  <c:v>5.7333333333333333E-2</c:v>
                </c:pt>
                <c:pt idx="1274">
                  <c:v>5.7333333333333333E-2</c:v>
                </c:pt>
                <c:pt idx="1275">
                  <c:v>5.7481481481481481E-2</c:v>
                </c:pt>
                <c:pt idx="1276">
                  <c:v>5.7481481481481481E-2</c:v>
                </c:pt>
                <c:pt idx="1277">
                  <c:v>5.7481481481481481E-2</c:v>
                </c:pt>
                <c:pt idx="1278">
                  <c:v>5.7629629629629628E-2</c:v>
                </c:pt>
                <c:pt idx="1279">
                  <c:v>5.7629629629629628E-2</c:v>
                </c:pt>
                <c:pt idx="1280">
                  <c:v>5.7777777777777775E-2</c:v>
                </c:pt>
                <c:pt idx="1281">
                  <c:v>5.7925925925925929E-2</c:v>
                </c:pt>
                <c:pt idx="1282">
                  <c:v>5.8074074074074077E-2</c:v>
                </c:pt>
                <c:pt idx="1283">
                  <c:v>5.8222222222222224E-2</c:v>
                </c:pt>
                <c:pt idx="1284">
                  <c:v>5.8222222222222224E-2</c:v>
                </c:pt>
                <c:pt idx="1285">
                  <c:v>5.8370370370370371E-2</c:v>
                </c:pt>
                <c:pt idx="1286">
                  <c:v>5.8370370370370371E-2</c:v>
                </c:pt>
                <c:pt idx="1287">
                  <c:v>5.8518518518518518E-2</c:v>
                </c:pt>
                <c:pt idx="1288">
                  <c:v>5.8518518518518518E-2</c:v>
                </c:pt>
                <c:pt idx="1289">
                  <c:v>5.8518518518518518E-2</c:v>
                </c:pt>
                <c:pt idx="1290">
                  <c:v>5.8518518518518518E-2</c:v>
                </c:pt>
                <c:pt idx="1291">
                  <c:v>5.8518518518518518E-2</c:v>
                </c:pt>
                <c:pt idx="1292">
                  <c:v>5.8666666666666666E-2</c:v>
                </c:pt>
                <c:pt idx="1293">
                  <c:v>5.8814814814814813E-2</c:v>
                </c:pt>
                <c:pt idx="1294">
                  <c:v>5.8814814814814813E-2</c:v>
                </c:pt>
                <c:pt idx="1295">
                  <c:v>5.896296296296296E-2</c:v>
                </c:pt>
                <c:pt idx="1296">
                  <c:v>5.896296296296296E-2</c:v>
                </c:pt>
                <c:pt idx="1297">
                  <c:v>5.896296296296296E-2</c:v>
                </c:pt>
                <c:pt idx="1298">
                  <c:v>5.896296296296296E-2</c:v>
                </c:pt>
                <c:pt idx="1299">
                  <c:v>5.9111111111111114E-2</c:v>
                </c:pt>
                <c:pt idx="1300">
                  <c:v>5.9111111111111114E-2</c:v>
                </c:pt>
                <c:pt idx="1301">
                  <c:v>5.9111111111111114E-2</c:v>
                </c:pt>
                <c:pt idx="1302">
                  <c:v>5.9259259259259262E-2</c:v>
                </c:pt>
                <c:pt idx="1303">
                  <c:v>5.9259259259259262E-2</c:v>
                </c:pt>
                <c:pt idx="1304">
                  <c:v>5.9407407407407409E-2</c:v>
                </c:pt>
                <c:pt idx="1305">
                  <c:v>5.9407407407407409E-2</c:v>
                </c:pt>
                <c:pt idx="1306">
                  <c:v>5.9407407407407409E-2</c:v>
                </c:pt>
                <c:pt idx="1307">
                  <c:v>5.9407407407407409E-2</c:v>
                </c:pt>
                <c:pt idx="1308">
                  <c:v>5.9407407407407409E-2</c:v>
                </c:pt>
                <c:pt idx="1309">
                  <c:v>5.9407407407407409E-2</c:v>
                </c:pt>
                <c:pt idx="1310">
                  <c:v>5.9407407407407409E-2</c:v>
                </c:pt>
                <c:pt idx="1311">
                  <c:v>5.9407407407407409E-2</c:v>
                </c:pt>
                <c:pt idx="1312">
                  <c:v>5.9555555555555556E-2</c:v>
                </c:pt>
                <c:pt idx="1313">
                  <c:v>5.9555555555555556E-2</c:v>
                </c:pt>
                <c:pt idx="1314">
                  <c:v>5.9555555555555556E-2</c:v>
                </c:pt>
                <c:pt idx="1315">
                  <c:v>5.9555555555555556E-2</c:v>
                </c:pt>
                <c:pt idx="1316">
                  <c:v>5.9703703703703703E-2</c:v>
                </c:pt>
                <c:pt idx="1317">
                  <c:v>5.9851851851851851E-2</c:v>
                </c:pt>
                <c:pt idx="1318">
                  <c:v>0.06</c:v>
                </c:pt>
                <c:pt idx="1319">
                  <c:v>0.06</c:v>
                </c:pt>
                <c:pt idx="1320">
                  <c:v>0.06</c:v>
                </c:pt>
                <c:pt idx="1321">
                  <c:v>6.0148148148148145E-2</c:v>
                </c:pt>
                <c:pt idx="1322">
                  <c:v>6.0296296296296299E-2</c:v>
                </c:pt>
                <c:pt idx="1323">
                  <c:v>6.0296296296296299E-2</c:v>
                </c:pt>
                <c:pt idx="1324">
                  <c:v>6.0296296296296299E-2</c:v>
                </c:pt>
                <c:pt idx="1325">
                  <c:v>6.0444444444444446E-2</c:v>
                </c:pt>
                <c:pt idx="1326">
                  <c:v>6.0444444444444446E-2</c:v>
                </c:pt>
                <c:pt idx="1327">
                  <c:v>6.0444444444444446E-2</c:v>
                </c:pt>
                <c:pt idx="1328">
                  <c:v>6.0444444444444446E-2</c:v>
                </c:pt>
                <c:pt idx="1329">
                  <c:v>6.0444444444444446E-2</c:v>
                </c:pt>
                <c:pt idx="1330">
                  <c:v>6.0444444444444446E-2</c:v>
                </c:pt>
                <c:pt idx="1331">
                  <c:v>6.0444444444444446E-2</c:v>
                </c:pt>
                <c:pt idx="1332">
                  <c:v>6.0444444444444446E-2</c:v>
                </c:pt>
                <c:pt idx="1333">
                  <c:v>6.0444444444444446E-2</c:v>
                </c:pt>
                <c:pt idx="1334">
                  <c:v>6.0444444444444446E-2</c:v>
                </c:pt>
                <c:pt idx="1335">
                  <c:v>6.0592592592592594E-2</c:v>
                </c:pt>
                <c:pt idx="1336">
                  <c:v>6.0592592592592594E-2</c:v>
                </c:pt>
                <c:pt idx="1337">
                  <c:v>6.0592592592592594E-2</c:v>
                </c:pt>
                <c:pt idx="1338">
                  <c:v>6.0740740740740741E-2</c:v>
                </c:pt>
                <c:pt idx="1339">
                  <c:v>6.0740740740740741E-2</c:v>
                </c:pt>
                <c:pt idx="1340">
                  <c:v>6.0740740740740741E-2</c:v>
                </c:pt>
                <c:pt idx="1341">
                  <c:v>6.0740740740740741E-2</c:v>
                </c:pt>
                <c:pt idx="1342">
                  <c:v>6.0740740740740741E-2</c:v>
                </c:pt>
                <c:pt idx="1343">
                  <c:v>6.0740740740740741E-2</c:v>
                </c:pt>
                <c:pt idx="1344">
                  <c:v>6.0740740740740741E-2</c:v>
                </c:pt>
                <c:pt idx="1345">
                  <c:v>6.0740740740740741E-2</c:v>
                </c:pt>
                <c:pt idx="1346">
                  <c:v>6.0888888888888888E-2</c:v>
                </c:pt>
                <c:pt idx="1347">
                  <c:v>6.1037037037037035E-2</c:v>
                </c:pt>
                <c:pt idx="1348">
                  <c:v>6.1185185185185183E-2</c:v>
                </c:pt>
                <c:pt idx="1349">
                  <c:v>6.133333333333333E-2</c:v>
                </c:pt>
                <c:pt idx="1350">
                  <c:v>6.133333333333333E-2</c:v>
                </c:pt>
                <c:pt idx="1351">
                  <c:v>6.133333333333333E-2</c:v>
                </c:pt>
                <c:pt idx="1352">
                  <c:v>6.1481481481481484E-2</c:v>
                </c:pt>
                <c:pt idx="1353">
                  <c:v>6.1629629629629631E-2</c:v>
                </c:pt>
                <c:pt idx="1354">
                  <c:v>6.1629629629629631E-2</c:v>
                </c:pt>
                <c:pt idx="1355">
                  <c:v>6.1777777777777779E-2</c:v>
                </c:pt>
                <c:pt idx="1356">
                  <c:v>6.1777777777777779E-2</c:v>
                </c:pt>
                <c:pt idx="1357">
                  <c:v>6.1777777777777779E-2</c:v>
                </c:pt>
                <c:pt idx="1358">
                  <c:v>6.1925925925925926E-2</c:v>
                </c:pt>
                <c:pt idx="1359">
                  <c:v>6.1925925925925926E-2</c:v>
                </c:pt>
                <c:pt idx="1360">
                  <c:v>6.1925925925925926E-2</c:v>
                </c:pt>
                <c:pt idx="1361">
                  <c:v>6.1925925925925926E-2</c:v>
                </c:pt>
                <c:pt idx="1362">
                  <c:v>6.1925925925925926E-2</c:v>
                </c:pt>
                <c:pt idx="1363">
                  <c:v>6.2074074074074073E-2</c:v>
                </c:pt>
                <c:pt idx="1364">
                  <c:v>6.222222222222222E-2</c:v>
                </c:pt>
                <c:pt idx="1365">
                  <c:v>6.2370370370370368E-2</c:v>
                </c:pt>
                <c:pt idx="1366">
                  <c:v>6.2370370370370368E-2</c:v>
                </c:pt>
                <c:pt idx="1367">
                  <c:v>6.2370370370370368E-2</c:v>
                </c:pt>
                <c:pt idx="1368">
                  <c:v>6.2370370370370368E-2</c:v>
                </c:pt>
                <c:pt idx="1369">
                  <c:v>6.2370370370370368E-2</c:v>
                </c:pt>
                <c:pt idx="1370">
                  <c:v>6.2370370370370368E-2</c:v>
                </c:pt>
                <c:pt idx="1371">
                  <c:v>6.2370370370370368E-2</c:v>
                </c:pt>
                <c:pt idx="1372">
                  <c:v>6.2518518518518515E-2</c:v>
                </c:pt>
                <c:pt idx="1373">
                  <c:v>6.2518518518518515E-2</c:v>
                </c:pt>
                <c:pt idx="1374">
                  <c:v>6.2518518518518515E-2</c:v>
                </c:pt>
                <c:pt idx="1375">
                  <c:v>6.2518518518518515E-2</c:v>
                </c:pt>
                <c:pt idx="1376">
                  <c:v>6.2518518518518515E-2</c:v>
                </c:pt>
                <c:pt idx="1377">
                  <c:v>6.2518518518518515E-2</c:v>
                </c:pt>
                <c:pt idx="1378">
                  <c:v>6.2666666666666662E-2</c:v>
                </c:pt>
                <c:pt idx="1379">
                  <c:v>6.2814814814814809E-2</c:v>
                </c:pt>
                <c:pt idx="1380">
                  <c:v>6.2814814814814809E-2</c:v>
                </c:pt>
                <c:pt idx="1381">
                  <c:v>6.2814814814814809E-2</c:v>
                </c:pt>
                <c:pt idx="1382">
                  <c:v>6.2962962962962957E-2</c:v>
                </c:pt>
                <c:pt idx="1383">
                  <c:v>6.3111111111111118E-2</c:v>
                </c:pt>
                <c:pt idx="1384">
                  <c:v>6.3111111111111118E-2</c:v>
                </c:pt>
                <c:pt idx="1385">
                  <c:v>6.3111111111111118E-2</c:v>
                </c:pt>
                <c:pt idx="1386">
                  <c:v>6.3111111111111118E-2</c:v>
                </c:pt>
                <c:pt idx="1387">
                  <c:v>6.3111111111111118E-2</c:v>
                </c:pt>
                <c:pt idx="1388">
                  <c:v>6.3111111111111118E-2</c:v>
                </c:pt>
                <c:pt idx="1389">
                  <c:v>6.3259259259259265E-2</c:v>
                </c:pt>
                <c:pt idx="1390">
                  <c:v>6.3259259259259265E-2</c:v>
                </c:pt>
                <c:pt idx="1391">
                  <c:v>6.3259259259259265E-2</c:v>
                </c:pt>
                <c:pt idx="1392">
                  <c:v>6.3259259259259265E-2</c:v>
                </c:pt>
                <c:pt idx="1393">
                  <c:v>6.3407407407407412E-2</c:v>
                </c:pt>
                <c:pt idx="1394">
                  <c:v>6.355555555555556E-2</c:v>
                </c:pt>
                <c:pt idx="1395">
                  <c:v>6.3703703703703707E-2</c:v>
                </c:pt>
                <c:pt idx="1396">
                  <c:v>6.3703703703703707E-2</c:v>
                </c:pt>
                <c:pt idx="1397">
                  <c:v>6.3703703703703707E-2</c:v>
                </c:pt>
                <c:pt idx="1398">
                  <c:v>6.3851851851851854E-2</c:v>
                </c:pt>
                <c:pt idx="1399">
                  <c:v>6.3851851851851854E-2</c:v>
                </c:pt>
                <c:pt idx="1400">
                  <c:v>6.4000000000000001E-2</c:v>
                </c:pt>
                <c:pt idx="1401">
                  <c:v>6.4148148148148149E-2</c:v>
                </c:pt>
                <c:pt idx="1402">
                  <c:v>6.4148148148148149E-2</c:v>
                </c:pt>
                <c:pt idx="1403">
                  <c:v>6.4296296296296296E-2</c:v>
                </c:pt>
                <c:pt idx="1404">
                  <c:v>6.4296296296296296E-2</c:v>
                </c:pt>
                <c:pt idx="1405">
                  <c:v>6.4444444444444443E-2</c:v>
                </c:pt>
                <c:pt idx="1406">
                  <c:v>6.459259259259259E-2</c:v>
                </c:pt>
                <c:pt idx="1407">
                  <c:v>6.459259259259259E-2</c:v>
                </c:pt>
                <c:pt idx="1408">
                  <c:v>6.4740740740740738E-2</c:v>
                </c:pt>
                <c:pt idx="1409">
                  <c:v>6.4740740740740738E-2</c:v>
                </c:pt>
                <c:pt idx="1410">
                  <c:v>6.4740740740740738E-2</c:v>
                </c:pt>
                <c:pt idx="1411">
                  <c:v>6.4740740740740738E-2</c:v>
                </c:pt>
                <c:pt idx="1412">
                  <c:v>6.4740740740740738E-2</c:v>
                </c:pt>
                <c:pt idx="1413">
                  <c:v>6.4740740740740738E-2</c:v>
                </c:pt>
                <c:pt idx="1414">
                  <c:v>6.4740740740740738E-2</c:v>
                </c:pt>
                <c:pt idx="1415">
                  <c:v>6.4740740740740738E-2</c:v>
                </c:pt>
                <c:pt idx="1416">
                  <c:v>6.4740740740740738E-2</c:v>
                </c:pt>
                <c:pt idx="1417">
                  <c:v>6.4740740740740738E-2</c:v>
                </c:pt>
                <c:pt idx="1418">
                  <c:v>6.4888888888888885E-2</c:v>
                </c:pt>
                <c:pt idx="1419">
                  <c:v>6.5037037037037032E-2</c:v>
                </c:pt>
                <c:pt idx="1420">
                  <c:v>6.5185185185185179E-2</c:v>
                </c:pt>
                <c:pt idx="1421">
                  <c:v>6.5185185185185179E-2</c:v>
                </c:pt>
                <c:pt idx="1422">
                  <c:v>6.5185185185185179E-2</c:v>
                </c:pt>
                <c:pt idx="1423">
                  <c:v>6.5333333333333327E-2</c:v>
                </c:pt>
                <c:pt idx="1424">
                  <c:v>6.5481481481481488E-2</c:v>
                </c:pt>
                <c:pt idx="1425">
                  <c:v>6.5481481481481488E-2</c:v>
                </c:pt>
                <c:pt idx="1426">
                  <c:v>6.5481481481481488E-2</c:v>
                </c:pt>
                <c:pt idx="1427">
                  <c:v>6.5481481481481488E-2</c:v>
                </c:pt>
                <c:pt idx="1428">
                  <c:v>6.5481481481481488E-2</c:v>
                </c:pt>
                <c:pt idx="1429">
                  <c:v>6.5481481481481488E-2</c:v>
                </c:pt>
                <c:pt idx="1430">
                  <c:v>6.5481481481481488E-2</c:v>
                </c:pt>
                <c:pt idx="1431">
                  <c:v>6.5481481481481488E-2</c:v>
                </c:pt>
                <c:pt idx="1432">
                  <c:v>6.5629629629629635E-2</c:v>
                </c:pt>
                <c:pt idx="1433">
                  <c:v>6.5629629629629635E-2</c:v>
                </c:pt>
                <c:pt idx="1434">
                  <c:v>6.5777777777777782E-2</c:v>
                </c:pt>
                <c:pt idx="1435">
                  <c:v>6.5777777777777782E-2</c:v>
                </c:pt>
                <c:pt idx="1436">
                  <c:v>6.5777777777777782E-2</c:v>
                </c:pt>
                <c:pt idx="1437">
                  <c:v>6.5777777777777782E-2</c:v>
                </c:pt>
                <c:pt idx="1438">
                  <c:v>6.5777777777777782E-2</c:v>
                </c:pt>
                <c:pt idx="1439">
                  <c:v>6.5925925925925929E-2</c:v>
                </c:pt>
                <c:pt idx="1440">
                  <c:v>6.5925925925925929E-2</c:v>
                </c:pt>
                <c:pt idx="1441">
                  <c:v>6.6074074074074077E-2</c:v>
                </c:pt>
                <c:pt idx="1442">
                  <c:v>6.6222222222222224E-2</c:v>
                </c:pt>
                <c:pt idx="1443">
                  <c:v>6.6370370370370371E-2</c:v>
                </c:pt>
                <c:pt idx="1444">
                  <c:v>6.6370370370370371E-2</c:v>
                </c:pt>
                <c:pt idx="1445">
                  <c:v>6.6370370370370371E-2</c:v>
                </c:pt>
                <c:pt idx="1446">
                  <c:v>6.6370370370370371E-2</c:v>
                </c:pt>
                <c:pt idx="1447">
                  <c:v>6.6370370370370371E-2</c:v>
                </c:pt>
                <c:pt idx="1448">
                  <c:v>6.6370370370370371E-2</c:v>
                </c:pt>
                <c:pt idx="1449">
                  <c:v>6.6370370370370371E-2</c:v>
                </c:pt>
                <c:pt idx="1450">
                  <c:v>6.6370370370370371E-2</c:v>
                </c:pt>
                <c:pt idx="1451">
                  <c:v>6.6518518518518518E-2</c:v>
                </c:pt>
                <c:pt idx="1452">
                  <c:v>6.6518518518518518E-2</c:v>
                </c:pt>
                <c:pt idx="1453">
                  <c:v>6.6518518518518518E-2</c:v>
                </c:pt>
                <c:pt idx="1454">
                  <c:v>6.6518518518518518E-2</c:v>
                </c:pt>
                <c:pt idx="1455">
                  <c:v>6.6666666666666666E-2</c:v>
                </c:pt>
                <c:pt idx="1456">
                  <c:v>6.6666666666666666E-2</c:v>
                </c:pt>
                <c:pt idx="1457">
                  <c:v>6.6666666666666666E-2</c:v>
                </c:pt>
                <c:pt idx="1458">
                  <c:v>6.6814814814814813E-2</c:v>
                </c:pt>
                <c:pt idx="1459">
                  <c:v>6.6814814814814813E-2</c:v>
                </c:pt>
                <c:pt idx="1460">
                  <c:v>6.6814814814814813E-2</c:v>
                </c:pt>
                <c:pt idx="1461">
                  <c:v>6.6814814814814813E-2</c:v>
                </c:pt>
                <c:pt idx="1462">
                  <c:v>6.696296296296296E-2</c:v>
                </c:pt>
                <c:pt idx="1463">
                  <c:v>6.7111111111111107E-2</c:v>
                </c:pt>
                <c:pt idx="1464">
                  <c:v>6.7111111111111107E-2</c:v>
                </c:pt>
                <c:pt idx="1465">
                  <c:v>6.7111111111111107E-2</c:v>
                </c:pt>
                <c:pt idx="1466">
                  <c:v>6.7259259259259255E-2</c:v>
                </c:pt>
                <c:pt idx="1467">
                  <c:v>6.7407407407407402E-2</c:v>
                </c:pt>
                <c:pt idx="1468">
                  <c:v>6.7407407407407402E-2</c:v>
                </c:pt>
                <c:pt idx="1469">
                  <c:v>6.7407407407407402E-2</c:v>
                </c:pt>
                <c:pt idx="1470">
                  <c:v>6.7407407407407402E-2</c:v>
                </c:pt>
                <c:pt idx="1471">
                  <c:v>6.7407407407407402E-2</c:v>
                </c:pt>
                <c:pt idx="1472">
                  <c:v>6.7555555555555549E-2</c:v>
                </c:pt>
                <c:pt idx="1473">
                  <c:v>6.7555555555555549E-2</c:v>
                </c:pt>
                <c:pt idx="1474">
                  <c:v>6.7555555555555549E-2</c:v>
                </c:pt>
                <c:pt idx="1475">
                  <c:v>6.7555555555555549E-2</c:v>
                </c:pt>
                <c:pt idx="1476">
                  <c:v>6.770370370370371E-2</c:v>
                </c:pt>
                <c:pt idx="1477">
                  <c:v>6.770370370370371E-2</c:v>
                </c:pt>
                <c:pt idx="1478">
                  <c:v>6.770370370370371E-2</c:v>
                </c:pt>
                <c:pt idx="1479">
                  <c:v>6.770370370370371E-2</c:v>
                </c:pt>
                <c:pt idx="1480">
                  <c:v>6.770370370370371E-2</c:v>
                </c:pt>
                <c:pt idx="1481">
                  <c:v>6.7851851851851858E-2</c:v>
                </c:pt>
                <c:pt idx="1482">
                  <c:v>6.8000000000000005E-2</c:v>
                </c:pt>
                <c:pt idx="1483">
                  <c:v>6.8000000000000005E-2</c:v>
                </c:pt>
                <c:pt idx="1484">
                  <c:v>6.8148148148148152E-2</c:v>
                </c:pt>
                <c:pt idx="1485">
                  <c:v>6.8148148148148152E-2</c:v>
                </c:pt>
                <c:pt idx="1486">
                  <c:v>6.8148148148148152E-2</c:v>
                </c:pt>
                <c:pt idx="1487">
                  <c:v>6.8148148148148152E-2</c:v>
                </c:pt>
                <c:pt idx="1488">
                  <c:v>6.8148148148148152E-2</c:v>
                </c:pt>
                <c:pt idx="1489">
                  <c:v>6.8148148148148152E-2</c:v>
                </c:pt>
                <c:pt idx="1490">
                  <c:v>6.8296296296296299E-2</c:v>
                </c:pt>
                <c:pt idx="1491">
                  <c:v>6.8444444444444447E-2</c:v>
                </c:pt>
                <c:pt idx="1492">
                  <c:v>6.8592592592592594E-2</c:v>
                </c:pt>
                <c:pt idx="1493">
                  <c:v>6.8740740740740741E-2</c:v>
                </c:pt>
                <c:pt idx="1494">
                  <c:v>6.8888888888888888E-2</c:v>
                </c:pt>
                <c:pt idx="1495">
                  <c:v>6.9037037037037036E-2</c:v>
                </c:pt>
                <c:pt idx="1496">
                  <c:v>6.9037037037037036E-2</c:v>
                </c:pt>
                <c:pt idx="1497">
                  <c:v>6.9037037037037036E-2</c:v>
                </c:pt>
                <c:pt idx="1498">
                  <c:v>6.9037037037037036E-2</c:v>
                </c:pt>
                <c:pt idx="1499">
                  <c:v>6.9037037037037036E-2</c:v>
                </c:pt>
                <c:pt idx="1500">
                  <c:v>6.9037037037037036E-2</c:v>
                </c:pt>
                <c:pt idx="1501">
                  <c:v>6.9037037037037036E-2</c:v>
                </c:pt>
                <c:pt idx="1502">
                  <c:v>6.9037037037037036E-2</c:v>
                </c:pt>
                <c:pt idx="1503">
                  <c:v>6.9185185185185183E-2</c:v>
                </c:pt>
                <c:pt idx="1504">
                  <c:v>6.9185185185185183E-2</c:v>
                </c:pt>
                <c:pt idx="1505">
                  <c:v>6.9185185185185183E-2</c:v>
                </c:pt>
                <c:pt idx="1506">
                  <c:v>6.9185185185185183E-2</c:v>
                </c:pt>
                <c:pt idx="1507">
                  <c:v>6.9185185185185183E-2</c:v>
                </c:pt>
                <c:pt idx="1508">
                  <c:v>6.9185185185185183E-2</c:v>
                </c:pt>
                <c:pt idx="1509">
                  <c:v>6.9185185185185183E-2</c:v>
                </c:pt>
                <c:pt idx="1510">
                  <c:v>6.9185185185185183E-2</c:v>
                </c:pt>
                <c:pt idx="1511">
                  <c:v>6.9185185185185183E-2</c:v>
                </c:pt>
                <c:pt idx="1512">
                  <c:v>6.933333333333333E-2</c:v>
                </c:pt>
                <c:pt idx="1513">
                  <c:v>6.933333333333333E-2</c:v>
                </c:pt>
                <c:pt idx="1514">
                  <c:v>6.933333333333333E-2</c:v>
                </c:pt>
                <c:pt idx="1515">
                  <c:v>6.933333333333333E-2</c:v>
                </c:pt>
                <c:pt idx="1516">
                  <c:v>6.933333333333333E-2</c:v>
                </c:pt>
                <c:pt idx="1517">
                  <c:v>6.933333333333333E-2</c:v>
                </c:pt>
                <c:pt idx="1518">
                  <c:v>6.933333333333333E-2</c:v>
                </c:pt>
                <c:pt idx="1519">
                  <c:v>6.933333333333333E-2</c:v>
                </c:pt>
                <c:pt idx="1520">
                  <c:v>6.9481481481481477E-2</c:v>
                </c:pt>
                <c:pt idx="1521">
                  <c:v>6.9629629629629625E-2</c:v>
                </c:pt>
                <c:pt idx="1522">
                  <c:v>6.9777777777777772E-2</c:v>
                </c:pt>
                <c:pt idx="1523">
                  <c:v>6.9777777777777772E-2</c:v>
                </c:pt>
                <c:pt idx="1524">
                  <c:v>6.9925925925925919E-2</c:v>
                </c:pt>
                <c:pt idx="1525">
                  <c:v>6.9925925925925919E-2</c:v>
                </c:pt>
                <c:pt idx="1526">
                  <c:v>6.9925925925925919E-2</c:v>
                </c:pt>
                <c:pt idx="1527">
                  <c:v>6.9925925925925919E-2</c:v>
                </c:pt>
                <c:pt idx="1528">
                  <c:v>6.9925925925925919E-2</c:v>
                </c:pt>
                <c:pt idx="1529">
                  <c:v>7.007407407407408E-2</c:v>
                </c:pt>
                <c:pt idx="1530">
                  <c:v>7.0222222222222228E-2</c:v>
                </c:pt>
                <c:pt idx="1531">
                  <c:v>7.0222222222222228E-2</c:v>
                </c:pt>
                <c:pt idx="1532">
                  <c:v>7.0222222222222228E-2</c:v>
                </c:pt>
                <c:pt idx="1533">
                  <c:v>7.0370370370370375E-2</c:v>
                </c:pt>
                <c:pt idx="1534">
                  <c:v>7.0370370370370375E-2</c:v>
                </c:pt>
                <c:pt idx="1535">
                  <c:v>7.0370370370370375E-2</c:v>
                </c:pt>
                <c:pt idx="1536">
                  <c:v>7.0370370370370375E-2</c:v>
                </c:pt>
                <c:pt idx="1537">
                  <c:v>7.0518518518518522E-2</c:v>
                </c:pt>
                <c:pt idx="1538">
                  <c:v>7.0518518518518522E-2</c:v>
                </c:pt>
                <c:pt idx="1539">
                  <c:v>7.0666666666666669E-2</c:v>
                </c:pt>
                <c:pt idx="1540">
                  <c:v>7.0666666666666669E-2</c:v>
                </c:pt>
                <c:pt idx="1541">
                  <c:v>7.0666666666666669E-2</c:v>
                </c:pt>
                <c:pt idx="1542">
                  <c:v>7.0666666666666669E-2</c:v>
                </c:pt>
                <c:pt idx="1543">
                  <c:v>7.0666666666666669E-2</c:v>
                </c:pt>
                <c:pt idx="1544">
                  <c:v>7.0814814814814817E-2</c:v>
                </c:pt>
                <c:pt idx="1545">
                  <c:v>7.0814814814814817E-2</c:v>
                </c:pt>
                <c:pt idx="1546">
                  <c:v>7.0814814814814817E-2</c:v>
                </c:pt>
                <c:pt idx="1547">
                  <c:v>7.0962962962962964E-2</c:v>
                </c:pt>
                <c:pt idx="1548">
                  <c:v>7.0962962962962964E-2</c:v>
                </c:pt>
                <c:pt idx="1549">
                  <c:v>7.0962962962962964E-2</c:v>
                </c:pt>
                <c:pt idx="1550">
                  <c:v>7.0962962962962964E-2</c:v>
                </c:pt>
                <c:pt idx="1551">
                  <c:v>7.0962962962962964E-2</c:v>
                </c:pt>
                <c:pt idx="1552">
                  <c:v>7.1111111111111111E-2</c:v>
                </c:pt>
                <c:pt idx="1553">
                  <c:v>7.1259259259259258E-2</c:v>
                </c:pt>
                <c:pt idx="1554">
                  <c:v>7.1259259259259258E-2</c:v>
                </c:pt>
                <c:pt idx="1555">
                  <c:v>7.1259259259259258E-2</c:v>
                </c:pt>
                <c:pt idx="1556">
                  <c:v>7.1259259259259258E-2</c:v>
                </c:pt>
                <c:pt idx="1557">
                  <c:v>7.1407407407407406E-2</c:v>
                </c:pt>
                <c:pt idx="1558">
                  <c:v>7.1407407407407406E-2</c:v>
                </c:pt>
                <c:pt idx="1559">
                  <c:v>7.1407407407407406E-2</c:v>
                </c:pt>
                <c:pt idx="1560">
                  <c:v>7.1407407407407406E-2</c:v>
                </c:pt>
                <c:pt idx="1561">
                  <c:v>7.1555555555555553E-2</c:v>
                </c:pt>
                <c:pt idx="1562">
                  <c:v>7.1555555555555553E-2</c:v>
                </c:pt>
                <c:pt idx="1563">
                  <c:v>7.1555555555555553E-2</c:v>
                </c:pt>
                <c:pt idx="1564">
                  <c:v>7.1555555555555553E-2</c:v>
                </c:pt>
                <c:pt idx="1565">
                  <c:v>7.17037037037037E-2</c:v>
                </c:pt>
                <c:pt idx="1566">
                  <c:v>7.1851851851851847E-2</c:v>
                </c:pt>
                <c:pt idx="1567">
                  <c:v>7.1851851851851847E-2</c:v>
                </c:pt>
                <c:pt idx="1568">
                  <c:v>7.1851851851851847E-2</c:v>
                </c:pt>
                <c:pt idx="1569">
                  <c:v>7.1999999999999995E-2</c:v>
                </c:pt>
                <c:pt idx="1570">
                  <c:v>7.1999999999999995E-2</c:v>
                </c:pt>
                <c:pt idx="1571">
                  <c:v>7.1999999999999995E-2</c:v>
                </c:pt>
                <c:pt idx="1572">
                  <c:v>7.1999999999999995E-2</c:v>
                </c:pt>
                <c:pt idx="1573">
                  <c:v>7.1999999999999995E-2</c:v>
                </c:pt>
                <c:pt idx="1574">
                  <c:v>7.2148148148148142E-2</c:v>
                </c:pt>
                <c:pt idx="1575">
                  <c:v>7.2296296296296303E-2</c:v>
                </c:pt>
                <c:pt idx="1576">
                  <c:v>7.244444444444445E-2</c:v>
                </c:pt>
                <c:pt idx="1577">
                  <c:v>7.244444444444445E-2</c:v>
                </c:pt>
                <c:pt idx="1578">
                  <c:v>7.2592592592592597E-2</c:v>
                </c:pt>
                <c:pt idx="1579">
                  <c:v>7.2592592592592597E-2</c:v>
                </c:pt>
                <c:pt idx="1580">
                  <c:v>7.2592592592592597E-2</c:v>
                </c:pt>
                <c:pt idx="1581">
                  <c:v>7.2592592592592597E-2</c:v>
                </c:pt>
                <c:pt idx="1582">
                  <c:v>7.2592592592592597E-2</c:v>
                </c:pt>
                <c:pt idx="1583">
                  <c:v>7.2592592592592597E-2</c:v>
                </c:pt>
                <c:pt idx="1584">
                  <c:v>7.2592592592592597E-2</c:v>
                </c:pt>
                <c:pt idx="1585">
                  <c:v>7.2740740740740745E-2</c:v>
                </c:pt>
                <c:pt idx="1586">
                  <c:v>7.2740740740740745E-2</c:v>
                </c:pt>
                <c:pt idx="1587">
                  <c:v>7.2888888888888892E-2</c:v>
                </c:pt>
                <c:pt idx="1588">
                  <c:v>7.2888888888888892E-2</c:v>
                </c:pt>
                <c:pt idx="1589">
                  <c:v>7.2888888888888892E-2</c:v>
                </c:pt>
                <c:pt idx="1590">
                  <c:v>7.2888888888888892E-2</c:v>
                </c:pt>
                <c:pt idx="1591">
                  <c:v>7.2888888888888892E-2</c:v>
                </c:pt>
                <c:pt idx="1592">
                  <c:v>7.2888888888888892E-2</c:v>
                </c:pt>
                <c:pt idx="1593">
                  <c:v>7.3037037037037039E-2</c:v>
                </c:pt>
                <c:pt idx="1594">
                  <c:v>7.3185185185185186E-2</c:v>
                </c:pt>
                <c:pt idx="1595">
                  <c:v>7.3185185185185186E-2</c:v>
                </c:pt>
                <c:pt idx="1596">
                  <c:v>7.3185185185185186E-2</c:v>
                </c:pt>
                <c:pt idx="1597">
                  <c:v>7.3185185185185186E-2</c:v>
                </c:pt>
                <c:pt idx="1598">
                  <c:v>7.3333333333333334E-2</c:v>
                </c:pt>
                <c:pt idx="1599">
                  <c:v>7.3333333333333334E-2</c:v>
                </c:pt>
                <c:pt idx="1600">
                  <c:v>7.3481481481481481E-2</c:v>
                </c:pt>
                <c:pt idx="1601">
                  <c:v>7.3481481481481481E-2</c:v>
                </c:pt>
                <c:pt idx="1602">
                  <c:v>7.3629629629629628E-2</c:v>
                </c:pt>
                <c:pt idx="1603">
                  <c:v>7.3777777777777775E-2</c:v>
                </c:pt>
                <c:pt idx="1604">
                  <c:v>7.3777777777777775E-2</c:v>
                </c:pt>
                <c:pt idx="1605">
                  <c:v>7.3925925925925923E-2</c:v>
                </c:pt>
                <c:pt idx="1606">
                  <c:v>7.407407407407407E-2</c:v>
                </c:pt>
                <c:pt idx="1607">
                  <c:v>7.4222222222222217E-2</c:v>
                </c:pt>
                <c:pt idx="1608">
                  <c:v>7.4222222222222217E-2</c:v>
                </c:pt>
                <c:pt idx="1609">
                  <c:v>7.4370370370370364E-2</c:v>
                </c:pt>
                <c:pt idx="1610">
                  <c:v>7.4370370370370364E-2</c:v>
                </c:pt>
                <c:pt idx="1611">
                  <c:v>7.4518518518518512E-2</c:v>
                </c:pt>
                <c:pt idx="1612">
                  <c:v>7.4518518518518512E-2</c:v>
                </c:pt>
                <c:pt idx="1613">
                  <c:v>7.4518518518518512E-2</c:v>
                </c:pt>
                <c:pt idx="1614">
                  <c:v>7.4518518518518512E-2</c:v>
                </c:pt>
                <c:pt idx="1615">
                  <c:v>7.4518518518518512E-2</c:v>
                </c:pt>
                <c:pt idx="1616">
                  <c:v>7.4518518518518512E-2</c:v>
                </c:pt>
                <c:pt idx="1617">
                  <c:v>7.4518518518518512E-2</c:v>
                </c:pt>
                <c:pt idx="1618">
                  <c:v>7.4518518518518512E-2</c:v>
                </c:pt>
                <c:pt idx="1619">
                  <c:v>7.4518518518518512E-2</c:v>
                </c:pt>
                <c:pt idx="1620">
                  <c:v>7.4666666666666673E-2</c:v>
                </c:pt>
                <c:pt idx="1621">
                  <c:v>7.4666666666666673E-2</c:v>
                </c:pt>
                <c:pt idx="1622">
                  <c:v>7.481481481481482E-2</c:v>
                </c:pt>
                <c:pt idx="1623">
                  <c:v>7.4962962962962967E-2</c:v>
                </c:pt>
                <c:pt idx="1624">
                  <c:v>7.4962962962962967E-2</c:v>
                </c:pt>
                <c:pt idx="1625">
                  <c:v>7.4962962962962967E-2</c:v>
                </c:pt>
                <c:pt idx="1626">
                  <c:v>7.4962962962962967E-2</c:v>
                </c:pt>
                <c:pt idx="1627">
                  <c:v>7.4962962962962967E-2</c:v>
                </c:pt>
                <c:pt idx="1628">
                  <c:v>7.4962962962962967E-2</c:v>
                </c:pt>
                <c:pt idx="1629">
                  <c:v>7.5111111111111115E-2</c:v>
                </c:pt>
                <c:pt idx="1630">
                  <c:v>7.5259259259259262E-2</c:v>
                </c:pt>
                <c:pt idx="1631">
                  <c:v>7.5259259259259262E-2</c:v>
                </c:pt>
                <c:pt idx="1632">
                  <c:v>7.5407407407407409E-2</c:v>
                </c:pt>
                <c:pt idx="1633">
                  <c:v>7.5407407407407409E-2</c:v>
                </c:pt>
                <c:pt idx="1634">
                  <c:v>7.5407407407407409E-2</c:v>
                </c:pt>
                <c:pt idx="1635">
                  <c:v>7.5555555555555556E-2</c:v>
                </c:pt>
                <c:pt idx="1636">
                  <c:v>7.5703703703703704E-2</c:v>
                </c:pt>
                <c:pt idx="1637">
                  <c:v>7.5851851851851851E-2</c:v>
                </c:pt>
                <c:pt idx="1638">
                  <c:v>7.5999999999999998E-2</c:v>
                </c:pt>
                <c:pt idx="1639">
                  <c:v>7.5999999999999998E-2</c:v>
                </c:pt>
                <c:pt idx="1640">
                  <c:v>7.5999999999999998E-2</c:v>
                </c:pt>
                <c:pt idx="1641">
                  <c:v>7.5999999999999998E-2</c:v>
                </c:pt>
                <c:pt idx="1642">
                  <c:v>7.5999999999999998E-2</c:v>
                </c:pt>
                <c:pt idx="1643">
                  <c:v>7.5999999999999998E-2</c:v>
                </c:pt>
                <c:pt idx="1644">
                  <c:v>7.5999999999999998E-2</c:v>
                </c:pt>
                <c:pt idx="1645">
                  <c:v>7.5999999999999998E-2</c:v>
                </c:pt>
                <c:pt idx="1646">
                  <c:v>7.5999999999999998E-2</c:v>
                </c:pt>
                <c:pt idx="1647">
                  <c:v>7.5999999999999998E-2</c:v>
                </c:pt>
                <c:pt idx="1648">
                  <c:v>7.5999999999999998E-2</c:v>
                </c:pt>
                <c:pt idx="1649">
                  <c:v>7.6148148148148145E-2</c:v>
                </c:pt>
                <c:pt idx="1650">
                  <c:v>7.6148148148148145E-2</c:v>
                </c:pt>
                <c:pt idx="1651">
                  <c:v>7.6148148148148145E-2</c:v>
                </c:pt>
                <c:pt idx="1652">
                  <c:v>7.6296296296296293E-2</c:v>
                </c:pt>
                <c:pt idx="1653">
                  <c:v>7.6296296296296293E-2</c:v>
                </c:pt>
                <c:pt idx="1654">
                  <c:v>7.644444444444444E-2</c:v>
                </c:pt>
                <c:pt idx="1655">
                  <c:v>7.644444444444444E-2</c:v>
                </c:pt>
                <c:pt idx="1656">
                  <c:v>7.644444444444444E-2</c:v>
                </c:pt>
                <c:pt idx="1657">
                  <c:v>7.644444444444444E-2</c:v>
                </c:pt>
                <c:pt idx="1658">
                  <c:v>7.644444444444444E-2</c:v>
                </c:pt>
                <c:pt idx="1659">
                  <c:v>7.644444444444444E-2</c:v>
                </c:pt>
                <c:pt idx="1660">
                  <c:v>7.644444444444444E-2</c:v>
                </c:pt>
                <c:pt idx="1661">
                  <c:v>7.644444444444444E-2</c:v>
                </c:pt>
                <c:pt idx="1662">
                  <c:v>7.6592592592592587E-2</c:v>
                </c:pt>
                <c:pt idx="1663">
                  <c:v>7.6592592592592587E-2</c:v>
                </c:pt>
                <c:pt idx="1664">
                  <c:v>7.6592592592592587E-2</c:v>
                </c:pt>
                <c:pt idx="1665">
                  <c:v>7.6592592592592587E-2</c:v>
                </c:pt>
                <c:pt idx="1666">
                  <c:v>7.6592592592592587E-2</c:v>
                </c:pt>
                <c:pt idx="1667">
                  <c:v>7.6740740740740734E-2</c:v>
                </c:pt>
                <c:pt idx="1668">
                  <c:v>7.6740740740740734E-2</c:v>
                </c:pt>
                <c:pt idx="1669">
                  <c:v>7.6888888888888896E-2</c:v>
                </c:pt>
                <c:pt idx="1670">
                  <c:v>7.6888888888888896E-2</c:v>
                </c:pt>
                <c:pt idx="1671">
                  <c:v>7.7037037037037043E-2</c:v>
                </c:pt>
                <c:pt idx="1672">
                  <c:v>7.7037037037037043E-2</c:v>
                </c:pt>
                <c:pt idx="1673">
                  <c:v>7.718518518518519E-2</c:v>
                </c:pt>
                <c:pt idx="1674">
                  <c:v>7.7333333333333337E-2</c:v>
                </c:pt>
                <c:pt idx="1675">
                  <c:v>7.7333333333333337E-2</c:v>
                </c:pt>
                <c:pt idx="1676">
                  <c:v>7.7333333333333337E-2</c:v>
                </c:pt>
                <c:pt idx="1677">
                  <c:v>7.7333333333333337E-2</c:v>
                </c:pt>
                <c:pt idx="1678">
                  <c:v>7.7333333333333337E-2</c:v>
                </c:pt>
                <c:pt idx="1679">
                  <c:v>7.7481481481481485E-2</c:v>
                </c:pt>
                <c:pt idx="1680">
                  <c:v>7.7481481481481485E-2</c:v>
                </c:pt>
                <c:pt idx="1681">
                  <c:v>7.7481481481481485E-2</c:v>
                </c:pt>
                <c:pt idx="1682">
                  <c:v>7.7481481481481485E-2</c:v>
                </c:pt>
                <c:pt idx="1683">
                  <c:v>7.7629629629629632E-2</c:v>
                </c:pt>
                <c:pt idx="1684">
                  <c:v>7.7629629629629632E-2</c:v>
                </c:pt>
                <c:pt idx="1685">
                  <c:v>7.7629629629629632E-2</c:v>
                </c:pt>
                <c:pt idx="1686">
                  <c:v>7.7777777777777779E-2</c:v>
                </c:pt>
                <c:pt idx="1687">
                  <c:v>7.7925925925925926E-2</c:v>
                </c:pt>
                <c:pt idx="1688">
                  <c:v>7.7925925925925926E-2</c:v>
                </c:pt>
                <c:pt idx="1689">
                  <c:v>7.7925925925925926E-2</c:v>
                </c:pt>
                <c:pt idx="1690">
                  <c:v>7.7925925925925926E-2</c:v>
                </c:pt>
                <c:pt idx="1691">
                  <c:v>7.8074074074074074E-2</c:v>
                </c:pt>
                <c:pt idx="1692">
                  <c:v>7.8222222222222221E-2</c:v>
                </c:pt>
                <c:pt idx="1693">
                  <c:v>7.8222222222222221E-2</c:v>
                </c:pt>
                <c:pt idx="1694">
                  <c:v>7.8222222222222221E-2</c:v>
                </c:pt>
                <c:pt idx="1695">
                  <c:v>7.8222222222222221E-2</c:v>
                </c:pt>
                <c:pt idx="1696">
                  <c:v>7.8370370370370368E-2</c:v>
                </c:pt>
                <c:pt idx="1697">
                  <c:v>7.8370370370370368E-2</c:v>
                </c:pt>
                <c:pt idx="1698">
                  <c:v>7.8370370370370368E-2</c:v>
                </c:pt>
                <c:pt idx="1699">
                  <c:v>7.8370370370370368E-2</c:v>
                </c:pt>
                <c:pt idx="1700">
                  <c:v>7.8518518518518515E-2</c:v>
                </c:pt>
                <c:pt idx="1701">
                  <c:v>7.8518518518518515E-2</c:v>
                </c:pt>
                <c:pt idx="1702">
                  <c:v>7.8518518518518515E-2</c:v>
                </c:pt>
                <c:pt idx="1703">
                  <c:v>7.8666666666666663E-2</c:v>
                </c:pt>
                <c:pt idx="1704">
                  <c:v>7.8666666666666663E-2</c:v>
                </c:pt>
                <c:pt idx="1705">
                  <c:v>7.8666666666666663E-2</c:v>
                </c:pt>
                <c:pt idx="1706">
                  <c:v>7.8666666666666663E-2</c:v>
                </c:pt>
                <c:pt idx="1707">
                  <c:v>7.8666666666666663E-2</c:v>
                </c:pt>
                <c:pt idx="1708">
                  <c:v>7.8666666666666663E-2</c:v>
                </c:pt>
                <c:pt idx="1709">
                  <c:v>7.881481481481481E-2</c:v>
                </c:pt>
                <c:pt idx="1710">
                  <c:v>7.8962962962962957E-2</c:v>
                </c:pt>
                <c:pt idx="1711">
                  <c:v>7.8962962962962957E-2</c:v>
                </c:pt>
                <c:pt idx="1712">
                  <c:v>7.9111111111111104E-2</c:v>
                </c:pt>
                <c:pt idx="1713">
                  <c:v>7.9111111111111104E-2</c:v>
                </c:pt>
                <c:pt idx="1714">
                  <c:v>7.9259259259259265E-2</c:v>
                </c:pt>
                <c:pt idx="1715">
                  <c:v>7.9259259259259265E-2</c:v>
                </c:pt>
                <c:pt idx="1716">
                  <c:v>7.9259259259259265E-2</c:v>
                </c:pt>
                <c:pt idx="1717">
                  <c:v>7.9259259259259265E-2</c:v>
                </c:pt>
                <c:pt idx="1718">
                  <c:v>7.9259259259259265E-2</c:v>
                </c:pt>
                <c:pt idx="1719">
                  <c:v>7.9259259259259265E-2</c:v>
                </c:pt>
                <c:pt idx="1720">
                  <c:v>7.9407407407407413E-2</c:v>
                </c:pt>
                <c:pt idx="1721">
                  <c:v>7.9407407407407413E-2</c:v>
                </c:pt>
                <c:pt idx="1722">
                  <c:v>7.955555555555556E-2</c:v>
                </c:pt>
                <c:pt idx="1723">
                  <c:v>7.9703703703703707E-2</c:v>
                </c:pt>
                <c:pt idx="1724">
                  <c:v>7.9703703703703707E-2</c:v>
                </c:pt>
                <c:pt idx="1725">
                  <c:v>7.9851851851851854E-2</c:v>
                </c:pt>
                <c:pt idx="1726">
                  <c:v>7.9851851851851854E-2</c:v>
                </c:pt>
                <c:pt idx="1727">
                  <c:v>7.9851851851851854E-2</c:v>
                </c:pt>
                <c:pt idx="1728">
                  <c:v>7.9851851851851854E-2</c:v>
                </c:pt>
                <c:pt idx="1729">
                  <c:v>7.9851851851851854E-2</c:v>
                </c:pt>
                <c:pt idx="1730">
                  <c:v>7.9851851851851854E-2</c:v>
                </c:pt>
                <c:pt idx="1731">
                  <c:v>7.9851851851851854E-2</c:v>
                </c:pt>
                <c:pt idx="1732">
                  <c:v>0.08</c:v>
                </c:pt>
                <c:pt idx="1733">
                  <c:v>0.08</c:v>
                </c:pt>
                <c:pt idx="1734">
                  <c:v>0.08</c:v>
                </c:pt>
                <c:pt idx="1735">
                  <c:v>0.08</c:v>
                </c:pt>
                <c:pt idx="1736">
                  <c:v>8.0148148148148149E-2</c:v>
                </c:pt>
                <c:pt idx="1737">
                  <c:v>8.0148148148148149E-2</c:v>
                </c:pt>
                <c:pt idx="1738">
                  <c:v>8.0296296296296296E-2</c:v>
                </c:pt>
                <c:pt idx="1739">
                  <c:v>8.0296296296296296E-2</c:v>
                </c:pt>
                <c:pt idx="1740">
                  <c:v>8.0296296296296296E-2</c:v>
                </c:pt>
                <c:pt idx="1741">
                  <c:v>8.0444444444444443E-2</c:v>
                </c:pt>
                <c:pt idx="1742">
                  <c:v>8.0444444444444443E-2</c:v>
                </c:pt>
                <c:pt idx="1743">
                  <c:v>8.0444444444444443E-2</c:v>
                </c:pt>
                <c:pt idx="1744">
                  <c:v>8.0444444444444443E-2</c:v>
                </c:pt>
                <c:pt idx="1745">
                  <c:v>8.0592592592592591E-2</c:v>
                </c:pt>
                <c:pt idx="1746">
                  <c:v>8.0592592592592591E-2</c:v>
                </c:pt>
                <c:pt idx="1747">
                  <c:v>8.0592592592592591E-2</c:v>
                </c:pt>
                <c:pt idx="1748">
                  <c:v>8.0592592592592591E-2</c:v>
                </c:pt>
                <c:pt idx="1749">
                  <c:v>8.0592592592592591E-2</c:v>
                </c:pt>
                <c:pt idx="1750">
                  <c:v>8.0592592592592591E-2</c:v>
                </c:pt>
                <c:pt idx="1751">
                  <c:v>8.0592592592592591E-2</c:v>
                </c:pt>
                <c:pt idx="1752">
                  <c:v>8.0592592592592591E-2</c:v>
                </c:pt>
                <c:pt idx="1753">
                  <c:v>8.0592592592592591E-2</c:v>
                </c:pt>
                <c:pt idx="1754">
                  <c:v>8.0592592592592591E-2</c:v>
                </c:pt>
                <c:pt idx="1755">
                  <c:v>8.0740740740740738E-2</c:v>
                </c:pt>
                <c:pt idx="1756">
                  <c:v>8.0740740740740738E-2</c:v>
                </c:pt>
                <c:pt idx="1757">
                  <c:v>8.0740740740740738E-2</c:v>
                </c:pt>
                <c:pt idx="1758">
                  <c:v>8.0888888888888885E-2</c:v>
                </c:pt>
                <c:pt idx="1759">
                  <c:v>8.0888888888888885E-2</c:v>
                </c:pt>
                <c:pt idx="1760">
                  <c:v>8.0888888888888885E-2</c:v>
                </c:pt>
                <c:pt idx="1761">
                  <c:v>8.1037037037037032E-2</c:v>
                </c:pt>
                <c:pt idx="1762">
                  <c:v>8.118518518518518E-2</c:v>
                </c:pt>
                <c:pt idx="1763">
                  <c:v>8.118518518518518E-2</c:v>
                </c:pt>
                <c:pt idx="1764">
                  <c:v>8.118518518518518E-2</c:v>
                </c:pt>
                <c:pt idx="1765">
                  <c:v>8.118518518518518E-2</c:v>
                </c:pt>
                <c:pt idx="1766">
                  <c:v>8.118518518518518E-2</c:v>
                </c:pt>
                <c:pt idx="1767">
                  <c:v>8.118518518518518E-2</c:v>
                </c:pt>
                <c:pt idx="1768">
                  <c:v>8.118518518518518E-2</c:v>
                </c:pt>
                <c:pt idx="1769">
                  <c:v>8.118518518518518E-2</c:v>
                </c:pt>
                <c:pt idx="1770">
                  <c:v>8.118518518518518E-2</c:v>
                </c:pt>
                <c:pt idx="1771">
                  <c:v>8.118518518518518E-2</c:v>
                </c:pt>
                <c:pt idx="1772">
                  <c:v>8.1333333333333327E-2</c:v>
                </c:pt>
                <c:pt idx="1773">
                  <c:v>8.1333333333333327E-2</c:v>
                </c:pt>
                <c:pt idx="1774">
                  <c:v>8.1333333333333327E-2</c:v>
                </c:pt>
                <c:pt idx="1775">
                  <c:v>8.1481481481481488E-2</c:v>
                </c:pt>
                <c:pt idx="1776">
                  <c:v>8.1481481481481488E-2</c:v>
                </c:pt>
                <c:pt idx="1777">
                  <c:v>8.1481481481481488E-2</c:v>
                </c:pt>
                <c:pt idx="1778">
                  <c:v>8.1481481481481488E-2</c:v>
                </c:pt>
                <c:pt idx="1779">
                  <c:v>8.1629629629629635E-2</c:v>
                </c:pt>
                <c:pt idx="1780">
                  <c:v>8.1629629629629635E-2</c:v>
                </c:pt>
                <c:pt idx="1781">
                  <c:v>8.1629629629629635E-2</c:v>
                </c:pt>
                <c:pt idx="1782">
                  <c:v>8.1629629629629635E-2</c:v>
                </c:pt>
                <c:pt idx="1783">
                  <c:v>8.1777777777777783E-2</c:v>
                </c:pt>
                <c:pt idx="1784">
                  <c:v>8.1777777777777783E-2</c:v>
                </c:pt>
                <c:pt idx="1785">
                  <c:v>8.1777777777777783E-2</c:v>
                </c:pt>
                <c:pt idx="1786">
                  <c:v>8.192592592592593E-2</c:v>
                </c:pt>
                <c:pt idx="1787">
                  <c:v>8.192592592592593E-2</c:v>
                </c:pt>
                <c:pt idx="1788">
                  <c:v>8.192592592592593E-2</c:v>
                </c:pt>
                <c:pt idx="1789">
                  <c:v>8.192592592592593E-2</c:v>
                </c:pt>
                <c:pt idx="1790">
                  <c:v>8.192592592592593E-2</c:v>
                </c:pt>
                <c:pt idx="1791">
                  <c:v>8.192592592592593E-2</c:v>
                </c:pt>
                <c:pt idx="1792">
                  <c:v>8.192592592592593E-2</c:v>
                </c:pt>
                <c:pt idx="1793">
                  <c:v>8.192592592592593E-2</c:v>
                </c:pt>
                <c:pt idx="1794">
                  <c:v>8.192592592592593E-2</c:v>
                </c:pt>
                <c:pt idx="1795">
                  <c:v>8.192592592592593E-2</c:v>
                </c:pt>
                <c:pt idx="1796">
                  <c:v>8.2074074074074077E-2</c:v>
                </c:pt>
                <c:pt idx="1797">
                  <c:v>8.2222222222222224E-2</c:v>
                </c:pt>
                <c:pt idx="1798">
                  <c:v>8.2370370370370372E-2</c:v>
                </c:pt>
                <c:pt idx="1799">
                  <c:v>8.2518518518518519E-2</c:v>
                </c:pt>
                <c:pt idx="1800">
                  <c:v>8.2518518518518519E-2</c:v>
                </c:pt>
                <c:pt idx="1801">
                  <c:v>8.2518518518518519E-2</c:v>
                </c:pt>
                <c:pt idx="1802">
                  <c:v>8.2666666666666666E-2</c:v>
                </c:pt>
                <c:pt idx="1803">
                  <c:v>8.2666666666666666E-2</c:v>
                </c:pt>
                <c:pt idx="1804">
                  <c:v>8.2814814814814813E-2</c:v>
                </c:pt>
                <c:pt idx="1805">
                  <c:v>8.2814814814814813E-2</c:v>
                </c:pt>
                <c:pt idx="1806">
                  <c:v>8.2814814814814813E-2</c:v>
                </c:pt>
                <c:pt idx="1807">
                  <c:v>8.2814814814814813E-2</c:v>
                </c:pt>
                <c:pt idx="1808">
                  <c:v>8.2814814814814813E-2</c:v>
                </c:pt>
                <c:pt idx="1809">
                  <c:v>8.2814814814814813E-2</c:v>
                </c:pt>
                <c:pt idx="1810">
                  <c:v>8.2814814814814813E-2</c:v>
                </c:pt>
                <c:pt idx="1811">
                  <c:v>8.2814814814814813E-2</c:v>
                </c:pt>
                <c:pt idx="1812">
                  <c:v>8.2814814814814813E-2</c:v>
                </c:pt>
                <c:pt idx="1813">
                  <c:v>8.2962962962962961E-2</c:v>
                </c:pt>
                <c:pt idx="1814">
                  <c:v>8.2962962962962961E-2</c:v>
                </c:pt>
                <c:pt idx="1815">
                  <c:v>8.2962962962962961E-2</c:v>
                </c:pt>
                <c:pt idx="1816">
                  <c:v>8.2962962962962961E-2</c:v>
                </c:pt>
                <c:pt idx="1817">
                  <c:v>8.3111111111111108E-2</c:v>
                </c:pt>
                <c:pt idx="1818">
                  <c:v>8.3111111111111108E-2</c:v>
                </c:pt>
                <c:pt idx="1819">
                  <c:v>8.3259259259259255E-2</c:v>
                </c:pt>
                <c:pt idx="1820">
                  <c:v>8.3259259259259255E-2</c:v>
                </c:pt>
                <c:pt idx="1821">
                  <c:v>8.3259259259259255E-2</c:v>
                </c:pt>
                <c:pt idx="1822">
                  <c:v>8.3407407407407402E-2</c:v>
                </c:pt>
                <c:pt idx="1823">
                  <c:v>8.3407407407407402E-2</c:v>
                </c:pt>
                <c:pt idx="1824">
                  <c:v>8.3407407407407402E-2</c:v>
                </c:pt>
                <c:pt idx="1825">
                  <c:v>8.355555555555555E-2</c:v>
                </c:pt>
                <c:pt idx="1826">
                  <c:v>8.355555555555555E-2</c:v>
                </c:pt>
                <c:pt idx="1827">
                  <c:v>8.3703703703703697E-2</c:v>
                </c:pt>
                <c:pt idx="1828">
                  <c:v>8.3851851851851858E-2</c:v>
                </c:pt>
                <c:pt idx="1829">
                  <c:v>8.3851851851851858E-2</c:v>
                </c:pt>
                <c:pt idx="1830">
                  <c:v>8.3851851851851858E-2</c:v>
                </c:pt>
                <c:pt idx="1831">
                  <c:v>8.3851851851851858E-2</c:v>
                </c:pt>
                <c:pt idx="1832">
                  <c:v>8.4000000000000005E-2</c:v>
                </c:pt>
                <c:pt idx="1833">
                  <c:v>8.4148148148148152E-2</c:v>
                </c:pt>
                <c:pt idx="1834">
                  <c:v>8.42962962962963E-2</c:v>
                </c:pt>
                <c:pt idx="1835">
                  <c:v>8.4444444444444447E-2</c:v>
                </c:pt>
                <c:pt idx="1836">
                  <c:v>8.4592592592592594E-2</c:v>
                </c:pt>
                <c:pt idx="1837">
                  <c:v>8.4592592592592594E-2</c:v>
                </c:pt>
                <c:pt idx="1838">
                  <c:v>8.4592592592592594E-2</c:v>
                </c:pt>
                <c:pt idx="1839">
                  <c:v>8.4592592592592594E-2</c:v>
                </c:pt>
                <c:pt idx="1840">
                  <c:v>8.4592592592592594E-2</c:v>
                </c:pt>
                <c:pt idx="1841">
                  <c:v>8.4592592592592594E-2</c:v>
                </c:pt>
                <c:pt idx="1842">
                  <c:v>8.4592592592592594E-2</c:v>
                </c:pt>
                <c:pt idx="1843">
                  <c:v>8.4592592592592594E-2</c:v>
                </c:pt>
                <c:pt idx="1844">
                  <c:v>8.4740740740740741E-2</c:v>
                </c:pt>
                <c:pt idx="1845">
                  <c:v>8.4888888888888889E-2</c:v>
                </c:pt>
                <c:pt idx="1846">
                  <c:v>8.5037037037037036E-2</c:v>
                </c:pt>
                <c:pt idx="1847">
                  <c:v>8.5037037037037036E-2</c:v>
                </c:pt>
                <c:pt idx="1848">
                  <c:v>8.5037037037037036E-2</c:v>
                </c:pt>
                <c:pt idx="1849">
                  <c:v>8.5037037037037036E-2</c:v>
                </c:pt>
                <c:pt idx="1850">
                  <c:v>8.5185185185185183E-2</c:v>
                </c:pt>
                <c:pt idx="1851">
                  <c:v>8.5185185185185183E-2</c:v>
                </c:pt>
                <c:pt idx="1852">
                  <c:v>8.5185185185185183E-2</c:v>
                </c:pt>
                <c:pt idx="1853">
                  <c:v>8.5185185185185183E-2</c:v>
                </c:pt>
                <c:pt idx="1854">
                  <c:v>8.533333333333333E-2</c:v>
                </c:pt>
                <c:pt idx="1855">
                  <c:v>8.533333333333333E-2</c:v>
                </c:pt>
                <c:pt idx="1856">
                  <c:v>8.533333333333333E-2</c:v>
                </c:pt>
                <c:pt idx="1857">
                  <c:v>8.533333333333333E-2</c:v>
                </c:pt>
                <c:pt idx="1858">
                  <c:v>8.533333333333333E-2</c:v>
                </c:pt>
                <c:pt idx="1859">
                  <c:v>8.533333333333333E-2</c:v>
                </c:pt>
                <c:pt idx="1860">
                  <c:v>8.533333333333333E-2</c:v>
                </c:pt>
                <c:pt idx="1861">
                  <c:v>8.533333333333333E-2</c:v>
                </c:pt>
                <c:pt idx="1862">
                  <c:v>8.533333333333333E-2</c:v>
                </c:pt>
                <c:pt idx="1863">
                  <c:v>8.5481481481481478E-2</c:v>
                </c:pt>
                <c:pt idx="1864">
                  <c:v>8.5629629629629625E-2</c:v>
                </c:pt>
                <c:pt idx="1865">
                  <c:v>8.5629629629629625E-2</c:v>
                </c:pt>
                <c:pt idx="1866">
                  <c:v>8.5629629629629625E-2</c:v>
                </c:pt>
                <c:pt idx="1867">
                  <c:v>8.5629629629629625E-2</c:v>
                </c:pt>
                <c:pt idx="1868">
                  <c:v>8.5629629629629625E-2</c:v>
                </c:pt>
                <c:pt idx="1869">
                  <c:v>8.5629629629629625E-2</c:v>
                </c:pt>
                <c:pt idx="1870">
                  <c:v>8.5629629629629625E-2</c:v>
                </c:pt>
                <c:pt idx="1871">
                  <c:v>8.5629629629629625E-2</c:v>
                </c:pt>
                <c:pt idx="1872">
                  <c:v>8.5777777777777772E-2</c:v>
                </c:pt>
                <c:pt idx="1873">
                  <c:v>8.5925925925925919E-2</c:v>
                </c:pt>
                <c:pt idx="1874">
                  <c:v>8.5925925925925919E-2</c:v>
                </c:pt>
                <c:pt idx="1875">
                  <c:v>8.5925925925925919E-2</c:v>
                </c:pt>
                <c:pt idx="1876">
                  <c:v>8.5925925925925919E-2</c:v>
                </c:pt>
                <c:pt idx="1877">
                  <c:v>8.6074074074074081E-2</c:v>
                </c:pt>
                <c:pt idx="1878">
                  <c:v>8.6074074074074081E-2</c:v>
                </c:pt>
                <c:pt idx="1879">
                  <c:v>8.6074074074074081E-2</c:v>
                </c:pt>
                <c:pt idx="1880">
                  <c:v>8.6074074074074081E-2</c:v>
                </c:pt>
                <c:pt idx="1881">
                  <c:v>8.6074074074074081E-2</c:v>
                </c:pt>
                <c:pt idx="1882">
                  <c:v>8.6222222222222228E-2</c:v>
                </c:pt>
                <c:pt idx="1883">
                  <c:v>8.6222222222222228E-2</c:v>
                </c:pt>
                <c:pt idx="1884">
                  <c:v>8.6222222222222228E-2</c:v>
                </c:pt>
                <c:pt idx="1885">
                  <c:v>8.6370370370370375E-2</c:v>
                </c:pt>
                <c:pt idx="1886">
                  <c:v>8.6370370370370375E-2</c:v>
                </c:pt>
                <c:pt idx="1887">
                  <c:v>8.6370370370370375E-2</c:v>
                </c:pt>
                <c:pt idx="1888">
                  <c:v>8.6518518518518522E-2</c:v>
                </c:pt>
                <c:pt idx="1889">
                  <c:v>8.6518518518518522E-2</c:v>
                </c:pt>
                <c:pt idx="1890">
                  <c:v>8.666666666666667E-2</c:v>
                </c:pt>
                <c:pt idx="1891">
                  <c:v>8.666666666666667E-2</c:v>
                </c:pt>
                <c:pt idx="1892">
                  <c:v>8.666666666666667E-2</c:v>
                </c:pt>
                <c:pt idx="1893">
                  <c:v>8.666666666666667E-2</c:v>
                </c:pt>
                <c:pt idx="1894">
                  <c:v>8.666666666666667E-2</c:v>
                </c:pt>
                <c:pt idx="1895">
                  <c:v>8.666666666666667E-2</c:v>
                </c:pt>
                <c:pt idx="1896">
                  <c:v>8.666666666666667E-2</c:v>
                </c:pt>
                <c:pt idx="1897">
                  <c:v>8.666666666666667E-2</c:v>
                </c:pt>
                <c:pt idx="1898">
                  <c:v>8.6814814814814817E-2</c:v>
                </c:pt>
                <c:pt idx="1899">
                  <c:v>8.6814814814814817E-2</c:v>
                </c:pt>
                <c:pt idx="1900">
                  <c:v>8.6962962962962964E-2</c:v>
                </c:pt>
                <c:pt idx="1901">
                  <c:v>8.6962962962962964E-2</c:v>
                </c:pt>
                <c:pt idx="1902">
                  <c:v>8.6962962962962964E-2</c:v>
                </c:pt>
                <c:pt idx="1903">
                  <c:v>8.6962962962962964E-2</c:v>
                </c:pt>
                <c:pt idx="1904">
                  <c:v>8.6962962962962964E-2</c:v>
                </c:pt>
                <c:pt idx="1905">
                  <c:v>8.6962962962962964E-2</c:v>
                </c:pt>
                <c:pt idx="1906">
                  <c:v>8.7111111111111111E-2</c:v>
                </c:pt>
                <c:pt idx="1907">
                  <c:v>8.7259259259259259E-2</c:v>
                </c:pt>
                <c:pt idx="1908">
                  <c:v>8.7259259259259259E-2</c:v>
                </c:pt>
                <c:pt idx="1909">
                  <c:v>8.7407407407407406E-2</c:v>
                </c:pt>
                <c:pt idx="1910">
                  <c:v>8.7407407407407406E-2</c:v>
                </c:pt>
                <c:pt idx="1911">
                  <c:v>8.7407407407407406E-2</c:v>
                </c:pt>
                <c:pt idx="1912">
                  <c:v>8.7407407407407406E-2</c:v>
                </c:pt>
                <c:pt idx="1913">
                  <c:v>8.7407407407407406E-2</c:v>
                </c:pt>
                <c:pt idx="1914">
                  <c:v>8.7407407407407406E-2</c:v>
                </c:pt>
                <c:pt idx="1915">
                  <c:v>8.7555555555555553E-2</c:v>
                </c:pt>
                <c:pt idx="1916">
                  <c:v>8.77037037037037E-2</c:v>
                </c:pt>
                <c:pt idx="1917">
                  <c:v>8.77037037037037E-2</c:v>
                </c:pt>
                <c:pt idx="1918">
                  <c:v>8.7851851851851848E-2</c:v>
                </c:pt>
                <c:pt idx="1919">
                  <c:v>8.7851851851851848E-2</c:v>
                </c:pt>
                <c:pt idx="1920">
                  <c:v>8.7851851851851848E-2</c:v>
                </c:pt>
                <c:pt idx="1921">
                  <c:v>8.7851851851851848E-2</c:v>
                </c:pt>
                <c:pt idx="1922">
                  <c:v>8.7999999999999995E-2</c:v>
                </c:pt>
                <c:pt idx="1923">
                  <c:v>8.7999999999999995E-2</c:v>
                </c:pt>
                <c:pt idx="1924">
                  <c:v>8.7999999999999995E-2</c:v>
                </c:pt>
                <c:pt idx="1925">
                  <c:v>8.7999999999999995E-2</c:v>
                </c:pt>
                <c:pt idx="1926">
                  <c:v>8.7999999999999995E-2</c:v>
                </c:pt>
                <c:pt idx="1927">
                  <c:v>8.7999999999999995E-2</c:v>
                </c:pt>
                <c:pt idx="1928">
                  <c:v>8.7999999999999995E-2</c:v>
                </c:pt>
                <c:pt idx="1929">
                  <c:v>8.7999999999999995E-2</c:v>
                </c:pt>
                <c:pt idx="1930">
                  <c:v>8.7999999999999995E-2</c:v>
                </c:pt>
                <c:pt idx="1931">
                  <c:v>8.7999999999999995E-2</c:v>
                </c:pt>
                <c:pt idx="1932">
                  <c:v>8.7999999999999995E-2</c:v>
                </c:pt>
                <c:pt idx="1933">
                  <c:v>8.7999999999999995E-2</c:v>
                </c:pt>
                <c:pt idx="1934">
                  <c:v>8.7999999999999995E-2</c:v>
                </c:pt>
                <c:pt idx="1935">
                  <c:v>8.7999999999999995E-2</c:v>
                </c:pt>
                <c:pt idx="1936">
                  <c:v>8.8148148148148142E-2</c:v>
                </c:pt>
                <c:pt idx="1937">
                  <c:v>8.8148148148148142E-2</c:v>
                </c:pt>
                <c:pt idx="1938">
                  <c:v>8.8296296296296289E-2</c:v>
                </c:pt>
                <c:pt idx="1939">
                  <c:v>8.8296296296296289E-2</c:v>
                </c:pt>
                <c:pt idx="1940">
                  <c:v>8.8296296296296289E-2</c:v>
                </c:pt>
                <c:pt idx="1941">
                  <c:v>8.8296296296296289E-2</c:v>
                </c:pt>
                <c:pt idx="1942">
                  <c:v>8.8444444444444451E-2</c:v>
                </c:pt>
                <c:pt idx="1943">
                  <c:v>8.8444444444444451E-2</c:v>
                </c:pt>
                <c:pt idx="1944">
                  <c:v>8.8444444444444451E-2</c:v>
                </c:pt>
                <c:pt idx="1945">
                  <c:v>8.8444444444444451E-2</c:v>
                </c:pt>
                <c:pt idx="1946">
                  <c:v>8.8444444444444451E-2</c:v>
                </c:pt>
                <c:pt idx="1947">
                  <c:v>8.8444444444444451E-2</c:v>
                </c:pt>
                <c:pt idx="1948">
                  <c:v>8.8444444444444451E-2</c:v>
                </c:pt>
                <c:pt idx="1949">
                  <c:v>8.8444444444444451E-2</c:v>
                </c:pt>
                <c:pt idx="1950">
                  <c:v>8.8592592592592598E-2</c:v>
                </c:pt>
                <c:pt idx="1951">
                  <c:v>8.8592592592592598E-2</c:v>
                </c:pt>
                <c:pt idx="1952">
                  <c:v>8.8592592592592598E-2</c:v>
                </c:pt>
                <c:pt idx="1953">
                  <c:v>8.8592592592592598E-2</c:v>
                </c:pt>
                <c:pt idx="1954">
                  <c:v>8.8740740740740745E-2</c:v>
                </c:pt>
                <c:pt idx="1955">
                  <c:v>8.8888888888888892E-2</c:v>
                </c:pt>
                <c:pt idx="1956">
                  <c:v>8.8888888888888892E-2</c:v>
                </c:pt>
                <c:pt idx="1957">
                  <c:v>8.8888888888888892E-2</c:v>
                </c:pt>
                <c:pt idx="1958">
                  <c:v>8.8888888888888892E-2</c:v>
                </c:pt>
                <c:pt idx="1959">
                  <c:v>8.903703703703704E-2</c:v>
                </c:pt>
                <c:pt idx="1960">
                  <c:v>8.903703703703704E-2</c:v>
                </c:pt>
                <c:pt idx="1961">
                  <c:v>8.9185185185185187E-2</c:v>
                </c:pt>
                <c:pt idx="1962">
                  <c:v>8.9185185185185187E-2</c:v>
                </c:pt>
                <c:pt idx="1963">
                  <c:v>8.9185185185185187E-2</c:v>
                </c:pt>
                <c:pt idx="1964">
                  <c:v>8.9185185185185187E-2</c:v>
                </c:pt>
                <c:pt idx="1965">
                  <c:v>8.9333333333333334E-2</c:v>
                </c:pt>
                <c:pt idx="1966">
                  <c:v>8.9333333333333334E-2</c:v>
                </c:pt>
                <c:pt idx="1967">
                  <c:v>8.9333333333333334E-2</c:v>
                </c:pt>
                <c:pt idx="1968">
                  <c:v>8.9333333333333334E-2</c:v>
                </c:pt>
                <c:pt idx="1969">
                  <c:v>8.9481481481481481E-2</c:v>
                </c:pt>
                <c:pt idx="1970">
                  <c:v>8.9629629629629629E-2</c:v>
                </c:pt>
                <c:pt idx="1971">
                  <c:v>8.9629629629629629E-2</c:v>
                </c:pt>
                <c:pt idx="1972">
                  <c:v>8.9629629629629629E-2</c:v>
                </c:pt>
                <c:pt idx="1973">
                  <c:v>8.9629629629629629E-2</c:v>
                </c:pt>
                <c:pt idx="1974">
                  <c:v>8.9629629629629629E-2</c:v>
                </c:pt>
                <c:pt idx="1975">
                  <c:v>8.9629629629629629E-2</c:v>
                </c:pt>
                <c:pt idx="1976">
                  <c:v>8.9777777777777776E-2</c:v>
                </c:pt>
                <c:pt idx="1977">
                  <c:v>8.9777777777777776E-2</c:v>
                </c:pt>
                <c:pt idx="1978">
                  <c:v>8.9777777777777776E-2</c:v>
                </c:pt>
                <c:pt idx="1979">
                  <c:v>8.9777777777777776E-2</c:v>
                </c:pt>
                <c:pt idx="1980">
                  <c:v>8.9777777777777776E-2</c:v>
                </c:pt>
                <c:pt idx="1981">
                  <c:v>8.9925925925925923E-2</c:v>
                </c:pt>
                <c:pt idx="1982">
                  <c:v>8.9925925925925923E-2</c:v>
                </c:pt>
                <c:pt idx="1983">
                  <c:v>8.9925925925925923E-2</c:v>
                </c:pt>
                <c:pt idx="1984">
                  <c:v>8.9925925925925923E-2</c:v>
                </c:pt>
                <c:pt idx="1985">
                  <c:v>8.9925925925925923E-2</c:v>
                </c:pt>
                <c:pt idx="1986">
                  <c:v>9.007407407407407E-2</c:v>
                </c:pt>
                <c:pt idx="1987">
                  <c:v>9.007407407407407E-2</c:v>
                </c:pt>
                <c:pt idx="1988">
                  <c:v>9.007407407407407E-2</c:v>
                </c:pt>
                <c:pt idx="1989">
                  <c:v>9.0222222222222218E-2</c:v>
                </c:pt>
                <c:pt idx="1990">
                  <c:v>9.0222222222222218E-2</c:v>
                </c:pt>
                <c:pt idx="1991">
                  <c:v>9.0222222222222218E-2</c:v>
                </c:pt>
                <c:pt idx="1992">
                  <c:v>9.0222222222222218E-2</c:v>
                </c:pt>
                <c:pt idx="1993">
                  <c:v>9.0370370370370365E-2</c:v>
                </c:pt>
                <c:pt idx="1994">
                  <c:v>9.0518518518518512E-2</c:v>
                </c:pt>
                <c:pt idx="1995">
                  <c:v>9.0666666666666673E-2</c:v>
                </c:pt>
                <c:pt idx="1996">
                  <c:v>9.0666666666666673E-2</c:v>
                </c:pt>
                <c:pt idx="1997">
                  <c:v>9.081481481481482E-2</c:v>
                </c:pt>
                <c:pt idx="1998">
                  <c:v>9.0962962962962968E-2</c:v>
                </c:pt>
                <c:pt idx="1999">
                  <c:v>9.1111111111111115E-2</c:v>
                </c:pt>
                <c:pt idx="2000">
                  <c:v>9.1259259259259262E-2</c:v>
                </c:pt>
                <c:pt idx="2001">
                  <c:v>9.1407407407407409E-2</c:v>
                </c:pt>
                <c:pt idx="2002">
                  <c:v>9.1407407407407409E-2</c:v>
                </c:pt>
                <c:pt idx="2003">
                  <c:v>9.1555555555555557E-2</c:v>
                </c:pt>
                <c:pt idx="2004">
                  <c:v>9.1555555555555557E-2</c:v>
                </c:pt>
                <c:pt idx="2005">
                  <c:v>9.1555555555555557E-2</c:v>
                </c:pt>
                <c:pt idx="2006">
                  <c:v>9.1555555555555557E-2</c:v>
                </c:pt>
                <c:pt idx="2007">
                  <c:v>9.1555555555555557E-2</c:v>
                </c:pt>
                <c:pt idx="2008">
                  <c:v>9.1555555555555557E-2</c:v>
                </c:pt>
                <c:pt idx="2009">
                  <c:v>9.1703703703703704E-2</c:v>
                </c:pt>
                <c:pt idx="2010">
                  <c:v>9.1703703703703704E-2</c:v>
                </c:pt>
                <c:pt idx="2011">
                  <c:v>9.1703703703703704E-2</c:v>
                </c:pt>
                <c:pt idx="2012">
                  <c:v>9.1703703703703704E-2</c:v>
                </c:pt>
                <c:pt idx="2013">
                  <c:v>9.1703703703703704E-2</c:v>
                </c:pt>
                <c:pt idx="2014">
                  <c:v>9.1703703703703704E-2</c:v>
                </c:pt>
                <c:pt idx="2015">
                  <c:v>9.1703703703703704E-2</c:v>
                </c:pt>
                <c:pt idx="2016">
                  <c:v>9.1703703703703704E-2</c:v>
                </c:pt>
                <c:pt idx="2017">
                  <c:v>9.1851851851851851E-2</c:v>
                </c:pt>
                <c:pt idx="2018">
                  <c:v>9.1851851851851851E-2</c:v>
                </c:pt>
                <c:pt idx="2019">
                  <c:v>9.1851851851851851E-2</c:v>
                </c:pt>
                <c:pt idx="2020">
                  <c:v>9.1851851851851851E-2</c:v>
                </c:pt>
                <c:pt idx="2021">
                  <c:v>9.1999999999999998E-2</c:v>
                </c:pt>
                <c:pt idx="2022">
                  <c:v>9.1999999999999998E-2</c:v>
                </c:pt>
                <c:pt idx="2023">
                  <c:v>9.1999999999999998E-2</c:v>
                </c:pt>
                <c:pt idx="2024">
                  <c:v>9.2148148148148146E-2</c:v>
                </c:pt>
                <c:pt idx="2025">
                  <c:v>9.2148148148148146E-2</c:v>
                </c:pt>
                <c:pt idx="2026">
                  <c:v>9.2296296296296293E-2</c:v>
                </c:pt>
                <c:pt idx="2027">
                  <c:v>9.2296296296296293E-2</c:v>
                </c:pt>
                <c:pt idx="2028">
                  <c:v>9.244444444444444E-2</c:v>
                </c:pt>
                <c:pt idx="2029">
                  <c:v>9.244444444444444E-2</c:v>
                </c:pt>
                <c:pt idx="2030">
                  <c:v>9.244444444444444E-2</c:v>
                </c:pt>
                <c:pt idx="2031">
                  <c:v>9.2592592592592587E-2</c:v>
                </c:pt>
                <c:pt idx="2032">
                  <c:v>9.2740740740740735E-2</c:v>
                </c:pt>
                <c:pt idx="2033">
                  <c:v>9.2740740740740735E-2</c:v>
                </c:pt>
                <c:pt idx="2034">
                  <c:v>9.2888888888888882E-2</c:v>
                </c:pt>
                <c:pt idx="2035">
                  <c:v>9.3037037037037043E-2</c:v>
                </c:pt>
                <c:pt idx="2036">
                  <c:v>9.3037037037037043E-2</c:v>
                </c:pt>
                <c:pt idx="2037">
                  <c:v>9.3037037037037043E-2</c:v>
                </c:pt>
                <c:pt idx="2038">
                  <c:v>9.3037037037037043E-2</c:v>
                </c:pt>
                <c:pt idx="2039">
                  <c:v>9.3037037037037043E-2</c:v>
                </c:pt>
                <c:pt idx="2040">
                  <c:v>9.3037037037037043E-2</c:v>
                </c:pt>
                <c:pt idx="2041">
                  <c:v>9.3037037037037043E-2</c:v>
                </c:pt>
                <c:pt idx="2042">
                  <c:v>9.3037037037037043E-2</c:v>
                </c:pt>
                <c:pt idx="2043">
                  <c:v>9.3037037037037043E-2</c:v>
                </c:pt>
                <c:pt idx="2044">
                  <c:v>9.3037037037037043E-2</c:v>
                </c:pt>
                <c:pt idx="2045">
                  <c:v>9.3037037037037043E-2</c:v>
                </c:pt>
                <c:pt idx="2046">
                  <c:v>9.3037037037037043E-2</c:v>
                </c:pt>
                <c:pt idx="2047">
                  <c:v>9.3037037037037043E-2</c:v>
                </c:pt>
                <c:pt idx="2048">
                  <c:v>9.3037037037037043E-2</c:v>
                </c:pt>
                <c:pt idx="2049">
                  <c:v>9.3037037037037043E-2</c:v>
                </c:pt>
                <c:pt idx="2050">
                  <c:v>9.318518518518519E-2</c:v>
                </c:pt>
                <c:pt idx="2051">
                  <c:v>9.3333333333333338E-2</c:v>
                </c:pt>
                <c:pt idx="2052">
                  <c:v>9.3481481481481485E-2</c:v>
                </c:pt>
                <c:pt idx="2053">
                  <c:v>9.3629629629629632E-2</c:v>
                </c:pt>
                <c:pt idx="2054">
                  <c:v>9.3629629629629632E-2</c:v>
                </c:pt>
                <c:pt idx="2055">
                  <c:v>9.3629629629629632E-2</c:v>
                </c:pt>
                <c:pt idx="2056">
                  <c:v>9.3777777777777779E-2</c:v>
                </c:pt>
                <c:pt idx="2057">
                  <c:v>9.3925925925925927E-2</c:v>
                </c:pt>
                <c:pt idx="2058">
                  <c:v>9.3925925925925927E-2</c:v>
                </c:pt>
                <c:pt idx="2059">
                  <c:v>9.3925925925925927E-2</c:v>
                </c:pt>
                <c:pt idx="2060">
                  <c:v>9.4074074074074074E-2</c:v>
                </c:pt>
                <c:pt idx="2061">
                  <c:v>9.4222222222222221E-2</c:v>
                </c:pt>
                <c:pt idx="2062">
                  <c:v>9.4222222222222221E-2</c:v>
                </c:pt>
                <c:pt idx="2063">
                  <c:v>9.4222222222222221E-2</c:v>
                </c:pt>
                <c:pt idx="2064">
                  <c:v>9.4370370370370368E-2</c:v>
                </c:pt>
                <c:pt idx="2065">
                  <c:v>9.4370370370370368E-2</c:v>
                </c:pt>
                <c:pt idx="2066">
                  <c:v>9.4370370370370368E-2</c:v>
                </c:pt>
                <c:pt idx="2067">
                  <c:v>9.4370370370370368E-2</c:v>
                </c:pt>
                <c:pt idx="2068">
                  <c:v>9.4370370370370368E-2</c:v>
                </c:pt>
                <c:pt idx="2069">
                  <c:v>9.4370370370370368E-2</c:v>
                </c:pt>
                <c:pt idx="2070">
                  <c:v>9.4370370370370368E-2</c:v>
                </c:pt>
                <c:pt idx="2071">
                  <c:v>9.4370370370370368E-2</c:v>
                </c:pt>
                <c:pt idx="2072">
                  <c:v>9.4518518518518516E-2</c:v>
                </c:pt>
                <c:pt idx="2073">
                  <c:v>9.4518518518518516E-2</c:v>
                </c:pt>
                <c:pt idx="2074">
                  <c:v>9.4518518518518516E-2</c:v>
                </c:pt>
                <c:pt idx="2075">
                  <c:v>9.4518518518518516E-2</c:v>
                </c:pt>
                <c:pt idx="2076">
                  <c:v>9.4666666666666663E-2</c:v>
                </c:pt>
                <c:pt idx="2077">
                  <c:v>9.4666666666666663E-2</c:v>
                </c:pt>
                <c:pt idx="2078">
                  <c:v>9.4666666666666663E-2</c:v>
                </c:pt>
                <c:pt idx="2079">
                  <c:v>9.4666666666666663E-2</c:v>
                </c:pt>
                <c:pt idx="2080">
                  <c:v>9.481481481481481E-2</c:v>
                </c:pt>
                <c:pt idx="2081">
                  <c:v>9.481481481481481E-2</c:v>
                </c:pt>
                <c:pt idx="2082">
                  <c:v>9.481481481481481E-2</c:v>
                </c:pt>
                <c:pt idx="2083">
                  <c:v>9.481481481481481E-2</c:v>
                </c:pt>
                <c:pt idx="2084">
                  <c:v>9.481481481481481E-2</c:v>
                </c:pt>
                <c:pt idx="2085">
                  <c:v>9.481481481481481E-2</c:v>
                </c:pt>
                <c:pt idx="2086">
                  <c:v>9.481481481481481E-2</c:v>
                </c:pt>
                <c:pt idx="2087">
                  <c:v>9.4962962962962957E-2</c:v>
                </c:pt>
                <c:pt idx="2088">
                  <c:v>9.4962962962962957E-2</c:v>
                </c:pt>
                <c:pt idx="2089">
                  <c:v>9.4962962962962957E-2</c:v>
                </c:pt>
                <c:pt idx="2090">
                  <c:v>9.4962962962962957E-2</c:v>
                </c:pt>
                <c:pt idx="2091">
                  <c:v>9.4962962962962957E-2</c:v>
                </c:pt>
                <c:pt idx="2092">
                  <c:v>9.5111111111111105E-2</c:v>
                </c:pt>
                <c:pt idx="2093">
                  <c:v>9.5111111111111105E-2</c:v>
                </c:pt>
                <c:pt idx="2094">
                  <c:v>9.5111111111111105E-2</c:v>
                </c:pt>
                <c:pt idx="2095">
                  <c:v>9.5111111111111105E-2</c:v>
                </c:pt>
                <c:pt idx="2096">
                  <c:v>9.5259259259259266E-2</c:v>
                </c:pt>
                <c:pt idx="2097">
                  <c:v>9.5259259259259266E-2</c:v>
                </c:pt>
                <c:pt idx="2098">
                  <c:v>9.5259259259259266E-2</c:v>
                </c:pt>
                <c:pt idx="2099">
                  <c:v>9.5407407407407413E-2</c:v>
                </c:pt>
                <c:pt idx="2100">
                  <c:v>9.555555555555556E-2</c:v>
                </c:pt>
                <c:pt idx="2101">
                  <c:v>9.5703703703703707E-2</c:v>
                </c:pt>
                <c:pt idx="2102">
                  <c:v>9.5703703703703707E-2</c:v>
                </c:pt>
                <c:pt idx="2103">
                  <c:v>9.5703703703703707E-2</c:v>
                </c:pt>
                <c:pt idx="2104">
                  <c:v>9.5851851851851855E-2</c:v>
                </c:pt>
                <c:pt idx="2105">
                  <c:v>9.6000000000000002E-2</c:v>
                </c:pt>
                <c:pt idx="2106">
                  <c:v>9.6148148148148149E-2</c:v>
                </c:pt>
                <c:pt idx="2107">
                  <c:v>9.6148148148148149E-2</c:v>
                </c:pt>
                <c:pt idx="2108">
                  <c:v>9.6296296296296297E-2</c:v>
                </c:pt>
                <c:pt idx="2109">
                  <c:v>9.6444444444444444E-2</c:v>
                </c:pt>
                <c:pt idx="2110">
                  <c:v>9.6444444444444444E-2</c:v>
                </c:pt>
                <c:pt idx="2111">
                  <c:v>9.6444444444444444E-2</c:v>
                </c:pt>
                <c:pt idx="2112">
                  <c:v>9.6444444444444444E-2</c:v>
                </c:pt>
                <c:pt idx="2113">
                  <c:v>9.6444444444444444E-2</c:v>
                </c:pt>
                <c:pt idx="2114">
                  <c:v>9.6444444444444444E-2</c:v>
                </c:pt>
                <c:pt idx="2115">
                  <c:v>9.6592592592592591E-2</c:v>
                </c:pt>
                <c:pt idx="2116">
                  <c:v>9.6740740740740738E-2</c:v>
                </c:pt>
                <c:pt idx="2117">
                  <c:v>9.6740740740740738E-2</c:v>
                </c:pt>
                <c:pt idx="2118">
                  <c:v>9.6740740740740738E-2</c:v>
                </c:pt>
                <c:pt idx="2119">
                  <c:v>9.6740740740740738E-2</c:v>
                </c:pt>
                <c:pt idx="2120">
                  <c:v>9.6740740740740738E-2</c:v>
                </c:pt>
                <c:pt idx="2121">
                  <c:v>9.6740740740740738E-2</c:v>
                </c:pt>
                <c:pt idx="2122">
                  <c:v>9.6740740740740738E-2</c:v>
                </c:pt>
                <c:pt idx="2123">
                  <c:v>9.6740740740740738E-2</c:v>
                </c:pt>
                <c:pt idx="2124">
                  <c:v>9.6740740740740738E-2</c:v>
                </c:pt>
                <c:pt idx="2125">
                  <c:v>9.6888888888888886E-2</c:v>
                </c:pt>
                <c:pt idx="2126">
                  <c:v>9.6888888888888886E-2</c:v>
                </c:pt>
                <c:pt idx="2127">
                  <c:v>9.6888888888888886E-2</c:v>
                </c:pt>
                <c:pt idx="2128">
                  <c:v>9.6888888888888886E-2</c:v>
                </c:pt>
                <c:pt idx="2129">
                  <c:v>9.6888888888888886E-2</c:v>
                </c:pt>
                <c:pt idx="2130">
                  <c:v>9.6888888888888886E-2</c:v>
                </c:pt>
                <c:pt idx="2131">
                  <c:v>9.6888888888888886E-2</c:v>
                </c:pt>
                <c:pt idx="2132">
                  <c:v>9.6888888888888886E-2</c:v>
                </c:pt>
                <c:pt idx="2133">
                  <c:v>9.7037037037037033E-2</c:v>
                </c:pt>
                <c:pt idx="2134">
                  <c:v>9.7037037037037033E-2</c:v>
                </c:pt>
                <c:pt idx="2135">
                  <c:v>9.7037037037037033E-2</c:v>
                </c:pt>
                <c:pt idx="2136">
                  <c:v>9.718518518518518E-2</c:v>
                </c:pt>
                <c:pt idx="2137">
                  <c:v>9.718518518518518E-2</c:v>
                </c:pt>
                <c:pt idx="2138">
                  <c:v>9.7333333333333327E-2</c:v>
                </c:pt>
                <c:pt idx="2139">
                  <c:v>9.7481481481481488E-2</c:v>
                </c:pt>
                <c:pt idx="2140">
                  <c:v>9.7629629629629636E-2</c:v>
                </c:pt>
                <c:pt idx="2141">
                  <c:v>9.7777777777777783E-2</c:v>
                </c:pt>
                <c:pt idx="2142">
                  <c:v>9.7777777777777783E-2</c:v>
                </c:pt>
                <c:pt idx="2143">
                  <c:v>9.792592592592593E-2</c:v>
                </c:pt>
                <c:pt idx="2144">
                  <c:v>9.792592592592593E-2</c:v>
                </c:pt>
                <c:pt idx="2145">
                  <c:v>9.792592592592593E-2</c:v>
                </c:pt>
                <c:pt idx="2146">
                  <c:v>9.792592592592593E-2</c:v>
                </c:pt>
                <c:pt idx="2147">
                  <c:v>9.792592592592593E-2</c:v>
                </c:pt>
                <c:pt idx="2148">
                  <c:v>9.792592592592593E-2</c:v>
                </c:pt>
                <c:pt idx="2149">
                  <c:v>9.792592592592593E-2</c:v>
                </c:pt>
                <c:pt idx="2150">
                  <c:v>9.792592592592593E-2</c:v>
                </c:pt>
                <c:pt idx="2151">
                  <c:v>9.792592592592593E-2</c:v>
                </c:pt>
                <c:pt idx="2152">
                  <c:v>9.792592592592593E-2</c:v>
                </c:pt>
                <c:pt idx="2153">
                  <c:v>9.792592592592593E-2</c:v>
                </c:pt>
                <c:pt idx="2154">
                  <c:v>9.792592592592593E-2</c:v>
                </c:pt>
                <c:pt idx="2155">
                  <c:v>9.792592592592593E-2</c:v>
                </c:pt>
                <c:pt idx="2156">
                  <c:v>9.792592592592593E-2</c:v>
                </c:pt>
                <c:pt idx="2157">
                  <c:v>9.792592592592593E-2</c:v>
                </c:pt>
                <c:pt idx="2158">
                  <c:v>9.792592592592593E-2</c:v>
                </c:pt>
                <c:pt idx="2159">
                  <c:v>9.792592592592593E-2</c:v>
                </c:pt>
                <c:pt idx="2160">
                  <c:v>9.8074074074074077E-2</c:v>
                </c:pt>
                <c:pt idx="2161">
                  <c:v>9.8074074074074077E-2</c:v>
                </c:pt>
                <c:pt idx="2162">
                  <c:v>9.8222222222222225E-2</c:v>
                </c:pt>
                <c:pt idx="2163">
                  <c:v>9.8370370370370372E-2</c:v>
                </c:pt>
                <c:pt idx="2164">
                  <c:v>9.8370370370370372E-2</c:v>
                </c:pt>
                <c:pt idx="2165">
                  <c:v>9.8370370370370372E-2</c:v>
                </c:pt>
                <c:pt idx="2166">
                  <c:v>9.8518518518518519E-2</c:v>
                </c:pt>
                <c:pt idx="2167">
                  <c:v>9.8666666666666666E-2</c:v>
                </c:pt>
                <c:pt idx="2168">
                  <c:v>9.8814814814814814E-2</c:v>
                </c:pt>
                <c:pt idx="2169">
                  <c:v>9.8814814814814814E-2</c:v>
                </c:pt>
                <c:pt idx="2170">
                  <c:v>9.8814814814814814E-2</c:v>
                </c:pt>
                <c:pt idx="2171">
                  <c:v>9.8814814814814814E-2</c:v>
                </c:pt>
                <c:pt idx="2172">
                  <c:v>9.8962962962962961E-2</c:v>
                </c:pt>
                <c:pt idx="2173">
                  <c:v>9.8962962962962961E-2</c:v>
                </c:pt>
                <c:pt idx="2174">
                  <c:v>9.8962962962962961E-2</c:v>
                </c:pt>
                <c:pt idx="2175">
                  <c:v>9.9111111111111108E-2</c:v>
                </c:pt>
                <c:pt idx="2176">
                  <c:v>9.9111111111111108E-2</c:v>
                </c:pt>
                <c:pt idx="2177">
                  <c:v>9.9111111111111108E-2</c:v>
                </c:pt>
                <c:pt idx="2178">
                  <c:v>9.9259259259259255E-2</c:v>
                </c:pt>
                <c:pt idx="2179">
                  <c:v>9.9259259259259255E-2</c:v>
                </c:pt>
                <c:pt idx="2180">
                  <c:v>9.9259259259259255E-2</c:v>
                </c:pt>
                <c:pt idx="2181">
                  <c:v>9.9259259259259255E-2</c:v>
                </c:pt>
                <c:pt idx="2182">
                  <c:v>9.9259259259259255E-2</c:v>
                </c:pt>
                <c:pt idx="2183">
                  <c:v>9.9407407407407403E-2</c:v>
                </c:pt>
                <c:pt idx="2184">
                  <c:v>9.9407407407407403E-2</c:v>
                </c:pt>
                <c:pt idx="2185">
                  <c:v>9.9407407407407403E-2</c:v>
                </c:pt>
                <c:pt idx="2186">
                  <c:v>9.955555555555555E-2</c:v>
                </c:pt>
                <c:pt idx="2187">
                  <c:v>9.955555555555555E-2</c:v>
                </c:pt>
                <c:pt idx="2188">
                  <c:v>9.955555555555555E-2</c:v>
                </c:pt>
                <c:pt idx="2189">
                  <c:v>9.9703703703703697E-2</c:v>
                </c:pt>
                <c:pt idx="2190">
                  <c:v>9.9703703703703697E-2</c:v>
                </c:pt>
                <c:pt idx="2191">
                  <c:v>9.9703703703703697E-2</c:v>
                </c:pt>
                <c:pt idx="2192">
                  <c:v>9.9703703703703697E-2</c:v>
                </c:pt>
                <c:pt idx="2193">
                  <c:v>9.9703703703703697E-2</c:v>
                </c:pt>
                <c:pt idx="2194">
                  <c:v>9.9851851851851858E-2</c:v>
                </c:pt>
                <c:pt idx="2195">
                  <c:v>0.1</c:v>
                </c:pt>
                <c:pt idx="2196">
                  <c:v>0.10014814814814815</c:v>
                </c:pt>
                <c:pt idx="2197">
                  <c:v>0.10014814814814815</c:v>
                </c:pt>
                <c:pt idx="2198">
                  <c:v>0.1002962962962963</c:v>
                </c:pt>
                <c:pt idx="2199">
                  <c:v>0.1002962962962963</c:v>
                </c:pt>
                <c:pt idx="2200">
                  <c:v>0.10044444444444445</c:v>
                </c:pt>
                <c:pt idx="2201">
                  <c:v>0.10044444444444445</c:v>
                </c:pt>
                <c:pt idx="2202">
                  <c:v>0.10059259259259259</c:v>
                </c:pt>
                <c:pt idx="2203">
                  <c:v>0.10059259259259259</c:v>
                </c:pt>
                <c:pt idx="2204">
                  <c:v>0.10059259259259259</c:v>
                </c:pt>
                <c:pt idx="2205">
                  <c:v>0.10059259259259259</c:v>
                </c:pt>
                <c:pt idx="2206">
                  <c:v>0.10074074074074074</c:v>
                </c:pt>
                <c:pt idx="2207">
                  <c:v>0.10074074074074074</c:v>
                </c:pt>
                <c:pt idx="2208">
                  <c:v>0.10088888888888889</c:v>
                </c:pt>
                <c:pt idx="2209">
                  <c:v>0.10088888888888889</c:v>
                </c:pt>
                <c:pt idx="2210">
                  <c:v>0.10088888888888889</c:v>
                </c:pt>
                <c:pt idx="2211">
                  <c:v>0.10103703703703704</c:v>
                </c:pt>
                <c:pt idx="2212">
                  <c:v>0.10103703703703704</c:v>
                </c:pt>
                <c:pt idx="2213">
                  <c:v>0.10103703703703704</c:v>
                </c:pt>
                <c:pt idx="2214">
                  <c:v>0.10118518518518518</c:v>
                </c:pt>
                <c:pt idx="2215">
                  <c:v>0.10118518518518518</c:v>
                </c:pt>
                <c:pt idx="2216">
                  <c:v>0.10118518518518518</c:v>
                </c:pt>
                <c:pt idx="2217">
                  <c:v>0.10133333333333333</c:v>
                </c:pt>
                <c:pt idx="2218">
                  <c:v>0.10148148148148148</c:v>
                </c:pt>
                <c:pt idx="2219">
                  <c:v>0.10148148148148148</c:v>
                </c:pt>
                <c:pt idx="2220">
                  <c:v>0.10162962962962963</c:v>
                </c:pt>
                <c:pt idx="2221">
                  <c:v>0.10162962962962963</c:v>
                </c:pt>
                <c:pt idx="2222">
                  <c:v>0.10177777777777777</c:v>
                </c:pt>
                <c:pt idx="2223">
                  <c:v>0.10192592592592592</c:v>
                </c:pt>
                <c:pt idx="2224">
                  <c:v>0.10192592592592592</c:v>
                </c:pt>
                <c:pt idx="2225">
                  <c:v>0.10207407407407408</c:v>
                </c:pt>
                <c:pt idx="2226">
                  <c:v>0.10207407407407408</c:v>
                </c:pt>
                <c:pt idx="2227">
                  <c:v>0.10207407407407408</c:v>
                </c:pt>
                <c:pt idx="2228">
                  <c:v>0.10222222222222223</c:v>
                </c:pt>
                <c:pt idx="2229">
                  <c:v>0.10237037037037038</c:v>
                </c:pt>
                <c:pt idx="2230">
                  <c:v>0.10237037037037038</c:v>
                </c:pt>
                <c:pt idx="2231">
                  <c:v>0.10237037037037038</c:v>
                </c:pt>
                <c:pt idx="2232">
                  <c:v>0.10251851851851852</c:v>
                </c:pt>
                <c:pt idx="2233">
                  <c:v>0.10251851851851852</c:v>
                </c:pt>
                <c:pt idx="2234">
                  <c:v>0.10266666666666667</c:v>
                </c:pt>
                <c:pt idx="2235">
                  <c:v>0.10266666666666667</c:v>
                </c:pt>
                <c:pt idx="2236">
                  <c:v>0.10266666666666667</c:v>
                </c:pt>
                <c:pt idx="2237">
                  <c:v>0.10266666666666667</c:v>
                </c:pt>
                <c:pt idx="2238">
                  <c:v>0.10281481481481482</c:v>
                </c:pt>
                <c:pt idx="2239">
                  <c:v>0.10281481481481482</c:v>
                </c:pt>
                <c:pt idx="2240">
                  <c:v>0.10281481481481482</c:v>
                </c:pt>
                <c:pt idx="2241">
                  <c:v>0.10281481481481482</c:v>
                </c:pt>
                <c:pt idx="2242">
                  <c:v>0.10281481481481482</c:v>
                </c:pt>
                <c:pt idx="2243">
                  <c:v>0.10281481481481482</c:v>
                </c:pt>
                <c:pt idx="2244">
                  <c:v>0.10281481481481482</c:v>
                </c:pt>
                <c:pt idx="2245">
                  <c:v>0.10296296296296296</c:v>
                </c:pt>
                <c:pt idx="2246">
                  <c:v>0.10296296296296296</c:v>
                </c:pt>
                <c:pt idx="2247">
                  <c:v>0.10311111111111111</c:v>
                </c:pt>
                <c:pt idx="2248">
                  <c:v>0.10311111111111111</c:v>
                </c:pt>
                <c:pt idx="2249">
                  <c:v>0.10325925925925926</c:v>
                </c:pt>
                <c:pt idx="2250">
                  <c:v>0.10325925925925926</c:v>
                </c:pt>
                <c:pt idx="2251">
                  <c:v>0.10325925925925926</c:v>
                </c:pt>
                <c:pt idx="2252">
                  <c:v>0.10340740740740741</c:v>
                </c:pt>
                <c:pt idx="2253">
                  <c:v>0.10340740740740741</c:v>
                </c:pt>
                <c:pt idx="2254">
                  <c:v>0.10340740740740741</c:v>
                </c:pt>
                <c:pt idx="2255">
                  <c:v>0.10340740740740741</c:v>
                </c:pt>
                <c:pt idx="2256">
                  <c:v>0.10340740740740741</c:v>
                </c:pt>
                <c:pt idx="2257">
                  <c:v>0.10355555555555555</c:v>
                </c:pt>
                <c:pt idx="2258">
                  <c:v>0.10355555555555555</c:v>
                </c:pt>
                <c:pt idx="2259">
                  <c:v>0.1037037037037037</c:v>
                </c:pt>
                <c:pt idx="2260">
                  <c:v>0.1037037037037037</c:v>
                </c:pt>
                <c:pt idx="2261">
                  <c:v>0.10385185185185185</c:v>
                </c:pt>
                <c:pt idx="2262">
                  <c:v>0.10385185185185185</c:v>
                </c:pt>
                <c:pt idx="2263">
                  <c:v>0.10385185185185185</c:v>
                </c:pt>
                <c:pt idx="2264">
                  <c:v>0.104</c:v>
                </c:pt>
                <c:pt idx="2265">
                  <c:v>0.104</c:v>
                </c:pt>
                <c:pt idx="2266">
                  <c:v>0.104</c:v>
                </c:pt>
                <c:pt idx="2267">
                  <c:v>0.10414814814814814</c:v>
                </c:pt>
                <c:pt idx="2268">
                  <c:v>0.10414814814814814</c:v>
                </c:pt>
                <c:pt idx="2269">
                  <c:v>0.10429629629629629</c:v>
                </c:pt>
                <c:pt idx="2270">
                  <c:v>0.10429629629629629</c:v>
                </c:pt>
                <c:pt idx="2271">
                  <c:v>0.10444444444444445</c:v>
                </c:pt>
                <c:pt idx="2272">
                  <c:v>0.10444444444444445</c:v>
                </c:pt>
                <c:pt idx="2273">
                  <c:v>0.10444444444444445</c:v>
                </c:pt>
                <c:pt idx="2274">
                  <c:v>0.10444444444444445</c:v>
                </c:pt>
                <c:pt idx="2275">
                  <c:v>0.10444444444444445</c:v>
                </c:pt>
                <c:pt idx="2276">
                  <c:v>0.1045925925925926</c:v>
                </c:pt>
                <c:pt idx="2277">
                  <c:v>0.10474074074074075</c:v>
                </c:pt>
                <c:pt idx="2278">
                  <c:v>0.10474074074074075</c:v>
                </c:pt>
                <c:pt idx="2279">
                  <c:v>0.10488888888888889</c:v>
                </c:pt>
                <c:pt idx="2280">
                  <c:v>0.10488888888888889</c:v>
                </c:pt>
                <c:pt idx="2281">
                  <c:v>0.10503703703703704</c:v>
                </c:pt>
                <c:pt idx="2282">
                  <c:v>0.10518518518518519</c:v>
                </c:pt>
                <c:pt idx="2283">
                  <c:v>0.10518518518518519</c:v>
                </c:pt>
                <c:pt idx="2284">
                  <c:v>0.10518518518518519</c:v>
                </c:pt>
                <c:pt idx="2285">
                  <c:v>0.10518518518518519</c:v>
                </c:pt>
                <c:pt idx="2286">
                  <c:v>0.10518518518518519</c:v>
                </c:pt>
                <c:pt idx="2287">
                  <c:v>0.10518518518518519</c:v>
                </c:pt>
                <c:pt idx="2288">
                  <c:v>0.10518518518518519</c:v>
                </c:pt>
                <c:pt idx="2289">
                  <c:v>0.10518518518518519</c:v>
                </c:pt>
                <c:pt idx="2290">
                  <c:v>0.10518518518518519</c:v>
                </c:pt>
                <c:pt idx="2291">
                  <c:v>0.10533333333333333</c:v>
                </c:pt>
                <c:pt idx="2292">
                  <c:v>0.10533333333333333</c:v>
                </c:pt>
                <c:pt idx="2293">
                  <c:v>0.10533333333333333</c:v>
                </c:pt>
                <c:pt idx="2294">
                  <c:v>0.10548148148148148</c:v>
                </c:pt>
                <c:pt idx="2295">
                  <c:v>0.10548148148148148</c:v>
                </c:pt>
                <c:pt idx="2296">
                  <c:v>0.10548148148148148</c:v>
                </c:pt>
                <c:pt idx="2297">
                  <c:v>0.10548148148148148</c:v>
                </c:pt>
                <c:pt idx="2298">
                  <c:v>0.10548148148148148</c:v>
                </c:pt>
                <c:pt idx="2299">
                  <c:v>0.10548148148148148</c:v>
                </c:pt>
                <c:pt idx="2300">
                  <c:v>0.10548148148148148</c:v>
                </c:pt>
                <c:pt idx="2301">
                  <c:v>0.10548148148148148</c:v>
                </c:pt>
                <c:pt idx="2302">
                  <c:v>0.10548148148148148</c:v>
                </c:pt>
                <c:pt idx="2303">
                  <c:v>0.10548148148148148</c:v>
                </c:pt>
                <c:pt idx="2304">
                  <c:v>0.10548148148148148</c:v>
                </c:pt>
                <c:pt idx="2305">
                  <c:v>0.10548148148148148</c:v>
                </c:pt>
                <c:pt idx="2306">
                  <c:v>0.10548148148148148</c:v>
                </c:pt>
                <c:pt idx="2307">
                  <c:v>0.10562962962962963</c:v>
                </c:pt>
                <c:pt idx="2308">
                  <c:v>0.10562962962962963</c:v>
                </c:pt>
                <c:pt idx="2309">
                  <c:v>0.10577777777777778</c:v>
                </c:pt>
                <c:pt idx="2310">
                  <c:v>0.10577777777777778</c:v>
                </c:pt>
                <c:pt idx="2311">
                  <c:v>0.10577777777777778</c:v>
                </c:pt>
                <c:pt idx="2312">
                  <c:v>0.10592592592592592</c:v>
                </c:pt>
                <c:pt idx="2313">
                  <c:v>0.10592592592592592</c:v>
                </c:pt>
                <c:pt idx="2314">
                  <c:v>0.10592592592592592</c:v>
                </c:pt>
                <c:pt idx="2315">
                  <c:v>0.10592592592592592</c:v>
                </c:pt>
                <c:pt idx="2316">
                  <c:v>0.10592592592592592</c:v>
                </c:pt>
                <c:pt idx="2317">
                  <c:v>0.10592592592592592</c:v>
                </c:pt>
                <c:pt idx="2318">
                  <c:v>0.10592592592592592</c:v>
                </c:pt>
                <c:pt idx="2319">
                  <c:v>0.10607407407407407</c:v>
                </c:pt>
                <c:pt idx="2320">
                  <c:v>0.10622222222222222</c:v>
                </c:pt>
                <c:pt idx="2321">
                  <c:v>0.10622222222222222</c:v>
                </c:pt>
                <c:pt idx="2322">
                  <c:v>0.10622222222222222</c:v>
                </c:pt>
                <c:pt idx="2323">
                  <c:v>0.10622222222222222</c:v>
                </c:pt>
                <c:pt idx="2324">
                  <c:v>0.10622222222222222</c:v>
                </c:pt>
                <c:pt idx="2325">
                  <c:v>0.10622222222222222</c:v>
                </c:pt>
                <c:pt idx="2326">
                  <c:v>0.10622222222222222</c:v>
                </c:pt>
                <c:pt idx="2327">
                  <c:v>0.10637037037037037</c:v>
                </c:pt>
                <c:pt idx="2328">
                  <c:v>0.10637037037037037</c:v>
                </c:pt>
                <c:pt idx="2329">
                  <c:v>0.10651851851851851</c:v>
                </c:pt>
                <c:pt idx="2330">
                  <c:v>0.10666666666666667</c:v>
                </c:pt>
                <c:pt idx="2331">
                  <c:v>0.10666666666666667</c:v>
                </c:pt>
                <c:pt idx="2332">
                  <c:v>0.10666666666666667</c:v>
                </c:pt>
                <c:pt idx="2333">
                  <c:v>0.10681481481481482</c:v>
                </c:pt>
                <c:pt idx="2334">
                  <c:v>0.10681481481481482</c:v>
                </c:pt>
                <c:pt idx="2335">
                  <c:v>0.10696296296296297</c:v>
                </c:pt>
                <c:pt idx="2336">
                  <c:v>0.10696296296296297</c:v>
                </c:pt>
                <c:pt idx="2337">
                  <c:v>0.10696296296296297</c:v>
                </c:pt>
                <c:pt idx="2338">
                  <c:v>0.10711111111111112</c:v>
                </c:pt>
                <c:pt idx="2339">
                  <c:v>0.10711111111111112</c:v>
                </c:pt>
                <c:pt idx="2340">
                  <c:v>0.10711111111111112</c:v>
                </c:pt>
                <c:pt idx="2341">
                  <c:v>0.10725925925925926</c:v>
                </c:pt>
                <c:pt idx="2342">
                  <c:v>0.10725925925925926</c:v>
                </c:pt>
                <c:pt idx="2343">
                  <c:v>0.10725925925925926</c:v>
                </c:pt>
                <c:pt idx="2344">
                  <c:v>0.10725925925925926</c:v>
                </c:pt>
                <c:pt idx="2345">
                  <c:v>0.10725925925925926</c:v>
                </c:pt>
                <c:pt idx="2346">
                  <c:v>0.10740740740740741</c:v>
                </c:pt>
                <c:pt idx="2347">
                  <c:v>0.10740740740740741</c:v>
                </c:pt>
                <c:pt idx="2348">
                  <c:v>0.10740740740740741</c:v>
                </c:pt>
                <c:pt idx="2349">
                  <c:v>0.10740740740740741</c:v>
                </c:pt>
                <c:pt idx="2350">
                  <c:v>0.10755555555555556</c:v>
                </c:pt>
                <c:pt idx="2351">
                  <c:v>0.1077037037037037</c:v>
                </c:pt>
                <c:pt idx="2352">
                  <c:v>0.1077037037037037</c:v>
                </c:pt>
                <c:pt idx="2353">
                  <c:v>0.10785185185185185</c:v>
                </c:pt>
                <c:pt idx="2354">
                  <c:v>0.10785185185185185</c:v>
                </c:pt>
                <c:pt idx="2355">
                  <c:v>0.108</c:v>
                </c:pt>
                <c:pt idx="2356">
                  <c:v>0.10814814814814815</c:v>
                </c:pt>
                <c:pt idx="2357">
                  <c:v>0.10814814814814815</c:v>
                </c:pt>
                <c:pt idx="2358">
                  <c:v>0.10829629629629629</c:v>
                </c:pt>
                <c:pt idx="2359">
                  <c:v>0.10829629629629629</c:v>
                </c:pt>
                <c:pt idx="2360">
                  <c:v>0.10829629629629629</c:v>
                </c:pt>
                <c:pt idx="2361">
                  <c:v>0.10829629629629629</c:v>
                </c:pt>
                <c:pt idx="2362">
                  <c:v>0.10829629629629629</c:v>
                </c:pt>
                <c:pt idx="2363">
                  <c:v>0.10844444444444444</c:v>
                </c:pt>
                <c:pt idx="2364">
                  <c:v>0.10844444444444444</c:v>
                </c:pt>
                <c:pt idx="2365">
                  <c:v>0.10844444444444444</c:v>
                </c:pt>
                <c:pt idx="2366">
                  <c:v>0.10844444444444444</c:v>
                </c:pt>
                <c:pt idx="2367">
                  <c:v>0.10844444444444444</c:v>
                </c:pt>
                <c:pt idx="2368">
                  <c:v>0.10859259259259259</c:v>
                </c:pt>
                <c:pt idx="2369">
                  <c:v>0.10874074074074074</c:v>
                </c:pt>
                <c:pt idx="2370">
                  <c:v>0.10874074074074074</c:v>
                </c:pt>
                <c:pt idx="2371">
                  <c:v>0.10874074074074074</c:v>
                </c:pt>
                <c:pt idx="2372">
                  <c:v>0.10888888888888888</c:v>
                </c:pt>
                <c:pt idx="2373">
                  <c:v>0.10888888888888888</c:v>
                </c:pt>
                <c:pt idx="2374">
                  <c:v>0.10888888888888888</c:v>
                </c:pt>
                <c:pt idx="2375">
                  <c:v>0.10888888888888888</c:v>
                </c:pt>
                <c:pt idx="2376">
                  <c:v>0.10888888888888888</c:v>
                </c:pt>
                <c:pt idx="2377">
                  <c:v>0.10888888888888888</c:v>
                </c:pt>
                <c:pt idx="2378">
                  <c:v>0.10903703703703704</c:v>
                </c:pt>
                <c:pt idx="2379">
                  <c:v>0.10903703703703704</c:v>
                </c:pt>
                <c:pt idx="2380">
                  <c:v>0.10903703703703704</c:v>
                </c:pt>
                <c:pt idx="2381">
                  <c:v>0.10903703703703704</c:v>
                </c:pt>
                <c:pt idx="2382">
                  <c:v>0.10903703703703704</c:v>
                </c:pt>
                <c:pt idx="2383">
                  <c:v>0.10918518518518519</c:v>
                </c:pt>
                <c:pt idx="2384">
                  <c:v>0.10918518518518519</c:v>
                </c:pt>
                <c:pt idx="2385">
                  <c:v>0.10933333333333334</c:v>
                </c:pt>
                <c:pt idx="2386">
                  <c:v>0.10933333333333334</c:v>
                </c:pt>
                <c:pt idx="2387">
                  <c:v>0.10933333333333334</c:v>
                </c:pt>
                <c:pt idx="2388">
                  <c:v>0.10933333333333334</c:v>
                </c:pt>
                <c:pt idx="2389">
                  <c:v>0.10948148148148149</c:v>
                </c:pt>
                <c:pt idx="2390">
                  <c:v>0.10962962962962963</c:v>
                </c:pt>
                <c:pt idx="2391">
                  <c:v>0.10977777777777778</c:v>
                </c:pt>
                <c:pt idx="2392">
                  <c:v>0.10992592592592593</c:v>
                </c:pt>
                <c:pt idx="2393">
                  <c:v>0.10992592592592593</c:v>
                </c:pt>
                <c:pt idx="2394">
                  <c:v>0.11007407407407407</c:v>
                </c:pt>
                <c:pt idx="2395">
                  <c:v>0.11007407407407407</c:v>
                </c:pt>
                <c:pt idx="2396">
                  <c:v>0.11007407407407407</c:v>
                </c:pt>
                <c:pt idx="2397">
                  <c:v>0.11007407407407407</c:v>
                </c:pt>
                <c:pt idx="2398">
                  <c:v>0.11022222222222222</c:v>
                </c:pt>
                <c:pt idx="2399">
                  <c:v>0.11037037037037037</c:v>
                </c:pt>
                <c:pt idx="2400">
                  <c:v>0.11051851851851852</c:v>
                </c:pt>
                <c:pt idx="2401">
                  <c:v>0.11051851851851852</c:v>
                </c:pt>
                <c:pt idx="2402">
                  <c:v>0.11051851851851852</c:v>
                </c:pt>
                <c:pt idx="2403">
                  <c:v>0.11051851851851852</c:v>
                </c:pt>
                <c:pt idx="2404">
                  <c:v>0.11051851851851852</c:v>
                </c:pt>
                <c:pt idx="2405">
                  <c:v>0.11051851851851852</c:v>
                </c:pt>
                <c:pt idx="2406">
                  <c:v>0.11051851851851852</c:v>
                </c:pt>
                <c:pt idx="2407">
                  <c:v>0.11051851851851852</c:v>
                </c:pt>
                <c:pt idx="2408">
                  <c:v>0.11066666666666666</c:v>
                </c:pt>
                <c:pt idx="2409">
                  <c:v>0.11066666666666666</c:v>
                </c:pt>
                <c:pt idx="2410">
                  <c:v>0.11081481481481481</c:v>
                </c:pt>
                <c:pt idx="2411">
                  <c:v>0.11081481481481481</c:v>
                </c:pt>
                <c:pt idx="2412">
                  <c:v>0.11096296296296296</c:v>
                </c:pt>
                <c:pt idx="2413">
                  <c:v>0.11096296296296296</c:v>
                </c:pt>
                <c:pt idx="2414">
                  <c:v>0.11096296296296296</c:v>
                </c:pt>
                <c:pt idx="2415">
                  <c:v>0.11096296296296296</c:v>
                </c:pt>
                <c:pt idx="2416">
                  <c:v>0.1111111111111111</c:v>
                </c:pt>
                <c:pt idx="2417">
                  <c:v>0.1111111111111111</c:v>
                </c:pt>
                <c:pt idx="2418">
                  <c:v>0.1111111111111111</c:v>
                </c:pt>
                <c:pt idx="2419">
                  <c:v>0.1111111111111111</c:v>
                </c:pt>
                <c:pt idx="2420">
                  <c:v>0.11125925925925927</c:v>
                </c:pt>
                <c:pt idx="2421">
                  <c:v>0.11125925925925927</c:v>
                </c:pt>
                <c:pt idx="2422">
                  <c:v>0.11125925925925927</c:v>
                </c:pt>
                <c:pt idx="2423">
                  <c:v>0.11125925925925927</c:v>
                </c:pt>
                <c:pt idx="2424">
                  <c:v>0.11125925925925927</c:v>
                </c:pt>
                <c:pt idx="2425">
                  <c:v>0.11125925925925927</c:v>
                </c:pt>
                <c:pt idx="2426">
                  <c:v>0.11125925925925927</c:v>
                </c:pt>
                <c:pt idx="2427">
                  <c:v>0.11125925925925927</c:v>
                </c:pt>
                <c:pt idx="2428">
                  <c:v>0.11125925925925927</c:v>
                </c:pt>
                <c:pt idx="2429">
                  <c:v>0.11125925925925927</c:v>
                </c:pt>
                <c:pt idx="2430">
                  <c:v>0.11125925925925927</c:v>
                </c:pt>
                <c:pt idx="2431">
                  <c:v>0.11125925925925927</c:v>
                </c:pt>
                <c:pt idx="2432">
                  <c:v>0.11125925925925927</c:v>
                </c:pt>
                <c:pt idx="2433">
                  <c:v>0.11125925925925927</c:v>
                </c:pt>
                <c:pt idx="2434">
                  <c:v>0.11125925925925927</c:v>
                </c:pt>
                <c:pt idx="2435">
                  <c:v>0.11125925925925927</c:v>
                </c:pt>
                <c:pt idx="2436">
                  <c:v>0.11125925925925927</c:v>
                </c:pt>
                <c:pt idx="2437">
                  <c:v>0.11140740740740741</c:v>
                </c:pt>
                <c:pt idx="2438">
                  <c:v>0.11140740740740741</c:v>
                </c:pt>
                <c:pt idx="2439">
                  <c:v>0.11140740740740741</c:v>
                </c:pt>
                <c:pt idx="2440">
                  <c:v>0.11140740740740741</c:v>
                </c:pt>
                <c:pt idx="2441">
                  <c:v>0.11155555555555556</c:v>
                </c:pt>
                <c:pt idx="2442">
                  <c:v>0.11155555555555556</c:v>
                </c:pt>
                <c:pt idx="2443">
                  <c:v>0.11155555555555556</c:v>
                </c:pt>
                <c:pt idx="2444">
                  <c:v>0.11155555555555556</c:v>
                </c:pt>
                <c:pt idx="2445">
                  <c:v>0.11155555555555556</c:v>
                </c:pt>
                <c:pt idx="2446">
                  <c:v>0.11155555555555556</c:v>
                </c:pt>
                <c:pt idx="2447">
                  <c:v>0.11170370370370371</c:v>
                </c:pt>
                <c:pt idx="2448">
                  <c:v>0.11185185185185186</c:v>
                </c:pt>
                <c:pt idx="2449">
                  <c:v>0.11185185185185186</c:v>
                </c:pt>
                <c:pt idx="2450">
                  <c:v>0.11185185185185186</c:v>
                </c:pt>
                <c:pt idx="2451">
                  <c:v>0.11185185185185186</c:v>
                </c:pt>
                <c:pt idx="2452">
                  <c:v>0.11185185185185186</c:v>
                </c:pt>
                <c:pt idx="2453">
                  <c:v>0.11185185185185186</c:v>
                </c:pt>
                <c:pt idx="2454">
                  <c:v>0.112</c:v>
                </c:pt>
                <c:pt idx="2455">
                  <c:v>0.112</c:v>
                </c:pt>
                <c:pt idx="2456">
                  <c:v>0.112</c:v>
                </c:pt>
                <c:pt idx="2457">
                  <c:v>0.112</c:v>
                </c:pt>
                <c:pt idx="2458">
                  <c:v>0.112</c:v>
                </c:pt>
                <c:pt idx="2459">
                  <c:v>0.112</c:v>
                </c:pt>
                <c:pt idx="2460">
                  <c:v>0.11214814814814815</c:v>
                </c:pt>
                <c:pt idx="2461">
                  <c:v>0.11214814814814815</c:v>
                </c:pt>
                <c:pt idx="2462">
                  <c:v>0.1122962962962963</c:v>
                </c:pt>
                <c:pt idx="2463">
                  <c:v>0.1122962962962963</c:v>
                </c:pt>
                <c:pt idx="2464">
                  <c:v>0.11244444444444444</c:v>
                </c:pt>
                <c:pt idx="2465">
                  <c:v>0.11244444444444444</c:v>
                </c:pt>
                <c:pt idx="2466">
                  <c:v>0.11259259259259259</c:v>
                </c:pt>
                <c:pt idx="2467">
                  <c:v>0.11259259259259259</c:v>
                </c:pt>
                <c:pt idx="2468">
                  <c:v>0.11259259259259259</c:v>
                </c:pt>
                <c:pt idx="2469">
                  <c:v>0.11259259259259259</c:v>
                </c:pt>
                <c:pt idx="2470">
                  <c:v>0.11259259259259259</c:v>
                </c:pt>
                <c:pt idx="2471">
                  <c:v>0.11259259259259259</c:v>
                </c:pt>
                <c:pt idx="2472">
                  <c:v>0.11259259259259259</c:v>
                </c:pt>
                <c:pt idx="2473">
                  <c:v>0.11259259259259259</c:v>
                </c:pt>
                <c:pt idx="2474">
                  <c:v>0.11259259259259259</c:v>
                </c:pt>
                <c:pt idx="2475">
                  <c:v>0.11259259259259259</c:v>
                </c:pt>
                <c:pt idx="2476">
                  <c:v>0.11259259259259259</c:v>
                </c:pt>
                <c:pt idx="2477">
                  <c:v>0.11274074074074074</c:v>
                </c:pt>
                <c:pt idx="2478">
                  <c:v>0.11274074074074074</c:v>
                </c:pt>
                <c:pt idx="2479">
                  <c:v>0.11288888888888889</c:v>
                </c:pt>
                <c:pt idx="2480">
                  <c:v>0.11288888888888889</c:v>
                </c:pt>
                <c:pt idx="2481">
                  <c:v>0.11288888888888889</c:v>
                </c:pt>
                <c:pt idx="2482">
                  <c:v>0.11288888888888889</c:v>
                </c:pt>
                <c:pt idx="2483">
                  <c:v>0.11288888888888889</c:v>
                </c:pt>
                <c:pt idx="2484">
                  <c:v>0.11303703703703703</c:v>
                </c:pt>
                <c:pt idx="2485">
                  <c:v>0.11303703703703703</c:v>
                </c:pt>
                <c:pt idx="2486">
                  <c:v>0.11318518518518518</c:v>
                </c:pt>
                <c:pt idx="2487">
                  <c:v>0.11318518518518518</c:v>
                </c:pt>
                <c:pt idx="2488">
                  <c:v>0.11318518518518518</c:v>
                </c:pt>
                <c:pt idx="2489">
                  <c:v>0.11318518518518518</c:v>
                </c:pt>
                <c:pt idx="2490">
                  <c:v>0.11318518518518518</c:v>
                </c:pt>
                <c:pt idx="2491">
                  <c:v>0.11318518518518518</c:v>
                </c:pt>
                <c:pt idx="2492">
                  <c:v>0.11333333333333333</c:v>
                </c:pt>
                <c:pt idx="2493">
                  <c:v>0.11333333333333333</c:v>
                </c:pt>
                <c:pt idx="2494">
                  <c:v>0.11333333333333333</c:v>
                </c:pt>
                <c:pt idx="2495">
                  <c:v>0.11348148148148147</c:v>
                </c:pt>
                <c:pt idx="2496">
                  <c:v>0.11362962962962964</c:v>
                </c:pt>
                <c:pt idx="2497">
                  <c:v>0.11362962962962964</c:v>
                </c:pt>
                <c:pt idx="2498">
                  <c:v>0.11362962962962964</c:v>
                </c:pt>
                <c:pt idx="2499">
                  <c:v>0.11377777777777778</c:v>
                </c:pt>
                <c:pt idx="2500">
                  <c:v>0.11377777777777778</c:v>
                </c:pt>
                <c:pt idx="2501">
                  <c:v>0.11377777777777778</c:v>
                </c:pt>
                <c:pt idx="2502">
                  <c:v>0.11377777777777778</c:v>
                </c:pt>
                <c:pt idx="2503">
                  <c:v>0.11377777777777778</c:v>
                </c:pt>
                <c:pt idx="2504">
                  <c:v>0.11377777777777778</c:v>
                </c:pt>
                <c:pt idx="2505">
                  <c:v>0.11377777777777778</c:v>
                </c:pt>
                <c:pt idx="2506">
                  <c:v>0.11392592592592593</c:v>
                </c:pt>
                <c:pt idx="2507">
                  <c:v>0.11392592592592593</c:v>
                </c:pt>
                <c:pt idx="2508">
                  <c:v>0.11407407407407408</c:v>
                </c:pt>
                <c:pt idx="2509">
                  <c:v>0.11422222222222222</c:v>
                </c:pt>
                <c:pt idx="2510">
                  <c:v>0.11437037037037037</c:v>
                </c:pt>
                <c:pt idx="2511">
                  <c:v>0.11437037037037037</c:v>
                </c:pt>
                <c:pt idx="2512">
                  <c:v>0.11437037037037037</c:v>
                </c:pt>
                <c:pt idx="2513">
                  <c:v>0.11437037037037037</c:v>
                </c:pt>
                <c:pt idx="2514">
                  <c:v>0.11437037037037037</c:v>
                </c:pt>
                <c:pt idx="2515">
                  <c:v>0.11437037037037037</c:v>
                </c:pt>
                <c:pt idx="2516">
                  <c:v>0.11451851851851852</c:v>
                </c:pt>
                <c:pt idx="2517">
                  <c:v>0.11466666666666667</c:v>
                </c:pt>
                <c:pt idx="2518">
                  <c:v>0.11466666666666667</c:v>
                </c:pt>
                <c:pt idx="2519">
                  <c:v>0.11466666666666667</c:v>
                </c:pt>
                <c:pt idx="2520">
                  <c:v>0.11466666666666667</c:v>
                </c:pt>
                <c:pt idx="2521">
                  <c:v>0.11466666666666667</c:v>
                </c:pt>
                <c:pt idx="2522">
                  <c:v>0.11466666666666667</c:v>
                </c:pt>
                <c:pt idx="2523">
                  <c:v>0.11466666666666667</c:v>
                </c:pt>
                <c:pt idx="2524">
                  <c:v>0.11466666666666667</c:v>
                </c:pt>
                <c:pt idx="2525">
                  <c:v>0.11466666666666667</c:v>
                </c:pt>
                <c:pt idx="2526">
                  <c:v>0.11466666666666667</c:v>
                </c:pt>
                <c:pt idx="2527">
                  <c:v>0.11466666666666667</c:v>
                </c:pt>
                <c:pt idx="2528">
                  <c:v>0.11466666666666667</c:v>
                </c:pt>
                <c:pt idx="2529">
                  <c:v>0.11481481481481481</c:v>
                </c:pt>
                <c:pt idx="2530">
                  <c:v>0.11481481481481481</c:v>
                </c:pt>
                <c:pt idx="2531">
                  <c:v>0.11481481481481481</c:v>
                </c:pt>
                <c:pt idx="2532">
                  <c:v>0.11481481481481481</c:v>
                </c:pt>
                <c:pt idx="2533">
                  <c:v>0.11481481481481481</c:v>
                </c:pt>
                <c:pt idx="2534">
                  <c:v>0.11481481481481481</c:v>
                </c:pt>
                <c:pt idx="2535">
                  <c:v>0.11481481481481481</c:v>
                </c:pt>
                <c:pt idx="2536">
                  <c:v>0.11481481481481481</c:v>
                </c:pt>
                <c:pt idx="2537">
                  <c:v>0.11481481481481481</c:v>
                </c:pt>
                <c:pt idx="2538">
                  <c:v>0.11481481481481481</c:v>
                </c:pt>
                <c:pt idx="2539">
                  <c:v>0.11481481481481481</c:v>
                </c:pt>
                <c:pt idx="2540">
                  <c:v>0.11481481481481481</c:v>
                </c:pt>
                <c:pt idx="2541">
                  <c:v>0.11481481481481481</c:v>
                </c:pt>
                <c:pt idx="2542">
                  <c:v>0.11496296296296296</c:v>
                </c:pt>
                <c:pt idx="2543">
                  <c:v>0.11496296296296296</c:v>
                </c:pt>
                <c:pt idx="2544">
                  <c:v>0.11496296296296296</c:v>
                </c:pt>
                <c:pt idx="2545">
                  <c:v>0.11496296296296296</c:v>
                </c:pt>
                <c:pt idx="2546">
                  <c:v>0.11511111111111111</c:v>
                </c:pt>
                <c:pt idx="2547">
                  <c:v>0.11525925925925926</c:v>
                </c:pt>
                <c:pt idx="2548">
                  <c:v>0.11525925925925926</c:v>
                </c:pt>
                <c:pt idx="2549">
                  <c:v>0.1154074074074074</c:v>
                </c:pt>
                <c:pt idx="2550">
                  <c:v>0.1154074074074074</c:v>
                </c:pt>
                <c:pt idx="2551">
                  <c:v>0.11555555555555555</c:v>
                </c:pt>
                <c:pt idx="2552">
                  <c:v>0.11555555555555555</c:v>
                </c:pt>
                <c:pt idx="2553">
                  <c:v>0.1157037037037037</c:v>
                </c:pt>
                <c:pt idx="2554">
                  <c:v>0.11585185185185186</c:v>
                </c:pt>
                <c:pt idx="2555">
                  <c:v>0.11600000000000001</c:v>
                </c:pt>
                <c:pt idx="2556">
                  <c:v>0.11600000000000001</c:v>
                </c:pt>
                <c:pt idx="2557">
                  <c:v>0.11614814814814815</c:v>
                </c:pt>
                <c:pt idx="2558">
                  <c:v>0.11614814814814815</c:v>
                </c:pt>
                <c:pt idx="2559">
                  <c:v>0.11614814814814815</c:v>
                </c:pt>
                <c:pt idx="2560">
                  <c:v>0.1162962962962963</c:v>
                </c:pt>
                <c:pt idx="2561">
                  <c:v>0.11644444444444445</c:v>
                </c:pt>
                <c:pt idx="2562">
                  <c:v>0.11659259259259259</c:v>
                </c:pt>
                <c:pt idx="2563">
                  <c:v>0.11659259259259259</c:v>
                </c:pt>
                <c:pt idx="2564">
                  <c:v>0.11674074074074074</c:v>
                </c:pt>
                <c:pt idx="2565">
                  <c:v>0.11674074074074074</c:v>
                </c:pt>
                <c:pt idx="2566">
                  <c:v>0.11674074074074074</c:v>
                </c:pt>
                <c:pt idx="2567">
                  <c:v>0.11674074074074074</c:v>
                </c:pt>
                <c:pt idx="2568">
                  <c:v>0.11674074074074074</c:v>
                </c:pt>
                <c:pt idx="2569">
                  <c:v>0.11674074074074074</c:v>
                </c:pt>
                <c:pt idx="2570">
                  <c:v>0.11688888888888889</c:v>
                </c:pt>
                <c:pt idx="2571">
                  <c:v>0.11688888888888889</c:v>
                </c:pt>
                <c:pt idx="2572">
                  <c:v>0.11703703703703704</c:v>
                </c:pt>
                <c:pt idx="2573">
                  <c:v>0.11718518518518518</c:v>
                </c:pt>
                <c:pt idx="2574">
                  <c:v>0.11718518518518518</c:v>
                </c:pt>
                <c:pt idx="2575">
                  <c:v>0.11718518518518518</c:v>
                </c:pt>
                <c:pt idx="2576">
                  <c:v>0.11718518518518518</c:v>
                </c:pt>
                <c:pt idx="2577">
                  <c:v>0.11718518518518518</c:v>
                </c:pt>
                <c:pt idx="2578">
                  <c:v>0.11733333333333333</c:v>
                </c:pt>
                <c:pt idx="2579">
                  <c:v>0.11748148148148148</c:v>
                </c:pt>
                <c:pt idx="2580">
                  <c:v>0.11762962962962963</c:v>
                </c:pt>
                <c:pt idx="2581">
                  <c:v>0.11762962962962963</c:v>
                </c:pt>
                <c:pt idx="2582">
                  <c:v>0.11762962962962963</c:v>
                </c:pt>
                <c:pt idx="2583">
                  <c:v>0.11762962962962963</c:v>
                </c:pt>
                <c:pt idx="2584">
                  <c:v>0.11762962962962963</c:v>
                </c:pt>
                <c:pt idx="2585">
                  <c:v>0.11777777777777777</c:v>
                </c:pt>
                <c:pt idx="2586">
                  <c:v>0.11777777777777777</c:v>
                </c:pt>
                <c:pt idx="2587">
                  <c:v>0.11792592592592592</c:v>
                </c:pt>
                <c:pt idx="2588">
                  <c:v>0.11792592592592592</c:v>
                </c:pt>
                <c:pt idx="2589">
                  <c:v>0.11807407407407407</c:v>
                </c:pt>
                <c:pt idx="2590">
                  <c:v>0.11807407407407407</c:v>
                </c:pt>
                <c:pt idx="2591">
                  <c:v>0.11807407407407407</c:v>
                </c:pt>
                <c:pt idx="2592">
                  <c:v>0.11822222222222223</c:v>
                </c:pt>
                <c:pt idx="2593">
                  <c:v>0.11822222222222223</c:v>
                </c:pt>
                <c:pt idx="2594">
                  <c:v>0.11837037037037038</c:v>
                </c:pt>
                <c:pt idx="2595">
                  <c:v>0.11837037037037038</c:v>
                </c:pt>
                <c:pt idx="2596">
                  <c:v>0.11837037037037038</c:v>
                </c:pt>
                <c:pt idx="2597">
                  <c:v>0.11851851851851852</c:v>
                </c:pt>
                <c:pt idx="2598">
                  <c:v>0.11866666666666667</c:v>
                </c:pt>
                <c:pt idx="2599">
                  <c:v>0.11866666666666667</c:v>
                </c:pt>
                <c:pt idx="2600">
                  <c:v>0.11866666666666667</c:v>
                </c:pt>
                <c:pt idx="2601">
                  <c:v>0.11866666666666667</c:v>
                </c:pt>
                <c:pt idx="2602">
                  <c:v>0.11866666666666667</c:v>
                </c:pt>
                <c:pt idx="2603">
                  <c:v>0.11881481481481482</c:v>
                </c:pt>
                <c:pt idx="2604">
                  <c:v>0.11881481481481482</c:v>
                </c:pt>
                <c:pt idx="2605">
                  <c:v>0.11881481481481482</c:v>
                </c:pt>
                <c:pt idx="2606">
                  <c:v>0.11881481481481482</c:v>
                </c:pt>
                <c:pt idx="2607">
                  <c:v>0.11881481481481482</c:v>
                </c:pt>
                <c:pt idx="2608">
                  <c:v>0.11881481481481482</c:v>
                </c:pt>
                <c:pt idx="2609">
                  <c:v>0.11881481481481482</c:v>
                </c:pt>
                <c:pt idx="2610">
                  <c:v>0.11896296296296296</c:v>
                </c:pt>
                <c:pt idx="2611">
                  <c:v>0.11896296296296296</c:v>
                </c:pt>
                <c:pt idx="2612">
                  <c:v>0.11911111111111111</c:v>
                </c:pt>
                <c:pt idx="2613">
                  <c:v>0.11911111111111111</c:v>
                </c:pt>
                <c:pt idx="2614">
                  <c:v>0.11911111111111111</c:v>
                </c:pt>
                <c:pt idx="2615">
                  <c:v>0.11911111111111111</c:v>
                </c:pt>
                <c:pt idx="2616">
                  <c:v>0.11925925925925926</c:v>
                </c:pt>
                <c:pt idx="2617">
                  <c:v>0.11925925925925926</c:v>
                </c:pt>
                <c:pt idx="2618">
                  <c:v>0.11925925925925926</c:v>
                </c:pt>
                <c:pt idx="2619">
                  <c:v>0.11925925925925926</c:v>
                </c:pt>
                <c:pt idx="2620">
                  <c:v>0.11925925925925926</c:v>
                </c:pt>
                <c:pt idx="2621">
                  <c:v>0.11925925925925926</c:v>
                </c:pt>
                <c:pt idx="2622">
                  <c:v>0.11925925925925926</c:v>
                </c:pt>
                <c:pt idx="2623">
                  <c:v>0.11925925925925926</c:v>
                </c:pt>
                <c:pt idx="2624">
                  <c:v>0.11940740740740741</c:v>
                </c:pt>
                <c:pt idx="2625">
                  <c:v>0.11940740740740741</c:v>
                </c:pt>
                <c:pt idx="2626">
                  <c:v>0.11940740740740741</c:v>
                </c:pt>
                <c:pt idx="2627">
                  <c:v>0.11955555555555555</c:v>
                </c:pt>
                <c:pt idx="2628">
                  <c:v>0.11955555555555555</c:v>
                </c:pt>
                <c:pt idx="2629">
                  <c:v>0.1197037037037037</c:v>
                </c:pt>
                <c:pt idx="2630">
                  <c:v>0.1197037037037037</c:v>
                </c:pt>
                <c:pt idx="2631">
                  <c:v>0.1197037037037037</c:v>
                </c:pt>
                <c:pt idx="2632">
                  <c:v>0.1197037037037037</c:v>
                </c:pt>
                <c:pt idx="2633">
                  <c:v>0.1197037037037037</c:v>
                </c:pt>
                <c:pt idx="2634">
                  <c:v>0.1197037037037037</c:v>
                </c:pt>
                <c:pt idx="2635">
                  <c:v>0.11985185185185185</c:v>
                </c:pt>
                <c:pt idx="2636">
                  <c:v>0.11985185185185185</c:v>
                </c:pt>
                <c:pt idx="2637">
                  <c:v>0.11985185185185185</c:v>
                </c:pt>
                <c:pt idx="2638">
                  <c:v>0.11985185185185185</c:v>
                </c:pt>
                <c:pt idx="2639">
                  <c:v>0.11985185185185185</c:v>
                </c:pt>
                <c:pt idx="2640">
                  <c:v>0.12</c:v>
                </c:pt>
                <c:pt idx="2641">
                  <c:v>0.12</c:v>
                </c:pt>
                <c:pt idx="2642">
                  <c:v>0.12</c:v>
                </c:pt>
                <c:pt idx="2643">
                  <c:v>0.12</c:v>
                </c:pt>
                <c:pt idx="2644">
                  <c:v>0.12014814814814814</c:v>
                </c:pt>
                <c:pt idx="2645">
                  <c:v>0.12014814814814814</c:v>
                </c:pt>
                <c:pt idx="2646">
                  <c:v>0.12014814814814814</c:v>
                </c:pt>
                <c:pt idx="2647">
                  <c:v>0.12014814814814814</c:v>
                </c:pt>
                <c:pt idx="2648">
                  <c:v>0.12014814814814814</c:v>
                </c:pt>
                <c:pt idx="2649">
                  <c:v>0.12014814814814814</c:v>
                </c:pt>
                <c:pt idx="2650">
                  <c:v>0.12029629629629629</c:v>
                </c:pt>
                <c:pt idx="2651">
                  <c:v>0.12044444444444445</c:v>
                </c:pt>
                <c:pt idx="2652">
                  <c:v>0.1205925925925926</c:v>
                </c:pt>
                <c:pt idx="2653">
                  <c:v>0.1205925925925926</c:v>
                </c:pt>
                <c:pt idx="2654">
                  <c:v>0.12074074074074075</c:v>
                </c:pt>
                <c:pt idx="2655">
                  <c:v>0.12088888888888889</c:v>
                </c:pt>
                <c:pt idx="2656">
                  <c:v>0.12103703703703704</c:v>
                </c:pt>
                <c:pt idx="2657">
                  <c:v>0.12118518518518519</c:v>
                </c:pt>
                <c:pt idx="2658">
                  <c:v>0.12118518518518519</c:v>
                </c:pt>
                <c:pt idx="2659">
                  <c:v>0.12118518518518519</c:v>
                </c:pt>
                <c:pt idx="2660">
                  <c:v>0.12118518518518519</c:v>
                </c:pt>
                <c:pt idx="2661">
                  <c:v>0.12118518518518519</c:v>
                </c:pt>
                <c:pt idx="2662">
                  <c:v>0.12118518518518519</c:v>
                </c:pt>
                <c:pt idx="2663">
                  <c:v>0.12133333333333333</c:v>
                </c:pt>
                <c:pt idx="2664">
                  <c:v>0.12133333333333333</c:v>
                </c:pt>
                <c:pt idx="2665">
                  <c:v>0.12133333333333333</c:v>
                </c:pt>
                <c:pt idx="2666">
                  <c:v>0.12133333333333333</c:v>
                </c:pt>
                <c:pt idx="2667">
                  <c:v>0.12133333333333333</c:v>
                </c:pt>
                <c:pt idx="2668">
                  <c:v>0.12148148148148148</c:v>
                </c:pt>
                <c:pt idx="2669">
                  <c:v>0.12148148148148148</c:v>
                </c:pt>
                <c:pt idx="2670">
                  <c:v>0.12162962962962963</c:v>
                </c:pt>
                <c:pt idx="2671">
                  <c:v>0.12162962962962963</c:v>
                </c:pt>
                <c:pt idx="2672">
                  <c:v>0.12162962962962963</c:v>
                </c:pt>
                <c:pt idx="2673">
                  <c:v>0.12162962962962963</c:v>
                </c:pt>
                <c:pt idx="2674">
                  <c:v>0.12162962962962963</c:v>
                </c:pt>
                <c:pt idx="2675">
                  <c:v>0.12162962962962963</c:v>
                </c:pt>
                <c:pt idx="2676">
                  <c:v>0.12162962962962963</c:v>
                </c:pt>
                <c:pt idx="2677">
                  <c:v>0.12162962962962963</c:v>
                </c:pt>
                <c:pt idx="2678">
                  <c:v>0.12162962962962963</c:v>
                </c:pt>
                <c:pt idx="2679">
                  <c:v>0.12162962962962963</c:v>
                </c:pt>
                <c:pt idx="2680">
                  <c:v>0.12177777777777778</c:v>
                </c:pt>
                <c:pt idx="2681">
                  <c:v>0.12177777777777778</c:v>
                </c:pt>
                <c:pt idx="2682">
                  <c:v>0.12177777777777778</c:v>
                </c:pt>
                <c:pt idx="2683">
                  <c:v>0.12177777777777778</c:v>
                </c:pt>
                <c:pt idx="2684">
                  <c:v>0.12192592592592592</c:v>
                </c:pt>
                <c:pt idx="2685">
                  <c:v>0.12192592592592592</c:v>
                </c:pt>
                <c:pt idx="2686">
                  <c:v>0.12192592592592592</c:v>
                </c:pt>
                <c:pt idx="2687">
                  <c:v>0.12192592592592592</c:v>
                </c:pt>
                <c:pt idx="2688">
                  <c:v>0.12207407407407407</c:v>
                </c:pt>
                <c:pt idx="2689">
                  <c:v>0.12222222222222222</c:v>
                </c:pt>
                <c:pt idx="2690">
                  <c:v>0.12237037037037037</c:v>
                </c:pt>
                <c:pt idx="2691">
                  <c:v>0.12237037037037037</c:v>
                </c:pt>
                <c:pt idx="2692">
                  <c:v>0.12251851851851851</c:v>
                </c:pt>
                <c:pt idx="2693">
                  <c:v>0.12266666666666666</c:v>
                </c:pt>
                <c:pt idx="2694">
                  <c:v>0.12266666666666666</c:v>
                </c:pt>
                <c:pt idx="2695">
                  <c:v>0.12266666666666666</c:v>
                </c:pt>
                <c:pt idx="2696">
                  <c:v>0.12266666666666666</c:v>
                </c:pt>
                <c:pt idx="2697">
                  <c:v>0.12281481481481482</c:v>
                </c:pt>
                <c:pt idx="2698">
                  <c:v>0.12281481481481482</c:v>
                </c:pt>
                <c:pt idx="2699">
                  <c:v>0.12281481481481482</c:v>
                </c:pt>
                <c:pt idx="2700">
                  <c:v>0.12296296296296297</c:v>
                </c:pt>
                <c:pt idx="2701">
                  <c:v>0.12311111111111112</c:v>
                </c:pt>
                <c:pt idx="2702">
                  <c:v>0.12311111111111112</c:v>
                </c:pt>
                <c:pt idx="2703">
                  <c:v>0.12311111111111112</c:v>
                </c:pt>
                <c:pt idx="2704">
                  <c:v>0.12325925925925926</c:v>
                </c:pt>
                <c:pt idx="2705">
                  <c:v>0.12325925925925926</c:v>
                </c:pt>
                <c:pt idx="2706">
                  <c:v>0.12340740740740741</c:v>
                </c:pt>
                <c:pt idx="2707">
                  <c:v>0.12340740740740741</c:v>
                </c:pt>
                <c:pt idx="2708">
                  <c:v>0.12355555555555556</c:v>
                </c:pt>
                <c:pt idx="2709">
                  <c:v>0.12355555555555556</c:v>
                </c:pt>
                <c:pt idx="2710">
                  <c:v>0.1237037037037037</c:v>
                </c:pt>
                <c:pt idx="2711">
                  <c:v>0.1237037037037037</c:v>
                </c:pt>
                <c:pt idx="2712">
                  <c:v>0.1237037037037037</c:v>
                </c:pt>
                <c:pt idx="2713">
                  <c:v>0.1237037037037037</c:v>
                </c:pt>
                <c:pt idx="2714">
                  <c:v>0.1237037037037037</c:v>
                </c:pt>
                <c:pt idx="2715">
                  <c:v>0.1237037037037037</c:v>
                </c:pt>
                <c:pt idx="2716">
                  <c:v>0.1237037037037037</c:v>
                </c:pt>
                <c:pt idx="2717">
                  <c:v>0.1237037037037037</c:v>
                </c:pt>
                <c:pt idx="2718">
                  <c:v>0.1237037037037037</c:v>
                </c:pt>
                <c:pt idx="2719">
                  <c:v>0.12385185185185185</c:v>
                </c:pt>
                <c:pt idx="2720">
                  <c:v>0.12385185185185185</c:v>
                </c:pt>
                <c:pt idx="2721">
                  <c:v>0.12385185185185185</c:v>
                </c:pt>
                <c:pt idx="2722">
                  <c:v>0.12385185185185185</c:v>
                </c:pt>
                <c:pt idx="2723">
                  <c:v>0.12385185185185185</c:v>
                </c:pt>
                <c:pt idx="2724">
                  <c:v>0.12385185185185185</c:v>
                </c:pt>
                <c:pt idx="2725">
                  <c:v>0.124</c:v>
                </c:pt>
                <c:pt idx="2726">
                  <c:v>0.12414814814814815</c:v>
                </c:pt>
                <c:pt idx="2727">
                  <c:v>0.12414814814814815</c:v>
                </c:pt>
                <c:pt idx="2728">
                  <c:v>0.12414814814814815</c:v>
                </c:pt>
                <c:pt idx="2729">
                  <c:v>0.12414814814814815</c:v>
                </c:pt>
                <c:pt idx="2730">
                  <c:v>0.12414814814814815</c:v>
                </c:pt>
                <c:pt idx="2731">
                  <c:v>0.12429629629629629</c:v>
                </c:pt>
                <c:pt idx="2732">
                  <c:v>0.12444444444444444</c:v>
                </c:pt>
                <c:pt idx="2733">
                  <c:v>0.12444444444444444</c:v>
                </c:pt>
                <c:pt idx="2734">
                  <c:v>0.12444444444444444</c:v>
                </c:pt>
                <c:pt idx="2735">
                  <c:v>0.12444444444444444</c:v>
                </c:pt>
                <c:pt idx="2736">
                  <c:v>0.12444444444444444</c:v>
                </c:pt>
                <c:pt idx="2737">
                  <c:v>0.12459259259259259</c:v>
                </c:pt>
                <c:pt idx="2738">
                  <c:v>0.12474074074074074</c:v>
                </c:pt>
                <c:pt idx="2739">
                  <c:v>0.12474074074074074</c:v>
                </c:pt>
                <c:pt idx="2740">
                  <c:v>0.12488888888888888</c:v>
                </c:pt>
                <c:pt idx="2741">
                  <c:v>0.12503703703703703</c:v>
                </c:pt>
                <c:pt idx="2742">
                  <c:v>0.12503703703703703</c:v>
                </c:pt>
                <c:pt idx="2743">
                  <c:v>0.12503703703703703</c:v>
                </c:pt>
                <c:pt idx="2744">
                  <c:v>0.12503703703703703</c:v>
                </c:pt>
                <c:pt idx="2745">
                  <c:v>0.12503703703703703</c:v>
                </c:pt>
                <c:pt idx="2746">
                  <c:v>0.12503703703703703</c:v>
                </c:pt>
                <c:pt idx="2747">
                  <c:v>0.12503703703703703</c:v>
                </c:pt>
                <c:pt idx="2748">
                  <c:v>0.12503703703703703</c:v>
                </c:pt>
                <c:pt idx="2749">
                  <c:v>0.12503703703703703</c:v>
                </c:pt>
                <c:pt idx="2750">
                  <c:v>0.12503703703703703</c:v>
                </c:pt>
                <c:pt idx="2751">
                  <c:v>0.12503703703703703</c:v>
                </c:pt>
                <c:pt idx="2752">
                  <c:v>0.12503703703703703</c:v>
                </c:pt>
                <c:pt idx="2753">
                  <c:v>0.12503703703703703</c:v>
                </c:pt>
                <c:pt idx="2754">
                  <c:v>0.12503703703703703</c:v>
                </c:pt>
                <c:pt idx="2755">
                  <c:v>0.12503703703703703</c:v>
                </c:pt>
                <c:pt idx="2756">
                  <c:v>0.12503703703703703</c:v>
                </c:pt>
                <c:pt idx="2757">
                  <c:v>0.12503703703703703</c:v>
                </c:pt>
                <c:pt idx="2758">
                  <c:v>0.12518518518518518</c:v>
                </c:pt>
                <c:pt idx="2759">
                  <c:v>0.12518518518518518</c:v>
                </c:pt>
                <c:pt idx="2760">
                  <c:v>0.12518518518518518</c:v>
                </c:pt>
                <c:pt idx="2761">
                  <c:v>0.12518518518518518</c:v>
                </c:pt>
                <c:pt idx="2762">
                  <c:v>0.12518518518518518</c:v>
                </c:pt>
                <c:pt idx="2763">
                  <c:v>0.12518518518518518</c:v>
                </c:pt>
                <c:pt idx="2764">
                  <c:v>0.12518518518518518</c:v>
                </c:pt>
                <c:pt idx="2765">
                  <c:v>0.12533333333333332</c:v>
                </c:pt>
                <c:pt idx="2766">
                  <c:v>0.12548148148148147</c:v>
                </c:pt>
                <c:pt idx="2767">
                  <c:v>0.12562962962962962</c:v>
                </c:pt>
                <c:pt idx="2768">
                  <c:v>0.12562962962962962</c:v>
                </c:pt>
                <c:pt idx="2769">
                  <c:v>0.12577777777777777</c:v>
                </c:pt>
                <c:pt idx="2770">
                  <c:v>0.12592592592592591</c:v>
                </c:pt>
                <c:pt idx="2771">
                  <c:v>0.12607407407407406</c:v>
                </c:pt>
                <c:pt idx="2772">
                  <c:v>0.12607407407407406</c:v>
                </c:pt>
                <c:pt idx="2773">
                  <c:v>0.12622222222222224</c:v>
                </c:pt>
                <c:pt idx="2774">
                  <c:v>0.12637037037037038</c:v>
                </c:pt>
                <c:pt idx="2775">
                  <c:v>0.12637037037037038</c:v>
                </c:pt>
                <c:pt idx="2776">
                  <c:v>0.12637037037037038</c:v>
                </c:pt>
                <c:pt idx="2777">
                  <c:v>0.12651851851851853</c:v>
                </c:pt>
                <c:pt idx="2778">
                  <c:v>0.12651851851851853</c:v>
                </c:pt>
                <c:pt idx="2779">
                  <c:v>0.12666666666666668</c:v>
                </c:pt>
                <c:pt idx="2780">
                  <c:v>0.12666666666666668</c:v>
                </c:pt>
                <c:pt idx="2781">
                  <c:v>0.12666666666666668</c:v>
                </c:pt>
                <c:pt idx="2782">
                  <c:v>0.12681481481481482</c:v>
                </c:pt>
                <c:pt idx="2783">
                  <c:v>0.12681481481481482</c:v>
                </c:pt>
                <c:pt idx="2784">
                  <c:v>0.12681481481481482</c:v>
                </c:pt>
                <c:pt idx="2785">
                  <c:v>0.12681481481481482</c:v>
                </c:pt>
                <c:pt idx="2786">
                  <c:v>0.12681481481481482</c:v>
                </c:pt>
                <c:pt idx="2787">
                  <c:v>0.12696296296296297</c:v>
                </c:pt>
                <c:pt idx="2788">
                  <c:v>0.12696296296296297</c:v>
                </c:pt>
                <c:pt idx="2789">
                  <c:v>0.12696296296296297</c:v>
                </c:pt>
                <c:pt idx="2790">
                  <c:v>0.12696296296296297</c:v>
                </c:pt>
                <c:pt idx="2791">
                  <c:v>0.12696296296296297</c:v>
                </c:pt>
                <c:pt idx="2792">
                  <c:v>0.12696296296296297</c:v>
                </c:pt>
                <c:pt idx="2793">
                  <c:v>0.12696296296296297</c:v>
                </c:pt>
                <c:pt idx="2794">
                  <c:v>0.12696296296296297</c:v>
                </c:pt>
                <c:pt idx="2795">
                  <c:v>0.12696296296296297</c:v>
                </c:pt>
                <c:pt idx="2796">
                  <c:v>0.12696296296296297</c:v>
                </c:pt>
                <c:pt idx="2797">
                  <c:v>0.12696296296296297</c:v>
                </c:pt>
                <c:pt idx="2798">
                  <c:v>0.12696296296296297</c:v>
                </c:pt>
                <c:pt idx="2799">
                  <c:v>0.12696296296296297</c:v>
                </c:pt>
                <c:pt idx="2800">
                  <c:v>0.12696296296296297</c:v>
                </c:pt>
                <c:pt idx="2801">
                  <c:v>0.12696296296296297</c:v>
                </c:pt>
                <c:pt idx="2802">
                  <c:v>0.12696296296296297</c:v>
                </c:pt>
                <c:pt idx="2803">
                  <c:v>0.12696296296296297</c:v>
                </c:pt>
                <c:pt idx="2804">
                  <c:v>0.12696296296296297</c:v>
                </c:pt>
                <c:pt idx="2805">
                  <c:v>0.12696296296296297</c:v>
                </c:pt>
                <c:pt idx="2806">
                  <c:v>0.12696296296296297</c:v>
                </c:pt>
                <c:pt idx="2807">
                  <c:v>0.12711111111111112</c:v>
                </c:pt>
                <c:pt idx="2808">
                  <c:v>0.12711111111111112</c:v>
                </c:pt>
                <c:pt idx="2809">
                  <c:v>0.12711111111111112</c:v>
                </c:pt>
                <c:pt idx="2810">
                  <c:v>0.12711111111111112</c:v>
                </c:pt>
                <c:pt idx="2811">
                  <c:v>0.12725925925925927</c:v>
                </c:pt>
                <c:pt idx="2812">
                  <c:v>0.12725925925925927</c:v>
                </c:pt>
                <c:pt idx="2813">
                  <c:v>0.12725925925925927</c:v>
                </c:pt>
                <c:pt idx="2814">
                  <c:v>0.12740740740740741</c:v>
                </c:pt>
                <c:pt idx="2815">
                  <c:v>0.12755555555555556</c:v>
                </c:pt>
                <c:pt idx="2816">
                  <c:v>0.12755555555555556</c:v>
                </c:pt>
                <c:pt idx="2817">
                  <c:v>0.12755555555555556</c:v>
                </c:pt>
                <c:pt idx="2818">
                  <c:v>0.12755555555555556</c:v>
                </c:pt>
                <c:pt idx="2819">
                  <c:v>0.12770370370370371</c:v>
                </c:pt>
                <c:pt idx="2820">
                  <c:v>0.12770370370370371</c:v>
                </c:pt>
                <c:pt idx="2821">
                  <c:v>0.12770370370370371</c:v>
                </c:pt>
                <c:pt idx="2822">
                  <c:v>0.12770370370370371</c:v>
                </c:pt>
                <c:pt idx="2823">
                  <c:v>0.12770370370370371</c:v>
                </c:pt>
                <c:pt idx="2824">
                  <c:v>0.12770370370370371</c:v>
                </c:pt>
                <c:pt idx="2825">
                  <c:v>0.12770370370370371</c:v>
                </c:pt>
                <c:pt idx="2826">
                  <c:v>0.12770370370370371</c:v>
                </c:pt>
                <c:pt idx="2827">
                  <c:v>0.12785185185185186</c:v>
                </c:pt>
                <c:pt idx="2828">
                  <c:v>0.12785185185185186</c:v>
                </c:pt>
                <c:pt idx="2829">
                  <c:v>0.128</c:v>
                </c:pt>
                <c:pt idx="2830">
                  <c:v>0.128</c:v>
                </c:pt>
                <c:pt idx="2831">
                  <c:v>0.128</c:v>
                </c:pt>
                <c:pt idx="2832">
                  <c:v>0.128</c:v>
                </c:pt>
                <c:pt idx="2833">
                  <c:v>0.128</c:v>
                </c:pt>
                <c:pt idx="2834">
                  <c:v>0.12814814814814815</c:v>
                </c:pt>
                <c:pt idx="2835">
                  <c:v>0.1282962962962963</c:v>
                </c:pt>
                <c:pt idx="2836">
                  <c:v>0.1282962962962963</c:v>
                </c:pt>
                <c:pt idx="2837">
                  <c:v>0.12844444444444444</c:v>
                </c:pt>
                <c:pt idx="2838">
                  <c:v>0.12859259259259259</c:v>
                </c:pt>
                <c:pt idx="2839">
                  <c:v>0.12874074074074074</c:v>
                </c:pt>
                <c:pt idx="2840">
                  <c:v>0.12888888888888889</c:v>
                </c:pt>
                <c:pt idx="2841">
                  <c:v>0.12888888888888889</c:v>
                </c:pt>
                <c:pt idx="2842">
                  <c:v>0.12888888888888889</c:v>
                </c:pt>
                <c:pt idx="2843">
                  <c:v>0.12888888888888889</c:v>
                </c:pt>
                <c:pt idx="2844">
                  <c:v>0.12888888888888889</c:v>
                </c:pt>
                <c:pt idx="2845">
                  <c:v>0.12888888888888889</c:v>
                </c:pt>
                <c:pt idx="2846">
                  <c:v>0.12888888888888889</c:v>
                </c:pt>
                <c:pt idx="2847">
                  <c:v>0.12903703703703703</c:v>
                </c:pt>
                <c:pt idx="2848">
                  <c:v>0.12903703703703703</c:v>
                </c:pt>
                <c:pt idx="2849">
                  <c:v>0.12918518518518518</c:v>
                </c:pt>
                <c:pt idx="2850">
                  <c:v>0.12918518518518518</c:v>
                </c:pt>
                <c:pt idx="2851">
                  <c:v>0.12933333333333333</c:v>
                </c:pt>
                <c:pt idx="2852">
                  <c:v>0.12933333333333333</c:v>
                </c:pt>
                <c:pt idx="2853">
                  <c:v>0.12933333333333333</c:v>
                </c:pt>
                <c:pt idx="2854">
                  <c:v>0.12948148148148148</c:v>
                </c:pt>
                <c:pt idx="2855">
                  <c:v>0.12962962962962962</c:v>
                </c:pt>
                <c:pt idx="2856">
                  <c:v>0.12962962962962962</c:v>
                </c:pt>
                <c:pt idx="2857">
                  <c:v>0.12962962962962962</c:v>
                </c:pt>
                <c:pt idx="2858">
                  <c:v>0.12962962962962962</c:v>
                </c:pt>
                <c:pt idx="2859">
                  <c:v>0.12962962962962962</c:v>
                </c:pt>
                <c:pt idx="2860">
                  <c:v>0.12977777777777777</c:v>
                </c:pt>
                <c:pt idx="2861">
                  <c:v>0.12992592592592592</c:v>
                </c:pt>
                <c:pt idx="2862">
                  <c:v>0.12992592592592592</c:v>
                </c:pt>
                <c:pt idx="2863">
                  <c:v>0.12992592592592592</c:v>
                </c:pt>
                <c:pt idx="2864">
                  <c:v>0.12992592592592592</c:v>
                </c:pt>
                <c:pt idx="2865">
                  <c:v>0.13007407407407406</c:v>
                </c:pt>
                <c:pt idx="2866">
                  <c:v>0.13022222222222221</c:v>
                </c:pt>
                <c:pt idx="2867">
                  <c:v>0.13022222222222221</c:v>
                </c:pt>
                <c:pt idx="2868">
                  <c:v>0.13022222222222221</c:v>
                </c:pt>
                <c:pt idx="2869">
                  <c:v>0.13022222222222221</c:v>
                </c:pt>
                <c:pt idx="2870">
                  <c:v>0.13022222222222221</c:v>
                </c:pt>
                <c:pt idx="2871">
                  <c:v>0.13022222222222221</c:v>
                </c:pt>
                <c:pt idx="2872">
                  <c:v>0.13022222222222221</c:v>
                </c:pt>
                <c:pt idx="2873">
                  <c:v>0.13022222222222221</c:v>
                </c:pt>
                <c:pt idx="2874">
                  <c:v>0.13022222222222221</c:v>
                </c:pt>
                <c:pt idx="2875">
                  <c:v>0.13022222222222221</c:v>
                </c:pt>
                <c:pt idx="2876">
                  <c:v>0.13022222222222221</c:v>
                </c:pt>
                <c:pt idx="2877">
                  <c:v>0.13037037037037036</c:v>
                </c:pt>
                <c:pt idx="2878">
                  <c:v>0.13037037037037036</c:v>
                </c:pt>
                <c:pt idx="2879">
                  <c:v>0.13037037037037036</c:v>
                </c:pt>
                <c:pt idx="2880">
                  <c:v>0.13051851851851851</c:v>
                </c:pt>
                <c:pt idx="2881">
                  <c:v>0.13066666666666665</c:v>
                </c:pt>
                <c:pt idx="2882">
                  <c:v>0.13081481481481483</c:v>
                </c:pt>
                <c:pt idx="2883">
                  <c:v>0.13081481481481483</c:v>
                </c:pt>
                <c:pt idx="2884">
                  <c:v>0.13081481481481483</c:v>
                </c:pt>
                <c:pt idx="2885">
                  <c:v>0.13081481481481483</c:v>
                </c:pt>
                <c:pt idx="2886">
                  <c:v>0.13081481481481483</c:v>
                </c:pt>
                <c:pt idx="2887">
                  <c:v>0.13096296296296298</c:v>
                </c:pt>
                <c:pt idx="2888">
                  <c:v>0.13096296296296298</c:v>
                </c:pt>
                <c:pt idx="2889">
                  <c:v>0.13096296296296298</c:v>
                </c:pt>
                <c:pt idx="2890">
                  <c:v>0.13111111111111112</c:v>
                </c:pt>
                <c:pt idx="2891">
                  <c:v>0.13111111111111112</c:v>
                </c:pt>
                <c:pt idx="2892">
                  <c:v>0.13125925925925927</c:v>
                </c:pt>
                <c:pt idx="2893">
                  <c:v>0.13125925925925927</c:v>
                </c:pt>
                <c:pt idx="2894">
                  <c:v>0.13140740740740742</c:v>
                </c:pt>
                <c:pt idx="2895">
                  <c:v>0.13140740740740742</c:v>
                </c:pt>
                <c:pt idx="2896">
                  <c:v>0.13140740740740742</c:v>
                </c:pt>
                <c:pt idx="2897">
                  <c:v>0.13140740740740742</c:v>
                </c:pt>
                <c:pt idx="2898">
                  <c:v>0.13140740740740742</c:v>
                </c:pt>
                <c:pt idx="2899">
                  <c:v>0.13140740740740742</c:v>
                </c:pt>
                <c:pt idx="2900">
                  <c:v>0.13140740740740742</c:v>
                </c:pt>
                <c:pt idx="2901">
                  <c:v>0.13155555555555556</c:v>
                </c:pt>
                <c:pt idx="2902">
                  <c:v>0.13155555555555556</c:v>
                </c:pt>
                <c:pt idx="2903">
                  <c:v>0.13155555555555556</c:v>
                </c:pt>
                <c:pt idx="2904">
                  <c:v>0.13155555555555556</c:v>
                </c:pt>
                <c:pt idx="2905">
                  <c:v>0.13170370370370371</c:v>
                </c:pt>
                <c:pt idx="2906">
                  <c:v>0.13170370370370371</c:v>
                </c:pt>
                <c:pt idx="2907">
                  <c:v>0.13185185185185186</c:v>
                </c:pt>
                <c:pt idx="2908">
                  <c:v>0.13200000000000001</c:v>
                </c:pt>
                <c:pt idx="2909">
                  <c:v>0.13214814814814815</c:v>
                </c:pt>
                <c:pt idx="2910">
                  <c:v>0.13214814814814815</c:v>
                </c:pt>
                <c:pt idx="2911">
                  <c:v>0.1322962962962963</c:v>
                </c:pt>
                <c:pt idx="2912">
                  <c:v>0.13244444444444445</c:v>
                </c:pt>
                <c:pt idx="2913">
                  <c:v>0.1325925925925926</c:v>
                </c:pt>
                <c:pt idx="2914">
                  <c:v>0.13274074074074074</c:v>
                </c:pt>
                <c:pt idx="2915">
                  <c:v>0.13274074074074074</c:v>
                </c:pt>
                <c:pt idx="2916">
                  <c:v>0.13274074074074074</c:v>
                </c:pt>
                <c:pt idx="2917">
                  <c:v>0.13288888888888889</c:v>
                </c:pt>
                <c:pt idx="2918">
                  <c:v>0.13288888888888889</c:v>
                </c:pt>
                <c:pt idx="2919">
                  <c:v>0.13288888888888889</c:v>
                </c:pt>
                <c:pt idx="2920">
                  <c:v>0.13288888888888889</c:v>
                </c:pt>
                <c:pt idx="2921">
                  <c:v>0.13303703703703704</c:v>
                </c:pt>
                <c:pt idx="2922">
                  <c:v>0.13303703703703704</c:v>
                </c:pt>
                <c:pt idx="2923">
                  <c:v>0.13318518518518518</c:v>
                </c:pt>
                <c:pt idx="2924">
                  <c:v>0.13318518518518518</c:v>
                </c:pt>
                <c:pt idx="2925">
                  <c:v>0.13318518518518518</c:v>
                </c:pt>
                <c:pt idx="2926">
                  <c:v>0.13318518518518518</c:v>
                </c:pt>
                <c:pt idx="2927">
                  <c:v>0.13318518518518518</c:v>
                </c:pt>
                <c:pt idx="2928">
                  <c:v>0.13333333333333333</c:v>
                </c:pt>
                <c:pt idx="2929">
                  <c:v>0.13333333333333333</c:v>
                </c:pt>
                <c:pt idx="2930">
                  <c:v>0.13333333333333333</c:v>
                </c:pt>
                <c:pt idx="2931">
                  <c:v>0.13333333333333333</c:v>
                </c:pt>
                <c:pt idx="2932">
                  <c:v>0.13348148148148148</c:v>
                </c:pt>
                <c:pt idx="2933">
                  <c:v>0.13348148148148148</c:v>
                </c:pt>
                <c:pt idx="2934">
                  <c:v>0.13348148148148148</c:v>
                </c:pt>
                <c:pt idx="2935">
                  <c:v>0.13348148148148148</c:v>
                </c:pt>
                <c:pt idx="2936">
                  <c:v>0.13362962962962963</c:v>
                </c:pt>
                <c:pt idx="2937">
                  <c:v>0.13362962962962963</c:v>
                </c:pt>
                <c:pt idx="2938">
                  <c:v>0.13362962962962963</c:v>
                </c:pt>
                <c:pt idx="2939">
                  <c:v>0.13362962962962963</c:v>
                </c:pt>
                <c:pt idx="2940">
                  <c:v>0.13362962962962963</c:v>
                </c:pt>
                <c:pt idx="2941">
                  <c:v>0.13362962962962963</c:v>
                </c:pt>
                <c:pt idx="2942">
                  <c:v>0.13377777777777777</c:v>
                </c:pt>
                <c:pt idx="2943">
                  <c:v>0.13392592592592592</c:v>
                </c:pt>
                <c:pt idx="2944">
                  <c:v>0.13407407407407407</c:v>
                </c:pt>
                <c:pt idx="2945">
                  <c:v>0.13407407407407407</c:v>
                </c:pt>
                <c:pt idx="2946">
                  <c:v>0.13407407407407407</c:v>
                </c:pt>
                <c:pt idx="2947">
                  <c:v>0.13422222222222221</c:v>
                </c:pt>
                <c:pt idx="2948">
                  <c:v>0.13422222222222221</c:v>
                </c:pt>
                <c:pt idx="2949">
                  <c:v>0.13422222222222221</c:v>
                </c:pt>
                <c:pt idx="2950">
                  <c:v>0.13437037037037036</c:v>
                </c:pt>
                <c:pt idx="2951">
                  <c:v>0.13437037037037036</c:v>
                </c:pt>
                <c:pt idx="2952">
                  <c:v>0.13437037037037036</c:v>
                </c:pt>
                <c:pt idx="2953">
                  <c:v>0.13437037037037036</c:v>
                </c:pt>
                <c:pt idx="2954">
                  <c:v>0.13451851851851851</c:v>
                </c:pt>
                <c:pt idx="2955">
                  <c:v>0.13451851851851851</c:v>
                </c:pt>
                <c:pt idx="2956">
                  <c:v>0.13451851851851851</c:v>
                </c:pt>
                <c:pt idx="2957">
                  <c:v>0.13451851851851851</c:v>
                </c:pt>
                <c:pt idx="2958">
                  <c:v>0.13451851851851851</c:v>
                </c:pt>
                <c:pt idx="2959">
                  <c:v>0.13451851851851851</c:v>
                </c:pt>
                <c:pt idx="2960">
                  <c:v>0.13451851851851851</c:v>
                </c:pt>
                <c:pt idx="2961">
                  <c:v>0.13451851851851851</c:v>
                </c:pt>
                <c:pt idx="2962">
                  <c:v>0.13451851851851851</c:v>
                </c:pt>
                <c:pt idx="2963">
                  <c:v>0.13451851851851851</c:v>
                </c:pt>
                <c:pt idx="2964">
                  <c:v>0.13451851851851851</c:v>
                </c:pt>
                <c:pt idx="2965">
                  <c:v>0.13451851851851851</c:v>
                </c:pt>
                <c:pt idx="2966">
                  <c:v>0.13466666666666666</c:v>
                </c:pt>
                <c:pt idx="2967">
                  <c:v>0.13466666666666666</c:v>
                </c:pt>
                <c:pt idx="2968">
                  <c:v>0.13466666666666666</c:v>
                </c:pt>
                <c:pt idx="2969">
                  <c:v>0.13466666666666666</c:v>
                </c:pt>
                <c:pt idx="2970">
                  <c:v>0.13466666666666666</c:v>
                </c:pt>
                <c:pt idx="2971">
                  <c:v>0.13466666666666666</c:v>
                </c:pt>
                <c:pt idx="2972">
                  <c:v>0.1348148148148148</c:v>
                </c:pt>
                <c:pt idx="2973">
                  <c:v>0.1348148148148148</c:v>
                </c:pt>
                <c:pt idx="2974">
                  <c:v>0.1348148148148148</c:v>
                </c:pt>
                <c:pt idx="2975">
                  <c:v>0.13496296296296295</c:v>
                </c:pt>
                <c:pt idx="2976">
                  <c:v>0.13496296296296295</c:v>
                </c:pt>
                <c:pt idx="2977">
                  <c:v>0.1351111111111111</c:v>
                </c:pt>
                <c:pt idx="2978">
                  <c:v>0.13525925925925925</c:v>
                </c:pt>
                <c:pt idx="2979">
                  <c:v>0.13540740740740742</c:v>
                </c:pt>
                <c:pt idx="2980">
                  <c:v>0.13540740740740742</c:v>
                </c:pt>
                <c:pt idx="2981">
                  <c:v>0.13540740740740742</c:v>
                </c:pt>
                <c:pt idx="2982">
                  <c:v>0.13555555555555557</c:v>
                </c:pt>
                <c:pt idx="2983">
                  <c:v>0.13555555555555557</c:v>
                </c:pt>
                <c:pt idx="2984">
                  <c:v>0.13570370370370372</c:v>
                </c:pt>
                <c:pt idx="2985">
                  <c:v>0.13570370370370372</c:v>
                </c:pt>
                <c:pt idx="2986">
                  <c:v>0.13570370370370372</c:v>
                </c:pt>
                <c:pt idx="2987">
                  <c:v>0.13570370370370372</c:v>
                </c:pt>
                <c:pt idx="2988">
                  <c:v>0.13570370370370372</c:v>
                </c:pt>
                <c:pt idx="2989">
                  <c:v>0.13570370370370372</c:v>
                </c:pt>
                <c:pt idx="2990">
                  <c:v>0.13585185185185186</c:v>
                </c:pt>
                <c:pt idx="2991">
                  <c:v>0.13585185185185186</c:v>
                </c:pt>
                <c:pt idx="2992">
                  <c:v>0.13600000000000001</c:v>
                </c:pt>
                <c:pt idx="2993">
                  <c:v>0.13600000000000001</c:v>
                </c:pt>
                <c:pt idx="2994">
                  <c:v>0.13600000000000001</c:v>
                </c:pt>
                <c:pt idx="2995">
                  <c:v>0.13614814814814816</c:v>
                </c:pt>
                <c:pt idx="2996">
                  <c:v>0.13614814814814816</c:v>
                </c:pt>
                <c:pt idx="2997">
                  <c:v>0.13614814814814816</c:v>
                </c:pt>
                <c:pt idx="2998">
                  <c:v>0.1362962962962963</c:v>
                </c:pt>
                <c:pt idx="2999">
                  <c:v>0.13644444444444445</c:v>
                </c:pt>
                <c:pt idx="3000">
                  <c:v>0.13644444444444445</c:v>
                </c:pt>
                <c:pt idx="3001">
                  <c:v>0.13644444444444445</c:v>
                </c:pt>
                <c:pt idx="3002">
                  <c:v>0.13644444444444445</c:v>
                </c:pt>
                <c:pt idx="3003">
                  <c:v>0.13644444444444445</c:v>
                </c:pt>
                <c:pt idx="3004">
                  <c:v>0.13644444444444445</c:v>
                </c:pt>
                <c:pt idx="3005">
                  <c:v>0.1365925925925926</c:v>
                </c:pt>
                <c:pt idx="3006">
                  <c:v>0.13674074074074075</c:v>
                </c:pt>
                <c:pt idx="3007">
                  <c:v>0.13674074074074075</c:v>
                </c:pt>
                <c:pt idx="3008">
                  <c:v>0.13688888888888889</c:v>
                </c:pt>
                <c:pt idx="3009">
                  <c:v>0.13688888888888889</c:v>
                </c:pt>
                <c:pt idx="3010">
                  <c:v>0.13688888888888889</c:v>
                </c:pt>
                <c:pt idx="3011">
                  <c:v>0.13688888888888889</c:v>
                </c:pt>
                <c:pt idx="3012">
                  <c:v>0.13688888888888889</c:v>
                </c:pt>
                <c:pt idx="3013">
                  <c:v>0.13688888888888889</c:v>
                </c:pt>
                <c:pt idx="3014">
                  <c:v>0.13703703703703704</c:v>
                </c:pt>
                <c:pt idx="3015">
                  <c:v>0.13718518518518519</c:v>
                </c:pt>
                <c:pt idx="3016">
                  <c:v>0.13733333333333334</c:v>
                </c:pt>
                <c:pt idx="3017">
                  <c:v>0.13733333333333334</c:v>
                </c:pt>
                <c:pt idx="3018">
                  <c:v>0.13748148148148148</c:v>
                </c:pt>
                <c:pt idx="3019">
                  <c:v>0.13748148148148148</c:v>
                </c:pt>
                <c:pt idx="3020">
                  <c:v>0.13748148148148148</c:v>
                </c:pt>
                <c:pt idx="3021">
                  <c:v>0.13748148148148148</c:v>
                </c:pt>
                <c:pt idx="3022">
                  <c:v>0.13748148148148148</c:v>
                </c:pt>
                <c:pt idx="3023">
                  <c:v>0.13762962962962963</c:v>
                </c:pt>
                <c:pt idx="3024">
                  <c:v>0.13762962962962963</c:v>
                </c:pt>
                <c:pt idx="3025">
                  <c:v>0.13762962962962963</c:v>
                </c:pt>
                <c:pt idx="3026">
                  <c:v>0.13762962962962963</c:v>
                </c:pt>
                <c:pt idx="3027">
                  <c:v>0.13762962962962963</c:v>
                </c:pt>
                <c:pt idx="3028">
                  <c:v>0.13762962962962963</c:v>
                </c:pt>
                <c:pt idx="3029">
                  <c:v>0.13777777777777778</c:v>
                </c:pt>
                <c:pt idx="3030">
                  <c:v>0.13792592592592592</c:v>
                </c:pt>
                <c:pt idx="3031">
                  <c:v>0.13807407407407407</c:v>
                </c:pt>
                <c:pt idx="3032">
                  <c:v>0.13822222222222222</c:v>
                </c:pt>
                <c:pt idx="3033">
                  <c:v>0.13822222222222222</c:v>
                </c:pt>
                <c:pt idx="3034">
                  <c:v>0.13822222222222222</c:v>
                </c:pt>
                <c:pt idx="3035">
                  <c:v>0.13837037037037037</c:v>
                </c:pt>
                <c:pt idx="3036">
                  <c:v>0.13837037037037037</c:v>
                </c:pt>
                <c:pt idx="3037">
                  <c:v>0.13851851851851851</c:v>
                </c:pt>
                <c:pt idx="3038">
                  <c:v>0.13851851851851851</c:v>
                </c:pt>
                <c:pt idx="3039">
                  <c:v>0.13866666666666666</c:v>
                </c:pt>
                <c:pt idx="3040">
                  <c:v>0.13866666666666666</c:v>
                </c:pt>
                <c:pt idx="3041">
                  <c:v>0.13866666666666666</c:v>
                </c:pt>
                <c:pt idx="3042">
                  <c:v>0.13881481481481481</c:v>
                </c:pt>
                <c:pt idx="3043">
                  <c:v>0.13881481481481481</c:v>
                </c:pt>
                <c:pt idx="3044">
                  <c:v>0.13881481481481481</c:v>
                </c:pt>
                <c:pt idx="3045">
                  <c:v>0.13881481481481481</c:v>
                </c:pt>
                <c:pt idx="3046">
                  <c:v>0.13896296296296295</c:v>
                </c:pt>
                <c:pt idx="3047">
                  <c:v>0.13896296296296295</c:v>
                </c:pt>
                <c:pt idx="3048">
                  <c:v>0.1391111111111111</c:v>
                </c:pt>
                <c:pt idx="3049">
                  <c:v>0.1391111111111111</c:v>
                </c:pt>
                <c:pt idx="3050">
                  <c:v>0.13925925925925925</c:v>
                </c:pt>
                <c:pt idx="3051">
                  <c:v>0.13925925925925925</c:v>
                </c:pt>
                <c:pt idx="3052">
                  <c:v>0.13925925925925925</c:v>
                </c:pt>
                <c:pt idx="3053">
                  <c:v>0.1394074074074074</c:v>
                </c:pt>
                <c:pt idx="3054">
                  <c:v>0.13955555555555554</c:v>
                </c:pt>
                <c:pt idx="3055">
                  <c:v>0.13955555555555554</c:v>
                </c:pt>
                <c:pt idx="3056">
                  <c:v>0.13955555555555554</c:v>
                </c:pt>
                <c:pt idx="3057">
                  <c:v>0.13970370370370369</c:v>
                </c:pt>
                <c:pt idx="3058">
                  <c:v>0.13970370370370369</c:v>
                </c:pt>
                <c:pt idx="3059">
                  <c:v>0.13970370370370369</c:v>
                </c:pt>
                <c:pt idx="3060">
                  <c:v>0.13985185185185184</c:v>
                </c:pt>
                <c:pt idx="3061">
                  <c:v>0.14000000000000001</c:v>
                </c:pt>
                <c:pt idx="3062">
                  <c:v>0.14000000000000001</c:v>
                </c:pt>
                <c:pt idx="3063">
                  <c:v>0.14000000000000001</c:v>
                </c:pt>
                <c:pt idx="3064">
                  <c:v>0.14000000000000001</c:v>
                </c:pt>
                <c:pt idx="3065">
                  <c:v>0.14014814814814816</c:v>
                </c:pt>
                <c:pt idx="3066">
                  <c:v>0.14014814814814816</c:v>
                </c:pt>
                <c:pt idx="3067">
                  <c:v>0.14014814814814816</c:v>
                </c:pt>
                <c:pt idx="3068">
                  <c:v>0.14014814814814816</c:v>
                </c:pt>
                <c:pt idx="3069">
                  <c:v>0.14014814814814816</c:v>
                </c:pt>
                <c:pt idx="3070">
                  <c:v>0.14029629629629631</c:v>
                </c:pt>
                <c:pt idx="3071">
                  <c:v>0.14029629629629631</c:v>
                </c:pt>
                <c:pt idx="3072">
                  <c:v>0.14044444444444446</c:v>
                </c:pt>
                <c:pt idx="3073">
                  <c:v>0.14044444444444446</c:v>
                </c:pt>
                <c:pt idx="3074">
                  <c:v>0.14044444444444446</c:v>
                </c:pt>
                <c:pt idx="3075">
                  <c:v>0.1405925925925926</c:v>
                </c:pt>
                <c:pt idx="3076">
                  <c:v>0.1405925925925926</c:v>
                </c:pt>
                <c:pt idx="3077">
                  <c:v>0.1405925925925926</c:v>
                </c:pt>
                <c:pt idx="3078">
                  <c:v>0.1405925925925926</c:v>
                </c:pt>
                <c:pt idx="3079">
                  <c:v>0.14074074074074075</c:v>
                </c:pt>
                <c:pt idx="3080">
                  <c:v>0.14074074074074075</c:v>
                </c:pt>
                <c:pt idx="3081">
                  <c:v>0.14074074074074075</c:v>
                </c:pt>
                <c:pt idx="3082">
                  <c:v>0.14074074074074075</c:v>
                </c:pt>
                <c:pt idx="3083">
                  <c:v>0.14074074074074075</c:v>
                </c:pt>
                <c:pt idx="3084">
                  <c:v>0.14074074074074075</c:v>
                </c:pt>
                <c:pt idx="3085">
                  <c:v>0.1408888888888889</c:v>
                </c:pt>
                <c:pt idx="3086">
                  <c:v>0.1408888888888889</c:v>
                </c:pt>
                <c:pt idx="3087">
                  <c:v>0.1408888888888889</c:v>
                </c:pt>
                <c:pt idx="3088">
                  <c:v>0.1408888888888889</c:v>
                </c:pt>
                <c:pt idx="3089">
                  <c:v>0.1408888888888889</c:v>
                </c:pt>
                <c:pt idx="3090">
                  <c:v>0.1408888888888889</c:v>
                </c:pt>
                <c:pt idx="3091">
                  <c:v>0.1408888888888889</c:v>
                </c:pt>
                <c:pt idx="3092">
                  <c:v>0.1408888888888889</c:v>
                </c:pt>
                <c:pt idx="3093">
                  <c:v>0.1408888888888889</c:v>
                </c:pt>
                <c:pt idx="3094">
                  <c:v>0.14103703703703704</c:v>
                </c:pt>
                <c:pt idx="3095">
                  <c:v>0.14103703703703704</c:v>
                </c:pt>
                <c:pt idx="3096">
                  <c:v>0.14118518518518519</c:v>
                </c:pt>
                <c:pt idx="3097">
                  <c:v>0.14118518518518519</c:v>
                </c:pt>
                <c:pt idx="3098">
                  <c:v>0.14133333333333334</c:v>
                </c:pt>
                <c:pt idx="3099">
                  <c:v>0.14133333333333334</c:v>
                </c:pt>
                <c:pt idx="3100">
                  <c:v>0.14133333333333334</c:v>
                </c:pt>
                <c:pt idx="3101">
                  <c:v>0.14133333333333334</c:v>
                </c:pt>
                <c:pt idx="3102">
                  <c:v>0.14133333333333334</c:v>
                </c:pt>
                <c:pt idx="3103">
                  <c:v>0.14133333333333334</c:v>
                </c:pt>
                <c:pt idx="3104">
                  <c:v>0.14148148148148149</c:v>
                </c:pt>
                <c:pt idx="3105">
                  <c:v>0.14148148148148149</c:v>
                </c:pt>
                <c:pt idx="3106">
                  <c:v>0.14148148148148149</c:v>
                </c:pt>
                <c:pt idx="3107">
                  <c:v>0.14148148148148149</c:v>
                </c:pt>
                <c:pt idx="3108">
                  <c:v>0.14148148148148149</c:v>
                </c:pt>
                <c:pt idx="3109">
                  <c:v>0.14148148148148149</c:v>
                </c:pt>
                <c:pt idx="3110">
                  <c:v>0.14148148148148149</c:v>
                </c:pt>
                <c:pt idx="3111">
                  <c:v>0.14148148148148149</c:v>
                </c:pt>
                <c:pt idx="3112">
                  <c:v>0.14148148148148149</c:v>
                </c:pt>
                <c:pt idx="3113">
                  <c:v>0.14148148148148149</c:v>
                </c:pt>
                <c:pt idx="3114">
                  <c:v>0.14148148148148149</c:v>
                </c:pt>
                <c:pt idx="3115">
                  <c:v>0.14162962962962963</c:v>
                </c:pt>
                <c:pt idx="3116">
                  <c:v>0.14162962962962963</c:v>
                </c:pt>
                <c:pt idx="3117">
                  <c:v>0.14162962962962963</c:v>
                </c:pt>
                <c:pt idx="3118">
                  <c:v>0.14162962962962963</c:v>
                </c:pt>
                <c:pt idx="3119">
                  <c:v>0.14177777777777778</c:v>
                </c:pt>
                <c:pt idx="3120">
                  <c:v>0.14177777777777778</c:v>
                </c:pt>
                <c:pt idx="3121">
                  <c:v>0.14192592592592593</c:v>
                </c:pt>
                <c:pt idx="3122">
                  <c:v>0.14192592592592593</c:v>
                </c:pt>
                <c:pt idx="3123">
                  <c:v>0.14192592592592593</c:v>
                </c:pt>
                <c:pt idx="3124">
                  <c:v>0.14192592592592593</c:v>
                </c:pt>
                <c:pt idx="3125">
                  <c:v>0.14192592592592593</c:v>
                </c:pt>
                <c:pt idx="3126">
                  <c:v>0.14192592592592593</c:v>
                </c:pt>
                <c:pt idx="3127">
                  <c:v>0.14192592592592593</c:v>
                </c:pt>
                <c:pt idx="3128">
                  <c:v>0.14192592592592593</c:v>
                </c:pt>
                <c:pt idx="3129">
                  <c:v>0.14192592592592593</c:v>
                </c:pt>
                <c:pt idx="3130">
                  <c:v>0.14192592592592593</c:v>
                </c:pt>
                <c:pt idx="3131">
                  <c:v>0.14192592592592593</c:v>
                </c:pt>
                <c:pt idx="3132">
                  <c:v>0.14192592592592593</c:v>
                </c:pt>
                <c:pt idx="3133">
                  <c:v>0.14192592592592593</c:v>
                </c:pt>
                <c:pt idx="3134">
                  <c:v>0.14192592592592593</c:v>
                </c:pt>
                <c:pt idx="3135">
                  <c:v>0.14192592592592593</c:v>
                </c:pt>
                <c:pt idx="3136">
                  <c:v>0.14192592592592593</c:v>
                </c:pt>
                <c:pt idx="3137">
                  <c:v>0.14192592592592593</c:v>
                </c:pt>
                <c:pt idx="3138">
                  <c:v>0.14207407407407407</c:v>
                </c:pt>
                <c:pt idx="3139">
                  <c:v>0.14222222222222222</c:v>
                </c:pt>
                <c:pt idx="3140">
                  <c:v>0.14222222222222222</c:v>
                </c:pt>
                <c:pt idx="3141">
                  <c:v>0.14222222222222222</c:v>
                </c:pt>
                <c:pt idx="3142">
                  <c:v>0.14222222222222222</c:v>
                </c:pt>
                <c:pt idx="3143">
                  <c:v>0.14222222222222222</c:v>
                </c:pt>
                <c:pt idx="3144">
                  <c:v>0.14237037037037037</c:v>
                </c:pt>
                <c:pt idx="3145">
                  <c:v>0.14237037037037037</c:v>
                </c:pt>
                <c:pt idx="3146">
                  <c:v>0.14237037037037037</c:v>
                </c:pt>
                <c:pt idx="3147">
                  <c:v>0.14237037037037037</c:v>
                </c:pt>
                <c:pt idx="3148">
                  <c:v>0.14251851851851852</c:v>
                </c:pt>
                <c:pt idx="3149">
                  <c:v>0.14251851851851852</c:v>
                </c:pt>
                <c:pt idx="3150">
                  <c:v>0.14251851851851852</c:v>
                </c:pt>
                <c:pt idx="3151">
                  <c:v>0.14251851851851852</c:v>
                </c:pt>
                <c:pt idx="3152">
                  <c:v>0.14266666666666666</c:v>
                </c:pt>
                <c:pt idx="3153">
                  <c:v>0.14266666666666666</c:v>
                </c:pt>
                <c:pt idx="3154">
                  <c:v>0.14281481481481481</c:v>
                </c:pt>
                <c:pt idx="3155">
                  <c:v>0.14281481481481481</c:v>
                </c:pt>
                <c:pt idx="3156">
                  <c:v>0.14296296296296296</c:v>
                </c:pt>
                <c:pt idx="3157">
                  <c:v>0.14296296296296296</c:v>
                </c:pt>
                <c:pt idx="3158">
                  <c:v>0.14296296296296296</c:v>
                </c:pt>
                <c:pt idx="3159">
                  <c:v>0.14311111111111111</c:v>
                </c:pt>
                <c:pt idx="3160">
                  <c:v>0.14325925925925925</c:v>
                </c:pt>
                <c:pt idx="3161">
                  <c:v>0.14325925925925925</c:v>
                </c:pt>
                <c:pt idx="3162">
                  <c:v>0.1434074074074074</c:v>
                </c:pt>
                <c:pt idx="3163">
                  <c:v>0.14355555555555555</c:v>
                </c:pt>
                <c:pt idx="3164">
                  <c:v>0.14370370370370369</c:v>
                </c:pt>
                <c:pt idx="3165">
                  <c:v>0.14370370370370369</c:v>
                </c:pt>
                <c:pt idx="3166">
                  <c:v>0.14370370370370369</c:v>
                </c:pt>
                <c:pt idx="3167">
                  <c:v>0.14385185185185184</c:v>
                </c:pt>
                <c:pt idx="3168">
                  <c:v>0.14385185185185184</c:v>
                </c:pt>
                <c:pt idx="3169">
                  <c:v>0.14385185185185184</c:v>
                </c:pt>
                <c:pt idx="3170">
                  <c:v>0.14385185185185184</c:v>
                </c:pt>
                <c:pt idx="3171">
                  <c:v>0.14385185185185184</c:v>
                </c:pt>
                <c:pt idx="3172">
                  <c:v>0.14399999999999999</c:v>
                </c:pt>
                <c:pt idx="3173">
                  <c:v>0.14399999999999999</c:v>
                </c:pt>
                <c:pt idx="3174">
                  <c:v>0.14414814814814814</c:v>
                </c:pt>
                <c:pt idx="3175">
                  <c:v>0.14414814814814814</c:v>
                </c:pt>
                <c:pt idx="3176">
                  <c:v>0.14429629629629628</c:v>
                </c:pt>
                <c:pt idx="3177">
                  <c:v>0.14444444444444443</c:v>
                </c:pt>
                <c:pt idx="3178">
                  <c:v>0.14444444444444443</c:v>
                </c:pt>
                <c:pt idx="3179">
                  <c:v>0.14444444444444443</c:v>
                </c:pt>
                <c:pt idx="3180">
                  <c:v>0.14444444444444443</c:v>
                </c:pt>
                <c:pt idx="3181">
                  <c:v>0.14444444444444443</c:v>
                </c:pt>
                <c:pt idx="3182">
                  <c:v>0.14444444444444443</c:v>
                </c:pt>
                <c:pt idx="3183">
                  <c:v>0.14459259259259261</c:v>
                </c:pt>
                <c:pt idx="3184">
                  <c:v>0.14459259259259261</c:v>
                </c:pt>
                <c:pt idx="3185">
                  <c:v>0.14459259259259261</c:v>
                </c:pt>
                <c:pt idx="3186">
                  <c:v>0.14474074074074075</c:v>
                </c:pt>
                <c:pt idx="3187">
                  <c:v>0.14474074074074075</c:v>
                </c:pt>
                <c:pt idx="3188">
                  <c:v>0.14474074074074075</c:v>
                </c:pt>
                <c:pt idx="3189">
                  <c:v>0.14474074074074075</c:v>
                </c:pt>
                <c:pt idx="3190">
                  <c:v>0.14474074074074075</c:v>
                </c:pt>
                <c:pt idx="3191">
                  <c:v>0.1448888888888889</c:v>
                </c:pt>
                <c:pt idx="3192">
                  <c:v>0.1448888888888889</c:v>
                </c:pt>
                <c:pt idx="3193">
                  <c:v>0.1448888888888889</c:v>
                </c:pt>
                <c:pt idx="3194">
                  <c:v>0.1448888888888889</c:v>
                </c:pt>
                <c:pt idx="3195">
                  <c:v>0.1448888888888889</c:v>
                </c:pt>
                <c:pt idx="3196">
                  <c:v>0.1448888888888889</c:v>
                </c:pt>
                <c:pt idx="3197">
                  <c:v>0.1448888888888889</c:v>
                </c:pt>
                <c:pt idx="3198">
                  <c:v>0.1448888888888889</c:v>
                </c:pt>
                <c:pt idx="3199">
                  <c:v>0.1448888888888889</c:v>
                </c:pt>
                <c:pt idx="3200">
                  <c:v>0.1448888888888889</c:v>
                </c:pt>
                <c:pt idx="3201">
                  <c:v>0.1448888888888889</c:v>
                </c:pt>
                <c:pt idx="3202">
                  <c:v>0.1448888888888889</c:v>
                </c:pt>
                <c:pt idx="3203">
                  <c:v>0.1448888888888889</c:v>
                </c:pt>
                <c:pt idx="3204">
                  <c:v>0.1448888888888889</c:v>
                </c:pt>
                <c:pt idx="3205">
                  <c:v>0.1448888888888889</c:v>
                </c:pt>
                <c:pt idx="3206">
                  <c:v>0.14503703703703705</c:v>
                </c:pt>
                <c:pt idx="3207">
                  <c:v>0.14518518518518519</c:v>
                </c:pt>
                <c:pt idx="3208">
                  <c:v>0.14533333333333334</c:v>
                </c:pt>
                <c:pt idx="3209">
                  <c:v>0.14533333333333334</c:v>
                </c:pt>
                <c:pt idx="3210">
                  <c:v>0.14533333333333334</c:v>
                </c:pt>
                <c:pt idx="3211">
                  <c:v>0.14548148148148149</c:v>
                </c:pt>
                <c:pt idx="3212">
                  <c:v>0.14548148148148149</c:v>
                </c:pt>
                <c:pt idx="3213">
                  <c:v>0.14562962962962964</c:v>
                </c:pt>
                <c:pt idx="3214">
                  <c:v>0.14562962962962964</c:v>
                </c:pt>
                <c:pt idx="3215">
                  <c:v>0.14562962962962964</c:v>
                </c:pt>
                <c:pt idx="3216">
                  <c:v>0.14562962962962964</c:v>
                </c:pt>
                <c:pt idx="3217">
                  <c:v>0.14562962962962964</c:v>
                </c:pt>
                <c:pt idx="3218">
                  <c:v>0.14562962962962964</c:v>
                </c:pt>
                <c:pt idx="3219">
                  <c:v>0.14562962962962964</c:v>
                </c:pt>
                <c:pt idx="3220">
                  <c:v>0.14577777777777778</c:v>
                </c:pt>
                <c:pt idx="3221">
                  <c:v>0.14577777777777778</c:v>
                </c:pt>
                <c:pt idx="3222">
                  <c:v>0.14592592592592593</c:v>
                </c:pt>
                <c:pt idx="3223">
                  <c:v>0.14607407407407408</c:v>
                </c:pt>
                <c:pt idx="3224">
                  <c:v>0.14607407407407408</c:v>
                </c:pt>
                <c:pt idx="3225">
                  <c:v>0.14607407407407408</c:v>
                </c:pt>
                <c:pt idx="3226">
                  <c:v>0.14607407407407408</c:v>
                </c:pt>
                <c:pt idx="3227">
                  <c:v>0.14607407407407408</c:v>
                </c:pt>
                <c:pt idx="3228">
                  <c:v>0.14607407407407408</c:v>
                </c:pt>
                <c:pt idx="3229">
                  <c:v>0.14607407407407408</c:v>
                </c:pt>
                <c:pt idx="3230">
                  <c:v>0.14607407407407408</c:v>
                </c:pt>
                <c:pt idx="3231">
                  <c:v>0.14607407407407408</c:v>
                </c:pt>
                <c:pt idx="3232">
                  <c:v>0.14607407407407408</c:v>
                </c:pt>
                <c:pt idx="3233">
                  <c:v>0.14622222222222223</c:v>
                </c:pt>
                <c:pt idx="3234">
                  <c:v>0.14637037037037037</c:v>
                </c:pt>
                <c:pt idx="3235">
                  <c:v>0.14637037037037037</c:v>
                </c:pt>
                <c:pt idx="3236">
                  <c:v>0.14651851851851852</c:v>
                </c:pt>
                <c:pt idx="3237">
                  <c:v>0.14651851851851852</c:v>
                </c:pt>
                <c:pt idx="3238">
                  <c:v>0.14666666666666667</c:v>
                </c:pt>
                <c:pt idx="3239">
                  <c:v>0.14666666666666667</c:v>
                </c:pt>
                <c:pt idx="3240">
                  <c:v>0.14666666666666667</c:v>
                </c:pt>
                <c:pt idx="3241">
                  <c:v>0.14666666666666667</c:v>
                </c:pt>
                <c:pt idx="3242">
                  <c:v>0.14666666666666667</c:v>
                </c:pt>
                <c:pt idx="3243">
                  <c:v>0.14666666666666667</c:v>
                </c:pt>
                <c:pt idx="3244">
                  <c:v>0.14666666666666667</c:v>
                </c:pt>
                <c:pt idx="3245">
                  <c:v>0.14666666666666667</c:v>
                </c:pt>
                <c:pt idx="3246">
                  <c:v>0.14666666666666667</c:v>
                </c:pt>
                <c:pt idx="3247">
                  <c:v>0.14666666666666667</c:v>
                </c:pt>
                <c:pt idx="3248">
                  <c:v>0.14681481481481481</c:v>
                </c:pt>
                <c:pt idx="3249">
                  <c:v>0.14696296296296296</c:v>
                </c:pt>
                <c:pt idx="3250">
                  <c:v>0.14696296296296296</c:v>
                </c:pt>
                <c:pt idx="3251">
                  <c:v>0.14696296296296296</c:v>
                </c:pt>
                <c:pt idx="3252">
                  <c:v>0.14711111111111111</c:v>
                </c:pt>
                <c:pt idx="3253">
                  <c:v>0.14725925925925926</c:v>
                </c:pt>
                <c:pt idx="3254">
                  <c:v>0.14725925925925926</c:v>
                </c:pt>
                <c:pt idx="3255">
                  <c:v>0.14725925925925926</c:v>
                </c:pt>
                <c:pt idx="3256">
                  <c:v>0.1474074074074074</c:v>
                </c:pt>
                <c:pt idx="3257">
                  <c:v>0.1474074074074074</c:v>
                </c:pt>
                <c:pt idx="3258">
                  <c:v>0.14755555555555555</c:v>
                </c:pt>
                <c:pt idx="3259">
                  <c:v>0.1477037037037037</c:v>
                </c:pt>
                <c:pt idx="3260">
                  <c:v>0.1477037037037037</c:v>
                </c:pt>
                <c:pt idx="3261">
                  <c:v>0.1477037037037037</c:v>
                </c:pt>
                <c:pt idx="3262">
                  <c:v>0.1477037037037037</c:v>
                </c:pt>
                <c:pt idx="3263">
                  <c:v>0.1477037037037037</c:v>
                </c:pt>
                <c:pt idx="3264">
                  <c:v>0.1477037037037037</c:v>
                </c:pt>
                <c:pt idx="3265">
                  <c:v>0.1477037037037037</c:v>
                </c:pt>
                <c:pt idx="3266">
                  <c:v>0.1477037037037037</c:v>
                </c:pt>
                <c:pt idx="3267">
                  <c:v>0.1477037037037037</c:v>
                </c:pt>
                <c:pt idx="3268">
                  <c:v>0.1477037037037037</c:v>
                </c:pt>
                <c:pt idx="3269">
                  <c:v>0.1477037037037037</c:v>
                </c:pt>
                <c:pt idx="3270">
                  <c:v>0.1477037037037037</c:v>
                </c:pt>
                <c:pt idx="3271">
                  <c:v>0.14785185185185185</c:v>
                </c:pt>
                <c:pt idx="3272">
                  <c:v>0.14799999999999999</c:v>
                </c:pt>
                <c:pt idx="3273">
                  <c:v>0.14814814814814814</c:v>
                </c:pt>
                <c:pt idx="3274">
                  <c:v>0.14814814814814814</c:v>
                </c:pt>
                <c:pt idx="3275">
                  <c:v>0.14814814814814814</c:v>
                </c:pt>
                <c:pt idx="3276">
                  <c:v>0.14814814814814814</c:v>
                </c:pt>
                <c:pt idx="3277">
                  <c:v>0.14829629629629629</c:v>
                </c:pt>
                <c:pt idx="3278">
                  <c:v>0.14844444444444443</c:v>
                </c:pt>
                <c:pt idx="3279">
                  <c:v>0.14844444444444443</c:v>
                </c:pt>
                <c:pt idx="3280">
                  <c:v>0.14844444444444443</c:v>
                </c:pt>
                <c:pt idx="3281">
                  <c:v>0.14859259259259258</c:v>
                </c:pt>
                <c:pt idx="3282">
                  <c:v>0.14859259259259258</c:v>
                </c:pt>
                <c:pt idx="3283">
                  <c:v>0.14874074074074073</c:v>
                </c:pt>
                <c:pt idx="3284">
                  <c:v>0.14874074074074073</c:v>
                </c:pt>
                <c:pt idx="3285">
                  <c:v>0.14874074074074073</c:v>
                </c:pt>
                <c:pt idx="3286">
                  <c:v>0.14888888888888888</c:v>
                </c:pt>
                <c:pt idx="3287">
                  <c:v>0.14888888888888888</c:v>
                </c:pt>
                <c:pt idx="3288">
                  <c:v>0.14888888888888888</c:v>
                </c:pt>
                <c:pt idx="3289">
                  <c:v>0.14888888888888888</c:v>
                </c:pt>
                <c:pt idx="3290">
                  <c:v>0.14903703703703702</c:v>
                </c:pt>
                <c:pt idx="3291">
                  <c:v>0.14903703703703702</c:v>
                </c:pt>
                <c:pt idx="3292">
                  <c:v>0.1491851851851852</c:v>
                </c:pt>
                <c:pt idx="3293">
                  <c:v>0.1491851851851852</c:v>
                </c:pt>
                <c:pt idx="3294">
                  <c:v>0.14933333333333335</c:v>
                </c:pt>
                <c:pt idx="3295">
                  <c:v>0.14933333333333335</c:v>
                </c:pt>
                <c:pt idx="3296">
                  <c:v>0.14948148148148149</c:v>
                </c:pt>
                <c:pt idx="3297">
                  <c:v>0.14962962962962964</c:v>
                </c:pt>
                <c:pt idx="3298">
                  <c:v>0.14962962962962964</c:v>
                </c:pt>
                <c:pt idx="3299">
                  <c:v>0.14962962962962964</c:v>
                </c:pt>
                <c:pt idx="3300">
                  <c:v>0.14962962962962964</c:v>
                </c:pt>
                <c:pt idx="3301">
                  <c:v>0.14962962962962964</c:v>
                </c:pt>
                <c:pt idx="3302">
                  <c:v>0.14977777777777779</c:v>
                </c:pt>
                <c:pt idx="3303">
                  <c:v>0.14977777777777779</c:v>
                </c:pt>
                <c:pt idx="3304">
                  <c:v>0.14977777777777779</c:v>
                </c:pt>
                <c:pt idx="3305">
                  <c:v>0.14977777777777779</c:v>
                </c:pt>
                <c:pt idx="3306">
                  <c:v>0.14977777777777779</c:v>
                </c:pt>
                <c:pt idx="3307">
                  <c:v>0.14977777777777779</c:v>
                </c:pt>
                <c:pt idx="3308">
                  <c:v>0.14977777777777779</c:v>
                </c:pt>
                <c:pt idx="3309">
                  <c:v>0.14977777777777779</c:v>
                </c:pt>
                <c:pt idx="3310">
                  <c:v>0.14992592592592593</c:v>
                </c:pt>
                <c:pt idx="3311">
                  <c:v>0.15007407407407408</c:v>
                </c:pt>
                <c:pt idx="3312">
                  <c:v>0.15007407407407408</c:v>
                </c:pt>
                <c:pt idx="3313">
                  <c:v>0.15007407407407408</c:v>
                </c:pt>
                <c:pt idx="3314">
                  <c:v>0.15007407407407408</c:v>
                </c:pt>
                <c:pt idx="3315">
                  <c:v>0.15007407407407408</c:v>
                </c:pt>
                <c:pt idx="3316">
                  <c:v>0.15022222222222223</c:v>
                </c:pt>
                <c:pt idx="3317">
                  <c:v>0.15037037037037038</c:v>
                </c:pt>
                <c:pt idx="3318">
                  <c:v>0.15037037037037038</c:v>
                </c:pt>
                <c:pt idx="3319">
                  <c:v>0.15051851851851852</c:v>
                </c:pt>
                <c:pt idx="3320">
                  <c:v>0.15051851851851852</c:v>
                </c:pt>
                <c:pt idx="3321">
                  <c:v>0.15051851851851852</c:v>
                </c:pt>
                <c:pt idx="3322">
                  <c:v>0.15066666666666667</c:v>
                </c:pt>
                <c:pt idx="3323">
                  <c:v>0.15066666666666667</c:v>
                </c:pt>
                <c:pt idx="3324">
                  <c:v>0.15066666666666667</c:v>
                </c:pt>
                <c:pt idx="3325">
                  <c:v>0.15066666666666667</c:v>
                </c:pt>
                <c:pt idx="3326">
                  <c:v>0.15066666666666667</c:v>
                </c:pt>
                <c:pt idx="3327">
                  <c:v>0.15066666666666667</c:v>
                </c:pt>
                <c:pt idx="3328">
                  <c:v>0.15066666666666667</c:v>
                </c:pt>
                <c:pt idx="3329">
                  <c:v>0.15066666666666667</c:v>
                </c:pt>
                <c:pt idx="3330">
                  <c:v>0.15066666666666667</c:v>
                </c:pt>
                <c:pt idx="3331">
                  <c:v>0.15066666666666667</c:v>
                </c:pt>
                <c:pt idx="3332">
                  <c:v>0.15066666666666667</c:v>
                </c:pt>
                <c:pt idx="3333">
                  <c:v>0.15066666666666667</c:v>
                </c:pt>
                <c:pt idx="3334">
                  <c:v>0.15066666666666667</c:v>
                </c:pt>
                <c:pt idx="3335">
                  <c:v>0.15081481481481482</c:v>
                </c:pt>
                <c:pt idx="3336">
                  <c:v>0.15081481481481482</c:v>
                </c:pt>
                <c:pt idx="3337">
                  <c:v>0.15096296296296297</c:v>
                </c:pt>
                <c:pt idx="3338">
                  <c:v>0.15096296296296297</c:v>
                </c:pt>
                <c:pt idx="3339">
                  <c:v>0.15096296296296297</c:v>
                </c:pt>
                <c:pt idx="3340">
                  <c:v>0.15111111111111111</c:v>
                </c:pt>
                <c:pt idx="3341">
                  <c:v>0.15111111111111111</c:v>
                </c:pt>
                <c:pt idx="3342">
                  <c:v>0.15125925925925926</c:v>
                </c:pt>
                <c:pt idx="3343">
                  <c:v>0.15140740740740741</c:v>
                </c:pt>
                <c:pt idx="3344">
                  <c:v>0.15155555555555555</c:v>
                </c:pt>
                <c:pt idx="3345">
                  <c:v>0.15155555555555555</c:v>
                </c:pt>
                <c:pt idx="3346">
                  <c:v>0.1517037037037037</c:v>
                </c:pt>
                <c:pt idx="3347">
                  <c:v>0.1517037037037037</c:v>
                </c:pt>
                <c:pt idx="3348">
                  <c:v>0.1517037037037037</c:v>
                </c:pt>
                <c:pt idx="3349">
                  <c:v>0.1517037037037037</c:v>
                </c:pt>
                <c:pt idx="3350">
                  <c:v>0.15185185185185185</c:v>
                </c:pt>
                <c:pt idx="3351">
                  <c:v>0.15185185185185185</c:v>
                </c:pt>
                <c:pt idx="3352">
                  <c:v>0.15185185185185185</c:v>
                </c:pt>
                <c:pt idx="3353">
                  <c:v>0.15185185185185185</c:v>
                </c:pt>
                <c:pt idx="3354">
                  <c:v>0.15185185185185185</c:v>
                </c:pt>
                <c:pt idx="3355">
                  <c:v>0.15185185185185185</c:v>
                </c:pt>
                <c:pt idx="3356">
                  <c:v>0.152</c:v>
                </c:pt>
                <c:pt idx="3357">
                  <c:v>0.152</c:v>
                </c:pt>
                <c:pt idx="3358">
                  <c:v>0.152</c:v>
                </c:pt>
                <c:pt idx="3359">
                  <c:v>0.15214814814814814</c:v>
                </c:pt>
                <c:pt idx="3360">
                  <c:v>0.15214814814814814</c:v>
                </c:pt>
                <c:pt idx="3361">
                  <c:v>0.15214814814814814</c:v>
                </c:pt>
                <c:pt idx="3362">
                  <c:v>0.15229629629629629</c:v>
                </c:pt>
                <c:pt idx="3363">
                  <c:v>0.15229629629629629</c:v>
                </c:pt>
                <c:pt idx="3364">
                  <c:v>0.15229629629629629</c:v>
                </c:pt>
                <c:pt idx="3365">
                  <c:v>0.15229629629629629</c:v>
                </c:pt>
                <c:pt idx="3366">
                  <c:v>0.15229629629629629</c:v>
                </c:pt>
                <c:pt idx="3367">
                  <c:v>0.15244444444444444</c:v>
                </c:pt>
                <c:pt idx="3368">
                  <c:v>0.15244444444444444</c:v>
                </c:pt>
                <c:pt idx="3369">
                  <c:v>0.15244444444444444</c:v>
                </c:pt>
                <c:pt idx="3370">
                  <c:v>0.15259259259259259</c:v>
                </c:pt>
                <c:pt idx="3371">
                  <c:v>0.15259259259259259</c:v>
                </c:pt>
                <c:pt idx="3372">
                  <c:v>0.15259259259259259</c:v>
                </c:pt>
                <c:pt idx="3373">
                  <c:v>0.15274074074074073</c:v>
                </c:pt>
                <c:pt idx="3374">
                  <c:v>0.15274074074074073</c:v>
                </c:pt>
                <c:pt idx="3375">
                  <c:v>0.15274074074074073</c:v>
                </c:pt>
                <c:pt idx="3376">
                  <c:v>0.15288888888888888</c:v>
                </c:pt>
                <c:pt idx="3377">
                  <c:v>0.15288888888888888</c:v>
                </c:pt>
                <c:pt idx="3378">
                  <c:v>0.15303703703703703</c:v>
                </c:pt>
                <c:pt idx="3379">
                  <c:v>0.15303703703703703</c:v>
                </c:pt>
                <c:pt idx="3380">
                  <c:v>0.15318518518518517</c:v>
                </c:pt>
                <c:pt idx="3381">
                  <c:v>0.15333333333333332</c:v>
                </c:pt>
                <c:pt idx="3382">
                  <c:v>0.15333333333333332</c:v>
                </c:pt>
                <c:pt idx="3383">
                  <c:v>0.15333333333333332</c:v>
                </c:pt>
                <c:pt idx="3384">
                  <c:v>0.15333333333333332</c:v>
                </c:pt>
                <c:pt idx="3385">
                  <c:v>0.15333333333333332</c:v>
                </c:pt>
                <c:pt idx="3386">
                  <c:v>0.15333333333333332</c:v>
                </c:pt>
                <c:pt idx="3387">
                  <c:v>0.15333333333333332</c:v>
                </c:pt>
                <c:pt idx="3388">
                  <c:v>0.15348148148148147</c:v>
                </c:pt>
                <c:pt idx="3389">
                  <c:v>0.15348148148148147</c:v>
                </c:pt>
                <c:pt idx="3390">
                  <c:v>0.15348148148148147</c:v>
                </c:pt>
                <c:pt idx="3391">
                  <c:v>0.15348148148148147</c:v>
                </c:pt>
                <c:pt idx="3392">
                  <c:v>0.15348148148148147</c:v>
                </c:pt>
                <c:pt idx="3393">
                  <c:v>0.15348148148148147</c:v>
                </c:pt>
                <c:pt idx="3394">
                  <c:v>0.15348148148148147</c:v>
                </c:pt>
                <c:pt idx="3395">
                  <c:v>0.15362962962962962</c:v>
                </c:pt>
                <c:pt idx="3396">
                  <c:v>0.15377777777777779</c:v>
                </c:pt>
                <c:pt idx="3397">
                  <c:v>0.15377777777777779</c:v>
                </c:pt>
                <c:pt idx="3398">
                  <c:v>0.15377777777777779</c:v>
                </c:pt>
                <c:pt idx="3399">
                  <c:v>0.15377777777777779</c:v>
                </c:pt>
                <c:pt idx="3400">
                  <c:v>0.15377777777777779</c:v>
                </c:pt>
                <c:pt idx="3401">
                  <c:v>0.15377777777777779</c:v>
                </c:pt>
                <c:pt idx="3402">
                  <c:v>0.15377777777777779</c:v>
                </c:pt>
                <c:pt idx="3403">
                  <c:v>0.15377777777777779</c:v>
                </c:pt>
                <c:pt idx="3404">
                  <c:v>0.15392592592592594</c:v>
                </c:pt>
                <c:pt idx="3405">
                  <c:v>0.15392592592592594</c:v>
                </c:pt>
                <c:pt idx="3406">
                  <c:v>0.15392592592592594</c:v>
                </c:pt>
                <c:pt idx="3407">
                  <c:v>0.15392592592592594</c:v>
                </c:pt>
                <c:pt idx="3408">
                  <c:v>0.15392592592592594</c:v>
                </c:pt>
                <c:pt idx="3409">
                  <c:v>0.15392592592592594</c:v>
                </c:pt>
                <c:pt idx="3410">
                  <c:v>0.15392592592592594</c:v>
                </c:pt>
                <c:pt idx="3411">
                  <c:v>0.15392592592592594</c:v>
                </c:pt>
                <c:pt idx="3412">
                  <c:v>0.15407407407407409</c:v>
                </c:pt>
                <c:pt idx="3413">
                  <c:v>0.15407407407407409</c:v>
                </c:pt>
                <c:pt idx="3414">
                  <c:v>0.15407407407407409</c:v>
                </c:pt>
                <c:pt idx="3415">
                  <c:v>0.15422222222222223</c:v>
                </c:pt>
                <c:pt idx="3416">
                  <c:v>0.15422222222222223</c:v>
                </c:pt>
                <c:pt idx="3417">
                  <c:v>0.15437037037037038</c:v>
                </c:pt>
                <c:pt idx="3418">
                  <c:v>0.15437037037037038</c:v>
                </c:pt>
                <c:pt idx="3419">
                  <c:v>0.15437037037037038</c:v>
                </c:pt>
                <c:pt idx="3420">
                  <c:v>0.15437037037037038</c:v>
                </c:pt>
                <c:pt idx="3421">
                  <c:v>0.15437037037037038</c:v>
                </c:pt>
                <c:pt idx="3422">
                  <c:v>0.15437037037037038</c:v>
                </c:pt>
                <c:pt idx="3423">
                  <c:v>0.15437037037037038</c:v>
                </c:pt>
                <c:pt idx="3424">
                  <c:v>0.15437037037037038</c:v>
                </c:pt>
                <c:pt idx="3425">
                  <c:v>0.15437037037037038</c:v>
                </c:pt>
                <c:pt idx="3426">
                  <c:v>0.15451851851851853</c:v>
                </c:pt>
                <c:pt idx="3427">
                  <c:v>0.15466666666666667</c:v>
                </c:pt>
                <c:pt idx="3428">
                  <c:v>0.15466666666666667</c:v>
                </c:pt>
                <c:pt idx="3429">
                  <c:v>0.15466666666666667</c:v>
                </c:pt>
                <c:pt idx="3430">
                  <c:v>0.15481481481481482</c:v>
                </c:pt>
                <c:pt idx="3431">
                  <c:v>0.15496296296296297</c:v>
                </c:pt>
                <c:pt idx="3432">
                  <c:v>0.15496296296296297</c:v>
                </c:pt>
                <c:pt idx="3433">
                  <c:v>0.15496296296296297</c:v>
                </c:pt>
                <c:pt idx="3434">
                  <c:v>0.15496296296296297</c:v>
                </c:pt>
                <c:pt idx="3435">
                  <c:v>0.15496296296296297</c:v>
                </c:pt>
                <c:pt idx="3436">
                  <c:v>0.15496296296296297</c:v>
                </c:pt>
                <c:pt idx="3437">
                  <c:v>0.15496296296296297</c:v>
                </c:pt>
                <c:pt idx="3438">
                  <c:v>0.15496296296296297</c:v>
                </c:pt>
                <c:pt idx="3439">
                  <c:v>0.15496296296296297</c:v>
                </c:pt>
                <c:pt idx="3440">
                  <c:v>0.15511111111111112</c:v>
                </c:pt>
                <c:pt idx="3441">
                  <c:v>0.15511111111111112</c:v>
                </c:pt>
                <c:pt idx="3442">
                  <c:v>0.15511111111111112</c:v>
                </c:pt>
                <c:pt idx="3443">
                  <c:v>0.15525925925925926</c:v>
                </c:pt>
                <c:pt idx="3444">
                  <c:v>0.15525925925925926</c:v>
                </c:pt>
                <c:pt idx="3445">
                  <c:v>0.15525925925925926</c:v>
                </c:pt>
                <c:pt idx="3446">
                  <c:v>0.15525925925925926</c:v>
                </c:pt>
                <c:pt idx="3447">
                  <c:v>0.15540740740740741</c:v>
                </c:pt>
                <c:pt idx="3448">
                  <c:v>0.15540740740740741</c:v>
                </c:pt>
                <c:pt idx="3449">
                  <c:v>0.15540740740740741</c:v>
                </c:pt>
                <c:pt idx="3450">
                  <c:v>0.15540740740740741</c:v>
                </c:pt>
                <c:pt idx="3451">
                  <c:v>0.15540740740740741</c:v>
                </c:pt>
                <c:pt idx="3452">
                  <c:v>0.15540740740740741</c:v>
                </c:pt>
                <c:pt idx="3453">
                  <c:v>0.15555555555555556</c:v>
                </c:pt>
                <c:pt idx="3454">
                  <c:v>0.15555555555555556</c:v>
                </c:pt>
                <c:pt idx="3455">
                  <c:v>0.15570370370370371</c:v>
                </c:pt>
                <c:pt idx="3456">
                  <c:v>0.15570370370370371</c:v>
                </c:pt>
                <c:pt idx="3457">
                  <c:v>0.15570370370370371</c:v>
                </c:pt>
                <c:pt idx="3458">
                  <c:v>0.15570370370370371</c:v>
                </c:pt>
                <c:pt idx="3459">
                  <c:v>0.15570370370370371</c:v>
                </c:pt>
                <c:pt idx="3460">
                  <c:v>0.15585185185185185</c:v>
                </c:pt>
                <c:pt idx="3461">
                  <c:v>0.156</c:v>
                </c:pt>
                <c:pt idx="3462">
                  <c:v>0.156</c:v>
                </c:pt>
                <c:pt idx="3463">
                  <c:v>0.156</c:v>
                </c:pt>
                <c:pt idx="3464">
                  <c:v>0.156</c:v>
                </c:pt>
                <c:pt idx="3465">
                  <c:v>0.15614814814814815</c:v>
                </c:pt>
                <c:pt idx="3466">
                  <c:v>0.15614814814814815</c:v>
                </c:pt>
                <c:pt idx="3467">
                  <c:v>0.15614814814814815</c:v>
                </c:pt>
                <c:pt idx="3468">
                  <c:v>0.15614814814814815</c:v>
                </c:pt>
                <c:pt idx="3469">
                  <c:v>0.15614814814814815</c:v>
                </c:pt>
                <c:pt idx="3470">
                  <c:v>0.15614814814814815</c:v>
                </c:pt>
                <c:pt idx="3471">
                  <c:v>0.15614814814814815</c:v>
                </c:pt>
                <c:pt idx="3472">
                  <c:v>0.15614814814814815</c:v>
                </c:pt>
                <c:pt idx="3473">
                  <c:v>0.15614814814814815</c:v>
                </c:pt>
                <c:pt idx="3474">
                  <c:v>0.15629629629629629</c:v>
                </c:pt>
                <c:pt idx="3475">
                  <c:v>0.15629629629629629</c:v>
                </c:pt>
                <c:pt idx="3476">
                  <c:v>0.15629629629629629</c:v>
                </c:pt>
                <c:pt idx="3477">
                  <c:v>0.15629629629629629</c:v>
                </c:pt>
                <c:pt idx="3478">
                  <c:v>0.15629629629629629</c:v>
                </c:pt>
                <c:pt idx="3479">
                  <c:v>0.15629629629629629</c:v>
                </c:pt>
                <c:pt idx="3480">
                  <c:v>0.15629629629629629</c:v>
                </c:pt>
                <c:pt idx="3481">
                  <c:v>0.15644444444444444</c:v>
                </c:pt>
                <c:pt idx="3482">
                  <c:v>0.15659259259259259</c:v>
                </c:pt>
                <c:pt idx="3483">
                  <c:v>0.15659259259259259</c:v>
                </c:pt>
                <c:pt idx="3484">
                  <c:v>0.15659259259259259</c:v>
                </c:pt>
                <c:pt idx="3485">
                  <c:v>0.15659259259259259</c:v>
                </c:pt>
                <c:pt idx="3486">
                  <c:v>0.15659259259259259</c:v>
                </c:pt>
                <c:pt idx="3487">
                  <c:v>0.15659259259259259</c:v>
                </c:pt>
                <c:pt idx="3488">
                  <c:v>0.15674074074074074</c:v>
                </c:pt>
                <c:pt idx="3489">
                  <c:v>0.15674074074074074</c:v>
                </c:pt>
                <c:pt idx="3490">
                  <c:v>0.15674074074074074</c:v>
                </c:pt>
                <c:pt idx="3491">
                  <c:v>0.15688888888888888</c:v>
                </c:pt>
                <c:pt idx="3492">
                  <c:v>0.15688888888888888</c:v>
                </c:pt>
                <c:pt idx="3493">
                  <c:v>0.15703703703703703</c:v>
                </c:pt>
                <c:pt idx="3494">
                  <c:v>0.15718518518518518</c:v>
                </c:pt>
                <c:pt idx="3495">
                  <c:v>0.15733333333333333</c:v>
                </c:pt>
                <c:pt idx="3496">
                  <c:v>0.15733333333333333</c:v>
                </c:pt>
                <c:pt idx="3497">
                  <c:v>0.15733333333333333</c:v>
                </c:pt>
                <c:pt idx="3498">
                  <c:v>0.15733333333333333</c:v>
                </c:pt>
                <c:pt idx="3499">
                  <c:v>0.15748148148148147</c:v>
                </c:pt>
                <c:pt idx="3500">
                  <c:v>0.15748148148148147</c:v>
                </c:pt>
                <c:pt idx="3501">
                  <c:v>0.15762962962962962</c:v>
                </c:pt>
                <c:pt idx="3502">
                  <c:v>0.15777777777777777</c:v>
                </c:pt>
                <c:pt idx="3503">
                  <c:v>0.15777777777777777</c:v>
                </c:pt>
                <c:pt idx="3504">
                  <c:v>0.15792592592592591</c:v>
                </c:pt>
                <c:pt idx="3505">
                  <c:v>0.15807407407407406</c:v>
                </c:pt>
                <c:pt idx="3506">
                  <c:v>0.15807407407407406</c:v>
                </c:pt>
                <c:pt idx="3507">
                  <c:v>0.15807407407407406</c:v>
                </c:pt>
                <c:pt idx="3508">
                  <c:v>0.15807407407407406</c:v>
                </c:pt>
                <c:pt idx="3509">
                  <c:v>0.15807407407407406</c:v>
                </c:pt>
                <c:pt idx="3510">
                  <c:v>0.15807407407407406</c:v>
                </c:pt>
                <c:pt idx="3511">
                  <c:v>0.15807407407407406</c:v>
                </c:pt>
                <c:pt idx="3512">
                  <c:v>0.15807407407407406</c:v>
                </c:pt>
                <c:pt idx="3513">
                  <c:v>0.15822222222222221</c:v>
                </c:pt>
                <c:pt idx="3514">
                  <c:v>0.15822222222222221</c:v>
                </c:pt>
                <c:pt idx="3515">
                  <c:v>0.15837037037037038</c:v>
                </c:pt>
                <c:pt idx="3516">
                  <c:v>0.15837037037037038</c:v>
                </c:pt>
                <c:pt idx="3517">
                  <c:v>0.15837037037037038</c:v>
                </c:pt>
                <c:pt idx="3518">
                  <c:v>0.15837037037037038</c:v>
                </c:pt>
                <c:pt idx="3519">
                  <c:v>0.15837037037037038</c:v>
                </c:pt>
                <c:pt idx="3520">
                  <c:v>0.15837037037037038</c:v>
                </c:pt>
                <c:pt idx="3521">
                  <c:v>0.15837037037037038</c:v>
                </c:pt>
                <c:pt idx="3522">
                  <c:v>0.15837037037037038</c:v>
                </c:pt>
                <c:pt idx="3523">
                  <c:v>0.15837037037037038</c:v>
                </c:pt>
                <c:pt idx="3524">
                  <c:v>0.15837037037037038</c:v>
                </c:pt>
                <c:pt idx="3525">
                  <c:v>0.15837037037037038</c:v>
                </c:pt>
                <c:pt idx="3526">
                  <c:v>0.15851851851851853</c:v>
                </c:pt>
                <c:pt idx="3527">
                  <c:v>0.15866666666666668</c:v>
                </c:pt>
                <c:pt idx="3528">
                  <c:v>0.15866666666666668</c:v>
                </c:pt>
                <c:pt idx="3529">
                  <c:v>0.15866666666666668</c:v>
                </c:pt>
                <c:pt idx="3530">
                  <c:v>0.15881481481481483</c:v>
                </c:pt>
                <c:pt idx="3531">
                  <c:v>0.15896296296296297</c:v>
                </c:pt>
                <c:pt idx="3532">
                  <c:v>0.15896296296296297</c:v>
                </c:pt>
                <c:pt idx="3533">
                  <c:v>0.15896296296296297</c:v>
                </c:pt>
                <c:pt idx="3534">
                  <c:v>0.15896296296296297</c:v>
                </c:pt>
                <c:pt idx="3535">
                  <c:v>0.15911111111111112</c:v>
                </c:pt>
                <c:pt idx="3536">
                  <c:v>0.15911111111111112</c:v>
                </c:pt>
                <c:pt idx="3537">
                  <c:v>0.15911111111111112</c:v>
                </c:pt>
                <c:pt idx="3538">
                  <c:v>0.15911111111111112</c:v>
                </c:pt>
                <c:pt idx="3539">
                  <c:v>0.15925925925925927</c:v>
                </c:pt>
                <c:pt idx="3540">
                  <c:v>0.15940740740740741</c:v>
                </c:pt>
                <c:pt idx="3541">
                  <c:v>0.15955555555555556</c:v>
                </c:pt>
                <c:pt idx="3542">
                  <c:v>0.15955555555555556</c:v>
                </c:pt>
                <c:pt idx="3543">
                  <c:v>0.15970370370370371</c:v>
                </c:pt>
                <c:pt idx="3544">
                  <c:v>0.15970370370370371</c:v>
                </c:pt>
                <c:pt idx="3545">
                  <c:v>0.15970370370370371</c:v>
                </c:pt>
                <c:pt idx="3546">
                  <c:v>0.15970370370370371</c:v>
                </c:pt>
                <c:pt idx="3547">
                  <c:v>0.15970370370370371</c:v>
                </c:pt>
                <c:pt idx="3548">
                  <c:v>0.15985185185185186</c:v>
                </c:pt>
                <c:pt idx="3549">
                  <c:v>0.15985185185185186</c:v>
                </c:pt>
                <c:pt idx="3550">
                  <c:v>0.15985185185185186</c:v>
                </c:pt>
                <c:pt idx="3551">
                  <c:v>0.15985185185185186</c:v>
                </c:pt>
                <c:pt idx="3552">
                  <c:v>0.16</c:v>
                </c:pt>
                <c:pt idx="3553">
                  <c:v>0.16</c:v>
                </c:pt>
                <c:pt idx="3554">
                  <c:v>0.16</c:v>
                </c:pt>
                <c:pt idx="3555">
                  <c:v>0.16</c:v>
                </c:pt>
                <c:pt idx="3556">
                  <c:v>0.16</c:v>
                </c:pt>
                <c:pt idx="3557">
                  <c:v>0.16014814814814815</c:v>
                </c:pt>
                <c:pt idx="3558">
                  <c:v>0.1602962962962963</c:v>
                </c:pt>
                <c:pt idx="3559">
                  <c:v>0.16044444444444445</c:v>
                </c:pt>
                <c:pt idx="3560">
                  <c:v>0.16044444444444445</c:v>
                </c:pt>
                <c:pt idx="3561">
                  <c:v>0.16044444444444445</c:v>
                </c:pt>
                <c:pt idx="3562">
                  <c:v>0.16044444444444445</c:v>
                </c:pt>
                <c:pt idx="3563">
                  <c:v>0.16044444444444445</c:v>
                </c:pt>
                <c:pt idx="3564">
                  <c:v>0.16044444444444445</c:v>
                </c:pt>
                <c:pt idx="3565">
                  <c:v>0.16044444444444445</c:v>
                </c:pt>
                <c:pt idx="3566">
                  <c:v>0.16044444444444445</c:v>
                </c:pt>
                <c:pt idx="3567">
                  <c:v>0.16044444444444445</c:v>
                </c:pt>
                <c:pt idx="3568">
                  <c:v>0.16044444444444445</c:v>
                </c:pt>
                <c:pt idx="3569">
                  <c:v>0.16044444444444445</c:v>
                </c:pt>
                <c:pt idx="3570">
                  <c:v>0.16044444444444445</c:v>
                </c:pt>
                <c:pt idx="3571">
                  <c:v>0.16059259259259259</c:v>
                </c:pt>
                <c:pt idx="3572">
                  <c:v>0.16059259259259259</c:v>
                </c:pt>
                <c:pt idx="3573">
                  <c:v>0.16059259259259259</c:v>
                </c:pt>
                <c:pt idx="3574">
                  <c:v>0.16059259259259259</c:v>
                </c:pt>
                <c:pt idx="3575">
                  <c:v>0.16059259259259259</c:v>
                </c:pt>
                <c:pt idx="3576">
                  <c:v>0.16059259259259259</c:v>
                </c:pt>
                <c:pt idx="3577">
                  <c:v>0.16059259259259259</c:v>
                </c:pt>
                <c:pt idx="3578">
                  <c:v>0.16059259259259259</c:v>
                </c:pt>
                <c:pt idx="3579">
                  <c:v>0.16059259259259259</c:v>
                </c:pt>
                <c:pt idx="3580">
                  <c:v>0.16059259259259259</c:v>
                </c:pt>
                <c:pt idx="3581">
                  <c:v>0.16059259259259259</c:v>
                </c:pt>
                <c:pt idx="3582">
                  <c:v>0.16059259259259259</c:v>
                </c:pt>
                <c:pt idx="3583">
                  <c:v>0.16074074074074074</c:v>
                </c:pt>
                <c:pt idx="3584">
                  <c:v>0.16074074074074074</c:v>
                </c:pt>
                <c:pt idx="3585">
                  <c:v>0.16074074074074074</c:v>
                </c:pt>
                <c:pt idx="3586">
                  <c:v>0.16074074074074074</c:v>
                </c:pt>
                <c:pt idx="3587">
                  <c:v>0.16074074074074074</c:v>
                </c:pt>
                <c:pt idx="3588">
                  <c:v>0.16074074074074074</c:v>
                </c:pt>
                <c:pt idx="3589">
                  <c:v>0.16074074074074074</c:v>
                </c:pt>
                <c:pt idx="3590">
                  <c:v>0.16074074074074074</c:v>
                </c:pt>
                <c:pt idx="3591">
                  <c:v>0.16074074074074074</c:v>
                </c:pt>
                <c:pt idx="3592">
                  <c:v>0.16074074074074074</c:v>
                </c:pt>
                <c:pt idx="3593">
                  <c:v>0.16074074074074074</c:v>
                </c:pt>
                <c:pt idx="3594">
                  <c:v>0.16088888888888889</c:v>
                </c:pt>
                <c:pt idx="3595">
                  <c:v>0.16088888888888889</c:v>
                </c:pt>
                <c:pt idx="3596">
                  <c:v>0.16088888888888889</c:v>
                </c:pt>
                <c:pt idx="3597">
                  <c:v>0.16103703703703703</c:v>
                </c:pt>
                <c:pt idx="3598">
                  <c:v>0.16103703703703703</c:v>
                </c:pt>
                <c:pt idx="3599">
                  <c:v>0.16103703703703703</c:v>
                </c:pt>
                <c:pt idx="3600">
                  <c:v>0.16103703703703703</c:v>
                </c:pt>
                <c:pt idx="3601">
                  <c:v>0.16103703703703703</c:v>
                </c:pt>
                <c:pt idx="3602">
                  <c:v>0.16103703703703703</c:v>
                </c:pt>
                <c:pt idx="3603">
                  <c:v>0.16103703703703703</c:v>
                </c:pt>
                <c:pt idx="3604">
                  <c:v>0.16103703703703703</c:v>
                </c:pt>
                <c:pt idx="3605">
                  <c:v>0.16103703703703703</c:v>
                </c:pt>
                <c:pt idx="3606">
                  <c:v>0.16118518518518518</c:v>
                </c:pt>
                <c:pt idx="3607">
                  <c:v>0.16118518518518518</c:v>
                </c:pt>
                <c:pt idx="3608">
                  <c:v>0.16118518518518518</c:v>
                </c:pt>
                <c:pt idx="3609">
                  <c:v>0.16118518518518518</c:v>
                </c:pt>
                <c:pt idx="3610">
                  <c:v>0.16118518518518518</c:v>
                </c:pt>
                <c:pt idx="3611">
                  <c:v>0.16133333333333333</c:v>
                </c:pt>
                <c:pt idx="3612">
                  <c:v>0.16148148148148148</c:v>
                </c:pt>
                <c:pt idx="3613">
                  <c:v>0.16162962962962962</c:v>
                </c:pt>
                <c:pt idx="3614">
                  <c:v>0.16162962962962962</c:v>
                </c:pt>
                <c:pt idx="3615">
                  <c:v>0.16162962962962962</c:v>
                </c:pt>
                <c:pt idx="3616">
                  <c:v>0.16162962962962962</c:v>
                </c:pt>
                <c:pt idx="3617">
                  <c:v>0.16162962962962962</c:v>
                </c:pt>
                <c:pt idx="3618">
                  <c:v>0.16162962962962962</c:v>
                </c:pt>
                <c:pt idx="3619">
                  <c:v>0.16162962962962962</c:v>
                </c:pt>
                <c:pt idx="3620">
                  <c:v>0.16162962962962962</c:v>
                </c:pt>
                <c:pt idx="3621">
                  <c:v>0.16162962962962962</c:v>
                </c:pt>
                <c:pt idx="3622">
                  <c:v>0.16177777777777777</c:v>
                </c:pt>
                <c:pt idx="3623">
                  <c:v>0.16177777777777777</c:v>
                </c:pt>
                <c:pt idx="3624">
                  <c:v>0.16177777777777777</c:v>
                </c:pt>
                <c:pt idx="3625">
                  <c:v>0.16177777777777777</c:v>
                </c:pt>
                <c:pt idx="3626">
                  <c:v>0.16177777777777777</c:v>
                </c:pt>
                <c:pt idx="3627">
                  <c:v>0.16192592592592592</c:v>
                </c:pt>
                <c:pt idx="3628">
                  <c:v>0.16192592592592592</c:v>
                </c:pt>
                <c:pt idx="3629">
                  <c:v>0.16207407407407406</c:v>
                </c:pt>
                <c:pt idx="3630">
                  <c:v>0.16207407407407406</c:v>
                </c:pt>
                <c:pt idx="3631">
                  <c:v>0.16207407407407406</c:v>
                </c:pt>
                <c:pt idx="3632">
                  <c:v>0.16207407407407406</c:v>
                </c:pt>
                <c:pt idx="3633">
                  <c:v>0.16207407407407406</c:v>
                </c:pt>
                <c:pt idx="3634">
                  <c:v>0.16207407407407406</c:v>
                </c:pt>
                <c:pt idx="3635">
                  <c:v>0.16207407407407406</c:v>
                </c:pt>
                <c:pt idx="3636">
                  <c:v>0.16207407407407406</c:v>
                </c:pt>
                <c:pt idx="3637">
                  <c:v>0.16207407407407406</c:v>
                </c:pt>
                <c:pt idx="3638">
                  <c:v>0.16207407407407406</c:v>
                </c:pt>
                <c:pt idx="3639">
                  <c:v>0.16207407407407406</c:v>
                </c:pt>
                <c:pt idx="3640">
                  <c:v>0.16207407407407406</c:v>
                </c:pt>
                <c:pt idx="3641">
                  <c:v>0.16207407407407406</c:v>
                </c:pt>
                <c:pt idx="3642">
                  <c:v>0.16207407407407406</c:v>
                </c:pt>
                <c:pt idx="3643">
                  <c:v>0.16207407407407406</c:v>
                </c:pt>
                <c:pt idx="3644">
                  <c:v>0.16207407407407406</c:v>
                </c:pt>
                <c:pt idx="3645">
                  <c:v>0.16207407407407406</c:v>
                </c:pt>
                <c:pt idx="3646">
                  <c:v>0.16207407407407406</c:v>
                </c:pt>
                <c:pt idx="3647">
                  <c:v>0.16222222222222221</c:v>
                </c:pt>
                <c:pt idx="3648">
                  <c:v>0.16222222222222221</c:v>
                </c:pt>
                <c:pt idx="3649">
                  <c:v>0.16222222222222221</c:v>
                </c:pt>
                <c:pt idx="3650">
                  <c:v>0.16222222222222221</c:v>
                </c:pt>
                <c:pt idx="3651">
                  <c:v>0.16222222222222221</c:v>
                </c:pt>
                <c:pt idx="3652">
                  <c:v>0.16222222222222221</c:v>
                </c:pt>
                <c:pt idx="3653">
                  <c:v>0.16222222222222221</c:v>
                </c:pt>
                <c:pt idx="3654">
                  <c:v>0.16222222222222221</c:v>
                </c:pt>
                <c:pt idx="3655">
                  <c:v>0.16222222222222221</c:v>
                </c:pt>
                <c:pt idx="3656">
                  <c:v>0.16222222222222221</c:v>
                </c:pt>
                <c:pt idx="3657">
                  <c:v>0.16222222222222221</c:v>
                </c:pt>
                <c:pt idx="3658">
                  <c:v>0.16237037037037036</c:v>
                </c:pt>
                <c:pt idx="3659">
                  <c:v>0.16237037037037036</c:v>
                </c:pt>
                <c:pt idx="3660">
                  <c:v>0.16237037037037036</c:v>
                </c:pt>
                <c:pt idx="3661">
                  <c:v>0.16251851851851851</c:v>
                </c:pt>
                <c:pt idx="3662">
                  <c:v>0.16251851851851851</c:v>
                </c:pt>
                <c:pt idx="3663">
                  <c:v>0.16251851851851851</c:v>
                </c:pt>
                <c:pt idx="3664">
                  <c:v>0.16266666666666665</c:v>
                </c:pt>
                <c:pt idx="3665">
                  <c:v>0.16266666666666665</c:v>
                </c:pt>
                <c:pt idx="3666">
                  <c:v>0.16266666666666665</c:v>
                </c:pt>
                <c:pt idx="3667">
                  <c:v>0.16266666666666665</c:v>
                </c:pt>
                <c:pt idx="3668">
                  <c:v>0.16266666666666665</c:v>
                </c:pt>
                <c:pt idx="3669">
                  <c:v>0.16266666666666665</c:v>
                </c:pt>
                <c:pt idx="3670">
                  <c:v>0.16266666666666665</c:v>
                </c:pt>
                <c:pt idx="3671">
                  <c:v>0.16266666666666665</c:v>
                </c:pt>
                <c:pt idx="3672">
                  <c:v>0.16266666666666665</c:v>
                </c:pt>
                <c:pt idx="3673">
                  <c:v>0.16266666666666665</c:v>
                </c:pt>
                <c:pt idx="3674">
                  <c:v>0.16266666666666665</c:v>
                </c:pt>
                <c:pt idx="3675">
                  <c:v>0.16266666666666665</c:v>
                </c:pt>
                <c:pt idx="3676">
                  <c:v>0.16266666666666665</c:v>
                </c:pt>
                <c:pt idx="3677">
                  <c:v>0.1628148148148148</c:v>
                </c:pt>
                <c:pt idx="3678">
                  <c:v>0.1628148148148148</c:v>
                </c:pt>
                <c:pt idx="3679">
                  <c:v>0.16296296296296298</c:v>
                </c:pt>
                <c:pt idx="3680">
                  <c:v>0.16311111111111112</c:v>
                </c:pt>
                <c:pt idx="3681">
                  <c:v>0.16325925925925927</c:v>
                </c:pt>
                <c:pt idx="3682">
                  <c:v>0.16340740740740742</c:v>
                </c:pt>
                <c:pt idx="3683">
                  <c:v>0.16355555555555557</c:v>
                </c:pt>
                <c:pt idx="3684">
                  <c:v>0.16355555555555557</c:v>
                </c:pt>
                <c:pt idx="3685">
                  <c:v>0.16355555555555557</c:v>
                </c:pt>
                <c:pt idx="3686">
                  <c:v>0.16355555555555557</c:v>
                </c:pt>
                <c:pt idx="3687">
                  <c:v>0.16355555555555557</c:v>
                </c:pt>
                <c:pt idx="3688">
                  <c:v>0.16370370370370371</c:v>
                </c:pt>
                <c:pt idx="3689">
                  <c:v>0.16370370370370371</c:v>
                </c:pt>
                <c:pt idx="3690">
                  <c:v>0.16370370370370371</c:v>
                </c:pt>
                <c:pt idx="3691">
                  <c:v>0.16385185185185186</c:v>
                </c:pt>
                <c:pt idx="3692">
                  <c:v>0.16400000000000001</c:v>
                </c:pt>
                <c:pt idx="3693">
                  <c:v>0.16414814814814815</c:v>
                </c:pt>
                <c:pt idx="3694">
                  <c:v>0.1642962962962963</c:v>
                </c:pt>
                <c:pt idx="3695">
                  <c:v>0.1642962962962963</c:v>
                </c:pt>
                <c:pt idx="3696">
                  <c:v>0.1642962962962963</c:v>
                </c:pt>
                <c:pt idx="3697">
                  <c:v>0.1642962962962963</c:v>
                </c:pt>
                <c:pt idx="3698">
                  <c:v>0.1642962962962963</c:v>
                </c:pt>
                <c:pt idx="3699">
                  <c:v>0.1642962962962963</c:v>
                </c:pt>
                <c:pt idx="3700">
                  <c:v>0.1642962962962963</c:v>
                </c:pt>
                <c:pt idx="3701">
                  <c:v>0.16444444444444445</c:v>
                </c:pt>
                <c:pt idx="3702">
                  <c:v>0.16444444444444445</c:v>
                </c:pt>
                <c:pt idx="3703">
                  <c:v>0.16444444444444445</c:v>
                </c:pt>
                <c:pt idx="3704">
                  <c:v>0.1645925925925926</c:v>
                </c:pt>
                <c:pt idx="3705">
                  <c:v>0.1645925925925926</c:v>
                </c:pt>
                <c:pt idx="3706">
                  <c:v>0.16474074074074074</c:v>
                </c:pt>
                <c:pt idx="3707">
                  <c:v>0.16488888888888889</c:v>
                </c:pt>
                <c:pt idx="3708">
                  <c:v>0.16488888888888889</c:v>
                </c:pt>
                <c:pt idx="3709">
                  <c:v>0.16488888888888889</c:v>
                </c:pt>
                <c:pt idx="3710">
                  <c:v>0.16488888888888889</c:v>
                </c:pt>
                <c:pt idx="3711">
                  <c:v>0.16488888888888889</c:v>
                </c:pt>
                <c:pt idx="3712">
                  <c:v>0.16488888888888889</c:v>
                </c:pt>
                <c:pt idx="3713">
                  <c:v>0.16488888888888889</c:v>
                </c:pt>
                <c:pt idx="3714">
                  <c:v>0.16488888888888889</c:v>
                </c:pt>
                <c:pt idx="3715">
                  <c:v>0.16488888888888889</c:v>
                </c:pt>
                <c:pt idx="3716">
                  <c:v>0.16503703703703704</c:v>
                </c:pt>
                <c:pt idx="3717">
                  <c:v>0.16518518518518518</c:v>
                </c:pt>
                <c:pt idx="3718">
                  <c:v>0.16518518518518518</c:v>
                </c:pt>
                <c:pt idx="3719">
                  <c:v>0.16518518518518518</c:v>
                </c:pt>
                <c:pt idx="3720">
                  <c:v>0.16518518518518518</c:v>
                </c:pt>
                <c:pt idx="3721">
                  <c:v>0.16518518518518518</c:v>
                </c:pt>
                <c:pt idx="3722">
                  <c:v>0.16533333333333333</c:v>
                </c:pt>
                <c:pt idx="3723">
                  <c:v>0.16548148148148148</c:v>
                </c:pt>
                <c:pt idx="3724">
                  <c:v>0.16548148148148148</c:v>
                </c:pt>
                <c:pt idx="3725">
                  <c:v>0.16562962962962963</c:v>
                </c:pt>
                <c:pt idx="3726">
                  <c:v>0.16562962962962963</c:v>
                </c:pt>
                <c:pt idx="3727">
                  <c:v>0.16577777777777777</c:v>
                </c:pt>
                <c:pt idx="3728">
                  <c:v>0.16577777777777777</c:v>
                </c:pt>
                <c:pt idx="3729">
                  <c:v>0.16577777777777777</c:v>
                </c:pt>
                <c:pt idx="3730">
                  <c:v>0.16577777777777777</c:v>
                </c:pt>
                <c:pt idx="3731">
                  <c:v>0.16577777777777777</c:v>
                </c:pt>
                <c:pt idx="3732">
                  <c:v>0.16592592592592592</c:v>
                </c:pt>
                <c:pt idx="3733">
                  <c:v>0.16592592592592592</c:v>
                </c:pt>
                <c:pt idx="3734">
                  <c:v>0.16607407407407407</c:v>
                </c:pt>
                <c:pt idx="3735">
                  <c:v>0.16622222222222222</c:v>
                </c:pt>
                <c:pt idx="3736">
                  <c:v>0.16622222222222222</c:v>
                </c:pt>
                <c:pt idx="3737">
                  <c:v>0.16622222222222222</c:v>
                </c:pt>
                <c:pt idx="3738">
                  <c:v>0.16622222222222222</c:v>
                </c:pt>
                <c:pt idx="3739">
                  <c:v>0.16622222222222222</c:v>
                </c:pt>
                <c:pt idx="3740">
                  <c:v>0.16622222222222222</c:v>
                </c:pt>
                <c:pt idx="3741">
                  <c:v>0.16622222222222222</c:v>
                </c:pt>
                <c:pt idx="3742">
                  <c:v>0.16622222222222222</c:v>
                </c:pt>
                <c:pt idx="3743">
                  <c:v>0.16622222222222222</c:v>
                </c:pt>
                <c:pt idx="3744">
                  <c:v>0.16622222222222222</c:v>
                </c:pt>
                <c:pt idx="3745">
                  <c:v>0.16622222222222222</c:v>
                </c:pt>
                <c:pt idx="3746">
                  <c:v>0.16637037037037036</c:v>
                </c:pt>
                <c:pt idx="3747">
                  <c:v>0.16637037037037036</c:v>
                </c:pt>
                <c:pt idx="3748">
                  <c:v>0.16651851851851851</c:v>
                </c:pt>
                <c:pt idx="3749">
                  <c:v>0.16666666666666666</c:v>
                </c:pt>
                <c:pt idx="3750">
                  <c:v>0.1668148148148148</c:v>
                </c:pt>
                <c:pt idx="3751">
                  <c:v>0.16696296296296295</c:v>
                </c:pt>
                <c:pt idx="3752">
                  <c:v>0.16696296296296295</c:v>
                </c:pt>
                <c:pt idx="3753">
                  <c:v>0.16696296296296295</c:v>
                </c:pt>
                <c:pt idx="3754">
                  <c:v>0.16696296296296295</c:v>
                </c:pt>
                <c:pt idx="3755">
                  <c:v>0.1671111111111111</c:v>
                </c:pt>
                <c:pt idx="3756">
                  <c:v>0.16725925925925925</c:v>
                </c:pt>
                <c:pt idx="3757">
                  <c:v>0.16725925925925925</c:v>
                </c:pt>
                <c:pt idx="3758">
                  <c:v>0.16725925925925925</c:v>
                </c:pt>
                <c:pt idx="3759">
                  <c:v>0.16740740740740739</c:v>
                </c:pt>
                <c:pt idx="3760">
                  <c:v>0.16755555555555557</c:v>
                </c:pt>
                <c:pt idx="3761">
                  <c:v>0.16755555555555557</c:v>
                </c:pt>
                <c:pt idx="3762">
                  <c:v>0.16755555555555557</c:v>
                </c:pt>
                <c:pt idx="3763">
                  <c:v>0.16755555555555557</c:v>
                </c:pt>
                <c:pt idx="3764">
                  <c:v>0.16770370370370372</c:v>
                </c:pt>
                <c:pt idx="3765">
                  <c:v>0.16770370370370372</c:v>
                </c:pt>
                <c:pt idx="3766">
                  <c:v>0.16770370370370372</c:v>
                </c:pt>
                <c:pt idx="3767">
                  <c:v>0.16770370370370372</c:v>
                </c:pt>
                <c:pt idx="3768">
                  <c:v>0.16770370370370372</c:v>
                </c:pt>
                <c:pt idx="3769">
                  <c:v>0.16770370370370372</c:v>
                </c:pt>
                <c:pt idx="3770">
                  <c:v>0.16770370370370372</c:v>
                </c:pt>
                <c:pt idx="3771">
                  <c:v>0.16770370370370372</c:v>
                </c:pt>
                <c:pt idx="3772">
                  <c:v>0.16770370370370372</c:v>
                </c:pt>
                <c:pt idx="3773">
                  <c:v>0.16770370370370372</c:v>
                </c:pt>
                <c:pt idx="3774">
                  <c:v>0.16770370370370372</c:v>
                </c:pt>
                <c:pt idx="3775">
                  <c:v>0.16785185185185186</c:v>
                </c:pt>
                <c:pt idx="3776">
                  <c:v>0.16800000000000001</c:v>
                </c:pt>
                <c:pt idx="3777">
                  <c:v>0.16800000000000001</c:v>
                </c:pt>
                <c:pt idx="3778">
                  <c:v>0.16800000000000001</c:v>
                </c:pt>
                <c:pt idx="3779">
                  <c:v>0.16814814814814816</c:v>
                </c:pt>
                <c:pt idx="3780">
                  <c:v>0.16814814814814816</c:v>
                </c:pt>
                <c:pt idx="3781">
                  <c:v>0.1682962962962963</c:v>
                </c:pt>
                <c:pt idx="3782">
                  <c:v>0.1682962962962963</c:v>
                </c:pt>
                <c:pt idx="3783">
                  <c:v>0.16844444444444445</c:v>
                </c:pt>
                <c:pt idx="3784">
                  <c:v>0.16844444444444445</c:v>
                </c:pt>
                <c:pt idx="3785">
                  <c:v>0.1685925925925926</c:v>
                </c:pt>
                <c:pt idx="3786">
                  <c:v>0.1685925925925926</c:v>
                </c:pt>
                <c:pt idx="3787">
                  <c:v>0.16874074074074075</c:v>
                </c:pt>
                <c:pt idx="3788">
                  <c:v>0.16874074074074075</c:v>
                </c:pt>
                <c:pt idx="3789">
                  <c:v>0.16888888888888889</c:v>
                </c:pt>
                <c:pt idx="3790">
                  <c:v>0.16888888888888889</c:v>
                </c:pt>
                <c:pt idx="3791">
                  <c:v>0.16888888888888889</c:v>
                </c:pt>
                <c:pt idx="3792">
                  <c:v>0.16903703703703704</c:v>
                </c:pt>
                <c:pt idx="3793">
                  <c:v>0.16903703703703704</c:v>
                </c:pt>
                <c:pt idx="3794">
                  <c:v>0.16903703703703704</c:v>
                </c:pt>
                <c:pt idx="3795">
                  <c:v>0.16903703703703704</c:v>
                </c:pt>
                <c:pt idx="3796">
                  <c:v>0.16918518518518519</c:v>
                </c:pt>
                <c:pt idx="3797">
                  <c:v>0.16918518518518519</c:v>
                </c:pt>
                <c:pt idx="3798">
                  <c:v>0.16933333333333334</c:v>
                </c:pt>
                <c:pt idx="3799">
                  <c:v>0.16933333333333334</c:v>
                </c:pt>
                <c:pt idx="3800">
                  <c:v>0.16933333333333334</c:v>
                </c:pt>
                <c:pt idx="3801">
                  <c:v>0.16933333333333334</c:v>
                </c:pt>
                <c:pt idx="3802">
                  <c:v>0.16933333333333334</c:v>
                </c:pt>
                <c:pt idx="3803">
                  <c:v>0.16948148148148148</c:v>
                </c:pt>
                <c:pt idx="3804">
                  <c:v>0.16962962962962963</c:v>
                </c:pt>
                <c:pt idx="3805">
                  <c:v>0.16962962962962963</c:v>
                </c:pt>
                <c:pt idx="3806">
                  <c:v>0.16977777777777778</c:v>
                </c:pt>
                <c:pt idx="3807">
                  <c:v>0.16977777777777778</c:v>
                </c:pt>
                <c:pt idx="3808">
                  <c:v>0.16977777777777778</c:v>
                </c:pt>
                <c:pt idx="3809">
                  <c:v>0.16977777777777778</c:v>
                </c:pt>
                <c:pt idx="3810">
                  <c:v>0.16977777777777778</c:v>
                </c:pt>
                <c:pt idx="3811">
                  <c:v>0.16977777777777778</c:v>
                </c:pt>
                <c:pt idx="3812">
                  <c:v>0.16977777777777778</c:v>
                </c:pt>
                <c:pt idx="3813">
                  <c:v>0.16977777777777778</c:v>
                </c:pt>
                <c:pt idx="3814">
                  <c:v>0.16977777777777778</c:v>
                </c:pt>
                <c:pt idx="3815">
                  <c:v>0.16977777777777778</c:v>
                </c:pt>
                <c:pt idx="3816">
                  <c:v>0.16977777777777778</c:v>
                </c:pt>
                <c:pt idx="3817">
                  <c:v>0.16977777777777778</c:v>
                </c:pt>
                <c:pt idx="3818">
                  <c:v>0.16977777777777778</c:v>
                </c:pt>
                <c:pt idx="3819">
                  <c:v>0.16977777777777778</c:v>
                </c:pt>
                <c:pt idx="3820">
                  <c:v>0.16977777777777778</c:v>
                </c:pt>
                <c:pt idx="3821">
                  <c:v>0.16992592592592592</c:v>
                </c:pt>
                <c:pt idx="3822">
                  <c:v>0.16992592592592592</c:v>
                </c:pt>
                <c:pt idx="3823">
                  <c:v>0.16992592592592592</c:v>
                </c:pt>
                <c:pt idx="3824">
                  <c:v>0.17007407407407407</c:v>
                </c:pt>
                <c:pt idx="3825">
                  <c:v>0.17022222222222222</c:v>
                </c:pt>
                <c:pt idx="3826">
                  <c:v>0.17022222222222222</c:v>
                </c:pt>
                <c:pt idx="3827">
                  <c:v>0.17022222222222222</c:v>
                </c:pt>
                <c:pt idx="3828">
                  <c:v>0.17037037037037037</c:v>
                </c:pt>
                <c:pt idx="3829">
                  <c:v>0.17037037037037037</c:v>
                </c:pt>
                <c:pt idx="3830">
                  <c:v>0.17037037037037037</c:v>
                </c:pt>
                <c:pt idx="3831">
                  <c:v>0.17037037037037037</c:v>
                </c:pt>
                <c:pt idx="3832">
                  <c:v>0.17037037037037037</c:v>
                </c:pt>
                <c:pt idx="3833">
                  <c:v>0.17037037037037037</c:v>
                </c:pt>
                <c:pt idx="3834">
                  <c:v>0.17037037037037037</c:v>
                </c:pt>
                <c:pt idx="3835">
                  <c:v>0.17037037037037037</c:v>
                </c:pt>
                <c:pt idx="3836">
                  <c:v>0.17051851851851851</c:v>
                </c:pt>
                <c:pt idx="3837">
                  <c:v>0.17051851851851851</c:v>
                </c:pt>
                <c:pt idx="3838">
                  <c:v>0.17066666666666666</c:v>
                </c:pt>
                <c:pt idx="3839">
                  <c:v>0.17066666666666666</c:v>
                </c:pt>
                <c:pt idx="3840">
                  <c:v>0.17066666666666666</c:v>
                </c:pt>
                <c:pt idx="3841">
                  <c:v>0.17066666666666666</c:v>
                </c:pt>
                <c:pt idx="3842">
                  <c:v>0.17081481481481481</c:v>
                </c:pt>
                <c:pt idx="3843">
                  <c:v>0.17081481481481481</c:v>
                </c:pt>
                <c:pt idx="3844">
                  <c:v>0.17096296296296296</c:v>
                </c:pt>
                <c:pt idx="3845">
                  <c:v>0.17096296296296296</c:v>
                </c:pt>
                <c:pt idx="3846">
                  <c:v>0.17096296296296296</c:v>
                </c:pt>
                <c:pt idx="3847">
                  <c:v>0.1711111111111111</c:v>
                </c:pt>
                <c:pt idx="3848">
                  <c:v>0.1711111111111111</c:v>
                </c:pt>
                <c:pt idx="3849">
                  <c:v>0.1711111111111111</c:v>
                </c:pt>
                <c:pt idx="3850">
                  <c:v>0.17125925925925925</c:v>
                </c:pt>
                <c:pt idx="3851">
                  <c:v>0.17125925925925925</c:v>
                </c:pt>
                <c:pt idx="3852">
                  <c:v>0.17125925925925925</c:v>
                </c:pt>
                <c:pt idx="3853">
                  <c:v>0.17125925925925925</c:v>
                </c:pt>
                <c:pt idx="3854">
                  <c:v>0.1714074074074074</c:v>
                </c:pt>
                <c:pt idx="3855">
                  <c:v>0.1714074074074074</c:v>
                </c:pt>
                <c:pt idx="3856">
                  <c:v>0.17155555555555554</c:v>
                </c:pt>
                <c:pt idx="3857">
                  <c:v>0.17170370370370369</c:v>
                </c:pt>
                <c:pt idx="3858">
                  <c:v>0.17170370370370369</c:v>
                </c:pt>
                <c:pt idx="3859">
                  <c:v>0.17170370370370369</c:v>
                </c:pt>
                <c:pt idx="3860">
                  <c:v>0.17170370370370369</c:v>
                </c:pt>
                <c:pt idx="3861">
                  <c:v>0.17170370370370369</c:v>
                </c:pt>
                <c:pt idx="3862">
                  <c:v>0.17170370370370369</c:v>
                </c:pt>
                <c:pt idx="3863">
                  <c:v>0.17170370370370369</c:v>
                </c:pt>
                <c:pt idx="3864">
                  <c:v>0.17170370370370369</c:v>
                </c:pt>
                <c:pt idx="3865">
                  <c:v>0.17170370370370369</c:v>
                </c:pt>
                <c:pt idx="3866">
                  <c:v>0.17185185185185184</c:v>
                </c:pt>
                <c:pt idx="3867">
                  <c:v>0.17185185185185184</c:v>
                </c:pt>
                <c:pt idx="3868">
                  <c:v>0.17185185185185184</c:v>
                </c:pt>
                <c:pt idx="3869">
                  <c:v>0.17185185185185184</c:v>
                </c:pt>
                <c:pt idx="3870">
                  <c:v>0.17185185185185184</c:v>
                </c:pt>
                <c:pt idx="3871">
                  <c:v>0.17185185185185184</c:v>
                </c:pt>
                <c:pt idx="3872">
                  <c:v>0.17199999999999999</c:v>
                </c:pt>
                <c:pt idx="3873">
                  <c:v>0.17214814814814816</c:v>
                </c:pt>
                <c:pt idx="3874">
                  <c:v>0.17229629629629631</c:v>
                </c:pt>
                <c:pt idx="3875">
                  <c:v>0.17229629629629631</c:v>
                </c:pt>
                <c:pt idx="3876">
                  <c:v>0.17244444444444446</c:v>
                </c:pt>
                <c:pt idx="3877">
                  <c:v>0.17244444444444446</c:v>
                </c:pt>
                <c:pt idx="3878">
                  <c:v>0.1725925925925926</c:v>
                </c:pt>
                <c:pt idx="3879">
                  <c:v>0.1725925925925926</c:v>
                </c:pt>
                <c:pt idx="3880">
                  <c:v>0.1725925925925926</c:v>
                </c:pt>
                <c:pt idx="3881">
                  <c:v>0.1725925925925926</c:v>
                </c:pt>
                <c:pt idx="3882">
                  <c:v>0.1725925925925926</c:v>
                </c:pt>
                <c:pt idx="3883">
                  <c:v>0.1725925925925926</c:v>
                </c:pt>
                <c:pt idx="3884">
                  <c:v>0.17274074074074075</c:v>
                </c:pt>
                <c:pt idx="3885">
                  <c:v>0.17274074074074075</c:v>
                </c:pt>
                <c:pt idx="3886">
                  <c:v>0.1728888888888889</c:v>
                </c:pt>
                <c:pt idx="3887">
                  <c:v>0.1728888888888889</c:v>
                </c:pt>
                <c:pt idx="3888">
                  <c:v>0.1728888888888889</c:v>
                </c:pt>
                <c:pt idx="3889">
                  <c:v>0.1728888888888889</c:v>
                </c:pt>
                <c:pt idx="3890">
                  <c:v>0.17303703703703704</c:v>
                </c:pt>
                <c:pt idx="3891">
                  <c:v>0.17303703703703704</c:v>
                </c:pt>
                <c:pt idx="3892">
                  <c:v>0.17303703703703704</c:v>
                </c:pt>
                <c:pt idx="3893">
                  <c:v>0.17303703703703704</c:v>
                </c:pt>
                <c:pt idx="3894">
                  <c:v>0.17303703703703704</c:v>
                </c:pt>
                <c:pt idx="3895">
                  <c:v>0.17303703703703704</c:v>
                </c:pt>
                <c:pt idx="3896">
                  <c:v>0.17318518518518519</c:v>
                </c:pt>
                <c:pt idx="3897">
                  <c:v>0.17318518518518519</c:v>
                </c:pt>
                <c:pt idx="3898">
                  <c:v>0.17318518518518519</c:v>
                </c:pt>
                <c:pt idx="3899">
                  <c:v>0.17333333333333334</c:v>
                </c:pt>
                <c:pt idx="3900">
                  <c:v>0.17333333333333334</c:v>
                </c:pt>
                <c:pt idx="3901">
                  <c:v>0.17333333333333334</c:v>
                </c:pt>
                <c:pt idx="3902">
                  <c:v>0.17333333333333334</c:v>
                </c:pt>
                <c:pt idx="3903">
                  <c:v>0.17348148148148149</c:v>
                </c:pt>
                <c:pt idx="3904">
                  <c:v>0.17348148148148149</c:v>
                </c:pt>
                <c:pt idx="3905">
                  <c:v>0.17362962962962963</c:v>
                </c:pt>
                <c:pt idx="3906">
                  <c:v>0.17362962962962963</c:v>
                </c:pt>
                <c:pt idx="3907">
                  <c:v>0.17362962962962963</c:v>
                </c:pt>
                <c:pt idx="3908">
                  <c:v>0.17362962962962963</c:v>
                </c:pt>
                <c:pt idx="3909">
                  <c:v>0.17362962962962963</c:v>
                </c:pt>
                <c:pt idx="3910">
                  <c:v>0.17362962962962963</c:v>
                </c:pt>
                <c:pt idx="3911">
                  <c:v>0.17362962962962963</c:v>
                </c:pt>
                <c:pt idx="3912">
                  <c:v>0.17362962962962963</c:v>
                </c:pt>
                <c:pt idx="3913">
                  <c:v>0.17362962962962963</c:v>
                </c:pt>
                <c:pt idx="3914">
                  <c:v>0.17362962962962963</c:v>
                </c:pt>
                <c:pt idx="3915">
                  <c:v>0.17362962962962963</c:v>
                </c:pt>
                <c:pt idx="3916">
                  <c:v>0.17362962962962963</c:v>
                </c:pt>
                <c:pt idx="3917">
                  <c:v>0.17362962962962963</c:v>
                </c:pt>
                <c:pt idx="3918">
                  <c:v>0.17362962962962963</c:v>
                </c:pt>
                <c:pt idx="3919">
                  <c:v>0.17362962962962963</c:v>
                </c:pt>
                <c:pt idx="3920">
                  <c:v>0.17362962962962963</c:v>
                </c:pt>
                <c:pt idx="3921">
                  <c:v>0.17377777777777778</c:v>
                </c:pt>
                <c:pt idx="3922">
                  <c:v>0.17392592592592593</c:v>
                </c:pt>
                <c:pt idx="3923">
                  <c:v>0.17392592592592593</c:v>
                </c:pt>
                <c:pt idx="3924">
                  <c:v>0.17392592592592593</c:v>
                </c:pt>
                <c:pt idx="3925">
                  <c:v>0.17407407407407408</c:v>
                </c:pt>
                <c:pt idx="3926">
                  <c:v>0.17407407407407408</c:v>
                </c:pt>
                <c:pt idx="3927">
                  <c:v>0.17407407407407408</c:v>
                </c:pt>
                <c:pt idx="3928">
                  <c:v>0.17407407407407408</c:v>
                </c:pt>
                <c:pt idx="3929">
                  <c:v>0.17407407407407408</c:v>
                </c:pt>
                <c:pt idx="3930">
                  <c:v>0.17407407407407408</c:v>
                </c:pt>
                <c:pt idx="3931">
                  <c:v>0.17407407407407408</c:v>
                </c:pt>
                <c:pt idx="3932">
                  <c:v>0.17422222222222222</c:v>
                </c:pt>
                <c:pt idx="3933">
                  <c:v>0.17422222222222222</c:v>
                </c:pt>
                <c:pt idx="3934">
                  <c:v>0.17422222222222222</c:v>
                </c:pt>
                <c:pt idx="3935">
                  <c:v>0.17437037037037037</c:v>
                </c:pt>
                <c:pt idx="3936">
                  <c:v>0.17437037037037037</c:v>
                </c:pt>
                <c:pt idx="3937">
                  <c:v>0.17437037037037037</c:v>
                </c:pt>
                <c:pt idx="3938">
                  <c:v>0.17451851851851852</c:v>
                </c:pt>
                <c:pt idx="3939">
                  <c:v>0.17451851851851852</c:v>
                </c:pt>
                <c:pt idx="3940">
                  <c:v>0.17466666666666666</c:v>
                </c:pt>
                <c:pt idx="3941">
                  <c:v>0.17466666666666666</c:v>
                </c:pt>
                <c:pt idx="3942">
                  <c:v>0.17466666666666666</c:v>
                </c:pt>
                <c:pt idx="3943">
                  <c:v>0.17481481481481481</c:v>
                </c:pt>
                <c:pt idx="3944">
                  <c:v>0.17481481481481481</c:v>
                </c:pt>
                <c:pt idx="3945">
                  <c:v>0.17481481481481481</c:v>
                </c:pt>
                <c:pt idx="3946">
                  <c:v>0.17481481481481481</c:v>
                </c:pt>
                <c:pt idx="3947">
                  <c:v>0.17496296296296296</c:v>
                </c:pt>
                <c:pt idx="3948">
                  <c:v>0.17496296296296296</c:v>
                </c:pt>
                <c:pt idx="3949">
                  <c:v>0.17511111111111111</c:v>
                </c:pt>
                <c:pt idx="3950">
                  <c:v>0.17525925925925925</c:v>
                </c:pt>
                <c:pt idx="3951">
                  <c:v>0.17525925925925925</c:v>
                </c:pt>
                <c:pt idx="3952">
                  <c:v>0.17525925925925925</c:v>
                </c:pt>
                <c:pt idx="3953">
                  <c:v>0.17525925925925925</c:v>
                </c:pt>
                <c:pt idx="3954">
                  <c:v>0.17525925925925925</c:v>
                </c:pt>
                <c:pt idx="3955">
                  <c:v>0.1754074074074074</c:v>
                </c:pt>
                <c:pt idx="3956">
                  <c:v>0.17555555555555555</c:v>
                </c:pt>
                <c:pt idx="3957">
                  <c:v>0.1757037037037037</c:v>
                </c:pt>
                <c:pt idx="3958">
                  <c:v>0.1757037037037037</c:v>
                </c:pt>
                <c:pt idx="3959">
                  <c:v>0.1757037037037037</c:v>
                </c:pt>
                <c:pt idx="3960">
                  <c:v>0.1757037037037037</c:v>
                </c:pt>
                <c:pt idx="3961">
                  <c:v>0.1757037037037037</c:v>
                </c:pt>
                <c:pt idx="3962">
                  <c:v>0.1757037037037037</c:v>
                </c:pt>
                <c:pt idx="3963">
                  <c:v>0.17585185185185184</c:v>
                </c:pt>
                <c:pt idx="3964">
                  <c:v>0.17599999999999999</c:v>
                </c:pt>
                <c:pt idx="3965">
                  <c:v>0.17614814814814814</c:v>
                </c:pt>
                <c:pt idx="3966">
                  <c:v>0.17614814814814814</c:v>
                </c:pt>
                <c:pt idx="3967">
                  <c:v>0.17614814814814814</c:v>
                </c:pt>
                <c:pt idx="3968">
                  <c:v>0.17614814814814814</c:v>
                </c:pt>
                <c:pt idx="3969">
                  <c:v>0.17614814814814814</c:v>
                </c:pt>
                <c:pt idx="3970">
                  <c:v>0.17614814814814814</c:v>
                </c:pt>
                <c:pt idx="3971">
                  <c:v>0.17629629629629628</c:v>
                </c:pt>
                <c:pt idx="3972">
                  <c:v>0.17629629629629628</c:v>
                </c:pt>
                <c:pt idx="3973">
                  <c:v>0.17629629629629628</c:v>
                </c:pt>
                <c:pt idx="3974">
                  <c:v>0.17644444444444443</c:v>
                </c:pt>
                <c:pt idx="3975">
                  <c:v>0.17644444444444443</c:v>
                </c:pt>
                <c:pt idx="3976">
                  <c:v>0.17644444444444443</c:v>
                </c:pt>
                <c:pt idx="3977">
                  <c:v>0.17644444444444443</c:v>
                </c:pt>
                <c:pt idx="3978">
                  <c:v>0.17644444444444443</c:v>
                </c:pt>
                <c:pt idx="3979">
                  <c:v>0.17659259259259258</c:v>
                </c:pt>
                <c:pt idx="3980">
                  <c:v>0.17659259259259258</c:v>
                </c:pt>
                <c:pt idx="3981">
                  <c:v>0.17659259259259258</c:v>
                </c:pt>
                <c:pt idx="3982">
                  <c:v>0.17659259259259258</c:v>
                </c:pt>
                <c:pt idx="3983">
                  <c:v>0.17674074074074075</c:v>
                </c:pt>
                <c:pt idx="3984">
                  <c:v>0.1768888888888889</c:v>
                </c:pt>
                <c:pt idx="3985">
                  <c:v>0.1768888888888889</c:v>
                </c:pt>
                <c:pt idx="3986">
                  <c:v>0.1768888888888889</c:v>
                </c:pt>
                <c:pt idx="3987">
                  <c:v>0.1768888888888889</c:v>
                </c:pt>
                <c:pt idx="3988">
                  <c:v>0.1768888888888889</c:v>
                </c:pt>
                <c:pt idx="3989">
                  <c:v>0.17703703703703705</c:v>
                </c:pt>
                <c:pt idx="3990">
                  <c:v>0.1771851851851852</c:v>
                </c:pt>
                <c:pt idx="3991">
                  <c:v>0.1771851851851852</c:v>
                </c:pt>
                <c:pt idx="3992">
                  <c:v>0.1771851851851852</c:v>
                </c:pt>
                <c:pt idx="3993">
                  <c:v>0.1771851851851852</c:v>
                </c:pt>
                <c:pt idx="3994">
                  <c:v>0.1771851851851852</c:v>
                </c:pt>
                <c:pt idx="3995">
                  <c:v>0.1771851851851852</c:v>
                </c:pt>
                <c:pt idx="3996">
                  <c:v>0.1771851851851852</c:v>
                </c:pt>
                <c:pt idx="3997">
                  <c:v>0.1771851851851852</c:v>
                </c:pt>
                <c:pt idx="3998">
                  <c:v>0.1771851851851852</c:v>
                </c:pt>
                <c:pt idx="3999">
                  <c:v>0.17733333333333334</c:v>
                </c:pt>
                <c:pt idx="4000">
                  <c:v>0.17748148148148149</c:v>
                </c:pt>
                <c:pt idx="4001">
                  <c:v>0.17748148148148149</c:v>
                </c:pt>
                <c:pt idx="4002">
                  <c:v>0.17748148148148149</c:v>
                </c:pt>
                <c:pt idx="4003">
                  <c:v>0.17748148148148149</c:v>
                </c:pt>
                <c:pt idx="4004">
                  <c:v>0.17748148148148149</c:v>
                </c:pt>
                <c:pt idx="4005">
                  <c:v>0.17748148148148149</c:v>
                </c:pt>
                <c:pt idx="4006">
                  <c:v>0.17748148148148149</c:v>
                </c:pt>
                <c:pt idx="4007">
                  <c:v>0.17762962962962964</c:v>
                </c:pt>
                <c:pt idx="4008">
                  <c:v>0.17762962962962964</c:v>
                </c:pt>
                <c:pt idx="4009">
                  <c:v>0.17762962962962964</c:v>
                </c:pt>
                <c:pt idx="4010">
                  <c:v>0.17762962962962964</c:v>
                </c:pt>
                <c:pt idx="4011">
                  <c:v>0.17777777777777778</c:v>
                </c:pt>
                <c:pt idx="4012">
                  <c:v>0.17777777777777778</c:v>
                </c:pt>
                <c:pt idx="4013">
                  <c:v>0.17792592592592593</c:v>
                </c:pt>
                <c:pt idx="4014">
                  <c:v>0.17792592592592593</c:v>
                </c:pt>
                <c:pt idx="4015">
                  <c:v>0.17792592592592593</c:v>
                </c:pt>
                <c:pt idx="4016">
                  <c:v>0.17792592592592593</c:v>
                </c:pt>
                <c:pt idx="4017">
                  <c:v>0.17807407407407408</c:v>
                </c:pt>
                <c:pt idx="4018">
                  <c:v>0.17807407407407408</c:v>
                </c:pt>
                <c:pt idx="4019">
                  <c:v>0.17822222222222223</c:v>
                </c:pt>
                <c:pt idx="4020">
                  <c:v>0.17822222222222223</c:v>
                </c:pt>
                <c:pt idx="4021">
                  <c:v>0.17822222222222223</c:v>
                </c:pt>
                <c:pt idx="4022">
                  <c:v>0.17822222222222223</c:v>
                </c:pt>
                <c:pt idx="4023">
                  <c:v>0.17837037037037037</c:v>
                </c:pt>
                <c:pt idx="4024">
                  <c:v>0.17837037037037037</c:v>
                </c:pt>
                <c:pt idx="4025">
                  <c:v>0.17837037037037037</c:v>
                </c:pt>
                <c:pt idx="4026">
                  <c:v>0.17837037037037037</c:v>
                </c:pt>
                <c:pt idx="4027">
                  <c:v>0.17837037037037037</c:v>
                </c:pt>
                <c:pt idx="4028">
                  <c:v>0.17851851851851852</c:v>
                </c:pt>
                <c:pt idx="4029">
                  <c:v>0.17851851851851852</c:v>
                </c:pt>
                <c:pt idx="4030">
                  <c:v>0.17866666666666667</c:v>
                </c:pt>
                <c:pt idx="4031">
                  <c:v>0.17866666666666667</c:v>
                </c:pt>
                <c:pt idx="4032">
                  <c:v>0.17866666666666667</c:v>
                </c:pt>
                <c:pt idx="4033">
                  <c:v>0.17866666666666667</c:v>
                </c:pt>
                <c:pt idx="4034">
                  <c:v>0.17866666666666667</c:v>
                </c:pt>
                <c:pt idx="4035">
                  <c:v>0.17881481481481482</c:v>
                </c:pt>
                <c:pt idx="4036">
                  <c:v>0.17881481481481482</c:v>
                </c:pt>
                <c:pt idx="4037">
                  <c:v>0.17881481481481482</c:v>
                </c:pt>
                <c:pt idx="4038">
                  <c:v>0.17896296296296296</c:v>
                </c:pt>
                <c:pt idx="4039">
                  <c:v>0.17896296296296296</c:v>
                </c:pt>
                <c:pt idx="4040">
                  <c:v>0.17896296296296296</c:v>
                </c:pt>
                <c:pt idx="4041">
                  <c:v>0.17896296296296296</c:v>
                </c:pt>
                <c:pt idx="4042">
                  <c:v>0.17896296296296296</c:v>
                </c:pt>
                <c:pt idx="4043">
                  <c:v>0.17896296296296296</c:v>
                </c:pt>
                <c:pt idx="4044">
                  <c:v>0.17896296296296296</c:v>
                </c:pt>
                <c:pt idx="4045">
                  <c:v>0.17896296296296296</c:v>
                </c:pt>
                <c:pt idx="4046">
                  <c:v>0.17896296296296296</c:v>
                </c:pt>
                <c:pt idx="4047">
                  <c:v>0.17896296296296296</c:v>
                </c:pt>
                <c:pt idx="4048">
                  <c:v>0.17896296296296296</c:v>
                </c:pt>
                <c:pt idx="4049">
                  <c:v>0.17896296296296296</c:v>
                </c:pt>
                <c:pt idx="4050">
                  <c:v>0.17896296296296296</c:v>
                </c:pt>
                <c:pt idx="4051">
                  <c:v>0.17896296296296296</c:v>
                </c:pt>
                <c:pt idx="4052">
                  <c:v>0.17896296296296296</c:v>
                </c:pt>
                <c:pt idx="4053">
                  <c:v>0.17896296296296296</c:v>
                </c:pt>
                <c:pt idx="4054">
                  <c:v>0.17896296296296296</c:v>
                </c:pt>
                <c:pt idx="4055">
                  <c:v>0.17911111111111111</c:v>
                </c:pt>
                <c:pt idx="4056">
                  <c:v>0.17911111111111111</c:v>
                </c:pt>
                <c:pt idx="4057">
                  <c:v>0.17911111111111111</c:v>
                </c:pt>
                <c:pt idx="4058">
                  <c:v>0.17911111111111111</c:v>
                </c:pt>
                <c:pt idx="4059">
                  <c:v>0.17925925925925926</c:v>
                </c:pt>
                <c:pt idx="4060">
                  <c:v>0.17925925925925926</c:v>
                </c:pt>
                <c:pt idx="4061">
                  <c:v>0.17925925925925926</c:v>
                </c:pt>
                <c:pt idx="4062">
                  <c:v>0.17925925925925926</c:v>
                </c:pt>
                <c:pt idx="4063">
                  <c:v>0.17925925925925926</c:v>
                </c:pt>
                <c:pt idx="4064">
                  <c:v>0.17925925925925926</c:v>
                </c:pt>
                <c:pt idx="4065">
                  <c:v>0.17925925925925926</c:v>
                </c:pt>
                <c:pt idx="4066">
                  <c:v>0.17925925925925926</c:v>
                </c:pt>
                <c:pt idx="4067">
                  <c:v>0.17925925925925926</c:v>
                </c:pt>
                <c:pt idx="4068">
                  <c:v>0.1794074074074074</c:v>
                </c:pt>
                <c:pt idx="4069">
                  <c:v>0.1794074074074074</c:v>
                </c:pt>
                <c:pt idx="4070">
                  <c:v>0.1794074074074074</c:v>
                </c:pt>
                <c:pt idx="4071">
                  <c:v>0.17955555555555555</c:v>
                </c:pt>
                <c:pt idx="4072">
                  <c:v>0.1797037037037037</c:v>
                </c:pt>
                <c:pt idx="4073">
                  <c:v>0.1797037037037037</c:v>
                </c:pt>
                <c:pt idx="4074">
                  <c:v>0.1797037037037037</c:v>
                </c:pt>
                <c:pt idx="4075">
                  <c:v>0.1797037037037037</c:v>
                </c:pt>
                <c:pt idx="4076">
                  <c:v>0.1797037037037037</c:v>
                </c:pt>
                <c:pt idx="4077">
                  <c:v>0.1797037037037037</c:v>
                </c:pt>
                <c:pt idx="4078">
                  <c:v>0.17985185185185185</c:v>
                </c:pt>
                <c:pt idx="4079">
                  <c:v>0.17985185185185185</c:v>
                </c:pt>
                <c:pt idx="4080">
                  <c:v>0.17985185185185185</c:v>
                </c:pt>
                <c:pt idx="4081">
                  <c:v>0.17985185185185185</c:v>
                </c:pt>
                <c:pt idx="4082">
                  <c:v>0.17985185185185185</c:v>
                </c:pt>
                <c:pt idx="4083">
                  <c:v>0.18</c:v>
                </c:pt>
                <c:pt idx="4084">
                  <c:v>0.18</c:v>
                </c:pt>
                <c:pt idx="4085">
                  <c:v>0.18</c:v>
                </c:pt>
                <c:pt idx="4086">
                  <c:v>0.18014814814814814</c:v>
                </c:pt>
                <c:pt idx="4087">
                  <c:v>0.18014814814814814</c:v>
                </c:pt>
                <c:pt idx="4088">
                  <c:v>0.18014814814814814</c:v>
                </c:pt>
                <c:pt idx="4089">
                  <c:v>0.18014814814814814</c:v>
                </c:pt>
                <c:pt idx="4090">
                  <c:v>0.18014814814814814</c:v>
                </c:pt>
                <c:pt idx="4091">
                  <c:v>0.18014814814814814</c:v>
                </c:pt>
                <c:pt idx="4092">
                  <c:v>0.18014814814814814</c:v>
                </c:pt>
                <c:pt idx="4093">
                  <c:v>0.18014814814814814</c:v>
                </c:pt>
                <c:pt idx="4094">
                  <c:v>0.18029629629629629</c:v>
                </c:pt>
                <c:pt idx="4095">
                  <c:v>0.18029629629629629</c:v>
                </c:pt>
                <c:pt idx="4096">
                  <c:v>0.18029629629629629</c:v>
                </c:pt>
                <c:pt idx="4097">
                  <c:v>0.18029629629629629</c:v>
                </c:pt>
                <c:pt idx="4098">
                  <c:v>0.18044444444444444</c:v>
                </c:pt>
                <c:pt idx="4099">
                  <c:v>0.18044444444444444</c:v>
                </c:pt>
                <c:pt idx="4100">
                  <c:v>0.18044444444444444</c:v>
                </c:pt>
                <c:pt idx="4101">
                  <c:v>0.18044444444444444</c:v>
                </c:pt>
                <c:pt idx="4102">
                  <c:v>0.18044444444444444</c:v>
                </c:pt>
                <c:pt idx="4103">
                  <c:v>0.18044444444444444</c:v>
                </c:pt>
                <c:pt idx="4104">
                  <c:v>0.18059259259259258</c:v>
                </c:pt>
                <c:pt idx="4105">
                  <c:v>0.18059259259259258</c:v>
                </c:pt>
                <c:pt idx="4106">
                  <c:v>0.18059259259259258</c:v>
                </c:pt>
                <c:pt idx="4107">
                  <c:v>0.18059259259259258</c:v>
                </c:pt>
                <c:pt idx="4108">
                  <c:v>0.18074074074074073</c:v>
                </c:pt>
                <c:pt idx="4109">
                  <c:v>0.18088888888888888</c:v>
                </c:pt>
                <c:pt idx="4110">
                  <c:v>0.18103703703703702</c:v>
                </c:pt>
                <c:pt idx="4111">
                  <c:v>0.18103703703703702</c:v>
                </c:pt>
                <c:pt idx="4112">
                  <c:v>0.18118518518518517</c:v>
                </c:pt>
                <c:pt idx="4113">
                  <c:v>0.18118518518518517</c:v>
                </c:pt>
                <c:pt idx="4114">
                  <c:v>0.18118518518518517</c:v>
                </c:pt>
                <c:pt idx="4115">
                  <c:v>0.18118518518518517</c:v>
                </c:pt>
                <c:pt idx="4116">
                  <c:v>0.18133333333333335</c:v>
                </c:pt>
                <c:pt idx="4117">
                  <c:v>0.18133333333333335</c:v>
                </c:pt>
                <c:pt idx="4118">
                  <c:v>0.18133333333333335</c:v>
                </c:pt>
                <c:pt idx="4119">
                  <c:v>0.18133333333333335</c:v>
                </c:pt>
                <c:pt idx="4120">
                  <c:v>0.18133333333333335</c:v>
                </c:pt>
                <c:pt idx="4121">
                  <c:v>0.18148148148148149</c:v>
                </c:pt>
                <c:pt idx="4122">
                  <c:v>0.18148148148148149</c:v>
                </c:pt>
                <c:pt idx="4123">
                  <c:v>0.18162962962962964</c:v>
                </c:pt>
                <c:pt idx="4124">
                  <c:v>0.18162962962962964</c:v>
                </c:pt>
                <c:pt idx="4125">
                  <c:v>0.18162962962962964</c:v>
                </c:pt>
                <c:pt idx="4126">
                  <c:v>0.18162962962962964</c:v>
                </c:pt>
                <c:pt idx="4127">
                  <c:v>0.18177777777777779</c:v>
                </c:pt>
                <c:pt idx="4128">
                  <c:v>0.18192592592592594</c:v>
                </c:pt>
                <c:pt idx="4129">
                  <c:v>0.18192592592592594</c:v>
                </c:pt>
                <c:pt idx="4130">
                  <c:v>0.18192592592592594</c:v>
                </c:pt>
                <c:pt idx="4131">
                  <c:v>0.18192592592592594</c:v>
                </c:pt>
                <c:pt idx="4132">
                  <c:v>0.18192592592592594</c:v>
                </c:pt>
                <c:pt idx="4133">
                  <c:v>0.18207407407407408</c:v>
                </c:pt>
                <c:pt idx="4134">
                  <c:v>0.18207407407407408</c:v>
                </c:pt>
                <c:pt idx="4135">
                  <c:v>0.18207407407407408</c:v>
                </c:pt>
                <c:pt idx="4136">
                  <c:v>0.18222222222222223</c:v>
                </c:pt>
                <c:pt idx="4137">
                  <c:v>0.18237037037037038</c:v>
                </c:pt>
                <c:pt idx="4138">
                  <c:v>0.18237037037037038</c:v>
                </c:pt>
                <c:pt idx="4139">
                  <c:v>0.18237037037037038</c:v>
                </c:pt>
                <c:pt idx="4140">
                  <c:v>0.18237037037037038</c:v>
                </c:pt>
                <c:pt idx="4141">
                  <c:v>0.18237037037037038</c:v>
                </c:pt>
                <c:pt idx="4142">
                  <c:v>0.18251851851851852</c:v>
                </c:pt>
                <c:pt idx="4143">
                  <c:v>0.18266666666666667</c:v>
                </c:pt>
                <c:pt idx="4144">
                  <c:v>0.18266666666666667</c:v>
                </c:pt>
                <c:pt idx="4145">
                  <c:v>0.18281481481481482</c:v>
                </c:pt>
                <c:pt idx="4146">
                  <c:v>0.18281481481481482</c:v>
                </c:pt>
                <c:pt idx="4147">
                  <c:v>0.18281481481481482</c:v>
                </c:pt>
                <c:pt idx="4148">
                  <c:v>0.18296296296296297</c:v>
                </c:pt>
                <c:pt idx="4149">
                  <c:v>0.18296296296296297</c:v>
                </c:pt>
                <c:pt idx="4150">
                  <c:v>0.18296296296296297</c:v>
                </c:pt>
                <c:pt idx="4151">
                  <c:v>0.18296296296296297</c:v>
                </c:pt>
                <c:pt idx="4152">
                  <c:v>0.18296296296296297</c:v>
                </c:pt>
                <c:pt idx="4153">
                  <c:v>0.18296296296296297</c:v>
                </c:pt>
                <c:pt idx="4154">
                  <c:v>0.18311111111111111</c:v>
                </c:pt>
                <c:pt idx="4155">
                  <c:v>0.18325925925925926</c:v>
                </c:pt>
                <c:pt idx="4156">
                  <c:v>0.18325925925925926</c:v>
                </c:pt>
                <c:pt idx="4157">
                  <c:v>0.18325925925925926</c:v>
                </c:pt>
                <c:pt idx="4158">
                  <c:v>0.18325925925925926</c:v>
                </c:pt>
                <c:pt idx="4159">
                  <c:v>0.18340740740740741</c:v>
                </c:pt>
                <c:pt idx="4160">
                  <c:v>0.18340740740740741</c:v>
                </c:pt>
                <c:pt idx="4161">
                  <c:v>0.18355555555555556</c:v>
                </c:pt>
                <c:pt idx="4162">
                  <c:v>0.18355555555555556</c:v>
                </c:pt>
                <c:pt idx="4163">
                  <c:v>0.18355555555555556</c:v>
                </c:pt>
                <c:pt idx="4164">
                  <c:v>0.18355555555555556</c:v>
                </c:pt>
                <c:pt idx="4165">
                  <c:v>0.18355555555555556</c:v>
                </c:pt>
                <c:pt idx="4166">
                  <c:v>0.18355555555555556</c:v>
                </c:pt>
                <c:pt idx="4167">
                  <c:v>0.18355555555555556</c:v>
                </c:pt>
                <c:pt idx="4168">
                  <c:v>0.1837037037037037</c:v>
                </c:pt>
                <c:pt idx="4169">
                  <c:v>0.1837037037037037</c:v>
                </c:pt>
                <c:pt idx="4170">
                  <c:v>0.18385185185185185</c:v>
                </c:pt>
                <c:pt idx="4171">
                  <c:v>0.18385185185185185</c:v>
                </c:pt>
                <c:pt idx="4172">
                  <c:v>0.18385185185185185</c:v>
                </c:pt>
                <c:pt idx="4173">
                  <c:v>0.18385185185185185</c:v>
                </c:pt>
                <c:pt idx="4174">
                  <c:v>0.184</c:v>
                </c:pt>
                <c:pt idx="4175">
                  <c:v>0.184</c:v>
                </c:pt>
                <c:pt idx="4176">
                  <c:v>0.184</c:v>
                </c:pt>
                <c:pt idx="4177">
                  <c:v>0.184</c:v>
                </c:pt>
                <c:pt idx="4178">
                  <c:v>0.184</c:v>
                </c:pt>
                <c:pt idx="4179">
                  <c:v>0.18414814814814814</c:v>
                </c:pt>
                <c:pt idx="4180">
                  <c:v>0.18414814814814814</c:v>
                </c:pt>
                <c:pt idx="4181">
                  <c:v>0.18414814814814814</c:v>
                </c:pt>
                <c:pt idx="4182">
                  <c:v>0.18414814814814814</c:v>
                </c:pt>
                <c:pt idx="4183">
                  <c:v>0.18414814814814814</c:v>
                </c:pt>
                <c:pt idx="4184">
                  <c:v>0.18414814814814814</c:v>
                </c:pt>
                <c:pt idx="4185">
                  <c:v>0.18429629629629629</c:v>
                </c:pt>
                <c:pt idx="4186">
                  <c:v>0.18429629629629629</c:v>
                </c:pt>
                <c:pt idx="4187">
                  <c:v>0.18429629629629629</c:v>
                </c:pt>
                <c:pt idx="4188">
                  <c:v>0.18444444444444444</c:v>
                </c:pt>
                <c:pt idx="4189">
                  <c:v>0.18444444444444444</c:v>
                </c:pt>
                <c:pt idx="4190">
                  <c:v>0.18459259259259259</c:v>
                </c:pt>
                <c:pt idx="4191">
                  <c:v>0.18474074074074073</c:v>
                </c:pt>
                <c:pt idx="4192">
                  <c:v>0.18474074074074073</c:v>
                </c:pt>
                <c:pt idx="4193">
                  <c:v>0.18488888888888888</c:v>
                </c:pt>
                <c:pt idx="4194">
                  <c:v>0.18488888888888888</c:v>
                </c:pt>
                <c:pt idx="4195">
                  <c:v>0.18488888888888888</c:v>
                </c:pt>
                <c:pt idx="4196">
                  <c:v>0.18488888888888888</c:v>
                </c:pt>
                <c:pt idx="4197">
                  <c:v>0.18488888888888888</c:v>
                </c:pt>
                <c:pt idx="4198">
                  <c:v>0.18488888888888888</c:v>
                </c:pt>
                <c:pt idx="4199">
                  <c:v>0.18488888888888888</c:v>
                </c:pt>
                <c:pt idx="4200">
                  <c:v>0.18503703703703703</c:v>
                </c:pt>
                <c:pt idx="4201">
                  <c:v>0.18503703703703703</c:v>
                </c:pt>
                <c:pt idx="4202">
                  <c:v>0.18518518518518517</c:v>
                </c:pt>
                <c:pt idx="4203">
                  <c:v>0.18518518518518517</c:v>
                </c:pt>
                <c:pt idx="4204">
                  <c:v>0.18533333333333332</c:v>
                </c:pt>
                <c:pt idx="4205">
                  <c:v>0.18533333333333332</c:v>
                </c:pt>
                <c:pt idx="4206">
                  <c:v>0.18548148148148147</c:v>
                </c:pt>
                <c:pt idx="4207">
                  <c:v>0.18548148148148147</c:v>
                </c:pt>
                <c:pt idx="4208">
                  <c:v>0.18548148148148147</c:v>
                </c:pt>
                <c:pt idx="4209">
                  <c:v>0.18562962962962962</c:v>
                </c:pt>
                <c:pt idx="4210">
                  <c:v>0.18562962962962962</c:v>
                </c:pt>
                <c:pt idx="4211">
                  <c:v>0.18562962962962962</c:v>
                </c:pt>
                <c:pt idx="4212">
                  <c:v>0.18577777777777776</c:v>
                </c:pt>
                <c:pt idx="4213">
                  <c:v>0.18577777777777776</c:v>
                </c:pt>
                <c:pt idx="4214">
                  <c:v>0.18577777777777776</c:v>
                </c:pt>
                <c:pt idx="4215">
                  <c:v>0.18577777777777776</c:v>
                </c:pt>
                <c:pt idx="4216">
                  <c:v>0.18577777777777776</c:v>
                </c:pt>
                <c:pt idx="4217">
                  <c:v>0.18577777777777776</c:v>
                </c:pt>
                <c:pt idx="4218">
                  <c:v>0.18577777777777776</c:v>
                </c:pt>
                <c:pt idx="4219">
                  <c:v>0.18577777777777776</c:v>
                </c:pt>
                <c:pt idx="4220">
                  <c:v>0.18577777777777776</c:v>
                </c:pt>
                <c:pt idx="4221">
                  <c:v>0.18577777777777776</c:v>
                </c:pt>
                <c:pt idx="4222">
                  <c:v>0.18592592592592594</c:v>
                </c:pt>
                <c:pt idx="4223">
                  <c:v>0.18592592592592594</c:v>
                </c:pt>
                <c:pt idx="4224">
                  <c:v>0.18592592592592594</c:v>
                </c:pt>
                <c:pt idx="4225">
                  <c:v>0.18592592592592594</c:v>
                </c:pt>
                <c:pt idx="4226">
                  <c:v>0.18592592592592594</c:v>
                </c:pt>
                <c:pt idx="4227">
                  <c:v>0.18607407407407409</c:v>
                </c:pt>
                <c:pt idx="4228">
                  <c:v>0.18607407407407409</c:v>
                </c:pt>
                <c:pt idx="4229">
                  <c:v>0.18622222222222223</c:v>
                </c:pt>
                <c:pt idx="4230">
                  <c:v>0.18622222222222223</c:v>
                </c:pt>
                <c:pt idx="4231">
                  <c:v>0.18622222222222223</c:v>
                </c:pt>
                <c:pt idx="4232">
                  <c:v>0.18622222222222223</c:v>
                </c:pt>
                <c:pt idx="4233">
                  <c:v>0.18637037037037038</c:v>
                </c:pt>
                <c:pt idx="4234">
                  <c:v>0.18651851851851853</c:v>
                </c:pt>
                <c:pt idx="4235">
                  <c:v>0.18651851851851853</c:v>
                </c:pt>
                <c:pt idx="4236">
                  <c:v>0.18651851851851853</c:v>
                </c:pt>
                <c:pt idx="4237">
                  <c:v>0.18651851851851853</c:v>
                </c:pt>
                <c:pt idx="4238">
                  <c:v>0.18651851851851853</c:v>
                </c:pt>
                <c:pt idx="4239">
                  <c:v>0.18651851851851853</c:v>
                </c:pt>
                <c:pt idx="4240">
                  <c:v>0.18651851851851853</c:v>
                </c:pt>
                <c:pt idx="4241">
                  <c:v>0.18666666666666668</c:v>
                </c:pt>
                <c:pt idx="4242">
                  <c:v>0.18666666666666668</c:v>
                </c:pt>
                <c:pt idx="4243">
                  <c:v>0.18681481481481482</c:v>
                </c:pt>
                <c:pt idx="4244">
                  <c:v>0.18696296296296297</c:v>
                </c:pt>
                <c:pt idx="4245">
                  <c:v>0.18696296296296297</c:v>
                </c:pt>
                <c:pt idx="4246">
                  <c:v>0.18711111111111112</c:v>
                </c:pt>
                <c:pt idx="4247">
                  <c:v>0.18725925925925926</c:v>
                </c:pt>
                <c:pt idx="4248">
                  <c:v>0.18725925925925926</c:v>
                </c:pt>
                <c:pt idx="4249">
                  <c:v>0.18725925925925926</c:v>
                </c:pt>
                <c:pt idx="4250">
                  <c:v>0.18740740740740741</c:v>
                </c:pt>
                <c:pt idx="4251">
                  <c:v>0.18740740740740741</c:v>
                </c:pt>
                <c:pt idx="4252">
                  <c:v>0.18740740740740741</c:v>
                </c:pt>
                <c:pt idx="4253">
                  <c:v>0.18740740740740741</c:v>
                </c:pt>
                <c:pt idx="4254">
                  <c:v>0.18755555555555556</c:v>
                </c:pt>
                <c:pt idx="4255">
                  <c:v>0.18770370370370371</c:v>
                </c:pt>
                <c:pt idx="4256">
                  <c:v>0.18770370370370371</c:v>
                </c:pt>
                <c:pt idx="4257">
                  <c:v>0.18785185185185185</c:v>
                </c:pt>
                <c:pt idx="4258">
                  <c:v>0.18785185185185185</c:v>
                </c:pt>
                <c:pt idx="4259">
                  <c:v>0.188</c:v>
                </c:pt>
                <c:pt idx="4260">
                  <c:v>0.18814814814814815</c:v>
                </c:pt>
                <c:pt idx="4261">
                  <c:v>0.18829629629629629</c:v>
                </c:pt>
                <c:pt idx="4262">
                  <c:v>0.18829629629629629</c:v>
                </c:pt>
                <c:pt idx="4263">
                  <c:v>0.18829629629629629</c:v>
                </c:pt>
                <c:pt idx="4264">
                  <c:v>0.18829629629629629</c:v>
                </c:pt>
                <c:pt idx="4265">
                  <c:v>0.18829629629629629</c:v>
                </c:pt>
                <c:pt idx="4266">
                  <c:v>0.18829629629629629</c:v>
                </c:pt>
                <c:pt idx="4267">
                  <c:v>0.18829629629629629</c:v>
                </c:pt>
                <c:pt idx="4268">
                  <c:v>0.18844444444444444</c:v>
                </c:pt>
                <c:pt idx="4269">
                  <c:v>0.18844444444444444</c:v>
                </c:pt>
                <c:pt idx="4270">
                  <c:v>0.18844444444444444</c:v>
                </c:pt>
                <c:pt idx="4271">
                  <c:v>0.18844444444444444</c:v>
                </c:pt>
                <c:pt idx="4272">
                  <c:v>0.18859259259259259</c:v>
                </c:pt>
                <c:pt idx="4273">
                  <c:v>0.18874074074074074</c:v>
                </c:pt>
                <c:pt idx="4274">
                  <c:v>0.18874074074074074</c:v>
                </c:pt>
                <c:pt idx="4275">
                  <c:v>0.18874074074074074</c:v>
                </c:pt>
                <c:pt idx="4276">
                  <c:v>0.18874074074074074</c:v>
                </c:pt>
                <c:pt idx="4277">
                  <c:v>0.18874074074074074</c:v>
                </c:pt>
                <c:pt idx="4278">
                  <c:v>0.18874074074074074</c:v>
                </c:pt>
                <c:pt idx="4279">
                  <c:v>0.18874074074074074</c:v>
                </c:pt>
                <c:pt idx="4280">
                  <c:v>0.18888888888888888</c:v>
                </c:pt>
                <c:pt idx="4281">
                  <c:v>0.18903703703703703</c:v>
                </c:pt>
                <c:pt idx="4282">
                  <c:v>0.18903703703703703</c:v>
                </c:pt>
                <c:pt idx="4283">
                  <c:v>0.18918518518518518</c:v>
                </c:pt>
                <c:pt idx="4284">
                  <c:v>0.18918518518518518</c:v>
                </c:pt>
                <c:pt idx="4285">
                  <c:v>0.18918518518518518</c:v>
                </c:pt>
                <c:pt idx="4286">
                  <c:v>0.18918518518518518</c:v>
                </c:pt>
                <c:pt idx="4287">
                  <c:v>0.18918518518518518</c:v>
                </c:pt>
                <c:pt idx="4288">
                  <c:v>0.18918518518518518</c:v>
                </c:pt>
                <c:pt idx="4289">
                  <c:v>0.18918518518518518</c:v>
                </c:pt>
                <c:pt idx="4290">
                  <c:v>0.18918518518518518</c:v>
                </c:pt>
                <c:pt idx="4291">
                  <c:v>0.18933333333333333</c:v>
                </c:pt>
                <c:pt idx="4292">
                  <c:v>0.18948148148148147</c:v>
                </c:pt>
                <c:pt idx="4293">
                  <c:v>0.18948148148148147</c:v>
                </c:pt>
                <c:pt idx="4294">
                  <c:v>0.18962962962962962</c:v>
                </c:pt>
                <c:pt idx="4295">
                  <c:v>0.18977777777777777</c:v>
                </c:pt>
                <c:pt idx="4296">
                  <c:v>0.18977777777777777</c:v>
                </c:pt>
                <c:pt idx="4297">
                  <c:v>0.18977777777777777</c:v>
                </c:pt>
                <c:pt idx="4298">
                  <c:v>0.18977777777777777</c:v>
                </c:pt>
                <c:pt idx="4299">
                  <c:v>0.18977777777777777</c:v>
                </c:pt>
                <c:pt idx="4300">
                  <c:v>0.18977777777777777</c:v>
                </c:pt>
                <c:pt idx="4301">
                  <c:v>0.18977777777777777</c:v>
                </c:pt>
                <c:pt idx="4302">
                  <c:v>0.18977777777777777</c:v>
                </c:pt>
                <c:pt idx="4303">
                  <c:v>0.18977777777777777</c:v>
                </c:pt>
                <c:pt idx="4304">
                  <c:v>0.18977777777777777</c:v>
                </c:pt>
                <c:pt idx="4305">
                  <c:v>0.18992592592592591</c:v>
                </c:pt>
                <c:pt idx="4306">
                  <c:v>0.18992592592592591</c:v>
                </c:pt>
                <c:pt idx="4307">
                  <c:v>0.18992592592592591</c:v>
                </c:pt>
                <c:pt idx="4308">
                  <c:v>0.18992592592592591</c:v>
                </c:pt>
                <c:pt idx="4309">
                  <c:v>0.19007407407407406</c:v>
                </c:pt>
                <c:pt idx="4310">
                  <c:v>0.19007407407407406</c:v>
                </c:pt>
                <c:pt idx="4311">
                  <c:v>0.19022222222222221</c:v>
                </c:pt>
                <c:pt idx="4312">
                  <c:v>0.19022222222222221</c:v>
                </c:pt>
                <c:pt idx="4313">
                  <c:v>0.19022222222222221</c:v>
                </c:pt>
                <c:pt idx="4314">
                  <c:v>0.19022222222222221</c:v>
                </c:pt>
                <c:pt idx="4315">
                  <c:v>0.19037037037037038</c:v>
                </c:pt>
                <c:pt idx="4316">
                  <c:v>0.19051851851851853</c:v>
                </c:pt>
                <c:pt idx="4317">
                  <c:v>0.19051851851851853</c:v>
                </c:pt>
                <c:pt idx="4318">
                  <c:v>0.19051851851851853</c:v>
                </c:pt>
                <c:pt idx="4319">
                  <c:v>0.19066666666666668</c:v>
                </c:pt>
                <c:pt idx="4320">
                  <c:v>0.19066666666666668</c:v>
                </c:pt>
                <c:pt idx="4321">
                  <c:v>0.19081481481481483</c:v>
                </c:pt>
                <c:pt idx="4322">
                  <c:v>0.19096296296296297</c:v>
                </c:pt>
                <c:pt idx="4323">
                  <c:v>0.19096296296296297</c:v>
                </c:pt>
                <c:pt idx="4324">
                  <c:v>0.19096296296296297</c:v>
                </c:pt>
                <c:pt idx="4325">
                  <c:v>0.19111111111111112</c:v>
                </c:pt>
                <c:pt idx="4326">
                  <c:v>0.19111111111111112</c:v>
                </c:pt>
                <c:pt idx="4327">
                  <c:v>0.19111111111111112</c:v>
                </c:pt>
                <c:pt idx="4328">
                  <c:v>0.19111111111111112</c:v>
                </c:pt>
                <c:pt idx="4329">
                  <c:v>0.19125925925925927</c:v>
                </c:pt>
                <c:pt idx="4330">
                  <c:v>0.19125925925925927</c:v>
                </c:pt>
                <c:pt idx="4331">
                  <c:v>0.19125925925925927</c:v>
                </c:pt>
                <c:pt idx="4332">
                  <c:v>0.19125925925925927</c:v>
                </c:pt>
                <c:pt idx="4333">
                  <c:v>0.19125925925925927</c:v>
                </c:pt>
                <c:pt idx="4334">
                  <c:v>0.19125925925925927</c:v>
                </c:pt>
                <c:pt idx="4335">
                  <c:v>0.19125925925925927</c:v>
                </c:pt>
                <c:pt idx="4336">
                  <c:v>0.19140740740740741</c:v>
                </c:pt>
                <c:pt idx="4337">
                  <c:v>0.19140740740740741</c:v>
                </c:pt>
                <c:pt idx="4338">
                  <c:v>0.19140740740740741</c:v>
                </c:pt>
                <c:pt idx="4339">
                  <c:v>0.19155555555555556</c:v>
                </c:pt>
                <c:pt idx="4340">
                  <c:v>0.19155555555555556</c:v>
                </c:pt>
                <c:pt idx="4341">
                  <c:v>0.19155555555555556</c:v>
                </c:pt>
                <c:pt idx="4342">
                  <c:v>0.19155555555555556</c:v>
                </c:pt>
                <c:pt idx="4343">
                  <c:v>0.19155555555555556</c:v>
                </c:pt>
                <c:pt idx="4344">
                  <c:v>0.19155555555555556</c:v>
                </c:pt>
                <c:pt idx="4345">
                  <c:v>0.19155555555555556</c:v>
                </c:pt>
                <c:pt idx="4346">
                  <c:v>0.19155555555555556</c:v>
                </c:pt>
                <c:pt idx="4347">
                  <c:v>0.19155555555555556</c:v>
                </c:pt>
                <c:pt idx="4348">
                  <c:v>0.19170370370370371</c:v>
                </c:pt>
                <c:pt idx="4349">
                  <c:v>0.19170370370370371</c:v>
                </c:pt>
                <c:pt idx="4350">
                  <c:v>0.19170370370370371</c:v>
                </c:pt>
                <c:pt idx="4351">
                  <c:v>0.19185185185185186</c:v>
                </c:pt>
                <c:pt idx="4352">
                  <c:v>0.192</c:v>
                </c:pt>
                <c:pt idx="4353">
                  <c:v>0.192</c:v>
                </c:pt>
                <c:pt idx="4354">
                  <c:v>0.192</c:v>
                </c:pt>
                <c:pt idx="4355">
                  <c:v>0.192</c:v>
                </c:pt>
                <c:pt idx="4356">
                  <c:v>0.192</c:v>
                </c:pt>
                <c:pt idx="4357">
                  <c:v>0.192</c:v>
                </c:pt>
                <c:pt idx="4358">
                  <c:v>0.19214814814814815</c:v>
                </c:pt>
                <c:pt idx="4359">
                  <c:v>0.19214814814814815</c:v>
                </c:pt>
                <c:pt idx="4360">
                  <c:v>0.19214814814814815</c:v>
                </c:pt>
                <c:pt idx="4361">
                  <c:v>0.19214814814814815</c:v>
                </c:pt>
                <c:pt idx="4362">
                  <c:v>0.19214814814814815</c:v>
                </c:pt>
                <c:pt idx="4363">
                  <c:v>0.19214814814814815</c:v>
                </c:pt>
                <c:pt idx="4364">
                  <c:v>0.1922962962962963</c:v>
                </c:pt>
                <c:pt idx="4365">
                  <c:v>0.1922962962962963</c:v>
                </c:pt>
                <c:pt idx="4366">
                  <c:v>0.1922962962962963</c:v>
                </c:pt>
                <c:pt idx="4367">
                  <c:v>0.1922962962962963</c:v>
                </c:pt>
                <c:pt idx="4368">
                  <c:v>0.1922962962962963</c:v>
                </c:pt>
                <c:pt idx="4369">
                  <c:v>0.1922962962962963</c:v>
                </c:pt>
                <c:pt idx="4370">
                  <c:v>0.19244444444444445</c:v>
                </c:pt>
                <c:pt idx="4371">
                  <c:v>0.19244444444444445</c:v>
                </c:pt>
                <c:pt idx="4372">
                  <c:v>0.19244444444444445</c:v>
                </c:pt>
                <c:pt idx="4373">
                  <c:v>0.19244444444444445</c:v>
                </c:pt>
                <c:pt idx="4374">
                  <c:v>0.19244444444444445</c:v>
                </c:pt>
                <c:pt idx="4375">
                  <c:v>0.19244444444444445</c:v>
                </c:pt>
                <c:pt idx="4376">
                  <c:v>0.19244444444444445</c:v>
                </c:pt>
                <c:pt idx="4377">
                  <c:v>0.19244444444444445</c:v>
                </c:pt>
                <c:pt idx="4378">
                  <c:v>0.19244444444444445</c:v>
                </c:pt>
                <c:pt idx="4379">
                  <c:v>0.19259259259259259</c:v>
                </c:pt>
                <c:pt idx="4380">
                  <c:v>0.19259259259259259</c:v>
                </c:pt>
                <c:pt idx="4381">
                  <c:v>0.19259259259259259</c:v>
                </c:pt>
                <c:pt idx="4382">
                  <c:v>0.19259259259259259</c:v>
                </c:pt>
                <c:pt idx="4383">
                  <c:v>0.19259259259259259</c:v>
                </c:pt>
                <c:pt idx="4384">
                  <c:v>0.19259259259259259</c:v>
                </c:pt>
                <c:pt idx="4385">
                  <c:v>0.19259259259259259</c:v>
                </c:pt>
                <c:pt idx="4386">
                  <c:v>0.19259259259259259</c:v>
                </c:pt>
                <c:pt idx="4387">
                  <c:v>0.19274074074074074</c:v>
                </c:pt>
                <c:pt idx="4388">
                  <c:v>0.19274074074074074</c:v>
                </c:pt>
                <c:pt idx="4389">
                  <c:v>0.19274074074074074</c:v>
                </c:pt>
                <c:pt idx="4390">
                  <c:v>0.19274074074074074</c:v>
                </c:pt>
                <c:pt idx="4391">
                  <c:v>0.19288888888888889</c:v>
                </c:pt>
                <c:pt idx="4392">
                  <c:v>0.19288888888888889</c:v>
                </c:pt>
                <c:pt idx="4393">
                  <c:v>0.19303703703703703</c:v>
                </c:pt>
                <c:pt idx="4394">
                  <c:v>0.19303703703703703</c:v>
                </c:pt>
                <c:pt idx="4395">
                  <c:v>0.19318518518518518</c:v>
                </c:pt>
                <c:pt idx="4396">
                  <c:v>0.19318518518518518</c:v>
                </c:pt>
                <c:pt idx="4397">
                  <c:v>0.19333333333333333</c:v>
                </c:pt>
                <c:pt idx="4398">
                  <c:v>0.19333333333333333</c:v>
                </c:pt>
                <c:pt idx="4399">
                  <c:v>0.19333333333333333</c:v>
                </c:pt>
                <c:pt idx="4400">
                  <c:v>0.19333333333333333</c:v>
                </c:pt>
                <c:pt idx="4401">
                  <c:v>0.19333333333333333</c:v>
                </c:pt>
                <c:pt idx="4402">
                  <c:v>0.19333333333333333</c:v>
                </c:pt>
                <c:pt idx="4403">
                  <c:v>0.19348148148148148</c:v>
                </c:pt>
                <c:pt idx="4404">
                  <c:v>0.19348148148148148</c:v>
                </c:pt>
                <c:pt idx="4405">
                  <c:v>0.19348148148148148</c:v>
                </c:pt>
                <c:pt idx="4406">
                  <c:v>0.19348148148148148</c:v>
                </c:pt>
                <c:pt idx="4407">
                  <c:v>0.19348148148148148</c:v>
                </c:pt>
                <c:pt idx="4408">
                  <c:v>0.19348148148148148</c:v>
                </c:pt>
                <c:pt idx="4409">
                  <c:v>0.19348148148148148</c:v>
                </c:pt>
                <c:pt idx="4410">
                  <c:v>0.19348148148148148</c:v>
                </c:pt>
                <c:pt idx="4411">
                  <c:v>0.19348148148148148</c:v>
                </c:pt>
                <c:pt idx="4412">
                  <c:v>0.19348148148148148</c:v>
                </c:pt>
                <c:pt idx="4413">
                  <c:v>0.19348148148148148</c:v>
                </c:pt>
                <c:pt idx="4414">
                  <c:v>0.19348148148148148</c:v>
                </c:pt>
                <c:pt idx="4415">
                  <c:v>0.19348148148148148</c:v>
                </c:pt>
                <c:pt idx="4416">
                  <c:v>0.19348148148148148</c:v>
                </c:pt>
                <c:pt idx="4417">
                  <c:v>0.19348148148148148</c:v>
                </c:pt>
                <c:pt idx="4418">
                  <c:v>0.19348148148148148</c:v>
                </c:pt>
                <c:pt idx="4419">
                  <c:v>0.19348148148148148</c:v>
                </c:pt>
                <c:pt idx="4420">
                  <c:v>0.19348148148148148</c:v>
                </c:pt>
                <c:pt idx="4421">
                  <c:v>0.19362962962962962</c:v>
                </c:pt>
                <c:pt idx="4422">
                  <c:v>0.19362962962962962</c:v>
                </c:pt>
                <c:pt idx="4423">
                  <c:v>0.19377777777777777</c:v>
                </c:pt>
                <c:pt idx="4424">
                  <c:v>0.19392592592592592</c:v>
                </c:pt>
                <c:pt idx="4425">
                  <c:v>0.19392592592592592</c:v>
                </c:pt>
                <c:pt idx="4426">
                  <c:v>0.19407407407407407</c:v>
                </c:pt>
                <c:pt idx="4427">
                  <c:v>0.19407407407407407</c:v>
                </c:pt>
                <c:pt idx="4428">
                  <c:v>0.19422222222222221</c:v>
                </c:pt>
                <c:pt idx="4429">
                  <c:v>0.19422222222222221</c:v>
                </c:pt>
                <c:pt idx="4430">
                  <c:v>0.19437037037037036</c:v>
                </c:pt>
                <c:pt idx="4431">
                  <c:v>0.19437037037037036</c:v>
                </c:pt>
                <c:pt idx="4432">
                  <c:v>0.19437037037037036</c:v>
                </c:pt>
                <c:pt idx="4433">
                  <c:v>0.19437037037037036</c:v>
                </c:pt>
                <c:pt idx="4434">
                  <c:v>0.19451851851851851</c:v>
                </c:pt>
                <c:pt idx="4435">
                  <c:v>0.19451851851851851</c:v>
                </c:pt>
                <c:pt idx="4436">
                  <c:v>0.19451851851851851</c:v>
                </c:pt>
                <c:pt idx="4437">
                  <c:v>0.19466666666666665</c:v>
                </c:pt>
                <c:pt idx="4438">
                  <c:v>0.1948148148148148</c:v>
                </c:pt>
                <c:pt idx="4439">
                  <c:v>0.1948148148148148</c:v>
                </c:pt>
                <c:pt idx="4440">
                  <c:v>0.1948148148148148</c:v>
                </c:pt>
                <c:pt idx="4441">
                  <c:v>0.1948148148148148</c:v>
                </c:pt>
                <c:pt idx="4442">
                  <c:v>0.1948148148148148</c:v>
                </c:pt>
                <c:pt idx="4443">
                  <c:v>0.1948148148148148</c:v>
                </c:pt>
                <c:pt idx="4444">
                  <c:v>0.1948148148148148</c:v>
                </c:pt>
                <c:pt idx="4445">
                  <c:v>0.19496296296296298</c:v>
                </c:pt>
                <c:pt idx="4446">
                  <c:v>0.19496296296296298</c:v>
                </c:pt>
                <c:pt idx="4447">
                  <c:v>0.19496296296296298</c:v>
                </c:pt>
                <c:pt idx="4448">
                  <c:v>0.19496296296296298</c:v>
                </c:pt>
                <c:pt idx="4449">
                  <c:v>0.19496296296296298</c:v>
                </c:pt>
                <c:pt idx="4450">
                  <c:v>0.19496296296296298</c:v>
                </c:pt>
                <c:pt idx="4451">
                  <c:v>0.19511111111111112</c:v>
                </c:pt>
                <c:pt idx="4452">
                  <c:v>0.19511111111111112</c:v>
                </c:pt>
                <c:pt idx="4453">
                  <c:v>0.19511111111111112</c:v>
                </c:pt>
                <c:pt idx="4454">
                  <c:v>0.19511111111111112</c:v>
                </c:pt>
                <c:pt idx="4455">
                  <c:v>0.19511111111111112</c:v>
                </c:pt>
                <c:pt idx="4456">
                  <c:v>0.19525925925925927</c:v>
                </c:pt>
                <c:pt idx="4457">
                  <c:v>0.19540740740740742</c:v>
                </c:pt>
                <c:pt idx="4458">
                  <c:v>0.19540740740740742</c:v>
                </c:pt>
                <c:pt idx="4459">
                  <c:v>0.19555555555555557</c:v>
                </c:pt>
                <c:pt idx="4460">
                  <c:v>0.19555555555555557</c:v>
                </c:pt>
                <c:pt idx="4461">
                  <c:v>0.19570370370370371</c:v>
                </c:pt>
                <c:pt idx="4462">
                  <c:v>0.19570370370370371</c:v>
                </c:pt>
                <c:pt idx="4463">
                  <c:v>0.19585185185185186</c:v>
                </c:pt>
                <c:pt idx="4464">
                  <c:v>0.19585185185185186</c:v>
                </c:pt>
                <c:pt idx="4465">
                  <c:v>0.19600000000000001</c:v>
                </c:pt>
                <c:pt idx="4466">
                  <c:v>0.19600000000000001</c:v>
                </c:pt>
                <c:pt idx="4467">
                  <c:v>0.19600000000000001</c:v>
                </c:pt>
                <c:pt idx="4468">
                  <c:v>0.19600000000000001</c:v>
                </c:pt>
                <c:pt idx="4469">
                  <c:v>0.19600000000000001</c:v>
                </c:pt>
                <c:pt idx="4470">
                  <c:v>0.19600000000000001</c:v>
                </c:pt>
                <c:pt idx="4471">
                  <c:v>0.19600000000000001</c:v>
                </c:pt>
                <c:pt idx="4472">
                  <c:v>0.19614814814814815</c:v>
                </c:pt>
                <c:pt idx="4473">
                  <c:v>0.19614814814814815</c:v>
                </c:pt>
                <c:pt idx="4474">
                  <c:v>0.19614814814814815</c:v>
                </c:pt>
                <c:pt idx="4475">
                  <c:v>0.19614814814814815</c:v>
                </c:pt>
                <c:pt idx="4476">
                  <c:v>0.1962962962962963</c:v>
                </c:pt>
                <c:pt idx="4477">
                  <c:v>0.1962962962962963</c:v>
                </c:pt>
                <c:pt idx="4478">
                  <c:v>0.19644444444444445</c:v>
                </c:pt>
                <c:pt idx="4479">
                  <c:v>0.19644444444444445</c:v>
                </c:pt>
                <c:pt idx="4480">
                  <c:v>0.19644444444444445</c:v>
                </c:pt>
                <c:pt idx="4481">
                  <c:v>0.19644444444444445</c:v>
                </c:pt>
                <c:pt idx="4482">
                  <c:v>0.19644444444444445</c:v>
                </c:pt>
                <c:pt idx="4483">
                  <c:v>0.19644444444444445</c:v>
                </c:pt>
                <c:pt idx="4484">
                  <c:v>0.19644444444444445</c:v>
                </c:pt>
                <c:pt idx="4485">
                  <c:v>0.1965925925925926</c:v>
                </c:pt>
                <c:pt idx="4486">
                  <c:v>0.1965925925925926</c:v>
                </c:pt>
                <c:pt idx="4487">
                  <c:v>0.19674074074074074</c:v>
                </c:pt>
                <c:pt idx="4488">
                  <c:v>0.19674074074074074</c:v>
                </c:pt>
                <c:pt idx="4489">
                  <c:v>0.19674074074074074</c:v>
                </c:pt>
                <c:pt idx="4490">
                  <c:v>0.19674074074074074</c:v>
                </c:pt>
                <c:pt idx="4491">
                  <c:v>0.19688888888888889</c:v>
                </c:pt>
                <c:pt idx="4492">
                  <c:v>0.19688888888888889</c:v>
                </c:pt>
                <c:pt idx="4493">
                  <c:v>0.19688888888888889</c:v>
                </c:pt>
                <c:pt idx="4494">
                  <c:v>0.19688888888888889</c:v>
                </c:pt>
                <c:pt idx="4495">
                  <c:v>0.19703703703703704</c:v>
                </c:pt>
                <c:pt idx="4496">
                  <c:v>0.19718518518518519</c:v>
                </c:pt>
                <c:pt idx="4497">
                  <c:v>0.19718518518518519</c:v>
                </c:pt>
                <c:pt idx="4498">
                  <c:v>0.19718518518518519</c:v>
                </c:pt>
                <c:pt idx="4499">
                  <c:v>0.19718518518518519</c:v>
                </c:pt>
                <c:pt idx="4500">
                  <c:v>0.19718518518518519</c:v>
                </c:pt>
                <c:pt idx="4501">
                  <c:v>0.19718518518518519</c:v>
                </c:pt>
                <c:pt idx="4502">
                  <c:v>0.19718518518518519</c:v>
                </c:pt>
                <c:pt idx="4503">
                  <c:v>0.19718518518518519</c:v>
                </c:pt>
                <c:pt idx="4504">
                  <c:v>0.19718518518518519</c:v>
                </c:pt>
                <c:pt idx="4505">
                  <c:v>0.19718518518518519</c:v>
                </c:pt>
                <c:pt idx="4506">
                  <c:v>0.19733333333333333</c:v>
                </c:pt>
                <c:pt idx="4507">
                  <c:v>0.19748148148148148</c:v>
                </c:pt>
                <c:pt idx="4508">
                  <c:v>0.19762962962962963</c:v>
                </c:pt>
                <c:pt idx="4509">
                  <c:v>0.19777777777777777</c:v>
                </c:pt>
                <c:pt idx="4510">
                  <c:v>0.19777777777777777</c:v>
                </c:pt>
                <c:pt idx="4511">
                  <c:v>0.19777777777777777</c:v>
                </c:pt>
                <c:pt idx="4512">
                  <c:v>0.19792592592592592</c:v>
                </c:pt>
                <c:pt idx="4513">
                  <c:v>0.19792592592592592</c:v>
                </c:pt>
                <c:pt idx="4514">
                  <c:v>0.19792592592592592</c:v>
                </c:pt>
                <c:pt idx="4515">
                  <c:v>0.19807407407407407</c:v>
                </c:pt>
                <c:pt idx="4516">
                  <c:v>0.19807407407407407</c:v>
                </c:pt>
                <c:pt idx="4517">
                  <c:v>0.19822222222222222</c:v>
                </c:pt>
                <c:pt idx="4518">
                  <c:v>0.19822222222222222</c:v>
                </c:pt>
                <c:pt idx="4519">
                  <c:v>0.19822222222222222</c:v>
                </c:pt>
                <c:pt idx="4520">
                  <c:v>0.19822222222222222</c:v>
                </c:pt>
                <c:pt idx="4521">
                  <c:v>0.19837037037037036</c:v>
                </c:pt>
                <c:pt idx="4522">
                  <c:v>0.19837037037037036</c:v>
                </c:pt>
                <c:pt idx="4523">
                  <c:v>0.19837037037037036</c:v>
                </c:pt>
                <c:pt idx="4524">
                  <c:v>0.19837037037037036</c:v>
                </c:pt>
                <c:pt idx="4525">
                  <c:v>0.19851851851851851</c:v>
                </c:pt>
                <c:pt idx="4526">
                  <c:v>0.19851851851851851</c:v>
                </c:pt>
                <c:pt idx="4527">
                  <c:v>0.19851851851851851</c:v>
                </c:pt>
                <c:pt idx="4528">
                  <c:v>0.19866666666666666</c:v>
                </c:pt>
                <c:pt idx="4529">
                  <c:v>0.19881481481481481</c:v>
                </c:pt>
                <c:pt idx="4530">
                  <c:v>0.19896296296296295</c:v>
                </c:pt>
                <c:pt idx="4531">
                  <c:v>0.1991111111111111</c:v>
                </c:pt>
                <c:pt idx="4532">
                  <c:v>0.1991111111111111</c:v>
                </c:pt>
                <c:pt idx="4533">
                  <c:v>0.19925925925925925</c:v>
                </c:pt>
                <c:pt idx="4534">
                  <c:v>0.19925925925925925</c:v>
                </c:pt>
                <c:pt idx="4535">
                  <c:v>0.19940740740740739</c:v>
                </c:pt>
                <c:pt idx="4536">
                  <c:v>0.19940740740740739</c:v>
                </c:pt>
                <c:pt idx="4537">
                  <c:v>0.19940740740740739</c:v>
                </c:pt>
                <c:pt idx="4538">
                  <c:v>0.19940740740740739</c:v>
                </c:pt>
                <c:pt idx="4539">
                  <c:v>0.19955555555555557</c:v>
                </c:pt>
                <c:pt idx="4540">
                  <c:v>0.19955555555555557</c:v>
                </c:pt>
                <c:pt idx="4541">
                  <c:v>0.19955555555555557</c:v>
                </c:pt>
                <c:pt idx="4542">
                  <c:v>0.19955555555555557</c:v>
                </c:pt>
                <c:pt idx="4543">
                  <c:v>0.19955555555555557</c:v>
                </c:pt>
                <c:pt idx="4544">
                  <c:v>0.19955555555555557</c:v>
                </c:pt>
                <c:pt idx="4545">
                  <c:v>0.19955555555555557</c:v>
                </c:pt>
                <c:pt idx="4546">
                  <c:v>0.19970370370370372</c:v>
                </c:pt>
                <c:pt idx="4547">
                  <c:v>0.19985185185185186</c:v>
                </c:pt>
                <c:pt idx="4548">
                  <c:v>0.19985185185185186</c:v>
                </c:pt>
                <c:pt idx="4549">
                  <c:v>0.19985185185185186</c:v>
                </c:pt>
                <c:pt idx="4550">
                  <c:v>0.19985185185185186</c:v>
                </c:pt>
                <c:pt idx="4551">
                  <c:v>0.2</c:v>
                </c:pt>
                <c:pt idx="4552">
                  <c:v>0.20014814814814816</c:v>
                </c:pt>
                <c:pt idx="4553">
                  <c:v>0.20014814814814816</c:v>
                </c:pt>
                <c:pt idx="4554">
                  <c:v>0.20014814814814816</c:v>
                </c:pt>
                <c:pt idx="4555">
                  <c:v>0.20014814814814816</c:v>
                </c:pt>
                <c:pt idx="4556">
                  <c:v>0.20014814814814816</c:v>
                </c:pt>
                <c:pt idx="4557">
                  <c:v>0.20029629629629631</c:v>
                </c:pt>
                <c:pt idx="4558">
                  <c:v>0.20029629629629631</c:v>
                </c:pt>
                <c:pt idx="4559">
                  <c:v>0.20029629629629631</c:v>
                </c:pt>
                <c:pt idx="4560">
                  <c:v>0.20044444444444445</c:v>
                </c:pt>
                <c:pt idx="4561">
                  <c:v>0.2005925925925926</c:v>
                </c:pt>
                <c:pt idx="4562">
                  <c:v>0.2005925925925926</c:v>
                </c:pt>
                <c:pt idx="4563">
                  <c:v>0.20074074074074075</c:v>
                </c:pt>
                <c:pt idx="4564">
                  <c:v>0.20074074074074075</c:v>
                </c:pt>
                <c:pt idx="4565">
                  <c:v>0.20074074074074075</c:v>
                </c:pt>
                <c:pt idx="4566">
                  <c:v>0.20088888888888889</c:v>
                </c:pt>
                <c:pt idx="4567">
                  <c:v>0.20088888888888889</c:v>
                </c:pt>
                <c:pt idx="4568">
                  <c:v>0.20088888888888889</c:v>
                </c:pt>
                <c:pt idx="4569">
                  <c:v>0.20088888888888889</c:v>
                </c:pt>
                <c:pt idx="4570">
                  <c:v>0.20088888888888889</c:v>
                </c:pt>
                <c:pt idx="4571">
                  <c:v>0.20088888888888889</c:v>
                </c:pt>
                <c:pt idx="4572">
                  <c:v>0.20088888888888889</c:v>
                </c:pt>
                <c:pt idx="4573">
                  <c:v>0.20103703703703704</c:v>
                </c:pt>
                <c:pt idx="4574">
                  <c:v>0.20103703703703704</c:v>
                </c:pt>
                <c:pt idx="4575">
                  <c:v>0.20118518518518519</c:v>
                </c:pt>
                <c:pt idx="4576">
                  <c:v>0.20133333333333334</c:v>
                </c:pt>
                <c:pt idx="4577">
                  <c:v>0.20133333333333334</c:v>
                </c:pt>
                <c:pt idx="4578">
                  <c:v>0.20133333333333334</c:v>
                </c:pt>
                <c:pt idx="4579">
                  <c:v>0.20133333333333334</c:v>
                </c:pt>
                <c:pt idx="4580">
                  <c:v>0.20148148148148148</c:v>
                </c:pt>
                <c:pt idx="4581">
                  <c:v>0.20148148148148148</c:v>
                </c:pt>
                <c:pt idx="4582">
                  <c:v>0.20148148148148148</c:v>
                </c:pt>
                <c:pt idx="4583">
                  <c:v>0.20148148148148148</c:v>
                </c:pt>
                <c:pt idx="4584">
                  <c:v>0.20162962962962963</c:v>
                </c:pt>
                <c:pt idx="4585">
                  <c:v>0.20162962962962963</c:v>
                </c:pt>
                <c:pt idx="4586">
                  <c:v>0.20162962962962963</c:v>
                </c:pt>
                <c:pt idx="4587">
                  <c:v>0.20177777777777778</c:v>
                </c:pt>
                <c:pt idx="4588">
                  <c:v>0.20177777777777778</c:v>
                </c:pt>
                <c:pt idx="4589">
                  <c:v>0.20177777777777778</c:v>
                </c:pt>
                <c:pt idx="4590">
                  <c:v>0.20177777777777778</c:v>
                </c:pt>
                <c:pt idx="4591">
                  <c:v>0.20177777777777778</c:v>
                </c:pt>
                <c:pt idx="4592">
                  <c:v>0.20177777777777778</c:v>
                </c:pt>
                <c:pt idx="4593">
                  <c:v>0.20192592592592593</c:v>
                </c:pt>
                <c:pt idx="4594">
                  <c:v>0.20207407407407407</c:v>
                </c:pt>
                <c:pt idx="4595">
                  <c:v>0.20207407407407407</c:v>
                </c:pt>
                <c:pt idx="4596">
                  <c:v>0.20207407407407407</c:v>
                </c:pt>
                <c:pt idx="4597">
                  <c:v>0.20207407407407407</c:v>
                </c:pt>
                <c:pt idx="4598">
                  <c:v>0.20207407407407407</c:v>
                </c:pt>
                <c:pt idx="4599">
                  <c:v>0.20207407407407407</c:v>
                </c:pt>
                <c:pt idx="4600">
                  <c:v>0.20207407407407407</c:v>
                </c:pt>
                <c:pt idx="4601">
                  <c:v>0.20207407407407407</c:v>
                </c:pt>
                <c:pt idx="4602">
                  <c:v>0.20222222222222222</c:v>
                </c:pt>
                <c:pt idx="4603">
                  <c:v>0.20222222222222222</c:v>
                </c:pt>
                <c:pt idx="4604">
                  <c:v>0.20237037037037037</c:v>
                </c:pt>
                <c:pt idx="4605">
                  <c:v>0.20251851851851851</c:v>
                </c:pt>
                <c:pt idx="4606">
                  <c:v>0.20251851851851851</c:v>
                </c:pt>
                <c:pt idx="4607">
                  <c:v>0.20266666666666666</c:v>
                </c:pt>
                <c:pt idx="4608">
                  <c:v>0.20266666666666666</c:v>
                </c:pt>
                <c:pt idx="4609">
                  <c:v>0.20266666666666666</c:v>
                </c:pt>
                <c:pt idx="4610">
                  <c:v>0.20266666666666666</c:v>
                </c:pt>
                <c:pt idx="4611">
                  <c:v>0.20281481481481481</c:v>
                </c:pt>
                <c:pt idx="4612">
                  <c:v>0.20281481481481481</c:v>
                </c:pt>
                <c:pt idx="4613">
                  <c:v>0.20281481481481481</c:v>
                </c:pt>
                <c:pt idx="4614">
                  <c:v>0.20281481481481481</c:v>
                </c:pt>
                <c:pt idx="4615">
                  <c:v>0.20281481481481481</c:v>
                </c:pt>
                <c:pt idx="4616">
                  <c:v>0.20281481481481481</c:v>
                </c:pt>
                <c:pt idx="4617">
                  <c:v>0.20281481481481481</c:v>
                </c:pt>
                <c:pt idx="4618">
                  <c:v>0.20281481481481481</c:v>
                </c:pt>
                <c:pt idx="4619">
                  <c:v>0.20281481481481481</c:v>
                </c:pt>
                <c:pt idx="4620">
                  <c:v>0.20296296296296296</c:v>
                </c:pt>
                <c:pt idx="4621">
                  <c:v>0.20296296296296296</c:v>
                </c:pt>
                <c:pt idx="4622">
                  <c:v>0.20296296296296296</c:v>
                </c:pt>
                <c:pt idx="4623">
                  <c:v>0.20296296296296296</c:v>
                </c:pt>
                <c:pt idx="4624">
                  <c:v>0.20296296296296296</c:v>
                </c:pt>
                <c:pt idx="4625">
                  <c:v>0.20296296296296296</c:v>
                </c:pt>
                <c:pt idx="4626">
                  <c:v>0.20296296296296296</c:v>
                </c:pt>
                <c:pt idx="4627">
                  <c:v>0.20296296296296296</c:v>
                </c:pt>
                <c:pt idx="4628">
                  <c:v>0.2031111111111111</c:v>
                </c:pt>
                <c:pt idx="4629">
                  <c:v>0.2031111111111111</c:v>
                </c:pt>
                <c:pt idx="4630">
                  <c:v>0.2031111111111111</c:v>
                </c:pt>
                <c:pt idx="4631">
                  <c:v>0.2031111111111111</c:v>
                </c:pt>
                <c:pt idx="4632">
                  <c:v>0.2031111111111111</c:v>
                </c:pt>
                <c:pt idx="4633">
                  <c:v>0.2031111111111111</c:v>
                </c:pt>
                <c:pt idx="4634">
                  <c:v>0.20325925925925925</c:v>
                </c:pt>
                <c:pt idx="4635">
                  <c:v>0.2034074074074074</c:v>
                </c:pt>
                <c:pt idx="4636">
                  <c:v>0.2034074074074074</c:v>
                </c:pt>
                <c:pt idx="4637">
                  <c:v>0.20355555555555555</c:v>
                </c:pt>
                <c:pt idx="4638">
                  <c:v>0.20355555555555555</c:v>
                </c:pt>
                <c:pt idx="4639">
                  <c:v>0.20355555555555555</c:v>
                </c:pt>
                <c:pt idx="4640">
                  <c:v>0.20370370370370369</c:v>
                </c:pt>
                <c:pt idx="4641">
                  <c:v>0.20370370370370369</c:v>
                </c:pt>
                <c:pt idx="4642">
                  <c:v>0.20370370370370369</c:v>
                </c:pt>
                <c:pt idx="4643">
                  <c:v>0.20385185185185184</c:v>
                </c:pt>
                <c:pt idx="4644">
                  <c:v>0.20385185185185184</c:v>
                </c:pt>
                <c:pt idx="4645">
                  <c:v>0.20385185185185184</c:v>
                </c:pt>
                <c:pt idx="4646">
                  <c:v>0.20399999999999999</c:v>
                </c:pt>
                <c:pt idx="4647">
                  <c:v>0.20399999999999999</c:v>
                </c:pt>
                <c:pt idx="4648">
                  <c:v>0.20399999999999999</c:v>
                </c:pt>
                <c:pt idx="4649">
                  <c:v>0.20399999999999999</c:v>
                </c:pt>
                <c:pt idx="4650">
                  <c:v>0.20399999999999999</c:v>
                </c:pt>
                <c:pt idx="4651">
                  <c:v>0.20414814814814816</c:v>
                </c:pt>
                <c:pt idx="4652">
                  <c:v>0.20414814814814816</c:v>
                </c:pt>
                <c:pt idx="4653">
                  <c:v>0.20414814814814816</c:v>
                </c:pt>
                <c:pt idx="4654">
                  <c:v>0.20414814814814816</c:v>
                </c:pt>
                <c:pt idx="4655">
                  <c:v>0.20414814814814816</c:v>
                </c:pt>
                <c:pt idx="4656">
                  <c:v>0.20414814814814816</c:v>
                </c:pt>
                <c:pt idx="4657">
                  <c:v>0.20414814814814816</c:v>
                </c:pt>
                <c:pt idx="4658">
                  <c:v>0.20429629629629631</c:v>
                </c:pt>
                <c:pt idx="4659">
                  <c:v>0.20429629629629631</c:v>
                </c:pt>
                <c:pt idx="4660">
                  <c:v>0.20429629629629631</c:v>
                </c:pt>
                <c:pt idx="4661">
                  <c:v>0.20429629629629631</c:v>
                </c:pt>
                <c:pt idx="4662">
                  <c:v>0.20429629629629631</c:v>
                </c:pt>
                <c:pt idx="4663">
                  <c:v>0.20429629629629631</c:v>
                </c:pt>
                <c:pt idx="4664">
                  <c:v>0.20444444444444446</c:v>
                </c:pt>
                <c:pt idx="4665">
                  <c:v>0.20444444444444446</c:v>
                </c:pt>
                <c:pt idx="4666">
                  <c:v>0.20444444444444446</c:v>
                </c:pt>
                <c:pt idx="4667">
                  <c:v>0.20444444444444446</c:v>
                </c:pt>
                <c:pt idx="4668">
                  <c:v>0.20444444444444446</c:v>
                </c:pt>
                <c:pt idx="4669">
                  <c:v>0.20444444444444446</c:v>
                </c:pt>
                <c:pt idx="4670">
                  <c:v>0.20444444444444446</c:v>
                </c:pt>
                <c:pt idx="4671">
                  <c:v>0.20444444444444446</c:v>
                </c:pt>
                <c:pt idx="4672">
                  <c:v>0.20444444444444446</c:v>
                </c:pt>
                <c:pt idx="4673">
                  <c:v>0.2045925925925926</c:v>
                </c:pt>
                <c:pt idx="4674">
                  <c:v>0.2045925925925926</c:v>
                </c:pt>
                <c:pt idx="4675">
                  <c:v>0.2045925925925926</c:v>
                </c:pt>
                <c:pt idx="4676">
                  <c:v>0.2045925925925926</c:v>
                </c:pt>
                <c:pt idx="4677">
                  <c:v>0.20474074074074075</c:v>
                </c:pt>
                <c:pt idx="4678">
                  <c:v>0.2048888888888889</c:v>
                </c:pt>
                <c:pt idx="4679">
                  <c:v>0.2048888888888889</c:v>
                </c:pt>
                <c:pt idx="4680">
                  <c:v>0.20503703703703705</c:v>
                </c:pt>
                <c:pt idx="4681">
                  <c:v>0.20503703703703705</c:v>
                </c:pt>
                <c:pt idx="4682">
                  <c:v>0.20518518518518519</c:v>
                </c:pt>
                <c:pt idx="4683">
                  <c:v>0.20518518518518519</c:v>
                </c:pt>
                <c:pt idx="4684">
                  <c:v>0.20533333333333334</c:v>
                </c:pt>
                <c:pt idx="4685">
                  <c:v>0.20548148148148149</c:v>
                </c:pt>
                <c:pt idx="4686">
                  <c:v>0.20562962962962963</c:v>
                </c:pt>
                <c:pt idx="4687">
                  <c:v>0.20562962962962963</c:v>
                </c:pt>
                <c:pt idx="4688">
                  <c:v>0.20562962962962963</c:v>
                </c:pt>
                <c:pt idx="4689">
                  <c:v>0.20577777777777778</c:v>
                </c:pt>
                <c:pt idx="4690">
                  <c:v>0.20577777777777778</c:v>
                </c:pt>
                <c:pt idx="4691">
                  <c:v>0.20592592592592593</c:v>
                </c:pt>
                <c:pt idx="4692">
                  <c:v>0.20592592592592593</c:v>
                </c:pt>
                <c:pt idx="4693">
                  <c:v>0.20592592592592593</c:v>
                </c:pt>
                <c:pt idx="4694">
                  <c:v>0.20607407407407408</c:v>
                </c:pt>
                <c:pt idx="4695">
                  <c:v>0.20607407407407408</c:v>
                </c:pt>
                <c:pt idx="4696">
                  <c:v>0.20622222222222222</c:v>
                </c:pt>
                <c:pt idx="4697">
                  <c:v>0.20622222222222222</c:v>
                </c:pt>
                <c:pt idx="4698">
                  <c:v>0.20622222222222222</c:v>
                </c:pt>
                <c:pt idx="4699">
                  <c:v>0.20622222222222222</c:v>
                </c:pt>
                <c:pt idx="4700">
                  <c:v>0.20622222222222222</c:v>
                </c:pt>
                <c:pt idx="4701">
                  <c:v>0.20622222222222222</c:v>
                </c:pt>
                <c:pt idx="4702">
                  <c:v>0.20622222222222222</c:v>
                </c:pt>
                <c:pt idx="4703">
                  <c:v>0.20622222222222222</c:v>
                </c:pt>
                <c:pt idx="4704">
                  <c:v>0.20622222222222222</c:v>
                </c:pt>
                <c:pt idx="4705">
                  <c:v>0.20622222222222222</c:v>
                </c:pt>
                <c:pt idx="4706">
                  <c:v>0.20622222222222222</c:v>
                </c:pt>
                <c:pt idx="4707">
                  <c:v>0.20637037037037037</c:v>
                </c:pt>
                <c:pt idx="4708">
                  <c:v>0.20651851851851852</c:v>
                </c:pt>
                <c:pt idx="4709">
                  <c:v>0.20666666666666667</c:v>
                </c:pt>
                <c:pt idx="4710">
                  <c:v>0.20681481481481481</c:v>
                </c:pt>
                <c:pt idx="4711">
                  <c:v>0.20681481481481481</c:v>
                </c:pt>
                <c:pt idx="4712">
                  <c:v>0.20696296296296296</c:v>
                </c:pt>
                <c:pt idx="4713">
                  <c:v>0.20711111111111111</c:v>
                </c:pt>
                <c:pt idx="4714">
                  <c:v>0.20711111111111111</c:v>
                </c:pt>
                <c:pt idx="4715">
                  <c:v>0.20711111111111111</c:v>
                </c:pt>
                <c:pt idx="4716">
                  <c:v>0.20711111111111111</c:v>
                </c:pt>
                <c:pt idx="4717">
                  <c:v>0.20725925925925925</c:v>
                </c:pt>
                <c:pt idx="4718">
                  <c:v>0.20725925925925925</c:v>
                </c:pt>
                <c:pt idx="4719">
                  <c:v>0.20725925925925925</c:v>
                </c:pt>
                <c:pt idx="4720">
                  <c:v>0.20725925925925925</c:v>
                </c:pt>
                <c:pt idx="4721">
                  <c:v>0.20725925925925925</c:v>
                </c:pt>
                <c:pt idx="4722">
                  <c:v>0.2074074074074074</c:v>
                </c:pt>
                <c:pt idx="4723">
                  <c:v>0.2074074074074074</c:v>
                </c:pt>
                <c:pt idx="4724">
                  <c:v>0.20755555555555555</c:v>
                </c:pt>
                <c:pt idx="4725">
                  <c:v>0.20755555555555555</c:v>
                </c:pt>
                <c:pt idx="4726">
                  <c:v>0.20755555555555555</c:v>
                </c:pt>
                <c:pt idx="4727">
                  <c:v>0.20755555555555555</c:v>
                </c:pt>
                <c:pt idx="4728">
                  <c:v>0.20755555555555555</c:v>
                </c:pt>
                <c:pt idx="4729">
                  <c:v>0.20755555555555555</c:v>
                </c:pt>
                <c:pt idx="4730">
                  <c:v>0.20755555555555555</c:v>
                </c:pt>
                <c:pt idx="4731">
                  <c:v>0.2077037037037037</c:v>
                </c:pt>
                <c:pt idx="4732">
                  <c:v>0.2077037037037037</c:v>
                </c:pt>
                <c:pt idx="4733">
                  <c:v>0.20785185185185184</c:v>
                </c:pt>
                <c:pt idx="4734">
                  <c:v>0.20785185185185184</c:v>
                </c:pt>
                <c:pt idx="4735">
                  <c:v>0.20785185185185184</c:v>
                </c:pt>
                <c:pt idx="4736">
                  <c:v>0.20785185185185184</c:v>
                </c:pt>
                <c:pt idx="4737">
                  <c:v>0.20799999999999999</c:v>
                </c:pt>
                <c:pt idx="4738">
                  <c:v>0.20799999999999999</c:v>
                </c:pt>
                <c:pt idx="4739">
                  <c:v>0.20814814814814814</c:v>
                </c:pt>
                <c:pt idx="4740">
                  <c:v>0.20814814814814814</c:v>
                </c:pt>
                <c:pt idx="4741">
                  <c:v>0.20814814814814814</c:v>
                </c:pt>
                <c:pt idx="4742">
                  <c:v>0.20829629629629628</c:v>
                </c:pt>
                <c:pt idx="4743">
                  <c:v>0.20844444444444443</c:v>
                </c:pt>
                <c:pt idx="4744">
                  <c:v>0.20844444444444443</c:v>
                </c:pt>
                <c:pt idx="4745">
                  <c:v>0.20844444444444443</c:v>
                </c:pt>
                <c:pt idx="4746">
                  <c:v>0.20844444444444443</c:v>
                </c:pt>
                <c:pt idx="4747">
                  <c:v>0.20844444444444443</c:v>
                </c:pt>
                <c:pt idx="4748">
                  <c:v>0.20844444444444443</c:v>
                </c:pt>
                <c:pt idx="4749">
                  <c:v>0.20844444444444443</c:v>
                </c:pt>
                <c:pt idx="4750">
                  <c:v>0.20859259259259258</c:v>
                </c:pt>
                <c:pt idx="4751">
                  <c:v>0.20859259259259258</c:v>
                </c:pt>
                <c:pt idx="4752">
                  <c:v>0.20859259259259258</c:v>
                </c:pt>
                <c:pt idx="4753">
                  <c:v>0.20859259259259258</c:v>
                </c:pt>
                <c:pt idx="4754">
                  <c:v>0.20859259259259258</c:v>
                </c:pt>
                <c:pt idx="4755">
                  <c:v>0.20859259259259258</c:v>
                </c:pt>
                <c:pt idx="4756">
                  <c:v>0.20859259259259258</c:v>
                </c:pt>
                <c:pt idx="4757">
                  <c:v>0.20859259259259258</c:v>
                </c:pt>
                <c:pt idx="4758">
                  <c:v>0.20859259259259258</c:v>
                </c:pt>
                <c:pt idx="4759">
                  <c:v>0.20874074074074075</c:v>
                </c:pt>
                <c:pt idx="4760">
                  <c:v>0.20874074074074075</c:v>
                </c:pt>
                <c:pt idx="4761">
                  <c:v>0.20874074074074075</c:v>
                </c:pt>
                <c:pt idx="4762">
                  <c:v>0.20874074074074075</c:v>
                </c:pt>
                <c:pt idx="4763">
                  <c:v>0.20874074074074075</c:v>
                </c:pt>
                <c:pt idx="4764">
                  <c:v>0.20874074074074075</c:v>
                </c:pt>
                <c:pt idx="4765">
                  <c:v>0.20874074074074075</c:v>
                </c:pt>
                <c:pt idx="4766">
                  <c:v>0.20874074074074075</c:v>
                </c:pt>
                <c:pt idx="4767">
                  <c:v>0.20874074074074075</c:v>
                </c:pt>
                <c:pt idx="4768">
                  <c:v>0.20874074074074075</c:v>
                </c:pt>
                <c:pt idx="4769">
                  <c:v>0.20874074074074075</c:v>
                </c:pt>
                <c:pt idx="4770">
                  <c:v>0.2088888888888889</c:v>
                </c:pt>
                <c:pt idx="4771">
                  <c:v>0.2088888888888889</c:v>
                </c:pt>
                <c:pt idx="4772">
                  <c:v>0.2088888888888889</c:v>
                </c:pt>
                <c:pt idx="4773">
                  <c:v>0.20903703703703705</c:v>
                </c:pt>
                <c:pt idx="4774">
                  <c:v>0.2091851851851852</c:v>
                </c:pt>
                <c:pt idx="4775">
                  <c:v>0.2091851851851852</c:v>
                </c:pt>
                <c:pt idx="4776">
                  <c:v>0.2091851851851852</c:v>
                </c:pt>
                <c:pt idx="4777">
                  <c:v>0.2091851851851852</c:v>
                </c:pt>
                <c:pt idx="4778">
                  <c:v>0.20933333333333334</c:v>
                </c:pt>
                <c:pt idx="4779">
                  <c:v>0.20933333333333334</c:v>
                </c:pt>
                <c:pt idx="4780">
                  <c:v>0.20933333333333334</c:v>
                </c:pt>
                <c:pt idx="4781">
                  <c:v>0.20933333333333334</c:v>
                </c:pt>
                <c:pt idx="4782">
                  <c:v>0.20933333333333334</c:v>
                </c:pt>
                <c:pt idx="4783">
                  <c:v>0.20933333333333334</c:v>
                </c:pt>
                <c:pt idx="4784">
                  <c:v>0.20933333333333334</c:v>
                </c:pt>
                <c:pt idx="4785">
                  <c:v>0.20948148148148149</c:v>
                </c:pt>
                <c:pt idx="4786">
                  <c:v>0.20948148148148149</c:v>
                </c:pt>
                <c:pt idx="4787">
                  <c:v>0.20948148148148149</c:v>
                </c:pt>
                <c:pt idx="4788">
                  <c:v>0.20948148148148149</c:v>
                </c:pt>
                <c:pt idx="4789">
                  <c:v>0.20948148148148149</c:v>
                </c:pt>
                <c:pt idx="4790">
                  <c:v>0.20948148148148149</c:v>
                </c:pt>
                <c:pt idx="4791">
                  <c:v>0.20962962962962964</c:v>
                </c:pt>
                <c:pt idx="4792">
                  <c:v>0.20962962962962964</c:v>
                </c:pt>
                <c:pt idx="4793">
                  <c:v>0.20962962962962964</c:v>
                </c:pt>
                <c:pt idx="4794">
                  <c:v>0.20962962962962964</c:v>
                </c:pt>
                <c:pt idx="4795">
                  <c:v>0.20962962962962964</c:v>
                </c:pt>
                <c:pt idx="4796">
                  <c:v>0.20977777777777779</c:v>
                </c:pt>
                <c:pt idx="4797">
                  <c:v>0.20992592592592593</c:v>
                </c:pt>
                <c:pt idx="4798">
                  <c:v>0.20992592592592593</c:v>
                </c:pt>
                <c:pt idx="4799">
                  <c:v>0.20992592592592593</c:v>
                </c:pt>
                <c:pt idx="4800">
                  <c:v>0.20992592592592593</c:v>
                </c:pt>
                <c:pt idx="4801">
                  <c:v>0.20992592592592593</c:v>
                </c:pt>
                <c:pt idx="4802">
                  <c:v>0.20992592592592593</c:v>
                </c:pt>
                <c:pt idx="4803">
                  <c:v>0.21007407407407408</c:v>
                </c:pt>
                <c:pt idx="4804">
                  <c:v>0.21007407407407408</c:v>
                </c:pt>
                <c:pt idx="4805">
                  <c:v>0.21022222222222223</c:v>
                </c:pt>
                <c:pt idx="4806">
                  <c:v>0.21022222222222223</c:v>
                </c:pt>
                <c:pt idx="4807">
                  <c:v>0.21022222222222223</c:v>
                </c:pt>
                <c:pt idx="4808">
                  <c:v>0.21022222222222223</c:v>
                </c:pt>
                <c:pt idx="4809">
                  <c:v>0.21037037037037037</c:v>
                </c:pt>
                <c:pt idx="4810">
                  <c:v>0.21037037037037037</c:v>
                </c:pt>
                <c:pt idx="4811">
                  <c:v>0.21037037037037037</c:v>
                </c:pt>
                <c:pt idx="4812">
                  <c:v>0.21051851851851852</c:v>
                </c:pt>
                <c:pt idx="4813">
                  <c:v>0.21051851851851852</c:v>
                </c:pt>
                <c:pt idx="4814">
                  <c:v>0.21051851851851852</c:v>
                </c:pt>
                <c:pt idx="4815">
                  <c:v>0.21066666666666667</c:v>
                </c:pt>
                <c:pt idx="4816">
                  <c:v>0.21081481481481482</c:v>
                </c:pt>
                <c:pt idx="4817">
                  <c:v>0.21081481481481482</c:v>
                </c:pt>
                <c:pt idx="4818">
                  <c:v>0.21096296296296296</c:v>
                </c:pt>
                <c:pt idx="4819">
                  <c:v>0.21096296296296296</c:v>
                </c:pt>
                <c:pt idx="4820">
                  <c:v>0.21111111111111111</c:v>
                </c:pt>
                <c:pt idx="4821">
                  <c:v>0.21111111111111111</c:v>
                </c:pt>
                <c:pt idx="4822">
                  <c:v>0.21111111111111111</c:v>
                </c:pt>
                <c:pt idx="4823">
                  <c:v>0.21111111111111111</c:v>
                </c:pt>
                <c:pt idx="4824">
                  <c:v>0.21111111111111111</c:v>
                </c:pt>
                <c:pt idx="4825">
                  <c:v>0.21111111111111111</c:v>
                </c:pt>
                <c:pt idx="4826">
                  <c:v>0.21125925925925926</c:v>
                </c:pt>
                <c:pt idx="4827">
                  <c:v>0.21125925925925926</c:v>
                </c:pt>
                <c:pt idx="4828">
                  <c:v>0.21125925925925926</c:v>
                </c:pt>
                <c:pt idx="4829">
                  <c:v>0.21125925925925926</c:v>
                </c:pt>
                <c:pt idx="4830">
                  <c:v>0.21125925925925926</c:v>
                </c:pt>
                <c:pt idx="4831">
                  <c:v>0.21125925925925926</c:v>
                </c:pt>
                <c:pt idx="4832">
                  <c:v>0.21125925925925926</c:v>
                </c:pt>
                <c:pt idx="4833">
                  <c:v>0.2114074074074074</c:v>
                </c:pt>
                <c:pt idx="4834">
                  <c:v>0.2114074074074074</c:v>
                </c:pt>
                <c:pt idx="4835">
                  <c:v>0.2114074074074074</c:v>
                </c:pt>
                <c:pt idx="4836">
                  <c:v>0.2114074074074074</c:v>
                </c:pt>
                <c:pt idx="4837">
                  <c:v>0.2114074074074074</c:v>
                </c:pt>
                <c:pt idx="4838">
                  <c:v>0.2114074074074074</c:v>
                </c:pt>
                <c:pt idx="4839">
                  <c:v>0.2114074074074074</c:v>
                </c:pt>
                <c:pt idx="4840">
                  <c:v>0.2114074074074074</c:v>
                </c:pt>
                <c:pt idx="4841">
                  <c:v>0.21155555555555555</c:v>
                </c:pt>
                <c:pt idx="4842">
                  <c:v>0.2117037037037037</c:v>
                </c:pt>
                <c:pt idx="4843">
                  <c:v>0.21185185185185185</c:v>
                </c:pt>
                <c:pt idx="4844">
                  <c:v>0.21185185185185185</c:v>
                </c:pt>
                <c:pt idx="4845">
                  <c:v>0.21185185185185185</c:v>
                </c:pt>
                <c:pt idx="4846">
                  <c:v>0.21199999999999999</c:v>
                </c:pt>
                <c:pt idx="4847">
                  <c:v>0.21214814814814814</c:v>
                </c:pt>
                <c:pt idx="4848">
                  <c:v>0.21214814814814814</c:v>
                </c:pt>
                <c:pt idx="4849">
                  <c:v>0.21214814814814814</c:v>
                </c:pt>
                <c:pt idx="4850">
                  <c:v>0.21214814814814814</c:v>
                </c:pt>
                <c:pt idx="4851">
                  <c:v>0.21214814814814814</c:v>
                </c:pt>
                <c:pt idx="4852">
                  <c:v>0.21214814814814814</c:v>
                </c:pt>
                <c:pt idx="4853">
                  <c:v>0.21214814814814814</c:v>
                </c:pt>
                <c:pt idx="4854">
                  <c:v>0.21229629629629629</c:v>
                </c:pt>
                <c:pt idx="4855">
                  <c:v>0.21229629629629629</c:v>
                </c:pt>
                <c:pt idx="4856">
                  <c:v>0.21229629629629629</c:v>
                </c:pt>
                <c:pt idx="4857">
                  <c:v>0.21229629629629629</c:v>
                </c:pt>
                <c:pt idx="4858">
                  <c:v>0.21229629629629629</c:v>
                </c:pt>
                <c:pt idx="4859">
                  <c:v>0.21229629629629629</c:v>
                </c:pt>
                <c:pt idx="4860">
                  <c:v>0.21229629629629629</c:v>
                </c:pt>
                <c:pt idx="4861">
                  <c:v>0.21244444444444444</c:v>
                </c:pt>
                <c:pt idx="4862">
                  <c:v>0.21244444444444444</c:v>
                </c:pt>
                <c:pt idx="4863">
                  <c:v>0.21244444444444444</c:v>
                </c:pt>
                <c:pt idx="4864">
                  <c:v>0.21244444444444444</c:v>
                </c:pt>
                <c:pt idx="4865">
                  <c:v>0.21244444444444444</c:v>
                </c:pt>
                <c:pt idx="4866">
                  <c:v>0.21259259259259258</c:v>
                </c:pt>
                <c:pt idx="4867">
                  <c:v>0.21259259259259258</c:v>
                </c:pt>
                <c:pt idx="4868">
                  <c:v>0.21274074074074073</c:v>
                </c:pt>
                <c:pt idx="4869">
                  <c:v>0.21288888888888888</c:v>
                </c:pt>
                <c:pt idx="4870">
                  <c:v>0.21303703703703702</c:v>
                </c:pt>
                <c:pt idx="4871">
                  <c:v>0.21303703703703702</c:v>
                </c:pt>
                <c:pt idx="4872">
                  <c:v>0.21303703703703702</c:v>
                </c:pt>
                <c:pt idx="4873">
                  <c:v>0.21303703703703702</c:v>
                </c:pt>
                <c:pt idx="4874">
                  <c:v>0.21303703703703702</c:v>
                </c:pt>
                <c:pt idx="4875">
                  <c:v>0.21303703703703702</c:v>
                </c:pt>
                <c:pt idx="4876">
                  <c:v>0.21318518518518517</c:v>
                </c:pt>
                <c:pt idx="4877">
                  <c:v>0.21318518518518517</c:v>
                </c:pt>
                <c:pt idx="4878">
                  <c:v>0.21318518518518517</c:v>
                </c:pt>
                <c:pt idx="4879">
                  <c:v>0.21333333333333335</c:v>
                </c:pt>
                <c:pt idx="4880">
                  <c:v>0.21348148148148149</c:v>
                </c:pt>
                <c:pt idx="4881">
                  <c:v>0.21348148148148149</c:v>
                </c:pt>
                <c:pt idx="4882">
                  <c:v>0.21348148148148149</c:v>
                </c:pt>
                <c:pt idx="4883">
                  <c:v>0.21362962962962964</c:v>
                </c:pt>
                <c:pt idx="4884">
                  <c:v>0.21362962962962964</c:v>
                </c:pt>
                <c:pt idx="4885">
                  <c:v>0.21362962962962964</c:v>
                </c:pt>
                <c:pt idx="4886">
                  <c:v>0.21377777777777779</c:v>
                </c:pt>
                <c:pt idx="4887">
                  <c:v>0.21392592592592594</c:v>
                </c:pt>
                <c:pt idx="4888">
                  <c:v>0.21407407407407408</c:v>
                </c:pt>
                <c:pt idx="4889">
                  <c:v>0.21407407407407408</c:v>
                </c:pt>
                <c:pt idx="4890">
                  <c:v>0.21407407407407408</c:v>
                </c:pt>
                <c:pt idx="4891">
                  <c:v>0.21407407407407408</c:v>
                </c:pt>
                <c:pt idx="4892">
                  <c:v>0.21407407407407408</c:v>
                </c:pt>
                <c:pt idx="4893">
                  <c:v>0.21422222222222223</c:v>
                </c:pt>
                <c:pt idx="4894">
                  <c:v>0.21437037037037038</c:v>
                </c:pt>
                <c:pt idx="4895">
                  <c:v>0.21451851851851853</c:v>
                </c:pt>
                <c:pt idx="4896">
                  <c:v>0.21466666666666667</c:v>
                </c:pt>
                <c:pt idx="4897">
                  <c:v>0.21481481481481482</c:v>
                </c:pt>
                <c:pt idx="4898">
                  <c:v>0.21496296296296297</c:v>
                </c:pt>
                <c:pt idx="4899">
                  <c:v>0.21496296296296297</c:v>
                </c:pt>
                <c:pt idx="4900">
                  <c:v>0.21496296296296297</c:v>
                </c:pt>
                <c:pt idx="4901">
                  <c:v>0.21496296296296297</c:v>
                </c:pt>
                <c:pt idx="4902">
                  <c:v>0.21496296296296297</c:v>
                </c:pt>
                <c:pt idx="4903">
                  <c:v>0.21496296296296297</c:v>
                </c:pt>
                <c:pt idx="4904">
                  <c:v>0.21511111111111111</c:v>
                </c:pt>
                <c:pt idx="4905">
                  <c:v>0.21511111111111111</c:v>
                </c:pt>
                <c:pt idx="4906">
                  <c:v>0.21511111111111111</c:v>
                </c:pt>
                <c:pt idx="4907">
                  <c:v>0.21525925925925926</c:v>
                </c:pt>
                <c:pt idx="4908">
                  <c:v>0.21525925925925926</c:v>
                </c:pt>
                <c:pt idx="4909">
                  <c:v>0.21525925925925926</c:v>
                </c:pt>
                <c:pt idx="4910">
                  <c:v>0.21540740740740741</c:v>
                </c:pt>
                <c:pt idx="4911">
                  <c:v>0.21540740740740741</c:v>
                </c:pt>
                <c:pt idx="4912">
                  <c:v>0.21540740740740741</c:v>
                </c:pt>
                <c:pt idx="4913">
                  <c:v>0.21540740740740741</c:v>
                </c:pt>
                <c:pt idx="4914">
                  <c:v>0.21540740740740741</c:v>
                </c:pt>
                <c:pt idx="4915">
                  <c:v>0.21540740740740741</c:v>
                </c:pt>
                <c:pt idx="4916">
                  <c:v>0.21540740740740741</c:v>
                </c:pt>
                <c:pt idx="4917">
                  <c:v>0.21555555555555556</c:v>
                </c:pt>
                <c:pt idx="4918">
                  <c:v>0.21555555555555556</c:v>
                </c:pt>
                <c:pt idx="4919">
                  <c:v>0.21555555555555556</c:v>
                </c:pt>
                <c:pt idx="4920">
                  <c:v>0.21555555555555556</c:v>
                </c:pt>
                <c:pt idx="4921">
                  <c:v>0.2157037037037037</c:v>
                </c:pt>
                <c:pt idx="4922">
                  <c:v>0.2157037037037037</c:v>
                </c:pt>
                <c:pt idx="4923">
                  <c:v>0.21585185185185185</c:v>
                </c:pt>
                <c:pt idx="4924">
                  <c:v>0.216</c:v>
                </c:pt>
                <c:pt idx="4925">
                  <c:v>0.216</c:v>
                </c:pt>
                <c:pt idx="4926">
                  <c:v>0.216</c:v>
                </c:pt>
                <c:pt idx="4927">
                  <c:v>0.21614814814814814</c:v>
                </c:pt>
                <c:pt idx="4928">
                  <c:v>0.21629629629629629</c:v>
                </c:pt>
                <c:pt idx="4929">
                  <c:v>0.21629629629629629</c:v>
                </c:pt>
                <c:pt idx="4930">
                  <c:v>0.21644444444444444</c:v>
                </c:pt>
                <c:pt idx="4931">
                  <c:v>0.21644444444444444</c:v>
                </c:pt>
                <c:pt idx="4932">
                  <c:v>0.21644444444444444</c:v>
                </c:pt>
                <c:pt idx="4933">
                  <c:v>0.21659259259259259</c:v>
                </c:pt>
                <c:pt idx="4934">
                  <c:v>0.21659259259259259</c:v>
                </c:pt>
                <c:pt idx="4935">
                  <c:v>0.21659259259259259</c:v>
                </c:pt>
                <c:pt idx="4936">
                  <c:v>0.21659259259259259</c:v>
                </c:pt>
                <c:pt idx="4937">
                  <c:v>0.21674074074074073</c:v>
                </c:pt>
                <c:pt idx="4938">
                  <c:v>0.21688888888888888</c:v>
                </c:pt>
                <c:pt idx="4939">
                  <c:v>0.21688888888888888</c:v>
                </c:pt>
                <c:pt idx="4940">
                  <c:v>0.21688888888888888</c:v>
                </c:pt>
                <c:pt idx="4941">
                  <c:v>0.21688888888888888</c:v>
                </c:pt>
                <c:pt idx="4942">
                  <c:v>0.21688888888888888</c:v>
                </c:pt>
                <c:pt idx="4943">
                  <c:v>0.21703703703703703</c:v>
                </c:pt>
                <c:pt idx="4944">
                  <c:v>0.21718518518518518</c:v>
                </c:pt>
                <c:pt idx="4945">
                  <c:v>0.21733333333333332</c:v>
                </c:pt>
                <c:pt idx="4946">
                  <c:v>0.21733333333333332</c:v>
                </c:pt>
                <c:pt idx="4947">
                  <c:v>0.21748148148148147</c:v>
                </c:pt>
                <c:pt idx="4948">
                  <c:v>0.21762962962962962</c:v>
                </c:pt>
                <c:pt idx="4949">
                  <c:v>0.21762962962962962</c:v>
                </c:pt>
                <c:pt idx="4950">
                  <c:v>0.21777777777777776</c:v>
                </c:pt>
                <c:pt idx="4951">
                  <c:v>0.21777777777777776</c:v>
                </c:pt>
                <c:pt idx="4952">
                  <c:v>0.21777777777777776</c:v>
                </c:pt>
                <c:pt idx="4953">
                  <c:v>0.21777777777777776</c:v>
                </c:pt>
                <c:pt idx="4954">
                  <c:v>0.21777777777777776</c:v>
                </c:pt>
                <c:pt idx="4955">
                  <c:v>0.21777777777777776</c:v>
                </c:pt>
                <c:pt idx="4956">
                  <c:v>0.21792592592592594</c:v>
                </c:pt>
                <c:pt idx="4957">
                  <c:v>0.21792592592592594</c:v>
                </c:pt>
                <c:pt idx="4958">
                  <c:v>0.21792592592592594</c:v>
                </c:pt>
                <c:pt idx="4959">
                  <c:v>0.21792592592592594</c:v>
                </c:pt>
                <c:pt idx="4960">
                  <c:v>0.21792592592592594</c:v>
                </c:pt>
                <c:pt idx="4961">
                  <c:v>0.21807407407407409</c:v>
                </c:pt>
                <c:pt idx="4962">
                  <c:v>0.21807407407407409</c:v>
                </c:pt>
                <c:pt idx="4963">
                  <c:v>0.21807407407407409</c:v>
                </c:pt>
                <c:pt idx="4964">
                  <c:v>0.21822222222222223</c:v>
                </c:pt>
                <c:pt idx="4965">
                  <c:v>0.21822222222222223</c:v>
                </c:pt>
                <c:pt idx="4966">
                  <c:v>0.21822222222222223</c:v>
                </c:pt>
                <c:pt idx="4967">
                  <c:v>0.21837037037037038</c:v>
                </c:pt>
                <c:pt idx="4968">
                  <c:v>0.21837037037037038</c:v>
                </c:pt>
                <c:pt idx="4969">
                  <c:v>0.21851851851851853</c:v>
                </c:pt>
                <c:pt idx="4970">
                  <c:v>0.21851851851851853</c:v>
                </c:pt>
                <c:pt idx="4971">
                  <c:v>0.21851851851851853</c:v>
                </c:pt>
                <c:pt idx="4972">
                  <c:v>0.21851851851851853</c:v>
                </c:pt>
                <c:pt idx="4973">
                  <c:v>0.21851851851851853</c:v>
                </c:pt>
                <c:pt idx="4974">
                  <c:v>0.21851851851851853</c:v>
                </c:pt>
                <c:pt idx="4975">
                  <c:v>0.21851851851851853</c:v>
                </c:pt>
                <c:pt idx="4976">
                  <c:v>0.21851851851851853</c:v>
                </c:pt>
                <c:pt idx="4977">
                  <c:v>0.21851851851851853</c:v>
                </c:pt>
                <c:pt idx="4978">
                  <c:v>0.21851851851851853</c:v>
                </c:pt>
                <c:pt idx="4979">
                  <c:v>0.21851851851851853</c:v>
                </c:pt>
                <c:pt idx="4980">
                  <c:v>0.21866666666666668</c:v>
                </c:pt>
                <c:pt idx="4981">
                  <c:v>0.21881481481481482</c:v>
                </c:pt>
                <c:pt idx="4982">
                  <c:v>0.21881481481481482</c:v>
                </c:pt>
                <c:pt idx="4983">
                  <c:v>0.21881481481481482</c:v>
                </c:pt>
                <c:pt idx="4984">
                  <c:v>0.21881481481481482</c:v>
                </c:pt>
                <c:pt idx="4985">
                  <c:v>0.21881481481481482</c:v>
                </c:pt>
                <c:pt idx="4986">
                  <c:v>0.21881481481481482</c:v>
                </c:pt>
                <c:pt idx="4987">
                  <c:v>0.21881481481481482</c:v>
                </c:pt>
                <c:pt idx="4988">
                  <c:v>0.21896296296296297</c:v>
                </c:pt>
                <c:pt idx="4989">
                  <c:v>0.21911111111111112</c:v>
                </c:pt>
                <c:pt idx="4990">
                  <c:v>0.21911111111111112</c:v>
                </c:pt>
                <c:pt idx="4991">
                  <c:v>0.21911111111111112</c:v>
                </c:pt>
                <c:pt idx="4992">
                  <c:v>0.21911111111111112</c:v>
                </c:pt>
                <c:pt idx="4993">
                  <c:v>0.21911111111111112</c:v>
                </c:pt>
                <c:pt idx="4994">
                  <c:v>0.21911111111111112</c:v>
                </c:pt>
                <c:pt idx="4995">
                  <c:v>0.21925925925925926</c:v>
                </c:pt>
                <c:pt idx="4996">
                  <c:v>0.21925925925925926</c:v>
                </c:pt>
                <c:pt idx="4997">
                  <c:v>0.21940740740740741</c:v>
                </c:pt>
                <c:pt idx="4998">
                  <c:v>0.21940740740740741</c:v>
                </c:pt>
                <c:pt idx="4999">
                  <c:v>0.21955555555555556</c:v>
                </c:pt>
                <c:pt idx="5000">
                  <c:v>0.21955555555555556</c:v>
                </c:pt>
                <c:pt idx="5001">
                  <c:v>0.21955555555555556</c:v>
                </c:pt>
                <c:pt idx="5002">
                  <c:v>0.21955555555555556</c:v>
                </c:pt>
                <c:pt idx="5003">
                  <c:v>0.21955555555555556</c:v>
                </c:pt>
                <c:pt idx="5004">
                  <c:v>0.21955555555555556</c:v>
                </c:pt>
                <c:pt idx="5005">
                  <c:v>0.21970370370370371</c:v>
                </c:pt>
                <c:pt idx="5006">
                  <c:v>0.21970370370370371</c:v>
                </c:pt>
                <c:pt idx="5007">
                  <c:v>0.21970370370370371</c:v>
                </c:pt>
                <c:pt idx="5008">
                  <c:v>0.21970370370370371</c:v>
                </c:pt>
                <c:pt idx="5009">
                  <c:v>0.21970370370370371</c:v>
                </c:pt>
                <c:pt idx="5010">
                  <c:v>0.21970370370370371</c:v>
                </c:pt>
                <c:pt idx="5011">
                  <c:v>0.21970370370370371</c:v>
                </c:pt>
                <c:pt idx="5012">
                  <c:v>0.21970370370370371</c:v>
                </c:pt>
                <c:pt idx="5013">
                  <c:v>0.21970370370370371</c:v>
                </c:pt>
                <c:pt idx="5014">
                  <c:v>0.21970370370370371</c:v>
                </c:pt>
                <c:pt idx="5015">
                  <c:v>0.21970370370370371</c:v>
                </c:pt>
                <c:pt idx="5016">
                  <c:v>0.21970370370370371</c:v>
                </c:pt>
                <c:pt idx="5017">
                  <c:v>0.21970370370370371</c:v>
                </c:pt>
                <c:pt idx="5018">
                  <c:v>0.21985185185185185</c:v>
                </c:pt>
                <c:pt idx="5019">
                  <c:v>0.21985185185185185</c:v>
                </c:pt>
                <c:pt idx="5020">
                  <c:v>0.21985185185185185</c:v>
                </c:pt>
                <c:pt idx="5021">
                  <c:v>0.21985185185185185</c:v>
                </c:pt>
                <c:pt idx="5022">
                  <c:v>0.22</c:v>
                </c:pt>
                <c:pt idx="5023">
                  <c:v>0.22</c:v>
                </c:pt>
                <c:pt idx="5024">
                  <c:v>0.22</c:v>
                </c:pt>
                <c:pt idx="5025">
                  <c:v>0.22</c:v>
                </c:pt>
                <c:pt idx="5026">
                  <c:v>0.22</c:v>
                </c:pt>
                <c:pt idx="5027">
                  <c:v>0.22</c:v>
                </c:pt>
                <c:pt idx="5028">
                  <c:v>0.22</c:v>
                </c:pt>
                <c:pt idx="5029">
                  <c:v>0.22</c:v>
                </c:pt>
                <c:pt idx="5030">
                  <c:v>0.22014814814814815</c:v>
                </c:pt>
                <c:pt idx="5031">
                  <c:v>0.22014814814814815</c:v>
                </c:pt>
                <c:pt idx="5032">
                  <c:v>0.22014814814814815</c:v>
                </c:pt>
                <c:pt idx="5033">
                  <c:v>0.22014814814814815</c:v>
                </c:pt>
                <c:pt idx="5034">
                  <c:v>0.2202962962962963</c:v>
                </c:pt>
                <c:pt idx="5035">
                  <c:v>0.2202962962962963</c:v>
                </c:pt>
                <c:pt idx="5036">
                  <c:v>0.2202962962962963</c:v>
                </c:pt>
                <c:pt idx="5037">
                  <c:v>0.2202962962962963</c:v>
                </c:pt>
                <c:pt idx="5038">
                  <c:v>0.2202962962962963</c:v>
                </c:pt>
                <c:pt idx="5039">
                  <c:v>0.2202962962962963</c:v>
                </c:pt>
                <c:pt idx="5040">
                  <c:v>0.22044444444444444</c:v>
                </c:pt>
                <c:pt idx="5041">
                  <c:v>0.22044444444444444</c:v>
                </c:pt>
                <c:pt idx="5042">
                  <c:v>0.22044444444444444</c:v>
                </c:pt>
                <c:pt idx="5043">
                  <c:v>0.22044444444444444</c:v>
                </c:pt>
                <c:pt idx="5044">
                  <c:v>0.22044444444444444</c:v>
                </c:pt>
                <c:pt idx="5045">
                  <c:v>0.22044444444444444</c:v>
                </c:pt>
                <c:pt idx="5046">
                  <c:v>0.22059259259259259</c:v>
                </c:pt>
                <c:pt idx="5047">
                  <c:v>0.22074074074074074</c:v>
                </c:pt>
                <c:pt idx="5048">
                  <c:v>0.22074074074074074</c:v>
                </c:pt>
                <c:pt idx="5049">
                  <c:v>0.22088888888888888</c:v>
                </c:pt>
                <c:pt idx="5050">
                  <c:v>0.22088888888888888</c:v>
                </c:pt>
                <c:pt idx="5051">
                  <c:v>0.22103703703703703</c:v>
                </c:pt>
                <c:pt idx="5052">
                  <c:v>0.22103703703703703</c:v>
                </c:pt>
                <c:pt idx="5053">
                  <c:v>0.22103703703703703</c:v>
                </c:pt>
                <c:pt idx="5054">
                  <c:v>0.22103703703703703</c:v>
                </c:pt>
                <c:pt idx="5055">
                  <c:v>0.22103703703703703</c:v>
                </c:pt>
                <c:pt idx="5056">
                  <c:v>0.22118518518518518</c:v>
                </c:pt>
                <c:pt idx="5057">
                  <c:v>0.22133333333333333</c:v>
                </c:pt>
                <c:pt idx="5058">
                  <c:v>0.22148148148148147</c:v>
                </c:pt>
                <c:pt idx="5059">
                  <c:v>0.22148148148148147</c:v>
                </c:pt>
                <c:pt idx="5060">
                  <c:v>0.22148148148148147</c:v>
                </c:pt>
                <c:pt idx="5061">
                  <c:v>0.22148148148148147</c:v>
                </c:pt>
                <c:pt idx="5062">
                  <c:v>0.22162962962962962</c:v>
                </c:pt>
                <c:pt idx="5063">
                  <c:v>0.22177777777777777</c:v>
                </c:pt>
                <c:pt idx="5064">
                  <c:v>0.22177777777777777</c:v>
                </c:pt>
                <c:pt idx="5065">
                  <c:v>0.22177777777777777</c:v>
                </c:pt>
                <c:pt idx="5066">
                  <c:v>0.22177777777777777</c:v>
                </c:pt>
                <c:pt idx="5067">
                  <c:v>0.22177777777777777</c:v>
                </c:pt>
                <c:pt idx="5068">
                  <c:v>0.22177777777777777</c:v>
                </c:pt>
                <c:pt idx="5069">
                  <c:v>0.22177777777777777</c:v>
                </c:pt>
                <c:pt idx="5070">
                  <c:v>0.22177777777777777</c:v>
                </c:pt>
                <c:pt idx="5071">
                  <c:v>0.22192592592592592</c:v>
                </c:pt>
                <c:pt idx="5072">
                  <c:v>0.22192592592592592</c:v>
                </c:pt>
                <c:pt idx="5073">
                  <c:v>0.22207407407407406</c:v>
                </c:pt>
                <c:pt idx="5074">
                  <c:v>0.22207407407407406</c:v>
                </c:pt>
                <c:pt idx="5075">
                  <c:v>0.22222222222222221</c:v>
                </c:pt>
                <c:pt idx="5076">
                  <c:v>0.22237037037037036</c:v>
                </c:pt>
                <c:pt idx="5077">
                  <c:v>0.22237037037037036</c:v>
                </c:pt>
                <c:pt idx="5078">
                  <c:v>0.22237037037037036</c:v>
                </c:pt>
                <c:pt idx="5079">
                  <c:v>0.22237037037037036</c:v>
                </c:pt>
                <c:pt idx="5080">
                  <c:v>0.22237037037037036</c:v>
                </c:pt>
                <c:pt idx="5081">
                  <c:v>0.22237037037037036</c:v>
                </c:pt>
                <c:pt idx="5082">
                  <c:v>0.22237037037037036</c:v>
                </c:pt>
                <c:pt idx="5083">
                  <c:v>0.22237037037037036</c:v>
                </c:pt>
                <c:pt idx="5084">
                  <c:v>0.22237037037037036</c:v>
                </c:pt>
                <c:pt idx="5085">
                  <c:v>0.22237037037037036</c:v>
                </c:pt>
                <c:pt idx="5086">
                  <c:v>0.22237037037037036</c:v>
                </c:pt>
                <c:pt idx="5087">
                  <c:v>0.22237037037037036</c:v>
                </c:pt>
                <c:pt idx="5088">
                  <c:v>0.22251851851851853</c:v>
                </c:pt>
                <c:pt idx="5089">
                  <c:v>0.22251851851851853</c:v>
                </c:pt>
                <c:pt idx="5090">
                  <c:v>0.22266666666666668</c:v>
                </c:pt>
                <c:pt idx="5091">
                  <c:v>0.22281481481481483</c:v>
                </c:pt>
                <c:pt idx="5092">
                  <c:v>0.22296296296296297</c:v>
                </c:pt>
                <c:pt idx="5093">
                  <c:v>0.22296296296296297</c:v>
                </c:pt>
                <c:pt idx="5094">
                  <c:v>0.22296296296296297</c:v>
                </c:pt>
                <c:pt idx="5095">
                  <c:v>0.22311111111111112</c:v>
                </c:pt>
                <c:pt idx="5096">
                  <c:v>0.22325925925925927</c:v>
                </c:pt>
                <c:pt idx="5097">
                  <c:v>0.22325925925925927</c:v>
                </c:pt>
                <c:pt idx="5098">
                  <c:v>0.22340740740740742</c:v>
                </c:pt>
                <c:pt idx="5099">
                  <c:v>0.22340740740740742</c:v>
                </c:pt>
                <c:pt idx="5100">
                  <c:v>0.22340740740740742</c:v>
                </c:pt>
                <c:pt idx="5101">
                  <c:v>0.22355555555555556</c:v>
                </c:pt>
                <c:pt idx="5102">
                  <c:v>0.22355555555555556</c:v>
                </c:pt>
                <c:pt idx="5103">
                  <c:v>0.22355555555555556</c:v>
                </c:pt>
                <c:pt idx="5104">
                  <c:v>0.22355555555555556</c:v>
                </c:pt>
                <c:pt idx="5105">
                  <c:v>0.22370370370370371</c:v>
                </c:pt>
                <c:pt idx="5106">
                  <c:v>0.22370370370370371</c:v>
                </c:pt>
                <c:pt idx="5107">
                  <c:v>0.22370370370370371</c:v>
                </c:pt>
                <c:pt idx="5108">
                  <c:v>0.22370370370370371</c:v>
                </c:pt>
                <c:pt idx="5109">
                  <c:v>0.22370370370370371</c:v>
                </c:pt>
                <c:pt idx="5110">
                  <c:v>0.22370370370370371</c:v>
                </c:pt>
                <c:pt idx="5111">
                  <c:v>0.22370370370370371</c:v>
                </c:pt>
                <c:pt idx="5112">
                  <c:v>0.22370370370370371</c:v>
                </c:pt>
                <c:pt idx="5113">
                  <c:v>0.22385185185185186</c:v>
                </c:pt>
                <c:pt idx="5114">
                  <c:v>0.224</c:v>
                </c:pt>
                <c:pt idx="5115">
                  <c:v>0.22414814814814815</c:v>
                </c:pt>
                <c:pt idx="5116">
                  <c:v>0.22414814814814815</c:v>
                </c:pt>
                <c:pt idx="5117">
                  <c:v>0.2242962962962963</c:v>
                </c:pt>
                <c:pt idx="5118">
                  <c:v>0.2242962962962963</c:v>
                </c:pt>
                <c:pt idx="5119">
                  <c:v>0.2242962962962963</c:v>
                </c:pt>
                <c:pt idx="5120">
                  <c:v>0.2242962962962963</c:v>
                </c:pt>
                <c:pt idx="5121">
                  <c:v>0.2242962962962963</c:v>
                </c:pt>
                <c:pt idx="5122">
                  <c:v>0.2242962962962963</c:v>
                </c:pt>
                <c:pt idx="5123">
                  <c:v>0.22444444444444445</c:v>
                </c:pt>
                <c:pt idx="5124">
                  <c:v>0.22444444444444445</c:v>
                </c:pt>
                <c:pt idx="5125">
                  <c:v>0.22444444444444445</c:v>
                </c:pt>
                <c:pt idx="5126">
                  <c:v>0.22444444444444445</c:v>
                </c:pt>
                <c:pt idx="5127">
                  <c:v>0.22444444444444445</c:v>
                </c:pt>
                <c:pt idx="5128">
                  <c:v>0.22459259259259259</c:v>
                </c:pt>
                <c:pt idx="5129">
                  <c:v>0.22459259259259259</c:v>
                </c:pt>
                <c:pt idx="5130">
                  <c:v>0.22459259259259259</c:v>
                </c:pt>
                <c:pt idx="5131">
                  <c:v>0.22459259259259259</c:v>
                </c:pt>
                <c:pt idx="5132">
                  <c:v>0.22474074074074074</c:v>
                </c:pt>
                <c:pt idx="5133">
                  <c:v>0.22488888888888889</c:v>
                </c:pt>
                <c:pt idx="5134">
                  <c:v>0.22503703703703704</c:v>
                </c:pt>
                <c:pt idx="5135">
                  <c:v>0.22518518518518518</c:v>
                </c:pt>
                <c:pt idx="5136">
                  <c:v>0.22518518518518518</c:v>
                </c:pt>
                <c:pt idx="5137">
                  <c:v>0.22518518518518518</c:v>
                </c:pt>
                <c:pt idx="5138">
                  <c:v>0.22533333333333333</c:v>
                </c:pt>
                <c:pt idx="5139">
                  <c:v>0.22548148148148148</c:v>
                </c:pt>
                <c:pt idx="5140">
                  <c:v>0.22548148148148148</c:v>
                </c:pt>
                <c:pt idx="5141">
                  <c:v>0.22548148148148148</c:v>
                </c:pt>
                <c:pt idx="5142">
                  <c:v>0.22562962962962962</c:v>
                </c:pt>
                <c:pt idx="5143">
                  <c:v>0.22562962962962962</c:v>
                </c:pt>
                <c:pt idx="5144">
                  <c:v>0.22577777777777777</c:v>
                </c:pt>
                <c:pt idx="5145">
                  <c:v>0.22577777777777777</c:v>
                </c:pt>
                <c:pt idx="5146">
                  <c:v>0.22577777777777777</c:v>
                </c:pt>
                <c:pt idx="5147">
                  <c:v>0.22592592592592592</c:v>
                </c:pt>
                <c:pt idx="5148">
                  <c:v>0.22607407407407407</c:v>
                </c:pt>
                <c:pt idx="5149">
                  <c:v>0.22607407407407407</c:v>
                </c:pt>
                <c:pt idx="5150">
                  <c:v>0.22607407407407407</c:v>
                </c:pt>
                <c:pt idx="5151">
                  <c:v>0.22607407407407407</c:v>
                </c:pt>
                <c:pt idx="5152">
                  <c:v>0.22607407407407407</c:v>
                </c:pt>
                <c:pt idx="5153">
                  <c:v>0.22607407407407407</c:v>
                </c:pt>
                <c:pt idx="5154">
                  <c:v>0.22607407407407407</c:v>
                </c:pt>
                <c:pt idx="5155">
                  <c:v>0.22607407407407407</c:v>
                </c:pt>
                <c:pt idx="5156">
                  <c:v>0.22607407407407407</c:v>
                </c:pt>
                <c:pt idx="5157">
                  <c:v>0.22622222222222221</c:v>
                </c:pt>
                <c:pt idx="5158">
                  <c:v>0.22637037037037036</c:v>
                </c:pt>
                <c:pt idx="5159">
                  <c:v>0.22637037037037036</c:v>
                </c:pt>
                <c:pt idx="5160">
                  <c:v>0.22637037037037036</c:v>
                </c:pt>
                <c:pt idx="5161">
                  <c:v>0.22637037037037036</c:v>
                </c:pt>
                <c:pt idx="5162">
                  <c:v>0.22637037037037036</c:v>
                </c:pt>
                <c:pt idx="5163">
                  <c:v>0.22637037037037036</c:v>
                </c:pt>
                <c:pt idx="5164">
                  <c:v>0.22637037037037036</c:v>
                </c:pt>
                <c:pt idx="5165">
                  <c:v>0.22637037037037036</c:v>
                </c:pt>
                <c:pt idx="5166">
                  <c:v>0.22637037037037036</c:v>
                </c:pt>
                <c:pt idx="5167">
                  <c:v>0.22651851851851851</c:v>
                </c:pt>
                <c:pt idx="5168">
                  <c:v>0.22651851851851851</c:v>
                </c:pt>
                <c:pt idx="5169">
                  <c:v>0.22666666666666666</c:v>
                </c:pt>
                <c:pt idx="5170">
                  <c:v>0.22666666666666666</c:v>
                </c:pt>
                <c:pt idx="5171">
                  <c:v>0.2268148148148148</c:v>
                </c:pt>
                <c:pt idx="5172">
                  <c:v>0.2268148148148148</c:v>
                </c:pt>
                <c:pt idx="5173">
                  <c:v>0.22696296296296295</c:v>
                </c:pt>
                <c:pt idx="5174">
                  <c:v>0.22711111111111112</c:v>
                </c:pt>
                <c:pt idx="5175">
                  <c:v>0.22711111111111112</c:v>
                </c:pt>
                <c:pt idx="5176">
                  <c:v>0.22711111111111112</c:v>
                </c:pt>
                <c:pt idx="5177">
                  <c:v>0.22711111111111112</c:v>
                </c:pt>
                <c:pt idx="5178">
                  <c:v>0.22725925925925927</c:v>
                </c:pt>
                <c:pt idx="5179">
                  <c:v>0.22725925925925927</c:v>
                </c:pt>
                <c:pt idx="5180">
                  <c:v>0.22740740740740742</c:v>
                </c:pt>
                <c:pt idx="5181">
                  <c:v>0.22740740740740742</c:v>
                </c:pt>
                <c:pt idx="5182">
                  <c:v>0.22740740740740742</c:v>
                </c:pt>
                <c:pt idx="5183">
                  <c:v>0.22740740740740742</c:v>
                </c:pt>
                <c:pt idx="5184">
                  <c:v>0.22740740740740742</c:v>
                </c:pt>
                <c:pt idx="5185">
                  <c:v>0.22740740740740742</c:v>
                </c:pt>
                <c:pt idx="5186">
                  <c:v>0.22740740740740742</c:v>
                </c:pt>
                <c:pt idx="5187">
                  <c:v>0.22740740740740742</c:v>
                </c:pt>
                <c:pt idx="5188">
                  <c:v>0.22755555555555557</c:v>
                </c:pt>
                <c:pt idx="5189">
                  <c:v>0.22770370370370371</c:v>
                </c:pt>
                <c:pt idx="5190">
                  <c:v>0.22770370370370371</c:v>
                </c:pt>
                <c:pt idx="5191">
                  <c:v>0.22785185185185186</c:v>
                </c:pt>
                <c:pt idx="5192">
                  <c:v>0.22785185185185186</c:v>
                </c:pt>
                <c:pt idx="5193">
                  <c:v>0.22800000000000001</c:v>
                </c:pt>
                <c:pt idx="5194">
                  <c:v>0.22800000000000001</c:v>
                </c:pt>
                <c:pt idx="5195">
                  <c:v>0.22800000000000001</c:v>
                </c:pt>
                <c:pt idx="5196">
                  <c:v>0.22800000000000001</c:v>
                </c:pt>
                <c:pt idx="5197">
                  <c:v>0.22814814814814816</c:v>
                </c:pt>
                <c:pt idx="5198">
                  <c:v>0.22814814814814816</c:v>
                </c:pt>
                <c:pt idx="5199">
                  <c:v>0.22814814814814816</c:v>
                </c:pt>
                <c:pt idx="5200">
                  <c:v>0.22814814814814816</c:v>
                </c:pt>
                <c:pt idx="5201">
                  <c:v>0.22814814814814816</c:v>
                </c:pt>
                <c:pt idx="5202">
                  <c:v>0.22814814814814816</c:v>
                </c:pt>
                <c:pt idx="5203">
                  <c:v>0.22814814814814816</c:v>
                </c:pt>
                <c:pt idx="5204">
                  <c:v>0.22814814814814816</c:v>
                </c:pt>
                <c:pt idx="5205">
                  <c:v>0.22814814814814816</c:v>
                </c:pt>
                <c:pt idx="5206">
                  <c:v>0.2282962962962963</c:v>
                </c:pt>
                <c:pt idx="5207">
                  <c:v>0.2282962962962963</c:v>
                </c:pt>
                <c:pt idx="5208">
                  <c:v>0.22844444444444445</c:v>
                </c:pt>
                <c:pt idx="5209">
                  <c:v>0.22844444444444445</c:v>
                </c:pt>
                <c:pt idx="5210">
                  <c:v>0.2285925925925926</c:v>
                </c:pt>
                <c:pt idx="5211">
                  <c:v>0.22874074074074074</c:v>
                </c:pt>
                <c:pt idx="5212">
                  <c:v>0.22874074074074074</c:v>
                </c:pt>
                <c:pt idx="5213">
                  <c:v>0.22888888888888889</c:v>
                </c:pt>
                <c:pt idx="5214">
                  <c:v>0.22888888888888889</c:v>
                </c:pt>
                <c:pt idx="5215">
                  <c:v>0.22888888888888889</c:v>
                </c:pt>
                <c:pt idx="5216">
                  <c:v>0.22888888888888889</c:v>
                </c:pt>
                <c:pt idx="5217">
                  <c:v>0.22903703703703704</c:v>
                </c:pt>
                <c:pt idx="5218">
                  <c:v>0.22918518518518519</c:v>
                </c:pt>
                <c:pt idx="5219">
                  <c:v>0.22918518518518519</c:v>
                </c:pt>
                <c:pt idx="5220">
                  <c:v>0.22933333333333333</c:v>
                </c:pt>
                <c:pt idx="5221">
                  <c:v>0.22933333333333333</c:v>
                </c:pt>
                <c:pt idx="5222">
                  <c:v>0.22933333333333333</c:v>
                </c:pt>
                <c:pt idx="5223">
                  <c:v>0.22948148148148148</c:v>
                </c:pt>
                <c:pt idx="5224">
                  <c:v>0.22948148148148148</c:v>
                </c:pt>
                <c:pt idx="5225">
                  <c:v>0.22948148148148148</c:v>
                </c:pt>
                <c:pt idx="5226">
                  <c:v>0.22948148148148148</c:v>
                </c:pt>
                <c:pt idx="5227">
                  <c:v>0.22948148148148148</c:v>
                </c:pt>
                <c:pt idx="5228">
                  <c:v>0.22962962962962963</c:v>
                </c:pt>
                <c:pt idx="5229">
                  <c:v>0.22977777777777778</c:v>
                </c:pt>
                <c:pt idx="5230">
                  <c:v>0.22977777777777778</c:v>
                </c:pt>
                <c:pt idx="5231">
                  <c:v>0.22992592592592592</c:v>
                </c:pt>
                <c:pt idx="5232">
                  <c:v>0.22992592592592592</c:v>
                </c:pt>
                <c:pt idx="5233">
                  <c:v>0.22992592592592592</c:v>
                </c:pt>
                <c:pt idx="5234">
                  <c:v>0.22992592592592592</c:v>
                </c:pt>
                <c:pt idx="5235">
                  <c:v>0.23007407407407407</c:v>
                </c:pt>
                <c:pt idx="5236">
                  <c:v>0.23007407407407407</c:v>
                </c:pt>
                <c:pt idx="5237">
                  <c:v>0.23007407407407407</c:v>
                </c:pt>
                <c:pt idx="5238">
                  <c:v>0.23007407407407407</c:v>
                </c:pt>
                <c:pt idx="5239">
                  <c:v>0.23007407407407407</c:v>
                </c:pt>
                <c:pt idx="5240">
                  <c:v>0.23007407407407407</c:v>
                </c:pt>
                <c:pt idx="5241">
                  <c:v>0.23007407407407407</c:v>
                </c:pt>
                <c:pt idx="5242">
                  <c:v>0.23007407407407407</c:v>
                </c:pt>
                <c:pt idx="5243">
                  <c:v>0.23007407407407407</c:v>
                </c:pt>
                <c:pt idx="5244">
                  <c:v>0.23007407407407407</c:v>
                </c:pt>
                <c:pt idx="5245">
                  <c:v>0.23007407407407407</c:v>
                </c:pt>
                <c:pt idx="5246">
                  <c:v>0.23007407407407407</c:v>
                </c:pt>
                <c:pt idx="5247">
                  <c:v>0.23007407407407407</c:v>
                </c:pt>
                <c:pt idx="5248">
                  <c:v>0.23007407407407407</c:v>
                </c:pt>
                <c:pt idx="5249">
                  <c:v>0.23007407407407407</c:v>
                </c:pt>
                <c:pt idx="5250">
                  <c:v>0.23007407407407407</c:v>
                </c:pt>
                <c:pt idx="5251">
                  <c:v>0.23022222222222222</c:v>
                </c:pt>
                <c:pt idx="5252">
                  <c:v>0.23022222222222222</c:v>
                </c:pt>
                <c:pt idx="5253">
                  <c:v>0.23037037037037036</c:v>
                </c:pt>
                <c:pt idx="5254">
                  <c:v>0.23051851851851851</c:v>
                </c:pt>
                <c:pt idx="5255">
                  <c:v>0.23051851851851851</c:v>
                </c:pt>
                <c:pt idx="5256">
                  <c:v>0.23051851851851851</c:v>
                </c:pt>
                <c:pt idx="5257">
                  <c:v>0.23066666666666666</c:v>
                </c:pt>
                <c:pt idx="5258">
                  <c:v>0.23066666666666666</c:v>
                </c:pt>
                <c:pt idx="5259">
                  <c:v>0.23066666666666666</c:v>
                </c:pt>
                <c:pt idx="5260">
                  <c:v>0.23066666666666666</c:v>
                </c:pt>
                <c:pt idx="5261">
                  <c:v>0.23066666666666666</c:v>
                </c:pt>
                <c:pt idx="5262">
                  <c:v>0.23081481481481481</c:v>
                </c:pt>
                <c:pt idx="5263">
                  <c:v>0.23081481481481481</c:v>
                </c:pt>
                <c:pt idx="5264">
                  <c:v>0.23081481481481481</c:v>
                </c:pt>
                <c:pt idx="5265">
                  <c:v>0.23081481481481481</c:v>
                </c:pt>
                <c:pt idx="5266">
                  <c:v>0.23081481481481481</c:v>
                </c:pt>
                <c:pt idx="5267">
                  <c:v>0.23081481481481481</c:v>
                </c:pt>
                <c:pt idx="5268">
                  <c:v>0.23096296296296295</c:v>
                </c:pt>
                <c:pt idx="5269">
                  <c:v>0.23096296296296295</c:v>
                </c:pt>
                <c:pt idx="5270">
                  <c:v>0.2311111111111111</c:v>
                </c:pt>
                <c:pt idx="5271">
                  <c:v>0.2311111111111111</c:v>
                </c:pt>
                <c:pt idx="5272">
                  <c:v>0.23125925925925925</c:v>
                </c:pt>
                <c:pt idx="5273">
                  <c:v>0.2314074074074074</c:v>
                </c:pt>
                <c:pt idx="5274">
                  <c:v>0.2314074074074074</c:v>
                </c:pt>
                <c:pt idx="5275">
                  <c:v>0.2314074074074074</c:v>
                </c:pt>
                <c:pt idx="5276">
                  <c:v>0.2314074074074074</c:v>
                </c:pt>
                <c:pt idx="5277">
                  <c:v>0.2314074074074074</c:v>
                </c:pt>
                <c:pt idx="5278">
                  <c:v>0.2314074074074074</c:v>
                </c:pt>
                <c:pt idx="5279">
                  <c:v>0.2314074074074074</c:v>
                </c:pt>
                <c:pt idx="5280">
                  <c:v>0.23155555555555554</c:v>
                </c:pt>
                <c:pt idx="5281">
                  <c:v>0.23170370370370372</c:v>
                </c:pt>
                <c:pt idx="5282">
                  <c:v>0.23170370370370372</c:v>
                </c:pt>
                <c:pt idx="5283">
                  <c:v>0.23185185185185186</c:v>
                </c:pt>
                <c:pt idx="5284">
                  <c:v>0.23200000000000001</c:v>
                </c:pt>
                <c:pt idx="5285">
                  <c:v>0.23214814814814816</c:v>
                </c:pt>
                <c:pt idx="5286">
                  <c:v>0.23229629629629631</c:v>
                </c:pt>
                <c:pt idx="5287">
                  <c:v>0.23229629629629631</c:v>
                </c:pt>
                <c:pt idx="5288">
                  <c:v>0.23244444444444445</c:v>
                </c:pt>
                <c:pt idx="5289">
                  <c:v>0.23244444444444445</c:v>
                </c:pt>
                <c:pt idx="5290">
                  <c:v>0.23244444444444445</c:v>
                </c:pt>
                <c:pt idx="5291">
                  <c:v>0.2325925925925926</c:v>
                </c:pt>
                <c:pt idx="5292">
                  <c:v>0.2325925925925926</c:v>
                </c:pt>
                <c:pt idx="5293">
                  <c:v>0.2325925925925926</c:v>
                </c:pt>
                <c:pt idx="5294">
                  <c:v>0.23274074074074075</c:v>
                </c:pt>
                <c:pt idx="5295">
                  <c:v>0.23274074074074075</c:v>
                </c:pt>
                <c:pt idx="5296">
                  <c:v>0.23274074074074075</c:v>
                </c:pt>
                <c:pt idx="5297">
                  <c:v>0.23274074074074075</c:v>
                </c:pt>
                <c:pt idx="5298">
                  <c:v>0.2328888888888889</c:v>
                </c:pt>
                <c:pt idx="5299">
                  <c:v>0.2328888888888889</c:v>
                </c:pt>
                <c:pt idx="5300">
                  <c:v>0.2328888888888889</c:v>
                </c:pt>
                <c:pt idx="5301">
                  <c:v>0.2328888888888889</c:v>
                </c:pt>
                <c:pt idx="5302">
                  <c:v>0.2328888888888889</c:v>
                </c:pt>
                <c:pt idx="5303">
                  <c:v>0.23303703703703704</c:v>
                </c:pt>
                <c:pt idx="5304">
                  <c:v>0.23318518518518519</c:v>
                </c:pt>
                <c:pt idx="5305">
                  <c:v>0.23318518518518519</c:v>
                </c:pt>
                <c:pt idx="5306">
                  <c:v>0.23333333333333334</c:v>
                </c:pt>
                <c:pt idx="5307">
                  <c:v>0.23333333333333334</c:v>
                </c:pt>
                <c:pt idx="5308">
                  <c:v>0.23333333333333334</c:v>
                </c:pt>
                <c:pt idx="5309">
                  <c:v>0.23348148148148148</c:v>
                </c:pt>
                <c:pt idx="5310">
                  <c:v>0.23348148148148148</c:v>
                </c:pt>
                <c:pt idx="5311">
                  <c:v>0.23348148148148148</c:v>
                </c:pt>
                <c:pt idx="5312">
                  <c:v>0.23362962962962963</c:v>
                </c:pt>
                <c:pt idx="5313">
                  <c:v>0.23362962962962963</c:v>
                </c:pt>
                <c:pt idx="5314">
                  <c:v>0.23377777777777778</c:v>
                </c:pt>
                <c:pt idx="5315">
                  <c:v>0.23377777777777778</c:v>
                </c:pt>
                <c:pt idx="5316">
                  <c:v>0.23377777777777778</c:v>
                </c:pt>
                <c:pt idx="5317">
                  <c:v>0.23377777777777778</c:v>
                </c:pt>
                <c:pt idx="5318">
                  <c:v>0.23392592592592593</c:v>
                </c:pt>
                <c:pt idx="5319">
                  <c:v>0.23392592592592593</c:v>
                </c:pt>
                <c:pt idx="5320">
                  <c:v>0.23392592592592593</c:v>
                </c:pt>
                <c:pt idx="5321">
                  <c:v>0.23407407407407407</c:v>
                </c:pt>
                <c:pt idx="5322">
                  <c:v>0.23407407407407407</c:v>
                </c:pt>
                <c:pt idx="5323">
                  <c:v>0.23407407407407407</c:v>
                </c:pt>
                <c:pt idx="5324">
                  <c:v>0.23407407407407407</c:v>
                </c:pt>
                <c:pt idx="5325">
                  <c:v>0.23407407407407407</c:v>
                </c:pt>
                <c:pt idx="5326">
                  <c:v>0.23422222222222222</c:v>
                </c:pt>
                <c:pt idx="5327">
                  <c:v>0.23422222222222222</c:v>
                </c:pt>
                <c:pt idx="5328">
                  <c:v>0.23422222222222222</c:v>
                </c:pt>
                <c:pt idx="5329">
                  <c:v>0.23422222222222222</c:v>
                </c:pt>
                <c:pt idx="5330">
                  <c:v>0.23422222222222222</c:v>
                </c:pt>
                <c:pt idx="5331">
                  <c:v>0.23422222222222222</c:v>
                </c:pt>
                <c:pt idx="5332">
                  <c:v>0.23437037037037037</c:v>
                </c:pt>
                <c:pt idx="5333">
                  <c:v>0.23437037037037037</c:v>
                </c:pt>
                <c:pt idx="5334">
                  <c:v>0.23451851851851852</c:v>
                </c:pt>
                <c:pt idx="5335">
                  <c:v>0.23451851851851852</c:v>
                </c:pt>
                <c:pt idx="5336">
                  <c:v>0.23451851851851852</c:v>
                </c:pt>
                <c:pt idx="5337">
                  <c:v>0.23451851851851852</c:v>
                </c:pt>
                <c:pt idx="5338">
                  <c:v>0.23451851851851852</c:v>
                </c:pt>
                <c:pt idx="5339">
                  <c:v>0.23451851851851852</c:v>
                </c:pt>
                <c:pt idx="5340">
                  <c:v>0.23451851851851852</c:v>
                </c:pt>
                <c:pt idx="5341">
                  <c:v>0.23451851851851852</c:v>
                </c:pt>
                <c:pt idx="5342">
                  <c:v>0.23451851851851852</c:v>
                </c:pt>
                <c:pt idx="5343">
                  <c:v>0.23451851851851852</c:v>
                </c:pt>
                <c:pt idx="5344">
                  <c:v>0.23466666666666666</c:v>
                </c:pt>
                <c:pt idx="5345">
                  <c:v>0.23466666666666666</c:v>
                </c:pt>
                <c:pt idx="5346">
                  <c:v>0.23466666666666666</c:v>
                </c:pt>
                <c:pt idx="5347">
                  <c:v>0.23466666666666666</c:v>
                </c:pt>
                <c:pt idx="5348">
                  <c:v>0.23481481481481481</c:v>
                </c:pt>
                <c:pt idx="5349">
                  <c:v>0.23496296296296296</c:v>
                </c:pt>
                <c:pt idx="5350">
                  <c:v>0.2351111111111111</c:v>
                </c:pt>
                <c:pt idx="5351">
                  <c:v>0.2351111111111111</c:v>
                </c:pt>
                <c:pt idx="5352">
                  <c:v>0.2351111111111111</c:v>
                </c:pt>
                <c:pt idx="5353">
                  <c:v>0.2351111111111111</c:v>
                </c:pt>
                <c:pt idx="5354">
                  <c:v>0.2351111111111111</c:v>
                </c:pt>
                <c:pt idx="5355">
                  <c:v>0.2351111111111111</c:v>
                </c:pt>
                <c:pt idx="5356">
                  <c:v>0.2351111111111111</c:v>
                </c:pt>
                <c:pt idx="5357">
                  <c:v>0.23525925925925925</c:v>
                </c:pt>
                <c:pt idx="5358">
                  <c:v>0.23525925925925925</c:v>
                </c:pt>
                <c:pt idx="5359">
                  <c:v>0.23525925925925925</c:v>
                </c:pt>
                <c:pt idx="5360">
                  <c:v>0.23525925925925925</c:v>
                </c:pt>
                <c:pt idx="5361">
                  <c:v>0.2354074074074074</c:v>
                </c:pt>
                <c:pt idx="5362">
                  <c:v>0.2354074074074074</c:v>
                </c:pt>
                <c:pt idx="5363">
                  <c:v>0.2354074074074074</c:v>
                </c:pt>
                <c:pt idx="5364">
                  <c:v>0.23555555555555555</c:v>
                </c:pt>
                <c:pt idx="5365">
                  <c:v>0.23555555555555555</c:v>
                </c:pt>
                <c:pt idx="5366">
                  <c:v>0.23555555555555555</c:v>
                </c:pt>
                <c:pt idx="5367">
                  <c:v>0.23555555555555555</c:v>
                </c:pt>
                <c:pt idx="5368">
                  <c:v>0.23570370370370369</c:v>
                </c:pt>
                <c:pt idx="5369">
                  <c:v>0.23570370370370369</c:v>
                </c:pt>
                <c:pt idx="5370">
                  <c:v>0.23570370370370369</c:v>
                </c:pt>
                <c:pt idx="5371">
                  <c:v>0.23570370370370369</c:v>
                </c:pt>
                <c:pt idx="5372">
                  <c:v>0.23570370370370369</c:v>
                </c:pt>
                <c:pt idx="5373">
                  <c:v>0.23570370370370369</c:v>
                </c:pt>
                <c:pt idx="5374">
                  <c:v>0.23585185185185184</c:v>
                </c:pt>
                <c:pt idx="5375">
                  <c:v>0.23585185185185184</c:v>
                </c:pt>
                <c:pt idx="5376">
                  <c:v>0.23585185185185184</c:v>
                </c:pt>
                <c:pt idx="5377">
                  <c:v>0.23599999999999999</c:v>
                </c:pt>
                <c:pt idx="5378">
                  <c:v>0.23599999999999999</c:v>
                </c:pt>
                <c:pt idx="5379">
                  <c:v>0.23599999999999999</c:v>
                </c:pt>
                <c:pt idx="5380">
                  <c:v>0.23614814814814813</c:v>
                </c:pt>
                <c:pt idx="5381">
                  <c:v>0.23614814814814813</c:v>
                </c:pt>
                <c:pt idx="5382">
                  <c:v>0.23614814814814813</c:v>
                </c:pt>
                <c:pt idx="5383">
                  <c:v>0.23614814814814813</c:v>
                </c:pt>
                <c:pt idx="5384">
                  <c:v>0.23614814814814813</c:v>
                </c:pt>
                <c:pt idx="5385">
                  <c:v>0.23614814814814813</c:v>
                </c:pt>
                <c:pt idx="5386">
                  <c:v>0.23614814814814813</c:v>
                </c:pt>
                <c:pt idx="5387">
                  <c:v>0.23614814814814813</c:v>
                </c:pt>
                <c:pt idx="5388">
                  <c:v>0.23614814814814813</c:v>
                </c:pt>
                <c:pt idx="5389">
                  <c:v>0.23614814814814813</c:v>
                </c:pt>
                <c:pt idx="5390">
                  <c:v>0.23614814814814813</c:v>
                </c:pt>
                <c:pt idx="5391">
                  <c:v>0.23614814814814813</c:v>
                </c:pt>
                <c:pt idx="5392">
                  <c:v>0.23629629629629631</c:v>
                </c:pt>
                <c:pt idx="5393">
                  <c:v>0.23629629629629631</c:v>
                </c:pt>
                <c:pt idx="5394">
                  <c:v>0.23644444444444446</c:v>
                </c:pt>
                <c:pt idx="5395">
                  <c:v>0.2365925925925926</c:v>
                </c:pt>
                <c:pt idx="5396">
                  <c:v>0.2365925925925926</c:v>
                </c:pt>
                <c:pt idx="5397">
                  <c:v>0.23674074074074075</c:v>
                </c:pt>
                <c:pt idx="5398">
                  <c:v>0.2368888888888889</c:v>
                </c:pt>
                <c:pt idx="5399">
                  <c:v>0.2368888888888889</c:v>
                </c:pt>
                <c:pt idx="5400">
                  <c:v>0.23703703703703705</c:v>
                </c:pt>
                <c:pt idx="5401">
                  <c:v>0.23703703703703705</c:v>
                </c:pt>
                <c:pt idx="5402">
                  <c:v>0.23703703703703705</c:v>
                </c:pt>
                <c:pt idx="5403">
                  <c:v>0.23703703703703705</c:v>
                </c:pt>
                <c:pt idx="5404">
                  <c:v>0.23718518518518519</c:v>
                </c:pt>
                <c:pt idx="5405">
                  <c:v>0.23733333333333334</c:v>
                </c:pt>
                <c:pt idx="5406">
                  <c:v>0.23733333333333334</c:v>
                </c:pt>
                <c:pt idx="5407">
                  <c:v>0.23733333333333334</c:v>
                </c:pt>
                <c:pt idx="5408">
                  <c:v>0.23733333333333334</c:v>
                </c:pt>
                <c:pt idx="5409">
                  <c:v>0.23748148148148149</c:v>
                </c:pt>
                <c:pt idx="5410">
                  <c:v>0.23748148148148149</c:v>
                </c:pt>
                <c:pt idx="5411">
                  <c:v>0.23762962962962964</c:v>
                </c:pt>
                <c:pt idx="5412">
                  <c:v>0.23762962962962964</c:v>
                </c:pt>
                <c:pt idx="5413">
                  <c:v>0.23777777777777778</c:v>
                </c:pt>
                <c:pt idx="5414">
                  <c:v>0.23777777777777778</c:v>
                </c:pt>
                <c:pt idx="5415">
                  <c:v>0.23777777777777778</c:v>
                </c:pt>
                <c:pt idx="5416">
                  <c:v>0.23777777777777778</c:v>
                </c:pt>
                <c:pt idx="5417">
                  <c:v>0.23777777777777778</c:v>
                </c:pt>
                <c:pt idx="5418">
                  <c:v>0.23792592592592593</c:v>
                </c:pt>
                <c:pt idx="5419">
                  <c:v>0.23792592592592593</c:v>
                </c:pt>
                <c:pt idx="5420">
                  <c:v>0.23807407407407408</c:v>
                </c:pt>
                <c:pt idx="5421">
                  <c:v>0.23822222222222222</c:v>
                </c:pt>
                <c:pt idx="5422">
                  <c:v>0.23822222222222222</c:v>
                </c:pt>
                <c:pt idx="5423">
                  <c:v>0.23822222222222222</c:v>
                </c:pt>
                <c:pt idx="5424">
                  <c:v>0.23822222222222222</c:v>
                </c:pt>
                <c:pt idx="5425">
                  <c:v>0.23822222222222222</c:v>
                </c:pt>
                <c:pt idx="5426">
                  <c:v>0.23822222222222222</c:v>
                </c:pt>
                <c:pt idx="5427">
                  <c:v>0.23837037037037037</c:v>
                </c:pt>
                <c:pt idx="5428">
                  <c:v>0.23851851851851852</c:v>
                </c:pt>
                <c:pt idx="5429">
                  <c:v>0.23851851851851852</c:v>
                </c:pt>
                <c:pt idx="5430">
                  <c:v>0.23866666666666667</c:v>
                </c:pt>
                <c:pt idx="5431">
                  <c:v>0.23866666666666667</c:v>
                </c:pt>
                <c:pt idx="5432">
                  <c:v>0.23866666666666667</c:v>
                </c:pt>
                <c:pt idx="5433">
                  <c:v>0.23866666666666667</c:v>
                </c:pt>
                <c:pt idx="5434">
                  <c:v>0.23866666666666667</c:v>
                </c:pt>
                <c:pt idx="5435">
                  <c:v>0.23866666666666667</c:v>
                </c:pt>
                <c:pt idx="5436">
                  <c:v>0.23866666666666667</c:v>
                </c:pt>
                <c:pt idx="5437">
                  <c:v>0.23866666666666667</c:v>
                </c:pt>
                <c:pt idx="5438">
                  <c:v>0.23881481481481481</c:v>
                </c:pt>
                <c:pt idx="5439">
                  <c:v>0.23881481481481481</c:v>
                </c:pt>
                <c:pt idx="5440">
                  <c:v>0.23881481481481481</c:v>
                </c:pt>
                <c:pt idx="5441">
                  <c:v>0.23881481481481481</c:v>
                </c:pt>
                <c:pt idx="5442">
                  <c:v>0.23881481481481481</c:v>
                </c:pt>
                <c:pt idx="5443">
                  <c:v>0.23896296296296296</c:v>
                </c:pt>
                <c:pt idx="5444">
                  <c:v>0.23911111111111111</c:v>
                </c:pt>
                <c:pt idx="5445">
                  <c:v>0.23911111111111111</c:v>
                </c:pt>
                <c:pt idx="5446">
                  <c:v>0.23911111111111111</c:v>
                </c:pt>
                <c:pt idx="5447">
                  <c:v>0.23911111111111111</c:v>
                </c:pt>
                <c:pt idx="5448">
                  <c:v>0.23911111111111111</c:v>
                </c:pt>
                <c:pt idx="5449">
                  <c:v>0.23911111111111111</c:v>
                </c:pt>
                <c:pt idx="5450">
                  <c:v>0.23911111111111111</c:v>
                </c:pt>
                <c:pt idx="5451">
                  <c:v>0.23911111111111111</c:v>
                </c:pt>
                <c:pt idx="5452">
                  <c:v>0.23925925925925925</c:v>
                </c:pt>
                <c:pt idx="5453">
                  <c:v>0.23925925925925925</c:v>
                </c:pt>
                <c:pt idx="5454">
                  <c:v>0.23925925925925925</c:v>
                </c:pt>
                <c:pt idx="5455">
                  <c:v>0.2394074074074074</c:v>
                </c:pt>
                <c:pt idx="5456">
                  <c:v>0.23955555555555555</c:v>
                </c:pt>
                <c:pt idx="5457">
                  <c:v>0.23955555555555555</c:v>
                </c:pt>
                <c:pt idx="5458">
                  <c:v>0.23955555555555555</c:v>
                </c:pt>
                <c:pt idx="5459">
                  <c:v>0.23955555555555555</c:v>
                </c:pt>
                <c:pt idx="5460">
                  <c:v>0.2397037037037037</c:v>
                </c:pt>
                <c:pt idx="5461">
                  <c:v>0.23985185185185184</c:v>
                </c:pt>
                <c:pt idx="5462">
                  <c:v>0.23985185185185184</c:v>
                </c:pt>
                <c:pt idx="5463">
                  <c:v>0.23985185185185184</c:v>
                </c:pt>
                <c:pt idx="5464">
                  <c:v>0.23985185185185184</c:v>
                </c:pt>
                <c:pt idx="5465">
                  <c:v>0.23985185185185184</c:v>
                </c:pt>
                <c:pt idx="5466">
                  <c:v>0.23985185185185184</c:v>
                </c:pt>
                <c:pt idx="5467">
                  <c:v>0.23985185185185184</c:v>
                </c:pt>
                <c:pt idx="5468">
                  <c:v>0.23985185185185184</c:v>
                </c:pt>
                <c:pt idx="5469">
                  <c:v>0.23985185185185184</c:v>
                </c:pt>
                <c:pt idx="5470">
                  <c:v>0.23985185185185184</c:v>
                </c:pt>
                <c:pt idx="5471">
                  <c:v>0.23985185185185184</c:v>
                </c:pt>
                <c:pt idx="5472">
                  <c:v>0.23985185185185184</c:v>
                </c:pt>
                <c:pt idx="5473">
                  <c:v>0.24</c:v>
                </c:pt>
                <c:pt idx="5474">
                  <c:v>0.24014814814814814</c:v>
                </c:pt>
                <c:pt idx="5475">
                  <c:v>0.24029629629629629</c:v>
                </c:pt>
                <c:pt idx="5476">
                  <c:v>0.24029629629629629</c:v>
                </c:pt>
                <c:pt idx="5477">
                  <c:v>0.24029629629629629</c:v>
                </c:pt>
                <c:pt idx="5478">
                  <c:v>0.24029629629629629</c:v>
                </c:pt>
                <c:pt idx="5479">
                  <c:v>0.24029629629629629</c:v>
                </c:pt>
                <c:pt idx="5480">
                  <c:v>0.24029629629629629</c:v>
                </c:pt>
                <c:pt idx="5481">
                  <c:v>0.24029629629629629</c:v>
                </c:pt>
                <c:pt idx="5482">
                  <c:v>0.24029629629629629</c:v>
                </c:pt>
                <c:pt idx="5483">
                  <c:v>0.24029629629629629</c:v>
                </c:pt>
                <c:pt idx="5484">
                  <c:v>0.24029629629629629</c:v>
                </c:pt>
                <c:pt idx="5485">
                  <c:v>0.24029629629629629</c:v>
                </c:pt>
                <c:pt idx="5486">
                  <c:v>0.24044444444444443</c:v>
                </c:pt>
                <c:pt idx="5487">
                  <c:v>0.24059259259259258</c:v>
                </c:pt>
                <c:pt idx="5488">
                  <c:v>0.24074074074074073</c:v>
                </c:pt>
                <c:pt idx="5489">
                  <c:v>0.2408888888888889</c:v>
                </c:pt>
                <c:pt idx="5490">
                  <c:v>0.2408888888888889</c:v>
                </c:pt>
                <c:pt idx="5491">
                  <c:v>0.2408888888888889</c:v>
                </c:pt>
                <c:pt idx="5492">
                  <c:v>0.2408888888888889</c:v>
                </c:pt>
                <c:pt idx="5493">
                  <c:v>0.2408888888888889</c:v>
                </c:pt>
                <c:pt idx="5494">
                  <c:v>0.2408888888888889</c:v>
                </c:pt>
                <c:pt idx="5495">
                  <c:v>0.2408888888888889</c:v>
                </c:pt>
                <c:pt idx="5496">
                  <c:v>0.2408888888888889</c:v>
                </c:pt>
                <c:pt idx="5497">
                  <c:v>0.2408888888888889</c:v>
                </c:pt>
                <c:pt idx="5498">
                  <c:v>0.2408888888888889</c:v>
                </c:pt>
                <c:pt idx="5499">
                  <c:v>0.2408888888888889</c:v>
                </c:pt>
                <c:pt idx="5500">
                  <c:v>0.2408888888888889</c:v>
                </c:pt>
                <c:pt idx="5501">
                  <c:v>0.2408888888888889</c:v>
                </c:pt>
                <c:pt idx="5502">
                  <c:v>0.2408888888888889</c:v>
                </c:pt>
                <c:pt idx="5503">
                  <c:v>0.2408888888888889</c:v>
                </c:pt>
                <c:pt idx="5504">
                  <c:v>0.2408888888888889</c:v>
                </c:pt>
                <c:pt idx="5505">
                  <c:v>0.2408888888888889</c:v>
                </c:pt>
                <c:pt idx="5506">
                  <c:v>0.24103703703703705</c:v>
                </c:pt>
                <c:pt idx="5507">
                  <c:v>0.2411851851851852</c:v>
                </c:pt>
                <c:pt idx="5508">
                  <c:v>0.2411851851851852</c:v>
                </c:pt>
                <c:pt idx="5509">
                  <c:v>0.2411851851851852</c:v>
                </c:pt>
                <c:pt idx="5510">
                  <c:v>0.2411851851851852</c:v>
                </c:pt>
                <c:pt idx="5511">
                  <c:v>0.2411851851851852</c:v>
                </c:pt>
                <c:pt idx="5512">
                  <c:v>0.2411851851851852</c:v>
                </c:pt>
                <c:pt idx="5513">
                  <c:v>0.2411851851851852</c:v>
                </c:pt>
                <c:pt idx="5514">
                  <c:v>0.24133333333333334</c:v>
                </c:pt>
                <c:pt idx="5515">
                  <c:v>0.24148148148148149</c:v>
                </c:pt>
                <c:pt idx="5516">
                  <c:v>0.24148148148148149</c:v>
                </c:pt>
                <c:pt idx="5517">
                  <c:v>0.24148148148148149</c:v>
                </c:pt>
                <c:pt idx="5518">
                  <c:v>0.24148148148148149</c:v>
                </c:pt>
                <c:pt idx="5519">
                  <c:v>0.24148148148148149</c:v>
                </c:pt>
                <c:pt idx="5520">
                  <c:v>0.24148148148148149</c:v>
                </c:pt>
                <c:pt idx="5521">
                  <c:v>0.24162962962962964</c:v>
                </c:pt>
                <c:pt idx="5522">
                  <c:v>0.24162962962962964</c:v>
                </c:pt>
                <c:pt idx="5523">
                  <c:v>0.24162962962962964</c:v>
                </c:pt>
                <c:pt idx="5524">
                  <c:v>0.24177777777777779</c:v>
                </c:pt>
                <c:pt idx="5525">
                  <c:v>0.24192592592592593</c:v>
                </c:pt>
                <c:pt idx="5526">
                  <c:v>0.24192592592592593</c:v>
                </c:pt>
                <c:pt idx="5527">
                  <c:v>0.24192592592592593</c:v>
                </c:pt>
                <c:pt idx="5528">
                  <c:v>0.24207407407407408</c:v>
                </c:pt>
                <c:pt idx="5529">
                  <c:v>0.24222222222222223</c:v>
                </c:pt>
                <c:pt idx="5530">
                  <c:v>0.24237037037037037</c:v>
                </c:pt>
                <c:pt idx="5531">
                  <c:v>0.24237037037037037</c:v>
                </c:pt>
                <c:pt idx="5532">
                  <c:v>0.24237037037037037</c:v>
                </c:pt>
                <c:pt idx="5533">
                  <c:v>0.24237037037037037</c:v>
                </c:pt>
                <c:pt idx="5534">
                  <c:v>0.24251851851851852</c:v>
                </c:pt>
                <c:pt idx="5535">
                  <c:v>0.24251851851851852</c:v>
                </c:pt>
                <c:pt idx="5536">
                  <c:v>0.24251851851851852</c:v>
                </c:pt>
                <c:pt idx="5537">
                  <c:v>0.24251851851851852</c:v>
                </c:pt>
                <c:pt idx="5538">
                  <c:v>0.24251851851851852</c:v>
                </c:pt>
                <c:pt idx="5539">
                  <c:v>0.24251851851851852</c:v>
                </c:pt>
                <c:pt idx="5540">
                  <c:v>0.24251851851851852</c:v>
                </c:pt>
                <c:pt idx="5541">
                  <c:v>0.24251851851851852</c:v>
                </c:pt>
                <c:pt idx="5542">
                  <c:v>0.24266666666666667</c:v>
                </c:pt>
                <c:pt idx="5543">
                  <c:v>0.24281481481481482</c:v>
                </c:pt>
                <c:pt idx="5544">
                  <c:v>0.24281481481481482</c:v>
                </c:pt>
                <c:pt idx="5545">
                  <c:v>0.24296296296296296</c:v>
                </c:pt>
                <c:pt idx="5546">
                  <c:v>0.24296296296296296</c:v>
                </c:pt>
                <c:pt idx="5547">
                  <c:v>0.24296296296296296</c:v>
                </c:pt>
                <c:pt idx="5548">
                  <c:v>0.24311111111111111</c:v>
                </c:pt>
                <c:pt idx="5549">
                  <c:v>0.24325925925925926</c:v>
                </c:pt>
                <c:pt idx="5550">
                  <c:v>0.24325925925925926</c:v>
                </c:pt>
                <c:pt idx="5551">
                  <c:v>0.24325925925925926</c:v>
                </c:pt>
                <c:pt idx="5552">
                  <c:v>0.24325925925925926</c:v>
                </c:pt>
                <c:pt idx="5553">
                  <c:v>0.24325925925925926</c:v>
                </c:pt>
                <c:pt idx="5554">
                  <c:v>0.24325925925925926</c:v>
                </c:pt>
                <c:pt idx="5555">
                  <c:v>0.24325925925925926</c:v>
                </c:pt>
                <c:pt idx="5556">
                  <c:v>0.24325925925925926</c:v>
                </c:pt>
                <c:pt idx="5557">
                  <c:v>0.24340740740740741</c:v>
                </c:pt>
                <c:pt idx="5558">
                  <c:v>0.24340740740740741</c:v>
                </c:pt>
                <c:pt idx="5559">
                  <c:v>0.24340740740740741</c:v>
                </c:pt>
                <c:pt idx="5560">
                  <c:v>0.24340740740740741</c:v>
                </c:pt>
                <c:pt idx="5561">
                  <c:v>0.24340740740740741</c:v>
                </c:pt>
                <c:pt idx="5562">
                  <c:v>0.24340740740740741</c:v>
                </c:pt>
                <c:pt idx="5563">
                  <c:v>0.24340740740740741</c:v>
                </c:pt>
                <c:pt idx="5564">
                  <c:v>0.24340740740740741</c:v>
                </c:pt>
                <c:pt idx="5565">
                  <c:v>0.24340740740740741</c:v>
                </c:pt>
                <c:pt idx="5566">
                  <c:v>0.24340740740740741</c:v>
                </c:pt>
                <c:pt idx="5567">
                  <c:v>0.24340740740740741</c:v>
                </c:pt>
                <c:pt idx="5568">
                  <c:v>0.24355555555555555</c:v>
                </c:pt>
                <c:pt idx="5569">
                  <c:v>0.2437037037037037</c:v>
                </c:pt>
                <c:pt idx="5570">
                  <c:v>0.2437037037037037</c:v>
                </c:pt>
                <c:pt idx="5571">
                  <c:v>0.2437037037037037</c:v>
                </c:pt>
                <c:pt idx="5572">
                  <c:v>0.2437037037037037</c:v>
                </c:pt>
                <c:pt idx="5573">
                  <c:v>0.2437037037037037</c:v>
                </c:pt>
                <c:pt idx="5574">
                  <c:v>0.2437037037037037</c:v>
                </c:pt>
                <c:pt idx="5575">
                  <c:v>0.2437037037037037</c:v>
                </c:pt>
                <c:pt idx="5576">
                  <c:v>0.2437037037037037</c:v>
                </c:pt>
                <c:pt idx="5577">
                  <c:v>0.2437037037037037</c:v>
                </c:pt>
                <c:pt idx="5578">
                  <c:v>0.2437037037037037</c:v>
                </c:pt>
                <c:pt idx="5579">
                  <c:v>0.2437037037037037</c:v>
                </c:pt>
                <c:pt idx="5580">
                  <c:v>0.2437037037037037</c:v>
                </c:pt>
                <c:pt idx="5581">
                  <c:v>0.2437037037037037</c:v>
                </c:pt>
                <c:pt idx="5582">
                  <c:v>0.24385185185185185</c:v>
                </c:pt>
                <c:pt idx="5583">
                  <c:v>0.24385185185185185</c:v>
                </c:pt>
                <c:pt idx="5584">
                  <c:v>0.24385185185185185</c:v>
                </c:pt>
                <c:pt idx="5585">
                  <c:v>0.24399999999999999</c:v>
                </c:pt>
                <c:pt idx="5586">
                  <c:v>0.24414814814814814</c:v>
                </c:pt>
                <c:pt idx="5587">
                  <c:v>0.24414814814814814</c:v>
                </c:pt>
                <c:pt idx="5588">
                  <c:v>0.24414814814814814</c:v>
                </c:pt>
                <c:pt idx="5589">
                  <c:v>0.24414814814814814</c:v>
                </c:pt>
                <c:pt idx="5590">
                  <c:v>0.24429629629629629</c:v>
                </c:pt>
                <c:pt idx="5591">
                  <c:v>0.24429629629629629</c:v>
                </c:pt>
                <c:pt idx="5592">
                  <c:v>0.24429629629629629</c:v>
                </c:pt>
                <c:pt idx="5593">
                  <c:v>0.24444444444444444</c:v>
                </c:pt>
                <c:pt idx="5594">
                  <c:v>0.24444444444444444</c:v>
                </c:pt>
                <c:pt idx="5595">
                  <c:v>0.24444444444444444</c:v>
                </c:pt>
                <c:pt idx="5596">
                  <c:v>0.24444444444444444</c:v>
                </c:pt>
                <c:pt idx="5597">
                  <c:v>0.24444444444444444</c:v>
                </c:pt>
                <c:pt idx="5598">
                  <c:v>0.24444444444444444</c:v>
                </c:pt>
                <c:pt idx="5599">
                  <c:v>0.24444444444444444</c:v>
                </c:pt>
                <c:pt idx="5600">
                  <c:v>0.24459259259259258</c:v>
                </c:pt>
                <c:pt idx="5601">
                  <c:v>0.24459259259259258</c:v>
                </c:pt>
                <c:pt idx="5602">
                  <c:v>0.24459259259259258</c:v>
                </c:pt>
                <c:pt idx="5603">
                  <c:v>0.24474074074074073</c:v>
                </c:pt>
                <c:pt idx="5604">
                  <c:v>0.24474074074074073</c:v>
                </c:pt>
                <c:pt idx="5605">
                  <c:v>0.24474074074074073</c:v>
                </c:pt>
                <c:pt idx="5606">
                  <c:v>0.24474074074074073</c:v>
                </c:pt>
                <c:pt idx="5607">
                  <c:v>0.24474074074074073</c:v>
                </c:pt>
                <c:pt idx="5608">
                  <c:v>0.24474074074074073</c:v>
                </c:pt>
                <c:pt idx="5609">
                  <c:v>0.24474074074074073</c:v>
                </c:pt>
                <c:pt idx="5610">
                  <c:v>0.24474074074074073</c:v>
                </c:pt>
                <c:pt idx="5611">
                  <c:v>0.24474074074074073</c:v>
                </c:pt>
                <c:pt idx="5612">
                  <c:v>0.24474074074074073</c:v>
                </c:pt>
                <c:pt idx="5613">
                  <c:v>0.24488888888888888</c:v>
                </c:pt>
                <c:pt idx="5614">
                  <c:v>0.24488888888888888</c:v>
                </c:pt>
                <c:pt idx="5615">
                  <c:v>0.24488888888888888</c:v>
                </c:pt>
                <c:pt idx="5616">
                  <c:v>0.24488888888888888</c:v>
                </c:pt>
                <c:pt idx="5617">
                  <c:v>0.24503703703703703</c:v>
                </c:pt>
                <c:pt idx="5618">
                  <c:v>0.24503703703703703</c:v>
                </c:pt>
                <c:pt idx="5619">
                  <c:v>0.24503703703703703</c:v>
                </c:pt>
                <c:pt idx="5620">
                  <c:v>0.24503703703703703</c:v>
                </c:pt>
                <c:pt idx="5621">
                  <c:v>0.24503703703703703</c:v>
                </c:pt>
                <c:pt idx="5622">
                  <c:v>0.24503703703703703</c:v>
                </c:pt>
                <c:pt idx="5623">
                  <c:v>0.24503703703703703</c:v>
                </c:pt>
                <c:pt idx="5624">
                  <c:v>0.24503703703703703</c:v>
                </c:pt>
                <c:pt idx="5625">
                  <c:v>0.24503703703703703</c:v>
                </c:pt>
                <c:pt idx="5626">
                  <c:v>0.24518518518518517</c:v>
                </c:pt>
                <c:pt idx="5627">
                  <c:v>0.24518518518518517</c:v>
                </c:pt>
                <c:pt idx="5628">
                  <c:v>0.24533333333333332</c:v>
                </c:pt>
                <c:pt idx="5629">
                  <c:v>0.24533333333333332</c:v>
                </c:pt>
                <c:pt idx="5630">
                  <c:v>0.24548148148148149</c:v>
                </c:pt>
                <c:pt idx="5631">
                  <c:v>0.24548148148148149</c:v>
                </c:pt>
                <c:pt idx="5632">
                  <c:v>0.24562962962962964</c:v>
                </c:pt>
                <c:pt idx="5633">
                  <c:v>0.24562962962962964</c:v>
                </c:pt>
                <c:pt idx="5634">
                  <c:v>0.24562962962962964</c:v>
                </c:pt>
                <c:pt idx="5635">
                  <c:v>0.24562962962962964</c:v>
                </c:pt>
                <c:pt idx="5636">
                  <c:v>0.24562962962962964</c:v>
                </c:pt>
                <c:pt idx="5637">
                  <c:v>0.24577777777777779</c:v>
                </c:pt>
                <c:pt idx="5638">
                  <c:v>0.24577777777777779</c:v>
                </c:pt>
                <c:pt idx="5639">
                  <c:v>0.24592592592592594</c:v>
                </c:pt>
                <c:pt idx="5640">
                  <c:v>0.24607407407407408</c:v>
                </c:pt>
                <c:pt idx="5641">
                  <c:v>0.24622222222222223</c:v>
                </c:pt>
                <c:pt idx="5642">
                  <c:v>0.24622222222222223</c:v>
                </c:pt>
                <c:pt idx="5643">
                  <c:v>0.24637037037037038</c:v>
                </c:pt>
                <c:pt idx="5644">
                  <c:v>0.24651851851851853</c:v>
                </c:pt>
                <c:pt idx="5645">
                  <c:v>0.24666666666666667</c:v>
                </c:pt>
                <c:pt idx="5646">
                  <c:v>0.24681481481481482</c:v>
                </c:pt>
                <c:pt idx="5647">
                  <c:v>0.24681481481481482</c:v>
                </c:pt>
                <c:pt idx="5648">
                  <c:v>0.24696296296296297</c:v>
                </c:pt>
                <c:pt idx="5649">
                  <c:v>0.24696296296296297</c:v>
                </c:pt>
                <c:pt idx="5650">
                  <c:v>0.24696296296296297</c:v>
                </c:pt>
                <c:pt idx="5651">
                  <c:v>0.24696296296296297</c:v>
                </c:pt>
                <c:pt idx="5652">
                  <c:v>0.24711111111111111</c:v>
                </c:pt>
                <c:pt idx="5653">
                  <c:v>0.24725925925925926</c:v>
                </c:pt>
                <c:pt idx="5654">
                  <c:v>0.24725925925925926</c:v>
                </c:pt>
                <c:pt idx="5655">
                  <c:v>0.24725925925925926</c:v>
                </c:pt>
                <c:pt idx="5656">
                  <c:v>0.24725925925925926</c:v>
                </c:pt>
                <c:pt idx="5657">
                  <c:v>0.24725925925925926</c:v>
                </c:pt>
                <c:pt idx="5658">
                  <c:v>0.24725925925925926</c:v>
                </c:pt>
                <c:pt idx="5659">
                  <c:v>0.24725925925925926</c:v>
                </c:pt>
                <c:pt idx="5660">
                  <c:v>0.24725925925925926</c:v>
                </c:pt>
                <c:pt idx="5661">
                  <c:v>0.24725925925925926</c:v>
                </c:pt>
                <c:pt idx="5662">
                  <c:v>0.24740740740740741</c:v>
                </c:pt>
                <c:pt idx="5663">
                  <c:v>0.24740740740740741</c:v>
                </c:pt>
                <c:pt idx="5664">
                  <c:v>0.24740740740740741</c:v>
                </c:pt>
                <c:pt idx="5665">
                  <c:v>0.24740740740740741</c:v>
                </c:pt>
                <c:pt idx="5666">
                  <c:v>0.24740740740740741</c:v>
                </c:pt>
                <c:pt idx="5667">
                  <c:v>0.24755555555555556</c:v>
                </c:pt>
                <c:pt idx="5668">
                  <c:v>0.24755555555555556</c:v>
                </c:pt>
                <c:pt idx="5669">
                  <c:v>0.24755555555555556</c:v>
                </c:pt>
                <c:pt idx="5670">
                  <c:v>0.24755555555555556</c:v>
                </c:pt>
                <c:pt idx="5671">
                  <c:v>0.24755555555555556</c:v>
                </c:pt>
                <c:pt idx="5672">
                  <c:v>0.2477037037037037</c:v>
                </c:pt>
                <c:pt idx="5673">
                  <c:v>0.2477037037037037</c:v>
                </c:pt>
                <c:pt idx="5674">
                  <c:v>0.2477037037037037</c:v>
                </c:pt>
                <c:pt idx="5675">
                  <c:v>0.2477037037037037</c:v>
                </c:pt>
                <c:pt idx="5676">
                  <c:v>0.24785185185185185</c:v>
                </c:pt>
                <c:pt idx="5677">
                  <c:v>0.24785185185185185</c:v>
                </c:pt>
                <c:pt idx="5678">
                  <c:v>0.24785185185185185</c:v>
                </c:pt>
                <c:pt idx="5679">
                  <c:v>0.248</c:v>
                </c:pt>
                <c:pt idx="5680">
                  <c:v>0.248</c:v>
                </c:pt>
                <c:pt idx="5681">
                  <c:v>0.248</c:v>
                </c:pt>
                <c:pt idx="5682">
                  <c:v>0.248</c:v>
                </c:pt>
                <c:pt idx="5683">
                  <c:v>0.24814814814814815</c:v>
                </c:pt>
                <c:pt idx="5684">
                  <c:v>0.24814814814814815</c:v>
                </c:pt>
                <c:pt idx="5685">
                  <c:v>0.24814814814814815</c:v>
                </c:pt>
                <c:pt idx="5686">
                  <c:v>0.24814814814814815</c:v>
                </c:pt>
                <c:pt idx="5687">
                  <c:v>0.24814814814814815</c:v>
                </c:pt>
                <c:pt idx="5688">
                  <c:v>0.24814814814814815</c:v>
                </c:pt>
                <c:pt idx="5689">
                  <c:v>0.24829629629629629</c:v>
                </c:pt>
                <c:pt idx="5690">
                  <c:v>0.24829629629629629</c:v>
                </c:pt>
                <c:pt idx="5691">
                  <c:v>0.24829629629629629</c:v>
                </c:pt>
                <c:pt idx="5692">
                  <c:v>0.24829629629629629</c:v>
                </c:pt>
                <c:pt idx="5693">
                  <c:v>0.24829629629629629</c:v>
                </c:pt>
                <c:pt idx="5694">
                  <c:v>0.24829629629629629</c:v>
                </c:pt>
                <c:pt idx="5695">
                  <c:v>0.24844444444444444</c:v>
                </c:pt>
                <c:pt idx="5696">
                  <c:v>0.24844444444444444</c:v>
                </c:pt>
                <c:pt idx="5697">
                  <c:v>0.24844444444444444</c:v>
                </c:pt>
                <c:pt idx="5698">
                  <c:v>0.24844444444444444</c:v>
                </c:pt>
                <c:pt idx="5699">
                  <c:v>0.24859259259259259</c:v>
                </c:pt>
                <c:pt idx="5700">
                  <c:v>0.24874074074074073</c:v>
                </c:pt>
                <c:pt idx="5701">
                  <c:v>0.24888888888888888</c:v>
                </c:pt>
                <c:pt idx="5702">
                  <c:v>0.24903703703703703</c:v>
                </c:pt>
                <c:pt idx="5703">
                  <c:v>0.24918518518518518</c:v>
                </c:pt>
                <c:pt idx="5704">
                  <c:v>0.24918518518518518</c:v>
                </c:pt>
                <c:pt idx="5705">
                  <c:v>0.24918518518518518</c:v>
                </c:pt>
                <c:pt idx="5706">
                  <c:v>0.24918518518518518</c:v>
                </c:pt>
                <c:pt idx="5707">
                  <c:v>0.24933333333333332</c:v>
                </c:pt>
                <c:pt idx="5708">
                  <c:v>0.24933333333333332</c:v>
                </c:pt>
                <c:pt idx="5709">
                  <c:v>0.24948148148148147</c:v>
                </c:pt>
                <c:pt idx="5710">
                  <c:v>0.24948148148148147</c:v>
                </c:pt>
                <c:pt idx="5711">
                  <c:v>0.24948148148148147</c:v>
                </c:pt>
                <c:pt idx="5712">
                  <c:v>0.24948148148148147</c:v>
                </c:pt>
                <c:pt idx="5713">
                  <c:v>0.24962962962962962</c:v>
                </c:pt>
                <c:pt idx="5714">
                  <c:v>0.24962962962962962</c:v>
                </c:pt>
                <c:pt idx="5715">
                  <c:v>0.24962962962962962</c:v>
                </c:pt>
                <c:pt idx="5716">
                  <c:v>0.24962962962962962</c:v>
                </c:pt>
                <c:pt idx="5717">
                  <c:v>0.24977777777777777</c:v>
                </c:pt>
                <c:pt idx="5718">
                  <c:v>0.24992592592592591</c:v>
                </c:pt>
                <c:pt idx="5719">
                  <c:v>0.24992592592592591</c:v>
                </c:pt>
                <c:pt idx="5720">
                  <c:v>0.24992592592592591</c:v>
                </c:pt>
                <c:pt idx="5721">
                  <c:v>0.25007407407407406</c:v>
                </c:pt>
                <c:pt idx="5722">
                  <c:v>0.25007407407407406</c:v>
                </c:pt>
                <c:pt idx="5723">
                  <c:v>0.25007407407407406</c:v>
                </c:pt>
                <c:pt idx="5724">
                  <c:v>0.25007407407407406</c:v>
                </c:pt>
                <c:pt idx="5725">
                  <c:v>0.25007407407407406</c:v>
                </c:pt>
                <c:pt idx="5726">
                  <c:v>0.25022222222222223</c:v>
                </c:pt>
                <c:pt idx="5727">
                  <c:v>0.25037037037037035</c:v>
                </c:pt>
                <c:pt idx="5728">
                  <c:v>0.25037037037037035</c:v>
                </c:pt>
                <c:pt idx="5729">
                  <c:v>0.25051851851851853</c:v>
                </c:pt>
                <c:pt idx="5730">
                  <c:v>0.25051851851851853</c:v>
                </c:pt>
                <c:pt idx="5731">
                  <c:v>0.25051851851851853</c:v>
                </c:pt>
                <c:pt idx="5732">
                  <c:v>0.25066666666666665</c:v>
                </c:pt>
                <c:pt idx="5733">
                  <c:v>0.25081481481481482</c:v>
                </c:pt>
                <c:pt idx="5734">
                  <c:v>0.25081481481481482</c:v>
                </c:pt>
                <c:pt idx="5735">
                  <c:v>0.25096296296296294</c:v>
                </c:pt>
                <c:pt idx="5736">
                  <c:v>0.25096296296296294</c:v>
                </c:pt>
                <c:pt idx="5737">
                  <c:v>0.25096296296296294</c:v>
                </c:pt>
                <c:pt idx="5738">
                  <c:v>0.25096296296296294</c:v>
                </c:pt>
                <c:pt idx="5739">
                  <c:v>0.25096296296296294</c:v>
                </c:pt>
                <c:pt idx="5740">
                  <c:v>0.25096296296296294</c:v>
                </c:pt>
                <c:pt idx="5741">
                  <c:v>0.25096296296296294</c:v>
                </c:pt>
                <c:pt idx="5742">
                  <c:v>0.25096296296296294</c:v>
                </c:pt>
                <c:pt idx="5743">
                  <c:v>0.25096296296296294</c:v>
                </c:pt>
                <c:pt idx="5744">
                  <c:v>0.25096296296296294</c:v>
                </c:pt>
                <c:pt idx="5745">
                  <c:v>0.25096296296296294</c:v>
                </c:pt>
                <c:pt idx="5746">
                  <c:v>0.25111111111111112</c:v>
                </c:pt>
                <c:pt idx="5747">
                  <c:v>0.25125925925925924</c:v>
                </c:pt>
                <c:pt idx="5748">
                  <c:v>0.25125925925925924</c:v>
                </c:pt>
                <c:pt idx="5749">
                  <c:v>0.25125925925925924</c:v>
                </c:pt>
                <c:pt idx="5750">
                  <c:v>0.25125925925925924</c:v>
                </c:pt>
                <c:pt idx="5751">
                  <c:v>0.25125925925925924</c:v>
                </c:pt>
                <c:pt idx="5752">
                  <c:v>0.25125925925925924</c:v>
                </c:pt>
                <c:pt idx="5753">
                  <c:v>0.25125925925925924</c:v>
                </c:pt>
                <c:pt idx="5754">
                  <c:v>0.25125925925925924</c:v>
                </c:pt>
                <c:pt idx="5755">
                  <c:v>0.25125925925925924</c:v>
                </c:pt>
                <c:pt idx="5756">
                  <c:v>0.25125925925925924</c:v>
                </c:pt>
                <c:pt idx="5757">
                  <c:v>0.25125925925925924</c:v>
                </c:pt>
                <c:pt idx="5758">
                  <c:v>0.25125925925925924</c:v>
                </c:pt>
                <c:pt idx="5759">
                  <c:v>0.25125925925925924</c:v>
                </c:pt>
                <c:pt idx="5760">
                  <c:v>0.25125925925925924</c:v>
                </c:pt>
                <c:pt idx="5761">
                  <c:v>0.25125925925925924</c:v>
                </c:pt>
                <c:pt idx="5762">
                  <c:v>0.25125925925925924</c:v>
                </c:pt>
                <c:pt idx="5763">
                  <c:v>0.25125925925925924</c:v>
                </c:pt>
                <c:pt idx="5764">
                  <c:v>0.25140740740740741</c:v>
                </c:pt>
                <c:pt idx="5765">
                  <c:v>0.25140740740740741</c:v>
                </c:pt>
                <c:pt idx="5766">
                  <c:v>0.25140740740740741</c:v>
                </c:pt>
                <c:pt idx="5767">
                  <c:v>0.25140740740740741</c:v>
                </c:pt>
                <c:pt idx="5768">
                  <c:v>0.25140740740740741</c:v>
                </c:pt>
                <c:pt idx="5769">
                  <c:v>0.25140740740740741</c:v>
                </c:pt>
                <c:pt idx="5770">
                  <c:v>0.25140740740740741</c:v>
                </c:pt>
                <c:pt idx="5771">
                  <c:v>0.25155555555555553</c:v>
                </c:pt>
                <c:pt idx="5772">
                  <c:v>0.25170370370370371</c:v>
                </c:pt>
                <c:pt idx="5773">
                  <c:v>0.25170370370370371</c:v>
                </c:pt>
                <c:pt idx="5774">
                  <c:v>0.25170370370370371</c:v>
                </c:pt>
                <c:pt idx="5775">
                  <c:v>0.25170370370370371</c:v>
                </c:pt>
                <c:pt idx="5776">
                  <c:v>0.25170370370370371</c:v>
                </c:pt>
                <c:pt idx="5777">
                  <c:v>0.25170370370370371</c:v>
                </c:pt>
                <c:pt idx="5778">
                  <c:v>0.25170370370370371</c:v>
                </c:pt>
                <c:pt idx="5779">
                  <c:v>0.25170370370370371</c:v>
                </c:pt>
                <c:pt idx="5780">
                  <c:v>0.25170370370370371</c:v>
                </c:pt>
                <c:pt idx="5781">
                  <c:v>0.25170370370370371</c:v>
                </c:pt>
                <c:pt idx="5782">
                  <c:v>0.25170370370370371</c:v>
                </c:pt>
                <c:pt idx="5783">
                  <c:v>0.25170370370370371</c:v>
                </c:pt>
                <c:pt idx="5784">
                  <c:v>0.25170370370370371</c:v>
                </c:pt>
                <c:pt idx="5785">
                  <c:v>0.25170370370370371</c:v>
                </c:pt>
                <c:pt idx="5786">
                  <c:v>0.25170370370370371</c:v>
                </c:pt>
                <c:pt idx="5787">
                  <c:v>0.25170370370370371</c:v>
                </c:pt>
                <c:pt idx="5788">
                  <c:v>0.25170370370370371</c:v>
                </c:pt>
                <c:pt idx="5789">
                  <c:v>0.25170370370370371</c:v>
                </c:pt>
                <c:pt idx="5790">
                  <c:v>0.25185185185185183</c:v>
                </c:pt>
                <c:pt idx="5791">
                  <c:v>0.25185185185185183</c:v>
                </c:pt>
                <c:pt idx="5792">
                  <c:v>0.252</c:v>
                </c:pt>
                <c:pt idx="5793">
                  <c:v>0.25214814814814812</c:v>
                </c:pt>
                <c:pt idx="5794">
                  <c:v>0.25214814814814812</c:v>
                </c:pt>
                <c:pt idx="5795">
                  <c:v>0.25214814814814812</c:v>
                </c:pt>
                <c:pt idx="5796">
                  <c:v>0.25214814814814812</c:v>
                </c:pt>
                <c:pt idx="5797">
                  <c:v>0.25214814814814812</c:v>
                </c:pt>
                <c:pt idx="5798">
                  <c:v>0.25214814814814812</c:v>
                </c:pt>
                <c:pt idx="5799">
                  <c:v>0.25214814814814812</c:v>
                </c:pt>
                <c:pt idx="5800">
                  <c:v>0.2522962962962963</c:v>
                </c:pt>
                <c:pt idx="5801">
                  <c:v>0.2522962962962963</c:v>
                </c:pt>
                <c:pt idx="5802">
                  <c:v>0.25244444444444447</c:v>
                </c:pt>
                <c:pt idx="5803">
                  <c:v>0.25244444444444447</c:v>
                </c:pt>
                <c:pt idx="5804">
                  <c:v>0.25244444444444447</c:v>
                </c:pt>
                <c:pt idx="5805">
                  <c:v>0.25244444444444447</c:v>
                </c:pt>
                <c:pt idx="5806">
                  <c:v>0.25259259259259259</c:v>
                </c:pt>
                <c:pt idx="5807">
                  <c:v>0.25259259259259259</c:v>
                </c:pt>
                <c:pt idx="5808">
                  <c:v>0.25259259259259259</c:v>
                </c:pt>
                <c:pt idx="5809">
                  <c:v>0.25259259259259259</c:v>
                </c:pt>
                <c:pt idx="5810">
                  <c:v>0.25259259259259259</c:v>
                </c:pt>
                <c:pt idx="5811">
                  <c:v>0.25259259259259259</c:v>
                </c:pt>
                <c:pt idx="5812">
                  <c:v>0.25259259259259259</c:v>
                </c:pt>
                <c:pt idx="5813">
                  <c:v>0.25259259259259259</c:v>
                </c:pt>
                <c:pt idx="5814">
                  <c:v>0.25274074074074077</c:v>
                </c:pt>
                <c:pt idx="5815">
                  <c:v>0.25274074074074077</c:v>
                </c:pt>
                <c:pt idx="5816">
                  <c:v>0.25274074074074077</c:v>
                </c:pt>
                <c:pt idx="5817">
                  <c:v>0.25274074074074077</c:v>
                </c:pt>
                <c:pt idx="5818">
                  <c:v>0.25288888888888889</c:v>
                </c:pt>
                <c:pt idx="5819">
                  <c:v>0.25288888888888889</c:v>
                </c:pt>
                <c:pt idx="5820">
                  <c:v>0.25288888888888889</c:v>
                </c:pt>
                <c:pt idx="5821">
                  <c:v>0.25288888888888889</c:v>
                </c:pt>
                <c:pt idx="5822">
                  <c:v>0.25303703703703706</c:v>
                </c:pt>
                <c:pt idx="5823">
                  <c:v>0.25303703703703706</c:v>
                </c:pt>
                <c:pt idx="5824">
                  <c:v>0.25303703703703706</c:v>
                </c:pt>
                <c:pt idx="5825">
                  <c:v>0.25318518518518518</c:v>
                </c:pt>
                <c:pt idx="5826">
                  <c:v>0.25318518518518518</c:v>
                </c:pt>
                <c:pt idx="5827">
                  <c:v>0.25333333333333335</c:v>
                </c:pt>
                <c:pt idx="5828">
                  <c:v>0.25348148148148147</c:v>
                </c:pt>
                <c:pt idx="5829">
                  <c:v>0.25362962962962965</c:v>
                </c:pt>
                <c:pt idx="5830">
                  <c:v>0.25377777777777777</c:v>
                </c:pt>
                <c:pt idx="5831">
                  <c:v>0.25377777777777777</c:v>
                </c:pt>
                <c:pt idx="5832">
                  <c:v>0.25392592592592594</c:v>
                </c:pt>
                <c:pt idx="5833">
                  <c:v>0.25392592592592594</c:v>
                </c:pt>
                <c:pt idx="5834">
                  <c:v>0.25407407407407406</c:v>
                </c:pt>
                <c:pt idx="5835">
                  <c:v>0.25407407407407406</c:v>
                </c:pt>
                <c:pt idx="5836">
                  <c:v>0.25407407407407406</c:v>
                </c:pt>
                <c:pt idx="5837">
                  <c:v>0.25407407407407406</c:v>
                </c:pt>
                <c:pt idx="5838">
                  <c:v>0.25407407407407406</c:v>
                </c:pt>
                <c:pt idx="5839">
                  <c:v>0.25407407407407406</c:v>
                </c:pt>
                <c:pt idx="5840">
                  <c:v>0.25407407407407406</c:v>
                </c:pt>
                <c:pt idx="5841">
                  <c:v>0.25407407407407406</c:v>
                </c:pt>
                <c:pt idx="5842">
                  <c:v>0.25422222222222224</c:v>
                </c:pt>
                <c:pt idx="5843">
                  <c:v>0.25422222222222224</c:v>
                </c:pt>
                <c:pt idx="5844">
                  <c:v>0.25422222222222224</c:v>
                </c:pt>
                <c:pt idx="5845">
                  <c:v>0.25422222222222224</c:v>
                </c:pt>
                <c:pt idx="5846">
                  <c:v>0.25422222222222224</c:v>
                </c:pt>
                <c:pt idx="5847">
                  <c:v>0.25422222222222224</c:v>
                </c:pt>
                <c:pt idx="5848">
                  <c:v>0.25422222222222224</c:v>
                </c:pt>
                <c:pt idx="5849">
                  <c:v>0.25422222222222224</c:v>
                </c:pt>
                <c:pt idx="5850">
                  <c:v>0.25437037037037036</c:v>
                </c:pt>
                <c:pt idx="5851">
                  <c:v>0.25437037037037036</c:v>
                </c:pt>
                <c:pt idx="5852">
                  <c:v>0.25437037037037036</c:v>
                </c:pt>
                <c:pt idx="5853">
                  <c:v>0.25451851851851853</c:v>
                </c:pt>
                <c:pt idx="5854">
                  <c:v>0.25451851851851853</c:v>
                </c:pt>
                <c:pt idx="5855">
                  <c:v>0.25451851851851853</c:v>
                </c:pt>
                <c:pt idx="5856">
                  <c:v>0.25451851851851853</c:v>
                </c:pt>
                <c:pt idx="5857">
                  <c:v>0.25466666666666665</c:v>
                </c:pt>
                <c:pt idx="5858">
                  <c:v>0.25466666666666665</c:v>
                </c:pt>
                <c:pt idx="5859">
                  <c:v>0.25466666666666665</c:v>
                </c:pt>
                <c:pt idx="5860">
                  <c:v>0.25466666666666665</c:v>
                </c:pt>
                <c:pt idx="5861">
                  <c:v>0.25466666666666665</c:v>
                </c:pt>
                <c:pt idx="5862">
                  <c:v>0.25481481481481483</c:v>
                </c:pt>
                <c:pt idx="5863">
                  <c:v>0.25496296296296295</c:v>
                </c:pt>
                <c:pt idx="5864">
                  <c:v>0.25511111111111112</c:v>
                </c:pt>
                <c:pt idx="5865">
                  <c:v>0.25511111111111112</c:v>
                </c:pt>
                <c:pt idx="5866">
                  <c:v>0.25511111111111112</c:v>
                </c:pt>
                <c:pt idx="5867">
                  <c:v>0.25511111111111112</c:v>
                </c:pt>
                <c:pt idx="5868">
                  <c:v>0.25511111111111112</c:v>
                </c:pt>
                <c:pt idx="5869">
                  <c:v>0.25511111111111112</c:v>
                </c:pt>
                <c:pt idx="5870">
                  <c:v>0.25511111111111112</c:v>
                </c:pt>
                <c:pt idx="5871">
                  <c:v>0.25511111111111112</c:v>
                </c:pt>
                <c:pt idx="5872">
                  <c:v>0.25511111111111112</c:v>
                </c:pt>
                <c:pt idx="5873">
                  <c:v>0.25511111111111112</c:v>
                </c:pt>
                <c:pt idx="5874">
                  <c:v>0.25511111111111112</c:v>
                </c:pt>
                <c:pt idx="5875">
                  <c:v>0.25511111111111112</c:v>
                </c:pt>
                <c:pt idx="5876">
                  <c:v>0.25511111111111112</c:v>
                </c:pt>
                <c:pt idx="5877">
                  <c:v>0.25511111111111112</c:v>
                </c:pt>
                <c:pt idx="5878">
                  <c:v>0.25511111111111112</c:v>
                </c:pt>
                <c:pt idx="5879">
                  <c:v>0.25511111111111112</c:v>
                </c:pt>
                <c:pt idx="5880">
                  <c:v>0.25525925925925924</c:v>
                </c:pt>
                <c:pt idx="5881">
                  <c:v>0.25525925925925924</c:v>
                </c:pt>
                <c:pt idx="5882">
                  <c:v>0.25540740740740742</c:v>
                </c:pt>
                <c:pt idx="5883">
                  <c:v>0.25540740740740742</c:v>
                </c:pt>
                <c:pt idx="5884">
                  <c:v>0.25540740740740742</c:v>
                </c:pt>
                <c:pt idx="5885">
                  <c:v>0.25540740740740742</c:v>
                </c:pt>
                <c:pt idx="5886">
                  <c:v>0.25540740740740742</c:v>
                </c:pt>
                <c:pt idx="5887">
                  <c:v>0.25540740740740742</c:v>
                </c:pt>
                <c:pt idx="5888">
                  <c:v>0.25540740740740742</c:v>
                </c:pt>
                <c:pt idx="5889">
                  <c:v>0.25540740740740742</c:v>
                </c:pt>
                <c:pt idx="5890">
                  <c:v>0.25555555555555554</c:v>
                </c:pt>
                <c:pt idx="5891">
                  <c:v>0.25570370370370371</c:v>
                </c:pt>
                <c:pt idx="5892">
                  <c:v>0.25570370370370371</c:v>
                </c:pt>
                <c:pt idx="5893">
                  <c:v>0.25570370370370371</c:v>
                </c:pt>
                <c:pt idx="5894">
                  <c:v>0.25570370370370371</c:v>
                </c:pt>
                <c:pt idx="5895">
                  <c:v>0.25570370370370371</c:v>
                </c:pt>
                <c:pt idx="5896">
                  <c:v>0.25570370370370371</c:v>
                </c:pt>
                <c:pt idx="5897">
                  <c:v>0.25570370370370371</c:v>
                </c:pt>
                <c:pt idx="5898">
                  <c:v>0.25570370370370371</c:v>
                </c:pt>
                <c:pt idx="5899">
                  <c:v>0.25585185185185183</c:v>
                </c:pt>
                <c:pt idx="5900">
                  <c:v>0.25600000000000001</c:v>
                </c:pt>
                <c:pt idx="5901">
                  <c:v>0.25600000000000001</c:v>
                </c:pt>
                <c:pt idx="5902">
                  <c:v>0.25614814814814812</c:v>
                </c:pt>
                <c:pt idx="5903">
                  <c:v>0.25614814814814812</c:v>
                </c:pt>
                <c:pt idx="5904">
                  <c:v>0.25614814814814812</c:v>
                </c:pt>
                <c:pt idx="5905">
                  <c:v>0.2562962962962963</c:v>
                </c:pt>
                <c:pt idx="5906">
                  <c:v>0.2562962962962963</c:v>
                </c:pt>
                <c:pt idx="5907">
                  <c:v>0.2562962962962963</c:v>
                </c:pt>
                <c:pt idx="5908">
                  <c:v>0.2562962962962963</c:v>
                </c:pt>
                <c:pt idx="5909">
                  <c:v>0.2562962962962963</c:v>
                </c:pt>
                <c:pt idx="5910">
                  <c:v>0.2562962962962963</c:v>
                </c:pt>
                <c:pt idx="5911">
                  <c:v>0.2562962962962963</c:v>
                </c:pt>
                <c:pt idx="5912">
                  <c:v>0.25644444444444442</c:v>
                </c:pt>
                <c:pt idx="5913">
                  <c:v>0.25659259259259259</c:v>
                </c:pt>
                <c:pt idx="5914">
                  <c:v>0.25659259259259259</c:v>
                </c:pt>
                <c:pt idx="5915">
                  <c:v>0.25674074074074071</c:v>
                </c:pt>
                <c:pt idx="5916">
                  <c:v>0.25688888888888889</c:v>
                </c:pt>
                <c:pt idx="5917">
                  <c:v>0.25688888888888889</c:v>
                </c:pt>
                <c:pt idx="5918">
                  <c:v>0.25688888888888889</c:v>
                </c:pt>
                <c:pt idx="5919">
                  <c:v>0.25688888888888889</c:v>
                </c:pt>
                <c:pt idx="5920">
                  <c:v>0.25688888888888889</c:v>
                </c:pt>
                <c:pt idx="5921">
                  <c:v>0.25703703703703706</c:v>
                </c:pt>
                <c:pt idx="5922">
                  <c:v>0.25703703703703706</c:v>
                </c:pt>
                <c:pt idx="5923">
                  <c:v>0.25703703703703706</c:v>
                </c:pt>
                <c:pt idx="5924">
                  <c:v>0.25718518518518518</c:v>
                </c:pt>
                <c:pt idx="5925">
                  <c:v>0.25718518518518518</c:v>
                </c:pt>
                <c:pt idx="5926">
                  <c:v>0.25718518518518518</c:v>
                </c:pt>
                <c:pt idx="5927">
                  <c:v>0.25718518518518518</c:v>
                </c:pt>
                <c:pt idx="5928">
                  <c:v>0.25718518518518518</c:v>
                </c:pt>
                <c:pt idx="5929">
                  <c:v>0.25718518518518518</c:v>
                </c:pt>
                <c:pt idx="5930">
                  <c:v>0.25733333333333336</c:v>
                </c:pt>
                <c:pt idx="5931">
                  <c:v>0.25733333333333336</c:v>
                </c:pt>
                <c:pt idx="5932">
                  <c:v>0.25748148148148148</c:v>
                </c:pt>
                <c:pt idx="5933">
                  <c:v>0.25748148148148148</c:v>
                </c:pt>
                <c:pt idx="5934">
                  <c:v>0.25748148148148148</c:v>
                </c:pt>
                <c:pt idx="5935">
                  <c:v>0.25748148148148148</c:v>
                </c:pt>
                <c:pt idx="5936">
                  <c:v>0.25762962962962965</c:v>
                </c:pt>
                <c:pt idx="5937">
                  <c:v>0.25762962962962965</c:v>
                </c:pt>
                <c:pt idx="5938">
                  <c:v>0.25777777777777777</c:v>
                </c:pt>
                <c:pt idx="5939">
                  <c:v>0.25792592592592595</c:v>
                </c:pt>
                <c:pt idx="5940">
                  <c:v>0.25792592592592595</c:v>
                </c:pt>
                <c:pt idx="5941">
                  <c:v>0.25792592592592595</c:v>
                </c:pt>
                <c:pt idx="5942">
                  <c:v>0.25792592592592595</c:v>
                </c:pt>
                <c:pt idx="5943">
                  <c:v>0.25792592592592595</c:v>
                </c:pt>
                <c:pt idx="5944">
                  <c:v>0.25792592592592595</c:v>
                </c:pt>
                <c:pt idx="5945">
                  <c:v>0.25807407407407407</c:v>
                </c:pt>
                <c:pt idx="5946">
                  <c:v>0.25822222222222224</c:v>
                </c:pt>
                <c:pt idx="5947">
                  <c:v>0.25822222222222224</c:v>
                </c:pt>
                <c:pt idx="5948">
                  <c:v>0.25822222222222224</c:v>
                </c:pt>
                <c:pt idx="5949">
                  <c:v>0.25822222222222224</c:v>
                </c:pt>
                <c:pt idx="5950">
                  <c:v>0.25822222222222224</c:v>
                </c:pt>
                <c:pt idx="5951">
                  <c:v>0.25822222222222224</c:v>
                </c:pt>
                <c:pt idx="5952">
                  <c:v>0.25837037037037036</c:v>
                </c:pt>
                <c:pt idx="5953">
                  <c:v>0.25837037037037036</c:v>
                </c:pt>
                <c:pt idx="5954">
                  <c:v>0.25837037037037036</c:v>
                </c:pt>
                <c:pt idx="5955">
                  <c:v>0.25851851851851854</c:v>
                </c:pt>
                <c:pt idx="5956">
                  <c:v>0.25851851851851854</c:v>
                </c:pt>
                <c:pt idx="5957">
                  <c:v>0.25851851851851854</c:v>
                </c:pt>
                <c:pt idx="5958">
                  <c:v>0.25866666666666666</c:v>
                </c:pt>
                <c:pt idx="5959">
                  <c:v>0.25866666666666666</c:v>
                </c:pt>
                <c:pt idx="5960">
                  <c:v>0.25881481481481483</c:v>
                </c:pt>
                <c:pt idx="5961">
                  <c:v>0.25881481481481483</c:v>
                </c:pt>
                <c:pt idx="5962">
                  <c:v>0.25896296296296295</c:v>
                </c:pt>
                <c:pt idx="5963">
                  <c:v>0.25911111111111113</c:v>
                </c:pt>
                <c:pt idx="5964">
                  <c:v>0.25911111111111113</c:v>
                </c:pt>
                <c:pt idx="5965">
                  <c:v>0.25911111111111113</c:v>
                </c:pt>
                <c:pt idx="5966">
                  <c:v>0.25925925925925924</c:v>
                </c:pt>
                <c:pt idx="5967">
                  <c:v>0.25925925925925924</c:v>
                </c:pt>
                <c:pt idx="5968">
                  <c:v>0.25925925925925924</c:v>
                </c:pt>
                <c:pt idx="5969">
                  <c:v>0.25925925925925924</c:v>
                </c:pt>
                <c:pt idx="5970">
                  <c:v>0.25940740740740742</c:v>
                </c:pt>
                <c:pt idx="5971">
                  <c:v>0.25940740740740742</c:v>
                </c:pt>
                <c:pt idx="5972">
                  <c:v>0.25940740740740742</c:v>
                </c:pt>
                <c:pt idx="5973">
                  <c:v>0.25940740740740742</c:v>
                </c:pt>
                <c:pt idx="5974">
                  <c:v>0.25940740740740742</c:v>
                </c:pt>
                <c:pt idx="5975">
                  <c:v>0.25955555555555554</c:v>
                </c:pt>
                <c:pt idx="5976">
                  <c:v>0.25955555555555554</c:v>
                </c:pt>
                <c:pt idx="5977">
                  <c:v>0.25955555555555554</c:v>
                </c:pt>
                <c:pt idx="5978">
                  <c:v>0.25955555555555554</c:v>
                </c:pt>
                <c:pt idx="5979">
                  <c:v>0.25955555555555554</c:v>
                </c:pt>
                <c:pt idx="5980">
                  <c:v>0.25970370370370371</c:v>
                </c:pt>
                <c:pt idx="5981">
                  <c:v>0.25985185185185183</c:v>
                </c:pt>
                <c:pt idx="5982">
                  <c:v>0.25985185185185183</c:v>
                </c:pt>
                <c:pt idx="5983">
                  <c:v>0.25985185185185183</c:v>
                </c:pt>
                <c:pt idx="5984">
                  <c:v>0.25985185185185183</c:v>
                </c:pt>
                <c:pt idx="5985">
                  <c:v>0.26</c:v>
                </c:pt>
                <c:pt idx="5986">
                  <c:v>0.26</c:v>
                </c:pt>
                <c:pt idx="5987">
                  <c:v>0.26</c:v>
                </c:pt>
                <c:pt idx="5988">
                  <c:v>0.26</c:v>
                </c:pt>
                <c:pt idx="5989">
                  <c:v>0.26</c:v>
                </c:pt>
                <c:pt idx="5990">
                  <c:v>0.26</c:v>
                </c:pt>
                <c:pt idx="5991">
                  <c:v>0.26014814814814813</c:v>
                </c:pt>
                <c:pt idx="5992">
                  <c:v>0.26014814814814813</c:v>
                </c:pt>
                <c:pt idx="5993">
                  <c:v>0.26014814814814813</c:v>
                </c:pt>
                <c:pt idx="5994">
                  <c:v>0.26014814814814813</c:v>
                </c:pt>
                <c:pt idx="5995">
                  <c:v>0.26014814814814813</c:v>
                </c:pt>
                <c:pt idx="5996">
                  <c:v>0.2602962962962963</c:v>
                </c:pt>
                <c:pt idx="5997">
                  <c:v>0.26044444444444442</c:v>
                </c:pt>
                <c:pt idx="5998">
                  <c:v>0.2605925925925926</c:v>
                </c:pt>
                <c:pt idx="5999">
                  <c:v>0.2605925925925926</c:v>
                </c:pt>
                <c:pt idx="6000">
                  <c:v>0.26074074074074072</c:v>
                </c:pt>
                <c:pt idx="6001">
                  <c:v>0.26088888888888889</c:v>
                </c:pt>
                <c:pt idx="6002">
                  <c:v>0.26088888888888889</c:v>
                </c:pt>
                <c:pt idx="6003">
                  <c:v>0.26088888888888889</c:v>
                </c:pt>
                <c:pt idx="6004">
                  <c:v>0.26088888888888889</c:v>
                </c:pt>
                <c:pt idx="6005">
                  <c:v>0.26088888888888889</c:v>
                </c:pt>
                <c:pt idx="6006">
                  <c:v>0.26103703703703701</c:v>
                </c:pt>
                <c:pt idx="6007">
                  <c:v>0.26103703703703701</c:v>
                </c:pt>
                <c:pt idx="6008">
                  <c:v>0.26103703703703701</c:v>
                </c:pt>
                <c:pt idx="6009">
                  <c:v>0.26103703703703701</c:v>
                </c:pt>
                <c:pt idx="6010">
                  <c:v>0.26103703703703701</c:v>
                </c:pt>
                <c:pt idx="6011">
                  <c:v>0.26103703703703701</c:v>
                </c:pt>
                <c:pt idx="6012">
                  <c:v>0.26118518518518519</c:v>
                </c:pt>
                <c:pt idx="6013">
                  <c:v>0.26118518518518519</c:v>
                </c:pt>
                <c:pt idx="6014">
                  <c:v>0.26118518518518519</c:v>
                </c:pt>
                <c:pt idx="6015">
                  <c:v>0.26118518518518519</c:v>
                </c:pt>
                <c:pt idx="6016">
                  <c:v>0.26118518518518519</c:v>
                </c:pt>
                <c:pt idx="6017">
                  <c:v>0.26133333333333331</c:v>
                </c:pt>
                <c:pt idx="6018">
                  <c:v>0.26133333333333331</c:v>
                </c:pt>
                <c:pt idx="6019">
                  <c:v>0.26133333333333331</c:v>
                </c:pt>
                <c:pt idx="6020">
                  <c:v>0.26148148148148148</c:v>
                </c:pt>
                <c:pt idx="6021">
                  <c:v>0.26148148148148148</c:v>
                </c:pt>
                <c:pt idx="6022">
                  <c:v>0.26148148148148148</c:v>
                </c:pt>
                <c:pt idx="6023">
                  <c:v>0.26148148148148148</c:v>
                </c:pt>
                <c:pt idx="6024">
                  <c:v>0.26148148148148148</c:v>
                </c:pt>
                <c:pt idx="6025">
                  <c:v>0.26162962962962966</c:v>
                </c:pt>
                <c:pt idx="6026">
                  <c:v>0.26162962962962966</c:v>
                </c:pt>
                <c:pt idx="6027">
                  <c:v>0.26162962962962966</c:v>
                </c:pt>
                <c:pt idx="6028">
                  <c:v>0.26162962962962966</c:v>
                </c:pt>
                <c:pt idx="6029">
                  <c:v>0.26162962962962966</c:v>
                </c:pt>
                <c:pt idx="6030">
                  <c:v>0.26162962962962966</c:v>
                </c:pt>
                <c:pt idx="6031">
                  <c:v>0.26162962962962966</c:v>
                </c:pt>
                <c:pt idx="6032">
                  <c:v>0.26162962962962966</c:v>
                </c:pt>
                <c:pt idx="6033">
                  <c:v>0.26162962962962966</c:v>
                </c:pt>
                <c:pt idx="6034">
                  <c:v>0.26162962962962966</c:v>
                </c:pt>
                <c:pt idx="6035">
                  <c:v>0.26162962962962966</c:v>
                </c:pt>
                <c:pt idx="6036">
                  <c:v>0.26162962962962966</c:v>
                </c:pt>
                <c:pt idx="6037">
                  <c:v>0.26162962962962966</c:v>
                </c:pt>
                <c:pt idx="6038">
                  <c:v>0.26162962962962966</c:v>
                </c:pt>
                <c:pt idx="6039">
                  <c:v>0.26162962962962966</c:v>
                </c:pt>
                <c:pt idx="6040">
                  <c:v>0.26177777777777778</c:v>
                </c:pt>
                <c:pt idx="6041">
                  <c:v>0.26177777777777778</c:v>
                </c:pt>
                <c:pt idx="6042">
                  <c:v>0.26192592592592595</c:v>
                </c:pt>
                <c:pt idx="6043">
                  <c:v>0.26192592592592595</c:v>
                </c:pt>
                <c:pt idx="6044">
                  <c:v>0.26192592592592595</c:v>
                </c:pt>
                <c:pt idx="6045">
                  <c:v>0.26192592592592595</c:v>
                </c:pt>
                <c:pt idx="6046">
                  <c:v>0.26192592592592595</c:v>
                </c:pt>
                <c:pt idx="6047">
                  <c:v>0.26207407407407407</c:v>
                </c:pt>
                <c:pt idx="6048">
                  <c:v>0.26207407407407407</c:v>
                </c:pt>
                <c:pt idx="6049">
                  <c:v>0.26222222222222225</c:v>
                </c:pt>
                <c:pt idx="6050">
                  <c:v>0.26222222222222225</c:v>
                </c:pt>
                <c:pt idx="6051">
                  <c:v>0.26222222222222225</c:v>
                </c:pt>
                <c:pt idx="6052">
                  <c:v>0.26222222222222225</c:v>
                </c:pt>
                <c:pt idx="6053">
                  <c:v>0.26222222222222225</c:v>
                </c:pt>
                <c:pt idx="6054">
                  <c:v>0.26222222222222225</c:v>
                </c:pt>
                <c:pt idx="6055">
                  <c:v>0.26237037037037036</c:v>
                </c:pt>
                <c:pt idx="6056">
                  <c:v>0.26251851851851854</c:v>
                </c:pt>
                <c:pt idx="6057">
                  <c:v>0.26266666666666666</c:v>
                </c:pt>
                <c:pt idx="6058">
                  <c:v>0.26266666666666666</c:v>
                </c:pt>
                <c:pt idx="6059">
                  <c:v>0.26266666666666666</c:v>
                </c:pt>
                <c:pt idx="6060">
                  <c:v>0.26281481481481483</c:v>
                </c:pt>
                <c:pt idx="6061">
                  <c:v>0.26281481481481483</c:v>
                </c:pt>
                <c:pt idx="6062">
                  <c:v>0.26296296296296295</c:v>
                </c:pt>
                <c:pt idx="6063">
                  <c:v>0.26296296296296295</c:v>
                </c:pt>
                <c:pt idx="6064">
                  <c:v>0.26311111111111113</c:v>
                </c:pt>
                <c:pt idx="6065">
                  <c:v>0.26311111111111113</c:v>
                </c:pt>
                <c:pt idx="6066">
                  <c:v>0.26325925925925925</c:v>
                </c:pt>
                <c:pt idx="6067">
                  <c:v>0.26340740740740742</c:v>
                </c:pt>
                <c:pt idx="6068">
                  <c:v>0.26340740740740742</c:v>
                </c:pt>
                <c:pt idx="6069">
                  <c:v>0.26340740740740742</c:v>
                </c:pt>
                <c:pt idx="6070">
                  <c:v>0.26340740740740742</c:v>
                </c:pt>
                <c:pt idx="6071">
                  <c:v>0.26340740740740742</c:v>
                </c:pt>
                <c:pt idx="6072">
                  <c:v>0.26340740740740742</c:v>
                </c:pt>
                <c:pt idx="6073">
                  <c:v>0.26340740740740742</c:v>
                </c:pt>
                <c:pt idx="6074">
                  <c:v>0.26355555555555554</c:v>
                </c:pt>
                <c:pt idx="6075">
                  <c:v>0.26355555555555554</c:v>
                </c:pt>
                <c:pt idx="6076">
                  <c:v>0.26370370370370372</c:v>
                </c:pt>
                <c:pt idx="6077">
                  <c:v>0.26385185185185184</c:v>
                </c:pt>
                <c:pt idx="6078">
                  <c:v>0.26400000000000001</c:v>
                </c:pt>
                <c:pt idx="6079">
                  <c:v>0.26400000000000001</c:v>
                </c:pt>
                <c:pt idx="6080">
                  <c:v>0.26400000000000001</c:v>
                </c:pt>
                <c:pt idx="6081">
                  <c:v>0.26414814814814813</c:v>
                </c:pt>
                <c:pt idx="6082">
                  <c:v>0.26414814814814813</c:v>
                </c:pt>
                <c:pt idx="6083">
                  <c:v>0.26429629629629631</c:v>
                </c:pt>
                <c:pt idx="6084">
                  <c:v>0.26429629629629631</c:v>
                </c:pt>
                <c:pt idx="6085">
                  <c:v>0.26429629629629631</c:v>
                </c:pt>
                <c:pt idx="6086">
                  <c:v>0.26429629629629631</c:v>
                </c:pt>
                <c:pt idx="6087">
                  <c:v>0.26444444444444443</c:v>
                </c:pt>
                <c:pt idx="6088">
                  <c:v>0.2645925925925926</c:v>
                </c:pt>
                <c:pt idx="6089">
                  <c:v>0.2645925925925926</c:v>
                </c:pt>
                <c:pt idx="6090">
                  <c:v>0.2645925925925926</c:v>
                </c:pt>
                <c:pt idx="6091">
                  <c:v>0.26474074074074072</c:v>
                </c:pt>
                <c:pt idx="6092">
                  <c:v>0.26474074074074072</c:v>
                </c:pt>
                <c:pt idx="6093">
                  <c:v>0.26474074074074072</c:v>
                </c:pt>
                <c:pt idx="6094">
                  <c:v>0.26474074074074072</c:v>
                </c:pt>
                <c:pt idx="6095">
                  <c:v>0.2648888888888889</c:v>
                </c:pt>
                <c:pt idx="6096">
                  <c:v>0.2648888888888889</c:v>
                </c:pt>
                <c:pt idx="6097">
                  <c:v>0.2648888888888889</c:v>
                </c:pt>
                <c:pt idx="6098">
                  <c:v>0.26503703703703702</c:v>
                </c:pt>
                <c:pt idx="6099">
                  <c:v>0.26503703703703702</c:v>
                </c:pt>
                <c:pt idx="6100">
                  <c:v>0.26503703703703702</c:v>
                </c:pt>
                <c:pt idx="6101">
                  <c:v>0.26518518518518519</c:v>
                </c:pt>
                <c:pt idx="6102">
                  <c:v>0.26533333333333331</c:v>
                </c:pt>
                <c:pt idx="6103">
                  <c:v>0.26533333333333331</c:v>
                </c:pt>
                <c:pt idx="6104">
                  <c:v>0.26533333333333331</c:v>
                </c:pt>
                <c:pt idx="6105">
                  <c:v>0.26533333333333331</c:v>
                </c:pt>
                <c:pt idx="6106">
                  <c:v>0.26533333333333331</c:v>
                </c:pt>
                <c:pt idx="6107">
                  <c:v>0.26533333333333331</c:v>
                </c:pt>
                <c:pt idx="6108">
                  <c:v>0.26533333333333331</c:v>
                </c:pt>
                <c:pt idx="6109">
                  <c:v>0.26533333333333331</c:v>
                </c:pt>
                <c:pt idx="6110">
                  <c:v>0.26533333333333331</c:v>
                </c:pt>
                <c:pt idx="6111">
                  <c:v>0.26548148148148148</c:v>
                </c:pt>
                <c:pt idx="6112">
                  <c:v>0.26548148148148148</c:v>
                </c:pt>
                <c:pt idx="6113">
                  <c:v>0.26548148148148148</c:v>
                </c:pt>
                <c:pt idx="6114">
                  <c:v>0.26548148148148148</c:v>
                </c:pt>
                <c:pt idx="6115">
                  <c:v>0.2656296296296296</c:v>
                </c:pt>
                <c:pt idx="6116">
                  <c:v>0.26577777777777778</c:v>
                </c:pt>
                <c:pt idx="6117">
                  <c:v>0.26577777777777778</c:v>
                </c:pt>
                <c:pt idx="6118">
                  <c:v>0.26577777777777778</c:v>
                </c:pt>
                <c:pt idx="6119">
                  <c:v>0.26577777777777778</c:v>
                </c:pt>
                <c:pt idx="6120">
                  <c:v>0.26577777777777778</c:v>
                </c:pt>
                <c:pt idx="6121">
                  <c:v>0.2659259259259259</c:v>
                </c:pt>
                <c:pt idx="6122">
                  <c:v>0.2659259259259259</c:v>
                </c:pt>
                <c:pt idx="6123">
                  <c:v>0.2659259259259259</c:v>
                </c:pt>
                <c:pt idx="6124">
                  <c:v>0.2659259259259259</c:v>
                </c:pt>
                <c:pt idx="6125">
                  <c:v>0.2659259259259259</c:v>
                </c:pt>
                <c:pt idx="6126">
                  <c:v>0.2659259259259259</c:v>
                </c:pt>
                <c:pt idx="6127">
                  <c:v>0.2659259259259259</c:v>
                </c:pt>
                <c:pt idx="6128">
                  <c:v>0.2659259259259259</c:v>
                </c:pt>
                <c:pt idx="6129">
                  <c:v>0.2659259259259259</c:v>
                </c:pt>
                <c:pt idx="6130">
                  <c:v>0.2659259259259259</c:v>
                </c:pt>
                <c:pt idx="6131">
                  <c:v>0.2659259259259259</c:v>
                </c:pt>
                <c:pt idx="6132">
                  <c:v>0.2659259259259259</c:v>
                </c:pt>
                <c:pt idx="6133">
                  <c:v>0.2659259259259259</c:v>
                </c:pt>
                <c:pt idx="6134">
                  <c:v>0.2659259259259259</c:v>
                </c:pt>
                <c:pt idx="6135">
                  <c:v>0.2659259259259259</c:v>
                </c:pt>
                <c:pt idx="6136">
                  <c:v>0.2659259259259259</c:v>
                </c:pt>
                <c:pt idx="6137">
                  <c:v>0.2659259259259259</c:v>
                </c:pt>
                <c:pt idx="6138">
                  <c:v>0.2659259259259259</c:v>
                </c:pt>
                <c:pt idx="6139">
                  <c:v>0.2659259259259259</c:v>
                </c:pt>
                <c:pt idx="6140">
                  <c:v>0.2659259259259259</c:v>
                </c:pt>
                <c:pt idx="6141">
                  <c:v>0.2659259259259259</c:v>
                </c:pt>
                <c:pt idx="6142">
                  <c:v>0.2659259259259259</c:v>
                </c:pt>
                <c:pt idx="6143">
                  <c:v>0.2659259259259259</c:v>
                </c:pt>
                <c:pt idx="6144">
                  <c:v>0.26607407407407407</c:v>
                </c:pt>
                <c:pt idx="6145">
                  <c:v>0.26607407407407407</c:v>
                </c:pt>
                <c:pt idx="6146">
                  <c:v>0.26607407407407407</c:v>
                </c:pt>
                <c:pt idx="6147">
                  <c:v>0.26622222222222225</c:v>
                </c:pt>
                <c:pt idx="6148">
                  <c:v>0.26637037037037037</c:v>
                </c:pt>
                <c:pt idx="6149">
                  <c:v>0.26637037037037037</c:v>
                </c:pt>
                <c:pt idx="6150">
                  <c:v>0.26637037037037037</c:v>
                </c:pt>
                <c:pt idx="6151">
                  <c:v>0.26651851851851854</c:v>
                </c:pt>
                <c:pt idx="6152">
                  <c:v>0.26666666666666666</c:v>
                </c:pt>
                <c:pt idx="6153">
                  <c:v>0.26681481481481484</c:v>
                </c:pt>
                <c:pt idx="6154">
                  <c:v>0.26696296296296296</c:v>
                </c:pt>
                <c:pt idx="6155">
                  <c:v>0.26696296296296296</c:v>
                </c:pt>
                <c:pt idx="6156">
                  <c:v>0.26711111111111113</c:v>
                </c:pt>
                <c:pt idx="6157">
                  <c:v>0.26711111111111113</c:v>
                </c:pt>
                <c:pt idx="6158">
                  <c:v>0.26725925925925925</c:v>
                </c:pt>
                <c:pt idx="6159">
                  <c:v>0.26740740740740743</c:v>
                </c:pt>
                <c:pt idx="6160">
                  <c:v>0.26755555555555555</c:v>
                </c:pt>
                <c:pt idx="6161">
                  <c:v>0.26755555555555555</c:v>
                </c:pt>
                <c:pt idx="6162">
                  <c:v>0.26755555555555555</c:v>
                </c:pt>
                <c:pt idx="6163">
                  <c:v>0.26755555555555555</c:v>
                </c:pt>
                <c:pt idx="6164">
                  <c:v>0.26755555555555555</c:v>
                </c:pt>
                <c:pt idx="6165">
                  <c:v>0.26770370370370372</c:v>
                </c:pt>
                <c:pt idx="6166">
                  <c:v>0.26770370370370372</c:v>
                </c:pt>
                <c:pt idx="6167">
                  <c:v>0.26785185185185184</c:v>
                </c:pt>
                <c:pt idx="6168">
                  <c:v>0.26785185185185184</c:v>
                </c:pt>
                <c:pt idx="6169">
                  <c:v>0.26785185185185184</c:v>
                </c:pt>
                <c:pt idx="6170">
                  <c:v>0.26785185185185184</c:v>
                </c:pt>
                <c:pt idx="6171">
                  <c:v>0.26785185185185184</c:v>
                </c:pt>
                <c:pt idx="6172">
                  <c:v>0.26800000000000002</c:v>
                </c:pt>
                <c:pt idx="6173">
                  <c:v>0.26800000000000002</c:v>
                </c:pt>
                <c:pt idx="6174">
                  <c:v>0.26800000000000002</c:v>
                </c:pt>
                <c:pt idx="6175">
                  <c:v>0.26814814814814814</c:v>
                </c:pt>
                <c:pt idx="6176">
                  <c:v>0.26814814814814814</c:v>
                </c:pt>
                <c:pt idx="6177">
                  <c:v>0.26814814814814814</c:v>
                </c:pt>
                <c:pt idx="6178">
                  <c:v>0.26814814814814814</c:v>
                </c:pt>
                <c:pt idx="6179">
                  <c:v>0.26829629629629631</c:v>
                </c:pt>
                <c:pt idx="6180">
                  <c:v>0.26844444444444443</c:v>
                </c:pt>
                <c:pt idx="6181">
                  <c:v>0.26844444444444443</c:v>
                </c:pt>
                <c:pt idx="6182">
                  <c:v>0.26844444444444443</c:v>
                </c:pt>
                <c:pt idx="6183">
                  <c:v>0.26844444444444443</c:v>
                </c:pt>
                <c:pt idx="6184">
                  <c:v>0.26844444444444443</c:v>
                </c:pt>
                <c:pt idx="6185">
                  <c:v>0.26844444444444443</c:v>
                </c:pt>
                <c:pt idx="6186">
                  <c:v>0.2685925925925926</c:v>
                </c:pt>
                <c:pt idx="6187">
                  <c:v>0.2685925925925926</c:v>
                </c:pt>
                <c:pt idx="6188">
                  <c:v>0.26874074074074072</c:v>
                </c:pt>
                <c:pt idx="6189">
                  <c:v>0.26874074074074072</c:v>
                </c:pt>
                <c:pt idx="6190">
                  <c:v>0.26874074074074072</c:v>
                </c:pt>
                <c:pt idx="6191">
                  <c:v>0.26874074074074072</c:v>
                </c:pt>
                <c:pt idx="6192">
                  <c:v>0.26874074074074072</c:v>
                </c:pt>
                <c:pt idx="6193">
                  <c:v>0.2688888888888889</c:v>
                </c:pt>
                <c:pt idx="6194">
                  <c:v>0.26903703703703702</c:v>
                </c:pt>
                <c:pt idx="6195">
                  <c:v>0.26903703703703702</c:v>
                </c:pt>
                <c:pt idx="6196">
                  <c:v>0.26903703703703702</c:v>
                </c:pt>
                <c:pt idx="6197">
                  <c:v>0.26903703703703702</c:v>
                </c:pt>
                <c:pt idx="6198">
                  <c:v>0.26903703703703702</c:v>
                </c:pt>
                <c:pt idx="6199">
                  <c:v>0.26903703703703702</c:v>
                </c:pt>
                <c:pt idx="6200">
                  <c:v>0.26918518518518519</c:v>
                </c:pt>
                <c:pt idx="6201">
                  <c:v>0.26918518518518519</c:v>
                </c:pt>
                <c:pt idx="6202">
                  <c:v>0.26918518518518519</c:v>
                </c:pt>
                <c:pt idx="6203">
                  <c:v>0.26918518518518519</c:v>
                </c:pt>
                <c:pt idx="6204">
                  <c:v>0.26918518518518519</c:v>
                </c:pt>
                <c:pt idx="6205">
                  <c:v>0.26918518518518519</c:v>
                </c:pt>
                <c:pt idx="6206">
                  <c:v>0.26918518518518519</c:v>
                </c:pt>
                <c:pt idx="6207">
                  <c:v>0.26933333333333331</c:v>
                </c:pt>
                <c:pt idx="6208">
                  <c:v>0.26933333333333331</c:v>
                </c:pt>
                <c:pt idx="6209">
                  <c:v>0.26933333333333331</c:v>
                </c:pt>
                <c:pt idx="6210">
                  <c:v>0.26948148148148149</c:v>
                </c:pt>
                <c:pt idx="6211">
                  <c:v>0.26962962962962961</c:v>
                </c:pt>
                <c:pt idx="6212">
                  <c:v>0.26962962962962961</c:v>
                </c:pt>
                <c:pt idx="6213">
                  <c:v>0.26962962962962961</c:v>
                </c:pt>
                <c:pt idx="6214">
                  <c:v>0.26962962962962961</c:v>
                </c:pt>
                <c:pt idx="6215">
                  <c:v>0.26962962962962961</c:v>
                </c:pt>
                <c:pt idx="6216">
                  <c:v>0.26962962962962961</c:v>
                </c:pt>
                <c:pt idx="6217">
                  <c:v>0.26962962962962961</c:v>
                </c:pt>
                <c:pt idx="6218">
                  <c:v>0.26962962962962961</c:v>
                </c:pt>
                <c:pt idx="6219">
                  <c:v>0.26977777777777778</c:v>
                </c:pt>
                <c:pt idx="6220">
                  <c:v>0.26977777777777778</c:v>
                </c:pt>
                <c:pt idx="6221">
                  <c:v>0.26977777777777778</c:v>
                </c:pt>
                <c:pt idx="6222">
                  <c:v>0.26977777777777778</c:v>
                </c:pt>
                <c:pt idx="6223">
                  <c:v>0.2699259259259259</c:v>
                </c:pt>
                <c:pt idx="6224">
                  <c:v>0.27007407407407408</c:v>
                </c:pt>
                <c:pt idx="6225">
                  <c:v>0.27007407407407408</c:v>
                </c:pt>
                <c:pt idx="6226">
                  <c:v>0.27007407407407408</c:v>
                </c:pt>
                <c:pt idx="6227">
                  <c:v>0.2702222222222222</c:v>
                </c:pt>
                <c:pt idx="6228">
                  <c:v>0.2702222222222222</c:v>
                </c:pt>
                <c:pt idx="6229">
                  <c:v>0.27037037037037037</c:v>
                </c:pt>
                <c:pt idx="6230">
                  <c:v>0.27037037037037037</c:v>
                </c:pt>
                <c:pt idx="6231">
                  <c:v>0.27037037037037037</c:v>
                </c:pt>
                <c:pt idx="6232">
                  <c:v>0.27037037037037037</c:v>
                </c:pt>
                <c:pt idx="6233">
                  <c:v>0.27037037037037037</c:v>
                </c:pt>
                <c:pt idx="6234">
                  <c:v>0.27037037037037037</c:v>
                </c:pt>
                <c:pt idx="6235">
                  <c:v>0.27037037037037037</c:v>
                </c:pt>
                <c:pt idx="6236">
                  <c:v>0.27037037037037037</c:v>
                </c:pt>
                <c:pt idx="6237">
                  <c:v>0.27037037037037037</c:v>
                </c:pt>
                <c:pt idx="6238">
                  <c:v>0.27051851851851849</c:v>
                </c:pt>
                <c:pt idx="6239">
                  <c:v>0.27066666666666667</c:v>
                </c:pt>
                <c:pt idx="6240">
                  <c:v>0.27066666666666667</c:v>
                </c:pt>
                <c:pt idx="6241">
                  <c:v>0.27081481481481484</c:v>
                </c:pt>
                <c:pt idx="6242">
                  <c:v>0.27081481481481484</c:v>
                </c:pt>
                <c:pt idx="6243">
                  <c:v>0.27096296296296296</c:v>
                </c:pt>
                <c:pt idx="6244">
                  <c:v>0.27096296296296296</c:v>
                </c:pt>
                <c:pt idx="6245">
                  <c:v>0.27096296296296296</c:v>
                </c:pt>
                <c:pt idx="6246">
                  <c:v>0.27096296296296296</c:v>
                </c:pt>
                <c:pt idx="6247">
                  <c:v>0.27096296296296296</c:v>
                </c:pt>
                <c:pt idx="6248">
                  <c:v>0.27111111111111114</c:v>
                </c:pt>
                <c:pt idx="6249">
                  <c:v>0.27111111111111114</c:v>
                </c:pt>
                <c:pt idx="6250">
                  <c:v>0.27111111111111114</c:v>
                </c:pt>
                <c:pt idx="6251">
                  <c:v>0.27111111111111114</c:v>
                </c:pt>
                <c:pt idx="6252">
                  <c:v>0.27111111111111114</c:v>
                </c:pt>
                <c:pt idx="6253">
                  <c:v>0.27111111111111114</c:v>
                </c:pt>
                <c:pt idx="6254">
                  <c:v>0.27111111111111114</c:v>
                </c:pt>
                <c:pt idx="6255">
                  <c:v>0.27125925925925926</c:v>
                </c:pt>
                <c:pt idx="6256">
                  <c:v>0.27125925925925926</c:v>
                </c:pt>
                <c:pt idx="6257">
                  <c:v>0.27125925925925926</c:v>
                </c:pt>
                <c:pt idx="6258">
                  <c:v>0.27125925925925926</c:v>
                </c:pt>
                <c:pt idx="6259">
                  <c:v>0.27140740740740743</c:v>
                </c:pt>
                <c:pt idx="6260">
                  <c:v>0.27140740740740743</c:v>
                </c:pt>
                <c:pt idx="6261">
                  <c:v>0.27140740740740743</c:v>
                </c:pt>
                <c:pt idx="6262">
                  <c:v>0.27155555555555555</c:v>
                </c:pt>
                <c:pt idx="6263">
                  <c:v>0.27170370370370373</c:v>
                </c:pt>
                <c:pt idx="6264">
                  <c:v>0.27185185185185184</c:v>
                </c:pt>
                <c:pt idx="6265">
                  <c:v>0.27185185185185184</c:v>
                </c:pt>
                <c:pt idx="6266">
                  <c:v>0.27185185185185184</c:v>
                </c:pt>
                <c:pt idx="6267">
                  <c:v>0.27185185185185184</c:v>
                </c:pt>
                <c:pt idx="6268">
                  <c:v>0.27200000000000002</c:v>
                </c:pt>
                <c:pt idx="6269">
                  <c:v>0.27200000000000002</c:v>
                </c:pt>
                <c:pt idx="6270">
                  <c:v>0.27200000000000002</c:v>
                </c:pt>
                <c:pt idx="6271">
                  <c:v>0.27200000000000002</c:v>
                </c:pt>
                <c:pt idx="6272">
                  <c:v>0.27200000000000002</c:v>
                </c:pt>
                <c:pt idx="6273">
                  <c:v>0.27200000000000002</c:v>
                </c:pt>
                <c:pt idx="6274">
                  <c:v>0.27200000000000002</c:v>
                </c:pt>
                <c:pt idx="6275">
                  <c:v>0.27200000000000002</c:v>
                </c:pt>
                <c:pt idx="6276">
                  <c:v>0.27200000000000002</c:v>
                </c:pt>
                <c:pt idx="6277">
                  <c:v>0.27200000000000002</c:v>
                </c:pt>
                <c:pt idx="6278">
                  <c:v>0.27214814814814814</c:v>
                </c:pt>
                <c:pt idx="6279">
                  <c:v>0.27214814814814814</c:v>
                </c:pt>
                <c:pt idx="6280">
                  <c:v>0.27214814814814814</c:v>
                </c:pt>
                <c:pt idx="6281">
                  <c:v>0.27214814814814814</c:v>
                </c:pt>
                <c:pt idx="6282">
                  <c:v>0.27229629629629631</c:v>
                </c:pt>
                <c:pt idx="6283">
                  <c:v>0.27244444444444443</c:v>
                </c:pt>
                <c:pt idx="6284">
                  <c:v>0.27244444444444443</c:v>
                </c:pt>
                <c:pt idx="6285">
                  <c:v>0.27244444444444443</c:v>
                </c:pt>
                <c:pt idx="6286">
                  <c:v>0.27244444444444443</c:v>
                </c:pt>
                <c:pt idx="6287">
                  <c:v>0.27244444444444443</c:v>
                </c:pt>
                <c:pt idx="6288">
                  <c:v>0.27244444444444443</c:v>
                </c:pt>
                <c:pt idx="6289">
                  <c:v>0.27244444444444443</c:v>
                </c:pt>
                <c:pt idx="6290">
                  <c:v>0.27244444444444443</c:v>
                </c:pt>
                <c:pt idx="6291">
                  <c:v>0.27244444444444443</c:v>
                </c:pt>
                <c:pt idx="6292">
                  <c:v>0.27259259259259261</c:v>
                </c:pt>
                <c:pt idx="6293">
                  <c:v>0.27259259259259261</c:v>
                </c:pt>
                <c:pt idx="6294">
                  <c:v>0.27259259259259261</c:v>
                </c:pt>
                <c:pt idx="6295">
                  <c:v>0.27259259259259261</c:v>
                </c:pt>
                <c:pt idx="6296">
                  <c:v>0.27259259259259261</c:v>
                </c:pt>
                <c:pt idx="6297">
                  <c:v>0.27259259259259261</c:v>
                </c:pt>
                <c:pt idx="6298">
                  <c:v>0.27259259259259261</c:v>
                </c:pt>
                <c:pt idx="6299">
                  <c:v>0.27274074074074073</c:v>
                </c:pt>
                <c:pt idx="6300">
                  <c:v>0.27274074074074073</c:v>
                </c:pt>
                <c:pt idx="6301">
                  <c:v>0.2728888888888889</c:v>
                </c:pt>
                <c:pt idx="6302">
                  <c:v>0.27303703703703702</c:v>
                </c:pt>
                <c:pt idx="6303">
                  <c:v>0.27303703703703702</c:v>
                </c:pt>
                <c:pt idx="6304">
                  <c:v>0.27303703703703702</c:v>
                </c:pt>
                <c:pt idx="6305">
                  <c:v>0.27303703703703702</c:v>
                </c:pt>
                <c:pt idx="6306">
                  <c:v>0.2731851851851852</c:v>
                </c:pt>
                <c:pt idx="6307">
                  <c:v>0.2731851851851852</c:v>
                </c:pt>
                <c:pt idx="6308">
                  <c:v>0.2731851851851852</c:v>
                </c:pt>
                <c:pt idx="6309">
                  <c:v>0.27333333333333332</c:v>
                </c:pt>
                <c:pt idx="6310">
                  <c:v>0.27333333333333332</c:v>
                </c:pt>
                <c:pt idx="6311">
                  <c:v>0.27333333333333332</c:v>
                </c:pt>
                <c:pt idx="6312">
                  <c:v>0.27348148148148149</c:v>
                </c:pt>
                <c:pt idx="6313">
                  <c:v>0.27348148148148149</c:v>
                </c:pt>
                <c:pt idx="6314">
                  <c:v>0.27348148148148149</c:v>
                </c:pt>
                <c:pt idx="6315">
                  <c:v>0.27348148148148149</c:v>
                </c:pt>
                <c:pt idx="6316">
                  <c:v>0.27362962962962961</c:v>
                </c:pt>
                <c:pt idx="6317">
                  <c:v>0.27362962962962961</c:v>
                </c:pt>
                <c:pt idx="6318">
                  <c:v>0.27362962962962961</c:v>
                </c:pt>
                <c:pt idx="6319">
                  <c:v>0.27362962962962961</c:v>
                </c:pt>
                <c:pt idx="6320">
                  <c:v>0.27362962962962961</c:v>
                </c:pt>
                <c:pt idx="6321">
                  <c:v>0.27362962962962961</c:v>
                </c:pt>
                <c:pt idx="6322">
                  <c:v>0.27362962962962961</c:v>
                </c:pt>
                <c:pt idx="6323">
                  <c:v>0.27362962962962961</c:v>
                </c:pt>
                <c:pt idx="6324">
                  <c:v>0.27362962962962961</c:v>
                </c:pt>
                <c:pt idx="6325">
                  <c:v>0.27362962962962961</c:v>
                </c:pt>
                <c:pt idx="6326">
                  <c:v>0.27362962962962961</c:v>
                </c:pt>
                <c:pt idx="6327">
                  <c:v>0.27362962962962961</c:v>
                </c:pt>
                <c:pt idx="6328">
                  <c:v>0.27362962962962961</c:v>
                </c:pt>
                <c:pt idx="6329">
                  <c:v>0.27362962962962961</c:v>
                </c:pt>
                <c:pt idx="6330">
                  <c:v>0.27362962962962961</c:v>
                </c:pt>
                <c:pt idx="6331">
                  <c:v>0.27362962962962961</c:v>
                </c:pt>
                <c:pt idx="6332">
                  <c:v>0.27377777777777779</c:v>
                </c:pt>
                <c:pt idx="6333">
                  <c:v>0.27377777777777779</c:v>
                </c:pt>
                <c:pt idx="6334">
                  <c:v>0.27377777777777779</c:v>
                </c:pt>
                <c:pt idx="6335">
                  <c:v>0.27392592592592591</c:v>
                </c:pt>
                <c:pt idx="6336">
                  <c:v>0.27392592592592591</c:v>
                </c:pt>
                <c:pt idx="6337">
                  <c:v>0.27392592592592591</c:v>
                </c:pt>
                <c:pt idx="6338">
                  <c:v>0.27392592592592591</c:v>
                </c:pt>
                <c:pt idx="6339">
                  <c:v>0.27392592592592591</c:v>
                </c:pt>
                <c:pt idx="6340">
                  <c:v>0.27392592592592591</c:v>
                </c:pt>
                <c:pt idx="6341">
                  <c:v>0.27407407407407408</c:v>
                </c:pt>
                <c:pt idx="6342">
                  <c:v>0.2742222222222222</c:v>
                </c:pt>
                <c:pt idx="6343">
                  <c:v>0.2742222222222222</c:v>
                </c:pt>
                <c:pt idx="6344">
                  <c:v>0.2742222222222222</c:v>
                </c:pt>
                <c:pt idx="6345">
                  <c:v>0.2742222222222222</c:v>
                </c:pt>
                <c:pt idx="6346">
                  <c:v>0.2742222222222222</c:v>
                </c:pt>
                <c:pt idx="6347">
                  <c:v>0.27437037037037038</c:v>
                </c:pt>
                <c:pt idx="6348">
                  <c:v>0.27437037037037038</c:v>
                </c:pt>
                <c:pt idx="6349">
                  <c:v>0.27437037037037038</c:v>
                </c:pt>
                <c:pt idx="6350">
                  <c:v>0.2745185185185185</c:v>
                </c:pt>
                <c:pt idx="6351">
                  <c:v>0.27466666666666667</c:v>
                </c:pt>
                <c:pt idx="6352">
                  <c:v>0.27466666666666667</c:v>
                </c:pt>
                <c:pt idx="6353">
                  <c:v>0.27466666666666667</c:v>
                </c:pt>
                <c:pt idx="6354">
                  <c:v>0.27466666666666667</c:v>
                </c:pt>
                <c:pt idx="6355">
                  <c:v>0.27466666666666667</c:v>
                </c:pt>
                <c:pt idx="6356">
                  <c:v>0.27481481481481479</c:v>
                </c:pt>
                <c:pt idx="6357">
                  <c:v>0.27481481481481479</c:v>
                </c:pt>
                <c:pt idx="6358">
                  <c:v>0.27481481481481479</c:v>
                </c:pt>
                <c:pt idx="6359">
                  <c:v>0.27481481481481479</c:v>
                </c:pt>
                <c:pt idx="6360">
                  <c:v>0.27496296296296296</c:v>
                </c:pt>
                <c:pt idx="6361">
                  <c:v>0.27511111111111108</c:v>
                </c:pt>
                <c:pt idx="6362">
                  <c:v>0.27511111111111108</c:v>
                </c:pt>
                <c:pt idx="6363">
                  <c:v>0.27511111111111108</c:v>
                </c:pt>
                <c:pt idx="6364">
                  <c:v>0.27525925925925926</c:v>
                </c:pt>
                <c:pt idx="6365">
                  <c:v>0.27525925925925926</c:v>
                </c:pt>
                <c:pt idx="6366">
                  <c:v>0.27540740740740743</c:v>
                </c:pt>
                <c:pt idx="6367">
                  <c:v>0.27555555555555555</c:v>
                </c:pt>
                <c:pt idx="6368">
                  <c:v>0.27555555555555555</c:v>
                </c:pt>
                <c:pt idx="6369">
                  <c:v>0.27555555555555555</c:v>
                </c:pt>
                <c:pt idx="6370">
                  <c:v>0.27555555555555555</c:v>
                </c:pt>
                <c:pt idx="6371">
                  <c:v>0.27555555555555555</c:v>
                </c:pt>
                <c:pt idx="6372">
                  <c:v>0.27555555555555555</c:v>
                </c:pt>
                <c:pt idx="6373">
                  <c:v>0.27555555555555555</c:v>
                </c:pt>
                <c:pt idx="6374">
                  <c:v>0.27555555555555555</c:v>
                </c:pt>
                <c:pt idx="6375">
                  <c:v>0.27555555555555555</c:v>
                </c:pt>
                <c:pt idx="6376">
                  <c:v>0.27570370370370373</c:v>
                </c:pt>
                <c:pt idx="6377">
                  <c:v>0.27570370370370373</c:v>
                </c:pt>
                <c:pt idx="6378">
                  <c:v>0.27570370370370373</c:v>
                </c:pt>
                <c:pt idx="6379">
                  <c:v>0.27570370370370373</c:v>
                </c:pt>
                <c:pt idx="6380">
                  <c:v>0.27570370370370373</c:v>
                </c:pt>
                <c:pt idx="6381">
                  <c:v>0.27585185185185185</c:v>
                </c:pt>
                <c:pt idx="6382">
                  <c:v>0.27600000000000002</c:v>
                </c:pt>
                <c:pt idx="6383">
                  <c:v>0.27614814814814814</c:v>
                </c:pt>
                <c:pt idx="6384">
                  <c:v>0.27629629629629632</c:v>
                </c:pt>
                <c:pt idx="6385">
                  <c:v>0.27629629629629632</c:v>
                </c:pt>
                <c:pt idx="6386">
                  <c:v>0.27629629629629632</c:v>
                </c:pt>
                <c:pt idx="6387">
                  <c:v>0.27629629629629632</c:v>
                </c:pt>
                <c:pt idx="6388">
                  <c:v>0.27629629629629632</c:v>
                </c:pt>
                <c:pt idx="6389">
                  <c:v>0.27629629629629632</c:v>
                </c:pt>
                <c:pt idx="6390">
                  <c:v>0.27629629629629632</c:v>
                </c:pt>
                <c:pt idx="6391">
                  <c:v>0.27629629629629632</c:v>
                </c:pt>
                <c:pt idx="6392">
                  <c:v>0.27644444444444444</c:v>
                </c:pt>
                <c:pt idx="6393">
                  <c:v>0.27659259259259261</c:v>
                </c:pt>
                <c:pt idx="6394">
                  <c:v>0.27674074074074073</c:v>
                </c:pt>
                <c:pt idx="6395">
                  <c:v>0.27674074074074073</c:v>
                </c:pt>
                <c:pt idx="6396">
                  <c:v>0.27674074074074073</c:v>
                </c:pt>
                <c:pt idx="6397">
                  <c:v>0.27688888888888891</c:v>
                </c:pt>
                <c:pt idx="6398">
                  <c:v>0.27703703703703703</c:v>
                </c:pt>
                <c:pt idx="6399">
                  <c:v>0.27703703703703703</c:v>
                </c:pt>
                <c:pt idx="6400">
                  <c:v>0.27703703703703703</c:v>
                </c:pt>
                <c:pt idx="6401">
                  <c:v>0.2771851851851852</c:v>
                </c:pt>
                <c:pt idx="6402">
                  <c:v>0.2771851851851852</c:v>
                </c:pt>
                <c:pt idx="6403">
                  <c:v>0.2771851851851852</c:v>
                </c:pt>
                <c:pt idx="6404">
                  <c:v>0.2771851851851852</c:v>
                </c:pt>
                <c:pt idx="6405">
                  <c:v>0.2771851851851852</c:v>
                </c:pt>
                <c:pt idx="6406">
                  <c:v>0.2771851851851852</c:v>
                </c:pt>
                <c:pt idx="6407">
                  <c:v>0.2771851851851852</c:v>
                </c:pt>
                <c:pt idx="6408">
                  <c:v>0.2771851851851852</c:v>
                </c:pt>
                <c:pt idx="6409">
                  <c:v>0.27733333333333332</c:v>
                </c:pt>
                <c:pt idx="6410">
                  <c:v>0.27733333333333332</c:v>
                </c:pt>
                <c:pt idx="6411">
                  <c:v>0.27733333333333332</c:v>
                </c:pt>
                <c:pt idx="6412">
                  <c:v>0.27733333333333332</c:v>
                </c:pt>
                <c:pt idx="6413">
                  <c:v>0.27733333333333332</c:v>
                </c:pt>
                <c:pt idx="6414">
                  <c:v>0.27733333333333332</c:v>
                </c:pt>
                <c:pt idx="6415">
                  <c:v>0.2774814814814815</c:v>
                </c:pt>
                <c:pt idx="6416">
                  <c:v>0.27762962962962962</c:v>
                </c:pt>
                <c:pt idx="6417">
                  <c:v>0.27777777777777779</c:v>
                </c:pt>
                <c:pt idx="6418">
                  <c:v>0.27777777777777779</c:v>
                </c:pt>
                <c:pt idx="6419">
                  <c:v>0.27777777777777779</c:v>
                </c:pt>
                <c:pt idx="6420">
                  <c:v>0.27777777777777779</c:v>
                </c:pt>
                <c:pt idx="6421">
                  <c:v>0.27792592592592591</c:v>
                </c:pt>
                <c:pt idx="6422">
                  <c:v>0.27807407407407408</c:v>
                </c:pt>
                <c:pt idx="6423">
                  <c:v>0.27807407407407408</c:v>
                </c:pt>
                <c:pt idx="6424">
                  <c:v>0.27807407407407408</c:v>
                </c:pt>
                <c:pt idx="6425">
                  <c:v>0.27807407407407408</c:v>
                </c:pt>
                <c:pt idx="6426">
                  <c:v>0.27807407407407408</c:v>
                </c:pt>
                <c:pt idx="6427">
                  <c:v>0.27807407407407408</c:v>
                </c:pt>
                <c:pt idx="6428">
                  <c:v>0.2782222222222222</c:v>
                </c:pt>
                <c:pt idx="6429">
                  <c:v>0.2782222222222222</c:v>
                </c:pt>
                <c:pt idx="6430">
                  <c:v>0.27837037037037038</c:v>
                </c:pt>
                <c:pt idx="6431">
                  <c:v>0.27837037037037038</c:v>
                </c:pt>
                <c:pt idx="6432">
                  <c:v>0.2785185185185185</c:v>
                </c:pt>
                <c:pt idx="6433">
                  <c:v>0.2785185185185185</c:v>
                </c:pt>
                <c:pt idx="6434">
                  <c:v>0.2785185185185185</c:v>
                </c:pt>
                <c:pt idx="6435">
                  <c:v>0.2785185185185185</c:v>
                </c:pt>
                <c:pt idx="6436">
                  <c:v>0.2785185185185185</c:v>
                </c:pt>
                <c:pt idx="6437">
                  <c:v>0.2785185185185185</c:v>
                </c:pt>
                <c:pt idx="6438">
                  <c:v>0.2785185185185185</c:v>
                </c:pt>
                <c:pt idx="6439">
                  <c:v>0.2785185185185185</c:v>
                </c:pt>
                <c:pt idx="6440">
                  <c:v>0.2785185185185185</c:v>
                </c:pt>
                <c:pt idx="6441">
                  <c:v>0.2785185185185185</c:v>
                </c:pt>
                <c:pt idx="6442">
                  <c:v>0.27866666666666667</c:v>
                </c:pt>
                <c:pt idx="6443">
                  <c:v>0.27881481481481479</c:v>
                </c:pt>
                <c:pt idx="6444">
                  <c:v>0.27896296296296297</c:v>
                </c:pt>
                <c:pt idx="6445">
                  <c:v>0.27896296296296297</c:v>
                </c:pt>
                <c:pt idx="6446">
                  <c:v>0.27896296296296297</c:v>
                </c:pt>
                <c:pt idx="6447">
                  <c:v>0.27896296296296297</c:v>
                </c:pt>
                <c:pt idx="6448">
                  <c:v>0.27896296296296297</c:v>
                </c:pt>
                <c:pt idx="6449">
                  <c:v>0.27911111111111109</c:v>
                </c:pt>
                <c:pt idx="6450">
                  <c:v>0.27911111111111109</c:v>
                </c:pt>
                <c:pt idx="6451">
                  <c:v>0.27925925925925926</c:v>
                </c:pt>
                <c:pt idx="6452">
                  <c:v>0.27925925925925926</c:v>
                </c:pt>
                <c:pt idx="6453">
                  <c:v>0.27925925925925926</c:v>
                </c:pt>
                <c:pt idx="6454">
                  <c:v>0.27940740740740738</c:v>
                </c:pt>
                <c:pt idx="6455">
                  <c:v>0.27940740740740738</c:v>
                </c:pt>
                <c:pt idx="6456">
                  <c:v>0.27940740740740738</c:v>
                </c:pt>
                <c:pt idx="6457">
                  <c:v>0.27940740740740738</c:v>
                </c:pt>
                <c:pt idx="6458">
                  <c:v>0.27940740740740738</c:v>
                </c:pt>
                <c:pt idx="6459">
                  <c:v>0.27940740740740738</c:v>
                </c:pt>
                <c:pt idx="6460">
                  <c:v>0.27940740740740738</c:v>
                </c:pt>
                <c:pt idx="6461">
                  <c:v>0.27940740740740738</c:v>
                </c:pt>
                <c:pt idx="6462">
                  <c:v>0.27940740740740738</c:v>
                </c:pt>
                <c:pt idx="6463">
                  <c:v>0.27955555555555556</c:v>
                </c:pt>
                <c:pt idx="6464">
                  <c:v>0.27955555555555556</c:v>
                </c:pt>
                <c:pt idx="6465">
                  <c:v>0.27955555555555556</c:v>
                </c:pt>
                <c:pt idx="6466">
                  <c:v>0.27955555555555556</c:v>
                </c:pt>
                <c:pt idx="6467">
                  <c:v>0.27970370370370368</c:v>
                </c:pt>
                <c:pt idx="6468">
                  <c:v>0.27970370370370368</c:v>
                </c:pt>
                <c:pt idx="6469">
                  <c:v>0.27970370370370368</c:v>
                </c:pt>
                <c:pt idx="6470">
                  <c:v>0.27985185185185185</c:v>
                </c:pt>
                <c:pt idx="6471">
                  <c:v>0.28000000000000003</c:v>
                </c:pt>
                <c:pt idx="6472">
                  <c:v>0.28000000000000003</c:v>
                </c:pt>
                <c:pt idx="6473">
                  <c:v>0.28000000000000003</c:v>
                </c:pt>
                <c:pt idx="6474">
                  <c:v>0.28000000000000003</c:v>
                </c:pt>
                <c:pt idx="6475">
                  <c:v>0.28014814814814815</c:v>
                </c:pt>
                <c:pt idx="6476">
                  <c:v>0.28029629629629632</c:v>
                </c:pt>
                <c:pt idx="6477">
                  <c:v>0.28044444444444444</c:v>
                </c:pt>
                <c:pt idx="6478">
                  <c:v>0.28044444444444444</c:v>
                </c:pt>
                <c:pt idx="6479">
                  <c:v>0.28044444444444444</c:v>
                </c:pt>
                <c:pt idx="6480">
                  <c:v>0.28044444444444444</c:v>
                </c:pt>
                <c:pt idx="6481">
                  <c:v>0.28044444444444444</c:v>
                </c:pt>
                <c:pt idx="6482">
                  <c:v>0.28044444444444444</c:v>
                </c:pt>
                <c:pt idx="6483">
                  <c:v>0.28059259259259262</c:v>
                </c:pt>
                <c:pt idx="6484">
                  <c:v>0.28059259259259262</c:v>
                </c:pt>
                <c:pt idx="6485">
                  <c:v>0.28074074074074074</c:v>
                </c:pt>
                <c:pt idx="6486">
                  <c:v>0.28074074074074074</c:v>
                </c:pt>
                <c:pt idx="6487">
                  <c:v>0.28074074074074074</c:v>
                </c:pt>
                <c:pt idx="6488">
                  <c:v>0.28074074074074074</c:v>
                </c:pt>
                <c:pt idx="6489">
                  <c:v>0.28088888888888891</c:v>
                </c:pt>
                <c:pt idx="6490">
                  <c:v>0.28088888888888891</c:v>
                </c:pt>
                <c:pt idx="6491">
                  <c:v>0.28103703703703703</c:v>
                </c:pt>
                <c:pt idx="6492">
                  <c:v>0.28103703703703703</c:v>
                </c:pt>
                <c:pt idx="6493">
                  <c:v>0.2811851851851852</c:v>
                </c:pt>
                <c:pt idx="6494">
                  <c:v>0.2811851851851852</c:v>
                </c:pt>
                <c:pt idx="6495">
                  <c:v>0.2811851851851852</c:v>
                </c:pt>
                <c:pt idx="6496">
                  <c:v>0.2811851851851852</c:v>
                </c:pt>
                <c:pt idx="6497">
                  <c:v>0.2811851851851852</c:v>
                </c:pt>
                <c:pt idx="6498">
                  <c:v>0.28133333333333332</c:v>
                </c:pt>
                <c:pt idx="6499">
                  <c:v>0.2814814814814815</c:v>
                </c:pt>
                <c:pt idx="6500">
                  <c:v>0.2814814814814815</c:v>
                </c:pt>
                <c:pt idx="6501">
                  <c:v>0.28162962962962962</c:v>
                </c:pt>
                <c:pt idx="6502">
                  <c:v>0.28162962962962962</c:v>
                </c:pt>
                <c:pt idx="6503">
                  <c:v>0.28162962962962962</c:v>
                </c:pt>
                <c:pt idx="6504">
                  <c:v>0.28177777777777779</c:v>
                </c:pt>
                <c:pt idx="6505">
                  <c:v>0.28177777777777779</c:v>
                </c:pt>
                <c:pt idx="6506">
                  <c:v>0.28177777777777779</c:v>
                </c:pt>
                <c:pt idx="6507">
                  <c:v>0.28177777777777779</c:v>
                </c:pt>
                <c:pt idx="6508">
                  <c:v>0.28192592592592591</c:v>
                </c:pt>
                <c:pt idx="6509">
                  <c:v>0.28192592592592591</c:v>
                </c:pt>
                <c:pt idx="6510">
                  <c:v>0.28192592592592591</c:v>
                </c:pt>
                <c:pt idx="6511">
                  <c:v>0.28192592592592591</c:v>
                </c:pt>
                <c:pt idx="6512">
                  <c:v>0.28192592592592591</c:v>
                </c:pt>
                <c:pt idx="6513">
                  <c:v>0.28192592592592591</c:v>
                </c:pt>
                <c:pt idx="6514">
                  <c:v>0.28207407407407409</c:v>
                </c:pt>
                <c:pt idx="6515">
                  <c:v>0.28207407407407409</c:v>
                </c:pt>
                <c:pt idx="6516">
                  <c:v>0.28222222222222221</c:v>
                </c:pt>
                <c:pt idx="6517">
                  <c:v>0.28222222222222221</c:v>
                </c:pt>
                <c:pt idx="6518">
                  <c:v>0.28222222222222221</c:v>
                </c:pt>
                <c:pt idx="6519">
                  <c:v>0.28222222222222221</c:v>
                </c:pt>
                <c:pt idx="6520">
                  <c:v>0.28222222222222221</c:v>
                </c:pt>
                <c:pt idx="6521">
                  <c:v>0.28222222222222221</c:v>
                </c:pt>
                <c:pt idx="6522">
                  <c:v>0.28237037037037038</c:v>
                </c:pt>
                <c:pt idx="6523">
                  <c:v>0.28237037037037038</c:v>
                </c:pt>
                <c:pt idx="6524">
                  <c:v>0.28237037037037038</c:v>
                </c:pt>
                <c:pt idx="6525">
                  <c:v>0.28237037037037038</c:v>
                </c:pt>
                <c:pt idx="6526">
                  <c:v>0.2825185185185185</c:v>
                </c:pt>
                <c:pt idx="6527">
                  <c:v>0.28266666666666668</c:v>
                </c:pt>
                <c:pt idx="6528">
                  <c:v>0.28266666666666668</c:v>
                </c:pt>
                <c:pt idx="6529">
                  <c:v>0.28266666666666668</c:v>
                </c:pt>
                <c:pt idx="6530">
                  <c:v>0.28266666666666668</c:v>
                </c:pt>
                <c:pt idx="6531">
                  <c:v>0.28266666666666668</c:v>
                </c:pt>
                <c:pt idx="6532">
                  <c:v>0.2828148148148148</c:v>
                </c:pt>
                <c:pt idx="6533">
                  <c:v>0.2828148148148148</c:v>
                </c:pt>
                <c:pt idx="6534">
                  <c:v>0.2828148148148148</c:v>
                </c:pt>
                <c:pt idx="6535">
                  <c:v>0.2828148148148148</c:v>
                </c:pt>
                <c:pt idx="6536">
                  <c:v>0.2828148148148148</c:v>
                </c:pt>
                <c:pt idx="6537">
                  <c:v>0.2828148148148148</c:v>
                </c:pt>
                <c:pt idx="6538">
                  <c:v>0.28296296296296297</c:v>
                </c:pt>
                <c:pt idx="6539">
                  <c:v>0.28296296296296297</c:v>
                </c:pt>
                <c:pt idx="6540">
                  <c:v>0.28311111111111109</c:v>
                </c:pt>
                <c:pt idx="6541">
                  <c:v>0.28325925925925927</c:v>
                </c:pt>
                <c:pt idx="6542">
                  <c:v>0.28325925925925927</c:v>
                </c:pt>
                <c:pt idx="6543">
                  <c:v>0.28325925925925927</c:v>
                </c:pt>
                <c:pt idx="6544">
                  <c:v>0.28340740740740739</c:v>
                </c:pt>
                <c:pt idx="6545">
                  <c:v>0.28340740740740739</c:v>
                </c:pt>
                <c:pt idx="6546">
                  <c:v>0.28340740740740739</c:v>
                </c:pt>
                <c:pt idx="6547">
                  <c:v>0.28340740740740739</c:v>
                </c:pt>
                <c:pt idx="6548">
                  <c:v>0.28355555555555556</c:v>
                </c:pt>
                <c:pt idx="6549">
                  <c:v>0.28355555555555556</c:v>
                </c:pt>
                <c:pt idx="6550">
                  <c:v>0.28355555555555556</c:v>
                </c:pt>
                <c:pt idx="6551">
                  <c:v>0.28355555555555556</c:v>
                </c:pt>
                <c:pt idx="6552">
                  <c:v>0.28355555555555556</c:v>
                </c:pt>
                <c:pt idx="6553">
                  <c:v>0.28355555555555556</c:v>
                </c:pt>
                <c:pt idx="6554">
                  <c:v>0.28355555555555556</c:v>
                </c:pt>
                <c:pt idx="6555">
                  <c:v>0.28355555555555556</c:v>
                </c:pt>
                <c:pt idx="6556">
                  <c:v>0.28355555555555556</c:v>
                </c:pt>
                <c:pt idx="6557">
                  <c:v>0.28370370370370368</c:v>
                </c:pt>
                <c:pt idx="6558">
                  <c:v>0.28370370370370368</c:v>
                </c:pt>
                <c:pt idx="6559">
                  <c:v>0.28370370370370368</c:v>
                </c:pt>
                <c:pt idx="6560">
                  <c:v>0.28370370370370368</c:v>
                </c:pt>
                <c:pt idx="6561">
                  <c:v>0.28385185185185186</c:v>
                </c:pt>
                <c:pt idx="6562">
                  <c:v>0.28385185185185186</c:v>
                </c:pt>
                <c:pt idx="6563">
                  <c:v>0.28385185185185186</c:v>
                </c:pt>
                <c:pt idx="6564">
                  <c:v>0.28385185185185186</c:v>
                </c:pt>
                <c:pt idx="6565">
                  <c:v>0.28385185185185186</c:v>
                </c:pt>
                <c:pt idx="6566">
                  <c:v>0.28385185185185186</c:v>
                </c:pt>
                <c:pt idx="6567">
                  <c:v>0.28399999999999997</c:v>
                </c:pt>
                <c:pt idx="6568">
                  <c:v>0.28399999999999997</c:v>
                </c:pt>
                <c:pt idx="6569">
                  <c:v>0.28399999999999997</c:v>
                </c:pt>
                <c:pt idx="6570">
                  <c:v>0.28399999999999997</c:v>
                </c:pt>
                <c:pt idx="6571">
                  <c:v>0.28399999999999997</c:v>
                </c:pt>
                <c:pt idx="6572">
                  <c:v>0.28399999999999997</c:v>
                </c:pt>
                <c:pt idx="6573">
                  <c:v>0.28399999999999997</c:v>
                </c:pt>
                <c:pt idx="6574">
                  <c:v>0.28399999999999997</c:v>
                </c:pt>
                <c:pt idx="6575">
                  <c:v>0.28399999999999997</c:v>
                </c:pt>
                <c:pt idx="6576">
                  <c:v>0.28414814814814815</c:v>
                </c:pt>
                <c:pt idx="6577">
                  <c:v>0.28429629629629627</c:v>
                </c:pt>
                <c:pt idx="6578">
                  <c:v>0.28444444444444444</c:v>
                </c:pt>
                <c:pt idx="6579">
                  <c:v>0.28444444444444444</c:v>
                </c:pt>
                <c:pt idx="6580">
                  <c:v>0.28444444444444444</c:v>
                </c:pt>
                <c:pt idx="6581">
                  <c:v>0.28444444444444444</c:v>
                </c:pt>
                <c:pt idx="6582">
                  <c:v>0.28444444444444444</c:v>
                </c:pt>
                <c:pt idx="6583">
                  <c:v>0.28444444444444444</c:v>
                </c:pt>
                <c:pt idx="6584">
                  <c:v>0.28444444444444444</c:v>
                </c:pt>
                <c:pt idx="6585">
                  <c:v>0.28444444444444444</c:v>
                </c:pt>
                <c:pt idx="6586">
                  <c:v>0.28444444444444444</c:v>
                </c:pt>
                <c:pt idx="6587">
                  <c:v>0.28459259259259262</c:v>
                </c:pt>
                <c:pt idx="6588">
                  <c:v>0.28459259259259262</c:v>
                </c:pt>
                <c:pt idx="6589">
                  <c:v>0.28459259259259262</c:v>
                </c:pt>
                <c:pt idx="6590">
                  <c:v>0.28474074074074074</c:v>
                </c:pt>
                <c:pt idx="6591">
                  <c:v>0.28474074074074074</c:v>
                </c:pt>
                <c:pt idx="6592">
                  <c:v>0.28488888888888891</c:v>
                </c:pt>
                <c:pt idx="6593">
                  <c:v>0.28488888888888891</c:v>
                </c:pt>
                <c:pt idx="6594">
                  <c:v>0.28488888888888891</c:v>
                </c:pt>
                <c:pt idx="6595">
                  <c:v>0.28488888888888891</c:v>
                </c:pt>
                <c:pt idx="6596">
                  <c:v>0.28503703703703703</c:v>
                </c:pt>
                <c:pt idx="6597">
                  <c:v>0.28518518518518521</c:v>
                </c:pt>
                <c:pt idx="6598">
                  <c:v>0.28518518518518521</c:v>
                </c:pt>
                <c:pt idx="6599">
                  <c:v>0.28518518518518521</c:v>
                </c:pt>
                <c:pt idx="6600">
                  <c:v>0.28518518518518521</c:v>
                </c:pt>
                <c:pt idx="6601">
                  <c:v>0.28518518518518521</c:v>
                </c:pt>
                <c:pt idx="6602">
                  <c:v>0.28518518518518521</c:v>
                </c:pt>
                <c:pt idx="6603">
                  <c:v>0.28533333333333333</c:v>
                </c:pt>
                <c:pt idx="6604">
                  <c:v>0.28533333333333333</c:v>
                </c:pt>
                <c:pt idx="6605">
                  <c:v>0.2854814814814815</c:v>
                </c:pt>
                <c:pt idx="6606">
                  <c:v>0.2854814814814815</c:v>
                </c:pt>
                <c:pt idx="6607">
                  <c:v>0.2854814814814815</c:v>
                </c:pt>
                <c:pt idx="6608">
                  <c:v>0.2854814814814815</c:v>
                </c:pt>
                <c:pt idx="6609">
                  <c:v>0.28562962962962962</c:v>
                </c:pt>
                <c:pt idx="6610">
                  <c:v>0.28562962962962962</c:v>
                </c:pt>
                <c:pt idx="6611">
                  <c:v>0.2857777777777778</c:v>
                </c:pt>
                <c:pt idx="6612">
                  <c:v>0.28592592592592592</c:v>
                </c:pt>
                <c:pt idx="6613">
                  <c:v>0.28592592592592592</c:v>
                </c:pt>
                <c:pt idx="6614">
                  <c:v>0.28592592592592592</c:v>
                </c:pt>
                <c:pt idx="6615">
                  <c:v>0.28592592592592592</c:v>
                </c:pt>
                <c:pt idx="6616">
                  <c:v>0.28592592592592592</c:v>
                </c:pt>
                <c:pt idx="6617">
                  <c:v>0.28592592592592592</c:v>
                </c:pt>
                <c:pt idx="6618">
                  <c:v>0.28592592592592592</c:v>
                </c:pt>
                <c:pt idx="6619">
                  <c:v>0.28592592592592592</c:v>
                </c:pt>
                <c:pt idx="6620">
                  <c:v>0.28607407407407409</c:v>
                </c:pt>
                <c:pt idx="6621">
                  <c:v>0.28607407407407409</c:v>
                </c:pt>
                <c:pt idx="6622">
                  <c:v>0.28607407407407409</c:v>
                </c:pt>
                <c:pt idx="6623">
                  <c:v>0.28622222222222221</c:v>
                </c:pt>
                <c:pt idx="6624">
                  <c:v>0.28637037037037039</c:v>
                </c:pt>
                <c:pt idx="6625">
                  <c:v>0.28637037037037039</c:v>
                </c:pt>
                <c:pt idx="6626">
                  <c:v>0.28637037037037039</c:v>
                </c:pt>
                <c:pt idx="6627">
                  <c:v>0.28637037037037039</c:v>
                </c:pt>
                <c:pt idx="6628">
                  <c:v>0.28637037037037039</c:v>
                </c:pt>
                <c:pt idx="6629">
                  <c:v>0.28637037037037039</c:v>
                </c:pt>
                <c:pt idx="6630">
                  <c:v>0.28637037037037039</c:v>
                </c:pt>
                <c:pt idx="6631">
                  <c:v>0.28637037037037039</c:v>
                </c:pt>
                <c:pt idx="6632">
                  <c:v>0.28637037037037039</c:v>
                </c:pt>
                <c:pt idx="6633">
                  <c:v>0.28637037037037039</c:v>
                </c:pt>
                <c:pt idx="6634">
                  <c:v>0.28637037037037039</c:v>
                </c:pt>
                <c:pt idx="6635">
                  <c:v>0.28651851851851851</c:v>
                </c:pt>
                <c:pt idx="6636">
                  <c:v>0.28666666666666668</c:v>
                </c:pt>
                <c:pt idx="6637">
                  <c:v>0.2868148148148148</c:v>
                </c:pt>
                <c:pt idx="6638">
                  <c:v>0.2868148148148148</c:v>
                </c:pt>
                <c:pt idx="6639">
                  <c:v>0.2868148148148148</c:v>
                </c:pt>
                <c:pt idx="6640">
                  <c:v>0.2868148148148148</c:v>
                </c:pt>
                <c:pt idx="6641">
                  <c:v>0.2868148148148148</c:v>
                </c:pt>
                <c:pt idx="6642">
                  <c:v>0.2868148148148148</c:v>
                </c:pt>
                <c:pt idx="6643">
                  <c:v>0.28696296296296298</c:v>
                </c:pt>
                <c:pt idx="6644">
                  <c:v>0.28696296296296298</c:v>
                </c:pt>
                <c:pt idx="6645">
                  <c:v>0.28696296296296298</c:v>
                </c:pt>
                <c:pt idx="6646">
                  <c:v>0.28696296296296298</c:v>
                </c:pt>
                <c:pt idx="6647">
                  <c:v>0.28696296296296298</c:v>
                </c:pt>
                <c:pt idx="6648">
                  <c:v>0.28696296296296298</c:v>
                </c:pt>
                <c:pt idx="6649">
                  <c:v>0.28696296296296298</c:v>
                </c:pt>
                <c:pt idx="6650">
                  <c:v>0.28696296296296298</c:v>
                </c:pt>
                <c:pt idx="6651">
                  <c:v>0.28696296296296298</c:v>
                </c:pt>
                <c:pt idx="6652">
                  <c:v>0.28696296296296298</c:v>
                </c:pt>
                <c:pt idx="6653">
                  <c:v>0.28696296296296298</c:v>
                </c:pt>
                <c:pt idx="6654">
                  <c:v>0.28696296296296298</c:v>
                </c:pt>
                <c:pt idx="6655">
                  <c:v>0.28696296296296298</c:v>
                </c:pt>
                <c:pt idx="6656">
                  <c:v>0.28696296296296298</c:v>
                </c:pt>
                <c:pt idx="6657">
                  <c:v>0.28696296296296298</c:v>
                </c:pt>
                <c:pt idx="6658">
                  <c:v>0.28696296296296298</c:v>
                </c:pt>
                <c:pt idx="6659">
                  <c:v>0.28711111111111109</c:v>
                </c:pt>
                <c:pt idx="6660">
                  <c:v>0.28711111111111109</c:v>
                </c:pt>
                <c:pt idx="6661">
                  <c:v>0.28725925925925927</c:v>
                </c:pt>
                <c:pt idx="6662">
                  <c:v>0.28740740740740739</c:v>
                </c:pt>
                <c:pt idx="6663">
                  <c:v>0.28740740740740739</c:v>
                </c:pt>
                <c:pt idx="6664">
                  <c:v>0.28755555555555556</c:v>
                </c:pt>
                <c:pt idx="6665">
                  <c:v>0.28755555555555556</c:v>
                </c:pt>
                <c:pt idx="6666">
                  <c:v>0.28770370370370368</c:v>
                </c:pt>
                <c:pt idx="6667">
                  <c:v>0.28770370370370368</c:v>
                </c:pt>
                <c:pt idx="6668">
                  <c:v>0.28785185185185186</c:v>
                </c:pt>
                <c:pt idx="6669">
                  <c:v>0.28799999999999998</c:v>
                </c:pt>
                <c:pt idx="6670">
                  <c:v>0.28799999999999998</c:v>
                </c:pt>
                <c:pt idx="6671">
                  <c:v>0.28799999999999998</c:v>
                </c:pt>
                <c:pt idx="6672">
                  <c:v>0.28799999999999998</c:v>
                </c:pt>
                <c:pt idx="6673">
                  <c:v>0.28799999999999998</c:v>
                </c:pt>
                <c:pt idx="6674">
                  <c:v>0.28799999999999998</c:v>
                </c:pt>
                <c:pt idx="6675">
                  <c:v>0.28799999999999998</c:v>
                </c:pt>
                <c:pt idx="6676">
                  <c:v>0.28814814814814815</c:v>
                </c:pt>
                <c:pt idx="6677">
                  <c:v>0.28814814814814815</c:v>
                </c:pt>
                <c:pt idx="6678">
                  <c:v>0.28814814814814815</c:v>
                </c:pt>
                <c:pt idx="6679">
                  <c:v>0.28814814814814815</c:v>
                </c:pt>
                <c:pt idx="6680">
                  <c:v>0.28814814814814815</c:v>
                </c:pt>
                <c:pt idx="6681">
                  <c:v>0.28814814814814815</c:v>
                </c:pt>
                <c:pt idx="6682">
                  <c:v>0.28829629629629627</c:v>
                </c:pt>
                <c:pt idx="6683">
                  <c:v>0.28829629629629627</c:v>
                </c:pt>
                <c:pt idx="6684">
                  <c:v>0.28829629629629627</c:v>
                </c:pt>
                <c:pt idx="6685">
                  <c:v>0.28829629629629627</c:v>
                </c:pt>
                <c:pt idx="6686">
                  <c:v>0.28829629629629627</c:v>
                </c:pt>
                <c:pt idx="6687">
                  <c:v>0.28829629629629627</c:v>
                </c:pt>
                <c:pt idx="6688">
                  <c:v>0.28844444444444445</c:v>
                </c:pt>
                <c:pt idx="6689">
                  <c:v>0.28859259259259257</c:v>
                </c:pt>
                <c:pt idx="6690">
                  <c:v>0.28874074074074074</c:v>
                </c:pt>
                <c:pt idx="6691">
                  <c:v>0.28874074074074074</c:v>
                </c:pt>
                <c:pt idx="6692">
                  <c:v>0.28888888888888886</c:v>
                </c:pt>
                <c:pt idx="6693">
                  <c:v>0.28888888888888886</c:v>
                </c:pt>
                <c:pt idx="6694">
                  <c:v>0.28903703703703704</c:v>
                </c:pt>
                <c:pt idx="6695">
                  <c:v>0.28903703703703704</c:v>
                </c:pt>
                <c:pt idx="6696">
                  <c:v>0.28903703703703704</c:v>
                </c:pt>
                <c:pt idx="6697">
                  <c:v>0.28918518518518521</c:v>
                </c:pt>
                <c:pt idx="6698">
                  <c:v>0.28918518518518521</c:v>
                </c:pt>
                <c:pt idx="6699">
                  <c:v>0.28918518518518521</c:v>
                </c:pt>
                <c:pt idx="6700">
                  <c:v>0.28918518518518521</c:v>
                </c:pt>
                <c:pt idx="6701">
                  <c:v>0.28933333333333333</c:v>
                </c:pt>
                <c:pt idx="6702">
                  <c:v>0.28933333333333333</c:v>
                </c:pt>
                <c:pt idx="6703">
                  <c:v>0.28933333333333333</c:v>
                </c:pt>
                <c:pt idx="6704">
                  <c:v>0.28933333333333333</c:v>
                </c:pt>
                <c:pt idx="6705">
                  <c:v>0.28933333333333333</c:v>
                </c:pt>
                <c:pt idx="6706">
                  <c:v>0.28948148148148151</c:v>
                </c:pt>
                <c:pt idx="6707">
                  <c:v>0.28948148148148151</c:v>
                </c:pt>
                <c:pt idx="6708">
                  <c:v>0.28948148148148151</c:v>
                </c:pt>
                <c:pt idx="6709">
                  <c:v>0.28948148148148151</c:v>
                </c:pt>
                <c:pt idx="6710">
                  <c:v>0.28948148148148151</c:v>
                </c:pt>
                <c:pt idx="6711">
                  <c:v>0.28948148148148151</c:v>
                </c:pt>
                <c:pt idx="6712">
                  <c:v>0.28948148148148151</c:v>
                </c:pt>
                <c:pt idx="6713">
                  <c:v>0.28948148148148151</c:v>
                </c:pt>
                <c:pt idx="6714">
                  <c:v>0.28948148148148151</c:v>
                </c:pt>
                <c:pt idx="6715">
                  <c:v>0.28948148148148151</c:v>
                </c:pt>
                <c:pt idx="6716">
                  <c:v>0.28948148148148151</c:v>
                </c:pt>
                <c:pt idx="6717">
                  <c:v>0.28962962962962963</c:v>
                </c:pt>
                <c:pt idx="6718">
                  <c:v>0.2897777777777778</c:v>
                </c:pt>
                <c:pt idx="6719">
                  <c:v>0.28992592592592592</c:v>
                </c:pt>
                <c:pt idx="6720">
                  <c:v>0.28992592592592592</c:v>
                </c:pt>
                <c:pt idx="6721">
                  <c:v>0.28992592592592592</c:v>
                </c:pt>
                <c:pt idx="6722">
                  <c:v>0.28992592592592592</c:v>
                </c:pt>
                <c:pt idx="6723">
                  <c:v>0.28992592592592592</c:v>
                </c:pt>
                <c:pt idx="6724">
                  <c:v>0.2900740740740741</c:v>
                </c:pt>
                <c:pt idx="6725">
                  <c:v>0.2900740740740741</c:v>
                </c:pt>
                <c:pt idx="6726">
                  <c:v>0.29022222222222221</c:v>
                </c:pt>
                <c:pt idx="6727">
                  <c:v>0.29022222222222221</c:v>
                </c:pt>
                <c:pt idx="6728">
                  <c:v>0.29022222222222221</c:v>
                </c:pt>
                <c:pt idx="6729">
                  <c:v>0.29022222222222221</c:v>
                </c:pt>
                <c:pt idx="6730">
                  <c:v>0.29037037037037039</c:v>
                </c:pt>
                <c:pt idx="6731">
                  <c:v>0.29037037037037039</c:v>
                </c:pt>
                <c:pt idx="6732">
                  <c:v>0.29037037037037039</c:v>
                </c:pt>
                <c:pt idx="6733">
                  <c:v>0.29051851851851851</c:v>
                </c:pt>
                <c:pt idx="6734">
                  <c:v>0.29066666666666668</c:v>
                </c:pt>
                <c:pt idx="6735">
                  <c:v>0.29066666666666668</c:v>
                </c:pt>
                <c:pt idx="6736">
                  <c:v>0.29066666666666668</c:v>
                </c:pt>
                <c:pt idx="6737">
                  <c:v>0.29066666666666668</c:v>
                </c:pt>
                <c:pt idx="6738">
                  <c:v>0.29066666666666668</c:v>
                </c:pt>
                <c:pt idx="6739">
                  <c:v>0.29066666666666668</c:v>
                </c:pt>
                <c:pt idx="6740">
                  <c:v>0.2908148148148148</c:v>
                </c:pt>
                <c:pt idx="6741">
                  <c:v>0.2908148148148148</c:v>
                </c:pt>
                <c:pt idx="6742">
                  <c:v>0.2908148148148148</c:v>
                </c:pt>
                <c:pt idx="6743">
                  <c:v>0.2908148148148148</c:v>
                </c:pt>
                <c:pt idx="6744">
                  <c:v>0.29096296296296298</c:v>
                </c:pt>
                <c:pt idx="6745">
                  <c:v>0.29096296296296298</c:v>
                </c:pt>
                <c:pt idx="6746">
                  <c:v>0.29096296296296298</c:v>
                </c:pt>
                <c:pt idx="6747">
                  <c:v>0.29096296296296298</c:v>
                </c:pt>
                <c:pt idx="6748">
                  <c:v>0.29096296296296298</c:v>
                </c:pt>
                <c:pt idx="6749">
                  <c:v>0.29096296296296298</c:v>
                </c:pt>
                <c:pt idx="6750">
                  <c:v>0.29096296296296298</c:v>
                </c:pt>
                <c:pt idx="6751">
                  <c:v>0.2911111111111111</c:v>
                </c:pt>
                <c:pt idx="6752">
                  <c:v>0.2911111111111111</c:v>
                </c:pt>
                <c:pt idx="6753">
                  <c:v>0.2911111111111111</c:v>
                </c:pt>
                <c:pt idx="6754">
                  <c:v>0.29125925925925927</c:v>
                </c:pt>
                <c:pt idx="6755">
                  <c:v>0.29140740740740739</c:v>
                </c:pt>
                <c:pt idx="6756">
                  <c:v>0.29140740740740739</c:v>
                </c:pt>
                <c:pt idx="6757">
                  <c:v>0.29155555555555557</c:v>
                </c:pt>
                <c:pt idx="6758">
                  <c:v>0.29155555555555557</c:v>
                </c:pt>
                <c:pt idx="6759">
                  <c:v>0.29155555555555557</c:v>
                </c:pt>
                <c:pt idx="6760">
                  <c:v>0.29155555555555557</c:v>
                </c:pt>
                <c:pt idx="6761">
                  <c:v>0.29155555555555557</c:v>
                </c:pt>
                <c:pt idx="6762">
                  <c:v>0.29155555555555557</c:v>
                </c:pt>
                <c:pt idx="6763">
                  <c:v>0.29155555555555557</c:v>
                </c:pt>
                <c:pt idx="6764">
                  <c:v>0.29155555555555557</c:v>
                </c:pt>
                <c:pt idx="6765">
                  <c:v>0.29155555555555557</c:v>
                </c:pt>
                <c:pt idx="6766">
                  <c:v>0.29155555555555557</c:v>
                </c:pt>
                <c:pt idx="6767">
                  <c:v>0.29155555555555557</c:v>
                </c:pt>
                <c:pt idx="6768">
                  <c:v>0.29170370370370369</c:v>
                </c:pt>
                <c:pt idx="6769">
                  <c:v>0.29185185185185186</c:v>
                </c:pt>
                <c:pt idx="6770">
                  <c:v>0.29199999999999998</c:v>
                </c:pt>
                <c:pt idx="6771">
                  <c:v>0.29199999999999998</c:v>
                </c:pt>
                <c:pt idx="6772">
                  <c:v>0.29214814814814816</c:v>
                </c:pt>
                <c:pt idx="6773">
                  <c:v>0.29229629629629628</c:v>
                </c:pt>
                <c:pt idx="6774">
                  <c:v>0.29229629629629628</c:v>
                </c:pt>
                <c:pt idx="6775">
                  <c:v>0.29244444444444445</c:v>
                </c:pt>
                <c:pt idx="6776">
                  <c:v>0.29259259259259257</c:v>
                </c:pt>
                <c:pt idx="6777">
                  <c:v>0.29259259259259257</c:v>
                </c:pt>
                <c:pt idx="6778">
                  <c:v>0.29259259259259257</c:v>
                </c:pt>
                <c:pt idx="6779">
                  <c:v>0.29274074074074075</c:v>
                </c:pt>
                <c:pt idx="6780">
                  <c:v>0.29288888888888887</c:v>
                </c:pt>
                <c:pt idx="6781">
                  <c:v>0.29288888888888887</c:v>
                </c:pt>
                <c:pt idx="6782">
                  <c:v>0.29288888888888887</c:v>
                </c:pt>
                <c:pt idx="6783">
                  <c:v>0.29288888888888887</c:v>
                </c:pt>
                <c:pt idx="6784">
                  <c:v>0.29303703703703704</c:v>
                </c:pt>
                <c:pt idx="6785">
                  <c:v>0.29303703703703704</c:v>
                </c:pt>
                <c:pt idx="6786">
                  <c:v>0.29303703703703704</c:v>
                </c:pt>
                <c:pt idx="6787">
                  <c:v>0.29318518518518516</c:v>
                </c:pt>
                <c:pt idx="6788">
                  <c:v>0.29318518518518516</c:v>
                </c:pt>
                <c:pt idx="6789">
                  <c:v>0.29333333333333333</c:v>
                </c:pt>
                <c:pt idx="6790">
                  <c:v>0.29348148148148145</c:v>
                </c:pt>
                <c:pt idx="6791">
                  <c:v>0.29348148148148145</c:v>
                </c:pt>
                <c:pt idx="6792">
                  <c:v>0.29348148148148145</c:v>
                </c:pt>
                <c:pt idx="6793">
                  <c:v>0.29348148148148145</c:v>
                </c:pt>
                <c:pt idx="6794">
                  <c:v>0.29348148148148145</c:v>
                </c:pt>
                <c:pt idx="6795">
                  <c:v>0.29348148148148145</c:v>
                </c:pt>
                <c:pt idx="6796">
                  <c:v>0.29362962962962963</c:v>
                </c:pt>
                <c:pt idx="6797">
                  <c:v>0.29362962962962963</c:v>
                </c:pt>
                <c:pt idx="6798">
                  <c:v>0.2937777777777778</c:v>
                </c:pt>
                <c:pt idx="6799">
                  <c:v>0.2937777777777778</c:v>
                </c:pt>
                <c:pt idx="6800">
                  <c:v>0.2937777777777778</c:v>
                </c:pt>
                <c:pt idx="6801">
                  <c:v>0.2937777777777778</c:v>
                </c:pt>
                <c:pt idx="6802">
                  <c:v>0.2937777777777778</c:v>
                </c:pt>
                <c:pt idx="6803">
                  <c:v>0.29392592592592592</c:v>
                </c:pt>
                <c:pt idx="6804">
                  <c:v>0.29392592592592592</c:v>
                </c:pt>
                <c:pt idx="6805">
                  <c:v>0.29392592592592592</c:v>
                </c:pt>
                <c:pt idx="6806">
                  <c:v>0.2940740740740741</c:v>
                </c:pt>
                <c:pt idx="6807">
                  <c:v>0.2940740740740741</c:v>
                </c:pt>
                <c:pt idx="6808">
                  <c:v>0.2940740740740741</c:v>
                </c:pt>
                <c:pt idx="6809">
                  <c:v>0.2940740740740741</c:v>
                </c:pt>
                <c:pt idx="6810">
                  <c:v>0.2940740740740741</c:v>
                </c:pt>
                <c:pt idx="6811">
                  <c:v>0.2940740740740741</c:v>
                </c:pt>
                <c:pt idx="6812">
                  <c:v>0.2940740740740741</c:v>
                </c:pt>
                <c:pt idx="6813">
                  <c:v>0.2940740740740741</c:v>
                </c:pt>
                <c:pt idx="6814">
                  <c:v>0.29422222222222222</c:v>
                </c:pt>
                <c:pt idx="6815">
                  <c:v>0.29437037037037039</c:v>
                </c:pt>
                <c:pt idx="6816">
                  <c:v>0.29437037037037039</c:v>
                </c:pt>
                <c:pt idx="6817">
                  <c:v>0.29437037037037039</c:v>
                </c:pt>
                <c:pt idx="6818">
                  <c:v>0.29437037037037039</c:v>
                </c:pt>
                <c:pt idx="6819">
                  <c:v>0.29437037037037039</c:v>
                </c:pt>
                <c:pt idx="6820">
                  <c:v>0.29437037037037039</c:v>
                </c:pt>
                <c:pt idx="6821">
                  <c:v>0.29437037037037039</c:v>
                </c:pt>
                <c:pt idx="6822">
                  <c:v>0.29437037037037039</c:v>
                </c:pt>
                <c:pt idx="6823">
                  <c:v>0.29451851851851851</c:v>
                </c:pt>
                <c:pt idx="6824">
                  <c:v>0.29451851851851851</c:v>
                </c:pt>
                <c:pt idx="6825">
                  <c:v>0.29466666666666669</c:v>
                </c:pt>
                <c:pt idx="6826">
                  <c:v>0.29466666666666669</c:v>
                </c:pt>
                <c:pt idx="6827">
                  <c:v>0.29466666666666669</c:v>
                </c:pt>
                <c:pt idx="6828">
                  <c:v>0.29466666666666669</c:v>
                </c:pt>
                <c:pt idx="6829">
                  <c:v>0.29466666666666669</c:v>
                </c:pt>
                <c:pt idx="6830">
                  <c:v>0.29481481481481481</c:v>
                </c:pt>
                <c:pt idx="6831">
                  <c:v>0.29481481481481481</c:v>
                </c:pt>
                <c:pt idx="6832">
                  <c:v>0.29481481481481481</c:v>
                </c:pt>
                <c:pt idx="6833">
                  <c:v>0.29481481481481481</c:v>
                </c:pt>
                <c:pt idx="6834">
                  <c:v>0.29496296296296298</c:v>
                </c:pt>
                <c:pt idx="6835">
                  <c:v>0.29496296296296298</c:v>
                </c:pt>
                <c:pt idx="6836">
                  <c:v>0.29496296296296298</c:v>
                </c:pt>
                <c:pt idx="6837">
                  <c:v>0.29496296296296298</c:v>
                </c:pt>
                <c:pt idx="6838">
                  <c:v>0.29496296296296298</c:v>
                </c:pt>
                <c:pt idx="6839">
                  <c:v>0.29496296296296298</c:v>
                </c:pt>
                <c:pt idx="6840">
                  <c:v>0.29496296296296298</c:v>
                </c:pt>
                <c:pt idx="6841">
                  <c:v>0.29496296296296298</c:v>
                </c:pt>
                <c:pt idx="6842">
                  <c:v>0.2951111111111111</c:v>
                </c:pt>
                <c:pt idx="6843">
                  <c:v>0.2951111111111111</c:v>
                </c:pt>
                <c:pt idx="6844">
                  <c:v>0.2951111111111111</c:v>
                </c:pt>
                <c:pt idx="6845">
                  <c:v>0.2951111111111111</c:v>
                </c:pt>
                <c:pt idx="6846">
                  <c:v>0.2951111111111111</c:v>
                </c:pt>
                <c:pt idx="6847">
                  <c:v>0.29525925925925928</c:v>
                </c:pt>
                <c:pt idx="6848">
                  <c:v>0.29525925925925928</c:v>
                </c:pt>
                <c:pt idx="6849">
                  <c:v>0.29525925925925928</c:v>
                </c:pt>
                <c:pt idx="6850">
                  <c:v>0.29525925925925928</c:v>
                </c:pt>
                <c:pt idx="6851">
                  <c:v>0.29525925925925928</c:v>
                </c:pt>
                <c:pt idx="6852">
                  <c:v>0.2954074074074074</c:v>
                </c:pt>
                <c:pt idx="6853">
                  <c:v>0.2954074074074074</c:v>
                </c:pt>
                <c:pt idx="6854">
                  <c:v>0.2954074074074074</c:v>
                </c:pt>
                <c:pt idx="6855">
                  <c:v>0.29555555555555557</c:v>
                </c:pt>
                <c:pt idx="6856">
                  <c:v>0.29555555555555557</c:v>
                </c:pt>
                <c:pt idx="6857">
                  <c:v>0.29555555555555557</c:v>
                </c:pt>
                <c:pt idx="6858">
                  <c:v>0.29555555555555557</c:v>
                </c:pt>
                <c:pt idx="6859">
                  <c:v>0.29555555555555557</c:v>
                </c:pt>
                <c:pt idx="6860">
                  <c:v>0.29555555555555557</c:v>
                </c:pt>
                <c:pt idx="6861">
                  <c:v>0.29555555555555557</c:v>
                </c:pt>
                <c:pt idx="6862">
                  <c:v>0.29570370370370369</c:v>
                </c:pt>
                <c:pt idx="6863">
                  <c:v>0.29570370370370369</c:v>
                </c:pt>
                <c:pt idx="6864">
                  <c:v>0.29570370370370369</c:v>
                </c:pt>
                <c:pt idx="6865">
                  <c:v>0.29570370370370369</c:v>
                </c:pt>
                <c:pt idx="6866">
                  <c:v>0.29585185185185187</c:v>
                </c:pt>
                <c:pt idx="6867">
                  <c:v>0.29585185185185187</c:v>
                </c:pt>
                <c:pt idx="6868">
                  <c:v>0.29585185185185187</c:v>
                </c:pt>
                <c:pt idx="6869">
                  <c:v>0.29585185185185187</c:v>
                </c:pt>
                <c:pt idx="6870">
                  <c:v>0.29585185185185187</c:v>
                </c:pt>
                <c:pt idx="6871">
                  <c:v>0.29585185185185187</c:v>
                </c:pt>
                <c:pt idx="6872">
                  <c:v>0.29585185185185187</c:v>
                </c:pt>
                <c:pt idx="6873">
                  <c:v>0.29585185185185187</c:v>
                </c:pt>
                <c:pt idx="6874">
                  <c:v>0.29599999999999999</c:v>
                </c:pt>
                <c:pt idx="6875">
                  <c:v>0.29599999999999999</c:v>
                </c:pt>
                <c:pt idx="6876">
                  <c:v>0.29614814814814816</c:v>
                </c:pt>
                <c:pt idx="6877">
                  <c:v>0.29614814814814816</c:v>
                </c:pt>
                <c:pt idx="6878">
                  <c:v>0.29614814814814816</c:v>
                </c:pt>
                <c:pt idx="6879">
                  <c:v>0.29614814814814816</c:v>
                </c:pt>
                <c:pt idx="6880">
                  <c:v>0.29614814814814816</c:v>
                </c:pt>
                <c:pt idx="6881">
                  <c:v>0.29614814814814816</c:v>
                </c:pt>
                <c:pt idx="6882">
                  <c:v>0.29614814814814816</c:v>
                </c:pt>
                <c:pt idx="6883">
                  <c:v>0.29629629629629628</c:v>
                </c:pt>
                <c:pt idx="6884">
                  <c:v>0.29644444444444445</c:v>
                </c:pt>
                <c:pt idx="6885">
                  <c:v>0.29659259259259257</c:v>
                </c:pt>
                <c:pt idx="6886">
                  <c:v>0.29659259259259257</c:v>
                </c:pt>
                <c:pt idx="6887">
                  <c:v>0.29659259259259257</c:v>
                </c:pt>
                <c:pt idx="6888">
                  <c:v>0.29659259259259257</c:v>
                </c:pt>
                <c:pt idx="6889">
                  <c:v>0.29674074074074075</c:v>
                </c:pt>
                <c:pt idx="6890">
                  <c:v>0.29688888888888887</c:v>
                </c:pt>
                <c:pt idx="6891">
                  <c:v>0.29688888888888887</c:v>
                </c:pt>
                <c:pt idx="6892">
                  <c:v>0.29688888888888887</c:v>
                </c:pt>
                <c:pt idx="6893">
                  <c:v>0.29688888888888887</c:v>
                </c:pt>
                <c:pt idx="6894">
                  <c:v>0.29688888888888887</c:v>
                </c:pt>
                <c:pt idx="6895">
                  <c:v>0.29703703703703704</c:v>
                </c:pt>
                <c:pt idx="6896">
                  <c:v>0.29703703703703704</c:v>
                </c:pt>
                <c:pt idx="6897">
                  <c:v>0.29718518518518516</c:v>
                </c:pt>
                <c:pt idx="6898">
                  <c:v>0.29718518518518516</c:v>
                </c:pt>
                <c:pt idx="6899">
                  <c:v>0.29718518518518516</c:v>
                </c:pt>
                <c:pt idx="6900">
                  <c:v>0.29718518518518516</c:v>
                </c:pt>
                <c:pt idx="6901">
                  <c:v>0.29733333333333334</c:v>
                </c:pt>
                <c:pt idx="6902">
                  <c:v>0.29733333333333334</c:v>
                </c:pt>
                <c:pt idx="6903">
                  <c:v>0.29733333333333334</c:v>
                </c:pt>
                <c:pt idx="6904">
                  <c:v>0.29748148148148146</c:v>
                </c:pt>
                <c:pt idx="6905">
                  <c:v>0.29762962962962963</c:v>
                </c:pt>
                <c:pt idx="6906">
                  <c:v>0.29762962962962963</c:v>
                </c:pt>
                <c:pt idx="6907">
                  <c:v>0.29762962962962963</c:v>
                </c:pt>
                <c:pt idx="6908">
                  <c:v>0.29777777777777775</c:v>
                </c:pt>
                <c:pt idx="6909">
                  <c:v>0.29792592592592593</c:v>
                </c:pt>
                <c:pt idx="6910">
                  <c:v>0.29792592592592593</c:v>
                </c:pt>
                <c:pt idx="6911">
                  <c:v>0.29792592592592593</c:v>
                </c:pt>
                <c:pt idx="6912">
                  <c:v>0.29792592592592593</c:v>
                </c:pt>
                <c:pt idx="6913">
                  <c:v>0.29792592592592593</c:v>
                </c:pt>
                <c:pt idx="6914">
                  <c:v>0.29792592592592593</c:v>
                </c:pt>
                <c:pt idx="6915">
                  <c:v>0.29792592592592593</c:v>
                </c:pt>
                <c:pt idx="6916">
                  <c:v>0.29792592592592593</c:v>
                </c:pt>
                <c:pt idx="6917">
                  <c:v>0.29807407407407405</c:v>
                </c:pt>
                <c:pt idx="6918">
                  <c:v>0.29807407407407405</c:v>
                </c:pt>
                <c:pt idx="6919">
                  <c:v>0.29822222222222222</c:v>
                </c:pt>
                <c:pt idx="6920">
                  <c:v>0.29822222222222222</c:v>
                </c:pt>
                <c:pt idx="6921">
                  <c:v>0.29822222222222222</c:v>
                </c:pt>
                <c:pt idx="6922">
                  <c:v>0.29822222222222222</c:v>
                </c:pt>
                <c:pt idx="6923">
                  <c:v>0.29822222222222222</c:v>
                </c:pt>
                <c:pt idx="6924">
                  <c:v>0.2983703703703704</c:v>
                </c:pt>
                <c:pt idx="6925">
                  <c:v>0.2983703703703704</c:v>
                </c:pt>
                <c:pt idx="6926">
                  <c:v>0.2983703703703704</c:v>
                </c:pt>
                <c:pt idx="6927">
                  <c:v>0.2983703703703704</c:v>
                </c:pt>
                <c:pt idx="6928">
                  <c:v>0.29851851851851852</c:v>
                </c:pt>
                <c:pt idx="6929">
                  <c:v>0.29851851851851852</c:v>
                </c:pt>
                <c:pt idx="6930">
                  <c:v>0.29866666666666669</c:v>
                </c:pt>
                <c:pt idx="6931">
                  <c:v>0.29866666666666669</c:v>
                </c:pt>
                <c:pt idx="6932">
                  <c:v>0.29866666666666669</c:v>
                </c:pt>
                <c:pt idx="6933">
                  <c:v>0.29866666666666669</c:v>
                </c:pt>
                <c:pt idx="6934">
                  <c:v>0.29881481481481481</c:v>
                </c:pt>
                <c:pt idx="6935">
                  <c:v>0.29881481481481481</c:v>
                </c:pt>
                <c:pt idx="6936">
                  <c:v>0.29881481481481481</c:v>
                </c:pt>
                <c:pt idx="6937">
                  <c:v>0.29881481481481481</c:v>
                </c:pt>
                <c:pt idx="6938">
                  <c:v>0.29896296296296299</c:v>
                </c:pt>
                <c:pt idx="6939">
                  <c:v>0.29896296296296299</c:v>
                </c:pt>
                <c:pt idx="6940">
                  <c:v>0.29911111111111111</c:v>
                </c:pt>
                <c:pt idx="6941">
                  <c:v>0.29925925925925928</c:v>
                </c:pt>
                <c:pt idx="6942">
                  <c:v>0.29925925925925928</c:v>
                </c:pt>
                <c:pt idx="6943">
                  <c:v>0.29925925925925928</c:v>
                </c:pt>
                <c:pt idx="6944">
                  <c:v>0.29925925925925928</c:v>
                </c:pt>
                <c:pt idx="6945">
                  <c:v>0.29925925925925928</c:v>
                </c:pt>
                <c:pt idx="6946">
                  <c:v>0.2994074074074074</c:v>
                </c:pt>
                <c:pt idx="6947">
                  <c:v>0.2994074074074074</c:v>
                </c:pt>
                <c:pt idx="6948">
                  <c:v>0.29955555555555557</c:v>
                </c:pt>
                <c:pt idx="6949">
                  <c:v>0.29955555555555557</c:v>
                </c:pt>
                <c:pt idx="6950">
                  <c:v>0.29970370370370369</c:v>
                </c:pt>
                <c:pt idx="6951">
                  <c:v>0.29970370370370369</c:v>
                </c:pt>
                <c:pt idx="6952">
                  <c:v>0.29970370370370369</c:v>
                </c:pt>
                <c:pt idx="6953">
                  <c:v>0.29985185185185187</c:v>
                </c:pt>
                <c:pt idx="6954">
                  <c:v>0.3</c:v>
                </c:pt>
                <c:pt idx="6955">
                  <c:v>0.30014814814814816</c:v>
                </c:pt>
                <c:pt idx="6956">
                  <c:v>0.30014814814814816</c:v>
                </c:pt>
                <c:pt idx="6957">
                  <c:v>0.30014814814814816</c:v>
                </c:pt>
                <c:pt idx="6958">
                  <c:v>0.30014814814814816</c:v>
                </c:pt>
                <c:pt idx="6959">
                  <c:v>0.30014814814814816</c:v>
                </c:pt>
                <c:pt idx="6960">
                  <c:v>0.30014814814814816</c:v>
                </c:pt>
                <c:pt idx="6961">
                  <c:v>0.30014814814814816</c:v>
                </c:pt>
                <c:pt idx="6962">
                  <c:v>0.30014814814814816</c:v>
                </c:pt>
                <c:pt idx="6963">
                  <c:v>0.30014814814814816</c:v>
                </c:pt>
                <c:pt idx="6964">
                  <c:v>0.30014814814814816</c:v>
                </c:pt>
                <c:pt idx="6965">
                  <c:v>0.30029629629629628</c:v>
                </c:pt>
                <c:pt idx="6966">
                  <c:v>0.30044444444444446</c:v>
                </c:pt>
                <c:pt idx="6967">
                  <c:v>0.30044444444444446</c:v>
                </c:pt>
                <c:pt idx="6968">
                  <c:v>0.30059259259259258</c:v>
                </c:pt>
                <c:pt idx="6969">
                  <c:v>0.30059259259259258</c:v>
                </c:pt>
                <c:pt idx="6970">
                  <c:v>0.30074074074074075</c:v>
                </c:pt>
                <c:pt idx="6971">
                  <c:v>0.30088888888888887</c:v>
                </c:pt>
                <c:pt idx="6972">
                  <c:v>0.30103703703703705</c:v>
                </c:pt>
                <c:pt idx="6973">
                  <c:v>0.30103703703703705</c:v>
                </c:pt>
                <c:pt idx="6974">
                  <c:v>0.30103703703703705</c:v>
                </c:pt>
                <c:pt idx="6975">
                  <c:v>0.30103703703703705</c:v>
                </c:pt>
                <c:pt idx="6976">
                  <c:v>0.30103703703703705</c:v>
                </c:pt>
                <c:pt idx="6977">
                  <c:v>0.30103703703703705</c:v>
                </c:pt>
                <c:pt idx="6978">
                  <c:v>0.30103703703703705</c:v>
                </c:pt>
                <c:pt idx="6979">
                  <c:v>0.30118518518518517</c:v>
                </c:pt>
                <c:pt idx="6980">
                  <c:v>0.30133333333333334</c:v>
                </c:pt>
                <c:pt idx="6981">
                  <c:v>0.30133333333333334</c:v>
                </c:pt>
                <c:pt idx="6982">
                  <c:v>0.30133333333333334</c:v>
                </c:pt>
                <c:pt idx="6983">
                  <c:v>0.30133333333333334</c:v>
                </c:pt>
                <c:pt idx="6984">
                  <c:v>0.30133333333333334</c:v>
                </c:pt>
                <c:pt idx="6985">
                  <c:v>0.30133333333333334</c:v>
                </c:pt>
                <c:pt idx="6986">
                  <c:v>0.30133333333333334</c:v>
                </c:pt>
                <c:pt idx="6987">
                  <c:v>0.30133333333333334</c:v>
                </c:pt>
                <c:pt idx="6988">
                  <c:v>0.30148148148148146</c:v>
                </c:pt>
                <c:pt idx="6989">
                  <c:v>0.30162962962962964</c:v>
                </c:pt>
                <c:pt idx="6990">
                  <c:v>0.30162962962962964</c:v>
                </c:pt>
                <c:pt idx="6991">
                  <c:v>0.30177777777777776</c:v>
                </c:pt>
                <c:pt idx="6992">
                  <c:v>0.30177777777777776</c:v>
                </c:pt>
                <c:pt idx="6993">
                  <c:v>0.30177777777777776</c:v>
                </c:pt>
                <c:pt idx="6994">
                  <c:v>0.30177777777777776</c:v>
                </c:pt>
                <c:pt idx="6995">
                  <c:v>0.30177777777777776</c:v>
                </c:pt>
                <c:pt idx="6996">
                  <c:v>0.30177777777777776</c:v>
                </c:pt>
                <c:pt idx="6997">
                  <c:v>0.30177777777777776</c:v>
                </c:pt>
                <c:pt idx="6998">
                  <c:v>0.30177777777777776</c:v>
                </c:pt>
                <c:pt idx="6999">
                  <c:v>0.30177777777777776</c:v>
                </c:pt>
                <c:pt idx="7000">
                  <c:v>0.30192592592592593</c:v>
                </c:pt>
                <c:pt idx="7001">
                  <c:v>0.30192592592592593</c:v>
                </c:pt>
                <c:pt idx="7002">
                  <c:v>0.30192592592592593</c:v>
                </c:pt>
                <c:pt idx="7003">
                  <c:v>0.30192592592592593</c:v>
                </c:pt>
                <c:pt idx="7004">
                  <c:v>0.30192592592592593</c:v>
                </c:pt>
                <c:pt idx="7005">
                  <c:v>0.30192592592592593</c:v>
                </c:pt>
                <c:pt idx="7006">
                  <c:v>0.30192592592592593</c:v>
                </c:pt>
                <c:pt idx="7007">
                  <c:v>0.30192592592592593</c:v>
                </c:pt>
                <c:pt idx="7008">
                  <c:v>0.30192592592592593</c:v>
                </c:pt>
                <c:pt idx="7009">
                  <c:v>0.30192592592592593</c:v>
                </c:pt>
                <c:pt idx="7010">
                  <c:v>0.30192592592592593</c:v>
                </c:pt>
                <c:pt idx="7011">
                  <c:v>0.30192592592592593</c:v>
                </c:pt>
                <c:pt idx="7012">
                  <c:v>0.30192592592592593</c:v>
                </c:pt>
                <c:pt idx="7013">
                  <c:v>0.30192592592592593</c:v>
                </c:pt>
                <c:pt idx="7014">
                  <c:v>0.30192592592592593</c:v>
                </c:pt>
                <c:pt idx="7015">
                  <c:v>0.30192592592592593</c:v>
                </c:pt>
                <c:pt idx="7016">
                  <c:v>0.30192592592592593</c:v>
                </c:pt>
                <c:pt idx="7017">
                  <c:v>0.30207407407407405</c:v>
                </c:pt>
                <c:pt idx="7018">
                  <c:v>0.30207407407407405</c:v>
                </c:pt>
                <c:pt idx="7019">
                  <c:v>0.30207407407407405</c:v>
                </c:pt>
                <c:pt idx="7020">
                  <c:v>0.30207407407407405</c:v>
                </c:pt>
                <c:pt idx="7021">
                  <c:v>0.30207407407407405</c:v>
                </c:pt>
                <c:pt idx="7022">
                  <c:v>0.30207407407407405</c:v>
                </c:pt>
                <c:pt idx="7023">
                  <c:v>0.30207407407407405</c:v>
                </c:pt>
                <c:pt idx="7024">
                  <c:v>0.30207407407407405</c:v>
                </c:pt>
                <c:pt idx="7025">
                  <c:v>0.30207407407407405</c:v>
                </c:pt>
                <c:pt idx="7026">
                  <c:v>0.30207407407407405</c:v>
                </c:pt>
                <c:pt idx="7027">
                  <c:v>0.30222222222222223</c:v>
                </c:pt>
                <c:pt idx="7028">
                  <c:v>0.30222222222222223</c:v>
                </c:pt>
                <c:pt idx="7029">
                  <c:v>0.30222222222222223</c:v>
                </c:pt>
                <c:pt idx="7030">
                  <c:v>0.30222222222222223</c:v>
                </c:pt>
                <c:pt idx="7031">
                  <c:v>0.30222222222222223</c:v>
                </c:pt>
                <c:pt idx="7032">
                  <c:v>0.30222222222222223</c:v>
                </c:pt>
                <c:pt idx="7033">
                  <c:v>0.30222222222222223</c:v>
                </c:pt>
                <c:pt idx="7034">
                  <c:v>0.30222222222222223</c:v>
                </c:pt>
                <c:pt idx="7035">
                  <c:v>0.30222222222222223</c:v>
                </c:pt>
                <c:pt idx="7036">
                  <c:v>0.30222222222222223</c:v>
                </c:pt>
                <c:pt idx="7037">
                  <c:v>0.30237037037037034</c:v>
                </c:pt>
                <c:pt idx="7038">
                  <c:v>0.30237037037037034</c:v>
                </c:pt>
                <c:pt idx="7039">
                  <c:v>0.30251851851851852</c:v>
                </c:pt>
                <c:pt idx="7040">
                  <c:v>0.30251851851851852</c:v>
                </c:pt>
                <c:pt idx="7041">
                  <c:v>0.30251851851851852</c:v>
                </c:pt>
                <c:pt idx="7042">
                  <c:v>0.30266666666666664</c:v>
                </c:pt>
                <c:pt idx="7043">
                  <c:v>0.30266666666666664</c:v>
                </c:pt>
                <c:pt idx="7044">
                  <c:v>0.30266666666666664</c:v>
                </c:pt>
                <c:pt idx="7045">
                  <c:v>0.30281481481481481</c:v>
                </c:pt>
                <c:pt idx="7046">
                  <c:v>0.30296296296296299</c:v>
                </c:pt>
                <c:pt idx="7047">
                  <c:v>0.30296296296296299</c:v>
                </c:pt>
                <c:pt idx="7048">
                  <c:v>0.30296296296296299</c:v>
                </c:pt>
                <c:pt idx="7049">
                  <c:v>0.30311111111111111</c:v>
                </c:pt>
                <c:pt idx="7050">
                  <c:v>0.30311111111111111</c:v>
                </c:pt>
                <c:pt idx="7051">
                  <c:v>0.30311111111111111</c:v>
                </c:pt>
                <c:pt idx="7052">
                  <c:v>0.30311111111111111</c:v>
                </c:pt>
                <c:pt idx="7053">
                  <c:v>0.30311111111111111</c:v>
                </c:pt>
                <c:pt idx="7054">
                  <c:v>0.30311111111111111</c:v>
                </c:pt>
                <c:pt idx="7055">
                  <c:v>0.30311111111111111</c:v>
                </c:pt>
                <c:pt idx="7056">
                  <c:v>0.30325925925925928</c:v>
                </c:pt>
                <c:pt idx="7057">
                  <c:v>0.3034074074074074</c:v>
                </c:pt>
                <c:pt idx="7058">
                  <c:v>0.30355555555555558</c:v>
                </c:pt>
                <c:pt idx="7059">
                  <c:v>0.30355555555555558</c:v>
                </c:pt>
                <c:pt idx="7060">
                  <c:v>0.3037037037037037</c:v>
                </c:pt>
                <c:pt idx="7061">
                  <c:v>0.30385185185185187</c:v>
                </c:pt>
                <c:pt idx="7062">
                  <c:v>0.30385185185185187</c:v>
                </c:pt>
                <c:pt idx="7063">
                  <c:v>0.30385185185185187</c:v>
                </c:pt>
                <c:pt idx="7064">
                  <c:v>0.30399999999999999</c:v>
                </c:pt>
                <c:pt idx="7065">
                  <c:v>0.30399999999999999</c:v>
                </c:pt>
                <c:pt idx="7066">
                  <c:v>0.30399999999999999</c:v>
                </c:pt>
                <c:pt idx="7067">
                  <c:v>0.30399999999999999</c:v>
                </c:pt>
                <c:pt idx="7068">
                  <c:v>0.30399999999999999</c:v>
                </c:pt>
                <c:pt idx="7069">
                  <c:v>0.30399999999999999</c:v>
                </c:pt>
                <c:pt idx="7070">
                  <c:v>0.30399999999999999</c:v>
                </c:pt>
                <c:pt idx="7071">
                  <c:v>0.30399999999999999</c:v>
                </c:pt>
                <c:pt idx="7072">
                  <c:v>0.30399999999999999</c:v>
                </c:pt>
                <c:pt idx="7073">
                  <c:v>0.30399999999999999</c:v>
                </c:pt>
                <c:pt idx="7074">
                  <c:v>0.30399999999999999</c:v>
                </c:pt>
                <c:pt idx="7075">
                  <c:v>0.30414814814814817</c:v>
                </c:pt>
                <c:pt idx="7076">
                  <c:v>0.30414814814814817</c:v>
                </c:pt>
                <c:pt idx="7077">
                  <c:v>0.30429629629629629</c:v>
                </c:pt>
                <c:pt idx="7078">
                  <c:v>0.30429629629629629</c:v>
                </c:pt>
                <c:pt idx="7079">
                  <c:v>0.30429629629629629</c:v>
                </c:pt>
                <c:pt idx="7080">
                  <c:v>0.30429629629629629</c:v>
                </c:pt>
                <c:pt idx="7081">
                  <c:v>0.30429629629629629</c:v>
                </c:pt>
                <c:pt idx="7082">
                  <c:v>0.30429629629629629</c:v>
                </c:pt>
                <c:pt idx="7083">
                  <c:v>0.30444444444444446</c:v>
                </c:pt>
                <c:pt idx="7084">
                  <c:v>0.30459259259259258</c:v>
                </c:pt>
                <c:pt idx="7085">
                  <c:v>0.30459259259259258</c:v>
                </c:pt>
                <c:pt idx="7086">
                  <c:v>0.30474074074074076</c:v>
                </c:pt>
                <c:pt idx="7087">
                  <c:v>0.30474074074074076</c:v>
                </c:pt>
                <c:pt idx="7088">
                  <c:v>0.30474074074074076</c:v>
                </c:pt>
                <c:pt idx="7089">
                  <c:v>0.30488888888888888</c:v>
                </c:pt>
                <c:pt idx="7090">
                  <c:v>0.30488888888888888</c:v>
                </c:pt>
                <c:pt idx="7091">
                  <c:v>0.30488888888888888</c:v>
                </c:pt>
                <c:pt idx="7092">
                  <c:v>0.30488888888888888</c:v>
                </c:pt>
                <c:pt idx="7093">
                  <c:v>0.30503703703703705</c:v>
                </c:pt>
                <c:pt idx="7094">
                  <c:v>0.30518518518518517</c:v>
                </c:pt>
                <c:pt idx="7095">
                  <c:v>0.30518518518518517</c:v>
                </c:pt>
                <c:pt idx="7096">
                  <c:v>0.30533333333333335</c:v>
                </c:pt>
                <c:pt idx="7097">
                  <c:v>0.30533333333333335</c:v>
                </c:pt>
                <c:pt idx="7098">
                  <c:v>0.30533333333333335</c:v>
                </c:pt>
                <c:pt idx="7099">
                  <c:v>0.30533333333333335</c:v>
                </c:pt>
                <c:pt idx="7100">
                  <c:v>0.30548148148148146</c:v>
                </c:pt>
                <c:pt idx="7101">
                  <c:v>0.30548148148148146</c:v>
                </c:pt>
                <c:pt idx="7102">
                  <c:v>0.30548148148148146</c:v>
                </c:pt>
                <c:pt idx="7103">
                  <c:v>0.30562962962962964</c:v>
                </c:pt>
                <c:pt idx="7104">
                  <c:v>0.30562962962962964</c:v>
                </c:pt>
                <c:pt idx="7105">
                  <c:v>0.30577777777777776</c:v>
                </c:pt>
                <c:pt idx="7106">
                  <c:v>0.30577777777777776</c:v>
                </c:pt>
                <c:pt idx="7107">
                  <c:v>0.30577777777777776</c:v>
                </c:pt>
                <c:pt idx="7108">
                  <c:v>0.30577777777777776</c:v>
                </c:pt>
                <c:pt idx="7109">
                  <c:v>0.30577777777777776</c:v>
                </c:pt>
                <c:pt idx="7110">
                  <c:v>0.30577777777777776</c:v>
                </c:pt>
                <c:pt idx="7111">
                  <c:v>0.30577777777777776</c:v>
                </c:pt>
                <c:pt idx="7112">
                  <c:v>0.30592592592592593</c:v>
                </c:pt>
                <c:pt idx="7113">
                  <c:v>0.30592592592592593</c:v>
                </c:pt>
                <c:pt idx="7114">
                  <c:v>0.30592592592592593</c:v>
                </c:pt>
                <c:pt idx="7115">
                  <c:v>0.30592592592592593</c:v>
                </c:pt>
                <c:pt idx="7116">
                  <c:v>0.30607407407407405</c:v>
                </c:pt>
                <c:pt idx="7117">
                  <c:v>0.30607407407407405</c:v>
                </c:pt>
                <c:pt idx="7118">
                  <c:v>0.30607407407407405</c:v>
                </c:pt>
                <c:pt idx="7119">
                  <c:v>0.30622222222222223</c:v>
                </c:pt>
                <c:pt idx="7120">
                  <c:v>0.30637037037037035</c:v>
                </c:pt>
                <c:pt idx="7121">
                  <c:v>0.30637037037037035</c:v>
                </c:pt>
                <c:pt idx="7122">
                  <c:v>0.30637037037037035</c:v>
                </c:pt>
                <c:pt idx="7123">
                  <c:v>0.30637037037037035</c:v>
                </c:pt>
                <c:pt idx="7124">
                  <c:v>0.30637037037037035</c:v>
                </c:pt>
                <c:pt idx="7125">
                  <c:v>0.30637037037037035</c:v>
                </c:pt>
                <c:pt idx="7126">
                  <c:v>0.30637037037037035</c:v>
                </c:pt>
                <c:pt idx="7127">
                  <c:v>0.30637037037037035</c:v>
                </c:pt>
                <c:pt idx="7128">
                  <c:v>0.30637037037037035</c:v>
                </c:pt>
                <c:pt idx="7129">
                  <c:v>0.30637037037037035</c:v>
                </c:pt>
                <c:pt idx="7130">
                  <c:v>0.30637037037037035</c:v>
                </c:pt>
                <c:pt idx="7131">
                  <c:v>0.30651851851851852</c:v>
                </c:pt>
                <c:pt idx="7132">
                  <c:v>0.30666666666666664</c:v>
                </c:pt>
                <c:pt idx="7133">
                  <c:v>0.30666666666666664</c:v>
                </c:pt>
                <c:pt idx="7134">
                  <c:v>0.30666666666666664</c:v>
                </c:pt>
                <c:pt idx="7135">
                  <c:v>0.30666666666666664</c:v>
                </c:pt>
                <c:pt idx="7136">
                  <c:v>0.30681481481481482</c:v>
                </c:pt>
                <c:pt idx="7137">
                  <c:v>0.30681481481481482</c:v>
                </c:pt>
                <c:pt idx="7138">
                  <c:v>0.30681481481481482</c:v>
                </c:pt>
                <c:pt idx="7139">
                  <c:v>0.30681481481481482</c:v>
                </c:pt>
                <c:pt idx="7140">
                  <c:v>0.30681481481481482</c:v>
                </c:pt>
                <c:pt idx="7141">
                  <c:v>0.30681481481481482</c:v>
                </c:pt>
                <c:pt idx="7142">
                  <c:v>0.30681481481481482</c:v>
                </c:pt>
                <c:pt idx="7143">
                  <c:v>0.30681481481481482</c:v>
                </c:pt>
                <c:pt idx="7144">
                  <c:v>0.30681481481481482</c:v>
                </c:pt>
                <c:pt idx="7145">
                  <c:v>0.30681481481481482</c:v>
                </c:pt>
                <c:pt idx="7146">
                  <c:v>0.30681481481481482</c:v>
                </c:pt>
                <c:pt idx="7147">
                  <c:v>0.30681481481481482</c:v>
                </c:pt>
                <c:pt idx="7148">
                  <c:v>0.30681481481481482</c:v>
                </c:pt>
                <c:pt idx="7149">
                  <c:v>0.30681481481481482</c:v>
                </c:pt>
                <c:pt idx="7150">
                  <c:v>0.30681481481481482</c:v>
                </c:pt>
                <c:pt idx="7151">
                  <c:v>0.30696296296296294</c:v>
                </c:pt>
                <c:pt idx="7152">
                  <c:v>0.30711111111111111</c:v>
                </c:pt>
                <c:pt idx="7153">
                  <c:v>0.30725925925925923</c:v>
                </c:pt>
                <c:pt idx="7154">
                  <c:v>0.30725925925925923</c:v>
                </c:pt>
                <c:pt idx="7155">
                  <c:v>0.30725925925925923</c:v>
                </c:pt>
                <c:pt idx="7156">
                  <c:v>0.30725925925925923</c:v>
                </c:pt>
                <c:pt idx="7157">
                  <c:v>0.30740740740740741</c:v>
                </c:pt>
                <c:pt idx="7158">
                  <c:v>0.30740740740740741</c:v>
                </c:pt>
                <c:pt idx="7159">
                  <c:v>0.30740740740740741</c:v>
                </c:pt>
                <c:pt idx="7160">
                  <c:v>0.30755555555555558</c:v>
                </c:pt>
                <c:pt idx="7161">
                  <c:v>0.30755555555555558</c:v>
                </c:pt>
                <c:pt idx="7162">
                  <c:v>0.30755555555555558</c:v>
                </c:pt>
                <c:pt idx="7163">
                  <c:v>0.30755555555555558</c:v>
                </c:pt>
                <c:pt idx="7164">
                  <c:v>0.3077037037037037</c:v>
                </c:pt>
                <c:pt idx="7165">
                  <c:v>0.3077037037037037</c:v>
                </c:pt>
                <c:pt idx="7166">
                  <c:v>0.3077037037037037</c:v>
                </c:pt>
                <c:pt idx="7167">
                  <c:v>0.3077037037037037</c:v>
                </c:pt>
                <c:pt idx="7168">
                  <c:v>0.3077037037037037</c:v>
                </c:pt>
                <c:pt idx="7169">
                  <c:v>0.3077037037037037</c:v>
                </c:pt>
                <c:pt idx="7170">
                  <c:v>0.3077037037037037</c:v>
                </c:pt>
                <c:pt idx="7171">
                  <c:v>0.30785185185185188</c:v>
                </c:pt>
                <c:pt idx="7172">
                  <c:v>0.308</c:v>
                </c:pt>
                <c:pt idx="7173">
                  <c:v>0.30814814814814817</c:v>
                </c:pt>
                <c:pt idx="7174">
                  <c:v>0.30829629629629629</c:v>
                </c:pt>
                <c:pt idx="7175">
                  <c:v>0.30829629629629629</c:v>
                </c:pt>
                <c:pt idx="7176">
                  <c:v>0.30829629629629629</c:v>
                </c:pt>
                <c:pt idx="7177">
                  <c:v>0.30829629629629629</c:v>
                </c:pt>
                <c:pt idx="7178">
                  <c:v>0.30829629629629629</c:v>
                </c:pt>
                <c:pt idx="7179">
                  <c:v>0.30829629629629629</c:v>
                </c:pt>
                <c:pt idx="7180">
                  <c:v>0.30829629629629629</c:v>
                </c:pt>
                <c:pt idx="7181">
                  <c:v>0.30829629629629629</c:v>
                </c:pt>
                <c:pt idx="7182">
                  <c:v>0.30829629629629629</c:v>
                </c:pt>
                <c:pt idx="7183">
                  <c:v>0.30829629629629629</c:v>
                </c:pt>
                <c:pt idx="7184">
                  <c:v>0.30829629629629629</c:v>
                </c:pt>
                <c:pt idx="7185">
                  <c:v>0.30829629629629629</c:v>
                </c:pt>
                <c:pt idx="7186">
                  <c:v>0.30829629629629629</c:v>
                </c:pt>
                <c:pt idx="7187">
                  <c:v>0.30829629629629629</c:v>
                </c:pt>
                <c:pt idx="7188">
                  <c:v>0.30829629629629629</c:v>
                </c:pt>
                <c:pt idx="7189">
                  <c:v>0.30829629629629629</c:v>
                </c:pt>
                <c:pt idx="7190">
                  <c:v>0.30844444444444447</c:v>
                </c:pt>
                <c:pt idx="7191">
                  <c:v>0.30859259259259259</c:v>
                </c:pt>
                <c:pt idx="7192">
                  <c:v>0.30859259259259259</c:v>
                </c:pt>
                <c:pt idx="7193">
                  <c:v>0.30859259259259259</c:v>
                </c:pt>
                <c:pt idx="7194">
                  <c:v>0.30859259259259259</c:v>
                </c:pt>
                <c:pt idx="7195">
                  <c:v>0.30859259259259259</c:v>
                </c:pt>
                <c:pt idx="7196">
                  <c:v>0.30859259259259259</c:v>
                </c:pt>
                <c:pt idx="7197">
                  <c:v>0.30859259259259259</c:v>
                </c:pt>
                <c:pt idx="7198">
                  <c:v>0.30859259259259259</c:v>
                </c:pt>
                <c:pt idx="7199">
                  <c:v>0.30859259259259259</c:v>
                </c:pt>
                <c:pt idx="7200">
                  <c:v>0.30859259259259259</c:v>
                </c:pt>
                <c:pt idx="7201">
                  <c:v>0.30874074074074076</c:v>
                </c:pt>
                <c:pt idx="7202">
                  <c:v>0.30888888888888888</c:v>
                </c:pt>
                <c:pt idx="7203">
                  <c:v>0.30888888888888888</c:v>
                </c:pt>
                <c:pt idx="7204">
                  <c:v>0.30888888888888888</c:v>
                </c:pt>
                <c:pt idx="7205">
                  <c:v>0.30888888888888888</c:v>
                </c:pt>
                <c:pt idx="7206">
                  <c:v>0.30888888888888888</c:v>
                </c:pt>
                <c:pt idx="7207">
                  <c:v>0.30888888888888888</c:v>
                </c:pt>
                <c:pt idx="7208">
                  <c:v>0.30903703703703705</c:v>
                </c:pt>
                <c:pt idx="7209">
                  <c:v>0.30903703703703705</c:v>
                </c:pt>
                <c:pt idx="7210">
                  <c:v>0.30903703703703705</c:v>
                </c:pt>
                <c:pt idx="7211">
                  <c:v>0.30903703703703705</c:v>
                </c:pt>
                <c:pt idx="7212">
                  <c:v>0.30903703703703705</c:v>
                </c:pt>
                <c:pt idx="7213">
                  <c:v>0.30903703703703705</c:v>
                </c:pt>
                <c:pt idx="7214">
                  <c:v>0.30903703703703705</c:v>
                </c:pt>
                <c:pt idx="7215">
                  <c:v>0.30918518518518517</c:v>
                </c:pt>
                <c:pt idx="7216">
                  <c:v>0.30918518518518517</c:v>
                </c:pt>
                <c:pt idx="7217">
                  <c:v>0.30933333333333335</c:v>
                </c:pt>
                <c:pt idx="7218">
                  <c:v>0.30933333333333335</c:v>
                </c:pt>
                <c:pt idx="7219">
                  <c:v>0.30933333333333335</c:v>
                </c:pt>
                <c:pt idx="7220">
                  <c:v>0.30948148148148147</c:v>
                </c:pt>
                <c:pt idx="7221">
                  <c:v>0.30948148148148147</c:v>
                </c:pt>
                <c:pt idx="7222">
                  <c:v>0.30948148148148147</c:v>
                </c:pt>
                <c:pt idx="7223">
                  <c:v>0.30948148148148147</c:v>
                </c:pt>
                <c:pt idx="7224">
                  <c:v>0.30962962962962964</c:v>
                </c:pt>
                <c:pt idx="7225">
                  <c:v>0.30977777777777776</c:v>
                </c:pt>
                <c:pt idx="7226">
                  <c:v>0.30992592592592594</c:v>
                </c:pt>
                <c:pt idx="7227">
                  <c:v>0.30992592592592594</c:v>
                </c:pt>
                <c:pt idx="7228">
                  <c:v>0.30992592592592594</c:v>
                </c:pt>
                <c:pt idx="7229">
                  <c:v>0.31007407407407406</c:v>
                </c:pt>
                <c:pt idx="7230">
                  <c:v>0.31022222222222223</c:v>
                </c:pt>
                <c:pt idx="7231">
                  <c:v>0.31037037037037035</c:v>
                </c:pt>
                <c:pt idx="7232">
                  <c:v>0.31051851851851853</c:v>
                </c:pt>
                <c:pt idx="7233">
                  <c:v>0.31051851851851853</c:v>
                </c:pt>
                <c:pt idx="7234">
                  <c:v>0.31051851851851853</c:v>
                </c:pt>
                <c:pt idx="7235">
                  <c:v>0.31051851851851853</c:v>
                </c:pt>
                <c:pt idx="7236">
                  <c:v>0.31066666666666665</c:v>
                </c:pt>
                <c:pt idx="7237">
                  <c:v>0.31066666666666665</c:v>
                </c:pt>
                <c:pt idx="7238">
                  <c:v>0.31066666666666665</c:v>
                </c:pt>
                <c:pt idx="7239">
                  <c:v>0.31066666666666665</c:v>
                </c:pt>
                <c:pt idx="7240">
                  <c:v>0.31081481481481482</c:v>
                </c:pt>
                <c:pt idx="7241">
                  <c:v>0.31096296296296294</c:v>
                </c:pt>
                <c:pt idx="7242">
                  <c:v>0.31096296296296294</c:v>
                </c:pt>
                <c:pt idx="7243">
                  <c:v>0.31096296296296294</c:v>
                </c:pt>
                <c:pt idx="7244">
                  <c:v>0.31096296296296294</c:v>
                </c:pt>
                <c:pt idx="7245">
                  <c:v>0.31096296296296294</c:v>
                </c:pt>
                <c:pt idx="7246">
                  <c:v>0.31096296296296294</c:v>
                </c:pt>
                <c:pt idx="7247">
                  <c:v>0.31096296296296294</c:v>
                </c:pt>
                <c:pt idx="7248">
                  <c:v>0.31096296296296294</c:v>
                </c:pt>
                <c:pt idx="7249">
                  <c:v>0.31096296296296294</c:v>
                </c:pt>
                <c:pt idx="7250">
                  <c:v>0.31096296296296294</c:v>
                </c:pt>
                <c:pt idx="7251">
                  <c:v>0.31111111111111112</c:v>
                </c:pt>
                <c:pt idx="7252">
                  <c:v>0.31111111111111112</c:v>
                </c:pt>
                <c:pt idx="7253">
                  <c:v>0.31111111111111112</c:v>
                </c:pt>
                <c:pt idx="7254">
                  <c:v>0.31111111111111112</c:v>
                </c:pt>
                <c:pt idx="7255">
                  <c:v>0.31125925925925924</c:v>
                </c:pt>
                <c:pt idx="7256">
                  <c:v>0.31125925925925924</c:v>
                </c:pt>
                <c:pt idx="7257">
                  <c:v>0.31140740740740741</c:v>
                </c:pt>
                <c:pt idx="7258">
                  <c:v>0.31155555555555553</c:v>
                </c:pt>
                <c:pt idx="7259">
                  <c:v>0.31170370370370371</c:v>
                </c:pt>
                <c:pt idx="7260">
                  <c:v>0.31170370370370371</c:v>
                </c:pt>
                <c:pt idx="7261">
                  <c:v>0.31170370370370371</c:v>
                </c:pt>
                <c:pt idx="7262">
                  <c:v>0.31170370370370371</c:v>
                </c:pt>
                <c:pt idx="7263">
                  <c:v>0.31170370370370371</c:v>
                </c:pt>
                <c:pt idx="7264">
                  <c:v>0.31170370370370371</c:v>
                </c:pt>
                <c:pt idx="7265">
                  <c:v>0.31170370370370371</c:v>
                </c:pt>
                <c:pt idx="7266">
                  <c:v>0.31185185185185182</c:v>
                </c:pt>
                <c:pt idx="7267">
                  <c:v>0.31185185185185182</c:v>
                </c:pt>
                <c:pt idx="7268">
                  <c:v>0.31185185185185182</c:v>
                </c:pt>
                <c:pt idx="7269">
                  <c:v>0.312</c:v>
                </c:pt>
                <c:pt idx="7270">
                  <c:v>0.312</c:v>
                </c:pt>
                <c:pt idx="7271">
                  <c:v>0.312</c:v>
                </c:pt>
                <c:pt idx="7272">
                  <c:v>0.31214814814814817</c:v>
                </c:pt>
                <c:pt idx="7273">
                  <c:v>0.31229629629629629</c:v>
                </c:pt>
                <c:pt idx="7274">
                  <c:v>0.31229629629629629</c:v>
                </c:pt>
                <c:pt idx="7275">
                  <c:v>0.31244444444444447</c:v>
                </c:pt>
                <c:pt idx="7276">
                  <c:v>0.31244444444444447</c:v>
                </c:pt>
                <c:pt idx="7277">
                  <c:v>0.31244444444444447</c:v>
                </c:pt>
                <c:pt idx="7278">
                  <c:v>0.31244444444444447</c:v>
                </c:pt>
                <c:pt idx="7279">
                  <c:v>0.31244444444444447</c:v>
                </c:pt>
                <c:pt idx="7280">
                  <c:v>0.31244444444444447</c:v>
                </c:pt>
                <c:pt idx="7281">
                  <c:v>0.31244444444444447</c:v>
                </c:pt>
                <c:pt idx="7282">
                  <c:v>0.31244444444444447</c:v>
                </c:pt>
                <c:pt idx="7283">
                  <c:v>0.31244444444444447</c:v>
                </c:pt>
                <c:pt idx="7284">
                  <c:v>0.31244444444444447</c:v>
                </c:pt>
                <c:pt idx="7285">
                  <c:v>0.31259259259259259</c:v>
                </c:pt>
                <c:pt idx="7286">
                  <c:v>0.31259259259259259</c:v>
                </c:pt>
                <c:pt idx="7287">
                  <c:v>0.31259259259259259</c:v>
                </c:pt>
                <c:pt idx="7288">
                  <c:v>0.31274074074074076</c:v>
                </c:pt>
                <c:pt idx="7289">
                  <c:v>0.31288888888888888</c:v>
                </c:pt>
                <c:pt idx="7290">
                  <c:v>0.31288888888888888</c:v>
                </c:pt>
                <c:pt idx="7291">
                  <c:v>0.31288888888888888</c:v>
                </c:pt>
                <c:pt idx="7292">
                  <c:v>0.31303703703703706</c:v>
                </c:pt>
                <c:pt idx="7293">
                  <c:v>0.31303703703703706</c:v>
                </c:pt>
                <c:pt idx="7294">
                  <c:v>0.31303703703703706</c:v>
                </c:pt>
                <c:pt idx="7295">
                  <c:v>0.31303703703703706</c:v>
                </c:pt>
                <c:pt idx="7296">
                  <c:v>0.31318518518518518</c:v>
                </c:pt>
                <c:pt idx="7297">
                  <c:v>0.31318518518518518</c:v>
                </c:pt>
                <c:pt idx="7298">
                  <c:v>0.31318518518518518</c:v>
                </c:pt>
                <c:pt idx="7299">
                  <c:v>0.31333333333333335</c:v>
                </c:pt>
                <c:pt idx="7300">
                  <c:v>0.31348148148148147</c:v>
                </c:pt>
                <c:pt idx="7301">
                  <c:v>0.31348148148148147</c:v>
                </c:pt>
                <c:pt idx="7302">
                  <c:v>0.31348148148148147</c:v>
                </c:pt>
                <c:pt idx="7303">
                  <c:v>0.31362962962962965</c:v>
                </c:pt>
                <c:pt idx="7304">
                  <c:v>0.31362962962962965</c:v>
                </c:pt>
                <c:pt idx="7305">
                  <c:v>0.31377777777777777</c:v>
                </c:pt>
                <c:pt idx="7306">
                  <c:v>0.31392592592592594</c:v>
                </c:pt>
                <c:pt idx="7307">
                  <c:v>0.31392592592592594</c:v>
                </c:pt>
                <c:pt idx="7308">
                  <c:v>0.31392592592592594</c:v>
                </c:pt>
                <c:pt idx="7309">
                  <c:v>0.31392592592592594</c:v>
                </c:pt>
                <c:pt idx="7310">
                  <c:v>0.31407407407407406</c:v>
                </c:pt>
                <c:pt idx="7311">
                  <c:v>0.31422222222222224</c:v>
                </c:pt>
                <c:pt idx="7312">
                  <c:v>0.31437037037037036</c:v>
                </c:pt>
                <c:pt idx="7313">
                  <c:v>0.31437037037037036</c:v>
                </c:pt>
                <c:pt idx="7314">
                  <c:v>0.31437037037037036</c:v>
                </c:pt>
                <c:pt idx="7315">
                  <c:v>0.31451851851851853</c:v>
                </c:pt>
                <c:pt idx="7316">
                  <c:v>0.31451851851851853</c:v>
                </c:pt>
                <c:pt idx="7317">
                  <c:v>0.31466666666666665</c:v>
                </c:pt>
                <c:pt idx="7318">
                  <c:v>0.31481481481481483</c:v>
                </c:pt>
                <c:pt idx="7319">
                  <c:v>0.31481481481481483</c:v>
                </c:pt>
                <c:pt idx="7320">
                  <c:v>0.31481481481481483</c:v>
                </c:pt>
                <c:pt idx="7321">
                  <c:v>0.31481481481481483</c:v>
                </c:pt>
                <c:pt idx="7322">
                  <c:v>0.31481481481481483</c:v>
                </c:pt>
                <c:pt idx="7323">
                  <c:v>0.31481481481481483</c:v>
                </c:pt>
                <c:pt idx="7324">
                  <c:v>0.31481481481481483</c:v>
                </c:pt>
                <c:pt idx="7325">
                  <c:v>0.31481481481481483</c:v>
                </c:pt>
                <c:pt idx="7326">
                  <c:v>0.31481481481481483</c:v>
                </c:pt>
                <c:pt idx="7327">
                  <c:v>0.31481481481481483</c:v>
                </c:pt>
                <c:pt idx="7328">
                  <c:v>0.31481481481481483</c:v>
                </c:pt>
                <c:pt idx="7329">
                  <c:v>0.31481481481481483</c:v>
                </c:pt>
                <c:pt idx="7330">
                  <c:v>0.31496296296296294</c:v>
                </c:pt>
                <c:pt idx="7331">
                  <c:v>0.31496296296296294</c:v>
                </c:pt>
                <c:pt idx="7332">
                  <c:v>0.31496296296296294</c:v>
                </c:pt>
                <c:pt idx="7333">
                  <c:v>0.31496296296296294</c:v>
                </c:pt>
                <c:pt idx="7334">
                  <c:v>0.31511111111111112</c:v>
                </c:pt>
                <c:pt idx="7335">
                  <c:v>0.31525925925925924</c:v>
                </c:pt>
                <c:pt idx="7336">
                  <c:v>0.31525925925925924</c:v>
                </c:pt>
                <c:pt idx="7337">
                  <c:v>0.31525925925925924</c:v>
                </c:pt>
                <c:pt idx="7338">
                  <c:v>0.31525925925925924</c:v>
                </c:pt>
                <c:pt idx="7339">
                  <c:v>0.31525925925925924</c:v>
                </c:pt>
                <c:pt idx="7340">
                  <c:v>0.31525925925925924</c:v>
                </c:pt>
                <c:pt idx="7341">
                  <c:v>0.31525925925925924</c:v>
                </c:pt>
                <c:pt idx="7342">
                  <c:v>0.31525925925925924</c:v>
                </c:pt>
                <c:pt idx="7343">
                  <c:v>0.31540740740740741</c:v>
                </c:pt>
                <c:pt idx="7344">
                  <c:v>0.31540740740740741</c:v>
                </c:pt>
                <c:pt idx="7345">
                  <c:v>0.31555555555555553</c:v>
                </c:pt>
                <c:pt idx="7346">
                  <c:v>0.31555555555555553</c:v>
                </c:pt>
                <c:pt idx="7347">
                  <c:v>0.31570370370370371</c:v>
                </c:pt>
                <c:pt idx="7348">
                  <c:v>0.31585185185185183</c:v>
                </c:pt>
                <c:pt idx="7349">
                  <c:v>0.31585185185185183</c:v>
                </c:pt>
                <c:pt idx="7350">
                  <c:v>0.316</c:v>
                </c:pt>
                <c:pt idx="7351">
                  <c:v>0.316</c:v>
                </c:pt>
                <c:pt idx="7352">
                  <c:v>0.316</c:v>
                </c:pt>
                <c:pt idx="7353">
                  <c:v>0.316</c:v>
                </c:pt>
                <c:pt idx="7354">
                  <c:v>0.31614814814814812</c:v>
                </c:pt>
                <c:pt idx="7355">
                  <c:v>0.31614814814814812</c:v>
                </c:pt>
                <c:pt idx="7356">
                  <c:v>0.31614814814814812</c:v>
                </c:pt>
                <c:pt idx="7357">
                  <c:v>0.3162962962962963</c:v>
                </c:pt>
                <c:pt idx="7358">
                  <c:v>0.3162962962962963</c:v>
                </c:pt>
                <c:pt idx="7359">
                  <c:v>0.3162962962962963</c:v>
                </c:pt>
                <c:pt idx="7360">
                  <c:v>0.3162962962962963</c:v>
                </c:pt>
                <c:pt idx="7361">
                  <c:v>0.3162962962962963</c:v>
                </c:pt>
                <c:pt idx="7362">
                  <c:v>0.3162962962962963</c:v>
                </c:pt>
                <c:pt idx="7363">
                  <c:v>0.3162962962962963</c:v>
                </c:pt>
                <c:pt idx="7364">
                  <c:v>0.3162962962962963</c:v>
                </c:pt>
                <c:pt idx="7365">
                  <c:v>0.31644444444444442</c:v>
                </c:pt>
                <c:pt idx="7366">
                  <c:v>0.31644444444444442</c:v>
                </c:pt>
                <c:pt idx="7367">
                  <c:v>0.31644444444444442</c:v>
                </c:pt>
                <c:pt idx="7368">
                  <c:v>0.31644444444444442</c:v>
                </c:pt>
                <c:pt idx="7369">
                  <c:v>0.31644444444444442</c:v>
                </c:pt>
                <c:pt idx="7370">
                  <c:v>0.31659259259259259</c:v>
                </c:pt>
                <c:pt idx="7371">
                  <c:v>0.31659259259259259</c:v>
                </c:pt>
                <c:pt idx="7372">
                  <c:v>0.31659259259259259</c:v>
                </c:pt>
                <c:pt idx="7373">
                  <c:v>0.31659259259259259</c:v>
                </c:pt>
                <c:pt idx="7374">
                  <c:v>0.31659259259259259</c:v>
                </c:pt>
                <c:pt idx="7375">
                  <c:v>0.31659259259259259</c:v>
                </c:pt>
                <c:pt idx="7376">
                  <c:v>0.31674074074074077</c:v>
                </c:pt>
                <c:pt idx="7377">
                  <c:v>0.31688888888888889</c:v>
                </c:pt>
                <c:pt idx="7378">
                  <c:v>0.31688888888888889</c:v>
                </c:pt>
                <c:pt idx="7379">
                  <c:v>0.31703703703703706</c:v>
                </c:pt>
                <c:pt idx="7380">
                  <c:v>0.31703703703703706</c:v>
                </c:pt>
                <c:pt idx="7381">
                  <c:v>0.31703703703703706</c:v>
                </c:pt>
                <c:pt idx="7382">
                  <c:v>0.31718518518518518</c:v>
                </c:pt>
                <c:pt idx="7383">
                  <c:v>0.31718518518518518</c:v>
                </c:pt>
                <c:pt idx="7384">
                  <c:v>0.31718518518518518</c:v>
                </c:pt>
                <c:pt idx="7385">
                  <c:v>0.31733333333333336</c:v>
                </c:pt>
                <c:pt idx="7386">
                  <c:v>0.31733333333333336</c:v>
                </c:pt>
                <c:pt idx="7387">
                  <c:v>0.31733333333333336</c:v>
                </c:pt>
                <c:pt idx="7388">
                  <c:v>0.31733333333333336</c:v>
                </c:pt>
                <c:pt idx="7389">
                  <c:v>0.31748148148148148</c:v>
                </c:pt>
                <c:pt idx="7390">
                  <c:v>0.31748148148148148</c:v>
                </c:pt>
                <c:pt idx="7391">
                  <c:v>0.31748148148148148</c:v>
                </c:pt>
                <c:pt idx="7392">
                  <c:v>0.31748148148148148</c:v>
                </c:pt>
                <c:pt idx="7393">
                  <c:v>0.31748148148148148</c:v>
                </c:pt>
                <c:pt idx="7394">
                  <c:v>0.31748148148148148</c:v>
                </c:pt>
                <c:pt idx="7395">
                  <c:v>0.31748148148148148</c:v>
                </c:pt>
                <c:pt idx="7396">
                  <c:v>0.31748148148148148</c:v>
                </c:pt>
                <c:pt idx="7397">
                  <c:v>0.31748148148148148</c:v>
                </c:pt>
                <c:pt idx="7398">
                  <c:v>0.31748148148148148</c:v>
                </c:pt>
                <c:pt idx="7399">
                  <c:v>0.31748148148148148</c:v>
                </c:pt>
                <c:pt idx="7400">
                  <c:v>0.31748148148148148</c:v>
                </c:pt>
                <c:pt idx="7401">
                  <c:v>0.31748148148148148</c:v>
                </c:pt>
                <c:pt idx="7402">
                  <c:v>0.31748148148148148</c:v>
                </c:pt>
                <c:pt idx="7403">
                  <c:v>0.31748148148148148</c:v>
                </c:pt>
                <c:pt idx="7404">
                  <c:v>0.31762962962962965</c:v>
                </c:pt>
                <c:pt idx="7405">
                  <c:v>0.31762962962962965</c:v>
                </c:pt>
                <c:pt idx="7406">
                  <c:v>0.31762962962962965</c:v>
                </c:pt>
                <c:pt idx="7407">
                  <c:v>0.31762962962962965</c:v>
                </c:pt>
                <c:pt idx="7408">
                  <c:v>0.31762962962962965</c:v>
                </c:pt>
                <c:pt idx="7409">
                  <c:v>0.31762962962962965</c:v>
                </c:pt>
                <c:pt idx="7410">
                  <c:v>0.31762962962962965</c:v>
                </c:pt>
                <c:pt idx="7411">
                  <c:v>0.31762962962962965</c:v>
                </c:pt>
                <c:pt idx="7412">
                  <c:v>0.31777777777777777</c:v>
                </c:pt>
                <c:pt idx="7413">
                  <c:v>0.31777777777777777</c:v>
                </c:pt>
                <c:pt idx="7414">
                  <c:v>0.31777777777777777</c:v>
                </c:pt>
                <c:pt idx="7415">
                  <c:v>0.31792592592592595</c:v>
                </c:pt>
                <c:pt idx="7416">
                  <c:v>0.31807407407407406</c:v>
                </c:pt>
                <c:pt idx="7417">
                  <c:v>0.31807407407407406</c:v>
                </c:pt>
                <c:pt idx="7418">
                  <c:v>0.31807407407407406</c:v>
                </c:pt>
                <c:pt idx="7419">
                  <c:v>0.31822222222222224</c:v>
                </c:pt>
                <c:pt idx="7420">
                  <c:v>0.31822222222222224</c:v>
                </c:pt>
                <c:pt idx="7421">
                  <c:v>0.31837037037037036</c:v>
                </c:pt>
                <c:pt idx="7422">
                  <c:v>0.31837037037037036</c:v>
                </c:pt>
                <c:pt idx="7423">
                  <c:v>0.31851851851851853</c:v>
                </c:pt>
                <c:pt idx="7424">
                  <c:v>0.31851851851851853</c:v>
                </c:pt>
                <c:pt idx="7425">
                  <c:v>0.31851851851851853</c:v>
                </c:pt>
                <c:pt idx="7426">
                  <c:v>0.31851851851851853</c:v>
                </c:pt>
                <c:pt idx="7427">
                  <c:v>0.31866666666666665</c:v>
                </c:pt>
                <c:pt idx="7428">
                  <c:v>0.31866666666666665</c:v>
                </c:pt>
                <c:pt idx="7429">
                  <c:v>0.31866666666666665</c:v>
                </c:pt>
                <c:pt idx="7430">
                  <c:v>0.31866666666666665</c:v>
                </c:pt>
                <c:pt idx="7431">
                  <c:v>0.31881481481481483</c:v>
                </c:pt>
                <c:pt idx="7432">
                  <c:v>0.31896296296296295</c:v>
                </c:pt>
                <c:pt idx="7433">
                  <c:v>0.31896296296296295</c:v>
                </c:pt>
                <c:pt idx="7434">
                  <c:v>0.31896296296296295</c:v>
                </c:pt>
                <c:pt idx="7435">
                  <c:v>0.31896296296296295</c:v>
                </c:pt>
                <c:pt idx="7436">
                  <c:v>0.31896296296296295</c:v>
                </c:pt>
                <c:pt idx="7437">
                  <c:v>0.31896296296296295</c:v>
                </c:pt>
                <c:pt idx="7438">
                  <c:v>0.31896296296296295</c:v>
                </c:pt>
                <c:pt idx="7439">
                  <c:v>0.31896296296296295</c:v>
                </c:pt>
                <c:pt idx="7440">
                  <c:v>0.31896296296296295</c:v>
                </c:pt>
                <c:pt idx="7441">
                  <c:v>0.31896296296296295</c:v>
                </c:pt>
                <c:pt idx="7442">
                  <c:v>0.31911111111111112</c:v>
                </c:pt>
                <c:pt idx="7443">
                  <c:v>0.31911111111111112</c:v>
                </c:pt>
                <c:pt idx="7444">
                  <c:v>0.31911111111111112</c:v>
                </c:pt>
                <c:pt idx="7445">
                  <c:v>0.31911111111111112</c:v>
                </c:pt>
                <c:pt idx="7446">
                  <c:v>0.31925925925925924</c:v>
                </c:pt>
                <c:pt idx="7447">
                  <c:v>0.31925925925925924</c:v>
                </c:pt>
                <c:pt idx="7448">
                  <c:v>0.31925925925925924</c:v>
                </c:pt>
                <c:pt idx="7449">
                  <c:v>0.31925925925925924</c:v>
                </c:pt>
                <c:pt idx="7450">
                  <c:v>0.31940740740740742</c:v>
                </c:pt>
                <c:pt idx="7451">
                  <c:v>0.31940740740740742</c:v>
                </c:pt>
                <c:pt idx="7452">
                  <c:v>0.31940740740740742</c:v>
                </c:pt>
                <c:pt idx="7453">
                  <c:v>0.31940740740740742</c:v>
                </c:pt>
                <c:pt idx="7454">
                  <c:v>0.31940740740740742</c:v>
                </c:pt>
                <c:pt idx="7455">
                  <c:v>0.31955555555555554</c:v>
                </c:pt>
                <c:pt idx="7456">
                  <c:v>0.31955555555555554</c:v>
                </c:pt>
                <c:pt idx="7457">
                  <c:v>0.31970370370370371</c:v>
                </c:pt>
                <c:pt idx="7458">
                  <c:v>0.31970370370370371</c:v>
                </c:pt>
                <c:pt idx="7459">
                  <c:v>0.31970370370370371</c:v>
                </c:pt>
                <c:pt idx="7460">
                  <c:v>0.31970370370370371</c:v>
                </c:pt>
                <c:pt idx="7461">
                  <c:v>0.31970370370370371</c:v>
                </c:pt>
                <c:pt idx="7462">
                  <c:v>0.31970370370370371</c:v>
                </c:pt>
                <c:pt idx="7463">
                  <c:v>0.31985185185185183</c:v>
                </c:pt>
                <c:pt idx="7464">
                  <c:v>0.31985185185185183</c:v>
                </c:pt>
                <c:pt idx="7465">
                  <c:v>0.32</c:v>
                </c:pt>
                <c:pt idx="7466">
                  <c:v>0.32</c:v>
                </c:pt>
                <c:pt idx="7467">
                  <c:v>0.32014814814814813</c:v>
                </c:pt>
                <c:pt idx="7468">
                  <c:v>0.3202962962962963</c:v>
                </c:pt>
                <c:pt idx="7469">
                  <c:v>0.3202962962962963</c:v>
                </c:pt>
                <c:pt idx="7470">
                  <c:v>0.3202962962962963</c:v>
                </c:pt>
                <c:pt idx="7471">
                  <c:v>0.32044444444444442</c:v>
                </c:pt>
                <c:pt idx="7472">
                  <c:v>0.32044444444444442</c:v>
                </c:pt>
                <c:pt idx="7473">
                  <c:v>0.3205925925925926</c:v>
                </c:pt>
                <c:pt idx="7474">
                  <c:v>0.3205925925925926</c:v>
                </c:pt>
                <c:pt idx="7475">
                  <c:v>0.3205925925925926</c:v>
                </c:pt>
                <c:pt idx="7476">
                  <c:v>0.3205925925925926</c:v>
                </c:pt>
                <c:pt idx="7477">
                  <c:v>0.3205925925925926</c:v>
                </c:pt>
                <c:pt idx="7478">
                  <c:v>0.3205925925925926</c:v>
                </c:pt>
                <c:pt idx="7479">
                  <c:v>0.3205925925925926</c:v>
                </c:pt>
                <c:pt idx="7480">
                  <c:v>0.3205925925925926</c:v>
                </c:pt>
                <c:pt idx="7481">
                  <c:v>0.3205925925925926</c:v>
                </c:pt>
                <c:pt idx="7482">
                  <c:v>0.3205925925925926</c:v>
                </c:pt>
                <c:pt idx="7483">
                  <c:v>0.3205925925925926</c:v>
                </c:pt>
                <c:pt idx="7484">
                  <c:v>0.32074074074074072</c:v>
                </c:pt>
                <c:pt idx="7485">
                  <c:v>0.32074074074074072</c:v>
                </c:pt>
                <c:pt idx="7486">
                  <c:v>0.32088888888888889</c:v>
                </c:pt>
                <c:pt idx="7487">
                  <c:v>0.32088888888888889</c:v>
                </c:pt>
                <c:pt idx="7488">
                  <c:v>0.32088888888888889</c:v>
                </c:pt>
                <c:pt idx="7489">
                  <c:v>0.32103703703703701</c:v>
                </c:pt>
                <c:pt idx="7490">
                  <c:v>0.32103703703703701</c:v>
                </c:pt>
                <c:pt idx="7491">
                  <c:v>0.32103703703703701</c:v>
                </c:pt>
                <c:pt idx="7492">
                  <c:v>0.32103703703703701</c:v>
                </c:pt>
                <c:pt idx="7493">
                  <c:v>0.32103703703703701</c:v>
                </c:pt>
                <c:pt idx="7494">
                  <c:v>0.32103703703703701</c:v>
                </c:pt>
                <c:pt idx="7495">
                  <c:v>0.32118518518518518</c:v>
                </c:pt>
                <c:pt idx="7496">
                  <c:v>0.32118518518518518</c:v>
                </c:pt>
                <c:pt idx="7497">
                  <c:v>0.32133333333333336</c:v>
                </c:pt>
                <c:pt idx="7498">
                  <c:v>0.32133333333333336</c:v>
                </c:pt>
                <c:pt idx="7499">
                  <c:v>0.32133333333333336</c:v>
                </c:pt>
                <c:pt idx="7500">
                  <c:v>0.32133333333333336</c:v>
                </c:pt>
                <c:pt idx="7501">
                  <c:v>0.32133333333333336</c:v>
                </c:pt>
                <c:pt idx="7502">
                  <c:v>0.32148148148148148</c:v>
                </c:pt>
                <c:pt idx="7503">
                  <c:v>0.32148148148148148</c:v>
                </c:pt>
                <c:pt idx="7504">
                  <c:v>0.32148148148148148</c:v>
                </c:pt>
                <c:pt idx="7505">
                  <c:v>0.32148148148148148</c:v>
                </c:pt>
                <c:pt idx="7506">
                  <c:v>0.32148148148148148</c:v>
                </c:pt>
                <c:pt idx="7507">
                  <c:v>0.32148148148148148</c:v>
                </c:pt>
                <c:pt idx="7508">
                  <c:v>0.32148148148148148</c:v>
                </c:pt>
                <c:pt idx="7509">
                  <c:v>0.32162962962962965</c:v>
                </c:pt>
                <c:pt idx="7510">
                  <c:v>0.32162962962962965</c:v>
                </c:pt>
                <c:pt idx="7511">
                  <c:v>0.32162962962962965</c:v>
                </c:pt>
                <c:pt idx="7512">
                  <c:v>0.32177777777777777</c:v>
                </c:pt>
                <c:pt idx="7513">
                  <c:v>0.32177777777777777</c:v>
                </c:pt>
                <c:pt idx="7514">
                  <c:v>0.32192592592592595</c:v>
                </c:pt>
                <c:pt idx="7515">
                  <c:v>0.32192592592592595</c:v>
                </c:pt>
                <c:pt idx="7516">
                  <c:v>0.32192592592592595</c:v>
                </c:pt>
                <c:pt idx="7517">
                  <c:v>0.32207407407407407</c:v>
                </c:pt>
                <c:pt idx="7518">
                  <c:v>0.32222222222222224</c:v>
                </c:pt>
                <c:pt idx="7519">
                  <c:v>0.32237037037037036</c:v>
                </c:pt>
                <c:pt idx="7520">
                  <c:v>0.32237037037037036</c:v>
                </c:pt>
                <c:pt idx="7521">
                  <c:v>0.32237037037037036</c:v>
                </c:pt>
                <c:pt idx="7522">
                  <c:v>0.32237037037037036</c:v>
                </c:pt>
                <c:pt idx="7523">
                  <c:v>0.32237037037037036</c:v>
                </c:pt>
                <c:pt idx="7524">
                  <c:v>0.32237037037037036</c:v>
                </c:pt>
                <c:pt idx="7525">
                  <c:v>0.32237037037037036</c:v>
                </c:pt>
                <c:pt idx="7526">
                  <c:v>0.32237037037037036</c:v>
                </c:pt>
                <c:pt idx="7527">
                  <c:v>0.32237037037037036</c:v>
                </c:pt>
                <c:pt idx="7528">
                  <c:v>0.32237037037037036</c:v>
                </c:pt>
                <c:pt idx="7529">
                  <c:v>0.32237037037037036</c:v>
                </c:pt>
                <c:pt idx="7530">
                  <c:v>0.32237037037037036</c:v>
                </c:pt>
                <c:pt idx="7531">
                  <c:v>0.32237037037037036</c:v>
                </c:pt>
                <c:pt idx="7532">
                  <c:v>0.32237037037037036</c:v>
                </c:pt>
                <c:pt idx="7533">
                  <c:v>0.32237037037037036</c:v>
                </c:pt>
                <c:pt idx="7534">
                  <c:v>0.32237037037037036</c:v>
                </c:pt>
                <c:pt idx="7535">
                  <c:v>0.32251851851851854</c:v>
                </c:pt>
                <c:pt idx="7536">
                  <c:v>0.32266666666666666</c:v>
                </c:pt>
                <c:pt idx="7537">
                  <c:v>0.32266666666666666</c:v>
                </c:pt>
                <c:pt idx="7538">
                  <c:v>0.32266666666666666</c:v>
                </c:pt>
                <c:pt idx="7539">
                  <c:v>0.32266666666666666</c:v>
                </c:pt>
                <c:pt idx="7540">
                  <c:v>0.32266666666666666</c:v>
                </c:pt>
                <c:pt idx="7541">
                  <c:v>0.32266666666666666</c:v>
                </c:pt>
                <c:pt idx="7542">
                  <c:v>0.32266666666666666</c:v>
                </c:pt>
                <c:pt idx="7543">
                  <c:v>0.32266666666666666</c:v>
                </c:pt>
                <c:pt idx="7544">
                  <c:v>0.32266666666666666</c:v>
                </c:pt>
                <c:pt idx="7545">
                  <c:v>0.32281481481481483</c:v>
                </c:pt>
                <c:pt idx="7546">
                  <c:v>0.32296296296296295</c:v>
                </c:pt>
                <c:pt idx="7547">
                  <c:v>0.32296296296296295</c:v>
                </c:pt>
                <c:pt idx="7548">
                  <c:v>0.32296296296296295</c:v>
                </c:pt>
                <c:pt idx="7549">
                  <c:v>0.32296296296296295</c:v>
                </c:pt>
                <c:pt idx="7550">
                  <c:v>0.32311111111111113</c:v>
                </c:pt>
                <c:pt idx="7551">
                  <c:v>0.32325925925925925</c:v>
                </c:pt>
                <c:pt idx="7552">
                  <c:v>0.32340740740740742</c:v>
                </c:pt>
                <c:pt idx="7553">
                  <c:v>0.32340740740740742</c:v>
                </c:pt>
                <c:pt idx="7554">
                  <c:v>0.32340740740740742</c:v>
                </c:pt>
                <c:pt idx="7555">
                  <c:v>0.32340740740740742</c:v>
                </c:pt>
                <c:pt idx="7556">
                  <c:v>0.32340740740740742</c:v>
                </c:pt>
                <c:pt idx="7557">
                  <c:v>0.32340740740740742</c:v>
                </c:pt>
                <c:pt idx="7558">
                  <c:v>0.32340740740740742</c:v>
                </c:pt>
                <c:pt idx="7559">
                  <c:v>0.32340740740740742</c:v>
                </c:pt>
                <c:pt idx="7560">
                  <c:v>0.32340740740740742</c:v>
                </c:pt>
                <c:pt idx="7561">
                  <c:v>0.32355555555555554</c:v>
                </c:pt>
                <c:pt idx="7562">
                  <c:v>0.32355555555555554</c:v>
                </c:pt>
                <c:pt idx="7563">
                  <c:v>0.32355555555555554</c:v>
                </c:pt>
                <c:pt idx="7564">
                  <c:v>0.32370370370370372</c:v>
                </c:pt>
                <c:pt idx="7565">
                  <c:v>0.32385185185185184</c:v>
                </c:pt>
                <c:pt idx="7566">
                  <c:v>0.32385185185185184</c:v>
                </c:pt>
                <c:pt idx="7567">
                  <c:v>0.32385185185185184</c:v>
                </c:pt>
                <c:pt idx="7568">
                  <c:v>0.32400000000000001</c:v>
                </c:pt>
                <c:pt idx="7569">
                  <c:v>0.32400000000000001</c:v>
                </c:pt>
                <c:pt idx="7570">
                  <c:v>0.32400000000000001</c:v>
                </c:pt>
                <c:pt idx="7571">
                  <c:v>0.32400000000000001</c:v>
                </c:pt>
                <c:pt idx="7572">
                  <c:v>0.32400000000000001</c:v>
                </c:pt>
                <c:pt idx="7573">
                  <c:v>0.32400000000000001</c:v>
                </c:pt>
                <c:pt idx="7574">
                  <c:v>0.32400000000000001</c:v>
                </c:pt>
                <c:pt idx="7575">
                  <c:v>0.32414814814814813</c:v>
                </c:pt>
                <c:pt idx="7576">
                  <c:v>0.32414814814814813</c:v>
                </c:pt>
                <c:pt idx="7577">
                  <c:v>0.32414814814814813</c:v>
                </c:pt>
                <c:pt idx="7578">
                  <c:v>0.32414814814814813</c:v>
                </c:pt>
                <c:pt idx="7579">
                  <c:v>0.32414814814814813</c:v>
                </c:pt>
                <c:pt idx="7580">
                  <c:v>0.32414814814814813</c:v>
                </c:pt>
                <c:pt idx="7581">
                  <c:v>0.32414814814814813</c:v>
                </c:pt>
                <c:pt idx="7582">
                  <c:v>0.32414814814814813</c:v>
                </c:pt>
                <c:pt idx="7583">
                  <c:v>0.32414814814814813</c:v>
                </c:pt>
                <c:pt idx="7584">
                  <c:v>0.32414814814814813</c:v>
                </c:pt>
                <c:pt idx="7585">
                  <c:v>0.32414814814814813</c:v>
                </c:pt>
                <c:pt idx="7586">
                  <c:v>0.3242962962962963</c:v>
                </c:pt>
                <c:pt idx="7587">
                  <c:v>0.3242962962962963</c:v>
                </c:pt>
                <c:pt idx="7588">
                  <c:v>0.3242962962962963</c:v>
                </c:pt>
                <c:pt idx="7589">
                  <c:v>0.3242962962962963</c:v>
                </c:pt>
                <c:pt idx="7590">
                  <c:v>0.3242962962962963</c:v>
                </c:pt>
                <c:pt idx="7591">
                  <c:v>0.32444444444444442</c:v>
                </c:pt>
                <c:pt idx="7592">
                  <c:v>0.32444444444444442</c:v>
                </c:pt>
                <c:pt idx="7593">
                  <c:v>0.3245925925925926</c:v>
                </c:pt>
                <c:pt idx="7594">
                  <c:v>0.3245925925925926</c:v>
                </c:pt>
                <c:pt idx="7595">
                  <c:v>0.32474074074074072</c:v>
                </c:pt>
                <c:pt idx="7596">
                  <c:v>0.32474074074074072</c:v>
                </c:pt>
                <c:pt idx="7597">
                  <c:v>0.32474074074074072</c:v>
                </c:pt>
                <c:pt idx="7598">
                  <c:v>0.32474074074074072</c:v>
                </c:pt>
                <c:pt idx="7599">
                  <c:v>0.32474074074074072</c:v>
                </c:pt>
                <c:pt idx="7600">
                  <c:v>0.32474074074074072</c:v>
                </c:pt>
                <c:pt idx="7601">
                  <c:v>0.32474074074074072</c:v>
                </c:pt>
                <c:pt idx="7602">
                  <c:v>0.32474074074074072</c:v>
                </c:pt>
                <c:pt idx="7603">
                  <c:v>0.32474074074074072</c:v>
                </c:pt>
                <c:pt idx="7604">
                  <c:v>0.32474074074074072</c:v>
                </c:pt>
                <c:pt idx="7605">
                  <c:v>0.32474074074074072</c:v>
                </c:pt>
                <c:pt idx="7606">
                  <c:v>0.32474074074074072</c:v>
                </c:pt>
                <c:pt idx="7607">
                  <c:v>0.32474074074074072</c:v>
                </c:pt>
                <c:pt idx="7608">
                  <c:v>0.32474074074074072</c:v>
                </c:pt>
                <c:pt idx="7609">
                  <c:v>0.32474074074074072</c:v>
                </c:pt>
                <c:pt idx="7610">
                  <c:v>0.32488888888888889</c:v>
                </c:pt>
                <c:pt idx="7611">
                  <c:v>0.32488888888888889</c:v>
                </c:pt>
                <c:pt idx="7612">
                  <c:v>0.32488888888888889</c:v>
                </c:pt>
                <c:pt idx="7613">
                  <c:v>0.32488888888888889</c:v>
                </c:pt>
                <c:pt idx="7614">
                  <c:v>0.32488888888888889</c:v>
                </c:pt>
                <c:pt idx="7615">
                  <c:v>0.32503703703703701</c:v>
                </c:pt>
                <c:pt idx="7616">
                  <c:v>0.32518518518518519</c:v>
                </c:pt>
                <c:pt idx="7617">
                  <c:v>0.32518518518518519</c:v>
                </c:pt>
                <c:pt idx="7618">
                  <c:v>0.32518518518518519</c:v>
                </c:pt>
                <c:pt idx="7619">
                  <c:v>0.32518518518518519</c:v>
                </c:pt>
                <c:pt idx="7620">
                  <c:v>0.32518518518518519</c:v>
                </c:pt>
                <c:pt idx="7621">
                  <c:v>0.32518518518518519</c:v>
                </c:pt>
                <c:pt idx="7622">
                  <c:v>0.32518518518518519</c:v>
                </c:pt>
                <c:pt idx="7623">
                  <c:v>0.32518518518518519</c:v>
                </c:pt>
                <c:pt idx="7624">
                  <c:v>0.32518518518518519</c:v>
                </c:pt>
                <c:pt idx="7625">
                  <c:v>0.32533333333333331</c:v>
                </c:pt>
                <c:pt idx="7626">
                  <c:v>0.32533333333333331</c:v>
                </c:pt>
                <c:pt idx="7627">
                  <c:v>0.32533333333333331</c:v>
                </c:pt>
                <c:pt idx="7628">
                  <c:v>0.32533333333333331</c:v>
                </c:pt>
                <c:pt idx="7629">
                  <c:v>0.32533333333333331</c:v>
                </c:pt>
                <c:pt idx="7630">
                  <c:v>0.32533333333333331</c:v>
                </c:pt>
                <c:pt idx="7631">
                  <c:v>0.32548148148148148</c:v>
                </c:pt>
                <c:pt idx="7632">
                  <c:v>0.32548148148148148</c:v>
                </c:pt>
                <c:pt idx="7633">
                  <c:v>0.3256296296296296</c:v>
                </c:pt>
                <c:pt idx="7634">
                  <c:v>0.3256296296296296</c:v>
                </c:pt>
                <c:pt idx="7635">
                  <c:v>0.32577777777777778</c:v>
                </c:pt>
                <c:pt idx="7636">
                  <c:v>0.32577777777777778</c:v>
                </c:pt>
                <c:pt idx="7637">
                  <c:v>0.32577777777777778</c:v>
                </c:pt>
                <c:pt idx="7638">
                  <c:v>0.32577777777777778</c:v>
                </c:pt>
                <c:pt idx="7639">
                  <c:v>0.32577777777777778</c:v>
                </c:pt>
                <c:pt idx="7640">
                  <c:v>0.32592592592592595</c:v>
                </c:pt>
                <c:pt idx="7641">
                  <c:v>0.32592592592592595</c:v>
                </c:pt>
                <c:pt idx="7642">
                  <c:v>0.32592592592592595</c:v>
                </c:pt>
                <c:pt idx="7643">
                  <c:v>0.32592592592592595</c:v>
                </c:pt>
                <c:pt idx="7644">
                  <c:v>0.32607407407407407</c:v>
                </c:pt>
                <c:pt idx="7645">
                  <c:v>0.32622222222222225</c:v>
                </c:pt>
                <c:pt idx="7646">
                  <c:v>0.32622222222222225</c:v>
                </c:pt>
                <c:pt idx="7647">
                  <c:v>0.32637037037037037</c:v>
                </c:pt>
                <c:pt idx="7648">
                  <c:v>0.32637037037037037</c:v>
                </c:pt>
                <c:pt idx="7649">
                  <c:v>0.32637037037037037</c:v>
                </c:pt>
                <c:pt idx="7650">
                  <c:v>0.32651851851851854</c:v>
                </c:pt>
                <c:pt idx="7651">
                  <c:v>0.32666666666666666</c:v>
                </c:pt>
                <c:pt idx="7652">
                  <c:v>0.32681481481481484</c:v>
                </c:pt>
                <c:pt idx="7653">
                  <c:v>0.32696296296296296</c:v>
                </c:pt>
                <c:pt idx="7654">
                  <c:v>0.32696296296296296</c:v>
                </c:pt>
                <c:pt idx="7655">
                  <c:v>0.32696296296296296</c:v>
                </c:pt>
                <c:pt idx="7656">
                  <c:v>0.32696296296296296</c:v>
                </c:pt>
                <c:pt idx="7657">
                  <c:v>0.32696296296296296</c:v>
                </c:pt>
                <c:pt idx="7658">
                  <c:v>0.32696296296296296</c:v>
                </c:pt>
                <c:pt idx="7659">
                  <c:v>0.32696296296296296</c:v>
                </c:pt>
                <c:pt idx="7660">
                  <c:v>0.32711111111111113</c:v>
                </c:pt>
                <c:pt idx="7661">
                  <c:v>0.32725925925925925</c:v>
                </c:pt>
                <c:pt idx="7662">
                  <c:v>0.32740740740740742</c:v>
                </c:pt>
                <c:pt idx="7663">
                  <c:v>0.32740740740740742</c:v>
                </c:pt>
                <c:pt idx="7664">
                  <c:v>0.32740740740740742</c:v>
                </c:pt>
                <c:pt idx="7665">
                  <c:v>0.32740740740740742</c:v>
                </c:pt>
                <c:pt idx="7666">
                  <c:v>0.32740740740740742</c:v>
                </c:pt>
                <c:pt idx="7667">
                  <c:v>0.32755555555555554</c:v>
                </c:pt>
                <c:pt idx="7668">
                  <c:v>0.32770370370370372</c:v>
                </c:pt>
                <c:pt idx="7669">
                  <c:v>0.32770370370370372</c:v>
                </c:pt>
                <c:pt idx="7670">
                  <c:v>0.32770370370370372</c:v>
                </c:pt>
                <c:pt idx="7671">
                  <c:v>0.32770370370370372</c:v>
                </c:pt>
                <c:pt idx="7672">
                  <c:v>0.32785185185185184</c:v>
                </c:pt>
                <c:pt idx="7673">
                  <c:v>0.32785185185185184</c:v>
                </c:pt>
                <c:pt idx="7674">
                  <c:v>0.32800000000000001</c:v>
                </c:pt>
                <c:pt idx="7675">
                  <c:v>0.32800000000000001</c:v>
                </c:pt>
                <c:pt idx="7676">
                  <c:v>0.32814814814814813</c:v>
                </c:pt>
                <c:pt idx="7677">
                  <c:v>0.32814814814814813</c:v>
                </c:pt>
                <c:pt idx="7678">
                  <c:v>0.32814814814814813</c:v>
                </c:pt>
                <c:pt idx="7679">
                  <c:v>0.32814814814814813</c:v>
                </c:pt>
                <c:pt idx="7680">
                  <c:v>0.32814814814814813</c:v>
                </c:pt>
                <c:pt idx="7681">
                  <c:v>0.32814814814814813</c:v>
                </c:pt>
                <c:pt idx="7682">
                  <c:v>0.32829629629629631</c:v>
                </c:pt>
                <c:pt idx="7683">
                  <c:v>0.32829629629629631</c:v>
                </c:pt>
                <c:pt idx="7684">
                  <c:v>0.32829629629629631</c:v>
                </c:pt>
                <c:pt idx="7685">
                  <c:v>0.32844444444444443</c:v>
                </c:pt>
                <c:pt idx="7686">
                  <c:v>0.32844444444444443</c:v>
                </c:pt>
                <c:pt idx="7687">
                  <c:v>0.32844444444444443</c:v>
                </c:pt>
                <c:pt idx="7688">
                  <c:v>0.32844444444444443</c:v>
                </c:pt>
                <c:pt idx="7689">
                  <c:v>0.32844444444444443</c:v>
                </c:pt>
                <c:pt idx="7690">
                  <c:v>0.3285925925925926</c:v>
                </c:pt>
                <c:pt idx="7691">
                  <c:v>0.3285925925925926</c:v>
                </c:pt>
                <c:pt idx="7692">
                  <c:v>0.3285925925925926</c:v>
                </c:pt>
                <c:pt idx="7693">
                  <c:v>0.3285925925925926</c:v>
                </c:pt>
                <c:pt idx="7694">
                  <c:v>0.3285925925925926</c:v>
                </c:pt>
                <c:pt idx="7695">
                  <c:v>0.3285925925925926</c:v>
                </c:pt>
                <c:pt idx="7696">
                  <c:v>0.3285925925925926</c:v>
                </c:pt>
                <c:pt idx="7697">
                  <c:v>0.3285925925925926</c:v>
                </c:pt>
                <c:pt idx="7698">
                  <c:v>0.3285925925925926</c:v>
                </c:pt>
                <c:pt idx="7699">
                  <c:v>0.32874074074074072</c:v>
                </c:pt>
                <c:pt idx="7700">
                  <c:v>0.32874074074074072</c:v>
                </c:pt>
                <c:pt idx="7701">
                  <c:v>0.32874074074074072</c:v>
                </c:pt>
                <c:pt idx="7702">
                  <c:v>0.3288888888888889</c:v>
                </c:pt>
                <c:pt idx="7703">
                  <c:v>0.3288888888888889</c:v>
                </c:pt>
                <c:pt idx="7704">
                  <c:v>0.32903703703703702</c:v>
                </c:pt>
                <c:pt idx="7705">
                  <c:v>0.32918518518518519</c:v>
                </c:pt>
                <c:pt idx="7706">
                  <c:v>0.32918518518518519</c:v>
                </c:pt>
                <c:pt idx="7707">
                  <c:v>0.32918518518518519</c:v>
                </c:pt>
                <c:pt idx="7708">
                  <c:v>0.32918518518518519</c:v>
                </c:pt>
                <c:pt idx="7709">
                  <c:v>0.32918518518518519</c:v>
                </c:pt>
                <c:pt idx="7710">
                  <c:v>0.32918518518518519</c:v>
                </c:pt>
                <c:pt idx="7711">
                  <c:v>0.32918518518518519</c:v>
                </c:pt>
                <c:pt idx="7712">
                  <c:v>0.32918518518518519</c:v>
                </c:pt>
                <c:pt idx="7713">
                  <c:v>0.32918518518518519</c:v>
                </c:pt>
                <c:pt idx="7714">
                  <c:v>0.32918518518518519</c:v>
                </c:pt>
                <c:pt idx="7715">
                  <c:v>0.32918518518518519</c:v>
                </c:pt>
                <c:pt idx="7716">
                  <c:v>0.32918518518518519</c:v>
                </c:pt>
                <c:pt idx="7717">
                  <c:v>0.32933333333333331</c:v>
                </c:pt>
                <c:pt idx="7718">
                  <c:v>0.32933333333333331</c:v>
                </c:pt>
                <c:pt idx="7719">
                  <c:v>0.32933333333333331</c:v>
                </c:pt>
                <c:pt idx="7720">
                  <c:v>0.32933333333333331</c:v>
                </c:pt>
                <c:pt idx="7721">
                  <c:v>0.32933333333333331</c:v>
                </c:pt>
                <c:pt idx="7722">
                  <c:v>0.32933333333333331</c:v>
                </c:pt>
                <c:pt idx="7723">
                  <c:v>0.32933333333333331</c:v>
                </c:pt>
                <c:pt idx="7724">
                  <c:v>0.32933333333333331</c:v>
                </c:pt>
                <c:pt idx="7725">
                  <c:v>0.32933333333333331</c:v>
                </c:pt>
                <c:pt idx="7726">
                  <c:v>0.32948148148148149</c:v>
                </c:pt>
                <c:pt idx="7727">
                  <c:v>0.32948148148148149</c:v>
                </c:pt>
                <c:pt idx="7728">
                  <c:v>0.32948148148148149</c:v>
                </c:pt>
                <c:pt idx="7729">
                  <c:v>0.32962962962962961</c:v>
                </c:pt>
                <c:pt idx="7730">
                  <c:v>0.32977777777777778</c:v>
                </c:pt>
                <c:pt idx="7731">
                  <c:v>0.32977777777777778</c:v>
                </c:pt>
                <c:pt idx="7732">
                  <c:v>0.32977777777777778</c:v>
                </c:pt>
                <c:pt idx="7733">
                  <c:v>0.32977777777777778</c:v>
                </c:pt>
                <c:pt idx="7734">
                  <c:v>0.32977777777777778</c:v>
                </c:pt>
                <c:pt idx="7735">
                  <c:v>0.3299259259259259</c:v>
                </c:pt>
                <c:pt idx="7736">
                  <c:v>0.3299259259259259</c:v>
                </c:pt>
                <c:pt idx="7737">
                  <c:v>0.3299259259259259</c:v>
                </c:pt>
                <c:pt idx="7738">
                  <c:v>0.33007407407407408</c:v>
                </c:pt>
                <c:pt idx="7739">
                  <c:v>0.33007407407407408</c:v>
                </c:pt>
                <c:pt idx="7740">
                  <c:v>0.33022222222222219</c:v>
                </c:pt>
                <c:pt idx="7741">
                  <c:v>0.33022222222222219</c:v>
                </c:pt>
                <c:pt idx="7742">
                  <c:v>0.33022222222222219</c:v>
                </c:pt>
                <c:pt idx="7743">
                  <c:v>0.33022222222222219</c:v>
                </c:pt>
                <c:pt idx="7744">
                  <c:v>0.33037037037037037</c:v>
                </c:pt>
                <c:pt idx="7745">
                  <c:v>0.33037037037037037</c:v>
                </c:pt>
                <c:pt idx="7746">
                  <c:v>0.33037037037037037</c:v>
                </c:pt>
                <c:pt idx="7747">
                  <c:v>0.33051851851851854</c:v>
                </c:pt>
                <c:pt idx="7748">
                  <c:v>0.33051851851851854</c:v>
                </c:pt>
                <c:pt idx="7749">
                  <c:v>0.33051851851851854</c:v>
                </c:pt>
                <c:pt idx="7750">
                  <c:v>0.33051851851851854</c:v>
                </c:pt>
                <c:pt idx="7751">
                  <c:v>0.33051851851851854</c:v>
                </c:pt>
                <c:pt idx="7752">
                  <c:v>0.33051851851851854</c:v>
                </c:pt>
                <c:pt idx="7753">
                  <c:v>0.33051851851851854</c:v>
                </c:pt>
                <c:pt idx="7754">
                  <c:v>0.33066666666666666</c:v>
                </c:pt>
                <c:pt idx="7755">
                  <c:v>0.33066666666666666</c:v>
                </c:pt>
                <c:pt idx="7756">
                  <c:v>0.33066666666666666</c:v>
                </c:pt>
                <c:pt idx="7757">
                  <c:v>0.33081481481481484</c:v>
                </c:pt>
                <c:pt idx="7758">
                  <c:v>0.33081481481481484</c:v>
                </c:pt>
                <c:pt idx="7759">
                  <c:v>0.33081481481481484</c:v>
                </c:pt>
                <c:pt idx="7760">
                  <c:v>0.33081481481481484</c:v>
                </c:pt>
                <c:pt idx="7761">
                  <c:v>0.33081481481481484</c:v>
                </c:pt>
                <c:pt idx="7762">
                  <c:v>0.33081481481481484</c:v>
                </c:pt>
                <c:pt idx="7763">
                  <c:v>0.33081481481481484</c:v>
                </c:pt>
                <c:pt idx="7764">
                  <c:v>0.33081481481481484</c:v>
                </c:pt>
                <c:pt idx="7765">
                  <c:v>0.33081481481481484</c:v>
                </c:pt>
                <c:pt idx="7766">
                  <c:v>0.33081481481481484</c:v>
                </c:pt>
                <c:pt idx="7767">
                  <c:v>0.33081481481481484</c:v>
                </c:pt>
                <c:pt idx="7768">
                  <c:v>0.33081481481481484</c:v>
                </c:pt>
                <c:pt idx="7769">
                  <c:v>0.33081481481481484</c:v>
                </c:pt>
                <c:pt idx="7770">
                  <c:v>0.33081481481481484</c:v>
                </c:pt>
                <c:pt idx="7771">
                  <c:v>0.33081481481481484</c:v>
                </c:pt>
                <c:pt idx="7772">
                  <c:v>0.33081481481481484</c:v>
                </c:pt>
                <c:pt idx="7773">
                  <c:v>0.33096296296296296</c:v>
                </c:pt>
                <c:pt idx="7774">
                  <c:v>0.33096296296296296</c:v>
                </c:pt>
                <c:pt idx="7775">
                  <c:v>0.33096296296296296</c:v>
                </c:pt>
                <c:pt idx="7776">
                  <c:v>0.33096296296296296</c:v>
                </c:pt>
                <c:pt idx="7777">
                  <c:v>0.33096296296296296</c:v>
                </c:pt>
                <c:pt idx="7778">
                  <c:v>0.33096296296296296</c:v>
                </c:pt>
                <c:pt idx="7779">
                  <c:v>0.33096296296296296</c:v>
                </c:pt>
                <c:pt idx="7780">
                  <c:v>0.33096296296296296</c:v>
                </c:pt>
                <c:pt idx="7781">
                  <c:v>0.33096296296296296</c:v>
                </c:pt>
                <c:pt idx="7782">
                  <c:v>0.33096296296296296</c:v>
                </c:pt>
                <c:pt idx="7783">
                  <c:v>0.33111111111111113</c:v>
                </c:pt>
                <c:pt idx="7784">
                  <c:v>0.33125925925925925</c:v>
                </c:pt>
                <c:pt idx="7785">
                  <c:v>0.33125925925925925</c:v>
                </c:pt>
                <c:pt idx="7786">
                  <c:v>0.33140740740740743</c:v>
                </c:pt>
                <c:pt idx="7787">
                  <c:v>0.33140740740740743</c:v>
                </c:pt>
                <c:pt idx="7788">
                  <c:v>0.33155555555555555</c:v>
                </c:pt>
                <c:pt idx="7789">
                  <c:v>0.33155555555555555</c:v>
                </c:pt>
                <c:pt idx="7790">
                  <c:v>0.33155555555555555</c:v>
                </c:pt>
                <c:pt idx="7791">
                  <c:v>0.33155555555555555</c:v>
                </c:pt>
                <c:pt idx="7792">
                  <c:v>0.33155555555555555</c:v>
                </c:pt>
                <c:pt idx="7793">
                  <c:v>0.33155555555555555</c:v>
                </c:pt>
                <c:pt idx="7794">
                  <c:v>0.33170370370370372</c:v>
                </c:pt>
                <c:pt idx="7795">
                  <c:v>0.33185185185185184</c:v>
                </c:pt>
                <c:pt idx="7796">
                  <c:v>0.33185185185185184</c:v>
                </c:pt>
                <c:pt idx="7797">
                  <c:v>0.33185185185185184</c:v>
                </c:pt>
                <c:pt idx="7798">
                  <c:v>0.33185185185185184</c:v>
                </c:pt>
                <c:pt idx="7799">
                  <c:v>0.33185185185185184</c:v>
                </c:pt>
                <c:pt idx="7800">
                  <c:v>0.33185185185185184</c:v>
                </c:pt>
                <c:pt idx="7801">
                  <c:v>0.33185185185185184</c:v>
                </c:pt>
                <c:pt idx="7802">
                  <c:v>0.33185185185185184</c:v>
                </c:pt>
                <c:pt idx="7803">
                  <c:v>0.33185185185185184</c:v>
                </c:pt>
                <c:pt idx="7804">
                  <c:v>0.33185185185185184</c:v>
                </c:pt>
                <c:pt idx="7805">
                  <c:v>0.33185185185185184</c:v>
                </c:pt>
                <c:pt idx="7806">
                  <c:v>0.33185185185185184</c:v>
                </c:pt>
                <c:pt idx="7807">
                  <c:v>0.33200000000000002</c:v>
                </c:pt>
                <c:pt idx="7808">
                  <c:v>0.33214814814814814</c:v>
                </c:pt>
                <c:pt idx="7809">
                  <c:v>0.33229629629629631</c:v>
                </c:pt>
                <c:pt idx="7810">
                  <c:v>0.33244444444444443</c:v>
                </c:pt>
                <c:pt idx="7811">
                  <c:v>0.33259259259259261</c:v>
                </c:pt>
                <c:pt idx="7812">
                  <c:v>0.33259259259259261</c:v>
                </c:pt>
                <c:pt idx="7813">
                  <c:v>0.33259259259259261</c:v>
                </c:pt>
                <c:pt idx="7814">
                  <c:v>0.33259259259259261</c:v>
                </c:pt>
                <c:pt idx="7815">
                  <c:v>0.33259259259259261</c:v>
                </c:pt>
                <c:pt idx="7816">
                  <c:v>0.33259259259259261</c:v>
                </c:pt>
                <c:pt idx="7817">
                  <c:v>0.33259259259259261</c:v>
                </c:pt>
                <c:pt idx="7818">
                  <c:v>0.33259259259259261</c:v>
                </c:pt>
                <c:pt idx="7819">
                  <c:v>0.33274074074074073</c:v>
                </c:pt>
                <c:pt idx="7820">
                  <c:v>0.33274074074074073</c:v>
                </c:pt>
                <c:pt idx="7821">
                  <c:v>0.3328888888888889</c:v>
                </c:pt>
                <c:pt idx="7822">
                  <c:v>0.3328888888888889</c:v>
                </c:pt>
                <c:pt idx="7823">
                  <c:v>0.3328888888888889</c:v>
                </c:pt>
                <c:pt idx="7824">
                  <c:v>0.3328888888888889</c:v>
                </c:pt>
                <c:pt idx="7825">
                  <c:v>0.3328888888888889</c:v>
                </c:pt>
                <c:pt idx="7826">
                  <c:v>0.33303703703703702</c:v>
                </c:pt>
                <c:pt idx="7827">
                  <c:v>0.33303703703703702</c:v>
                </c:pt>
                <c:pt idx="7828">
                  <c:v>0.33303703703703702</c:v>
                </c:pt>
                <c:pt idx="7829">
                  <c:v>0.3331851851851852</c:v>
                </c:pt>
                <c:pt idx="7830">
                  <c:v>0.3331851851851852</c:v>
                </c:pt>
                <c:pt idx="7831">
                  <c:v>0.3331851851851852</c:v>
                </c:pt>
                <c:pt idx="7832">
                  <c:v>0.33333333333333331</c:v>
                </c:pt>
                <c:pt idx="7833">
                  <c:v>0.33333333333333331</c:v>
                </c:pt>
                <c:pt idx="7834">
                  <c:v>0.33348148148148149</c:v>
                </c:pt>
                <c:pt idx="7835">
                  <c:v>0.33348148148148149</c:v>
                </c:pt>
                <c:pt idx="7836">
                  <c:v>0.33348148148148149</c:v>
                </c:pt>
                <c:pt idx="7837">
                  <c:v>0.33348148148148149</c:v>
                </c:pt>
                <c:pt idx="7838">
                  <c:v>0.33348148148148149</c:v>
                </c:pt>
                <c:pt idx="7839">
                  <c:v>0.33348148148148149</c:v>
                </c:pt>
                <c:pt idx="7840">
                  <c:v>0.33348148148148149</c:v>
                </c:pt>
                <c:pt idx="7841">
                  <c:v>0.33348148148148149</c:v>
                </c:pt>
                <c:pt idx="7842">
                  <c:v>0.33348148148148149</c:v>
                </c:pt>
                <c:pt idx="7843">
                  <c:v>0.33348148148148149</c:v>
                </c:pt>
                <c:pt idx="7844">
                  <c:v>0.33348148148148149</c:v>
                </c:pt>
                <c:pt idx="7845">
                  <c:v>0.33362962962962961</c:v>
                </c:pt>
                <c:pt idx="7846">
                  <c:v>0.33377777777777778</c:v>
                </c:pt>
                <c:pt idx="7847">
                  <c:v>0.33377777777777778</c:v>
                </c:pt>
                <c:pt idx="7848">
                  <c:v>0.33377777777777778</c:v>
                </c:pt>
                <c:pt idx="7849">
                  <c:v>0.33377777777777778</c:v>
                </c:pt>
                <c:pt idx="7850">
                  <c:v>0.3339259259259259</c:v>
                </c:pt>
                <c:pt idx="7851">
                  <c:v>0.3339259259259259</c:v>
                </c:pt>
                <c:pt idx="7852">
                  <c:v>0.3339259259259259</c:v>
                </c:pt>
                <c:pt idx="7853">
                  <c:v>0.3339259259259259</c:v>
                </c:pt>
                <c:pt idx="7854">
                  <c:v>0.3339259259259259</c:v>
                </c:pt>
                <c:pt idx="7855">
                  <c:v>0.3339259259259259</c:v>
                </c:pt>
                <c:pt idx="7856">
                  <c:v>0.33407407407407408</c:v>
                </c:pt>
                <c:pt idx="7857">
                  <c:v>0.33407407407407408</c:v>
                </c:pt>
                <c:pt idx="7858">
                  <c:v>0.33407407407407408</c:v>
                </c:pt>
                <c:pt idx="7859">
                  <c:v>0.33407407407407408</c:v>
                </c:pt>
                <c:pt idx="7860">
                  <c:v>0.3342222222222222</c:v>
                </c:pt>
                <c:pt idx="7861">
                  <c:v>0.3342222222222222</c:v>
                </c:pt>
                <c:pt idx="7862">
                  <c:v>0.3342222222222222</c:v>
                </c:pt>
                <c:pt idx="7863">
                  <c:v>0.33437037037037037</c:v>
                </c:pt>
                <c:pt idx="7864">
                  <c:v>0.33451851851851849</c:v>
                </c:pt>
                <c:pt idx="7865">
                  <c:v>0.33466666666666667</c:v>
                </c:pt>
                <c:pt idx="7866">
                  <c:v>0.33466666666666667</c:v>
                </c:pt>
                <c:pt idx="7867">
                  <c:v>0.33481481481481479</c:v>
                </c:pt>
                <c:pt idx="7868">
                  <c:v>0.33481481481481479</c:v>
                </c:pt>
                <c:pt idx="7869">
                  <c:v>0.33496296296296296</c:v>
                </c:pt>
                <c:pt idx="7870">
                  <c:v>0.33496296296296296</c:v>
                </c:pt>
                <c:pt idx="7871">
                  <c:v>0.33496296296296296</c:v>
                </c:pt>
                <c:pt idx="7872">
                  <c:v>0.33496296296296296</c:v>
                </c:pt>
                <c:pt idx="7873">
                  <c:v>0.33496296296296296</c:v>
                </c:pt>
                <c:pt idx="7874">
                  <c:v>0.33496296296296296</c:v>
                </c:pt>
                <c:pt idx="7875">
                  <c:v>0.33511111111111114</c:v>
                </c:pt>
                <c:pt idx="7876">
                  <c:v>0.33511111111111114</c:v>
                </c:pt>
                <c:pt idx="7877">
                  <c:v>0.33525925925925926</c:v>
                </c:pt>
                <c:pt idx="7878">
                  <c:v>0.33540740740740743</c:v>
                </c:pt>
                <c:pt idx="7879">
                  <c:v>0.33540740740740743</c:v>
                </c:pt>
                <c:pt idx="7880">
                  <c:v>0.33540740740740743</c:v>
                </c:pt>
                <c:pt idx="7881">
                  <c:v>0.33540740740740743</c:v>
                </c:pt>
                <c:pt idx="7882">
                  <c:v>0.33555555555555555</c:v>
                </c:pt>
                <c:pt idx="7883">
                  <c:v>0.33555555555555555</c:v>
                </c:pt>
                <c:pt idx="7884">
                  <c:v>0.33570370370370373</c:v>
                </c:pt>
                <c:pt idx="7885">
                  <c:v>0.33570370370370373</c:v>
                </c:pt>
                <c:pt idx="7886">
                  <c:v>0.33570370370370373</c:v>
                </c:pt>
                <c:pt idx="7887">
                  <c:v>0.33570370370370373</c:v>
                </c:pt>
                <c:pt idx="7888">
                  <c:v>0.33585185185185185</c:v>
                </c:pt>
                <c:pt idx="7889">
                  <c:v>0.33585185185185185</c:v>
                </c:pt>
                <c:pt idx="7890">
                  <c:v>0.33600000000000002</c:v>
                </c:pt>
                <c:pt idx="7891">
                  <c:v>0.33614814814814814</c:v>
                </c:pt>
                <c:pt idx="7892">
                  <c:v>0.33614814814814814</c:v>
                </c:pt>
                <c:pt idx="7893">
                  <c:v>0.33629629629629632</c:v>
                </c:pt>
                <c:pt idx="7894">
                  <c:v>0.33629629629629632</c:v>
                </c:pt>
                <c:pt idx="7895">
                  <c:v>0.33629629629629632</c:v>
                </c:pt>
                <c:pt idx="7896">
                  <c:v>0.33629629629629632</c:v>
                </c:pt>
                <c:pt idx="7897">
                  <c:v>0.33629629629629632</c:v>
                </c:pt>
                <c:pt idx="7898">
                  <c:v>0.33644444444444443</c:v>
                </c:pt>
                <c:pt idx="7899">
                  <c:v>0.33644444444444443</c:v>
                </c:pt>
                <c:pt idx="7900">
                  <c:v>0.33644444444444443</c:v>
                </c:pt>
                <c:pt idx="7901">
                  <c:v>0.33644444444444443</c:v>
                </c:pt>
                <c:pt idx="7902">
                  <c:v>0.33659259259259261</c:v>
                </c:pt>
                <c:pt idx="7903">
                  <c:v>0.33659259259259261</c:v>
                </c:pt>
                <c:pt idx="7904">
                  <c:v>0.33659259259259261</c:v>
                </c:pt>
                <c:pt idx="7905">
                  <c:v>0.33674074074074073</c:v>
                </c:pt>
                <c:pt idx="7906">
                  <c:v>0.33674074074074073</c:v>
                </c:pt>
                <c:pt idx="7907">
                  <c:v>0.33674074074074073</c:v>
                </c:pt>
                <c:pt idx="7908">
                  <c:v>0.33674074074074073</c:v>
                </c:pt>
                <c:pt idx="7909">
                  <c:v>0.33674074074074073</c:v>
                </c:pt>
                <c:pt idx="7910">
                  <c:v>0.33674074074074073</c:v>
                </c:pt>
                <c:pt idx="7911">
                  <c:v>0.33674074074074073</c:v>
                </c:pt>
                <c:pt idx="7912">
                  <c:v>0.3368888888888889</c:v>
                </c:pt>
                <c:pt idx="7913">
                  <c:v>0.33703703703703702</c:v>
                </c:pt>
                <c:pt idx="7914">
                  <c:v>0.33703703703703702</c:v>
                </c:pt>
                <c:pt idx="7915">
                  <c:v>0.3371851851851852</c:v>
                </c:pt>
                <c:pt idx="7916">
                  <c:v>0.33733333333333332</c:v>
                </c:pt>
                <c:pt idx="7917">
                  <c:v>0.33733333333333332</c:v>
                </c:pt>
                <c:pt idx="7918">
                  <c:v>0.33733333333333332</c:v>
                </c:pt>
                <c:pt idx="7919">
                  <c:v>0.33733333333333332</c:v>
                </c:pt>
                <c:pt idx="7920">
                  <c:v>0.33733333333333332</c:v>
                </c:pt>
                <c:pt idx="7921">
                  <c:v>0.33733333333333332</c:v>
                </c:pt>
                <c:pt idx="7922">
                  <c:v>0.33733333333333332</c:v>
                </c:pt>
                <c:pt idx="7923">
                  <c:v>0.33748148148148149</c:v>
                </c:pt>
                <c:pt idx="7924">
                  <c:v>0.33748148148148149</c:v>
                </c:pt>
                <c:pt idx="7925">
                  <c:v>0.33762962962962961</c:v>
                </c:pt>
                <c:pt idx="7926">
                  <c:v>0.33762962962962961</c:v>
                </c:pt>
                <c:pt idx="7927">
                  <c:v>0.33762962962962961</c:v>
                </c:pt>
                <c:pt idx="7928">
                  <c:v>0.33777777777777779</c:v>
                </c:pt>
                <c:pt idx="7929">
                  <c:v>0.33792592592592591</c:v>
                </c:pt>
                <c:pt idx="7930">
                  <c:v>0.33807407407407408</c:v>
                </c:pt>
                <c:pt idx="7931">
                  <c:v>0.33807407407407408</c:v>
                </c:pt>
                <c:pt idx="7932">
                  <c:v>0.33807407407407408</c:v>
                </c:pt>
                <c:pt idx="7933">
                  <c:v>0.33807407407407408</c:v>
                </c:pt>
                <c:pt idx="7934">
                  <c:v>0.33807407407407408</c:v>
                </c:pt>
                <c:pt idx="7935">
                  <c:v>0.33807407407407408</c:v>
                </c:pt>
                <c:pt idx="7936">
                  <c:v>0.33807407407407408</c:v>
                </c:pt>
                <c:pt idx="7937">
                  <c:v>0.33807407407407408</c:v>
                </c:pt>
                <c:pt idx="7938">
                  <c:v>0.3382222222222222</c:v>
                </c:pt>
                <c:pt idx="7939">
                  <c:v>0.3382222222222222</c:v>
                </c:pt>
                <c:pt idx="7940">
                  <c:v>0.3382222222222222</c:v>
                </c:pt>
                <c:pt idx="7941">
                  <c:v>0.3382222222222222</c:v>
                </c:pt>
                <c:pt idx="7942">
                  <c:v>0.33837037037037038</c:v>
                </c:pt>
                <c:pt idx="7943">
                  <c:v>0.33837037037037038</c:v>
                </c:pt>
                <c:pt idx="7944">
                  <c:v>0.3385185185185185</c:v>
                </c:pt>
                <c:pt idx="7945">
                  <c:v>0.3385185185185185</c:v>
                </c:pt>
                <c:pt idx="7946">
                  <c:v>0.3385185185185185</c:v>
                </c:pt>
                <c:pt idx="7947">
                  <c:v>0.33866666666666667</c:v>
                </c:pt>
                <c:pt idx="7948">
                  <c:v>0.33866666666666667</c:v>
                </c:pt>
                <c:pt idx="7949">
                  <c:v>0.33866666666666667</c:v>
                </c:pt>
                <c:pt idx="7950">
                  <c:v>0.33881481481481479</c:v>
                </c:pt>
                <c:pt idx="7951">
                  <c:v>0.33881481481481479</c:v>
                </c:pt>
                <c:pt idx="7952">
                  <c:v>0.33896296296296297</c:v>
                </c:pt>
                <c:pt idx="7953">
                  <c:v>0.33911111111111109</c:v>
                </c:pt>
                <c:pt idx="7954">
                  <c:v>0.33925925925925926</c:v>
                </c:pt>
                <c:pt idx="7955">
                  <c:v>0.33925925925925926</c:v>
                </c:pt>
                <c:pt idx="7956">
                  <c:v>0.33925925925925926</c:v>
                </c:pt>
                <c:pt idx="7957">
                  <c:v>0.33925925925925926</c:v>
                </c:pt>
                <c:pt idx="7958">
                  <c:v>0.33925925925925926</c:v>
                </c:pt>
                <c:pt idx="7959">
                  <c:v>0.33925925925925926</c:v>
                </c:pt>
                <c:pt idx="7960">
                  <c:v>0.33925925925925926</c:v>
                </c:pt>
                <c:pt idx="7961">
                  <c:v>0.33940740740740738</c:v>
                </c:pt>
                <c:pt idx="7962">
                  <c:v>0.33955555555555555</c:v>
                </c:pt>
                <c:pt idx="7963">
                  <c:v>0.33970370370370373</c:v>
                </c:pt>
                <c:pt idx="7964">
                  <c:v>0.33970370370370373</c:v>
                </c:pt>
                <c:pt idx="7965">
                  <c:v>0.33970370370370373</c:v>
                </c:pt>
                <c:pt idx="7966">
                  <c:v>0.33985185185185185</c:v>
                </c:pt>
                <c:pt idx="7967">
                  <c:v>0.33985185185185185</c:v>
                </c:pt>
                <c:pt idx="7968">
                  <c:v>0.33985185185185185</c:v>
                </c:pt>
                <c:pt idx="7969">
                  <c:v>0.33985185185185185</c:v>
                </c:pt>
                <c:pt idx="7970">
                  <c:v>0.33985185185185185</c:v>
                </c:pt>
                <c:pt idx="7971">
                  <c:v>0.33985185185185185</c:v>
                </c:pt>
                <c:pt idx="7972">
                  <c:v>0.33985185185185185</c:v>
                </c:pt>
                <c:pt idx="7973">
                  <c:v>0.33985185185185185</c:v>
                </c:pt>
                <c:pt idx="7974">
                  <c:v>0.33985185185185185</c:v>
                </c:pt>
                <c:pt idx="7975">
                  <c:v>0.34</c:v>
                </c:pt>
                <c:pt idx="7976">
                  <c:v>0.34</c:v>
                </c:pt>
                <c:pt idx="7977">
                  <c:v>0.34</c:v>
                </c:pt>
                <c:pt idx="7978">
                  <c:v>0.34014814814814814</c:v>
                </c:pt>
                <c:pt idx="7979">
                  <c:v>0.34014814814814814</c:v>
                </c:pt>
                <c:pt idx="7980">
                  <c:v>0.34014814814814814</c:v>
                </c:pt>
                <c:pt idx="7981">
                  <c:v>0.34014814814814814</c:v>
                </c:pt>
                <c:pt idx="7982">
                  <c:v>0.34014814814814814</c:v>
                </c:pt>
                <c:pt idx="7983">
                  <c:v>0.34029629629629632</c:v>
                </c:pt>
                <c:pt idx="7984">
                  <c:v>0.34029629629629632</c:v>
                </c:pt>
                <c:pt idx="7985">
                  <c:v>0.34044444444444444</c:v>
                </c:pt>
                <c:pt idx="7986">
                  <c:v>0.34044444444444444</c:v>
                </c:pt>
                <c:pt idx="7987">
                  <c:v>0.34044444444444444</c:v>
                </c:pt>
                <c:pt idx="7988">
                  <c:v>0.34044444444444444</c:v>
                </c:pt>
                <c:pt idx="7989">
                  <c:v>0.34044444444444444</c:v>
                </c:pt>
                <c:pt idx="7990">
                  <c:v>0.34059259259259261</c:v>
                </c:pt>
                <c:pt idx="7991">
                  <c:v>0.34074074074074073</c:v>
                </c:pt>
                <c:pt idx="7992">
                  <c:v>0.34088888888888891</c:v>
                </c:pt>
                <c:pt idx="7993">
                  <c:v>0.34088888888888891</c:v>
                </c:pt>
                <c:pt idx="7994">
                  <c:v>0.34103703703703703</c:v>
                </c:pt>
                <c:pt idx="7995">
                  <c:v>0.34103703703703703</c:v>
                </c:pt>
                <c:pt idx="7996">
                  <c:v>0.34103703703703703</c:v>
                </c:pt>
                <c:pt idx="7997">
                  <c:v>0.34103703703703703</c:v>
                </c:pt>
                <c:pt idx="7998">
                  <c:v>0.3411851851851852</c:v>
                </c:pt>
                <c:pt idx="7999">
                  <c:v>0.3411851851851852</c:v>
                </c:pt>
                <c:pt idx="8000">
                  <c:v>0.3411851851851852</c:v>
                </c:pt>
                <c:pt idx="8001">
                  <c:v>0.34133333333333332</c:v>
                </c:pt>
                <c:pt idx="8002">
                  <c:v>0.34133333333333332</c:v>
                </c:pt>
                <c:pt idx="8003">
                  <c:v>0.34133333333333332</c:v>
                </c:pt>
                <c:pt idx="8004">
                  <c:v>0.34133333333333332</c:v>
                </c:pt>
                <c:pt idx="8005">
                  <c:v>0.34133333333333332</c:v>
                </c:pt>
                <c:pt idx="8006">
                  <c:v>0.34133333333333332</c:v>
                </c:pt>
                <c:pt idx="8007">
                  <c:v>0.34133333333333332</c:v>
                </c:pt>
                <c:pt idx="8008">
                  <c:v>0.3414814814814815</c:v>
                </c:pt>
                <c:pt idx="8009">
                  <c:v>0.3414814814814815</c:v>
                </c:pt>
                <c:pt idx="8010">
                  <c:v>0.3414814814814815</c:v>
                </c:pt>
                <c:pt idx="8011">
                  <c:v>0.3414814814814815</c:v>
                </c:pt>
                <c:pt idx="8012">
                  <c:v>0.3414814814814815</c:v>
                </c:pt>
                <c:pt idx="8013">
                  <c:v>0.3414814814814815</c:v>
                </c:pt>
                <c:pt idx="8014">
                  <c:v>0.3414814814814815</c:v>
                </c:pt>
                <c:pt idx="8015">
                  <c:v>0.3414814814814815</c:v>
                </c:pt>
                <c:pt idx="8016">
                  <c:v>0.3414814814814815</c:v>
                </c:pt>
                <c:pt idx="8017">
                  <c:v>0.34162962962962962</c:v>
                </c:pt>
                <c:pt idx="8018">
                  <c:v>0.34162962962962962</c:v>
                </c:pt>
                <c:pt idx="8019">
                  <c:v>0.34162962962962962</c:v>
                </c:pt>
                <c:pt idx="8020">
                  <c:v>0.34162962962962962</c:v>
                </c:pt>
                <c:pt idx="8021">
                  <c:v>0.34162962962962962</c:v>
                </c:pt>
                <c:pt idx="8022">
                  <c:v>0.34177777777777779</c:v>
                </c:pt>
                <c:pt idx="8023">
                  <c:v>0.34177777777777779</c:v>
                </c:pt>
                <c:pt idx="8024">
                  <c:v>0.34192592592592591</c:v>
                </c:pt>
                <c:pt idx="8025">
                  <c:v>0.34207407407407409</c:v>
                </c:pt>
                <c:pt idx="8026">
                  <c:v>0.34207407407407409</c:v>
                </c:pt>
                <c:pt idx="8027">
                  <c:v>0.34207407407407409</c:v>
                </c:pt>
                <c:pt idx="8028">
                  <c:v>0.34207407407407409</c:v>
                </c:pt>
                <c:pt idx="8029">
                  <c:v>0.34207407407407409</c:v>
                </c:pt>
                <c:pt idx="8030">
                  <c:v>0.34207407407407409</c:v>
                </c:pt>
                <c:pt idx="8031">
                  <c:v>0.34207407407407409</c:v>
                </c:pt>
                <c:pt idx="8032">
                  <c:v>0.34207407407407409</c:v>
                </c:pt>
                <c:pt idx="8033">
                  <c:v>0.34222222222222221</c:v>
                </c:pt>
                <c:pt idx="8034">
                  <c:v>0.34222222222222221</c:v>
                </c:pt>
                <c:pt idx="8035">
                  <c:v>0.34237037037037038</c:v>
                </c:pt>
                <c:pt idx="8036">
                  <c:v>0.34237037037037038</c:v>
                </c:pt>
                <c:pt idx="8037">
                  <c:v>0.34237037037037038</c:v>
                </c:pt>
                <c:pt idx="8038">
                  <c:v>0.3425185185185185</c:v>
                </c:pt>
                <c:pt idx="8039">
                  <c:v>0.3425185185185185</c:v>
                </c:pt>
                <c:pt idx="8040">
                  <c:v>0.3425185185185185</c:v>
                </c:pt>
                <c:pt idx="8041">
                  <c:v>0.3425185185185185</c:v>
                </c:pt>
                <c:pt idx="8042">
                  <c:v>0.3425185185185185</c:v>
                </c:pt>
                <c:pt idx="8043">
                  <c:v>0.3425185185185185</c:v>
                </c:pt>
                <c:pt idx="8044">
                  <c:v>0.34266666666666667</c:v>
                </c:pt>
                <c:pt idx="8045">
                  <c:v>0.34281481481481479</c:v>
                </c:pt>
                <c:pt idx="8046">
                  <c:v>0.34281481481481479</c:v>
                </c:pt>
                <c:pt idx="8047">
                  <c:v>0.34281481481481479</c:v>
                </c:pt>
                <c:pt idx="8048">
                  <c:v>0.34296296296296297</c:v>
                </c:pt>
                <c:pt idx="8049">
                  <c:v>0.34311111111111109</c:v>
                </c:pt>
                <c:pt idx="8050">
                  <c:v>0.34325925925925926</c:v>
                </c:pt>
                <c:pt idx="8051">
                  <c:v>0.34325925925925926</c:v>
                </c:pt>
                <c:pt idx="8052">
                  <c:v>0.34325925925925926</c:v>
                </c:pt>
                <c:pt idx="8053">
                  <c:v>0.34325925925925926</c:v>
                </c:pt>
                <c:pt idx="8054">
                  <c:v>0.34325925925925926</c:v>
                </c:pt>
                <c:pt idx="8055">
                  <c:v>0.34325925925925926</c:v>
                </c:pt>
                <c:pt idx="8056">
                  <c:v>0.34325925925925926</c:v>
                </c:pt>
                <c:pt idx="8057">
                  <c:v>0.34325925925925926</c:v>
                </c:pt>
                <c:pt idx="8058">
                  <c:v>0.34325925925925926</c:v>
                </c:pt>
                <c:pt idx="8059">
                  <c:v>0.34340740740740738</c:v>
                </c:pt>
                <c:pt idx="8060">
                  <c:v>0.34355555555555556</c:v>
                </c:pt>
                <c:pt idx="8061">
                  <c:v>0.34355555555555556</c:v>
                </c:pt>
                <c:pt idx="8062">
                  <c:v>0.34355555555555556</c:v>
                </c:pt>
                <c:pt idx="8063">
                  <c:v>0.34370370370370368</c:v>
                </c:pt>
                <c:pt idx="8064">
                  <c:v>0.34370370370370368</c:v>
                </c:pt>
                <c:pt idx="8065">
                  <c:v>0.34370370370370368</c:v>
                </c:pt>
                <c:pt idx="8066">
                  <c:v>0.34370370370370368</c:v>
                </c:pt>
                <c:pt idx="8067">
                  <c:v>0.34370370370370368</c:v>
                </c:pt>
                <c:pt idx="8068">
                  <c:v>0.34370370370370368</c:v>
                </c:pt>
                <c:pt idx="8069">
                  <c:v>0.34370370370370368</c:v>
                </c:pt>
                <c:pt idx="8070">
                  <c:v>0.34385185185185185</c:v>
                </c:pt>
                <c:pt idx="8071">
                  <c:v>0.34399999999999997</c:v>
                </c:pt>
                <c:pt idx="8072">
                  <c:v>0.34399999999999997</c:v>
                </c:pt>
                <c:pt idx="8073">
                  <c:v>0.34399999999999997</c:v>
                </c:pt>
                <c:pt idx="8074">
                  <c:v>0.34414814814814815</c:v>
                </c:pt>
                <c:pt idx="8075">
                  <c:v>0.34414814814814815</c:v>
                </c:pt>
                <c:pt idx="8076">
                  <c:v>0.34414814814814815</c:v>
                </c:pt>
                <c:pt idx="8077">
                  <c:v>0.34414814814814815</c:v>
                </c:pt>
                <c:pt idx="8078">
                  <c:v>0.34414814814814815</c:v>
                </c:pt>
                <c:pt idx="8079">
                  <c:v>0.34414814814814815</c:v>
                </c:pt>
                <c:pt idx="8080">
                  <c:v>0.34429629629629632</c:v>
                </c:pt>
                <c:pt idx="8081">
                  <c:v>0.34444444444444444</c:v>
                </c:pt>
                <c:pt idx="8082">
                  <c:v>0.34444444444444444</c:v>
                </c:pt>
                <c:pt idx="8083">
                  <c:v>0.34444444444444444</c:v>
                </c:pt>
                <c:pt idx="8084">
                  <c:v>0.34444444444444444</c:v>
                </c:pt>
                <c:pt idx="8085">
                  <c:v>0.34444444444444444</c:v>
                </c:pt>
                <c:pt idx="8086">
                  <c:v>0.34444444444444444</c:v>
                </c:pt>
                <c:pt idx="8087">
                  <c:v>0.34444444444444444</c:v>
                </c:pt>
                <c:pt idx="8088">
                  <c:v>0.34459259259259262</c:v>
                </c:pt>
                <c:pt idx="8089">
                  <c:v>0.34474074074074074</c:v>
                </c:pt>
                <c:pt idx="8090">
                  <c:v>0.34474074074074074</c:v>
                </c:pt>
                <c:pt idx="8091">
                  <c:v>0.34474074074074074</c:v>
                </c:pt>
                <c:pt idx="8092">
                  <c:v>0.34488888888888891</c:v>
                </c:pt>
                <c:pt idx="8093">
                  <c:v>0.34488888888888891</c:v>
                </c:pt>
                <c:pt idx="8094">
                  <c:v>0.34488888888888891</c:v>
                </c:pt>
                <c:pt idx="8095">
                  <c:v>0.34488888888888891</c:v>
                </c:pt>
                <c:pt idx="8096">
                  <c:v>0.34488888888888891</c:v>
                </c:pt>
                <c:pt idx="8097">
                  <c:v>0.34503703703703703</c:v>
                </c:pt>
                <c:pt idx="8098">
                  <c:v>0.34503703703703703</c:v>
                </c:pt>
                <c:pt idx="8099">
                  <c:v>0.34503703703703703</c:v>
                </c:pt>
                <c:pt idx="8100">
                  <c:v>0.34503703703703703</c:v>
                </c:pt>
                <c:pt idx="8101">
                  <c:v>0.34518518518518521</c:v>
                </c:pt>
                <c:pt idx="8102">
                  <c:v>0.34518518518518521</c:v>
                </c:pt>
                <c:pt idx="8103">
                  <c:v>0.34518518518518521</c:v>
                </c:pt>
                <c:pt idx="8104">
                  <c:v>0.34518518518518521</c:v>
                </c:pt>
                <c:pt idx="8105">
                  <c:v>0.34518518518518521</c:v>
                </c:pt>
                <c:pt idx="8106">
                  <c:v>0.34533333333333333</c:v>
                </c:pt>
                <c:pt idx="8107">
                  <c:v>0.34533333333333333</c:v>
                </c:pt>
                <c:pt idx="8108">
                  <c:v>0.34533333333333333</c:v>
                </c:pt>
                <c:pt idx="8109">
                  <c:v>0.34533333333333333</c:v>
                </c:pt>
                <c:pt idx="8110">
                  <c:v>0.34533333333333333</c:v>
                </c:pt>
                <c:pt idx="8111">
                  <c:v>0.34533333333333333</c:v>
                </c:pt>
                <c:pt idx="8112">
                  <c:v>0.3454814814814815</c:v>
                </c:pt>
                <c:pt idx="8113">
                  <c:v>0.3454814814814815</c:v>
                </c:pt>
                <c:pt idx="8114">
                  <c:v>0.3454814814814815</c:v>
                </c:pt>
                <c:pt idx="8115">
                  <c:v>0.34562962962962962</c:v>
                </c:pt>
                <c:pt idx="8116">
                  <c:v>0.34562962962962962</c:v>
                </c:pt>
                <c:pt idx="8117">
                  <c:v>0.34577777777777779</c:v>
                </c:pt>
                <c:pt idx="8118">
                  <c:v>0.34592592592592591</c:v>
                </c:pt>
                <c:pt idx="8119">
                  <c:v>0.34592592592592591</c:v>
                </c:pt>
                <c:pt idx="8120">
                  <c:v>0.34607407407407409</c:v>
                </c:pt>
                <c:pt idx="8121">
                  <c:v>0.34607407407407409</c:v>
                </c:pt>
                <c:pt idx="8122">
                  <c:v>0.34607407407407409</c:v>
                </c:pt>
                <c:pt idx="8123">
                  <c:v>0.34607407407407409</c:v>
                </c:pt>
                <c:pt idx="8124">
                  <c:v>0.34607407407407409</c:v>
                </c:pt>
                <c:pt idx="8125">
                  <c:v>0.34607407407407409</c:v>
                </c:pt>
                <c:pt idx="8126">
                  <c:v>0.34607407407407409</c:v>
                </c:pt>
                <c:pt idx="8127">
                  <c:v>0.34607407407407409</c:v>
                </c:pt>
                <c:pt idx="8128">
                  <c:v>0.34607407407407409</c:v>
                </c:pt>
                <c:pt idx="8129">
                  <c:v>0.34607407407407409</c:v>
                </c:pt>
                <c:pt idx="8130">
                  <c:v>0.34607407407407409</c:v>
                </c:pt>
                <c:pt idx="8131">
                  <c:v>0.34607407407407409</c:v>
                </c:pt>
                <c:pt idx="8132">
                  <c:v>0.34607407407407409</c:v>
                </c:pt>
                <c:pt idx="8133">
                  <c:v>0.34607407407407409</c:v>
                </c:pt>
                <c:pt idx="8134">
                  <c:v>0.34607407407407409</c:v>
                </c:pt>
                <c:pt idx="8135">
                  <c:v>0.34607407407407409</c:v>
                </c:pt>
                <c:pt idx="8136">
                  <c:v>0.34607407407407409</c:v>
                </c:pt>
                <c:pt idx="8137">
                  <c:v>0.34607407407407409</c:v>
                </c:pt>
                <c:pt idx="8138">
                  <c:v>0.34607407407407409</c:v>
                </c:pt>
                <c:pt idx="8139">
                  <c:v>0.34607407407407409</c:v>
                </c:pt>
                <c:pt idx="8140">
                  <c:v>0.34607407407407409</c:v>
                </c:pt>
                <c:pt idx="8141">
                  <c:v>0.34607407407407409</c:v>
                </c:pt>
                <c:pt idx="8142">
                  <c:v>0.34607407407407409</c:v>
                </c:pt>
                <c:pt idx="8143">
                  <c:v>0.34607407407407409</c:v>
                </c:pt>
                <c:pt idx="8144">
                  <c:v>0.34607407407407409</c:v>
                </c:pt>
                <c:pt idx="8145">
                  <c:v>0.34607407407407409</c:v>
                </c:pt>
                <c:pt idx="8146">
                  <c:v>0.34607407407407409</c:v>
                </c:pt>
                <c:pt idx="8147">
                  <c:v>0.34607407407407409</c:v>
                </c:pt>
                <c:pt idx="8148">
                  <c:v>0.34607407407407409</c:v>
                </c:pt>
                <c:pt idx="8149">
                  <c:v>0.34622222222222221</c:v>
                </c:pt>
                <c:pt idx="8150">
                  <c:v>0.34622222222222221</c:v>
                </c:pt>
                <c:pt idx="8151">
                  <c:v>0.34622222222222221</c:v>
                </c:pt>
                <c:pt idx="8152">
                  <c:v>0.34622222222222221</c:v>
                </c:pt>
                <c:pt idx="8153">
                  <c:v>0.34622222222222221</c:v>
                </c:pt>
                <c:pt idx="8154">
                  <c:v>0.34637037037037038</c:v>
                </c:pt>
                <c:pt idx="8155">
                  <c:v>0.34637037037037038</c:v>
                </c:pt>
                <c:pt idx="8156">
                  <c:v>0.34637037037037038</c:v>
                </c:pt>
                <c:pt idx="8157">
                  <c:v>0.34637037037037038</c:v>
                </c:pt>
                <c:pt idx="8158">
                  <c:v>0.3465185185185185</c:v>
                </c:pt>
                <c:pt idx="8159">
                  <c:v>0.3465185185185185</c:v>
                </c:pt>
                <c:pt idx="8160">
                  <c:v>0.3465185185185185</c:v>
                </c:pt>
                <c:pt idx="8161">
                  <c:v>0.34666666666666668</c:v>
                </c:pt>
                <c:pt idx="8162">
                  <c:v>0.3468148148148148</c:v>
                </c:pt>
                <c:pt idx="8163">
                  <c:v>0.3468148148148148</c:v>
                </c:pt>
                <c:pt idx="8164">
                  <c:v>0.34696296296296297</c:v>
                </c:pt>
                <c:pt idx="8165">
                  <c:v>0.34696296296296297</c:v>
                </c:pt>
                <c:pt idx="8166">
                  <c:v>0.34711111111111109</c:v>
                </c:pt>
                <c:pt idx="8167">
                  <c:v>0.34711111111111109</c:v>
                </c:pt>
                <c:pt idx="8168">
                  <c:v>0.34725925925925927</c:v>
                </c:pt>
                <c:pt idx="8169">
                  <c:v>0.34725925925925927</c:v>
                </c:pt>
                <c:pt idx="8170">
                  <c:v>0.34725925925925927</c:v>
                </c:pt>
                <c:pt idx="8171">
                  <c:v>0.34740740740740739</c:v>
                </c:pt>
                <c:pt idx="8172">
                  <c:v>0.34740740740740739</c:v>
                </c:pt>
                <c:pt idx="8173">
                  <c:v>0.34740740740740739</c:v>
                </c:pt>
                <c:pt idx="8174">
                  <c:v>0.34755555555555556</c:v>
                </c:pt>
                <c:pt idx="8175">
                  <c:v>0.34755555555555556</c:v>
                </c:pt>
                <c:pt idx="8176">
                  <c:v>0.34770370370370368</c:v>
                </c:pt>
                <c:pt idx="8177">
                  <c:v>0.34770370370370368</c:v>
                </c:pt>
                <c:pt idx="8178">
                  <c:v>0.34785185185185186</c:v>
                </c:pt>
                <c:pt idx="8179">
                  <c:v>0.34785185185185186</c:v>
                </c:pt>
                <c:pt idx="8180">
                  <c:v>0.34785185185185186</c:v>
                </c:pt>
                <c:pt idx="8181">
                  <c:v>0.34785185185185186</c:v>
                </c:pt>
                <c:pt idx="8182">
                  <c:v>0.34785185185185186</c:v>
                </c:pt>
                <c:pt idx="8183">
                  <c:v>0.34785185185185186</c:v>
                </c:pt>
                <c:pt idx="8184">
                  <c:v>0.34785185185185186</c:v>
                </c:pt>
                <c:pt idx="8185">
                  <c:v>0.34785185185185186</c:v>
                </c:pt>
                <c:pt idx="8186">
                  <c:v>0.34785185185185186</c:v>
                </c:pt>
                <c:pt idx="8187">
                  <c:v>0.34785185185185186</c:v>
                </c:pt>
                <c:pt idx="8188">
                  <c:v>0.34785185185185186</c:v>
                </c:pt>
                <c:pt idx="8189">
                  <c:v>0.34799999999999998</c:v>
                </c:pt>
                <c:pt idx="8190">
                  <c:v>0.34799999999999998</c:v>
                </c:pt>
                <c:pt idx="8191">
                  <c:v>0.34799999999999998</c:v>
                </c:pt>
                <c:pt idx="8192">
                  <c:v>0.34799999999999998</c:v>
                </c:pt>
                <c:pt idx="8193">
                  <c:v>0.34814814814814815</c:v>
                </c:pt>
                <c:pt idx="8194">
                  <c:v>0.34814814814814815</c:v>
                </c:pt>
                <c:pt idx="8195">
                  <c:v>0.34814814814814815</c:v>
                </c:pt>
                <c:pt idx="8196">
                  <c:v>0.34814814814814815</c:v>
                </c:pt>
                <c:pt idx="8197">
                  <c:v>0.34814814814814815</c:v>
                </c:pt>
                <c:pt idx="8198">
                  <c:v>0.34814814814814815</c:v>
                </c:pt>
                <c:pt idx="8199">
                  <c:v>0.34829629629629627</c:v>
                </c:pt>
                <c:pt idx="8200">
                  <c:v>0.34829629629629627</c:v>
                </c:pt>
                <c:pt idx="8201">
                  <c:v>0.34829629629629627</c:v>
                </c:pt>
                <c:pt idx="8202">
                  <c:v>0.34829629629629627</c:v>
                </c:pt>
                <c:pt idx="8203">
                  <c:v>0.34829629629629627</c:v>
                </c:pt>
                <c:pt idx="8204">
                  <c:v>0.34829629629629627</c:v>
                </c:pt>
                <c:pt idx="8205">
                  <c:v>0.34829629629629627</c:v>
                </c:pt>
                <c:pt idx="8206">
                  <c:v>0.34829629629629627</c:v>
                </c:pt>
                <c:pt idx="8207">
                  <c:v>0.34829629629629627</c:v>
                </c:pt>
                <c:pt idx="8208">
                  <c:v>0.34829629629629627</c:v>
                </c:pt>
                <c:pt idx="8209">
                  <c:v>0.34829629629629627</c:v>
                </c:pt>
                <c:pt idx="8210">
                  <c:v>0.34829629629629627</c:v>
                </c:pt>
                <c:pt idx="8211">
                  <c:v>0.34829629629629627</c:v>
                </c:pt>
                <c:pt idx="8212">
                  <c:v>0.34829629629629627</c:v>
                </c:pt>
                <c:pt idx="8213">
                  <c:v>0.34829629629629627</c:v>
                </c:pt>
                <c:pt idx="8214">
                  <c:v>0.34844444444444445</c:v>
                </c:pt>
                <c:pt idx="8215">
                  <c:v>0.34844444444444445</c:v>
                </c:pt>
                <c:pt idx="8216">
                  <c:v>0.34844444444444445</c:v>
                </c:pt>
                <c:pt idx="8217">
                  <c:v>0.34844444444444445</c:v>
                </c:pt>
                <c:pt idx="8218">
                  <c:v>0.34844444444444445</c:v>
                </c:pt>
                <c:pt idx="8219">
                  <c:v>0.34844444444444445</c:v>
                </c:pt>
                <c:pt idx="8220">
                  <c:v>0.34844444444444445</c:v>
                </c:pt>
                <c:pt idx="8221">
                  <c:v>0.34844444444444445</c:v>
                </c:pt>
                <c:pt idx="8222">
                  <c:v>0.34844444444444445</c:v>
                </c:pt>
                <c:pt idx="8223">
                  <c:v>0.34844444444444445</c:v>
                </c:pt>
                <c:pt idx="8224">
                  <c:v>0.34844444444444445</c:v>
                </c:pt>
                <c:pt idx="8225">
                  <c:v>0.34844444444444445</c:v>
                </c:pt>
                <c:pt idx="8226">
                  <c:v>0.34859259259259257</c:v>
                </c:pt>
                <c:pt idx="8227">
                  <c:v>0.34859259259259257</c:v>
                </c:pt>
                <c:pt idx="8228">
                  <c:v>0.34859259259259257</c:v>
                </c:pt>
                <c:pt idx="8229">
                  <c:v>0.34859259259259257</c:v>
                </c:pt>
                <c:pt idx="8230">
                  <c:v>0.34859259259259257</c:v>
                </c:pt>
                <c:pt idx="8231">
                  <c:v>0.34859259259259257</c:v>
                </c:pt>
                <c:pt idx="8232">
                  <c:v>0.34874074074074074</c:v>
                </c:pt>
                <c:pt idx="8233">
                  <c:v>0.34874074074074074</c:v>
                </c:pt>
                <c:pt idx="8234">
                  <c:v>0.34874074074074074</c:v>
                </c:pt>
                <c:pt idx="8235">
                  <c:v>0.34874074074074074</c:v>
                </c:pt>
                <c:pt idx="8236">
                  <c:v>0.34874074074074074</c:v>
                </c:pt>
                <c:pt idx="8237">
                  <c:v>0.34888888888888892</c:v>
                </c:pt>
                <c:pt idx="8238">
                  <c:v>0.34903703703703703</c:v>
                </c:pt>
                <c:pt idx="8239">
                  <c:v>0.34903703703703703</c:v>
                </c:pt>
                <c:pt idx="8240">
                  <c:v>0.34903703703703703</c:v>
                </c:pt>
                <c:pt idx="8241">
                  <c:v>0.34903703703703703</c:v>
                </c:pt>
                <c:pt idx="8242">
                  <c:v>0.34903703703703703</c:v>
                </c:pt>
                <c:pt idx="8243">
                  <c:v>0.34903703703703703</c:v>
                </c:pt>
                <c:pt idx="8244">
                  <c:v>0.34903703703703703</c:v>
                </c:pt>
                <c:pt idx="8245">
                  <c:v>0.34903703703703703</c:v>
                </c:pt>
                <c:pt idx="8246">
                  <c:v>0.34918518518518521</c:v>
                </c:pt>
                <c:pt idx="8247">
                  <c:v>0.34918518518518521</c:v>
                </c:pt>
                <c:pt idx="8248">
                  <c:v>0.34918518518518521</c:v>
                </c:pt>
                <c:pt idx="8249">
                  <c:v>0.34918518518518521</c:v>
                </c:pt>
                <c:pt idx="8250">
                  <c:v>0.34933333333333333</c:v>
                </c:pt>
                <c:pt idx="8251">
                  <c:v>0.34933333333333333</c:v>
                </c:pt>
                <c:pt idx="8252">
                  <c:v>0.34933333333333333</c:v>
                </c:pt>
                <c:pt idx="8253">
                  <c:v>0.34933333333333333</c:v>
                </c:pt>
                <c:pt idx="8254">
                  <c:v>0.34933333333333333</c:v>
                </c:pt>
                <c:pt idx="8255">
                  <c:v>0.34933333333333333</c:v>
                </c:pt>
                <c:pt idx="8256">
                  <c:v>0.34933333333333333</c:v>
                </c:pt>
                <c:pt idx="8257">
                  <c:v>0.3494814814814815</c:v>
                </c:pt>
                <c:pt idx="8258">
                  <c:v>0.3494814814814815</c:v>
                </c:pt>
                <c:pt idx="8259">
                  <c:v>0.34962962962962962</c:v>
                </c:pt>
                <c:pt idx="8260">
                  <c:v>0.34962962962962962</c:v>
                </c:pt>
                <c:pt idx="8261">
                  <c:v>0.34962962962962962</c:v>
                </c:pt>
                <c:pt idx="8262">
                  <c:v>0.3497777777777778</c:v>
                </c:pt>
                <c:pt idx="8263">
                  <c:v>0.3497777777777778</c:v>
                </c:pt>
                <c:pt idx="8264">
                  <c:v>0.3497777777777778</c:v>
                </c:pt>
                <c:pt idx="8265">
                  <c:v>0.3497777777777778</c:v>
                </c:pt>
                <c:pt idx="8266">
                  <c:v>0.34992592592592592</c:v>
                </c:pt>
                <c:pt idx="8267">
                  <c:v>0.34992592592592592</c:v>
                </c:pt>
                <c:pt idx="8268">
                  <c:v>0.35007407407407409</c:v>
                </c:pt>
                <c:pt idx="8269">
                  <c:v>0.35007407407407409</c:v>
                </c:pt>
                <c:pt idx="8270">
                  <c:v>0.35007407407407409</c:v>
                </c:pt>
                <c:pt idx="8271">
                  <c:v>0.35007407407407409</c:v>
                </c:pt>
                <c:pt idx="8272">
                  <c:v>0.35007407407407409</c:v>
                </c:pt>
                <c:pt idx="8273">
                  <c:v>0.35022222222222221</c:v>
                </c:pt>
                <c:pt idx="8274">
                  <c:v>0.35022222222222221</c:v>
                </c:pt>
                <c:pt idx="8275">
                  <c:v>0.35022222222222221</c:v>
                </c:pt>
                <c:pt idx="8276">
                  <c:v>0.35022222222222221</c:v>
                </c:pt>
                <c:pt idx="8277">
                  <c:v>0.35022222222222221</c:v>
                </c:pt>
                <c:pt idx="8278">
                  <c:v>0.35022222222222221</c:v>
                </c:pt>
                <c:pt idx="8279">
                  <c:v>0.35022222222222221</c:v>
                </c:pt>
                <c:pt idx="8280">
                  <c:v>0.35022222222222221</c:v>
                </c:pt>
                <c:pt idx="8281">
                  <c:v>0.35022222222222221</c:v>
                </c:pt>
                <c:pt idx="8282">
                  <c:v>0.35037037037037039</c:v>
                </c:pt>
                <c:pt idx="8283">
                  <c:v>0.35037037037037039</c:v>
                </c:pt>
                <c:pt idx="8284">
                  <c:v>0.35037037037037039</c:v>
                </c:pt>
                <c:pt idx="8285">
                  <c:v>0.35037037037037039</c:v>
                </c:pt>
                <c:pt idx="8286">
                  <c:v>0.35037037037037039</c:v>
                </c:pt>
                <c:pt idx="8287">
                  <c:v>0.35037037037037039</c:v>
                </c:pt>
                <c:pt idx="8288">
                  <c:v>0.35037037037037039</c:v>
                </c:pt>
                <c:pt idx="8289">
                  <c:v>0.35037037037037039</c:v>
                </c:pt>
                <c:pt idx="8290">
                  <c:v>0.35051851851851851</c:v>
                </c:pt>
                <c:pt idx="8291">
                  <c:v>0.35051851851851851</c:v>
                </c:pt>
                <c:pt idx="8292">
                  <c:v>0.35066666666666668</c:v>
                </c:pt>
                <c:pt idx="8293">
                  <c:v>0.35066666666666668</c:v>
                </c:pt>
                <c:pt idx="8294">
                  <c:v>0.3508148148148148</c:v>
                </c:pt>
                <c:pt idx="8295">
                  <c:v>0.3508148148148148</c:v>
                </c:pt>
                <c:pt idx="8296">
                  <c:v>0.35096296296296298</c:v>
                </c:pt>
                <c:pt idx="8297">
                  <c:v>0.35096296296296298</c:v>
                </c:pt>
                <c:pt idx="8298">
                  <c:v>0.3511111111111111</c:v>
                </c:pt>
                <c:pt idx="8299">
                  <c:v>0.3511111111111111</c:v>
                </c:pt>
                <c:pt idx="8300">
                  <c:v>0.35125925925925927</c:v>
                </c:pt>
                <c:pt idx="8301">
                  <c:v>0.35125925925925927</c:v>
                </c:pt>
                <c:pt idx="8302">
                  <c:v>0.35125925925925927</c:v>
                </c:pt>
                <c:pt idx="8303">
                  <c:v>0.35140740740740739</c:v>
                </c:pt>
                <c:pt idx="8304">
                  <c:v>0.35140740740740739</c:v>
                </c:pt>
                <c:pt idx="8305">
                  <c:v>0.35140740740740739</c:v>
                </c:pt>
                <c:pt idx="8306">
                  <c:v>0.35140740740740739</c:v>
                </c:pt>
                <c:pt idx="8307">
                  <c:v>0.35140740740740739</c:v>
                </c:pt>
                <c:pt idx="8308">
                  <c:v>0.35140740740740739</c:v>
                </c:pt>
                <c:pt idx="8309">
                  <c:v>0.35155555555555557</c:v>
                </c:pt>
                <c:pt idx="8310">
                  <c:v>0.35155555555555557</c:v>
                </c:pt>
                <c:pt idx="8311">
                  <c:v>0.35155555555555557</c:v>
                </c:pt>
                <c:pt idx="8312">
                  <c:v>0.35155555555555557</c:v>
                </c:pt>
                <c:pt idx="8313">
                  <c:v>0.35170370370370369</c:v>
                </c:pt>
                <c:pt idx="8314">
                  <c:v>0.35170370370370369</c:v>
                </c:pt>
                <c:pt idx="8315">
                  <c:v>0.35185185185185186</c:v>
                </c:pt>
                <c:pt idx="8316">
                  <c:v>0.35185185185185186</c:v>
                </c:pt>
                <c:pt idx="8317">
                  <c:v>0.35185185185185186</c:v>
                </c:pt>
                <c:pt idx="8318">
                  <c:v>0.35199999999999998</c:v>
                </c:pt>
                <c:pt idx="8319">
                  <c:v>0.35199999999999998</c:v>
                </c:pt>
                <c:pt idx="8320">
                  <c:v>0.35199999999999998</c:v>
                </c:pt>
                <c:pt idx="8321">
                  <c:v>0.35199999999999998</c:v>
                </c:pt>
                <c:pt idx="8322">
                  <c:v>0.35214814814814815</c:v>
                </c:pt>
                <c:pt idx="8323">
                  <c:v>0.35229629629629627</c:v>
                </c:pt>
                <c:pt idx="8324">
                  <c:v>0.35244444444444445</c:v>
                </c:pt>
                <c:pt idx="8325">
                  <c:v>0.35244444444444445</c:v>
                </c:pt>
                <c:pt idx="8326">
                  <c:v>0.35244444444444445</c:v>
                </c:pt>
                <c:pt idx="8327">
                  <c:v>0.35259259259259257</c:v>
                </c:pt>
                <c:pt idx="8328">
                  <c:v>0.35274074074074074</c:v>
                </c:pt>
                <c:pt idx="8329">
                  <c:v>0.35274074074074074</c:v>
                </c:pt>
                <c:pt idx="8330">
                  <c:v>0.35274074074074074</c:v>
                </c:pt>
                <c:pt idx="8331">
                  <c:v>0.35274074074074074</c:v>
                </c:pt>
                <c:pt idx="8332">
                  <c:v>0.35288888888888886</c:v>
                </c:pt>
                <c:pt idx="8333">
                  <c:v>0.35303703703703704</c:v>
                </c:pt>
                <c:pt idx="8334">
                  <c:v>0.35303703703703704</c:v>
                </c:pt>
                <c:pt idx="8335">
                  <c:v>0.35303703703703704</c:v>
                </c:pt>
                <c:pt idx="8336">
                  <c:v>0.35303703703703704</c:v>
                </c:pt>
                <c:pt idx="8337">
                  <c:v>0.35303703703703704</c:v>
                </c:pt>
                <c:pt idx="8338">
                  <c:v>0.35303703703703704</c:v>
                </c:pt>
                <c:pt idx="8339">
                  <c:v>0.35303703703703704</c:v>
                </c:pt>
                <c:pt idx="8340">
                  <c:v>0.35303703703703704</c:v>
                </c:pt>
                <c:pt idx="8341">
                  <c:v>0.35303703703703704</c:v>
                </c:pt>
                <c:pt idx="8342">
                  <c:v>0.35303703703703704</c:v>
                </c:pt>
                <c:pt idx="8343">
                  <c:v>0.35303703703703704</c:v>
                </c:pt>
                <c:pt idx="8344">
                  <c:v>0.35303703703703704</c:v>
                </c:pt>
                <c:pt idx="8345">
                  <c:v>0.35303703703703704</c:v>
                </c:pt>
                <c:pt idx="8346">
                  <c:v>0.35318518518518516</c:v>
                </c:pt>
                <c:pt idx="8347">
                  <c:v>0.35318518518518516</c:v>
                </c:pt>
                <c:pt idx="8348">
                  <c:v>0.35318518518518516</c:v>
                </c:pt>
                <c:pt idx="8349">
                  <c:v>0.35318518518518516</c:v>
                </c:pt>
                <c:pt idx="8350">
                  <c:v>0.35318518518518516</c:v>
                </c:pt>
                <c:pt idx="8351">
                  <c:v>0.35318518518518516</c:v>
                </c:pt>
                <c:pt idx="8352">
                  <c:v>0.35318518518518516</c:v>
                </c:pt>
                <c:pt idx="8353">
                  <c:v>0.35318518518518516</c:v>
                </c:pt>
                <c:pt idx="8354">
                  <c:v>0.35318518518518516</c:v>
                </c:pt>
                <c:pt idx="8355">
                  <c:v>0.35318518518518516</c:v>
                </c:pt>
                <c:pt idx="8356">
                  <c:v>0.35318518518518516</c:v>
                </c:pt>
                <c:pt idx="8357">
                  <c:v>0.35318518518518516</c:v>
                </c:pt>
                <c:pt idx="8358">
                  <c:v>0.35318518518518516</c:v>
                </c:pt>
                <c:pt idx="8359">
                  <c:v>0.35333333333333333</c:v>
                </c:pt>
                <c:pt idx="8360">
                  <c:v>0.35333333333333333</c:v>
                </c:pt>
                <c:pt idx="8361">
                  <c:v>0.35333333333333333</c:v>
                </c:pt>
                <c:pt idx="8362">
                  <c:v>0.35348148148148151</c:v>
                </c:pt>
                <c:pt idx="8363">
                  <c:v>0.35348148148148151</c:v>
                </c:pt>
                <c:pt idx="8364">
                  <c:v>0.35362962962962963</c:v>
                </c:pt>
                <c:pt idx="8365">
                  <c:v>0.35362962962962963</c:v>
                </c:pt>
                <c:pt idx="8366">
                  <c:v>0.35362962962962963</c:v>
                </c:pt>
                <c:pt idx="8367">
                  <c:v>0.35362962962962963</c:v>
                </c:pt>
                <c:pt idx="8368">
                  <c:v>0.3537777777777778</c:v>
                </c:pt>
                <c:pt idx="8369">
                  <c:v>0.3537777777777778</c:v>
                </c:pt>
                <c:pt idx="8370">
                  <c:v>0.3537777777777778</c:v>
                </c:pt>
                <c:pt idx="8371">
                  <c:v>0.3537777777777778</c:v>
                </c:pt>
                <c:pt idx="8372">
                  <c:v>0.3537777777777778</c:v>
                </c:pt>
                <c:pt idx="8373">
                  <c:v>0.35392592592592592</c:v>
                </c:pt>
                <c:pt idx="8374">
                  <c:v>0.35392592592592592</c:v>
                </c:pt>
                <c:pt idx="8375">
                  <c:v>0.35392592592592592</c:v>
                </c:pt>
                <c:pt idx="8376">
                  <c:v>0.3540740740740741</c:v>
                </c:pt>
                <c:pt idx="8377">
                  <c:v>0.3540740740740741</c:v>
                </c:pt>
                <c:pt idx="8378">
                  <c:v>0.3540740740740741</c:v>
                </c:pt>
                <c:pt idx="8379">
                  <c:v>0.3540740740740741</c:v>
                </c:pt>
                <c:pt idx="8380">
                  <c:v>0.3540740740740741</c:v>
                </c:pt>
                <c:pt idx="8381">
                  <c:v>0.3540740740740741</c:v>
                </c:pt>
                <c:pt idx="8382">
                  <c:v>0.35422222222222222</c:v>
                </c:pt>
                <c:pt idx="8383">
                  <c:v>0.35422222222222222</c:v>
                </c:pt>
                <c:pt idx="8384">
                  <c:v>0.35422222222222222</c:v>
                </c:pt>
                <c:pt idx="8385">
                  <c:v>0.35422222222222222</c:v>
                </c:pt>
                <c:pt idx="8386">
                  <c:v>0.35422222222222222</c:v>
                </c:pt>
                <c:pt idx="8387">
                  <c:v>0.35422222222222222</c:v>
                </c:pt>
                <c:pt idx="8388">
                  <c:v>0.35422222222222222</c:v>
                </c:pt>
                <c:pt idx="8389">
                  <c:v>0.35437037037037039</c:v>
                </c:pt>
                <c:pt idx="8390">
                  <c:v>0.35451851851851851</c:v>
                </c:pt>
                <c:pt idx="8391">
                  <c:v>0.35451851851851851</c:v>
                </c:pt>
                <c:pt idx="8392">
                  <c:v>0.35451851851851851</c:v>
                </c:pt>
                <c:pt idx="8393">
                  <c:v>0.35451851851851851</c:v>
                </c:pt>
                <c:pt idx="8394">
                  <c:v>0.35451851851851851</c:v>
                </c:pt>
                <c:pt idx="8395">
                  <c:v>0.35451851851851851</c:v>
                </c:pt>
                <c:pt idx="8396">
                  <c:v>0.35451851851851851</c:v>
                </c:pt>
                <c:pt idx="8397">
                  <c:v>0.35451851851851851</c:v>
                </c:pt>
                <c:pt idx="8398">
                  <c:v>0.35466666666666669</c:v>
                </c:pt>
                <c:pt idx="8399">
                  <c:v>0.35481481481481481</c:v>
                </c:pt>
                <c:pt idx="8400">
                  <c:v>0.35496296296296298</c:v>
                </c:pt>
                <c:pt idx="8401">
                  <c:v>0.35496296296296298</c:v>
                </c:pt>
                <c:pt idx="8402">
                  <c:v>0.35496296296296298</c:v>
                </c:pt>
                <c:pt idx="8403">
                  <c:v>0.35496296296296298</c:v>
                </c:pt>
                <c:pt idx="8404">
                  <c:v>0.35496296296296298</c:v>
                </c:pt>
                <c:pt idx="8405">
                  <c:v>0.35496296296296298</c:v>
                </c:pt>
                <c:pt idx="8406">
                  <c:v>0.3551111111111111</c:v>
                </c:pt>
                <c:pt idx="8407">
                  <c:v>0.35525925925925927</c:v>
                </c:pt>
                <c:pt idx="8408">
                  <c:v>0.35540740740740739</c:v>
                </c:pt>
                <c:pt idx="8409">
                  <c:v>0.35555555555555557</c:v>
                </c:pt>
                <c:pt idx="8410">
                  <c:v>0.35555555555555557</c:v>
                </c:pt>
                <c:pt idx="8411">
                  <c:v>0.35555555555555557</c:v>
                </c:pt>
                <c:pt idx="8412">
                  <c:v>0.35555555555555557</c:v>
                </c:pt>
                <c:pt idx="8413">
                  <c:v>0.35570370370370369</c:v>
                </c:pt>
                <c:pt idx="8414">
                  <c:v>0.35570370370370369</c:v>
                </c:pt>
                <c:pt idx="8415">
                  <c:v>0.35570370370370369</c:v>
                </c:pt>
                <c:pt idx="8416">
                  <c:v>0.35570370370370369</c:v>
                </c:pt>
                <c:pt idx="8417">
                  <c:v>0.35570370370370369</c:v>
                </c:pt>
                <c:pt idx="8418">
                  <c:v>0.35570370370370369</c:v>
                </c:pt>
                <c:pt idx="8419">
                  <c:v>0.35570370370370369</c:v>
                </c:pt>
                <c:pt idx="8420">
                  <c:v>0.35570370370370369</c:v>
                </c:pt>
                <c:pt idx="8421">
                  <c:v>0.35570370370370369</c:v>
                </c:pt>
                <c:pt idx="8422">
                  <c:v>0.35570370370370369</c:v>
                </c:pt>
                <c:pt idx="8423">
                  <c:v>0.35570370370370369</c:v>
                </c:pt>
                <c:pt idx="8424">
                  <c:v>0.35570370370370369</c:v>
                </c:pt>
                <c:pt idx="8425">
                  <c:v>0.35570370370370369</c:v>
                </c:pt>
                <c:pt idx="8426">
                  <c:v>0.35570370370370369</c:v>
                </c:pt>
                <c:pt idx="8427">
                  <c:v>0.35585185185185186</c:v>
                </c:pt>
                <c:pt idx="8428">
                  <c:v>0.35599999999999998</c:v>
                </c:pt>
                <c:pt idx="8429">
                  <c:v>0.35599999999999998</c:v>
                </c:pt>
                <c:pt idx="8430">
                  <c:v>0.35599999999999998</c:v>
                </c:pt>
                <c:pt idx="8431">
                  <c:v>0.35614814814814816</c:v>
                </c:pt>
                <c:pt idx="8432">
                  <c:v>0.35614814814814816</c:v>
                </c:pt>
                <c:pt idx="8433">
                  <c:v>0.35614814814814816</c:v>
                </c:pt>
                <c:pt idx="8434">
                  <c:v>0.35614814814814816</c:v>
                </c:pt>
                <c:pt idx="8435">
                  <c:v>0.35614814814814816</c:v>
                </c:pt>
                <c:pt idx="8436">
                  <c:v>0.35614814814814816</c:v>
                </c:pt>
                <c:pt idx="8437">
                  <c:v>0.35629629629629628</c:v>
                </c:pt>
                <c:pt idx="8438">
                  <c:v>0.35629629629629628</c:v>
                </c:pt>
                <c:pt idx="8439">
                  <c:v>0.35629629629629628</c:v>
                </c:pt>
                <c:pt idx="8440">
                  <c:v>0.35644444444444445</c:v>
                </c:pt>
                <c:pt idx="8441">
                  <c:v>0.35644444444444445</c:v>
                </c:pt>
                <c:pt idx="8442">
                  <c:v>0.35644444444444445</c:v>
                </c:pt>
                <c:pt idx="8443">
                  <c:v>0.35644444444444445</c:v>
                </c:pt>
                <c:pt idx="8444">
                  <c:v>0.35644444444444445</c:v>
                </c:pt>
                <c:pt idx="8445">
                  <c:v>0.35644444444444445</c:v>
                </c:pt>
                <c:pt idx="8446">
                  <c:v>0.35659259259259257</c:v>
                </c:pt>
                <c:pt idx="8447">
                  <c:v>0.35674074074074075</c:v>
                </c:pt>
                <c:pt idx="8448">
                  <c:v>0.35674074074074075</c:v>
                </c:pt>
                <c:pt idx="8449">
                  <c:v>0.35674074074074075</c:v>
                </c:pt>
                <c:pt idx="8450">
                  <c:v>0.35674074074074075</c:v>
                </c:pt>
                <c:pt idx="8451">
                  <c:v>0.35674074074074075</c:v>
                </c:pt>
                <c:pt idx="8452">
                  <c:v>0.35674074074074075</c:v>
                </c:pt>
                <c:pt idx="8453">
                  <c:v>0.35674074074074075</c:v>
                </c:pt>
                <c:pt idx="8454">
                  <c:v>0.35674074074074075</c:v>
                </c:pt>
                <c:pt idx="8455">
                  <c:v>0.35674074074074075</c:v>
                </c:pt>
                <c:pt idx="8456">
                  <c:v>0.35674074074074075</c:v>
                </c:pt>
                <c:pt idx="8457">
                  <c:v>0.35674074074074075</c:v>
                </c:pt>
                <c:pt idx="8458">
                  <c:v>0.35674074074074075</c:v>
                </c:pt>
                <c:pt idx="8459">
                  <c:v>0.35688888888888887</c:v>
                </c:pt>
                <c:pt idx="8460">
                  <c:v>0.35688888888888887</c:v>
                </c:pt>
                <c:pt idx="8461">
                  <c:v>0.35688888888888887</c:v>
                </c:pt>
                <c:pt idx="8462">
                  <c:v>0.35703703703703704</c:v>
                </c:pt>
                <c:pt idx="8463">
                  <c:v>0.35703703703703704</c:v>
                </c:pt>
                <c:pt idx="8464">
                  <c:v>0.35703703703703704</c:v>
                </c:pt>
                <c:pt idx="8465">
                  <c:v>0.35718518518518516</c:v>
                </c:pt>
                <c:pt idx="8466">
                  <c:v>0.35718518518518516</c:v>
                </c:pt>
                <c:pt idx="8467">
                  <c:v>0.35718518518518516</c:v>
                </c:pt>
                <c:pt idx="8468">
                  <c:v>0.35718518518518516</c:v>
                </c:pt>
                <c:pt idx="8469">
                  <c:v>0.35718518518518516</c:v>
                </c:pt>
                <c:pt idx="8470">
                  <c:v>0.35718518518518516</c:v>
                </c:pt>
                <c:pt idx="8471">
                  <c:v>0.35718518518518516</c:v>
                </c:pt>
                <c:pt idx="8472">
                  <c:v>0.35733333333333334</c:v>
                </c:pt>
                <c:pt idx="8473">
                  <c:v>0.35733333333333334</c:v>
                </c:pt>
                <c:pt idx="8474">
                  <c:v>0.35733333333333334</c:v>
                </c:pt>
                <c:pt idx="8475">
                  <c:v>0.35733333333333334</c:v>
                </c:pt>
                <c:pt idx="8476">
                  <c:v>0.35733333333333334</c:v>
                </c:pt>
                <c:pt idx="8477">
                  <c:v>0.35748148148148146</c:v>
                </c:pt>
                <c:pt idx="8478">
                  <c:v>0.35748148148148146</c:v>
                </c:pt>
                <c:pt idx="8479">
                  <c:v>0.35748148148148146</c:v>
                </c:pt>
                <c:pt idx="8480">
                  <c:v>0.35748148148148146</c:v>
                </c:pt>
                <c:pt idx="8481">
                  <c:v>0.35762962962962963</c:v>
                </c:pt>
                <c:pt idx="8482">
                  <c:v>0.35762962962962963</c:v>
                </c:pt>
                <c:pt idx="8483">
                  <c:v>0.35762962962962963</c:v>
                </c:pt>
                <c:pt idx="8484">
                  <c:v>0.35777777777777775</c:v>
                </c:pt>
                <c:pt idx="8485">
                  <c:v>0.35777777777777775</c:v>
                </c:pt>
                <c:pt idx="8486">
                  <c:v>0.35777777777777775</c:v>
                </c:pt>
                <c:pt idx="8487">
                  <c:v>0.35777777777777775</c:v>
                </c:pt>
                <c:pt idx="8488">
                  <c:v>0.35777777777777775</c:v>
                </c:pt>
                <c:pt idx="8489">
                  <c:v>0.35777777777777775</c:v>
                </c:pt>
                <c:pt idx="8490">
                  <c:v>0.35777777777777775</c:v>
                </c:pt>
                <c:pt idx="8491">
                  <c:v>0.35777777777777775</c:v>
                </c:pt>
                <c:pt idx="8492">
                  <c:v>0.35777777777777775</c:v>
                </c:pt>
                <c:pt idx="8493">
                  <c:v>0.35777777777777775</c:v>
                </c:pt>
                <c:pt idx="8494">
                  <c:v>0.35777777777777775</c:v>
                </c:pt>
                <c:pt idx="8495">
                  <c:v>0.35777777777777775</c:v>
                </c:pt>
                <c:pt idx="8496">
                  <c:v>0.35777777777777775</c:v>
                </c:pt>
                <c:pt idx="8497">
                  <c:v>0.35777777777777775</c:v>
                </c:pt>
                <c:pt idx="8498">
                  <c:v>0.35777777777777775</c:v>
                </c:pt>
                <c:pt idx="8499">
                  <c:v>0.35777777777777775</c:v>
                </c:pt>
                <c:pt idx="8500">
                  <c:v>0.35777777777777775</c:v>
                </c:pt>
                <c:pt idx="8501">
                  <c:v>0.35777777777777775</c:v>
                </c:pt>
                <c:pt idx="8502">
                  <c:v>0.35777777777777775</c:v>
                </c:pt>
                <c:pt idx="8503">
                  <c:v>0.35777777777777775</c:v>
                </c:pt>
                <c:pt idx="8504">
                  <c:v>0.35777777777777775</c:v>
                </c:pt>
                <c:pt idx="8505">
                  <c:v>0.35777777777777775</c:v>
                </c:pt>
                <c:pt idx="8506">
                  <c:v>0.35792592592592593</c:v>
                </c:pt>
                <c:pt idx="8507">
                  <c:v>0.35792592592592593</c:v>
                </c:pt>
                <c:pt idx="8508">
                  <c:v>0.35792592592592593</c:v>
                </c:pt>
                <c:pt idx="8509">
                  <c:v>0.3580740740740741</c:v>
                </c:pt>
                <c:pt idx="8510">
                  <c:v>0.3580740740740741</c:v>
                </c:pt>
                <c:pt idx="8511">
                  <c:v>0.35822222222222222</c:v>
                </c:pt>
                <c:pt idx="8512">
                  <c:v>0.35822222222222222</c:v>
                </c:pt>
                <c:pt idx="8513">
                  <c:v>0.35822222222222222</c:v>
                </c:pt>
                <c:pt idx="8514">
                  <c:v>0.35822222222222222</c:v>
                </c:pt>
                <c:pt idx="8515">
                  <c:v>0.35837037037037039</c:v>
                </c:pt>
                <c:pt idx="8516">
                  <c:v>0.35837037037037039</c:v>
                </c:pt>
                <c:pt idx="8517">
                  <c:v>0.35837037037037039</c:v>
                </c:pt>
                <c:pt idx="8518">
                  <c:v>0.35837037037037039</c:v>
                </c:pt>
                <c:pt idx="8519">
                  <c:v>0.35851851851851851</c:v>
                </c:pt>
                <c:pt idx="8520">
                  <c:v>0.35866666666666669</c:v>
                </c:pt>
                <c:pt idx="8521">
                  <c:v>0.35881481481481481</c:v>
                </c:pt>
                <c:pt idx="8522">
                  <c:v>0.35896296296296298</c:v>
                </c:pt>
                <c:pt idx="8523">
                  <c:v>0.35896296296296298</c:v>
                </c:pt>
                <c:pt idx="8524">
                  <c:v>0.35896296296296298</c:v>
                </c:pt>
                <c:pt idx="8525">
                  <c:v>0.35896296296296298</c:v>
                </c:pt>
                <c:pt idx="8526">
                  <c:v>0.35896296296296298</c:v>
                </c:pt>
                <c:pt idx="8527">
                  <c:v>0.3591111111111111</c:v>
                </c:pt>
                <c:pt idx="8528">
                  <c:v>0.3591111111111111</c:v>
                </c:pt>
                <c:pt idx="8529">
                  <c:v>0.3591111111111111</c:v>
                </c:pt>
                <c:pt idx="8530">
                  <c:v>0.3591111111111111</c:v>
                </c:pt>
                <c:pt idx="8531">
                  <c:v>0.3591111111111111</c:v>
                </c:pt>
                <c:pt idx="8532">
                  <c:v>0.35925925925925928</c:v>
                </c:pt>
                <c:pt idx="8533">
                  <c:v>0.3594074074074074</c:v>
                </c:pt>
                <c:pt idx="8534">
                  <c:v>0.3594074074074074</c:v>
                </c:pt>
                <c:pt idx="8535">
                  <c:v>0.35955555555555557</c:v>
                </c:pt>
                <c:pt idx="8536">
                  <c:v>0.35955555555555557</c:v>
                </c:pt>
                <c:pt idx="8537">
                  <c:v>0.35955555555555557</c:v>
                </c:pt>
                <c:pt idx="8538">
                  <c:v>0.35955555555555557</c:v>
                </c:pt>
                <c:pt idx="8539">
                  <c:v>0.35955555555555557</c:v>
                </c:pt>
                <c:pt idx="8540">
                  <c:v>0.35955555555555557</c:v>
                </c:pt>
                <c:pt idx="8541">
                  <c:v>0.35970370370370369</c:v>
                </c:pt>
                <c:pt idx="8542">
                  <c:v>0.35970370370370369</c:v>
                </c:pt>
                <c:pt idx="8543">
                  <c:v>0.35970370370370369</c:v>
                </c:pt>
                <c:pt idx="8544">
                  <c:v>0.35985185185185187</c:v>
                </c:pt>
                <c:pt idx="8545">
                  <c:v>0.36</c:v>
                </c:pt>
                <c:pt idx="8546">
                  <c:v>0.36</c:v>
                </c:pt>
                <c:pt idx="8547">
                  <c:v>0.36</c:v>
                </c:pt>
                <c:pt idx="8548">
                  <c:v>0.36014814814814816</c:v>
                </c:pt>
                <c:pt idx="8549">
                  <c:v>0.36014814814814816</c:v>
                </c:pt>
                <c:pt idx="8550">
                  <c:v>0.36014814814814816</c:v>
                </c:pt>
                <c:pt idx="8551">
                  <c:v>0.36014814814814816</c:v>
                </c:pt>
                <c:pt idx="8552">
                  <c:v>0.36014814814814816</c:v>
                </c:pt>
                <c:pt idx="8553">
                  <c:v>0.36029629629629628</c:v>
                </c:pt>
                <c:pt idx="8554">
                  <c:v>0.36044444444444446</c:v>
                </c:pt>
                <c:pt idx="8555">
                  <c:v>0.36044444444444446</c:v>
                </c:pt>
                <c:pt idx="8556">
                  <c:v>0.36044444444444446</c:v>
                </c:pt>
                <c:pt idx="8557">
                  <c:v>0.36044444444444446</c:v>
                </c:pt>
                <c:pt idx="8558">
                  <c:v>0.36059259259259258</c:v>
                </c:pt>
                <c:pt idx="8559">
                  <c:v>0.36074074074074075</c:v>
                </c:pt>
                <c:pt idx="8560">
                  <c:v>0.36074074074074075</c:v>
                </c:pt>
                <c:pt idx="8561">
                  <c:v>0.36074074074074075</c:v>
                </c:pt>
                <c:pt idx="8562">
                  <c:v>0.36074074074074075</c:v>
                </c:pt>
                <c:pt idx="8563">
                  <c:v>0.36074074074074075</c:v>
                </c:pt>
                <c:pt idx="8564">
                  <c:v>0.36074074074074075</c:v>
                </c:pt>
                <c:pt idx="8565">
                  <c:v>0.36074074074074075</c:v>
                </c:pt>
                <c:pt idx="8566">
                  <c:v>0.36088888888888887</c:v>
                </c:pt>
                <c:pt idx="8567">
                  <c:v>0.36088888888888887</c:v>
                </c:pt>
                <c:pt idx="8568">
                  <c:v>0.36088888888888887</c:v>
                </c:pt>
                <c:pt idx="8569">
                  <c:v>0.36103703703703705</c:v>
                </c:pt>
                <c:pt idx="8570">
                  <c:v>0.36103703703703705</c:v>
                </c:pt>
                <c:pt idx="8571">
                  <c:v>0.36103703703703705</c:v>
                </c:pt>
                <c:pt idx="8572">
                  <c:v>0.36103703703703705</c:v>
                </c:pt>
                <c:pt idx="8573">
                  <c:v>0.36103703703703705</c:v>
                </c:pt>
                <c:pt idx="8574">
                  <c:v>0.36118518518518516</c:v>
                </c:pt>
                <c:pt idx="8575">
                  <c:v>0.36118518518518516</c:v>
                </c:pt>
                <c:pt idx="8576">
                  <c:v>0.36133333333333334</c:v>
                </c:pt>
                <c:pt idx="8577">
                  <c:v>0.36133333333333334</c:v>
                </c:pt>
                <c:pt idx="8578">
                  <c:v>0.36133333333333334</c:v>
                </c:pt>
                <c:pt idx="8579">
                  <c:v>0.36133333333333334</c:v>
                </c:pt>
                <c:pt idx="8580">
                  <c:v>0.36133333333333334</c:v>
                </c:pt>
                <c:pt idx="8581">
                  <c:v>0.36133333333333334</c:v>
                </c:pt>
                <c:pt idx="8582">
                  <c:v>0.36133333333333334</c:v>
                </c:pt>
                <c:pt idx="8583">
                  <c:v>0.36148148148148146</c:v>
                </c:pt>
                <c:pt idx="8584">
                  <c:v>0.36162962962962963</c:v>
                </c:pt>
                <c:pt idx="8585">
                  <c:v>0.36162962962962963</c:v>
                </c:pt>
                <c:pt idx="8586">
                  <c:v>0.36162962962962963</c:v>
                </c:pt>
                <c:pt idx="8587">
                  <c:v>0.36162962962962963</c:v>
                </c:pt>
                <c:pt idx="8588">
                  <c:v>0.36162962962962963</c:v>
                </c:pt>
                <c:pt idx="8589">
                  <c:v>0.36162962962962963</c:v>
                </c:pt>
                <c:pt idx="8590">
                  <c:v>0.36162962962962963</c:v>
                </c:pt>
                <c:pt idx="8591">
                  <c:v>0.36162962962962963</c:v>
                </c:pt>
                <c:pt idx="8592">
                  <c:v>0.36177777777777775</c:v>
                </c:pt>
                <c:pt idx="8593">
                  <c:v>0.36177777777777775</c:v>
                </c:pt>
                <c:pt idx="8594">
                  <c:v>0.36177777777777775</c:v>
                </c:pt>
                <c:pt idx="8595">
                  <c:v>0.36192592592592593</c:v>
                </c:pt>
                <c:pt idx="8596">
                  <c:v>0.36192592592592593</c:v>
                </c:pt>
                <c:pt idx="8597">
                  <c:v>0.36207407407407405</c:v>
                </c:pt>
                <c:pt idx="8598">
                  <c:v>0.36207407407407405</c:v>
                </c:pt>
                <c:pt idx="8599">
                  <c:v>0.36222222222222222</c:v>
                </c:pt>
                <c:pt idx="8600">
                  <c:v>0.36222222222222222</c:v>
                </c:pt>
                <c:pt idx="8601">
                  <c:v>0.36222222222222222</c:v>
                </c:pt>
                <c:pt idx="8602">
                  <c:v>0.36222222222222222</c:v>
                </c:pt>
                <c:pt idx="8603">
                  <c:v>0.36237037037037034</c:v>
                </c:pt>
                <c:pt idx="8604">
                  <c:v>0.36251851851851852</c:v>
                </c:pt>
                <c:pt idx="8605">
                  <c:v>0.36251851851851852</c:v>
                </c:pt>
                <c:pt idx="8606">
                  <c:v>0.36251851851851852</c:v>
                </c:pt>
                <c:pt idx="8607">
                  <c:v>0.36251851851851852</c:v>
                </c:pt>
                <c:pt idx="8608">
                  <c:v>0.36251851851851852</c:v>
                </c:pt>
                <c:pt idx="8609">
                  <c:v>0.36251851851851852</c:v>
                </c:pt>
                <c:pt idx="8610">
                  <c:v>0.36251851851851852</c:v>
                </c:pt>
                <c:pt idx="8611">
                  <c:v>0.36251851851851852</c:v>
                </c:pt>
                <c:pt idx="8612">
                  <c:v>0.36251851851851852</c:v>
                </c:pt>
                <c:pt idx="8613">
                  <c:v>0.36251851851851852</c:v>
                </c:pt>
                <c:pt idx="8614">
                  <c:v>0.36251851851851852</c:v>
                </c:pt>
                <c:pt idx="8615">
                  <c:v>0.36251851851851852</c:v>
                </c:pt>
                <c:pt idx="8616">
                  <c:v>0.36251851851851852</c:v>
                </c:pt>
                <c:pt idx="8617">
                  <c:v>0.36266666666666669</c:v>
                </c:pt>
                <c:pt idx="8618">
                  <c:v>0.36266666666666669</c:v>
                </c:pt>
                <c:pt idx="8619">
                  <c:v>0.36281481481481481</c:v>
                </c:pt>
                <c:pt idx="8620">
                  <c:v>0.36296296296296299</c:v>
                </c:pt>
                <c:pt idx="8621">
                  <c:v>0.36311111111111111</c:v>
                </c:pt>
                <c:pt idx="8622">
                  <c:v>0.36311111111111111</c:v>
                </c:pt>
                <c:pt idx="8623">
                  <c:v>0.36325925925925928</c:v>
                </c:pt>
                <c:pt idx="8624">
                  <c:v>0.36325925925925928</c:v>
                </c:pt>
                <c:pt idx="8625">
                  <c:v>0.36325925925925928</c:v>
                </c:pt>
                <c:pt idx="8626">
                  <c:v>0.36325925925925928</c:v>
                </c:pt>
                <c:pt idx="8627">
                  <c:v>0.3634074074074074</c:v>
                </c:pt>
                <c:pt idx="8628">
                  <c:v>0.3634074074074074</c:v>
                </c:pt>
                <c:pt idx="8629">
                  <c:v>0.3634074074074074</c:v>
                </c:pt>
                <c:pt idx="8630">
                  <c:v>0.36355555555555558</c:v>
                </c:pt>
                <c:pt idx="8631">
                  <c:v>0.36355555555555558</c:v>
                </c:pt>
                <c:pt idx="8632">
                  <c:v>0.36355555555555558</c:v>
                </c:pt>
                <c:pt idx="8633">
                  <c:v>0.36355555555555558</c:v>
                </c:pt>
                <c:pt idx="8634">
                  <c:v>0.3637037037037037</c:v>
                </c:pt>
                <c:pt idx="8635">
                  <c:v>0.3637037037037037</c:v>
                </c:pt>
                <c:pt idx="8636">
                  <c:v>0.36385185185185187</c:v>
                </c:pt>
                <c:pt idx="8637">
                  <c:v>0.36385185185185187</c:v>
                </c:pt>
                <c:pt idx="8638">
                  <c:v>0.36399999999999999</c:v>
                </c:pt>
                <c:pt idx="8639">
                  <c:v>0.36399999999999999</c:v>
                </c:pt>
                <c:pt idx="8640">
                  <c:v>0.36414814814814817</c:v>
                </c:pt>
                <c:pt idx="8641">
                  <c:v>0.36414814814814817</c:v>
                </c:pt>
                <c:pt idx="8642">
                  <c:v>0.36429629629629628</c:v>
                </c:pt>
                <c:pt idx="8643">
                  <c:v>0.36429629629629628</c:v>
                </c:pt>
                <c:pt idx="8644">
                  <c:v>0.36429629629629628</c:v>
                </c:pt>
                <c:pt idx="8645">
                  <c:v>0.36444444444444446</c:v>
                </c:pt>
                <c:pt idx="8646">
                  <c:v>0.36459259259259258</c:v>
                </c:pt>
                <c:pt idx="8647">
                  <c:v>0.36459259259259258</c:v>
                </c:pt>
                <c:pt idx="8648">
                  <c:v>0.36474074074074075</c:v>
                </c:pt>
                <c:pt idx="8649">
                  <c:v>0.36474074074074075</c:v>
                </c:pt>
                <c:pt idx="8650">
                  <c:v>0.36474074074074075</c:v>
                </c:pt>
                <c:pt idx="8651">
                  <c:v>0.36474074074074075</c:v>
                </c:pt>
                <c:pt idx="8652">
                  <c:v>0.36488888888888887</c:v>
                </c:pt>
                <c:pt idx="8653">
                  <c:v>0.36503703703703705</c:v>
                </c:pt>
                <c:pt idx="8654">
                  <c:v>0.36518518518518517</c:v>
                </c:pt>
                <c:pt idx="8655">
                  <c:v>0.36518518518518517</c:v>
                </c:pt>
                <c:pt idx="8656">
                  <c:v>0.36533333333333334</c:v>
                </c:pt>
                <c:pt idx="8657">
                  <c:v>0.36533333333333334</c:v>
                </c:pt>
                <c:pt idx="8658">
                  <c:v>0.36533333333333334</c:v>
                </c:pt>
                <c:pt idx="8659">
                  <c:v>0.36548148148148146</c:v>
                </c:pt>
                <c:pt idx="8660">
                  <c:v>0.36548148148148146</c:v>
                </c:pt>
                <c:pt idx="8661">
                  <c:v>0.36562962962962964</c:v>
                </c:pt>
                <c:pt idx="8662">
                  <c:v>0.36562962962962964</c:v>
                </c:pt>
                <c:pt idx="8663">
                  <c:v>0.36562962962962964</c:v>
                </c:pt>
                <c:pt idx="8664">
                  <c:v>0.36577777777777776</c:v>
                </c:pt>
                <c:pt idx="8665">
                  <c:v>0.36577777777777776</c:v>
                </c:pt>
                <c:pt idx="8666">
                  <c:v>0.36577777777777776</c:v>
                </c:pt>
                <c:pt idx="8667">
                  <c:v>0.36592592592592593</c:v>
                </c:pt>
                <c:pt idx="8668">
                  <c:v>0.36592592592592593</c:v>
                </c:pt>
                <c:pt idx="8669">
                  <c:v>0.36607407407407405</c:v>
                </c:pt>
                <c:pt idx="8670">
                  <c:v>0.36607407407407405</c:v>
                </c:pt>
                <c:pt idx="8671">
                  <c:v>0.36607407407407405</c:v>
                </c:pt>
                <c:pt idx="8672">
                  <c:v>0.36607407407407405</c:v>
                </c:pt>
                <c:pt idx="8673">
                  <c:v>0.36607407407407405</c:v>
                </c:pt>
                <c:pt idx="8674">
                  <c:v>0.36607407407407405</c:v>
                </c:pt>
                <c:pt idx="8675">
                  <c:v>0.36607407407407405</c:v>
                </c:pt>
                <c:pt idx="8676">
                  <c:v>0.36607407407407405</c:v>
                </c:pt>
                <c:pt idx="8677">
                  <c:v>0.36607407407407405</c:v>
                </c:pt>
                <c:pt idx="8678">
                  <c:v>0.36622222222222223</c:v>
                </c:pt>
                <c:pt idx="8679">
                  <c:v>0.36622222222222223</c:v>
                </c:pt>
                <c:pt idx="8680">
                  <c:v>0.36622222222222223</c:v>
                </c:pt>
                <c:pt idx="8681">
                  <c:v>0.36622222222222223</c:v>
                </c:pt>
                <c:pt idx="8682">
                  <c:v>0.36622222222222223</c:v>
                </c:pt>
                <c:pt idx="8683">
                  <c:v>0.36637037037037035</c:v>
                </c:pt>
                <c:pt idx="8684">
                  <c:v>0.36637037037037035</c:v>
                </c:pt>
                <c:pt idx="8685">
                  <c:v>0.36637037037037035</c:v>
                </c:pt>
                <c:pt idx="8686">
                  <c:v>0.36651851851851852</c:v>
                </c:pt>
                <c:pt idx="8687">
                  <c:v>0.36651851851851852</c:v>
                </c:pt>
                <c:pt idx="8688">
                  <c:v>0.36651851851851852</c:v>
                </c:pt>
                <c:pt idx="8689">
                  <c:v>0.36651851851851852</c:v>
                </c:pt>
                <c:pt idx="8690">
                  <c:v>0.36651851851851852</c:v>
                </c:pt>
                <c:pt idx="8691">
                  <c:v>0.36651851851851852</c:v>
                </c:pt>
                <c:pt idx="8692">
                  <c:v>0.36651851851851852</c:v>
                </c:pt>
                <c:pt idx="8693">
                  <c:v>0.36666666666666664</c:v>
                </c:pt>
                <c:pt idx="8694">
                  <c:v>0.36681481481481482</c:v>
                </c:pt>
                <c:pt idx="8695">
                  <c:v>0.36681481481481482</c:v>
                </c:pt>
                <c:pt idx="8696">
                  <c:v>0.36681481481481482</c:v>
                </c:pt>
                <c:pt idx="8697">
                  <c:v>0.36681481481481482</c:v>
                </c:pt>
                <c:pt idx="8698">
                  <c:v>0.36681481481481482</c:v>
                </c:pt>
                <c:pt idx="8699">
                  <c:v>0.36681481481481482</c:v>
                </c:pt>
                <c:pt idx="8700">
                  <c:v>0.36696296296296294</c:v>
                </c:pt>
                <c:pt idx="8701">
                  <c:v>0.36711111111111111</c:v>
                </c:pt>
                <c:pt idx="8702">
                  <c:v>0.36711111111111111</c:v>
                </c:pt>
                <c:pt idx="8703">
                  <c:v>0.36725925925925929</c:v>
                </c:pt>
                <c:pt idx="8704">
                  <c:v>0.36725925925925929</c:v>
                </c:pt>
                <c:pt idx="8705">
                  <c:v>0.36725925925925929</c:v>
                </c:pt>
                <c:pt idx="8706">
                  <c:v>0.36725925925925929</c:v>
                </c:pt>
                <c:pt idx="8707">
                  <c:v>0.3674074074074074</c:v>
                </c:pt>
                <c:pt idx="8708">
                  <c:v>0.3674074074074074</c:v>
                </c:pt>
                <c:pt idx="8709">
                  <c:v>0.36755555555555558</c:v>
                </c:pt>
                <c:pt idx="8710">
                  <c:v>0.36755555555555558</c:v>
                </c:pt>
                <c:pt idx="8711">
                  <c:v>0.3677037037037037</c:v>
                </c:pt>
                <c:pt idx="8712">
                  <c:v>0.3677037037037037</c:v>
                </c:pt>
                <c:pt idx="8713">
                  <c:v>0.36785185185185187</c:v>
                </c:pt>
                <c:pt idx="8714">
                  <c:v>0.36785185185185187</c:v>
                </c:pt>
                <c:pt idx="8715">
                  <c:v>0.36785185185185187</c:v>
                </c:pt>
                <c:pt idx="8716">
                  <c:v>0.36785185185185187</c:v>
                </c:pt>
                <c:pt idx="8717">
                  <c:v>0.36785185185185187</c:v>
                </c:pt>
                <c:pt idx="8718">
                  <c:v>0.36785185185185187</c:v>
                </c:pt>
                <c:pt idx="8719">
                  <c:v>0.36785185185185187</c:v>
                </c:pt>
                <c:pt idx="8720">
                  <c:v>0.36785185185185187</c:v>
                </c:pt>
                <c:pt idx="8721">
                  <c:v>0.36799999999999999</c:v>
                </c:pt>
                <c:pt idx="8722">
                  <c:v>0.36814814814814817</c:v>
                </c:pt>
                <c:pt idx="8723">
                  <c:v>0.36829629629629629</c:v>
                </c:pt>
                <c:pt idx="8724">
                  <c:v>0.36829629629629629</c:v>
                </c:pt>
                <c:pt idx="8725">
                  <c:v>0.36844444444444446</c:v>
                </c:pt>
                <c:pt idx="8726">
                  <c:v>0.36844444444444446</c:v>
                </c:pt>
                <c:pt idx="8727">
                  <c:v>0.36859259259259258</c:v>
                </c:pt>
                <c:pt idx="8728">
                  <c:v>0.36874074074074076</c:v>
                </c:pt>
                <c:pt idx="8729">
                  <c:v>0.36874074074074076</c:v>
                </c:pt>
                <c:pt idx="8730">
                  <c:v>0.36874074074074076</c:v>
                </c:pt>
                <c:pt idx="8731">
                  <c:v>0.36888888888888888</c:v>
                </c:pt>
                <c:pt idx="8732">
                  <c:v>0.36903703703703705</c:v>
                </c:pt>
                <c:pt idx="8733">
                  <c:v>0.36903703703703705</c:v>
                </c:pt>
                <c:pt idx="8734">
                  <c:v>0.36918518518518517</c:v>
                </c:pt>
                <c:pt idx="8735">
                  <c:v>0.36918518518518517</c:v>
                </c:pt>
                <c:pt idx="8736">
                  <c:v>0.36918518518518517</c:v>
                </c:pt>
                <c:pt idx="8737">
                  <c:v>0.36918518518518517</c:v>
                </c:pt>
                <c:pt idx="8738">
                  <c:v>0.36918518518518517</c:v>
                </c:pt>
                <c:pt idx="8739">
                  <c:v>0.36918518518518517</c:v>
                </c:pt>
                <c:pt idx="8740">
                  <c:v>0.36918518518518517</c:v>
                </c:pt>
                <c:pt idx="8741">
                  <c:v>0.36933333333333335</c:v>
                </c:pt>
                <c:pt idx="8742">
                  <c:v>0.36933333333333335</c:v>
                </c:pt>
                <c:pt idx="8743">
                  <c:v>0.36948148148148147</c:v>
                </c:pt>
                <c:pt idx="8744">
                  <c:v>0.36948148148148147</c:v>
                </c:pt>
                <c:pt idx="8745">
                  <c:v>0.36948148148148147</c:v>
                </c:pt>
                <c:pt idx="8746">
                  <c:v>0.36962962962962964</c:v>
                </c:pt>
                <c:pt idx="8747">
                  <c:v>0.36962962962962964</c:v>
                </c:pt>
                <c:pt idx="8748">
                  <c:v>0.36962962962962964</c:v>
                </c:pt>
                <c:pt idx="8749">
                  <c:v>0.36962962962962964</c:v>
                </c:pt>
                <c:pt idx="8750">
                  <c:v>0.36962962962962964</c:v>
                </c:pt>
                <c:pt idx="8751">
                  <c:v>0.36962962962962964</c:v>
                </c:pt>
                <c:pt idx="8752">
                  <c:v>0.36962962962962964</c:v>
                </c:pt>
                <c:pt idx="8753">
                  <c:v>0.36962962962962964</c:v>
                </c:pt>
                <c:pt idx="8754">
                  <c:v>0.36962962962962964</c:v>
                </c:pt>
                <c:pt idx="8755">
                  <c:v>0.36962962962962964</c:v>
                </c:pt>
                <c:pt idx="8756">
                  <c:v>0.36962962962962964</c:v>
                </c:pt>
                <c:pt idx="8757">
                  <c:v>0.36962962962962964</c:v>
                </c:pt>
                <c:pt idx="8758">
                  <c:v>0.36977777777777776</c:v>
                </c:pt>
                <c:pt idx="8759">
                  <c:v>0.36992592592592594</c:v>
                </c:pt>
                <c:pt idx="8760">
                  <c:v>0.36992592592592594</c:v>
                </c:pt>
                <c:pt idx="8761">
                  <c:v>0.36992592592592594</c:v>
                </c:pt>
                <c:pt idx="8762">
                  <c:v>0.36992592592592594</c:v>
                </c:pt>
                <c:pt idx="8763">
                  <c:v>0.36992592592592594</c:v>
                </c:pt>
                <c:pt idx="8764">
                  <c:v>0.36992592592592594</c:v>
                </c:pt>
                <c:pt idx="8765">
                  <c:v>0.36992592592592594</c:v>
                </c:pt>
                <c:pt idx="8766">
                  <c:v>0.36992592592592594</c:v>
                </c:pt>
                <c:pt idx="8767">
                  <c:v>0.36992592592592594</c:v>
                </c:pt>
                <c:pt idx="8768">
                  <c:v>0.37007407407407406</c:v>
                </c:pt>
                <c:pt idx="8769">
                  <c:v>0.37007407407407406</c:v>
                </c:pt>
                <c:pt idx="8770">
                  <c:v>0.37007407407407406</c:v>
                </c:pt>
                <c:pt idx="8771">
                  <c:v>0.37022222222222223</c:v>
                </c:pt>
                <c:pt idx="8772">
                  <c:v>0.37022222222222223</c:v>
                </c:pt>
                <c:pt idx="8773">
                  <c:v>0.37037037037037035</c:v>
                </c:pt>
                <c:pt idx="8774">
                  <c:v>0.37037037037037035</c:v>
                </c:pt>
                <c:pt idx="8775">
                  <c:v>0.37037037037037035</c:v>
                </c:pt>
                <c:pt idx="8776">
                  <c:v>0.37037037037037035</c:v>
                </c:pt>
                <c:pt idx="8777">
                  <c:v>0.37037037037037035</c:v>
                </c:pt>
                <c:pt idx="8778">
                  <c:v>0.37037037037037035</c:v>
                </c:pt>
                <c:pt idx="8779">
                  <c:v>0.37051851851851852</c:v>
                </c:pt>
                <c:pt idx="8780">
                  <c:v>0.37051851851851852</c:v>
                </c:pt>
                <c:pt idx="8781">
                  <c:v>0.37051851851851852</c:v>
                </c:pt>
                <c:pt idx="8782">
                  <c:v>0.37066666666666664</c:v>
                </c:pt>
                <c:pt idx="8783">
                  <c:v>0.37066666666666664</c:v>
                </c:pt>
                <c:pt idx="8784">
                  <c:v>0.37066666666666664</c:v>
                </c:pt>
                <c:pt idx="8785">
                  <c:v>0.37066666666666664</c:v>
                </c:pt>
                <c:pt idx="8786">
                  <c:v>0.37066666666666664</c:v>
                </c:pt>
                <c:pt idx="8787">
                  <c:v>0.37066666666666664</c:v>
                </c:pt>
                <c:pt idx="8788">
                  <c:v>0.37066666666666664</c:v>
                </c:pt>
                <c:pt idx="8789">
                  <c:v>0.37081481481481482</c:v>
                </c:pt>
                <c:pt idx="8790">
                  <c:v>0.37081481481481482</c:v>
                </c:pt>
                <c:pt idx="8791">
                  <c:v>0.37081481481481482</c:v>
                </c:pt>
                <c:pt idx="8792">
                  <c:v>0.37081481481481482</c:v>
                </c:pt>
                <c:pt idx="8793">
                  <c:v>0.37081481481481482</c:v>
                </c:pt>
                <c:pt idx="8794">
                  <c:v>0.37081481481481482</c:v>
                </c:pt>
                <c:pt idx="8795">
                  <c:v>0.37081481481481482</c:v>
                </c:pt>
                <c:pt idx="8796">
                  <c:v>0.37081481481481482</c:v>
                </c:pt>
                <c:pt idx="8797">
                  <c:v>0.37081481481481482</c:v>
                </c:pt>
                <c:pt idx="8798">
                  <c:v>0.37081481481481482</c:v>
                </c:pt>
                <c:pt idx="8799">
                  <c:v>0.37081481481481482</c:v>
                </c:pt>
                <c:pt idx="8800">
                  <c:v>0.37081481481481482</c:v>
                </c:pt>
                <c:pt idx="8801">
                  <c:v>0.37081481481481482</c:v>
                </c:pt>
                <c:pt idx="8802">
                  <c:v>0.37081481481481482</c:v>
                </c:pt>
                <c:pt idx="8803">
                  <c:v>0.37081481481481482</c:v>
                </c:pt>
                <c:pt idx="8804">
                  <c:v>0.37096296296296294</c:v>
                </c:pt>
                <c:pt idx="8805">
                  <c:v>0.37096296296296294</c:v>
                </c:pt>
                <c:pt idx="8806">
                  <c:v>0.37096296296296294</c:v>
                </c:pt>
                <c:pt idx="8807">
                  <c:v>0.37096296296296294</c:v>
                </c:pt>
                <c:pt idx="8808">
                  <c:v>0.37111111111111111</c:v>
                </c:pt>
                <c:pt idx="8809">
                  <c:v>0.37111111111111111</c:v>
                </c:pt>
                <c:pt idx="8810">
                  <c:v>0.37125925925925923</c:v>
                </c:pt>
                <c:pt idx="8811">
                  <c:v>0.37125925925925923</c:v>
                </c:pt>
                <c:pt idx="8812">
                  <c:v>0.37125925925925923</c:v>
                </c:pt>
                <c:pt idx="8813">
                  <c:v>0.37125925925925923</c:v>
                </c:pt>
                <c:pt idx="8814">
                  <c:v>0.37125925925925923</c:v>
                </c:pt>
                <c:pt idx="8815">
                  <c:v>0.37125925925925923</c:v>
                </c:pt>
                <c:pt idx="8816">
                  <c:v>0.37125925925925923</c:v>
                </c:pt>
                <c:pt idx="8817">
                  <c:v>0.37125925925925923</c:v>
                </c:pt>
                <c:pt idx="8818">
                  <c:v>0.37140740740740741</c:v>
                </c:pt>
                <c:pt idx="8819">
                  <c:v>0.37140740740740741</c:v>
                </c:pt>
                <c:pt idx="8820">
                  <c:v>0.37140740740740741</c:v>
                </c:pt>
                <c:pt idx="8821">
                  <c:v>0.37155555555555553</c:v>
                </c:pt>
                <c:pt idx="8822">
                  <c:v>0.37155555555555553</c:v>
                </c:pt>
                <c:pt idx="8823">
                  <c:v>0.37155555555555553</c:v>
                </c:pt>
                <c:pt idx="8824">
                  <c:v>0.37155555555555553</c:v>
                </c:pt>
                <c:pt idx="8825">
                  <c:v>0.37155555555555553</c:v>
                </c:pt>
                <c:pt idx="8826">
                  <c:v>0.37155555555555553</c:v>
                </c:pt>
                <c:pt idx="8827">
                  <c:v>0.3717037037037037</c:v>
                </c:pt>
                <c:pt idx="8828">
                  <c:v>0.3717037037037037</c:v>
                </c:pt>
                <c:pt idx="8829">
                  <c:v>0.3717037037037037</c:v>
                </c:pt>
                <c:pt idx="8830">
                  <c:v>0.3717037037037037</c:v>
                </c:pt>
                <c:pt idx="8831">
                  <c:v>0.3717037037037037</c:v>
                </c:pt>
                <c:pt idx="8832">
                  <c:v>0.3717037037037037</c:v>
                </c:pt>
                <c:pt idx="8833">
                  <c:v>0.37185185185185188</c:v>
                </c:pt>
                <c:pt idx="8834">
                  <c:v>0.372</c:v>
                </c:pt>
                <c:pt idx="8835">
                  <c:v>0.372</c:v>
                </c:pt>
                <c:pt idx="8836">
                  <c:v>0.372</c:v>
                </c:pt>
                <c:pt idx="8837">
                  <c:v>0.372</c:v>
                </c:pt>
                <c:pt idx="8838">
                  <c:v>0.37214814814814817</c:v>
                </c:pt>
                <c:pt idx="8839">
                  <c:v>0.37214814814814817</c:v>
                </c:pt>
                <c:pt idx="8840">
                  <c:v>0.37214814814814817</c:v>
                </c:pt>
                <c:pt idx="8841">
                  <c:v>0.37214814814814817</c:v>
                </c:pt>
                <c:pt idx="8842">
                  <c:v>0.37229629629629629</c:v>
                </c:pt>
                <c:pt idx="8843">
                  <c:v>0.37229629629629629</c:v>
                </c:pt>
                <c:pt idx="8844">
                  <c:v>0.37244444444444447</c:v>
                </c:pt>
                <c:pt idx="8845">
                  <c:v>0.37244444444444447</c:v>
                </c:pt>
                <c:pt idx="8846">
                  <c:v>0.37244444444444447</c:v>
                </c:pt>
                <c:pt idx="8847">
                  <c:v>0.37259259259259259</c:v>
                </c:pt>
                <c:pt idx="8848">
                  <c:v>0.37259259259259259</c:v>
                </c:pt>
                <c:pt idx="8849">
                  <c:v>0.37259259259259259</c:v>
                </c:pt>
                <c:pt idx="8850">
                  <c:v>0.37274074074074076</c:v>
                </c:pt>
                <c:pt idx="8851">
                  <c:v>0.37288888888888888</c:v>
                </c:pt>
                <c:pt idx="8852">
                  <c:v>0.37288888888888888</c:v>
                </c:pt>
                <c:pt idx="8853">
                  <c:v>0.37288888888888888</c:v>
                </c:pt>
                <c:pt idx="8854">
                  <c:v>0.37288888888888888</c:v>
                </c:pt>
                <c:pt idx="8855">
                  <c:v>0.37288888888888888</c:v>
                </c:pt>
                <c:pt idx="8856">
                  <c:v>0.37288888888888888</c:v>
                </c:pt>
                <c:pt idx="8857">
                  <c:v>0.37288888888888888</c:v>
                </c:pt>
                <c:pt idx="8858">
                  <c:v>0.37288888888888888</c:v>
                </c:pt>
                <c:pt idx="8859">
                  <c:v>0.37288888888888888</c:v>
                </c:pt>
                <c:pt idx="8860">
                  <c:v>0.37303703703703706</c:v>
                </c:pt>
                <c:pt idx="8861">
                  <c:v>0.37303703703703706</c:v>
                </c:pt>
                <c:pt idx="8862">
                  <c:v>0.37303703703703706</c:v>
                </c:pt>
                <c:pt idx="8863">
                  <c:v>0.37318518518518518</c:v>
                </c:pt>
                <c:pt idx="8864">
                  <c:v>0.37318518518518518</c:v>
                </c:pt>
                <c:pt idx="8865">
                  <c:v>0.37318518518518518</c:v>
                </c:pt>
                <c:pt idx="8866">
                  <c:v>0.37318518518518518</c:v>
                </c:pt>
                <c:pt idx="8867">
                  <c:v>0.37333333333333335</c:v>
                </c:pt>
                <c:pt idx="8868">
                  <c:v>0.37333333333333335</c:v>
                </c:pt>
                <c:pt idx="8869">
                  <c:v>0.37333333333333335</c:v>
                </c:pt>
                <c:pt idx="8870">
                  <c:v>0.37333333333333335</c:v>
                </c:pt>
                <c:pt idx="8871">
                  <c:v>0.37333333333333335</c:v>
                </c:pt>
                <c:pt idx="8872">
                  <c:v>0.37333333333333335</c:v>
                </c:pt>
                <c:pt idx="8873">
                  <c:v>0.37333333333333335</c:v>
                </c:pt>
                <c:pt idx="8874">
                  <c:v>0.37333333333333335</c:v>
                </c:pt>
                <c:pt idx="8875">
                  <c:v>0.37333333333333335</c:v>
                </c:pt>
                <c:pt idx="8876">
                  <c:v>0.37333333333333335</c:v>
                </c:pt>
                <c:pt idx="8877">
                  <c:v>0.37348148148148147</c:v>
                </c:pt>
                <c:pt idx="8878">
                  <c:v>0.37348148148148147</c:v>
                </c:pt>
                <c:pt idx="8879">
                  <c:v>0.37362962962962964</c:v>
                </c:pt>
                <c:pt idx="8880">
                  <c:v>0.37362962962962964</c:v>
                </c:pt>
                <c:pt idx="8881">
                  <c:v>0.37377777777777776</c:v>
                </c:pt>
                <c:pt idx="8882">
                  <c:v>0.37392592592592594</c:v>
                </c:pt>
                <c:pt idx="8883">
                  <c:v>0.37407407407407406</c:v>
                </c:pt>
                <c:pt idx="8884">
                  <c:v>0.37407407407407406</c:v>
                </c:pt>
                <c:pt idx="8885">
                  <c:v>0.37407407407407406</c:v>
                </c:pt>
                <c:pt idx="8886">
                  <c:v>0.37407407407407406</c:v>
                </c:pt>
                <c:pt idx="8887">
                  <c:v>0.37407407407407406</c:v>
                </c:pt>
                <c:pt idx="8888">
                  <c:v>0.37407407407407406</c:v>
                </c:pt>
                <c:pt idx="8889">
                  <c:v>0.37407407407407406</c:v>
                </c:pt>
                <c:pt idx="8890">
                  <c:v>0.37407407407407406</c:v>
                </c:pt>
                <c:pt idx="8891">
                  <c:v>0.37407407407407406</c:v>
                </c:pt>
                <c:pt idx="8892">
                  <c:v>0.37422222222222223</c:v>
                </c:pt>
                <c:pt idx="8893">
                  <c:v>0.37437037037037035</c:v>
                </c:pt>
                <c:pt idx="8894">
                  <c:v>0.37437037037037035</c:v>
                </c:pt>
                <c:pt idx="8895">
                  <c:v>0.37451851851851853</c:v>
                </c:pt>
                <c:pt idx="8896">
                  <c:v>0.37451851851851853</c:v>
                </c:pt>
                <c:pt idx="8897">
                  <c:v>0.37466666666666665</c:v>
                </c:pt>
                <c:pt idx="8898">
                  <c:v>0.37466666666666665</c:v>
                </c:pt>
                <c:pt idx="8899">
                  <c:v>0.37466666666666665</c:v>
                </c:pt>
                <c:pt idx="8900">
                  <c:v>0.37481481481481482</c:v>
                </c:pt>
                <c:pt idx="8901">
                  <c:v>0.37481481481481482</c:v>
                </c:pt>
                <c:pt idx="8902">
                  <c:v>0.37481481481481482</c:v>
                </c:pt>
                <c:pt idx="8903">
                  <c:v>0.37481481481481482</c:v>
                </c:pt>
                <c:pt idx="8904">
                  <c:v>0.37481481481481482</c:v>
                </c:pt>
                <c:pt idx="8905">
                  <c:v>0.37496296296296294</c:v>
                </c:pt>
                <c:pt idx="8906">
                  <c:v>0.37496296296296294</c:v>
                </c:pt>
                <c:pt idx="8907">
                  <c:v>0.37496296296296294</c:v>
                </c:pt>
                <c:pt idx="8908">
                  <c:v>0.37496296296296294</c:v>
                </c:pt>
                <c:pt idx="8909">
                  <c:v>0.37496296296296294</c:v>
                </c:pt>
                <c:pt idx="8910">
                  <c:v>0.37496296296296294</c:v>
                </c:pt>
                <c:pt idx="8911">
                  <c:v>0.37496296296296294</c:v>
                </c:pt>
                <c:pt idx="8912">
                  <c:v>0.37496296296296294</c:v>
                </c:pt>
                <c:pt idx="8913">
                  <c:v>0.37496296296296294</c:v>
                </c:pt>
                <c:pt idx="8914">
                  <c:v>0.37511111111111112</c:v>
                </c:pt>
                <c:pt idx="8915">
                  <c:v>0.37511111111111112</c:v>
                </c:pt>
                <c:pt idx="8916">
                  <c:v>0.37511111111111112</c:v>
                </c:pt>
                <c:pt idx="8917">
                  <c:v>0.37511111111111112</c:v>
                </c:pt>
                <c:pt idx="8918">
                  <c:v>0.37511111111111112</c:v>
                </c:pt>
                <c:pt idx="8919">
                  <c:v>0.37511111111111112</c:v>
                </c:pt>
                <c:pt idx="8920">
                  <c:v>0.37525925925925924</c:v>
                </c:pt>
                <c:pt idx="8921">
                  <c:v>0.37525925925925924</c:v>
                </c:pt>
                <c:pt idx="8922">
                  <c:v>0.37525925925925924</c:v>
                </c:pt>
                <c:pt idx="8923">
                  <c:v>0.37540740740740741</c:v>
                </c:pt>
                <c:pt idx="8924">
                  <c:v>0.37540740740740741</c:v>
                </c:pt>
                <c:pt idx="8925">
                  <c:v>0.37540740740740741</c:v>
                </c:pt>
                <c:pt idx="8926">
                  <c:v>0.37540740740740741</c:v>
                </c:pt>
                <c:pt idx="8927">
                  <c:v>0.37555555555555553</c:v>
                </c:pt>
                <c:pt idx="8928">
                  <c:v>0.37555555555555553</c:v>
                </c:pt>
                <c:pt idx="8929">
                  <c:v>0.37555555555555553</c:v>
                </c:pt>
                <c:pt idx="8930">
                  <c:v>0.37570370370370371</c:v>
                </c:pt>
                <c:pt idx="8931">
                  <c:v>0.37570370370370371</c:v>
                </c:pt>
                <c:pt idx="8932">
                  <c:v>0.37570370370370371</c:v>
                </c:pt>
                <c:pt idx="8933">
                  <c:v>0.37570370370370371</c:v>
                </c:pt>
                <c:pt idx="8934">
                  <c:v>0.37585185185185183</c:v>
                </c:pt>
                <c:pt idx="8935">
                  <c:v>0.37585185185185183</c:v>
                </c:pt>
                <c:pt idx="8936">
                  <c:v>0.376</c:v>
                </c:pt>
                <c:pt idx="8937">
                  <c:v>0.376</c:v>
                </c:pt>
                <c:pt idx="8938">
                  <c:v>0.376</c:v>
                </c:pt>
                <c:pt idx="8939">
                  <c:v>0.376</c:v>
                </c:pt>
                <c:pt idx="8940">
                  <c:v>0.37614814814814818</c:v>
                </c:pt>
                <c:pt idx="8941">
                  <c:v>0.37614814814814818</c:v>
                </c:pt>
                <c:pt idx="8942">
                  <c:v>0.37614814814814818</c:v>
                </c:pt>
                <c:pt idx="8943">
                  <c:v>0.37614814814814818</c:v>
                </c:pt>
                <c:pt idx="8944">
                  <c:v>0.3762962962962963</c:v>
                </c:pt>
                <c:pt idx="8945">
                  <c:v>0.37644444444444447</c:v>
                </c:pt>
                <c:pt idx="8946">
                  <c:v>0.37644444444444447</c:v>
                </c:pt>
                <c:pt idx="8947">
                  <c:v>0.37644444444444447</c:v>
                </c:pt>
                <c:pt idx="8948">
                  <c:v>0.37644444444444447</c:v>
                </c:pt>
                <c:pt idx="8949">
                  <c:v>0.37659259259259259</c:v>
                </c:pt>
                <c:pt idx="8950">
                  <c:v>0.37659259259259259</c:v>
                </c:pt>
                <c:pt idx="8951">
                  <c:v>0.37674074074074076</c:v>
                </c:pt>
                <c:pt idx="8952">
                  <c:v>0.37674074074074076</c:v>
                </c:pt>
                <c:pt idx="8953">
                  <c:v>0.37674074074074076</c:v>
                </c:pt>
                <c:pt idx="8954">
                  <c:v>0.37688888888888888</c:v>
                </c:pt>
                <c:pt idx="8955">
                  <c:v>0.37688888888888888</c:v>
                </c:pt>
                <c:pt idx="8956">
                  <c:v>0.37703703703703706</c:v>
                </c:pt>
                <c:pt idx="8957">
                  <c:v>0.37703703703703706</c:v>
                </c:pt>
                <c:pt idx="8958">
                  <c:v>0.37703703703703706</c:v>
                </c:pt>
                <c:pt idx="8959">
                  <c:v>0.37703703703703706</c:v>
                </c:pt>
                <c:pt idx="8960">
                  <c:v>0.37703703703703706</c:v>
                </c:pt>
                <c:pt idx="8961">
                  <c:v>0.37703703703703706</c:v>
                </c:pt>
                <c:pt idx="8962">
                  <c:v>0.37703703703703706</c:v>
                </c:pt>
                <c:pt idx="8963">
                  <c:v>0.37718518518518518</c:v>
                </c:pt>
                <c:pt idx="8964">
                  <c:v>0.37718518518518518</c:v>
                </c:pt>
                <c:pt idx="8965">
                  <c:v>0.37733333333333335</c:v>
                </c:pt>
                <c:pt idx="8966">
                  <c:v>0.37748148148148147</c:v>
                </c:pt>
                <c:pt idx="8967">
                  <c:v>0.37748148148148147</c:v>
                </c:pt>
                <c:pt idx="8968">
                  <c:v>0.37762962962962965</c:v>
                </c:pt>
                <c:pt idx="8969">
                  <c:v>0.37762962962962965</c:v>
                </c:pt>
                <c:pt idx="8970">
                  <c:v>0.37762962962962965</c:v>
                </c:pt>
                <c:pt idx="8971">
                  <c:v>0.37762962962962965</c:v>
                </c:pt>
                <c:pt idx="8972">
                  <c:v>0.37777777777777777</c:v>
                </c:pt>
                <c:pt idx="8973">
                  <c:v>0.37777777777777777</c:v>
                </c:pt>
                <c:pt idx="8974">
                  <c:v>0.37777777777777777</c:v>
                </c:pt>
                <c:pt idx="8975">
                  <c:v>0.37777777777777777</c:v>
                </c:pt>
                <c:pt idx="8976">
                  <c:v>0.37777777777777777</c:v>
                </c:pt>
                <c:pt idx="8977">
                  <c:v>0.37777777777777777</c:v>
                </c:pt>
                <c:pt idx="8978">
                  <c:v>0.37777777777777777</c:v>
                </c:pt>
                <c:pt idx="8979">
                  <c:v>0.37777777777777777</c:v>
                </c:pt>
                <c:pt idx="8980">
                  <c:v>0.37777777777777777</c:v>
                </c:pt>
                <c:pt idx="8981">
                  <c:v>0.37792592592592594</c:v>
                </c:pt>
                <c:pt idx="8982">
                  <c:v>0.37807407407407406</c:v>
                </c:pt>
                <c:pt idx="8983">
                  <c:v>0.37807407407407406</c:v>
                </c:pt>
                <c:pt idx="8984">
                  <c:v>0.37807407407407406</c:v>
                </c:pt>
                <c:pt idx="8985">
                  <c:v>0.37807407407407406</c:v>
                </c:pt>
                <c:pt idx="8986">
                  <c:v>0.37807407407407406</c:v>
                </c:pt>
                <c:pt idx="8987">
                  <c:v>0.37822222222222224</c:v>
                </c:pt>
                <c:pt idx="8988">
                  <c:v>0.37837037037037036</c:v>
                </c:pt>
                <c:pt idx="8989">
                  <c:v>0.37851851851851853</c:v>
                </c:pt>
                <c:pt idx="8990">
                  <c:v>0.37851851851851853</c:v>
                </c:pt>
                <c:pt idx="8991">
                  <c:v>0.37851851851851853</c:v>
                </c:pt>
                <c:pt idx="8992">
                  <c:v>0.37866666666666665</c:v>
                </c:pt>
                <c:pt idx="8993">
                  <c:v>0.37866666666666665</c:v>
                </c:pt>
                <c:pt idx="8994">
                  <c:v>0.37866666666666665</c:v>
                </c:pt>
                <c:pt idx="8995">
                  <c:v>0.37866666666666665</c:v>
                </c:pt>
                <c:pt idx="8996">
                  <c:v>0.37881481481481483</c:v>
                </c:pt>
                <c:pt idx="8997">
                  <c:v>0.37896296296296295</c:v>
                </c:pt>
                <c:pt idx="8998">
                  <c:v>0.37896296296296295</c:v>
                </c:pt>
                <c:pt idx="8999">
                  <c:v>0.37896296296296295</c:v>
                </c:pt>
                <c:pt idx="9000">
                  <c:v>0.37896296296296295</c:v>
                </c:pt>
                <c:pt idx="9001">
                  <c:v>0.37911111111111112</c:v>
                </c:pt>
                <c:pt idx="9002">
                  <c:v>0.37911111111111112</c:v>
                </c:pt>
                <c:pt idx="9003">
                  <c:v>0.37911111111111112</c:v>
                </c:pt>
                <c:pt idx="9004">
                  <c:v>0.37911111111111112</c:v>
                </c:pt>
                <c:pt idx="9005">
                  <c:v>0.37911111111111112</c:v>
                </c:pt>
                <c:pt idx="9006">
                  <c:v>0.37925925925925924</c:v>
                </c:pt>
                <c:pt idx="9007">
                  <c:v>0.37940740740740742</c:v>
                </c:pt>
                <c:pt idx="9008">
                  <c:v>0.37940740740740742</c:v>
                </c:pt>
                <c:pt idx="9009">
                  <c:v>0.37940740740740742</c:v>
                </c:pt>
                <c:pt idx="9010">
                  <c:v>0.37940740740740742</c:v>
                </c:pt>
                <c:pt idx="9011">
                  <c:v>0.37940740740740742</c:v>
                </c:pt>
                <c:pt idx="9012">
                  <c:v>0.37940740740740742</c:v>
                </c:pt>
                <c:pt idx="9013">
                  <c:v>0.37955555555555553</c:v>
                </c:pt>
                <c:pt idx="9014">
                  <c:v>0.37955555555555553</c:v>
                </c:pt>
                <c:pt idx="9015">
                  <c:v>0.37955555555555553</c:v>
                </c:pt>
                <c:pt idx="9016">
                  <c:v>0.37955555555555553</c:v>
                </c:pt>
                <c:pt idx="9017">
                  <c:v>0.37955555555555553</c:v>
                </c:pt>
                <c:pt idx="9018">
                  <c:v>0.37955555555555553</c:v>
                </c:pt>
                <c:pt idx="9019">
                  <c:v>0.37955555555555553</c:v>
                </c:pt>
                <c:pt idx="9020">
                  <c:v>0.37955555555555553</c:v>
                </c:pt>
                <c:pt idx="9021">
                  <c:v>0.37955555555555553</c:v>
                </c:pt>
                <c:pt idx="9022">
                  <c:v>0.37955555555555553</c:v>
                </c:pt>
                <c:pt idx="9023">
                  <c:v>0.37955555555555553</c:v>
                </c:pt>
                <c:pt idx="9024">
                  <c:v>0.37955555555555553</c:v>
                </c:pt>
                <c:pt idx="9025">
                  <c:v>0.37955555555555553</c:v>
                </c:pt>
                <c:pt idx="9026">
                  <c:v>0.37955555555555553</c:v>
                </c:pt>
                <c:pt idx="9027">
                  <c:v>0.37955555555555553</c:v>
                </c:pt>
                <c:pt idx="9028">
                  <c:v>0.37970370370370371</c:v>
                </c:pt>
                <c:pt idx="9029">
                  <c:v>0.37970370370370371</c:v>
                </c:pt>
                <c:pt idx="9030">
                  <c:v>0.37985185185185183</c:v>
                </c:pt>
                <c:pt idx="9031">
                  <c:v>0.38</c:v>
                </c:pt>
                <c:pt idx="9032">
                  <c:v>0.38</c:v>
                </c:pt>
                <c:pt idx="9033">
                  <c:v>0.38</c:v>
                </c:pt>
                <c:pt idx="9034">
                  <c:v>0.38</c:v>
                </c:pt>
                <c:pt idx="9035">
                  <c:v>0.38</c:v>
                </c:pt>
                <c:pt idx="9036">
                  <c:v>0.38</c:v>
                </c:pt>
                <c:pt idx="9037">
                  <c:v>0.38</c:v>
                </c:pt>
                <c:pt idx="9038">
                  <c:v>0.38</c:v>
                </c:pt>
                <c:pt idx="9039">
                  <c:v>0.38014814814814812</c:v>
                </c:pt>
                <c:pt idx="9040">
                  <c:v>0.38014814814814812</c:v>
                </c:pt>
                <c:pt idx="9041">
                  <c:v>0.38014814814814812</c:v>
                </c:pt>
                <c:pt idx="9042">
                  <c:v>0.3802962962962963</c:v>
                </c:pt>
                <c:pt idx="9043">
                  <c:v>0.3802962962962963</c:v>
                </c:pt>
                <c:pt idx="9044">
                  <c:v>0.38044444444444442</c:v>
                </c:pt>
                <c:pt idx="9045">
                  <c:v>0.38059259259259259</c:v>
                </c:pt>
                <c:pt idx="9046">
                  <c:v>0.38059259259259259</c:v>
                </c:pt>
                <c:pt idx="9047">
                  <c:v>0.38059259259259259</c:v>
                </c:pt>
                <c:pt idx="9048">
                  <c:v>0.38059259259259259</c:v>
                </c:pt>
                <c:pt idx="9049">
                  <c:v>0.38059259259259259</c:v>
                </c:pt>
                <c:pt idx="9050">
                  <c:v>0.38059259259259259</c:v>
                </c:pt>
                <c:pt idx="9051">
                  <c:v>0.38074074074074077</c:v>
                </c:pt>
                <c:pt idx="9052">
                  <c:v>0.38074074074074077</c:v>
                </c:pt>
                <c:pt idx="9053">
                  <c:v>0.38074074074074077</c:v>
                </c:pt>
                <c:pt idx="9054">
                  <c:v>0.38074074074074077</c:v>
                </c:pt>
                <c:pt idx="9055">
                  <c:v>0.38074074074074077</c:v>
                </c:pt>
                <c:pt idx="9056">
                  <c:v>0.38074074074074077</c:v>
                </c:pt>
                <c:pt idx="9057">
                  <c:v>0.38074074074074077</c:v>
                </c:pt>
                <c:pt idx="9058">
                  <c:v>0.38088888888888889</c:v>
                </c:pt>
                <c:pt idx="9059">
                  <c:v>0.38088888888888889</c:v>
                </c:pt>
                <c:pt idx="9060">
                  <c:v>0.38088888888888889</c:v>
                </c:pt>
                <c:pt idx="9061">
                  <c:v>0.38103703703703706</c:v>
                </c:pt>
                <c:pt idx="9062">
                  <c:v>0.38118518518518518</c:v>
                </c:pt>
                <c:pt idx="9063">
                  <c:v>0.38133333333333336</c:v>
                </c:pt>
                <c:pt idx="9064">
                  <c:v>0.38133333333333336</c:v>
                </c:pt>
                <c:pt idx="9065">
                  <c:v>0.38148148148148148</c:v>
                </c:pt>
                <c:pt idx="9066">
                  <c:v>0.38148148148148148</c:v>
                </c:pt>
                <c:pt idx="9067">
                  <c:v>0.38148148148148148</c:v>
                </c:pt>
                <c:pt idx="9068">
                  <c:v>0.38148148148148148</c:v>
                </c:pt>
                <c:pt idx="9069">
                  <c:v>0.38148148148148148</c:v>
                </c:pt>
                <c:pt idx="9070">
                  <c:v>0.38148148148148148</c:v>
                </c:pt>
                <c:pt idx="9071">
                  <c:v>0.38148148148148148</c:v>
                </c:pt>
                <c:pt idx="9072">
                  <c:v>0.38148148148148148</c:v>
                </c:pt>
                <c:pt idx="9073">
                  <c:v>0.38148148148148148</c:v>
                </c:pt>
                <c:pt idx="9074">
                  <c:v>0.38162962962962965</c:v>
                </c:pt>
                <c:pt idx="9075">
                  <c:v>0.38162962962962965</c:v>
                </c:pt>
                <c:pt idx="9076">
                  <c:v>0.38177777777777777</c:v>
                </c:pt>
                <c:pt idx="9077">
                  <c:v>0.38177777777777777</c:v>
                </c:pt>
                <c:pt idx="9078">
                  <c:v>0.38192592592592595</c:v>
                </c:pt>
                <c:pt idx="9079">
                  <c:v>0.38207407407407407</c:v>
                </c:pt>
                <c:pt idx="9080">
                  <c:v>0.38222222222222224</c:v>
                </c:pt>
                <c:pt idx="9081">
                  <c:v>0.38222222222222224</c:v>
                </c:pt>
                <c:pt idx="9082">
                  <c:v>0.38222222222222224</c:v>
                </c:pt>
                <c:pt idx="9083">
                  <c:v>0.38222222222222224</c:v>
                </c:pt>
                <c:pt idx="9084">
                  <c:v>0.38222222222222224</c:v>
                </c:pt>
                <c:pt idx="9085">
                  <c:v>0.38222222222222224</c:v>
                </c:pt>
                <c:pt idx="9086">
                  <c:v>0.38222222222222224</c:v>
                </c:pt>
                <c:pt idx="9087">
                  <c:v>0.38222222222222224</c:v>
                </c:pt>
                <c:pt idx="9088">
                  <c:v>0.38222222222222224</c:v>
                </c:pt>
                <c:pt idx="9089">
                  <c:v>0.38222222222222224</c:v>
                </c:pt>
                <c:pt idx="9090">
                  <c:v>0.38237037037037036</c:v>
                </c:pt>
                <c:pt idx="9091">
                  <c:v>0.38237037037037036</c:v>
                </c:pt>
                <c:pt idx="9092">
                  <c:v>0.38237037037037036</c:v>
                </c:pt>
                <c:pt idx="9093">
                  <c:v>0.38251851851851854</c:v>
                </c:pt>
                <c:pt idx="9094">
                  <c:v>0.38251851851851854</c:v>
                </c:pt>
                <c:pt idx="9095">
                  <c:v>0.38251851851851854</c:v>
                </c:pt>
                <c:pt idx="9096">
                  <c:v>0.38266666666666665</c:v>
                </c:pt>
                <c:pt idx="9097">
                  <c:v>0.38266666666666665</c:v>
                </c:pt>
                <c:pt idx="9098">
                  <c:v>0.38281481481481483</c:v>
                </c:pt>
                <c:pt idx="9099">
                  <c:v>0.38281481481481483</c:v>
                </c:pt>
                <c:pt idx="9100">
                  <c:v>0.38281481481481483</c:v>
                </c:pt>
                <c:pt idx="9101">
                  <c:v>0.38296296296296295</c:v>
                </c:pt>
                <c:pt idx="9102">
                  <c:v>0.38296296296296295</c:v>
                </c:pt>
                <c:pt idx="9103">
                  <c:v>0.38296296296296295</c:v>
                </c:pt>
                <c:pt idx="9104">
                  <c:v>0.38296296296296295</c:v>
                </c:pt>
                <c:pt idx="9105">
                  <c:v>0.38296296296296295</c:v>
                </c:pt>
                <c:pt idx="9106">
                  <c:v>0.38296296296296295</c:v>
                </c:pt>
                <c:pt idx="9107">
                  <c:v>0.38296296296296295</c:v>
                </c:pt>
                <c:pt idx="9108">
                  <c:v>0.38296296296296295</c:v>
                </c:pt>
                <c:pt idx="9109">
                  <c:v>0.38296296296296295</c:v>
                </c:pt>
                <c:pt idx="9110">
                  <c:v>0.38311111111111112</c:v>
                </c:pt>
                <c:pt idx="9111">
                  <c:v>0.38311111111111112</c:v>
                </c:pt>
                <c:pt idx="9112">
                  <c:v>0.38311111111111112</c:v>
                </c:pt>
                <c:pt idx="9113">
                  <c:v>0.38311111111111112</c:v>
                </c:pt>
                <c:pt idx="9114">
                  <c:v>0.38325925925925924</c:v>
                </c:pt>
                <c:pt idx="9115">
                  <c:v>0.38325925925925924</c:v>
                </c:pt>
                <c:pt idx="9116">
                  <c:v>0.38325925925925924</c:v>
                </c:pt>
                <c:pt idx="9117">
                  <c:v>0.38340740740740742</c:v>
                </c:pt>
                <c:pt idx="9118">
                  <c:v>0.38340740740740742</c:v>
                </c:pt>
                <c:pt idx="9119">
                  <c:v>0.38355555555555554</c:v>
                </c:pt>
                <c:pt idx="9120">
                  <c:v>0.38370370370370371</c:v>
                </c:pt>
                <c:pt idx="9121">
                  <c:v>0.38370370370370371</c:v>
                </c:pt>
                <c:pt idx="9122">
                  <c:v>0.38385185185185183</c:v>
                </c:pt>
                <c:pt idx="9123">
                  <c:v>0.38385185185185183</c:v>
                </c:pt>
                <c:pt idx="9124">
                  <c:v>0.38385185185185183</c:v>
                </c:pt>
                <c:pt idx="9125">
                  <c:v>0.38385185185185183</c:v>
                </c:pt>
                <c:pt idx="9126">
                  <c:v>0.38400000000000001</c:v>
                </c:pt>
                <c:pt idx="9127">
                  <c:v>0.38414814814814813</c:v>
                </c:pt>
                <c:pt idx="9128">
                  <c:v>0.38414814814814813</c:v>
                </c:pt>
                <c:pt idx="9129">
                  <c:v>0.3842962962962963</c:v>
                </c:pt>
                <c:pt idx="9130">
                  <c:v>0.3842962962962963</c:v>
                </c:pt>
                <c:pt idx="9131">
                  <c:v>0.38444444444444442</c:v>
                </c:pt>
                <c:pt idx="9132">
                  <c:v>0.3845925925925926</c:v>
                </c:pt>
                <c:pt idx="9133">
                  <c:v>0.38474074074074072</c:v>
                </c:pt>
                <c:pt idx="9134">
                  <c:v>0.38474074074074072</c:v>
                </c:pt>
                <c:pt idx="9135">
                  <c:v>0.38474074074074072</c:v>
                </c:pt>
                <c:pt idx="9136">
                  <c:v>0.38474074074074072</c:v>
                </c:pt>
                <c:pt idx="9137">
                  <c:v>0.38474074074074072</c:v>
                </c:pt>
                <c:pt idx="9138">
                  <c:v>0.38474074074074072</c:v>
                </c:pt>
                <c:pt idx="9139">
                  <c:v>0.38474074074074072</c:v>
                </c:pt>
                <c:pt idx="9140">
                  <c:v>0.38488888888888889</c:v>
                </c:pt>
                <c:pt idx="9141">
                  <c:v>0.38503703703703701</c:v>
                </c:pt>
                <c:pt idx="9142">
                  <c:v>0.38503703703703701</c:v>
                </c:pt>
                <c:pt idx="9143">
                  <c:v>0.38503703703703701</c:v>
                </c:pt>
                <c:pt idx="9144">
                  <c:v>0.38503703703703701</c:v>
                </c:pt>
                <c:pt idx="9145">
                  <c:v>0.38503703703703701</c:v>
                </c:pt>
                <c:pt idx="9146">
                  <c:v>0.38503703703703701</c:v>
                </c:pt>
                <c:pt idx="9147">
                  <c:v>0.38503703703703701</c:v>
                </c:pt>
                <c:pt idx="9148">
                  <c:v>0.38503703703703701</c:v>
                </c:pt>
                <c:pt idx="9149">
                  <c:v>0.38503703703703701</c:v>
                </c:pt>
                <c:pt idx="9150">
                  <c:v>0.38503703703703701</c:v>
                </c:pt>
                <c:pt idx="9151">
                  <c:v>0.38503703703703701</c:v>
                </c:pt>
                <c:pt idx="9152">
                  <c:v>0.38503703703703701</c:v>
                </c:pt>
                <c:pt idx="9153">
                  <c:v>0.38503703703703701</c:v>
                </c:pt>
                <c:pt idx="9154">
                  <c:v>0.38518518518518519</c:v>
                </c:pt>
                <c:pt idx="9155">
                  <c:v>0.38518518518518519</c:v>
                </c:pt>
                <c:pt idx="9156">
                  <c:v>0.38518518518518519</c:v>
                </c:pt>
                <c:pt idx="9157">
                  <c:v>0.38533333333333336</c:v>
                </c:pt>
                <c:pt idx="9158">
                  <c:v>0.38533333333333336</c:v>
                </c:pt>
                <c:pt idx="9159">
                  <c:v>0.38533333333333336</c:v>
                </c:pt>
                <c:pt idx="9160">
                  <c:v>0.38533333333333336</c:v>
                </c:pt>
                <c:pt idx="9161">
                  <c:v>0.38533333333333336</c:v>
                </c:pt>
                <c:pt idx="9162">
                  <c:v>0.38533333333333336</c:v>
                </c:pt>
                <c:pt idx="9163">
                  <c:v>0.38533333333333336</c:v>
                </c:pt>
                <c:pt idx="9164">
                  <c:v>0.38533333333333336</c:v>
                </c:pt>
                <c:pt idx="9165">
                  <c:v>0.38548148148148148</c:v>
                </c:pt>
                <c:pt idx="9166">
                  <c:v>0.38548148148148148</c:v>
                </c:pt>
                <c:pt idx="9167">
                  <c:v>0.38562962962962966</c:v>
                </c:pt>
                <c:pt idx="9168">
                  <c:v>0.38562962962962966</c:v>
                </c:pt>
                <c:pt idx="9169">
                  <c:v>0.38562962962962966</c:v>
                </c:pt>
                <c:pt idx="9170">
                  <c:v>0.38562962962962966</c:v>
                </c:pt>
                <c:pt idx="9171">
                  <c:v>0.38562962962962966</c:v>
                </c:pt>
                <c:pt idx="9172">
                  <c:v>0.38562962962962966</c:v>
                </c:pt>
                <c:pt idx="9173">
                  <c:v>0.38562962962962966</c:v>
                </c:pt>
                <c:pt idx="9174">
                  <c:v>0.38562962962962966</c:v>
                </c:pt>
                <c:pt idx="9175">
                  <c:v>0.38562962962962966</c:v>
                </c:pt>
                <c:pt idx="9176">
                  <c:v>0.38562962962962966</c:v>
                </c:pt>
                <c:pt idx="9177">
                  <c:v>0.38562962962962966</c:v>
                </c:pt>
                <c:pt idx="9178">
                  <c:v>0.38577777777777778</c:v>
                </c:pt>
                <c:pt idx="9179">
                  <c:v>0.38592592592592595</c:v>
                </c:pt>
                <c:pt idx="9180">
                  <c:v>0.38607407407407407</c:v>
                </c:pt>
                <c:pt idx="9181">
                  <c:v>0.38622222222222224</c:v>
                </c:pt>
                <c:pt idx="9182">
                  <c:v>0.38622222222222224</c:v>
                </c:pt>
                <c:pt idx="9183">
                  <c:v>0.38622222222222224</c:v>
                </c:pt>
                <c:pt idx="9184">
                  <c:v>0.38622222222222224</c:v>
                </c:pt>
                <c:pt idx="9185">
                  <c:v>0.38622222222222224</c:v>
                </c:pt>
                <c:pt idx="9186">
                  <c:v>0.38622222222222224</c:v>
                </c:pt>
                <c:pt idx="9187">
                  <c:v>0.38622222222222224</c:v>
                </c:pt>
                <c:pt idx="9188">
                  <c:v>0.38622222222222224</c:v>
                </c:pt>
                <c:pt idx="9189">
                  <c:v>0.38622222222222224</c:v>
                </c:pt>
                <c:pt idx="9190">
                  <c:v>0.38637037037037036</c:v>
                </c:pt>
                <c:pt idx="9191">
                  <c:v>0.38651851851851854</c:v>
                </c:pt>
                <c:pt idx="9192">
                  <c:v>0.38651851851851854</c:v>
                </c:pt>
                <c:pt idx="9193">
                  <c:v>0.38666666666666666</c:v>
                </c:pt>
                <c:pt idx="9194">
                  <c:v>0.38681481481481483</c:v>
                </c:pt>
                <c:pt idx="9195">
                  <c:v>0.38681481481481483</c:v>
                </c:pt>
                <c:pt idx="9196">
                  <c:v>0.38696296296296295</c:v>
                </c:pt>
                <c:pt idx="9197">
                  <c:v>0.38711111111111113</c:v>
                </c:pt>
                <c:pt idx="9198">
                  <c:v>0.38711111111111113</c:v>
                </c:pt>
                <c:pt idx="9199">
                  <c:v>0.38711111111111113</c:v>
                </c:pt>
                <c:pt idx="9200">
                  <c:v>0.38711111111111113</c:v>
                </c:pt>
                <c:pt idx="9201">
                  <c:v>0.38711111111111113</c:v>
                </c:pt>
                <c:pt idx="9202">
                  <c:v>0.38725925925925925</c:v>
                </c:pt>
                <c:pt idx="9203">
                  <c:v>0.38725925925925925</c:v>
                </c:pt>
                <c:pt idx="9204">
                  <c:v>0.38725925925925925</c:v>
                </c:pt>
                <c:pt idx="9205">
                  <c:v>0.38725925925925925</c:v>
                </c:pt>
                <c:pt idx="9206">
                  <c:v>0.38740740740740742</c:v>
                </c:pt>
                <c:pt idx="9207">
                  <c:v>0.38740740740740742</c:v>
                </c:pt>
                <c:pt idx="9208">
                  <c:v>0.38755555555555554</c:v>
                </c:pt>
                <c:pt idx="9209">
                  <c:v>0.38755555555555554</c:v>
                </c:pt>
                <c:pt idx="9210">
                  <c:v>0.38755555555555554</c:v>
                </c:pt>
                <c:pt idx="9211">
                  <c:v>0.38755555555555554</c:v>
                </c:pt>
                <c:pt idx="9212">
                  <c:v>0.38755555555555554</c:v>
                </c:pt>
                <c:pt idx="9213">
                  <c:v>0.38755555555555554</c:v>
                </c:pt>
                <c:pt idx="9214">
                  <c:v>0.38770370370370372</c:v>
                </c:pt>
                <c:pt idx="9215">
                  <c:v>0.38770370370370372</c:v>
                </c:pt>
                <c:pt idx="9216">
                  <c:v>0.38785185185185184</c:v>
                </c:pt>
                <c:pt idx="9217">
                  <c:v>0.38800000000000001</c:v>
                </c:pt>
                <c:pt idx="9218">
                  <c:v>0.38800000000000001</c:v>
                </c:pt>
                <c:pt idx="9219">
                  <c:v>0.38800000000000001</c:v>
                </c:pt>
                <c:pt idx="9220">
                  <c:v>0.38800000000000001</c:v>
                </c:pt>
                <c:pt idx="9221">
                  <c:v>0.38800000000000001</c:v>
                </c:pt>
                <c:pt idx="9222">
                  <c:v>0.38814814814814813</c:v>
                </c:pt>
                <c:pt idx="9223">
                  <c:v>0.38814814814814813</c:v>
                </c:pt>
                <c:pt idx="9224">
                  <c:v>0.38814814814814813</c:v>
                </c:pt>
                <c:pt idx="9225">
                  <c:v>0.38814814814814813</c:v>
                </c:pt>
                <c:pt idx="9226">
                  <c:v>0.38814814814814813</c:v>
                </c:pt>
                <c:pt idx="9227">
                  <c:v>0.38814814814814813</c:v>
                </c:pt>
                <c:pt idx="9228">
                  <c:v>0.38814814814814813</c:v>
                </c:pt>
                <c:pt idx="9229">
                  <c:v>0.38814814814814813</c:v>
                </c:pt>
                <c:pt idx="9230">
                  <c:v>0.38814814814814813</c:v>
                </c:pt>
                <c:pt idx="9231">
                  <c:v>0.38814814814814813</c:v>
                </c:pt>
                <c:pt idx="9232">
                  <c:v>0.38814814814814813</c:v>
                </c:pt>
                <c:pt idx="9233">
                  <c:v>0.38829629629629631</c:v>
                </c:pt>
                <c:pt idx="9234">
                  <c:v>0.38829629629629631</c:v>
                </c:pt>
                <c:pt idx="9235">
                  <c:v>0.38829629629629631</c:v>
                </c:pt>
                <c:pt idx="9236">
                  <c:v>0.38829629629629631</c:v>
                </c:pt>
                <c:pt idx="9237">
                  <c:v>0.38844444444444443</c:v>
                </c:pt>
                <c:pt idx="9238">
                  <c:v>0.3885925925925926</c:v>
                </c:pt>
                <c:pt idx="9239">
                  <c:v>0.3885925925925926</c:v>
                </c:pt>
                <c:pt idx="9240">
                  <c:v>0.38874074074074072</c:v>
                </c:pt>
                <c:pt idx="9241">
                  <c:v>0.38874074074074072</c:v>
                </c:pt>
                <c:pt idx="9242">
                  <c:v>0.38874074074074072</c:v>
                </c:pt>
                <c:pt idx="9243">
                  <c:v>0.3888888888888889</c:v>
                </c:pt>
                <c:pt idx="9244">
                  <c:v>0.3888888888888889</c:v>
                </c:pt>
                <c:pt idx="9245">
                  <c:v>0.3888888888888889</c:v>
                </c:pt>
                <c:pt idx="9246">
                  <c:v>0.3888888888888889</c:v>
                </c:pt>
                <c:pt idx="9247">
                  <c:v>0.3888888888888889</c:v>
                </c:pt>
                <c:pt idx="9248">
                  <c:v>0.3888888888888889</c:v>
                </c:pt>
                <c:pt idx="9249">
                  <c:v>0.3888888888888889</c:v>
                </c:pt>
                <c:pt idx="9250">
                  <c:v>0.3888888888888889</c:v>
                </c:pt>
                <c:pt idx="9251">
                  <c:v>0.3888888888888889</c:v>
                </c:pt>
                <c:pt idx="9252">
                  <c:v>0.38903703703703701</c:v>
                </c:pt>
                <c:pt idx="9253">
                  <c:v>0.38903703703703701</c:v>
                </c:pt>
                <c:pt idx="9254">
                  <c:v>0.38918518518518519</c:v>
                </c:pt>
                <c:pt idx="9255">
                  <c:v>0.38918518518518519</c:v>
                </c:pt>
                <c:pt idx="9256">
                  <c:v>0.38918518518518519</c:v>
                </c:pt>
                <c:pt idx="9257">
                  <c:v>0.38918518518518519</c:v>
                </c:pt>
                <c:pt idx="9258">
                  <c:v>0.38933333333333331</c:v>
                </c:pt>
                <c:pt idx="9259">
                  <c:v>0.38948148148148148</c:v>
                </c:pt>
                <c:pt idx="9260">
                  <c:v>0.38948148148148148</c:v>
                </c:pt>
                <c:pt idx="9261">
                  <c:v>0.38948148148148148</c:v>
                </c:pt>
                <c:pt idx="9262">
                  <c:v>0.38948148148148148</c:v>
                </c:pt>
                <c:pt idx="9263">
                  <c:v>0.38948148148148148</c:v>
                </c:pt>
                <c:pt idx="9264">
                  <c:v>0.38948148148148148</c:v>
                </c:pt>
                <c:pt idx="9265">
                  <c:v>0.38948148148148148</c:v>
                </c:pt>
                <c:pt idx="9266">
                  <c:v>0.38948148148148148</c:v>
                </c:pt>
                <c:pt idx="9267">
                  <c:v>0.38948148148148148</c:v>
                </c:pt>
                <c:pt idx="9268">
                  <c:v>0.38948148148148148</c:v>
                </c:pt>
                <c:pt idx="9269">
                  <c:v>0.3896296296296296</c:v>
                </c:pt>
                <c:pt idx="9270">
                  <c:v>0.3896296296296296</c:v>
                </c:pt>
                <c:pt idx="9271">
                  <c:v>0.3896296296296296</c:v>
                </c:pt>
                <c:pt idx="9272">
                  <c:v>0.3896296296296296</c:v>
                </c:pt>
                <c:pt idx="9273">
                  <c:v>0.3896296296296296</c:v>
                </c:pt>
                <c:pt idx="9274">
                  <c:v>0.38977777777777778</c:v>
                </c:pt>
                <c:pt idx="9275">
                  <c:v>0.38977777777777778</c:v>
                </c:pt>
                <c:pt idx="9276">
                  <c:v>0.38977777777777778</c:v>
                </c:pt>
                <c:pt idx="9277">
                  <c:v>0.38977777777777778</c:v>
                </c:pt>
                <c:pt idx="9278">
                  <c:v>0.38977777777777778</c:v>
                </c:pt>
                <c:pt idx="9279">
                  <c:v>0.38977777777777778</c:v>
                </c:pt>
                <c:pt idx="9280">
                  <c:v>0.38992592592592595</c:v>
                </c:pt>
                <c:pt idx="9281">
                  <c:v>0.38992592592592595</c:v>
                </c:pt>
                <c:pt idx="9282">
                  <c:v>0.38992592592592595</c:v>
                </c:pt>
                <c:pt idx="9283">
                  <c:v>0.38992592592592595</c:v>
                </c:pt>
                <c:pt idx="9284">
                  <c:v>0.39007407407407407</c:v>
                </c:pt>
                <c:pt idx="9285">
                  <c:v>0.39022222222222225</c:v>
                </c:pt>
                <c:pt idx="9286">
                  <c:v>0.39037037037037037</c:v>
                </c:pt>
                <c:pt idx="9287">
                  <c:v>0.39037037037037037</c:v>
                </c:pt>
                <c:pt idx="9288">
                  <c:v>0.39037037037037037</c:v>
                </c:pt>
                <c:pt idx="9289">
                  <c:v>0.39037037037037037</c:v>
                </c:pt>
                <c:pt idx="9290">
                  <c:v>0.39037037037037037</c:v>
                </c:pt>
                <c:pt idx="9291">
                  <c:v>0.39037037037037037</c:v>
                </c:pt>
                <c:pt idx="9292">
                  <c:v>0.39051851851851854</c:v>
                </c:pt>
                <c:pt idx="9293">
                  <c:v>0.39051851851851854</c:v>
                </c:pt>
                <c:pt idx="9294">
                  <c:v>0.39066666666666666</c:v>
                </c:pt>
                <c:pt idx="9295">
                  <c:v>0.39066666666666666</c:v>
                </c:pt>
                <c:pt idx="9296">
                  <c:v>0.39066666666666666</c:v>
                </c:pt>
                <c:pt idx="9297">
                  <c:v>0.39081481481481484</c:v>
                </c:pt>
                <c:pt idx="9298">
                  <c:v>0.39081481481481484</c:v>
                </c:pt>
                <c:pt idx="9299">
                  <c:v>0.39081481481481484</c:v>
                </c:pt>
                <c:pt idx="9300">
                  <c:v>0.39081481481481484</c:v>
                </c:pt>
                <c:pt idx="9301">
                  <c:v>0.39081481481481484</c:v>
                </c:pt>
                <c:pt idx="9302">
                  <c:v>0.39081481481481484</c:v>
                </c:pt>
                <c:pt idx="9303">
                  <c:v>0.39081481481481484</c:v>
                </c:pt>
                <c:pt idx="9304">
                  <c:v>0.39081481481481484</c:v>
                </c:pt>
                <c:pt idx="9305">
                  <c:v>0.39081481481481484</c:v>
                </c:pt>
                <c:pt idx="9306">
                  <c:v>0.39081481481481484</c:v>
                </c:pt>
                <c:pt idx="9307">
                  <c:v>0.39081481481481484</c:v>
                </c:pt>
                <c:pt idx="9308">
                  <c:v>0.39081481481481484</c:v>
                </c:pt>
                <c:pt idx="9309">
                  <c:v>0.39081481481481484</c:v>
                </c:pt>
                <c:pt idx="9310">
                  <c:v>0.39081481481481484</c:v>
                </c:pt>
                <c:pt idx="9311">
                  <c:v>0.39096296296296296</c:v>
                </c:pt>
                <c:pt idx="9312">
                  <c:v>0.39096296296296296</c:v>
                </c:pt>
                <c:pt idx="9313">
                  <c:v>0.39096296296296296</c:v>
                </c:pt>
                <c:pt idx="9314">
                  <c:v>0.39096296296296296</c:v>
                </c:pt>
                <c:pt idx="9315">
                  <c:v>0.39111111111111113</c:v>
                </c:pt>
                <c:pt idx="9316">
                  <c:v>0.39111111111111113</c:v>
                </c:pt>
                <c:pt idx="9317">
                  <c:v>0.39111111111111113</c:v>
                </c:pt>
                <c:pt idx="9318">
                  <c:v>0.39125925925925925</c:v>
                </c:pt>
                <c:pt idx="9319">
                  <c:v>0.39125925925925925</c:v>
                </c:pt>
                <c:pt idx="9320">
                  <c:v>0.39140740740740743</c:v>
                </c:pt>
                <c:pt idx="9321">
                  <c:v>0.39140740740740743</c:v>
                </c:pt>
                <c:pt idx="9322">
                  <c:v>0.39155555555555555</c:v>
                </c:pt>
                <c:pt idx="9323">
                  <c:v>0.39155555555555555</c:v>
                </c:pt>
                <c:pt idx="9324">
                  <c:v>0.39155555555555555</c:v>
                </c:pt>
                <c:pt idx="9325">
                  <c:v>0.39170370370370372</c:v>
                </c:pt>
                <c:pt idx="9326">
                  <c:v>0.39170370370370372</c:v>
                </c:pt>
                <c:pt idx="9327">
                  <c:v>0.39170370370370372</c:v>
                </c:pt>
                <c:pt idx="9328">
                  <c:v>0.39185185185185184</c:v>
                </c:pt>
                <c:pt idx="9329">
                  <c:v>0.39185185185185184</c:v>
                </c:pt>
                <c:pt idx="9330">
                  <c:v>0.39200000000000002</c:v>
                </c:pt>
                <c:pt idx="9331">
                  <c:v>0.39200000000000002</c:v>
                </c:pt>
                <c:pt idx="9332">
                  <c:v>0.39214814814814813</c:v>
                </c:pt>
                <c:pt idx="9333">
                  <c:v>0.39214814814814813</c:v>
                </c:pt>
                <c:pt idx="9334">
                  <c:v>0.39214814814814813</c:v>
                </c:pt>
                <c:pt idx="9335">
                  <c:v>0.39229629629629631</c:v>
                </c:pt>
                <c:pt idx="9336">
                  <c:v>0.39229629629629631</c:v>
                </c:pt>
                <c:pt idx="9337">
                  <c:v>0.39229629629629631</c:v>
                </c:pt>
                <c:pt idx="9338">
                  <c:v>0.39244444444444443</c:v>
                </c:pt>
                <c:pt idx="9339">
                  <c:v>0.3925925925925926</c:v>
                </c:pt>
                <c:pt idx="9340">
                  <c:v>0.3925925925925926</c:v>
                </c:pt>
                <c:pt idx="9341">
                  <c:v>0.3925925925925926</c:v>
                </c:pt>
                <c:pt idx="9342">
                  <c:v>0.39274074074074072</c:v>
                </c:pt>
                <c:pt idx="9343">
                  <c:v>0.39274074074074072</c:v>
                </c:pt>
                <c:pt idx="9344">
                  <c:v>0.39274074074074072</c:v>
                </c:pt>
                <c:pt idx="9345">
                  <c:v>0.39274074074074072</c:v>
                </c:pt>
                <c:pt idx="9346">
                  <c:v>0.3928888888888889</c:v>
                </c:pt>
                <c:pt idx="9347">
                  <c:v>0.3928888888888889</c:v>
                </c:pt>
                <c:pt idx="9348">
                  <c:v>0.3928888888888889</c:v>
                </c:pt>
                <c:pt idx="9349">
                  <c:v>0.3928888888888889</c:v>
                </c:pt>
                <c:pt idx="9350">
                  <c:v>0.3928888888888889</c:v>
                </c:pt>
                <c:pt idx="9351">
                  <c:v>0.3928888888888889</c:v>
                </c:pt>
                <c:pt idx="9352">
                  <c:v>0.3928888888888889</c:v>
                </c:pt>
                <c:pt idx="9353">
                  <c:v>0.39303703703703702</c:v>
                </c:pt>
                <c:pt idx="9354">
                  <c:v>0.39303703703703702</c:v>
                </c:pt>
                <c:pt idx="9355">
                  <c:v>0.39303703703703702</c:v>
                </c:pt>
                <c:pt idx="9356">
                  <c:v>0.39303703703703702</c:v>
                </c:pt>
                <c:pt idx="9357">
                  <c:v>0.39303703703703702</c:v>
                </c:pt>
                <c:pt idx="9358">
                  <c:v>0.39303703703703702</c:v>
                </c:pt>
                <c:pt idx="9359">
                  <c:v>0.39303703703703702</c:v>
                </c:pt>
                <c:pt idx="9360">
                  <c:v>0.39303703703703702</c:v>
                </c:pt>
                <c:pt idx="9361">
                  <c:v>0.39303703703703702</c:v>
                </c:pt>
                <c:pt idx="9362">
                  <c:v>0.39303703703703702</c:v>
                </c:pt>
                <c:pt idx="9363">
                  <c:v>0.39303703703703702</c:v>
                </c:pt>
                <c:pt idx="9364">
                  <c:v>0.39303703703703702</c:v>
                </c:pt>
                <c:pt idx="9365">
                  <c:v>0.39303703703703702</c:v>
                </c:pt>
                <c:pt idx="9366">
                  <c:v>0.39303703703703702</c:v>
                </c:pt>
                <c:pt idx="9367">
                  <c:v>0.39303703703703702</c:v>
                </c:pt>
                <c:pt idx="9368">
                  <c:v>0.39303703703703702</c:v>
                </c:pt>
                <c:pt idx="9369">
                  <c:v>0.39303703703703702</c:v>
                </c:pt>
                <c:pt idx="9370">
                  <c:v>0.39303703703703702</c:v>
                </c:pt>
                <c:pt idx="9371">
                  <c:v>0.39318518518518519</c:v>
                </c:pt>
                <c:pt idx="9372">
                  <c:v>0.39333333333333331</c:v>
                </c:pt>
                <c:pt idx="9373">
                  <c:v>0.39333333333333331</c:v>
                </c:pt>
                <c:pt idx="9374">
                  <c:v>0.39333333333333331</c:v>
                </c:pt>
                <c:pt idx="9375">
                  <c:v>0.39333333333333331</c:v>
                </c:pt>
                <c:pt idx="9376">
                  <c:v>0.39333333333333331</c:v>
                </c:pt>
                <c:pt idx="9377">
                  <c:v>0.39333333333333331</c:v>
                </c:pt>
                <c:pt idx="9378">
                  <c:v>0.39333333333333331</c:v>
                </c:pt>
                <c:pt idx="9379">
                  <c:v>0.39348148148148149</c:v>
                </c:pt>
                <c:pt idx="9380">
                  <c:v>0.39348148148148149</c:v>
                </c:pt>
                <c:pt idx="9381">
                  <c:v>0.39348148148148149</c:v>
                </c:pt>
                <c:pt idx="9382">
                  <c:v>0.39348148148148149</c:v>
                </c:pt>
                <c:pt idx="9383">
                  <c:v>0.39348148148148149</c:v>
                </c:pt>
                <c:pt idx="9384">
                  <c:v>0.39348148148148149</c:v>
                </c:pt>
                <c:pt idx="9385">
                  <c:v>0.39348148148148149</c:v>
                </c:pt>
                <c:pt idx="9386">
                  <c:v>0.39348148148148149</c:v>
                </c:pt>
                <c:pt idx="9387">
                  <c:v>0.39348148148148149</c:v>
                </c:pt>
                <c:pt idx="9388">
                  <c:v>0.39348148148148149</c:v>
                </c:pt>
                <c:pt idx="9389">
                  <c:v>0.39348148148148149</c:v>
                </c:pt>
                <c:pt idx="9390">
                  <c:v>0.39348148148148149</c:v>
                </c:pt>
                <c:pt idx="9391">
                  <c:v>0.39348148148148149</c:v>
                </c:pt>
                <c:pt idx="9392">
                  <c:v>0.39348148148148149</c:v>
                </c:pt>
                <c:pt idx="9393">
                  <c:v>0.39348148148148149</c:v>
                </c:pt>
                <c:pt idx="9394">
                  <c:v>0.39348148148148149</c:v>
                </c:pt>
                <c:pt idx="9395">
                  <c:v>0.39362962962962961</c:v>
                </c:pt>
                <c:pt idx="9396">
                  <c:v>0.39362962962962961</c:v>
                </c:pt>
                <c:pt idx="9397">
                  <c:v>0.39377777777777778</c:v>
                </c:pt>
                <c:pt idx="9398">
                  <c:v>0.3939259259259259</c:v>
                </c:pt>
                <c:pt idx="9399">
                  <c:v>0.3939259259259259</c:v>
                </c:pt>
                <c:pt idx="9400">
                  <c:v>0.3939259259259259</c:v>
                </c:pt>
                <c:pt idx="9401">
                  <c:v>0.3939259259259259</c:v>
                </c:pt>
                <c:pt idx="9402">
                  <c:v>0.3939259259259259</c:v>
                </c:pt>
                <c:pt idx="9403">
                  <c:v>0.39407407407407408</c:v>
                </c:pt>
                <c:pt idx="9404">
                  <c:v>0.39407407407407408</c:v>
                </c:pt>
                <c:pt idx="9405">
                  <c:v>0.39407407407407408</c:v>
                </c:pt>
                <c:pt idx="9406">
                  <c:v>0.3942222222222222</c:v>
                </c:pt>
                <c:pt idx="9407">
                  <c:v>0.39437037037037037</c:v>
                </c:pt>
                <c:pt idx="9408">
                  <c:v>0.39437037037037037</c:v>
                </c:pt>
                <c:pt idx="9409">
                  <c:v>0.39437037037037037</c:v>
                </c:pt>
                <c:pt idx="9410">
                  <c:v>0.39437037037037037</c:v>
                </c:pt>
                <c:pt idx="9411">
                  <c:v>0.39437037037037037</c:v>
                </c:pt>
                <c:pt idx="9412">
                  <c:v>0.39451851851851855</c:v>
                </c:pt>
                <c:pt idx="9413">
                  <c:v>0.39451851851851855</c:v>
                </c:pt>
                <c:pt idx="9414">
                  <c:v>0.39466666666666667</c:v>
                </c:pt>
                <c:pt idx="9415">
                  <c:v>0.39466666666666667</c:v>
                </c:pt>
                <c:pt idx="9416">
                  <c:v>0.39466666666666667</c:v>
                </c:pt>
                <c:pt idx="9417">
                  <c:v>0.39466666666666667</c:v>
                </c:pt>
                <c:pt idx="9418">
                  <c:v>0.39466666666666667</c:v>
                </c:pt>
                <c:pt idx="9419">
                  <c:v>0.39466666666666667</c:v>
                </c:pt>
                <c:pt idx="9420">
                  <c:v>0.39466666666666667</c:v>
                </c:pt>
                <c:pt idx="9421">
                  <c:v>0.39481481481481484</c:v>
                </c:pt>
                <c:pt idx="9422">
                  <c:v>0.39481481481481484</c:v>
                </c:pt>
                <c:pt idx="9423">
                  <c:v>0.39481481481481484</c:v>
                </c:pt>
                <c:pt idx="9424">
                  <c:v>0.39481481481481484</c:v>
                </c:pt>
                <c:pt idx="9425">
                  <c:v>0.39496296296296296</c:v>
                </c:pt>
                <c:pt idx="9426">
                  <c:v>0.39496296296296296</c:v>
                </c:pt>
                <c:pt idx="9427">
                  <c:v>0.39511111111111114</c:v>
                </c:pt>
                <c:pt idx="9428">
                  <c:v>0.39525925925925925</c:v>
                </c:pt>
                <c:pt idx="9429">
                  <c:v>0.39525925925925925</c:v>
                </c:pt>
                <c:pt idx="9430">
                  <c:v>0.39525925925925925</c:v>
                </c:pt>
                <c:pt idx="9431">
                  <c:v>0.39525925925925925</c:v>
                </c:pt>
                <c:pt idx="9432">
                  <c:v>0.39525925925925925</c:v>
                </c:pt>
                <c:pt idx="9433">
                  <c:v>0.39525925925925925</c:v>
                </c:pt>
                <c:pt idx="9434">
                  <c:v>0.39525925925925925</c:v>
                </c:pt>
                <c:pt idx="9435">
                  <c:v>0.39525925925925925</c:v>
                </c:pt>
                <c:pt idx="9436">
                  <c:v>0.39540740740740743</c:v>
                </c:pt>
                <c:pt idx="9437">
                  <c:v>0.39540740740740743</c:v>
                </c:pt>
                <c:pt idx="9438">
                  <c:v>0.39540740740740743</c:v>
                </c:pt>
                <c:pt idx="9439">
                  <c:v>0.39540740740740743</c:v>
                </c:pt>
                <c:pt idx="9440">
                  <c:v>0.39555555555555555</c:v>
                </c:pt>
                <c:pt idx="9441">
                  <c:v>0.39570370370370372</c:v>
                </c:pt>
                <c:pt idx="9442">
                  <c:v>0.39570370370370372</c:v>
                </c:pt>
                <c:pt idx="9443">
                  <c:v>0.39585185185185184</c:v>
                </c:pt>
                <c:pt idx="9444">
                  <c:v>0.39585185185185184</c:v>
                </c:pt>
                <c:pt idx="9445">
                  <c:v>0.39600000000000002</c:v>
                </c:pt>
                <c:pt idx="9446">
                  <c:v>0.39600000000000002</c:v>
                </c:pt>
                <c:pt idx="9447">
                  <c:v>0.39600000000000002</c:v>
                </c:pt>
                <c:pt idx="9448">
                  <c:v>0.39614814814814814</c:v>
                </c:pt>
                <c:pt idx="9449">
                  <c:v>0.39629629629629631</c:v>
                </c:pt>
                <c:pt idx="9450">
                  <c:v>0.39629629629629631</c:v>
                </c:pt>
                <c:pt idx="9451">
                  <c:v>0.39644444444444443</c:v>
                </c:pt>
                <c:pt idx="9452">
                  <c:v>0.39659259259259261</c:v>
                </c:pt>
                <c:pt idx="9453">
                  <c:v>0.39659259259259261</c:v>
                </c:pt>
                <c:pt idx="9454">
                  <c:v>0.39659259259259261</c:v>
                </c:pt>
                <c:pt idx="9455">
                  <c:v>0.39659259259259261</c:v>
                </c:pt>
                <c:pt idx="9456">
                  <c:v>0.39674074074074073</c:v>
                </c:pt>
                <c:pt idx="9457">
                  <c:v>0.3968888888888889</c:v>
                </c:pt>
                <c:pt idx="9458">
                  <c:v>0.3968888888888889</c:v>
                </c:pt>
                <c:pt idx="9459">
                  <c:v>0.39703703703703702</c:v>
                </c:pt>
                <c:pt idx="9460">
                  <c:v>0.3971851851851852</c:v>
                </c:pt>
                <c:pt idx="9461">
                  <c:v>0.3971851851851852</c:v>
                </c:pt>
                <c:pt idx="9462">
                  <c:v>0.3971851851851852</c:v>
                </c:pt>
                <c:pt idx="9463">
                  <c:v>0.3971851851851852</c:v>
                </c:pt>
                <c:pt idx="9464">
                  <c:v>0.39733333333333332</c:v>
                </c:pt>
                <c:pt idx="9465">
                  <c:v>0.39733333333333332</c:v>
                </c:pt>
                <c:pt idx="9466">
                  <c:v>0.39733333333333332</c:v>
                </c:pt>
                <c:pt idx="9467">
                  <c:v>0.39733333333333332</c:v>
                </c:pt>
                <c:pt idx="9468">
                  <c:v>0.39748148148148149</c:v>
                </c:pt>
                <c:pt idx="9469">
                  <c:v>0.39748148148148149</c:v>
                </c:pt>
                <c:pt idx="9470">
                  <c:v>0.39748148148148149</c:v>
                </c:pt>
                <c:pt idx="9471">
                  <c:v>0.39748148148148149</c:v>
                </c:pt>
                <c:pt idx="9472">
                  <c:v>0.39748148148148149</c:v>
                </c:pt>
                <c:pt idx="9473">
                  <c:v>0.39748148148148149</c:v>
                </c:pt>
                <c:pt idx="9474">
                  <c:v>0.39748148148148149</c:v>
                </c:pt>
                <c:pt idx="9475">
                  <c:v>0.39762962962962961</c:v>
                </c:pt>
                <c:pt idx="9476">
                  <c:v>0.39762962962962961</c:v>
                </c:pt>
                <c:pt idx="9477">
                  <c:v>0.39777777777777779</c:v>
                </c:pt>
                <c:pt idx="9478">
                  <c:v>0.39777777777777779</c:v>
                </c:pt>
                <c:pt idx="9479">
                  <c:v>0.39777777777777779</c:v>
                </c:pt>
                <c:pt idx="9480">
                  <c:v>0.39777777777777779</c:v>
                </c:pt>
                <c:pt idx="9481">
                  <c:v>0.39777777777777779</c:v>
                </c:pt>
                <c:pt idx="9482">
                  <c:v>0.39777777777777779</c:v>
                </c:pt>
                <c:pt idx="9483">
                  <c:v>0.39777777777777779</c:v>
                </c:pt>
                <c:pt idx="9484">
                  <c:v>0.39777777777777779</c:v>
                </c:pt>
                <c:pt idx="9485">
                  <c:v>0.39777777777777779</c:v>
                </c:pt>
                <c:pt idx="9486">
                  <c:v>0.39777777777777779</c:v>
                </c:pt>
                <c:pt idx="9487">
                  <c:v>0.39777777777777779</c:v>
                </c:pt>
                <c:pt idx="9488">
                  <c:v>0.39777777777777779</c:v>
                </c:pt>
                <c:pt idx="9489">
                  <c:v>0.39777777777777779</c:v>
                </c:pt>
                <c:pt idx="9490">
                  <c:v>0.39777777777777779</c:v>
                </c:pt>
                <c:pt idx="9491">
                  <c:v>0.39777777777777779</c:v>
                </c:pt>
                <c:pt idx="9492">
                  <c:v>0.39777777777777779</c:v>
                </c:pt>
                <c:pt idx="9493">
                  <c:v>0.39777777777777779</c:v>
                </c:pt>
                <c:pt idx="9494">
                  <c:v>0.39792592592592591</c:v>
                </c:pt>
                <c:pt idx="9495">
                  <c:v>0.39807407407407408</c:v>
                </c:pt>
                <c:pt idx="9496">
                  <c:v>0.39807407407407408</c:v>
                </c:pt>
                <c:pt idx="9497">
                  <c:v>0.39807407407407408</c:v>
                </c:pt>
                <c:pt idx="9498">
                  <c:v>0.39807407407407408</c:v>
                </c:pt>
                <c:pt idx="9499">
                  <c:v>0.3982222222222222</c:v>
                </c:pt>
                <c:pt idx="9500">
                  <c:v>0.3982222222222222</c:v>
                </c:pt>
                <c:pt idx="9501">
                  <c:v>0.3982222222222222</c:v>
                </c:pt>
                <c:pt idx="9502">
                  <c:v>0.3982222222222222</c:v>
                </c:pt>
                <c:pt idx="9503">
                  <c:v>0.39837037037037037</c:v>
                </c:pt>
                <c:pt idx="9504">
                  <c:v>0.39837037037037037</c:v>
                </c:pt>
                <c:pt idx="9505">
                  <c:v>0.39837037037037037</c:v>
                </c:pt>
                <c:pt idx="9506">
                  <c:v>0.39851851851851849</c:v>
                </c:pt>
                <c:pt idx="9507">
                  <c:v>0.39851851851851849</c:v>
                </c:pt>
                <c:pt idx="9508">
                  <c:v>0.39851851851851849</c:v>
                </c:pt>
                <c:pt idx="9509">
                  <c:v>0.39851851851851849</c:v>
                </c:pt>
                <c:pt idx="9510">
                  <c:v>0.39851851851851849</c:v>
                </c:pt>
                <c:pt idx="9511">
                  <c:v>0.39851851851851849</c:v>
                </c:pt>
                <c:pt idx="9512">
                  <c:v>0.39851851851851849</c:v>
                </c:pt>
                <c:pt idx="9513">
                  <c:v>0.39866666666666667</c:v>
                </c:pt>
                <c:pt idx="9514">
                  <c:v>0.39881481481481479</c:v>
                </c:pt>
                <c:pt idx="9515">
                  <c:v>0.39881481481481479</c:v>
                </c:pt>
                <c:pt idx="9516">
                  <c:v>0.39881481481481479</c:v>
                </c:pt>
                <c:pt idx="9517">
                  <c:v>0.39881481481481479</c:v>
                </c:pt>
                <c:pt idx="9518">
                  <c:v>0.39881481481481479</c:v>
                </c:pt>
                <c:pt idx="9519">
                  <c:v>0.39881481481481479</c:v>
                </c:pt>
                <c:pt idx="9520">
                  <c:v>0.39881481481481479</c:v>
                </c:pt>
                <c:pt idx="9521">
                  <c:v>0.39881481481481479</c:v>
                </c:pt>
                <c:pt idx="9522">
                  <c:v>0.39881481481481479</c:v>
                </c:pt>
                <c:pt idx="9523">
                  <c:v>0.39881481481481479</c:v>
                </c:pt>
                <c:pt idx="9524">
                  <c:v>0.39881481481481479</c:v>
                </c:pt>
                <c:pt idx="9525">
                  <c:v>0.39881481481481479</c:v>
                </c:pt>
                <c:pt idx="9526">
                  <c:v>0.39881481481481479</c:v>
                </c:pt>
                <c:pt idx="9527">
                  <c:v>0.39896296296296296</c:v>
                </c:pt>
                <c:pt idx="9528">
                  <c:v>0.39896296296296296</c:v>
                </c:pt>
                <c:pt idx="9529">
                  <c:v>0.39896296296296296</c:v>
                </c:pt>
                <c:pt idx="9530">
                  <c:v>0.39896296296296296</c:v>
                </c:pt>
                <c:pt idx="9531">
                  <c:v>0.39911111111111114</c:v>
                </c:pt>
                <c:pt idx="9532">
                  <c:v>0.39911111111111114</c:v>
                </c:pt>
                <c:pt idx="9533">
                  <c:v>0.39911111111111114</c:v>
                </c:pt>
                <c:pt idx="9534">
                  <c:v>0.39911111111111114</c:v>
                </c:pt>
                <c:pt idx="9535">
                  <c:v>0.39925925925925926</c:v>
                </c:pt>
                <c:pt idx="9536">
                  <c:v>0.39925925925925926</c:v>
                </c:pt>
                <c:pt idx="9537">
                  <c:v>0.39925925925925926</c:v>
                </c:pt>
                <c:pt idx="9538">
                  <c:v>0.39925925925925926</c:v>
                </c:pt>
                <c:pt idx="9539">
                  <c:v>0.39940740740740743</c:v>
                </c:pt>
                <c:pt idx="9540">
                  <c:v>0.39940740740740743</c:v>
                </c:pt>
                <c:pt idx="9541">
                  <c:v>0.39955555555555555</c:v>
                </c:pt>
                <c:pt idx="9542">
                  <c:v>0.39955555555555555</c:v>
                </c:pt>
                <c:pt idx="9543">
                  <c:v>0.39955555555555555</c:v>
                </c:pt>
                <c:pt idx="9544">
                  <c:v>0.39955555555555555</c:v>
                </c:pt>
                <c:pt idx="9545">
                  <c:v>0.39955555555555555</c:v>
                </c:pt>
                <c:pt idx="9546">
                  <c:v>0.39955555555555555</c:v>
                </c:pt>
                <c:pt idx="9547">
                  <c:v>0.39970370370370373</c:v>
                </c:pt>
                <c:pt idx="9548">
                  <c:v>0.39970370370370373</c:v>
                </c:pt>
                <c:pt idx="9549">
                  <c:v>0.39970370370370373</c:v>
                </c:pt>
                <c:pt idx="9550">
                  <c:v>0.39985185185185185</c:v>
                </c:pt>
                <c:pt idx="9551">
                  <c:v>0.39985185185185185</c:v>
                </c:pt>
                <c:pt idx="9552">
                  <c:v>0.39985185185185185</c:v>
                </c:pt>
                <c:pt idx="9553">
                  <c:v>0.4</c:v>
                </c:pt>
                <c:pt idx="9554">
                  <c:v>0.40014814814814814</c:v>
                </c:pt>
                <c:pt idx="9555">
                  <c:v>0.40029629629629632</c:v>
                </c:pt>
                <c:pt idx="9556">
                  <c:v>0.40044444444444444</c:v>
                </c:pt>
                <c:pt idx="9557">
                  <c:v>0.40044444444444444</c:v>
                </c:pt>
                <c:pt idx="9558">
                  <c:v>0.40044444444444444</c:v>
                </c:pt>
                <c:pt idx="9559">
                  <c:v>0.40044444444444444</c:v>
                </c:pt>
                <c:pt idx="9560">
                  <c:v>0.40059259259259261</c:v>
                </c:pt>
                <c:pt idx="9561">
                  <c:v>0.40059259259259261</c:v>
                </c:pt>
                <c:pt idx="9562">
                  <c:v>0.40074074074074073</c:v>
                </c:pt>
                <c:pt idx="9563">
                  <c:v>0.40074074074074073</c:v>
                </c:pt>
                <c:pt idx="9564">
                  <c:v>0.40074074074074073</c:v>
                </c:pt>
                <c:pt idx="9565">
                  <c:v>0.40074074074074073</c:v>
                </c:pt>
                <c:pt idx="9566">
                  <c:v>0.40074074074074073</c:v>
                </c:pt>
                <c:pt idx="9567">
                  <c:v>0.40074074074074073</c:v>
                </c:pt>
                <c:pt idx="9568">
                  <c:v>0.40074074074074073</c:v>
                </c:pt>
                <c:pt idx="9569">
                  <c:v>0.40074074074074073</c:v>
                </c:pt>
                <c:pt idx="9570">
                  <c:v>0.40074074074074073</c:v>
                </c:pt>
                <c:pt idx="9571">
                  <c:v>0.40074074074074073</c:v>
                </c:pt>
                <c:pt idx="9572">
                  <c:v>0.40074074074074073</c:v>
                </c:pt>
                <c:pt idx="9573">
                  <c:v>0.40074074074074073</c:v>
                </c:pt>
                <c:pt idx="9574">
                  <c:v>0.40074074074074073</c:v>
                </c:pt>
                <c:pt idx="9575">
                  <c:v>0.40074074074074073</c:v>
                </c:pt>
                <c:pt idx="9576">
                  <c:v>0.40074074074074073</c:v>
                </c:pt>
                <c:pt idx="9577">
                  <c:v>0.40074074074074073</c:v>
                </c:pt>
                <c:pt idx="9578">
                  <c:v>0.40074074074074073</c:v>
                </c:pt>
                <c:pt idx="9579">
                  <c:v>0.40074074074074073</c:v>
                </c:pt>
                <c:pt idx="9580">
                  <c:v>0.40074074074074073</c:v>
                </c:pt>
                <c:pt idx="9581">
                  <c:v>0.40074074074074073</c:v>
                </c:pt>
                <c:pt idx="9582">
                  <c:v>0.40088888888888891</c:v>
                </c:pt>
                <c:pt idx="9583">
                  <c:v>0.40088888888888891</c:v>
                </c:pt>
                <c:pt idx="9584">
                  <c:v>0.40088888888888891</c:v>
                </c:pt>
                <c:pt idx="9585">
                  <c:v>0.40088888888888891</c:v>
                </c:pt>
                <c:pt idx="9586">
                  <c:v>0.40088888888888891</c:v>
                </c:pt>
                <c:pt idx="9587">
                  <c:v>0.40088888888888891</c:v>
                </c:pt>
                <c:pt idx="9588">
                  <c:v>0.40088888888888891</c:v>
                </c:pt>
                <c:pt idx="9589">
                  <c:v>0.40088888888888891</c:v>
                </c:pt>
                <c:pt idx="9590">
                  <c:v>0.40103703703703703</c:v>
                </c:pt>
                <c:pt idx="9591">
                  <c:v>0.40103703703703703</c:v>
                </c:pt>
                <c:pt idx="9592">
                  <c:v>0.40103703703703703</c:v>
                </c:pt>
                <c:pt idx="9593">
                  <c:v>0.40103703703703703</c:v>
                </c:pt>
                <c:pt idx="9594">
                  <c:v>0.40103703703703703</c:v>
                </c:pt>
                <c:pt idx="9595">
                  <c:v>0.4011851851851852</c:v>
                </c:pt>
                <c:pt idx="9596">
                  <c:v>0.40133333333333332</c:v>
                </c:pt>
                <c:pt idx="9597">
                  <c:v>0.40133333333333332</c:v>
                </c:pt>
                <c:pt idx="9598">
                  <c:v>0.40133333333333332</c:v>
                </c:pt>
                <c:pt idx="9599">
                  <c:v>0.40133333333333332</c:v>
                </c:pt>
                <c:pt idx="9600">
                  <c:v>0.40148148148148149</c:v>
                </c:pt>
                <c:pt idx="9601">
                  <c:v>0.40148148148148149</c:v>
                </c:pt>
                <c:pt idx="9602">
                  <c:v>0.40148148148148149</c:v>
                </c:pt>
                <c:pt idx="9603">
                  <c:v>0.40148148148148149</c:v>
                </c:pt>
                <c:pt idx="9604">
                  <c:v>0.40148148148148149</c:v>
                </c:pt>
                <c:pt idx="9605">
                  <c:v>0.40148148148148149</c:v>
                </c:pt>
                <c:pt idx="9606">
                  <c:v>0.40162962962962961</c:v>
                </c:pt>
                <c:pt idx="9607">
                  <c:v>0.40162962962962961</c:v>
                </c:pt>
                <c:pt idx="9608">
                  <c:v>0.40162962962962961</c:v>
                </c:pt>
                <c:pt idx="9609">
                  <c:v>0.40177777777777779</c:v>
                </c:pt>
                <c:pt idx="9610">
                  <c:v>0.40177777777777779</c:v>
                </c:pt>
                <c:pt idx="9611">
                  <c:v>0.40177777777777779</c:v>
                </c:pt>
                <c:pt idx="9612">
                  <c:v>0.40177777777777779</c:v>
                </c:pt>
                <c:pt idx="9613">
                  <c:v>0.40177777777777779</c:v>
                </c:pt>
                <c:pt idx="9614">
                  <c:v>0.40177777777777779</c:v>
                </c:pt>
                <c:pt idx="9615">
                  <c:v>0.40177777777777779</c:v>
                </c:pt>
                <c:pt idx="9616">
                  <c:v>0.40177777777777779</c:v>
                </c:pt>
                <c:pt idx="9617">
                  <c:v>0.40177777777777779</c:v>
                </c:pt>
                <c:pt idx="9618">
                  <c:v>0.40177777777777779</c:v>
                </c:pt>
                <c:pt idx="9619">
                  <c:v>0.40177777777777779</c:v>
                </c:pt>
                <c:pt idx="9620">
                  <c:v>0.40177777777777779</c:v>
                </c:pt>
                <c:pt idx="9621">
                  <c:v>0.40177777777777779</c:v>
                </c:pt>
                <c:pt idx="9622">
                  <c:v>0.40192592592592591</c:v>
                </c:pt>
                <c:pt idx="9623">
                  <c:v>0.40192592592592591</c:v>
                </c:pt>
                <c:pt idx="9624">
                  <c:v>0.40192592592592591</c:v>
                </c:pt>
                <c:pt idx="9625">
                  <c:v>0.40192592592592591</c:v>
                </c:pt>
                <c:pt idx="9626">
                  <c:v>0.40192592592592591</c:v>
                </c:pt>
                <c:pt idx="9627">
                  <c:v>0.40192592592592591</c:v>
                </c:pt>
                <c:pt idx="9628">
                  <c:v>0.40192592592592591</c:v>
                </c:pt>
                <c:pt idx="9629">
                  <c:v>0.40207407407407408</c:v>
                </c:pt>
                <c:pt idx="9630">
                  <c:v>0.40207407407407408</c:v>
                </c:pt>
                <c:pt idx="9631">
                  <c:v>0.4022222222222222</c:v>
                </c:pt>
                <c:pt idx="9632">
                  <c:v>0.4022222222222222</c:v>
                </c:pt>
                <c:pt idx="9633">
                  <c:v>0.40237037037037038</c:v>
                </c:pt>
                <c:pt idx="9634">
                  <c:v>0.40237037037037038</c:v>
                </c:pt>
                <c:pt idx="9635">
                  <c:v>0.40237037037037038</c:v>
                </c:pt>
                <c:pt idx="9636">
                  <c:v>0.4025185185185185</c:v>
                </c:pt>
                <c:pt idx="9637">
                  <c:v>0.4025185185185185</c:v>
                </c:pt>
                <c:pt idx="9638">
                  <c:v>0.4025185185185185</c:v>
                </c:pt>
                <c:pt idx="9639">
                  <c:v>0.4025185185185185</c:v>
                </c:pt>
                <c:pt idx="9640">
                  <c:v>0.4025185185185185</c:v>
                </c:pt>
                <c:pt idx="9641">
                  <c:v>0.4025185185185185</c:v>
                </c:pt>
                <c:pt idx="9642">
                  <c:v>0.40266666666666667</c:v>
                </c:pt>
                <c:pt idx="9643">
                  <c:v>0.40281481481481479</c:v>
                </c:pt>
                <c:pt idx="9644">
                  <c:v>0.40281481481481479</c:v>
                </c:pt>
                <c:pt idx="9645">
                  <c:v>0.40281481481481479</c:v>
                </c:pt>
                <c:pt idx="9646">
                  <c:v>0.40296296296296297</c:v>
                </c:pt>
                <c:pt idx="9647">
                  <c:v>0.40311111111111109</c:v>
                </c:pt>
                <c:pt idx="9648">
                  <c:v>0.40311111111111109</c:v>
                </c:pt>
                <c:pt idx="9649">
                  <c:v>0.40311111111111109</c:v>
                </c:pt>
                <c:pt idx="9650">
                  <c:v>0.40311111111111109</c:v>
                </c:pt>
                <c:pt idx="9651">
                  <c:v>0.40311111111111109</c:v>
                </c:pt>
                <c:pt idx="9652">
                  <c:v>0.40311111111111109</c:v>
                </c:pt>
                <c:pt idx="9653">
                  <c:v>0.40325925925925926</c:v>
                </c:pt>
                <c:pt idx="9654">
                  <c:v>0.40325925925925926</c:v>
                </c:pt>
                <c:pt idx="9655">
                  <c:v>0.40325925925925926</c:v>
                </c:pt>
                <c:pt idx="9656">
                  <c:v>0.40325925925925926</c:v>
                </c:pt>
                <c:pt idx="9657">
                  <c:v>0.40325925925925926</c:v>
                </c:pt>
                <c:pt idx="9658">
                  <c:v>0.40340740740740738</c:v>
                </c:pt>
                <c:pt idx="9659">
                  <c:v>0.40355555555555556</c:v>
                </c:pt>
                <c:pt idx="9660">
                  <c:v>0.40370370370370373</c:v>
                </c:pt>
                <c:pt idx="9661">
                  <c:v>0.40370370370370373</c:v>
                </c:pt>
                <c:pt idx="9662">
                  <c:v>0.40385185185185185</c:v>
                </c:pt>
                <c:pt idx="9663">
                  <c:v>0.40400000000000003</c:v>
                </c:pt>
                <c:pt idx="9664">
                  <c:v>0.40400000000000003</c:v>
                </c:pt>
                <c:pt idx="9665">
                  <c:v>0.40400000000000003</c:v>
                </c:pt>
                <c:pt idx="9666">
                  <c:v>0.40400000000000003</c:v>
                </c:pt>
                <c:pt idx="9667">
                  <c:v>0.40400000000000003</c:v>
                </c:pt>
                <c:pt idx="9668">
                  <c:v>0.40414814814814815</c:v>
                </c:pt>
                <c:pt idx="9669">
                  <c:v>0.40414814814814815</c:v>
                </c:pt>
                <c:pt idx="9670">
                  <c:v>0.40414814814814815</c:v>
                </c:pt>
                <c:pt idx="9671">
                  <c:v>0.40429629629629632</c:v>
                </c:pt>
                <c:pt idx="9672">
                  <c:v>0.40429629629629632</c:v>
                </c:pt>
                <c:pt idx="9673">
                  <c:v>0.40429629629629632</c:v>
                </c:pt>
                <c:pt idx="9674">
                  <c:v>0.40429629629629632</c:v>
                </c:pt>
                <c:pt idx="9675">
                  <c:v>0.40429629629629632</c:v>
                </c:pt>
                <c:pt idx="9676">
                  <c:v>0.40429629629629632</c:v>
                </c:pt>
                <c:pt idx="9677">
                  <c:v>0.40429629629629632</c:v>
                </c:pt>
                <c:pt idx="9678">
                  <c:v>0.40429629629629632</c:v>
                </c:pt>
                <c:pt idx="9679">
                  <c:v>0.40429629629629632</c:v>
                </c:pt>
                <c:pt idx="9680">
                  <c:v>0.40429629629629632</c:v>
                </c:pt>
                <c:pt idx="9681">
                  <c:v>0.40429629629629632</c:v>
                </c:pt>
                <c:pt idx="9682">
                  <c:v>0.40444444444444444</c:v>
                </c:pt>
                <c:pt idx="9683">
                  <c:v>0.40444444444444444</c:v>
                </c:pt>
                <c:pt idx="9684">
                  <c:v>0.40444444444444444</c:v>
                </c:pt>
                <c:pt idx="9685">
                  <c:v>0.40444444444444444</c:v>
                </c:pt>
                <c:pt idx="9686">
                  <c:v>0.40444444444444444</c:v>
                </c:pt>
                <c:pt idx="9687">
                  <c:v>0.40444444444444444</c:v>
                </c:pt>
                <c:pt idx="9688">
                  <c:v>0.40444444444444444</c:v>
                </c:pt>
                <c:pt idx="9689">
                  <c:v>0.40444444444444444</c:v>
                </c:pt>
                <c:pt idx="9690">
                  <c:v>0.40444444444444444</c:v>
                </c:pt>
                <c:pt idx="9691">
                  <c:v>0.40459259259259261</c:v>
                </c:pt>
                <c:pt idx="9692">
                  <c:v>0.40474074074074073</c:v>
                </c:pt>
                <c:pt idx="9693">
                  <c:v>0.40474074074074073</c:v>
                </c:pt>
                <c:pt idx="9694">
                  <c:v>0.40488888888888891</c:v>
                </c:pt>
                <c:pt idx="9695">
                  <c:v>0.40488888888888891</c:v>
                </c:pt>
                <c:pt idx="9696">
                  <c:v>0.40488888888888891</c:v>
                </c:pt>
                <c:pt idx="9697">
                  <c:v>0.40488888888888891</c:v>
                </c:pt>
                <c:pt idx="9698">
                  <c:v>0.40488888888888891</c:v>
                </c:pt>
                <c:pt idx="9699">
                  <c:v>0.40488888888888891</c:v>
                </c:pt>
                <c:pt idx="9700">
                  <c:v>0.40503703703703703</c:v>
                </c:pt>
                <c:pt idx="9701">
                  <c:v>0.40503703703703703</c:v>
                </c:pt>
                <c:pt idx="9702">
                  <c:v>0.40503703703703703</c:v>
                </c:pt>
                <c:pt idx="9703">
                  <c:v>0.40503703703703703</c:v>
                </c:pt>
                <c:pt idx="9704">
                  <c:v>0.4051851851851852</c:v>
                </c:pt>
                <c:pt idx="9705">
                  <c:v>0.4051851851851852</c:v>
                </c:pt>
                <c:pt idx="9706">
                  <c:v>0.4051851851851852</c:v>
                </c:pt>
                <c:pt idx="9707">
                  <c:v>0.40533333333333332</c:v>
                </c:pt>
                <c:pt idx="9708">
                  <c:v>0.40533333333333332</c:v>
                </c:pt>
                <c:pt idx="9709">
                  <c:v>0.40533333333333332</c:v>
                </c:pt>
                <c:pt idx="9710">
                  <c:v>0.40533333333333332</c:v>
                </c:pt>
                <c:pt idx="9711">
                  <c:v>0.4054814814814815</c:v>
                </c:pt>
                <c:pt idx="9712">
                  <c:v>0.4054814814814815</c:v>
                </c:pt>
                <c:pt idx="9713">
                  <c:v>0.4054814814814815</c:v>
                </c:pt>
                <c:pt idx="9714">
                  <c:v>0.4054814814814815</c:v>
                </c:pt>
                <c:pt idx="9715">
                  <c:v>0.4054814814814815</c:v>
                </c:pt>
                <c:pt idx="9716">
                  <c:v>0.4054814814814815</c:v>
                </c:pt>
                <c:pt idx="9717">
                  <c:v>0.4054814814814815</c:v>
                </c:pt>
                <c:pt idx="9718">
                  <c:v>0.4054814814814815</c:v>
                </c:pt>
                <c:pt idx="9719">
                  <c:v>0.4054814814814815</c:v>
                </c:pt>
                <c:pt idx="9720">
                  <c:v>0.4054814814814815</c:v>
                </c:pt>
                <c:pt idx="9721">
                  <c:v>0.4054814814814815</c:v>
                </c:pt>
                <c:pt idx="9722">
                  <c:v>0.4054814814814815</c:v>
                </c:pt>
                <c:pt idx="9723">
                  <c:v>0.4054814814814815</c:v>
                </c:pt>
                <c:pt idx="9724">
                  <c:v>0.4054814814814815</c:v>
                </c:pt>
                <c:pt idx="9725">
                  <c:v>0.4054814814814815</c:v>
                </c:pt>
                <c:pt idx="9726">
                  <c:v>0.40562962962962962</c:v>
                </c:pt>
                <c:pt idx="9727">
                  <c:v>0.40562962962962962</c:v>
                </c:pt>
                <c:pt idx="9728">
                  <c:v>0.40562962962962962</c:v>
                </c:pt>
                <c:pt idx="9729">
                  <c:v>0.40577777777777779</c:v>
                </c:pt>
                <c:pt idx="9730">
                  <c:v>0.40577777777777779</c:v>
                </c:pt>
                <c:pt idx="9731">
                  <c:v>0.40577777777777779</c:v>
                </c:pt>
                <c:pt idx="9732">
                  <c:v>0.40577777777777779</c:v>
                </c:pt>
                <c:pt idx="9733">
                  <c:v>0.40592592592592591</c:v>
                </c:pt>
                <c:pt idx="9734">
                  <c:v>0.40592592592592591</c:v>
                </c:pt>
                <c:pt idx="9735">
                  <c:v>0.40592592592592591</c:v>
                </c:pt>
                <c:pt idx="9736">
                  <c:v>0.40607407407407409</c:v>
                </c:pt>
                <c:pt idx="9737">
                  <c:v>0.40607407407407409</c:v>
                </c:pt>
                <c:pt idx="9738">
                  <c:v>0.40607407407407409</c:v>
                </c:pt>
                <c:pt idx="9739">
                  <c:v>0.40607407407407409</c:v>
                </c:pt>
                <c:pt idx="9740">
                  <c:v>0.40607407407407409</c:v>
                </c:pt>
                <c:pt idx="9741">
                  <c:v>0.40622222222222221</c:v>
                </c:pt>
                <c:pt idx="9742">
                  <c:v>0.40637037037037038</c:v>
                </c:pt>
                <c:pt idx="9743">
                  <c:v>0.4065185185185185</c:v>
                </c:pt>
                <c:pt idx="9744">
                  <c:v>0.40666666666666668</c:v>
                </c:pt>
                <c:pt idx="9745">
                  <c:v>0.4068148148148148</c:v>
                </c:pt>
                <c:pt idx="9746">
                  <c:v>0.4068148148148148</c:v>
                </c:pt>
                <c:pt idx="9747">
                  <c:v>0.4068148148148148</c:v>
                </c:pt>
                <c:pt idx="9748">
                  <c:v>0.4068148148148148</c:v>
                </c:pt>
                <c:pt idx="9749">
                  <c:v>0.4068148148148148</c:v>
                </c:pt>
                <c:pt idx="9750">
                  <c:v>0.4068148148148148</c:v>
                </c:pt>
                <c:pt idx="9751">
                  <c:v>0.4068148148148148</c:v>
                </c:pt>
                <c:pt idx="9752">
                  <c:v>0.40696296296296297</c:v>
                </c:pt>
                <c:pt idx="9753">
                  <c:v>0.40696296296296297</c:v>
                </c:pt>
                <c:pt idx="9754">
                  <c:v>0.40696296296296297</c:v>
                </c:pt>
                <c:pt idx="9755">
                  <c:v>0.40711111111111109</c:v>
                </c:pt>
                <c:pt idx="9756">
                  <c:v>0.40711111111111109</c:v>
                </c:pt>
                <c:pt idx="9757">
                  <c:v>0.40711111111111109</c:v>
                </c:pt>
                <c:pt idx="9758">
                  <c:v>0.40711111111111109</c:v>
                </c:pt>
                <c:pt idx="9759">
                  <c:v>0.40711111111111109</c:v>
                </c:pt>
                <c:pt idx="9760">
                  <c:v>0.40711111111111109</c:v>
                </c:pt>
                <c:pt idx="9761">
                  <c:v>0.40711111111111109</c:v>
                </c:pt>
                <c:pt idx="9762">
                  <c:v>0.40711111111111109</c:v>
                </c:pt>
                <c:pt idx="9763">
                  <c:v>0.40711111111111109</c:v>
                </c:pt>
                <c:pt idx="9764">
                  <c:v>0.40711111111111109</c:v>
                </c:pt>
                <c:pt idx="9765">
                  <c:v>0.40725925925925927</c:v>
                </c:pt>
                <c:pt idx="9766">
                  <c:v>0.40725925925925927</c:v>
                </c:pt>
                <c:pt idx="9767">
                  <c:v>0.40740740740740738</c:v>
                </c:pt>
                <c:pt idx="9768">
                  <c:v>0.40740740740740738</c:v>
                </c:pt>
                <c:pt idx="9769">
                  <c:v>0.40740740740740738</c:v>
                </c:pt>
                <c:pt idx="9770">
                  <c:v>0.40740740740740738</c:v>
                </c:pt>
                <c:pt idx="9771">
                  <c:v>0.40740740740740738</c:v>
                </c:pt>
                <c:pt idx="9772">
                  <c:v>0.40755555555555556</c:v>
                </c:pt>
                <c:pt idx="9773">
                  <c:v>0.40755555555555556</c:v>
                </c:pt>
                <c:pt idx="9774">
                  <c:v>0.40755555555555556</c:v>
                </c:pt>
                <c:pt idx="9775">
                  <c:v>0.40755555555555556</c:v>
                </c:pt>
                <c:pt idx="9776">
                  <c:v>0.40770370370370368</c:v>
                </c:pt>
                <c:pt idx="9777">
                  <c:v>0.40785185185185185</c:v>
                </c:pt>
                <c:pt idx="9778">
                  <c:v>0.40785185185185185</c:v>
                </c:pt>
                <c:pt idx="9779">
                  <c:v>0.40785185185185185</c:v>
                </c:pt>
                <c:pt idx="9780">
                  <c:v>0.40785185185185185</c:v>
                </c:pt>
                <c:pt idx="9781">
                  <c:v>0.40785185185185185</c:v>
                </c:pt>
                <c:pt idx="9782">
                  <c:v>0.40785185185185185</c:v>
                </c:pt>
                <c:pt idx="9783">
                  <c:v>0.40799999999999997</c:v>
                </c:pt>
                <c:pt idx="9784">
                  <c:v>0.40799999999999997</c:v>
                </c:pt>
                <c:pt idx="9785">
                  <c:v>0.40799999999999997</c:v>
                </c:pt>
                <c:pt idx="9786">
                  <c:v>0.40799999999999997</c:v>
                </c:pt>
                <c:pt idx="9787">
                  <c:v>0.40799999999999997</c:v>
                </c:pt>
                <c:pt idx="9788">
                  <c:v>0.40799999999999997</c:v>
                </c:pt>
                <c:pt idx="9789">
                  <c:v>0.40799999999999997</c:v>
                </c:pt>
                <c:pt idx="9790">
                  <c:v>0.40799999999999997</c:v>
                </c:pt>
                <c:pt idx="9791">
                  <c:v>0.40799999999999997</c:v>
                </c:pt>
                <c:pt idx="9792">
                  <c:v>0.40814814814814815</c:v>
                </c:pt>
                <c:pt idx="9793">
                  <c:v>0.40814814814814815</c:v>
                </c:pt>
                <c:pt idx="9794">
                  <c:v>0.40814814814814815</c:v>
                </c:pt>
                <c:pt idx="9795">
                  <c:v>0.40814814814814815</c:v>
                </c:pt>
                <c:pt idx="9796">
                  <c:v>0.40829629629629632</c:v>
                </c:pt>
                <c:pt idx="9797">
                  <c:v>0.40844444444444444</c:v>
                </c:pt>
                <c:pt idx="9798">
                  <c:v>0.40859259259259262</c:v>
                </c:pt>
                <c:pt idx="9799">
                  <c:v>0.40859259259259262</c:v>
                </c:pt>
                <c:pt idx="9800">
                  <c:v>0.40859259259259262</c:v>
                </c:pt>
                <c:pt idx="9801">
                  <c:v>0.40859259259259262</c:v>
                </c:pt>
                <c:pt idx="9802">
                  <c:v>0.40874074074074074</c:v>
                </c:pt>
                <c:pt idx="9803">
                  <c:v>0.40888888888888891</c:v>
                </c:pt>
                <c:pt idx="9804">
                  <c:v>0.40888888888888891</c:v>
                </c:pt>
                <c:pt idx="9805">
                  <c:v>0.40888888888888891</c:v>
                </c:pt>
                <c:pt idx="9806">
                  <c:v>0.40888888888888891</c:v>
                </c:pt>
                <c:pt idx="9807">
                  <c:v>0.40888888888888891</c:v>
                </c:pt>
                <c:pt idx="9808">
                  <c:v>0.40903703703703703</c:v>
                </c:pt>
                <c:pt idx="9809">
                  <c:v>0.40918518518518521</c:v>
                </c:pt>
                <c:pt idx="9810">
                  <c:v>0.40918518518518521</c:v>
                </c:pt>
                <c:pt idx="9811">
                  <c:v>0.40918518518518521</c:v>
                </c:pt>
                <c:pt idx="9812">
                  <c:v>0.40918518518518521</c:v>
                </c:pt>
                <c:pt idx="9813">
                  <c:v>0.40933333333333333</c:v>
                </c:pt>
                <c:pt idx="9814">
                  <c:v>0.40933333333333333</c:v>
                </c:pt>
                <c:pt idx="9815">
                  <c:v>0.40933333333333333</c:v>
                </c:pt>
                <c:pt idx="9816">
                  <c:v>0.40933333333333333</c:v>
                </c:pt>
                <c:pt idx="9817">
                  <c:v>0.4094814814814815</c:v>
                </c:pt>
                <c:pt idx="9818">
                  <c:v>0.40962962962962962</c:v>
                </c:pt>
                <c:pt idx="9819">
                  <c:v>0.40962962962962962</c:v>
                </c:pt>
                <c:pt idx="9820">
                  <c:v>0.4097777777777778</c:v>
                </c:pt>
                <c:pt idx="9821">
                  <c:v>0.4097777777777778</c:v>
                </c:pt>
                <c:pt idx="9822">
                  <c:v>0.4097777777777778</c:v>
                </c:pt>
                <c:pt idx="9823">
                  <c:v>0.40992592592592592</c:v>
                </c:pt>
                <c:pt idx="9824">
                  <c:v>0.41007407407407409</c:v>
                </c:pt>
                <c:pt idx="9825">
                  <c:v>0.41007407407407409</c:v>
                </c:pt>
                <c:pt idx="9826">
                  <c:v>0.41007407407407409</c:v>
                </c:pt>
                <c:pt idx="9827">
                  <c:v>0.41007407407407409</c:v>
                </c:pt>
                <c:pt idx="9828">
                  <c:v>0.41007407407407409</c:v>
                </c:pt>
                <c:pt idx="9829">
                  <c:v>0.41007407407407409</c:v>
                </c:pt>
                <c:pt idx="9830">
                  <c:v>0.41007407407407409</c:v>
                </c:pt>
                <c:pt idx="9831">
                  <c:v>0.41007407407407409</c:v>
                </c:pt>
                <c:pt idx="9832">
                  <c:v>0.41007407407407409</c:v>
                </c:pt>
                <c:pt idx="9833">
                  <c:v>0.41022222222222221</c:v>
                </c:pt>
                <c:pt idx="9834">
                  <c:v>0.41022222222222221</c:v>
                </c:pt>
                <c:pt idx="9835">
                  <c:v>0.41022222222222221</c:v>
                </c:pt>
                <c:pt idx="9836">
                  <c:v>0.41022222222222221</c:v>
                </c:pt>
                <c:pt idx="9837">
                  <c:v>0.41022222222222221</c:v>
                </c:pt>
                <c:pt idx="9838">
                  <c:v>0.41022222222222221</c:v>
                </c:pt>
                <c:pt idx="9839">
                  <c:v>0.41022222222222221</c:v>
                </c:pt>
                <c:pt idx="9840">
                  <c:v>0.41022222222222221</c:v>
                </c:pt>
                <c:pt idx="9841">
                  <c:v>0.41022222222222221</c:v>
                </c:pt>
                <c:pt idx="9842">
                  <c:v>0.41037037037037039</c:v>
                </c:pt>
                <c:pt idx="9843">
                  <c:v>0.41037037037037039</c:v>
                </c:pt>
                <c:pt idx="9844">
                  <c:v>0.41037037037037039</c:v>
                </c:pt>
                <c:pt idx="9845">
                  <c:v>0.4105185185185185</c:v>
                </c:pt>
                <c:pt idx="9846">
                  <c:v>0.4105185185185185</c:v>
                </c:pt>
                <c:pt idx="9847">
                  <c:v>0.41066666666666668</c:v>
                </c:pt>
                <c:pt idx="9848">
                  <c:v>0.41066666666666668</c:v>
                </c:pt>
                <c:pt idx="9849">
                  <c:v>0.41066666666666668</c:v>
                </c:pt>
                <c:pt idx="9850">
                  <c:v>0.4108148148148148</c:v>
                </c:pt>
                <c:pt idx="9851">
                  <c:v>0.4108148148148148</c:v>
                </c:pt>
                <c:pt idx="9852">
                  <c:v>0.4108148148148148</c:v>
                </c:pt>
                <c:pt idx="9853">
                  <c:v>0.4108148148148148</c:v>
                </c:pt>
                <c:pt idx="9854">
                  <c:v>0.41096296296296297</c:v>
                </c:pt>
                <c:pt idx="9855">
                  <c:v>0.41111111111111109</c:v>
                </c:pt>
                <c:pt idx="9856">
                  <c:v>0.41111111111111109</c:v>
                </c:pt>
                <c:pt idx="9857">
                  <c:v>0.41111111111111109</c:v>
                </c:pt>
                <c:pt idx="9858">
                  <c:v>0.41125925925925927</c:v>
                </c:pt>
                <c:pt idx="9859">
                  <c:v>0.41125925925925927</c:v>
                </c:pt>
                <c:pt idx="9860">
                  <c:v>0.41125925925925927</c:v>
                </c:pt>
                <c:pt idx="9861">
                  <c:v>0.41140740740740739</c:v>
                </c:pt>
                <c:pt idx="9862">
                  <c:v>0.41155555555555556</c:v>
                </c:pt>
                <c:pt idx="9863">
                  <c:v>0.41155555555555556</c:v>
                </c:pt>
                <c:pt idx="9864">
                  <c:v>0.41155555555555556</c:v>
                </c:pt>
                <c:pt idx="9865">
                  <c:v>0.41155555555555556</c:v>
                </c:pt>
                <c:pt idx="9866">
                  <c:v>0.41155555555555556</c:v>
                </c:pt>
                <c:pt idx="9867">
                  <c:v>0.41155555555555556</c:v>
                </c:pt>
                <c:pt idx="9868">
                  <c:v>0.41155555555555556</c:v>
                </c:pt>
                <c:pt idx="9869">
                  <c:v>0.41155555555555556</c:v>
                </c:pt>
                <c:pt idx="9870">
                  <c:v>0.41155555555555556</c:v>
                </c:pt>
                <c:pt idx="9871">
                  <c:v>0.41155555555555556</c:v>
                </c:pt>
                <c:pt idx="9872">
                  <c:v>0.41170370370370368</c:v>
                </c:pt>
                <c:pt idx="9873">
                  <c:v>0.41170370370370368</c:v>
                </c:pt>
                <c:pt idx="9874">
                  <c:v>0.41170370370370368</c:v>
                </c:pt>
                <c:pt idx="9875">
                  <c:v>0.41185185185185186</c:v>
                </c:pt>
                <c:pt idx="9876">
                  <c:v>0.41185185185185186</c:v>
                </c:pt>
                <c:pt idx="9877">
                  <c:v>0.41199999999999998</c:v>
                </c:pt>
                <c:pt idx="9878">
                  <c:v>0.41199999999999998</c:v>
                </c:pt>
                <c:pt idx="9879">
                  <c:v>0.41199999999999998</c:v>
                </c:pt>
                <c:pt idx="9880">
                  <c:v>0.41199999999999998</c:v>
                </c:pt>
                <c:pt idx="9881">
                  <c:v>0.41199999999999998</c:v>
                </c:pt>
                <c:pt idx="9882">
                  <c:v>0.41214814814814815</c:v>
                </c:pt>
                <c:pt idx="9883">
                  <c:v>0.41214814814814815</c:v>
                </c:pt>
                <c:pt idx="9884">
                  <c:v>0.41214814814814815</c:v>
                </c:pt>
                <c:pt idx="9885">
                  <c:v>0.41214814814814815</c:v>
                </c:pt>
                <c:pt idx="9886">
                  <c:v>0.41229629629629627</c:v>
                </c:pt>
                <c:pt idx="9887">
                  <c:v>0.41229629629629627</c:v>
                </c:pt>
                <c:pt idx="9888">
                  <c:v>0.41244444444444445</c:v>
                </c:pt>
                <c:pt idx="9889">
                  <c:v>0.41244444444444445</c:v>
                </c:pt>
                <c:pt idx="9890">
                  <c:v>0.41259259259259257</c:v>
                </c:pt>
                <c:pt idx="9891">
                  <c:v>0.41259259259259257</c:v>
                </c:pt>
                <c:pt idx="9892">
                  <c:v>0.41259259259259257</c:v>
                </c:pt>
                <c:pt idx="9893">
                  <c:v>0.41259259259259257</c:v>
                </c:pt>
                <c:pt idx="9894">
                  <c:v>0.41259259259259257</c:v>
                </c:pt>
                <c:pt idx="9895">
                  <c:v>0.41259259259259257</c:v>
                </c:pt>
                <c:pt idx="9896">
                  <c:v>0.41259259259259257</c:v>
                </c:pt>
                <c:pt idx="9897">
                  <c:v>0.41274074074074074</c:v>
                </c:pt>
                <c:pt idx="9898">
                  <c:v>0.41288888888888892</c:v>
                </c:pt>
                <c:pt idx="9899">
                  <c:v>0.41288888888888892</c:v>
                </c:pt>
                <c:pt idx="9900">
                  <c:v>0.41303703703703704</c:v>
                </c:pt>
                <c:pt idx="9901">
                  <c:v>0.41303703703703704</c:v>
                </c:pt>
                <c:pt idx="9902">
                  <c:v>0.41318518518518521</c:v>
                </c:pt>
                <c:pt idx="9903">
                  <c:v>0.41318518518518521</c:v>
                </c:pt>
                <c:pt idx="9904">
                  <c:v>0.41318518518518521</c:v>
                </c:pt>
                <c:pt idx="9905">
                  <c:v>0.41318518518518521</c:v>
                </c:pt>
                <c:pt idx="9906">
                  <c:v>0.41333333333333333</c:v>
                </c:pt>
                <c:pt idx="9907">
                  <c:v>0.41348148148148151</c:v>
                </c:pt>
                <c:pt idx="9908">
                  <c:v>0.41362962962962962</c:v>
                </c:pt>
                <c:pt idx="9909">
                  <c:v>0.41362962962962962</c:v>
                </c:pt>
                <c:pt idx="9910">
                  <c:v>0.41362962962962962</c:v>
                </c:pt>
                <c:pt idx="9911">
                  <c:v>0.41362962962962962</c:v>
                </c:pt>
                <c:pt idx="9912">
                  <c:v>0.4137777777777778</c:v>
                </c:pt>
                <c:pt idx="9913">
                  <c:v>0.4137777777777778</c:v>
                </c:pt>
                <c:pt idx="9914">
                  <c:v>0.4137777777777778</c:v>
                </c:pt>
                <c:pt idx="9915">
                  <c:v>0.41392592592592592</c:v>
                </c:pt>
                <c:pt idx="9916">
                  <c:v>0.41392592592592592</c:v>
                </c:pt>
                <c:pt idx="9917">
                  <c:v>0.41407407407407409</c:v>
                </c:pt>
                <c:pt idx="9918">
                  <c:v>0.41422222222222221</c:v>
                </c:pt>
                <c:pt idx="9919">
                  <c:v>0.41422222222222221</c:v>
                </c:pt>
                <c:pt idx="9920">
                  <c:v>0.41437037037037039</c:v>
                </c:pt>
                <c:pt idx="9921">
                  <c:v>0.41437037037037039</c:v>
                </c:pt>
                <c:pt idx="9922">
                  <c:v>0.41437037037037039</c:v>
                </c:pt>
                <c:pt idx="9923">
                  <c:v>0.41437037037037039</c:v>
                </c:pt>
                <c:pt idx="9924">
                  <c:v>0.41437037037037039</c:v>
                </c:pt>
                <c:pt idx="9925">
                  <c:v>0.41437037037037039</c:v>
                </c:pt>
                <c:pt idx="9926">
                  <c:v>0.41451851851851851</c:v>
                </c:pt>
                <c:pt idx="9927">
                  <c:v>0.41451851851851851</c:v>
                </c:pt>
                <c:pt idx="9928">
                  <c:v>0.41451851851851851</c:v>
                </c:pt>
                <c:pt idx="9929">
                  <c:v>0.41451851851851851</c:v>
                </c:pt>
                <c:pt idx="9930">
                  <c:v>0.41451851851851851</c:v>
                </c:pt>
                <c:pt idx="9931">
                  <c:v>0.41451851851851851</c:v>
                </c:pt>
                <c:pt idx="9932">
                  <c:v>0.41451851851851851</c:v>
                </c:pt>
                <c:pt idx="9933">
                  <c:v>0.41451851851851851</c:v>
                </c:pt>
                <c:pt idx="9934">
                  <c:v>0.41451851851851851</c:v>
                </c:pt>
                <c:pt idx="9935">
                  <c:v>0.41466666666666668</c:v>
                </c:pt>
                <c:pt idx="9936">
                  <c:v>0.41466666666666668</c:v>
                </c:pt>
                <c:pt idx="9937">
                  <c:v>0.4148148148148148</c:v>
                </c:pt>
                <c:pt idx="9938">
                  <c:v>0.4148148148148148</c:v>
                </c:pt>
                <c:pt idx="9939">
                  <c:v>0.4148148148148148</c:v>
                </c:pt>
                <c:pt idx="9940">
                  <c:v>0.41496296296296298</c:v>
                </c:pt>
                <c:pt idx="9941">
                  <c:v>0.41496296296296298</c:v>
                </c:pt>
                <c:pt idx="9942">
                  <c:v>0.41496296296296298</c:v>
                </c:pt>
                <c:pt idx="9943">
                  <c:v>0.4151111111111111</c:v>
                </c:pt>
                <c:pt idx="9944">
                  <c:v>0.4151111111111111</c:v>
                </c:pt>
                <c:pt idx="9945">
                  <c:v>0.4151111111111111</c:v>
                </c:pt>
                <c:pt idx="9946">
                  <c:v>0.4151111111111111</c:v>
                </c:pt>
                <c:pt idx="9947">
                  <c:v>0.4151111111111111</c:v>
                </c:pt>
                <c:pt idx="9948">
                  <c:v>0.41525925925925927</c:v>
                </c:pt>
                <c:pt idx="9949">
                  <c:v>0.41540740740740739</c:v>
                </c:pt>
                <c:pt idx="9950">
                  <c:v>0.41540740740740739</c:v>
                </c:pt>
                <c:pt idx="9951">
                  <c:v>0.41540740740740739</c:v>
                </c:pt>
                <c:pt idx="9952">
                  <c:v>0.41555555555555557</c:v>
                </c:pt>
                <c:pt idx="9953">
                  <c:v>0.41570370370370369</c:v>
                </c:pt>
                <c:pt idx="9954">
                  <c:v>0.41585185185185186</c:v>
                </c:pt>
                <c:pt idx="9955">
                  <c:v>0.41585185185185186</c:v>
                </c:pt>
                <c:pt idx="9956">
                  <c:v>0.41585185185185186</c:v>
                </c:pt>
                <c:pt idx="9957">
                  <c:v>0.41599999999999998</c:v>
                </c:pt>
                <c:pt idx="9958">
                  <c:v>0.41599999999999998</c:v>
                </c:pt>
                <c:pt idx="9959">
                  <c:v>0.41599999999999998</c:v>
                </c:pt>
                <c:pt idx="9960">
                  <c:v>0.41599999999999998</c:v>
                </c:pt>
                <c:pt idx="9961">
                  <c:v>0.41599999999999998</c:v>
                </c:pt>
                <c:pt idx="9962">
                  <c:v>0.41614814814814816</c:v>
                </c:pt>
                <c:pt idx="9963">
                  <c:v>0.41614814814814816</c:v>
                </c:pt>
                <c:pt idx="9964">
                  <c:v>0.41614814814814816</c:v>
                </c:pt>
                <c:pt idx="9965">
                  <c:v>0.41614814814814816</c:v>
                </c:pt>
                <c:pt idx="9966">
                  <c:v>0.41614814814814816</c:v>
                </c:pt>
                <c:pt idx="9967">
                  <c:v>0.41629629629629628</c:v>
                </c:pt>
                <c:pt idx="9968">
                  <c:v>0.41629629629629628</c:v>
                </c:pt>
                <c:pt idx="9969">
                  <c:v>0.41629629629629628</c:v>
                </c:pt>
                <c:pt idx="9970">
                  <c:v>0.41644444444444445</c:v>
                </c:pt>
                <c:pt idx="9971">
                  <c:v>0.41644444444444445</c:v>
                </c:pt>
                <c:pt idx="9972">
                  <c:v>0.41644444444444445</c:v>
                </c:pt>
                <c:pt idx="9973">
                  <c:v>0.41644444444444445</c:v>
                </c:pt>
                <c:pt idx="9974">
                  <c:v>0.41659259259259257</c:v>
                </c:pt>
                <c:pt idx="9975">
                  <c:v>0.41659259259259257</c:v>
                </c:pt>
                <c:pt idx="9976">
                  <c:v>0.41659259259259257</c:v>
                </c:pt>
                <c:pt idx="9977">
                  <c:v>0.41659259259259257</c:v>
                </c:pt>
                <c:pt idx="9978">
                  <c:v>0.41659259259259257</c:v>
                </c:pt>
                <c:pt idx="9979">
                  <c:v>0.41659259259259257</c:v>
                </c:pt>
                <c:pt idx="9980">
                  <c:v>0.41659259259259257</c:v>
                </c:pt>
                <c:pt idx="9981">
                  <c:v>0.41674074074074074</c:v>
                </c:pt>
                <c:pt idx="9982">
                  <c:v>0.41674074074074074</c:v>
                </c:pt>
                <c:pt idx="9983">
                  <c:v>0.41674074074074074</c:v>
                </c:pt>
                <c:pt idx="9984">
                  <c:v>0.41688888888888886</c:v>
                </c:pt>
                <c:pt idx="9985">
                  <c:v>0.41703703703703704</c:v>
                </c:pt>
                <c:pt idx="9986">
                  <c:v>0.41703703703703704</c:v>
                </c:pt>
                <c:pt idx="9987">
                  <c:v>0.41718518518518516</c:v>
                </c:pt>
                <c:pt idx="9988">
                  <c:v>0.41718518518518516</c:v>
                </c:pt>
                <c:pt idx="9989">
                  <c:v>0.41718518518518516</c:v>
                </c:pt>
                <c:pt idx="9990">
                  <c:v>0.41733333333333333</c:v>
                </c:pt>
                <c:pt idx="9991">
                  <c:v>0.41733333333333333</c:v>
                </c:pt>
                <c:pt idx="9992">
                  <c:v>0.41748148148148151</c:v>
                </c:pt>
                <c:pt idx="9993">
                  <c:v>0.41748148148148151</c:v>
                </c:pt>
                <c:pt idx="9994">
                  <c:v>0.41748148148148151</c:v>
                </c:pt>
                <c:pt idx="9995">
                  <c:v>0.41748148148148151</c:v>
                </c:pt>
                <c:pt idx="9996">
                  <c:v>0.41762962962962963</c:v>
                </c:pt>
                <c:pt idx="9997">
                  <c:v>0.41762962962962963</c:v>
                </c:pt>
                <c:pt idx="9998">
                  <c:v>0.4177777777777778</c:v>
                </c:pt>
                <c:pt idx="9999">
                  <c:v>0.41792592592592592</c:v>
                </c:pt>
                <c:pt idx="10000">
                  <c:v>0.4180740740740741</c:v>
                </c:pt>
                <c:pt idx="10001">
                  <c:v>0.4180740740740741</c:v>
                </c:pt>
                <c:pt idx="10002">
                  <c:v>0.4180740740740741</c:v>
                </c:pt>
                <c:pt idx="10003">
                  <c:v>0.41822222222222222</c:v>
                </c:pt>
                <c:pt idx="10004">
                  <c:v>0.41837037037037039</c:v>
                </c:pt>
                <c:pt idx="10005">
                  <c:v>0.41837037037037039</c:v>
                </c:pt>
                <c:pt idx="10006">
                  <c:v>0.41837037037037039</c:v>
                </c:pt>
                <c:pt idx="10007">
                  <c:v>0.41851851851851851</c:v>
                </c:pt>
                <c:pt idx="10008">
                  <c:v>0.41851851851851851</c:v>
                </c:pt>
                <c:pt idx="10009">
                  <c:v>0.41851851851851851</c:v>
                </c:pt>
                <c:pt idx="10010">
                  <c:v>0.41851851851851851</c:v>
                </c:pt>
                <c:pt idx="10011">
                  <c:v>0.41851851851851851</c:v>
                </c:pt>
                <c:pt idx="10012">
                  <c:v>0.41851851851851851</c:v>
                </c:pt>
                <c:pt idx="10013">
                  <c:v>0.41851851851851851</c:v>
                </c:pt>
                <c:pt idx="10014">
                  <c:v>0.41851851851851851</c:v>
                </c:pt>
                <c:pt idx="10015">
                  <c:v>0.41851851851851851</c:v>
                </c:pt>
                <c:pt idx="10016">
                  <c:v>0.41851851851851851</c:v>
                </c:pt>
                <c:pt idx="10017">
                  <c:v>0.41851851851851851</c:v>
                </c:pt>
                <c:pt idx="10018">
                  <c:v>0.41851851851851851</c:v>
                </c:pt>
                <c:pt idx="10019">
                  <c:v>0.41866666666666669</c:v>
                </c:pt>
                <c:pt idx="10020">
                  <c:v>0.41866666666666669</c:v>
                </c:pt>
                <c:pt idx="10021">
                  <c:v>0.41881481481481481</c:v>
                </c:pt>
                <c:pt idx="10022">
                  <c:v>0.41881481481481481</c:v>
                </c:pt>
                <c:pt idx="10023">
                  <c:v>0.41896296296296298</c:v>
                </c:pt>
                <c:pt idx="10024">
                  <c:v>0.41896296296296298</c:v>
                </c:pt>
                <c:pt idx="10025">
                  <c:v>0.41896296296296298</c:v>
                </c:pt>
                <c:pt idx="10026">
                  <c:v>0.41896296296296298</c:v>
                </c:pt>
                <c:pt idx="10027">
                  <c:v>0.4191111111111111</c:v>
                </c:pt>
                <c:pt idx="10028">
                  <c:v>0.4191111111111111</c:v>
                </c:pt>
                <c:pt idx="10029">
                  <c:v>0.4191111111111111</c:v>
                </c:pt>
                <c:pt idx="10030">
                  <c:v>0.4191111111111111</c:v>
                </c:pt>
                <c:pt idx="10031">
                  <c:v>0.4191111111111111</c:v>
                </c:pt>
                <c:pt idx="10032">
                  <c:v>0.4191111111111111</c:v>
                </c:pt>
                <c:pt idx="10033">
                  <c:v>0.4191111111111111</c:v>
                </c:pt>
                <c:pt idx="10034">
                  <c:v>0.4191111111111111</c:v>
                </c:pt>
                <c:pt idx="10035">
                  <c:v>0.4191111111111111</c:v>
                </c:pt>
                <c:pt idx="10036">
                  <c:v>0.4191111111111111</c:v>
                </c:pt>
                <c:pt idx="10037">
                  <c:v>0.41925925925925928</c:v>
                </c:pt>
                <c:pt idx="10038">
                  <c:v>0.41925925925925928</c:v>
                </c:pt>
                <c:pt idx="10039">
                  <c:v>0.4194074074074074</c:v>
                </c:pt>
                <c:pt idx="10040">
                  <c:v>0.41955555555555557</c:v>
                </c:pt>
                <c:pt idx="10041">
                  <c:v>0.41955555555555557</c:v>
                </c:pt>
                <c:pt idx="10042">
                  <c:v>0.41955555555555557</c:v>
                </c:pt>
                <c:pt idx="10043">
                  <c:v>0.41955555555555557</c:v>
                </c:pt>
                <c:pt idx="10044">
                  <c:v>0.41955555555555557</c:v>
                </c:pt>
                <c:pt idx="10045">
                  <c:v>0.41970370370370369</c:v>
                </c:pt>
                <c:pt idx="10046">
                  <c:v>0.41970370370370369</c:v>
                </c:pt>
                <c:pt idx="10047">
                  <c:v>0.41970370370370369</c:v>
                </c:pt>
                <c:pt idx="10048">
                  <c:v>0.41985185185185186</c:v>
                </c:pt>
                <c:pt idx="10049">
                  <c:v>0.41985185185185186</c:v>
                </c:pt>
                <c:pt idx="10050">
                  <c:v>0.41985185185185186</c:v>
                </c:pt>
                <c:pt idx="10051">
                  <c:v>0.41985185185185186</c:v>
                </c:pt>
                <c:pt idx="10052">
                  <c:v>0.41985185185185186</c:v>
                </c:pt>
                <c:pt idx="10053">
                  <c:v>0.41985185185185186</c:v>
                </c:pt>
                <c:pt idx="10054">
                  <c:v>0.41985185185185186</c:v>
                </c:pt>
                <c:pt idx="10055">
                  <c:v>0.41985185185185186</c:v>
                </c:pt>
                <c:pt idx="10056">
                  <c:v>0.42</c:v>
                </c:pt>
                <c:pt idx="10057">
                  <c:v>0.42014814814814816</c:v>
                </c:pt>
                <c:pt idx="10058">
                  <c:v>0.42014814814814816</c:v>
                </c:pt>
                <c:pt idx="10059">
                  <c:v>0.42014814814814816</c:v>
                </c:pt>
                <c:pt idx="10060">
                  <c:v>0.42029629629629628</c:v>
                </c:pt>
                <c:pt idx="10061">
                  <c:v>0.42029629629629628</c:v>
                </c:pt>
                <c:pt idx="10062">
                  <c:v>0.42029629629629628</c:v>
                </c:pt>
                <c:pt idx="10063">
                  <c:v>0.42029629629629628</c:v>
                </c:pt>
                <c:pt idx="10064">
                  <c:v>0.42029629629629628</c:v>
                </c:pt>
                <c:pt idx="10065">
                  <c:v>0.42029629629629628</c:v>
                </c:pt>
                <c:pt idx="10066">
                  <c:v>0.42029629629629628</c:v>
                </c:pt>
                <c:pt idx="10067">
                  <c:v>0.42029629629629628</c:v>
                </c:pt>
                <c:pt idx="10068">
                  <c:v>0.42044444444444445</c:v>
                </c:pt>
                <c:pt idx="10069">
                  <c:v>0.42044444444444445</c:v>
                </c:pt>
                <c:pt idx="10070">
                  <c:v>0.42044444444444445</c:v>
                </c:pt>
                <c:pt idx="10071">
                  <c:v>0.42044444444444445</c:v>
                </c:pt>
                <c:pt idx="10072">
                  <c:v>0.42044444444444445</c:v>
                </c:pt>
                <c:pt idx="10073">
                  <c:v>0.42059259259259257</c:v>
                </c:pt>
                <c:pt idx="10074">
                  <c:v>0.42059259259259257</c:v>
                </c:pt>
                <c:pt idx="10075">
                  <c:v>0.42059259259259257</c:v>
                </c:pt>
                <c:pt idx="10076">
                  <c:v>0.42074074074074075</c:v>
                </c:pt>
                <c:pt idx="10077">
                  <c:v>0.42074074074074075</c:v>
                </c:pt>
                <c:pt idx="10078">
                  <c:v>0.42074074074074075</c:v>
                </c:pt>
                <c:pt idx="10079">
                  <c:v>0.42088888888888887</c:v>
                </c:pt>
                <c:pt idx="10080">
                  <c:v>0.42088888888888887</c:v>
                </c:pt>
                <c:pt idx="10081">
                  <c:v>0.42088888888888887</c:v>
                </c:pt>
                <c:pt idx="10082">
                  <c:v>0.42103703703703704</c:v>
                </c:pt>
                <c:pt idx="10083">
                  <c:v>0.42103703703703704</c:v>
                </c:pt>
                <c:pt idx="10084">
                  <c:v>0.42118518518518516</c:v>
                </c:pt>
                <c:pt idx="10085">
                  <c:v>0.42118518518518516</c:v>
                </c:pt>
                <c:pt idx="10086">
                  <c:v>0.42118518518518516</c:v>
                </c:pt>
                <c:pt idx="10087">
                  <c:v>0.42133333333333334</c:v>
                </c:pt>
                <c:pt idx="10088">
                  <c:v>0.42133333333333334</c:v>
                </c:pt>
                <c:pt idx="10089">
                  <c:v>0.42133333333333334</c:v>
                </c:pt>
                <c:pt idx="10090">
                  <c:v>0.42133333333333334</c:v>
                </c:pt>
                <c:pt idx="10091">
                  <c:v>0.42133333333333334</c:v>
                </c:pt>
                <c:pt idx="10092">
                  <c:v>0.42133333333333334</c:v>
                </c:pt>
                <c:pt idx="10093">
                  <c:v>0.42133333333333334</c:v>
                </c:pt>
                <c:pt idx="10094">
                  <c:v>0.42133333333333334</c:v>
                </c:pt>
                <c:pt idx="10095">
                  <c:v>0.42133333333333334</c:v>
                </c:pt>
                <c:pt idx="10096">
                  <c:v>0.42133333333333334</c:v>
                </c:pt>
                <c:pt idx="10097">
                  <c:v>0.42148148148148146</c:v>
                </c:pt>
                <c:pt idx="10098">
                  <c:v>0.42148148148148146</c:v>
                </c:pt>
                <c:pt idx="10099">
                  <c:v>0.42148148148148146</c:v>
                </c:pt>
                <c:pt idx="10100">
                  <c:v>0.42148148148148146</c:v>
                </c:pt>
                <c:pt idx="10101">
                  <c:v>0.42148148148148146</c:v>
                </c:pt>
                <c:pt idx="10102">
                  <c:v>0.42148148148148146</c:v>
                </c:pt>
                <c:pt idx="10103">
                  <c:v>0.42162962962962963</c:v>
                </c:pt>
                <c:pt idx="10104">
                  <c:v>0.42162962962962963</c:v>
                </c:pt>
                <c:pt idx="10105">
                  <c:v>0.42162962962962963</c:v>
                </c:pt>
                <c:pt idx="10106">
                  <c:v>0.42162962962962963</c:v>
                </c:pt>
                <c:pt idx="10107">
                  <c:v>0.42162962962962963</c:v>
                </c:pt>
                <c:pt idx="10108">
                  <c:v>0.42177777777777775</c:v>
                </c:pt>
                <c:pt idx="10109">
                  <c:v>0.42177777777777775</c:v>
                </c:pt>
                <c:pt idx="10110">
                  <c:v>0.42177777777777775</c:v>
                </c:pt>
                <c:pt idx="10111">
                  <c:v>0.42177777777777775</c:v>
                </c:pt>
                <c:pt idx="10112">
                  <c:v>0.42177777777777775</c:v>
                </c:pt>
                <c:pt idx="10113">
                  <c:v>0.42177777777777775</c:v>
                </c:pt>
                <c:pt idx="10114">
                  <c:v>0.42177777777777775</c:v>
                </c:pt>
                <c:pt idx="10115">
                  <c:v>0.42192592592592593</c:v>
                </c:pt>
                <c:pt idx="10116">
                  <c:v>0.42192592592592593</c:v>
                </c:pt>
                <c:pt idx="10117">
                  <c:v>0.4220740740740741</c:v>
                </c:pt>
                <c:pt idx="10118">
                  <c:v>0.4220740740740741</c:v>
                </c:pt>
                <c:pt idx="10119">
                  <c:v>0.42222222222222222</c:v>
                </c:pt>
                <c:pt idx="10120">
                  <c:v>0.4223703703703704</c:v>
                </c:pt>
                <c:pt idx="10121">
                  <c:v>0.4223703703703704</c:v>
                </c:pt>
                <c:pt idx="10122">
                  <c:v>0.4223703703703704</c:v>
                </c:pt>
                <c:pt idx="10123">
                  <c:v>0.4223703703703704</c:v>
                </c:pt>
                <c:pt idx="10124">
                  <c:v>0.4223703703703704</c:v>
                </c:pt>
                <c:pt idx="10125">
                  <c:v>0.4223703703703704</c:v>
                </c:pt>
                <c:pt idx="10126">
                  <c:v>0.4223703703703704</c:v>
                </c:pt>
                <c:pt idx="10127">
                  <c:v>0.4223703703703704</c:v>
                </c:pt>
                <c:pt idx="10128">
                  <c:v>0.42251851851851852</c:v>
                </c:pt>
                <c:pt idx="10129">
                  <c:v>0.42266666666666669</c:v>
                </c:pt>
                <c:pt idx="10130">
                  <c:v>0.42281481481481481</c:v>
                </c:pt>
                <c:pt idx="10131">
                  <c:v>0.42281481481481481</c:v>
                </c:pt>
                <c:pt idx="10132">
                  <c:v>0.42281481481481481</c:v>
                </c:pt>
                <c:pt idx="10133">
                  <c:v>0.42281481481481481</c:v>
                </c:pt>
                <c:pt idx="10134">
                  <c:v>0.42281481481481481</c:v>
                </c:pt>
                <c:pt idx="10135">
                  <c:v>0.42281481481481481</c:v>
                </c:pt>
                <c:pt idx="10136">
                  <c:v>0.42281481481481481</c:v>
                </c:pt>
                <c:pt idx="10137">
                  <c:v>0.42281481481481481</c:v>
                </c:pt>
                <c:pt idx="10138">
                  <c:v>0.42281481481481481</c:v>
                </c:pt>
                <c:pt idx="10139">
                  <c:v>0.42281481481481481</c:v>
                </c:pt>
                <c:pt idx="10140">
                  <c:v>0.42281481481481481</c:v>
                </c:pt>
                <c:pt idx="10141">
                  <c:v>0.42296296296296299</c:v>
                </c:pt>
                <c:pt idx="10142">
                  <c:v>0.42296296296296299</c:v>
                </c:pt>
                <c:pt idx="10143">
                  <c:v>0.42296296296296299</c:v>
                </c:pt>
                <c:pt idx="10144">
                  <c:v>0.42296296296296299</c:v>
                </c:pt>
                <c:pt idx="10145">
                  <c:v>0.42296296296296299</c:v>
                </c:pt>
                <c:pt idx="10146">
                  <c:v>0.42296296296296299</c:v>
                </c:pt>
                <c:pt idx="10147">
                  <c:v>0.4231111111111111</c:v>
                </c:pt>
                <c:pt idx="10148">
                  <c:v>0.4231111111111111</c:v>
                </c:pt>
                <c:pt idx="10149">
                  <c:v>0.4231111111111111</c:v>
                </c:pt>
                <c:pt idx="10150">
                  <c:v>0.4231111111111111</c:v>
                </c:pt>
                <c:pt idx="10151">
                  <c:v>0.4231111111111111</c:v>
                </c:pt>
                <c:pt idx="10152">
                  <c:v>0.4231111111111111</c:v>
                </c:pt>
                <c:pt idx="10153">
                  <c:v>0.42325925925925928</c:v>
                </c:pt>
                <c:pt idx="10154">
                  <c:v>0.42325925925925928</c:v>
                </c:pt>
                <c:pt idx="10155">
                  <c:v>0.42325925925925928</c:v>
                </c:pt>
                <c:pt idx="10156">
                  <c:v>0.42325925925925928</c:v>
                </c:pt>
                <c:pt idx="10157">
                  <c:v>0.42325925925925928</c:v>
                </c:pt>
                <c:pt idx="10158">
                  <c:v>0.4234074074074074</c:v>
                </c:pt>
                <c:pt idx="10159">
                  <c:v>0.4234074074074074</c:v>
                </c:pt>
                <c:pt idx="10160">
                  <c:v>0.4234074074074074</c:v>
                </c:pt>
                <c:pt idx="10161">
                  <c:v>0.4234074074074074</c:v>
                </c:pt>
                <c:pt idx="10162">
                  <c:v>0.4234074074074074</c:v>
                </c:pt>
                <c:pt idx="10163">
                  <c:v>0.4234074074074074</c:v>
                </c:pt>
                <c:pt idx="10164">
                  <c:v>0.4234074074074074</c:v>
                </c:pt>
                <c:pt idx="10165">
                  <c:v>0.4234074074074074</c:v>
                </c:pt>
                <c:pt idx="10166">
                  <c:v>0.4234074074074074</c:v>
                </c:pt>
                <c:pt idx="10167">
                  <c:v>0.42355555555555557</c:v>
                </c:pt>
                <c:pt idx="10168">
                  <c:v>0.42355555555555557</c:v>
                </c:pt>
                <c:pt idx="10169">
                  <c:v>0.42355555555555557</c:v>
                </c:pt>
                <c:pt idx="10170">
                  <c:v>0.42355555555555557</c:v>
                </c:pt>
                <c:pt idx="10171">
                  <c:v>0.42355555555555557</c:v>
                </c:pt>
                <c:pt idx="10172">
                  <c:v>0.42355555555555557</c:v>
                </c:pt>
                <c:pt idx="10173">
                  <c:v>0.42355555555555557</c:v>
                </c:pt>
                <c:pt idx="10174">
                  <c:v>0.42355555555555557</c:v>
                </c:pt>
                <c:pt idx="10175">
                  <c:v>0.42355555555555557</c:v>
                </c:pt>
                <c:pt idx="10176">
                  <c:v>0.42370370370370369</c:v>
                </c:pt>
                <c:pt idx="10177">
                  <c:v>0.42385185185185187</c:v>
                </c:pt>
                <c:pt idx="10178">
                  <c:v>0.42385185185185187</c:v>
                </c:pt>
                <c:pt idx="10179">
                  <c:v>0.42399999999999999</c:v>
                </c:pt>
                <c:pt idx="10180">
                  <c:v>0.42414814814814816</c:v>
                </c:pt>
                <c:pt idx="10181">
                  <c:v>0.42414814814814816</c:v>
                </c:pt>
                <c:pt idx="10182">
                  <c:v>0.42414814814814816</c:v>
                </c:pt>
                <c:pt idx="10183">
                  <c:v>0.42429629629629628</c:v>
                </c:pt>
                <c:pt idx="10184">
                  <c:v>0.42429629629629628</c:v>
                </c:pt>
                <c:pt idx="10185">
                  <c:v>0.42429629629629628</c:v>
                </c:pt>
                <c:pt idx="10186">
                  <c:v>0.42429629629629628</c:v>
                </c:pt>
                <c:pt idx="10187">
                  <c:v>0.42444444444444446</c:v>
                </c:pt>
                <c:pt idx="10188">
                  <c:v>0.42444444444444446</c:v>
                </c:pt>
                <c:pt idx="10189">
                  <c:v>0.42444444444444446</c:v>
                </c:pt>
                <c:pt idx="10190">
                  <c:v>0.42444444444444446</c:v>
                </c:pt>
                <c:pt idx="10191">
                  <c:v>0.42444444444444446</c:v>
                </c:pt>
                <c:pt idx="10192">
                  <c:v>0.42444444444444446</c:v>
                </c:pt>
                <c:pt idx="10193">
                  <c:v>0.42444444444444446</c:v>
                </c:pt>
                <c:pt idx="10194">
                  <c:v>0.42444444444444446</c:v>
                </c:pt>
                <c:pt idx="10195">
                  <c:v>0.42444444444444446</c:v>
                </c:pt>
                <c:pt idx="10196">
                  <c:v>0.42444444444444446</c:v>
                </c:pt>
                <c:pt idx="10197">
                  <c:v>0.42444444444444446</c:v>
                </c:pt>
                <c:pt idx="10198">
                  <c:v>0.42459259259259258</c:v>
                </c:pt>
                <c:pt idx="10199">
                  <c:v>0.42459259259259258</c:v>
                </c:pt>
                <c:pt idx="10200">
                  <c:v>0.42459259259259258</c:v>
                </c:pt>
                <c:pt idx="10201">
                  <c:v>0.42474074074074075</c:v>
                </c:pt>
                <c:pt idx="10202">
                  <c:v>0.42474074074074075</c:v>
                </c:pt>
                <c:pt idx="10203">
                  <c:v>0.42488888888888887</c:v>
                </c:pt>
                <c:pt idx="10204">
                  <c:v>0.42488888888888887</c:v>
                </c:pt>
                <c:pt idx="10205">
                  <c:v>0.42488888888888887</c:v>
                </c:pt>
                <c:pt idx="10206">
                  <c:v>0.42488888888888887</c:v>
                </c:pt>
                <c:pt idx="10207">
                  <c:v>0.42488888888888887</c:v>
                </c:pt>
                <c:pt idx="10208">
                  <c:v>0.42488888888888887</c:v>
                </c:pt>
                <c:pt idx="10209">
                  <c:v>0.42488888888888887</c:v>
                </c:pt>
                <c:pt idx="10210">
                  <c:v>0.42488888888888887</c:v>
                </c:pt>
                <c:pt idx="10211">
                  <c:v>0.42488888888888887</c:v>
                </c:pt>
                <c:pt idx="10212">
                  <c:v>0.42488888888888887</c:v>
                </c:pt>
                <c:pt idx="10213">
                  <c:v>0.42488888888888887</c:v>
                </c:pt>
                <c:pt idx="10214">
                  <c:v>0.42503703703703705</c:v>
                </c:pt>
                <c:pt idx="10215">
                  <c:v>0.42503703703703705</c:v>
                </c:pt>
                <c:pt idx="10216">
                  <c:v>0.42518518518518517</c:v>
                </c:pt>
                <c:pt idx="10217">
                  <c:v>0.42533333333333334</c:v>
                </c:pt>
                <c:pt idx="10218">
                  <c:v>0.42533333333333334</c:v>
                </c:pt>
                <c:pt idx="10219">
                  <c:v>0.42533333333333334</c:v>
                </c:pt>
                <c:pt idx="10220">
                  <c:v>0.42533333333333334</c:v>
                </c:pt>
                <c:pt idx="10221">
                  <c:v>0.42548148148148146</c:v>
                </c:pt>
                <c:pt idx="10222">
                  <c:v>0.42562962962962964</c:v>
                </c:pt>
                <c:pt idx="10223">
                  <c:v>0.42562962962962964</c:v>
                </c:pt>
                <c:pt idx="10224">
                  <c:v>0.42562962962962964</c:v>
                </c:pt>
                <c:pt idx="10225">
                  <c:v>0.42562962962962964</c:v>
                </c:pt>
                <c:pt idx="10226">
                  <c:v>0.42577777777777776</c:v>
                </c:pt>
                <c:pt idx="10227">
                  <c:v>0.42577777777777776</c:v>
                </c:pt>
                <c:pt idx="10228">
                  <c:v>0.42577777777777776</c:v>
                </c:pt>
                <c:pt idx="10229">
                  <c:v>0.42577777777777776</c:v>
                </c:pt>
                <c:pt idx="10230">
                  <c:v>0.42577777777777776</c:v>
                </c:pt>
                <c:pt idx="10231">
                  <c:v>0.42577777777777776</c:v>
                </c:pt>
                <c:pt idx="10232">
                  <c:v>0.42577777777777776</c:v>
                </c:pt>
                <c:pt idx="10233">
                  <c:v>0.42577777777777776</c:v>
                </c:pt>
                <c:pt idx="10234">
                  <c:v>0.42577777777777776</c:v>
                </c:pt>
                <c:pt idx="10235">
                  <c:v>0.42577777777777776</c:v>
                </c:pt>
                <c:pt idx="10236">
                  <c:v>0.42592592592592593</c:v>
                </c:pt>
                <c:pt idx="10237">
                  <c:v>0.42607407407407405</c:v>
                </c:pt>
                <c:pt idx="10238">
                  <c:v>0.42607407407407405</c:v>
                </c:pt>
                <c:pt idx="10239">
                  <c:v>0.42607407407407405</c:v>
                </c:pt>
                <c:pt idx="10240">
                  <c:v>0.42607407407407405</c:v>
                </c:pt>
                <c:pt idx="10241">
                  <c:v>0.42622222222222222</c:v>
                </c:pt>
                <c:pt idx="10242">
                  <c:v>0.42622222222222222</c:v>
                </c:pt>
                <c:pt idx="10243">
                  <c:v>0.42622222222222222</c:v>
                </c:pt>
                <c:pt idx="10244">
                  <c:v>0.42637037037037034</c:v>
                </c:pt>
                <c:pt idx="10245">
                  <c:v>0.42637037037037034</c:v>
                </c:pt>
                <c:pt idx="10246">
                  <c:v>0.42637037037037034</c:v>
                </c:pt>
                <c:pt idx="10247">
                  <c:v>0.42637037037037034</c:v>
                </c:pt>
                <c:pt idx="10248">
                  <c:v>0.42637037037037034</c:v>
                </c:pt>
                <c:pt idx="10249">
                  <c:v>0.42651851851851852</c:v>
                </c:pt>
                <c:pt idx="10250">
                  <c:v>0.42666666666666669</c:v>
                </c:pt>
                <c:pt idx="10251">
                  <c:v>0.42681481481481481</c:v>
                </c:pt>
                <c:pt idx="10252">
                  <c:v>0.42696296296296299</c:v>
                </c:pt>
                <c:pt idx="10253">
                  <c:v>0.42696296296296299</c:v>
                </c:pt>
                <c:pt idx="10254">
                  <c:v>0.42696296296296299</c:v>
                </c:pt>
                <c:pt idx="10255">
                  <c:v>0.42711111111111111</c:v>
                </c:pt>
                <c:pt idx="10256">
                  <c:v>0.42711111111111111</c:v>
                </c:pt>
                <c:pt idx="10257">
                  <c:v>0.42725925925925928</c:v>
                </c:pt>
                <c:pt idx="10258">
                  <c:v>0.42725925925925928</c:v>
                </c:pt>
                <c:pt idx="10259">
                  <c:v>0.42725925925925928</c:v>
                </c:pt>
                <c:pt idx="10260">
                  <c:v>0.42725925925925928</c:v>
                </c:pt>
                <c:pt idx="10261">
                  <c:v>0.4274074074074074</c:v>
                </c:pt>
                <c:pt idx="10262">
                  <c:v>0.4274074074074074</c:v>
                </c:pt>
                <c:pt idx="10263">
                  <c:v>0.4274074074074074</c:v>
                </c:pt>
                <c:pt idx="10264">
                  <c:v>0.4274074074074074</c:v>
                </c:pt>
                <c:pt idx="10265">
                  <c:v>0.4274074074074074</c:v>
                </c:pt>
                <c:pt idx="10266">
                  <c:v>0.42755555555555558</c:v>
                </c:pt>
                <c:pt idx="10267">
                  <c:v>0.4277037037037037</c:v>
                </c:pt>
                <c:pt idx="10268">
                  <c:v>0.42785185185185187</c:v>
                </c:pt>
                <c:pt idx="10269">
                  <c:v>0.42799999999999999</c:v>
                </c:pt>
                <c:pt idx="10270">
                  <c:v>0.42799999999999999</c:v>
                </c:pt>
                <c:pt idx="10271">
                  <c:v>0.42799999999999999</c:v>
                </c:pt>
                <c:pt idx="10272">
                  <c:v>0.42799999999999999</c:v>
                </c:pt>
                <c:pt idx="10273">
                  <c:v>0.42814814814814817</c:v>
                </c:pt>
                <c:pt idx="10274">
                  <c:v>0.42814814814814817</c:v>
                </c:pt>
                <c:pt idx="10275">
                  <c:v>0.42829629629629629</c:v>
                </c:pt>
                <c:pt idx="10276">
                  <c:v>0.42829629629629629</c:v>
                </c:pt>
                <c:pt idx="10277">
                  <c:v>0.42829629629629629</c:v>
                </c:pt>
                <c:pt idx="10278">
                  <c:v>0.42829629629629629</c:v>
                </c:pt>
                <c:pt idx="10279">
                  <c:v>0.42844444444444446</c:v>
                </c:pt>
                <c:pt idx="10280">
                  <c:v>0.42844444444444446</c:v>
                </c:pt>
                <c:pt idx="10281">
                  <c:v>0.42844444444444446</c:v>
                </c:pt>
                <c:pt idx="10282">
                  <c:v>0.42844444444444446</c:v>
                </c:pt>
                <c:pt idx="10283">
                  <c:v>0.42859259259259258</c:v>
                </c:pt>
                <c:pt idx="10284">
                  <c:v>0.42859259259259258</c:v>
                </c:pt>
                <c:pt idx="10285">
                  <c:v>0.42874074074074076</c:v>
                </c:pt>
                <c:pt idx="10286">
                  <c:v>0.42874074074074076</c:v>
                </c:pt>
                <c:pt idx="10287">
                  <c:v>0.42888888888888888</c:v>
                </c:pt>
                <c:pt idx="10288">
                  <c:v>0.42888888888888888</c:v>
                </c:pt>
                <c:pt idx="10289">
                  <c:v>0.42903703703703705</c:v>
                </c:pt>
                <c:pt idx="10290">
                  <c:v>0.42903703703703705</c:v>
                </c:pt>
                <c:pt idx="10291">
                  <c:v>0.42903703703703705</c:v>
                </c:pt>
                <c:pt idx="10292">
                  <c:v>0.42918518518518517</c:v>
                </c:pt>
                <c:pt idx="10293">
                  <c:v>0.42918518518518517</c:v>
                </c:pt>
                <c:pt idx="10294">
                  <c:v>0.42933333333333334</c:v>
                </c:pt>
                <c:pt idx="10295">
                  <c:v>0.42948148148148146</c:v>
                </c:pt>
                <c:pt idx="10296">
                  <c:v>0.42962962962962964</c:v>
                </c:pt>
                <c:pt idx="10297">
                  <c:v>0.42977777777777776</c:v>
                </c:pt>
                <c:pt idx="10298">
                  <c:v>0.42977777777777776</c:v>
                </c:pt>
                <c:pt idx="10299">
                  <c:v>0.42977777777777776</c:v>
                </c:pt>
                <c:pt idx="10300">
                  <c:v>0.42977777777777776</c:v>
                </c:pt>
                <c:pt idx="10301">
                  <c:v>0.42977777777777776</c:v>
                </c:pt>
                <c:pt idx="10302">
                  <c:v>0.42977777777777776</c:v>
                </c:pt>
                <c:pt idx="10303">
                  <c:v>0.42977777777777776</c:v>
                </c:pt>
                <c:pt idx="10304">
                  <c:v>0.42977777777777776</c:v>
                </c:pt>
                <c:pt idx="10305">
                  <c:v>0.42977777777777776</c:v>
                </c:pt>
                <c:pt idx="10306">
                  <c:v>0.42977777777777776</c:v>
                </c:pt>
                <c:pt idx="10307">
                  <c:v>0.42977777777777776</c:v>
                </c:pt>
                <c:pt idx="10308">
                  <c:v>0.42977777777777776</c:v>
                </c:pt>
                <c:pt idx="10309">
                  <c:v>0.42977777777777776</c:v>
                </c:pt>
                <c:pt idx="10310">
                  <c:v>0.42977777777777776</c:v>
                </c:pt>
                <c:pt idx="10311">
                  <c:v>0.42977777777777776</c:v>
                </c:pt>
                <c:pt idx="10312">
                  <c:v>0.42992592592592593</c:v>
                </c:pt>
                <c:pt idx="10313">
                  <c:v>0.42992592592592593</c:v>
                </c:pt>
                <c:pt idx="10314">
                  <c:v>0.42992592592592593</c:v>
                </c:pt>
                <c:pt idx="10315">
                  <c:v>0.43007407407407405</c:v>
                </c:pt>
                <c:pt idx="10316">
                  <c:v>0.43007407407407405</c:v>
                </c:pt>
                <c:pt idx="10317">
                  <c:v>0.43007407407407405</c:v>
                </c:pt>
                <c:pt idx="10318">
                  <c:v>0.43007407407407405</c:v>
                </c:pt>
                <c:pt idx="10319">
                  <c:v>0.43022222222222223</c:v>
                </c:pt>
                <c:pt idx="10320">
                  <c:v>0.43022222222222223</c:v>
                </c:pt>
                <c:pt idx="10321">
                  <c:v>0.43037037037037035</c:v>
                </c:pt>
                <c:pt idx="10322">
                  <c:v>0.43051851851851852</c:v>
                </c:pt>
                <c:pt idx="10323">
                  <c:v>0.43051851851851852</c:v>
                </c:pt>
                <c:pt idx="10324">
                  <c:v>0.43066666666666664</c:v>
                </c:pt>
                <c:pt idx="10325">
                  <c:v>0.43066666666666664</c:v>
                </c:pt>
                <c:pt idx="10326">
                  <c:v>0.43081481481481482</c:v>
                </c:pt>
                <c:pt idx="10327">
                  <c:v>0.43081481481481482</c:v>
                </c:pt>
                <c:pt idx="10328">
                  <c:v>0.43081481481481482</c:v>
                </c:pt>
                <c:pt idx="10329">
                  <c:v>0.43081481481481482</c:v>
                </c:pt>
                <c:pt idx="10330">
                  <c:v>0.43081481481481482</c:v>
                </c:pt>
                <c:pt idx="10331">
                  <c:v>0.43081481481481482</c:v>
                </c:pt>
                <c:pt idx="10332">
                  <c:v>0.43081481481481482</c:v>
                </c:pt>
                <c:pt idx="10333">
                  <c:v>0.43081481481481482</c:v>
                </c:pt>
                <c:pt idx="10334">
                  <c:v>0.43081481481481482</c:v>
                </c:pt>
                <c:pt idx="10335">
                  <c:v>0.43096296296296294</c:v>
                </c:pt>
                <c:pt idx="10336">
                  <c:v>0.43096296296296294</c:v>
                </c:pt>
                <c:pt idx="10337">
                  <c:v>0.43096296296296294</c:v>
                </c:pt>
                <c:pt idx="10338">
                  <c:v>0.43096296296296294</c:v>
                </c:pt>
                <c:pt idx="10339">
                  <c:v>0.43111111111111111</c:v>
                </c:pt>
                <c:pt idx="10340">
                  <c:v>0.43125925925925929</c:v>
                </c:pt>
                <c:pt idx="10341">
                  <c:v>0.43125925925925929</c:v>
                </c:pt>
                <c:pt idx="10342">
                  <c:v>0.43125925925925929</c:v>
                </c:pt>
                <c:pt idx="10343">
                  <c:v>0.43125925925925929</c:v>
                </c:pt>
                <c:pt idx="10344">
                  <c:v>0.43125925925925929</c:v>
                </c:pt>
                <c:pt idx="10345">
                  <c:v>0.43125925925925929</c:v>
                </c:pt>
                <c:pt idx="10346">
                  <c:v>0.43140740740740741</c:v>
                </c:pt>
                <c:pt idx="10347">
                  <c:v>0.43140740740740741</c:v>
                </c:pt>
                <c:pt idx="10348">
                  <c:v>0.43155555555555558</c:v>
                </c:pt>
                <c:pt idx="10349">
                  <c:v>0.43155555555555558</c:v>
                </c:pt>
                <c:pt idx="10350">
                  <c:v>0.43155555555555558</c:v>
                </c:pt>
                <c:pt idx="10351">
                  <c:v>0.4317037037037037</c:v>
                </c:pt>
                <c:pt idx="10352">
                  <c:v>0.4317037037037037</c:v>
                </c:pt>
                <c:pt idx="10353">
                  <c:v>0.4317037037037037</c:v>
                </c:pt>
                <c:pt idx="10354">
                  <c:v>0.43185185185185188</c:v>
                </c:pt>
                <c:pt idx="10355">
                  <c:v>0.432</c:v>
                </c:pt>
                <c:pt idx="10356">
                  <c:v>0.432</c:v>
                </c:pt>
                <c:pt idx="10357">
                  <c:v>0.43214814814814817</c:v>
                </c:pt>
                <c:pt idx="10358">
                  <c:v>0.43214814814814817</c:v>
                </c:pt>
                <c:pt idx="10359">
                  <c:v>0.43214814814814817</c:v>
                </c:pt>
                <c:pt idx="10360">
                  <c:v>0.43214814814814817</c:v>
                </c:pt>
                <c:pt idx="10361">
                  <c:v>0.43214814814814817</c:v>
                </c:pt>
                <c:pt idx="10362">
                  <c:v>0.43214814814814817</c:v>
                </c:pt>
                <c:pt idx="10363">
                  <c:v>0.43214814814814817</c:v>
                </c:pt>
                <c:pt idx="10364">
                  <c:v>0.43229629629629629</c:v>
                </c:pt>
                <c:pt idx="10365">
                  <c:v>0.43229629629629629</c:v>
                </c:pt>
                <c:pt idx="10366">
                  <c:v>0.43244444444444446</c:v>
                </c:pt>
                <c:pt idx="10367">
                  <c:v>0.43244444444444446</c:v>
                </c:pt>
                <c:pt idx="10368">
                  <c:v>0.43244444444444446</c:v>
                </c:pt>
                <c:pt idx="10369">
                  <c:v>0.43259259259259258</c:v>
                </c:pt>
                <c:pt idx="10370">
                  <c:v>0.43274074074074076</c:v>
                </c:pt>
                <c:pt idx="10371">
                  <c:v>0.43274074074074076</c:v>
                </c:pt>
                <c:pt idx="10372">
                  <c:v>0.43288888888888888</c:v>
                </c:pt>
                <c:pt idx="10373">
                  <c:v>0.43303703703703705</c:v>
                </c:pt>
                <c:pt idx="10374">
                  <c:v>0.43318518518518517</c:v>
                </c:pt>
                <c:pt idx="10375">
                  <c:v>0.43318518518518517</c:v>
                </c:pt>
                <c:pt idx="10376">
                  <c:v>0.43318518518518517</c:v>
                </c:pt>
                <c:pt idx="10377">
                  <c:v>0.43333333333333335</c:v>
                </c:pt>
                <c:pt idx="10378">
                  <c:v>0.43348148148148147</c:v>
                </c:pt>
                <c:pt idx="10379">
                  <c:v>0.43348148148148147</c:v>
                </c:pt>
                <c:pt idx="10380">
                  <c:v>0.43348148148148147</c:v>
                </c:pt>
                <c:pt idx="10381">
                  <c:v>0.43362962962962964</c:v>
                </c:pt>
                <c:pt idx="10382">
                  <c:v>0.43362962962962964</c:v>
                </c:pt>
                <c:pt idx="10383">
                  <c:v>0.43377777777777776</c:v>
                </c:pt>
                <c:pt idx="10384">
                  <c:v>0.43377777777777776</c:v>
                </c:pt>
                <c:pt idx="10385">
                  <c:v>0.43377777777777776</c:v>
                </c:pt>
                <c:pt idx="10386">
                  <c:v>0.43377777777777776</c:v>
                </c:pt>
                <c:pt idx="10387">
                  <c:v>0.43392592592592594</c:v>
                </c:pt>
                <c:pt idx="10388">
                  <c:v>0.43407407407407406</c:v>
                </c:pt>
                <c:pt idx="10389">
                  <c:v>0.43422222222222223</c:v>
                </c:pt>
                <c:pt idx="10390">
                  <c:v>0.43422222222222223</c:v>
                </c:pt>
                <c:pt idx="10391">
                  <c:v>0.43422222222222223</c:v>
                </c:pt>
                <c:pt idx="10392">
                  <c:v>0.43422222222222223</c:v>
                </c:pt>
                <c:pt idx="10393">
                  <c:v>0.43422222222222223</c:v>
                </c:pt>
                <c:pt idx="10394">
                  <c:v>0.43422222222222223</c:v>
                </c:pt>
                <c:pt idx="10395">
                  <c:v>0.43437037037037035</c:v>
                </c:pt>
                <c:pt idx="10396">
                  <c:v>0.43451851851851853</c:v>
                </c:pt>
                <c:pt idx="10397">
                  <c:v>0.43451851851851853</c:v>
                </c:pt>
                <c:pt idx="10398">
                  <c:v>0.43451851851851853</c:v>
                </c:pt>
                <c:pt idx="10399">
                  <c:v>0.43466666666666665</c:v>
                </c:pt>
                <c:pt idx="10400">
                  <c:v>0.43466666666666665</c:v>
                </c:pt>
                <c:pt idx="10401">
                  <c:v>0.43466666666666665</c:v>
                </c:pt>
                <c:pt idx="10402">
                  <c:v>0.43481481481481482</c:v>
                </c:pt>
                <c:pt idx="10403">
                  <c:v>0.43481481481481482</c:v>
                </c:pt>
                <c:pt idx="10404">
                  <c:v>0.43496296296296294</c:v>
                </c:pt>
                <c:pt idx="10405">
                  <c:v>0.43496296296296294</c:v>
                </c:pt>
                <c:pt idx="10406">
                  <c:v>0.43496296296296294</c:v>
                </c:pt>
                <c:pt idx="10407">
                  <c:v>0.43496296296296294</c:v>
                </c:pt>
                <c:pt idx="10408">
                  <c:v>0.43496296296296294</c:v>
                </c:pt>
                <c:pt idx="10409">
                  <c:v>0.43496296296296294</c:v>
                </c:pt>
                <c:pt idx="10410">
                  <c:v>0.43496296296296294</c:v>
                </c:pt>
                <c:pt idx="10411">
                  <c:v>0.43496296296296294</c:v>
                </c:pt>
                <c:pt idx="10412">
                  <c:v>0.43496296296296294</c:v>
                </c:pt>
                <c:pt idx="10413">
                  <c:v>0.43496296296296294</c:v>
                </c:pt>
                <c:pt idx="10414">
                  <c:v>0.43496296296296294</c:v>
                </c:pt>
                <c:pt idx="10415">
                  <c:v>0.43496296296296294</c:v>
                </c:pt>
                <c:pt idx="10416">
                  <c:v>0.43496296296296294</c:v>
                </c:pt>
                <c:pt idx="10417">
                  <c:v>0.43511111111111112</c:v>
                </c:pt>
                <c:pt idx="10418">
                  <c:v>0.43511111111111112</c:v>
                </c:pt>
                <c:pt idx="10419">
                  <c:v>0.43511111111111112</c:v>
                </c:pt>
                <c:pt idx="10420">
                  <c:v>0.43511111111111112</c:v>
                </c:pt>
                <c:pt idx="10421">
                  <c:v>0.43511111111111112</c:v>
                </c:pt>
                <c:pt idx="10422">
                  <c:v>0.43511111111111112</c:v>
                </c:pt>
                <c:pt idx="10423">
                  <c:v>0.43525925925925923</c:v>
                </c:pt>
                <c:pt idx="10424">
                  <c:v>0.43525925925925923</c:v>
                </c:pt>
                <c:pt idx="10425">
                  <c:v>0.43540740740740741</c:v>
                </c:pt>
                <c:pt idx="10426">
                  <c:v>0.43555555555555553</c:v>
                </c:pt>
                <c:pt idx="10427">
                  <c:v>0.4357037037037037</c:v>
                </c:pt>
                <c:pt idx="10428">
                  <c:v>0.43585185185185188</c:v>
                </c:pt>
                <c:pt idx="10429">
                  <c:v>0.43585185185185188</c:v>
                </c:pt>
                <c:pt idx="10430">
                  <c:v>0.43585185185185188</c:v>
                </c:pt>
                <c:pt idx="10431">
                  <c:v>0.43585185185185188</c:v>
                </c:pt>
                <c:pt idx="10432">
                  <c:v>0.43585185185185188</c:v>
                </c:pt>
                <c:pt idx="10433">
                  <c:v>0.43585185185185188</c:v>
                </c:pt>
                <c:pt idx="10434">
                  <c:v>0.43585185185185188</c:v>
                </c:pt>
                <c:pt idx="10435">
                  <c:v>0.43585185185185188</c:v>
                </c:pt>
                <c:pt idx="10436">
                  <c:v>0.43585185185185188</c:v>
                </c:pt>
                <c:pt idx="10437">
                  <c:v>0.43585185185185188</c:v>
                </c:pt>
                <c:pt idx="10438">
                  <c:v>0.43585185185185188</c:v>
                </c:pt>
                <c:pt idx="10439">
                  <c:v>0.43585185185185188</c:v>
                </c:pt>
                <c:pt idx="10440">
                  <c:v>0.436</c:v>
                </c:pt>
                <c:pt idx="10441">
                  <c:v>0.43614814814814817</c:v>
                </c:pt>
                <c:pt idx="10442">
                  <c:v>0.43614814814814817</c:v>
                </c:pt>
                <c:pt idx="10443">
                  <c:v>0.43614814814814817</c:v>
                </c:pt>
                <c:pt idx="10444">
                  <c:v>0.43614814814814817</c:v>
                </c:pt>
                <c:pt idx="10445">
                  <c:v>0.43629629629629629</c:v>
                </c:pt>
                <c:pt idx="10446">
                  <c:v>0.43629629629629629</c:v>
                </c:pt>
                <c:pt idx="10447">
                  <c:v>0.43629629629629629</c:v>
                </c:pt>
                <c:pt idx="10448">
                  <c:v>0.43629629629629629</c:v>
                </c:pt>
                <c:pt idx="10449">
                  <c:v>0.43629629629629629</c:v>
                </c:pt>
                <c:pt idx="10450">
                  <c:v>0.43644444444444447</c:v>
                </c:pt>
                <c:pt idx="10451">
                  <c:v>0.43644444444444447</c:v>
                </c:pt>
                <c:pt idx="10452">
                  <c:v>0.43644444444444447</c:v>
                </c:pt>
                <c:pt idx="10453">
                  <c:v>0.43644444444444447</c:v>
                </c:pt>
                <c:pt idx="10454">
                  <c:v>0.43644444444444447</c:v>
                </c:pt>
                <c:pt idx="10455">
                  <c:v>0.43644444444444447</c:v>
                </c:pt>
                <c:pt idx="10456">
                  <c:v>0.43644444444444447</c:v>
                </c:pt>
                <c:pt idx="10457">
                  <c:v>0.43659259259259259</c:v>
                </c:pt>
                <c:pt idx="10458">
                  <c:v>0.43659259259259259</c:v>
                </c:pt>
                <c:pt idx="10459">
                  <c:v>0.43659259259259259</c:v>
                </c:pt>
                <c:pt idx="10460">
                  <c:v>0.43674074074074076</c:v>
                </c:pt>
                <c:pt idx="10461">
                  <c:v>0.43674074074074076</c:v>
                </c:pt>
                <c:pt idx="10462">
                  <c:v>0.43674074074074076</c:v>
                </c:pt>
                <c:pt idx="10463">
                  <c:v>0.43674074074074076</c:v>
                </c:pt>
                <c:pt idx="10464">
                  <c:v>0.43674074074074076</c:v>
                </c:pt>
                <c:pt idx="10465">
                  <c:v>0.43674074074074076</c:v>
                </c:pt>
                <c:pt idx="10466">
                  <c:v>0.43674074074074076</c:v>
                </c:pt>
                <c:pt idx="10467">
                  <c:v>0.43688888888888888</c:v>
                </c:pt>
                <c:pt idx="10468">
                  <c:v>0.43703703703703706</c:v>
                </c:pt>
                <c:pt idx="10469">
                  <c:v>0.43703703703703706</c:v>
                </c:pt>
                <c:pt idx="10470">
                  <c:v>0.43703703703703706</c:v>
                </c:pt>
                <c:pt idx="10471">
                  <c:v>0.43718518518518518</c:v>
                </c:pt>
                <c:pt idx="10472">
                  <c:v>0.43733333333333335</c:v>
                </c:pt>
                <c:pt idx="10473">
                  <c:v>0.43748148148148147</c:v>
                </c:pt>
                <c:pt idx="10474">
                  <c:v>0.43748148148148147</c:v>
                </c:pt>
                <c:pt idx="10475">
                  <c:v>0.43748148148148147</c:v>
                </c:pt>
                <c:pt idx="10476">
                  <c:v>0.43762962962962965</c:v>
                </c:pt>
                <c:pt idx="10477">
                  <c:v>0.43762962962962965</c:v>
                </c:pt>
                <c:pt idx="10478">
                  <c:v>0.43777777777777777</c:v>
                </c:pt>
                <c:pt idx="10479">
                  <c:v>0.43777777777777777</c:v>
                </c:pt>
                <c:pt idx="10480">
                  <c:v>0.43777777777777777</c:v>
                </c:pt>
                <c:pt idx="10481">
                  <c:v>0.43792592592592594</c:v>
                </c:pt>
                <c:pt idx="10482">
                  <c:v>0.43807407407407406</c:v>
                </c:pt>
                <c:pt idx="10483">
                  <c:v>0.43807407407407406</c:v>
                </c:pt>
                <c:pt idx="10484">
                  <c:v>0.43807407407407406</c:v>
                </c:pt>
                <c:pt idx="10485">
                  <c:v>0.43822222222222224</c:v>
                </c:pt>
                <c:pt idx="10486">
                  <c:v>0.43822222222222224</c:v>
                </c:pt>
                <c:pt idx="10487">
                  <c:v>0.43822222222222224</c:v>
                </c:pt>
                <c:pt idx="10488">
                  <c:v>0.43837037037037035</c:v>
                </c:pt>
                <c:pt idx="10489">
                  <c:v>0.43837037037037035</c:v>
                </c:pt>
                <c:pt idx="10490">
                  <c:v>0.43837037037037035</c:v>
                </c:pt>
                <c:pt idx="10491">
                  <c:v>0.43851851851851853</c:v>
                </c:pt>
                <c:pt idx="10492">
                  <c:v>0.43851851851851853</c:v>
                </c:pt>
                <c:pt idx="10493">
                  <c:v>0.43851851851851853</c:v>
                </c:pt>
                <c:pt idx="10494">
                  <c:v>0.43851851851851853</c:v>
                </c:pt>
                <c:pt idx="10495">
                  <c:v>0.43851851851851853</c:v>
                </c:pt>
                <c:pt idx="10496">
                  <c:v>0.43851851851851853</c:v>
                </c:pt>
                <c:pt idx="10497">
                  <c:v>0.43851851851851853</c:v>
                </c:pt>
                <c:pt idx="10498">
                  <c:v>0.43851851851851853</c:v>
                </c:pt>
                <c:pt idx="10499">
                  <c:v>0.43851851851851853</c:v>
                </c:pt>
                <c:pt idx="10500">
                  <c:v>0.43866666666666665</c:v>
                </c:pt>
                <c:pt idx="10501">
                  <c:v>0.43866666666666665</c:v>
                </c:pt>
                <c:pt idx="10502">
                  <c:v>0.43881481481481482</c:v>
                </c:pt>
                <c:pt idx="10503">
                  <c:v>0.43881481481481482</c:v>
                </c:pt>
                <c:pt idx="10504">
                  <c:v>0.43881481481481482</c:v>
                </c:pt>
                <c:pt idx="10505">
                  <c:v>0.43881481481481482</c:v>
                </c:pt>
                <c:pt idx="10506">
                  <c:v>0.43881481481481482</c:v>
                </c:pt>
                <c:pt idx="10507">
                  <c:v>0.43881481481481482</c:v>
                </c:pt>
                <c:pt idx="10508">
                  <c:v>0.43881481481481482</c:v>
                </c:pt>
                <c:pt idx="10509">
                  <c:v>0.43881481481481482</c:v>
                </c:pt>
                <c:pt idx="10510">
                  <c:v>0.43881481481481482</c:v>
                </c:pt>
                <c:pt idx="10511">
                  <c:v>0.43881481481481482</c:v>
                </c:pt>
                <c:pt idx="10512">
                  <c:v>0.43881481481481482</c:v>
                </c:pt>
                <c:pt idx="10513">
                  <c:v>0.43881481481481482</c:v>
                </c:pt>
                <c:pt idx="10514">
                  <c:v>0.43881481481481482</c:v>
                </c:pt>
                <c:pt idx="10515">
                  <c:v>0.43881481481481482</c:v>
                </c:pt>
                <c:pt idx="10516">
                  <c:v>0.43881481481481482</c:v>
                </c:pt>
                <c:pt idx="10517">
                  <c:v>0.43881481481481482</c:v>
                </c:pt>
                <c:pt idx="10518">
                  <c:v>0.43896296296296294</c:v>
                </c:pt>
                <c:pt idx="10519">
                  <c:v>0.43911111111111112</c:v>
                </c:pt>
                <c:pt idx="10520">
                  <c:v>0.43911111111111112</c:v>
                </c:pt>
                <c:pt idx="10521">
                  <c:v>0.43925925925925924</c:v>
                </c:pt>
                <c:pt idx="10522">
                  <c:v>0.43925925925925924</c:v>
                </c:pt>
                <c:pt idx="10523">
                  <c:v>0.43925925925925924</c:v>
                </c:pt>
                <c:pt idx="10524">
                  <c:v>0.43925925925925924</c:v>
                </c:pt>
                <c:pt idx="10525">
                  <c:v>0.43925925925925924</c:v>
                </c:pt>
                <c:pt idx="10526">
                  <c:v>0.43940740740740741</c:v>
                </c:pt>
                <c:pt idx="10527">
                  <c:v>0.43940740740740741</c:v>
                </c:pt>
                <c:pt idx="10528">
                  <c:v>0.43955555555555553</c:v>
                </c:pt>
                <c:pt idx="10529">
                  <c:v>0.43955555555555553</c:v>
                </c:pt>
                <c:pt idx="10530">
                  <c:v>0.43970370370370371</c:v>
                </c:pt>
                <c:pt idx="10531">
                  <c:v>0.43970370370370371</c:v>
                </c:pt>
                <c:pt idx="10532">
                  <c:v>0.43970370370370371</c:v>
                </c:pt>
                <c:pt idx="10533">
                  <c:v>0.43985185185185183</c:v>
                </c:pt>
                <c:pt idx="10534">
                  <c:v>0.43985185185185183</c:v>
                </c:pt>
                <c:pt idx="10535">
                  <c:v>0.44</c:v>
                </c:pt>
                <c:pt idx="10536">
                  <c:v>0.44014814814814812</c:v>
                </c:pt>
                <c:pt idx="10537">
                  <c:v>0.4402962962962963</c:v>
                </c:pt>
                <c:pt idx="10538">
                  <c:v>0.4402962962962963</c:v>
                </c:pt>
                <c:pt idx="10539">
                  <c:v>0.44044444444444447</c:v>
                </c:pt>
                <c:pt idx="10540">
                  <c:v>0.44059259259259259</c:v>
                </c:pt>
                <c:pt idx="10541">
                  <c:v>0.44059259259259259</c:v>
                </c:pt>
                <c:pt idx="10542">
                  <c:v>0.44059259259259259</c:v>
                </c:pt>
                <c:pt idx="10543">
                  <c:v>0.44059259259259259</c:v>
                </c:pt>
                <c:pt idx="10544">
                  <c:v>0.44059259259259259</c:v>
                </c:pt>
                <c:pt idx="10545">
                  <c:v>0.44059259259259259</c:v>
                </c:pt>
                <c:pt idx="10546">
                  <c:v>0.44059259259259259</c:v>
                </c:pt>
                <c:pt idx="10547">
                  <c:v>0.44059259259259259</c:v>
                </c:pt>
                <c:pt idx="10548">
                  <c:v>0.44059259259259259</c:v>
                </c:pt>
                <c:pt idx="10549">
                  <c:v>0.44059259259259259</c:v>
                </c:pt>
                <c:pt idx="10550">
                  <c:v>0.44059259259259259</c:v>
                </c:pt>
                <c:pt idx="10551">
                  <c:v>0.44059259259259259</c:v>
                </c:pt>
                <c:pt idx="10552">
                  <c:v>0.44059259259259259</c:v>
                </c:pt>
                <c:pt idx="10553">
                  <c:v>0.44074074074074077</c:v>
                </c:pt>
                <c:pt idx="10554">
                  <c:v>0.44088888888888889</c:v>
                </c:pt>
                <c:pt idx="10555">
                  <c:v>0.44088888888888889</c:v>
                </c:pt>
                <c:pt idx="10556">
                  <c:v>0.44103703703703706</c:v>
                </c:pt>
                <c:pt idx="10557">
                  <c:v>0.44118518518518518</c:v>
                </c:pt>
                <c:pt idx="10558">
                  <c:v>0.44118518518518518</c:v>
                </c:pt>
                <c:pt idx="10559">
                  <c:v>0.44133333333333336</c:v>
                </c:pt>
                <c:pt idx="10560">
                  <c:v>0.44133333333333336</c:v>
                </c:pt>
                <c:pt idx="10561">
                  <c:v>0.44133333333333336</c:v>
                </c:pt>
                <c:pt idx="10562">
                  <c:v>0.44133333333333336</c:v>
                </c:pt>
                <c:pt idx="10563">
                  <c:v>0.44133333333333336</c:v>
                </c:pt>
                <c:pt idx="10564">
                  <c:v>0.44133333333333336</c:v>
                </c:pt>
                <c:pt idx="10565">
                  <c:v>0.44133333333333336</c:v>
                </c:pt>
                <c:pt idx="10566">
                  <c:v>0.44133333333333336</c:v>
                </c:pt>
                <c:pt idx="10567">
                  <c:v>0.44148148148148147</c:v>
                </c:pt>
                <c:pt idx="10568">
                  <c:v>0.44148148148148147</c:v>
                </c:pt>
                <c:pt idx="10569">
                  <c:v>0.44148148148148147</c:v>
                </c:pt>
                <c:pt idx="10570">
                  <c:v>0.44148148148148147</c:v>
                </c:pt>
                <c:pt idx="10571">
                  <c:v>0.44148148148148147</c:v>
                </c:pt>
                <c:pt idx="10572">
                  <c:v>0.44148148148148147</c:v>
                </c:pt>
                <c:pt idx="10573">
                  <c:v>0.44148148148148147</c:v>
                </c:pt>
                <c:pt idx="10574">
                  <c:v>0.44162962962962965</c:v>
                </c:pt>
                <c:pt idx="10575">
                  <c:v>0.44177777777777777</c:v>
                </c:pt>
                <c:pt idx="10576">
                  <c:v>0.44192592592592594</c:v>
                </c:pt>
                <c:pt idx="10577">
                  <c:v>0.44192592592592594</c:v>
                </c:pt>
                <c:pt idx="10578">
                  <c:v>0.44192592592592594</c:v>
                </c:pt>
                <c:pt idx="10579">
                  <c:v>0.44207407407407406</c:v>
                </c:pt>
                <c:pt idx="10580">
                  <c:v>0.44222222222222224</c:v>
                </c:pt>
                <c:pt idx="10581">
                  <c:v>0.44222222222222224</c:v>
                </c:pt>
                <c:pt idx="10582">
                  <c:v>0.44222222222222224</c:v>
                </c:pt>
                <c:pt idx="10583">
                  <c:v>0.44222222222222224</c:v>
                </c:pt>
                <c:pt idx="10584">
                  <c:v>0.44222222222222224</c:v>
                </c:pt>
                <c:pt idx="10585">
                  <c:v>0.44222222222222224</c:v>
                </c:pt>
                <c:pt idx="10586">
                  <c:v>0.44222222222222224</c:v>
                </c:pt>
                <c:pt idx="10587">
                  <c:v>0.44222222222222224</c:v>
                </c:pt>
                <c:pt idx="10588">
                  <c:v>0.44222222222222224</c:v>
                </c:pt>
                <c:pt idx="10589">
                  <c:v>0.44222222222222224</c:v>
                </c:pt>
                <c:pt idx="10590">
                  <c:v>0.44237037037037036</c:v>
                </c:pt>
                <c:pt idx="10591">
                  <c:v>0.44237037037037036</c:v>
                </c:pt>
                <c:pt idx="10592">
                  <c:v>0.44237037037037036</c:v>
                </c:pt>
                <c:pt idx="10593">
                  <c:v>0.44237037037037036</c:v>
                </c:pt>
                <c:pt idx="10594">
                  <c:v>0.44237037037037036</c:v>
                </c:pt>
                <c:pt idx="10595">
                  <c:v>0.44237037037037036</c:v>
                </c:pt>
                <c:pt idx="10596">
                  <c:v>0.44251851851851853</c:v>
                </c:pt>
                <c:pt idx="10597">
                  <c:v>0.44251851851851853</c:v>
                </c:pt>
                <c:pt idx="10598">
                  <c:v>0.44251851851851853</c:v>
                </c:pt>
                <c:pt idx="10599">
                  <c:v>0.44266666666666665</c:v>
                </c:pt>
                <c:pt idx="10600">
                  <c:v>0.44266666666666665</c:v>
                </c:pt>
                <c:pt idx="10601">
                  <c:v>0.44266666666666665</c:v>
                </c:pt>
                <c:pt idx="10602">
                  <c:v>0.44266666666666665</c:v>
                </c:pt>
                <c:pt idx="10603">
                  <c:v>0.44266666666666665</c:v>
                </c:pt>
                <c:pt idx="10604">
                  <c:v>0.44266666666666665</c:v>
                </c:pt>
                <c:pt idx="10605">
                  <c:v>0.44266666666666665</c:v>
                </c:pt>
                <c:pt idx="10606">
                  <c:v>0.44266666666666665</c:v>
                </c:pt>
                <c:pt idx="10607">
                  <c:v>0.44281481481481483</c:v>
                </c:pt>
                <c:pt idx="10608">
                  <c:v>0.44281481481481483</c:v>
                </c:pt>
                <c:pt idx="10609">
                  <c:v>0.44281481481481483</c:v>
                </c:pt>
                <c:pt idx="10610">
                  <c:v>0.44281481481481483</c:v>
                </c:pt>
                <c:pt idx="10611">
                  <c:v>0.44281481481481483</c:v>
                </c:pt>
                <c:pt idx="10612">
                  <c:v>0.44281481481481483</c:v>
                </c:pt>
                <c:pt idx="10613">
                  <c:v>0.44281481481481483</c:v>
                </c:pt>
                <c:pt idx="10614">
                  <c:v>0.44281481481481483</c:v>
                </c:pt>
                <c:pt idx="10615">
                  <c:v>0.44281481481481483</c:v>
                </c:pt>
                <c:pt idx="10616">
                  <c:v>0.44296296296296295</c:v>
                </c:pt>
                <c:pt idx="10617">
                  <c:v>0.44311111111111112</c:v>
                </c:pt>
                <c:pt idx="10618">
                  <c:v>0.44311111111111112</c:v>
                </c:pt>
                <c:pt idx="10619">
                  <c:v>0.44311111111111112</c:v>
                </c:pt>
                <c:pt idx="10620">
                  <c:v>0.44311111111111112</c:v>
                </c:pt>
                <c:pt idx="10621">
                  <c:v>0.44311111111111112</c:v>
                </c:pt>
                <c:pt idx="10622">
                  <c:v>0.44311111111111112</c:v>
                </c:pt>
                <c:pt idx="10623">
                  <c:v>0.44311111111111112</c:v>
                </c:pt>
                <c:pt idx="10624">
                  <c:v>0.44311111111111112</c:v>
                </c:pt>
                <c:pt idx="10625">
                  <c:v>0.44311111111111112</c:v>
                </c:pt>
                <c:pt idx="10626">
                  <c:v>0.44311111111111112</c:v>
                </c:pt>
                <c:pt idx="10627">
                  <c:v>0.44311111111111112</c:v>
                </c:pt>
                <c:pt idx="10628">
                  <c:v>0.44311111111111112</c:v>
                </c:pt>
                <c:pt idx="10629">
                  <c:v>0.44311111111111112</c:v>
                </c:pt>
                <c:pt idx="10630">
                  <c:v>0.44311111111111112</c:v>
                </c:pt>
                <c:pt idx="10631">
                  <c:v>0.44311111111111112</c:v>
                </c:pt>
                <c:pt idx="10632">
                  <c:v>0.44311111111111112</c:v>
                </c:pt>
                <c:pt idx="10633">
                  <c:v>0.44325925925925924</c:v>
                </c:pt>
                <c:pt idx="10634">
                  <c:v>0.44325925925925924</c:v>
                </c:pt>
                <c:pt idx="10635">
                  <c:v>0.44340740740740742</c:v>
                </c:pt>
                <c:pt idx="10636">
                  <c:v>0.44340740740740742</c:v>
                </c:pt>
                <c:pt idx="10637">
                  <c:v>0.44340740740740742</c:v>
                </c:pt>
                <c:pt idx="10638">
                  <c:v>0.44340740740740742</c:v>
                </c:pt>
                <c:pt idx="10639">
                  <c:v>0.44340740740740742</c:v>
                </c:pt>
                <c:pt idx="10640">
                  <c:v>0.44340740740740742</c:v>
                </c:pt>
                <c:pt idx="10641">
                  <c:v>0.44355555555555554</c:v>
                </c:pt>
                <c:pt idx="10642">
                  <c:v>0.44370370370370371</c:v>
                </c:pt>
                <c:pt idx="10643">
                  <c:v>0.44370370370370371</c:v>
                </c:pt>
                <c:pt idx="10644">
                  <c:v>0.44370370370370371</c:v>
                </c:pt>
                <c:pt idx="10645">
                  <c:v>0.44370370370370371</c:v>
                </c:pt>
                <c:pt idx="10646">
                  <c:v>0.44370370370370371</c:v>
                </c:pt>
                <c:pt idx="10647">
                  <c:v>0.44370370370370371</c:v>
                </c:pt>
                <c:pt idx="10648">
                  <c:v>0.44370370370370371</c:v>
                </c:pt>
                <c:pt idx="10649">
                  <c:v>0.44370370370370371</c:v>
                </c:pt>
                <c:pt idx="10650">
                  <c:v>0.44370370370370371</c:v>
                </c:pt>
                <c:pt idx="10651">
                  <c:v>0.44370370370370371</c:v>
                </c:pt>
                <c:pt idx="10652">
                  <c:v>0.44370370370370371</c:v>
                </c:pt>
                <c:pt idx="10653">
                  <c:v>0.44370370370370371</c:v>
                </c:pt>
                <c:pt idx="10654">
                  <c:v>0.44370370370370371</c:v>
                </c:pt>
                <c:pt idx="10655">
                  <c:v>0.44370370370370371</c:v>
                </c:pt>
                <c:pt idx="10656">
                  <c:v>0.44370370370370371</c:v>
                </c:pt>
                <c:pt idx="10657">
                  <c:v>0.44370370370370371</c:v>
                </c:pt>
                <c:pt idx="10658">
                  <c:v>0.44370370370370371</c:v>
                </c:pt>
                <c:pt idx="10659">
                  <c:v>0.44385185185185183</c:v>
                </c:pt>
                <c:pt idx="10660">
                  <c:v>0.44385185185185183</c:v>
                </c:pt>
                <c:pt idx="10661">
                  <c:v>0.44385185185185183</c:v>
                </c:pt>
                <c:pt idx="10662">
                  <c:v>0.44385185185185183</c:v>
                </c:pt>
                <c:pt idx="10663">
                  <c:v>0.44385185185185183</c:v>
                </c:pt>
                <c:pt idx="10664">
                  <c:v>0.44385185185185183</c:v>
                </c:pt>
                <c:pt idx="10665">
                  <c:v>0.44385185185185183</c:v>
                </c:pt>
                <c:pt idx="10666">
                  <c:v>0.44400000000000001</c:v>
                </c:pt>
                <c:pt idx="10667">
                  <c:v>0.44414814814814813</c:v>
                </c:pt>
                <c:pt idx="10668">
                  <c:v>0.4442962962962963</c:v>
                </c:pt>
                <c:pt idx="10669">
                  <c:v>0.4442962962962963</c:v>
                </c:pt>
                <c:pt idx="10670">
                  <c:v>0.44444444444444442</c:v>
                </c:pt>
                <c:pt idx="10671">
                  <c:v>0.44444444444444442</c:v>
                </c:pt>
                <c:pt idx="10672">
                  <c:v>0.44444444444444442</c:v>
                </c:pt>
                <c:pt idx="10673">
                  <c:v>0.44444444444444442</c:v>
                </c:pt>
                <c:pt idx="10674">
                  <c:v>0.44444444444444442</c:v>
                </c:pt>
                <c:pt idx="10675">
                  <c:v>0.44444444444444442</c:v>
                </c:pt>
                <c:pt idx="10676">
                  <c:v>0.44444444444444442</c:v>
                </c:pt>
                <c:pt idx="10677">
                  <c:v>0.44444444444444442</c:v>
                </c:pt>
                <c:pt idx="10678">
                  <c:v>0.44459259259259259</c:v>
                </c:pt>
                <c:pt idx="10679">
                  <c:v>0.44474074074074071</c:v>
                </c:pt>
                <c:pt idx="10680">
                  <c:v>0.44474074074074071</c:v>
                </c:pt>
                <c:pt idx="10681">
                  <c:v>0.44474074074074071</c:v>
                </c:pt>
                <c:pt idx="10682">
                  <c:v>0.44474074074074071</c:v>
                </c:pt>
                <c:pt idx="10683">
                  <c:v>0.44474074074074071</c:v>
                </c:pt>
                <c:pt idx="10684">
                  <c:v>0.44474074074074071</c:v>
                </c:pt>
                <c:pt idx="10685">
                  <c:v>0.44488888888888889</c:v>
                </c:pt>
                <c:pt idx="10686">
                  <c:v>0.44503703703703706</c:v>
                </c:pt>
                <c:pt idx="10687">
                  <c:v>0.44518518518518518</c:v>
                </c:pt>
                <c:pt idx="10688">
                  <c:v>0.44518518518518518</c:v>
                </c:pt>
                <c:pt idx="10689">
                  <c:v>0.44518518518518518</c:v>
                </c:pt>
                <c:pt idx="10690">
                  <c:v>0.44518518518518518</c:v>
                </c:pt>
                <c:pt idx="10691">
                  <c:v>0.44533333333333336</c:v>
                </c:pt>
                <c:pt idx="10692">
                  <c:v>0.44533333333333336</c:v>
                </c:pt>
                <c:pt idx="10693">
                  <c:v>0.44533333333333336</c:v>
                </c:pt>
                <c:pt idx="10694">
                  <c:v>0.44533333333333336</c:v>
                </c:pt>
                <c:pt idx="10695">
                  <c:v>0.44548148148148148</c:v>
                </c:pt>
                <c:pt idx="10696">
                  <c:v>0.44548148148148148</c:v>
                </c:pt>
                <c:pt idx="10697">
                  <c:v>0.44548148148148148</c:v>
                </c:pt>
                <c:pt idx="10698">
                  <c:v>0.44548148148148148</c:v>
                </c:pt>
                <c:pt idx="10699">
                  <c:v>0.44548148148148148</c:v>
                </c:pt>
                <c:pt idx="10700">
                  <c:v>0.44548148148148148</c:v>
                </c:pt>
                <c:pt idx="10701">
                  <c:v>0.44562962962962965</c:v>
                </c:pt>
                <c:pt idx="10702">
                  <c:v>0.44562962962962965</c:v>
                </c:pt>
                <c:pt idx="10703">
                  <c:v>0.44562962962962965</c:v>
                </c:pt>
                <c:pt idx="10704">
                  <c:v>0.44577777777777777</c:v>
                </c:pt>
                <c:pt idx="10705">
                  <c:v>0.44577777777777777</c:v>
                </c:pt>
                <c:pt idx="10706">
                  <c:v>0.44577777777777777</c:v>
                </c:pt>
                <c:pt idx="10707">
                  <c:v>0.44577777777777777</c:v>
                </c:pt>
                <c:pt idx="10708">
                  <c:v>0.44577777777777777</c:v>
                </c:pt>
                <c:pt idx="10709">
                  <c:v>0.44577777777777777</c:v>
                </c:pt>
                <c:pt idx="10710">
                  <c:v>0.44577777777777777</c:v>
                </c:pt>
                <c:pt idx="10711">
                  <c:v>0.44577777777777777</c:v>
                </c:pt>
                <c:pt idx="10712">
                  <c:v>0.44577777777777777</c:v>
                </c:pt>
                <c:pt idx="10713">
                  <c:v>0.44577777777777777</c:v>
                </c:pt>
                <c:pt idx="10714">
                  <c:v>0.44577777777777777</c:v>
                </c:pt>
                <c:pt idx="10715">
                  <c:v>0.44592592592592595</c:v>
                </c:pt>
                <c:pt idx="10716">
                  <c:v>0.44592592592592595</c:v>
                </c:pt>
                <c:pt idx="10717">
                  <c:v>0.44592592592592595</c:v>
                </c:pt>
                <c:pt idx="10718">
                  <c:v>0.44592592592592595</c:v>
                </c:pt>
                <c:pt idx="10719">
                  <c:v>0.44592592592592595</c:v>
                </c:pt>
                <c:pt idx="10720">
                  <c:v>0.44592592592592595</c:v>
                </c:pt>
                <c:pt idx="10721">
                  <c:v>0.44607407407407407</c:v>
                </c:pt>
                <c:pt idx="10722">
                  <c:v>0.44607407407407407</c:v>
                </c:pt>
                <c:pt idx="10723">
                  <c:v>0.44607407407407407</c:v>
                </c:pt>
                <c:pt idx="10724">
                  <c:v>0.44607407407407407</c:v>
                </c:pt>
                <c:pt idx="10725">
                  <c:v>0.44607407407407407</c:v>
                </c:pt>
                <c:pt idx="10726">
                  <c:v>0.44607407407407407</c:v>
                </c:pt>
                <c:pt idx="10727">
                  <c:v>0.44607407407407407</c:v>
                </c:pt>
                <c:pt idx="10728">
                  <c:v>0.44607407407407407</c:v>
                </c:pt>
                <c:pt idx="10729">
                  <c:v>0.44622222222222224</c:v>
                </c:pt>
                <c:pt idx="10730">
                  <c:v>0.44622222222222224</c:v>
                </c:pt>
                <c:pt idx="10731">
                  <c:v>0.44622222222222224</c:v>
                </c:pt>
                <c:pt idx="10732">
                  <c:v>0.44637037037037036</c:v>
                </c:pt>
                <c:pt idx="10733">
                  <c:v>0.44637037037037036</c:v>
                </c:pt>
                <c:pt idx="10734">
                  <c:v>0.44637037037037036</c:v>
                </c:pt>
                <c:pt idx="10735">
                  <c:v>0.44651851851851854</c:v>
                </c:pt>
                <c:pt idx="10736">
                  <c:v>0.44651851851851854</c:v>
                </c:pt>
                <c:pt idx="10737">
                  <c:v>0.44651851851851854</c:v>
                </c:pt>
                <c:pt idx="10738">
                  <c:v>0.44666666666666666</c:v>
                </c:pt>
                <c:pt idx="10739">
                  <c:v>0.44666666666666666</c:v>
                </c:pt>
                <c:pt idx="10740">
                  <c:v>0.44666666666666666</c:v>
                </c:pt>
                <c:pt idx="10741">
                  <c:v>0.44666666666666666</c:v>
                </c:pt>
                <c:pt idx="10742">
                  <c:v>0.44681481481481483</c:v>
                </c:pt>
                <c:pt idx="10743">
                  <c:v>0.44681481481481483</c:v>
                </c:pt>
                <c:pt idx="10744">
                  <c:v>0.44696296296296295</c:v>
                </c:pt>
                <c:pt idx="10745">
                  <c:v>0.44711111111111113</c:v>
                </c:pt>
                <c:pt idx="10746">
                  <c:v>0.44711111111111113</c:v>
                </c:pt>
                <c:pt idx="10747">
                  <c:v>0.44711111111111113</c:v>
                </c:pt>
                <c:pt idx="10748">
                  <c:v>0.44711111111111113</c:v>
                </c:pt>
                <c:pt idx="10749">
                  <c:v>0.44711111111111113</c:v>
                </c:pt>
                <c:pt idx="10750">
                  <c:v>0.44711111111111113</c:v>
                </c:pt>
                <c:pt idx="10751">
                  <c:v>0.44711111111111113</c:v>
                </c:pt>
                <c:pt idx="10752">
                  <c:v>0.44711111111111113</c:v>
                </c:pt>
                <c:pt idx="10753">
                  <c:v>0.44711111111111113</c:v>
                </c:pt>
                <c:pt idx="10754">
                  <c:v>0.44711111111111113</c:v>
                </c:pt>
                <c:pt idx="10755">
                  <c:v>0.44725925925925925</c:v>
                </c:pt>
                <c:pt idx="10756">
                  <c:v>0.44725925925925925</c:v>
                </c:pt>
                <c:pt idx="10757">
                  <c:v>0.44740740740740742</c:v>
                </c:pt>
                <c:pt idx="10758">
                  <c:v>0.44740740740740742</c:v>
                </c:pt>
                <c:pt idx="10759">
                  <c:v>0.44740740740740742</c:v>
                </c:pt>
                <c:pt idx="10760">
                  <c:v>0.44740740740740742</c:v>
                </c:pt>
                <c:pt idx="10761">
                  <c:v>0.44740740740740742</c:v>
                </c:pt>
                <c:pt idx="10762">
                  <c:v>0.44740740740740742</c:v>
                </c:pt>
                <c:pt idx="10763">
                  <c:v>0.44755555555555554</c:v>
                </c:pt>
                <c:pt idx="10764">
                  <c:v>0.44755555555555554</c:v>
                </c:pt>
                <c:pt idx="10765">
                  <c:v>0.44755555555555554</c:v>
                </c:pt>
                <c:pt idx="10766">
                  <c:v>0.44755555555555554</c:v>
                </c:pt>
                <c:pt idx="10767">
                  <c:v>0.44770370370370371</c:v>
                </c:pt>
                <c:pt idx="10768">
                  <c:v>0.44770370370370371</c:v>
                </c:pt>
                <c:pt idx="10769">
                  <c:v>0.44785185185185183</c:v>
                </c:pt>
                <c:pt idx="10770">
                  <c:v>0.44800000000000001</c:v>
                </c:pt>
                <c:pt idx="10771">
                  <c:v>0.44800000000000001</c:v>
                </c:pt>
                <c:pt idx="10772">
                  <c:v>0.44800000000000001</c:v>
                </c:pt>
                <c:pt idx="10773">
                  <c:v>0.44814814814814813</c:v>
                </c:pt>
                <c:pt idx="10774">
                  <c:v>0.44814814814814813</c:v>
                </c:pt>
                <c:pt idx="10775">
                  <c:v>0.44814814814814813</c:v>
                </c:pt>
                <c:pt idx="10776">
                  <c:v>0.44814814814814813</c:v>
                </c:pt>
                <c:pt idx="10777">
                  <c:v>0.44814814814814813</c:v>
                </c:pt>
                <c:pt idx="10778">
                  <c:v>0.44814814814814813</c:v>
                </c:pt>
                <c:pt idx="10779">
                  <c:v>0.44814814814814813</c:v>
                </c:pt>
                <c:pt idx="10780">
                  <c:v>0.44814814814814813</c:v>
                </c:pt>
                <c:pt idx="10781">
                  <c:v>0.44814814814814813</c:v>
                </c:pt>
                <c:pt idx="10782">
                  <c:v>0.44814814814814813</c:v>
                </c:pt>
                <c:pt idx="10783">
                  <c:v>0.44814814814814813</c:v>
                </c:pt>
                <c:pt idx="10784">
                  <c:v>0.44814814814814813</c:v>
                </c:pt>
                <c:pt idx="10785">
                  <c:v>0.44814814814814813</c:v>
                </c:pt>
                <c:pt idx="10786">
                  <c:v>0.44814814814814813</c:v>
                </c:pt>
                <c:pt idx="10787">
                  <c:v>0.4482962962962963</c:v>
                </c:pt>
                <c:pt idx="10788">
                  <c:v>0.4482962962962963</c:v>
                </c:pt>
                <c:pt idx="10789">
                  <c:v>0.4482962962962963</c:v>
                </c:pt>
                <c:pt idx="10790">
                  <c:v>0.4482962962962963</c:v>
                </c:pt>
                <c:pt idx="10791">
                  <c:v>0.4482962962962963</c:v>
                </c:pt>
                <c:pt idx="10792">
                  <c:v>0.4482962962962963</c:v>
                </c:pt>
                <c:pt idx="10793">
                  <c:v>0.44844444444444442</c:v>
                </c:pt>
                <c:pt idx="10794">
                  <c:v>0.4485925925925926</c:v>
                </c:pt>
                <c:pt idx="10795">
                  <c:v>0.4485925925925926</c:v>
                </c:pt>
                <c:pt idx="10796">
                  <c:v>0.44874074074074072</c:v>
                </c:pt>
                <c:pt idx="10797">
                  <c:v>0.44874074074074072</c:v>
                </c:pt>
                <c:pt idx="10798">
                  <c:v>0.44888888888888889</c:v>
                </c:pt>
                <c:pt idx="10799">
                  <c:v>0.44888888888888889</c:v>
                </c:pt>
                <c:pt idx="10800">
                  <c:v>0.44903703703703701</c:v>
                </c:pt>
                <c:pt idx="10801">
                  <c:v>0.44918518518518519</c:v>
                </c:pt>
                <c:pt idx="10802">
                  <c:v>0.44918518518518519</c:v>
                </c:pt>
                <c:pt idx="10803">
                  <c:v>0.44918518518518519</c:v>
                </c:pt>
                <c:pt idx="10804">
                  <c:v>0.44933333333333331</c:v>
                </c:pt>
                <c:pt idx="10805">
                  <c:v>0.44948148148148148</c:v>
                </c:pt>
                <c:pt idx="10806">
                  <c:v>0.44962962962962966</c:v>
                </c:pt>
                <c:pt idx="10807">
                  <c:v>0.44962962962962966</c:v>
                </c:pt>
                <c:pt idx="10808">
                  <c:v>0.44977777777777778</c:v>
                </c:pt>
                <c:pt idx="10809">
                  <c:v>0.44977777777777778</c:v>
                </c:pt>
                <c:pt idx="10810">
                  <c:v>0.44977777777777778</c:v>
                </c:pt>
                <c:pt idx="10811">
                  <c:v>0.44977777777777778</c:v>
                </c:pt>
                <c:pt idx="10812">
                  <c:v>0.44992592592592595</c:v>
                </c:pt>
                <c:pt idx="10813">
                  <c:v>0.44992592592592595</c:v>
                </c:pt>
                <c:pt idx="10814">
                  <c:v>0.44992592592592595</c:v>
                </c:pt>
                <c:pt idx="10815">
                  <c:v>0.45007407407407407</c:v>
                </c:pt>
                <c:pt idx="10816">
                  <c:v>0.45007407407407407</c:v>
                </c:pt>
                <c:pt idx="10817">
                  <c:v>0.45007407407407407</c:v>
                </c:pt>
                <c:pt idx="10818">
                  <c:v>0.45007407407407407</c:v>
                </c:pt>
                <c:pt idx="10819">
                  <c:v>0.45022222222222225</c:v>
                </c:pt>
                <c:pt idx="10820">
                  <c:v>0.45037037037037037</c:v>
                </c:pt>
                <c:pt idx="10821">
                  <c:v>0.45037037037037037</c:v>
                </c:pt>
                <c:pt idx="10822">
                  <c:v>0.45037037037037037</c:v>
                </c:pt>
                <c:pt idx="10823">
                  <c:v>0.45037037037037037</c:v>
                </c:pt>
                <c:pt idx="10824">
                  <c:v>0.45037037037037037</c:v>
                </c:pt>
                <c:pt idx="10825">
                  <c:v>0.45037037037037037</c:v>
                </c:pt>
                <c:pt idx="10826">
                  <c:v>0.45037037037037037</c:v>
                </c:pt>
                <c:pt idx="10827">
                  <c:v>0.45037037037037037</c:v>
                </c:pt>
                <c:pt idx="10828">
                  <c:v>0.45037037037037037</c:v>
                </c:pt>
                <c:pt idx="10829">
                  <c:v>0.45037037037037037</c:v>
                </c:pt>
                <c:pt idx="10830">
                  <c:v>0.45037037037037037</c:v>
                </c:pt>
                <c:pt idx="10831">
                  <c:v>0.45037037037037037</c:v>
                </c:pt>
                <c:pt idx="10832">
                  <c:v>0.45037037037037037</c:v>
                </c:pt>
                <c:pt idx="10833">
                  <c:v>0.45037037037037037</c:v>
                </c:pt>
                <c:pt idx="10834">
                  <c:v>0.45037037037037037</c:v>
                </c:pt>
                <c:pt idx="10835">
                  <c:v>0.45037037037037037</c:v>
                </c:pt>
                <c:pt idx="10836">
                  <c:v>0.45037037037037037</c:v>
                </c:pt>
                <c:pt idx="10837">
                  <c:v>0.45037037037037037</c:v>
                </c:pt>
                <c:pt idx="10838">
                  <c:v>0.45037037037037037</c:v>
                </c:pt>
                <c:pt idx="10839">
                  <c:v>0.45051851851851854</c:v>
                </c:pt>
                <c:pt idx="10840">
                  <c:v>0.45066666666666666</c:v>
                </c:pt>
                <c:pt idx="10841">
                  <c:v>0.45066666666666666</c:v>
                </c:pt>
                <c:pt idx="10842">
                  <c:v>0.45081481481481483</c:v>
                </c:pt>
                <c:pt idx="10843">
                  <c:v>0.45081481481481483</c:v>
                </c:pt>
                <c:pt idx="10844">
                  <c:v>0.45081481481481483</c:v>
                </c:pt>
                <c:pt idx="10845">
                  <c:v>0.45096296296296295</c:v>
                </c:pt>
                <c:pt idx="10846">
                  <c:v>0.45096296296296295</c:v>
                </c:pt>
                <c:pt idx="10847">
                  <c:v>0.45096296296296295</c:v>
                </c:pt>
                <c:pt idx="10848">
                  <c:v>0.45111111111111113</c:v>
                </c:pt>
                <c:pt idx="10849">
                  <c:v>0.45125925925925925</c:v>
                </c:pt>
                <c:pt idx="10850">
                  <c:v>0.45125925925925925</c:v>
                </c:pt>
                <c:pt idx="10851">
                  <c:v>0.45140740740740742</c:v>
                </c:pt>
                <c:pt idx="10852">
                  <c:v>0.45140740740740742</c:v>
                </c:pt>
                <c:pt idx="10853">
                  <c:v>0.45140740740740742</c:v>
                </c:pt>
                <c:pt idx="10854">
                  <c:v>0.45155555555555554</c:v>
                </c:pt>
                <c:pt idx="10855">
                  <c:v>0.45170370370370372</c:v>
                </c:pt>
                <c:pt idx="10856">
                  <c:v>0.45170370370370372</c:v>
                </c:pt>
                <c:pt idx="10857">
                  <c:v>0.45170370370370372</c:v>
                </c:pt>
                <c:pt idx="10858">
                  <c:v>0.45170370370370372</c:v>
                </c:pt>
                <c:pt idx="10859">
                  <c:v>0.45185185185185184</c:v>
                </c:pt>
                <c:pt idx="10860">
                  <c:v>0.45185185185185184</c:v>
                </c:pt>
                <c:pt idx="10861">
                  <c:v>0.45200000000000001</c:v>
                </c:pt>
                <c:pt idx="10862">
                  <c:v>0.45200000000000001</c:v>
                </c:pt>
                <c:pt idx="10863">
                  <c:v>0.45200000000000001</c:v>
                </c:pt>
                <c:pt idx="10864">
                  <c:v>0.45200000000000001</c:v>
                </c:pt>
                <c:pt idx="10865">
                  <c:v>0.45200000000000001</c:v>
                </c:pt>
                <c:pt idx="10866">
                  <c:v>0.45200000000000001</c:v>
                </c:pt>
                <c:pt idx="10867">
                  <c:v>0.45200000000000001</c:v>
                </c:pt>
                <c:pt idx="10868">
                  <c:v>0.45200000000000001</c:v>
                </c:pt>
                <c:pt idx="10869">
                  <c:v>0.45200000000000001</c:v>
                </c:pt>
                <c:pt idx="10870">
                  <c:v>0.45200000000000001</c:v>
                </c:pt>
                <c:pt idx="10871">
                  <c:v>0.45200000000000001</c:v>
                </c:pt>
                <c:pt idx="10872">
                  <c:v>0.45200000000000001</c:v>
                </c:pt>
                <c:pt idx="10873">
                  <c:v>0.45200000000000001</c:v>
                </c:pt>
                <c:pt idx="10874">
                  <c:v>0.45214814814814813</c:v>
                </c:pt>
                <c:pt idx="10875">
                  <c:v>0.45214814814814813</c:v>
                </c:pt>
                <c:pt idx="10876">
                  <c:v>0.45214814814814813</c:v>
                </c:pt>
                <c:pt idx="10877">
                  <c:v>0.45229629629629631</c:v>
                </c:pt>
                <c:pt idx="10878">
                  <c:v>0.45229629629629631</c:v>
                </c:pt>
                <c:pt idx="10879">
                  <c:v>0.45229629629629631</c:v>
                </c:pt>
                <c:pt idx="10880">
                  <c:v>0.45229629629629631</c:v>
                </c:pt>
                <c:pt idx="10881">
                  <c:v>0.45229629629629631</c:v>
                </c:pt>
                <c:pt idx="10882">
                  <c:v>0.45244444444444443</c:v>
                </c:pt>
                <c:pt idx="10883">
                  <c:v>0.45244444444444443</c:v>
                </c:pt>
                <c:pt idx="10884">
                  <c:v>0.45244444444444443</c:v>
                </c:pt>
                <c:pt idx="10885">
                  <c:v>0.45244444444444443</c:v>
                </c:pt>
                <c:pt idx="10886">
                  <c:v>0.4525925925925926</c:v>
                </c:pt>
                <c:pt idx="10887">
                  <c:v>0.45274074074074072</c:v>
                </c:pt>
                <c:pt idx="10888">
                  <c:v>0.45274074074074072</c:v>
                </c:pt>
                <c:pt idx="10889">
                  <c:v>0.45274074074074072</c:v>
                </c:pt>
                <c:pt idx="10890">
                  <c:v>0.45274074074074072</c:v>
                </c:pt>
                <c:pt idx="10891">
                  <c:v>0.45274074074074072</c:v>
                </c:pt>
                <c:pt idx="10892">
                  <c:v>0.45274074074074072</c:v>
                </c:pt>
                <c:pt idx="10893">
                  <c:v>0.4528888888888889</c:v>
                </c:pt>
                <c:pt idx="10894">
                  <c:v>0.4528888888888889</c:v>
                </c:pt>
                <c:pt idx="10895">
                  <c:v>0.45303703703703702</c:v>
                </c:pt>
                <c:pt idx="10896">
                  <c:v>0.45318518518518519</c:v>
                </c:pt>
                <c:pt idx="10897">
                  <c:v>0.45318518518518519</c:v>
                </c:pt>
                <c:pt idx="10898">
                  <c:v>0.45318518518518519</c:v>
                </c:pt>
                <c:pt idx="10899">
                  <c:v>0.45333333333333331</c:v>
                </c:pt>
                <c:pt idx="10900">
                  <c:v>0.45333333333333331</c:v>
                </c:pt>
                <c:pt idx="10901">
                  <c:v>0.45348148148148149</c:v>
                </c:pt>
                <c:pt idx="10902">
                  <c:v>0.45348148148148149</c:v>
                </c:pt>
                <c:pt idx="10903">
                  <c:v>0.45348148148148149</c:v>
                </c:pt>
                <c:pt idx="10904">
                  <c:v>0.45348148148148149</c:v>
                </c:pt>
                <c:pt idx="10905">
                  <c:v>0.45348148148148149</c:v>
                </c:pt>
                <c:pt idx="10906">
                  <c:v>0.45348148148148149</c:v>
                </c:pt>
                <c:pt idx="10907">
                  <c:v>0.45348148148148149</c:v>
                </c:pt>
                <c:pt idx="10908">
                  <c:v>0.45348148148148149</c:v>
                </c:pt>
                <c:pt idx="10909">
                  <c:v>0.45348148148148149</c:v>
                </c:pt>
                <c:pt idx="10910">
                  <c:v>0.4536296296296296</c:v>
                </c:pt>
                <c:pt idx="10911">
                  <c:v>0.45377777777777778</c:v>
                </c:pt>
                <c:pt idx="10912">
                  <c:v>0.45377777777777778</c:v>
                </c:pt>
                <c:pt idx="10913">
                  <c:v>0.45377777777777778</c:v>
                </c:pt>
                <c:pt idx="10914">
                  <c:v>0.45377777777777778</c:v>
                </c:pt>
                <c:pt idx="10915">
                  <c:v>0.45377777777777778</c:v>
                </c:pt>
                <c:pt idx="10916">
                  <c:v>0.45377777777777778</c:v>
                </c:pt>
                <c:pt idx="10917">
                  <c:v>0.4539259259259259</c:v>
                </c:pt>
                <c:pt idx="10918">
                  <c:v>0.4539259259259259</c:v>
                </c:pt>
                <c:pt idx="10919">
                  <c:v>0.4539259259259259</c:v>
                </c:pt>
                <c:pt idx="10920">
                  <c:v>0.4539259259259259</c:v>
                </c:pt>
                <c:pt idx="10921">
                  <c:v>0.4539259259259259</c:v>
                </c:pt>
                <c:pt idx="10922">
                  <c:v>0.4539259259259259</c:v>
                </c:pt>
                <c:pt idx="10923">
                  <c:v>0.4539259259259259</c:v>
                </c:pt>
                <c:pt idx="10924">
                  <c:v>0.4539259259259259</c:v>
                </c:pt>
                <c:pt idx="10925">
                  <c:v>0.4539259259259259</c:v>
                </c:pt>
                <c:pt idx="10926">
                  <c:v>0.4539259259259259</c:v>
                </c:pt>
                <c:pt idx="10927">
                  <c:v>0.4539259259259259</c:v>
                </c:pt>
                <c:pt idx="10928">
                  <c:v>0.4539259259259259</c:v>
                </c:pt>
                <c:pt idx="10929">
                  <c:v>0.4539259259259259</c:v>
                </c:pt>
                <c:pt idx="10930">
                  <c:v>0.4539259259259259</c:v>
                </c:pt>
                <c:pt idx="10931">
                  <c:v>0.4539259259259259</c:v>
                </c:pt>
                <c:pt idx="10932">
                  <c:v>0.4539259259259259</c:v>
                </c:pt>
                <c:pt idx="10933">
                  <c:v>0.45407407407407407</c:v>
                </c:pt>
                <c:pt idx="10934">
                  <c:v>0.45407407407407407</c:v>
                </c:pt>
                <c:pt idx="10935">
                  <c:v>0.45422222222222225</c:v>
                </c:pt>
                <c:pt idx="10936">
                  <c:v>0.45437037037037037</c:v>
                </c:pt>
                <c:pt idx="10937">
                  <c:v>0.45437037037037037</c:v>
                </c:pt>
                <c:pt idx="10938">
                  <c:v>0.45437037037037037</c:v>
                </c:pt>
                <c:pt idx="10939">
                  <c:v>0.45437037037037037</c:v>
                </c:pt>
                <c:pt idx="10940">
                  <c:v>0.45451851851851854</c:v>
                </c:pt>
                <c:pt idx="10941">
                  <c:v>0.45451851851851854</c:v>
                </c:pt>
                <c:pt idx="10942">
                  <c:v>0.45451851851851854</c:v>
                </c:pt>
                <c:pt idx="10943">
                  <c:v>0.45451851851851854</c:v>
                </c:pt>
                <c:pt idx="10944">
                  <c:v>0.45451851851851854</c:v>
                </c:pt>
                <c:pt idx="10945">
                  <c:v>0.45466666666666666</c:v>
                </c:pt>
                <c:pt idx="10946">
                  <c:v>0.45466666666666666</c:v>
                </c:pt>
                <c:pt idx="10947">
                  <c:v>0.45466666666666666</c:v>
                </c:pt>
                <c:pt idx="10948">
                  <c:v>0.45466666666666666</c:v>
                </c:pt>
                <c:pt idx="10949">
                  <c:v>0.45466666666666666</c:v>
                </c:pt>
                <c:pt idx="10950">
                  <c:v>0.45481481481481484</c:v>
                </c:pt>
                <c:pt idx="10951">
                  <c:v>0.45481481481481484</c:v>
                </c:pt>
                <c:pt idx="10952">
                  <c:v>0.45481481481481484</c:v>
                </c:pt>
                <c:pt idx="10953">
                  <c:v>0.45481481481481484</c:v>
                </c:pt>
                <c:pt idx="10954">
                  <c:v>0.45496296296296296</c:v>
                </c:pt>
                <c:pt idx="10955">
                  <c:v>0.45496296296296296</c:v>
                </c:pt>
                <c:pt idx="10956">
                  <c:v>0.45496296296296296</c:v>
                </c:pt>
                <c:pt idx="10957">
                  <c:v>0.45511111111111113</c:v>
                </c:pt>
                <c:pt idx="10958">
                  <c:v>0.45511111111111113</c:v>
                </c:pt>
                <c:pt idx="10959">
                  <c:v>0.45511111111111113</c:v>
                </c:pt>
                <c:pt idx="10960">
                  <c:v>0.45525925925925925</c:v>
                </c:pt>
                <c:pt idx="10961">
                  <c:v>0.45525925925925925</c:v>
                </c:pt>
                <c:pt idx="10962">
                  <c:v>0.45525925925925925</c:v>
                </c:pt>
                <c:pt idx="10963">
                  <c:v>0.45540740740740743</c:v>
                </c:pt>
                <c:pt idx="10964">
                  <c:v>0.45540740740740743</c:v>
                </c:pt>
                <c:pt idx="10965">
                  <c:v>0.45555555555555555</c:v>
                </c:pt>
                <c:pt idx="10966">
                  <c:v>0.45555555555555555</c:v>
                </c:pt>
                <c:pt idx="10967">
                  <c:v>0.45555555555555555</c:v>
                </c:pt>
                <c:pt idx="10968">
                  <c:v>0.45555555555555555</c:v>
                </c:pt>
                <c:pt idx="10969">
                  <c:v>0.45555555555555555</c:v>
                </c:pt>
                <c:pt idx="10970">
                  <c:v>0.45570370370370372</c:v>
                </c:pt>
                <c:pt idx="10971">
                  <c:v>0.45570370370370372</c:v>
                </c:pt>
                <c:pt idx="10972">
                  <c:v>0.45585185185185184</c:v>
                </c:pt>
                <c:pt idx="10973">
                  <c:v>0.45600000000000002</c:v>
                </c:pt>
                <c:pt idx="10974">
                  <c:v>0.45614814814814814</c:v>
                </c:pt>
                <c:pt idx="10975">
                  <c:v>0.45629629629629631</c:v>
                </c:pt>
                <c:pt idx="10976">
                  <c:v>0.45644444444444443</c:v>
                </c:pt>
                <c:pt idx="10977">
                  <c:v>0.45644444444444443</c:v>
                </c:pt>
                <c:pt idx="10978">
                  <c:v>0.45644444444444443</c:v>
                </c:pt>
                <c:pt idx="10979">
                  <c:v>0.45644444444444443</c:v>
                </c:pt>
                <c:pt idx="10980">
                  <c:v>0.45659259259259261</c:v>
                </c:pt>
                <c:pt idx="10981">
                  <c:v>0.45674074074074072</c:v>
                </c:pt>
                <c:pt idx="10982">
                  <c:v>0.45674074074074072</c:v>
                </c:pt>
                <c:pt idx="10983">
                  <c:v>0.45674074074074072</c:v>
                </c:pt>
                <c:pt idx="10984">
                  <c:v>0.45674074074074072</c:v>
                </c:pt>
                <c:pt idx="10985">
                  <c:v>0.4568888888888889</c:v>
                </c:pt>
                <c:pt idx="10986">
                  <c:v>0.4568888888888889</c:v>
                </c:pt>
                <c:pt idx="10987">
                  <c:v>0.4568888888888889</c:v>
                </c:pt>
                <c:pt idx="10988">
                  <c:v>0.4568888888888889</c:v>
                </c:pt>
                <c:pt idx="10989">
                  <c:v>0.4568888888888889</c:v>
                </c:pt>
                <c:pt idx="10990">
                  <c:v>0.4568888888888889</c:v>
                </c:pt>
                <c:pt idx="10991">
                  <c:v>0.4568888888888889</c:v>
                </c:pt>
                <c:pt idx="10992">
                  <c:v>0.4568888888888889</c:v>
                </c:pt>
                <c:pt idx="10993">
                  <c:v>0.4568888888888889</c:v>
                </c:pt>
                <c:pt idx="10994">
                  <c:v>0.45703703703703702</c:v>
                </c:pt>
                <c:pt idx="10995">
                  <c:v>0.45703703703703702</c:v>
                </c:pt>
                <c:pt idx="10996">
                  <c:v>0.45703703703703702</c:v>
                </c:pt>
                <c:pt idx="10997">
                  <c:v>0.45703703703703702</c:v>
                </c:pt>
                <c:pt idx="10998">
                  <c:v>0.45718518518518519</c:v>
                </c:pt>
                <c:pt idx="10999">
                  <c:v>0.45718518518518519</c:v>
                </c:pt>
                <c:pt idx="11000">
                  <c:v>0.45733333333333331</c:v>
                </c:pt>
                <c:pt idx="11001">
                  <c:v>0.45748148148148149</c:v>
                </c:pt>
                <c:pt idx="11002">
                  <c:v>0.45748148148148149</c:v>
                </c:pt>
                <c:pt idx="11003">
                  <c:v>0.45748148148148149</c:v>
                </c:pt>
                <c:pt idx="11004">
                  <c:v>0.45762962962962961</c:v>
                </c:pt>
                <c:pt idx="11005">
                  <c:v>0.45762962962962961</c:v>
                </c:pt>
                <c:pt idx="11006">
                  <c:v>0.45762962962962961</c:v>
                </c:pt>
                <c:pt idx="11007">
                  <c:v>0.45762962962962961</c:v>
                </c:pt>
                <c:pt idx="11008">
                  <c:v>0.45762962962962961</c:v>
                </c:pt>
                <c:pt idx="11009">
                  <c:v>0.45762962962962961</c:v>
                </c:pt>
                <c:pt idx="11010">
                  <c:v>0.45762962962962961</c:v>
                </c:pt>
                <c:pt idx="11011">
                  <c:v>0.45762962962962961</c:v>
                </c:pt>
                <c:pt idx="11012">
                  <c:v>0.45762962962962961</c:v>
                </c:pt>
                <c:pt idx="11013">
                  <c:v>0.45777777777777778</c:v>
                </c:pt>
                <c:pt idx="11014">
                  <c:v>0.45777777777777778</c:v>
                </c:pt>
                <c:pt idx="11015">
                  <c:v>0.45777777777777778</c:v>
                </c:pt>
                <c:pt idx="11016">
                  <c:v>0.4579259259259259</c:v>
                </c:pt>
                <c:pt idx="11017">
                  <c:v>0.45807407407407408</c:v>
                </c:pt>
                <c:pt idx="11018">
                  <c:v>0.45807407407407408</c:v>
                </c:pt>
                <c:pt idx="11019">
                  <c:v>0.45807407407407408</c:v>
                </c:pt>
                <c:pt idx="11020">
                  <c:v>0.4582222222222222</c:v>
                </c:pt>
                <c:pt idx="11021">
                  <c:v>0.4582222222222222</c:v>
                </c:pt>
                <c:pt idx="11022">
                  <c:v>0.4582222222222222</c:v>
                </c:pt>
                <c:pt idx="11023">
                  <c:v>0.45837037037037037</c:v>
                </c:pt>
                <c:pt idx="11024">
                  <c:v>0.45837037037037037</c:v>
                </c:pt>
                <c:pt idx="11025">
                  <c:v>0.45851851851851849</c:v>
                </c:pt>
                <c:pt idx="11026">
                  <c:v>0.45866666666666667</c:v>
                </c:pt>
                <c:pt idx="11027">
                  <c:v>0.45866666666666667</c:v>
                </c:pt>
                <c:pt idx="11028">
                  <c:v>0.45866666666666667</c:v>
                </c:pt>
                <c:pt idx="11029">
                  <c:v>0.45881481481481484</c:v>
                </c:pt>
                <c:pt idx="11030">
                  <c:v>0.45881481481481484</c:v>
                </c:pt>
                <c:pt idx="11031">
                  <c:v>0.45896296296296296</c:v>
                </c:pt>
                <c:pt idx="11032">
                  <c:v>0.45896296296296296</c:v>
                </c:pt>
                <c:pt idx="11033">
                  <c:v>0.45896296296296296</c:v>
                </c:pt>
                <c:pt idx="11034">
                  <c:v>0.45896296296296296</c:v>
                </c:pt>
                <c:pt idx="11035">
                  <c:v>0.45911111111111114</c:v>
                </c:pt>
                <c:pt idx="11036">
                  <c:v>0.45911111111111114</c:v>
                </c:pt>
                <c:pt idx="11037">
                  <c:v>0.45911111111111114</c:v>
                </c:pt>
                <c:pt idx="11038">
                  <c:v>0.45911111111111114</c:v>
                </c:pt>
                <c:pt idx="11039">
                  <c:v>0.45911111111111114</c:v>
                </c:pt>
                <c:pt idx="11040">
                  <c:v>0.45911111111111114</c:v>
                </c:pt>
                <c:pt idx="11041">
                  <c:v>0.45911111111111114</c:v>
                </c:pt>
                <c:pt idx="11042">
                  <c:v>0.45925925925925926</c:v>
                </c:pt>
                <c:pt idx="11043">
                  <c:v>0.45940740740740743</c:v>
                </c:pt>
                <c:pt idx="11044">
                  <c:v>0.45940740740740743</c:v>
                </c:pt>
                <c:pt idx="11045">
                  <c:v>0.45940740740740743</c:v>
                </c:pt>
                <c:pt idx="11046">
                  <c:v>0.45940740740740743</c:v>
                </c:pt>
                <c:pt idx="11047">
                  <c:v>0.45940740740740743</c:v>
                </c:pt>
                <c:pt idx="11048">
                  <c:v>0.45940740740740743</c:v>
                </c:pt>
                <c:pt idx="11049">
                  <c:v>0.45940740740740743</c:v>
                </c:pt>
                <c:pt idx="11050">
                  <c:v>0.45940740740740743</c:v>
                </c:pt>
                <c:pt idx="11051">
                  <c:v>0.45940740740740743</c:v>
                </c:pt>
                <c:pt idx="11052">
                  <c:v>0.45940740740740743</c:v>
                </c:pt>
                <c:pt idx="11053">
                  <c:v>0.45955555555555555</c:v>
                </c:pt>
                <c:pt idx="11054">
                  <c:v>0.45955555555555555</c:v>
                </c:pt>
                <c:pt idx="11055">
                  <c:v>0.45955555555555555</c:v>
                </c:pt>
                <c:pt idx="11056">
                  <c:v>0.45970370370370373</c:v>
                </c:pt>
                <c:pt idx="11057">
                  <c:v>0.45970370370370373</c:v>
                </c:pt>
                <c:pt idx="11058">
                  <c:v>0.45970370370370373</c:v>
                </c:pt>
                <c:pt idx="11059">
                  <c:v>0.45970370370370373</c:v>
                </c:pt>
                <c:pt idx="11060">
                  <c:v>0.45970370370370373</c:v>
                </c:pt>
                <c:pt idx="11061">
                  <c:v>0.45970370370370373</c:v>
                </c:pt>
                <c:pt idx="11062">
                  <c:v>0.45970370370370373</c:v>
                </c:pt>
                <c:pt idx="11063">
                  <c:v>0.45970370370370373</c:v>
                </c:pt>
                <c:pt idx="11064">
                  <c:v>0.45970370370370373</c:v>
                </c:pt>
                <c:pt idx="11065">
                  <c:v>0.45985185185185184</c:v>
                </c:pt>
                <c:pt idx="11066">
                  <c:v>0.45985185185185184</c:v>
                </c:pt>
                <c:pt idx="11067">
                  <c:v>0.45985185185185184</c:v>
                </c:pt>
                <c:pt idx="11068">
                  <c:v>0.46</c:v>
                </c:pt>
                <c:pt idx="11069">
                  <c:v>0.46</c:v>
                </c:pt>
                <c:pt idx="11070">
                  <c:v>0.46014814814814814</c:v>
                </c:pt>
                <c:pt idx="11071">
                  <c:v>0.46014814814814814</c:v>
                </c:pt>
                <c:pt idx="11072">
                  <c:v>0.46014814814814814</c:v>
                </c:pt>
                <c:pt idx="11073">
                  <c:v>0.46014814814814814</c:v>
                </c:pt>
                <c:pt idx="11074">
                  <c:v>0.46014814814814814</c:v>
                </c:pt>
                <c:pt idx="11075">
                  <c:v>0.46014814814814814</c:v>
                </c:pt>
                <c:pt idx="11076">
                  <c:v>0.46014814814814814</c:v>
                </c:pt>
                <c:pt idx="11077">
                  <c:v>0.46029629629629631</c:v>
                </c:pt>
                <c:pt idx="11078">
                  <c:v>0.46029629629629631</c:v>
                </c:pt>
                <c:pt idx="11079">
                  <c:v>0.46029629629629631</c:v>
                </c:pt>
                <c:pt idx="11080">
                  <c:v>0.46029629629629631</c:v>
                </c:pt>
                <c:pt idx="11081">
                  <c:v>0.46029629629629631</c:v>
                </c:pt>
                <c:pt idx="11082">
                  <c:v>0.46029629629629631</c:v>
                </c:pt>
                <c:pt idx="11083">
                  <c:v>0.46029629629629631</c:v>
                </c:pt>
                <c:pt idx="11084">
                  <c:v>0.46044444444444443</c:v>
                </c:pt>
                <c:pt idx="11085">
                  <c:v>0.46044444444444443</c:v>
                </c:pt>
                <c:pt idx="11086">
                  <c:v>0.46044444444444443</c:v>
                </c:pt>
                <c:pt idx="11087">
                  <c:v>0.46059259259259261</c:v>
                </c:pt>
                <c:pt idx="11088">
                  <c:v>0.46059259259259261</c:v>
                </c:pt>
                <c:pt idx="11089">
                  <c:v>0.46059259259259261</c:v>
                </c:pt>
                <c:pt idx="11090">
                  <c:v>0.46059259259259261</c:v>
                </c:pt>
                <c:pt idx="11091">
                  <c:v>0.46074074074074073</c:v>
                </c:pt>
                <c:pt idx="11092">
                  <c:v>0.46074074074074073</c:v>
                </c:pt>
                <c:pt idx="11093">
                  <c:v>0.46074074074074073</c:v>
                </c:pt>
                <c:pt idx="11094">
                  <c:v>0.46074074074074073</c:v>
                </c:pt>
                <c:pt idx="11095">
                  <c:v>0.46074074074074073</c:v>
                </c:pt>
                <c:pt idx="11096">
                  <c:v>0.4608888888888889</c:v>
                </c:pt>
                <c:pt idx="11097">
                  <c:v>0.46103703703703702</c:v>
                </c:pt>
                <c:pt idx="11098">
                  <c:v>0.46103703703703702</c:v>
                </c:pt>
                <c:pt idx="11099">
                  <c:v>0.46103703703703702</c:v>
                </c:pt>
                <c:pt idx="11100">
                  <c:v>0.46103703703703702</c:v>
                </c:pt>
                <c:pt idx="11101">
                  <c:v>0.46103703703703702</c:v>
                </c:pt>
                <c:pt idx="11102">
                  <c:v>0.46103703703703702</c:v>
                </c:pt>
                <c:pt idx="11103">
                  <c:v>0.46103703703703702</c:v>
                </c:pt>
                <c:pt idx="11104">
                  <c:v>0.46103703703703702</c:v>
                </c:pt>
                <c:pt idx="11105">
                  <c:v>0.46103703703703702</c:v>
                </c:pt>
                <c:pt idx="11106">
                  <c:v>0.46103703703703702</c:v>
                </c:pt>
                <c:pt idx="11107">
                  <c:v>0.46103703703703702</c:v>
                </c:pt>
                <c:pt idx="11108">
                  <c:v>0.46103703703703702</c:v>
                </c:pt>
                <c:pt idx="11109">
                  <c:v>0.46103703703703702</c:v>
                </c:pt>
                <c:pt idx="11110">
                  <c:v>0.46103703703703702</c:v>
                </c:pt>
                <c:pt idx="11111">
                  <c:v>0.4611851851851852</c:v>
                </c:pt>
                <c:pt idx="11112">
                  <c:v>0.46133333333333332</c:v>
                </c:pt>
                <c:pt idx="11113">
                  <c:v>0.46133333333333332</c:v>
                </c:pt>
                <c:pt idx="11114">
                  <c:v>0.46133333333333332</c:v>
                </c:pt>
                <c:pt idx="11115">
                  <c:v>0.46133333333333332</c:v>
                </c:pt>
                <c:pt idx="11116">
                  <c:v>0.46133333333333332</c:v>
                </c:pt>
                <c:pt idx="11117">
                  <c:v>0.46148148148148149</c:v>
                </c:pt>
                <c:pt idx="11118">
                  <c:v>0.46148148148148149</c:v>
                </c:pt>
                <c:pt idx="11119">
                  <c:v>0.46148148148148149</c:v>
                </c:pt>
                <c:pt idx="11120">
                  <c:v>0.46148148148148149</c:v>
                </c:pt>
                <c:pt idx="11121">
                  <c:v>0.46148148148148149</c:v>
                </c:pt>
                <c:pt idx="11122">
                  <c:v>0.46148148148148149</c:v>
                </c:pt>
                <c:pt idx="11123">
                  <c:v>0.46148148148148149</c:v>
                </c:pt>
                <c:pt idx="11124">
                  <c:v>0.46162962962962961</c:v>
                </c:pt>
                <c:pt idx="11125">
                  <c:v>0.46162962962962961</c:v>
                </c:pt>
                <c:pt idx="11126">
                  <c:v>0.46162962962962961</c:v>
                </c:pt>
                <c:pt idx="11127">
                  <c:v>0.46162962962962961</c:v>
                </c:pt>
                <c:pt idx="11128">
                  <c:v>0.46177777777777779</c:v>
                </c:pt>
                <c:pt idx="11129">
                  <c:v>0.46177777777777779</c:v>
                </c:pt>
                <c:pt idx="11130">
                  <c:v>0.46177777777777779</c:v>
                </c:pt>
                <c:pt idx="11131">
                  <c:v>0.46177777777777779</c:v>
                </c:pt>
                <c:pt idx="11132">
                  <c:v>0.46177777777777779</c:v>
                </c:pt>
                <c:pt idx="11133">
                  <c:v>0.46177777777777779</c:v>
                </c:pt>
                <c:pt idx="11134">
                  <c:v>0.46177777777777779</c:v>
                </c:pt>
                <c:pt idx="11135">
                  <c:v>0.46177777777777779</c:v>
                </c:pt>
                <c:pt idx="11136">
                  <c:v>0.46177777777777779</c:v>
                </c:pt>
                <c:pt idx="11137">
                  <c:v>0.46177777777777779</c:v>
                </c:pt>
                <c:pt idx="11138">
                  <c:v>0.46177777777777779</c:v>
                </c:pt>
                <c:pt idx="11139">
                  <c:v>0.46177777777777779</c:v>
                </c:pt>
                <c:pt idx="11140">
                  <c:v>0.46192592592592591</c:v>
                </c:pt>
                <c:pt idx="11141">
                  <c:v>0.46192592592592591</c:v>
                </c:pt>
                <c:pt idx="11142">
                  <c:v>0.46192592592592591</c:v>
                </c:pt>
                <c:pt idx="11143">
                  <c:v>0.46192592592592591</c:v>
                </c:pt>
                <c:pt idx="11144">
                  <c:v>0.46192592592592591</c:v>
                </c:pt>
                <c:pt idx="11145">
                  <c:v>0.46192592592592591</c:v>
                </c:pt>
                <c:pt idx="11146">
                  <c:v>0.46192592592592591</c:v>
                </c:pt>
                <c:pt idx="11147">
                  <c:v>0.46192592592592591</c:v>
                </c:pt>
                <c:pt idx="11148">
                  <c:v>0.46192592592592591</c:v>
                </c:pt>
                <c:pt idx="11149">
                  <c:v>0.46192592592592591</c:v>
                </c:pt>
                <c:pt idx="11150">
                  <c:v>0.46192592592592591</c:v>
                </c:pt>
                <c:pt idx="11151">
                  <c:v>0.46192592592592591</c:v>
                </c:pt>
                <c:pt idx="11152">
                  <c:v>0.46192592592592591</c:v>
                </c:pt>
                <c:pt idx="11153">
                  <c:v>0.46192592592592591</c:v>
                </c:pt>
                <c:pt idx="11154">
                  <c:v>0.46192592592592591</c:v>
                </c:pt>
                <c:pt idx="11155">
                  <c:v>0.46192592592592591</c:v>
                </c:pt>
                <c:pt idx="11156">
                  <c:v>0.46192592592592591</c:v>
                </c:pt>
                <c:pt idx="11157">
                  <c:v>0.46192592592592591</c:v>
                </c:pt>
                <c:pt idx="11158">
                  <c:v>0.46192592592592591</c:v>
                </c:pt>
                <c:pt idx="11159">
                  <c:v>0.46192592592592591</c:v>
                </c:pt>
                <c:pt idx="11160">
                  <c:v>0.46192592592592591</c:v>
                </c:pt>
                <c:pt idx="11161">
                  <c:v>0.46192592592592591</c:v>
                </c:pt>
                <c:pt idx="11162">
                  <c:v>0.46192592592592591</c:v>
                </c:pt>
                <c:pt idx="11163">
                  <c:v>0.46192592592592591</c:v>
                </c:pt>
                <c:pt idx="11164">
                  <c:v>0.46192592592592591</c:v>
                </c:pt>
                <c:pt idx="11165">
                  <c:v>0.46192592592592591</c:v>
                </c:pt>
                <c:pt idx="11166">
                  <c:v>0.46192592592592591</c:v>
                </c:pt>
                <c:pt idx="11167">
                  <c:v>0.46192592592592591</c:v>
                </c:pt>
                <c:pt idx="11168">
                  <c:v>0.46207407407407408</c:v>
                </c:pt>
                <c:pt idx="11169">
                  <c:v>0.46207407407407408</c:v>
                </c:pt>
                <c:pt idx="11170">
                  <c:v>0.4622222222222222</c:v>
                </c:pt>
                <c:pt idx="11171">
                  <c:v>0.4622222222222222</c:v>
                </c:pt>
                <c:pt idx="11172">
                  <c:v>0.4622222222222222</c:v>
                </c:pt>
                <c:pt idx="11173">
                  <c:v>0.46237037037037038</c:v>
                </c:pt>
                <c:pt idx="11174">
                  <c:v>0.4625185185185185</c:v>
                </c:pt>
                <c:pt idx="11175">
                  <c:v>0.4625185185185185</c:v>
                </c:pt>
                <c:pt idx="11176">
                  <c:v>0.4625185185185185</c:v>
                </c:pt>
                <c:pt idx="11177">
                  <c:v>0.46266666666666667</c:v>
                </c:pt>
                <c:pt idx="11178">
                  <c:v>0.46266666666666667</c:v>
                </c:pt>
                <c:pt idx="11179">
                  <c:v>0.46266666666666667</c:v>
                </c:pt>
                <c:pt idx="11180">
                  <c:v>0.46281481481481479</c:v>
                </c:pt>
                <c:pt idx="11181">
                  <c:v>0.46296296296296297</c:v>
                </c:pt>
                <c:pt idx="11182">
                  <c:v>0.46296296296296297</c:v>
                </c:pt>
                <c:pt idx="11183">
                  <c:v>0.46296296296296297</c:v>
                </c:pt>
                <c:pt idx="11184">
                  <c:v>0.46311111111111108</c:v>
                </c:pt>
                <c:pt idx="11185">
                  <c:v>0.46311111111111108</c:v>
                </c:pt>
                <c:pt idx="11186">
                  <c:v>0.46311111111111108</c:v>
                </c:pt>
                <c:pt idx="11187">
                  <c:v>0.46311111111111108</c:v>
                </c:pt>
                <c:pt idx="11188">
                  <c:v>0.46311111111111108</c:v>
                </c:pt>
                <c:pt idx="11189">
                  <c:v>0.46325925925925926</c:v>
                </c:pt>
                <c:pt idx="11190">
                  <c:v>0.46340740740740743</c:v>
                </c:pt>
                <c:pt idx="11191">
                  <c:v>0.46340740740740743</c:v>
                </c:pt>
                <c:pt idx="11192">
                  <c:v>0.46340740740740743</c:v>
                </c:pt>
                <c:pt idx="11193">
                  <c:v>0.46355555555555555</c:v>
                </c:pt>
                <c:pt idx="11194">
                  <c:v>0.46355555555555555</c:v>
                </c:pt>
                <c:pt idx="11195">
                  <c:v>0.46355555555555555</c:v>
                </c:pt>
                <c:pt idx="11196">
                  <c:v>0.46355555555555555</c:v>
                </c:pt>
                <c:pt idx="11197">
                  <c:v>0.46370370370370373</c:v>
                </c:pt>
                <c:pt idx="11198">
                  <c:v>0.46370370370370373</c:v>
                </c:pt>
                <c:pt idx="11199">
                  <c:v>0.46370370370370373</c:v>
                </c:pt>
                <c:pt idx="11200">
                  <c:v>0.46370370370370373</c:v>
                </c:pt>
                <c:pt idx="11201">
                  <c:v>0.46385185185185185</c:v>
                </c:pt>
                <c:pt idx="11202">
                  <c:v>0.46385185185185185</c:v>
                </c:pt>
                <c:pt idx="11203">
                  <c:v>0.46400000000000002</c:v>
                </c:pt>
                <c:pt idx="11204">
                  <c:v>0.46414814814814814</c:v>
                </c:pt>
                <c:pt idx="11205">
                  <c:v>0.46429629629629632</c:v>
                </c:pt>
                <c:pt idx="11206">
                  <c:v>0.46429629629629632</c:v>
                </c:pt>
                <c:pt idx="11207">
                  <c:v>0.46429629629629632</c:v>
                </c:pt>
                <c:pt idx="11208">
                  <c:v>0.46429629629629632</c:v>
                </c:pt>
                <c:pt idx="11209">
                  <c:v>0.46444444444444444</c:v>
                </c:pt>
                <c:pt idx="11210">
                  <c:v>0.46444444444444444</c:v>
                </c:pt>
                <c:pt idx="11211">
                  <c:v>0.46444444444444444</c:v>
                </c:pt>
                <c:pt idx="11212">
                  <c:v>0.46444444444444444</c:v>
                </c:pt>
                <c:pt idx="11213">
                  <c:v>0.46459259259259261</c:v>
                </c:pt>
                <c:pt idx="11214">
                  <c:v>0.46459259259259261</c:v>
                </c:pt>
                <c:pt idx="11215">
                  <c:v>0.46459259259259261</c:v>
                </c:pt>
                <c:pt idx="11216">
                  <c:v>0.46459259259259261</c:v>
                </c:pt>
                <c:pt idx="11217">
                  <c:v>0.46459259259259261</c:v>
                </c:pt>
                <c:pt idx="11218">
                  <c:v>0.46474074074074073</c:v>
                </c:pt>
                <c:pt idx="11219">
                  <c:v>0.46474074074074073</c:v>
                </c:pt>
                <c:pt idx="11220">
                  <c:v>0.46488888888888891</c:v>
                </c:pt>
                <c:pt idx="11221">
                  <c:v>0.46488888888888891</c:v>
                </c:pt>
                <c:pt idx="11222">
                  <c:v>0.46503703703703703</c:v>
                </c:pt>
                <c:pt idx="11223">
                  <c:v>0.46503703703703703</c:v>
                </c:pt>
                <c:pt idx="11224">
                  <c:v>0.4651851851851852</c:v>
                </c:pt>
                <c:pt idx="11225">
                  <c:v>0.4651851851851852</c:v>
                </c:pt>
                <c:pt idx="11226">
                  <c:v>0.4651851851851852</c:v>
                </c:pt>
                <c:pt idx="11227">
                  <c:v>0.4651851851851852</c:v>
                </c:pt>
                <c:pt idx="11228">
                  <c:v>0.4651851851851852</c:v>
                </c:pt>
                <c:pt idx="11229">
                  <c:v>0.4651851851851852</c:v>
                </c:pt>
                <c:pt idx="11230">
                  <c:v>0.4651851851851852</c:v>
                </c:pt>
                <c:pt idx="11231">
                  <c:v>0.46533333333333332</c:v>
                </c:pt>
                <c:pt idx="11232">
                  <c:v>0.4654814814814815</c:v>
                </c:pt>
                <c:pt idx="11233">
                  <c:v>0.4654814814814815</c:v>
                </c:pt>
                <c:pt idx="11234">
                  <c:v>0.4654814814814815</c:v>
                </c:pt>
                <c:pt idx="11235">
                  <c:v>0.4654814814814815</c:v>
                </c:pt>
                <c:pt idx="11236">
                  <c:v>0.4654814814814815</c:v>
                </c:pt>
                <c:pt idx="11237">
                  <c:v>0.4654814814814815</c:v>
                </c:pt>
                <c:pt idx="11238">
                  <c:v>0.46562962962962962</c:v>
                </c:pt>
                <c:pt idx="11239">
                  <c:v>0.46562962962962962</c:v>
                </c:pt>
                <c:pt idx="11240">
                  <c:v>0.46562962962962962</c:v>
                </c:pt>
                <c:pt idx="11241">
                  <c:v>0.46562962962962962</c:v>
                </c:pt>
                <c:pt idx="11242">
                  <c:v>0.46562962962962962</c:v>
                </c:pt>
                <c:pt idx="11243">
                  <c:v>0.46562962962962962</c:v>
                </c:pt>
                <c:pt idx="11244">
                  <c:v>0.46562962962962962</c:v>
                </c:pt>
                <c:pt idx="11245">
                  <c:v>0.46562962962962962</c:v>
                </c:pt>
                <c:pt idx="11246">
                  <c:v>0.46577777777777779</c:v>
                </c:pt>
                <c:pt idx="11247">
                  <c:v>0.46577777777777779</c:v>
                </c:pt>
                <c:pt idx="11248">
                  <c:v>0.46577777777777779</c:v>
                </c:pt>
                <c:pt idx="11249">
                  <c:v>0.46577777777777779</c:v>
                </c:pt>
                <c:pt idx="11250">
                  <c:v>0.46577777777777779</c:v>
                </c:pt>
                <c:pt idx="11251">
                  <c:v>0.46577777777777779</c:v>
                </c:pt>
                <c:pt idx="11252">
                  <c:v>0.46577777777777779</c:v>
                </c:pt>
                <c:pt idx="11253">
                  <c:v>0.46577777777777779</c:v>
                </c:pt>
                <c:pt idx="11254">
                  <c:v>0.46592592592592591</c:v>
                </c:pt>
                <c:pt idx="11255">
                  <c:v>0.46592592592592591</c:v>
                </c:pt>
                <c:pt idx="11256">
                  <c:v>0.46592592592592591</c:v>
                </c:pt>
                <c:pt idx="11257">
                  <c:v>0.46607407407407409</c:v>
                </c:pt>
                <c:pt idx="11258">
                  <c:v>0.46607407407407409</c:v>
                </c:pt>
                <c:pt idx="11259">
                  <c:v>0.46607407407407409</c:v>
                </c:pt>
                <c:pt idx="11260">
                  <c:v>0.4662222222222222</c:v>
                </c:pt>
                <c:pt idx="11261">
                  <c:v>0.4662222222222222</c:v>
                </c:pt>
                <c:pt idx="11262">
                  <c:v>0.4662222222222222</c:v>
                </c:pt>
                <c:pt idx="11263">
                  <c:v>0.46637037037037038</c:v>
                </c:pt>
                <c:pt idx="11264">
                  <c:v>0.46637037037037038</c:v>
                </c:pt>
                <c:pt idx="11265">
                  <c:v>0.46637037037037038</c:v>
                </c:pt>
                <c:pt idx="11266">
                  <c:v>0.46637037037037038</c:v>
                </c:pt>
                <c:pt idx="11267">
                  <c:v>0.46637037037037038</c:v>
                </c:pt>
                <c:pt idx="11268">
                  <c:v>0.4665185185185185</c:v>
                </c:pt>
                <c:pt idx="11269">
                  <c:v>0.4665185185185185</c:v>
                </c:pt>
                <c:pt idx="11270">
                  <c:v>0.46666666666666667</c:v>
                </c:pt>
                <c:pt idx="11271">
                  <c:v>0.46666666666666667</c:v>
                </c:pt>
                <c:pt idx="11272">
                  <c:v>0.46666666666666667</c:v>
                </c:pt>
                <c:pt idx="11273">
                  <c:v>0.46666666666666667</c:v>
                </c:pt>
                <c:pt idx="11274">
                  <c:v>0.46681481481481479</c:v>
                </c:pt>
                <c:pt idx="11275">
                  <c:v>0.46696296296296297</c:v>
                </c:pt>
                <c:pt idx="11276">
                  <c:v>0.46696296296296297</c:v>
                </c:pt>
                <c:pt idx="11277">
                  <c:v>0.46696296296296297</c:v>
                </c:pt>
                <c:pt idx="11278">
                  <c:v>0.46711111111111109</c:v>
                </c:pt>
                <c:pt idx="11279">
                  <c:v>0.46725925925925926</c:v>
                </c:pt>
                <c:pt idx="11280">
                  <c:v>0.46725925925925926</c:v>
                </c:pt>
                <c:pt idx="11281">
                  <c:v>0.46725925925925926</c:v>
                </c:pt>
                <c:pt idx="11282">
                  <c:v>0.46740740740740738</c:v>
                </c:pt>
                <c:pt idx="11283">
                  <c:v>0.46740740740740738</c:v>
                </c:pt>
                <c:pt idx="11284">
                  <c:v>0.46740740740740738</c:v>
                </c:pt>
                <c:pt idx="11285">
                  <c:v>0.46755555555555556</c:v>
                </c:pt>
                <c:pt idx="11286">
                  <c:v>0.46755555555555556</c:v>
                </c:pt>
                <c:pt idx="11287">
                  <c:v>0.46755555555555556</c:v>
                </c:pt>
                <c:pt idx="11288">
                  <c:v>0.46755555555555556</c:v>
                </c:pt>
                <c:pt idx="11289">
                  <c:v>0.46755555555555556</c:v>
                </c:pt>
                <c:pt idx="11290">
                  <c:v>0.46755555555555556</c:v>
                </c:pt>
                <c:pt idx="11291">
                  <c:v>0.46770370370370368</c:v>
                </c:pt>
                <c:pt idx="11292">
                  <c:v>0.46770370370370368</c:v>
                </c:pt>
                <c:pt idx="11293">
                  <c:v>0.46785185185185185</c:v>
                </c:pt>
                <c:pt idx="11294">
                  <c:v>0.46785185185185185</c:v>
                </c:pt>
                <c:pt idx="11295">
                  <c:v>0.46800000000000003</c:v>
                </c:pt>
                <c:pt idx="11296">
                  <c:v>0.46800000000000003</c:v>
                </c:pt>
                <c:pt idx="11297">
                  <c:v>0.46800000000000003</c:v>
                </c:pt>
                <c:pt idx="11298">
                  <c:v>0.46800000000000003</c:v>
                </c:pt>
                <c:pt idx="11299">
                  <c:v>0.46800000000000003</c:v>
                </c:pt>
                <c:pt idx="11300">
                  <c:v>0.46814814814814815</c:v>
                </c:pt>
                <c:pt idx="11301">
                  <c:v>0.46814814814814815</c:v>
                </c:pt>
                <c:pt idx="11302">
                  <c:v>0.46814814814814815</c:v>
                </c:pt>
                <c:pt idx="11303">
                  <c:v>0.46814814814814815</c:v>
                </c:pt>
                <c:pt idx="11304">
                  <c:v>0.46829629629629632</c:v>
                </c:pt>
                <c:pt idx="11305">
                  <c:v>0.46844444444444444</c:v>
                </c:pt>
                <c:pt idx="11306">
                  <c:v>0.46844444444444444</c:v>
                </c:pt>
                <c:pt idx="11307">
                  <c:v>0.46844444444444444</c:v>
                </c:pt>
                <c:pt idx="11308">
                  <c:v>0.46844444444444444</c:v>
                </c:pt>
                <c:pt idx="11309">
                  <c:v>0.46844444444444444</c:v>
                </c:pt>
                <c:pt idx="11310">
                  <c:v>0.46844444444444444</c:v>
                </c:pt>
                <c:pt idx="11311">
                  <c:v>0.46859259259259262</c:v>
                </c:pt>
                <c:pt idx="11312">
                  <c:v>0.46874074074074074</c:v>
                </c:pt>
                <c:pt idx="11313">
                  <c:v>0.46888888888888891</c:v>
                </c:pt>
                <c:pt idx="11314">
                  <c:v>0.46903703703703703</c:v>
                </c:pt>
                <c:pt idx="11315">
                  <c:v>0.46918518518518521</c:v>
                </c:pt>
                <c:pt idx="11316">
                  <c:v>0.46933333333333332</c:v>
                </c:pt>
                <c:pt idx="11317">
                  <c:v>0.46933333333333332</c:v>
                </c:pt>
                <c:pt idx="11318">
                  <c:v>0.46933333333333332</c:v>
                </c:pt>
                <c:pt idx="11319">
                  <c:v>0.46933333333333332</c:v>
                </c:pt>
                <c:pt idx="11320">
                  <c:v>0.46933333333333332</c:v>
                </c:pt>
                <c:pt idx="11321">
                  <c:v>0.46933333333333332</c:v>
                </c:pt>
                <c:pt idx="11322">
                  <c:v>0.46933333333333332</c:v>
                </c:pt>
                <c:pt idx="11323">
                  <c:v>0.46933333333333332</c:v>
                </c:pt>
                <c:pt idx="11324">
                  <c:v>0.4694814814814815</c:v>
                </c:pt>
                <c:pt idx="11325">
                  <c:v>0.4694814814814815</c:v>
                </c:pt>
                <c:pt idx="11326">
                  <c:v>0.4694814814814815</c:v>
                </c:pt>
                <c:pt idx="11327">
                  <c:v>0.4694814814814815</c:v>
                </c:pt>
                <c:pt idx="11328">
                  <c:v>0.4694814814814815</c:v>
                </c:pt>
                <c:pt idx="11329">
                  <c:v>0.4694814814814815</c:v>
                </c:pt>
                <c:pt idx="11330">
                  <c:v>0.4694814814814815</c:v>
                </c:pt>
                <c:pt idx="11331">
                  <c:v>0.46962962962962962</c:v>
                </c:pt>
                <c:pt idx="11332">
                  <c:v>0.46962962962962962</c:v>
                </c:pt>
                <c:pt idx="11333">
                  <c:v>0.46962962962962962</c:v>
                </c:pt>
                <c:pt idx="11334">
                  <c:v>0.46962962962962962</c:v>
                </c:pt>
                <c:pt idx="11335">
                  <c:v>0.46977777777777779</c:v>
                </c:pt>
                <c:pt idx="11336">
                  <c:v>0.46977777777777779</c:v>
                </c:pt>
                <c:pt idx="11337">
                  <c:v>0.46977777777777779</c:v>
                </c:pt>
                <c:pt idx="11338">
                  <c:v>0.46977777777777779</c:v>
                </c:pt>
                <c:pt idx="11339">
                  <c:v>0.46992592592592591</c:v>
                </c:pt>
                <c:pt idx="11340">
                  <c:v>0.46992592592592591</c:v>
                </c:pt>
                <c:pt idx="11341">
                  <c:v>0.46992592592592591</c:v>
                </c:pt>
                <c:pt idx="11342">
                  <c:v>0.46992592592592591</c:v>
                </c:pt>
                <c:pt idx="11343">
                  <c:v>0.46992592592592591</c:v>
                </c:pt>
                <c:pt idx="11344">
                  <c:v>0.46992592592592591</c:v>
                </c:pt>
                <c:pt idx="11345">
                  <c:v>0.47007407407407409</c:v>
                </c:pt>
                <c:pt idx="11346">
                  <c:v>0.47007407407407409</c:v>
                </c:pt>
                <c:pt idx="11347">
                  <c:v>0.47022222222222221</c:v>
                </c:pt>
                <c:pt idx="11348">
                  <c:v>0.47022222222222221</c:v>
                </c:pt>
                <c:pt idx="11349">
                  <c:v>0.47022222222222221</c:v>
                </c:pt>
                <c:pt idx="11350">
                  <c:v>0.47022222222222221</c:v>
                </c:pt>
                <c:pt idx="11351">
                  <c:v>0.47037037037037038</c:v>
                </c:pt>
                <c:pt idx="11352">
                  <c:v>0.47037037037037038</c:v>
                </c:pt>
                <c:pt idx="11353">
                  <c:v>0.47037037037037038</c:v>
                </c:pt>
                <c:pt idx="11354">
                  <c:v>0.47037037037037038</c:v>
                </c:pt>
                <c:pt idx="11355">
                  <c:v>0.4705185185185185</c:v>
                </c:pt>
                <c:pt idx="11356">
                  <c:v>0.4705185185185185</c:v>
                </c:pt>
                <c:pt idx="11357">
                  <c:v>0.4705185185185185</c:v>
                </c:pt>
                <c:pt idx="11358">
                  <c:v>0.4705185185185185</c:v>
                </c:pt>
                <c:pt idx="11359">
                  <c:v>0.4705185185185185</c:v>
                </c:pt>
                <c:pt idx="11360">
                  <c:v>0.4705185185185185</c:v>
                </c:pt>
                <c:pt idx="11361">
                  <c:v>0.4705185185185185</c:v>
                </c:pt>
                <c:pt idx="11362">
                  <c:v>0.47066666666666668</c:v>
                </c:pt>
                <c:pt idx="11363">
                  <c:v>0.4708148148148148</c:v>
                </c:pt>
                <c:pt idx="11364">
                  <c:v>0.4708148148148148</c:v>
                </c:pt>
                <c:pt idx="11365">
                  <c:v>0.4708148148148148</c:v>
                </c:pt>
                <c:pt idx="11366">
                  <c:v>0.4708148148148148</c:v>
                </c:pt>
                <c:pt idx="11367">
                  <c:v>0.4708148148148148</c:v>
                </c:pt>
                <c:pt idx="11368">
                  <c:v>0.4708148148148148</c:v>
                </c:pt>
                <c:pt idx="11369">
                  <c:v>0.4708148148148148</c:v>
                </c:pt>
                <c:pt idx="11370">
                  <c:v>0.4708148148148148</c:v>
                </c:pt>
                <c:pt idx="11371">
                  <c:v>0.4708148148148148</c:v>
                </c:pt>
                <c:pt idx="11372">
                  <c:v>0.4708148148148148</c:v>
                </c:pt>
                <c:pt idx="11373">
                  <c:v>0.4708148148148148</c:v>
                </c:pt>
                <c:pt idx="11374">
                  <c:v>0.47096296296296297</c:v>
                </c:pt>
                <c:pt idx="11375">
                  <c:v>0.47111111111111109</c:v>
                </c:pt>
                <c:pt idx="11376">
                  <c:v>0.47111111111111109</c:v>
                </c:pt>
                <c:pt idx="11377">
                  <c:v>0.47125925925925927</c:v>
                </c:pt>
                <c:pt idx="11378">
                  <c:v>0.47125925925925927</c:v>
                </c:pt>
                <c:pt idx="11379">
                  <c:v>0.47125925925925927</c:v>
                </c:pt>
                <c:pt idx="11380">
                  <c:v>0.47125925925925927</c:v>
                </c:pt>
                <c:pt idx="11381">
                  <c:v>0.47125925925925927</c:v>
                </c:pt>
                <c:pt idx="11382">
                  <c:v>0.47125925925925927</c:v>
                </c:pt>
                <c:pt idx="11383">
                  <c:v>0.47140740740740739</c:v>
                </c:pt>
                <c:pt idx="11384">
                  <c:v>0.47140740740740739</c:v>
                </c:pt>
                <c:pt idx="11385">
                  <c:v>0.47155555555555556</c:v>
                </c:pt>
                <c:pt idx="11386">
                  <c:v>0.47155555555555556</c:v>
                </c:pt>
                <c:pt idx="11387">
                  <c:v>0.47155555555555556</c:v>
                </c:pt>
                <c:pt idx="11388">
                  <c:v>0.47155555555555556</c:v>
                </c:pt>
                <c:pt idx="11389">
                  <c:v>0.47170370370370368</c:v>
                </c:pt>
                <c:pt idx="11390">
                  <c:v>0.47170370370370368</c:v>
                </c:pt>
                <c:pt idx="11391">
                  <c:v>0.47170370370370368</c:v>
                </c:pt>
                <c:pt idx="11392">
                  <c:v>0.47170370370370368</c:v>
                </c:pt>
                <c:pt idx="11393">
                  <c:v>0.47185185185185186</c:v>
                </c:pt>
                <c:pt idx="11394">
                  <c:v>0.47185185185185186</c:v>
                </c:pt>
                <c:pt idx="11395">
                  <c:v>0.47185185185185186</c:v>
                </c:pt>
                <c:pt idx="11396">
                  <c:v>0.47199999999999998</c:v>
                </c:pt>
                <c:pt idx="11397">
                  <c:v>0.47199999999999998</c:v>
                </c:pt>
                <c:pt idx="11398">
                  <c:v>0.47214814814814815</c:v>
                </c:pt>
                <c:pt idx="11399">
                  <c:v>0.47214814814814815</c:v>
                </c:pt>
                <c:pt idx="11400">
                  <c:v>0.47214814814814815</c:v>
                </c:pt>
                <c:pt idx="11401">
                  <c:v>0.47214814814814815</c:v>
                </c:pt>
                <c:pt idx="11402">
                  <c:v>0.47214814814814815</c:v>
                </c:pt>
                <c:pt idx="11403">
                  <c:v>0.47214814814814815</c:v>
                </c:pt>
                <c:pt idx="11404">
                  <c:v>0.47214814814814815</c:v>
                </c:pt>
                <c:pt idx="11405">
                  <c:v>0.47229629629629627</c:v>
                </c:pt>
                <c:pt idx="11406">
                  <c:v>0.47229629629629627</c:v>
                </c:pt>
                <c:pt idx="11407">
                  <c:v>0.47229629629629627</c:v>
                </c:pt>
                <c:pt idx="11408">
                  <c:v>0.47229629629629627</c:v>
                </c:pt>
                <c:pt idx="11409">
                  <c:v>0.47244444444444444</c:v>
                </c:pt>
                <c:pt idx="11410">
                  <c:v>0.47259259259259262</c:v>
                </c:pt>
                <c:pt idx="11411">
                  <c:v>0.47259259259259262</c:v>
                </c:pt>
                <c:pt idx="11412">
                  <c:v>0.47259259259259262</c:v>
                </c:pt>
                <c:pt idx="11413">
                  <c:v>0.47259259259259262</c:v>
                </c:pt>
                <c:pt idx="11414">
                  <c:v>0.47274074074074074</c:v>
                </c:pt>
                <c:pt idx="11415">
                  <c:v>0.47274074074074074</c:v>
                </c:pt>
                <c:pt idx="11416">
                  <c:v>0.47274074074074074</c:v>
                </c:pt>
                <c:pt idx="11417">
                  <c:v>0.47288888888888891</c:v>
                </c:pt>
                <c:pt idx="11418">
                  <c:v>0.47288888888888891</c:v>
                </c:pt>
                <c:pt idx="11419">
                  <c:v>0.47303703703703703</c:v>
                </c:pt>
                <c:pt idx="11420">
                  <c:v>0.47303703703703703</c:v>
                </c:pt>
                <c:pt idx="11421">
                  <c:v>0.47303703703703703</c:v>
                </c:pt>
                <c:pt idx="11422">
                  <c:v>0.47303703703703703</c:v>
                </c:pt>
                <c:pt idx="11423">
                  <c:v>0.47303703703703703</c:v>
                </c:pt>
                <c:pt idx="11424">
                  <c:v>0.47318518518518521</c:v>
                </c:pt>
                <c:pt idx="11425">
                  <c:v>0.47333333333333333</c:v>
                </c:pt>
                <c:pt idx="11426">
                  <c:v>0.47333333333333333</c:v>
                </c:pt>
                <c:pt idx="11427">
                  <c:v>0.47333333333333333</c:v>
                </c:pt>
                <c:pt idx="11428">
                  <c:v>0.47333333333333333</c:v>
                </c:pt>
                <c:pt idx="11429">
                  <c:v>0.47333333333333333</c:v>
                </c:pt>
                <c:pt idx="11430">
                  <c:v>0.47333333333333333</c:v>
                </c:pt>
                <c:pt idx="11431">
                  <c:v>0.47333333333333333</c:v>
                </c:pt>
                <c:pt idx="11432">
                  <c:v>0.47333333333333333</c:v>
                </c:pt>
                <c:pt idx="11433">
                  <c:v>0.47333333333333333</c:v>
                </c:pt>
                <c:pt idx="11434">
                  <c:v>0.47333333333333333</c:v>
                </c:pt>
                <c:pt idx="11435">
                  <c:v>0.4734814814814815</c:v>
                </c:pt>
                <c:pt idx="11436">
                  <c:v>0.4734814814814815</c:v>
                </c:pt>
                <c:pt idx="11437">
                  <c:v>0.4734814814814815</c:v>
                </c:pt>
                <c:pt idx="11438">
                  <c:v>0.4734814814814815</c:v>
                </c:pt>
                <c:pt idx="11439">
                  <c:v>0.47362962962962962</c:v>
                </c:pt>
                <c:pt idx="11440">
                  <c:v>0.4737777777777778</c:v>
                </c:pt>
                <c:pt idx="11441">
                  <c:v>0.47392592592592592</c:v>
                </c:pt>
                <c:pt idx="11442">
                  <c:v>0.47407407407407409</c:v>
                </c:pt>
                <c:pt idx="11443">
                  <c:v>0.47407407407407409</c:v>
                </c:pt>
                <c:pt idx="11444">
                  <c:v>0.47407407407407409</c:v>
                </c:pt>
                <c:pt idx="11445">
                  <c:v>0.47407407407407409</c:v>
                </c:pt>
                <c:pt idx="11446">
                  <c:v>0.47407407407407409</c:v>
                </c:pt>
                <c:pt idx="11447">
                  <c:v>0.47407407407407409</c:v>
                </c:pt>
                <c:pt idx="11448">
                  <c:v>0.47407407407407409</c:v>
                </c:pt>
                <c:pt idx="11449">
                  <c:v>0.47422222222222221</c:v>
                </c:pt>
                <c:pt idx="11450">
                  <c:v>0.47437037037037039</c:v>
                </c:pt>
                <c:pt idx="11451">
                  <c:v>0.47451851851851851</c:v>
                </c:pt>
                <c:pt idx="11452">
                  <c:v>0.47451851851851851</c:v>
                </c:pt>
                <c:pt idx="11453">
                  <c:v>0.47451851851851851</c:v>
                </c:pt>
                <c:pt idx="11454">
                  <c:v>0.47451851851851851</c:v>
                </c:pt>
                <c:pt idx="11455">
                  <c:v>0.47451851851851851</c:v>
                </c:pt>
                <c:pt idx="11456">
                  <c:v>0.47451851851851851</c:v>
                </c:pt>
                <c:pt idx="11457">
                  <c:v>0.47451851851851851</c:v>
                </c:pt>
                <c:pt idx="11458">
                  <c:v>0.47451851851851851</c:v>
                </c:pt>
                <c:pt idx="11459">
                  <c:v>0.47466666666666668</c:v>
                </c:pt>
                <c:pt idx="11460">
                  <c:v>0.4748148148148148</c:v>
                </c:pt>
                <c:pt idx="11461">
                  <c:v>0.4748148148148148</c:v>
                </c:pt>
                <c:pt idx="11462">
                  <c:v>0.47496296296296298</c:v>
                </c:pt>
                <c:pt idx="11463">
                  <c:v>0.4751111111111111</c:v>
                </c:pt>
                <c:pt idx="11464">
                  <c:v>0.4751111111111111</c:v>
                </c:pt>
                <c:pt idx="11465">
                  <c:v>0.4751111111111111</c:v>
                </c:pt>
                <c:pt idx="11466">
                  <c:v>0.4751111111111111</c:v>
                </c:pt>
                <c:pt idx="11467">
                  <c:v>0.4751111111111111</c:v>
                </c:pt>
                <c:pt idx="11468">
                  <c:v>0.4751111111111111</c:v>
                </c:pt>
                <c:pt idx="11469">
                  <c:v>0.47525925925925927</c:v>
                </c:pt>
                <c:pt idx="11470">
                  <c:v>0.47525925925925927</c:v>
                </c:pt>
                <c:pt idx="11471">
                  <c:v>0.47540740740740739</c:v>
                </c:pt>
                <c:pt idx="11472">
                  <c:v>0.47540740740740739</c:v>
                </c:pt>
                <c:pt idx="11473">
                  <c:v>0.47540740740740739</c:v>
                </c:pt>
                <c:pt idx="11474">
                  <c:v>0.47555555555555556</c:v>
                </c:pt>
                <c:pt idx="11475">
                  <c:v>0.47555555555555556</c:v>
                </c:pt>
                <c:pt idx="11476">
                  <c:v>0.47555555555555556</c:v>
                </c:pt>
                <c:pt idx="11477">
                  <c:v>0.47555555555555556</c:v>
                </c:pt>
                <c:pt idx="11478">
                  <c:v>0.47555555555555556</c:v>
                </c:pt>
                <c:pt idx="11479">
                  <c:v>0.47570370370370368</c:v>
                </c:pt>
                <c:pt idx="11480">
                  <c:v>0.47585185185185186</c:v>
                </c:pt>
                <c:pt idx="11481">
                  <c:v>0.47585185185185186</c:v>
                </c:pt>
                <c:pt idx="11482">
                  <c:v>0.47585185185185186</c:v>
                </c:pt>
                <c:pt idx="11483">
                  <c:v>0.47585185185185186</c:v>
                </c:pt>
                <c:pt idx="11484">
                  <c:v>0.47585185185185186</c:v>
                </c:pt>
                <c:pt idx="11485">
                  <c:v>0.47599999999999998</c:v>
                </c:pt>
                <c:pt idx="11486">
                  <c:v>0.47599999999999998</c:v>
                </c:pt>
                <c:pt idx="11487">
                  <c:v>0.47614814814814815</c:v>
                </c:pt>
                <c:pt idx="11488">
                  <c:v>0.47614814814814815</c:v>
                </c:pt>
                <c:pt idx="11489">
                  <c:v>0.47614814814814815</c:v>
                </c:pt>
                <c:pt idx="11490">
                  <c:v>0.47614814814814815</c:v>
                </c:pt>
                <c:pt idx="11491">
                  <c:v>0.47614814814814815</c:v>
                </c:pt>
                <c:pt idx="11492">
                  <c:v>0.47614814814814815</c:v>
                </c:pt>
                <c:pt idx="11493">
                  <c:v>0.47614814814814815</c:v>
                </c:pt>
                <c:pt idx="11494">
                  <c:v>0.47629629629629627</c:v>
                </c:pt>
                <c:pt idx="11495">
                  <c:v>0.47629629629629627</c:v>
                </c:pt>
                <c:pt idx="11496">
                  <c:v>0.47644444444444445</c:v>
                </c:pt>
                <c:pt idx="11497">
                  <c:v>0.47644444444444445</c:v>
                </c:pt>
                <c:pt idx="11498">
                  <c:v>0.47644444444444445</c:v>
                </c:pt>
                <c:pt idx="11499">
                  <c:v>0.47644444444444445</c:v>
                </c:pt>
                <c:pt idx="11500">
                  <c:v>0.47644444444444445</c:v>
                </c:pt>
                <c:pt idx="11501">
                  <c:v>0.47644444444444445</c:v>
                </c:pt>
                <c:pt idx="11502">
                  <c:v>0.47659259259259257</c:v>
                </c:pt>
                <c:pt idx="11503">
                  <c:v>0.47659259259259257</c:v>
                </c:pt>
                <c:pt idx="11504">
                  <c:v>0.47674074074074074</c:v>
                </c:pt>
                <c:pt idx="11505">
                  <c:v>0.47674074074074074</c:v>
                </c:pt>
                <c:pt idx="11506">
                  <c:v>0.47674074074074074</c:v>
                </c:pt>
                <c:pt idx="11507">
                  <c:v>0.47674074074074074</c:v>
                </c:pt>
                <c:pt idx="11508">
                  <c:v>0.47674074074074074</c:v>
                </c:pt>
                <c:pt idx="11509">
                  <c:v>0.47674074074074074</c:v>
                </c:pt>
                <c:pt idx="11510">
                  <c:v>0.47688888888888886</c:v>
                </c:pt>
                <c:pt idx="11511">
                  <c:v>0.47688888888888886</c:v>
                </c:pt>
                <c:pt idx="11512">
                  <c:v>0.47688888888888886</c:v>
                </c:pt>
                <c:pt idx="11513">
                  <c:v>0.47703703703703704</c:v>
                </c:pt>
                <c:pt idx="11514">
                  <c:v>0.47703703703703704</c:v>
                </c:pt>
                <c:pt idx="11515">
                  <c:v>0.47703703703703704</c:v>
                </c:pt>
                <c:pt idx="11516">
                  <c:v>0.47703703703703704</c:v>
                </c:pt>
                <c:pt idx="11517">
                  <c:v>0.47703703703703704</c:v>
                </c:pt>
                <c:pt idx="11518">
                  <c:v>0.47703703703703704</c:v>
                </c:pt>
                <c:pt idx="11519">
                  <c:v>0.47718518518518521</c:v>
                </c:pt>
                <c:pt idx="11520">
                  <c:v>0.47718518518518521</c:v>
                </c:pt>
                <c:pt idx="11521">
                  <c:v>0.47733333333333333</c:v>
                </c:pt>
                <c:pt idx="11522">
                  <c:v>0.47733333333333333</c:v>
                </c:pt>
                <c:pt idx="11523">
                  <c:v>0.47748148148148151</c:v>
                </c:pt>
                <c:pt idx="11524">
                  <c:v>0.47748148148148151</c:v>
                </c:pt>
                <c:pt idx="11525">
                  <c:v>0.47748148148148151</c:v>
                </c:pt>
                <c:pt idx="11526">
                  <c:v>0.47762962962962963</c:v>
                </c:pt>
                <c:pt idx="11527">
                  <c:v>0.47762962962962963</c:v>
                </c:pt>
                <c:pt idx="11528">
                  <c:v>0.47762962962962963</c:v>
                </c:pt>
                <c:pt idx="11529">
                  <c:v>0.4777777777777778</c:v>
                </c:pt>
                <c:pt idx="11530">
                  <c:v>0.4777777777777778</c:v>
                </c:pt>
                <c:pt idx="11531">
                  <c:v>0.4777777777777778</c:v>
                </c:pt>
                <c:pt idx="11532">
                  <c:v>0.47792592592592592</c:v>
                </c:pt>
                <c:pt idx="11533">
                  <c:v>0.47792592592592592</c:v>
                </c:pt>
                <c:pt idx="11534">
                  <c:v>0.47792592592592592</c:v>
                </c:pt>
                <c:pt idx="11535">
                  <c:v>0.47792592592592592</c:v>
                </c:pt>
                <c:pt idx="11536">
                  <c:v>0.47792592592592592</c:v>
                </c:pt>
                <c:pt idx="11537">
                  <c:v>0.4780740740740741</c:v>
                </c:pt>
                <c:pt idx="11538">
                  <c:v>0.4780740740740741</c:v>
                </c:pt>
                <c:pt idx="11539">
                  <c:v>0.4780740740740741</c:v>
                </c:pt>
                <c:pt idx="11540">
                  <c:v>0.4780740740740741</c:v>
                </c:pt>
                <c:pt idx="11541">
                  <c:v>0.47822222222222222</c:v>
                </c:pt>
                <c:pt idx="11542">
                  <c:v>0.47837037037037039</c:v>
                </c:pt>
                <c:pt idx="11543">
                  <c:v>0.47851851851851851</c:v>
                </c:pt>
                <c:pt idx="11544">
                  <c:v>0.47851851851851851</c:v>
                </c:pt>
                <c:pt idx="11545">
                  <c:v>0.47851851851851851</c:v>
                </c:pt>
                <c:pt idx="11546">
                  <c:v>0.47851851851851851</c:v>
                </c:pt>
                <c:pt idx="11547">
                  <c:v>0.47866666666666668</c:v>
                </c:pt>
                <c:pt idx="11548">
                  <c:v>0.47866666666666668</c:v>
                </c:pt>
                <c:pt idx="11549">
                  <c:v>0.47866666666666668</c:v>
                </c:pt>
                <c:pt idx="11550">
                  <c:v>0.47866666666666668</c:v>
                </c:pt>
                <c:pt idx="11551">
                  <c:v>0.4788148148148148</c:v>
                </c:pt>
                <c:pt idx="11552">
                  <c:v>0.4788148148148148</c:v>
                </c:pt>
                <c:pt idx="11553">
                  <c:v>0.47896296296296298</c:v>
                </c:pt>
                <c:pt idx="11554">
                  <c:v>0.47896296296296298</c:v>
                </c:pt>
                <c:pt idx="11555">
                  <c:v>0.47896296296296298</c:v>
                </c:pt>
                <c:pt idx="11556">
                  <c:v>0.47896296296296298</c:v>
                </c:pt>
                <c:pt idx="11557">
                  <c:v>0.47896296296296298</c:v>
                </c:pt>
                <c:pt idx="11558">
                  <c:v>0.47896296296296298</c:v>
                </c:pt>
                <c:pt idx="11559">
                  <c:v>0.47896296296296298</c:v>
                </c:pt>
                <c:pt idx="11560">
                  <c:v>0.47896296296296298</c:v>
                </c:pt>
                <c:pt idx="11561">
                  <c:v>0.47896296296296298</c:v>
                </c:pt>
                <c:pt idx="11562">
                  <c:v>0.47896296296296298</c:v>
                </c:pt>
                <c:pt idx="11563">
                  <c:v>0.47896296296296298</c:v>
                </c:pt>
                <c:pt idx="11564">
                  <c:v>0.47896296296296298</c:v>
                </c:pt>
                <c:pt idx="11565">
                  <c:v>0.47896296296296298</c:v>
                </c:pt>
                <c:pt idx="11566">
                  <c:v>0.47896296296296298</c:v>
                </c:pt>
                <c:pt idx="11567">
                  <c:v>0.47896296296296298</c:v>
                </c:pt>
                <c:pt idx="11568">
                  <c:v>0.47896296296296298</c:v>
                </c:pt>
                <c:pt idx="11569">
                  <c:v>0.47896296296296298</c:v>
                </c:pt>
                <c:pt idx="11570">
                  <c:v>0.47896296296296298</c:v>
                </c:pt>
                <c:pt idx="11571">
                  <c:v>0.4791111111111111</c:v>
                </c:pt>
                <c:pt idx="11572">
                  <c:v>0.4791111111111111</c:v>
                </c:pt>
                <c:pt idx="11573">
                  <c:v>0.4791111111111111</c:v>
                </c:pt>
                <c:pt idx="11574">
                  <c:v>0.47925925925925927</c:v>
                </c:pt>
                <c:pt idx="11575">
                  <c:v>0.47925925925925927</c:v>
                </c:pt>
                <c:pt idx="11576">
                  <c:v>0.47925925925925927</c:v>
                </c:pt>
                <c:pt idx="11577">
                  <c:v>0.47925925925925927</c:v>
                </c:pt>
                <c:pt idx="11578">
                  <c:v>0.47925925925925927</c:v>
                </c:pt>
                <c:pt idx="11579">
                  <c:v>0.47925925925925927</c:v>
                </c:pt>
                <c:pt idx="11580">
                  <c:v>0.47925925925925927</c:v>
                </c:pt>
                <c:pt idx="11581">
                  <c:v>0.47940740740740739</c:v>
                </c:pt>
                <c:pt idx="11582">
                  <c:v>0.47940740740740739</c:v>
                </c:pt>
                <c:pt idx="11583">
                  <c:v>0.47955555555555557</c:v>
                </c:pt>
                <c:pt idx="11584">
                  <c:v>0.47970370370370369</c:v>
                </c:pt>
                <c:pt idx="11585">
                  <c:v>0.47970370370370369</c:v>
                </c:pt>
                <c:pt idx="11586">
                  <c:v>0.47985185185185186</c:v>
                </c:pt>
                <c:pt idx="11587">
                  <c:v>0.47985185185185186</c:v>
                </c:pt>
                <c:pt idx="11588">
                  <c:v>0.47985185185185186</c:v>
                </c:pt>
                <c:pt idx="11589">
                  <c:v>0.47985185185185186</c:v>
                </c:pt>
                <c:pt idx="11590">
                  <c:v>0.47985185185185186</c:v>
                </c:pt>
                <c:pt idx="11591">
                  <c:v>0.48</c:v>
                </c:pt>
                <c:pt idx="11592">
                  <c:v>0.48014814814814816</c:v>
                </c:pt>
                <c:pt idx="11593">
                  <c:v>0.48014814814814816</c:v>
                </c:pt>
                <c:pt idx="11594">
                  <c:v>0.48014814814814816</c:v>
                </c:pt>
                <c:pt idx="11595">
                  <c:v>0.48014814814814816</c:v>
                </c:pt>
                <c:pt idx="11596">
                  <c:v>0.48029629629629628</c:v>
                </c:pt>
                <c:pt idx="11597">
                  <c:v>0.48029629629629628</c:v>
                </c:pt>
                <c:pt idx="11598">
                  <c:v>0.48029629629629628</c:v>
                </c:pt>
                <c:pt idx="11599">
                  <c:v>0.48029629629629628</c:v>
                </c:pt>
                <c:pt idx="11600">
                  <c:v>0.48029629629629628</c:v>
                </c:pt>
                <c:pt idx="11601">
                  <c:v>0.48029629629629628</c:v>
                </c:pt>
                <c:pt idx="11602">
                  <c:v>0.48044444444444445</c:v>
                </c:pt>
                <c:pt idx="11603">
                  <c:v>0.48059259259259257</c:v>
                </c:pt>
                <c:pt idx="11604">
                  <c:v>0.48074074074074075</c:v>
                </c:pt>
                <c:pt idx="11605">
                  <c:v>0.48074074074074075</c:v>
                </c:pt>
                <c:pt idx="11606">
                  <c:v>0.48074074074074075</c:v>
                </c:pt>
                <c:pt idx="11607">
                  <c:v>0.48074074074074075</c:v>
                </c:pt>
                <c:pt idx="11608">
                  <c:v>0.48074074074074075</c:v>
                </c:pt>
                <c:pt idx="11609">
                  <c:v>0.48074074074074075</c:v>
                </c:pt>
                <c:pt idx="11610">
                  <c:v>0.48074074074074075</c:v>
                </c:pt>
                <c:pt idx="11611">
                  <c:v>0.48074074074074075</c:v>
                </c:pt>
                <c:pt idx="11612">
                  <c:v>0.48074074074074075</c:v>
                </c:pt>
                <c:pt idx="11613">
                  <c:v>0.48074074074074075</c:v>
                </c:pt>
                <c:pt idx="11614">
                  <c:v>0.48074074074074075</c:v>
                </c:pt>
                <c:pt idx="11615">
                  <c:v>0.48074074074074075</c:v>
                </c:pt>
                <c:pt idx="11616">
                  <c:v>0.48074074074074075</c:v>
                </c:pt>
                <c:pt idx="11617">
                  <c:v>0.48088888888888887</c:v>
                </c:pt>
                <c:pt idx="11618">
                  <c:v>0.48088888888888887</c:v>
                </c:pt>
                <c:pt idx="11619">
                  <c:v>0.48103703703703704</c:v>
                </c:pt>
                <c:pt idx="11620">
                  <c:v>0.48103703703703704</c:v>
                </c:pt>
                <c:pt idx="11621">
                  <c:v>0.48103703703703704</c:v>
                </c:pt>
                <c:pt idx="11622">
                  <c:v>0.48103703703703704</c:v>
                </c:pt>
                <c:pt idx="11623">
                  <c:v>0.48118518518518516</c:v>
                </c:pt>
                <c:pt idx="11624">
                  <c:v>0.48118518518518516</c:v>
                </c:pt>
                <c:pt idx="11625">
                  <c:v>0.48118518518518516</c:v>
                </c:pt>
                <c:pt idx="11626">
                  <c:v>0.48118518518518516</c:v>
                </c:pt>
                <c:pt idx="11627">
                  <c:v>0.48133333333333334</c:v>
                </c:pt>
                <c:pt idx="11628">
                  <c:v>0.48133333333333334</c:v>
                </c:pt>
                <c:pt idx="11629">
                  <c:v>0.48133333333333334</c:v>
                </c:pt>
                <c:pt idx="11630">
                  <c:v>0.48133333333333334</c:v>
                </c:pt>
                <c:pt idx="11631">
                  <c:v>0.48133333333333334</c:v>
                </c:pt>
                <c:pt idx="11632">
                  <c:v>0.48148148148148145</c:v>
                </c:pt>
                <c:pt idx="11633">
                  <c:v>0.48162962962962963</c:v>
                </c:pt>
                <c:pt idx="11634">
                  <c:v>0.48162962962962963</c:v>
                </c:pt>
                <c:pt idx="11635">
                  <c:v>0.48162962962962963</c:v>
                </c:pt>
                <c:pt idx="11636">
                  <c:v>0.4817777777777778</c:v>
                </c:pt>
                <c:pt idx="11637">
                  <c:v>0.4817777777777778</c:v>
                </c:pt>
                <c:pt idx="11638">
                  <c:v>0.4817777777777778</c:v>
                </c:pt>
                <c:pt idx="11639">
                  <c:v>0.48192592592592592</c:v>
                </c:pt>
                <c:pt idx="11640">
                  <c:v>0.4820740740740741</c:v>
                </c:pt>
                <c:pt idx="11641">
                  <c:v>0.4820740740740741</c:v>
                </c:pt>
                <c:pt idx="11642">
                  <c:v>0.4820740740740741</c:v>
                </c:pt>
                <c:pt idx="11643">
                  <c:v>0.48222222222222222</c:v>
                </c:pt>
                <c:pt idx="11644">
                  <c:v>0.48222222222222222</c:v>
                </c:pt>
                <c:pt idx="11645">
                  <c:v>0.48222222222222222</c:v>
                </c:pt>
                <c:pt idx="11646">
                  <c:v>0.48237037037037039</c:v>
                </c:pt>
                <c:pt idx="11647">
                  <c:v>0.48237037037037039</c:v>
                </c:pt>
                <c:pt idx="11648">
                  <c:v>0.48251851851851851</c:v>
                </c:pt>
                <c:pt idx="11649">
                  <c:v>0.48266666666666669</c:v>
                </c:pt>
                <c:pt idx="11650">
                  <c:v>0.48281481481481481</c:v>
                </c:pt>
                <c:pt idx="11651">
                  <c:v>0.48281481481481481</c:v>
                </c:pt>
                <c:pt idx="11652">
                  <c:v>0.48281481481481481</c:v>
                </c:pt>
                <c:pt idx="11653">
                  <c:v>0.48281481481481481</c:v>
                </c:pt>
                <c:pt idx="11654">
                  <c:v>0.48281481481481481</c:v>
                </c:pt>
                <c:pt idx="11655">
                  <c:v>0.48281481481481481</c:v>
                </c:pt>
                <c:pt idx="11656">
                  <c:v>0.48281481481481481</c:v>
                </c:pt>
                <c:pt idx="11657">
                  <c:v>0.48281481481481481</c:v>
                </c:pt>
                <c:pt idx="11658">
                  <c:v>0.48281481481481481</c:v>
                </c:pt>
                <c:pt idx="11659">
                  <c:v>0.48296296296296298</c:v>
                </c:pt>
                <c:pt idx="11660">
                  <c:v>0.4831111111111111</c:v>
                </c:pt>
                <c:pt idx="11661">
                  <c:v>0.4831111111111111</c:v>
                </c:pt>
                <c:pt idx="11662">
                  <c:v>0.4831111111111111</c:v>
                </c:pt>
                <c:pt idx="11663">
                  <c:v>0.4831111111111111</c:v>
                </c:pt>
                <c:pt idx="11664">
                  <c:v>0.4831111111111111</c:v>
                </c:pt>
                <c:pt idx="11665">
                  <c:v>0.4831111111111111</c:v>
                </c:pt>
                <c:pt idx="11666">
                  <c:v>0.4831111111111111</c:v>
                </c:pt>
                <c:pt idx="11667">
                  <c:v>0.4831111111111111</c:v>
                </c:pt>
                <c:pt idx="11668">
                  <c:v>0.48325925925925928</c:v>
                </c:pt>
                <c:pt idx="11669">
                  <c:v>0.4834074074074074</c:v>
                </c:pt>
                <c:pt idx="11670">
                  <c:v>0.4834074074074074</c:v>
                </c:pt>
                <c:pt idx="11671">
                  <c:v>0.4834074074074074</c:v>
                </c:pt>
                <c:pt idx="11672">
                  <c:v>0.4834074074074074</c:v>
                </c:pt>
                <c:pt idx="11673">
                  <c:v>0.48355555555555557</c:v>
                </c:pt>
                <c:pt idx="11674">
                  <c:v>0.48355555555555557</c:v>
                </c:pt>
                <c:pt idx="11675">
                  <c:v>0.48355555555555557</c:v>
                </c:pt>
                <c:pt idx="11676">
                  <c:v>0.48370370370370369</c:v>
                </c:pt>
                <c:pt idx="11677">
                  <c:v>0.48370370370370369</c:v>
                </c:pt>
                <c:pt idx="11678">
                  <c:v>0.48385185185185187</c:v>
                </c:pt>
                <c:pt idx="11679">
                  <c:v>0.48385185185185187</c:v>
                </c:pt>
                <c:pt idx="11680">
                  <c:v>0.48385185185185187</c:v>
                </c:pt>
                <c:pt idx="11681">
                  <c:v>0.48385185185185187</c:v>
                </c:pt>
                <c:pt idx="11682">
                  <c:v>0.48399999999999999</c:v>
                </c:pt>
                <c:pt idx="11683">
                  <c:v>0.48399999999999999</c:v>
                </c:pt>
                <c:pt idx="11684">
                  <c:v>0.48399999999999999</c:v>
                </c:pt>
                <c:pt idx="11685">
                  <c:v>0.48399999999999999</c:v>
                </c:pt>
                <c:pt idx="11686">
                  <c:v>0.48399999999999999</c:v>
                </c:pt>
                <c:pt idx="11687">
                  <c:v>0.48399999999999999</c:v>
                </c:pt>
                <c:pt idx="11688">
                  <c:v>0.48399999999999999</c:v>
                </c:pt>
                <c:pt idx="11689">
                  <c:v>0.48414814814814816</c:v>
                </c:pt>
                <c:pt idx="11690">
                  <c:v>0.48414814814814816</c:v>
                </c:pt>
                <c:pt idx="11691">
                  <c:v>0.48414814814814816</c:v>
                </c:pt>
                <c:pt idx="11692">
                  <c:v>0.48414814814814816</c:v>
                </c:pt>
                <c:pt idx="11693">
                  <c:v>0.48414814814814816</c:v>
                </c:pt>
                <c:pt idx="11694">
                  <c:v>0.48414814814814816</c:v>
                </c:pt>
                <c:pt idx="11695">
                  <c:v>0.48429629629629628</c:v>
                </c:pt>
                <c:pt idx="11696">
                  <c:v>0.48429629629629628</c:v>
                </c:pt>
                <c:pt idx="11697">
                  <c:v>0.48429629629629628</c:v>
                </c:pt>
                <c:pt idx="11698">
                  <c:v>0.48429629629629628</c:v>
                </c:pt>
                <c:pt idx="11699">
                  <c:v>0.48444444444444446</c:v>
                </c:pt>
                <c:pt idx="11700">
                  <c:v>0.48444444444444446</c:v>
                </c:pt>
                <c:pt idx="11701">
                  <c:v>0.48444444444444446</c:v>
                </c:pt>
                <c:pt idx="11702">
                  <c:v>0.48444444444444446</c:v>
                </c:pt>
                <c:pt idx="11703">
                  <c:v>0.48444444444444446</c:v>
                </c:pt>
                <c:pt idx="11704">
                  <c:v>0.48444444444444446</c:v>
                </c:pt>
                <c:pt idx="11705">
                  <c:v>0.48444444444444446</c:v>
                </c:pt>
                <c:pt idx="11706">
                  <c:v>0.48444444444444446</c:v>
                </c:pt>
                <c:pt idx="11707">
                  <c:v>0.48459259259259257</c:v>
                </c:pt>
                <c:pt idx="11708">
                  <c:v>0.48459259259259257</c:v>
                </c:pt>
                <c:pt idx="11709">
                  <c:v>0.48459259259259257</c:v>
                </c:pt>
                <c:pt idx="11710">
                  <c:v>0.48459259259259257</c:v>
                </c:pt>
                <c:pt idx="11711">
                  <c:v>0.48459259259259257</c:v>
                </c:pt>
                <c:pt idx="11712">
                  <c:v>0.48459259259259257</c:v>
                </c:pt>
                <c:pt idx="11713">
                  <c:v>0.48459259259259257</c:v>
                </c:pt>
                <c:pt idx="11714">
                  <c:v>0.48459259259259257</c:v>
                </c:pt>
                <c:pt idx="11715">
                  <c:v>0.48459259259259257</c:v>
                </c:pt>
                <c:pt idx="11716">
                  <c:v>0.48459259259259257</c:v>
                </c:pt>
                <c:pt idx="11717">
                  <c:v>0.48459259259259257</c:v>
                </c:pt>
                <c:pt idx="11718">
                  <c:v>0.48474074074074075</c:v>
                </c:pt>
                <c:pt idx="11719">
                  <c:v>0.48474074074074075</c:v>
                </c:pt>
                <c:pt idx="11720">
                  <c:v>0.48474074074074075</c:v>
                </c:pt>
                <c:pt idx="11721">
                  <c:v>0.48474074074074075</c:v>
                </c:pt>
                <c:pt idx="11722">
                  <c:v>0.48474074074074075</c:v>
                </c:pt>
                <c:pt idx="11723">
                  <c:v>0.48488888888888887</c:v>
                </c:pt>
                <c:pt idx="11724">
                  <c:v>0.48503703703703704</c:v>
                </c:pt>
                <c:pt idx="11725">
                  <c:v>0.48503703703703704</c:v>
                </c:pt>
                <c:pt idx="11726">
                  <c:v>0.48503703703703704</c:v>
                </c:pt>
                <c:pt idx="11727">
                  <c:v>0.48503703703703704</c:v>
                </c:pt>
                <c:pt idx="11728">
                  <c:v>0.48503703703703704</c:v>
                </c:pt>
                <c:pt idx="11729">
                  <c:v>0.48503703703703704</c:v>
                </c:pt>
                <c:pt idx="11730">
                  <c:v>0.48503703703703704</c:v>
                </c:pt>
                <c:pt idx="11731">
                  <c:v>0.48503703703703704</c:v>
                </c:pt>
                <c:pt idx="11732">
                  <c:v>0.48503703703703704</c:v>
                </c:pt>
                <c:pt idx="11733">
                  <c:v>0.48503703703703704</c:v>
                </c:pt>
                <c:pt idx="11734">
                  <c:v>0.48503703703703704</c:v>
                </c:pt>
                <c:pt idx="11735">
                  <c:v>0.48503703703703704</c:v>
                </c:pt>
                <c:pt idx="11736">
                  <c:v>0.48503703703703704</c:v>
                </c:pt>
                <c:pt idx="11737">
                  <c:v>0.48503703703703704</c:v>
                </c:pt>
                <c:pt idx="11738">
                  <c:v>0.48503703703703704</c:v>
                </c:pt>
                <c:pt idx="11739">
                  <c:v>0.48503703703703704</c:v>
                </c:pt>
                <c:pt idx="11740">
                  <c:v>0.48518518518518516</c:v>
                </c:pt>
                <c:pt idx="11741">
                  <c:v>0.48518518518518516</c:v>
                </c:pt>
                <c:pt idx="11742">
                  <c:v>0.48518518518518516</c:v>
                </c:pt>
                <c:pt idx="11743">
                  <c:v>0.48518518518518516</c:v>
                </c:pt>
                <c:pt idx="11744">
                  <c:v>0.48518518518518516</c:v>
                </c:pt>
                <c:pt idx="11745">
                  <c:v>0.48533333333333334</c:v>
                </c:pt>
                <c:pt idx="11746">
                  <c:v>0.48548148148148146</c:v>
                </c:pt>
                <c:pt idx="11747">
                  <c:v>0.48562962962962963</c:v>
                </c:pt>
                <c:pt idx="11748">
                  <c:v>0.48577777777777775</c:v>
                </c:pt>
                <c:pt idx="11749">
                  <c:v>0.48592592592592593</c:v>
                </c:pt>
                <c:pt idx="11750">
                  <c:v>0.48592592592592593</c:v>
                </c:pt>
                <c:pt idx="11751">
                  <c:v>0.48607407407407405</c:v>
                </c:pt>
                <c:pt idx="11752">
                  <c:v>0.48607407407407405</c:v>
                </c:pt>
                <c:pt idx="11753">
                  <c:v>0.48607407407407405</c:v>
                </c:pt>
                <c:pt idx="11754">
                  <c:v>0.48607407407407405</c:v>
                </c:pt>
                <c:pt idx="11755">
                  <c:v>0.48607407407407405</c:v>
                </c:pt>
                <c:pt idx="11756">
                  <c:v>0.48607407407407405</c:v>
                </c:pt>
                <c:pt idx="11757">
                  <c:v>0.48607407407407405</c:v>
                </c:pt>
                <c:pt idx="11758">
                  <c:v>0.48607407407407405</c:v>
                </c:pt>
                <c:pt idx="11759">
                  <c:v>0.48607407407407405</c:v>
                </c:pt>
                <c:pt idx="11760">
                  <c:v>0.48607407407407405</c:v>
                </c:pt>
                <c:pt idx="11761">
                  <c:v>0.48607407407407405</c:v>
                </c:pt>
                <c:pt idx="11762">
                  <c:v>0.48607407407407405</c:v>
                </c:pt>
                <c:pt idx="11763">
                  <c:v>0.48622222222222222</c:v>
                </c:pt>
                <c:pt idx="11764">
                  <c:v>0.48622222222222222</c:v>
                </c:pt>
                <c:pt idx="11765">
                  <c:v>0.48622222222222222</c:v>
                </c:pt>
                <c:pt idx="11766">
                  <c:v>0.48622222222222222</c:v>
                </c:pt>
                <c:pt idx="11767">
                  <c:v>0.48622222222222222</c:v>
                </c:pt>
                <c:pt idx="11768">
                  <c:v>0.48622222222222222</c:v>
                </c:pt>
                <c:pt idx="11769">
                  <c:v>0.4863703703703704</c:v>
                </c:pt>
                <c:pt idx="11770">
                  <c:v>0.4863703703703704</c:v>
                </c:pt>
                <c:pt idx="11771">
                  <c:v>0.4863703703703704</c:v>
                </c:pt>
                <c:pt idx="11772">
                  <c:v>0.4863703703703704</c:v>
                </c:pt>
                <c:pt idx="11773">
                  <c:v>0.4863703703703704</c:v>
                </c:pt>
                <c:pt idx="11774">
                  <c:v>0.4863703703703704</c:v>
                </c:pt>
                <c:pt idx="11775">
                  <c:v>0.4863703703703704</c:v>
                </c:pt>
                <c:pt idx="11776">
                  <c:v>0.4863703703703704</c:v>
                </c:pt>
                <c:pt idx="11777">
                  <c:v>0.4863703703703704</c:v>
                </c:pt>
                <c:pt idx="11778">
                  <c:v>0.48651851851851852</c:v>
                </c:pt>
                <c:pt idx="11779">
                  <c:v>0.48651851851851852</c:v>
                </c:pt>
                <c:pt idx="11780">
                  <c:v>0.48651851851851852</c:v>
                </c:pt>
                <c:pt idx="11781">
                  <c:v>0.48651851851851852</c:v>
                </c:pt>
                <c:pt idx="11782">
                  <c:v>0.48651851851851852</c:v>
                </c:pt>
                <c:pt idx="11783">
                  <c:v>0.48651851851851852</c:v>
                </c:pt>
                <c:pt idx="11784">
                  <c:v>0.48651851851851852</c:v>
                </c:pt>
                <c:pt idx="11785">
                  <c:v>0.48651851851851852</c:v>
                </c:pt>
                <c:pt idx="11786">
                  <c:v>0.48651851851851852</c:v>
                </c:pt>
                <c:pt idx="11787">
                  <c:v>0.48651851851851852</c:v>
                </c:pt>
                <c:pt idx="11788">
                  <c:v>0.48666666666666669</c:v>
                </c:pt>
                <c:pt idx="11789">
                  <c:v>0.48666666666666669</c:v>
                </c:pt>
                <c:pt idx="11790">
                  <c:v>0.48666666666666669</c:v>
                </c:pt>
                <c:pt idx="11791">
                  <c:v>0.48666666666666669</c:v>
                </c:pt>
                <c:pt idx="11792">
                  <c:v>0.48681481481481481</c:v>
                </c:pt>
                <c:pt idx="11793">
                  <c:v>0.48696296296296299</c:v>
                </c:pt>
                <c:pt idx="11794">
                  <c:v>0.48711111111111111</c:v>
                </c:pt>
                <c:pt idx="11795">
                  <c:v>0.48725925925925928</c:v>
                </c:pt>
                <c:pt idx="11796">
                  <c:v>0.48725925925925928</c:v>
                </c:pt>
                <c:pt idx="11797">
                  <c:v>0.48725925925925928</c:v>
                </c:pt>
                <c:pt idx="11798">
                  <c:v>0.48725925925925928</c:v>
                </c:pt>
                <c:pt idx="11799">
                  <c:v>0.48725925925925928</c:v>
                </c:pt>
                <c:pt idx="11800">
                  <c:v>0.4874074074074074</c:v>
                </c:pt>
                <c:pt idx="11801">
                  <c:v>0.4874074074074074</c:v>
                </c:pt>
                <c:pt idx="11802">
                  <c:v>0.4874074074074074</c:v>
                </c:pt>
                <c:pt idx="11803">
                  <c:v>0.48755555555555558</c:v>
                </c:pt>
                <c:pt idx="11804">
                  <c:v>0.48755555555555558</c:v>
                </c:pt>
                <c:pt idx="11805">
                  <c:v>0.48755555555555558</c:v>
                </c:pt>
                <c:pt idx="11806">
                  <c:v>0.48755555555555558</c:v>
                </c:pt>
                <c:pt idx="11807">
                  <c:v>0.48755555555555558</c:v>
                </c:pt>
                <c:pt idx="11808">
                  <c:v>0.48755555555555558</c:v>
                </c:pt>
                <c:pt idx="11809">
                  <c:v>0.48755555555555558</c:v>
                </c:pt>
                <c:pt idx="11810">
                  <c:v>0.48770370370370369</c:v>
                </c:pt>
                <c:pt idx="11811">
                  <c:v>0.48785185185185187</c:v>
                </c:pt>
                <c:pt idx="11812">
                  <c:v>0.48785185185185187</c:v>
                </c:pt>
                <c:pt idx="11813">
                  <c:v>0.48785185185185187</c:v>
                </c:pt>
                <c:pt idx="11814">
                  <c:v>0.48785185185185187</c:v>
                </c:pt>
                <c:pt idx="11815">
                  <c:v>0.48785185185185187</c:v>
                </c:pt>
                <c:pt idx="11816">
                  <c:v>0.48785185185185187</c:v>
                </c:pt>
                <c:pt idx="11817">
                  <c:v>0.48785185185185187</c:v>
                </c:pt>
                <c:pt idx="11818">
                  <c:v>0.48785185185185187</c:v>
                </c:pt>
                <c:pt idx="11819">
                  <c:v>0.48785185185185187</c:v>
                </c:pt>
                <c:pt idx="11820">
                  <c:v>0.48785185185185187</c:v>
                </c:pt>
                <c:pt idx="11821">
                  <c:v>0.48785185185185187</c:v>
                </c:pt>
                <c:pt idx="11822">
                  <c:v>0.48785185185185187</c:v>
                </c:pt>
                <c:pt idx="11823">
                  <c:v>0.48785185185185187</c:v>
                </c:pt>
                <c:pt idx="11824">
                  <c:v>0.48785185185185187</c:v>
                </c:pt>
                <c:pt idx="11825">
                  <c:v>0.48785185185185187</c:v>
                </c:pt>
                <c:pt idx="11826">
                  <c:v>0.48785185185185187</c:v>
                </c:pt>
                <c:pt idx="11827">
                  <c:v>0.48785185185185187</c:v>
                </c:pt>
                <c:pt idx="11828">
                  <c:v>0.48785185185185187</c:v>
                </c:pt>
                <c:pt idx="11829">
                  <c:v>0.48799999999999999</c:v>
                </c:pt>
                <c:pt idx="11830">
                  <c:v>0.48799999999999999</c:v>
                </c:pt>
                <c:pt idx="11831">
                  <c:v>0.48799999999999999</c:v>
                </c:pt>
                <c:pt idx="11832">
                  <c:v>0.48799999999999999</c:v>
                </c:pt>
                <c:pt idx="11833">
                  <c:v>0.48814814814814816</c:v>
                </c:pt>
                <c:pt idx="11834">
                  <c:v>0.48814814814814816</c:v>
                </c:pt>
                <c:pt idx="11835">
                  <c:v>0.48829629629629628</c:v>
                </c:pt>
                <c:pt idx="11836">
                  <c:v>0.48844444444444446</c:v>
                </c:pt>
                <c:pt idx="11837">
                  <c:v>0.48859259259259258</c:v>
                </c:pt>
                <c:pt idx="11838">
                  <c:v>0.48874074074074075</c:v>
                </c:pt>
                <c:pt idx="11839">
                  <c:v>0.48874074074074075</c:v>
                </c:pt>
                <c:pt idx="11840">
                  <c:v>0.48874074074074075</c:v>
                </c:pt>
                <c:pt idx="11841">
                  <c:v>0.48874074074074075</c:v>
                </c:pt>
                <c:pt idx="11842">
                  <c:v>0.48888888888888887</c:v>
                </c:pt>
                <c:pt idx="11843">
                  <c:v>0.48888888888888887</c:v>
                </c:pt>
                <c:pt idx="11844">
                  <c:v>0.48903703703703705</c:v>
                </c:pt>
                <c:pt idx="11845">
                  <c:v>0.48903703703703705</c:v>
                </c:pt>
                <c:pt idx="11846">
                  <c:v>0.48903703703703705</c:v>
                </c:pt>
                <c:pt idx="11847">
                  <c:v>0.48903703703703705</c:v>
                </c:pt>
                <c:pt idx="11848">
                  <c:v>0.48918518518518517</c:v>
                </c:pt>
                <c:pt idx="11849">
                  <c:v>0.48918518518518517</c:v>
                </c:pt>
                <c:pt idx="11850">
                  <c:v>0.48918518518518517</c:v>
                </c:pt>
                <c:pt idx="11851">
                  <c:v>0.48918518518518517</c:v>
                </c:pt>
                <c:pt idx="11852">
                  <c:v>0.48933333333333334</c:v>
                </c:pt>
                <c:pt idx="11853">
                  <c:v>0.48933333333333334</c:v>
                </c:pt>
                <c:pt idx="11854">
                  <c:v>0.48948148148148146</c:v>
                </c:pt>
                <c:pt idx="11855">
                  <c:v>0.48948148148148146</c:v>
                </c:pt>
                <c:pt idx="11856">
                  <c:v>0.48962962962962964</c:v>
                </c:pt>
                <c:pt idx="11857">
                  <c:v>0.48962962962962964</c:v>
                </c:pt>
                <c:pt idx="11858">
                  <c:v>0.48977777777777776</c:v>
                </c:pt>
                <c:pt idx="11859">
                  <c:v>0.48977777777777776</c:v>
                </c:pt>
                <c:pt idx="11860">
                  <c:v>0.48977777777777776</c:v>
                </c:pt>
                <c:pt idx="11861">
                  <c:v>0.48977777777777776</c:v>
                </c:pt>
                <c:pt idx="11862">
                  <c:v>0.48992592592592593</c:v>
                </c:pt>
                <c:pt idx="11863">
                  <c:v>0.48992592592592593</c:v>
                </c:pt>
                <c:pt idx="11864">
                  <c:v>0.49007407407407405</c:v>
                </c:pt>
                <c:pt idx="11865">
                  <c:v>0.49022222222222223</c:v>
                </c:pt>
                <c:pt idx="11866">
                  <c:v>0.49022222222222223</c:v>
                </c:pt>
                <c:pt idx="11867">
                  <c:v>0.49022222222222223</c:v>
                </c:pt>
                <c:pt idx="11868">
                  <c:v>0.49022222222222223</c:v>
                </c:pt>
                <c:pt idx="11869">
                  <c:v>0.49022222222222223</c:v>
                </c:pt>
                <c:pt idx="11870">
                  <c:v>0.49037037037037035</c:v>
                </c:pt>
                <c:pt idx="11871">
                  <c:v>0.49037037037037035</c:v>
                </c:pt>
                <c:pt idx="11872">
                  <c:v>0.49037037037037035</c:v>
                </c:pt>
                <c:pt idx="11873">
                  <c:v>0.49037037037037035</c:v>
                </c:pt>
                <c:pt idx="11874">
                  <c:v>0.49051851851851852</c:v>
                </c:pt>
                <c:pt idx="11875">
                  <c:v>0.49051851851851852</c:v>
                </c:pt>
                <c:pt idx="11876">
                  <c:v>0.49051851851851852</c:v>
                </c:pt>
                <c:pt idx="11877">
                  <c:v>0.49051851851851852</c:v>
                </c:pt>
                <c:pt idx="11878">
                  <c:v>0.49051851851851852</c:v>
                </c:pt>
                <c:pt idx="11879">
                  <c:v>0.49066666666666664</c:v>
                </c:pt>
                <c:pt idx="11880">
                  <c:v>0.49066666666666664</c:v>
                </c:pt>
                <c:pt idx="11881">
                  <c:v>0.49066666666666664</c:v>
                </c:pt>
                <c:pt idx="11882">
                  <c:v>0.49081481481481481</c:v>
                </c:pt>
                <c:pt idx="11883">
                  <c:v>0.49081481481481481</c:v>
                </c:pt>
                <c:pt idx="11884">
                  <c:v>0.49081481481481481</c:v>
                </c:pt>
                <c:pt idx="11885">
                  <c:v>0.49081481481481481</c:v>
                </c:pt>
                <c:pt idx="11886">
                  <c:v>0.49081481481481481</c:v>
                </c:pt>
                <c:pt idx="11887">
                  <c:v>0.49081481481481481</c:v>
                </c:pt>
                <c:pt idx="11888">
                  <c:v>0.49081481481481481</c:v>
                </c:pt>
                <c:pt idx="11889">
                  <c:v>0.49096296296296299</c:v>
                </c:pt>
                <c:pt idx="11890">
                  <c:v>0.49096296296296299</c:v>
                </c:pt>
                <c:pt idx="11891">
                  <c:v>0.49111111111111111</c:v>
                </c:pt>
                <c:pt idx="11892">
                  <c:v>0.49111111111111111</c:v>
                </c:pt>
                <c:pt idx="11893">
                  <c:v>0.49125925925925928</c:v>
                </c:pt>
                <c:pt idx="11894">
                  <c:v>0.49125925925925928</c:v>
                </c:pt>
                <c:pt idx="11895">
                  <c:v>0.49125925925925928</c:v>
                </c:pt>
                <c:pt idx="11896">
                  <c:v>0.49125925925925928</c:v>
                </c:pt>
                <c:pt idx="11897">
                  <c:v>0.4914074074074074</c:v>
                </c:pt>
                <c:pt idx="11898">
                  <c:v>0.4914074074074074</c:v>
                </c:pt>
                <c:pt idx="11899">
                  <c:v>0.4914074074074074</c:v>
                </c:pt>
                <c:pt idx="11900">
                  <c:v>0.4914074074074074</c:v>
                </c:pt>
                <c:pt idx="11901">
                  <c:v>0.4914074074074074</c:v>
                </c:pt>
                <c:pt idx="11902">
                  <c:v>0.4914074074074074</c:v>
                </c:pt>
                <c:pt idx="11903">
                  <c:v>0.49155555555555558</c:v>
                </c:pt>
                <c:pt idx="11904">
                  <c:v>0.49155555555555558</c:v>
                </c:pt>
                <c:pt idx="11905">
                  <c:v>0.49155555555555558</c:v>
                </c:pt>
                <c:pt idx="11906">
                  <c:v>0.4917037037037037</c:v>
                </c:pt>
                <c:pt idx="11907">
                  <c:v>0.4917037037037037</c:v>
                </c:pt>
                <c:pt idx="11908">
                  <c:v>0.4917037037037037</c:v>
                </c:pt>
                <c:pt idx="11909">
                  <c:v>0.4917037037037037</c:v>
                </c:pt>
                <c:pt idx="11910">
                  <c:v>0.4917037037037037</c:v>
                </c:pt>
                <c:pt idx="11911">
                  <c:v>0.4917037037037037</c:v>
                </c:pt>
                <c:pt idx="11912">
                  <c:v>0.4917037037037037</c:v>
                </c:pt>
                <c:pt idx="11913">
                  <c:v>0.4917037037037037</c:v>
                </c:pt>
                <c:pt idx="11914">
                  <c:v>0.4917037037037037</c:v>
                </c:pt>
                <c:pt idx="11915">
                  <c:v>0.49185185185185187</c:v>
                </c:pt>
                <c:pt idx="11916">
                  <c:v>0.49199999999999999</c:v>
                </c:pt>
                <c:pt idx="11917">
                  <c:v>0.49199999999999999</c:v>
                </c:pt>
                <c:pt idx="11918">
                  <c:v>0.49214814814814817</c:v>
                </c:pt>
                <c:pt idx="11919">
                  <c:v>0.49229629629629629</c:v>
                </c:pt>
                <c:pt idx="11920">
                  <c:v>0.49229629629629629</c:v>
                </c:pt>
                <c:pt idx="11921">
                  <c:v>0.49229629629629629</c:v>
                </c:pt>
                <c:pt idx="11922">
                  <c:v>0.49229629629629629</c:v>
                </c:pt>
                <c:pt idx="11923">
                  <c:v>0.49244444444444446</c:v>
                </c:pt>
                <c:pt idx="11924">
                  <c:v>0.49244444444444446</c:v>
                </c:pt>
                <c:pt idx="11925">
                  <c:v>0.49244444444444446</c:v>
                </c:pt>
                <c:pt idx="11926">
                  <c:v>0.49244444444444446</c:v>
                </c:pt>
                <c:pt idx="11927">
                  <c:v>0.49244444444444446</c:v>
                </c:pt>
                <c:pt idx="11928">
                  <c:v>0.49259259259259258</c:v>
                </c:pt>
                <c:pt idx="11929">
                  <c:v>0.49259259259259258</c:v>
                </c:pt>
                <c:pt idx="11930">
                  <c:v>0.49259259259259258</c:v>
                </c:pt>
                <c:pt idx="11931">
                  <c:v>0.49259259259259258</c:v>
                </c:pt>
                <c:pt idx="11932">
                  <c:v>0.49259259259259258</c:v>
                </c:pt>
                <c:pt idx="11933">
                  <c:v>0.49259259259259258</c:v>
                </c:pt>
                <c:pt idx="11934">
                  <c:v>0.49274074074074076</c:v>
                </c:pt>
                <c:pt idx="11935">
                  <c:v>0.49274074074074076</c:v>
                </c:pt>
                <c:pt idx="11936">
                  <c:v>0.49288888888888888</c:v>
                </c:pt>
                <c:pt idx="11937">
                  <c:v>0.49288888888888888</c:v>
                </c:pt>
                <c:pt idx="11938">
                  <c:v>0.49288888888888888</c:v>
                </c:pt>
                <c:pt idx="11939">
                  <c:v>0.49288888888888888</c:v>
                </c:pt>
                <c:pt idx="11940">
                  <c:v>0.49288888888888888</c:v>
                </c:pt>
                <c:pt idx="11941">
                  <c:v>0.49288888888888888</c:v>
                </c:pt>
                <c:pt idx="11942">
                  <c:v>0.49288888888888888</c:v>
                </c:pt>
                <c:pt idx="11943">
                  <c:v>0.49303703703703705</c:v>
                </c:pt>
                <c:pt idx="11944">
                  <c:v>0.49303703703703705</c:v>
                </c:pt>
                <c:pt idx="11945">
                  <c:v>0.49303703703703705</c:v>
                </c:pt>
                <c:pt idx="11946">
                  <c:v>0.49318518518518517</c:v>
                </c:pt>
                <c:pt idx="11947">
                  <c:v>0.49333333333333335</c:v>
                </c:pt>
                <c:pt idx="11948">
                  <c:v>0.49348148148148147</c:v>
                </c:pt>
                <c:pt idx="11949">
                  <c:v>0.49348148148148147</c:v>
                </c:pt>
                <c:pt idx="11950">
                  <c:v>0.49348148148148147</c:v>
                </c:pt>
                <c:pt idx="11951">
                  <c:v>0.49348148148148147</c:v>
                </c:pt>
                <c:pt idx="11952">
                  <c:v>0.49348148148148147</c:v>
                </c:pt>
                <c:pt idx="11953">
                  <c:v>0.49362962962962964</c:v>
                </c:pt>
                <c:pt idx="11954">
                  <c:v>0.49362962962962964</c:v>
                </c:pt>
                <c:pt idx="11955">
                  <c:v>0.49362962962962964</c:v>
                </c:pt>
                <c:pt idx="11956">
                  <c:v>0.49362962962962964</c:v>
                </c:pt>
                <c:pt idx="11957">
                  <c:v>0.49377777777777776</c:v>
                </c:pt>
                <c:pt idx="11958">
                  <c:v>0.49377777777777776</c:v>
                </c:pt>
                <c:pt idx="11959">
                  <c:v>0.49377777777777776</c:v>
                </c:pt>
                <c:pt idx="11960">
                  <c:v>0.49392592592592593</c:v>
                </c:pt>
                <c:pt idx="11961">
                  <c:v>0.49392592592592593</c:v>
                </c:pt>
                <c:pt idx="11962">
                  <c:v>0.49407407407407405</c:v>
                </c:pt>
                <c:pt idx="11963">
                  <c:v>0.49407407407407405</c:v>
                </c:pt>
                <c:pt idx="11964">
                  <c:v>0.49407407407407405</c:v>
                </c:pt>
                <c:pt idx="11965">
                  <c:v>0.49422222222222223</c:v>
                </c:pt>
                <c:pt idx="11966">
                  <c:v>0.49437037037037035</c:v>
                </c:pt>
                <c:pt idx="11967">
                  <c:v>0.49437037037037035</c:v>
                </c:pt>
                <c:pt idx="11968">
                  <c:v>0.49437037037037035</c:v>
                </c:pt>
                <c:pt idx="11969">
                  <c:v>0.49437037037037035</c:v>
                </c:pt>
                <c:pt idx="11970">
                  <c:v>0.49437037037037035</c:v>
                </c:pt>
                <c:pt idx="11971">
                  <c:v>0.49437037037037035</c:v>
                </c:pt>
                <c:pt idx="11972">
                  <c:v>0.49437037037037035</c:v>
                </c:pt>
                <c:pt idx="11973">
                  <c:v>0.49437037037037035</c:v>
                </c:pt>
                <c:pt idx="11974">
                  <c:v>0.49437037037037035</c:v>
                </c:pt>
                <c:pt idx="11975">
                  <c:v>0.49437037037037035</c:v>
                </c:pt>
                <c:pt idx="11976">
                  <c:v>0.49437037037037035</c:v>
                </c:pt>
                <c:pt idx="11977">
                  <c:v>0.49437037037037035</c:v>
                </c:pt>
                <c:pt idx="11978">
                  <c:v>0.49437037037037035</c:v>
                </c:pt>
                <c:pt idx="11979">
                  <c:v>0.49451851851851852</c:v>
                </c:pt>
                <c:pt idx="11980">
                  <c:v>0.49466666666666664</c:v>
                </c:pt>
                <c:pt idx="11981">
                  <c:v>0.49466666666666664</c:v>
                </c:pt>
                <c:pt idx="11982">
                  <c:v>0.49466666666666664</c:v>
                </c:pt>
                <c:pt idx="11983">
                  <c:v>0.49481481481481482</c:v>
                </c:pt>
                <c:pt idx="11984">
                  <c:v>0.49496296296296294</c:v>
                </c:pt>
                <c:pt idx="11985">
                  <c:v>0.49496296296296294</c:v>
                </c:pt>
                <c:pt idx="11986">
                  <c:v>0.49496296296296294</c:v>
                </c:pt>
                <c:pt idx="11987">
                  <c:v>0.49511111111111111</c:v>
                </c:pt>
                <c:pt idx="11988">
                  <c:v>0.49525925925925923</c:v>
                </c:pt>
                <c:pt idx="11989">
                  <c:v>0.49525925925925923</c:v>
                </c:pt>
                <c:pt idx="11990">
                  <c:v>0.49525925925925923</c:v>
                </c:pt>
                <c:pt idx="11991">
                  <c:v>0.49540740740740741</c:v>
                </c:pt>
                <c:pt idx="11992">
                  <c:v>0.49540740740740741</c:v>
                </c:pt>
                <c:pt idx="11993">
                  <c:v>0.49540740740740741</c:v>
                </c:pt>
                <c:pt idx="11994">
                  <c:v>0.49540740740740741</c:v>
                </c:pt>
                <c:pt idx="11995">
                  <c:v>0.49540740740740741</c:v>
                </c:pt>
                <c:pt idx="11996">
                  <c:v>0.49540740740740741</c:v>
                </c:pt>
                <c:pt idx="11997">
                  <c:v>0.49540740740740741</c:v>
                </c:pt>
                <c:pt idx="11998">
                  <c:v>0.49540740740740741</c:v>
                </c:pt>
                <c:pt idx="11999">
                  <c:v>0.49540740740740741</c:v>
                </c:pt>
                <c:pt idx="12000">
                  <c:v>0.49540740740740741</c:v>
                </c:pt>
                <c:pt idx="12001">
                  <c:v>0.49555555555555558</c:v>
                </c:pt>
                <c:pt idx="12002">
                  <c:v>0.49555555555555558</c:v>
                </c:pt>
                <c:pt idx="12003">
                  <c:v>0.49555555555555558</c:v>
                </c:pt>
                <c:pt idx="12004">
                  <c:v>0.49555555555555558</c:v>
                </c:pt>
                <c:pt idx="12005">
                  <c:v>0.4957037037037037</c:v>
                </c:pt>
                <c:pt idx="12006">
                  <c:v>0.49585185185185188</c:v>
                </c:pt>
                <c:pt idx="12007">
                  <c:v>0.49585185185185188</c:v>
                </c:pt>
                <c:pt idx="12008">
                  <c:v>0.49585185185185188</c:v>
                </c:pt>
                <c:pt idx="12009">
                  <c:v>0.49585185185185188</c:v>
                </c:pt>
                <c:pt idx="12010">
                  <c:v>0.49585185185185188</c:v>
                </c:pt>
                <c:pt idx="12011">
                  <c:v>0.49585185185185188</c:v>
                </c:pt>
                <c:pt idx="12012">
                  <c:v>0.49585185185185188</c:v>
                </c:pt>
                <c:pt idx="12013">
                  <c:v>0.49585185185185188</c:v>
                </c:pt>
                <c:pt idx="12014">
                  <c:v>0.496</c:v>
                </c:pt>
                <c:pt idx="12015">
                  <c:v>0.496</c:v>
                </c:pt>
                <c:pt idx="12016">
                  <c:v>0.49614814814814817</c:v>
                </c:pt>
                <c:pt idx="12017">
                  <c:v>0.49614814814814817</c:v>
                </c:pt>
                <c:pt idx="12018">
                  <c:v>0.49629629629629629</c:v>
                </c:pt>
                <c:pt idx="12019">
                  <c:v>0.49629629629629629</c:v>
                </c:pt>
                <c:pt idx="12020">
                  <c:v>0.49629629629629629</c:v>
                </c:pt>
                <c:pt idx="12021">
                  <c:v>0.49629629629629629</c:v>
                </c:pt>
                <c:pt idx="12022">
                  <c:v>0.49629629629629629</c:v>
                </c:pt>
                <c:pt idx="12023">
                  <c:v>0.49629629629629629</c:v>
                </c:pt>
                <c:pt idx="12024">
                  <c:v>0.49629629629629629</c:v>
                </c:pt>
                <c:pt idx="12025">
                  <c:v>0.49629629629629629</c:v>
                </c:pt>
                <c:pt idx="12026">
                  <c:v>0.49629629629629629</c:v>
                </c:pt>
                <c:pt idx="12027">
                  <c:v>0.49629629629629629</c:v>
                </c:pt>
                <c:pt idx="12028">
                  <c:v>0.49629629629629629</c:v>
                </c:pt>
                <c:pt idx="12029">
                  <c:v>0.49629629629629629</c:v>
                </c:pt>
                <c:pt idx="12030">
                  <c:v>0.49629629629629629</c:v>
                </c:pt>
                <c:pt idx="12031">
                  <c:v>0.49629629629629629</c:v>
                </c:pt>
                <c:pt idx="12032">
                  <c:v>0.49629629629629629</c:v>
                </c:pt>
                <c:pt idx="12033">
                  <c:v>0.49629629629629629</c:v>
                </c:pt>
                <c:pt idx="12034">
                  <c:v>0.49629629629629629</c:v>
                </c:pt>
                <c:pt idx="12035">
                  <c:v>0.49644444444444447</c:v>
                </c:pt>
                <c:pt idx="12036">
                  <c:v>0.49644444444444447</c:v>
                </c:pt>
                <c:pt idx="12037">
                  <c:v>0.49644444444444447</c:v>
                </c:pt>
                <c:pt idx="12038">
                  <c:v>0.49659259259259259</c:v>
                </c:pt>
                <c:pt idx="12039">
                  <c:v>0.49659259259259259</c:v>
                </c:pt>
                <c:pt idx="12040">
                  <c:v>0.49659259259259259</c:v>
                </c:pt>
                <c:pt idx="12041">
                  <c:v>0.49659259259259259</c:v>
                </c:pt>
                <c:pt idx="12042">
                  <c:v>0.49659259259259259</c:v>
                </c:pt>
                <c:pt idx="12043">
                  <c:v>0.49659259259259259</c:v>
                </c:pt>
                <c:pt idx="12044">
                  <c:v>0.49659259259259259</c:v>
                </c:pt>
                <c:pt idx="12045">
                  <c:v>0.49659259259259259</c:v>
                </c:pt>
                <c:pt idx="12046">
                  <c:v>0.49659259259259259</c:v>
                </c:pt>
                <c:pt idx="12047">
                  <c:v>0.49659259259259259</c:v>
                </c:pt>
                <c:pt idx="12048">
                  <c:v>0.49659259259259259</c:v>
                </c:pt>
                <c:pt idx="12049">
                  <c:v>0.49659259259259259</c:v>
                </c:pt>
                <c:pt idx="12050">
                  <c:v>0.49659259259259259</c:v>
                </c:pt>
                <c:pt idx="12051">
                  <c:v>0.49659259259259259</c:v>
                </c:pt>
                <c:pt idx="12052">
                  <c:v>0.49659259259259259</c:v>
                </c:pt>
                <c:pt idx="12053">
                  <c:v>0.49659259259259259</c:v>
                </c:pt>
                <c:pt idx="12054">
                  <c:v>0.49659259259259259</c:v>
                </c:pt>
                <c:pt idx="12055">
                  <c:v>0.49659259259259259</c:v>
                </c:pt>
                <c:pt idx="12056">
                  <c:v>0.49659259259259259</c:v>
                </c:pt>
                <c:pt idx="12057">
                  <c:v>0.49659259259259259</c:v>
                </c:pt>
                <c:pt idx="12058">
                  <c:v>0.49659259259259259</c:v>
                </c:pt>
                <c:pt idx="12059">
                  <c:v>0.49659259259259259</c:v>
                </c:pt>
                <c:pt idx="12060">
                  <c:v>0.49674074074074076</c:v>
                </c:pt>
                <c:pt idx="12061">
                  <c:v>0.49674074074074076</c:v>
                </c:pt>
                <c:pt idx="12062">
                  <c:v>0.49674074074074076</c:v>
                </c:pt>
                <c:pt idx="12063">
                  <c:v>0.49674074074074076</c:v>
                </c:pt>
                <c:pt idx="12064">
                  <c:v>0.49674074074074076</c:v>
                </c:pt>
                <c:pt idx="12065">
                  <c:v>0.49674074074074076</c:v>
                </c:pt>
                <c:pt idx="12066">
                  <c:v>0.49674074074074076</c:v>
                </c:pt>
                <c:pt idx="12067">
                  <c:v>0.49674074074074076</c:v>
                </c:pt>
                <c:pt idx="12068">
                  <c:v>0.49674074074074076</c:v>
                </c:pt>
                <c:pt idx="12069">
                  <c:v>0.49674074074074076</c:v>
                </c:pt>
                <c:pt idx="12070">
                  <c:v>0.49674074074074076</c:v>
                </c:pt>
                <c:pt idx="12071">
                  <c:v>0.49674074074074076</c:v>
                </c:pt>
                <c:pt idx="12072">
                  <c:v>0.49674074074074076</c:v>
                </c:pt>
                <c:pt idx="12073">
                  <c:v>0.49674074074074076</c:v>
                </c:pt>
                <c:pt idx="12074">
                  <c:v>0.49674074074074076</c:v>
                </c:pt>
                <c:pt idx="12075">
                  <c:v>0.49674074074074076</c:v>
                </c:pt>
                <c:pt idx="12076">
                  <c:v>0.49688888888888888</c:v>
                </c:pt>
                <c:pt idx="12077">
                  <c:v>0.49688888888888888</c:v>
                </c:pt>
                <c:pt idx="12078">
                  <c:v>0.49688888888888888</c:v>
                </c:pt>
                <c:pt idx="12079">
                  <c:v>0.49688888888888888</c:v>
                </c:pt>
                <c:pt idx="12080">
                  <c:v>0.49703703703703705</c:v>
                </c:pt>
                <c:pt idx="12081">
                  <c:v>0.49718518518518517</c:v>
                </c:pt>
                <c:pt idx="12082">
                  <c:v>0.49733333333333335</c:v>
                </c:pt>
                <c:pt idx="12083">
                  <c:v>0.49733333333333335</c:v>
                </c:pt>
                <c:pt idx="12084">
                  <c:v>0.49748148148148147</c:v>
                </c:pt>
                <c:pt idx="12085">
                  <c:v>0.49762962962962964</c:v>
                </c:pt>
                <c:pt idx="12086">
                  <c:v>0.49762962962962964</c:v>
                </c:pt>
                <c:pt idx="12087">
                  <c:v>0.49762962962962964</c:v>
                </c:pt>
                <c:pt idx="12088">
                  <c:v>0.49762962962962964</c:v>
                </c:pt>
                <c:pt idx="12089">
                  <c:v>0.49762962962962964</c:v>
                </c:pt>
                <c:pt idx="12090">
                  <c:v>0.49762962962962964</c:v>
                </c:pt>
                <c:pt idx="12091">
                  <c:v>0.49777777777777776</c:v>
                </c:pt>
                <c:pt idx="12092">
                  <c:v>0.49777777777777776</c:v>
                </c:pt>
                <c:pt idx="12093">
                  <c:v>0.49792592592592594</c:v>
                </c:pt>
                <c:pt idx="12094">
                  <c:v>0.49792592592592594</c:v>
                </c:pt>
                <c:pt idx="12095">
                  <c:v>0.49792592592592594</c:v>
                </c:pt>
                <c:pt idx="12096">
                  <c:v>0.49792592592592594</c:v>
                </c:pt>
                <c:pt idx="12097">
                  <c:v>0.49792592592592594</c:v>
                </c:pt>
                <c:pt idx="12098">
                  <c:v>0.49792592592592594</c:v>
                </c:pt>
                <c:pt idx="12099">
                  <c:v>0.49807407407407406</c:v>
                </c:pt>
                <c:pt idx="12100">
                  <c:v>0.49822222222222223</c:v>
                </c:pt>
                <c:pt idx="12101">
                  <c:v>0.49822222222222223</c:v>
                </c:pt>
                <c:pt idx="12102">
                  <c:v>0.49822222222222223</c:v>
                </c:pt>
                <c:pt idx="12103">
                  <c:v>0.49822222222222223</c:v>
                </c:pt>
                <c:pt idx="12104">
                  <c:v>0.49837037037037035</c:v>
                </c:pt>
                <c:pt idx="12105">
                  <c:v>0.49837037037037035</c:v>
                </c:pt>
                <c:pt idx="12106">
                  <c:v>0.49837037037037035</c:v>
                </c:pt>
                <c:pt idx="12107">
                  <c:v>0.49837037037037035</c:v>
                </c:pt>
                <c:pt idx="12108">
                  <c:v>0.49851851851851853</c:v>
                </c:pt>
                <c:pt idx="12109">
                  <c:v>0.49851851851851853</c:v>
                </c:pt>
                <c:pt idx="12110">
                  <c:v>0.49851851851851853</c:v>
                </c:pt>
                <c:pt idx="12111">
                  <c:v>0.49851851851851853</c:v>
                </c:pt>
                <c:pt idx="12112">
                  <c:v>0.49851851851851853</c:v>
                </c:pt>
                <c:pt idx="12113">
                  <c:v>0.49866666666666665</c:v>
                </c:pt>
                <c:pt idx="12114">
                  <c:v>0.49866666666666665</c:v>
                </c:pt>
                <c:pt idx="12115">
                  <c:v>0.49881481481481482</c:v>
                </c:pt>
                <c:pt idx="12116">
                  <c:v>0.49881481481481482</c:v>
                </c:pt>
                <c:pt idx="12117">
                  <c:v>0.49881481481481482</c:v>
                </c:pt>
                <c:pt idx="12118">
                  <c:v>0.49881481481481482</c:v>
                </c:pt>
                <c:pt idx="12119">
                  <c:v>0.49881481481481482</c:v>
                </c:pt>
                <c:pt idx="12120">
                  <c:v>0.49881481481481482</c:v>
                </c:pt>
                <c:pt idx="12121">
                  <c:v>0.49881481481481482</c:v>
                </c:pt>
                <c:pt idx="12122">
                  <c:v>0.49881481481481482</c:v>
                </c:pt>
                <c:pt idx="12123">
                  <c:v>0.49881481481481482</c:v>
                </c:pt>
                <c:pt idx="12124">
                  <c:v>0.49896296296296294</c:v>
                </c:pt>
                <c:pt idx="12125">
                  <c:v>0.49911111111111112</c:v>
                </c:pt>
                <c:pt idx="12126">
                  <c:v>0.49911111111111112</c:v>
                </c:pt>
                <c:pt idx="12127">
                  <c:v>0.49911111111111112</c:v>
                </c:pt>
                <c:pt idx="12128">
                  <c:v>0.49911111111111112</c:v>
                </c:pt>
                <c:pt idx="12129">
                  <c:v>0.49925925925925924</c:v>
                </c:pt>
                <c:pt idx="12130">
                  <c:v>0.49925925925925924</c:v>
                </c:pt>
                <c:pt idx="12131">
                  <c:v>0.49925925925925924</c:v>
                </c:pt>
                <c:pt idx="12132">
                  <c:v>0.49925925925925924</c:v>
                </c:pt>
                <c:pt idx="12133">
                  <c:v>0.49925925925925924</c:v>
                </c:pt>
                <c:pt idx="12134">
                  <c:v>0.49940740740740741</c:v>
                </c:pt>
                <c:pt idx="12135">
                  <c:v>0.49940740740740741</c:v>
                </c:pt>
                <c:pt idx="12136">
                  <c:v>0.49940740740740741</c:v>
                </c:pt>
                <c:pt idx="12137">
                  <c:v>0.49940740740740741</c:v>
                </c:pt>
                <c:pt idx="12138">
                  <c:v>0.49940740740740741</c:v>
                </c:pt>
                <c:pt idx="12139">
                  <c:v>0.49940740740740741</c:v>
                </c:pt>
                <c:pt idx="12140">
                  <c:v>0.49955555555555553</c:v>
                </c:pt>
                <c:pt idx="12141">
                  <c:v>0.49970370370370371</c:v>
                </c:pt>
                <c:pt idx="12142">
                  <c:v>0.49985185185185182</c:v>
                </c:pt>
                <c:pt idx="12143">
                  <c:v>0.5</c:v>
                </c:pt>
                <c:pt idx="12144">
                  <c:v>0.5</c:v>
                </c:pt>
                <c:pt idx="12145">
                  <c:v>0.5</c:v>
                </c:pt>
                <c:pt idx="12146">
                  <c:v>0.50014814814814812</c:v>
                </c:pt>
                <c:pt idx="12147">
                  <c:v>0.50014814814814812</c:v>
                </c:pt>
                <c:pt idx="12148">
                  <c:v>0.50014814814814812</c:v>
                </c:pt>
                <c:pt idx="12149">
                  <c:v>0.50014814814814812</c:v>
                </c:pt>
                <c:pt idx="12150">
                  <c:v>0.50029629629629635</c:v>
                </c:pt>
                <c:pt idx="12151">
                  <c:v>0.50029629629629635</c:v>
                </c:pt>
                <c:pt idx="12152">
                  <c:v>0.50029629629629635</c:v>
                </c:pt>
                <c:pt idx="12153">
                  <c:v>0.50029629629629635</c:v>
                </c:pt>
                <c:pt idx="12154">
                  <c:v>0.50029629629629635</c:v>
                </c:pt>
                <c:pt idx="12155">
                  <c:v>0.50029629629629635</c:v>
                </c:pt>
                <c:pt idx="12156">
                  <c:v>0.50029629629629635</c:v>
                </c:pt>
                <c:pt idx="12157">
                  <c:v>0.50029629629629635</c:v>
                </c:pt>
                <c:pt idx="12158">
                  <c:v>0.50029629629629635</c:v>
                </c:pt>
                <c:pt idx="12159">
                  <c:v>0.50029629629629635</c:v>
                </c:pt>
                <c:pt idx="12160">
                  <c:v>0.50044444444444447</c:v>
                </c:pt>
                <c:pt idx="12161">
                  <c:v>0.50044444444444447</c:v>
                </c:pt>
                <c:pt idx="12162">
                  <c:v>0.50059259259259259</c:v>
                </c:pt>
                <c:pt idx="12163">
                  <c:v>0.50059259259259259</c:v>
                </c:pt>
                <c:pt idx="12164">
                  <c:v>0.50074074074074071</c:v>
                </c:pt>
                <c:pt idx="12165">
                  <c:v>0.50074074074074071</c:v>
                </c:pt>
                <c:pt idx="12166">
                  <c:v>0.50074074074074071</c:v>
                </c:pt>
                <c:pt idx="12167">
                  <c:v>0.50074074074074071</c:v>
                </c:pt>
                <c:pt idx="12168">
                  <c:v>0.50074074074074071</c:v>
                </c:pt>
                <c:pt idx="12169">
                  <c:v>0.50074074074074071</c:v>
                </c:pt>
                <c:pt idx="12170">
                  <c:v>0.50088888888888894</c:v>
                </c:pt>
                <c:pt idx="12171">
                  <c:v>0.50088888888888894</c:v>
                </c:pt>
                <c:pt idx="12172">
                  <c:v>0.50088888888888894</c:v>
                </c:pt>
                <c:pt idx="12173">
                  <c:v>0.50103703703703706</c:v>
                </c:pt>
                <c:pt idx="12174">
                  <c:v>0.50103703703703706</c:v>
                </c:pt>
                <c:pt idx="12175">
                  <c:v>0.50118518518518518</c:v>
                </c:pt>
                <c:pt idx="12176">
                  <c:v>0.50118518518518518</c:v>
                </c:pt>
                <c:pt idx="12177">
                  <c:v>0.5013333333333333</c:v>
                </c:pt>
                <c:pt idx="12178">
                  <c:v>0.5013333333333333</c:v>
                </c:pt>
                <c:pt idx="12179">
                  <c:v>0.5013333333333333</c:v>
                </c:pt>
                <c:pt idx="12180">
                  <c:v>0.50148148148148153</c:v>
                </c:pt>
                <c:pt idx="12181">
                  <c:v>0.50148148148148153</c:v>
                </c:pt>
                <c:pt idx="12182">
                  <c:v>0.50162962962962965</c:v>
                </c:pt>
                <c:pt idx="12183">
                  <c:v>0.50162962962962965</c:v>
                </c:pt>
                <c:pt idx="12184">
                  <c:v>0.50177777777777777</c:v>
                </c:pt>
                <c:pt idx="12185">
                  <c:v>0.50177777777777777</c:v>
                </c:pt>
                <c:pt idx="12186">
                  <c:v>0.50177777777777777</c:v>
                </c:pt>
                <c:pt idx="12187">
                  <c:v>0.50177777777777777</c:v>
                </c:pt>
                <c:pt idx="12188">
                  <c:v>0.50177777777777777</c:v>
                </c:pt>
                <c:pt idx="12189">
                  <c:v>0.50177777777777777</c:v>
                </c:pt>
                <c:pt idx="12190">
                  <c:v>0.50177777777777777</c:v>
                </c:pt>
                <c:pt idx="12191">
                  <c:v>0.50177777777777777</c:v>
                </c:pt>
                <c:pt idx="12192">
                  <c:v>0.50192592592592589</c:v>
                </c:pt>
                <c:pt idx="12193">
                  <c:v>0.50192592592592589</c:v>
                </c:pt>
                <c:pt idx="12194">
                  <c:v>0.50192592592592589</c:v>
                </c:pt>
                <c:pt idx="12195">
                  <c:v>0.50207407407407412</c:v>
                </c:pt>
                <c:pt idx="12196">
                  <c:v>0.50222222222222224</c:v>
                </c:pt>
                <c:pt idx="12197">
                  <c:v>0.50222222222222224</c:v>
                </c:pt>
                <c:pt idx="12198">
                  <c:v>0.50222222222222224</c:v>
                </c:pt>
                <c:pt idx="12199">
                  <c:v>0.50237037037037036</c:v>
                </c:pt>
                <c:pt idx="12200">
                  <c:v>0.50237037037037036</c:v>
                </c:pt>
                <c:pt idx="12201">
                  <c:v>0.50237037037037036</c:v>
                </c:pt>
                <c:pt idx="12202">
                  <c:v>0.50237037037037036</c:v>
                </c:pt>
                <c:pt idx="12203">
                  <c:v>0.50237037037037036</c:v>
                </c:pt>
                <c:pt idx="12204">
                  <c:v>0.50237037037037036</c:v>
                </c:pt>
                <c:pt idx="12205">
                  <c:v>0.50251851851851848</c:v>
                </c:pt>
                <c:pt idx="12206">
                  <c:v>0.50266666666666671</c:v>
                </c:pt>
                <c:pt idx="12207">
                  <c:v>0.50266666666666671</c:v>
                </c:pt>
                <c:pt idx="12208">
                  <c:v>0.50266666666666671</c:v>
                </c:pt>
                <c:pt idx="12209">
                  <c:v>0.50281481481481483</c:v>
                </c:pt>
                <c:pt idx="12210">
                  <c:v>0.50281481481481483</c:v>
                </c:pt>
                <c:pt idx="12211">
                  <c:v>0.50281481481481483</c:v>
                </c:pt>
                <c:pt idx="12212">
                  <c:v>0.50296296296296295</c:v>
                </c:pt>
                <c:pt idx="12213">
                  <c:v>0.50311111111111106</c:v>
                </c:pt>
                <c:pt idx="12214">
                  <c:v>0.5032592592592593</c:v>
                </c:pt>
                <c:pt idx="12215">
                  <c:v>0.5032592592592593</c:v>
                </c:pt>
                <c:pt idx="12216">
                  <c:v>0.50340740740740741</c:v>
                </c:pt>
                <c:pt idx="12217">
                  <c:v>0.50340740740740741</c:v>
                </c:pt>
                <c:pt idx="12218">
                  <c:v>0.50340740740740741</c:v>
                </c:pt>
                <c:pt idx="12219">
                  <c:v>0.50340740740740741</c:v>
                </c:pt>
                <c:pt idx="12220">
                  <c:v>0.50340740740740741</c:v>
                </c:pt>
                <c:pt idx="12221">
                  <c:v>0.50340740740740741</c:v>
                </c:pt>
                <c:pt idx="12222">
                  <c:v>0.50340740740740741</c:v>
                </c:pt>
                <c:pt idx="12223">
                  <c:v>0.50340740740740741</c:v>
                </c:pt>
                <c:pt idx="12224">
                  <c:v>0.50340740740740741</c:v>
                </c:pt>
                <c:pt idx="12225">
                  <c:v>0.50355555555555553</c:v>
                </c:pt>
                <c:pt idx="12226">
                  <c:v>0.50355555555555553</c:v>
                </c:pt>
                <c:pt idx="12227">
                  <c:v>0.50355555555555553</c:v>
                </c:pt>
                <c:pt idx="12228">
                  <c:v>0.50355555555555553</c:v>
                </c:pt>
                <c:pt idx="12229">
                  <c:v>0.50370370370370365</c:v>
                </c:pt>
                <c:pt idx="12230">
                  <c:v>0.50370370370370365</c:v>
                </c:pt>
                <c:pt idx="12231">
                  <c:v>0.50385185185185188</c:v>
                </c:pt>
                <c:pt idx="12232">
                  <c:v>0.50385185185185188</c:v>
                </c:pt>
                <c:pt idx="12233">
                  <c:v>0.50385185185185188</c:v>
                </c:pt>
                <c:pt idx="12234">
                  <c:v>0.504</c:v>
                </c:pt>
                <c:pt idx="12235">
                  <c:v>0.504</c:v>
                </c:pt>
                <c:pt idx="12236">
                  <c:v>0.504</c:v>
                </c:pt>
                <c:pt idx="12237">
                  <c:v>0.504</c:v>
                </c:pt>
                <c:pt idx="12238">
                  <c:v>0.504</c:v>
                </c:pt>
                <c:pt idx="12239">
                  <c:v>0.504</c:v>
                </c:pt>
                <c:pt idx="12240">
                  <c:v>0.504</c:v>
                </c:pt>
                <c:pt idx="12241">
                  <c:v>0.504</c:v>
                </c:pt>
                <c:pt idx="12242">
                  <c:v>0.504</c:v>
                </c:pt>
                <c:pt idx="12243">
                  <c:v>0.504</c:v>
                </c:pt>
                <c:pt idx="12244">
                  <c:v>0.504</c:v>
                </c:pt>
                <c:pt idx="12245">
                  <c:v>0.504</c:v>
                </c:pt>
                <c:pt idx="12246">
                  <c:v>0.50414814814814812</c:v>
                </c:pt>
                <c:pt idx="12247">
                  <c:v>0.50414814814814812</c:v>
                </c:pt>
                <c:pt idx="12248">
                  <c:v>0.50414814814814812</c:v>
                </c:pt>
                <c:pt idx="12249">
                  <c:v>0.50414814814814812</c:v>
                </c:pt>
                <c:pt idx="12250">
                  <c:v>0.50429629629629624</c:v>
                </c:pt>
                <c:pt idx="12251">
                  <c:v>0.50429629629629624</c:v>
                </c:pt>
                <c:pt idx="12252">
                  <c:v>0.50429629629629624</c:v>
                </c:pt>
                <c:pt idx="12253">
                  <c:v>0.50429629629629624</c:v>
                </c:pt>
                <c:pt idx="12254">
                  <c:v>0.50429629629629624</c:v>
                </c:pt>
                <c:pt idx="12255">
                  <c:v>0.50429629629629624</c:v>
                </c:pt>
                <c:pt idx="12256">
                  <c:v>0.50444444444444447</c:v>
                </c:pt>
                <c:pt idx="12257">
                  <c:v>0.50444444444444447</c:v>
                </c:pt>
                <c:pt idx="12258">
                  <c:v>0.50444444444444447</c:v>
                </c:pt>
                <c:pt idx="12259">
                  <c:v>0.50444444444444447</c:v>
                </c:pt>
                <c:pt idx="12260">
                  <c:v>0.50444444444444447</c:v>
                </c:pt>
                <c:pt idx="12261">
                  <c:v>0.50444444444444447</c:v>
                </c:pt>
                <c:pt idx="12262">
                  <c:v>0.50444444444444447</c:v>
                </c:pt>
                <c:pt idx="12263">
                  <c:v>0.50444444444444447</c:v>
                </c:pt>
                <c:pt idx="12264">
                  <c:v>0.50444444444444447</c:v>
                </c:pt>
                <c:pt idx="12265">
                  <c:v>0.50444444444444447</c:v>
                </c:pt>
                <c:pt idx="12266">
                  <c:v>0.50444444444444447</c:v>
                </c:pt>
                <c:pt idx="12267">
                  <c:v>0.50444444444444447</c:v>
                </c:pt>
                <c:pt idx="12268">
                  <c:v>0.50444444444444447</c:v>
                </c:pt>
                <c:pt idx="12269">
                  <c:v>0.50459259259259259</c:v>
                </c:pt>
                <c:pt idx="12270">
                  <c:v>0.50474074074074071</c:v>
                </c:pt>
                <c:pt idx="12271">
                  <c:v>0.50488888888888894</c:v>
                </c:pt>
                <c:pt idx="12272">
                  <c:v>0.50503703703703706</c:v>
                </c:pt>
                <c:pt idx="12273">
                  <c:v>0.50503703703703706</c:v>
                </c:pt>
                <c:pt idx="12274">
                  <c:v>0.50503703703703706</c:v>
                </c:pt>
                <c:pt idx="12275">
                  <c:v>0.50503703703703706</c:v>
                </c:pt>
                <c:pt idx="12276">
                  <c:v>0.50503703703703706</c:v>
                </c:pt>
                <c:pt idx="12277">
                  <c:v>0.50503703703703706</c:v>
                </c:pt>
                <c:pt idx="12278">
                  <c:v>0.50503703703703706</c:v>
                </c:pt>
                <c:pt idx="12279">
                  <c:v>0.50503703703703706</c:v>
                </c:pt>
                <c:pt idx="12280">
                  <c:v>0.50503703703703706</c:v>
                </c:pt>
                <c:pt idx="12281">
                  <c:v>0.50503703703703706</c:v>
                </c:pt>
                <c:pt idx="12282">
                  <c:v>0.50503703703703706</c:v>
                </c:pt>
                <c:pt idx="12283">
                  <c:v>0.50503703703703706</c:v>
                </c:pt>
                <c:pt idx="12284">
                  <c:v>0.50503703703703706</c:v>
                </c:pt>
                <c:pt idx="12285">
                  <c:v>0.50518518518518518</c:v>
                </c:pt>
                <c:pt idx="12286">
                  <c:v>0.50518518518518518</c:v>
                </c:pt>
                <c:pt idx="12287">
                  <c:v>0.50518518518518518</c:v>
                </c:pt>
                <c:pt idx="12288">
                  <c:v>0.50518518518518518</c:v>
                </c:pt>
                <c:pt idx="12289">
                  <c:v>0.50518518518518518</c:v>
                </c:pt>
                <c:pt idx="12290">
                  <c:v>0.50518518518518518</c:v>
                </c:pt>
                <c:pt idx="12291">
                  <c:v>0.50518518518518518</c:v>
                </c:pt>
                <c:pt idx="12292">
                  <c:v>0.50518518518518518</c:v>
                </c:pt>
                <c:pt idx="12293">
                  <c:v>0.50518518518518518</c:v>
                </c:pt>
                <c:pt idx="12294">
                  <c:v>0.50518518518518518</c:v>
                </c:pt>
                <c:pt idx="12295">
                  <c:v>0.50518518518518518</c:v>
                </c:pt>
                <c:pt idx="12296">
                  <c:v>0.50518518518518518</c:v>
                </c:pt>
                <c:pt idx="12297">
                  <c:v>0.50518518518518518</c:v>
                </c:pt>
                <c:pt idx="12298">
                  <c:v>0.5053333333333333</c:v>
                </c:pt>
                <c:pt idx="12299">
                  <c:v>0.5053333333333333</c:v>
                </c:pt>
                <c:pt idx="12300">
                  <c:v>0.5053333333333333</c:v>
                </c:pt>
                <c:pt idx="12301">
                  <c:v>0.50548148148148153</c:v>
                </c:pt>
                <c:pt idx="12302">
                  <c:v>0.50562962962962965</c:v>
                </c:pt>
                <c:pt idx="12303">
                  <c:v>0.50562962962962965</c:v>
                </c:pt>
                <c:pt idx="12304">
                  <c:v>0.50562962962962965</c:v>
                </c:pt>
                <c:pt idx="12305">
                  <c:v>0.50562962962962965</c:v>
                </c:pt>
                <c:pt idx="12306">
                  <c:v>0.50577777777777777</c:v>
                </c:pt>
                <c:pt idx="12307">
                  <c:v>0.50592592592592589</c:v>
                </c:pt>
                <c:pt idx="12308">
                  <c:v>0.50592592592592589</c:v>
                </c:pt>
                <c:pt idx="12309">
                  <c:v>0.50607407407407412</c:v>
                </c:pt>
                <c:pt idx="12310">
                  <c:v>0.50607407407407412</c:v>
                </c:pt>
                <c:pt idx="12311">
                  <c:v>0.50622222222222224</c:v>
                </c:pt>
                <c:pt idx="12312">
                  <c:v>0.50622222222222224</c:v>
                </c:pt>
                <c:pt idx="12313">
                  <c:v>0.50622222222222224</c:v>
                </c:pt>
                <c:pt idx="12314">
                  <c:v>0.50637037037037036</c:v>
                </c:pt>
                <c:pt idx="12315">
                  <c:v>0.50637037037037036</c:v>
                </c:pt>
                <c:pt idx="12316">
                  <c:v>0.50637037037037036</c:v>
                </c:pt>
                <c:pt idx="12317">
                  <c:v>0.50651851851851848</c:v>
                </c:pt>
                <c:pt idx="12318">
                  <c:v>0.50651851851851848</c:v>
                </c:pt>
                <c:pt idx="12319">
                  <c:v>0.50651851851851848</c:v>
                </c:pt>
                <c:pt idx="12320">
                  <c:v>0.50651851851851848</c:v>
                </c:pt>
                <c:pt idx="12321">
                  <c:v>0.50651851851851848</c:v>
                </c:pt>
                <c:pt idx="12322">
                  <c:v>0.50651851851851848</c:v>
                </c:pt>
                <c:pt idx="12323">
                  <c:v>0.50651851851851848</c:v>
                </c:pt>
                <c:pt idx="12324">
                  <c:v>0.50666666666666671</c:v>
                </c:pt>
                <c:pt idx="12325">
                  <c:v>0.50666666666666671</c:v>
                </c:pt>
                <c:pt idx="12326">
                  <c:v>0.50681481481481483</c:v>
                </c:pt>
                <c:pt idx="12327">
                  <c:v>0.50696296296296295</c:v>
                </c:pt>
                <c:pt idx="12328">
                  <c:v>0.50696296296296295</c:v>
                </c:pt>
                <c:pt idx="12329">
                  <c:v>0.50696296296296295</c:v>
                </c:pt>
                <c:pt idx="12330">
                  <c:v>0.50696296296296295</c:v>
                </c:pt>
                <c:pt idx="12331">
                  <c:v>0.50696296296296295</c:v>
                </c:pt>
                <c:pt idx="12332">
                  <c:v>0.50696296296296295</c:v>
                </c:pt>
                <c:pt idx="12333">
                  <c:v>0.50696296296296295</c:v>
                </c:pt>
                <c:pt idx="12334">
                  <c:v>0.50696296296296295</c:v>
                </c:pt>
                <c:pt idx="12335">
                  <c:v>0.50696296296296295</c:v>
                </c:pt>
                <c:pt idx="12336">
                  <c:v>0.50711111111111107</c:v>
                </c:pt>
                <c:pt idx="12337">
                  <c:v>0.50711111111111107</c:v>
                </c:pt>
                <c:pt idx="12338">
                  <c:v>0.50711111111111107</c:v>
                </c:pt>
                <c:pt idx="12339">
                  <c:v>0.5072592592592593</c:v>
                </c:pt>
                <c:pt idx="12340">
                  <c:v>0.5072592592592593</c:v>
                </c:pt>
                <c:pt idx="12341">
                  <c:v>0.5072592592592593</c:v>
                </c:pt>
                <c:pt idx="12342">
                  <c:v>0.5072592592592593</c:v>
                </c:pt>
                <c:pt idx="12343">
                  <c:v>0.5072592592592593</c:v>
                </c:pt>
                <c:pt idx="12344">
                  <c:v>0.50740740740740742</c:v>
                </c:pt>
                <c:pt idx="12345">
                  <c:v>0.50740740740740742</c:v>
                </c:pt>
                <c:pt idx="12346">
                  <c:v>0.50755555555555554</c:v>
                </c:pt>
                <c:pt idx="12347">
                  <c:v>0.50755555555555554</c:v>
                </c:pt>
                <c:pt idx="12348">
                  <c:v>0.50755555555555554</c:v>
                </c:pt>
                <c:pt idx="12349">
                  <c:v>0.50770370370370366</c:v>
                </c:pt>
                <c:pt idx="12350">
                  <c:v>0.50770370370370366</c:v>
                </c:pt>
                <c:pt idx="12351">
                  <c:v>0.50785185185185189</c:v>
                </c:pt>
                <c:pt idx="12352">
                  <c:v>0.50785185185185189</c:v>
                </c:pt>
                <c:pt idx="12353">
                  <c:v>0.50785185185185189</c:v>
                </c:pt>
                <c:pt idx="12354">
                  <c:v>0.50785185185185189</c:v>
                </c:pt>
                <c:pt idx="12355">
                  <c:v>0.50785185185185189</c:v>
                </c:pt>
                <c:pt idx="12356">
                  <c:v>0.50785185185185189</c:v>
                </c:pt>
                <c:pt idx="12357">
                  <c:v>0.50785185185185189</c:v>
                </c:pt>
                <c:pt idx="12358">
                  <c:v>0.50785185185185189</c:v>
                </c:pt>
                <c:pt idx="12359">
                  <c:v>0.50785185185185189</c:v>
                </c:pt>
                <c:pt idx="12360">
                  <c:v>0.50785185185185189</c:v>
                </c:pt>
                <c:pt idx="12361">
                  <c:v>0.50785185185185189</c:v>
                </c:pt>
                <c:pt idx="12362">
                  <c:v>0.50800000000000001</c:v>
                </c:pt>
                <c:pt idx="12363">
                  <c:v>0.50800000000000001</c:v>
                </c:pt>
                <c:pt idx="12364">
                  <c:v>0.50814814814814813</c:v>
                </c:pt>
                <c:pt idx="12365">
                  <c:v>0.50829629629629625</c:v>
                </c:pt>
                <c:pt idx="12366">
                  <c:v>0.50844444444444448</c:v>
                </c:pt>
                <c:pt idx="12367">
                  <c:v>0.50844444444444448</c:v>
                </c:pt>
                <c:pt idx="12368">
                  <c:v>0.5085925925925926</c:v>
                </c:pt>
                <c:pt idx="12369">
                  <c:v>0.5085925925925926</c:v>
                </c:pt>
                <c:pt idx="12370">
                  <c:v>0.5085925925925926</c:v>
                </c:pt>
                <c:pt idx="12371">
                  <c:v>0.5085925925925926</c:v>
                </c:pt>
                <c:pt idx="12372">
                  <c:v>0.5085925925925926</c:v>
                </c:pt>
                <c:pt idx="12373">
                  <c:v>0.5085925925925926</c:v>
                </c:pt>
                <c:pt idx="12374">
                  <c:v>0.50874074074074072</c:v>
                </c:pt>
                <c:pt idx="12375">
                  <c:v>0.50874074074074072</c:v>
                </c:pt>
                <c:pt idx="12376">
                  <c:v>0.50888888888888884</c:v>
                </c:pt>
                <c:pt idx="12377">
                  <c:v>0.50888888888888884</c:v>
                </c:pt>
                <c:pt idx="12378">
                  <c:v>0.50888888888888884</c:v>
                </c:pt>
                <c:pt idx="12379">
                  <c:v>0.50888888888888884</c:v>
                </c:pt>
                <c:pt idx="12380">
                  <c:v>0.50888888888888884</c:v>
                </c:pt>
                <c:pt idx="12381">
                  <c:v>0.50903703703703707</c:v>
                </c:pt>
                <c:pt idx="12382">
                  <c:v>0.50903703703703707</c:v>
                </c:pt>
                <c:pt idx="12383">
                  <c:v>0.50903703703703707</c:v>
                </c:pt>
                <c:pt idx="12384">
                  <c:v>0.50903703703703707</c:v>
                </c:pt>
                <c:pt idx="12385">
                  <c:v>0.50918518518518519</c:v>
                </c:pt>
                <c:pt idx="12386">
                  <c:v>0.50918518518518519</c:v>
                </c:pt>
                <c:pt idx="12387">
                  <c:v>0.50918518518518519</c:v>
                </c:pt>
                <c:pt idx="12388">
                  <c:v>0.50918518518518519</c:v>
                </c:pt>
                <c:pt idx="12389">
                  <c:v>0.5093333333333333</c:v>
                </c:pt>
                <c:pt idx="12390">
                  <c:v>0.5093333333333333</c:v>
                </c:pt>
                <c:pt idx="12391">
                  <c:v>0.5093333333333333</c:v>
                </c:pt>
                <c:pt idx="12392">
                  <c:v>0.5093333333333333</c:v>
                </c:pt>
                <c:pt idx="12393">
                  <c:v>0.5093333333333333</c:v>
                </c:pt>
                <c:pt idx="12394">
                  <c:v>0.5093333333333333</c:v>
                </c:pt>
                <c:pt idx="12395">
                  <c:v>0.5093333333333333</c:v>
                </c:pt>
                <c:pt idx="12396">
                  <c:v>0.50948148148148154</c:v>
                </c:pt>
                <c:pt idx="12397">
                  <c:v>0.50948148148148154</c:v>
                </c:pt>
                <c:pt idx="12398">
                  <c:v>0.50948148148148154</c:v>
                </c:pt>
                <c:pt idx="12399">
                  <c:v>0.50962962962962965</c:v>
                </c:pt>
                <c:pt idx="12400">
                  <c:v>0.50962962962962965</c:v>
                </c:pt>
                <c:pt idx="12401">
                  <c:v>0.50977777777777777</c:v>
                </c:pt>
                <c:pt idx="12402">
                  <c:v>0.50977777777777777</c:v>
                </c:pt>
                <c:pt idx="12403">
                  <c:v>0.50992592592592589</c:v>
                </c:pt>
                <c:pt idx="12404">
                  <c:v>0.50992592592592589</c:v>
                </c:pt>
                <c:pt idx="12405">
                  <c:v>0.51007407407407412</c:v>
                </c:pt>
                <c:pt idx="12406">
                  <c:v>0.51007407407407412</c:v>
                </c:pt>
                <c:pt idx="12407">
                  <c:v>0.51007407407407412</c:v>
                </c:pt>
                <c:pt idx="12408">
                  <c:v>0.51022222222222224</c:v>
                </c:pt>
                <c:pt idx="12409">
                  <c:v>0.51022222222222224</c:v>
                </c:pt>
                <c:pt idx="12410">
                  <c:v>0.51022222222222224</c:v>
                </c:pt>
                <c:pt idx="12411">
                  <c:v>0.51022222222222224</c:v>
                </c:pt>
                <c:pt idx="12412">
                  <c:v>0.51022222222222224</c:v>
                </c:pt>
                <c:pt idx="12413">
                  <c:v>0.51022222222222224</c:v>
                </c:pt>
                <c:pt idx="12414">
                  <c:v>0.51022222222222224</c:v>
                </c:pt>
                <c:pt idx="12415">
                  <c:v>0.51022222222222224</c:v>
                </c:pt>
                <c:pt idx="12416">
                  <c:v>0.51022222222222224</c:v>
                </c:pt>
                <c:pt idx="12417">
                  <c:v>0.51022222222222224</c:v>
                </c:pt>
                <c:pt idx="12418">
                  <c:v>0.51022222222222224</c:v>
                </c:pt>
                <c:pt idx="12419">
                  <c:v>0.51022222222222224</c:v>
                </c:pt>
                <c:pt idx="12420">
                  <c:v>0.51037037037037036</c:v>
                </c:pt>
                <c:pt idx="12421">
                  <c:v>0.51037037037037036</c:v>
                </c:pt>
                <c:pt idx="12422">
                  <c:v>0.51051851851851848</c:v>
                </c:pt>
                <c:pt idx="12423">
                  <c:v>0.51051851851851848</c:v>
                </c:pt>
                <c:pt idx="12424">
                  <c:v>0.51066666666666671</c:v>
                </c:pt>
                <c:pt idx="12425">
                  <c:v>0.51066666666666671</c:v>
                </c:pt>
                <c:pt idx="12426">
                  <c:v>0.51066666666666671</c:v>
                </c:pt>
                <c:pt idx="12427">
                  <c:v>0.51081481481481483</c:v>
                </c:pt>
                <c:pt idx="12428">
                  <c:v>0.51081481481481483</c:v>
                </c:pt>
                <c:pt idx="12429">
                  <c:v>0.51081481481481483</c:v>
                </c:pt>
                <c:pt idx="12430">
                  <c:v>0.51081481481481483</c:v>
                </c:pt>
                <c:pt idx="12431">
                  <c:v>0.51081481481481483</c:v>
                </c:pt>
                <c:pt idx="12432">
                  <c:v>0.51081481481481483</c:v>
                </c:pt>
                <c:pt idx="12433">
                  <c:v>0.51081481481481483</c:v>
                </c:pt>
                <c:pt idx="12434">
                  <c:v>0.51081481481481483</c:v>
                </c:pt>
                <c:pt idx="12435">
                  <c:v>0.51096296296296295</c:v>
                </c:pt>
                <c:pt idx="12436">
                  <c:v>0.51096296296296295</c:v>
                </c:pt>
                <c:pt idx="12437">
                  <c:v>0.51111111111111107</c:v>
                </c:pt>
                <c:pt idx="12438">
                  <c:v>0.51111111111111107</c:v>
                </c:pt>
                <c:pt idx="12439">
                  <c:v>0.51111111111111107</c:v>
                </c:pt>
                <c:pt idx="12440">
                  <c:v>0.5112592592592593</c:v>
                </c:pt>
                <c:pt idx="12441">
                  <c:v>0.5112592592592593</c:v>
                </c:pt>
                <c:pt idx="12442">
                  <c:v>0.5112592592592593</c:v>
                </c:pt>
                <c:pt idx="12443">
                  <c:v>0.5112592592592593</c:v>
                </c:pt>
                <c:pt idx="12444">
                  <c:v>0.51140740740740742</c:v>
                </c:pt>
                <c:pt idx="12445">
                  <c:v>0.51140740740740742</c:v>
                </c:pt>
                <c:pt idx="12446">
                  <c:v>0.51140740740740742</c:v>
                </c:pt>
                <c:pt idx="12447">
                  <c:v>0.51140740740740742</c:v>
                </c:pt>
                <c:pt idx="12448">
                  <c:v>0.51140740740740742</c:v>
                </c:pt>
                <c:pt idx="12449">
                  <c:v>0.51140740740740742</c:v>
                </c:pt>
                <c:pt idx="12450">
                  <c:v>0.51140740740740742</c:v>
                </c:pt>
                <c:pt idx="12451">
                  <c:v>0.51140740740740742</c:v>
                </c:pt>
                <c:pt idx="12452">
                  <c:v>0.51140740740740742</c:v>
                </c:pt>
                <c:pt idx="12453">
                  <c:v>0.51155555555555554</c:v>
                </c:pt>
                <c:pt idx="12454">
                  <c:v>0.51155555555555554</c:v>
                </c:pt>
                <c:pt idx="12455">
                  <c:v>0.51155555555555554</c:v>
                </c:pt>
                <c:pt idx="12456">
                  <c:v>0.51155555555555554</c:v>
                </c:pt>
                <c:pt idx="12457">
                  <c:v>0.51155555555555554</c:v>
                </c:pt>
                <c:pt idx="12458">
                  <c:v>0.51155555555555554</c:v>
                </c:pt>
                <c:pt idx="12459">
                  <c:v>0.51155555555555554</c:v>
                </c:pt>
                <c:pt idx="12460">
                  <c:v>0.51155555555555554</c:v>
                </c:pt>
                <c:pt idx="12461">
                  <c:v>0.51155555555555554</c:v>
                </c:pt>
                <c:pt idx="12462">
                  <c:v>0.51170370370370366</c:v>
                </c:pt>
                <c:pt idx="12463">
                  <c:v>0.51170370370370366</c:v>
                </c:pt>
                <c:pt idx="12464">
                  <c:v>0.51185185185185189</c:v>
                </c:pt>
                <c:pt idx="12465">
                  <c:v>0.51185185185185189</c:v>
                </c:pt>
                <c:pt idx="12466">
                  <c:v>0.51185185185185189</c:v>
                </c:pt>
                <c:pt idx="12467">
                  <c:v>0.51185185185185189</c:v>
                </c:pt>
                <c:pt idx="12468">
                  <c:v>0.51185185185185189</c:v>
                </c:pt>
                <c:pt idx="12469">
                  <c:v>0.51185185185185189</c:v>
                </c:pt>
                <c:pt idx="12470">
                  <c:v>0.51200000000000001</c:v>
                </c:pt>
                <c:pt idx="12471">
                  <c:v>0.51214814814814813</c:v>
                </c:pt>
                <c:pt idx="12472">
                  <c:v>0.51214814814814813</c:v>
                </c:pt>
                <c:pt idx="12473">
                  <c:v>0.51214814814814813</c:v>
                </c:pt>
                <c:pt idx="12474">
                  <c:v>0.51229629629629625</c:v>
                </c:pt>
                <c:pt idx="12475">
                  <c:v>0.51229629629629625</c:v>
                </c:pt>
                <c:pt idx="12476">
                  <c:v>0.51229629629629625</c:v>
                </c:pt>
                <c:pt idx="12477">
                  <c:v>0.51229629629629625</c:v>
                </c:pt>
                <c:pt idx="12478">
                  <c:v>0.51244444444444448</c:v>
                </c:pt>
                <c:pt idx="12479">
                  <c:v>0.51244444444444448</c:v>
                </c:pt>
                <c:pt idx="12480">
                  <c:v>0.51244444444444448</c:v>
                </c:pt>
                <c:pt idx="12481">
                  <c:v>0.5125925925925926</c:v>
                </c:pt>
                <c:pt idx="12482">
                  <c:v>0.51274074074074072</c:v>
                </c:pt>
                <c:pt idx="12483">
                  <c:v>0.51274074074074072</c:v>
                </c:pt>
                <c:pt idx="12484">
                  <c:v>0.51288888888888884</c:v>
                </c:pt>
                <c:pt idx="12485">
                  <c:v>0.51303703703703707</c:v>
                </c:pt>
                <c:pt idx="12486">
                  <c:v>0.51303703703703707</c:v>
                </c:pt>
                <c:pt idx="12487">
                  <c:v>0.51303703703703707</c:v>
                </c:pt>
                <c:pt idx="12488">
                  <c:v>0.51318518518518519</c:v>
                </c:pt>
                <c:pt idx="12489">
                  <c:v>0.51318518518518519</c:v>
                </c:pt>
                <c:pt idx="12490">
                  <c:v>0.51318518518518519</c:v>
                </c:pt>
                <c:pt idx="12491">
                  <c:v>0.51318518518518519</c:v>
                </c:pt>
                <c:pt idx="12492">
                  <c:v>0.51318518518518519</c:v>
                </c:pt>
                <c:pt idx="12493">
                  <c:v>0.51318518518518519</c:v>
                </c:pt>
                <c:pt idx="12494">
                  <c:v>0.51318518518518519</c:v>
                </c:pt>
                <c:pt idx="12495">
                  <c:v>0.51318518518518519</c:v>
                </c:pt>
                <c:pt idx="12496">
                  <c:v>0.51318518518518519</c:v>
                </c:pt>
                <c:pt idx="12497">
                  <c:v>0.51333333333333331</c:v>
                </c:pt>
                <c:pt idx="12498">
                  <c:v>0.51348148148148143</c:v>
                </c:pt>
                <c:pt idx="12499">
                  <c:v>0.51362962962962966</c:v>
                </c:pt>
                <c:pt idx="12500">
                  <c:v>0.51362962962962966</c:v>
                </c:pt>
                <c:pt idx="12501">
                  <c:v>0.51362962962962966</c:v>
                </c:pt>
                <c:pt idx="12502">
                  <c:v>0.51362962962962966</c:v>
                </c:pt>
                <c:pt idx="12503">
                  <c:v>0.51377777777777778</c:v>
                </c:pt>
                <c:pt idx="12504">
                  <c:v>0.5139259259259259</c:v>
                </c:pt>
                <c:pt idx="12505">
                  <c:v>0.5139259259259259</c:v>
                </c:pt>
                <c:pt idx="12506">
                  <c:v>0.51407407407407413</c:v>
                </c:pt>
                <c:pt idx="12507">
                  <c:v>0.51407407407407413</c:v>
                </c:pt>
                <c:pt idx="12508">
                  <c:v>0.51422222222222225</c:v>
                </c:pt>
                <c:pt idx="12509">
                  <c:v>0.51422222222222225</c:v>
                </c:pt>
                <c:pt idx="12510">
                  <c:v>0.51422222222222225</c:v>
                </c:pt>
                <c:pt idx="12511">
                  <c:v>0.51437037037037037</c:v>
                </c:pt>
                <c:pt idx="12512">
                  <c:v>0.51451851851851849</c:v>
                </c:pt>
                <c:pt idx="12513">
                  <c:v>0.51466666666666672</c:v>
                </c:pt>
                <c:pt idx="12514">
                  <c:v>0.51481481481481484</c:v>
                </c:pt>
                <c:pt idx="12515">
                  <c:v>0.51496296296296296</c:v>
                </c:pt>
                <c:pt idx="12516">
                  <c:v>0.51496296296296296</c:v>
                </c:pt>
                <c:pt idx="12517">
                  <c:v>0.51496296296296296</c:v>
                </c:pt>
                <c:pt idx="12518">
                  <c:v>0.51496296296296296</c:v>
                </c:pt>
                <c:pt idx="12519">
                  <c:v>0.51496296296296296</c:v>
                </c:pt>
                <c:pt idx="12520">
                  <c:v>0.51496296296296296</c:v>
                </c:pt>
                <c:pt idx="12521">
                  <c:v>0.51496296296296296</c:v>
                </c:pt>
                <c:pt idx="12522">
                  <c:v>0.51496296296296296</c:v>
                </c:pt>
                <c:pt idx="12523">
                  <c:v>0.51496296296296296</c:v>
                </c:pt>
                <c:pt idx="12524">
                  <c:v>0.51511111111111108</c:v>
                </c:pt>
                <c:pt idx="12525">
                  <c:v>0.51525925925925931</c:v>
                </c:pt>
                <c:pt idx="12526">
                  <c:v>0.51525925925925931</c:v>
                </c:pt>
                <c:pt idx="12527">
                  <c:v>0.51525925925925931</c:v>
                </c:pt>
                <c:pt idx="12528">
                  <c:v>0.51525925925925931</c:v>
                </c:pt>
                <c:pt idx="12529">
                  <c:v>0.51525925925925931</c:v>
                </c:pt>
                <c:pt idx="12530">
                  <c:v>0.51525925925925931</c:v>
                </c:pt>
                <c:pt idx="12531">
                  <c:v>0.51525925925925931</c:v>
                </c:pt>
                <c:pt idx="12532">
                  <c:v>0.51525925925925931</c:v>
                </c:pt>
                <c:pt idx="12533">
                  <c:v>0.51525925925925931</c:v>
                </c:pt>
                <c:pt idx="12534">
                  <c:v>0.51525925925925931</c:v>
                </c:pt>
                <c:pt idx="12535">
                  <c:v>0.51525925925925931</c:v>
                </c:pt>
                <c:pt idx="12536">
                  <c:v>0.51525925925925931</c:v>
                </c:pt>
                <c:pt idx="12537">
                  <c:v>0.51525925925925931</c:v>
                </c:pt>
                <c:pt idx="12538">
                  <c:v>0.51525925925925931</c:v>
                </c:pt>
                <c:pt idx="12539">
                  <c:v>0.51525925925925931</c:v>
                </c:pt>
                <c:pt idx="12540">
                  <c:v>0.51525925925925931</c:v>
                </c:pt>
                <c:pt idx="12541">
                  <c:v>0.51525925925925931</c:v>
                </c:pt>
                <c:pt idx="12542">
                  <c:v>0.51540740740740743</c:v>
                </c:pt>
                <c:pt idx="12543">
                  <c:v>0.51540740740740743</c:v>
                </c:pt>
                <c:pt idx="12544">
                  <c:v>0.51555555555555554</c:v>
                </c:pt>
                <c:pt idx="12545">
                  <c:v>0.51570370370370366</c:v>
                </c:pt>
                <c:pt idx="12546">
                  <c:v>0.51570370370370366</c:v>
                </c:pt>
                <c:pt idx="12547">
                  <c:v>0.51585185185185189</c:v>
                </c:pt>
                <c:pt idx="12548">
                  <c:v>0.51585185185185189</c:v>
                </c:pt>
                <c:pt idx="12549">
                  <c:v>0.51600000000000001</c:v>
                </c:pt>
                <c:pt idx="12550">
                  <c:v>0.51600000000000001</c:v>
                </c:pt>
                <c:pt idx="12551">
                  <c:v>0.51600000000000001</c:v>
                </c:pt>
                <c:pt idx="12552">
                  <c:v>0.51600000000000001</c:v>
                </c:pt>
                <c:pt idx="12553">
                  <c:v>0.51600000000000001</c:v>
                </c:pt>
                <c:pt idx="12554">
                  <c:v>0.51614814814814813</c:v>
                </c:pt>
                <c:pt idx="12555">
                  <c:v>0.51614814814814813</c:v>
                </c:pt>
                <c:pt idx="12556">
                  <c:v>0.51614814814814813</c:v>
                </c:pt>
                <c:pt idx="12557">
                  <c:v>0.51614814814814813</c:v>
                </c:pt>
                <c:pt idx="12558">
                  <c:v>0.51614814814814813</c:v>
                </c:pt>
                <c:pt idx="12559">
                  <c:v>0.51614814814814813</c:v>
                </c:pt>
                <c:pt idx="12560">
                  <c:v>0.51614814814814813</c:v>
                </c:pt>
                <c:pt idx="12561">
                  <c:v>0.51614814814814813</c:v>
                </c:pt>
                <c:pt idx="12562">
                  <c:v>0.51614814814814813</c:v>
                </c:pt>
                <c:pt idx="12563">
                  <c:v>0.51614814814814813</c:v>
                </c:pt>
                <c:pt idx="12564">
                  <c:v>0.51614814814814813</c:v>
                </c:pt>
                <c:pt idx="12565">
                  <c:v>0.51629629629629625</c:v>
                </c:pt>
                <c:pt idx="12566">
                  <c:v>0.51644444444444448</c:v>
                </c:pt>
                <c:pt idx="12567">
                  <c:v>0.5165925925925926</c:v>
                </c:pt>
                <c:pt idx="12568">
                  <c:v>0.5165925925925926</c:v>
                </c:pt>
                <c:pt idx="12569">
                  <c:v>0.51674074074074072</c:v>
                </c:pt>
                <c:pt idx="12570">
                  <c:v>0.51688888888888884</c:v>
                </c:pt>
                <c:pt idx="12571">
                  <c:v>0.51688888888888884</c:v>
                </c:pt>
                <c:pt idx="12572">
                  <c:v>0.51688888888888884</c:v>
                </c:pt>
                <c:pt idx="12573">
                  <c:v>0.51688888888888884</c:v>
                </c:pt>
                <c:pt idx="12574">
                  <c:v>0.51688888888888884</c:v>
                </c:pt>
                <c:pt idx="12575">
                  <c:v>0.51688888888888884</c:v>
                </c:pt>
                <c:pt idx="12576">
                  <c:v>0.51688888888888884</c:v>
                </c:pt>
                <c:pt idx="12577">
                  <c:v>0.51688888888888884</c:v>
                </c:pt>
                <c:pt idx="12578">
                  <c:v>0.51688888888888884</c:v>
                </c:pt>
                <c:pt idx="12579">
                  <c:v>0.51688888888888884</c:v>
                </c:pt>
                <c:pt idx="12580">
                  <c:v>0.51688888888888884</c:v>
                </c:pt>
                <c:pt idx="12581">
                  <c:v>0.51703703703703707</c:v>
                </c:pt>
                <c:pt idx="12582">
                  <c:v>0.51703703703703707</c:v>
                </c:pt>
                <c:pt idx="12583">
                  <c:v>0.51703703703703707</c:v>
                </c:pt>
                <c:pt idx="12584">
                  <c:v>0.51703703703703707</c:v>
                </c:pt>
                <c:pt idx="12585">
                  <c:v>0.51718518518518519</c:v>
                </c:pt>
                <c:pt idx="12586">
                  <c:v>0.51718518518518519</c:v>
                </c:pt>
                <c:pt idx="12587">
                  <c:v>0.51718518518518519</c:v>
                </c:pt>
                <c:pt idx="12588">
                  <c:v>0.51718518518518519</c:v>
                </c:pt>
                <c:pt idx="12589">
                  <c:v>0.51733333333333331</c:v>
                </c:pt>
                <c:pt idx="12590">
                  <c:v>0.51733333333333331</c:v>
                </c:pt>
                <c:pt idx="12591">
                  <c:v>0.51733333333333331</c:v>
                </c:pt>
                <c:pt idx="12592">
                  <c:v>0.51733333333333331</c:v>
                </c:pt>
                <c:pt idx="12593">
                  <c:v>0.51733333333333331</c:v>
                </c:pt>
                <c:pt idx="12594">
                  <c:v>0.51733333333333331</c:v>
                </c:pt>
                <c:pt idx="12595">
                  <c:v>0.51733333333333331</c:v>
                </c:pt>
                <c:pt idx="12596">
                  <c:v>0.51748148148148143</c:v>
                </c:pt>
                <c:pt idx="12597">
                  <c:v>0.51748148148148143</c:v>
                </c:pt>
                <c:pt idx="12598">
                  <c:v>0.51748148148148143</c:v>
                </c:pt>
                <c:pt idx="12599">
                  <c:v>0.51748148148148143</c:v>
                </c:pt>
                <c:pt idx="12600">
                  <c:v>0.51762962962962966</c:v>
                </c:pt>
                <c:pt idx="12601">
                  <c:v>0.51762962962962966</c:v>
                </c:pt>
                <c:pt idx="12602">
                  <c:v>0.51762962962962966</c:v>
                </c:pt>
                <c:pt idx="12603">
                  <c:v>0.51777777777777778</c:v>
                </c:pt>
                <c:pt idx="12604">
                  <c:v>0.5179259259259259</c:v>
                </c:pt>
                <c:pt idx="12605">
                  <c:v>0.51807407407407402</c:v>
                </c:pt>
                <c:pt idx="12606">
                  <c:v>0.51807407407407402</c:v>
                </c:pt>
                <c:pt idx="12607">
                  <c:v>0.51807407407407402</c:v>
                </c:pt>
                <c:pt idx="12608">
                  <c:v>0.51807407407407402</c:v>
                </c:pt>
                <c:pt idx="12609">
                  <c:v>0.51807407407407402</c:v>
                </c:pt>
                <c:pt idx="12610">
                  <c:v>0.51807407407407402</c:v>
                </c:pt>
                <c:pt idx="12611">
                  <c:v>0.51807407407407402</c:v>
                </c:pt>
                <c:pt idx="12612">
                  <c:v>0.51807407407407402</c:v>
                </c:pt>
                <c:pt idx="12613">
                  <c:v>0.51822222222222225</c:v>
                </c:pt>
                <c:pt idx="12614">
                  <c:v>0.51837037037037037</c:v>
                </c:pt>
                <c:pt idx="12615">
                  <c:v>0.51837037037037037</c:v>
                </c:pt>
                <c:pt idx="12616">
                  <c:v>0.51837037037037037</c:v>
                </c:pt>
                <c:pt idx="12617">
                  <c:v>0.51851851851851849</c:v>
                </c:pt>
                <c:pt idx="12618">
                  <c:v>0.51851851851851849</c:v>
                </c:pt>
                <c:pt idx="12619">
                  <c:v>0.51866666666666672</c:v>
                </c:pt>
                <c:pt idx="12620">
                  <c:v>0.51866666666666672</c:v>
                </c:pt>
                <c:pt idx="12621">
                  <c:v>0.51866666666666672</c:v>
                </c:pt>
                <c:pt idx="12622">
                  <c:v>0.51866666666666672</c:v>
                </c:pt>
                <c:pt idx="12623">
                  <c:v>0.51866666666666672</c:v>
                </c:pt>
                <c:pt idx="12624">
                  <c:v>0.51881481481481484</c:v>
                </c:pt>
                <c:pt idx="12625">
                  <c:v>0.51881481481481484</c:v>
                </c:pt>
                <c:pt idx="12626">
                  <c:v>0.51896296296296296</c:v>
                </c:pt>
                <c:pt idx="12627">
                  <c:v>0.51896296296296296</c:v>
                </c:pt>
                <c:pt idx="12628">
                  <c:v>0.51896296296296296</c:v>
                </c:pt>
                <c:pt idx="12629">
                  <c:v>0.51896296296296296</c:v>
                </c:pt>
                <c:pt idx="12630">
                  <c:v>0.51911111111111108</c:v>
                </c:pt>
                <c:pt idx="12631">
                  <c:v>0.51911111111111108</c:v>
                </c:pt>
                <c:pt idx="12632">
                  <c:v>0.51911111111111108</c:v>
                </c:pt>
                <c:pt idx="12633">
                  <c:v>0.51911111111111108</c:v>
                </c:pt>
                <c:pt idx="12634">
                  <c:v>0.51911111111111108</c:v>
                </c:pt>
                <c:pt idx="12635">
                  <c:v>0.51911111111111108</c:v>
                </c:pt>
                <c:pt idx="12636">
                  <c:v>0.51925925925925931</c:v>
                </c:pt>
                <c:pt idx="12637">
                  <c:v>0.51925925925925931</c:v>
                </c:pt>
                <c:pt idx="12638">
                  <c:v>0.51925925925925931</c:v>
                </c:pt>
                <c:pt idx="12639">
                  <c:v>0.51940740740740743</c:v>
                </c:pt>
                <c:pt idx="12640">
                  <c:v>0.51940740740740743</c:v>
                </c:pt>
                <c:pt idx="12641">
                  <c:v>0.51940740740740743</c:v>
                </c:pt>
                <c:pt idx="12642">
                  <c:v>0.51940740740740743</c:v>
                </c:pt>
                <c:pt idx="12643">
                  <c:v>0.51940740740740743</c:v>
                </c:pt>
                <c:pt idx="12644">
                  <c:v>0.51940740740740743</c:v>
                </c:pt>
                <c:pt idx="12645">
                  <c:v>0.51940740740740743</c:v>
                </c:pt>
                <c:pt idx="12646">
                  <c:v>0.51940740740740743</c:v>
                </c:pt>
                <c:pt idx="12647">
                  <c:v>0.51940740740740743</c:v>
                </c:pt>
                <c:pt idx="12648">
                  <c:v>0.51940740740740743</c:v>
                </c:pt>
                <c:pt idx="12649">
                  <c:v>0.51940740740740743</c:v>
                </c:pt>
                <c:pt idx="12650">
                  <c:v>0.51940740740740743</c:v>
                </c:pt>
                <c:pt idx="12651">
                  <c:v>0.51955555555555555</c:v>
                </c:pt>
                <c:pt idx="12652">
                  <c:v>0.51970370370370367</c:v>
                </c:pt>
                <c:pt idx="12653">
                  <c:v>0.5198518518518519</c:v>
                </c:pt>
                <c:pt idx="12654">
                  <c:v>0.5198518518518519</c:v>
                </c:pt>
                <c:pt idx="12655">
                  <c:v>0.52</c:v>
                </c:pt>
                <c:pt idx="12656">
                  <c:v>0.52</c:v>
                </c:pt>
                <c:pt idx="12657">
                  <c:v>0.52</c:v>
                </c:pt>
                <c:pt idx="12658">
                  <c:v>0.52</c:v>
                </c:pt>
                <c:pt idx="12659">
                  <c:v>0.52</c:v>
                </c:pt>
                <c:pt idx="12660">
                  <c:v>0.52</c:v>
                </c:pt>
                <c:pt idx="12661">
                  <c:v>0.52</c:v>
                </c:pt>
                <c:pt idx="12662">
                  <c:v>0.52</c:v>
                </c:pt>
                <c:pt idx="12663">
                  <c:v>0.52</c:v>
                </c:pt>
                <c:pt idx="12664">
                  <c:v>0.52</c:v>
                </c:pt>
                <c:pt idx="12665">
                  <c:v>0.52</c:v>
                </c:pt>
                <c:pt idx="12666">
                  <c:v>0.52</c:v>
                </c:pt>
                <c:pt idx="12667">
                  <c:v>0.52</c:v>
                </c:pt>
                <c:pt idx="12668">
                  <c:v>0.52014814814814814</c:v>
                </c:pt>
                <c:pt idx="12669">
                  <c:v>0.52029629629629626</c:v>
                </c:pt>
                <c:pt idx="12670">
                  <c:v>0.52029629629629626</c:v>
                </c:pt>
                <c:pt idx="12671">
                  <c:v>0.52029629629629626</c:v>
                </c:pt>
                <c:pt idx="12672">
                  <c:v>0.52044444444444449</c:v>
                </c:pt>
                <c:pt idx="12673">
                  <c:v>0.52059259259259261</c:v>
                </c:pt>
                <c:pt idx="12674">
                  <c:v>0.52059259259259261</c:v>
                </c:pt>
                <c:pt idx="12675">
                  <c:v>0.52059259259259261</c:v>
                </c:pt>
                <c:pt idx="12676">
                  <c:v>0.52059259259259261</c:v>
                </c:pt>
                <c:pt idx="12677">
                  <c:v>0.52074074074074073</c:v>
                </c:pt>
                <c:pt idx="12678">
                  <c:v>0.52074074074074073</c:v>
                </c:pt>
                <c:pt idx="12679">
                  <c:v>0.52074074074074073</c:v>
                </c:pt>
                <c:pt idx="12680">
                  <c:v>0.52088888888888885</c:v>
                </c:pt>
                <c:pt idx="12681">
                  <c:v>0.52088888888888885</c:v>
                </c:pt>
                <c:pt idx="12682">
                  <c:v>0.52103703703703708</c:v>
                </c:pt>
                <c:pt idx="12683">
                  <c:v>0.52103703703703708</c:v>
                </c:pt>
                <c:pt idx="12684">
                  <c:v>0.52103703703703708</c:v>
                </c:pt>
                <c:pt idx="12685">
                  <c:v>0.52103703703703708</c:v>
                </c:pt>
                <c:pt idx="12686">
                  <c:v>0.52103703703703708</c:v>
                </c:pt>
                <c:pt idx="12687">
                  <c:v>0.52103703703703708</c:v>
                </c:pt>
                <c:pt idx="12688">
                  <c:v>0.52103703703703708</c:v>
                </c:pt>
                <c:pt idx="12689">
                  <c:v>0.52103703703703708</c:v>
                </c:pt>
                <c:pt idx="12690">
                  <c:v>0.52103703703703708</c:v>
                </c:pt>
                <c:pt idx="12691">
                  <c:v>0.52103703703703708</c:v>
                </c:pt>
                <c:pt idx="12692">
                  <c:v>0.52103703703703708</c:v>
                </c:pt>
                <c:pt idx="12693">
                  <c:v>0.52103703703703708</c:v>
                </c:pt>
                <c:pt idx="12694">
                  <c:v>0.52103703703703708</c:v>
                </c:pt>
                <c:pt idx="12695">
                  <c:v>0.5211851851851852</c:v>
                </c:pt>
                <c:pt idx="12696">
                  <c:v>0.5211851851851852</c:v>
                </c:pt>
                <c:pt idx="12697">
                  <c:v>0.52133333333333332</c:v>
                </c:pt>
                <c:pt idx="12698">
                  <c:v>0.52133333333333332</c:v>
                </c:pt>
                <c:pt idx="12699">
                  <c:v>0.52133333333333332</c:v>
                </c:pt>
                <c:pt idx="12700">
                  <c:v>0.52133333333333332</c:v>
                </c:pt>
                <c:pt idx="12701">
                  <c:v>0.52133333333333332</c:v>
                </c:pt>
                <c:pt idx="12702">
                  <c:v>0.52133333333333332</c:v>
                </c:pt>
                <c:pt idx="12703">
                  <c:v>0.52148148148148143</c:v>
                </c:pt>
                <c:pt idx="12704">
                  <c:v>0.52162962962962967</c:v>
                </c:pt>
                <c:pt idx="12705">
                  <c:v>0.52162962962962967</c:v>
                </c:pt>
                <c:pt idx="12706">
                  <c:v>0.52162962962962967</c:v>
                </c:pt>
                <c:pt idx="12707">
                  <c:v>0.52177777777777778</c:v>
                </c:pt>
                <c:pt idx="12708">
                  <c:v>0.52177777777777778</c:v>
                </c:pt>
                <c:pt idx="12709">
                  <c:v>0.52177777777777778</c:v>
                </c:pt>
                <c:pt idx="12710">
                  <c:v>0.52177777777777778</c:v>
                </c:pt>
                <c:pt idx="12711">
                  <c:v>0.5219259259259259</c:v>
                </c:pt>
                <c:pt idx="12712">
                  <c:v>0.5219259259259259</c:v>
                </c:pt>
                <c:pt idx="12713">
                  <c:v>0.5219259259259259</c:v>
                </c:pt>
                <c:pt idx="12714">
                  <c:v>0.5219259259259259</c:v>
                </c:pt>
                <c:pt idx="12715">
                  <c:v>0.5219259259259259</c:v>
                </c:pt>
                <c:pt idx="12716">
                  <c:v>0.5219259259259259</c:v>
                </c:pt>
                <c:pt idx="12717">
                  <c:v>0.52207407407407402</c:v>
                </c:pt>
                <c:pt idx="12718">
                  <c:v>0.52207407407407402</c:v>
                </c:pt>
                <c:pt idx="12719">
                  <c:v>0.52207407407407402</c:v>
                </c:pt>
                <c:pt idx="12720">
                  <c:v>0.52207407407407402</c:v>
                </c:pt>
                <c:pt idx="12721">
                  <c:v>0.52222222222222225</c:v>
                </c:pt>
                <c:pt idx="12722">
                  <c:v>0.52222222222222225</c:v>
                </c:pt>
                <c:pt idx="12723">
                  <c:v>0.52222222222222225</c:v>
                </c:pt>
                <c:pt idx="12724">
                  <c:v>0.52222222222222225</c:v>
                </c:pt>
                <c:pt idx="12725">
                  <c:v>0.52222222222222225</c:v>
                </c:pt>
                <c:pt idx="12726">
                  <c:v>0.52222222222222225</c:v>
                </c:pt>
                <c:pt idx="12727">
                  <c:v>0.52237037037037037</c:v>
                </c:pt>
                <c:pt idx="12728">
                  <c:v>0.52237037037037037</c:v>
                </c:pt>
                <c:pt idx="12729">
                  <c:v>0.52237037037037037</c:v>
                </c:pt>
                <c:pt idx="12730">
                  <c:v>0.52237037037037037</c:v>
                </c:pt>
                <c:pt idx="12731">
                  <c:v>0.52237037037037037</c:v>
                </c:pt>
                <c:pt idx="12732">
                  <c:v>0.52237037037037037</c:v>
                </c:pt>
                <c:pt idx="12733">
                  <c:v>0.52237037037037037</c:v>
                </c:pt>
                <c:pt idx="12734">
                  <c:v>0.52237037037037037</c:v>
                </c:pt>
                <c:pt idx="12735">
                  <c:v>0.52237037037037037</c:v>
                </c:pt>
                <c:pt idx="12736">
                  <c:v>0.52237037037037037</c:v>
                </c:pt>
                <c:pt idx="12737">
                  <c:v>0.52251851851851849</c:v>
                </c:pt>
                <c:pt idx="12738">
                  <c:v>0.52266666666666661</c:v>
                </c:pt>
                <c:pt idx="12739">
                  <c:v>0.52266666666666661</c:v>
                </c:pt>
                <c:pt idx="12740">
                  <c:v>0.52266666666666661</c:v>
                </c:pt>
                <c:pt idx="12741">
                  <c:v>0.52281481481481484</c:v>
                </c:pt>
                <c:pt idx="12742">
                  <c:v>0.52281481481481484</c:v>
                </c:pt>
                <c:pt idx="12743">
                  <c:v>0.52281481481481484</c:v>
                </c:pt>
                <c:pt idx="12744">
                  <c:v>0.52281481481481484</c:v>
                </c:pt>
                <c:pt idx="12745">
                  <c:v>0.52281481481481484</c:v>
                </c:pt>
                <c:pt idx="12746">
                  <c:v>0.52281481481481484</c:v>
                </c:pt>
                <c:pt idx="12747">
                  <c:v>0.52281481481481484</c:v>
                </c:pt>
                <c:pt idx="12748">
                  <c:v>0.52281481481481484</c:v>
                </c:pt>
                <c:pt idx="12749">
                  <c:v>0.52281481481481484</c:v>
                </c:pt>
                <c:pt idx="12750">
                  <c:v>0.52296296296296296</c:v>
                </c:pt>
                <c:pt idx="12751">
                  <c:v>0.52296296296296296</c:v>
                </c:pt>
                <c:pt idx="12752">
                  <c:v>0.52296296296296296</c:v>
                </c:pt>
                <c:pt idx="12753">
                  <c:v>0.52311111111111108</c:v>
                </c:pt>
                <c:pt idx="12754">
                  <c:v>0.52311111111111108</c:v>
                </c:pt>
                <c:pt idx="12755">
                  <c:v>0.52325925925925931</c:v>
                </c:pt>
                <c:pt idx="12756">
                  <c:v>0.52325925925925931</c:v>
                </c:pt>
                <c:pt idx="12757">
                  <c:v>0.52325925925925931</c:v>
                </c:pt>
                <c:pt idx="12758">
                  <c:v>0.52340740740740743</c:v>
                </c:pt>
                <c:pt idx="12759">
                  <c:v>0.52340740740740743</c:v>
                </c:pt>
                <c:pt idx="12760">
                  <c:v>0.52355555555555555</c:v>
                </c:pt>
                <c:pt idx="12761">
                  <c:v>0.52355555555555555</c:v>
                </c:pt>
                <c:pt idx="12762">
                  <c:v>0.52355555555555555</c:v>
                </c:pt>
                <c:pt idx="12763">
                  <c:v>0.52355555555555555</c:v>
                </c:pt>
                <c:pt idx="12764">
                  <c:v>0.52355555555555555</c:v>
                </c:pt>
                <c:pt idx="12765">
                  <c:v>0.52370370370370367</c:v>
                </c:pt>
                <c:pt idx="12766">
                  <c:v>0.52370370370370367</c:v>
                </c:pt>
                <c:pt idx="12767">
                  <c:v>0.52370370370370367</c:v>
                </c:pt>
                <c:pt idx="12768">
                  <c:v>0.52370370370370367</c:v>
                </c:pt>
                <c:pt idx="12769">
                  <c:v>0.52370370370370367</c:v>
                </c:pt>
                <c:pt idx="12770">
                  <c:v>0.52370370370370367</c:v>
                </c:pt>
                <c:pt idx="12771">
                  <c:v>0.52370370370370367</c:v>
                </c:pt>
                <c:pt idx="12772">
                  <c:v>0.5238518518518519</c:v>
                </c:pt>
                <c:pt idx="12773">
                  <c:v>0.5238518518518519</c:v>
                </c:pt>
                <c:pt idx="12774">
                  <c:v>0.5238518518518519</c:v>
                </c:pt>
                <c:pt idx="12775">
                  <c:v>0.52400000000000002</c:v>
                </c:pt>
                <c:pt idx="12776">
                  <c:v>0.52400000000000002</c:v>
                </c:pt>
                <c:pt idx="12777">
                  <c:v>0.52400000000000002</c:v>
                </c:pt>
                <c:pt idx="12778">
                  <c:v>0.52400000000000002</c:v>
                </c:pt>
                <c:pt idx="12779">
                  <c:v>0.52400000000000002</c:v>
                </c:pt>
                <c:pt idx="12780">
                  <c:v>0.52400000000000002</c:v>
                </c:pt>
                <c:pt idx="12781">
                  <c:v>0.52400000000000002</c:v>
                </c:pt>
                <c:pt idx="12782">
                  <c:v>0.52400000000000002</c:v>
                </c:pt>
                <c:pt idx="12783">
                  <c:v>0.52414814814814814</c:v>
                </c:pt>
                <c:pt idx="12784">
                  <c:v>0.52414814814814814</c:v>
                </c:pt>
                <c:pt idx="12785">
                  <c:v>0.52414814814814814</c:v>
                </c:pt>
                <c:pt idx="12786">
                  <c:v>0.52414814814814814</c:v>
                </c:pt>
                <c:pt idx="12787">
                  <c:v>0.52429629629629626</c:v>
                </c:pt>
                <c:pt idx="12788">
                  <c:v>0.52429629629629626</c:v>
                </c:pt>
                <c:pt idx="12789">
                  <c:v>0.52429629629629626</c:v>
                </c:pt>
                <c:pt idx="12790">
                  <c:v>0.52429629629629626</c:v>
                </c:pt>
                <c:pt idx="12791">
                  <c:v>0.52429629629629626</c:v>
                </c:pt>
                <c:pt idx="12792">
                  <c:v>0.52429629629629626</c:v>
                </c:pt>
                <c:pt idx="12793">
                  <c:v>0.52444444444444449</c:v>
                </c:pt>
                <c:pt idx="12794">
                  <c:v>0.52444444444444449</c:v>
                </c:pt>
                <c:pt idx="12795">
                  <c:v>0.52444444444444449</c:v>
                </c:pt>
                <c:pt idx="12796">
                  <c:v>0.52459259259259261</c:v>
                </c:pt>
                <c:pt idx="12797">
                  <c:v>0.52459259259259261</c:v>
                </c:pt>
                <c:pt idx="12798">
                  <c:v>0.52459259259259261</c:v>
                </c:pt>
                <c:pt idx="12799">
                  <c:v>0.52474074074074073</c:v>
                </c:pt>
                <c:pt idx="12800">
                  <c:v>0.52474074074074073</c:v>
                </c:pt>
                <c:pt idx="12801">
                  <c:v>0.52488888888888885</c:v>
                </c:pt>
                <c:pt idx="12802">
                  <c:v>0.52488888888888885</c:v>
                </c:pt>
                <c:pt idx="12803">
                  <c:v>0.52488888888888885</c:v>
                </c:pt>
                <c:pt idx="12804">
                  <c:v>0.52488888888888885</c:v>
                </c:pt>
                <c:pt idx="12805">
                  <c:v>0.52488888888888885</c:v>
                </c:pt>
                <c:pt idx="12806">
                  <c:v>0.52503703703703708</c:v>
                </c:pt>
                <c:pt idx="12807">
                  <c:v>0.52503703703703708</c:v>
                </c:pt>
                <c:pt idx="12808">
                  <c:v>0.52503703703703708</c:v>
                </c:pt>
                <c:pt idx="12809">
                  <c:v>0.52503703703703708</c:v>
                </c:pt>
                <c:pt idx="12810">
                  <c:v>0.52503703703703708</c:v>
                </c:pt>
                <c:pt idx="12811">
                  <c:v>0.52503703703703708</c:v>
                </c:pt>
                <c:pt idx="12812">
                  <c:v>0.52503703703703708</c:v>
                </c:pt>
                <c:pt idx="12813">
                  <c:v>0.5251851851851852</c:v>
                </c:pt>
                <c:pt idx="12814">
                  <c:v>0.5251851851851852</c:v>
                </c:pt>
                <c:pt idx="12815">
                  <c:v>0.5251851851851852</c:v>
                </c:pt>
                <c:pt idx="12816">
                  <c:v>0.52533333333333332</c:v>
                </c:pt>
                <c:pt idx="12817">
                  <c:v>0.52533333333333332</c:v>
                </c:pt>
                <c:pt idx="12818">
                  <c:v>0.52533333333333332</c:v>
                </c:pt>
                <c:pt idx="12819">
                  <c:v>0.52533333333333332</c:v>
                </c:pt>
                <c:pt idx="12820">
                  <c:v>0.52533333333333332</c:v>
                </c:pt>
                <c:pt idx="12821">
                  <c:v>0.52533333333333332</c:v>
                </c:pt>
                <c:pt idx="12822">
                  <c:v>0.52533333333333332</c:v>
                </c:pt>
                <c:pt idx="12823">
                  <c:v>0.52533333333333332</c:v>
                </c:pt>
                <c:pt idx="12824">
                  <c:v>0.52533333333333332</c:v>
                </c:pt>
                <c:pt idx="12825">
                  <c:v>0.52548148148148144</c:v>
                </c:pt>
                <c:pt idx="12826">
                  <c:v>0.52548148148148144</c:v>
                </c:pt>
                <c:pt idx="12827">
                  <c:v>0.52562962962962967</c:v>
                </c:pt>
                <c:pt idx="12828">
                  <c:v>0.52577777777777779</c:v>
                </c:pt>
                <c:pt idx="12829">
                  <c:v>0.52577777777777779</c:v>
                </c:pt>
                <c:pt idx="12830">
                  <c:v>0.52577777777777779</c:v>
                </c:pt>
                <c:pt idx="12831">
                  <c:v>0.52577777777777779</c:v>
                </c:pt>
                <c:pt idx="12832">
                  <c:v>0.52592592592592591</c:v>
                </c:pt>
                <c:pt idx="12833">
                  <c:v>0.52592592592592591</c:v>
                </c:pt>
                <c:pt idx="12834">
                  <c:v>0.52592592592592591</c:v>
                </c:pt>
                <c:pt idx="12835">
                  <c:v>0.52607407407407403</c:v>
                </c:pt>
                <c:pt idx="12836">
                  <c:v>0.52607407407407403</c:v>
                </c:pt>
                <c:pt idx="12837">
                  <c:v>0.52607407407407403</c:v>
                </c:pt>
                <c:pt idx="12838">
                  <c:v>0.52607407407407403</c:v>
                </c:pt>
                <c:pt idx="12839">
                  <c:v>0.52607407407407403</c:v>
                </c:pt>
                <c:pt idx="12840">
                  <c:v>0.52607407407407403</c:v>
                </c:pt>
                <c:pt idx="12841">
                  <c:v>0.52607407407407403</c:v>
                </c:pt>
                <c:pt idx="12842">
                  <c:v>0.52607407407407403</c:v>
                </c:pt>
                <c:pt idx="12843">
                  <c:v>0.52607407407407403</c:v>
                </c:pt>
                <c:pt idx="12844">
                  <c:v>0.52622222222222226</c:v>
                </c:pt>
                <c:pt idx="12845">
                  <c:v>0.52622222222222226</c:v>
                </c:pt>
                <c:pt idx="12846">
                  <c:v>0.52622222222222226</c:v>
                </c:pt>
                <c:pt idx="12847">
                  <c:v>0.52622222222222226</c:v>
                </c:pt>
                <c:pt idx="12848">
                  <c:v>0.52622222222222226</c:v>
                </c:pt>
                <c:pt idx="12849">
                  <c:v>0.52637037037037038</c:v>
                </c:pt>
                <c:pt idx="12850">
                  <c:v>0.52637037037037038</c:v>
                </c:pt>
                <c:pt idx="12851">
                  <c:v>0.52637037037037038</c:v>
                </c:pt>
                <c:pt idx="12852">
                  <c:v>0.52637037037037038</c:v>
                </c:pt>
                <c:pt idx="12853">
                  <c:v>0.52637037037037038</c:v>
                </c:pt>
                <c:pt idx="12854">
                  <c:v>0.52637037037037038</c:v>
                </c:pt>
                <c:pt idx="12855">
                  <c:v>0.5265185185185185</c:v>
                </c:pt>
                <c:pt idx="12856">
                  <c:v>0.5265185185185185</c:v>
                </c:pt>
                <c:pt idx="12857">
                  <c:v>0.5265185185185185</c:v>
                </c:pt>
                <c:pt idx="12858">
                  <c:v>0.5265185185185185</c:v>
                </c:pt>
                <c:pt idx="12859">
                  <c:v>0.5265185185185185</c:v>
                </c:pt>
                <c:pt idx="12860">
                  <c:v>0.5265185185185185</c:v>
                </c:pt>
                <c:pt idx="12861">
                  <c:v>0.52666666666666662</c:v>
                </c:pt>
                <c:pt idx="12862">
                  <c:v>0.52666666666666662</c:v>
                </c:pt>
                <c:pt idx="12863">
                  <c:v>0.52666666666666662</c:v>
                </c:pt>
                <c:pt idx="12864">
                  <c:v>0.52666666666666662</c:v>
                </c:pt>
                <c:pt idx="12865">
                  <c:v>0.52681481481481485</c:v>
                </c:pt>
                <c:pt idx="12866">
                  <c:v>0.52696296296296297</c:v>
                </c:pt>
                <c:pt idx="12867">
                  <c:v>0.52696296296296297</c:v>
                </c:pt>
                <c:pt idx="12868">
                  <c:v>0.52696296296296297</c:v>
                </c:pt>
                <c:pt idx="12869">
                  <c:v>0.52696296296296297</c:v>
                </c:pt>
                <c:pt idx="12870">
                  <c:v>0.52711111111111109</c:v>
                </c:pt>
                <c:pt idx="12871">
                  <c:v>0.52711111111111109</c:v>
                </c:pt>
                <c:pt idx="12872">
                  <c:v>0.52725925925925921</c:v>
                </c:pt>
                <c:pt idx="12873">
                  <c:v>0.52725925925925921</c:v>
                </c:pt>
                <c:pt idx="12874">
                  <c:v>0.52725925925925921</c:v>
                </c:pt>
                <c:pt idx="12875">
                  <c:v>0.52740740740740744</c:v>
                </c:pt>
                <c:pt idx="12876">
                  <c:v>0.52740740740740744</c:v>
                </c:pt>
                <c:pt idx="12877">
                  <c:v>0.52740740740740744</c:v>
                </c:pt>
                <c:pt idx="12878">
                  <c:v>0.52755555555555556</c:v>
                </c:pt>
                <c:pt idx="12879">
                  <c:v>0.52755555555555556</c:v>
                </c:pt>
                <c:pt idx="12880">
                  <c:v>0.52770370370370367</c:v>
                </c:pt>
                <c:pt idx="12881">
                  <c:v>0.52770370370370367</c:v>
                </c:pt>
                <c:pt idx="12882">
                  <c:v>0.52785185185185191</c:v>
                </c:pt>
                <c:pt idx="12883">
                  <c:v>0.52785185185185191</c:v>
                </c:pt>
                <c:pt idx="12884">
                  <c:v>0.52785185185185191</c:v>
                </c:pt>
                <c:pt idx="12885">
                  <c:v>0.52785185185185191</c:v>
                </c:pt>
                <c:pt idx="12886">
                  <c:v>0.52785185185185191</c:v>
                </c:pt>
                <c:pt idx="12887">
                  <c:v>0.52785185185185191</c:v>
                </c:pt>
                <c:pt idx="12888">
                  <c:v>0.52785185185185191</c:v>
                </c:pt>
                <c:pt idx="12889">
                  <c:v>0.52800000000000002</c:v>
                </c:pt>
                <c:pt idx="12890">
                  <c:v>0.52800000000000002</c:v>
                </c:pt>
                <c:pt idx="12891">
                  <c:v>0.52814814814814814</c:v>
                </c:pt>
                <c:pt idx="12892">
                  <c:v>0.52814814814814814</c:v>
                </c:pt>
                <c:pt idx="12893">
                  <c:v>0.52829629629629626</c:v>
                </c:pt>
                <c:pt idx="12894">
                  <c:v>0.52844444444444449</c:v>
                </c:pt>
                <c:pt idx="12895">
                  <c:v>0.52844444444444449</c:v>
                </c:pt>
                <c:pt idx="12896">
                  <c:v>0.52844444444444449</c:v>
                </c:pt>
                <c:pt idx="12897">
                  <c:v>0.52844444444444449</c:v>
                </c:pt>
                <c:pt idx="12898">
                  <c:v>0.52844444444444449</c:v>
                </c:pt>
                <c:pt idx="12899">
                  <c:v>0.52859259259259261</c:v>
                </c:pt>
                <c:pt idx="12900">
                  <c:v>0.52859259259259261</c:v>
                </c:pt>
                <c:pt idx="12901">
                  <c:v>0.52859259259259261</c:v>
                </c:pt>
                <c:pt idx="12902">
                  <c:v>0.52859259259259261</c:v>
                </c:pt>
                <c:pt idx="12903">
                  <c:v>0.52859259259259261</c:v>
                </c:pt>
                <c:pt idx="12904">
                  <c:v>0.52859259259259261</c:v>
                </c:pt>
                <c:pt idx="12905">
                  <c:v>0.52859259259259261</c:v>
                </c:pt>
                <c:pt idx="12906">
                  <c:v>0.52859259259259261</c:v>
                </c:pt>
                <c:pt idx="12907">
                  <c:v>0.52859259259259261</c:v>
                </c:pt>
                <c:pt idx="12908">
                  <c:v>0.52859259259259261</c:v>
                </c:pt>
                <c:pt idx="12909">
                  <c:v>0.52859259259259261</c:v>
                </c:pt>
                <c:pt idx="12910">
                  <c:v>0.52859259259259261</c:v>
                </c:pt>
                <c:pt idx="12911">
                  <c:v>0.52859259259259261</c:v>
                </c:pt>
                <c:pt idx="12912">
                  <c:v>0.52859259259259261</c:v>
                </c:pt>
                <c:pt idx="12913">
                  <c:v>0.52874074074074073</c:v>
                </c:pt>
                <c:pt idx="12914">
                  <c:v>0.52874074074074073</c:v>
                </c:pt>
                <c:pt idx="12915">
                  <c:v>0.52874074074074073</c:v>
                </c:pt>
                <c:pt idx="12916">
                  <c:v>0.52874074074074073</c:v>
                </c:pt>
                <c:pt idx="12917">
                  <c:v>0.52874074074074073</c:v>
                </c:pt>
                <c:pt idx="12918">
                  <c:v>0.52874074074074073</c:v>
                </c:pt>
                <c:pt idx="12919">
                  <c:v>0.52888888888888885</c:v>
                </c:pt>
                <c:pt idx="12920">
                  <c:v>0.52888888888888885</c:v>
                </c:pt>
                <c:pt idx="12921">
                  <c:v>0.52903703703703708</c:v>
                </c:pt>
                <c:pt idx="12922">
                  <c:v>0.52903703703703708</c:v>
                </c:pt>
                <c:pt idx="12923">
                  <c:v>0.52903703703703708</c:v>
                </c:pt>
                <c:pt idx="12924">
                  <c:v>0.52903703703703708</c:v>
                </c:pt>
                <c:pt idx="12925">
                  <c:v>0.52903703703703708</c:v>
                </c:pt>
                <c:pt idx="12926">
                  <c:v>0.52903703703703708</c:v>
                </c:pt>
                <c:pt idx="12927">
                  <c:v>0.52903703703703708</c:v>
                </c:pt>
                <c:pt idx="12928">
                  <c:v>0.52903703703703708</c:v>
                </c:pt>
                <c:pt idx="12929">
                  <c:v>0.52903703703703708</c:v>
                </c:pt>
                <c:pt idx="12930">
                  <c:v>0.52903703703703708</c:v>
                </c:pt>
                <c:pt idx="12931">
                  <c:v>0.52903703703703708</c:v>
                </c:pt>
                <c:pt idx="12932">
                  <c:v>0.5291851851851852</c:v>
                </c:pt>
                <c:pt idx="12933">
                  <c:v>0.5291851851851852</c:v>
                </c:pt>
                <c:pt idx="12934">
                  <c:v>0.5291851851851852</c:v>
                </c:pt>
                <c:pt idx="12935">
                  <c:v>0.5291851851851852</c:v>
                </c:pt>
                <c:pt idx="12936">
                  <c:v>0.5291851851851852</c:v>
                </c:pt>
                <c:pt idx="12937">
                  <c:v>0.5291851851851852</c:v>
                </c:pt>
                <c:pt idx="12938">
                  <c:v>0.5291851851851852</c:v>
                </c:pt>
                <c:pt idx="12939">
                  <c:v>0.52933333333333332</c:v>
                </c:pt>
                <c:pt idx="12940">
                  <c:v>0.52933333333333332</c:v>
                </c:pt>
                <c:pt idx="12941">
                  <c:v>0.52933333333333332</c:v>
                </c:pt>
                <c:pt idx="12942">
                  <c:v>0.52933333333333332</c:v>
                </c:pt>
                <c:pt idx="12943">
                  <c:v>0.52948148148148144</c:v>
                </c:pt>
                <c:pt idx="12944">
                  <c:v>0.52948148148148144</c:v>
                </c:pt>
                <c:pt idx="12945">
                  <c:v>0.52948148148148144</c:v>
                </c:pt>
                <c:pt idx="12946">
                  <c:v>0.52962962962962967</c:v>
                </c:pt>
                <c:pt idx="12947">
                  <c:v>0.52962962962962967</c:v>
                </c:pt>
                <c:pt idx="12948">
                  <c:v>0.52977777777777779</c:v>
                </c:pt>
                <c:pt idx="12949">
                  <c:v>0.52977777777777779</c:v>
                </c:pt>
                <c:pt idx="12950">
                  <c:v>0.52977777777777779</c:v>
                </c:pt>
                <c:pt idx="12951">
                  <c:v>0.52977777777777779</c:v>
                </c:pt>
                <c:pt idx="12952">
                  <c:v>0.52992592592592591</c:v>
                </c:pt>
                <c:pt idx="12953">
                  <c:v>0.52992592592592591</c:v>
                </c:pt>
                <c:pt idx="12954">
                  <c:v>0.52992592592592591</c:v>
                </c:pt>
                <c:pt idx="12955">
                  <c:v>0.52992592592592591</c:v>
                </c:pt>
                <c:pt idx="12956">
                  <c:v>0.52992592592592591</c:v>
                </c:pt>
                <c:pt idx="12957">
                  <c:v>0.52992592592592591</c:v>
                </c:pt>
                <c:pt idx="12958">
                  <c:v>0.53007407407407403</c:v>
                </c:pt>
                <c:pt idx="12959">
                  <c:v>0.53007407407407403</c:v>
                </c:pt>
                <c:pt idx="12960">
                  <c:v>0.53007407407407403</c:v>
                </c:pt>
                <c:pt idx="12961">
                  <c:v>0.53007407407407403</c:v>
                </c:pt>
                <c:pt idx="12962">
                  <c:v>0.53022222222222226</c:v>
                </c:pt>
                <c:pt idx="12963">
                  <c:v>0.53037037037037038</c:v>
                </c:pt>
                <c:pt idx="12964">
                  <c:v>0.53037037037037038</c:v>
                </c:pt>
                <c:pt idx="12965">
                  <c:v>0.53037037037037038</c:v>
                </c:pt>
                <c:pt idx="12966">
                  <c:v>0.53037037037037038</c:v>
                </c:pt>
                <c:pt idx="12967">
                  <c:v>0.53037037037037038</c:v>
                </c:pt>
                <c:pt idx="12968">
                  <c:v>0.53037037037037038</c:v>
                </c:pt>
                <c:pt idx="12969">
                  <c:v>0.53037037037037038</c:v>
                </c:pt>
                <c:pt idx="12970">
                  <c:v>0.53037037037037038</c:v>
                </c:pt>
                <c:pt idx="12971">
                  <c:v>0.53037037037037038</c:v>
                </c:pt>
                <c:pt idx="12972">
                  <c:v>0.5305185185185185</c:v>
                </c:pt>
                <c:pt idx="12973">
                  <c:v>0.5305185185185185</c:v>
                </c:pt>
                <c:pt idx="12974">
                  <c:v>0.5305185185185185</c:v>
                </c:pt>
                <c:pt idx="12975">
                  <c:v>0.5305185185185185</c:v>
                </c:pt>
                <c:pt idx="12976">
                  <c:v>0.5305185185185185</c:v>
                </c:pt>
                <c:pt idx="12977">
                  <c:v>0.53066666666666662</c:v>
                </c:pt>
                <c:pt idx="12978">
                  <c:v>0.53066666666666662</c:v>
                </c:pt>
                <c:pt idx="12979">
                  <c:v>0.53066666666666662</c:v>
                </c:pt>
                <c:pt idx="12980">
                  <c:v>0.53066666666666662</c:v>
                </c:pt>
                <c:pt idx="12981">
                  <c:v>0.53081481481481485</c:v>
                </c:pt>
                <c:pt idx="12982">
                  <c:v>0.53081481481481485</c:v>
                </c:pt>
                <c:pt idx="12983">
                  <c:v>0.53081481481481485</c:v>
                </c:pt>
                <c:pt idx="12984">
                  <c:v>0.53081481481481485</c:v>
                </c:pt>
                <c:pt idx="12985">
                  <c:v>0.53081481481481485</c:v>
                </c:pt>
                <c:pt idx="12986">
                  <c:v>0.53081481481481485</c:v>
                </c:pt>
                <c:pt idx="12987">
                  <c:v>0.53081481481481485</c:v>
                </c:pt>
                <c:pt idx="12988">
                  <c:v>0.53096296296296297</c:v>
                </c:pt>
                <c:pt idx="12989">
                  <c:v>0.53111111111111109</c:v>
                </c:pt>
                <c:pt idx="12990">
                  <c:v>0.53111111111111109</c:v>
                </c:pt>
                <c:pt idx="12991">
                  <c:v>0.53111111111111109</c:v>
                </c:pt>
                <c:pt idx="12992">
                  <c:v>0.53111111111111109</c:v>
                </c:pt>
                <c:pt idx="12993">
                  <c:v>0.53125925925925921</c:v>
                </c:pt>
                <c:pt idx="12994">
                  <c:v>0.53125925925925921</c:v>
                </c:pt>
                <c:pt idx="12995">
                  <c:v>0.53140740740740744</c:v>
                </c:pt>
                <c:pt idx="12996">
                  <c:v>0.53140740740740744</c:v>
                </c:pt>
                <c:pt idx="12997">
                  <c:v>0.53155555555555556</c:v>
                </c:pt>
                <c:pt idx="12998">
                  <c:v>0.53155555555555556</c:v>
                </c:pt>
                <c:pt idx="12999">
                  <c:v>0.53170370370370368</c:v>
                </c:pt>
                <c:pt idx="13000">
                  <c:v>0.5318518518518518</c:v>
                </c:pt>
                <c:pt idx="13001">
                  <c:v>0.5318518518518518</c:v>
                </c:pt>
                <c:pt idx="13002">
                  <c:v>0.53200000000000003</c:v>
                </c:pt>
                <c:pt idx="13003">
                  <c:v>0.53200000000000003</c:v>
                </c:pt>
                <c:pt idx="13004">
                  <c:v>0.53214814814814815</c:v>
                </c:pt>
                <c:pt idx="13005">
                  <c:v>0.53214814814814815</c:v>
                </c:pt>
                <c:pt idx="13006">
                  <c:v>0.53214814814814815</c:v>
                </c:pt>
                <c:pt idx="13007">
                  <c:v>0.53214814814814815</c:v>
                </c:pt>
                <c:pt idx="13008">
                  <c:v>0.53214814814814815</c:v>
                </c:pt>
                <c:pt idx="13009">
                  <c:v>0.53214814814814815</c:v>
                </c:pt>
                <c:pt idx="13010">
                  <c:v>0.53214814814814815</c:v>
                </c:pt>
                <c:pt idx="13011">
                  <c:v>0.53229629629629627</c:v>
                </c:pt>
                <c:pt idx="13012">
                  <c:v>0.53229629629629627</c:v>
                </c:pt>
                <c:pt idx="13013">
                  <c:v>0.5324444444444445</c:v>
                </c:pt>
                <c:pt idx="13014">
                  <c:v>0.5324444444444445</c:v>
                </c:pt>
                <c:pt idx="13015">
                  <c:v>0.5324444444444445</c:v>
                </c:pt>
                <c:pt idx="13016">
                  <c:v>0.5324444444444445</c:v>
                </c:pt>
                <c:pt idx="13017">
                  <c:v>0.5324444444444445</c:v>
                </c:pt>
                <c:pt idx="13018">
                  <c:v>0.5324444444444445</c:v>
                </c:pt>
                <c:pt idx="13019">
                  <c:v>0.5324444444444445</c:v>
                </c:pt>
                <c:pt idx="13020">
                  <c:v>0.53259259259259262</c:v>
                </c:pt>
                <c:pt idx="13021">
                  <c:v>0.53259259259259262</c:v>
                </c:pt>
                <c:pt idx="13022">
                  <c:v>0.53259259259259262</c:v>
                </c:pt>
                <c:pt idx="13023">
                  <c:v>0.53259259259259262</c:v>
                </c:pt>
                <c:pt idx="13024">
                  <c:v>0.53259259259259262</c:v>
                </c:pt>
                <c:pt idx="13025">
                  <c:v>0.53274074074074074</c:v>
                </c:pt>
                <c:pt idx="13026">
                  <c:v>0.53288888888888886</c:v>
                </c:pt>
                <c:pt idx="13027">
                  <c:v>0.53288888888888886</c:v>
                </c:pt>
                <c:pt idx="13028">
                  <c:v>0.53288888888888886</c:v>
                </c:pt>
                <c:pt idx="13029">
                  <c:v>0.53288888888888886</c:v>
                </c:pt>
                <c:pt idx="13030">
                  <c:v>0.53288888888888886</c:v>
                </c:pt>
                <c:pt idx="13031">
                  <c:v>0.53288888888888886</c:v>
                </c:pt>
                <c:pt idx="13032">
                  <c:v>0.53288888888888886</c:v>
                </c:pt>
                <c:pt idx="13033">
                  <c:v>0.53288888888888886</c:v>
                </c:pt>
                <c:pt idx="13034">
                  <c:v>0.53303703703703709</c:v>
                </c:pt>
                <c:pt idx="13035">
                  <c:v>0.53303703703703709</c:v>
                </c:pt>
                <c:pt idx="13036">
                  <c:v>0.53303703703703709</c:v>
                </c:pt>
                <c:pt idx="13037">
                  <c:v>0.53303703703703709</c:v>
                </c:pt>
                <c:pt idx="13038">
                  <c:v>0.53318518518518521</c:v>
                </c:pt>
                <c:pt idx="13039">
                  <c:v>0.53318518518518521</c:v>
                </c:pt>
                <c:pt idx="13040">
                  <c:v>0.53333333333333333</c:v>
                </c:pt>
                <c:pt idx="13041">
                  <c:v>0.53333333333333333</c:v>
                </c:pt>
                <c:pt idx="13042">
                  <c:v>0.53333333333333333</c:v>
                </c:pt>
                <c:pt idx="13043">
                  <c:v>0.53333333333333333</c:v>
                </c:pt>
                <c:pt idx="13044">
                  <c:v>0.53333333333333333</c:v>
                </c:pt>
                <c:pt idx="13045">
                  <c:v>0.53348148148148145</c:v>
                </c:pt>
                <c:pt idx="13046">
                  <c:v>0.53348148148148145</c:v>
                </c:pt>
                <c:pt idx="13047">
                  <c:v>0.53348148148148145</c:v>
                </c:pt>
                <c:pt idx="13048">
                  <c:v>0.53348148148148145</c:v>
                </c:pt>
                <c:pt idx="13049">
                  <c:v>0.53348148148148145</c:v>
                </c:pt>
                <c:pt idx="13050">
                  <c:v>0.53348148148148145</c:v>
                </c:pt>
                <c:pt idx="13051">
                  <c:v>0.53362962962962968</c:v>
                </c:pt>
                <c:pt idx="13052">
                  <c:v>0.53362962962962968</c:v>
                </c:pt>
                <c:pt idx="13053">
                  <c:v>0.53362962962962968</c:v>
                </c:pt>
                <c:pt idx="13054">
                  <c:v>0.53362962962962968</c:v>
                </c:pt>
                <c:pt idx="13055">
                  <c:v>0.53362962962962968</c:v>
                </c:pt>
                <c:pt idx="13056">
                  <c:v>0.53362962962962968</c:v>
                </c:pt>
                <c:pt idx="13057">
                  <c:v>0.5337777777777778</c:v>
                </c:pt>
                <c:pt idx="13058">
                  <c:v>0.53392592592592591</c:v>
                </c:pt>
                <c:pt idx="13059">
                  <c:v>0.53392592592592591</c:v>
                </c:pt>
                <c:pt idx="13060">
                  <c:v>0.53392592592592591</c:v>
                </c:pt>
                <c:pt idx="13061">
                  <c:v>0.53407407407407403</c:v>
                </c:pt>
                <c:pt idx="13062">
                  <c:v>0.53407407407407403</c:v>
                </c:pt>
                <c:pt idx="13063">
                  <c:v>0.53422222222222226</c:v>
                </c:pt>
                <c:pt idx="13064">
                  <c:v>0.53422222222222226</c:v>
                </c:pt>
                <c:pt idx="13065">
                  <c:v>0.53422222222222226</c:v>
                </c:pt>
                <c:pt idx="13066">
                  <c:v>0.53422222222222226</c:v>
                </c:pt>
                <c:pt idx="13067">
                  <c:v>0.53422222222222226</c:v>
                </c:pt>
                <c:pt idx="13068">
                  <c:v>0.53422222222222226</c:v>
                </c:pt>
                <c:pt idx="13069">
                  <c:v>0.53422222222222226</c:v>
                </c:pt>
                <c:pt idx="13070">
                  <c:v>0.53422222222222226</c:v>
                </c:pt>
                <c:pt idx="13071">
                  <c:v>0.53422222222222226</c:v>
                </c:pt>
                <c:pt idx="13072">
                  <c:v>0.53437037037037038</c:v>
                </c:pt>
                <c:pt idx="13073">
                  <c:v>0.5345185185185185</c:v>
                </c:pt>
                <c:pt idx="13074">
                  <c:v>0.5345185185185185</c:v>
                </c:pt>
                <c:pt idx="13075">
                  <c:v>0.53466666666666662</c:v>
                </c:pt>
                <c:pt idx="13076">
                  <c:v>0.53481481481481485</c:v>
                </c:pt>
                <c:pt idx="13077">
                  <c:v>0.53481481481481485</c:v>
                </c:pt>
                <c:pt idx="13078">
                  <c:v>0.53481481481481485</c:v>
                </c:pt>
                <c:pt idx="13079">
                  <c:v>0.53481481481481485</c:v>
                </c:pt>
                <c:pt idx="13080">
                  <c:v>0.53496296296296297</c:v>
                </c:pt>
                <c:pt idx="13081">
                  <c:v>0.53496296296296297</c:v>
                </c:pt>
                <c:pt idx="13082">
                  <c:v>0.53496296296296297</c:v>
                </c:pt>
                <c:pt idx="13083">
                  <c:v>0.53496296296296297</c:v>
                </c:pt>
                <c:pt idx="13084">
                  <c:v>0.53496296296296297</c:v>
                </c:pt>
                <c:pt idx="13085">
                  <c:v>0.53496296296296297</c:v>
                </c:pt>
                <c:pt idx="13086">
                  <c:v>0.53511111111111109</c:v>
                </c:pt>
                <c:pt idx="13087">
                  <c:v>0.53511111111111109</c:v>
                </c:pt>
                <c:pt idx="13088">
                  <c:v>0.53511111111111109</c:v>
                </c:pt>
                <c:pt idx="13089">
                  <c:v>0.53511111111111109</c:v>
                </c:pt>
                <c:pt idx="13090">
                  <c:v>0.53511111111111109</c:v>
                </c:pt>
                <c:pt idx="13091">
                  <c:v>0.53525925925925921</c:v>
                </c:pt>
                <c:pt idx="13092">
                  <c:v>0.53540740740740744</c:v>
                </c:pt>
                <c:pt idx="13093">
                  <c:v>0.53540740740740744</c:v>
                </c:pt>
                <c:pt idx="13094">
                  <c:v>0.53540740740740744</c:v>
                </c:pt>
                <c:pt idx="13095">
                  <c:v>0.53540740740740744</c:v>
                </c:pt>
                <c:pt idx="13096">
                  <c:v>0.53555555555555556</c:v>
                </c:pt>
                <c:pt idx="13097">
                  <c:v>0.53555555555555556</c:v>
                </c:pt>
                <c:pt idx="13098">
                  <c:v>0.53555555555555556</c:v>
                </c:pt>
                <c:pt idx="13099">
                  <c:v>0.53570370370370368</c:v>
                </c:pt>
                <c:pt idx="13100">
                  <c:v>0.53570370370370368</c:v>
                </c:pt>
                <c:pt idx="13101">
                  <c:v>0.53570370370370368</c:v>
                </c:pt>
                <c:pt idx="13102">
                  <c:v>0.5358518518518518</c:v>
                </c:pt>
                <c:pt idx="13103">
                  <c:v>0.5358518518518518</c:v>
                </c:pt>
                <c:pt idx="13104">
                  <c:v>0.5358518518518518</c:v>
                </c:pt>
                <c:pt idx="13105">
                  <c:v>0.5358518518518518</c:v>
                </c:pt>
                <c:pt idx="13106">
                  <c:v>0.5358518518518518</c:v>
                </c:pt>
                <c:pt idx="13107">
                  <c:v>0.5358518518518518</c:v>
                </c:pt>
                <c:pt idx="13108">
                  <c:v>0.5358518518518518</c:v>
                </c:pt>
                <c:pt idx="13109">
                  <c:v>0.5358518518518518</c:v>
                </c:pt>
                <c:pt idx="13110">
                  <c:v>0.53600000000000003</c:v>
                </c:pt>
                <c:pt idx="13111">
                  <c:v>0.53600000000000003</c:v>
                </c:pt>
                <c:pt idx="13112">
                  <c:v>0.53600000000000003</c:v>
                </c:pt>
                <c:pt idx="13113">
                  <c:v>0.53614814814814815</c:v>
                </c:pt>
                <c:pt idx="13114">
                  <c:v>0.53629629629629627</c:v>
                </c:pt>
                <c:pt idx="13115">
                  <c:v>0.53629629629629627</c:v>
                </c:pt>
                <c:pt idx="13116">
                  <c:v>0.53644444444444439</c:v>
                </c:pt>
                <c:pt idx="13117">
                  <c:v>0.53644444444444439</c:v>
                </c:pt>
                <c:pt idx="13118">
                  <c:v>0.53644444444444439</c:v>
                </c:pt>
                <c:pt idx="13119">
                  <c:v>0.53644444444444439</c:v>
                </c:pt>
                <c:pt idx="13120">
                  <c:v>0.53644444444444439</c:v>
                </c:pt>
                <c:pt idx="13121">
                  <c:v>0.53644444444444439</c:v>
                </c:pt>
                <c:pt idx="13122">
                  <c:v>0.53644444444444439</c:v>
                </c:pt>
                <c:pt idx="13123">
                  <c:v>0.53659259259259262</c:v>
                </c:pt>
                <c:pt idx="13124">
                  <c:v>0.53659259259259262</c:v>
                </c:pt>
                <c:pt idx="13125">
                  <c:v>0.53674074074074074</c:v>
                </c:pt>
                <c:pt idx="13126">
                  <c:v>0.53674074074074074</c:v>
                </c:pt>
                <c:pt idx="13127">
                  <c:v>0.53674074074074074</c:v>
                </c:pt>
                <c:pt idx="13128">
                  <c:v>0.53688888888888886</c:v>
                </c:pt>
                <c:pt idx="13129">
                  <c:v>0.53688888888888886</c:v>
                </c:pt>
                <c:pt idx="13130">
                  <c:v>0.53688888888888886</c:v>
                </c:pt>
                <c:pt idx="13131">
                  <c:v>0.53688888888888886</c:v>
                </c:pt>
                <c:pt idx="13132">
                  <c:v>0.53688888888888886</c:v>
                </c:pt>
                <c:pt idx="13133">
                  <c:v>0.53688888888888886</c:v>
                </c:pt>
                <c:pt idx="13134">
                  <c:v>0.53703703703703709</c:v>
                </c:pt>
                <c:pt idx="13135">
                  <c:v>0.53703703703703709</c:v>
                </c:pt>
                <c:pt idx="13136">
                  <c:v>0.53703703703703709</c:v>
                </c:pt>
                <c:pt idx="13137">
                  <c:v>0.53718518518518521</c:v>
                </c:pt>
                <c:pt idx="13138">
                  <c:v>0.53733333333333333</c:v>
                </c:pt>
                <c:pt idx="13139">
                  <c:v>0.53733333333333333</c:v>
                </c:pt>
                <c:pt idx="13140">
                  <c:v>0.53733333333333333</c:v>
                </c:pt>
                <c:pt idx="13141">
                  <c:v>0.53733333333333333</c:v>
                </c:pt>
                <c:pt idx="13142">
                  <c:v>0.53733333333333333</c:v>
                </c:pt>
                <c:pt idx="13143">
                  <c:v>0.53748148148148145</c:v>
                </c:pt>
                <c:pt idx="13144">
                  <c:v>0.53762962962962968</c:v>
                </c:pt>
                <c:pt idx="13145">
                  <c:v>0.53762962962962968</c:v>
                </c:pt>
                <c:pt idx="13146">
                  <c:v>0.53762962962962968</c:v>
                </c:pt>
                <c:pt idx="13147">
                  <c:v>0.53762962962962968</c:v>
                </c:pt>
                <c:pt idx="13148">
                  <c:v>0.53762962962962968</c:v>
                </c:pt>
                <c:pt idx="13149">
                  <c:v>0.53762962962962968</c:v>
                </c:pt>
                <c:pt idx="13150">
                  <c:v>0.53762962962962968</c:v>
                </c:pt>
                <c:pt idx="13151">
                  <c:v>0.53762962962962968</c:v>
                </c:pt>
                <c:pt idx="13152">
                  <c:v>0.5377777777777778</c:v>
                </c:pt>
                <c:pt idx="13153">
                  <c:v>0.5377777777777778</c:v>
                </c:pt>
                <c:pt idx="13154">
                  <c:v>0.5377777777777778</c:v>
                </c:pt>
                <c:pt idx="13155">
                  <c:v>0.5377777777777778</c:v>
                </c:pt>
                <c:pt idx="13156">
                  <c:v>0.5377777777777778</c:v>
                </c:pt>
                <c:pt idx="13157">
                  <c:v>0.5377777777777778</c:v>
                </c:pt>
                <c:pt idx="13158">
                  <c:v>0.5377777777777778</c:v>
                </c:pt>
                <c:pt idx="13159">
                  <c:v>0.5377777777777778</c:v>
                </c:pt>
                <c:pt idx="13160">
                  <c:v>0.5377777777777778</c:v>
                </c:pt>
                <c:pt idx="13161">
                  <c:v>0.5377777777777778</c:v>
                </c:pt>
                <c:pt idx="13162">
                  <c:v>0.5377777777777778</c:v>
                </c:pt>
                <c:pt idx="13163">
                  <c:v>0.5377777777777778</c:v>
                </c:pt>
                <c:pt idx="13164">
                  <c:v>0.5377777777777778</c:v>
                </c:pt>
                <c:pt idx="13165">
                  <c:v>0.5377777777777778</c:v>
                </c:pt>
                <c:pt idx="13166">
                  <c:v>0.5377777777777778</c:v>
                </c:pt>
                <c:pt idx="13167">
                  <c:v>0.53792592592592592</c:v>
                </c:pt>
                <c:pt idx="13168">
                  <c:v>0.53792592592592592</c:v>
                </c:pt>
                <c:pt idx="13169">
                  <c:v>0.53792592592592592</c:v>
                </c:pt>
                <c:pt idx="13170">
                  <c:v>0.53807407407407404</c:v>
                </c:pt>
                <c:pt idx="13171">
                  <c:v>0.53822222222222227</c:v>
                </c:pt>
                <c:pt idx="13172">
                  <c:v>0.53837037037037039</c:v>
                </c:pt>
                <c:pt idx="13173">
                  <c:v>0.53837037037037039</c:v>
                </c:pt>
                <c:pt idx="13174">
                  <c:v>0.53837037037037039</c:v>
                </c:pt>
                <c:pt idx="13175">
                  <c:v>0.53837037037037039</c:v>
                </c:pt>
                <c:pt idx="13176">
                  <c:v>0.53837037037037039</c:v>
                </c:pt>
                <c:pt idx="13177">
                  <c:v>0.53837037037037039</c:v>
                </c:pt>
                <c:pt idx="13178">
                  <c:v>0.53837037037037039</c:v>
                </c:pt>
                <c:pt idx="13179">
                  <c:v>0.53837037037037039</c:v>
                </c:pt>
                <c:pt idx="13180">
                  <c:v>0.53837037037037039</c:v>
                </c:pt>
                <c:pt idx="13181">
                  <c:v>0.53851851851851851</c:v>
                </c:pt>
                <c:pt idx="13182">
                  <c:v>0.53851851851851851</c:v>
                </c:pt>
                <c:pt idx="13183">
                  <c:v>0.53851851851851851</c:v>
                </c:pt>
                <c:pt idx="13184">
                  <c:v>0.53851851851851851</c:v>
                </c:pt>
                <c:pt idx="13185">
                  <c:v>0.53851851851851851</c:v>
                </c:pt>
                <c:pt idx="13186">
                  <c:v>0.53851851851851851</c:v>
                </c:pt>
                <c:pt idx="13187">
                  <c:v>0.53851851851851851</c:v>
                </c:pt>
                <c:pt idx="13188">
                  <c:v>0.53851851851851851</c:v>
                </c:pt>
                <c:pt idx="13189">
                  <c:v>0.53851851851851851</c:v>
                </c:pt>
                <c:pt idx="13190">
                  <c:v>0.53851851851851851</c:v>
                </c:pt>
                <c:pt idx="13191">
                  <c:v>0.53866666666666663</c:v>
                </c:pt>
                <c:pt idx="13192">
                  <c:v>0.53866666666666663</c:v>
                </c:pt>
                <c:pt idx="13193">
                  <c:v>0.53866666666666663</c:v>
                </c:pt>
                <c:pt idx="13194">
                  <c:v>0.53866666666666663</c:v>
                </c:pt>
                <c:pt idx="13195">
                  <c:v>0.53866666666666663</c:v>
                </c:pt>
                <c:pt idx="13196">
                  <c:v>0.53866666666666663</c:v>
                </c:pt>
                <c:pt idx="13197">
                  <c:v>0.53866666666666663</c:v>
                </c:pt>
                <c:pt idx="13198">
                  <c:v>0.53866666666666663</c:v>
                </c:pt>
                <c:pt idx="13199">
                  <c:v>0.53866666666666663</c:v>
                </c:pt>
                <c:pt idx="13200">
                  <c:v>0.53866666666666663</c:v>
                </c:pt>
                <c:pt idx="13201">
                  <c:v>0.53866666666666663</c:v>
                </c:pt>
                <c:pt idx="13202">
                  <c:v>0.53866666666666663</c:v>
                </c:pt>
                <c:pt idx="13203">
                  <c:v>0.53866666666666663</c:v>
                </c:pt>
                <c:pt idx="13204">
                  <c:v>0.53866666666666663</c:v>
                </c:pt>
                <c:pt idx="13205">
                  <c:v>0.53866666666666663</c:v>
                </c:pt>
                <c:pt idx="13206">
                  <c:v>0.53881481481481486</c:v>
                </c:pt>
                <c:pt idx="13207">
                  <c:v>0.53881481481481486</c:v>
                </c:pt>
                <c:pt idx="13208">
                  <c:v>0.53881481481481486</c:v>
                </c:pt>
                <c:pt idx="13209">
                  <c:v>0.53881481481481486</c:v>
                </c:pt>
                <c:pt idx="13210">
                  <c:v>0.53881481481481486</c:v>
                </c:pt>
                <c:pt idx="13211">
                  <c:v>0.53881481481481486</c:v>
                </c:pt>
                <c:pt idx="13212">
                  <c:v>0.53881481481481486</c:v>
                </c:pt>
                <c:pt idx="13213">
                  <c:v>0.53881481481481486</c:v>
                </c:pt>
                <c:pt idx="13214">
                  <c:v>0.53881481481481486</c:v>
                </c:pt>
                <c:pt idx="13215">
                  <c:v>0.53881481481481486</c:v>
                </c:pt>
                <c:pt idx="13216">
                  <c:v>0.53896296296296298</c:v>
                </c:pt>
                <c:pt idx="13217">
                  <c:v>0.53896296296296298</c:v>
                </c:pt>
                <c:pt idx="13218">
                  <c:v>0.53896296296296298</c:v>
                </c:pt>
                <c:pt idx="13219">
                  <c:v>0.53896296296296298</c:v>
                </c:pt>
                <c:pt idx="13220">
                  <c:v>0.5391111111111111</c:v>
                </c:pt>
                <c:pt idx="13221">
                  <c:v>0.5391111111111111</c:v>
                </c:pt>
                <c:pt idx="13222">
                  <c:v>0.5391111111111111</c:v>
                </c:pt>
                <c:pt idx="13223">
                  <c:v>0.5391111111111111</c:v>
                </c:pt>
                <c:pt idx="13224">
                  <c:v>0.5391111111111111</c:v>
                </c:pt>
                <c:pt idx="13225">
                  <c:v>0.53925925925925922</c:v>
                </c:pt>
                <c:pt idx="13226">
                  <c:v>0.53925925925925922</c:v>
                </c:pt>
                <c:pt idx="13227">
                  <c:v>0.53925925925925922</c:v>
                </c:pt>
                <c:pt idx="13228">
                  <c:v>0.53925925925925922</c:v>
                </c:pt>
                <c:pt idx="13229">
                  <c:v>0.53925925925925922</c:v>
                </c:pt>
                <c:pt idx="13230">
                  <c:v>0.53925925925925922</c:v>
                </c:pt>
                <c:pt idx="13231">
                  <c:v>0.53925925925925922</c:v>
                </c:pt>
                <c:pt idx="13232">
                  <c:v>0.53925925925925922</c:v>
                </c:pt>
                <c:pt idx="13233">
                  <c:v>0.53925925925925922</c:v>
                </c:pt>
                <c:pt idx="13234">
                  <c:v>0.53925925925925922</c:v>
                </c:pt>
                <c:pt idx="13235">
                  <c:v>0.53925925925925922</c:v>
                </c:pt>
                <c:pt idx="13236">
                  <c:v>0.53925925925925922</c:v>
                </c:pt>
                <c:pt idx="13237">
                  <c:v>0.53925925925925922</c:v>
                </c:pt>
                <c:pt idx="13238">
                  <c:v>0.53925925925925922</c:v>
                </c:pt>
                <c:pt idx="13239">
                  <c:v>0.53925925925925922</c:v>
                </c:pt>
                <c:pt idx="13240">
                  <c:v>0.53925925925925922</c:v>
                </c:pt>
                <c:pt idx="13241">
                  <c:v>0.53925925925925922</c:v>
                </c:pt>
                <c:pt idx="13242">
                  <c:v>0.53925925925925922</c:v>
                </c:pt>
                <c:pt idx="13243">
                  <c:v>0.53925925925925922</c:v>
                </c:pt>
                <c:pt idx="13244">
                  <c:v>0.53925925925925922</c:v>
                </c:pt>
                <c:pt idx="13245">
                  <c:v>0.53925925925925922</c:v>
                </c:pt>
                <c:pt idx="13246">
                  <c:v>0.53925925925925922</c:v>
                </c:pt>
                <c:pt idx="13247">
                  <c:v>0.53940740740740745</c:v>
                </c:pt>
                <c:pt idx="13248">
                  <c:v>0.53940740740740745</c:v>
                </c:pt>
                <c:pt idx="13249">
                  <c:v>0.53940740740740745</c:v>
                </c:pt>
                <c:pt idx="13250">
                  <c:v>0.53940740740740745</c:v>
                </c:pt>
                <c:pt idx="13251">
                  <c:v>0.53940740740740745</c:v>
                </c:pt>
                <c:pt idx="13252">
                  <c:v>0.53940740740740745</c:v>
                </c:pt>
                <c:pt idx="13253">
                  <c:v>0.53940740740740745</c:v>
                </c:pt>
                <c:pt idx="13254">
                  <c:v>0.53940740740740745</c:v>
                </c:pt>
                <c:pt idx="13255">
                  <c:v>0.53940740740740745</c:v>
                </c:pt>
                <c:pt idx="13256">
                  <c:v>0.53940740740740745</c:v>
                </c:pt>
                <c:pt idx="13257">
                  <c:v>0.53955555555555557</c:v>
                </c:pt>
                <c:pt idx="13258">
                  <c:v>0.53970370370370369</c:v>
                </c:pt>
                <c:pt idx="13259">
                  <c:v>0.53970370370370369</c:v>
                </c:pt>
                <c:pt idx="13260">
                  <c:v>0.53985185185185181</c:v>
                </c:pt>
                <c:pt idx="13261">
                  <c:v>0.53985185185185181</c:v>
                </c:pt>
                <c:pt idx="13262">
                  <c:v>0.54</c:v>
                </c:pt>
                <c:pt idx="13263">
                  <c:v>0.54</c:v>
                </c:pt>
                <c:pt idx="13264">
                  <c:v>0.54014814814814816</c:v>
                </c:pt>
                <c:pt idx="13265">
                  <c:v>0.54014814814814816</c:v>
                </c:pt>
                <c:pt idx="13266">
                  <c:v>0.54014814814814816</c:v>
                </c:pt>
                <c:pt idx="13267">
                  <c:v>0.54014814814814816</c:v>
                </c:pt>
                <c:pt idx="13268">
                  <c:v>0.54029629629629627</c:v>
                </c:pt>
                <c:pt idx="13269">
                  <c:v>0.54029629629629627</c:v>
                </c:pt>
                <c:pt idx="13270">
                  <c:v>0.54029629629629627</c:v>
                </c:pt>
                <c:pt idx="13271">
                  <c:v>0.54029629629629627</c:v>
                </c:pt>
                <c:pt idx="13272">
                  <c:v>0.54029629629629627</c:v>
                </c:pt>
                <c:pt idx="13273">
                  <c:v>0.54029629629629627</c:v>
                </c:pt>
                <c:pt idx="13274">
                  <c:v>0.54029629629629627</c:v>
                </c:pt>
                <c:pt idx="13275">
                  <c:v>0.54029629629629627</c:v>
                </c:pt>
                <c:pt idx="13276">
                  <c:v>0.54029629629629627</c:v>
                </c:pt>
                <c:pt idx="13277">
                  <c:v>0.54029629629629627</c:v>
                </c:pt>
                <c:pt idx="13278">
                  <c:v>0.54029629629629627</c:v>
                </c:pt>
                <c:pt idx="13279">
                  <c:v>0.54029629629629627</c:v>
                </c:pt>
                <c:pt idx="13280">
                  <c:v>0.54029629629629627</c:v>
                </c:pt>
                <c:pt idx="13281">
                  <c:v>0.54029629629629627</c:v>
                </c:pt>
                <c:pt idx="13282">
                  <c:v>0.54029629629629627</c:v>
                </c:pt>
                <c:pt idx="13283">
                  <c:v>0.54029629629629627</c:v>
                </c:pt>
                <c:pt idx="13284">
                  <c:v>0.54029629629629627</c:v>
                </c:pt>
                <c:pt idx="13285">
                  <c:v>0.54029629629629627</c:v>
                </c:pt>
                <c:pt idx="13286">
                  <c:v>0.54029629629629627</c:v>
                </c:pt>
                <c:pt idx="13287">
                  <c:v>0.54044444444444439</c:v>
                </c:pt>
                <c:pt idx="13288">
                  <c:v>0.54044444444444439</c:v>
                </c:pt>
                <c:pt idx="13289">
                  <c:v>0.54059259259259262</c:v>
                </c:pt>
                <c:pt idx="13290">
                  <c:v>0.54074074074074074</c:v>
                </c:pt>
                <c:pt idx="13291">
                  <c:v>0.54074074074074074</c:v>
                </c:pt>
                <c:pt idx="13292">
                  <c:v>0.54074074074074074</c:v>
                </c:pt>
                <c:pt idx="13293">
                  <c:v>0.54074074074074074</c:v>
                </c:pt>
                <c:pt idx="13294">
                  <c:v>0.54074074074074074</c:v>
                </c:pt>
                <c:pt idx="13295">
                  <c:v>0.54088888888888886</c:v>
                </c:pt>
                <c:pt idx="13296">
                  <c:v>0.54088888888888886</c:v>
                </c:pt>
                <c:pt idx="13297">
                  <c:v>0.54103703703703698</c:v>
                </c:pt>
                <c:pt idx="13298">
                  <c:v>0.54103703703703698</c:v>
                </c:pt>
                <c:pt idx="13299">
                  <c:v>0.54103703703703698</c:v>
                </c:pt>
                <c:pt idx="13300">
                  <c:v>0.54103703703703698</c:v>
                </c:pt>
                <c:pt idx="13301">
                  <c:v>0.54103703703703698</c:v>
                </c:pt>
                <c:pt idx="13302">
                  <c:v>0.54103703703703698</c:v>
                </c:pt>
                <c:pt idx="13303">
                  <c:v>0.54103703703703698</c:v>
                </c:pt>
                <c:pt idx="13304">
                  <c:v>0.54103703703703698</c:v>
                </c:pt>
                <c:pt idx="13305">
                  <c:v>0.54103703703703698</c:v>
                </c:pt>
                <c:pt idx="13306">
                  <c:v>0.54118518518518521</c:v>
                </c:pt>
                <c:pt idx="13307">
                  <c:v>0.54133333333333333</c:v>
                </c:pt>
                <c:pt idx="13308">
                  <c:v>0.54133333333333333</c:v>
                </c:pt>
                <c:pt idx="13309">
                  <c:v>0.54133333333333333</c:v>
                </c:pt>
                <c:pt idx="13310">
                  <c:v>0.54133333333333333</c:v>
                </c:pt>
                <c:pt idx="13311">
                  <c:v>0.54133333333333333</c:v>
                </c:pt>
                <c:pt idx="13312">
                  <c:v>0.54133333333333333</c:v>
                </c:pt>
                <c:pt idx="13313">
                  <c:v>0.54133333333333333</c:v>
                </c:pt>
                <c:pt idx="13314">
                  <c:v>0.54133333333333333</c:v>
                </c:pt>
                <c:pt idx="13315">
                  <c:v>0.54133333333333333</c:v>
                </c:pt>
                <c:pt idx="13316">
                  <c:v>0.54133333333333333</c:v>
                </c:pt>
                <c:pt idx="13317">
                  <c:v>0.54133333333333333</c:v>
                </c:pt>
                <c:pt idx="13318">
                  <c:v>0.54133333333333333</c:v>
                </c:pt>
                <c:pt idx="13319">
                  <c:v>0.54148148148148145</c:v>
                </c:pt>
                <c:pt idx="13320">
                  <c:v>0.54148148148148145</c:v>
                </c:pt>
                <c:pt idx="13321">
                  <c:v>0.54148148148148145</c:v>
                </c:pt>
                <c:pt idx="13322">
                  <c:v>0.54148148148148145</c:v>
                </c:pt>
                <c:pt idx="13323">
                  <c:v>0.54162962962962968</c:v>
                </c:pt>
                <c:pt idx="13324">
                  <c:v>0.5417777777777778</c:v>
                </c:pt>
                <c:pt idx="13325">
                  <c:v>0.5417777777777778</c:v>
                </c:pt>
                <c:pt idx="13326">
                  <c:v>0.5417777777777778</c:v>
                </c:pt>
                <c:pt idx="13327">
                  <c:v>0.5417777777777778</c:v>
                </c:pt>
                <c:pt idx="13328">
                  <c:v>0.5417777777777778</c:v>
                </c:pt>
                <c:pt idx="13329">
                  <c:v>0.5417777777777778</c:v>
                </c:pt>
                <c:pt idx="13330">
                  <c:v>0.5417777777777778</c:v>
                </c:pt>
                <c:pt idx="13331">
                  <c:v>0.5417777777777778</c:v>
                </c:pt>
                <c:pt idx="13332">
                  <c:v>0.5417777777777778</c:v>
                </c:pt>
                <c:pt idx="13333">
                  <c:v>0.5417777777777778</c:v>
                </c:pt>
                <c:pt idx="13334">
                  <c:v>0.54192592592592592</c:v>
                </c:pt>
                <c:pt idx="13335">
                  <c:v>0.54192592592592592</c:v>
                </c:pt>
                <c:pt idx="13336">
                  <c:v>0.54192592592592592</c:v>
                </c:pt>
                <c:pt idx="13337">
                  <c:v>0.54192592592592592</c:v>
                </c:pt>
                <c:pt idx="13338">
                  <c:v>0.54192592592592592</c:v>
                </c:pt>
                <c:pt idx="13339">
                  <c:v>0.54207407407407404</c:v>
                </c:pt>
                <c:pt idx="13340">
                  <c:v>0.54207407407407404</c:v>
                </c:pt>
                <c:pt idx="13341">
                  <c:v>0.54207407407407404</c:v>
                </c:pt>
                <c:pt idx="13342">
                  <c:v>0.54207407407407404</c:v>
                </c:pt>
                <c:pt idx="13343">
                  <c:v>0.54207407407407404</c:v>
                </c:pt>
                <c:pt idx="13344">
                  <c:v>0.54222222222222227</c:v>
                </c:pt>
                <c:pt idx="13345">
                  <c:v>0.54237037037037039</c:v>
                </c:pt>
                <c:pt idx="13346">
                  <c:v>0.54237037037037039</c:v>
                </c:pt>
                <c:pt idx="13347">
                  <c:v>0.54251851851851851</c:v>
                </c:pt>
                <c:pt idx="13348">
                  <c:v>0.54266666666666663</c:v>
                </c:pt>
                <c:pt idx="13349">
                  <c:v>0.54266666666666663</c:v>
                </c:pt>
                <c:pt idx="13350">
                  <c:v>0.54281481481481486</c:v>
                </c:pt>
                <c:pt idx="13351">
                  <c:v>0.54281481481481486</c:v>
                </c:pt>
                <c:pt idx="13352">
                  <c:v>0.54281481481481486</c:v>
                </c:pt>
                <c:pt idx="13353">
                  <c:v>0.54281481481481486</c:v>
                </c:pt>
                <c:pt idx="13354">
                  <c:v>0.54281481481481486</c:v>
                </c:pt>
                <c:pt idx="13355">
                  <c:v>0.54281481481481486</c:v>
                </c:pt>
                <c:pt idx="13356">
                  <c:v>0.54281481481481486</c:v>
                </c:pt>
                <c:pt idx="13357">
                  <c:v>0.54296296296296298</c:v>
                </c:pt>
                <c:pt idx="13358">
                  <c:v>0.54296296296296298</c:v>
                </c:pt>
                <c:pt idx="13359">
                  <c:v>0.54296296296296298</c:v>
                </c:pt>
                <c:pt idx="13360">
                  <c:v>0.5431111111111111</c:v>
                </c:pt>
                <c:pt idx="13361">
                  <c:v>0.5431111111111111</c:v>
                </c:pt>
                <c:pt idx="13362">
                  <c:v>0.54325925925925922</c:v>
                </c:pt>
                <c:pt idx="13363">
                  <c:v>0.54325925925925922</c:v>
                </c:pt>
                <c:pt idx="13364">
                  <c:v>0.54325925925925922</c:v>
                </c:pt>
                <c:pt idx="13365">
                  <c:v>0.54340740740740745</c:v>
                </c:pt>
                <c:pt idx="13366">
                  <c:v>0.54355555555555557</c:v>
                </c:pt>
                <c:pt idx="13367">
                  <c:v>0.54370370370370369</c:v>
                </c:pt>
                <c:pt idx="13368">
                  <c:v>0.54370370370370369</c:v>
                </c:pt>
                <c:pt idx="13369">
                  <c:v>0.54370370370370369</c:v>
                </c:pt>
                <c:pt idx="13370">
                  <c:v>0.54370370370370369</c:v>
                </c:pt>
                <c:pt idx="13371">
                  <c:v>0.54370370370370369</c:v>
                </c:pt>
                <c:pt idx="13372">
                  <c:v>0.54370370370370369</c:v>
                </c:pt>
                <c:pt idx="13373">
                  <c:v>0.54385185185185181</c:v>
                </c:pt>
                <c:pt idx="13374">
                  <c:v>0.54385185185185181</c:v>
                </c:pt>
                <c:pt idx="13375">
                  <c:v>0.54385185185185181</c:v>
                </c:pt>
                <c:pt idx="13376">
                  <c:v>0.54385185185185181</c:v>
                </c:pt>
                <c:pt idx="13377">
                  <c:v>0.54385185185185181</c:v>
                </c:pt>
                <c:pt idx="13378">
                  <c:v>0.54385185185185181</c:v>
                </c:pt>
                <c:pt idx="13379">
                  <c:v>0.54385185185185181</c:v>
                </c:pt>
                <c:pt idx="13380">
                  <c:v>0.54385185185185181</c:v>
                </c:pt>
                <c:pt idx="13381">
                  <c:v>0.54385185185185181</c:v>
                </c:pt>
                <c:pt idx="13382">
                  <c:v>0.54400000000000004</c:v>
                </c:pt>
                <c:pt idx="13383">
                  <c:v>0.54400000000000004</c:v>
                </c:pt>
                <c:pt idx="13384">
                  <c:v>0.54400000000000004</c:v>
                </c:pt>
                <c:pt idx="13385">
                  <c:v>0.54414814814814816</c:v>
                </c:pt>
                <c:pt idx="13386">
                  <c:v>0.54414814814814816</c:v>
                </c:pt>
                <c:pt idx="13387">
                  <c:v>0.54414814814814816</c:v>
                </c:pt>
                <c:pt idx="13388">
                  <c:v>0.54429629629629628</c:v>
                </c:pt>
                <c:pt idx="13389">
                  <c:v>0.5444444444444444</c:v>
                </c:pt>
                <c:pt idx="13390">
                  <c:v>0.5444444444444444</c:v>
                </c:pt>
                <c:pt idx="13391">
                  <c:v>0.5444444444444444</c:v>
                </c:pt>
                <c:pt idx="13392">
                  <c:v>0.5444444444444444</c:v>
                </c:pt>
                <c:pt idx="13393">
                  <c:v>0.5444444444444444</c:v>
                </c:pt>
                <c:pt idx="13394">
                  <c:v>0.5444444444444444</c:v>
                </c:pt>
                <c:pt idx="13395">
                  <c:v>0.5444444444444444</c:v>
                </c:pt>
                <c:pt idx="13396">
                  <c:v>0.5444444444444444</c:v>
                </c:pt>
                <c:pt idx="13397">
                  <c:v>0.54459259259259263</c:v>
                </c:pt>
                <c:pt idx="13398">
                  <c:v>0.54459259259259263</c:v>
                </c:pt>
                <c:pt idx="13399">
                  <c:v>0.54459259259259263</c:v>
                </c:pt>
                <c:pt idx="13400">
                  <c:v>0.54459259259259263</c:v>
                </c:pt>
                <c:pt idx="13401">
                  <c:v>0.54459259259259263</c:v>
                </c:pt>
                <c:pt idx="13402">
                  <c:v>0.54459259259259263</c:v>
                </c:pt>
                <c:pt idx="13403">
                  <c:v>0.54459259259259263</c:v>
                </c:pt>
                <c:pt idx="13404">
                  <c:v>0.54474074074074075</c:v>
                </c:pt>
                <c:pt idx="13405">
                  <c:v>0.54474074074074075</c:v>
                </c:pt>
                <c:pt idx="13406">
                  <c:v>0.54488888888888887</c:v>
                </c:pt>
                <c:pt idx="13407">
                  <c:v>0.54488888888888887</c:v>
                </c:pt>
                <c:pt idx="13408">
                  <c:v>0.54488888888888887</c:v>
                </c:pt>
                <c:pt idx="13409">
                  <c:v>0.54503703703703699</c:v>
                </c:pt>
                <c:pt idx="13410">
                  <c:v>0.54518518518518522</c:v>
                </c:pt>
                <c:pt idx="13411">
                  <c:v>0.54533333333333334</c:v>
                </c:pt>
                <c:pt idx="13412">
                  <c:v>0.54533333333333334</c:v>
                </c:pt>
                <c:pt idx="13413">
                  <c:v>0.54533333333333334</c:v>
                </c:pt>
                <c:pt idx="13414">
                  <c:v>0.54548148148148146</c:v>
                </c:pt>
                <c:pt idx="13415">
                  <c:v>0.54562962962962958</c:v>
                </c:pt>
                <c:pt idx="13416">
                  <c:v>0.54562962962962958</c:v>
                </c:pt>
                <c:pt idx="13417">
                  <c:v>0.54562962962962958</c:v>
                </c:pt>
                <c:pt idx="13418">
                  <c:v>0.54577777777777781</c:v>
                </c:pt>
                <c:pt idx="13419">
                  <c:v>0.54577777777777781</c:v>
                </c:pt>
                <c:pt idx="13420">
                  <c:v>0.54592592592592593</c:v>
                </c:pt>
                <c:pt idx="13421">
                  <c:v>0.54607407407407405</c:v>
                </c:pt>
                <c:pt idx="13422">
                  <c:v>0.54607407407407405</c:v>
                </c:pt>
                <c:pt idx="13423">
                  <c:v>0.54622222222222228</c:v>
                </c:pt>
                <c:pt idx="13424">
                  <c:v>0.54622222222222228</c:v>
                </c:pt>
                <c:pt idx="13425">
                  <c:v>0.5463703703703704</c:v>
                </c:pt>
                <c:pt idx="13426">
                  <c:v>0.5463703703703704</c:v>
                </c:pt>
                <c:pt idx="13427">
                  <c:v>0.5463703703703704</c:v>
                </c:pt>
                <c:pt idx="13428">
                  <c:v>0.5463703703703704</c:v>
                </c:pt>
                <c:pt idx="13429">
                  <c:v>0.5463703703703704</c:v>
                </c:pt>
                <c:pt idx="13430">
                  <c:v>0.5463703703703704</c:v>
                </c:pt>
                <c:pt idx="13431">
                  <c:v>0.5463703703703704</c:v>
                </c:pt>
                <c:pt idx="13432">
                  <c:v>0.5463703703703704</c:v>
                </c:pt>
                <c:pt idx="13433">
                  <c:v>0.5463703703703704</c:v>
                </c:pt>
                <c:pt idx="13434">
                  <c:v>0.54651851851851851</c:v>
                </c:pt>
                <c:pt idx="13435">
                  <c:v>0.54651851851851851</c:v>
                </c:pt>
                <c:pt idx="13436">
                  <c:v>0.54651851851851851</c:v>
                </c:pt>
                <c:pt idx="13437">
                  <c:v>0.54651851851851851</c:v>
                </c:pt>
                <c:pt idx="13438">
                  <c:v>0.54651851851851851</c:v>
                </c:pt>
                <c:pt idx="13439">
                  <c:v>0.54651851851851851</c:v>
                </c:pt>
                <c:pt idx="13440">
                  <c:v>0.54651851851851851</c:v>
                </c:pt>
                <c:pt idx="13441">
                  <c:v>0.54651851851851851</c:v>
                </c:pt>
                <c:pt idx="13442">
                  <c:v>0.54651851851851851</c:v>
                </c:pt>
                <c:pt idx="13443">
                  <c:v>0.54651851851851851</c:v>
                </c:pt>
                <c:pt idx="13444">
                  <c:v>0.54666666666666663</c:v>
                </c:pt>
                <c:pt idx="13445">
                  <c:v>0.54666666666666663</c:v>
                </c:pt>
                <c:pt idx="13446">
                  <c:v>0.54666666666666663</c:v>
                </c:pt>
                <c:pt idx="13447">
                  <c:v>0.54666666666666663</c:v>
                </c:pt>
                <c:pt idx="13448">
                  <c:v>0.54666666666666663</c:v>
                </c:pt>
                <c:pt idx="13449">
                  <c:v>0.54666666666666663</c:v>
                </c:pt>
                <c:pt idx="13450">
                  <c:v>0.54666666666666663</c:v>
                </c:pt>
                <c:pt idx="13451">
                  <c:v>0.54666666666666663</c:v>
                </c:pt>
                <c:pt idx="13452">
                  <c:v>0.54666666666666663</c:v>
                </c:pt>
                <c:pt idx="13453">
                  <c:v>0.54666666666666663</c:v>
                </c:pt>
                <c:pt idx="13454">
                  <c:v>0.54666666666666663</c:v>
                </c:pt>
                <c:pt idx="13455">
                  <c:v>0.54681481481481486</c:v>
                </c:pt>
                <c:pt idx="13456">
                  <c:v>0.54681481481481486</c:v>
                </c:pt>
                <c:pt idx="13457">
                  <c:v>0.54681481481481486</c:v>
                </c:pt>
                <c:pt idx="13458">
                  <c:v>0.54696296296296298</c:v>
                </c:pt>
                <c:pt idx="13459">
                  <c:v>0.5471111111111111</c:v>
                </c:pt>
                <c:pt idx="13460">
                  <c:v>0.5471111111111111</c:v>
                </c:pt>
                <c:pt idx="13461">
                  <c:v>0.5471111111111111</c:v>
                </c:pt>
                <c:pt idx="13462">
                  <c:v>0.5471111111111111</c:v>
                </c:pt>
                <c:pt idx="13463">
                  <c:v>0.5471111111111111</c:v>
                </c:pt>
                <c:pt idx="13464">
                  <c:v>0.5471111111111111</c:v>
                </c:pt>
                <c:pt idx="13465">
                  <c:v>0.5471111111111111</c:v>
                </c:pt>
                <c:pt idx="13466">
                  <c:v>0.5471111111111111</c:v>
                </c:pt>
                <c:pt idx="13467">
                  <c:v>0.54725925925925922</c:v>
                </c:pt>
                <c:pt idx="13468">
                  <c:v>0.54740740740740745</c:v>
                </c:pt>
                <c:pt idx="13469">
                  <c:v>0.54740740740740745</c:v>
                </c:pt>
                <c:pt idx="13470">
                  <c:v>0.54740740740740745</c:v>
                </c:pt>
                <c:pt idx="13471">
                  <c:v>0.54740740740740745</c:v>
                </c:pt>
                <c:pt idx="13472">
                  <c:v>0.54740740740740745</c:v>
                </c:pt>
                <c:pt idx="13473">
                  <c:v>0.54755555555555557</c:v>
                </c:pt>
                <c:pt idx="13474">
                  <c:v>0.54755555555555557</c:v>
                </c:pt>
                <c:pt idx="13475">
                  <c:v>0.54755555555555557</c:v>
                </c:pt>
                <c:pt idx="13476">
                  <c:v>0.54755555555555557</c:v>
                </c:pt>
                <c:pt idx="13477">
                  <c:v>0.54755555555555557</c:v>
                </c:pt>
                <c:pt idx="13478">
                  <c:v>0.54755555555555557</c:v>
                </c:pt>
                <c:pt idx="13479">
                  <c:v>0.54755555555555557</c:v>
                </c:pt>
                <c:pt idx="13480">
                  <c:v>0.54755555555555557</c:v>
                </c:pt>
                <c:pt idx="13481">
                  <c:v>0.54770370370370369</c:v>
                </c:pt>
                <c:pt idx="13482">
                  <c:v>0.54785185185185181</c:v>
                </c:pt>
                <c:pt idx="13483">
                  <c:v>0.54785185185185181</c:v>
                </c:pt>
                <c:pt idx="13484">
                  <c:v>0.54785185185185181</c:v>
                </c:pt>
                <c:pt idx="13485">
                  <c:v>0.54800000000000004</c:v>
                </c:pt>
                <c:pt idx="13486">
                  <c:v>0.54814814814814816</c:v>
                </c:pt>
                <c:pt idx="13487">
                  <c:v>0.54814814814814816</c:v>
                </c:pt>
                <c:pt idx="13488">
                  <c:v>0.54814814814814816</c:v>
                </c:pt>
                <c:pt idx="13489">
                  <c:v>0.54829629629629628</c:v>
                </c:pt>
                <c:pt idx="13490">
                  <c:v>0.54829629629629628</c:v>
                </c:pt>
                <c:pt idx="13491">
                  <c:v>0.54829629629629628</c:v>
                </c:pt>
                <c:pt idx="13492">
                  <c:v>0.54829629629629628</c:v>
                </c:pt>
                <c:pt idx="13493">
                  <c:v>0.54829629629629628</c:v>
                </c:pt>
                <c:pt idx="13494">
                  <c:v>0.54829629629629628</c:v>
                </c:pt>
                <c:pt idx="13495">
                  <c:v>0.54829629629629628</c:v>
                </c:pt>
                <c:pt idx="13496">
                  <c:v>0.54829629629629628</c:v>
                </c:pt>
                <c:pt idx="13497">
                  <c:v>0.54829629629629628</c:v>
                </c:pt>
                <c:pt idx="13498">
                  <c:v>0.5484444444444444</c:v>
                </c:pt>
                <c:pt idx="13499">
                  <c:v>0.5484444444444444</c:v>
                </c:pt>
                <c:pt idx="13500">
                  <c:v>0.5484444444444444</c:v>
                </c:pt>
                <c:pt idx="13501">
                  <c:v>0.5484444444444444</c:v>
                </c:pt>
                <c:pt idx="13502">
                  <c:v>0.5484444444444444</c:v>
                </c:pt>
                <c:pt idx="13503">
                  <c:v>0.54859259259259263</c:v>
                </c:pt>
                <c:pt idx="13504">
                  <c:v>0.54859259259259263</c:v>
                </c:pt>
                <c:pt idx="13505">
                  <c:v>0.54874074074074075</c:v>
                </c:pt>
                <c:pt idx="13506">
                  <c:v>0.54888888888888887</c:v>
                </c:pt>
                <c:pt idx="13507">
                  <c:v>0.54888888888888887</c:v>
                </c:pt>
                <c:pt idx="13508">
                  <c:v>0.54888888888888887</c:v>
                </c:pt>
                <c:pt idx="13509">
                  <c:v>0.54888888888888887</c:v>
                </c:pt>
                <c:pt idx="13510">
                  <c:v>0.54888888888888887</c:v>
                </c:pt>
                <c:pt idx="13511">
                  <c:v>0.54888888888888887</c:v>
                </c:pt>
                <c:pt idx="13512">
                  <c:v>0.54888888888888887</c:v>
                </c:pt>
                <c:pt idx="13513">
                  <c:v>0.54888888888888887</c:v>
                </c:pt>
                <c:pt idx="13514">
                  <c:v>0.54903703703703699</c:v>
                </c:pt>
                <c:pt idx="13515">
                  <c:v>0.54903703703703699</c:v>
                </c:pt>
                <c:pt idx="13516">
                  <c:v>0.54918518518518522</c:v>
                </c:pt>
                <c:pt idx="13517">
                  <c:v>0.54918518518518522</c:v>
                </c:pt>
                <c:pt idx="13518">
                  <c:v>0.54918518518518522</c:v>
                </c:pt>
                <c:pt idx="13519">
                  <c:v>0.54918518518518522</c:v>
                </c:pt>
                <c:pt idx="13520">
                  <c:v>0.54918518518518522</c:v>
                </c:pt>
                <c:pt idx="13521">
                  <c:v>0.54918518518518522</c:v>
                </c:pt>
                <c:pt idx="13522">
                  <c:v>0.54918518518518522</c:v>
                </c:pt>
                <c:pt idx="13523">
                  <c:v>0.54918518518518522</c:v>
                </c:pt>
                <c:pt idx="13524">
                  <c:v>0.54933333333333334</c:v>
                </c:pt>
                <c:pt idx="13525">
                  <c:v>0.54933333333333334</c:v>
                </c:pt>
                <c:pt idx="13526">
                  <c:v>0.54933333333333334</c:v>
                </c:pt>
                <c:pt idx="13527">
                  <c:v>0.54933333333333334</c:v>
                </c:pt>
                <c:pt idx="13528">
                  <c:v>0.54933333333333334</c:v>
                </c:pt>
                <c:pt idx="13529">
                  <c:v>0.54933333333333334</c:v>
                </c:pt>
                <c:pt idx="13530">
                  <c:v>0.54933333333333334</c:v>
                </c:pt>
                <c:pt idx="13531">
                  <c:v>0.54948148148148146</c:v>
                </c:pt>
                <c:pt idx="13532">
                  <c:v>0.54948148148148146</c:v>
                </c:pt>
                <c:pt idx="13533">
                  <c:v>0.54948148148148146</c:v>
                </c:pt>
                <c:pt idx="13534">
                  <c:v>0.54948148148148146</c:v>
                </c:pt>
                <c:pt idx="13535">
                  <c:v>0.54948148148148146</c:v>
                </c:pt>
                <c:pt idx="13536">
                  <c:v>0.54948148148148146</c:v>
                </c:pt>
                <c:pt idx="13537">
                  <c:v>0.54948148148148146</c:v>
                </c:pt>
                <c:pt idx="13538">
                  <c:v>0.54962962962962958</c:v>
                </c:pt>
                <c:pt idx="13539">
                  <c:v>0.54962962962962958</c:v>
                </c:pt>
                <c:pt idx="13540">
                  <c:v>0.54962962962962958</c:v>
                </c:pt>
                <c:pt idx="13541">
                  <c:v>0.54962962962962958</c:v>
                </c:pt>
                <c:pt idx="13542">
                  <c:v>0.54962962962962958</c:v>
                </c:pt>
                <c:pt idx="13543">
                  <c:v>0.54962962962962958</c:v>
                </c:pt>
                <c:pt idx="13544">
                  <c:v>0.54962962962962958</c:v>
                </c:pt>
                <c:pt idx="13545">
                  <c:v>0.54977777777777781</c:v>
                </c:pt>
                <c:pt idx="13546">
                  <c:v>0.54992592592592593</c:v>
                </c:pt>
                <c:pt idx="13547">
                  <c:v>0.55007407407407405</c:v>
                </c:pt>
                <c:pt idx="13548">
                  <c:v>0.55007407407407405</c:v>
                </c:pt>
                <c:pt idx="13549">
                  <c:v>0.55007407407407405</c:v>
                </c:pt>
                <c:pt idx="13550">
                  <c:v>0.55007407407407405</c:v>
                </c:pt>
                <c:pt idx="13551">
                  <c:v>0.55022222222222217</c:v>
                </c:pt>
                <c:pt idx="13552">
                  <c:v>0.55022222222222217</c:v>
                </c:pt>
                <c:pt idx="13553">
                  <c:v>0.55022222222222217</c:v>
                </c:pt>
                <c:pt idx="13554">
                  <c:v>0.55022222222222217</c:v>
                </c:pt>
                <c:pt idx="13555">
                  <c:v>0.55022222222222217</c:v>
                </c:pt>
                <c:pt idx="13556">
                  <c:v>0.55022222222222217</c:v>
                </c:pt>
                <c:pt idx="13557">
                  <c:v>0.5503703703703704</c:v>
                </c:pt>
                <c:pt idx="13558">
                  <c:v>0.5503703703703704</c:v>
                </c:pt>
                <c:pt idx="13559">
                  <c:v>0.5503703703703704</c:v>
                </c:pt>
                <c:pt idx="13560">
                  <c:v>0.55051851851851852</c:v>
                </c:pt>
                <c:pt idx="13561">
                  <c:v>0.55066666666666664</c:v>
                </c:pt>
                <c:pt idx="13562">
                  <c:v>0.55066666666666664</c:v>
                </c:pt>
                <c:pt idx="13563">
                  <c:v>0.55066666666666664</c:v>
                </c:pt>
                <c:pt idx="13564">
                  <c:v>0.55066666666666664</c:v>
                </c:pt>
                <c:pt idx="13565">
                  <c:v>0.55081481481481487</c:v>
                </c:pt>
                <c:pt idx="13566">
                  <c:v>0.55081481481481487</c:v>
                </c:pt>
                <c:pt idx="13567">
                  <c:v>0.55081481481481487</c:v>
                </c:pt>
                <c:pt idx="13568">
                  <c:v>0.55081481481481487</c:v>
                </c:pt>
                <c:pt idx="13569">
                  <c:v>0.55081481481481487</c:v>
                </c:pt>
                <c:pt idx="13570">
                  <c:v>0.55081481481481487</c:v>
                </c:pt>
                <c:pt idx="13571">
                  <c:v>0.55081481481481487</c:v>
                </c:pt>
                <c:pt idx="13572">
                  <c:v>0.55081481481481487</c:v>
                </c:pt>
                <c:pt idx="13573">
                  <c:v>0.55081481481481487</c:v>
                </c:pt>
                <c:pt idx="13574">
                  <c:v>0.55081481481481487</c:v>
                </c:pt>
                <c:pt idx="13575">
                  <c:v>0.55081481481481487</c:v>
                </c:pt>
                <c:pt idx="13576">
                  <c:v>0.55096296296296299</c:v>
                </c:pt>
                <c:pt idx="13577">
                  <c:v>0.55096296296296299</c:v>
                </c:pt>
                <c:pt idx="13578">
                  <c:v>0.55096296296296299</c:v>
                </c:pt>
                <c:pt idx="13579">
                  <c:v>0.55096296296296299</c:v>
                </c:pt>
                <c:pt idx="13580">
                  <c:v>0.55096296296296299</c:v>
                </c:pt>
                <c:pt idx="13581">
                  <c:v>0.55111111111111111</c:v>
                </c:pt>
                <c:pt idx="13582">
                  <c:v>0.55111111111111111</c:v>
                </c:pt>
                <c:pt idx="13583">
                  <c:v>0.55125925925925923</c:v>
                </c:pt>
                <c:pt idx="13584">
                  <c:v>0.55140740740740746</c:v>
                </c:pt>
                <c:pt idx="13585">
                  <c:v>0.55140740740740746</c:v>
                </c:pt>
                <c:pt idx="13586">
                  <c:v>0.55140740740740746</c:v>
                </c:pt>
                <c:pt idx="13587">
                  <c:v>0.55140740740740746</c:v>
                </c:pt>
                <c:pt idx="13588">
                  <c:v>0.55140740740740746</c:v>
                </c:pt>
                <c:pt idx="13589">
                  <c:v>0.55140740740740746</c:v>
                </c:pt>
                <c:pt idx="13590">
                  <c:v>0.55140740740740746</c:v>
                </c:pt>
                <c:pt idx="13591">
                  <c:v>0.55155555555555558</c:v>
                </c:pt>
                <c:pt idx="13592">
                  <c:v>0.5517037037037037</c:v>
                </c:pt>
                <c:pt idx="13593">
                  <c:v>0.5517037037037037</c:v>
                </c:pt>
                <c:pt idx="13594">
                  <c:v>0.5517037037037037</c:v>
                </c:pt>
                <c:pt idx="13595">
                  <c:v>0.5517037037037037</c:v>
                </c:pt>
                <c:pt idx="13596">
                  <c:v>0.5517037037037037</c:v>
                </c:pt>
                <c:pt idx="13597">
                  <c:v>0.55185185185185182</c:v>
                </c:pt>
                <c:pt idx="13598">
                  <c:v>0.55185185185185182</c:v>
                </c:pt>
                <c:pt idx="13599">
                  <c:v>0.55185185185185182</c:v>
                </c:pt>
                <c:pt idx="13600">
                  <c:v>0.55185185185185182</c:v>
                </c:pt>
                <c:pt idx="13601">
                  <c:v>0.55185185185185182</c:v>
                </c:pt>
                <c:pt idx="13602">
                  <c:v>0.55185185185185182</c:v>
                </c:pt>
                <c:pt idx="13603">
                  <c:v>0.55185185185185182</c:v>
                </c:pt>
                <c:pt idx="13604">
                  <c:v>0.55185185185185182</c:v>
                </c:pt>
                <c:pt idx="13605">
                  <c:v>0.55185185185185182</c:v>
                </c:pt>
                <c:pt idx="13606">
                  <c:v>0.55200000000000005</c:v>
                </c:pt>
                <c:pt idx="13607">
                  <c:v>0.55200000000000005</c:v>
                </c:pt>
                <c:pt idx="13608">
                  <c:v>0.55200000000000005</c:v>
                </c:pt>
                <c:pt idx="13609">
                  <c:v>0.55200000000000005</c:v>
                </c:pt>
                <c:pt idx="13610">
                  <c:v>0.55214814814814817</c:v>
                </c:pt>
                <c:pt idx="13611">
                  <c:v>0.55214814814814817</c:v>
                </c:pt>
                <c:pt idx="13612">
                  <c:v>0.55229629629629629</c:v>
                </c:pt>
                <c:pt idx="13613">
                  <c:v>0.5524444444444444</c:v>
                </c:pt>
                <c:pt idx="13614">
                  <c:v>0.5524444444444444</c:v>
                </c:pt>
                <c:pt idx="13615">
                  <c:v>0.5524444444444444</c:v>
                </c:pt>
                <c:pt idx="13616">
                  <c:v>0.5524444444444444</c:v>
                </c:pt>
                <c:pt idx="13617">
                  <c:v>0.5524444444444444</c:v>
                </c:pt>
                <c:pt idx="13618">
                  <c:v>0.5524444444444444</c:v>
                </c:pt>
                <c:pt idx="13619">
                  <c:v>0.5524444444444444</c:v>
                </c:pt>
                <c:pt idx="13620">
                  <c:v>0.5524444444444444</c:v>
                </c:pt>
                <c:pt idx="13621">
                  <c:v>0.5524444444444444</c:v>
                </c:pt>
                <c:pt idx="13622">
                  <c:v>0.5524444444444444</c:v>
                </c:pt>
                <c:pt idx="13623">
                  <c:v>0.5524444444444444</c:v>
                </c:pt>
                <c:pt idx="13624">
                  <c:v>0.55259259259259264</c:v>
                </c:pt>
                <c:pt idx="13625">
                  <c:v>0.55259259259259264</c:v>
                </c:pt>
                <c:pt idx="13626">
                  <c:v>0.55259259259259264</c:v>
                </c:pt>
                <c:pt idx="13627">
                  <c:v>0.55259259259259264</c:v>
                </c:pt>
                <c:pt idx="13628">
                  <c:v>0.55274074074074075</c:v>
                </c:pt>
                <c:pt idx="13629">
                  <c:v>0.55288888888888887</c:v>
                </c:pt>
                <c:pt idx="13630">
                  <c:v>0.55288888888888887</c:v>
                </c:pt>
                <c:pt idx="13631">
                  <c:v>0.55288888888888887</c:v>
                </c:pt>
                <c:pt idx="13632">
                  <c:v>0.55303703703703699</c:v>
                </c:pt>
                <c:pt idx="13633">
                  <c:v>0.55303703703703699</c:v>
                </c:pt>
                <c:pt idx="13634">
                  <c:v>0.55318518518518522</c:v>
                </c:pt>
                <c:pt idx="13635">
                  <c:v>0.55318518518518522</c:v>
                </c:pt>
                <c:pt idx="13636">
                  <c:v>0.55333333333333334</c:v>
                </c:pt>
                <c:pt idx="13637">
                  <c:v>0.55333333333333334</c:v>
                </c:pt>
                <c:pt idx="13638">
                  <c:v>0.55333333333333334</c:v>
                </c:pt>
                <c:pt idx="13639">
                  <c:v>0.55333333333333334</c:v>
                </c:pt>
                <c:pt idx="13640">
                  <c:v>0.55333333333333334</c:v>
                </c:pt>
                <c:pt idx="13641">
                  <c:v>0.55333333333333334</c:v>
                </c:pt>
                <c:pt idx="13642">
                  <c:v>0.55348148148148146</c:v>
                </c:pt>
                <c:pt idx="13643">
                  <c:v>0.55348148148148146</c:v>
                </c:pt>
                <c:pt idx="13644">
                  <c:v>0.55348148148148146</c:v>
                </c:pt>
                <c:pt idx="13645">
                  <c:v>0.55362962962962958</c:v>
                </c:pt>
                <c:pt idx="13646">
                  <c:v>0.55362962962962958</c:v>
                </c:pt>
                <c:pt idx="13647">
                  <c:v>0.55377777777777781</c:v>
                </c:pt>
                <c:pt idx="13648">
                  <c:v>0.55392592592592593</c:v>
                </c:pt>
                <c:pt idx="13649">
                  <c:v>0.55392592592592593</c:v>
                </c:pt>
                <c:pt idx="13650">
                  <c:v>0.55407407407407405</c:v>
                </c:pt>
                <c:pt idx="13651">
                  <c:v>0.55422222222222217</c:v>
                </c:pt>
                <c:pt idx="13652">
                  <c:v>0.55422222222222217</c:v>
                </c:pt>
                <c:pt idx="13653">
                  <c:v>0.5543703703703704</c:v>
                </c:pt>
                <c:pt idx="13654">
                  <c:v>0.5543703703703704</c:v>
                </c:pt>
                <c:pt idx="13655">
                  <c:v>0.5543703703703704</c:v>
                </c:pt>
                <c:pt idx="13656">
                  <c:v>0.5543703703703704</c:v>
                </c:pt>
                <c:pt idx="13657">
                  <c:v>0.5543703703703704</c:v>
                </c:pt>
                <c:pt idx="13658">
                  <c:v>0.5543703703703704</c:v>
                </c:pt>
                <c:pt idx="13659">
                  <c:v>0.5543703703703704</c:v>
                </c:pt>
                <c:pt idx="13660">
                  <c:v>0.5543703703703704</c:v>
                </c:pt>
                <c:pt idx="13661">
                  <c:v>0.55451851851851852</c:v>
                </c:pt>
                <c:pt idx="13662">
                  <c:v>0.55451851851851852</c:v>
                </c:pt>
                <c:pt idx="13663">
                  <c:v>0.55451851851851852</c:v>
                </c:pt>
                <c:pt idx="13664">
                  <c:v>0.55466666666666664</c:v>
                </c:pt>
                <c:pt idx="13665">
                  <c:v>0.55466666666666664</c:v>
                </c:pt>
                <c:pt idx="13666">
                  <c:v>0.55466666666666664</c:v>
                </c:pt>
                <c:pt idx="13667">
                  <c:v>0.55466666666666664</c:v>
                </c:pt>
                <c:pt idx="13668">
                  <c:v>0.55466666666666664</c:v>
                </c:pt>
                <c:pt idx="13669">
                  <c:v>0.55481481481481476</c:v>
                </c:pt>
                <c:pt idx="13670">
                  <c:v>0.55481481481481476</c:v>
                </c:pt>
                <c:pt idx="13671">
                  <c:v>0.55481481481481476</c:v>
                </c:pt>
                <c:pt idx="13672">
                  <c:v>0.55496296296296299</c:v>
                </c:pt>
                <c:pt idx="13673">
                  <c:v>0.55511111111111111</c:v>
                </c:pt>
                <c:pt idx="13674">
                  <c:v>0.55511111111111111</c:v>
                </c:pt>
                <c:pt idx="13675">
                  <c:v>0.55511111111111111</c:v>
                </c:pt>
                <c:pt idx="13676">
                  <c:v>0.55511111111111111</c:v>
                </c:pt>
                <c:pt idx="13677">
                  <c:v>0.55525925925925923</c:v>
                </c:pt>
                <c:pt idx="13678">
                  <c:v>0.55540740740740746</c:v>
                </c:pt>
                <c:pt idx="13679">
                  <c:v>0.55540740740740746</c:v>
                </c:pt>
                <c:pt idx="13680">
                  <c:v>0.55540740740740746</c:v>
                </c:pt>
                <c:pt idx="13681">
                  <c:v>0.55540740740740746</c:v>
                </c:pt>
                <c:pt idx="13682">
                  <c:v>0.55540740740740746</c:v>
                </c:pt>
                <c:pt idx="13683">
                  <c:v>0.55540740740740746</c:v>
                </c:pt>
                <c:pt idx="13684">
                  <c:v>0.55540740740740746</c:v>
                </c:pt>
                <c:pt idx="13685">
                  <c:v>0.55540740740740746</c:v>
                </c:pt>
                <c:pt idx="13686">
                  <c:v>0.55540740740740746</c:v>
                </c:pt>
                <c:pt idx="13687">
                  <c:v>0.55555555555555558</c:v>
                </c:pt>
                <c:pt idx="13688">
                  <c:v>0.5557037037037037</c:v>
                </c:pt>
                <c:pt idx="13689">
                  <c:v>0.55585185185185182</c:v>
                </c:pt>
                <c:pt idx="13690">
                  <c:v>0.55600000000000005</c:v>
                </c:pt>
                <c:pt idx="13691">
                  <c:v>0.55600000000000005</c:v>
                </c:pt>
                <c:pt idx="13692">
                  <c:v>0.55614814814814817</c:v>
                </c:pt>
                <c:pt idx="13693">
                  <c:v>0.55614814814814817</c:v>
                </c:pt>
                <c:pt idx="13694">
                  <c:v>0.55629629629629629</c:v>
                </c:pt>
                <c:pt idx="13695">
                  <c:v>0.55629629629629629</c:v>
                </c:pt>
                <c:pt idx="13696">
                  <c:v>0.55629629629629629</c:v>
                </c:pt>
                <c:pt idx="13697">
                  <c:v>0.55629629629629629</c:v>
                </c:pt>
                <c:pt idx="13698">
                  <c:v>0.55644444444444441</c:v>
                </c:pt>
                <c:pt idx="13699">
                  <c:v>0.55644444444444441</c:v>
                </c:pt>
                <c:pt idx="13700">
                  <c:v>0.55644444444444441</c:v>
                </c:pt>
                <c:pt idx="13701">
                  <c:v>0.55644444444444441</c:v>
                </c:pt>
                <c:pt idx="13702">
                  <c:v>0.55644444444444441</c:v>
                </c:pt>
                <c:pt idx="13703">
                  <c:v>0.55644444444444441</c:v>
                </c:pt>
                <c:pt idx="13704">
                  <c:v>0.55659259259259264</c:v>
                </c:pt>
                <c:pt idx="13705">
                  <c:v>0.55674074074074076</c:v>
                </c:pt>
                <c:pt idx="13706">
                  <c:v>0.55674074074074076</c:v>
                </c:pt>
                <c:pt idx="13707">
                  <c:v>0.55674074074074076</c:v>
                </c:pt>
                <c:pt idx="13708">
                  <c:v>0.55674074074074076</c:v>
                </c:pt>
                <c:pt idx="13709">
                  <c:v>0.55674074074074076</c:v>
                </c:pt>
                <c:pt idx="13710">
                  <c:v>0.55688888888888888</c:v>
                </c:pt>
                <c:pt idx="13711">
                  <c:v>0.55688888888888888</c:v>
                </c:pt>
                <c:pt idx="13712">
                  <c:v>0.55688888888888888</c:v>
                </c:pt>
                <c:pt idx="13713">
                  <c:v>0.55688888888888888</c:v>
                </c:pt>
                <c:pt idx="13714">
                  <c:v>0.55688888888888888</c:v>
                </c:pt>
                <c:pt idx="13715">
                  <c:v>0.55688888888888888</c:v>
                </c:pt>
                <c:pt idx="13716">
                  <c:v>0.55688888888888888</c:v>
                </c:pt>
                <c:pt idx="13717">
                  <c:v>0.55688888888888888</c:v>
                </c:pt>
                <c:pt idx="13718">
                  <c:v>0.55688888888888888</c:v>
                </c:pt>
                <c:pt idx="13719">
                  <c:v>0.55688888888888888</c:v>
                </c:pt>
                <c:pt idx="13720">
                  <c:v>0.55688888888888888</c:v>
                </c:pt>
                <c:pt idx="13721">
                  <c:v>0.55688888888888888</c:v>
                </c:pt>
                <c:pt idx="13722">
                  <c:v>0.557037037037037</c:v>
                </c:pt>
                <c:pt idx="13723">
                  <c:v>0.557037037037037</c:v>
                </c:pt>
                <c:pt idx="13724">
                  <c:v>0.557037037037037</c:v>
                </c:pt>
                <c:pt idx="13725">
                  <c:v>0.557037037037037</c:v>
                </c:pt>
                <c:pt idx="13726">
                  <c:v>0.55718518518518523</c:v>
                </c:pt>
                <c:pt idx="13727">
                  <c:v>0.55718518518518523</c:v>
                </c:pt>
                <c:pt idx="13728">
                  <c:v>0.55718518518518523</c:v>
                </c:pt>
                <c:pt idx="13729">
                  <c:v>0.55718518518518523</c:v>
                </c:pt>
                <c:pt idx="13730">
                  <c:v>0.55733333333333335</c:v>
                </c:pt>
                <c:pt idx="13731">
                  <c:v>0.55733333333333335</c:v>
                </c:pt>
                <c:pt idx="13732">
                  <c:v>0.55733333333333335</c:v>
                </c:pt>
                <c:pt idx="13733">
                  <c:v>0.55748148148148147</c:v>
                </c:pt>
                <c:pt idx="13734">
                  <c:v>0.55748148148148147</c:v>
                </c:pt>
                <c:pt idx="13735">
                  <c:v>0.55748148148148147</c:v>
                </c:pt>
                <c:pt idx="13736">
                  <c:v>0.55748148148148147</c:v>
                </c:pt>
                <c:pt idx="13737">
                  <c:v>0.55748148148148147</c:v>
                </c:pt>
                <c:pt idx="13738">
                  <c:v>0.55748148148148147</c:v>
                </c:pt>
                <c:pt idx="13739">
                  <c:v>0.55748148148148147</c:v>
                </c:pt>
                <c:pt idx="13740">
                  <c:v>0.55748148148148147</c:v>
                </c:pt>
                <c:pt idx="13741">
                  <c:v>0.55762962962962959</c:v>
                </c:pt>
                <c:pt idx="13742">
                  <c:v>0.55762962962962959</c:v>
                </c:pt>
                <c:pt idx="13743">
                  <c:v>0.55762962962962959</c:v>
                </c:pt>
                <c:pt idx="13744">
                  <c:v>0.55777777777777782</c:v>
                </c:pt>
                <c:pt idx="13745">
                  <c:v>0.55777777777777782</c:v>
                </c:pt>
                <c:pt idx="13746">
                  <c:v>0.55792592592592594</c:v>
                </c:pt>
                <c:pt idx="13747">
                  <c:v>0.55792592592592594</c:v>
                </c:pt>
                <c:pt idx="13748">
                  <c:v>0.55792592592592594</c:v>
                </c:pt>
                <c:pt idx="13749">
                  <c:v>0.55792592592592594</c:v>
                </c:pt>
                <c:pt idx="13750">
                  <c:v>0.55807407407407406</c:v>
                </c:pt>
                <c:pt idx="13751">
                  <c:v>0.55822222222222218</c:v>
                </c:pt>
                <c:pt idx="13752">
                  <c:v>0.55822222222222218</c:v>
                </c:pt>
                <c:pt idx="13753">
                  <c:v>0.55822222222222218</c:v>
                </c:pt>
                <c:pt idx="13754">
                  <c:v>0.55822222222222218</c:v>
                </c:pt>
                <c:pt idx="13755">
                  <c:v>0.55822222222222218</c:v>
                </c:pt>
                <c:pt idx="13756">
                  <c:v>0.55822222222222218</c:v>
                </c:pt>
                <c:pt idx="13757">
                  <c:v>0.55837037037037041</c:v>
                </c:pt>
                <c:pt idx="13758">
                  <c:v>0.55851851851851853</c:v>
                </c:pt>
                <c:pt idx="13759">
                  <c:v>0.55866666666666664</c:v>
                </c:pt>
                <c:pt idx="13760">
                  <c:v>0.55866666666666664</c:v>
                </c:pt>
                <c:pt idx="13761">
                  <c:v>0.55866666666666664</c:v>
                </c:pt>
                <c:pt idx="13762">
                  <c:v>0.55866666666666664</c:v>
                </c:pt>
                <c:pt idx="13763">
                  <c:v>0.55866666666666664</c:v>
                </c:pt>
                <c:pt idx="13764">
                  <c:v>0.55881481481481476</c:v>
                </c:pt>
                <c:pt idx="13765">
                  <c:v>0.55896296296296299</c:v>
                </c:pt>
                <c:pt idx="13766">
                  <c:v>0.55896296296296299</c:v>
                </c:pt>
                <c:pt idx="13767">
                  <c:v>0.55896296296296299</c:v>
                </c:pt>
                <c:pt idx="13768">
                  <c:v>0.55896296296296299</c:v>
                </c:pt>
                <c:pt idx="13769">
                  <c:v>0.55896296296296299</c:v>
                </c:pt>
                <c:pt idx="13770">
                  <c:v>0.55896296296296299</c:v>
                </c:pt>
                <c:pt idx="13771">
                  <c:v>0.55911111111111111</c:v>
                </c:pt>
                <c:pt idx="13772">
                  <c:v>0.55911111111111111</c:v>
                </c:pt>
                <c:pt idx="13773">
                  <c:v>0.55911111111111111</c:v>
                </c:pt>
                <c:pt idx="13774">
                  <c:v>0.55911111111111111</c:v>
                </c:pt>
                <c:pt idx="13775">
                  <c:v>0.55911111111111111</c:v>
                </c:pt>
                <c:pt idx="13776">
                  <c:v>0.55911111111111111</c:v>
                </c:pt>
                <c:pt idx="13777">
                  <c:v>0.55925925925925923</c:v>
                </c:pt>
                <c:pt idx="13778">
                  <c:v>0.55925925925925923</c:v>
                </c:pt>
                <c:pt idx="13779">
                  <c:v>0.55925925925925923</c:v>
                </c:pt>
                <c:pt idx="13780">
                  <c:v>0.55925925925925923</c:v>
                </c:pt>
                <c:pt idx="13781">
                  <c:v>0.55940740740740735</c:v>
                </c:pt>
                <c:pt idx="13782">
                  <c:v>0.55940740740740735</c:v>
                </c:pt>
                <c:pt idx="13783">
                  <c:v>0.55940740740740735</c:v>
                </c:pt>
                <c:pt idx="13784">
                  <c:v>0.55940740740740735</c:v>
                </c:pt>
                <c:pt idx="13785">
                  <c:v>0.55940740740740735</c:v>
                </c:pt>
                <c:pt idx="13786">
                  <c:v>0.55940740740740735</c:v>
                </c:pt>
                <c:pt idx="13787">
                  <c:v>0.55940740740740735</c:v>
                </c:pt>
                <c:pt idx="13788">
                  <c:v>0.55940740740740735</c:v>
                </c:pt>
                <c:pt idx="13789">
                  <c:v>0.55940740740740735</c:v>
                </c:pt>
                <c:pt idx="13790">
                  <c:v>0.55940740740740735</c:v>
                </c:pt>
                <c:pt idx="13791">
                  <c:v>0.55940740740740735</c:v>
                </c:pt>
                <c:pt idx="13792">
                  <c:v>0.55940740740740735</c:v>
                </c:pt>
                <c:pt idx="13793">
                  <c:v>0.55955555555555558</c:v>
                </c:pt>
                <c:pt idx="13794">
                  <c:v>0.55955555555555558</c:v>
                </c:pt>
                <c:pt idx="13795">
                  <c:v>0.55955555555555558</c:v>
                </c:pt>
                <c:pt idx="13796">
                  <c:v>0.5597037037037037</c:v>
                </c:pt>
                <c:pt idx="13797">
                  <c:v>0.5597037037037037</c:v>
                </c:pt>
                <c:pt idx="13798">
                  <c:v>0.55985185185185182</c:v>
                </c:pt>
                <c:pt idx="13799">
                  <c:v>0.55985185185185182</c:v>
                </c:pt>
                <c:pt idx="13800">
                  <c:v>0.55985185185185182</c:v>
                </c:pt>
                <c:pt idx="13801">
                  <c:v>0.55985185185185182</c:v>
                </c:pt>
                <c:pt idx="13802">
                  <c:v>0.55985185185185182</c:v>
                </c:pt>
                <c:pt idx="13803">
                  <c:v>0.55985185185185182</c:v>
                </c:pt>
                <c:pt idx="13804">
                  <c:v>0.55985185185185182</c:v>
                </c:pt>
                <c:pt idx="13805">
                  <c:v>0.55985185185185182</c:v>
                </c:pt>
                <c:pt idx="13806">
                  <c:v>0.56000000000000005</c:v>
                </c:pt>
                <c:pt idx="13807">
                  <c:v>0.56000000000000005</c:v>
                </c:pt>
                <c:pt idx="13808">
                  <c:v>0.56014814814814817</c:v>
                </c:pt>
                <c:pt idx="13809">
                  <c:v>0.56014814814814817</c:v>
                </c:pt>
                <c:pt idx="13810">
                  <c:v>0.56014814814814817</c:v>
                </c:pt>
                <c:pt idx="13811">
                  <c:v>0.56029629629629629</c:v>
                </c:pt>
                <c:pt idx="13812">
                  <c:v>0.56029629629629629</c:v>
                </c:pt>
                <c:pt idx="13813">
                  <c:v>0.56029629629629629</c:v>
                </c:pt>
                <c:pt idx="13814">
                  <c:v>0.56044444444444441</c:v>
                </c:pt>
                <c:pt idx="13815">
                  <c:v>0.56059259259259264</c:v>
                </c:pt>
                <c:pt idx="13816">
                  <c:v>0.56059259259259264</c:v>
                </c:pt>
                <c:pt idx="13817">
                  <c:v>0.56074074074074076</c:v>
                </c:pt>
                <c:pt idx="13818">
                  <c:v>0.56074074074074076</c:v>
                </c:pt>
                <c:pt idx="13819">
                  <c:v>0.56074074074074076</c:v>
                </c:pt>
                <c:pt idx="13820">
                  <c:v>0.56074074074074076</c:v>
                </c:pt>
                <c:pt idx="13821">
                  <c:v>0.56074074074074076</c:v>
                </c:pt>
                <c:pt idx="13822">
                  <c:v>0.56074074074074076</c:v>
                </c:pt>
                <c:pt idx="13823">
                  <c:v>0.56074074074074076</c:v>
                </c:pt>
                <c:pt idx="13824">
                  <c:v>0.56074074074074076</c:v>
                </c:pt>
                <c:pt idx="13825">
                  <c:v>0.56074074074074076</c:v>
                </c:pt>
                <c:pt idx="13826">
                  <c:v>0.56074074074074076</c:v>
                </c:pt>
                <c:pt idx="13827">
                  <c:v>0.56074074074074076</c:v>
                </c:pt>
                <c:pt idx="13828">
                  <c:v>0.56074074074074076</c:v>
                </c:pt>
                <c:pt idx="13829">
                  <c:v>0.56074074074074076</c:v>
                </c:pt>
                <c:pt idx="13830">
                  <c:v>0.56074074074074076</c:v>
                </c:pt>
                <c:pt idx="13831">
                  <c:v>0.56074074074074076</c:v>
                </c:pt>
                <c:pt idx="13832">
                  <c:v>0.56088888888888888</c:v>
                </c:pt>
                <c:pt idx="13833">
                  <c:v>0.56088888888888888</c:v>
                </c:pt>
                <c:pt idx="13834">
                  <c:v>0.56088888888888888</c:v>
                </c:pt>
                <c:pt idx="13835">
                  <c:v>0.56088888888888888</c:v>
                </c:pt>
                <c:pt idx="13836">
                  <c:v>0.56088888888888888</c:v>
                </c:pt>
                <c:pt idx="13837">
                  <c:v>0.56088888888888888</c:v>
                </c:pt>
                <c:pt idx="13838">
                  <c:v>0.56088888888888888</c:v>
                </c:pt>
                <c:pt idx="13839">
                  <c:v>0.56088888888888888</c:v>
                </c:pt>
                <c:pt idx="13840">
                  <c:v>0.56088888888888888</c:v>
                </c:pt>
                <c:pt idx="13841">
                  <c:v>0.56088888888888888</c:v>
                </c:pt>
                <c:pt idx="13842">
                  <c:v>0.56088888888888888</c:v>
                </c:pt>
                <c:pt idx="13843">
                  <c:v>0.56088888888888888</c:v>
                </c:pt>
                <c:pt idx="13844">
                  <c:v>0.561037037037037</c:v>
                </c:pt>
                <c:pt idx="13845">
                  <c:v>0.561037037037037</c:v>
                </c:pt>
                <c:pt idx="13846">
                  <c:v>0.561037037037037</c:v>
                </c:pt>
                <c:pt idx="13847">
                  <c:v>0.56118518518518523</c:v>
                </c:pt>
                <c:pt idx="13848">
                  <c:v>0.56133333333333335</c:v>
                </c:pt>
                <c:pt idx="13849">
                  <c:v>0.56148148148148147</c:v>
                </c:pt>
                <c:pt idx="13850">
                  <c:v>0.56148148148148147</c:v>
                </c:pt>
                <c:pt idx="13851">
                  <c:v>0.56148148148148147</c:v>
                </c:pt>
                <c:pt idx="13852">
                  <c:v>0.56148148148148147</c:v>
                </c:pt>
                <c:pt idx="13853">
                  <c:v>0.56148148148148147</c:v>
                </c:pt>
                <c:pt idx="13854">
                  <c:v>0.56162962962962959</c:v>
                </c:pt>
                <c:pt idx="13855">
                  <c:v>0.56162962962962959</c:v>
                </c:pt>
                <c:pt idx="13856">
                  <c:v>0.56162962962962959</c:v>
                </c:pt>
                <c:pt idx="13857">
                  <c:v>0.56177777777777782</c:v>
                </c:pt>
                <c:pt idx="13858">
                  <c:v>0.56177777777777782</c:v>
                </c:pt>
                <c:pt idx="13859">
                  <c:v>0.56177777777777782</c:v>
                </c:pt>
                <c:pt idx="13860">
                  <c:v>0.56177777777777782</c:v>
                </c:pt>
                <c:pt idx="13861">
                  <c:v>0.56177777777777782</c:v>
                </c:pt>
                <c:pt idx="13862">
                  <c:v>0.56192592592592594</c:v>
                </c:pt>
                <c:pt idx="13863">
                  <c:v>0.56192592592592594</c:v>
                </c:pt>
                <c:pt idx="13864">
                  <c:v>0.56192592592592594</c:v>
                </c:pt>
                <c:pt idx="13865">
                  <c:v>0.56192592592592594</c:v>
                </c:pt>
                <c:pt idx="13866">
                  <c:v>0.56192592592592594</c:v>
                </c:pt>
                <c:pt idx="13867">
                  <c:v>0.56192592592592594</c:v>
                </c:pt>
                <c:pt idx="13868">
                  <c:v>0.56192592592592594</c:v>
                </c:pt>
                <c:pt idx="13869">
                  <c:v>0.56192592592592594</c:v>
                </c:pt>
                <c:pt idx="13870">
                  <c:v>0.56192592592592594</c:v>
                </c:pt>
                <c:pt idx="13871">
                  <c:v>0.56192592592592594</c:v>
                </c:pt>
                <c:pt idx="13872">
                  <c:v>0.56192592592592594</c:v>
                </c:pt>
                <c:pt idx="13873">
                  <c:v>0.56207407407407406</c:v>
                </c:pt>
                <c:pt idx="13874">
                  <c:v>0.56207407407407406</c:v>
                </c:pt>
                <c:pt idx="13875">
                  <c:v>0.56222222222222218</c:v>
                </c:pt>
                <c:pt idx="13876">
                  <c:v>0.56237037037037041</c:v>
                </c:pt>
                <c:pt idx="13877">
                  <c:v>0.56237037037037041</c:v>
                </c:pt>
                <c:pt idx="13878">
                  <c:v>0.56237037037037041</c:v>
                </c:pt>
                <c:pt idx="13879">
                  <c:v>0.56237037037037041</c:v>
                </c:pt>
                <c:pt idx="13880">
                  <c:v>0.56237037037037041</c:v>
                </c:pt>
                <c:pt idx="13881">
                  <c:v>0.56237037037037041</c:v>
                </c:pt>
                <c:pt idx="13882">
                  <c:v>0.56237037037037041</c:v>
                </c:pt>
                <c:pt idx="13883">
                  <c:v>0.56251851851851853</c:v>
                </c:pt>
                <c:pt idx="13884">
                  <c:v>0.56251851851851853</c:v>
                </c:pt>
                <c:pt idx="13885">
                  <c:v>0.56251851851851853</c:v>
                </c:pt>
                <c:pt idx="13886">
                  <c:v>0.56251851851851853</c:v>
                </c:pt>
                <c:pt idx="13887">
                  <c:v>0.56251851851851853</c:v>
                </c:pt>
                <c:pt idx="13888">
                  <c:v>0.56266666666666665</c:v>
                </c:pt>
                <c:pt idx="13889">
                  <c:v>0.56266666666666665</c:v>
                </c:pt>
                <c:pt idx="13890">
                  <c:v>0.56266666666666665</c:v>
                </c:pt>
                <c:pt idx="13891">
                  <c:v>0.56266666666666665</c:v>
                </c:pt>
                <c:pt idx="13892">
                  <c:v>0.56266666666666665</c:v>
                </c:pt>
                <c:pt idx="13893">
                  <c:v>0.56266666666666665</c:v>
                </c:pt>
                <c:pt idx="13894">
                  <c:v>0.56281481481481477</c:v>
                </c:pt>
                <c:pt idx="13895">
                  <c:v>0.56281481481481477</c:v>
                </c:pt>
                <c:pt idx="13896">
                  <c:v>0.562962962962963</c:v>
                </c:pt>
                <c:pt idx="13897">
                  <c:v>0.56311111111111112</c:v>
                </c:pt>
                <c:pt idx="13898">
                  <c:v>0.56311111111111112</c:v>
                </c:pt>
                <c:pt idx="13899">
                  <c:v>0.56311111111111112</c:v>
                </c:pt>
                <c:pt idx="13900">
                  <c:v>0.56325925925925924</c:v>
                </c:pt>
                <c:pt idx="13901">
                  <c:v>0.56325925925925924</c:v>
                </c:pt>
                <c:pt idx="13902">
                  <c:v>0.56340740740740736</c:v>
                </c:pt>
                <c:pt idx="13903">
                  <c:v>0.56340740740740736</c:v>
                </c:pt>
                <c:pt idx="13904">
                  <c:v>0.56340740740740736</c:v>
                </c:pt>
                <c:pt idx="13905">
                  <c:v>0.56340740740740736</c:v>
                </c:pt>
                <c:pt idx="13906">
                  <c:v>0.56340740740740736</c:v>
                </c:pt>
                <c:pt idx="13907">
                  <c:v>0.56340740740740736</c:v>
                </c:pt>
                <c:pt idx="13908">
                  <c:v>0.56340740740740736</c:v>
                </c:pt>
                <c:pt idx="13909">
                  <c:v>0.56355555555555559</c:v>
                </c:pt>
                <c:pt idx="13910">
                  <c:v>0.56355555555555559</c:v>
                </c:pt>
                <c:pt idx="13911">
                  <c:v>0.56355555555555559</c:v>
                </c:pt>
                <c:pt idx="13912">
                  <c:v>0.56355555555555559</c:v>
                </c:pt>
                <c:pt idx="13913">
                  <c:v>0.56370370370370371</c:v>
                </c:pt>
                <c:pt idx="13914">
                  <c:v>0.56370370370370371</c:v>
                </c:pt>
                <c:pt idx="13915">
                  <c:v>0.56385185185185183</c:v>
                </c:pt>
                <c:pt idx="13916">
                  <c:v>0.56385185185185183</c:v>
                </c:pt>
                <c:pt idx="13917">
                  <c:v>0.56385185185185183</c:v>
                </c:pt>
                <c:pt idx="13918">
                  <c:v>0.56385185185185183</c:v>
                </c:pt>
                <c:pt idx="13919">
                  <c:v>0.56385185185185183</c:v>
                </c:pt>
                <c:pt idx="13920">
                  <c:v>0.56399999999999995</c:v>
                </c:pt>
                <c:pt idx="13921">
                  <c:v>0.56399999999999995</c:v>
                </c:pt>
                <c:pt idx="13922">
                  <c:v>0.56399999999999995</c:v>
                </c:pt>
                <c:pt idx="13923">
                  <c:v>0.56399999999999995</c:v>
                </c:pt>
                <c:pt idx="13924">
                  <c:v>0.56414814814814818</c:v>
                </c:pt>
                <c:pt idx="13925">
                  <c:v>0.56414814814814818</c:v>
                </c:pt>
                <c:pt idx="13926">
                  <c:v>0.5642962962962963</c:v>
                </c:pt>
                <c:pt idx="13927">
                  <c:v>0.56444444444444442</c:v>
                </c:pt>
                <c:pt idx="13928">
                  <c:v>0.56444444444444442</c:v>
                </c:pt>
                <c:pt idx="13929">
                  <c:v>0.56444444444444442</c:v>
                </c:pt>
                <c:pt idx="13930">
                  <c:v>0.56444444444444442</c:v>
                </c:pt>
                <c:pt idx="13931">
                  <c:v>0.56444444444444442</c:v>
                </c:pt>
                <c:pt idx="13932">
                  <c:v>0.56444444444444442</c:v>
                </c:pt>
                <c:pt idx="13933">
                  <c:v>0.56444444444444442</c:v>
                </c:pt>
                <c:pt idx="13934">
                  <c:v>0.56459259259259265</c:v>
                </c:pt>
                <c:pt idx="13935">
                  <c:v>0.56474074074074077</c:v>
                </c:pt>
                <c:pt idx="13936">
                  <c:v>0.56474074074074077</c:v>
                </c:pt>
                <c:pt idx="13937">
                  <c:v>0.56474074074074077</c:v>
                </c:pt>
                <c:pt idx="13938">
                  <c:v>0.56474074074074077</c:v>
                </c:pt>
                <c:pt idx="13939">
                  <c:v>0.56474074074074077</c:v>
                </c:pt>
                <c:pt idx="13940">
                  <c:v>0.56488888888888888</c:v>
                </c:pt>
                <c:pt idx="13941">
                  <c:v>0.56488888888888888</c:v>
                </c:pt>
                <c:pt idx="13942">
                  <c:v>0.56488888888888888</c:v>
                </c:pt>
                <c:pt idx="13943">
                  <c:v>0.56488888888888888</c:v>
                </c:pt>
                <c:pt idx="13944">
                  <c:v>0.56488888888888888</c:v>
                </c:pt>
                <c:pt idx="13945">
                  <c:v>0.565037037037037</c:v>
                </c:pt>
                <c:pt idx="13946">
                  <c:v>0.56518518518518523</c:v>
                </c:pt>
                <c:pt idx="13947">
                  <c:v>0.56518518518518523</c:v>
                </c:pt>
                <c:pt idx="13948">
                  <c:v>0.56518518518518523</c:v>
                </c:pt>
                <c:pt idx="13949">
                  <c:v>0.56518518518518523</c:v>
                </c:pt>
                <c:pt idx="13950">
                  <c:v>0.56518518518518523</c:v>
                </c:pt>
                <c:pt idx="13951">
                  <c:v>0.56518518518518523</c:v>
                </c:pt>
                <c:pt idx="13952">
                  <c:v>0.56518518518518523</c:v>
                </c:pt>
                <c:pt idx="13953">
                  <c:v>0.56518518518518523</c:v>
                </c:pt>
                <c:pt idx="13954">
                  <c:v>0.56518518518518523</c:v>
                </c:pt>
                <c:pt idx="13955">
                  <c:v>0.56518518518518523</c:v>
                </c:pt>
                <c:pt idx="13956">
                  <c:v>0.56518518518518523</c:v>
                </c:pt>
                <c:pt idx="13957">
                  <c:v>0.56533333333333335</c:v>
                </c:pt>
                <c:pt idx="13958">
                  <c:v>0.56533333333333335</c:v>
                </c:pt>
                <c:pt idx="13959">
                  <c:v>0.56533333333333335</c:v>
                </c:pt>
                <c:pt idx="13960">
                  <c:v>0.56533333333333335</c:v>
                </c:pt>
                <c:pt idx="13961">
                  <c:v>0.56548148148148147</c:v>
                </c:pt>
                <c:pt idx="13962">
                  <c:v>0.56548148148148147</c:v>
                </c:pt>
                <c:pt idx="13963">
                  <c:v>0.56562962962962959</c:v>
                </c:pt>
                <c:pt idx="13964">
                  <c:v>0.56577777777777782</c:v>
                </c:pt>
                <c:pt idx="13965">
                  <c:v>0.56577777777777782</c:v>
                </c:pt>
                <c:pt idx="13966">
                  <c:v>0.56577777777777782</c:v>
                </c:pt>
                <c:pt idx="13967">
                  <c:v>0.56577777777777782</c:v>
                </c:pt>
                <c:pt idx="13968">
                  <c:v>0.56577777777777782</c:v>
                </c:pt>
                <c:pt idx="13969">
                  <c:v>0.56577777777777782</c:v>
                </c:pt>
                <c:pt idx="13970">
                  <c:v>0.56577777777777782</c:v>
                </c:pt>
                <c:pt idx="13971">
                  <c:v>0.56592592592592594</c:v>
                </c:pt>
                <c:pt idx="13972">
                  <c:v>0.56592592592592594</c:v>
                </c:pt>
                <c:pt idx="13973">
                  <c:v>0.56607407407407406</c:v>
                </c:pt>
                <c:pt idx="13974">
                  <c:v>0.56607407407407406</c:v>
                </c:pt>
                <c:pt idx="13975">
                  <c:v>0.56607407407407406</c:v>
                </c:pt>
                <c:pt idx="13976">
                  <c:v>0.56607407407407406</c:v>
                </c:pt>
                <c:pt idx="13977">
                  <c:v>0.56622222222222218</c:v>
                </c:pt>
                <c:pt idx="13978">
                  <c:v>0.56622222222222218</c:v>
                </c:pt>
                <c:pt idx="13979">
                  <c:v>0.56622222222222218</c:v>
                </c:pt>
                <c:pt idx="13980">
                  <c:v>0.56622222222222218</c:v>
                </c:pt>
                <c:pt idx="13981">
                  <c:v>0.56622222222222218</c:v>
                </c:pt>
                <c:pt idx="13982">
                  <c:v>0.56622222222222218</c:v>
                </c:pt>
                <c:pt idx="13983">
                  <c:v>0.56637037037037041</c:v>
                </c:pt>
                <c:pt idx="13984">
                  <c:v>0.56651851851851853</c:v>
                </c:pt>
                <c:pt idx="13985">
                  <c:v>0.56651851851851853</c:v>
                </c:pt>
                <c:pt idx="13986">
                  <c:v>0.56666666666666665</c:v>
                </c:pt>
                <c:pt idx="13987">
                  <c:v>0.56666666666666665</c:v>
                </c:pt>
                <c:pt idx="13988">
                  <c:v>0.56666666666666665</c:v>
                </c:pt>
                <c:pt idx="13989">
                  <c:v>0.56681481481481477</c:v>
                </c:pt>
                <c:pt idx="13990">
                  <c:v>0.56681481481481477</c:v>
                </c:pt>
                <c:pt idx="13991">
                  <c:v>0.566962962962963</c:v>
                </c:pt>
                <c:pt idx="13992">
                  <c:v>0.56711111111111112</c:v>
                </c:pt>
                <c:pt idx="13993">
                  <c:v>0.56711111111111112</c:v>
                </c:pt>
                <c:pt idx="13994">
                  <c:v>0.56711111111111112</c:v>
                </c:pt>
                <c:pt idx="13995">
                  <c:v>0.56711111111111112</c:v>
                </c:pt>
                <c:pt idx="13996">
                  <c:v>0.56711111111111112</c:v>
                </c:pt>
                <c:pt idx="13997">
                  <c:v>0.56711111111111112</c:v>
                </c:pt>
                <c:pt idx="13998">
                  <c:v>0.56711111111111112</c:v>
                </c:pt>
                <c:pt idx="13999">
                  <c:v>0.56711111111111112</c:v>
                </c:pt>
                <c:pt idx="14000">
                  <c:v>0.56711111111111112</c:v>
                </c:pt>
                <c:pt idx="14001">
                  <c:v>0.56725925925925924</c:v>
                </c:pt>
                <c:pt idx="14002">
                  <c:v>0.56725925925925924</c:v>
                </c:pt>
                <c:pt idx="14003">
                  <c:v>0.56725925925925924</c:v>
                </c:pt>
                <c:pt idx="14004">
                  <c:v>0.56725925925925924</c:v>
                </c:pt>
                <c:pt idx="14005">
                  <c:v>0.56725925925925924</c:v>
                </c:pt>
                <c:pt idx="14006">
                  <c:v>0.56740740740740736</c:v>
                </c:pt>
                <c:pt idx="14007">
                  <c:v>0.56740740740740736</c:v>
                </c:pt>
                <c:pt idx="14008">
                  <c:v>0.56740740740740736</c:v>
                </c:pt>
                <c:pt idx="14009">
                  <c:v>0.56740740740740736</c:v>
                </c:pt>
                <c:pt idx="14010">
                  <c:v>0.56740740740740736</c:v>
                </c:pt>
                <c:pt idx="14011">
                  <c:v>0.56740740740740736</c:v>
                </c:pt>
                <c:pt idx="14012">
                  <c:v>0.56755555555555559</c:v>
                </c:pt>
                <c:pt idx="14013">
                  <c:v>0.56755555555555559</c:v>
                </c:pt>
                <c:pt idx="14014">
                  <c:v>0.56755555555555559</c:v>
                </c:pt>
                <c:pt idx="14015">
                  <c:v>0.56755555555555559</c:v>
                </c:pt>
                <c:pt idx="14016">
                  <c:v>0.56755555555555559</c:v>
                </c:pt>
                <c:pt idx="14017">
                  <c:v>0.56755555555555559</c:v>
                </c:pt>
                <c:pt idx="14018">
                  <c:v>0.56755555555555559</c:v>
                </c:pt>
                <c:pt idx="14019">
                  <c:v>0.56755555555555559</c:v>
                </c:pt>
                <c:pt idx="14020">
                  <c:v>0.56755555555555559</c:v>
                </c:pt>
                <c:pt idx="14021">
                  <c:v>0.56755555555555559</c:v>
                </c:pt>
                <c:pt idx="14022">
                  <c:v>0.56755555555555559</c:v>
                </c:pt>
                <c:pt idx="14023">
                  <c:v>0.56755555555555559</c:v>
                </c:pt>
                <c:pt idx="14024">
                  <c:v>0.56755555555555559</c:v>
                </c:pt>
                <c:pt idx="14025">
                  <c:v>0.56755555555555559</c:v>
                </c:pt>
                <c:pt idx="14026">
                  <c:v>0.56770370370370371</c:v>
                </c:pt>
                <c:pt idx="14027">
                  <c:v>0.56785185185185183</c:v>
                </c:pt>
                <c:pt idx="14028">
                  <c:v>0.56785185185185183</c:v>
                </c:pt>
                <c:pt idx="14029">
                  <c:v>0.56785185185185183</c:v>
                </c:pt>
                <c:pt idx="14030">
                  <c:v>0.56799999999999995</c:v>
                </c:pt>
                <c:pt idx="14031">
                  <c:v>0.56799999999999995</c:v>
                </c:pt>
                <c:pt idx="14032">
                  <c:v>0.56799999999999995</c:v>
                </c:pt>
                <c:pt idx="14033">
                  <c:v>0.56799999999999995</c:v>
                </c:pt>
                <c:pt idx="14034">
                  <c:v>0.56799999999999995</c:v>
                </c:pt>
                <c:pt idx="14035">
                  <c:v>0.56799999999999995</c:v>
                </c:pt>
                <c:pt idx="14036">
                  <c:v>0.56799999999999995</c:v>
                </c:pt>
                <c:pt idx="14037">
                  <c:v>0.56799999999999995</c:v>
                </c:pt>
                <c:pt idx="14038">
                  <c:v>0.56814814814814818</c:v>
                </c:pt>
                <c:pt idx="14039">
                  <c:v>0.56814814814814818</c:v>
                </c:pt>
                <c:pt idx="14040">
                  <c:v>0.5682962962962963</c:v>
                </c:pt>
                <c:pt idx="14041">
                  <c:v>0.5682962962962963</c:v>
                </c:pt>
                <c:pt idx="14042">
                  <c:v>0.5682962962962963</c:v>
                </c:pt>
                <c:pt idx="14043">
                  <c:v>0.56844444444444442</c:v>
                </c:pt>
                <c:pt idx="14044">
                  <c:v>0.56844444444444442</c:v>
                </c:pt>
                <c:pt idx="14045">
                  <c:v>0.56844444444444442</c:v>
                </c:pt>
                <c:pt idx="14046">
                  <c:v>0.56844444444444442</c:v>
                </c:pt>
                <c:pt idx="14047">
                  <c:v>0.56844444444444442</c:v>
                </c:pt>
                <c:pt idx="14048">
                  <c:v>0.56844444444444442</c:v>
                </c:pt>
                <c:pt idx="14049">
                  <c:v>0.56844444444444442</c:v>
                </c:pt>
                <c:pt idx="14050">
                  <c:v>0.56859259259259254</c:v>
                </c:pt>
                <c:pt idx="14051">
                  <c:v>0.56859259259259254</c:v>
                </c:pt>
                <c:pt idx="14052">
                  <c:v>0.56859259259259254</c:v>
                </c:pt>
                <c:pt idx="14053">
                  <c:v>0.56859259259259254</c:v>
                </c:pt>
                <c:pt idx="14054">
                  <c:v>0.56874074074074077</c:v>
                </c:pt>
                <c:pt idx="14055">
                  <c:v>0.56874074074074077</c:v>
                </c:pt>
                <c:pt idx="14056">
                  <c:v>0.56874074074074077</c:v>
                </c:pt>
                <c:pt idx="14057">
                  <c:v>0.56874074074074077</c:v>
                </c:pt>
                <c:pt idx="14058">
                  <c:v>0.56874074074074077</c:v>
                </c:pt>
                <c:pt idx="14059">
                  <c:v>0.56874074074074077</c:v>
                </c:pt>
                <c:pt idx="14060">
                  <c:v>0.56874074074074077</c:v>
                </c:pt>
                <c:pt idx="14061">
                  <c:v>0.56874074074074077</c:v>
                </c:pt>
                <c:pt idx="14062">
                  <c:v>0.56888888888888889</c:v>
                </c:pt>
                <c:pt idx="14063">
                  <c:v>0.56903703703703701</c:v>
                </c:pt>
                <c:pt idx="14064">
                  <c:v>0.56903703703703701</c:v>
                </c:pt>
                <c:pt idx="14065">
                  <c:v>0.56903703703703701</c:v>
                </c:pt>
                <c:pt idx="14066">
                  <c:v>0.56903703703703701</c:v>
                </c:pt>
                <c:pt idx="14067">
                  <c:v>0.56903703703703701</c:v>
                </c:pt>
                <c:pt idx="14068">
                  <c:v>0.56918518518518524</c:v>
                </c:pt>
                <c:pt idx="14069">
                  <c:v>0.56918518518518524</c:v>
                </c:pt>
                <c:pt idx="14070">
                  <c:v>0.56918518518518524</c:v>
                </c:pt>
                <c:pt idx="14071">
                  <c:v>0.56933333333333336</c:v>
                </c:pt>
                <c:pt idx="14072">
                  <c:v>0.56933333333333336</c:v>
                </c:pt>
                <c:pt idx="14073">
                  <c:v>0.56933333333333336</c:v>
                </c:pt>
                <c:pt idx="14074">
                  <c:v>0.56933333333333336</c:v>
                </c:pt>
                <c:pt idx="14075">
                  <c:v>0.56933333333333336</c:v>
                </c:pt>
                <c:pt idx="14076">
                  <c:v>0.56933333333333336</c:v>
                </c:pt>
                <c:pt idx="14077">
                  <c:v>0.56948148148148148</c:v>
                </c:pt>
                <c:pt idx="14078">
                  <c:v>0.5696296296296296</c:v>
                </c:pt>
                <c:pt idx="14079">
                  <c:v>0.5696296296296296</c:v>
                </c:pt>
                <c:pt idx="14080">
                  <c:v>0.5696296296296296</c:v>
                </c:pt>
                <c:pt idx="14081">
                  <c:v>0.5696296296296296</c:v>
                </c:pt>
                <c:pt idx="14082">
                  <c:v>0.5696296296296296</c:v>
                </c:pt>
                <c:pt idx="14083">
                  <c:v>0.5696296296296296</c:v>
                </c:pt>
                <c:pt idx="14084">
                  <c:v>0.5696296296296296</c:v>
                </c:pt>
                <c:pt idx="14085">
                  <c:v>0.5696296296296296</c:v>
                </c:pt>
                <c:pt idx="14086">
                  <c:v>0.5696296296296296</c:v>
                </c:pt>
                <c:pt idx="14087">
                  <c:v>0.5696296296296296</c:v>
                </c:pt>
                <c:pt idx="14088">
                  <c:v>0.5696296296296296</c:v>
                </c:pt>
                <c:pt idx="14089">
                  <c:v>0.5696296296296296</c:v>
                </c:pt>
                <c:pt idx="14090">
                  <c:v>0.5696296296296296</c:v>
                </c:pt>
                <c:pt idx="14091">
                  <c:v>0.5696296296296296</c:v>
                </c:pt>
                <c:pt idx="14092">
                  <c:v>0.5696296296296296</c:v>
                </c:pt>
                <c:pt idx="14093">
                  <c:v>0.56977777777777783</c:v>
                </c:pt>
                <c:pt idx="14094">
                  <c:v>0.56977777777777783</c:v>
                </c:pt>
                <c:pt idx="14095">
                  <c:v>0.56977777777777783</c:v>
                </c:pt>
                <c:pt idx="14096">
                  <c:v>0.56992592592592595</c:v>
                </c:pt>
                <c:pt idx="14097">
                  <c:v>0.57007407407407407</c:v>
                </c:pt>
                <c:pt idx="14098">
                  <c:v>0.57007407407407407</c:v>
                </c:pt>
                <c:pt idx="14099">
                  <c:v>0.57007407407407407</c:v>
                </c:pt>
                <c:pt idx="14100">
                  <c:v>0.57007407407407407</c:v>
                </c:pt>
                <c:pt idx="14101">
                  <c:v>0.57007407407407407</c:v>
                </c:pt>
                <c:pt idx="14102">
                  <c:v>0.57007407407407407</c:v>
                </c:pt>
                <c:pt idx="14103">
                  <c:v>0.57022222222222219</c:v>
                </c:pt>
                <c:pt idx="14104">
                  <c:v>0.57022222222222219</c:v>
                </c:pt>
                <c:pt idx="14105">
                  <c:v>0.57022222222222219</c:v>
                </c:pt>
                <c:pt idx="14106">
                  <c:v>0.57022222222222219</c:v>
                </c:pt>
                <c:pt idx="14107">
                  <c:v>0.57022222222222219</c:v>
                </c:pt>
                <c:pt idx="14108">
                  <c:v>0.57022222222222219</c:v>
                </c:pt>
                <c:pt idx="14109">
                  <c:v>0.57022222222222219</c:v>
                </c:pt>
                <c:pt idx="14110">
                  <c:v>0.57037037037037042</c:v>
                </c:pt>
                <c:pt idx="14111">
                  <c:v>0.57037037037037042</c:v>
                </c:pt>
                <c:pt idx="14112">
                  <c:v>0.57037037037037042</c:v>
                </c:pt>
                <c:pt idx="14113">
                  <c:v>0.57051851851851854</c:v>
                </c:pt>
                <c:pt idx="14114">
                  <c:v>0.57051851851851854</c:v>
                </c:pt>
                <c:pt idx="14115">
                  <c:v>0.57051851851851854</c:v>
                </c:pt>
                <c:pt idx="14116">
                  <c:v>0.57051851851851854</c:v>
                </c:pt>
                <c:pt idx="14117">
                  <c:v>0.57051851851851854</c:v>
                </c:pt>
                <c:pt idx="14118">
                  <c:v>0.57051851851851854</c:v>
                </c:pt>
                <c:pt idx="14119">
                  <c:v>0.57051851851851854</c:v>
                </c:pt>
                <c:pt idx="14120">
                  <c:v>0.57051851851851854</c:v>
                </c:pt>
                <c:pt idx="14121">
                  <c:v>0.57066666666666666</c:v>
                </c:pt>
                <c:pt idx="14122">
                  <c:v>0.57066666666666666</c:v>
                </c:pt>
                <c:pt idx="14123">
                  <c:v>0.57066666666666666</c:v>
                </c:pt>
                <c:pt idx="14124">
                  <c:v>0.57066666666666666</c:v>
                </c:pt>
                <c:pt idx="14125">
                  <c:v>0.57066666666666666</c:v>
                </c:pt>
                <c:pt idx="14126">
                  <c:v>0.57081481481481477</c:v>
                </c:pt>
                <c:pt idx="14127">
                  <c:v>0.57081481481481477</c:v>
                </c:pt>
                <c:pt idx="14128">
                  <c:v>0.57081481481481477</c:v>
                </c:pt>
                <c:pt idx="14129">
                  <c:v>0.57081481481481477</c:v>
                </c:pt>
                <c:pt idx="14130">
                  <c:v>0.57081481481481477</c:v>
                </c:pt>
                <c:pt idx="14131">
                  <c:v>0.57096296296296301</c:v>
                </c:pt>
                <c:pt idx="14132">
                  <c:v>0.57111111111111112</c:v>
                </c:pt>
                <c:pt idx="14133">
                  <c:v>0.57125925925925924</c:v>
                </c:pt>
                <c:pt idx="14134">
                  <c:v>0.57125925925925924</c:v>
                </c:pt>
                <c:pt idx="14135">
                  <c:v>0.57125925925925924</c:v>
                </c:pt>
                <c:pt idx="14136">
                  <c:v>0.57125925925925924</c:v>
                </c:pt>
                <c:pt idx="14137">
                  <c:v>0.57140740740740736</c:v>
                </c:pt>
                <c:pt idx="14138">
                  <c:v>0.57140740740740736</c:v>
                </c:pt>
                <c:pt idx="14139">
                  <c:v>0.57140740740740736</c:v>
                </c:pt>
                <c:pt idx="14140">
                  <c:v>0.57140740740740736</c:v>
                </c:pt>
                <c:pt idx="14141">
                  <c:v>0.57140740740740736</c:v>
                </c:pt>
                <c:pt idx="14142">
                  <c:v>0.57140740740740736</c:v>
                </c:pt>
                <c:pt idx="14143">
                  <c:v>0.57155555555555559</c:v>
                </c:pt>
                <c:pt idx="14144">
                  <c:v>0.57155555555555559</c:v>
                </c:pt>
                <c:pt idx="14145">
                  <c:v>0.57170370370370371</c:v>
                </c:pt>
                <c:pt idx="14146">
                  <c:v>0.57170370370370371</c:v>
                </c:pt>
                <c:pt idx="14147">
                  <c:v>0.57185185185185183</c:v>
                </c:pt>
                <c:pt idx="14148">
                  <c:v>0.57185185185185183</c:v>
                </c:pt>
                <c:pt idx="14149">
                  <c:v>0.57185185185185183</c:v>
                </c:pt>
                <c:pt idx="14150">
                  <c:v>0.57185185185185183</c:v>
                </c:pt>
                <c:pt idx="14151">
                  <c:v>0.57199999999999995</c:v>
                </c:pt>
                <c:pt idx="14152">
                  <c:v>0.57199999999999995</c:v>
                </c:pt>
                <c:pt idx="14153">
                  <c:v>0.57214814814814818</c:v>
                </c:pt>
                <c:pt idx="14154">
                  <c:v>0.57214814814814818</c:v>
                </c:pt>
                <c:pt idx="14155">
                  <c:v>0.5722962962962963</c:v>
                </c:pt>
                <c:pt idx="14156">
                  <c:v>0.5722962962962963</c:v>
                </c:pt>
                <c:pt idx="14157">
                  <c:v>0.5722962962962963</c:v>
                </c:pt>
                <c:pt idx="14158">
                  <c:v>0.5722962962962963</c:v>
                </c:pt>
                <c:pt idx="14159">
                  <c:v>0.5722962962962963</c:v>
                </c:pt>
                <c:pt idx="14160">
                  <c:v>0.57244444444444442</c:v>
                </c:pt>
                <c:pt idx="14161">
                  <c:v>0.57259259259259254</c:v>
                </c:pt>
                <c:pt idx="14162">
                  <c:v>0.57259259259259254</c:v>
                </c:pt>
                <c:pt idx="14163">
                  <c:v>0.57259259259259254</c:v>
                </c:pt>
                <c:pt idx="14164">
                  <c:v>0.57259259259259254</c:v>
                </c:pt>
                <c:pt idx="14165">
                  <c:v>0.57274074074074077</c:v>
                </c:pt>
                <c:pt idx="14166">
                  <c:v>0.57274074074074077</c:v>
                </c:pt>
                <c:pt idx="14167">
                  <c:v>0.57274074074074077</c:v>
                </c:pt>
                <c:pt idx="14168">
                  <c:v>0.57274074074074077</c:v>
                </c:pt>
                <c:pt idx="14169">
                  <c:v>0.57274074074074077</c:v>
                </c:pt>
                <c:pt idx="14170">
                  <c:v>0.57274074074074077</c:v>
                </c:pt>
                <c:pt idx="14171">
                  <c:v>0.57274074074074077</c:v>
                </c:pt>
                <c:pt idx="14172">
                  <c:v>0.57274074074074077</c:v>
                </c:pt>
                <c:pt idx="14173">
                  <c:v>0.57274074074074077</c:v>
                </c:pt>
                <c:pt idx="14174">
                  <c:v>0.57288888888888889</c:v>
                </c:pt>
                <c:pt idx="14175">
                  <c:v>0.57288888888888889</c:v>
                </c:pt>
                <c:pt idx="14176">
                  <c:v>0.57288888888888889</c:v>
                </c:pt>
                <c:pt idx="14177">
                  <c:v>0.57288888888888889</c:v>
                </c:pt>
                <c:pt idx="14178">
                  <c:v>0.57288888888888889</c:v>
                </c:pt>
                <c:pt idx="14179">
                  <c:v>0.57288888888888889</c:v>
                </c:pt>
                <c:pt idx="14180">
                  <c:v>0.57288888888888889</c:v>
                </c:pt>
                <c:pt idx="14181">
                  <c:v>0.57288888888888889</c:v>
                </c:pt>
                <c:pt idx="14182">
                  <c:v>0.57303703703703701</c:v>
                </c:pt>
                <c:pt idx="14183">
                  <c:v>0.57303703703703701</c:v>
                </c:pt>
                <c:pt idx="14184">
                  <c:v>0.57303703703703701</c:v>
                </c:pt>
                <c:pt idx="14185">
                  <c:v>0.57318518518518513</c:v>
                </c:pt>
                <c:pt idx="14186">
                  <c:v>0.57333333333333336</c:v>
                </c:pt>
                <c:pt idx="14187">
                  <c:v>0.57348148148148148</c:v>
                </c:pt>
                <c:pt idx="14188">
                  <c:v>0.57348148148148148</c:v>
                </c:pt>
                <c:pt idx="14189">
                  <c:v>0.57348148148148148</c:v>
                </c:pt>
                <c:pt idx="14190">
                  <c:v>0.57348148148148148</c:v>
                </c:pt>
                <c:pt idx="14191">
                  <c:v>0.57348148148148148</c:v>
                </c:pt>
                <c:pt idx="14192">
                  <c:v>0.5736296296296296</c:v>
                </c:pt>
                <c:pt idx="14193">
                  <c:v>0.57377777777777783</c:v>
                </c:pt>
                <c:pt idx="14194">
                  <c:v>0.57392592592592595</c:v>
                </c:pt>
                <c:pt idx="14195">
                  <c:v>0.57407407407407407</c:v>
                </c:pt>
                <c:pt idx="14196">
                  <c:v>0.57407407407407407</c:v>
                </c:pt>
                <c:pt idx="14197">
                  <c:v>0.57422222222222219</c:v>
                </c:pt>
                <c:pt idx="14198">
                  <c:v>0.57422222222222219</c:v>
                </c:pt>
                <c:pt idx="14199">
                  <c:v>0.57422222222222219</c:v>
                </c:pt>
                <c:pt idx="14200">
                  <c:v>0.57422222222222219</c:v>
                </c:pt>
                <c:pt idx="14201">
                  <c:v>0.57422222222222219</c:v>
                </c:pt>
                <c:pt idx="14202">
                  <c:v>0.57422222222222219</c:v>
                </c:pt>
                <c:pt idx="14203">
                  <c:v>0.57422222222222219</c:v>
                </c:pt>
                <c:pt idx="14204">
                  <c:v>0.57422222222222219</c:v>
                </c:pt>
                <c:pt idx="14205">
                  <c:v>0.57422222222222219</c:v>
                </c:pt>
                <c:pt idx="14206">
                  <c:v>0.57422222222222219</c:v>
                </c:pt>
                <c:pt idx="14207">
                  <c:v>0.57422222222222219</c:v>
                </c:pt>
                <c:pt idx="14208">
                  <c:v>0.57422222222222219</c:v>
                </c:pt>
                <c:pt idx="14209">
                  <c:v>0.57422222222222219</c:v>
                </c:pt>
                <c:pt idx="14210">
                  <c:v>0.57422222222222219</c:v>
                </c:pt>
                <c:pt idx="14211">
                  <c:v>0.57422222222222219</c:v>
                </c:pt>
                <c:pt idx="14212">
                  <c:v>0.57437037037037042</c:v>
                </c:pt>
                <c:pt idx="14213">
                  <c:v>0.57437037037037042</c:v>
                </c:pt>
                <c:pt idx="14214">
                  <c:v>0.57437037037037042</c:v>
                </c:pt>
                <c:pt idx="14215">
                  <c:v>0.57437037037037042</c:v>
                </c:pt>
                <c:pt idx="14216">
                  <c:v>0.57437037037037042</c:v>
                </c:pt>
                <c:pt idx="14217">
                  <c:v>0.57437037037037042</c:v>
                </c:pt>
                <c:pt idx="14218">
                  <c:v>0.57437037037037042</c:v>
                </c:pt>
                <c:pt idx="14219">
                  <c:v>0.57437037037037042</c:v>
                </c:pt>
                <c:pt idx="14220">
                  <c:v>0.57451851851851854</c:v>
                </c:pt>
                <c:pt idx="14221">
                  <c:v>0.57451851851851854</c:v>
                </c:pt>
                <c:pt idx="14222">
                  <c:v>0.57451851851851854</c:v>
                </c:pt>
                <c:pt idx="14223">
                  <c:v>0.57466666666666666</c:v>
                </c:pt>
                <c:pt idx="14224">
                  <c:v>0.57481481481481478</c:v>
                </c:pt>
                <c:pt idx="14225">
                  <c:v>0.57481481481481478</c:v>
                </c:pt>
                <c:pt idx="14226">
                  <c:v>0.57481481481481478</c:v>
                </c:pt>
                <c:pt idx="14227">
                  <c:v>0.57481481481481478</c:v>
                </c:pt>
                <c:pt idx="14228">
                  <c:v>0.57481481481481478</c:v>
                </c:pt>
                <c:pt idx="14229">
                  <c:v>0.57496296296296301</c:v>
                </c:pt>
                <c:pt idx="14230">
                  <c:v>0.57496296296296301</c:v>
                </c:pt>
                <c:pt idx="14231">
                  <c:v>0.57511111111111113</c:v>
                </c:pt>
                <c:pt idx="14232">
                  <c:v>0.57525925925925925</c:v>
                </c:pt>
                <c:pt idx="14233">
                  <c:v>0.57525925925925925</c:v>
                </c:pt>
                <c:pt idx="14234">
                  <c:v>0.57525925925925925</c:v>
                </c:pt>
                <c:pt idx="14235">
                  <c:v>0.57540740740740737</c:v>
                </c:pt>
                <c:pt idx="14236">
                  <c:v>0.57540740740740737</c:v>
                </c:pt>
                <c:pt idx="14237">
                  <c:v>0.5755555555555556</c:v>
                </c:pt>
                <c:pt idx="14238">
                  <c:v>0.5755555555555556</c:v>
                </c:pt>
                <c:pt idx="14239">
                  <c:v>0.57570370370370372</c:v>
                </c:pt>
                <c:pt idx="14240">
                  <c:v>0.57570370370370372</c:v>
                </c:pt>
                <c:pt idx="14241">
                  <c:v>0.57585185185185184</c:v>
                </c:pt>
                <c:pt idx="14242">
                  <c:v>0.57585185185185184</c:v>
                </c:pt>
                <c:pt idx="14243">
                  <c:v>0.57599999999999996</c:v>
                </c:pt>
                <c:pt idx="14244">
                  <c:v>0.57599999999999996</c:v>
                </c:pt>
                <c:pt idx="14245">
                  <c:v>0.57599999999999996</c:v>
                </c:pt>
                <c:pt idx="14246">
                  <c:v>0.57614814814814819</c:v>
                </c:pt>
                <c:pt idx="14247">
                  <c:v>0.57614814814814819</c:v>
                </c:pt>
                <c:pt idx="14248">
                  <c:v>0.57629629629629631</c:v>
                </c:pt>
                <c:pt idx="14249">
                  <c:v>0.57629629629629631</c:v>
                </c:pt>
                <c:pt idx="14250">
                  <c:v>0.57629629629629631</c:v>
                </c:pt>
                <c:pt idx="14251">
                  <c:v>0.57629629629629631</c:v>
                </c:pt>
                <c:pt idx="14252">
                  <c:v>0.57629629629629631</c:v>
                </c:pt>
                <c:pt idx="14253">
                  <c:v>0.57629629629629631</c:v>
                </c:pt>
                <c:pt idx="14254">
                  <c:v>0.57629629629629631</c:v>
                </c:pt>
                <c:pt idx="14255">
                  <c:v>0.57629629629629631</c:v>
                </c:pt>
                <c:pt idx="14256">
                  <c:v>0.57644444444444443</c:v>
                </c:pt>
                <c:pt idx="14257">
                  <c:v>0.57659259259259255</c:v>
                </c:pt>
                <c:pt idx="14258">
                  <c:v>0.57659259259259255</c:v>
                </c:pt>
                <c:pt idx="14259">
                  <c:v>0.57659259259259255</c:v>
                </c:pt>
                <c:pt idx="14260">
                  <c:v>0.57659259259259255</c:v>
                </c:pt>
                <c:pt idx="14261">
                  <c:v>0.57659259259259255</c:v>
                </c:pt>
                <c:pt idx="14262">
                  <c:v>0.57659259259259255</c:v>
                </c:pt>
                <c:pt idx="14263">
                  <c:v>0.57659259259259255</c:v>
                </c:pt>
                <c:pt idx="14264">
                  <c:v>0.57659259259259255</c:v>
                </c:pt>
                <c:pt idx="14265">
                  <c:v>0.57659259259259255</c:v>
                </c:pt>
                <c:pt idx="14266">
                  <c:v>0.57659259259259255</c:v>
                </c:pt>
                <c:pt idx="14267">
                  <c:v>0.57659259259259255</c:v>
                </c:pt>
                <c:pt idx="14268">
                  <c:v>0.57659259259259255</c:v>
                </c:pt>
                <c:pt idx="14269">
                  <c:v>0.57659259259259255</c:v>
                </c:pt>
                <c:pt idx="14270">
                  <c:v>0.57659259259259255</c:v>
                </c:pt>
                <c:pt idx="14271">
                  <c:v>0.57659259259259255</c:v>
                </c:pt>
                <c:pt idx="14272">
                  <c:v>0.57674074074074078</c:v>
                </c:pt>
                <c:pt idx="14273">
                  <c:v>0.57674074074074078</c:v>
                </c:pt>
                <c:pt idx="14274">
                  <c:v>0.5768888888888889</c:v>
                </c:pt>
                <c:pt idx="14275">
                  <c:v>0.57703703703703701</c:v>
                </c:pt>
                <c:pt idx="14276">
                  <c:v>0.57703703703703701</c:v>
                </c:pt>
                <c:pt idx="14277">
                  <c:v>0.57703703703703701</c:v>
                </c:pt>
                <c:pt idx="14278">
                  <c:v>0.57703703703703701</c:v>
                </c:pt>
                <c:pt idx="14279">
                  <c:v>0.57703703703703701</c:v>
                </c:pt>
                <c:pt idx="14280">
                  <c:v>0.57718518518518513</c:v>
                </c:pt>
                <c:pt idx="14281">
                  <c:v>0.57718518518518513</c:v>
                </c:pt>
                <c:pt idx="14282">
                  <c:v>0.57718518518518513</c:v>
                </c:pt>
                <c:pt idx="14283">
                  <c:v>0.57718518518518513</c:v>
                </c:pt>
                <c:pt idx="14284">
                  <c:v>0.57718518518518513</c:v>
                </c:pt>
                <c:pt idx="14285">
                  <c:v>0.57733333333333337</c:v>
                </c:pt>
                <c:pt idx="14286">
                  <c:v>0.57733333333333337</c:v>
                </c:pt>
                <c:pt idx="14287">
                  <c:v>0.57733333333333337</c:v>
                </c:pt>
                <c:pt idx="14288">
                  <c:v>0.57733333333333337</c:v>
                </c:pt>
                <c:pt idx="14289">
                  <c:v>0.57748148148148148</c:v>
                </c:pt>
                <c:pt idx="14290">
                  <c:v>0.57748148148148148</c:v>
                </c:pt>
                <c:pt idx="14291">
                  <c:v>0.57748148148148148</c:v>
                </c:pt>
                <c:pt idx="14292">
                  <c:v>0.57748148148148148</c:v>
                </c:pt>
                <c:pt idx="14293">
                  <c:v>0.57748148148148148</c:v>
                </c:pt>
                <c:pt idx="14294">
                  <c:v>0.57748148148148148</c:v>
                </c:pt>
                <c:pt idx="14295">
                  <c:v>0.5776296296296296</c:v>
                </c:pt>
                <c:pt idx="14296">
                  <c:v>0.57777777777777772</c:v>
                </c:pt>
                <c:pt idx="14297">
                  <c:v>0.57777777777777772</c:v>
                </c:pt>
                <c:pt idx="14298">
                  <c:v>0.57777777777777772</c:v>
                </c:pt>
                <c:pt idx="14299">
                  <c:v>0.57777777777777772</c:v>
                </c:pt>
                <c:pt idx="14300">
                  <c:v>0.57777777777777772</c:v>
                </c:pt>
                <c:pt idx="14301">
                  <c:v>0.57777777777777772</c:v>
                </c:pt>
                <c:pt idx="14302">
                  <c:v>0.57777777777777772</c:v>
                </c:pt>
                <c:pt idx="14303">
                  <c:v>0.57777777777777772</c:v>
                </c:pt>
                <c:pt idx="14304">
                  <c:v>0.57777777777777772</c:v>
                </c:pt>
                <c:pt idx="14305">
                  <c:v>0.57792592592592595</c:v>
                </c:pt>
                <c:pt idx="14306">
                  <c:v>0.57792592592592595</c:v>
                </c:pt>
                <c:pt idx="14307">
                  <c:v>0.57807407407407407</c:v>
                </c:pt>
                <c:pt idx="14308">
                  <c:v>0.57822222222222219</c:v>
                </c:pt>
                <c:pt idx="14309">
                  <c:v>0.57822222222222219</c:v>
                </c:pt>
                <c:pt idx="14310">
                  <c:v>0.57837037037037042</c:v>
                </c:pt>
                <c:pt idx="14311">
                  <c:v>0.57851851851851854</c:v>
                </c:pt>
                <c:pt idx="14312">
                  <c:v>0.57851851851851854</c:v>
                </c:pt>
                <c:pt idx="14313">
                  <c:v>0.57851851851851854</c:v>
                </c:pt>
                <c:pt idx="14314">
                  <c:v>0.57866666666666666</c:v>
                </c:pt>
                <c:pt idx="14315">
                  <c:v>0.57881481481481478</c:v>
                </c:pt>
                <c:pt idx="14316">
                  <c:v>0.57881481481481478</c:v>
                </c:pt>
                <c:pt idx="14317">
                  <c:v>0.57881481481481478</c:v>
                </c:pt>
                <c:pt idx="14318">
                  <c:v>0.57881481481481478</c:v>
                </c:pt>
                <c:pt idx="14319">
                  <c:v>0.57881481481481478</c:v>
                </c:pt>
                <c:pt idx="14320">
                  <c:v>0.57881481481481478</c:v>
                </c:pt>
                <c:pt idx="14321">
                  <c:v>0.57881481481481478</c:v>
                </c:pt>
                <c:pt idx="14322">
                  <c:v>0.57881481481481478</c:v>
                </c:pt>
                <c:pt idx="14323">
                  <c:v>0.57881481481481478</c:v>
                </c:pt>
                <c:pt idx="14324">
                  <c:v>0.57881481481481478</c:v>
                </c:pt>
                <c:pt idx="14325">
                  <c:v>0.57881481481481478</c:v>
                </c:pt>
                <c:pt idx="14326">
                  <c:v>0.57896296296296301</c:v>
                </c:pt>
                <c:pt idx="14327">
                  <c:v>0.57896296296296301</c:v>
                </c:pt>
                <c:pt idx="14328">
                  <c:v>0.57896296296296301</c:v>
                </c:pt>
                <c:pt idx="14329">
                  <c:v>0.57896296296296301</c:v>
                </c:pt>
                <c:pt idx="14330">
                  <c:v>0.57896296296296301</c:v>
                </c:pt>
                <c:pt idx="14331">
                  <c:v>0.57911111111111113</c:v>
                </c:pt>
                <c:pt idx="14332">
                  <c:v>0.57925925925925925</c:v>
                </c:pt>
                <c:pt idx="14333">
                  <c:v>0.57925925925925925</c:v>
                </c:pt>
                <c:pt idx="14334">
                  <c:v>0.57940740740740737</c:v>
                </c:pt>
                <c:pt idx="14335">
                  <c:v>0.57940740740740737</c:v>
                </c:pt>
                <c:pt idx="14336">
                  <c:v>0.57940740740740737</c:v>
                </c:pt>
                <c:pt idx="14337">
                  <c:v>0.5795555555555556</c:v>
                </c:pt>
                <c:pt idx="14338">
                  <c:v>0.5795555555555556</c:v>
                </c:pt>
                <c:pt idx="14339">
                  <c:v>0.5795555555555556</c:v>
                </c:pt>
                <c:pt idx="14340">
                  <c:v>0.57970370370370372</c:v>
                </c:pt>
                <c:pt idx="14341">
                  <c:v>0.57985185185185184</c:v>
                </c:pt>
                <c:pt idx="14342">
                  <c:v>0.57985185185185184</c:v>
                </c:pt>
                <c:pt idx="14343">
                  <c:v>0.57985185185185184</c:v>
                </c:pt>
                <c:pt idx="14344">
                  <c:v>0.57985185185185184</c:v>
                </c:pt>
                <c:pt idx="14345">
                  <c:v>0.57985185185185184</c:v>
                </c:pt>
                <c:pt idx="14346">
                  <c:v>0.57985185185185184</c:v>
                </c:pt>
                <c:pt idx="14347">
                  <c:v>0.57985185185185184</c:v>
                </c:pt>
                <c:pt idx="14348">
                  <c:v>0.57985185185185184</c:v>
                </c:pt>
                <c:pt idx="14349">
                  <c:v>0.57985185185185184</c:v>
                </c:pt>
                <c:pt idx="14350">
                  <c:v>0.57985185185185184</c:v>
                </c:pt>
                <c:pt idx="14351">
                  <c:v>0.57985185185185184</c:v>
                </c:pt>
                <c:pt idx="14352">
                  <c:v>0.57985185185185184</c:v>
                </c:pt>
                <c:pt idx="14353">
                  <c:v>0.57985185185185184</c:v>
                </c:pt>
                <c:pt idx="14354">
                  <c:v>0.57985185185185184</c:v>
                </c:pt>
                <c:pt idx="14355">
                  <c:v>0.57985185185185184</c:v>
                </c:pt>
                <c:pt idx="14356">
                  <c:v>0.57985185185185184</c:v>
                </c:pt>
                <c:pt idx="14357">
                  <c:v>0.57999999999999996</c:v>
                </c:pt>
                <c:pt idx="14358">
                  <c:v>0.57999999999999996</c:v>
                </c:pt>
                <c:pt idx="14359">
                  <c:v>0.57999999999999996</c:v>
                </c:pt>
                <c:pt idx="14360">
                  <c:v>0.57999999999999996</c:v>
                </c:pt>
                <c:pt idx="14361">
                  <c:v>0.57999999999999996</c:v>
                </c:pt>
                <c:pt idx="14362">
                  <c:v>0.57999999999999996</c:v>
                </c:pt>
                <c:pt idx="14363">
                  <c:v>0.57999999999999996</c:v>
                </c:pt>
                <c:pt idx="14364">
                  <c:v>0.57999999999999996</c:v>
                </c:pt>
                <c:pt idx="14365">
                  <c:v>0.57999999999999996</c:v>
                </c:pt>
                <c:pt idx="14366">
                  <c:v>0.57999999999999996</c:v>
                </c:pt>
                <c:pt idx="14367">
                  <c:v>0.58014814814814819</c:v>
                </c:pt>
                <c:pt idx="14368">
                  <c:v>0.58014814814814819</c:v>
                </c:pt>
                <c:pt idx="14369">
                  <c:v>0.58014814814814819</c:v>
                </c:pt>
                <c:pt idx="14370">
                  <c:v>0.58029629629629631</c:v>
                </c:pt>
                <c:pt idx="14371">
                  <c:v>0.58029629629629631</c:v>
                </c:pt>
                <c:pt idx="14372">
                  <c:v>0.58029629629629631</c:v>
                </c:pt>
                <c:pt idx="14373">
                  <c:v>0.58029629629629631</c:v>
                </c:pt>
                <c:pt idx="14374">
                  <c:v>0.58029629629629631</c:v>
                </c:pt>
                <c:pt idx="14375">
                  <c:v>0.58044444444444443</c:v>
                </c:pt>
                <c:pt idx="14376">
                  <c:v>0.58059259259259255</c:v>
                </c:pt>
                <c:pt idx="14377">
                  <c:v>0.58059259259259255</c:v>
                </c:pt>
                <c:pt idx="14378">
                  <c:v>0.58074074074074078</c:v>
                </c:pt>
                <c:pt idx="14379">
                  <c:v>0.58074074074074078</c:v>
                </c:pt>
                <c:pt idx="14380">
                  <c:v>0.58074074074074078</c:v>
                </c:pt>
                <c:pt idx="14381">
                  <c:v>0.5808888888888889</c:v>
                </c:pt>
                <c:pt idx="14382">
                  <c:v>0.5808888888888889</c:v>
                </c:pt>
                <c:pt idx="14383">
                  <c:v>0.58103703703703702</c:v>
                </c:pt>
                <c:pt idx="14384">
                  <c:v>0.58103703703703702</c:v>
                </c:pt>
                <c:pt idx="14385">
                  <c:v>0.58103703703703702</c:v>
                </c:pt>
                <c:pt idx="14386">
                  <c:v>0.58103703703703702</c:v>
                </c:pt>
                <c:pt idx="14387">
                  <c:v>0.58103703703703702</c:v>
                </c:pt>
                <c:pt idx="14388">
                  <c:v>0.58103703703703702</c:v>
                </c:pt>
                <c:pt idx="14389">
                  <c:v>0.58103703703703702</c:v>
                </c:pt>
                <c:pt idx="14390">
                  <c:v>0.58103703703703702</c:v>
                </c:pt>
                <c:pt idx="14391">
                  <c:v>0.58103703703703702</c:v>
                </c:pt>
                <c:pt idx="14392">
                  <c:v>0.58103703703703702</c:v>
                </c:pt>
                <c:pt idx="14393">
                  <c:v>0.58103703703703702</c:v>
                </c:pt>
                <c:pt idx="14394">
                  <c:v>0.58103703703703702</c:v>
                </c:pt>
                <c:pt idx="14395">
                  <c:v>0.58103703703703702</c:v>
                </c:pt>
                <c:pt idx="14396">
                  <c:v>0.58103703703703702</c:v>
                </c:pt>
                <c:pt idx="14397">
                  <c:v>0.58103703703703702</c:v>
                </c:pt>
                <c:pt idx="14398">
                  <c:v>0.58118518518518514</c:v>
                </c:pt>
                <c:pt idx="14399">
                  <c:v>0.58133333333333337</c:v>
                </c:pt>
                <c:pt idx="14400">
                  <c:v>0.58133333333333337</c:v>
                </c:pt>
                <c:pt idx="14401">
                  <c:v>0.58148148148148149</c:v>
                </c:pt>
                <c:pt idx="14402">
                  <c:v>0.58148148148148149</c:v>
                </c:pt>
                <c:pt idx="14403">
                  <c:v>0.58148148148148149</c:v>
                </c:pt>
                <c:pt idx="14404">
                  <c:v>0.58148148148148149</c:v>
                </c:pt>
                <c:pt idx="14405">
                  <c:v>0.58148148148148149</c:v>
                </c:pt>
                <c:pt idx="14406">
                  <c:v>0.58148148148148149</c:v>
                </c:pt>
                <c:pt idx="14407">
                  <c:v>0.58162962962962961</c:v>
                </c:pt>
                <c:pt idx="14408">
                  <c:v>0.58177777777777773</c:v>
                </c:pt>
                <c:pt idx="14409">
                  <c:v>0.58177777777777773</c:v>
                </c:pt>
                <c:pt idx="14410">
                  <c:v>0.58192592592592596</c:v>
                </c:pt>
                <c:pt idx="14411">
                  <c:v>0.58192592592592596</c:v>
                </c:pt>
                <c:pt idx="14412">
                  <c:v>0.58192592592592596</c:v>
                </c:pt>
                <c:pt idx="14413">
                  <c:v>0.58207407407407408</c:v>
                </c:pt>
                <c:pt idx="14414">
                  <c:v>0.58207407407407408</c:v>
                </c:pt>
                <c:pt idx="14415">
                  <c:v>0.58207407407407408</c:v>
                </c:pt>
                <c:pt idx="14416">
                  <c:v>0.58207407407407408</c:v>
                </c:pt>
                <c:pt idx="14417">
                  <c:v>0.58207407407407408</c:v>
                </c:pt>
                <c:pt idx="14418">
                  <c:v>0.58207407407407408</c:v>
                </c:pt>
                <c:pt idx="14419">
                  <c:v>0.58207407407407408</c:v>
                </c:pt>
                <c:pt idx="14420">
                  <c:v>0.58207407407407408</c:v>
                </c:pt>
                <c:pt idx="14421">
                  <c:v>0.58207407407407408</c:v>
                </c:pt>
                <c:pt idx="14422">
                  <c:v>0.58207407407407408</c:v>
                </c:pt>
                <c:pt idx="14423">
                  <c:v>0.58207407407407408</c:v>
                </c:pt>
                <c:pt idx="14424">
                  <c:v>0.58207407407407408</c:v>
                </c:pt>
                <c:pt idx="14425">
                  <c:v>0.5822222222222222</c:v>
                </c:pt>
                <c:pt idx="14426">
                  <c:v>0.5822222222222222</c:v>
                </c:pt>
                <c:pt idx="14427">
                  <c:v>0.58237037037037032</c:v>
                </c:pt>
                <c:pt idx="14428">
                  <c:v>0.58251851851851855</c:v>
                </c:pt>
                <c:pt idx="14429">
                  <c:v>0.58251851851851855</c:v>
                </c:pt>
                <c:pt idx="14430">
                  <c:v>0.58251851851851855</c:v>
                </c:pt>
                <c:pt idx="14431">
                  <c:v>0.58251851851851855</c:v>
                </c:pt>
                <c:pt idx="14432">
                  <c:v>0.58266666666666667</c:v>
                </c:pt>
                <c:pt idx="14433">
                  <c:v>0.58266666666666667</c:v>
                </c:pt>
                <c:pt idx="14434">
                  <c:v>0.58266666666666667</c:v>
                </c:pt>
                <c:pt idx="14435">
                  <c:v>0.58281481481481479</c:v>
                </c:pt>
                <c:pt idx="14436">
                  <c:v>0.58281481481481479</c:v>
                </c:pt>
                <c:pt idx="14437">
                  <c:v>0.58281481481481479</c:v>
                </c:pt>
                <c:pt idx="14438">
                  <c:v>0.58281481481481479</c:v>
                </c:pt>
                <c:pt idx="14439">
                  <c:v>0.58281481481481479</c:v>
                </c:pt>
                <c:pt idx="14440">
                  <c:v>0.58281481481481479</c:v>
                </c:pt>
                <c:pt idx="14441">
                  <c:v>0.58281481481481479</c:v>
                </c:pt>
                <c:pt idx="14442">
                  <c:v>0.58281481481481479</c:v>
                </c:pt>
                <c:pt idx="14443">
                  <c:v>0.58281481481481479</c:v>
                </c:pt>
                <c:pt idx="14444">
                  <c:v>0.58281481481481479</c:v>
                </c:pt>
                <c:pt idx="14445">
                  <c:v>0.58296296296296302</c:v>
                </c:pt>
                <c:pt idx="14446">
                  <c:v>0.58296296296296302</c:v>
                </c:pt>
                <c:pt idx="14447">
                  <c:v>0.58296296296296302</c:v>
                </c:pt>
                <c:pt idx="14448">
                  <c:v>0.58296296296296302</c:v>
                </c:pt>
                <c:pt idx="14449">
                  <c:v>0.58296296296296302</c:v>
                </c:pt>
                <c:pt idx="14450">
                  <c:v>0.58296296296296302</c:v>
                </c:pt>
                <c:pt idx="14451">
                  <c:v>0.58296296296296302</c:v>
                </c:pt>
                <c:pt idx="14452">
                  <c:v>0.58296296296296302</c:v>
                </c:pt>
                <c:pt idx="14453">
                  <c:v>0.58296296296296302</c:v>
                </c:pt>
                <c:pt idx="14454">
                  <c:v>0.58311111111111114</c:v>
                </c:pt>
                <c:pt idx="14455">
                  <c:v>0.58311111111111114</c:v>
                </c:pt>
                <c:pt idx="14456">
                  <c:v>0.58311111111111114</c:v>
                </c:pt>
                <c:pt idx="14457">
                  <c:v>0.58311111111111114</c:v>
                </c:pt>
                <c:pt idx="14458">
                  <c:v>0.58311111111111114</c:v>
                </c:pt>
                <c:pt idx="14459">
                  <c:v>0.58311111111111114</c:v>
                </c:pt>
                <c:pt idx="14460">
                  <c:v>0.58311111111111114</c:v>
                </c:pt>
                <c:pt idx="14461">
                  <c:v>0.58311111111111114</c:v>
                </c:pt>
                <c:pt idx="14462">
                  <c:v>0.58325925925925926</c:v>
                </c:pt>
                <c:pt idx="14463">
                  <c:v>0.58340740740740737</c:v>
                </c:pt>
                <c:pt idx="14464">
                  <c:v>0.58340740740740737</c:v>
                </c:pt>
                <c:pt idx="14465">
                  <c:v>0.58340740740740737</c:v>
                </c:pt>
                <c:pt idx="14466">
                  <c:v>0.58340740740740737</c:v>
                </c:pt>
                <c:pt idx="14467">
                  <c:v>0.58340740740740737</c:v>
                </c:pt>
                <c:pt idx="14468">
                  <c:v>0.58355555555555561</c:v>
                </c:pt>
                <c:pt idx="14469">
                  <c:v>0.58355555555555561</c:v>
                </c:pt>
                <c:pt idx="14470">
                  <c:v>0.58370370370370372</c:v>
                </c:pt>
                <c:pt idx="14471">
                  <c:v>0.58385185185185184</c:v>
                </c:pt>
                <c:pt idx="14472">
                  <c:v>0.58385185185185184</c:v>
                </c:pt>
                <c:pt idx="14473">
                  <c:v>0.58385185185185184</c:v>
                </c:pt>
                <c:pt idx="14474">
                  <c:v>0.58399999999999996</c:v>
                </c:pt>
                <c:pt idx="14475">
                  <c:v>0.58399999999999996</c:v>
                </c:pt>
                <c:pt idx="14476">
                  <c:v>0.58399999999999996</c:v>
                </c:pt>
                <c:pt idx="14477">
                  <c:v>0.58399999999999996</c:v>
                </c:pt>
                <c:pt idx="14478">
                  <c:v>0.58399999999999996</c:v>
                </c:pt>
                <c:pt idx="14479">
                  <c:v>0.58399999999999996</c:v>
                </c:pt>
                <c:pt idx="14480">
                  <c:v>0.58399999999999996</c:v>
                </c:pt>
                <c:pt idx="14481">
                  <c:v>0.58399999999999996</c:v>
                </c:pt>
                <c:pt idx="14482">
                  <c:v>0.58414814814814819</c:v>
                </c:pt>
                <c:pt idx="14483">
                  <c:v>0.58414814814814819</c:v>
                </c:pt>
                <c:pt idx="14484">
                  <c:v>0.58414814814814819</c:v>
                </c:pt>
                <c:pt idx="14485">
                  <c:v>0.58414814814814819</c:v>
                </c:pt>
                <c:pt idx="14486">
                  <c:v>0.58414814814814819</c:v>
                </c:pt>
                <c:pt idx="14487">
                  <c:v>0.58414814814814819</c:v>
                </c:pt>
                <c:pt idx="14488">
                  <c:v>0.58414814814814819</c:v>
                </c:pt>
                <c:pt idx="14489">
                  <c:v>0.58414814814814819</c:v>
                </c:pt>
                <c:pt idx="14490">
                  <c:v>0.58414814814814819</c:v>
                </c:pt>
                <c:pt idx="14491">
                  <c:v>0.58414814814814819</c:v>
                </c:pt>
                <c:pt idx="14492">
                  <c:v>0.58429629629629631</c:v>
                </c:pt>
                <c:pt idx="14493">
                  <c:v>0.58429629629629631</c:v>
                </c:pt>
                <c:pt idx="14494">
                  <c:v>0.58444444444444443</c:v>
                </c:pt>
                <c:pt idx="14495">
                  <c:v>0.58444444444444443</c:v>
                </c:pt>
                <c:pt idx="14496">
                  <c:v>0.58444444444444443</c:v>
                </c:pt>
                <c:pt idx="14497">
                  <c:v>0.58459259259259255</c:v>
                </c:pt>
                <c:pt idx="14498">
                  <c:v>0.58474074074074078</c:v>
                </c:pt>
                <c:pt idx="14499">
                  <c:v>0.58474074074074078</c:v>
                </c:pt>
                <c:pt idx="14500">
                  <c:v>0.58474074074074078</c:v>
                </c:pt>
                <c:pt idx="14501">
                  <c:v>0.58474074074074078</c:v>
                </c:pt>
                <c:pt idx="14502">
                  <c:v>0.58474074074074078</c:v>
                </c:pt>
                <c:pt idx="14503">
                  <c:v>0.5848888888888889</c:v>
                </c:pt>
                <c:pt idx="14504">
                  <c:v>0.5848888888888889</c:v>
                </c:pt>
                <c:pt idx="14505">
                  <c:v>0.5848888888888889</c:v>
                </c:pt>
                <c:pt idx="14506">
                  <c:v>0.5848888888888889</c:v>
                </c:pt>
                <c:pt idx="14507">
                  <c:v>0.58503703703703702</c:v>
                </c:pt>
                <c:pt idx="14508">
                  <c:v>0.58503703703703702</c:v>
                </c:pt>
                <c:pt idx="14509">
                  <c:v>0.58503703703703702</c:v>
                </c:pt>
                <c:pt idx="14510">
                  <c:v>0.58518518518518514</c:v>
                </c:pt>
                <c:pt idx="14511">
                  <c:v>0.58518518518518514</c:v>
                </c:pt>
                <c:pt idx="14512">
                  <c:v>0.58518518518518514</c:v>
                </c:pt>
                <c:pt idx="14513">
                  <c:v>0.58518518518518514</c:v>
                </c:pt>
                <c:pt idx="14514">
                  <c:v>0.58518518518518514</c:v>
                </c:pt>
                <c:pt idx="14515">
                  <c:v>0.58533333333333337</c:v>
                </c:pt>
                <c:pt idx="14516">
                  <c:v>0.58533333333333337</c:v>
                </c:pt>
                <c:pt idx="14517">
                  <c:v>0.58533333333333337</c:v>
                </c:pt>
                <c:pt idx="14518">
                  <c:v>0.58533333333333337</c:v>
                </c:pt>
                <c:pt idx="14519">
                  <c:v>0.58548148148148149</c:v>
                </c:pt>
                <c:pt idx="14520">
                  <c:v>0.58548148148148149</c:v>
                </c:pt>
                <c:pt idx="14521">
                  <c:v>0.58548148148148149</c:v>
                </c:pt>
                <c:pt idx="14522">
                  <c:v>0.58562962962962961</c:v>
                </c:pt>
                <c:pt idx="14523">
                  <c:v>0.58562962962962961</c:v>
                </c:pt>
                <c:pt idx="14524">
                  <c:v>0.58562962962962961</c:v>
                </c:pt>
                <c:pt idx="14525">
                  <c:v>0.58562962962962961</c:v>
                </c:pt>
                <c:pt idx="14526">
                  <c:v>0.58562962962962961</c:v>
                </c:pt>
                <c:pt idx="14527">
                  <c:v>0.58577777777777773</c:v>
                </c:pt>
                <c:pt idx="14528">
                  <c:v>0.58592592592592596</c:v>
                </c:pt>
                <c:pt idx="14529">
                  <c:v>0.58592592592592596</c:v>
                </c:pt>
                <c:pt idx="14530">
                  <c:v>0.58592592592592596</c:v>
                </c:pt>
                <c:pt idx="14531">
                  <c:v>0.58592592592592596</c:v>
                </c:pt>
                <c:pt idx="14532">
                  <c:v>0.58607407407407408</c:v>
                </c:pt>
                <c:pt idx="14533">
                  <c:v>0.5862222222222222</c:v>
                </c:pt>
                <c:pt idx="14534">
                  <c:v>0.5862222222222222</c:v>
                </c:pt>
                <c:pt idx="14535">
                  <c:v>0.5862222222222222</c:v>
                </c:pt>
                <c:pt idx="14536">
                  <c:v>0.5862222222222222</c:v>
                </c:pt>
                <c:pt idx="14537">
                  <c:v>0.5862222222222222</c:v>
                </c:pt>
                <c:pt idx="14538">
                  <c:v>0.58637037037037032</c:v>
                </c:pt>
                <c:pt idx="14539">
                  <c:v>0.58637037037037032</c:v>
                </c:pt>
                <c:pt idx="14540">
                  <c:v>0.58637037037037032</c:v>
                </c:pt>
                <c:pt idx="14541">
                  <c:v>0.58637037037037032</c:v>
                </c:pt>
                <c:pt idx="14542">
                  <c:v>0.58637037037037032</c:v>
                </c:pt>
                <c:pt idx="14543">
                  <c:v>0.58637037037037032</c:v>
                </c:pt>
                <c:pt idx="14544">
                  <c:v>0.58637037037037032</c:v>
                </c:pt>
                <c:pt idx="14545">
                  <c:v>0.58637037037037032</c:v>
                </c:pt>
                <c:pt idx="14546">
                  <c:v>0.58637037037037032</c:v>
                </c:pt>
                <c:pt idx="14547">
                  <c:v>0.58637037037037032</c:v>
                </c:pt>
                <c:pt idx="14548">
                  <c:v>0.58637037037037032</c:v>
                </c:pt>
                <c:pt idx="14549">
                  <c:v>0.58637037037037032</c:v>
                </c:pt>
                <c:pt idx="14550">
                  <c:v>0.58651851851851855</c:v>
                </c:pt>
                <c:pt idx="14551">
                  <c:v>0.58666666666666667</c:v>
                </c:pt>
                <c:pt idx="14552">
                  <c:v>0.58666666666666667</c:v>
                </c:pt>
                <c:pt idx="14553">
                  <c:v>0.58666666666666667</c:v>
                </c:pt>
                <c:pt idx="14554">
                  <c:v>0.58666666666666667</c:v>
                </c:pt>
                <c:pt idx="14555">
                  <c:v>0.58681481481481479</c:v>
                </c:pt>
                <c:pt idx="14556">
                  <c:v>0.58696296296296291</c:v>
                </c:pt>
                <c:pt idx="14557">
                  <c:v>0.58696296296296291</c:v>
                </c:pt>
                <c:pt idx="14558">
                  <c:v>0.58696296296296291</c:v>
                </c:pt>
                <c:pt idx="14559">
                  <c:v>0.58696296296296291</c:v>
                </c:pt>
                <c:pt idx="14560">
                  <c:v>0.58696296296296291</c:v>
                </c:pt>
                <c:pt idx="14561">
                  <c:v>0.58696296296296291</c:v>
                </c:pt>
                <c:pt idx="14562">
                  <c:v>0.58696296296296291</c:v>
                </c:pt>
                <c:pt idx="14563">
                  <c:v>0.58696296296296291</c:v>
                </c:pt>
                <c:pt idx="14564">
                  <c:v>0.58696296296296291</c:v>
                </c:pt>
                <c:pt idx="14565">
                  <c:v>0.58711111111111114</c:v>
                </c:pt>
                <c:pt idx="14566">
                  <c:v>0.58711111111111114</c:v>
                </c:pt>
                <c:pt idx="14567">
                  <c:v>0.58711111111111114</c:v>
                </c:pt>
                <c:pt idx="14568">
                  <c:v>0.58725925925925926</c:v>
                </c:pt>
                <c:pt idx="14569">
                  <c:v>0.58740740740740738</c:v>
                </c:pt>
                <c:pt idx="14570">
                  <c:v>0.58740740740740738</c:v>
                </c:pt>
                <c:pt idx="14571">
                  <c:v>0.58755555555555561</c:v>
                </c:pt>
                <c:pt idx="14572">
                  <c:v>0.58755555555555561</c:v>
                </c:pt>
                <c:pt idx="14573">
                  <c:v>0.58755555555555561</c:v>
                </c:pt>
                <c:pt idx="14574">
                  <c:v>0.58770370370370373</c:v>
                </c:pt>
                <c:pt idx="14575">
                  <c:v>0.58770370370370373</c:v>
                </c:pt>
                <c:pt idx="14576">
                  <c:v>0.58770370370370373</c:v>
                </c:pt>
                <c:pt idx="14577">
                  <c:v>0.58785185185185185</c:v>
                </c:pt>
                <c:pt idx="14578">
                  <c:v>0.58785185185185185</c:v>
                </c:pt>
                <c:pt idx="14579">
                  <c:v>0.58785185185185185</c:v>
                </c:pt>
                <c:pt idx="14580">
                  <c:v>0.58785185185185185</c:v>
                </c:pt>
                <c:pt idx="14581">
                  <c:v>0.58785185185185185</c:v>
                </c:pt>
                <c:pt idx="14582">
                  <c:v>0.58785185185185185</c:v>
                </c:pt>
                <c:pt idx="14583">
                  <c:v>0.58785185185185185</c:v>
                </c:pt>
                <c:pt idx="14584">
                  <c:v>0.58785185185185185</c:v>
                </c:pt>
                <c:pt idx="14585">
                  <c:v>0.58785185185185185</c:v>
                </c:pt>
                <c:pt idx="14586">
                  <c:v>0.58785185185185185</c:v>
                </c:pt>
                <c:pt idx="14587">
                  <c:v>0.58799999999999997</c:v>
                </c:pt>
                <c:pt idx="14588">
                  <c:v>0.5881481481481482</c:v>
                </c:pt>
                <c:pt idx="14589">
                  <c:v>0.58829629629629632</c:v>
                </c:pt>
                <c:pt idx="14590">
                  <c:v>0.58844444444444444</c:v>
                </c:pt>
                <c:pt idx="14591">
                  <c:v>0.58844444444444444</c:v>
                </c:pt>
                <c:pt idx="14592">
                  <c:v>0.58844444444444444</c:v>
                </c:pt>
                <c:pt idx="14593">
                  <c:v>0.58844444444444444</c:v>
                </c:pt>
                <c:pt idx="14594">
                  <c:v>0.58844444444444444</c:v>
                </c:pt>
                <c:pt idx="14595">
                  <c:v>0.58859259259259256</c:v>
                </c:pt>
                <c:pt idx="14596">
                  <c:v>0.58859259259259256</c:v>
                </c:pt>
                <c:pt idx="14597">
                  <c:v>0.58859259259259256</c:v>
                </c:pt>
                <c:pt idx="14598">
                  <c:v>0.58859259259259256</c:v>
                </c:pt>
                <c:pt idx="14599">
                  <c:v>0.58859259259259256</c:v>
                </c:pt>
                <c:pt idx="14600">
                  <c:v>0.58874074074074079</c:v>
                </c:pt>
                <c:pt idx="14601">
                  <c:v>0.58874074074074079</c:v>
                </c:pt>
                <c:pt idx="14602">
                  <c:v>0.58874074074074079</c:v>
                </c:pt>
                <c:pt idx="14603">
                  <c:v>0.58874074074074079</c:v>
                </c:pt>
                <c:pt idx="14604">
                  <c:v>0.58874074074074079</c:v>
                </c:pt>
                <c:pt idx="14605">
                  <c:v>0.58874074074074079</c:v>
                </c:pt>
                <c:pt idx="14606">
                  <c:v>0.58874074074074079</c:v>
                </c:pt>
                <c:pt idx="14607">
                  <c:v>0.58874074074074079</c:v>
                </c:pt>
                <c:pt idx="14608">
                  <c:v>0.58874074074074079</c:v>
                </c:pt>
                <c:pt idx="14609">
                  <c:v>0.58874074074074079</c:v>
                </c:pt>
                <c:pt idx="14610">
                  <c:v>0.58874074074074079</c:v>
                </c:pt>
                <c:pt idx="14611">
                  <c:v>0.58874074074074079</c:v>
                </c:pt>
                <c:pt idx="14612">
                  <c:v>0.58874074074074079</c:v>
                </c:pt>
                <c:pt idx="14613">
                  <c:v>0.58874074074074079</c:v>
                </c:pt>
                <c:pt idx="14614">
                  <c:v>0.58874074074074079</c:v>
                </c:pt>
                <c:pt idx="14615">
                  <c:v>0.58874074074074079</c:v>
                </c:pt>
                <c:pt idx="14616">
                  <c:v>0.58874074074074079</c:v>
                </c:pt>
                <c:pt idx="14617">
                  <c:v>0.58888888888888891</c:v>
                </c:pt>
                <c:pt idx="14618">
                  <c:v>0.58888888888888891</c:v>
                </c:pt>
                <c:pt idx="14619">
                  <c:v>0.58903703703703703</c:v>
                </c:pt>
                <c:pt idx="14620">
                  <c:v>0.58903703703703703</c:v>
                </c:pt>
                <c:pt idx="14621">
                  <c:v>0.58903703703703703</c:v>
                </c:pt>
                <c:pt idx="14622">
                  <c:v>0.58903703703703703</c:v>
                </c:pt>
                <c:pt idx="14623">
                  <c:v>0.58903703703703703</c:v>
                </c:pt>
                <c:pt idx="14624">
                  <c:v>0.58903703703703703</c:v>
                </c:pt>
                <c:pt idx="14625">
                  <c:v>0.58903703703703703</c:v>
                </c:pt>
                <c:pt idx="14626">
                  <c:v>0.58903703703703703</c:v>
                </c:pt>
                <c:pt idx="14627">
                  <c:v>0.58903703703703703</c:v>
                </c:pt>
                <c:pt idx="14628">
                  <c:v>0.58918518518518515</c:v>
                </c:pt>
                <c:pt idx="14629">
                  <c:v>0.58918518518518515</c:v>
                </c:pt>
                <c:pt idx="14630">
                  <c:v>0.58918518518518515</c:v>
                </c:pt>
                <c:pt idx="14631">
                  <c:v>0.58933333333333338</c:v>
                </c:pt>
                <c:pt idx="14632">
                  <c:v>0.58933333333333338</c:v>
                </c:pt>
                <c:pt idx="14633">
                  <c:v>0.5894814814814815</c:v>
                </c:pt>
                <c:pt idx="14634">
                  <c:v>0.58962962962962961</c:v>
                </c:pt>
                <c:pt idx="14635">
                  <c:v>0.58962962962962961</c:v>
                </c:pt>
                <c:pt idx="14636">
                  <c:v>0.58962962962962961</c:v>
                </c:pt>
                <c:pt idx="14637">
                  <c:v>0.58977777777777773</c:v>
                </c:pt>
                <c:pt idx="14638">
                  <c:v>0.58977777777777773</c:v>
                </c:pt>
                <c:pt idx="14639">
                  <c:v>0.58977777777777773</c:v>
                </c:pt>
                <c:pt idx="14640">
                  <c:v>0.58992592592592596</c:v>
                </c:pt>
                <c:pt idx="14641">
                  <c:v>0.58992592592592596</c:v>
                </c:pt>
                <c:pt idx="14642">
                  <c:v>0.59007407407407408</c:v>
                </c:pt>
                <c:pt idx="14643">
                  <c:v>0.59007407407407408</c:v>
                </c:pt>
                <c:pt idx="14644">
                  <c:v>0.59007407407407408</c:v>
                </c:pt>
                <c:pt idx="14645">
                  <c:v>0.59007407407407408</c:v>
                </c:pt>
                <c:pt idx="14646">
                  <c:v>0.59007407407407408</c:v>
                </c:pt>
                <c:pt idx="14647">
                  <c:v>0.5902222222222222</c:v>
                </c:pt>
                <c:pt idx="14648">
                  <c:v>0.5902222222222222</c:v>
                </c:pt>
                <c:pt idx="14649">
                  <c:v>0.5902222222222222</c:v>
                </c:pt>
                <c:pt idx="14650">
                  <c:v>0.5902222222222222</c:v>
                </c:pt>
                <c:pt idx="14651">
                  <c:v>0.5902222222222222</c:v>
                </c:pt>
                <c:pt idx="14652">
                  <c:v>0.59037037037037032</c:v>
                </c:pt>
                <c:pt idx="14653">
                  <c:v>0.59037037037037032</c:v>
                </c:pt>
                <c:pt idx="14654">
                  <c:v>0.59051851851851855</c:v>
                </c:pt>
                <c:pt idx="14655">
                  <c:v>0.59051851851851855</c:v>
                </c:pt>
                <c:pt idx="14656">
                  <c:v>0.59066666666666667</c:v>
                </c:pt>
                <c:pt idx="14657">
                  <c:v>0.59066666666666667</c:v>
                </c:pt>
                <c:pt idx="14658">
                  <c:v>0.59066666666666667</c:v>
                </c:pt>
                <c:pt idx="14659">
                  <c:v>0.59066666666666667</c:v>
                </c:pt>
                <c:pt idx="14660">
                  <c:v>0.59066666666666667</c:v>
                </c:pt>
                <c:pt idx="14661">
                  <c:v>0.59066666666666667</c:v>
                </c:pt>
                <c:pt idx="14662">
                  <c:v>0.59066666666666667</c:v>
                </c:pt>
                <c:pt idx="14663">
                  <c:v>0.59081481481481479</c:v>
                </c:pt>
                <c:pt idx="14664">
                  <c:v>0.59081481481481479</c:v>
                </c:pt>
                <c:pt idx="14665">
                  <c:v>0.59081481481481479</c:v>
                </c:pt>
                <c:pt idx="14666">
                  <c:v>0.59081481481481479</c:v>
                </c:pt>
                <c:pt idx="14667">
                  <c:v>0.59096296296296291</c:v>
                </c:pt>
                <c:pt idx="14668">
                  <c:v>0.59096296296296291</c:v>
                </c:pt>
                <c:pt idx="14669">
                  <c:v>0.59111111111111114</c:v>
                </c:pt>
                <c:pt idx="14670">
                  <c:v>0.59111111111111114</c:v>
                </c:pt>
                <c:pt idx="14671">
                  <c:v>0.59125925925925926</c:v>
                </c:pt>
                <c:pt idx="14672">
                  <c:v>0.59140740740740738</c:v>
                </c:pt>
                <c:pt idx="14673">
                  <c:v>0.5915555555555555</c:v>
                </c:pt>
                <c:pt idx="14674">
                  <c:v>0.5915555555555555</c:v>
                </c:pt>
                <c:pt idx="14675">
                  <c:v>0.5915555555555555</c:v>
                </c:pt>
                <c:pt idx="14676">
                  <c:v>0.59170370370370373</c:v>
                </c:pt>
                <c:pt idx="14677">
                  <c:v>0.59170370370370373</c:v>
                </c:pt>
                <c:pt idx="14678">
                  <c:v>0.59170370370370373</c:v>
                </c:pt>
                <c:pt idx="14679">
                  <c:v>0.59185185185185185</c:v>
                </c:pt>
                <c:pt idx="14680">
                  <c:v>0.59199999999999997</c:v>
                </c:pt>
                <c:pt idx="14681">
                  <c:v>0.59199999999999997</c:v>
                </c:pt>
                <c:pt idx="14682">
                  <c:v>0.59199999999999997</c:v>
                </c:pt>
                <c:pt idx="14683">
                  <c:v>0.59199999999999997</c:v>
                </c:pt>
                <c:pt idx="14684">
                  <c:v>0.5921481481481482</c:v>
                </c:pt>
                <c:pt idx="14685">
                  <c:v>0.5921481481481482</c:v>
                </c:pt>
                <c:pt idx="14686">
                  <c:v>0.5921481481481482</c:v>
                </c:pt>
                <c:pt idx="14687">
                  <c:v>0.5921481481481482</c:v>
                </c:pt>
                <c:pt idx="14688">
                  <c:v>0.59229629629629632</c:v>
                </c:pt>
                <c:pt idx="14689">
                  <c:v>0.59229629629629632</c:v>
                </c:pt>
                <c:pt idx="14690">
                  <c:v>0.59229629629629632</c:v>
                </c:pt>
                <c:pt idx="14691">
                  <c:v>0.59244444444444444</c:v>
                </c:pt>
                <c:pt idx="14692">
                  <c:v>0.59244444444444444</c:v>
                </c:pt>
                <c:pt idx="14693">
                  <c:v>0.59244444444444444</c:v>
                </c:pt>
                <c:pt idx="14694">
                  <c:v>0.59244444444444444</c:v>
                </c:pt>
                <c:pt idx="14695">
                  <c:v>0.59244444444444444</c:v>
                </c:pt>
                <c:pt idx="14696">
                  <c:v>0.59244444444444444</c:v>
                </c:pt>
                <c:pt idx="14697">
                  <c:v>0.59259259259259256</c:v>
                </c:pt>
                <c:pt idx="14698">
                  <c:v>0.59259259259259256</c:v>
                </c:pt>
                <c:pt idx="14699">
                  <c:v>0.59259259259259256</c:v>
                </c:pt>
                <c:pt idx="14700">
                  <c:v>0.59274074074074079</c:v>
                </c:pt>
                <c:pt idx="14701">
                  <c:v>0.59288888888888891</c:v>
                </c:pt>
                <c:pt idx="14702">
                  <c:v>0.59288888888888891</c:v>
                </c:pt>
                <c:pt idx="14703">
                  <c:v>0.59303703703703703</c:v>
                </c:pt>
                <c:pt idx="14704">
                  <c:v>0.59303703703703703</c:v>
                </c:pt>
                <c:pt idx="14705">
                  <c:v>0.59303703703703703</c:v>
                </c:pt>
                <c:pt idx="14706">
                  <c:v>0.59303703703703703</c:v>
                </c:pt>
                <c:pt idx="14707">
                  <c:v>0.59303703703703703</c:v>
                </c:pt>
                <c:pt idx="14708">
                  <c:v>0.59303703703703703</c:v>
                </c:pt>
                <c:pt idx="14709">
                  <c:v>0.59318518518518515</c:v>
                </c:pt>
                <c:pt idx="14710">
                  <c:v>0.59333333333333338</c:v>
                </c:pt>
                <c:pt idx="14711">
                  <c:v>0.59333333333333338</c:v>
                </c:pt>
                <c:pt idx="14712">
                  <c:v>0.59333333333333338</c:v>
                </c:pt>
                <c:pt idx="14713">
                  <c:v>0.59333333333333338</c:v>
                </c:pt>
                <c:pt idx="14714">
                  <c:v>0.59333333333333338</c:v>
                </c:pt>
                <c:pt idx="14715">
                  <c:v>0.59333333333333338</c:v>
                </c:pt>
                <c:pt idx="14716">
                  <c:v>0.59333333333333338</c:v>
                </c:pt>
                <c:pt idx="14717">
                  <c:v>0.59333333333333338</c:v>
                </c:pt>
                <c:pt idx="14718">
                  <c:v>0.5934814814814815</c:v>
                </c:pt>
                <c:pt idx="14719">
                  <c:v>0.5934814814814815</c:v>
                </c:pt>
                <c:pt idx="14720">
                  <c:v>0.5934814814814815</c:v>
                </c:pt>
                <c:pt idx="14721">
                  <c:v>0.5934814814814815</c:v>
                </c:pt>
                <c:pt idx="14722">
                  <c:v>0.5934814814814815</c:v>
                </c:pt>
                <c:pt idx="14723">
                  <c:v>0.5934814814814815</c:v>
                </c:pt>
                <c:pt idx="14724">
                  <c:v>0.59362962962962962</c:v>
                </c:pt>
                <c:pt idx="14725">
                  <c:v>0.59362962962962962</c:v>
                </c:pt>
                <c:pt idx="14726">
                  <c:v>0.59362962962962962</c:v>
                </c:pt>
                <c:pt idx="14727">
                  <c:v>0.59377777777777774</c:v>
                </c:pt>
                <c:pt idx="14728">
                  <c:v>0.59377777777777774</c:v>
                </c:pt>
                <c:pt idx="14729">
                  <c:v>0.59377777777777774</c:v>
                </c:pt>
                <c:pt idx="14730">
                  <c:v>0.59377777777777774</c:v>
                </c:pt>
                <c:pt idx="14731">
                  <c:v>0.59377777777777774</c:v>
                </c:pt>
                <c:pt idx="14732">
                  <c:v>0.59377777777777774</c:v>
                </c:pt>
                <c:pt idx="14733">
                  <c:v>0.59377777777777774</c:v>
                </c:pt>
                <c:pt idx="14734">
                  <c:v>0.59392592592592597</c:v>
                </c:pt>
                <c:pt idx="14735">
                  <c:v>0.59392592592592597</c:v>
                </c:pt>
                <c:pt idx="14736">
                  <c:v>0.59392592592592597</c:v>
                </c:pt>
                <c:pt idx="14737">
                  <c:v>0.59392592592592597</c:v>
                </c:pt>
                <c:pt idx="14738">
                  <c:v>0.59392592592592597</c:v>
                </c:pt>
                <c:pt idx="14739">
                  <c:v>0.59392592592592597</c:v>
                </c:pt>
                <c:pt idx="14740">
                  <c:v>0.59392592592592597</c:v>
                </c:pt>
                <c:pt idx="14741">
                  <c:v>0.59392592592592597</c:v>
                </c:pt>
                <c:pt idx="14742">
                  <c:v>0.59392592592592597</c:v>
                </c:pt>
                <c:pt idx="14743">
                  <c:v>0.59392592592592597</c:v>
                </c:pt>
                <c:pt idx="14744">
                  <c:v>0.59407407407407409</c:v>
                </c:pt>
                <c:pt idx="14745">
                  <c:v>0.59407407407407409</c:v>
                </c:pt>
                <c:pt idx="14746">
                  <c:v>0.59407407407407409</c:v>
                </c:pt>
                <c:pt idx="14747">
                  <c:v>0.59422222222222221</c:v>
                </c:pt>
                <c:pt idx="14748">
                  <c:v>0.59422222222222221</c:v>
                </c:pt>
                <c:pt idx="14749">
                  <c:v>0.59422222222222221</c:v>
                </c:pt>
                <c:pt idx="14750">
                  <c:v>0.59422222222222221</c:v>
                </c:pt>
                <c:pt idx="14751">
                  <c:v>0.59422222222222221</c:v>
                </c:pt>
                <c:pt idx="14752">
                  <c:v>0.59422222222222221</c:v>
                </c:pt>
                <c:pt idx="14753">
                  <c:v>0.59422222222222221</c:v>
                </c:pt>
                <c:pt idx="14754">
                  <c:v>0.59422222222222221</c:v>
                </c:pt>
                <c:pt idx="14755">
                  <c:v>0.59422222222222221</c:v>
                </c:pt>
                <c:pt idx="14756">
                  <c:v>0.59437037037037033</c:v>
                </c:pt>
                <c:pt idx="14757">
                  <c:v>0.59437037037037033</c:v>
                </c:pt>
                <c:pt idx="14758">
                  <c:v>0.59437037037037033</c:v>
                </c:pt>
                <c:pt idx="14759">
                  <c:v>0.59451851851851856</c:v>
                </c:pt>
                <c:pt idx="14760">
                  <c:v>0.59451851851851856</c:v>
                </c:pt>
                <c:pt idx="14761">
                  <c:v>0.59466666666666668</c:v>
                </c:pt>
                <c:pt idx="14762">
                  <c:v>0.59466666666666668</c:v>
                </c:pt>
                <c:pt idx="14763">
                  <c:v>0.5948148148148148</c:v>
                </c:pt>
                <c:pt idx="14764">
                  <c:v>0.5948148148148148</c:v>
                </c:pt>
                <c:pt idx="14765">
                  <c:v>0.5948148148148148</c:v>
                </c:pt>
                <c:pt idx="14766">
                  <c:v>0.5948148148148148</c:v>
                </c:pt>
                <c:pt idx="14767">
                  <c:v>0.59496296296296292</c:v>
                </c:pt>
                <c:pt idx="14768">
                  <c:v>0.59496296296296292</c:v>
                </c:pt>
                <c:pt idx="14769">
                  <c:v>0.59496296296296292</c:v>
                </c:pt>
                <c:pt idx="14770">
                  <c:v>0.59511111111111115</c:v>
                </c:pt>
                <c:pt idx="14771">
                  <c:v>0.59525925925925927</c:v>
                </c:pt>
                <c:pt idx="14772">
                  <c:v>0.59525925925925927</c:v>
                </c:pt>
                <c:pt idx="14773">
                  <c:v>0.59540740740740739</c:v>
                </c:pt>
                <c:pt idx="14774">
                  <c:v>0.59540740740740739</c:v>
                </c:pt>
                <c:pt idx="14775">
                  <c:v>0.59540740740740739</c:v>
                </c:pt>
                <c:pt idx="14776">
                  <c:v>0.59540740740740739</c:v>
                </c:pt>
                <c:pt idx="14777">
                  <c:v>0.5955555555555555</c:v>
                </c:pt>
                <c:pt idx="14778">
                  <c:v>0.5955555555555555</c:v>
                </c:pt>
                <c:pt idx="14779">
                  <c:v>0.59570370370370374</c:v>
                </c:pt>
                <c:pt idx="14780">
                  <c:v>0.59570370370370374</c:v>
                </c:pt>
                <c:pt idx="14781">
                  <c:v>0.59570370370370374</c:v>
                </c:pt>
                <c:pt idx="14782">
                  <c:v>0.59585185185185185</c:v>
                </c:pt>
                <c:pt idx="14783">
                  <c:v>0.59599999999999997</c:v>
                </c:pt>
                <c:pt idx="14784">
                  <c:v>0.59614814814814809</c:v>
                </c:pt>
                <c:pt idx="14785">
                  <c:v>0.59614814814814809</c:v>
                </c:pt>
                <c:pt idx="14786">
                  <c:v>0.59614814814814809</c:v>
                </c:pt>
                <c:pt idx="14787">
                  <c:v>0.59614814814814809</c:v>
                </c:pt>
                <c:pt idx="14788">
                  <c:v>0.59614814814814809</c:v>
                </c:pt>
                <c:pt idx="14789">
                  <c:v>0.59629629629629632</c:v>
                </c:pt>
                <c:pt idx="14790">
                  <c:v>0.59644444444444444</c:v>
                </c:pt>
                <c:pt idx="14791">
                  <c:v>0.59644444444444444</c:v>
                </c:pt>
                <c:pt idx="14792">
                  <c:v>0.59644444444444444</c:v>
                </c:pt>
                <c:pt idx="14793">
                  <c:v>0.59644444444444444</c:v>
                </c:pt>
                <c:pt idx="14794">
                  <c:v>0.59644444444444444</c:v>
                </c:pt>
                <c:pt idx="14795">
                  <c:v>0.59644444444444444</c:v>
                </c:pt>
                <c:pt idx="14796">
                  <c:v>0.59644444444444444</c:v>
                </c:pt>
                <c:pt idx="14797">
                  <c:v>0.59644444444444444</c:v>
                </c:pt>
                <c:pt idx="14798">
                  <c:v>0.59659259259259256</c:v>
                </c:pt>
                <c:pt idx="14799">
                  <c:v>0.59674074074074079</c:v>
                </c:pt>
                <c:pt idx="14800">
                  <c:v>0.59688888888888891</c:v>
                </c:pt>
                <c:pt idx="14801">
                  <c:v>0.59688888888888891</c:v>
                </c:pt>
                <c:pt idx="14802">
                  <c:v>0.59703703703703703</c:v>
                </c:pt>
                <c:pt idx="14803">
                  <c:v>0.59703703703703703</c:v>
                </c:pt>
                <c:pt idx="14804">
                  <c:v>0.59718518518518515</c:v>
                </c:pt>
                <c:pt idx="14805">
                  <c:v>0.59718518518518515</c:v>
                </c:pt>
                <c:pt idx="14806">
                  <c:v>0.59718518518518515</c:v>
                </c:pt>
                <c:pt idx="14807">
                  <c:v>0.59718518518518515</c:v>
                </c:pt>
                <c:pt idx="14808">
                  <c:v>0.59718518518518515</c:v>
                </c:pt>
                <c:pt idx="14809">
                  <c:v>0.59718518518518515</c:v>
                </c:pt>
                <c:pt idx="14810">
                  <c:v>0.59718518518518515</c:v>
                </c:pt>
                <c:pt idx="14811">
                  <c:v>0.59718518518518515</c:v>
                </c:pt>
                <c:pt idx="14812">
                  <c:v>0.59733333333333338</c:v>
                </c:pt>
                <c:pt idx="14813">
                  <c:v>0.59733333333333338</c:v>
                </c:pt>
                <c:pt idx="14814">
                  <c:v>0.59733333333333338</c:v>
                </c:pt>
                <c:pt idx="14815">
                  <c:v>0.5974814814814815</c:v>
                </c:pt>
                <c:pt idx="14816">
                  <c:v>0.59762962962962962</c:v>
                </c:pt>
                <c:pt idx="14817">
                  <c:v>0.59762962962962962</c:v>
                </c:pt>
                <c:pt idx="14818">
                  <c:v>0.59762962962962962</c:v>
                </c:pt>
                <c:pt idx="14819">
                  <c:v>0.59777777777777774</c:v>
                </c:pt>
                <c:pt idx="14820">
                  <c:v>0.59777777777777774</c:v>
                </c:pt>
                <c:pt idx="14821">
                  <c:v>0.59777777777777774</c:v>
                </c:pt>
                <c:pt idx="14822">
                  <c:v>0.59777777777777774</c:v>
                </c:pt>
                <c:pt idx="14823">
                  <c:v>0.59792592592592597</c:v>
                </c:pt>
                <c:pt idx="14824">
                  <c:v>0.59807407407407409</c:v>
                </c:pt>
                <c:pt idx="14825">
                  <c:v>0.59822222222222221</c:v>
                </c:pt>
                <c:pt idx="14826">
                  <c:v>0.59837037037037033</c:v>
                </c:pt>
                <c:pt idx="14827">
                  <c:v>0.59851851851851856</c:v>
                </c:pt>
                <c:pt idx="14828">
                  <c:v>0.59851851851851856</c:v>
                </c:pt>
                <c:pt idx="14829">
                  <c:v>0.59851851851851856</c:v>
                </c:pt>
                <c:pt idx="14830">
                  <c:v>0.59851851851851856</c:v>
                </c:pt>
                <c:pt idx="14831">
                  <c:v>0.59851851851851856</c:v>
                </c:pt>
                <c:pt idx="14832">
                  <c:v>0.59851851851851856</c:v>
                </c:pt>
                <c:pt idx="14833">
                  <c:v>0.59851851851851856</c:v>
                </c:pt>
                <c:pt idx="14834">
                  <c:v>0.59851851851851856</c:v>
                </c:pt>
                <c:pt idx="14835">
                  <c:v>0.59866666666666668</c:v>
                </c:pt>
                <c:pt idx="14836">
                  <c:v>0.59866666666666668</c:v>
                </c:pt>
                <c:pt idx="14837">
                  <c:v>0.5988148148148148</c:v>
                </c:pt>
                <c:pt idx="14838">
                  <c:v>0.59896296296296292</c:v>
                </c:pt>
                <c:pt idx="14839">
                  <c:v>0.59911111111111115</c:v>
                </c:pt>
                <c:pt idx="14840">
                  <c:v>0.59911111111111115</c:v>
                </c:pt>
                <c:pt idx="14841">
                  <c:v>0.59911111111111115</c:v>
                </c:pt>
                <c:pt idx="14842">
                  <c:v>0.59925925925925927</c:v>
                </c:pt>
                <c:pt idx="14843">
                  <c:v>0.59940740740740739</c:v>
                </c:pt>
                <c:pt idx="14844">
                  <c:v>0.59940740740740739</c:v>
                </c:pt>
                <c:pt idx="14845">
                  <c:v>0.59955555555555551</c:v>
                </c:pt>
                <c:pt idx="14846">
                  <c:v>0.59955555555555551</c:v>
                </c:pt>
                <c:pt idx="14847">
                  <c:v>0.59955555555555551</c:v>
                </c:pt>
                <c:pt idx="14848">
                  <c:v>0.59955555555555551</c:v>
                </c:pt>
                <c:pt idx="14849">
                  <c:v>0.59955555555555551</c:v>
                </c:pt>
                <c:pt idx="14850">
                  <c:v>0.59970370370370374</c:v>
                </c:pt>
                <c:pt idx="14851">
                  <c:v>0.59985185185185186</c:v>
                </c:pt>
                <c:pt idx="14852">
                  <c:v>0.59985185185185186</c:v>
                </c:pt>
                <c:pt idx="14853">
                  <c:v>0.59985185185185186</c:v>
                </c:pt>
                <c:pt idx="14854">
                  <c:v>0.59985185185185186</c:v>
                </c:pt>
                <c:pt idx="14855">
                  <c:v>0.59985185185185186</c:v>
                </c:pt>
                <c:pt idx="14856">
                  <c:v>0.59985185185185186</c:v>
                </c:pt>
                <c:pt idx="14857">
                  <c:v>0.59985185185185186</c:v>
                </c:pt>
                <c:pt idx="14858">
                  <c:v>0.59985185185185186</c:v>
                </c:pt>
                <c:pt idx="14859">
                  <c:v>0.59985185185185186</c:v>
                </c:pt>
                <c:pt idx="14860">
                  <c:v>0.59985185185185186</c:v>
                </c:pt>
                <c:pt idx="14861">
                  <c:v>0.59985185185185186</c:v>
                </c:pt>
                <c:pt idx="14862">
                  <c:v>0.59985185185185186</c:v>
                </c:pt>
                <c:pt idx="14863">
                  <c:v>0.59985185185185186</c:v>
                </c:pt>
                <c:pt idx="14864">
                  <c:v>0.59985185185185186</c:v>
                </c:pt>
                <c:pt idx="14865">
                  <c:v>0.59985185185185186</c:v>
                </c:pt>
                <c:pt idx="14866">
                  <c:v>0.6</c:v>
                </c:pt>
                <c:pt idx="14867">
                  <c:v>0.6001481481481481</c:v>
                </c:pt>
                <c:pt idx="14868">
                  <c:v>0.6001481481481481</c:v>
                </c:pt>
                <c:pt idx="14869">
                  <c:v>0.6001481481481481</c:v>
                </c:pt>
                <c:pt idx="14870">
                  <c:v>0.60029629629629633</c:v>
                </c:pt>
                <c:pt idx="14871">
                  <c:v>0.60044444444444445</c:v>
                </c:pt>
                <c:pt idx="14872">
                  <c:v>0.60044444444444445</c:v>
                </c:pt>
                <c:pt idx="14873">
                  <c:v>0.60044444444444445</c:v>
                </c:pt>
                <c:pt idx="14874">
                  <c:v>0.60059259259259257</c:v>
                </c:pt>
                <c:pt idx="14875">
                  <c:v>0.60074074074074069</c:v>
                </c:pt>
                <c:pt idx="14876">
                  <c:v>0.60074074074074069</c:v>
                </c:pt>
                <c:pt idx="14877">
                  <c:v>0.60074074074074069</c:v>
                </c:pt>
                <c:pt idx="14878">
                  <c:v>0.60074074074074069</c:v>
                </c:pt>
                <c:pt idx="14879">
                  <c:v>0.60074074074074069</c:v>
                </c:pt>
                <c:pt idx="14880">
                  <c:v>0.60074074074074069</c:v>
                </c:pt>
                <c:pt idx="14881">
                  <c:v>0.60074074074074069</c:v>
                </c:pt>
                <c:pt idx="14882">
                  <c:v>0.60074074074074069</c:v>
                </c:pt>
                <c:pt idx="14883">
                  <c:v>0.60074074074074069</c:v>
                </c:pt>
                <c:pt idx="14884">
                  <c:v>0.60088888888888892</c:v>
                </c:pt>
                <c:pt idx="14885">
                  <c:v>0.60103703703703704</c:v>
                </c:pt>
                <c:pt idx="14886">
                  <c:v>0.60103703703703704</c:v>
                </c:pt>
                <c:pt idx="14887">
                  <c:v>0.60103703703703704</c:v>
                </c:pt>
                <c:pt idx="14888">
                  <c:v>0.60103703703703704</c:v>
                </c:pt>
                <c:pt idx="14889">
                  <c:v>0.60103703703703704</c:v>
                </c:pt>
                <c:pt idx="14890">
                  <c:v>0.60103703703703704</c:v>
                </c:pt>
                <c:pt idx="14891">
                  <c:v>0.60118518518518516</c:v>
                </c:pt>
                <c:pt idx="14892">
                  <c:v>0.60133333333333339</c:v>
                </c:pt>
                <c:pt idx="14893">
                  <c:v>0.60133333333333339</c:v>
                </c:pt>
                <c:pt idx="14894">
                  <c:v>0.60148148148148151</c:v>
                </c:pt>
                <c:pt idx="14895">
                  <c:v>0.60148148148148151</c:v>
                </c:pt>
                <c:pt idx="14896">
                  <c:v>0.60148148148148151</c:v>
                </c:pt>
                <c:pt idx="14897">
                  <c:v>0.60162962962962963</c:v>
                </c:pt>
                <c:pt idx="14898">
                  <c:v>0.60177777777777774</c:v>
                </c:pt>
                <c:pt idx="14899">
                  <c:v>0.60177777777777774</c:v>
                </c:pt>
                <c:pt idx="14900">
                  <c:v>0.60177777777777774</c:v>
                </c:pt>
                <c:pt idx="14901">
                  <c:v>0.60192592592592598</c:v>
                </c:pt>
                <c:pt idx="14902">
                  <c:v>0.60192592592592598</c:v>
                </c:pt>
                <c:pt idx="14903">
                  <c:v>0.60192592592592598</c:v>
                </c:pt>
                <c:pt idx="14904">
                  <c:v>0.60192592592592598</c:v>
                </c:pt>
                <c:pt idx="14905">
                  <c:v>0.60192592592592598</c:v>
                </c:pt>
                <c:pt idx="14906">
                  <c:v>0.60192592592592598</c:v>
                </c:pt>
                <c:pt idx="14907">
                  <c:v>0.60192592592592598</c:v>
                </c:pt>
                <c:pt idx="14908">
                  <c:v>0.60192592592592598</c:v>
                </c:pt>
                <c:pt idx="14909">
                  <c:v>0.60192592592592598</c:v>
                </c:pt>
                <c:pt idx="14910">
                  <c:v>0.60207407407407409</c:v>
                </c:pt>
                <c:pt idx="14911">
                  <c:v>0.60207407407407409</c:v>
                </c:pt>
                <c:pt idx="14912">
                  <c:v>0.60207407407407409</c:v>
                </c:pt>
                <c:pt idx="14913">
                  <c:v>0.60207407407407409</c:v>
                </c:pt>
                <c:pt idx="14914">
                  <c:v>0.60207407407407409</c:v>
                </c:pt>
                <c:pt idx="14915">
                  <c:v>0.60207407407407409</c:v>
                </c:pt>
                <c:pt idx="14916">
                  <c:v>0.60207407407407409</c:v>
                </c:pt>
                <c:pt idx="14917">
                  <c:v>0.60207407407407409</c:v>
                </c:pt>
                <c:pt idx="14918">
                  <c:v>0.60222222222222221</c:v>
                </c:pt>
                <c:pt idx="14919">
                  <c:v>0.60222222222222221</c:v>
                </c:pt>
                <c:pt idx="14920">
                  <c:v>0.60237037037037033</c:v>
                </c:pt>
                <c:pt idx="14921">
                  <c:v>0.60237037037037033</c:v>
                </c:pt>
                <c:pt idx="14922">
                  <c:v>0.60251851851851856</c:v>
                </c:pt>
                <c:pt idx="14923">
                  <c:v>0.60251851851851856</c:v>
                </c:pt>
                <c:pt idx="14924">
                  <c:v>0.60251851851851856</c:v>
                </c:pt>
                <c:pt idx="14925">
                  <c:v>0.60266666666666668</c:v>
                </c:pt>
                <c:pt idx="14926">
                  <c:v>0.6028148148148148</c:v>
                </c:pt>
                <c:pt idx="14927">
                  <c:v>0.6028148148148148</c:v>
                </c:pt>
                <c:pt idx="14928">
                  <c:v>0.60296296296296292</c:v>
                </c:pt>
                <c:pt idx="14929">
                  <c:v>0.60296296296296292</c:v>
                </c:pt>
                <c:pt idx="14930">
                  <c:v>0.60296296296296292</c:v>
                </c:pt>
                <c:pt idx="14931">
                  <c:v>0.60311111111111115</c:v>
                </c:pt>
                <c:pt idx="14932">
                  <c:v>0.60325925925925927</c:v>
                </c:pt>
                <c:pt idx="14933">
                  <c:v>0.60325925925925927</c:v>
                </c:pt>
                <c:pt idx="14934">
                  <c:v>0.60340740740740739</c:v>
                </c:pt>
                <c:pt idx="14935">
                  <c:v>0.60340740740740739</c:v>
                </c:pt>
                <c:pt idx="14936">
                  <c:v>0.60340740740740739</c:v>
                </c:pt>
                <c:pt idx="14937">
                  <c:v>0.60340740740740739</c:v>
                </c:pt>
                <c:pt idx="14938">
                  <c:v>0.60340740740740739</c:v>
                </c:pt>
                <c:pt idx="14939">
                  <c:v>0.60340740740740739</c:v>
                </c:pt>
                <c:pt idx="14940">
                  <c:v>0.60355555555555551</c:v>
                </c:pt>
                <c:pt idx="14941">
                  <c:v>0.60355555555555551</c:v>
                </c:pt>
                <c:pt idx="14942">
                  <c:v>0.60370370370370374</c:v>
                </c:pt>
                <c:pt idx="14943">
                  <c:v>0.60370370370370374</c:v>
                </c:pt>
                <c:pt idx="14944">
                  <c:v>0.60370370370370374</c:v>
                </c:pt>
                <c:pt idx="14945">
                  <c:v>0.60385185185185186</c:v>
                </c:pt>
                <c:pt idx="14946">
                  <c:v>0.60385185185185186</c:v>
                </c:pt>
                <c:pt idx="14947">
                  <c:v>0.60385185185185186</c:v>
                </c:pt>
                <c:pt idx="14948">
                  <c:v>0.60399999999999998</c:v>
                </c:pt>
                <c:pt idx="14949">
                  <c:v>0.60399999999999998</c:v>
                </c:pt>
                <c:pt idx="14950">
                  <c:v>0.60399999999999998</c:v>
                </c:pt>
                <c:pt idx="14951">
                  <c:v>0.60399999999999998</c:v>
                </c:pt>
                <c:pt idx="14952">
                  <c:v>0.60399999999999998</c:v>
                </c:pt>
                <c:pt idx="14953">
                  <c:v>0.60399999999999998</c:v>
                </c:pt>
                <c:pt idx="14954">
                  <c:v>0.60399999999999998</c:v>
                </c:pt>
                <c:pt idx="14955">
                  <c:v>0.60399999999999998</c:v>
                </c:pt>
                <c:pt idx="14956">
                  <c:v>0.60399999999999998</c:v>
                </c:pt>
                <c:pt idx="14957">
                  <c:v>0.6041481481481481</c:v>
                </c:pt>
                <c:pt idx="14958">
                  <c:v>0.60429629629629633</c:v>
                </c:pt>
                <c:pt idx="14959">
                  <c:v>0.60429629629629633</c:v>
                </c:pt>
                <c:pt idx="14960">
                  <c:v>0.60429629629629633</c:v>
                </c:pt>
                <c:pt idx="14961">
                  <c:v>0.60429629629629633</c:v>
                </c:pt>
                <c:pt idx="14962">
                  <c:v>0.60429629629629633</c:v>
                </c:pt>
                <c:pt idx="14963">
                  <c:v>0.60429629629629633</c:v>
                </c:pt>
                <c:pt idx="14964">
                  <c:v>0.60429629629629633</c:v>
                </c:pt>
                <c:pt idx="14965">
                  <c:v>0.60429629629629633</c:v>
                </c:pt>
                <c:pt idx="14966">
                  <c:v>0.60429629629629633</c:v>
                </c:pt>
                <c:pt idx="14967">
                  <c:v>0.60429629629629633</c:v>
                </c:pt>
                <c:pt idx="14968">
                  <c:v>0.60429629629629633</c:v>
                </c:pt>
                <c:pt idx="14969">
                  <c:v>0.60429629629629633</c:v>
                </c:pt>
                <c:pt idx="14970">
                  <c:v>0.60429629629629633</c:v>
                </c:pt>
                <c:pt idx="14971">
                  <c:v>0.60444444444444445</c:v>
                </c:pt>
                <c:pt idx="14972">
                  <c:v>0.60444444444444445</c:v>
                </c:pt>
                <c:pt idx="14973">
                  <c:v>0.60459259259259257</c:v>
                </c:pt>
                <c:pt idx="14974">
                  <c:v>0.60459259259259257</c:v>
                </c:pt>
                <c:pt idx="14975">
                  <c:v>0.60459259259259257</c:v>
                </c:pt>
                <c:pt idx="14976">
                  <c:v>0.60459259259259257</c:v>
                </c:pt>
                <c:pt idx="14977">
                  <c:v>0.60459259259259257</c:v>
                </c:pt>
                <c:pt idx="14978">
                  <c:v>0.60459259259259257</c:v>
                </c:pt>
                <c:pt idx="14979">
                  <c:v>0.60459259259259257</c:v>
                </c:pt>
                <c:pt idx="14980">
                  <c:v>0.60459259259259257</c:v>
                </c:pt>
                <c:pt idx="14981">
                  <c:v>0.60459259259259257</c:v>
                </c:pt>
                <c:pt idx="14982">
                  <c:v>0.60459259259259257</c:v>
                </c:pt>
                <c:pt idx="14983">
                  <c:v>0.60459259259259257</c:v>
                </c:pt>
                <c:pt idx="14984">
                  <c:v>0.60459259259259257</c:v>
                </c:pt>
                <c:pt idx="14985">
                  <c:v>0.60474074074074069</c:v>
                </c:pt>
                <c:pt idx="14986">
                  <c:v>0.60474074074074069</c:v>
                </c:pt>
                <c:pt idx="14987">
                  <c:v>0.60474074074074069</c:v>
                </c:pt>
                <c:pt idx="14988">
                  <c:v>0.60488888888888892</c:v>
                </c:pt>
                <c:pt idx="14989">
                  <c:v>0.60503703703703704</c:v>
                </c:pt>
                <c:pt idx="14990">
                  <c:v>0.60503703703703704</c:v>
                </c:pt>
                <c:pt idx="14991">
                  <c:v>0.60503703703703704</c:v>
                </c:pt>
                <c:pt idx="14992">
                  <c:v>0.60518518518518516</c:v>
                </c:pt>
                <c:pt idx="14993">
                  <c:v>0.60533333333333328</c:v>
                </c:pt>
                <c:pt idx="14994">
                  <c:v>0.60533333333333328</c:v>
                </c:pt>
                <c:pt idx="14995">
                  <c:v>0.60533333333333328</c:v>
                </c:pt>
                <c:pt idx="14996">
                  <c:v>0.60548148148148151</c:v>
                </c:pt>
                <c:pt idx="14997">
                  <c:v>0.60562962962962963</c:v>
                </c:pt>
                <c:pt idx="14998">
                  <c:v>0.60577777777777775</c:v>
                </c:pt>
                <c:pt idx="14999">
                  <c:v>0.60577777777777775</c:v>
                </c:pt>
                <c:pt idx="15000">
                  <c:v>0.60577777777777775</c:v>
                </c:pt>
                <c:pt idx="15001">
                  <c:v>0.60577777777777775</c:v>
                </c:pt>
                <c:pt idx="15002">
                  <c:v>0.60577777777777775</c:v>
                </c:pt>
                <c:pt idx="15003">
                  <c:v>0.60577777777777775</c:v>
                </c:pt>
                <c:pt idx="15004">
                  <c:v>0.60592592592592598</c:v>
                </c:pt>
                <c:pt idx="15005">
                  <c:v>0.60592592592592598</c:v>
                </c:pt>
                <c:pt idx="15006">
                  <c:v>0.6060740740740741</c:v>
                </c:pt>
                <c:pt idx="15007">
                  <c:v>0.6060740740740741</c:v>
                </c:pt>
                <c:pt idx="15008">
                  <c:v>0.6060740740740741</c:v>
                </c:pt>
                <c:pt idx="15009">
                  <c:v>0.6060740740740741</c:v>
                </c:pt>
                <c:pt idx="15010">
                  <c:v>0.6060740740740741</c:v>
                </c:pt>
                <c:pt idx="15011">
                  <c:v>0.6060740740740741</c:v>
                </c:pt>
                <c:pt idx="15012">
                  <c:v>0.60622222222222222</c:v>
                </c:pt>
                <c:pt idx="15013">
                  <c:v>0.60637037037037034</c:v>
                </c:pt>
                <c:pt idx="15014">
                  <c:v>0.60637037037037034</c:v>
                </c:pt>
                <c:pt idx="15015">
                  <c:v>0.60637037037037034</c:v>
                </c:pt>
                <c:pt idx="15016">
                  <c:v>0.60637037037037034</c:v>
                </c:pt>
                <c:pt idx="15017">
                  <c:v>0.60637037037037034</c:v>
                </c:pt>
                <c:pt idx="15018">
                  <c:v>0.60651851851851857</c:v>
                </c:pt>
                <c:pt idx="15019">
                  <c:v>0.60651851851851857</c:v>
                </c:pt>
                <c:pt idx="15020">
                  <c:v>0.60666666666666669</c:v>
                </c:pt>
                <c:pt idx="15021">
                  <c:v>0.60666666666666669</c:v>
                </c:pt>
                <c:pt idx="15022">
                  <c:v>0.60666666666666669</c:v>
                </c:pt>
                <c:pt idx="15023">
                  <c:v>0.60666666666666669</c:v>
                </c:pt>
                <c:pt idx="15024">
                  <c:v>0.60681481481481481</c:v>
                </c:pt>
                <c:pt idx="15025">
                  <c:v>0.60696296296296293</c:v>
                </c:pt>
                <c:pt idx="15026">
                  <c:v>0.60711111111111116</c:v>
                </c:pt>
                <c:pt idx="15027">
                  <c:v>0.60725925925925928</c:v>
                </c:pt>
                <c:pt idx="15028">
                  <c:v>0.60725925925925928</c:v>
                </c:pt>
                <c:pt idx="15029">
                  <c:v>0.60725925925925928</c:v>
                </c:pt>
                <c:pt idx="15030">
                  <c:v>0.6074074074074074</c:v>
                </c:pt>
                <c:pt idx="15031">
                  <c:v>0.6074074074074074</c:v>
                </c:pt>
                <c:pt idx="15032">
                  <c:v>0.6074074074074074</c:v>
                </c:pt>
                <c:pt idx="15033">
                  <c:v>0.60755555555555552</c:v>
                </c:pt>
                <c:pt idx="15034">
                  <c:v>0.60770370370370375</c:v>
                </c:pt>
                <c:pt idx="15035">
                  <c:v>0.60770370370370375</c:v>
                </c:pt>
                <c:pt idx="15036">
                  <c:v>0.60770370370370375</c:v>
                </c:pt>
                <c:pt idx="15037">
                  <c:v>0.60770370370370375</c:v>
                </c:pt>
                <c:pt idx="15038">
                  <c:v>0.60770370370370375</c:v>
                </c:pt>
                <c:pt idx="15039">
                  <c:v>0.60785185185185187</c:v>
                </c:pt>
                <c:pt idx="15040">
                  <c:v>0.60799999999999998</c:v>
                </c:pt>
                <c:pt idx="15041">
                  <c:v>0.6081481481481481</c:v>
                </c:pt>
                <c:pt idx="15042">
                  <c:v>0.60829629629629633</c:v>
                </c:pt>
                <c:pt idx="15043">
                  <c:v>0.60829629629629633</c:v>
                </c:pt>
                <c:pt idx="15044">
                  <c:v>0.60844444444444445</c:v>
                </c:pt>
                <c:pt idx="15045">
                  <c:v>0.60844444444444445</c:v>
                </c:pt>
                <c:pt idx="15046">
                  <c:v>0.60844444444444445</c:v>
                </c:pt>
                <c:pt idx="15047">
                  <c:v>0.60844444444444445</c:v>
                </c:pt>
                <c:pt idx="15048">
                  <c:v>0.60844444444444445</c:v>
                </c:pt>
                <c:pt idx="15049">
                  <c:v>0.60859259259259257</c:v>
                </c:pt>
                <c:pt idx="15050">
                  <c:v>0.60859259259259257</c:v>
                </c:pt>
                <c:pt idx="15051">
                  <c:v>0.60859259259259257</c:v>
                </c:pt>
                <c:pt idx="15052">
                  <c:v>0.60859259259259257</c:v>
                </c:pt>
                <c:pt idx="15053">
                  <c:v>0.60874074074074069</c:v>
                </c:pt>
                <c:pt idx="15054">
                  <c:v>0.60874074074074069</c:v>
                </c:pt>
                <c:pt idx="15055">
                  <c:v>0.60874074074074069</c:v>
                </c:pt>
                <c:pt idx="15056">
                  <c:v>0.60888888888888892</c:v>
                </c:pt>
                <c:pt idx="15057">
                  <c:v>0.60903703703703704</c:v>
                </c:pt>
                <c:pt idx="15058">
                  <c:v>0.60918518518518516</c:v>
                </c:pt>
                <c:pt idx="15059">
                  <c:v>0.60918518518518516</c:v>
                </c:pt>
                <c:pt idx="15060">
                  <c:v>0.60933333333333328</c:v>
                </c:pt>
                <c:pt idx="15061">
                  <c:v>0.60948148148148151</c:v>
                </c:pt>
                <c:pt idx="15062">
                  <c:v>0.60948148148148151</c:v>
                </c:pt>
                <c:pt idx="15063">
                  <c:v>0.60948148148148151</c:v>
                </c:pt>
                <c:pt idx="15064">
                  <c:v>0.60948148148148151</c:v>
                </c:pt>
                <c:pt idx="15065">
                  <c:v>0.60948148148148151</c:v>
                </c:pt>
                <c:pt idx="15066">
                  <c:v>0.60948148148148151</c:v>
                </c:pt>
                <c:pt idx="15067">
                  <c:v>0.60948148148148151</c:v>
                </c:pt>
                <c:pt idx="15068">
                  <c:v>0.60948148148148151</c:v>
                </c:pt>
                <c:pt idx="15069">
                  <c:v>0.60948148148148151</c:v>
                </c:pt>
                <c:pt idx="15070">
                  <c:v>0.60962962962962963</c:v>
                </c:pt>
                <c:pt idx="15071">
                  <c:v>0.60962962962962963</c:v>
                </c:pt>
                <c:pt idx="15072">
                  <c:v>0.60962962962962963</c:v>
                </c:pt>
                <c:pt idx="15073">
                  <c:v>0.60962962962962963</c:v>
                </c:pt>
                <c:pt idx="15074">
                  <c:v>0.60962962962962963</c:v>
                </c:pt>
                <c:pt idx="15075">
                  <c:v>0.60962962962962963</c:v>
                </c:pt>
                <c:pt idx="15076">
                  <c:v>0.60977777777777775</c:v>
                </c:pt>
                <c:pt idx="15077">
                  <c:v>0.60977777777777775</c:v>
                </c:pt>
                <c:pt idx="15078">
                  <c:v>0.60992592592592587</c:v>
                </c:pt>
                <c:pt idx="15079">
                  <c:v>0.6100740740740741</c:v>
                </c:pt>
                <c:pt idx="15080">
                  <c:v>0.6100740740740741</c:v>
                </c:pt>
                <c:pt idx="15081">
                  <c:v>0.6100740740740741</c:v>
                </c:pt>
                <c:pt idx="15082">
                  <c:v>0.61022222222222222</c:v>
                </c:pt>
                <c:pt idx="15083">
                  <c:v>0.61022222222222222</c:v>
                </c:pt>
                <c:pt idx="15084">
                  <c:v>0.61037037037037034</c:v>
                </c:pt>
                <c:pt idx="15085">
                  <c:v>0.61037037037037034</c:v>
                </c:pt>
                <c:pt idx="15086">
                  <c:v>0.61037037037037034</c:v>
                </c:pt>
                <c:pt idx="15087">
                  <c:v>0.61037037037037034</c:v>
                </c:pt>
                <c:pt idx="15088">
                  <c:v>0.61051851851851857</c:v>
                </c:pt>
                <c:pt idx="15089">
                  <c:v>0.61066666666666669</c:v>
                </c:pt>
                <c:pt idx="15090">
                  <c:v>0.61066666666666669</c:v>
                </c:pt>
                <c:pt idx="15091">
                  <c:v>0.61066666666666669</c:v>
                </c:pt>
                <c:pt idx="15092">
                  <c:v>0.61066666666666669</c:v>
                </c:pt>
                <c:pt idx="15093">
                  <c:v>0.61066666666666669</c:v>
                </c:pt>
                <c:pt idx="15094">
                  <c:v>0.61066666666666669</c:v>
                </c:pt>
                <c:pt idx="15095">
                  <c:v>0.61066666666666669</c:v>
                </c:pt>
                <c:pt idx="15096">
                  <c:v>0.61081481481481481</c:v>
                </c:pt>
                <c:pt idx="15097">
                  <c:v>0.61081481481481481</c:v>
                </c:pt>
                <c:pt idx="15098">
                  <c:v>0.61081481481481481</c:v>
                </c:pt>
                <c:pt idx="15099">
                  <c:v>0.61081481481481481</c:v>
                </c:pt>
                <c:pt idx="15100">
                  <c:v>0.61081481481481481</c:v>
                </c:pt>
                <c:pt idx="15101">
                  <c:v>0.61081481481481481</c:v>
                </c:pt>
                <c:pt idx="15102">
                  <c:v>0.61081481481481481</c:v>
                </c:pt>
                <c:pt idx="15103">
                  <c:v>0.61081481481481481</c:v>
                </c:pt>
                <c:pt idx="15104">
                  <c:v>0.61081481481481481</c:v>
                </c:pt>
                <c:pt idx="15105">
                  <c:v>0.61081481481481481</c:v>
                </c:pt>
                <c:pt idx="15106">
                  <c:v>0.61096296296296293</c:v>
                </c:pt>
                <c:pt idx="15107">
                  <c:v>0.61096296296296293</c:v>
                </c:pt>
                <c:pt idx="15108">
                  <c:v>0.61096296296296293</c:v>
                </c:pt>
                <c:pt idx="15109">
                  <c:v>0.61096296296296293</c:v>
                </c:pt>
                <c:pt idx="15110">
                  <c:v>0.61096296296296293</c:v>
                </c:pt>
                <c:pt idx="15111">
                  <c:v>0.61096296296296293</c:v>
                </c:pt>
                <c:pt idx="15112">
                  <c:v>0.61096296296296293</c:v>
                </c:pt>
                <c:pt idx="15113">
                  <c:v>0.61111111111111116</c:v>
                </c:pt>
                <c:pt idx="15114">
                  <c:v>0.61125925925925928</c:v>
                </c:pt>
                <c:pt idx="15115">
                  <c:v>0.61125925925925928</c:v>
                </c:pt>
                <c:pt idx="15116">
                  <c:v>0.61125925925925928</c:v>
                </c:pt>
                <c:pt idx="15117">
                  <c:v>0.6114074074074074</c:v>
                </c:pt>
                <c:pt idx="15118">
                  <c:v>0.61155555555555552</c:v>
                </c:pt>
                <c:pt idx="15119">
                  <c:v>0.61170370370370375</c:v>
                </c:pt>
                <c:pt idx="15120">
                  <c:v>0.61170370370370375</c:v>
                </c:pt>
                <c:pt idx="15121">
                  <c:v>0.61170370370370375</c:v>
                </c:pt>
                <c:pt idx="15122">
                  <c:v>0.61170370370370375</c:v>
                </c:pt>
                <c:pt idx="15123">
                  <c:v>0.61170370370370375</c:v>
                </c:pt>
                <c:pt idx="15124">
                  <c:v>0.61170370370370375</c:v>
                </c:pt>
                <c:pt idx="15125">
                  <c:v>0.61185185185185187</c:v>
                </c:pt>
                <c:pt idx="15126">
                  <c:v>0.61185185185185187</c:v>
                </c:pt>
                <c:pt idx="15127">
                  <c:v>0.61185185185185187</c:v>
                </c:pt>
                <c:pt idx="15128">
                  <c:v>0.61185185185185187</c:v>
                </c:pt>
                <c:pt idx="15129">
                  <c:v>0.61199999999999999</c:v>
                </c:pt>
                <c:pt idx="15130">
                  <c:v>0.61199999999999999</c:v>
                </c:pt>
                <c:pt idx="15131">
                  <c:v>0.61199999999999999</c:v>
                </c:pt>
                <c:pt idx="15132">
                  <c:v>0.61199999999999999</c:v>
                </c:pt>
                <c:pt idx="15133">
                  <c:v>0.61214814814814811</c:v>
                </c:pt>
                <c:pt idx="15134">
                  <c:v>0.61214814814814811</c:v>
                </c:pt>
                <c:pt idx="15135">
                  <c:v>0.61214814814814811</c:v>
                </c:pt>
                <c:pt idx="15136">
                  <c:v>0.61229629629629634</c:v>
                </c:pt>
                <c:pt idx="15137">
                  <c:v>0.61244444444444446</c:v>
                </c:pt>
                <c:pt idx="15138">
                  <c:v>0.61259259259259258</c:v>
                </c:pt>
                <c:pt idx="15139">
                  <c:v>0.61259259259259258</c:v>
                </c:pt>
                <c:pt idx="15140">
                  <c:v>0.61259259259259258</c:v>
                </c:pt>
                <c:pt idx="15141">
                  <c:v>0.61259259259259258</c:v>
                </c:pt>
                <c:pt idx="15142">
                  <c:v>0.61259259259259258</c:v>
                </c:pt>
                <c:pt idx="15143">
                  <c:v>0.6127407407407407</c:v>
                </c:pt>
                <c:pt idx="15144">
                  <c:v>0.6127407407407407</c:v>
                </c:pt>
                <c:pt idx="15145">
                  <c:v>0.6127407407407407</c:v>
                </c:pt>
                <c:pt idx="15146">
                  <c:v>0.61288888888888893</c:v>
                </c:pt>
                <c:pt idx="15147">
                  <c:v>0.61303703703703705</c:v>
                </c:pt>
                <c:pt idx="15148">
                  <c:v>0.61303703703703705</c:v>
                </c:pt>
                <c:pt idx="15149">
                  <c:v>0.61303703703703705</c:v>
                </c:pt>
                <c:pt idx="15150">
                  <c:v>0.61318518518518517</c:v>
                </c:pt>
                <c:pt idx="15151">
                  <c:v>0.61318518518518517</c:v>
                </c:pt>
                <c:pt idx="15152">
                  <c:v>0.61318518518518517</c:v>
                </c:pt>
                <c:pt idx="15153">
                  <c:v>0.61318518518518517</c:v>
                </c:pt>
                <c:pt idx="15154">
                  <c:v>0.61318518518518517</c:v>
                </c:pt>
                <c:pt idx="15155">
                  <c:v>0.61318518518518517</c:v>
                </c:pt>
                <c:pt idx="15156">
                  <c:v>0.61318518518518517</c:v>
                </c:pt>
                <c:pt idx="15157">
                  <c:v>0.61318518518518517</c:v>
                </c:pt>
                <c:pt idx="15158">
                  <c:v>0.61318518518518517</c:v>
                </c:pt>
                <c:pt idx="15159">
                  <c:v>0.61333333333333329</c:v>
                </c:pt>
                <c:pt idx="15160">
                  <c:v>0.61333333333333329</c:v>
                </c:pt>
                <c:pt idx="15161">
                  <c:v>0.61333333333333329</c:v>
                </c:pt>
                <c:pt idx="15162">
                  <c:v>0.61333333333333329</c:v>
                </c:pt>
                <c:pt idx="15163">
                  <c:v>0.61348148148148152</c:v>
                </c:pt>
                <c:pt idx="15164">
                  <c:v>0.61348148148148152</c:v>
                </c:pt>
                <c:pt idx="15165">
                  <c:v>0.61362962962962964</c:v>
                </c:pt>
                <c:pt idx="15166">
                  <c:v>0.61362962962962964</c:v>
                </c:pt>
                <c:pt idx="15167">
                  <c:v>0.61377777777777776</c:v>
                </c:pt>
                <c:pt idx="15168">
                  <c:v>0.61392592592592587</c:v>
                </c:pt>
                <c:pt idx="15169">
                  <c:v>0.61407407407407411</c:v>
                </c:pt>
                <c:pt idx="15170">
                  <c:v>0.61407407407407411</c:v>
                </c:pt>
                <c:pt idx="15171">
                  <c:v>0.61407407407407411</c:v>
                </c:pt>
                <c:pt idx="15172">
                  <c:v>0.61407407407407411</c:v>
                </c:pt>
                <c:pt idx="15173">
                  <c:v>0.61407407407407411</c:v>
                </c:pt>
                <c:pt idx="15174">
                  <c:v>0.61407407407407411</c:v>
                </c:pt>
                <c:pt idx="15175">
                  <c:v>0.61422222222222222</c:v>
                </c:pt>
                <c:pt idx="15176">
                  <c:v>0.61422222222222222</c:v>
                </c:pt>
                <c:pt idx="15177">
                  <c:v>0.61422222222222222</c:v>
                </c:pt>
                <c:pt idx="15178">
                  <c:v>0.61422222222222222</c:v>
                </c:pt>
                <c:pt idx="15179">
                  <c:v>0.61422222222222222</c:v>
                </c:pt>
                <c:pt idx="15180">
                  <c:v>0.61422222222222222</c:v>
                </c:pt>
                <c:pt idx="15181">
                  <c:v>0.61422222222222222</c:v>
                </c:pt>
                <c:pt idx="15182">
                  <c:v>0.61437037037037034</c:v>
                </c:pt>
                <c:pt idx="15183">
                  <c:v>0.61437037037037034</c:v>
                </c:pt>
                <c:pt idx="15184">
                  <c:v>0.61437037037037034</c:v>
                </c:pt>
                <c:pt idx="15185">
                  <c:v>0.61437037037037034</c:v>
                </c:pt>
                <c:pt idx="15186">
                  <c:v>0.61451851851851846</c:v>
                </c:pt>
                <c:pt idx="15187">
                  <c:v>0.61451851851851846</c:v>
                </c:pt>
                <c:pt idx="15188">
                  <c:v>0.61451851851851846</c:v>
                </c:pt>
                <c:pt idx="15189">
                  <c:v>0.61451851851851846</c:v>
                </c:pt>
                <c:pt idx="15190">
                  <c:v>0.61451851851851846</c:v>
                </c:pt>
                <c:pt idx="15191">
                  <c:v>0.61451851851851846</c:v>
                </c:pt>
                <c:pt idx="15192">
                  <c:v>0.61451851851851846</c:v>
                </c:pt>
                <c:pt idx="15193">
                  <c:v>0.61451851851851846</c:v>
                </c:pt>
                <c:pt idx="15194">
                  <c:v>0.61466666666666669</c:v>
                </c:pt>
                <c:pt idx="15195">
                  <c:v>0.61466666666666669</c:v>
                </c:pt>
                <c:pt idx="15196">
                  <c:v>0.61466666666666669</c:v>
                </c:pt>
                <c:pt idx="15197">
                  <c:v>0.61466666666666669</c:v>
                </c:pt>
                <c:pt idx="15198">
                  <c:v>0.61466666666666669</c:v>
                </c:pt>
                <c:pt idx="15199">
                  <c:v>0.61466666666666669</c:v>
                </c:pt>
                <c:pt idx="15200">
                  <c:v>0.61481481481481481</c:v>
                </c:pt>
                <c:pt idx="15201">
                  <c:v>0.61481481481481481</c:v>
                </c:pt>
                <c:pt idx="15202">
                  <c:v>0.61481481481481481</c:v>
                </c:pt>
                <c:pt idx="15203">
                  <c:v>0.61481481481481481</c:v>
                </c:pt>
                <c:pt idx="15204">
                  <c:v>0.61481481481481481</c:v>
                </c:pt>
                <c:pt idx="15205">
                  <c:v>0.61481481481481481</c:v>
                </c:pt>
                <c:pt idx="15206">
                  <c:v>0.61496296296296293</c:v>
                </c:pt>
                <c:pt idx="15207">
                  <c:v>0.61496296296296293</c:v>
                </c:pt>
                <c:pt idx="15208">
                  <c:v>0.61496296296296293</c:v>
                </c:pt>
                <c:pt idx="15209">
                  <c:v>0.61511111111111116</c:v>
                </c:pt>
                <c:pt idx="15210">
                  <c:v>0.61525925925925928</c:v>
                </c:pt>
                <c:pt idx="15211">
                  <c:v>0.6154074074074074</c:v>
                </c:pt>
                <c:pt idx="15212">
                  <c:v>0.6154074074074074</c:v>
                </c:pt>
                <c:pt idx="15213">
                  <c:v>0.6154074074074074</c:v>
                </c:pt>
                <c:pt idx="15214">
                  <c:v>0.6154074074074074</c:v>
                </c:pt>
                <c:pt idx="15215">
                  <c:v>0.61555555555555552</c:v>
                </c:pt>
                <c:pt idx="15216">
                  <c:v>0.61555555555555552</c:v>
                </c:pt>
                <c:pt idx="15217">
                  <c:v>0.61555555555555552</c:v>
                </c:pt>
                <c:pt idx="15218">
                  <c:v>0.61555555555555552</c:v>
                </c:pt>
                <c:pt idx="15219">
                  <c:v>0.61555555555555552</c:v>
                </c:pt>
                <c:pt idx="15220">
                  <c:v>0.61555555555555552</c:v>
                </c:pt>
                <c:pt idx="15221">
                  <c:v>0.61555555555555552</c:v>
                </c:pt>
                <c:pt idx="15222">
                  <c:v>0.61555555555555552</c:v>
                </c:pt>
                <c:pt idx="15223">
                  <c:v>0.61555555555555552</c:v>
                </c:pt>
                <c:pt idx="15224">
                  <c:v>0.61555555555555552</c:v>
                </c:pt>
                <c:pt idx="15225">
                  <c:v>0.61555555555555552</c:v>
                </c:pt>
                <c:pt idx="15226">
                  <c:v>0.61555555555555552</c:v>
                </c:pt>
                <c:pt idx="15227">
                  <c:v>0.61555555555555552</c:v>
                </c:pt>
                <c:pt idx="15228">
                  <c:v>0.61570370370370375</c:v>
                </c:pt>
                <c:pt idx="15229">
                  <c:v>0.61570370370370375</c:v>
                </c:pt>
                <c:pt idx="15230">
                  <c:v>0.61585185185185187</c:v>
                </c:pt>
                <c:pt idx="15231">
                  <c:v>0.61585185185185187</c:v>
                </c:pt>
                <c:pt idx="15232">
                  <c:v>0.61599999999999999</c:v>
                </c:pt>
                <c:pt idx="15233">
                  <c:v>0.61599999999999999</c:v>
                </c:pt>
                <c:pt idx="15234">
                  <c:v>0.61599999999999999</c:v>
                </c:pt>
                <c:pt idx="15235">
                  <c:v>0.61599999999999999</c:v>
                </c:pt>
                <c:pt idx="15236">
                  <c:v>0.61599999999999999</c:v>
                </c:pt>
                <c:pt idx="15237">
                  <c:v>0.61599999999999999</c:v>
                </c:pt>
                <c:pt idx="15238">
                  <c:v>0.61599999999999999</c:v>
                </c:pt>
                <c:pt idx="15239">
                  <c:v>0.61599999999999999</c:v>
                </c:pt>
                <c:pt idx="15240">
                  <c:v>0.61614814814814811</c:v>
                </c:pt>
                <c:pt idx="15241">
                  <c:v>0.61614814814814811</c:v>
                </c:pt>
                <c:pt idx="15242">
                  <c:v>0.61614814814814811</c:v>
                </c:pt>
                <c:pt idx="15243">
                  <c:v>0.61614814814814811</c:v>
                </c:pt>
                <c:pt idx="15244">
                  <c:v>0.61614814814814811</c:v>
                </c:pt>
                <c:pt idx="15245">
                  <c:v>0.61629629629629634</c:v>
                </c:pt>
                <c:pt idx="15246">
                  <c:v>0.61629629629629634</c:v>
                </c:pt>
                <c:pt idx="15247">
                  <c:v>0.61629629629629634</c:v>
                </c:pt>
                <c:pt idx="15248">
                  <c:v>0.61629629629629634</c:v>
                </c:pt>
                <c:pt idx="15249">
                  <c:v>0.61644444444444446</c:v>
                </c:pt>
                <c:pt idx="15250">
                  <c:v>0.61644444444444446</c:v>
                </c:pt>
                <c:pt idx="15251">
                  <c:v>0.61644444444444446</c:v>
                </c:pt>
                <c:pt idx="15252">
                  <c:v>0.61644444444444446</c:v>
                </c:pt>
                <c:pt idx="15253">
                  <c:v>0.61644444444444446</c:v>
                </c:pt>
                <c:pt idx="15254">
                  <c:v>0.61644444444444446</c:v>
                </c:pt>
                <c:pt idx="15255">
                  <c:v>0.61644444444444446</c:v>
                </c:pt>
                <c:pt idx="15256">
                  <c:v>0.61644444444444446</c:v>
                </c:pt>
                <c:pt idx="15257">
                  <c:v>0.61659259259259258</c:v>
                </c:pt>
                <c:pt idx="15258">
                  <c:v>0.61659259259259258</c:v>
                </c:pt>
                <c:pt idx="15259">
                  <c:v>0.61659259259259258</c:v>
                </c:pt>
                <c:pt idx="15260">
                  <c:v>0.6167407407407407</c:v>
                </c:pt>
                <c:pt idx="15261">
                  <c:v>0.6167407407407407</c:v>
                </c:pt>
                <c:pt idx="15262">
                  <c:v>0.61688888888888893</c:v>
                </c:pt>
                <c:pt idx="15263">
                  <c:v>0.61688888888888893</c:v>
                </c:pt>
                <c:pt idx="15264">
                  <c:v>0.61688888888888893</c:v>
                </c:pt>
                <c:pt idx="15265">
                  <c:v>0.61688888888888893</c:v>
                </c:pt>
                <c:pt idx="15266">
                  <c:v>0.61688888888888893</c:v>
                </c:pt>
                <c:pt idx="15267">
                  <c:v>0.61688888888888893</c:v>
                </c:pt>
                <c:pt idx="15268">
                  <c:v>0.61703703703703705</c:v>
                </c:pt>
                <c:pt idx="15269">
                  <c:v>0.61718518518518517</c:v>
                </c:pt>
                <c:pt idx="15270">
                  <c:v>0.61718518518518517</c:v>
                </c:pt>
                <c:pt idx="15271">
                  <c:v>0.61718518518518517</c:v>
                </c:pt>
                <c:pt idx="15272">
                  <c:v>0.61733333333333329</c:v>
                </c:pt>
                <c:pt idx="15273">
                  <c:v>0.61733333333333329</c:v>
                </c:pt>
                <c:pt idx="15274">
                  <c:v>0.61733333333333329</c:v>
                </c:pt>
                <c:pt idx="15275">
                  <c:v>0.61733333333333329</c:v>
                </c:pt>
                <c:pt idx="15276">
                  <c:v>0.61733333333333329</c:v>
                </c:pt>
                <c:pt idx="15277">
                  <c:v>0.61733333333333329</c:v>
                </c:pt>
                <c:pt idx="15278">
                  <c:v>0.61733333333333329</c:v>
                </c:pt>
                <c:pt idx="15279">
                  <c:v>0.61733333333333329</c:v>
                </c:pt>
                <c:pt idx="15280">
                  <c:v>0.61733333333333329</c:v>
                </c:pt>
                <c:pt idx="15281">
                  <c:v>0.61748148148148152</c:v>
                </c:pt>
                <c:pt idx="15282">
                  <c:v>0.61748148148148152</c:v>
                </c:pt>
                <c:pt idx="15283">
                  <c:v>0.61748148148148152</c:v>
                </c:pt>
                <c:pt idx="15284">
                  <c:v>0.61762962962962964</c:v>
                </c:pt>
                <c:pt idx="15285">
                  <c:v>0.61777777777777776</c:v>
                </c:pt>
                <c:pt idx="15286">
                  <c:v>0.61777777777777776</c:v>
                </c:pt>
                <c:pt idx="15287">
                  <c:v>0.61777777777777776</c:v>
                </c:pt>
                <c:pt idx="15288">
                  <c:v>0.61777777777777776</c:v>
                </c:pt>
                <c:pt idx="15289">
                  <c:v>0.61792592592592588</c:v>
                </c:pt>
                <c:pt idx="15290">
                  <c:v>0.61807407407407411</c:v>
                </c:pt>
                <c:pt idx="15291">
                  <c:v>0.61822222222222223</c:v>
                </c:pt>
                <c:pt idx="15292">
                  <c:v>0.61822222222222223</c:v>
                </c:pt>
                <c:pt idx="15293">
                  <c:v>0.61837037037037035</c:v>
                </c:pt>
                <c:pt idx="15294">
                  <c:v>0.61837037037037035</c:v>
                </c:pt>
                <c:pt idx="15295">
                  <c:v>0.61837037037037035</c:v>
                </c:pt>
                <c:pt idx="15296">
                  <c:v>0.61837037037037035</c:v>
                </c:pt>
                <c:pt idx="15297">
                  <c:v>0.61837037037037035</c:v>
                </c:pt>
                <c:pt idx="15298">
                  <c:v>0.61851851851851847</c:v>
                </c:pt>
                <c:pt idx="15299">
                  <c:v>0.61851851851851847</c:v>
                </c:pt>
                <c:pt idx="15300">
                  <c:v>0.6186666666666667</c:v>
                </c:pt>
                <c:pt idx="15301">
                  <c:v>0.61881481481481482</c:v>
                </c:pt>
                <c:pt idx="15302">
                  <c:v>0.61881481481481482</c:v>
                </c:pt>
                <c:pt idx="15303">
                  <c:v>0.61881481481481482</c:v>
                </c:pt>
                <c:pt idx="15304">
                  <c:v>0.61881481481481482</c:v>
                </c:pt>
                <c:pt idx="15305">
                  <c:v>0.61896296296296294</c:v>
                </c:pt>
                <c:pt idx="15306">
                  <c:v>0.61896296296296294</c:v>
                </c:pt>
                <c:pt idx="15307">
                  <c:v>0.61896296296296294</c:v>
                </c:pt>
                <c:pt idx="15308">
                  <c:v>0.61896296296296294</c:v>
                </c:pt>
                <c:pt idx="15309">
                  <c:v>0.61896296296296294</c:v>
                </c:pt>
                <c:pt idx="15310">
                  <c:v>0.61896296296296294</c:v>
                </c:pt>
                <c:pt idx="15311">
                  <c:v>0.61896296296296294</c:v>
                </c:pt>
                <c:pt idx="15312">
                  <c:v>0.61911111111111106</c:v>
                </c:pt>
                <c:pt idx="15313">
                  <c:v>0.61925925925925929</c:v>
                </c:pt>
                <c:pt idx="15314">
                  <c:v>0.61925925925925929</c:v>
                </c:pt>
                <c:pt idx="15315">
                  <c:v>0.61925925925925929</c:v>
                </c:pt>
                <c:pt idx="15316">
                  <c:v>0.61925925925925929</c:v>
                </c:pt>
                <c:pt idx="15317">
                  <c:v>0.61925925925925929</c:v>
                </c:pt>
                <c:pt idx="15318">
                  <c:v>0.61940740740740741</c:v>
                </c:pt>
                <c:pt idx="15319">
                  <c:v>0.61940740740740741</c:v>
                </c:pt>
                <c:pt idx="15320">
                  <c:v>0.61940740740740741</c:v>
                </c:pt>
                <c:pt idx="15321">
                  <c:v>0.61940740740740741</c:v>
                </c:pt>
                <c:pt idx="15322">
                  <c:v>0.61955555555555553</c:v>
                </c:pt>
                <c:pt idx="15323">
                  <c:v>0.61955555555555553</c:v>
                </c:pt>
                <c:pt idx="15324">
                  <c:v>0.61970370370370376</c:v>
                </c:pt>
                <c:pt idx="15325">
                  <c:v>0.61970370370370376</c:v>
                </c:pt>
                <c:pt idx="15326">
                  <c:v>0.61970370370370376</c:v>
                </c:pt>
                <c:pt idx="15327">
                  <c:v>0.61985185185185188</c:v>
                </c:pt>
                <c:pt idx="15328">
                  <c:v>0.61985185185185188</c:v>
                </c:pt>
                <c:pt idx="15329">
                  <c:v>0.61985185185185188</c:v>
                </c:pt>
                <c:pt idx="15330">
                  <c:v>0.61985185185185188</c:v>
                </c:pt>
                <c:pt idx="15331">
                  <c:v>0.61985185185185188</c:v>
                </c:pt>
                <c:pt idx="15332">
                  <c:v>0.62</c:v>
                </c:pt>
                <c:pt idx="15333">
                  <c:v>0.62</c:v>
                </c:pt>
                <c:pt idx="15334">
                  <c:v>0.62</c:v>
                </c:pt>
                <c:pt idx="15335">
                  <c:v>0.62014814814814812</c:v>
                </c:pt>
                <c:pt idx="15336">
                  <c:v>0.62014814814814812</c:v>
                </c:pt>
                <c:pt idx="15337">
                  <c:v>0.62014814814814812</c:v>
                </c:pt>
                <c:pt idx="15338">
                  <c:v>0.62029629629629635</c:v>
                </c:pt>
                <c:pt idx="15339">
                  <c:v>0.62029629629629635</c:v>
                </c:pt>
                <c:pt idx="15340">
                  <c:v>0.62029629629629635</c:v>
                </c:pt>
                <c:pt idx="15341">
                  <c:v>0.62029629629629635</c:v>
                </c:pt>
                <c:pt idx="15342">
                  <c:v>0.62029629629629635</c:v>
                </c:pt>
                <c:pt idx="15343">
                  <c:v>0.62029629629629635</c:v>
                </c:pt>
                <c:pt idx="15344">
                  <c:v>0.62029629629629635</c:v>
                </c:pt>
                <c:pt idx="15345">
                  <c:v>0.62029629629629635</c:v>
                </c:pt>
                <c:pt idx="15346">
                  <c:v>0.62044444444444447</c:v>
                </c:pt>
                <c:pt idx="15347">
                  <c:v>0.62044444444444447</c:v>
                </c:pt>
                <c:pt idx="15348">
                  <c:v>0.62059259259259258</c:v>
                </c:pt>
                <c:pt idx="15349">
                  <c:v>0.62059259259259258</c:v>
                </c:pt>
                <c:pt idx="15350">
                  <c:v>0.62059259259259258</c:v>
                </c:pt>
                <c:pt idx="15351">
                  <c:v>0.6207407407407407</c:v>
                </c:pt>
                <c:pt idx="15352">
                  <c:v>0.6207407407407407</c:v>
                </c:pt>
                <c:pt idx="15353">
                  <c:v>0.6207407407407407</c:v>
                </c:pt>
                <c:pt idx="15354">
                  <c:v>0.6207407407407407</c:v>
                </c:pt>
                <c:pt idx="15355">
                  <c:v>0.6207407407407407</c:v>
                </c:pt>
                <c:pt idx="15356">
                  <c:v>0.6207407407407407</c:v>
                </c:pt>
                <c:pt idx="15357">
                  <c:v>0.6207407407407407</c:v>
                </c:pt>
                <c:pt idx="15358">
                  <c:v>0.6207407407407407</c:v>
                </c:pt>
                <c:pt idx="15359">
                  <c:v>0.62088888888888893</c:v>
                </c:pt>
                <c:pt idx="15360">
                  <c:v>0.62088888888888893</c:v>
                </c:pt>
                <c:pt idx="15361">
                  <c:v>0.62088888888888893</c:v>
                </c:pt>
                <c:pt idx="15362">
                  <c:v>0.62088888888888893</c:v>
                </c:pt>
                <c:pt idx="15363">
                  <c:v>0.62088888888888893</c:v>
                </c:pt>
                <c:pt idx="15364">
                  <c:v>0.62088888888888893</c:v>
                </c:pt>
                <c:pt idx="15365">
                  <c:v>0.62088888888888893</c:v>
                </c:pt>
                <c:pt idx="15366">
                  <c:v>0.62088888888888893</c:v>
                </c:pt>
                <c:pt idx="15367">
                  <c:v>0.62088888888888893</c:v>
                </c:pt>
                <c:pt idx="15368">
                  <c:v>0.62088888888888893</c:v>
                </c:pt>
                <c:pt idx="15369">
                  <c:v>0.62088888888888893</c:v>
                </c:pt>
                <c:pt idx="15370">
                  <c:v>0.62088888888888893</c:v>
                </c:pt>
                <c:pt idx="15371">
                  <c:v>0.62088888888888893</c:v>
                </c:pt>
                <c:pt idx="15372">
                  <c:v>0.62103703703703705</c:v>
                </c:pt>
                <c:pt idx="15373">
                  <c:v>0.62103703703703705</c:v>
                </c:pt>
                <c:pt idx="15374">
                  <c:v>0.62103703703703705</c:v>
                </c:pt>
                <c:pt idx="15375">
                  <c:v>0.62103703703703705</c:v>
                </c:pt>
                <c:pt idx="15376">
                  <c:v>0.62118518518518517</c:v>
                </c:pt>
                <c:pt idx="15377">
                  <c:v>0.62118518518518517</c:v>
                </c:pt>
                <c:pt idx="15378">
                  <c:v>0.62118518518518517</c:v>
                </c:pt>
                <c:pt idx="15379">
                  <c:v>0.62133333333333329</c:v>
                </c:pt>
                <c:pt idx="15380">
                  <c:v>0.62133333333333329</c:v>
                </c:pt>
                <c:pt idx="15381">
                  <c:v>0.62133333333333329</c:v>
                </c:pt>
                <c:pt idx="15382">
                  <c:v>0.62148148148148152</c:v>
                </c:pt>
                <c:pt idx="15383">
                  <c:v>0.62162962962962964</c:v>
                </c:pt>
                <c:pt idx="15384">
                  <c:v>0.62162962962962964</c:v>
                </c:pt>
                <c:pt idx="15385">
                  <c:v>0.62162962962962964</c:v>
                </c:pt>
                <c:pt idx="15386">
                  <c:v>0.62177777777777776</c:v>
                </c:pt>
                <c:pt idx="15387">
                  <c:v>0.62177777777777776</c:v>
                </c:pt>
                <c:pt idx="15388">
                  <c:v>0.62177777777777776</c:v>
                </c:pt>
                <c:pt idx="15389">
                  <c:v>0.62177777777777776</c:v>
                </c:pt>
                <c:pt idx="15390">
                  <c:v>0.62177777777777776</c:v>
                </c:pt>
                <c:pt idx="15391">
                  <c:v>0.62177777777777776</c:v>
                </c:pt>
                <c:pt idx="15392">
                  <c:v>0.62192592592592588</c:v>
                </c:pt>
                <c:pt idx="15393">
                  <c:v>0.62207407407407411</c:v>
                </c:pt>
                <c:pt idx="15394">
                  <c:v>0.62222222222222223</c:v>
                </c:pt>
                <c:pt idx="15395">
                  <c:v>0.62222222222222223</c:v>
                </c:pt>
                <c:pt idx="15396">
                  <c:v>0.62237037037037035</c:v>
                </c:pt>
                <c:pt idx="15397">
                  <c:v>0.62237037037037035</c:v>
                </c:pt>
                <c:pt idx="15398">
                  <c:v>0.62237037037037035</c:v>
                </c:pt>
                <c:pt idx="15399">
                  <c:v>0.62237037037037035</c:v>
                </c:pt>
                <c:pt idx="15400">
                  <c:v>0.62237037037037035</c:v>
                </c:pt>
                <c:pt idx="15401">
                  <c:v>0.62237037037037035</c:v>
                </c:pt>
                <c:pt idx="15402">
                  <c:v>0.62237037037037035</c:v>
                </c:pt>
                <c:pt idx="15403">
                  <c:v>0.62237037037037035</c:v>
                </c:pt>
                <c:pt idx="15404">
                  <c:v>0.62251851851851847</c:v>
                </c:pt>
                <c:pt idx="15405">
                  <c:v>0.6226666666666667</c:v>
                </c:pt>
                <c:pt idx="15406">
                  <c:v>0.62281481481481482</c:v>
                </c:pt>
                <c:pt idx="15407">
                  <c:v>0.62281481481481482</c:v>
                </c:pt>
                <c:pt idx="15408">
                  <c:v>0.62281481481481482</c:v>
                </c:pt>
                <c:pt idx="15409">
                  <c:v>0.62281481481481482</c:v>
                </c:pt>
                <c:pt idx="15410">
                  <c:v>0.62281481481481482</c:v>
                </c:pt>
                <c:pt idx="15411">
                  <c:v>0.62281481481481482</c:v>
                </c:pt>
                <c:pt idx="15412">
                  <c:v>0.62296296296296294</c:v>
                </c:pt>
                <c:pt idx="15413">
                  <c:v>0.62296296296296294</c:v>
                </c:pt>
                <c:pt idx="15414">
                  <c:v>0.62311111111111106</c:v>
                </c:pt>
                <c:pt idx="15415">
                  <c:v>0.62325925925925929</c:v>
                </c:pt>
                <c:pt idx="15416">
                  <c:v>0.62325925925925929</c:v>
                </c:pt>
                <c:pt idx="15417">
                  <c:v>0.62325925925925929</c:v>
                </c:pt>
                <c:pt idx="15418">
                  <c:v>0.62340740740740741</c:v>
                </c:pt>
                <c:pt idx="15419">
                  <c:v>0.62340740740740741</c:v>
                </c:pt>
                <c:pt idx="15420">
                  <c:v>0.62355555555555553</c:v>
                </c:pt>
                <c:pt idx="15421">
                  <c:v>0.62355555555555553</c:v>
                </c:pt>
                <c:pt idx="15422">
                  <c:v>0.62370370370370365</c:v>
                </c:pt>
                <c:pt idx="15423">
                  <c:v>0.62370370370370365</c:v>
                </c:pt>
                <c:pt idx="15424">
                  <c:v>0.62385185185185188</c:v>
                </c:pt>
                <c:pt idx="15425">
                  <c:v>0.624</c:v>
                </c:pt>
                <c:pt idx="15426">
                  <c:v>0.624</c:v>
                </c:pt>
                <c:pt idx="15427">
                  <c:v>0.624</c:v>
                </c:pt>
                <c:pt idx="15428">
                  <c:v>0.62414814814814812</c:v>
                </c:pt>
                <c:pt idx="15429">
                  <c:v>0.62429629629629635</c:v>
                </c:pt>
                <c:pt idx="15430">
                  <c:v>0.62429629629629635</c:v>
                </c:pt>
                <c:pt idx="15431">
                  <c:v>0.62429629629629635</c:v>
                </c:pt>
                <c:pt idx="15432">
                  <c:v>0.62444444444444447</c:v>
                </c:pt>
                <c:pt idx="15433">
                  <c:v>0.62444444444444447</c:v>
                </c:pt>
                <c:pt idx="15434">
                  <c:v>0.62459259259259259</c:v>
                </c:pt>
                <c:pt idx="15435">
                  <c:v>0.62459259259259259</c:v>
                </c:pt>
                <c:pt idx="15436">
                  <c:v>0.62459259259259259</c:v>
                </c:pt>
                <c:pt idx="15437">
                  <c:v>0.62474074074074071</c:v>
                </c:pt>
                <c:pt idx="15438">
                  <c:v>0.62474074074074071</c:v>
                </c:pt>
                <c:pt idx="15439">
                  <c:v>0.62474074074074071</c:v>
                </c:pt>
                <c:pt idx="15440">
                  <c:v>0.62474074074074071</c:v>
                </c:pt>
                <c:pt idx="15441">
                  <c:v>0.62474074074074071</c:v>
                </c:pt>
                <c:pt idx="15442">
                  <c:v>0.62474074074074071</c:v>
                </c:pt>
                <c:pt idx="15443">
                  <c:v>0.62474074074074071</c:v>
                </c:pt>
                <c:pt idx="15444">
                  <c:v>0.62488888888888894</c:v>
                </c:pt>
                <c:pt idx="15445">
                  <c:v>0.62503703703703706</c:v>
                </c:pt>
                <c:pt idx="15446">
                  <c:v>0.62518518518518518</c:v>
                </c:pt>
                <c:pt idx="15447">
                  <c:v>0.62518518518518518</c:v>
                </c:pt>
                <c:pt idx="15448">
                  <c:v>0.62518518518518518</c:v>
                </c:pt>
                <c:pt idx="15449">
                  <c:v>0.62518518518518518</c:v>
                </c:pt>
                <c:pt idx="15450">
                  <c:v>0.6253333333333333</c:v>
                </c:pt>
                <c:pt idx="15451">
                  <c:v>0.62548148148148153</c:v>
                </c:pt>
                <c:pt idx="15452">
                  <c:v>0.62548148148148153</c:v>
                </c:pt>
                <c:pt idx="15453">
                  <c:v>0.62548148148148153</c:v>
                </c:pt>
                <c:pt idx="15454">
                  <c:v>0.62562962962962965</c:v>
                </c:pt>
                <c:pt idx="15455">
                  <c:v>0.62562962962962965</c:v>
                </c:pt>
                <c:pt idx="15456">
                  <c:v>0.62577777777777777</c:v>
                </c:pt>
                <c:pt idx="15457">
                  <c:v>0.62577777777777777</c:v>
                </c:pt>
                <c:pt idx="15458">
                  <c:v>0.62577777777777777</c:v>
                </c:pt>
                <c:pt idx="15459">
                  <c:v>0.62577777777777777</c:v>
                </c:pt>
                <c:pt idx="15460">
                  <c:v>0.62577777777777777</c:v>
                </c:pt>
                <c:pt idx="15461">
                  <c:v>0.62577777777777777</c:v>
                </c:pt>
                <c:pt idx="15462">
                  <c:v>0.62577777777777777</c:v>
                </c:pt>
                <c:pt idx="15463">
                  <c:v>0.62592592592592589</c:v>
                </c:pt>
                <c:pt idx="15464">
                  <c:v>0.62607407407407412</c:v>
                </c:pt>
                <c:pt idx="15465">
                  <c:v>0.62607407407407412</c:v>
                </c:pt>
                <c:pt idx="15466">
                  <c:v>0.62607407407407412</c:v>
                </c:pt>
                <c:pt idx="15467">
                  <c:v>0.62607407407407412</c:v>
                </c:pt>
                <c:pt idx="15468">
                  <c:v>0.62607407407407412</c:v>
                </c:pt>
                <c:pt idx="15469">
                  <c:v>0.62607407407407412</c:v>
                </c:pt>
                <c:pt idx="15470">
                  <c:v>0.62607407407407412</c:v>
                </c:pt>
                <c:pt idx="15471">
                  <c:v>0.62607407407407412</c:v>
                </c:pt>
                <c:pt idx="15472">
                  <c:v>0.62607407407407412</c:v>
                </c:pt>
                <c:pt idx="15473">
                  <c:v>0.62607407407407412</c:v>
                </c:pt>
                <c:pt idx="15474">
                  <c:v>0.62607407407407412</c:v>
                </c:pt>
                <c:pt idx="15475">
                  <c:v>0.62607407407407412</c:v>
                </c:pt>
                <c:pt idx="15476">
                  <c:v>0.62607407407407412</c:v>
                </c:pt>
                <c:pt idx="15477">
                  <c:v>0.62607407407407412</c:v>
                </c:pt>
                <c:pt idx="15478">
                  <c:v>0.62622222222222224</c:v>
                </c:pt>
                <c:pt idx="15479">
                  <c:v>0.62622222222222224</c:v>
                </c:pt>
                <c:pt idx="15480">
                  <c:v>0.62622222222222224</c:v>
                </c:pt>
                <c:pt idx="15481">
                  <c:v>0.62637037037037036</c:v>
                </c:pt>
                <c:pt idx="15482">
                  <c:v>0.62637037037037036</c:v>
                </c:pt>
                <c:pt idx="15483">
                  <c:v>0.62637037037037036</c:v>
                </c:pt>
                <c:pt idx="15484">
                  <c:v>0.62637037037037036</c:v>
                </c:pt>
                <c:pt idx="15485">
                  <c:v>0.62637037037037036</c:v>
                </c:pt>
                <c:pt idx="15486">
                  <c:v>0.62637037037037036</c:v>
                </c:pt>
                <c:pt idx="15487">
                  <c:v>0.62637037037037036</c:v>
                </c:pt>
                <c:pt idx="15488">
                  <c:v>0.62651851851851847</c:v>
                </c:pt>
                <c:pt idx="15489">
                  <c:v>0.62651851851851847</c:v>
                </c:pt>
                <c:pt idx="15490">
                  <c:v>0.62666666666666671</c:v>
                </c:pt>
                <c:pt idx="15491">
                  <c:v>0.62681481481481482</c:v>
                </c:pt>
                <c:pt idx="15492">
                  <c:v>0.62696296296296294</c:v>
                </c:pt>
                <c:pt idx="15493">
                  <c:v>0.62711111111111106</c:v>
                </c:pt>
                <c:pt idx="15494">
                  <c:v>0.62711111111111106</c:v>
                </c:pt>
                <c:pt idx="15495">
                  <c:v>0.62725925925925929</c:v>
                </c:pt>
                <c:pt idx="15496">
                  <c:v>0.62725925925925929</c:v>
                </c:pt>
                <c:pt idx="15497">
                  <c:v>0.62740740740740741</c:v>
                </c:pt>
                <c:pt idx="15498">
                  <c:v>0.62755555555555553</c:v>
                </c:pt>
                <c:pt idx="15499">
                  <c:v>0.62755555555555553</c:v>
                </c:pt>
                <c:pt idx="15500">
                  <c:v>0.62755555555555553</c:v>
                </c:pt>
                <c:pt idx="15501">
                  <c:v>0.62755555555555553</c:v>
                </c:pt>
                <c:pt idx="15502">
                  <c:v>0.62755555555555553</c:v>
                </c:pt>
                <c:pt idx="15503">
                  <c:v>0.62770370370370365</c:v>
                </c:pt>
                <c:pt idx="15504">
                  <c:v>0.62785185185185188</c:v>
                </c:pt>
                <c:pt idx="15505">
                  <c:v>0.628</c:v>
                </c:pt>
                <c:pt idx="15506">
                  <c:v>0.628</c:v>
                </c:pt>
                <c:pt idx="15507">
                  <c:v>0.628</c:v>
                </c:pt>
                <c:pt idx="15508">
                  <c:v>0.62814814814814812</c:v>
                </c:pt>
                <c:pt idx="15509">
                  <c:v>0.62814814814814812</c:v>
                </c:pt>
                <c:pt idx="15510">
                  <c:v>0.62814814814814812</c:v>
                </c:pt>
                <c:pt idx="15511">
                  <c:v>0.62814814814814812</c:v>
                </c:pt>
                <c:pt idx="15512">
                  <c:v>0.62814814814814812</c:v>
                </c:pt>
                <c:pt idx="15513">
                  <c:v>0.62814814814814812</c:v>
                </c:pt>
                <c:pt idx="15514">
                  <c:v>0.62814814814814812</c:v>
                </c:pt>
                <c:pt idx="15515">
                  <c:v>0.62814814814814812</c:v>
                </c:pt>
                <c:pt idx="15516">
                  <c:v>0.62814814814814812</c:v>
                </c:pt>
                <c:pt idx="15517">
                  <c:v>0.62829629629629624</c:v>
                </c:pt>
                <c:pt idx="15518">
                  <c:v>0.62829629629629624</c:v>
                </c:pt>
                <c:pt idx="15519">
                  <c:v>0.62829629629629624</c:v>
                </c:pt>
                <c:pt idx="15520">
                  <c:v>0.62829629629629624</c:v>
                </c:pt>
                <c:pt idx="15521">
                  <c:v>0.62829629629629624</c:v>
                </c:pt>
                <c:pt idx="15522">
                  <c:v>0.62829629629629624</c:v>
                </c:pt>
                <c:pt idx="15523">
                  <c:v>0.62829629629629624</c:v>
                </c:pt>
                <c:pt idx="15524">
                  <c:v>0.62844444444444447</c:v>
                </c:pt>
                <c:pt idx="15525">
                  <c:v>0.62859259259259259</c:v>
                </c:pt>
                <c:pt idx="15526">
                  <c:v>0.62874074074074071</c:v>
                </c:pt>
                <c:pt idx="15527">
                  <c:v>0.62888888888888894</c:v>
                </c:pt>
                <c:pt idx="15528">
                  <c:v>0.62888888888888894</c:v>
                </c:pt>
                <c:pt idx="15529">
                  <c:v>0.62888888888888894</c:v>
                </c:pt>
                <c:pt idx="15530">
                  <c:v>0.62888888888888894</c:v>
                </c:pt>
                <c:pt idx="15531">
                  <c:v>0.62888888888888894</c:v>
                </c:pt>
                <c:pt idx="15532">
                  <c:v>0.62888888888888894</c:v>
                </c:pt>
                <c:pt idx="15533">
                  <c:v>0.62888888888888894</c:v>
                </c:pt>
                <c:pt idx="15534">
                  <c:v>0.62888888888888894</c:v>
                </c:pt>
                <c:pt idx="15535">
                  <c:v>0.62888888888888894</c:v>
                </c:pt>
                <c:pt idx="15536">
                  <c:v>0.62888888888888894</c:v>
                </c:pt>
                <c:pt idx="15537">
                  <c:v>0.62903703703703706</c:v>
                </c:pt>
                <c:pt idx="15538">
                  <c:v>0.62918518518518518</c:v>
                </c:pt>
                <c:pt idx="15539">
                  <c:v>0.62918518518518518</c:v>
                </c:pt>
                <c:pt idx="15540">
                  <c:v>0.62918518518518518</c:v>
                </c:pt>
                <c:pt idx="15541">
                  <c:v>0.62918518518518518</c:v>
                </c:pt>
                <c:pt idx="15542">
                  <c:v>0.62918518518518518</c:v>
                </c:pt>
                <c:pt idx="15543">
                  <c:v>0.62918518518518518</c:v>
                </c:pt>
                <c:pt idx="15544">
                  <c:v>0.62918518518518518</c:v>
                </c:pt>
                <c:pt idx="15545">
                  <c:v>0.62918518518518518</c:v>
                </c:pt>
                <c:pt idx="15546">
                  <c:v>0.62918518518518518</c:v>
                </c:pt>
                <c:pt idx="15547">
                  <c:v>0.6293333333333333</c:v>
                </c:pt>
                <c:pt idx="15548">
                  <c:v>0.6293333333333333</c:v>
                </c:pt>
                <c:pt idx="15549">
                  <c:v>0.6293333333333333</c:v>
                </c:pt>
                <c:pt idx="15550">
                  <c:v>0.62948148148148153</c:v>
                </c:pt>
                <c:pt idx="15551">
                  <c:v>0.62948148148148153</c:v>
                </c:pt>
                <c:pt idx="15552">
                  <c:v>0.62948148148148153</c:v>
                </c:pt>
                <c:pt idx="15553">
                  <c:v>0.62948148148148153</c:v>
                </c:pt>
                <c:pt idx="15554">
                  <c:v>0.62948148148148153</c:v>
                </c:pt>
                <c:pt idx="15555">
                  <c:v>0.62962962962962965</c:v>
                </c:pt>
                <c:pt idx="15556">
                  <c:v>0.62977777777777777</c:v>
                </c:pt>
                <c:pt idx="15557">
                  <c:v>0.62992592592592589</c:v>
                </c:pt>
                <c:pt idx="15558">
                  <c:v>0.62992592592592589</c:v>
                </c:pt>
                <c:pt idx="15559">
                  <c:v>0.62992592592592589</c:v>
                </c:pt>
                <c:pt idx="15560">
                  <c:v>0.62992592592592589</c:v>
                </c:pt>
                <c:pt idx="15561">
                  <c:v>0.62992592592592589</c:v>
                </c:pt>
                <c:pt idx="15562">
                  <c:v>0.62992592592592589</c:v>
                </c:pt>
                <c:pt idx="15563">
                  <c:v>0.63007407407407412</c:v>
                </c:pt>
                <c:pt idx="15564">
                  <c:v>0.63007407407407412</c:v>
                </c:pt>
                <c:pt idx="15565">
                  <c:v>0.63007407407407412</c:v>
                </c:pt>
                <c:pt idx="15566">
                  <c:v>0.63007407407407412</c:v>
                </c:pt>
                <c:pt idx="15567">
                  <c:v>0.63022222222222224</c:v>
                </c:pt>
                <c:pt idx="15568">
                  <c:v>0.63022222222222224</c:v>
                </c:pt>
                <c:pt idx="15569">
                  <c:v>0.63022222222222224</c:v>
                </c:pt>
                <c:pt idx="15570">
                  <c:v>0.63037037037037036</c:v>
                </c:pt>
                <c:pt idx="15571">
                  <c:v>0.63037037037037036</c:v>
                </c:pt>
                <c:pt idx="15572">
                  <c:v>0.63037037037037036</c:v>
                </c:pt>
                <c:pt idx="15573">
                  <c:v>0.63051851851851848</c:v>
                </c:pt>
                <c:pt idx="15574">
                  <c:v>0.63051851851851848</c:v>
                </c:pt>
                <c:pt idx="15575">
                  <c:v>0.63051851851851848</c:v>
                </c:pt>
                <c:pt idx="15576">
                  <c:v>0.63051851851851848</c:v>
                </c:pt>
                <c:pt idx="15577">
                  <c:v>0.63051851851851848</c:v>
                </c:pt>
                <c:pt idx="15578">
                  <c:v>0.63051851851851848</c:v>
                </c:pt>
                <c:pt idx="15579">
                  <c:v>0.63066666666666671</c:v>
                </c:pt>
                <c:pt idx="15580">
                  <c:v>0.63066666666666671</c:v>
                </c:pt>
                <c:pt idx="15581">
                  <c:v>0.63066666666666671</c:v>
                </c:pt>
                <c:pt idx="15582">
                  <c:v>0.63066666666666671</c:v>
                </c:pt>
                <c:pt idx="15583">
                  <c:v>0.63066666666666671</c:v>
                </c:pt>
                <c:pt idx="15584">
                  <c:v>0.63081481481481483</c:v>
                </c:pt>
                <c:pt idx="15585">
                  <c:v>0.63081481481481483</c:v>
                </c:pt>
                <c:pt idx="15586">
                  <c:v>0.63081481481481483</c:v>
                </c:pt>
                <c:pt idx="15587">
                  <c:v>0.63081481481481483</c:v>
                </c:pt>
                <c:pt idx="15588">
                  <c:v>0.63081481481481483</c:v>
                </c:pt>
                <c:pt idx="15589">
                  <c:v>0.63081481481481483</c:v>
                </c:pt>
                <c:pt idx="15590">
                  <c:v>0.63081481481481483</c:v>
                </c:pt>
                <c:pt idx="15591">
                  <c:v>0.63096296296296295</c:v>
                </c:pt>
                <c:pt idx="15592">
                  <c:v>0.63096296296296295</c:v>
                </c:pt>
                <c:pt idx="15593">
                  <c:v>0.63111111111111107</c:v>
                </c:pt>
                <c:pt idx="15594">
                  <c:v>0.63111111111111107</c:v>
                </c:pt>
                <c:pt idx="15595">
                  <c:v>0.6312592592592593</c:v>
                </c:pt>
                <c:pt idx="15596">
                  <c:v>0.63140740740740742</c:v>
                </c:pt>
                <c:pt idx="15597">
                  <c:v>0.63140740740740742</c:v>
                </c:pt>
                <c:pt idx="15598">
                  <c:v>0.63155555555555554</c:v>
                </c:pt>
                <c:pt idx="15599">
                  <c:v>0.63155555555555554</c:v>
                </c:pt>
                <c:pt idx="15600">
                  <c:v>0.63155555555555554</c:v>
                </c:pt>
                <c:pt idx="15601">
                  <c:v>0.63155555555555554</c:v>
                </c:pt>
                <c:pt idx="15602">
                  <c:v>0.63155555555555554</c:v>
                </c:pt>
                <c:pt idx="15603">
                  <c:v>0.63155555555555554</c:v>
                </c:pt>
                <c:pt idx="15604">
                  <c:v>0.63170370370370366</c:v>
                </c:pt>
                <c:pt idx="15605">
                  <c:v>0.63170370370370366</c:v>
                </c:pt>
                <c:pt idx="15606">
                  <c:v>0.63185185185185189</c:v>
                </c:pt>
                <c:pt idx="15607">
                  <c:v>0.63185185185185189</c:v>
                </c:pt>
                <c:pt idx="15608">
                  <c:v>0.63200000000000001</c:v>
                </c:pt>
                <c:pt idx="15609">
                  <c:v>0.63200000000000001</c:v>
                </c:pt>
                <c:pt idx="15610">
                  <c:v>0.63200000000000001</c:v>
                </c:pt>
                <c:pt idx="15611">
                  <c:v>0.63200000000000001</c:v>
                </c:pt>
                <c:pt idx="15612">
                  <c:v>0.63200000000000001</c:v>
                </c:pt>
                <c:pt idx="15613">
                  <c:v>0.63214814814814813</c:v>
                </c:pt>
                <c:pt idx="15614">
                  <c:v>0.63214814814814813</c:v>
                </c:pt>
                <c:pt idx="15615">
                  <c:v>0.63229629629629625</c:v>
                </c:pt>
                <c:pt idx="15616">
                  <c:v>0.63229629629629625</c:v>
                </c:pt>
                <c:pt idx="15617">
                  <c:v>0.63229629629629625</c:v>
                </c:pt>
                <c:pt idx="15618">
                  <c:v>0.63229629629629625</c:v>
                </c:pt>
                <c:pt idx="15619">
                  <c:v>0.63229629629629625</c:v>
                </c:pt>
                <c:pt idx="15620">
                  <c:v>0.63229629629629625</c:v>
                </c:pt>
                <c:pt idx="15621">
                  <c:v>0.63229629629629625</c:v>
                </c:pt>
                <c:pt idx="15622">
                  <c:v>0.63229629629629625</c:v>
                </c:pt>
                <c:pt idx="15623">
                  <c:v>0.63229629629629625</c:v>
                </c:pt>
                <c:pt idx="15624">
                  <c:v>0.63244444444444448</c:v>
                </c:pt>
                <c:pt idx="15625">
                  <c:v>0.6325925925925926</c:v>
                </c:pt>
                <c:pt idx="15626">
                  <c:v>0.6325925925925926</c:v>
                </c:pt>
                <c:pt idx="15627">
                  <c:v>0.6325925925925926</c:v>
                </c:pt>
                <c:pt idx="15628">
                  <c:v>0.6325925925925926</c:v>
                </c:pt>
                <c:pt idx="15629">
                  <c:v>0.63274074074074071</c:v>
                </c:pt>
                <c:pt idx="15630">
                  <c:v>0.63274074074074071</c:v>
                </c:pt>
                <c:pt idx="15631">
                  <c:v>0.63274074074074071</c:v>
                </c:pt>
                <c:pt idx="15632">
                  <c:v>0.63274074074074071</c:v>
                </c:pt>
                <c:pt idx="15633">
                  <c:v>0.63274074074074071</c:v>
                </c:pt>
                <c:pt idx="15634">
                  <c:v>0.63274074074074071</c:v>
                </c:pt>
                <c:pt idx="15635">
                  <c:v>0.63274074074074071</c:v>
                </c:pt>
                <c:pt idx="15636">
                  <c:v>0.63274074074074071</c:v>
                </c:pt>
                <c:pt idx="15637">
                  <c:v>0.63274074074074071</c:v>
                </c:pt>
                <c:pt idx="15638">
                  <c:v>0.63274074074074071</c:v>
                </c:pt>
                <c:pt idx="15639">
                  <c:v>0.63274074074074071</c:v>
                </c:pt>
                <c:pt idx="15640">
                  <c:v>0.63274074074074071</c:v>
                </c:pt>
                <c:pt idx="15641">
                  <c:v>0.63274074074074071</c:v>
                </c:pt>
                <c:pt idx="15642">
                  <c:v>0.63274074074074071</c:v>
                </c:pt>
                <c:pt idx="15643">
                  <c:v>0.63274074074074071</c:v>
                </c:pt>
                <c:pt idx="15644">
                  <c:v>0.63274074074074071</c:v>
                </c:pt>
                <c:pt idx="15645">
                  <c:v>0.63288888888888883</c:v>
                </c:pt>
                <c:pt idx="15646">
                  <c:v>0.63288888888888883</c:v>
                </c:pt>
                <c:pt idx="15647">
                  <c:v>0.63288888888888883</c:v>
                </c:pt>
                <c:pt idx="15648">
                  <c:v>0.63303703703703706</c:v>
                </c:pt>
                <c:pt idx="15649">
                  <c:v>0.63303703703703706</c:v>
                </c:pt>
                <c:pt idx="15650">
                  <c:v>0.63303703703703706</c:v>
                </c:pt>
                <c:pt idx="15651">
                  <c:v>0.63303703703703706</c:v>
                </c:pt>
                <c:pt idx="15652">
                  <c:v>0.63303703703703706</c:v>
                </c:pt>
                <c:pt idx="15653">
                  <c:v>0.63303703703703706</c:v>
                </c:pt>
                <c:pt idx="15654">
                  <c:v>0.63303703703703706</c:v>
                </c:pt>
                <c:pt idx="15655">
                  <c:v>0.63303703703703706</c:v>
                </c:pt>
                <c:pt idx="15656">
                  <c:v>0.63303703703703706</c:v>
                </c:pt>
                <c:pt idx="15657">
                  <c:v>0.63303703703703706</c:v>
                </c:pt>
                <c:pt idx="15658">
                  <c:v>0.63318518518518518</c:v>
                </c:pt>
                <c:pt idx="15659">
                  <c:v>0.6333333333333333</c:v>
                </c:pt>
                <c:pt idx="15660">
                  <c:v>0.6333333333333333</c:v>
                </c:pt>
                <c:pt idx="15661">
                  <c:v>0.6333333333333333</c:v>
                </c:pt>
                <c:pt idx="15662">
                  <c:v>0.63348148148148153</c:v>
                </c:pt>
                <c:pt idx="15663">
                  <c:v>0.63348148148148153</c:v>
                </c:pt>
                <c:pt idx="15664">
                  <c:v>0.63348148148148153</c:v>
                </c:pt>
                <c:pt idx="15665">
                  <c:v>0.63348148148148153</c:v>
                </c:pt>
                <c:pt idx="15666">
                  <c:v>0.63348148148148153</c:v>
                </c:pt>
                <c:pt idx="15667">
                  <c:v>0.63348148148148153</c:v>
                </c:pt>
                <c:pt idx="15668">
                  <c:v>0.63362962962962965</c:v>
                </c:pt>
                <c:pt idx="15669">
                  <c:v>0.63362962962962965</c:v>
                </c:pt>
                <c:pt idx="15670">
                  <c:v>0.63362962962962965</c:v>
                </c:pt>
                <c:pt idx="15671">
                  <c:v>0.63377777777777777</c:v>
                </c:pt>
                <c:pt idx="15672">
                  <c:v>0.63377777777777777</c:v>
                </c:pt>
                <c:pt idx="15673">
                  <c:v>0.63377777777777777</c:v>
                </c:pt>
                <c:pt idx="15674">
                  <c:v>0.63377777777777777</c:v>
                </c:pt>
                <c:pt idx="15675">
                  <c:v>0.63377777777777777</c:v>
                </c:pt>
                <c:pt idx="15676">
                  <c:v>0.63377777777777777</c:v>
                </c:pt>
                <c:pt idx="15677">
                  <c:v>0.63377777777777777</c:v>
                </c:pt>
                <c:pt idx="15678">
                  <c:v>0.63377777777777777</c:v>
                </c:pt>
                <c:pt idx="15679">
                  <c:v>0.63392592592592589</c:v>
                </c:pt>
                <c:pt idx="15680">
                  <c:v>0.63392592592592589</c:v>
                </c:pt>
                <c:pt idx="15681">
                  <c:v>0.63392592592592589</c:v>
                </c:pt>
                <c:pt idx="15682">
                  <c:v>0.63407407407407412</c:v>
                </c:pt>
                <c:pt idx="15683">
                  <c:v>0.63407407407407412</c:v>
                </c:pt>
                <c:pt idx="15684">
                  <c:v>0.63407407407407412</c:v>
                </c:pt>
                <c:pt idx="15685">
                  <c:v>0.63407407407407412</c:v>
                </c:pt>
                <c:pt idx="15686">
                  <c:v>0.63422222222222224</c:v>
                </c:pt>
                <c:pt idx="15687">
                  <c:v>0.63437037037037036</c:v>
                </c:pt>
                <c:pt idx="15688">
                  <c:v>0.63437037037037036</c:v>
                </c:pt>
                <c:pt idx="15689">
                  <c:v>0.63437037037037036</c:v>
                </c:pt>
                <c:pt idx="15690">
                  <c:v>0.63451851851851848</c:v>
                </c:pt>
                <c:pt idx="15691">
                  <c:v>0.63451851851851848</c:v>
                </c:pt>
                <c:pt idx="15692">
                  <c:v>0.63451851851851848</c:v>
                </c:pt>
                <c:pt idx="15693">
                  <c:v>0.63466666666666671</c:v>
                </c:pt>
                <c:pt idx="15694">
                  <c:v>0.63481481481481483</c:v>
                </c:pt>
                <c:pt idx="15695">
                  <c:v>0.63496296296296295</c:v>
                </c:pt>
                <c:pt idx="15696">
                  <c:v>0.63511111111111107</c:v>
                </c:pt>
                <c:pt idx="15697">
                  <c:v>0.63511111111111107</c:v>
                </c:pt>
                <c:pt idx="15698">
                  <c:v>0.63511111111111107</c:v>
                </c:pt>
                <c:pt idx="15699">
                  <c:v>0.63511111111111107</c:v>
                </c:pt>
                <c:pt idx="15700">
                  <c:v>0.63511111111111107</c:v>
                </c:pt>
                <c:pt idx="15701">
                  <c:v>0.63511111111111107</c:v>
                </c:pt>
                <c:pt idx="15702">
                  <c:v>0.63511111111111107</c:v>
                </c:pt>
                <c:pt idx="15703">
                  <c:v>0.63511111111111107</c:v>
                </c:pt>
                <c:pt idx="15704">
                  <c:v>0.63511111111111107</c:v>
                </c:pt>
                <c:pt idx="15705">
                  <c:v>0.63511111111111107</c:v>
                </c:pt>
                <c:pt idx="15706">
                  <c:v>0.63511111111111107</c:v>
                </c:pt>
                <c:pt idx="15707">
                  <c:v>0.63511111111111107</c:v>
                </c:pt>
                <c:pt idx="15708">
                  <c:v>0.63511111111111107</c:v>
                </c:pt>
                <c:pt idx="15709">
                  <c:v>0.63511111111111107</c:v>
                </c:pt>
                <c:pt idx="15710">
                  <c:v>0.6352592592592593</c:v>
                </c:pt>
                <c:pt idx="15711">
                  <c:v>0.6352592592592593</c:v>
                </c:pt>
                <c:pt idx="15712">
                  <c:v>0.6352592592592593</c:v>
                </c:pt>
                <c:pt idx="15713">
                  <c:v>0.6352592592592593</c:v>
                </c:pt>
                <c:pt idx="15714">
                  <c:v>0.6352592592592593</c:v>
                </c:pt>
                <c:pt idx="15715">
                  <c:v>0.6352592592592593</c:v>
                </c:pt>
                <c:pt idx="15716">
                  <c:v>0.6352592592592593</c:v>
                </c:pt>
                <c:pt idx="15717">
                  <c:v>0.63540740740740742</c:v>
                </c:pt>
                <c:pt idx="15718">
                  <c:v>0.63540740740740742</c:v>
                </c:pt>
                <c:pt idx="15719">
                  <c:v>0.63555555555555554</c:v>
                </c:pt>
                <c:pt idx="15720">
                  <c:v>0.63555555555555554</c:v>
                </c:pt>
                <c:pt idx="15721">
                  <c:v>0.63555555555555554</c:v>
                </c:pt>
                <c:pt idx="15722">
                  <c:v>0.63555555555555554</c:v>
                </c:pt>
                <c:pt idx="15723">
                  <c:v>0.63555555555555554</c:v>
                </c:pt>
                <c:pt idx="15724">
                  <c:v>0.63555555555555554</c:v>
                </c:pt>
                <c:pt idx="15725">
                  <c:v>0.63555555555555554</c:v>
                </c:pt>
                <c:pt idx="15726">
                  <c:v>0.63570370370370366</c:v>
                </c:pt>
                <c:pt idx="15727">
                  <c:v>0.63570370370370366</c:v>
                </c:pt>
                <c:pt idx="15728">
                  <c:v>0.63585185185185189</c:v>
                </c:pt>
                <c:pt idx="15729">
                  <c:v>0.63585185185185189</c:v>
                </c:pt>
                <c:pt idx="15730">
                  <c:v>0.63585185185185189</c:v>
                </c:pt>
                <c:pt idx="15731">
                  <c:v>0.63585185185185189</c:v>
                </c:pt>
                <c:pt idx="15732">
                  <c:v>0.63585185185185189</c:v>
                </c:pt>
                <c:pt idx="15733">
                  <c:v>0.63585185185185189</c:v>
                </c:pt>
                <c:pt idx="15734">
                  <c:v>0.63600000000000001</c:v>
                </c:pt>
                <c:pt idx="15735">
                  <c:v>0.63600000000000001</c:v>
                </c:pt>
                <c:pt idx="15736">
                  <c:v>0.63600000000000001</c:v>
                </c:pt>
                <c:pt idx="15737">
                  <c:v>0.63600000000000001</c:v>
                </c:pt>
                <c:pt idx="15738">
                  <c:v>0.63614814814814813</c:v>
                </c:pt>
                <c:pt idx="15739">
                  <c:v>0.63614814814814813</c:v>
                </c:pt>
                <c:pt idx="15740">
                  <c:v>0.63614814814814813</c:v>
                </c:pt>
                <c:pt idx="15741">
                  <c:v>0.63614814814814813</c:v>
                </c:pt>
                <c:pt idx="15742">
                  <c:v>0.63629629629629625</c:v>
                </c:pt>
                <c:pt idx="15743">
                  <c:v>0.63629629629629625</c:v>
                </c:pt>
                <c:pt idx="15744">
                  <c:v>0.63644444444444448</c:v>
                </c:pt>
                <c:pt idx="15745">
                  <c:v>0.63644444444444448</c:v>
                </c:pt>
                <c:pt idx="15746">
                  <c:v>0.6365925925925926</c:v>
                </c:pt>
                <c:pt idx="15747">
                  <c:v>0.63674074074074072</c:v>
                </c:pt>
                <c:pt idx="15748">
                  <c:v>0.63674074074074072</c:v>
                </c:pt>
                <c:pt idx="15749">
                  <c:v>0.63674074074074072</c:v>
                </c:pt>
                <c:pt idx="15750">
                  <c:v>0.63674074074074072</c:v>
                </c:pt>
                <c:pt idx="15751">
                  <c:v>0.63674074074074072</c:v>
                </c:pt>
                <c:pt idx="15752">
                  <c:v>0.63688888888888884</c:v>
                </c:pt>
                <c:pt idx="15753">
                  <c:v>0.63688888888888884</c:v>
                </c:pt>
                <c:pt idx="15754">
                  <c:v>0.63703703703703707</c:v>
                </c:pt>
                <c:pt idx="15755">
                  <c:v>0.63703703703703707</c:v>
                </c:pt>
                <c:pt idx="15756">
                  <c:v>0.63718518518518519</c:v>
                </c:pt>
                <c:pt idx="15757">
                  <c:v>0.63718518518518519</c:v>
                </c:pt>
                <c:pt idx="15758">
                  <c:v>0.63718518518518519</c:v>
                </c:pt>
                <c:pt idx="15759">
                  <c:v>0.63718518518518519</c:v>
                </c:pt>
                <c:pt idx="15760">
                  <c:v>0.63718518518518519</c:v>
                </c:pt>
                <c:pt idx="15761">
                  <c:v>0.63718518518518519</c:v>
                </c:pt>
                <c:pt idx="15762">
                  <c:v>0.63718518518518519</c:v>
                </c:pt>
                <c:pt idx="15763">
                  <c:v>0.63718518518518519</c:v>
                </c:pt>
                <c:pt idx="15764">
                  <c:v>0.63718518518518519</c:v>
                </c:pt>
                <c:pt idx="15765">
                  <c:v>0.63733333333333331</c:v>
                </c:pt>
                <c:pt idx="15766">
                  <c:v>0.63733333333333331</c:v>
                </c:pt>
                <c:pt idx="15767">
                  <c:v>0.63733333333333331</c:v>
                </c:pt>
                <c:pt idx="15768">
                  <c:v>0.63733333333333331</c:v>
                </c:pt>
                <c:pt idx="15769">
                  <c:v>0.63733333333333331</c:v>
                </c:pt>
                <c:pt idx="15770">
                  <c:v>0.63733333333333331</c:v>
                </c:pt>
                <c:pt idx="15771">
                  <c:v>0.63733333333333331</c:v>
                </c:pt>
                <c:pt idx="15772">
                  <c:v>0.63733333333333331</c:v>
                </c:pt>
                <c:pt idx="15773">
                  <c:v>0.63733333333333331</c:v>
                </c:pt>
                <c:pt idx="15774">
                  <c:v>0.63748148148148143</c:v>
                </c:pt>
                <c:pt idx="15775">
                  <c:v>0.63762962962962966</c:v>
                </c:pt>
                <c:pt idx="15776">
                  <c:v>0.63777777777777778</c:v>
                </c:pt>
                <c:pt idx="15777">
                  <c:v>0.63777777777777778</c:v>
                </c:pt>
                <c:pt idx="15778">
                  <c:v>0.63777777777777778</c:v>
                </c:pt>
                <c:pt idx="15779">
                  <c:v>0.6379259259259259</c:v>
                </c:pt>
                <c:pt idx="15780">
                  <c:v>0.6379259259259259</c:v>
                </c:pt>
                <c:pt idx="15781">
                  <c:v>0.6379259259259259</c:v>
                </c:pt>
                <c:pt idx="15782">
                  <c:v>0.63807407407407413</c:v>
                </c:pt>
                <c:pt idx="15783">
                  <c:v>0.63807407407407413</c:v>
                </c:pt>
                <c:pt idx="15784">
                  <c:v>0.63807407407407413</c:v>
                </c:pt>
                <c:pt idx="15785">
                  <c:v>0.63807407407407413</c:v>
                </c:pt>
                <c:pt idx="15786">
                  <c:v>0.63822222222222225</c:v>
                </c:pt>
                <c:pt idx="15787">
                  <c:v>0.63822222222222225</c:v>
                </c:pt>
                <c:pt idx="15788">
                  <c:v>0.63837037037037037</c:v>
                </c:pt>
                <c:pt idx="15789">
                  <c:v>0.63837037037037037</c:v>
                </c:pt>
                <c:pt idx="15790">
                  <c:v>0.63837037037037037</c:v>
                </c:pt>
                <c:pt idx="15791">
                  <c:v>0.63837037037037037</c:v>
                </c:pt>
                <c:pt idx="15792">
                  <c:v>0.63837037037037037</c:v>
                </c:pt>
                <c:pt idx="15793">
                  <c:v>0.63851851851851849</c:v>
                </c:pt>
                <c:pt idx="15794">
                  <c:v>0.63851851851851849</c:v>
                </c:pt>
                <c:pt idx="15795">
                  <c:v>0.63851851851851849</c:v>
                </c:pt>
                <c:pt idx="15796">
                  <c:v>0.63851851851851849</c:v>
                </c:pt>
                <c:pt idx="15797">
                  <c:v>0.63866666666666672</c:v>
                </c:pt>
                <c:pt idx="15798">
                  <c:v>0.63866666666666672</c:v>
                </c:pt>
                <c:pt idx="15799">
                  <c:v>0.63866666666666672</c:v>
                </c:pt>
                <c:pt idx="15800">
                  <c:v>0.63881481481481484</c:v>
                </c:pt>
                <c:pt idx="15801">
                  <c:v>0.63881481481481484</c:v>
                </c:pt>
                <c:pt idx="15802">
                  <c:v>0.63881481481481484</c:v>
                </c:pt>
                <c:pt idx="15803">
                  <c:v>0.63881481481481484</c:v>
                </c:pt>
                <c:pt idx="15804">
                  <c:v>0.63881481481481484</c:v>
                </c:pt>
                <c:pt idx="15805">
                  <c:v>0.63881481481481484</c:v>
                </c:pt>
                <c:pt idx="15806">
                  <c:v>0.63881481481481484</c:v>
                </c:pt>
                <c:pt idx="15807">
                  <c:v>0.63881481481481484</c:v>
                </c:pt>
                <c:pt idx="15808">
                  <c:v>0.63896296296296295</c:v>
                </c:pt>
                <c:pt idx="15809">
                  <c:v>0.63911111111111107</c:v>
                </c:pt>
                <c:pt idx="15810">
                  <c:v>0.63911111111111107</c:v>
                </c:pt>
                <c:pt idx="15811">
                  <c:v>0.63911111111111107</c:v>
                </c:pt>
                <c:pt idx="15812">
                  <c:v>0.63911111111111107</c:v>
                </c:pt>
                <c:pt idx="15813">
                  <c:v>0.63911111111111107</c:v>
                </c:pt>
                <c:pt idx="15814">
                  <c:v>0.63911111111111107</c:v>
                </c:pt>
                <c:pt idx="15815">
                  <c:v>0.63911111111111107</c:v>
                </c:pt>
                <c:pt idx="15816">
                  <c:v>0.6392592592592593</c:v>
                </c:pt>
                <c:pt idx="15817">
                  <c:v>0.6392592592592593</c:v>
                </c:pt>
                <c:pt idx="15818">
                  <c:v>0.6392592592592593</c:v>
                </c:pt>
                <c:pt idx="15819">
                  <c:v>0.6392592592592593</c:v>
                </c:pt>
                <c:pt idx="15820">
                  <c:v>0.63940740740740742</c:v>
                </c:pt>
                <c:pt idx="15821">
                  <c:v>0.63955555555555554</c:v>
                </c:pt>
                <c:pt idx="15822">
                  <c:v>0.63970370370370366</c:v>
                </c:pt>
                <c:pt idx="15823">
                  <c:v>0.63970370370370366</c:v>
                </c:pt>
                <c:pt idx="15824">
                  <c:v>0.63970370370370366</c:v>
                </c:pt>
                <c:pt idx="15825">
                  <c:v>0.63985185185185189</c:v>
                </c:pt>
                <c:pt idx="15826">
                  <c:v>0.64</c:v>
                </c:pt>
                <c:pt idx="15827">
                  <c:v>0.64014814814814813</c:v>
                </c:pt>
                <c:pt idx="15828">
                  <c:v>0.64014814814814813</c:v>
                </c:pt>
                <c:pt idx="15829">
                  <c:v>0.64014814814814813</c:v>
                </c:pt>
                <c:pt idx="15830">
                  <c:v>0.64014814814814813</c:v>
                </c:pt>
                <c:pt idx="15831">
                  <c:v>0.64014814814814813</c:v>
                </c:pt>
                <c:pt idx="15832">
                  <c:v>0.64014814814814813</c:v>
                </c:pt>
                <c:pt idx="15833">
                  <c:v>0.64014814814814813</c:v>
                </c:pt>
                <c:pt idx="15834">
                  <c:v>0.64014814814814813</c:v>
                </c:pt>
                <c:pt idx="15835">
                  <c:v>0.64014814814814813</c:v>
                </c:pt>
                <c:pt idx="15836">
                  <c:v>0.64014814814814813</c:v>
                </c:pt>
                <c:pt idx="15837">
                  <c:v>0.64014814814814813</c:v>
                </c:pt>
                <c:pt idx="15838">
                  <c:v>0.64014814814814813</c:v>
                </c:pt>
                <c:pt idx="15839">
                  <c:v>0.64029629629629625</c:v>
                </c:pt>
                <c:pt idx="15840">
                  <c:v>0.64029629629629625</c:v>
                </c:pt>
                <c:pt idx="15841">
                  <c:v>0.64029629629629625</c:v>
                </c:pt>
                <c:pt idx="15842">
                  <c:v>0.64029629629629625</c:v>
                </c:pt>
                <c:pt idx="15843">
                  <c:v>0.64029629629629625</c:v>
                </c:pt>
                <c:pt idx="15844">
                  <c:v>0.64029629629629625</c:v>
                </c:pt>
                <c:pt idx="15845">
                  <c:v>0.64029629629629625</c:v>
                </c:pt>
                <c:pt idx="15846">
                  <c:v>0.64029629629629625</c:v>
                </c:pt>
                <c:pt idx="15847">
                  <c:v>0.64029629629629625</c:v>
                </c:pt>
                <c:pt idx="15848">
                  <c:v>0.64044444444444448</c:v>
                </c:pt>
                <c:pt idx="15849">
                  <c:v>0.64044444444444448</c:v>
                </c:pt>
                <c:pt idx="15850">
                  <c:v>0.64044444444444448</c:v>
                </c:pt>
                <c:pt idx="15851">
                  <c:v>0.64044444444444448</c:v>
                </c:pt>
                <c:pt idx="15852">
                  <c:v>0.64044444444444448</c:v>
                </c:pt>
                <c:pt idx="15853">
                  <c:v>0.64044444444444448</c:v>
                </c:pt>
                <c:pt idx="15854">
                  <c:v>0.64044444444444448</c:v>
                </c:pt>
                <c:pt idx="15855">
                  <c:v>0.64044444444444448</c:v>
                </c:pt>
                <c:pt idx="15856">
                  <c:v>0.64044444444444448</c:v>
                </c:pt>
                <c:pt idx="15857">
                  <c:v>0.64044444444444448</c:v>
                </c:pt>
                <c:pt idx="15858">
                  <c:v>0.6405925925925926</c:v>
                </c:pt>
                <c:pt idx="15859">
                  <c:v>0.6405925925925926</c:v>
                </c:pt>
                <c:pt idx="15860">
                  <c:v>0.6405925925925926</c:v>
                </c:pt>
                <c:pt idx="15861">
                  <c:v>0.6405925925925926</c:v>
                </c:pt>
                <c:pt idx="15862">
                  <c:v>0.64074074074074072</c:v>
                </c:pt>
                <c:pt idx="15863">
                  <c:v>0.64074074074074072</c:v>
                </c:pt>
                <c:pt idx="15864">
                  <c:v>0.64074074074074072</c:v>
                </c:pt>
                <c:pt idx="15865">
                  <c:v>0.64074074074074072</c:v>
                </c:pt>
                <c:pt idx="15866">
                  <c:v>0.64074074074074072</c:v>
                </c:pt>
                <c:pt idx="15867">
                  <c:v>0.64074074074074072</c:v>
                </c:pt>
                <c:pt idx="15868">
                  <c:v>0.64074074074074072</c:v>
                </c:pt>
                <c:pt idx="15869">
                  <c:v>0.64074074074074072</c:v>
                </c:pt>
                <c:pt idx="15870">
                  <c:v>0.64088888888888884</c:v>
                </c:pt>
                <c:pt idx="15871">
                  <c:v>0.64103703703703707</c:v>
                </c:pt>
                <c:pt idx="15872">
                  <c:v>0.64103703703703707</c:v>
                </c:pt>
                <c:pt idx="15873">
                  <c:v>0.64103703703703707</c:v>
                </c:pt>
                <c:pt idx="15874">
                  <c:v>0.64118518518518519</c:v>
                </c:pt>
                <c:pt idx="15875">
                  <c:v>0.64133333333333331</c:v>
                </c:pt>
                <c:pt idx="15876">
                  <c:v>0.64133333333333331</c:v>
                </c:pt>
                <c:pt idx="15877">
                  <c:v>0.64133333333333331</c:v>
                </c:pt>
                <c:pt idx="15878">
                  <c:v>0.64133333333333331</c:v>
                </c:pt>
                <c:pt idx="15879">
                  <c:v>0.64133333333333331</c:v>
                </c:pt>
                <c:pt idx="15880">
                  <c:v>0.64148148148148143</c:v>
                </c:pt>
                <c:pt idx="15881">
                  <c:v>0.64162962962962966</c:v>
                </c:pt>
                <c:pt idx="15882">
                  <c:v>0.64162962962962966</c:v>
                </c:pt>
                <c:pt idx="15883">
                  <c:v>0.64162962962962966</c:v>
                </c:pt>
                <c:pt idx="15884">
                  <c:v>0.64162962962962966</c:v>
                </c:pt>
                <c:pt idx="15885">
                  <c:v>0.64162962962962966</c:v>
                </c:pt>
                <c:pt idx="15886">
                  <c:v>0.64177777777777778</c:v>
                </c:pt>
                <c:pt idx="15887">
                  <c:v>0.64177777777777778</c:v>
                </c:pt>
                <c:pt idx="15888">
                  <c:v>0.64177777777777778</c:v>
                </c:pt>
                <c:pt idx="15889">
                  <c:v>0.64177777777777778</c:v>
                </c:pt>
                <c:pt idx="15890">
                  <c:v>0.64177777777777778</c:v>
                </c:pt>
                <c:pt idx="15891">
                  <c:v>0.64177777777777778</c:v>
                </c:pt>
                <c:pt idx="15892">
                  <c:v>0.64177777777777778</c:v>
                </c:pt>
                <c:pt idx="15893">
                  <c:v>0.64177777777777778</c:v>
                </c:pt>
                <c:pt idx="15894">
                  <c:v>0.6419259259259259</c:v>
                </c:pt>
                <c:pt idx="15895">
                  <c:v>0.64207407407407402</c:v>
                </c:pt>
                <c:pt idx="15896">
                  <c:v>0.64207407407407402</c:v>
                </c:pt>
                <c:pt idx="15897">
                  <c:v>0.64222222222222225</c:v>
                </c:pt>
                <c:pt idx="15898">
                  <c:v>0.64237037037037037</c:v>
                </c:pt>
                <c:pt idx="15899">
                  <c:v>0.64237037037037037</c:v>
                </c:pt>
                <c:pt idx="15900">
                  <c:v>0.64251851851851849</c:v>
                </c:pt>
                <c:pt idx="15901">
                  <c:v>0.64251851851851849</c:v>
                </c:pt>
                <c:pt idx="15902">
                  <c:v>0.64251851851851849</c:v>
                </c:pt>
                <c:pt idx="15903">
                  <c:v>0.64266666666666672</c:v>
                </c:pt>
                <c:pt idx="15904">
                  <c:v>0.64281481481481484</c:v>
                </c:pt>
                <c:pt idx="15905">
                  <c:v>0.64281481481481484</c:v>
                </c:pt>
                <c:pt idx="15906">
                  <c:v>0.64296296296296296</c:v>
                </c:pt>
                <c:pt idx="15907">
                  <c:v>0.64296296296296296</c:v>
                </c:pt>
                <c:pt idx="15908">
                  <c:v>0.64296296296296296</c:v>
                </c:pt>
                <c:pt idx="15909">
                  <c:v>0.64296296296296296</c:v>
                </c:pt>
                <c:pt idx="15910">
                  <c:v>0.64296296296296296</c:v>
                </c:pt>
                <c:pt idx="15911">
                  <c:v>0.64296296296296296</c:v>
                </c:pt>
                <c:pt idx="15912">
                  <c:v>0.64296296296296296</c:v>
                </c:pt>
                <c:pt idx="15913">
                  <c:v>0.64311111111111108</c:v>
                </c:pt>
                <c:pt idx="15914">
                  <c:v>0.64311111111111108</c:v>
                </c:pt>
                <c:pt idx="15915">
                  <c:v>0.64311111111111108</c:v>
                </c:pt>
                <c:pt idx="15916">
                  <c:v>0.64311111111111108</c:v>
                </c:pt>
                <c:pt idx="15917">
                  <c:v>0.64311111111111108</c:v>
                </c:pt>
                <c:pt idx="15918">
                  <c:v>0.64325925925925931</c:v>
                </c:pt>
                <c:pt idx="15919">
                  <c:v>0.64325925925925931</c:v>
                </c:pt>
                <c:pt idx="15920">
                  <c:v>0.64325925925925931</c:v>
                </c:pt>
                <c:pt idx="15921">
                  <c:v>0.64325925925925931</c:v>
                </c:pt>
                <c:pt idx="15922">
                  <c:v>0.64325925925925931</c:v>
                </c:pt>
                <c:pt idx="15923">
                  <c:v>0.64325925925925931</c:v>
                </c:pt>
                <c:pt idx="15924">
                  <c:v>0.64340740740740743</c:v>
                </c:pt>
                <c:pt idx="15925">
                  <c:v>0.64340740740740743</c:v>
                </c:pt>
                <c:pt idx="15926">
                  <c:v>0.64340740740740743</c:v>
                </c:pt>
                <c:pt idx="15927">
                  <c:v>0.64355555555555555</c:v>
                </c:pt>
                <c:pt idx="15928">
                  <c:v>0.64355555555555555</c:v>
                </c:pt>
                <c:pt idx="15929">
                  <c:v>0.64355555555555555</c:v>
                </c:pt>
                <c:pt idx="15930">
                  <c:v>0.64370370370370367</c:v>
                </c:pt>
                <c:pt idx="15931">
                  <c:v>0.6438518518518519</c:v>
                </c:pt>
                <c:pt idx="15932">
                  <c:v>0.6438518518518519</c:v>
                </c:pt>
                <c:pt idx="15933">
                  <c:v>0.6438518518518519</c:v>
                </c:pt>
                <c:pt idx="15934">
                  <c:v>0.6438518518518519</c:v>
                </c:pt>
                <c:pt idx="15935">
                  <c:v>0.6438518518518519</c:v>
                </c:pt>
                <c:pt idx="15936">
                  <c:v>0.6438518518518519</c:v>
                </c:pt>
                <c:pt idx="15937">
                  <c:v>0.64400000000000002</c:v>
                </c:pt>
                <c:pt idx="15938">
                  <c:v>0.64414814814814814</c:v>
                </c:pt>
                <c:pt idx="15939">
                  <c:v>0.64429629629629626</c:v>
                </c:pt>
                <c:pt idx="15940">
                  <c:v>0.64429629629629626</c:v>
                </c:pt>
                <c:pt idx="15941">
                  <c:v>0.64429629629629626</c:v>
                </c:pt>
                <c:pt idx="15942">
                  <c:v>0.64429629629629626</c:v>
                </c:pt>
                <c:pt idx="15943">
                  <c:v>0.64429629629629626</c:v>
                </c:pt>
                <c:pt idx="15944">
                  <c:v>0.64429629629629626</c:v>
                </c:pt>
                <c:pt idx="15945">
                  <c:v>0.64429629629629626</c:v>
                </c:pt>
                <c:pt idx="15946">
                  <c:v>0.64444444444444449</c:v>
                </c:pt>
                <c:pt idx="15947">
                  <c:v>0.64444444444444449</c:v>
                </c:pt>
                <c:pt idx="15948">
                  <c:v>0.64444444444444449</c:v>
                </c:pt>
                <c:pt idx="15949">
                  <c:v>0.64444444444444449</c:v>
                </c:pt>
                <c:pt idx="15950">
                  <c:v>0.64459259259259261</c:v>
                </c:pt>
                <c:pt idx="15951">
                  <c:v>0.64474074074074073</c:v>
                </c:pt>
                <c:pt idx="15952">
                  <c:v>0.64488888888888884</c:v>
                </c:pt>
                <c:pt idx="15953">
                  <c:v>0.64488888888888884</c:v>
                </c:pt>
                <c:pt idx="15954">
                  <c:v>0.64488888888888884</c:v>
                </c:pt>
                <c:pt idx="15955">
                  <c:v>0.64503703703703708</c:v>
                </c:pt>
                <c:pt idx="15956">
                  <c:v>0.64503703703703708</c:v>
                </c:pt>
                <c:pt idx="15957">
                  <c:v>0.64503703703703708</c:v>
                </c:pt>
                <c:pt idx="15958">
                  <c:v>0.64503703703703708</c:v>
                </c:pt>
                <c:pt idx="15959">
                  <c:v>0.64503703703703708</c:v>
                </c:pt>
                <c:pt idx="15960">
                  <c:v>0.64503703703703708</c:v>
                </c:pt>
                <c:pt idx="15961">
                  <c:v>0.64503703703703708</c:v>
                </c:pt>
                <c:pt idx="15962">
                  <c:v>0.64518518518518519</c:v>
                </c:pt>
                <c:pt idx="15963">
                  <c:v>0.64518518518518519</c:v>
                </c:pt>
                <c:pt idx="15964">
                  <c:v>0.64518518518518519</c:v>
                </c:pt>
                <c:pt idx="15965">
                  <c:v>0.64533333333333331</c:v>
                </c:pt>
                <c:pt idx="15966">
                  <c:v>0.64533333333333331</c:v>
                </c:pt>
                <c:pt idx="15967">
                  <c:v>0.64548148148148143</c:v>
                </c:pt>
                <c:pt idx="15968">
                  <c:v>0.64548148148148143</c:v>
                </c:pt>
                <c:pt idx="15969">
                  <c:v>0.64548148148148143</c:v>
                </c:pt>
                <c:pt idx="15970">
                  <c:v>0.64548148148148143</c:v>
                </c:pt>
                <c:pt idx="15971">
                  <c:v>0.64548148148148143</c:v>
                </c:pt>
                <c:pt idx="15972">
                  <c:v>0.64562962962962966</c:v>
                </c:pt>
                <c:pt idx="15973">
                  <c:v>0.64562962962962966</c:v>
                </c:pt>
                <c:pt idx="15974">
                  <c:v>0.64562962962962966</c:v>
                </c:pt>
                <c:pt idx="15975">
                  <c:v>0.64562962962962966</c:v>
                </c:pt>
                <c:pt idx="15976">
                  <c:v>0.64562962962962966</c:v>
                </c:pt>
                <c:pt idx="15977">
                  <c:v>0.64562962962962966</c:v>
                </c:pt>
                <c:pt idx="15978">
                  <c:v>0.64577777777777778</c:v>
                </c:pt>
                <c:pt idx="15979">
                  <c:v>0.6459259259259259</c:v>
                </c:pt>
                <c:pt idx="15980">
                  <c:v>0.64607407407407402</c:v>
                </c:pt>
                <c:pt idx="15981">
                  <c:v>0.64607407407407402</c:v>
                </c:pt>
                <c:pt idx="15982">
                  <c:v>0.64607407407407402</c:v>
                </c:pt>
                <c:pt idx="15983">
                  <c:v>0.64607407407407402</c:v>
                </c:pt>
                <c:pt idx="15984">
                  <c:v>0.64622222222222225</c:v>
                </c:pt>
                <c:pt idx="15985">
                  <c:v>0.64622222222222225</c:v>
                </c:pt>
                <c:pt idx="15986">
                  <c:v>0.64622222222222225</c:v>
                </c:pt>
                <c:pt idx="15987">
                  <c:v>0.64637037037037037</c:v>
                </c:pt>
                <c:pt idx="15988">
                  <c:v>0.64637037037037037</c:v>
                </c:pt>
                <c:pt idx="15989">
                  <c:v>0.64637037037037037</c:v>
                </c:pt>
                <c:pt idx="15990">
                  <c:v>0.64637037037037037</c:v>
                </c:pt>
                <c:pt idx="15991">
                  <c:v>0.64637037037037037</c:v>
                </c:pt>
                <c:pt idx="15992">
                  <c:v>0.64637037037037037</c:v>
                </c:pt>
                <c:pt idx="15993">
                  <c:v>0.64637037037037037</c:v>
                </c:pt>
                <c:pt idx="15994">
                  <c:v>0.64651851851851849</c:v>
                </c:pt>
                <c:pt idx="15995">
                  <c:v>0.64651851851851849</c:v>
                </c:pt>
                <c:pt idx="15996">
                  <c:v>0.64666666666666661</c:v>
                </c:pt>
                <c:pt idx="15997">
                  <c:v>0.64681481481481484</c:v>
                </c:pt>
                <c:pt idx="15998">
                  <c:v>0.64696296296296296</c:v>
                </c:pt>
                <c:pt idx="15999">
                  <c:v>0.64696296296296296</c:v>
                </c:pt>
                <c:pt idx="16000">
                  <c:v>0.64696296296296296</c:v>
                </c:pt>
                <c:pt idx="16001">
                  <c:v>0.64696296296296296</c:v>
                </c:pt>
                <c:pt idx="16002">
                  <c:v>0.64696296296296296</c:v>
                </c:pt>
                <c:pt idx="16003">
                  <c:v>0.64711111111111108</c:v>
                </c:pt>
                <c:pt idx="16004">
                  <c:v>0.64725925925925931</c:v>
                </c:pt>
                <c:pt idx="16005">
                  <c:v>0.64740740740740743</c:v>
                </c:pt>
                <c:pt idx="16006">
                  <c:v>0.64740740740740743</c:v>
                </c:pt>
                <c:pt idx="16007">
                  <c:v>0.64755555555555555</c:v>
                </c:pt>
                <c:pt idx="16008">
                  <c:v>0.64770370370370367</c:v>
                </c:pt>
                <c:pt idx="16009">
                  <c:v>0.6478518518518519</c:v>
                </c:pt>
                <c:pt idx="16010">
                  <c:v>0.6478518518518519</c:v>
                </c:pt>
                <c:pt idx="16011">
                  <c:v>0.6478518518518519</c:v>
                </c:pt>
                <c:pt idx="16012">
                  <c:v>0.6478518518518519</c:v>
                </c:pt>
                <c:pt idx="16013">
                  <c:v>0.64800000000000002</c:v>
                </c:pt>
                <c:pt idx="16014">
                  <c:v>0.64800000000000002</c:v>
                </c:pt>
                <c:pt idx="16015">
                  <c:v>0.64814814814814814</c:v>
                </c:pt>
                <c:pt idx="16016">
                  <c:v>0.64814814814814814</c:v>
                </c:pt>
                <c:pt idx="16017">
                  <c:v>0.64814814814814814</c:v>
                </c:pt>
                <c:pt idx="16018">
                  <c:v>0.64829629629629626</c:v>
                </c:pt>
                <c:pt idx="16019">
                  <c:v>0.64829629629629626</c:v>
                </c:pt>
                <c:pt idx="16020">
                  <c:v>0.64829629629629626</c:v>
                </c:pt>
                <c:pt idx="16021">
                  <c:v>0.64829629629629626</c:v>
                </c:pt>
                <c:pt idx="16022">
                  <c:v>0.64829629629629626</c:v>
                </c:pt>
                <c:pt idx="16023">
                  <c:v>0.64829629629629626</c:v>
                </c:pt>
                <c:pt idx="16024">
                  <c:v>0.64829629629629626</c:v>
                </c:pt>
                <c:pt idx="16025">
                  <c:v>0.64829629629629626</c:v>
                </c:pt>
                <c:pt idx="16026">
                  <c:v>0.64844444444444449</c:v>
                </c:pt>
                <c:pt idx="16027">
                  <c:v>0.64844444444444449</c:v>
                </c:pt>
                <c:pt idx="16028">
                  <c:v>0.64844444444444449</c:v>
                </c:pt>
                <c:pt idx="16029">
                  <c:v>0.64844444444444449</c:v>
                </c:pt>
                <c:pt idx="16030">
                  <c:v>0.64844444444444449</c:v>
                </c:pt>
                <c:pt idx="16031">
                  <c:v>0.64859259259259261</c:v>
                </c:pt>
                <c:pt idx="16032">
                  <c:v>0.64874074074074073</c:v>
                </c:pt>
                <c:pt idx="16033">
                  <c:v>0.64874074074074073</c:v>
                </c:pt>
                <c:pt idx="16034">
                  <c:v>0.64874074074074073</c:v>
                </c:pt>
                <c:pt idx="16035">
                  <c:v>0.64874074074074073</c:v>
                </c:pt>
                <c:pt idx="16036">
                  <c:v>0.64874074074074073</c:v>
                </c:pt>
                <c:pt idx="16037">
                  <c:v>0.64888888888888885</c:v>
                </c:pt>
                <c:pt idx="16038">
                  <c:v>0.64888888888888885</c:v>
                </c:pt>
                <c:pt idx="16039">
                  <c:v>0.64888888888888885</c:v>
                </c:pt>
                <c:pt idx="16040">
                  <c:v>0.64888888888888885</c:v>
                </c:pt>
                <c:pt idx="16041">
                  <c:v>0.64888888888888885</c:v>
                </c:pt>
                <c:pt idx="16042">
                  <c:v>0.64903703703703708</c:v>
                </c:pt>
                <c:pt idx="16043">
                  <c:v>0.64903703703703708</c:v>
                </c:pt>
                <c:pt idx="16044">
                  <c:v>0.64903703703703708</c:v>
                </c:pt>
                <c:pt idx="16045">
                  <c:v>0.64903703703703708</c:v>
                </c:pt>
                <c:pt idx="16046">
                  <c:v>0.64903703703703708</c:v>
                </c:pt>
                <c:pt idx="16047">
                  <c:v>0.6491851851851852</c:v>
                </c:pt>
                <c:pt idx="16048">
                  <c:v>0.6491851851851852</c:v>
                </c:pt>
                <c:pt idx="16049">
                  <c:v>0.64933333333333332</c:v>
                </c:pt>
                <c:pt idx="16050">
                  <c:v>0.64933333333333332</c:v>
                </c:pt>
                <c:pt idx="16051">
                  <c:v>0.64948148148148144</c:v>
                </c:pt>
                <c:pt idx="16052">
                  <c:v>0.64948148148148144</c:v>
                </c:pt>
                <c:pt idx="16053">
                  <c:v>0.64962962962962967</c:v>
                </c:pt>
                <c:pt idx="16054">
                  <c:v>0.64962962962962967</c:v>
                </c:pt>
                <c:pt idx="16055">
                  <c:v>0.64962962962962967</c:v>
                </c:pt>
                <c:pt idx="16056">
                  <c:v>0.64977777777777779</c:v>
                </c:pt>
                <c:pt idx="16057">
                  <c:v>0.64977777777777779</c:v>
                </c:pt>
                <c:pt idx="16058">
                  <c:v>0.64977777777777779</c:v>
                </c:pt>
                <c:pt idx="16059">
                  <c:v>0.64992592592592591</c:v>
                </c:pt>
                <c:pt idx="16060">
                  <c:v>0.64992592592592591</c:v>
                </c:pt>
                <c:pt idx="16061">
                  <c:v>0.65007407407407403</c:v>
                </c:pt>
                <c:pt idx="16062">
                  <c:v>0.65007407407407403</c:v>
                </c:pt>
                <c:pt idx="16063">
                  <c:v>0.65007407407407403</c:v>
                </c:pt>
                <c:pt idx="16064">
                  <c:v>0.65022222222222226</c:v>
                </c:pt>
                <c:pt idx="16065">
                  <c:v>0.65037037037037038</c:v>
                </c:pt>
                <c:pt idx="16066">
                  <c:v>0.6505185185185185</c:v>
                </c:pt>
                <c:pt idx="16067">
                  <c:v>0.6505185185185185</c:v>
                </c:pt>
                <c:pt idx="16068">
                  <c:v>0.6505185185185185</c:v>
                </c:pt>
                <c:pt idx="16069">
                  <c:v>0.6505185185185185</c:v>
                </c:pt>
                <c:pt idx="16070">
                  <c:v>0.65066666666666662</c:v>
                </c:pt>
                <c:pt idx="16071">
                  <c:v>0.65066666666666662</c:v>
                </c:pt>
                <c:pt idx="16072">
                  <c:v>0.65081481481481485</c:v>
                </c:pt>
                <c:pt idx="16073">
                  <c:v>0.65096296296296297</c:v>
                </c:pt>
                <c:pt idx="16074">
                  <c:v>0.65096296296296297</c:v>
                </c:pt>
                <c:pt idx="16075">
                  <c:v>0.65096296296296297</c:v>
                </c:pt>
                <c:pt idx="16076">
                  <c:v>0.65096296296296297</c:v>
                </c:pt>
                <c:pt idx="16077">
                  <c:v>0.65096296296296297</c:v>
                </c:pt>
                <c:pt idx="16078">
                  <c:v>0.65111111111111108</c:v>
                </c:pt>
                <c:pt idx="16079">
                  <c:v>0.65111111111111108</c:v>
                </c:pt>
                <c:pt idx="16080">
                  <c:v>0.65111111111111108</c:v>
                </c:pt>
                <c:pt idx="16081">
                  <c:v>0.65111111111111108</c:v>
                </c:pt>
                <c:pt idx="16082">
                  <c:v>0.65111111111111108</c:v>
                </c:pt>
                <c:pt idx="16083">
                  <c:v>0.65111111111111108</c:v>
                </c:pt>
                <c:pt idx="16084">
                  <c:v>0.65111111111111108</c:v>
                </c:pt>
                <c:pt idx="16085">
                  <c:v>0.65111111111111108</c:v>
                </c:pt>
                <c:pt idx="16086">
                  <c:v>0.65111111111111108</c:v>
                </c:pt>
                <c:pt idx="16087">
                  <c:v>0.65111111111111108</c:v>
                </c:pt>
                <c:pt idx="16088">
                  <c:v>0.65111111111111108</c:v>
                </c:pt>
                <c:pt idx="16089">
                  <c:v>0.6512592592592592</c:v>
                </c:pt>
                <c:pt idx="16090">
                  <c:v>0.6512592592592592</c:v>
                </c:pt>
                <c:pt idx="16091">
                  <c:v>0.6512592592592592</c:v>
                </c:pt>
                <c:pt idx="16092">
                  <c:v>0.6512592592592592</c:v>
                </c:pt>
                <c:pt idx="16093">
                  <c:v>0.6512592592592592</c:v>
                </c:pt>
                <c:pt idx="16094">
                  <c:v>0.6512592592592592</c:v>
                </c:pt>
                <c:pt idx="16095">
                  <c:v>0.6512592592592592</c:v>
                </c:pt>
                <c:pt idx="16096">
                  <c:v>0.6512592592592592</c:v>
                </c:pt>
                <c:pt idx="16097">
                  <c:v>0.6512592592592592</c:v>
                </c:pt>
                <c:pt idx="16098">
                  <c:v>0.6512592592592592</c:v>
                </c:pt>
                <c:pt idx="16099">
                  <c:v>0.6512592592592592</c:v>
                </c:pt>
                <c:pt idx="16100">
                  <c:v>0.6512592592592592</c:v>
                </c:pt>
                <c:pt idx="16101">
                  <c:v>0.6512592592592592</c:v>
                </c:pt>
                <c:pt idx="16102">
                  <c:v>0.65140740740740743</c:v>
                </c:pt>
                <c:pt idx="16103">
                  <c:v>0.65140740740740743</c:v>
                </c:pt>
                <c:pt idx="16104">
                  <c:v>0.65155555555555555</c:v>
                </c:pt>
                <c:pt idx="16105">
                  <c:v>0.65155555555555555</c:v>
                </c:pt>
                <c:pt idx="16106">
                  <c:v>0.65155555555555555</c:v>
                </c:pt>
                <c:pt idx="16107">
                  <c:v>0.65155555555555555</c:v>
                </c:pt>
                <c:pt idx="16108">
                  <c:v>0.65155555555555555</c:v>
                </c:pt>
                <c:pt idx="16109">
                  <c:v>0.65155555555555555</c:v>
                </c:pt>
                <c:pt idx="16110">
                  <c:v>0.65155555555555555</c:v>
                </c:pt>
                <c:pt idx="16111">
                  <c:v>0.65155555555555555</c:v>
                </c:pt>
                <c:pt idx="16112">
                  <c:v>0.65170370370370367</c:v>
                </c:pt>
                <c:pt idx="16113">
                  <c:v>0.65170370370370367</c:v>
                </c:pt>
                <c:pt idx="16114">
                  <c:v>0.65170370370370367</c:v>
                </c:pt>
                <c:pt idx="16115">
                  <c:v>0.6518518518518519</c:v>
                </c:pt>
                <c:pt idx="16116">
                  <c:v>0.6518518518518519</c:v>
                </c:pt>
                <c:pt idx="16117">
                  <c:v>0.6518518518518519</c:v>
                </c:pt>
                <c:pt idx="16118">
                  <c:v>0.6518518518518519</c:v>
                </c:pt>
                <c:pt idx="16119">
                  <c:v>0.6518518518518519</c:v>
                </c:pt>
                <c:pt idx="16120">
                  <c:v>0.65200000000000002</c:v>
                </c:pt>
                <c:pt idx="16121">
                  <c:v>0.65214814814814814</c:v>
                </c:pt>
                <c:pt idx="16122">
                  <c:v>0.65214814814814814</c:v>
                </c:pt>
                <c:pt idx="16123">
                  <c:v>0.65214814814814814</c:v>
                </c:pt>
                <c:pt idx="16124">
                  <c:v>0.65214814814814814</c:v>
                </c:pt>
                <c:pt idx="16125">
                  <c:v>0.65214814814814814</c:v>
                </c:pt>
                <c:pt idx="16126">
                  <c:v>0.65214814814814814</c:v>
                </c:pt>
                <c:pt idx="16127">
                  <c:v>0.65214814814814814</c:v>
                </c:pt>
                <c:pt idx="16128">
                  <c:v>0.65214814814814814</c:v>
                </c:pt>
                <c:pt idx="16129">
                  <c:v>0.65229629629629626</c:v>
                </c:pt>
                <c:pt idx="16130">
                  <c:v>0.65244444444444449</c:v>
                </c:pt>
                <c:pt idx="16131">
                  <c:v>0.65244444444444449</c:v>
                </c:pt>
                <c:pt idx="16132">
                  <c:v>0.65244444444444449</c:v>
                </c:pt>
                <c:pt idx="16133">
                  <c:v>0.65244444444444449</c:v>
                </c:pt>
                <c:pt idx="16134">
                  <c:v>0.65244444444444449</c:v>
                </c:pt>
                <c:pt idx="16135">
                  <c:v>0.65244444444444449</c:v>
                </c:pt>
                <c:pt idx="16136">
                  <c:v>0.65244444444444449</c:v>
                </c:pt>
                <c:pt idx="16137">
                  <c:v>0.65244444444444449</c:v>
                </c:pt>
                <c:pt idx="16138">
                  <c:v>0.65244444444444449</c:v>
                </c:pt>
                <c:pt idx="16139">
                  <c:v>0.65244444444444449</c:v>
                </c:pt>
                <c:pt idx="16140">
                  <c:v>0.65244444444444449</c:v>
                </c:pt>
                <c:pt idx="16141">
                  <c:v>0.65244444444444449</c:v>
                </c:pt>
                <c:pt idx="16142">
                  <c:v>0.65244444444444449</c:v>
                </c:pt>
                <c:pt idx="16143">
                  <c:v>0.65244444444444449</c:v>
                </c:pt>
                <c:pt idx="16144">
                  <c:v>0.65244444444444449</c:v>
                </c:pt>
                <c:pt idx="16145">
                  <c:v>0.65244444444444449</c:v>
                </c:pt>
                <c:pt idx="16146">
                  <c:v>0.65244444444444449</c:v>
                </c:pt>
                <c:pt idx="16147">
                  <c:v>0.65259259259259261</c:v>
                </c:pt>
                <c:pt idx="16148">
                  <c:v>0.65259259259259261</c:v>
                </c:pt>
                <c:pt idx="16149">
                  <c:v>0.65274074074074073</c:v>
                </c:pt>
                <c:pt idx="16150">
                  <c:v>0.65288888888888885</c:v>
                </c:pt>
                <c:pt idx="16151">
                  <c:v>0.65288888888888885</c:v>
                </c:pt>
                <c:pt idx="16152">
                  <c:v>0.65288888888888885</c:v>
                </c:pt>
                <c:pt idx="16153">
                  <c:v>0.65288888888888885</c:v>
                </c:pt>
                <c:pt idx="16154">
                  <c:v>0.65288888888888885</c:v>
                </c:pt>
                <c:pt idx="16155">
                  <c:v>0.65288888888888885</c:v>
                </c:pt>
                <c:pt idx="16156">
                  <c:v>0.65288888888888885</c:v>
                </c:pt>
                <c:pt idx="16157">
                  <c:v>0.65288888888888885</c:v>
                </c:pt>
                <c:pt idx="16158">
                  <c:v>0.65288888888888885</c:v>
                </c:pt>
                <c:pt idx="16159">
                  <c:v>0.65303703703703708</c:v>
                </c:pt>
                <c:pt idx="16160">
                  <c:v>0.6531851851851852</c:v>
                </c:pt>
                <c:pt idx="16161">
                  <c:v>0.6531851851851852</c:v>
                </c:pt>
                <c:pt idx="16162">
                  <c:v>0.6531851851851852</c:v>
                </c:pt>
                <c:pt idx="16163">
                  <c:v>0.6531851851851852</c:v>
                </c:pt>
                <c:pt idx="16164">
                  <c:v>0.6531851851851852</c:v>
                </c:pt>
                <c:pt idx="16165">
                  <c:v>0.6531851851851852</c:v>
                </c:pt>
                <c:pt idx="16166">
                  <c:v>0.6531851851851852</c:v>
                </c:pt>
                <c:pt idx="16167">
                  <c:v>0.65333333333333332</c:v>
                </c:pt>
                <c:pt idx="16168">
                  <c:v>0.65333333333333332</c:v>
                </c:pt>
                <c:pt idx="16169">
                  <c:v>0.65333333333333332</c:v>
                </c:pt>
                <c:pt idx="16170">
                  <c:v>0.65333333333333332</c:v>
                </c:pt>
                <c:pt idx="16171">
                  <c:v>0.65333333333333332</c:v>
                </c:pt>
                <c:pt idx="16172">
                  <c:v>0.65333333333333332</c:v>
                </c:pt>
                <c:pt idx="16173">
                  <c:v>0.65333333333333332</c:v>
                </c:pt>
                <c:pt idx="16174">
                  <c:v>0.65348148148148144</c:v>
                </c:pt>
                <c:pt idx="16175">
                  <c:v>0.65362962962962967</c:v>
                </c:pt>
                <c:pt idx="16176">
                  <c:v>0.65377777777777779</c:v>
                </c:pt>
                <c:pt idx="16177">
                  <c:v>0.65392592592592591</c:v>
                </c:pt>
                <c:pt idx="16178">
                  <c:v>0.65392592592592591</c:v>
                </c:pt>
                <c:pt idx="16179">
                  <c:v>0.65392592592592591</c:v>
                </c:pt>
                <c:pt idx="16180">
                  <c:v>0.65392592592592591</c:v>
                </c:pt>
                <c:pt idx="16181">
                  <c:v>0.65407407407407403</c:v>
                </c:pt>
                <c:pt idx="16182">
                  <c:v>0.65407407407407403</c:v>
                </c:pt>
                <c:pt idx="16183">
                  <c:v>0.65407407407407403</c:v>
                </c:pt>
                <c:pt idx="16184">
                  <c:v>0.65422222222222226</c:v>
                </c:pt>
                <c:pt idx="16185">
                  <c:v>0.65437037037037038</c:v>
                </c:pt>
                <c:pt idx="16186">
                  <c:v>0.6545185185185185</c:v>
                </c:pt>
                <c:pt idx="16187">
                  <c:v>0.6545185185185185</c:v>
                </c:pt>
                <c:pt idx="16188">
                  <c:v>0.6545185185185185</c:v>
                </c:pt>
                <c:pt idx="16189">
                  <c:v>0.6545185185185185</c:v>
                </c:pt>
                <c:pt idx="16190">
                  <c:v>0.6545185185185185</c:v>
                </c:pt>
                <c:pt idx="16191">
                  <c:v>0.6545185185185185</c:v>
                </c:pt>
                <c:pt idx="16192">
                  <c:v>0.6545185185185185</c:v>
                </c:pt>
                <c:pt idx="16193">
                  <c:v>0.6545185185185185</c:v>
                </c:pt>
                <c:pt idx="16194">
                  <c:v>0.65466666666666662</c:v>
                </c:pt>
                <c:pt idx="16195">
                  <c:v>0.65481481481481485</c:v>
                </c:pt>
                <c:pt idx="16196">
                  <c:v>0.65496296296296297</c:v>
                </c:pt>
                <c:pt idx="16197">
                  <c:v>0.65496296296296297</c:v>
                </c:pt>
                <c:pt idx="16198">
                  <c:v>0.65496296296296297</c:v>
                </c:pt>
                <c:pt idx="16199">
                  <c:v>0.65511111111111109</c:v>
                </c:pt>
                <c:pt idx="16200">
                  <c:v>0.65525925925925921</c:v>
                </c:pt>
                <c:pt idx="16201">
                  <c:v>0.65540740740740744</c:v>
                </c:pt>
                <c:pt idx="16202">
                  <c:v>0.65540740740740744</c:v>
                </c:pt>
                <c:pt idx="16203">
                  <c:v>0.65540740740740744</c:v>
                </c:pt>
                <c:pt idx="16204">
                  <c:v>0.65540740740740744</c:v>
                </c:pt>
                <c:pt idx="16205">
                  <c:v>0.65540740740740744</c:v>
                </c:pt>
                <c:pt idx="16206">
                  <c:v>0.65540740740740744</c:v>
                </c:pt>
                <c:pt idx="16207">
                  <c:v>0.65540740740740744</c:v>
                </c:pt>
                <c:pt idx="16208">
                  <c:v>0.65540740740740744</c:v>
                </c:pt>
                <c:pt idx="16209">
                  <c:v>0.65540740740740744</c:v>
                </c:pt>
                <c:pt idx="16210">
                  <c:v>0.65540740740740744</c:v>
                </c:pt>
                <c:pt idx="16211">
                  <c:v>0.65540740740740744</c:v>
                </c:pt>
                <c:pt idx="16212">
                  <c:v>0.65540740740740744</c:v>
                </c:pt>
                <c:pt idx="16213">
                  <c:v>0.65555555555555556</c:v>
                </c:pt>
                <c:pt idx="16214">
                  <c:v>0.65555555555555556</c:v>
                </c:pt>
                <c:pt idx="16215">
                  <c:v>0.65555555555555556</c:v>
                </c:pt>
                <c:pt idx="16216">
                  <c:v>0.65570370370370368</c:v>
                </c:pt>
                <c:pt idx="16217">
                  <c:v>0.65570370370370368</c:v>
                </c:pt>
                <c:pt idx="16218">
                  <c:v>0.65570370370370368</c:v>
                </c:pt>
                <c:pt idx="16219">
                  <c:v>0.65570370370370368</c:v>
                </c:pt>
                <c:pt idx="16220">
                  <c:v>0.65570370370370368</c:v>
                </c:pt>
                <c:pt idx="16221">
                  <c:v>0.65570370370370368</c:v>
                </c:pt>
                <c:pt idx="16222">
                  <c:v>0.65570370370370368</c:v>
                </c:pt>
                <c:pt idx="16223">
                  <c:v>0.65570370370370368</c:v>
                </c:pt>
                <c:pt idx="16224">
                  <c:v>0.65570370370370368</c:v>
                </c:pt>
                <c:pt idx="16225">
                  <c:v>0.65570370370370368</c:v>
                </c:pt>
                <c:pt idx="16226">
                  <c:v>0.6558518518518518</c:v>
                </c:pt>
                <c:pt idx="16227">
                  <c:v>0.6558518518518518</c:v>
                </c:pt>
                <c:pt idx="16228">
                  <c:v>0.6558518518518518</c:v>
                </c:pt>
                <c:pt idx="16229">
                  <c:v>0.6558518518518518</c:v>
                </c:pt>
                <c:pt idx="16230">
                  <c:v>0.6558518518518518</c:v>
                </c:pt>
                <c:pt idx="16231">
                  <c:v>0.6558518518518518</c:v>
                </c:pt>
                <c:pt idx="16232">
                  <c:v>0.65600000000000003</c:v>
                </c:pt>
                <c:pt idx="16233">
                  <c:v>0.65600000000000003</c:v>
                </c:pt>
                <c:pt idx="16234">
                  <c:v>0.65600000000000003</c:v>
                </c:pt>
                <c:pt idx="16235">
                  <c:v>0.65600000000000003</c:v>
                </c:pt>
                <c:pt idx="16236">
                  <c:v>0.65600000000000003</c:v>
                </c:pt>
                <c:pt idx="16237">
                  <c:v>0.65600000000000003</c:v>
                </c:pt>
                <c:pt idx="16238">
                  <c:v>0.65600000000000003</c:v>
                </c:pt>
                <c:pt idx="16239">
                  <c:v>0.65600000000000003</c:v>
                </c:pt>
                <c:pt idx="16240">
                  <c:v>0.65600000000000003</c:v>
                </c:pt>
                <c:pt idx="16241">
                  <c:v>0.65600000000000003</c:v>
                </c:pt>
                <c:pt idx="16242">
                  <c:v>0.65600000000000003</c:v>
                </c:pt>
                <c:pt idx="16243">
                  <c:v>0.65600000000000003</c:v>
                </c:pt>
                <c:pt idx="16244">
                  <c:v>0.65600000000000003</c:v>
                </c:pt>
                <c:pt idx="16245">
                  <c:v>0.65600000000000003</c:v>
                </c:pt>
                <c:pt idx="16246">
                  <c:v>0.65614814814814815</c:v>
                </c:pt>
                <c:pt idx="16247">
                  <c:v>0.65614814814814815</c:v>
                </c:pt>
                <c:pt idx="16248">
                  <c:v>0.65614814814814815</c:v>
                </c:pt>
                <c:pt idx="16249">
                  <c:v>0.65614814814814815</c:v>
                </c:pt>
                <c:pt idx="16250">
                  <c:v>0.65614814814814815</c:v>
                </c:pt>
                <c:pt idx="16251">
                  <c:v>0.65614814814814815</c:v>
                </c:pt>
                <c:pt idx="16252">
                  <c:v>0.65629629629629627</c:v>
                </c:pt>
                <c:pt idx="16253">
                  <c:v>0.6564444444444445</c:v>
                </c:pt>
                <c:pt idx="16254">
                  <c:v>0.6564444444444445</c:v>
                </c:pt>
                <c:pt idx="16255">
                  <c:v>0.65659259259259262</c:v>
                </c:pt>
                <c:pt idx="16256">
                  <c:v>0.65659259259259262</c:v>
                </c:pt>
                <c:pt idx="16257">
                  <c:v>0.65659259259259262</c:v>
                </c:pt>
                <c:pt idx="16258">
                  <c:v>0.65674074074074074</c:v>
                </c:pt>
                <c:pt idx="16259">
                  <c:v>0.65688888888888886</c:v>
                </c:pt>
                <c:pt idx="16260">
                  <c:v>0.65688888888888886</c:v>
                </c:pt>
                <c:pt idx="16261">
                  <c:v>0.65688888888888886</c:v>
                </c:pt>
                <c:pt idx="16262">
                  <c:v>0.65688888888888886</c:v>
                </c:pt>
                <c:pt idx="16263">
                  <c:v>0.65688888888888886</c:v>
                </c:pt>
                <c:pt idx="16264">
                  <c:v>0.65688888888888886</c:v>
                </c:pt>
                <c:pt idx="16265">
                  <c:v>0.65688888888888886</c:v>
                </c:pt>
                <c:pt idx="16266">
                  <c:v>0.65703703703703709</c:v>
                </c:pt>
                <c:pt idx="16267">
                  <c:v>0.65703703703703709</c:v>
                </c:pt>
                <c:pt idx="16268">
                  <c:v>0.65703703703703709</c:v>
                </c:pt>
                <c:pt idx="16269">
                  <c:v>0.65703703703703709</c:v>
                </c:pt>
                <c:pt idx="16270">
                  <c:v>0.65703703703703709</c:v>
                </c:pt>
                <c:pt idx="16271">
                  <c:v>0.65703703703703709</c:v>
                </c:pt>
                <c:pt idx="16272">
                  <c:v>0.65703703703703709</c:v>
                </c:pt>
                <c:pt idx="16273">
                  <c:v>0.65703703703703709</c:v>
                </c:pt>
                <c:pt idx="16274">
                  <c:v>0.65703703703703709</c:v>
                </c:pt>
                <c:pt idx="16275">
                  <c:v>0.65703703703703709</c:v>
                </c:pt>
                <c:pt idx="16276">
                  <c:v>0.65718518518518521</c:v>
                </c:pt>
                <c:pt idx="16277">
                  <c:v>0.65733333333333333</c:v>
                </c:pt>
                <c:pt idx="16278">
                  <c:v>0.65733333333333333</c:v>
                </c:pt>
                <c:pt idx="16279">
                  <c:v>0.65733333333333333</c:v>
                </c:pt>
                <c:pt idx="16280">
                  <c:v>0.65748148148148144</c:v>
                </c:pt>
                <c:pt idx="16281">
                  <c:v>0.65762962962962968</c:v>
                </c:pt>
                <c:pt idx="16282">
                  <c:v>0.65762962962962968</c:v>
                </c:pt>
                <c:pt idx="16283">
                  <c:v>0.65762962962962968</c:v>
                </c:pt>
                <c:pt idx="16284">
                  <c:v>0.65762962962962968</c:v>
                </c:pt>
                <c:pt idx="16285">
                  <c:v>0.65762962962962968</c:v>
                </c:pt>
                <c:pt idx="16286">
                  <c:v>0.65762962962962968</c:v>
                </c:pt>
                <c:pt idx="16287">
                  <c:v>0.65762962962962968</c:v>
                </c:pt>
                <c:pt idx="16288">
                  <c:v>0.65762962962962968</c:v>
                </c:pt>
                <c:pt idx="16289">
                  <c:v>0.65762962962962968</c:v>
                </c:pt>
                <c:pt idx="16290">
                  <c:v>0.65762962962962968</c:v>
                </c:pt>
                <c:pt idx="16291">
                  <c:v>0.65762962962962968</c:v>
                </c:pt>
                <c:pt idx="16292">
                  <c:v>0.65762962962962968</c:v>
                </c:pt>
                <c:pt idx="16293">
                  <c:v>0.65762962962962968</c:v>
                </c:pt>
                <c:pt idx="16294">
                  <c:v>0.65762962962962968</c:v>
                </c:pt>
                <c:pt idx="16295">
                  <c:v>0.65777777777777779</c:v>
                </c:pt>
                <c:pt idx="16296">
                  <c:v>0.65792592592592591</c:v>
                </c:pt>
                <c:pt idx="16297">
                  <c:v>0.65792592592592591</c:v>
                </c:pt>
                <c:pt idx="16298">
                  <c:v>0.65792592592592591</c:v>
                </c:pt>
                <c:pt idx="16299">
                  <c:v>0.65792592592592591</c:v>
                </c:pt>
                <c:pt idx="16300">
                  <c:v>0.65792592592592591</c:v>
                </c:pt>
                <c:pt idx="16301">
                  <c:v>0.65792592592592591</c:v>
                </c:pt>
                <c:pt idx="16302">
                  <c:v>0.65792592592592591</c:v>
                </c:pt>
                <c:pt idx="16303">
                  <c:v>0.65792592592592591</c:v>
                </c:pt>
                <c:pt idx="16304">
                  <c:v>0.65792592592592591</c:v>
                </c:pt>
                <c:pt idx="16305">
                  <c:v>0.65792592592592591</c:v>
                </c:pt>
                <c:pt idx="16306">
                  <c:v>0.65792592592592591</c:v>
                </c:pt>
                <c:pt idx="16307">
                  <c:v>0.65792592592592591</c:v>
                </c:pt>
                <c:pt idx="16308">
                  <c:v>0.65792592592592591</c:v>
                </c:pt>
                <c:pt idx="16309">
                  <c:v>0.65792592592592591</c:v>
                </c:pt>
                <c:pt idx="16310">
                  <c:v>0.65792592592592591</c:v>
                </c:pt>
                <c:pt idx="16311">
                  <c:v>0.65807407407407403</c:v>
                </c:pt>
                <c:pt idx="16312">
                  <c:v>0.65807407407407403</c:v>
                </c:pt>
                <c:pt idx="16313">
                  <c:v>0.65822222222222226</c:v>
                </c:pt>
                <c:pt idx="16314">
                  <c:v>0.65822222222222226</c:v>
                </c:pt>
                <c:pt idx="16315">
                  <c:v>0.65822222222222226</c:v>
                </c:pt>
                <c:pt idx="16316">
                  <c:v>0.65837037037037038</c:v>
                </c:pt>
                <c:pt idx="16317">
                  <c:v>0.6585185185185185</c:v>
                </c:pt>
                <c:pt idx="16318">
                  <c:v>0.6585185185185185</c:v>
                </c:pt>
                <c:pt idx="16319">
                  <c:v>0.6585185185185185</c:v>
                </c:pt>
                <c:pt idx="16320">
                  <c:v>0.6585185185185185</c:v>
                </c:pt>
                <c:pt idx="16321">
                  <c:v>0.65866666666666662</c:v>
                </c:pt>
                <c:pt idx="16322">
                  <c:v>0.65881481481481485</c:v>
                </c:pt>
                <c:pt idx="16323">
                  <c:v>0.65881481481481485</c:v>
                </c:pt>
                <c:pt idx="16324">
                  <c:v>0.65881481481481485</c:v>
                </c:pt>
                <c:pt idx="16325">
                  <c:v>0.65881481481481485</c:v>
                </c:pt>
                <c:pt idx="16326">
                  <c:v>0.65881481481481485</c:v>
                </c:pt>
                <c:pt idx="16327">
                  <c:v>0.65881481481481485</c:v>
                </c:pt>
                <c:pt idx="16328">
                  <c:v>0.65881481481481485</c:v>
                </c:pt>
                <c:pt idx="16329">
                  <c:v>0.65881481481481485</c:v>
                </c:pt>
                <c:pt idx="16330">
                  <c:v>0.65881481481481485</c:v>
                </c:pt>
                <c:pt idx="16331">
                  <c:v>0.65881481481481485</c:v>
                </c:pt>
                <c:pt idx="16332">
                  <c:v>0.65881481481481485</c:v>
                </c:pt>
                <c:pt idx="16333">
                  <c:v>0.65881481481481485</c:v>
                </c:pt>
                <c:pt idx="16334">
                  <c:v>0.65881481481481485</c:v>
                </c:pt>
                <c:pt idx="16335">
                  <c:v>0.65896296296296297</c:v>
                </c:pt>
                <c:pt idx="16336">
                  <c:v>0.65896296296296297</c:v>
                </c:pt>
                <c:pt idx="16337">
                  <c:v>0.65896296296296297</c:v>
                </c:pt>
                <c:pt idx="16338">
                  <c:v>0.65896296296296297</c:v>
                </c:pt>
                <c:pt idx="16339">
                  <c:v>0.65896296296296297</c:v>
                </c:pt>
                <c:pt idx="16340">
                  <c:v>0.65896296296296297</c:v>
                </c:pt>
                <c:pt idx="16341">
                  <c:v>0.65896296296296297</c:v>
                </c:pt>
                <c:pt idx="16342">
                  <c:v>0.65896296296296297</c:v>
                </c:pt>
                <c:pt idx="16343">
                  <c:v>0.65896296296296297</c:v>
                </c:pt>
                <c:pt idx="16344">
                  <c:v>0.65896296296296297</c:v>
                </c:pt>
                <c:pt idx="16345">
                  <c:v>0.65911111111111109</c:v>
                </c:pt>
                <c:pt idx="16346">
                  <c:v>0.65911111111111109</c:v>
                </c:pt>
                <c:pt idx="16347">
                  <c:v>0.65911111111111109</c:v>
                </c:pt>
                <c:pt idx="16348">
                  <c:v>0.65911111111111109</c:v>
                </c:pt>
                <c:pt idx="16349">
                  <c:v>0.65911111111111109</c:v>
                </c:pt>
                <c:pt idx="16350">
                  <c:v>0.65911111111111109</c:v>
                </c:pt>
                <c:pt idx="16351">
                  <c:v>0.65911111111111109</c:v>
                </c:pt>
                <c:pt idx="16352">
                  <c:v>0.65911111111111109</c:v>
                </c:pt>
                <c:pt idx="16353">
                  <c:v>0.65911111111111109</c:v>
                </c:pt>
                <c:pt idx="16354">
                  <c:v>0.65911111111111109</c:v>
                </c:pt>
                <c:pt idx="16355">
                  <c:v>0.65911111111111109</c:v>
                </c:pt>
                <c:pt idx="16356">
                  <c:v>0.65911111111111109</c:v>
                </c:pt>
                <c:pt idx="16357">
                  <c:v>0.65925925925925921</c:v>
                </c:pt>
                <c:pt idx="16358">
                  <c:v>0.65925925925925921</c:v>
                </c:pt>
                <c:pt idx="16359">
                  <c:v>0.65925925925925921</c:v>
                </c:pt>
                <c:pt idx="16360">
                  <c:v>0.65925925925925921</c:v>
                </c:pt>
                <c:pt idx="16361">
                  <c:v>0.65925925925925921</c:v>
                </c:pt>
                <c:pt idx="16362">
                  <c:v>0.65925925925925921</c:v>
                </c:pt>
                <c:pt idx="16363">
                  <c:v>0.65925925925925921</c:v>
                </c:pt>
                <c:pt idx="16364">
                  <c:v>0.65940740740740744</c:v>
                </c:pt>
                <c:pt idx="16365">
                  <c:v>0.65955555555555556</c:v>
                </c:pt>
                <c:pt idx="16366">
                  <c:v>0.65970370370370368</c:v>
                </c:pt>
                <c:pt idx="16367">
                  <c:v>0.65970370370370368</c:v>
                </c:pt>
                <c:pt idx="16368">
                  <c:v>0.6598518518518518</c:v>
                </c:pt>
                <c:pt idx="16369">
                  <c:v>0.6598518518518518</c:v>
                </c:pt>
                <c:pt idx="16370">
                  <c:v>0.6598518518518518</c:v>
                </c:pt>
                <c:pt idx="16371">
                  <c:v>0.66</c:v>
                </c:pt>
                <c:pt idx="16372">
                  <c:v>0.66</c:v>
                </c:pt>
                <c:pt idx="16373">
                  <c:v>0.66</c:v>
                </c:pt>
                <c:pt idx="16374">
                  <c:v>0.66</c:v>
                </c:pt>
                <c:pt idx="16375">
                  <c:v>0.66</c:v>
                </c:pt>
                <c:pt idx="16376">
                  <c:v>0.66</c:v>
                </c:pt>
                <c:pt idx="16377">
                  <c:v>0.66</c:v>
                </c:pt>
                <c:pt idx="16378">
                  <c:v>0.66</c:v>
                </c:pt>
                <c:pt idx="16379">
                  <c:v>0.66</c:v>
                </c:pt>
                <c:pt idx="16380">
                  <c:v>0.66014814814814815</c:v>
                </c:pt>
                <c:pt idx="16381">
                  <c:v>0.66029629629629627</c:v>
                </c:pt>
                <c:pt idx="16382">
                  <c:v>0.66029629629629627</c:v>
                </c:pt>
                <c:pt idx="16383">
                  <c:v>0.66044444444444439</c:v>
                </c:pt>
                <c:pt idx="16384">
                  <c:v>0.66044444444444439</c:v>
                </c:pt>
                <c:pt idx="16385">
                  <c:v>0.66044444444444439</c:v>
                </c:pt>
                <c:pt idx="16386">
                  <c:v>0.66044444444444439</c:v>
                </c:pt>
                <c:pt idx="16387">
                  <c:v>0.66044444444444439</c:v>
                </c:pt>
                <c:pt idx="16388">
                  <c:v>0.66044444444444439</c:v>
                </c:pt>
                <c:pt idx="16389">
                  <c:v>0.66044444444444439</c:v>
                </c:pt>
                <c:pt idx="16390">
                  <c:v>0.66059259259259262</c:v>
                </c:pt>
                <c:pt idx="16391">
                  <c:v>0.66059259259259262</c:v>
                </c:pt>
                <c:pt idx="16392">
                  <c:v>0.66059259259259262</c:v>
                </c:pt>
                <c:pt idx="16393">
                  <c:v>0.66059259259259262</c:v>
                </c:pt>
                <c:pt idx="16394">
                  <c:v>0.66074074074074074</c:v>
                </c:pt>
                <c:pt idx="16395">
                  <c:v>0.66074074074074074</c:v>
                </c:pt>
                <c:pt idx="16396">
                  <c:v>0.66074074074074074</c:v>
                </c:pt>
                <c:pt idx="16397">
                  <c:v>0.66088888888888886</c:v>
                </c:pt>
                <c:pt idx="16398">
                  <c:v>0.66088888888888886</c:v>
                </c:pt>
                <c:pt idx="16399">
                  <c:v>0.66088888888888886</c:v>
                </c:pt>
                <c:pt idx="16400">
                  <c:v>0.66088888888888886</c:v>
                </c:pt>
                <c:pt idx="16401">
                  <c:v>0.66088888888888886</c:v>
                </c:pt>
                <c:pt idx="16402">
                  <c:v>0.66088888888888886</c:v>
                </c:pt>
                <c:pt idx="16403">
                  <c:v>0.66088888888888886</c:v>
                </c:pt>
                <c:pt idx="16404">
                  <c:v>0.66103703703703709</c:v>
                </c:pt>
                <c:pt idx="16405">
                  <c:v>0.66118518518518521</c:v>
                </c:pt>
                <c:pt idx="16406">
                  <c:v>0.66118518518518521</c:v>
                </c:pt>
                <c:pt idx="16407">
                  <c:v>0.66118518518518521</c:v>
                </c:pt>
                <c:pt idx="16408">
                  <c:v>0.66118518518518521</c:v>
                </c:pt>
                <c:pt idx="16409">
                  <c:v>0.66118518518518521</c:v>
                </c:pt>
                <c:pt idx="16410">
                  <c:v>0.66118518518518521</c:v>
                </c:pt>
                <c:pt idx="16411">
                  <c:v>0.66133333333333333</c:v>
                </c:pt>
                <c:pt idx="16412">
                  <c:v>0.66148148148148145</c:v>
                </c:pt>
                <c:pt idx="16413">
                  <c:v>0.66148148148148145</c:v>
                </c:pt>
                <c:pt idx="16414">
                  <c:v>0.66148148148148145</c:v>
                </c:pt>
                <c:pt idx="16415">
                  <c:v>0.66162962962962968</c:v>
                </c:pt>
                <c:pt idx="16416">
                  <c:v>0.66162962962962968</c:v>
                </c:pt>
                <c:pt idx="16417">
                  <c:v>0.66162962962962968</c:v>
                </c:pt>
                <c:pt idx="16418">
                  <c:v>0.66162962962962968</c:v>
                </c:pt>
                <c:pt idx="16419">
                  <c:v>0.6617777777777778</c:v>
                </c:pt>
                <c:pt idx="16420">
                  <c:v>0.6617777777777778</c:v>
                </c:pt>
                <c:pt idx="16421">
                  <c:v>0.6617777777777778</c:v>
                </c:pt>
                <c:pt idx="16422">
                  <c:v>0.6617777777777778</c:v>
                </c:pt>
                <c:pt idx="16423">
                  <c:v>0.6617777777777778</c:v>
                </c:pt>
                <c:pt idx="16424">
                  <c:v>0.66192592592592592</c:v>
                </c:pt>
                <c:pt idx="16425">
                  <c:v>0.66207407407407404</c:v>
                </c:pt>
                <c:pt idx="16426">
                  <c:v>0.66207407407407404</c:v>
                </c:pt>
                <c:pt idx="16427">
                  <c:v>0.66222222222222227</c:v>
                </c:pt>
                <c:pt idx="16428">
                  <c:v>0.66222222222222227</c:v>
                </c:pt>
                <c:pt idx="16429">
                  <c:v>0.66237037037037039</c:v>
                </c:pt>
                <c:pt idx="16430">
                  <c:v>0.66237037037037039</c:v>
                </c:pt>
                <c:pt idx="16431">
                  <c:v>0.66237037037037039</c:v>
                </c:pt>
                <c:pt idx="16432">
                  <c:v>0.66237037037037039</c:v>
                </c:pt>
                <c:pt idx="16433">
                  <c:v>0.66251851851851851</c:v>
                </c:pt>
                <c:pt idx="16434">
                  <c:v>0.66266666666666663</c:v>
                </c:pt>
                <c:pt idx="16435">
                  <c:v>0.66266666666666663</c:v>
                </c:pt>
                <c:pt idx="16436">
                  <c:v>0.66266666666666663</c:v>
                </c:pt>
                <c:pt idx="16437">
                  <c:v>0.66266666666666663</c:v>
                </c:pt>
                <c:pt idx="16438">
                  <c:v>0.66266666666666663</c:v>
                </c:pt>
                <c:pt idx="16439">
                  <c:v>0.66266666666666663</c:v>
                </c:pt>
                <c:pt idx="16440">
                  <c:v>0.66266666666666663</c:v>
                </c:pt>
                <c:pt idx="16441">
                  <c:v>0.66266666666666663</c:v>
                </c:pt>
                <c:pt idx="16442">
                  <c:v>0.66266666666666663</c:v>
                </c:pt>
                <c:pt idx="16443">
                  <c:v>0.66281481481481486</c:v>
                </c:pt>
                <c:pt idx="16444">
                  <c:v>0.66296296296296298</c:v>
                </c:pt>
                <c:pt idx="16445">
                  <c:v>0.66296296296296298</c:v>
                </c:pt>
                <c:pt idx="16446">
                  <c:v>0.66296296296296298</c:v>
                </c:pt>
                <c:pt idx="16447">
                  <c:v>0.6631111111111111</c:v>
                </c:pt>
                <c:pt idx="16448">
                  <c:v>0.66325925925925922</c:v>
                </c:pt>
                <c:pt idx="16449">
                  <c:v>0.66325925925925922</c:v>
                </c:pt>
                <c:pt idx="16450">
                  <c:v>0.66340740740740745</c:v>
                </c:pt>
                <c:pt idx="16451">
                  <c:v>0.66340740740740745</c:v>
                </c:pt>
                <c:pt idx="16452">
                  <c:v>0.66340740740740745</c:v>
                </c:pt>
                <c:pt idx="16453">
                  <c:v>0.66355555555555557</c:v>
                </c:pt>
                <c:pt idx="16454">
                  <c:v>0.66370370370370368</c:v>
                </c:pt>
                <c:pt idx="16455">
                  <c:v>0.66370370370370368</c:v>
                </c:pt>
                <c:pt idx="16456">
                  <c:v>0.66370370370370368</c:v>
                </c:pt>
                <c:pt idx="16457">
                  <c:v>0.6638518518518518</c:v>
                </c:pt>
                <c:pt idx="16458">
                  <c:v>0.6638518518518518</c:v>
                </c:pt>
                <c:pt idx="16459">
                  <c:v>0.6638518518518518</c:v>
                </c:pt>
                <c:pt idx="16460">
                  <c:v>0.6638518518518518</c:v>
                </c:pt>
                <c:pt idx="16461">
                  <c:v>0.66400000000000003</c:v>
                </c:pt>
                <c:pt idx="16462">
                  <c:v>0.66400000000000003</c:v>
                </c:pt>
                <c:pt idx="16463">
                  <c:v>0.66400000000000003</c:v>
                </c:pt>
                <c:pt idx="16464">
                  <c:v>0.66414814814814815</c:v>
                </c:pt>
                <c:pt idx="16465">
                  <c:v>0.66414814814814815</c:v>
                </c:pt>
                <c:pt idx="16466">
                  <c:v>0.66414814814814815</c:v>
                </c:pt>
                <c:pt idx="16467">
                  <c:v>0.66414814814814815</c:v>
                </c:pt>
                <c:pt idx="16468">
                  <c:v>0.66414814814814815</c:v>
                </c:pt>
                <c:pt idx="16469">
                  <c:v>0.66414814814814815</c:v>
                </c:pt>
                <c:pt idx="16470">
                  <c:v>0.66429629629629627</c:v>
                </c:pt>
                <c:pt idx="16471">
                  <c:v>0.66444444444444439</c:v>
                </c:pt>
                <c:pt idx="16472">
                  <c:v>0.66444444444444439</c:v>
                </c:pt>
                <c:pt idx="16473">
                  <c:v>0.66444444444444439</c:v>
                </c:pt>
                <c:pt idx="16474">
                  <c:v>0.66444444444444439</c:v>
                </c:pt>
                <c:pt idx="16475">
                  <c:v>0.66444444444444439</c:v>
                </c:pt>
                <c:pt idx="16476">
                  <c:v>0.66444444444444439</c:v>
                </c:pt>
                <c:pt idx="16477">
                  <c:v>0.66444444444444439</c:v>
                </c:pt>
                <c:pt idx="16478">
                  <c:v>0.66444444444444439</c:v>
                </c:pt>
                <c:pt idx="16479">
                  <c:v>0.66444444444444439</c:v>
                </c:pt>
                <c:pt idx="16480">
                  <c:v>0.66444444444444439</c:v>
                </c:pt>
                <c:pt idx="16481">
                  <c:v>0.66444444444444439</c:v>
                </c:pt>
                <c:pt idx="16482">
                  <c:v>0.66444444444444439</c:v>
                </c:pt>
                <c:pt idx="16483">
                  <c:v>0.66444444444444439</c:v>
                </c:pt>
                <c:pt idx="16484">
                  <c:v>0.66444444444444439</c:v>
                </c:pt>
                <c:pt idx="16485">
                  <c:v>0.66444444444444439</c:v>
                </c:pt>
                <c:pt idx="16486">
                  <c:v>0.66444444444444439</c:v>
                </c:pt>
                <c:pt idx="16487">
                  <c:v>0.66444444444444439</c:v>
                </c:pt>
                <c:pt idx="16488">
                  <c:v>0.66444444444444439</c:v>
                </c:pt>
                <c:pt idx="16489">
                  <c:v>0.66459259259259262</c:v>
                </c:pt>
                <c:pt idx="16490">
                  <c:v>0.66459259259259262</c:v>
                </c:pt>
                <c:pt idx="16491">
                  <c:v>0.66459259259259262</c:v>
                </c:pt>
                <c:pt idx="16492">
                  <c:v>0.66474074074074074</c:v>
                </c:pt>
                <c:pt idx="16493">
                  <c:v>0.66488888888888886</c:v>
                </c:pt>
                <c:pt idx="16494">
                  <c:v>0.66503703703703698</c:v>
                </c:pt>
                <c:pt idx="16495">
                  <c:v>0.66503703703703698</c:v>
                </c:pt>
                <c:pt idx="16496">
                  <c:v>0.66503703703703698</c:v>
                </c:pt>
                <c:pt idx="16497">
                  <c:v>0.66518518518518521</c:v>
                </c:pt>
                <c:pt idx="16498">
                  <c:v>0.66518518518518521</c:v>
                </c:pt>
                <c:pt idx="16499">
                  <c:v>0.66518518518518521</c:v>
                </c:pt>
                <c:pt idx="16500">
                  <c:v>0.66533333333333333</c:v>
                </c:pt>
                <c:pt idx="16501">
                  <c:v>0.66533333333333333</c:v>
                </c:pt>
                <c:pt idx="16502">
                  <c:v>0.66548148148148145</c:v>
                </c:pt>
                <c:pt idx="16503">
                  <c:v>0.66562962962962968</c:v>
                </c:pt>
                <c:pt idx="16504">
                  <c:v>0.6657777777777778</c:v>
                </c:pt>
                <c:pt idx="16505">
                  <c:v>0.6657777777777778</c:v>
                </c:pt>
                <c:pt idx="16506">
                  <c:v>0.6657777777777778</c:v>
                </c:pt>
                <c:pt idx="16507">
                  <c:v>0.6657777777777778</c:v>
                </c:pt>
                <c:pt idx="16508">
                  <c:v>0.6657777777777778</c:v>
                </c:pt>
                <c:pt idx="16509">
                  <c:v>0.6657777777777778</c:v>
                </c:pt>
                <c:pt idx="16510">
                  <c:v>0.6657777777777778</c:v>
                </c:pt>
                <c:pt idx="16511">
                  <c:v>0.66592592592592592</c:v>
                </c:pt>
                <c:pt idx="16512">
                  <c:v>0.66592592592592592</c:v>
                </c:pt>
                <c:pt idx="16513">
                  <c:v>0.66592592592592592</c:v>
                </c:pt>
                <c:pt idx="16514">
                  <c:v>0.66607407407407404</c:v>
                </c:pt>
                <c:pt idx="16515">
                  <c:v>0.66607407407407404</c:v>
                </c:pt>
                <c:pt idx="16516">
                  <c:v>0.66607407407407404</c:v>
                </c:pt>
                <c:pt idx="16517">
                  <c:v>0.66622222222222227</c:v>
                </c:pt>
                <c:pt idx="16518">
                  <c:v>0.66622222222222227</c:v>
                </c:pt>
                <c:pt idx="16519">
                  <c:v>0.66622222222222227</c:v>
                </c:pt>
                <c:pt idx="16520">
                  <c:v>0.66622222222222227</c:v>
                </c:pt>
                <c:pt idx="16521">
                  <c:v>0.66622222222222227</c:v>
                </c:pt>
                <c:pt idx="16522">
                  <c:v>0.66622222222222227</c:v>
                </c:pt>
                <c:pt idx="16523">
                  <c:v>0.66622222222222227</c:v>
                </c:pt>
                <c:pt idx="16524">
                  <c:v>0.66622222222222227</c:v>
                </c:pt>
                <c:pt idx="16525">
                  <c:v>0.66622222222222227</c:v>
                </c:pt>
                <c:pt idx="16526">
                  <c:v>0.66622222222222227</c:v>
                </c:pt>
                <c:pt idx="16527">
                  <c:v>0.66622222222222227</c:v>
                </c:pt>
                <c:pt idx="16528">
                  <c:v>0.66622222222222227</c:v>
                </c:pt>
                <c:pt idx="16529">
                  <c:v>0.66622222222222227</c:v>
                </c:pt>
                <c:pt idx="16530">
                  <c:v>0.66622222222222227</c:v>
                </c:pt>
                <c:pt idx="16531">
                  <c:v>0.66622222222222227</c:v>
                </c:pt>
                <c:pt idx="16532">
                  <c:v>0.66622222222222227</c:v>
                </c:pt>
                <c:pt idx="16533">
                  <c:v>0.66637037037037039</c:v>
                </c:pt>
                <c:pt idx="16534">
                  <c:v>0.66651851851851851</c:v>
                </c:pt>
                <c:pt idx="16535">
                  <c:v>0.66666666666666663</c:v>
                </c:pt>
                <c:pt idx="16536">
                  <c:v>0.66681481481481486</c:v>
                </c:pt>
                <c:pt idx="16537">
                  <c:v>0.66681481481481486</c:v>
                </c:pt>
                <c:pt idx="16538">
                  <c:v>0.66681481481481486</c:v>
                </c:pt>
                <c:pt idx="16539">
                  <c:v>0.66681481481481486</c:v>
                </c:pt>
                <c:pt idx="16540">
                  <c:v>0.66681481481481486</c:v>
                </c:pt>
                <c:pt idx="16541">
                  <c:v>0.66681481481481486</c:v>
                </c:pt>
                <c:pt idx="16542">
                  <c:v>0.66681481481481486</c:v>
                </c:pt>
                <c:pt idx="16543">
                  <c:v>0.66681481481481486</c:v>
                </c:pt>
                <c:pt idx="16544">
                  <c:v>0.66681481481481486</c:v>
                </c:pt>
                <c:pt idx="16545">
                  <c:v>0.66681481481481486</c:v>
                </c:pt>
                <c:pt idx="16546">
                  <c:v>0.66696296296296298</c:v>
                </c:pt>
                <c:pt idx="16547">
                  <c:v>0.66696296296296298</c:v>
                </c:pt>
                <c:pt idx="16548">
                  <c:v>0.66696296296296298</c:v>
                </c:pt>
                <c:pt idx="16549">
                  <c:v>0.66696296296296298</c:v>
                </c:pt>
                <c:pt idx="16550">
                  <c:v>0.6671111111111111</c:v>
                </c:pt>
                <c:pt idx="16551">
                  <c:v>0.6671111111111111</c:v>
                </c:pt>
                <c:pt idx="16552">
                  <c:v>0.6671111111111111</c:v>
                </c:pt>
                <c:pt idx="16553">
                  <c:v>0.6671111111111111</c:v>
                </c:pt>
                <c:pt idx="16554">
                  <c:v>0.66725925925925922</c:v>
                </c:pt>
                <c:pt idx="16555">
                  <c:v>0.66725925925925922</c:v>
                </c:pt>
                <c:pt idx="16556">
                  <c:v>0.66725925925925922</c:v>
                </c:pt>
                <c:pt idx="16557">
                  <c:v>0.66725925925925922</c:v>
                </c:pt>
                <c:pt idx="16558">
                  <c:v>0.66725925925925922</c:v>
                </c:pt>
                <c:pt idx="16559">
                  <c:v>0.66725925925925922</c:v>
                </c:pt>
                <c:pt idx="16560">
                  <c:v>0.66725925925925922</c:v>
                </c:pt>
                <c:pt idx="16561">
                  <c:v>0.66725925925925922</c:v>
                </c:pt>
                <c:pt idx="16562">
                  <c:v>0.66725925925925922</c:v>
                </c:pt>
                <c:pt idx="16563">
                  <c:v>0.66740740740740745</c:v>
                </c:pt>
                <c:pt idx="16564">
                  <c:v>0.66755555555555557</c:v>
                </c:pt>
                <c:pt idx="16565">
                  <c:v>0.66755555555555557</c:v>
                </c:pt>
                <c:pt idx="16566">
                  <c:v>0.66755555555555557</c:v>
                </c:pt>
                <c:pt idx="16567">
                  <c:v>0.66755555555555557</c:v>
                </c:pt>
                <c:pt idx="16568">
                  <c:v>0.66770370370370369</c:v>
                </c:pt>
                <c:pt idx="16569">
                  <c:v>0.66770370370370369</c:v>
                </c:pt>
                <c:pt idx="16570">
                  <c:v>0.66785185185185181</c:v>
                </c:pt>
                <c:pt idx="16571">
                  <c:v>0.66800000000000004</c:v>
                </c:pt>
                <c:pt idx="16572">
                  <c:v>0.66800000000000004</c:v>
                </c:pt>
                <c:pt idx="16573">
                  <c:v>0.66800000000000004</c:v>
                </c:pt>
                <c:pt idx="16574">
                  <c:v>0.66800000000000004</c:v>
                </c:pt>
                <c:pt idx="16575">
                  <c:v>0.66800000000000004</c:v>
                </c:pt>
                <c:pt idx="16576">
                  <c:v>0.66800000000000004</c:v>
                </c:pt>
                <c:pt idx="16577">
                  <c:v>0.66814814814814816</c:v>
                </c:pt>
                <c:pt idx="16578">
                  <c:v>0.66814814814814816</c:v>
                </c:pt>
                <c:pt idx="16579">
                  <c:v>0.66829629629629628</c:v>
                </c:pt>
                <c:pt idx="16580">
                  <c:v>0.66829629629629628</c:v>
                </c:pt>
                <c:pt idx="16581">
                  <c:v>0.66829629629629628</c:v>
                </c:pt>
                <c:pt idx="16582">
                  <c:v>0.6684444444444444</c:v>
                </c:pt>
                <c:pt idx="16583">
                  <c:v>0.6684444444444444</c:v>
                </c:pt>
                <c:pt idx="16584">
                  <c:v>0.66859259259259263</c:v>
                </c:pt>
                <c:pt idx="16585">
                  <c:v>0.66874074074074075</c:v>
                </c:pt>
                <c:pt idx="16586">
                  <c:v>0.66874074074074075</c:v>
                </c:pt>
                <c:pt idx="16587">
                  <c:v>0.66874074074074075</c:v>
                </c:pt>
                <c:pt idx="16588">
                  <c:v>0.66874074074074075</c:v>
                </c:pt>
                <c:pt idx="16589">
                  <c:v>0.66888888888888887</c:v>
                </c:pt>
                <c:pt idx="16590">
                  <c:v>0.66888888888888887</c:v>
                </c:pt>
                <c:pt idx="16591">
                  <c:v>0.66888888888888887</c:v>
                </c:pt>
                <c:pt idx="16592">
                  <c:v>0.66888888888888887</c:v>
                </c:pt>
                <c:pt idx="16593">
                  <c:v>0.66888888888888887</c:v>
                </c:pt>
                <c:pt idx="16594">
                  <c:v>0.66888888888888887</c:v>
                </c:pt>
                <c:pt idx="16595">
                  <c:v>0.66903703703703699</c:v>
                </c:pt>
                <c:pt idx="16596">
                  <c:v>0.66903703703703699</c:v>
                </c:pt>
                <c:pt idx="16597">
                  <c:v>0.66903703703703699</c:v>
                </c:pt>
                <c:pt idx="16598">
                  <c:v>0.66918518518518522</c:v>
                </c:pt>
                <c:pt idx="16599">
                  <c:v>0.66933333333333334</c:v>
                </c:pt>
                <c:pt idx="16600">
                  <c:v>0.66933333333333334</c:v>
                </c:pt>
                <c:pt idx="16601">
                  <c:v>0.66948148148148146</c:v>
                </c:pt>
                <c:pt idx="16602">
                  <c:v>0.66962962962962957</c:v>
                </c:pt>
                <c:pt idx="16603">
                  <c:v>0.66962962962962957</c:v>
                </c:pt>
                <c:pt idx="16604">
                  <c:v>0.66962962962962957</c:v>
                </c:pt>
                <c:pt idx="16605">
                  <c:v>0.66977777777777781</c:v>
                </c:pt>
                <c:pt idx="16606">
                  <c:v>0.66977777777777781</c:v>
                </c:pt>
                <c:pt idx="16607">
                  <c:v>0.66977777777777781</c:v>
                </c:pt>
                <c:pt idx="16608">
                  <c:v>0.66977777777777781</c:v>
                </c:pt>
                <c:pt idx="16609">
                  <c:v>0.66992592592592592</c:v>
                </c:pt>
                <c:pt idx="16610">
                  <c:v>0.66992592592592592</c:v>
                </c:pt>
                <c:pt idx="16611">
                  <c:v>0.66992592592592592</c:v>
                </c:pt>
                <c:pt idx="16612">
                  <c:v>0.66992592592592592</c:v>
                </c:pt>
                <c:pt idx="16613">
                  <c:v>0.66992592592592592</c:v>
                </c:pt>
                <c:pt idx="16614">
                  <c:v>0.66992592592592592</c:v>
                </c:pt>
                <c:pt idx="16615">
                  <c:v>0.66992592592592592</c:v>
                </c:pt>
                <c:pt idx="16616">
                  <c:v>0.66992592592592592</c:v>
                </c:pt>
                <c:pt idx="16617">
                  <c:v>0.66992592592592592</c:v>
                </c:pt>
                <c:pt idx="16618">
                  <c:v>0.66992592592592592</c:v>
                </c:pt>
                <c:pt idx="16619">
                  <c:v>0.66992592592592592</c:v>
                </c:pt>
                <c:pt idx="16620">
                  <c:v>0.66992592592592592</c:v>
                </c:pt>
                <c:pt idx="16621">
                  <c:v>0.66992592592592592</c:v>
                </c:pt>
                <c:pt idx="16622">
                  <c:v>0.66992592592592592</c:v>
                </c:pt>
                <c:pt idx="16623">
                  <c:v>0.66992592592592592</c:v>
                </c:pt>
                <c:pt idx="16624">
                  <c:v>0.66992592592592592</c:v>
                </c:pt>
                <c:pt idx="16625">
                  <c:v>0.66992592592592592</c:v>
                </c:pt>
                <c:pt idx="16626">
                  <c:v>0.66992592592592592</c:v>
                </c:pt>
                <c:pt idx="16627">
                  <c:v>0.66992592592592592</c:v>
                </c:pt>
                <c:pt idx="16628">
                  <c:v>0.67007407407407404</c:v>
                </c:pt>
                <c:pt idx="16629">
                  <c:v>0.67022222222222227</c:v>
                </c:pt>
                <c:pt idx="16630">
                  <c:v>0.67037037037037039</c:v>
                </c:pt>
                <c:pt idx="16631">
                  <c:v>0.67037037037037039</c:v>
                </c:pt>
                <c:pt idx="16632">
                  <c:v>0.67037037037037039</c:v>
                </c:pt>
                <c:pt idx="16633">
                  <c:v>0.67051851851851851</c:v>
                </c:pt>
                <c:pt idx="16634">
                  <c:v>0.67051851851851851</c:v>
                </c:pt>
                <c:pt idx="16635">
                  <c:v>0.67051851851851851</c:v>
                </c:pt>
                <c:pt idx="16636">
                  <c:v>0.67051851851851851</c:v>
                </c:pt>
                <c:pt idx="16637">
                  <c:v>0.67051851851851851</c:v>
                </c:pt>
                <c:pt idx="16638">
                  <c:v>0.67051851851851851</c:v>
                </c:pt>
                <c:pt idx="16639">
                  <c:v>0.67051851851851851</c:v>
                </c:pt>
                <c:pt idx="16640">
                  <c:v>0.67066666666666663</c:v>
                </c:pt>
                <c:pt idx="16641">
                  <c:v>0.67066666666666663</c:v>
                </c:pt>
                <c:pt idx="16642">
                  <c:v>0.67081481481481486</c:v>
                </c:pt>
                <c:pt idx="16643">
                  <c:v>0.67081481481481486</c:v>
                </c:pt>
                <c:pt idx="16644">
                  <c:v>0.67081481481481486</c:v>
                </c:pt>
                <c:pt idx="16645">
                  <c:v>0.67081481481481486</c:v>
                </c:pt>
                <c:pt idx="16646">
                  <c:v>0.67081481481481486</c:v>
                </c:pt>
                <c:pt idx="16647">
                  <c:v>0.67096296296296298</c:v>
                </c:pt>
                <c:pt idx="16648">
                  <c:v>0.67096296296296298</c:v>
                </c:pt>
                <c:pt idx="16649">
                  <c:v>0.6711111111111111</c:v>
                </c:pt>
                <c:pt idx="16650">
                  <c:v>0.6711111111111111</c:v>
                </c:pt>
                <c:pt idx="16651">
                  <c:v>0.6711111111111111</c:v>
                </c:pt>
                <c:pt idx="16652">
                  <c:v>0.67125925925925922</c:v>
                </c:pt>
                <c:pt idx="16653">
                  <c:v>0.67140740740740745</c:v>
                </c:pt>
                <c:pt idx="16654">
                  <c:v>0.67155555555555557</c:v>
                </c:pt>
                <c:pt idx="16655">
                  <c:v>0.67155555555555557</c:v>
                </c:pt>
                <c:pt idx="16656">
                  <c:v>0.67155555555555557</c:v>
                </c:pt>
                <c:pt idx="16657">
                  <c:v>0.67170370370370369</c:v>
                </c:pt>
                <c:pt idx="16658">
                  <c:v>0.67170370370370369</c:v>
                </c:pt>
                <c:pt idx="16659">
                  <c:v>0.67170370370370369</c:v>
                </c:pt>
                <c:pt idx="16660">
                  <c:v>0.67170370370370369</c:v>
                </c:pt>
                <c:pt idx="16661">
                  <c:v>0.67170370370370369</c:v>
                </c:pt>
                <c:pt idx="16662">
                  <c:v>0.67170370370370369</c:v>
                </c:pt>
                <c:pt idx="16663">
                  <c:v>0.67170370370370369</c:v>
                </c:pt>
                <c:pt idx="16664">
                  <c:v>0.67170370370370369</c:v>
                </c:pt>
                <c:pt idx="16665">
                  <c:v>0.67170370370370369</c:v>
                </c:pt>
                <c:pt idx="16666">
                  <c:v>0.67185185185185181</c:v>
                </c:pt>
                <c:pt idx="16667">
                  <c:v>0.67200000000000004</c:v>
                </c:pt>
                <c:pt idx="16668">
                  <c:v>0.67200000000000004</c:v>
                </c:pt>
                <c:pt idx="16669">
                  <c:v>0.67200000000000004</c:v>
                </c:pt>
                <c:pt idx="16670">
                  <c:v>0.67200000000000004</c:v>
                </c:pt>
                <c:pt idx="16671">
                  <c:v>0.67200000000000004</c:v>
                </c:pt>
                <c:pt idx="16672">
                  <c:v>0.67200000000000004</c:v>
                </c:pt>
                <c:pt idx="16673">
                  <c:v>0.67200000000000004</c:v>
                </c:pt>
                <c:pt idx="16674">
                  <c:v>0.67200000000000004</c:v>
                </c:pt>
                <c:pt idx="16675">
                  <c:v>0.67214814814814816</c:v>
                </c:pt>
                <c:pt idx="16676">
                  <c:v>0.67229629629629628</c:v>
                </c:pt>
                <c:pt idx="16677">
                  <c:v>0.67229629629629628</c:v>
                </c:pt>
                <c:pt idx="16678">
                  <c:v>0.67229629629629628</c:v>
                </c:pt>
                <c:pt idx="16679">
                  <c:v>0.6724444444444444</c:v>
                </c:pt>
                <c:pt idx="16680">
                  <c:v>0.6724444444444444</c:v>
                </c:pt>
                <c:pt idx="16681">
                  <c:v>0.6724444444444444</c:v>
                </c:pt>
                <c:pt idx="16682">
                  <c:v>0.6724444444444444</c:v>
                </c:pt>
                <c:pt idx="16683">
                  <c:v>0.6724444444444444</c:v>
                </c:pt>
                <c:pt idx="16684">
                  <c:v>0.6724444444444444</c:v>
                </c:pt>
                <c:pt idx="16685">
                  <c:v>0.6724444444444444</c:v>
                </c:pt>
                <c:pt idx="16686">
                  <c:v>0.6724444444444444</c:v>
                </c:pt>
                <c:pt idx="16687">
                  <c:v>0.6724444444444444</c:v>
                </c:pt>
                <c:pt idx="16688">
                  <c:v>0.6724444444444444</c:v>
                </c:pt>
                <c:pt idx="16689">
                  <c:v>0.6724444444444444</c:v>
                </c:pt>
                <c:pt idx="16690">
                  <c:v>0.67259259259259263</c:v>
                </c:pt>
                <c:pt idx="16691">
                  <c:v>0.67259259259259263</c:v>
                </c:pt>
                <c:pt idx="16692">
                  <c:v>0.67259259259259263</c:v>
                </c:pt>
                <c:pt idx="16693">
                  <c:v>0.67259259259259263</c:v>
                </c:pt>
                <c:pt idx="16694">
                  <c:v>0.67274074074074075</c:v>
                </c:pt>
                <c:pt idx="16695">
                  <c:v>0.67274074074074075</c:v>
                </c:pt>
                <c:pt idx="16696">
                  <c:v>0.67274074074074075</c:v>
                </c:pt>
                <c:pt idx="16697">
                  <c:v>0.67274074074074075</c:v>
                </c:pt>
                <c:pt idx="16698">
                  <c:v>0.67274074074074075</c:v>
                </c:pt>
                <c:pt idx="16699">
                  <c:v>0.67274074074074075</c:v>
                </c:pt>
                <c:pt idx="16700">
                  <c:v>0.67288888888888887</c:v>
                </c:pt>
                <c:pt idx="16701">
                  <c:v>0.67303703703703699</c:v>
                </c:pt>
                <c:pt idx="16702">
                  <c:v>0.67303703703703699</c:v>
                </c:pt>
                <c:pt idx="16703">
                  <c:v>0.67303703703703699</c:v>
                </c:pt>
                <c:pt idx="16704">
                  <c:v>0.67303703703703699</c:v>
                </c:pt>
                <c:pt idx="16705">
                  <c:v>0.67303703703703699</c:v>
                </c:pt>
                <c:pt idx="16706">
                  <c:v>0.67303703703703699</c:v>
                </c:pt>
                <c:pt idx="16707">
                  <c:v>0.67318518518518522</c:v>
                </c:pt>
                <c:pt idx="16708">
                  <c:v>0.67333333333333334</c:v>
                </c:pt>
                <c:pt idx="16709">
                  <c:v>0.67333333333333334</c:v>
                </c:pt>
                <c:pt idx="16710">
                  <c:v>0.67333333333333334</c:v>
                </c:pt>
                <c:pt idx="16711">
                  <c:v>0.67348148148148146</c:v>
                </c:pt>
                <c:pt idx="16712">
                  <c:v>0.67348148148148146</c:v>
                </c:pt>
                <c:pt idx="16713">
                  <c:v>0.67362962962962958</c:v>
                </c:pt>
                <c:pt idx="16714">
                  <c:v>0.67362962962962958</c:v>
                </c:pt>
                <c:pt idx="16715">
                  <c:v>0.67377777777777781</c:v>
                </c:pt>
                <c:pt idx="16716">
                  <c:v>0.67392592592592593</c:v>
                </c:pt>
                <c:pt idx="16717">
                  <c:v>0.67392592592592593</c:v>
                </c:pt>
                <c:pt idx="16718">
                  <c:v>0.67392592592592593</c:v>
                </c:pt>
                <c:pt idx="16719">
                  <c:v>0.67392592592592593</c:v>
                </c:pt>
                <c:pt idx="16720">
                  <c:v>0.67392592592592593</c:v>
                </c:pt>
                <c:pt idx="16721">
                  <c:v>0.67392592592592593</c:v>
                </c:pt>
                <c:pt idx="16722">
                  <c:v>0.67392592592592593</c:v>
                </c:pt>
                <c:pt idx="16723">
                  <c:v>0.67392592592592593</c:v>
                </c:pt>
                <c:pt idx="16724">
                  <c:v>0.67407407407407405</c:v>
                </c:pt>
                <c:pt idx="16725">
                  <c:v>0.67407407407407405</c:v>
                </c:pt>
                <c:pt idx="16726">
                  <c:v>0.67407407407407405</c:v>
                </c:pt>
                <c:pt idx="16727">
                  <c:v>0.67407407407407405</c:v>
                </c:pt>
                <c:pt idx="16728">
                  <c:v>0.67407407407407405</c:v>
                </c:pt>
                <c:pt idx="16729">
                  <c:v>0.67422222222222217</c:v>
                </c:pt>
                <c:pt idx="16730">
                  <c:v>0.67422222222222217</c:v>
                </c:pt>
                <c:pt idx="16731">
                  <c:v>0.67422222222222217</c:v>
                </c:pt>
                <c:pt idx="16732">
                  <c:v>0.67422222222222217</c:v>
                </c:pt>
                <c:pt idx="16733">
                  <c:v>0.67422222222222217</c:v>
                </c:pt>
                <c:pt idx="16734">
                  <c:v>0.6743703703703704</c:v>
                </c:pt>
                <c:pt idx="16735">
                  <c:v>0.67451851851851852</c:v>
                </c:pt>
                <c:pt idx="16736">
                  <c:v>0.67466666666666664</c:v>
                </c:pt>
                <c:pt idx="16737">
                  <c:v>0.67466666666666664</c:v>
                </c:pt>
                <c:pt idx="16738">
                  <c:v>0.67466666666666664</c:v>
                </c:pt>
                <c:pt idx="16739">
                  <c:v>0.67481481481481487</c:v>
                </c:pt>
                <c:pt idx="16740">
                  <c:v>0.67496296296296299</c:v>
                </c:pt>
                <c:pt idx="16741">
                  <c:v>0.67496296296296299</c:v>
                </c:pt>
                <c:pt idx="16742">
                  <c:v>0.67496296296296299</c:v>
                </c:pt>
                <c:pt idx="16743">
                  <c:v>0.67496296296296299</c:v>
                </c:pt>
                <c:pt idx="16744">
                  <c:v>0.67496296296296299</c:v>
                </c:pt>
                <c:pt idx="16745">
                  <c:v>0.67496296296296299</c:v>
                </c:pt>
                <c:pt idx="16746">
                  <c:v>0.67496296296296299</c:v>
                </c:pt>
                <c:pt idx="16747">
                  <c:v>0.67511111111111111</c:v>
                </c:pt>
                <c:pt idx="16748">
                  <c:v>0.67511111111111111</c:v>
                </c:pt>
                <c:pt idx="16749">
                  <c:v>0.67511111111111111</c:v>
                </c:pt>
                <c:pt idx="16750">
                  <c:v>0.67511111111111111</c:v>
                </c:pt>
                <c:pt idx="16751">
                  <c:v>0.67511111111111111</c:v>
                </c:pt>
                <c:pt idx="16752">
                  <c:v>0.67511111111111111</c:v>
                </c:pt>
                <c:pt idx="16753">
                  <c:v>0.67511111111111111</c:v>
                </c:pt>
                <c:pt idx="16754">
                  <c:v>0.67511111111111111</c:v>
                </c:pt>
                <c:pt idx="16755">
                  <c:v>0.67511111111111111</c:v>
                </c:pt>
                <c:pt idx="16756">
                  <c:v>0.67511111111111111</c:v>
                </c:pt>
                <c:pt idx="16757">
                  <c:v>0.67525925925925923</c:v>
                </c:pt>
                <c:pt idx="16758">
                  <c:v>0.67540740740740746</c:v>
                </c:pt>
                <c:pt idx="16759">
                  <c:v>0.67555555555555558</c:v>
                </c:pt>
                <c:pt idx="16760">
                  <c:v>0.67555555555555558</c:v>
                </c:pt>
                <c:pt idx="16761">
                  <c:v>0.67555555555555558</c:v>
                </c:pt>
                <c:pt idx="16762">
                  <c:v>0.67555555555555558</c:v>
                </c:pt>
                <c:pt idx="16763">
                  <c:v>0.67555555555555558</c:v>
                </c:pt>
                <c:pt idx="16764">
                  <c:v>0.67555555555555558</c:v>
                </c:pt>
                <c:pt idx="16765">
                  <c:v>0.6757037037037037</c:v>
                </c:pt>
                <c:pt idx="16766">
                  <c:v>0.6757037037037037</c:v>
                </c:pt>
                <c:pt idx="16767">
                  <c:v>0.6757037037037037</c:v>
                </c:pt>
                <c:pt idx="16768">
                  <c:v>0.67585185185185181</c:v>
                </c:pt>
                <c:pt idx="16769">
                  <c:v>0.67585185185185181</c:v>
                </c:pt>
                <c:pt idx="16770">
                  <c:v>0.67585185185185181</c:v>
                </c:pt>
                <c:pt idx="16771">
                  <c:v>0.67585185185185181</c:v>
                </c:pt>
                <c:pt idx="16772">
                  <c:v>0.67585185185185181</c:v>
                </c:pt>
                <c:pt idx="16773">
                  <c:v>0.67585185185185181</c:v>
                </c:pt>
                <c:pt idx="16774">
                  <c:v>0.67585185185185181</c:v>
                </c:pt>
                <c:pt idx="16775">
                  <c:v>0.67585185185185181</c:v>
                </c:pt>
                <c:pt idx="16776">
                  <c:v>0.67585185185185181</c:v>
                </c:pt>
                <c:pt idx="16777">
                  <c:v>0.67600000000000005</c:v>
                </c:pt>
                <c:pt idx="16778">
                  <c:v>0.67614814814814816</c:v>
                </c:pt>
                <c:pt idx="16779">
                  <c:v>0.67614814814814816</c:v>
                </c:pt>
                <c:pt idx="16780">
                  <c:v>0.67614814814814816</c:v>
                </c:pt>
                <c:pt idx="16781">
                  <c:v>0.67629629629629628</c:v>
                </c:pt>
                <c:pt idx="16782">
                  <c:v>0.6764444444444444</c:v>
                </c:pt>
                <c:pt idx="16783">
                  <c:v>0.67659259259259263</c:v>
                </c:pt>
                <c:pt idx="16784">
                  <c:v>0.67659259259259263</c:v>
                </c:pt>
                <c:pt idx="16785">
                  <c:v>0.67659259259259263</c:v>
                </c:pt>
                <c:pt idx="16786">
                  <c:v>0.67659259259259263</c:v>
                </c:pt>
                <c:pt idx="16787">
                  <c:v>0.67659259259259263</c:v>
                </c:pt>
                <c:pt idx="16788">
                  <c:v>0.67674074074074075</c:v>
                </c:pt>
                <c:pt idx="16789">
                  <c:v>0.67674074074074075</c:v>
                </c:pt>
                <c:pt idx="16790">
                  <c:v>0.67674074074074075</c:v>
                </c:pt>
                <c:pt idx="16791">
                  <c:v>0.67674074074074075</c:v>
                </c:pt>
                <c:pt idx="16792">
                  <c:v>0.67674074074074075</c:v>
                </c:pt>
                <c:pt idx="16793">
                  <c:v>0.67674074074074075</c:v>
                </c:pt>
                <c:pt idx="16794">
                  <c:v>0.67674074074074075</c:v>
                </c:pt>
                <c:pt idx="16795">
                  <c:v>0.67674074074074075</c:v>
                </c:pt>
                <c:pt idx="16796">
                  <c:v>0.67674074074074075</c:v>
                </c:pt>
                <c:pt idx="16797">
                  <c:v>0.67674074074074075</c:v>
                </c:pt>
                <c:pt idx="16798">
                  <c:v>0.67688888888888887</c:v>
                </c:pt>
                <c:pt idx="16799">
                  <c:v>0.67688888888888887</c:v>
                </c:pt>
                <c:pt idx="16800">
                  <c:v>0.67688888888888887</c:v>
                </c:pt>
                <c:pt idx="16801">
                  <c:v>0.67703703703703699</c:v>
                </c:pt>
                <c:pt idx="16802">
                  <c:v>0.67703703703703699</c:v>
                </c:pt>
                <c:pt idx="16803">
                  <c:v>0.67718518518518522</c:v>
                </c:pt>
                <c:pt idx="16804">
                  <c:v>0.67718518518518522</c:v>
                </c:pt>
                <c:pt idx="16805">
                  <c:v>0.67718518518518522</c:v>
                </c:pt>
                <c:pt idx="16806">
                  <c:v>0.67718518518518522</c:v>
                </c:pt>
                <c:pt idx="16807">
                  <c:v>0.67718518518518522</c:v>
                </c:pt>
                <c:pt idx="16808">
                  <c:v>0.67733333333333334</c:v>
                </c:pt>
                <c:pt idx="16809">
                  <c:v>0.67733333333333334</c:v>
                </c:pt>
                <c:pt idx="16810">
                  <c:v>0.67733333333333334</c:v>
                </c:pt>
                <c:pt idx="16811">
                  <c:v>0.67733333333333334</c:v>
                </c:pt>
                <c:pt idx="16812">
                  <c:v>0.67748148148148146</c:v>
                </c:pt>
                <c:pt idx="16813">
                  <c:v>0.67762962962962958</c:v>
                </c:pt>
                <c:pt idx="16814">
                  <c:v>0.67762962962962958</c:v>
                </c:pt>
                <c:pt idx="16815">
                  <c:v>0.67762962962962958</c:v>
                </c:pt>
                <c:pt idx="16816">
                  <c:v>0.67777777777777781</c:v>
                </c:pt>
                <c:pt idx="16817">
                  <c:v>0.67792592592592593</c:v>
                </c:pt>
                <c:pt idx="16818">
                  <c:v>0.67792592592592593</c:v>
                </c:pt>
                <c:pt idx="16819">
                  <c:v>0.67792592592592593</c:v>
                </c:pt>
                <c:pt idx="16820">
                  <c:v>0.67792592592592593</c:v>
                </c:pt>
                <c:pt idx="16821">
                  <c:v>0.67792592592592593</c:v>
                </c:pt>
                <c:pt idx="16822">
                  <c:v>0.67792592592592593</c:v>
                </c:pt>
                <c:pt idx="16823">
                  <c:v>0.67807407407407405</c:v>
                </c:pt>
                <c:pt idx="16824">
                  <c:v>0.67807407407407405</c:v>
                </c:pt>
                <c:pt idx="16825">
                  <c:v>0.67807407407407405</c:v>
                </c:pt>
                <c:pt idx="16826">
                  <c:v>0.67807407407407405</c:v>
                </c:pt>
                <c:pt idx="16827">
                  <c:v>0.67822222222222217</c:v>
                </c:pt>
                <c:pt idx="16828">
                  <c:v>0.6783703703703704</c:v>
                </c:pt>
                <c:pt idx="16829">
                  <c:v>0.6783703703703704</c:v>
                </c:pt>
                <c:pt idx="16830">
                  <c:v>0.67851851851851852</c:v>
                </c:pt>
                <c:pt idx="16831">
                  <c:v>0.67866666666666664</c:v>
                </c:pt>
                <c:pt idx="16832">
                  <c:v>0.67866666666666664</c:v>
                </c:pt>
                <c:pt idx="16833">
                  <c:v>0.67881481481481476</c:v>
                </c:pt>
                <c:pt idx="16834">
                  <c:v>0.67881481481481476</c:v>
                </c:pt>
                <c:pt idx="16835">
                  <c:v>0.67896296296296299</c:v>
                </c:pt>
                <c:pt idx="16836">
                  <c:v>0.67911111111111111</c:v>
                </c:pt>
                <c:pt idx="16837">
                  <c:v>0.67911111111111111</c:v>
                </c:pt>
                <c:pt idx="16838">
                  <c:v>0.67911111111111111</c:v>
                </c:pt>
                <c:pt idx="16839">
                  <c:v>0.67911111111111111</c:v>
                </c:pt>
                <c:pt idx="16840">
                  <c:v>0.67911111111111111</c:v>
                </c:pt>
                <c:pt idx="16841">
                  <c:v>0.67911111111111111</c:v>
                </c:pt>
                <c:pt idx="16842">
                  <c:v>0.67911111111111111</c:v>
                </c:pt>
                <c:pt idx="16843">
                  <c:v>0.67911111111111111</c:v>
                </c:pt>
                <c:pt idx="16844">
                  <c:v>0.67911111111111111</c:v>
                </c:pt>
                <c:pt idx="16845">
                  <c:v>0.67925925925925923</c:v>
                </c:pt>
                <c:pt idx="16846">
                  <c:v>0.67940740740740746</c:v>
                </c:pt>
                <c:pt idx="16847">
                  <c:v>0.67940740740740746</c:v>
                </c:pt>
                <c:pt idx="16848">
                  <c:v>0.67940740740740746</c:v>
                </c:pt>
                <c:pt idx="16849">
                  <c:v>0.67940740740740746</c:v>
                </c:pt>
                <c:pt idx="16850">
                  <c:v>0.67940740740740746</c:v>
                </c:pt>
                <c:pt idx="16851">
                  <c:v>0.67940740740740746</c:v>
                </c:pt>
                <c:pt idx="16852">
                  <c:v>0.67940740740740746</c:v>
                </c:pt>
                <c:pt idx="16853">
                  <c:v>0.67955555555555558</c:v>
                </c:pt>
                <c:pt idx="16854">
                  <c:v>0.67955555555555558</c:v>
                </c:pt>
                <c:pt idx="16855">
                  <c:v>0.67955555555555558</c:v>
                </c:pt>
                <c:pt idx="16856">
                  <c:v>0.67955555555555558</c:v>
                </c:pt>
                <c:pt idx="16857">
                  <c:v>0.67955555555555558</c:v>
                </c:pt>
                <c:pt idx="16858">
                  <c:v>0.67955555555555558</c:v>
                </c:pt>
                <c:pt idx="16859">
                  <c:v>0.6797037037037037</c:v>
                </c:pt>
                <c:pt idx="16860">
                  <c:v>0.67985185185185182</c:v>
                </c:pt>
                <c:pt idx="16861">
                  <c:v>0.67985185185185182</c:v>
                </c:pt>
                <c:pt idx="16862">
                  <c:v>0.67985185185185182</c:v>
                </c:pt>
                <c:pt idx="16863">
                  <c:v>0.67985185185185182</c:v>
                </c:pt>
                <c:pt idx="16864">
                  <c:v>0.67985185185185182</c:v>
                </c:pt>
                <c:pt idx="16865">
                  <c:v>0.68</c:v>
                </c:pt>
                <c:pt idx="16866">
                  <c:v>0.68</c:v>
                </c:pt>
                <c:pt idx="16867">
                  <c:v>0.68014814814814817</c:v>
                </c:pt>
                <c:pt idx="16868">
                  <c:v>0.68014814814814817</c:v>
                </c:pt>
                <c:pt idx="16869">
                  <c:v>0.68029629629629629</c:v>
                </c:pt>
                <c:pt idx="16870">
                  <c:v>0.68029629629629629</c:v>
                </c:pt>
                <c:pt idx="16871">
                  <c:v>0.68044444444444441</c:v>
                </c:pt>
                <c:pt idx="16872">
                  <c:v>0.68059259259259264</c:v>
                </c:pt>
                <c:pt idx="16873">
                  <c:v>0.68059259259259264</c:v>
                </c:pt>
                <c:pt idx="16874">
                  <c:v>0.68074074074074076</c:v>
                </c:pt>
                <c:pt idx="16875">
                  <c:v>0.68074074074074076</c:v>
                </c:pt>
                <c:pt idx="16876">
                  <c:v>0.68074074074074076</c:v>
                </c:pt>
                <c:pt idx="16877">
                  <c:v>0.68074074074074076</c:v>
                </c:pt>
                <c:pt idx="16878">
                  <c:v>0.68074074074074076</c:v>
                </c:pt>
                <c:pt idx="16879">
                  <c:v>0.68074074074074076</c:v>
                </c:pt>
                <c:pt idx="16880">
                  <c:v>0.68074074074074076</c:v>
                </c:pt>
                <c:pt idx="16881">
                  <c:v>0.68074074074074076</c:v>
                </c:pt>
                <c:pt idx="16882">
                  <c:v>0.68074074074074076</c:v>
                </c:pt>
                <c:pt idx="16883">
                  <c:v>0.68074074074074076</c:v>
                </c:pt>
                <c:pt idx="16884">
                  <c:v>0.68074074074074076</c:v>
                </c:pt>
                <c:pt idx="16885">
                  <c:v>0.68074074074074076</c:v>
                </c:pt>
                <c:pt idx="16886">
                  <c:v>0.68074074074074076</c:v>
                </c:pt>
                <c:pt idx="16887">
                  <c:v>0.68074074074074076</c:v>
                </c:pt>
                <c:pt idx="16888">
                  <c:v>0.68074074074074076</c:v>
                </c:pt>
                <c:pt idx="16889">
                  <c:v>0.68088888888888888</c:v>
                </c:pt>
                <c:pt idx="16890">
                  <c:v>0.68088888888888888</c:v>
                </c:pt>
                <c:pt idx="16891">
                  <c:v>0.68088888888888888</c:v>
                </c:pt>
                <c:pt idx="16892">
                  <c:v>0.68088888888888888</c:v>
                </c:pt>
                <c:pt idx="16893">
                  <c:v>0.68088888888888888</c:v>
                </c:pt>
                <c:pt idx="16894">
                  <c:v>0.68088888888888888</c:v>
                </c:pt>
                <c:pt idx="16895">
                  <c:v>0.68088888888888888</c:v>
                </c:pt>
                <c:pt idx="16896">
                  <c:v>0.681037037037037</c:v>
                </c:pt>
                <c:pt idx="16897">
                  <c:v>0.68118518518518523</c:v>
                </c:pt>
                <c:pt idx="16898">
                  <c:v>0.68118518518518523</c:v>
                </c:pt>
                <c:pt idx="16899">
                  <c:v>0.68118518518518523</c:v>
                </c:pt>
                <c:pt idx="16900">
                  <c:v>0.68133333333333335</c:v>
                </c:pt>
                <c:pt idx="16901">
                  <c:v>0.68133333333333335</c:v>
                </c:pt>
                <c:pt idx="16902">
                  <c:v>0.68133333333333335</c:v>
                </c:pt>
                <c:pt idx="16903">
                  <c:v>0.68133333333333335</c:v>
                </c:pt>
                <c:pt idx="16904">
                  <c:v>0.68133333333333335</c:v>
                </c:pt>
                <c:pt idx="16905">
                  <c:v>0.68133333333333335</c:v>
                </c:pt>
                <c:pt idx="16906">
                  <c:v>0.68133333333333335</c:v>
                </c:pt>
                <c:pt idx="16907">
                  <c:v>0.68133333333333335</c:v>
                </c:pt>
                <c:pt idx="16908">
                  <c:v>0.68133333333333335</c:v>
                </c:pt>
                <c:pt idx="16909">
                  <c:v>0.68133333333333335</c:v>
                </c:pt>
                <c:pt idx="16910">
                  <c:v>0.68133333333333335</c:v>
                </c:pt>
                <c:pt idx="16911">
                  <c:v>0.68133333333333335</c:v>
                </c:pt>
                <c:pt idx="16912">
                  <c:v>0.68148148148148147</c:v>
                </c:pt>
                <c:pt idx="16913">
                  <c:v>0.68148148148148147</c:v>
                </c:pt>
                <c:pt idx="16914">
                  <c:v>0.68148148148148147</c:v>
                </c:pt>
                <c:pt idx="16915">
                  <c:v>0.68162962962962959</c:v>
                </c:pt>
                <c:pt idx="16916">
                  <c:v>0.68162962962962959</c:v>
                </c:pt>
                <c:pt idx="16917">
                  <c:v>0.68162962962962959</c:v>
                </c:pt>
                <c:pt idx="16918">
                  <c:v>0.68162962962962959</c:v>
                </c:pt>
                <c:pt idx="16919">
                  <c:v>0.68162962962962959</c:v>
                </c:pt>
                <c:pt idx="16920">
                  <c:v>0.68162962962962959</c:v>
                </c:pt>
                <c:pt idx="16921">
                  <c:v>0.68162962962962959</c:v>
                </c:pt>
                <c:pt idx="16922">
                  <c:v>0.68177777777777782</c:v>
                </c:pt>
                <c:pt idx="16923">
                  <c:v>0.68177777777777782</c:v>
                </c:pt>
                <c:pt idx="16924">
                  <c:v>0.68177777777777782</c:v>
                </c:pt>
                <c:pt idx="16925">
                  <c:v>0.68192592592592594</c:v>
                </c:pt>
                <c:pt idx="16926">
                  <c:v>0.68192592592592594</c:v>
                </c:pt>
                <c:pt idx="16927">
                  <c:v>0.68207407407407405</c:v>
                </c:pt>
                <c:pt idx="16928">
                  <c:v>0.68222222222222217</c:v>
                </c:pt>
                <c:pt idx="16929">
                  <c:v>0.68222222222222217</c:v>
                </c:pt>
                <c:pt idx="16930">
                  <c:v>0.68222222222222217</c:v>
                </c:pt>
                <c:pt idx="16931">
                  <c:v>0.68222222222222217</c:v>
                </c:pt>
                <c:pt idx="16932">
                  <c:v>0.68222222222222217</c:v>
                </c:pt>
                <c:pt idx="16933">
                  <c:v>0.68222222222222217</c:v>
                </c:pt>
                <c:pt idx="16934">
                  <c:v>0.68222222222222217</c:v>
                </c:pt>
                <c:pt idx="16935">
                  <c:v>0.6823703703703704</c:v>
                </c:pt>
                <c:pt idx="16936">
                  <c:v>0.6823703703703704</c:v>
                </c:pt>
                <c:pt idx="16937">
                  <c:v>0.68251851851851852</c:v>
                </c:pt>
                <c:pt idx="16938">
                  <c:v>0.68251851851851852</c:v>
                </c:pt>
                <c:pt idx="16939">
                  <c:v>0.68251851851851852</c:v>
                </c:pt>
                <c:pt idx="16940">
                  <c:v>0.68251851851851852</c:v>
                </c:pt>
                <c:pt idx="16941">
                  <c:v>0.68266666666666664</c:v>
                </c:pt>
                <c:pt idx="16942">
                  <c:v>0.68266666666666664</c:v>
                </c:pt>
                <c:pt idx="16943">
                  <c:v>0.68266666666666664</c:v>
                </c:pt>
                <c:pt idx="16944">
                  <c:v>0.68266666666666664</c:v>
                </c:pt>
                <c:pt idx="16945">
                  <c:v>0.68266666666666664</c:v>
                </c:pt>
                <c:pt idx="16946">
                  <c:v>0.68266666666666664</c:v>
                </c:pt>
                <c:pt idx="16947">
                  <c:v>0.68266666666666664</c:v>
                </c:pt>
                <c:pt idx="16948">
                  <c:v>0.68266666666666664</c:v>
                </c:pt>
                <c:pt idx="16949">
                  <c:v>0.68281481481481476</c:v>
                </c:pt>
                <c:pt idx="16950">
                  <c:v>0.68296296296296299</c:v>
                </c:pt>
                <c:pt idx="16951">
                  <c:v>0.68296296296296299</c:v>
                </c:pt>
                <c:pt idx="16952">
                  <c:v>0.68296296296296299</c:v>
                </c:pt>
                <c:pt idx="16953">
                  <c:v>0.68296296296296299</c:v>
                </c:pt>
                <c:pt idx="16954">
                  <c:v>0.68296296296296299</c:v>
                </c:pt>
                <c:pt idx="16955">
                  <c:v>0.68296296296296299</c:v>
                </c:pt>
                <c:pt idx="16956">
                  <c:v>0.68296296296296299</c:v>
                </c:pt>
                <c:pt idx="16957">
                  <c:v>0.68296296296296299</c:v>
                </c:pt>
                <c:pt idx="16958">
                  <c:v>0.68296296296296299</c:v>
                </c:pt>
                <c:pt idx="16959">
                  <c:v>0.68296296296296299</c:v>
                </c:pt>
                <c:pt idx="16960">
                  <c:v>0.68311111111111111</c:v>
                </c:pt>
                <c:pt idx="16961">
                  <c:v>0.68311111111111111</c:v>
                </c:pt>
                <c:pt idx="16962">
                  <c:v>0.68311111111111111</c:v>
                </c:pt>
                <c:pt idx="16963">
                  <c:v>0.68311111111111111</c:v>
                </c:pt>
                <c:pt idx="16964">
                  <c:v>0.68325925925925923</c:v>
                </c:pt>
                <c:pt idx="16965">
                  <c:v>0.68325925925925923</c:v>
                </c:pt>
                <c:pt idx="16966">
                  <c:v>0.68325925925925923</c:v>
                </c:pt>
                <c:pt idx="16967">
                  <c:v>0.68340740740740735</c:v>
                </c:pt>
                <c:pt idx="16968">
                  <c:v>0.68340740740740735</c:v>
                </c:pt>
                <c:pt idx="16969">
                  <c:v>0.68340740740740735</c:v>
                </c:pt>
                <c:pt idx="16970">
                  <c:v>0.68340740740740735</c:v>
                </c:pt>
                <c:pt idx="16971">
                  <c:v>0.68355555555555558</c:v>
                </c:pt>
                <c:pt idx="16972">
                  <c:v>0.68355555555555558</c:v>
                </c:pt>
                <c:pt idx="16973">
                  <c:v>0.6837037037037037</c:v>
                </c:pt>
                <c:pt idx="16974">
                  <c:v>0.6837037037037037</c:v>
                </c:pt>
                <c:pt idx="16975">
                  <c:v>0.68385185185185182</c:v>
                </c:pt>
                <c:pt idx="16976">
                  <c:v>0.68385185185185182</c:v>
                </c:pt>
                <c:pt idx="16977">
                  <c:v>0.68385185185185182</c:v>
                </c:pt>
                <c:pt idx="16978">
                  <c:v>0.68385185185185182</c:v>
                </c:pt>
                <c:pt idx="16979">
                  <c:v>0.68385185185185182</c:v>
                </c:pt>
                <c:pt idx="16980">
                  <c:v>0.68385185185185182</c:v>
                </c:pt>
                <c:pt idx="16981">
                  <c:v>0.68385185185185182</c:v>
                </c:pt>
                <c:pt idx="16982">
                  <c:v>0.68385185185185182</c:v>
                </c:pt>
                <c:pt idx="16983">
                  <c:v>0.68385185185185182</c:v>
                </c:pt>
                <c:pt idx="16984">
                  <c:v>0.68385185185185182</c:v>
                </c:pt>
                <c:pt idx="16985">
                  <c:v>0.68385185185185182</c:v>
                </c:pt>
                <c:pt idx="16986">
                  <c:v>0.68385185185185182</c:v>
                </c:pt>
                <c:pt idx="16987">
                  <c:v>0.68400000000000005</c:v>
                </c:pt>
                <c:pt idx="16988">
                  <c:v>0.68400000000000005</c:v>
                </c:pt>
                <c:pt idx="16989">
                  <c:v>0.68400000000000005</c:v>
                </c:pt>
                <c:pt idx="16990">
                  <c:v>0.68414814814814817</c:v>
                </c:pt>
                <c:pt idx="16991">
                  <c:v>0.68414814814814817</c:v>
                </c:pt>
                <c:pt idx="16992">
                  <c:v>0.68414814814814817</c:v>
                </c:pt>
                <c:pt idx="16993">
                  <c:v>0.68429629629629629</c:v>
                </c:pt>
                <c:pt idx="16994">
                  <c:v>0.68429629629629629</c:v>
                </c:pt>
                <c:pt idx="16995">
                  <c:v>0.68429629629629629</c:v>
                </c:pt>
                <c:pt idx="16996">
                  <c:v>0.68429629629629629</c:v>
                </c:pt>
                <c:pt idx="16997">
                  <c:v>0.68444444444444441</c:v>
                </c:pt>
                <c:pt idx="16998">
                  <c:v>0.68459259259259264</c:v>
                </c:pt>
                <c:pt idx="16999">
                  <c:v>0.68474074074074076</c:v>
                </c:pt>
                <c:pt idx="17000">
                  <c:v>0.68488888888888888</c:v>
                </c:pt>
                <c:pt idx="17001">
                  <c:v>0.68488888888888888</c:v>
                </c:pt>
                <c:pt idx="17002">
                  <c:v>0.68488888888888888</c:v>
                </c:pt>
                <c:pt idx="17003">
                  <c:v>0.68488888888888888</c:v>
                </c:pt>
                <c:pt idx="17004">
                  <c:v>0.68488888888888888</c:v>
                </c:pt>
                <c:pt idx="17005">
                  <c:v>0.68488888888888888</c:v>
                </c:pt>
                <c:pt idx="17006">
                  <c:v>0.68488888888888888</c:v>
                </c:pt>
                <c:pt idx="17007">
                  <c:v>0.68488888888888888</c:v>
                </c:pt>
                <c:pt idx="17008">
                  <c:v>0.68488888888888888</c:v>
                </c:pt>
                <c:pt idx="17009">
                  <c:v>0.685037037037037</c:v>
                </c:pt>
                <c:pt idx="17010">
                  <c:v>0.68518518518518523</c:v>
                </c:pt>
                <c:pt idx="17011">
                  <c:v>0.68533333333333335</c:v>
                </c:pt>
                <c:pt idx="17012">
                  <c:v>0.68533333333333335</c:v>
                </c:pt>
                <c:pt idx="17013">
                  <c:v>0.68548148148148147</c:v>
                </c:pt>
                <c:pt idx="17014">
                  <c:v>0.68548148148148147</c:v>
                </c:pt>
                <c:pt idx="17015">
                  <c:v>0.68548148148148147</c:v>
                </c:pt>
                <c:pt idx="17016">
                  <c:v>0.68548148148148147</c:v>
                </c:pt>
                <c:pt idx="17017">
                  <c:v>0.68548148148148147</c:v>
                </c:pt>
                <c:pt idx="17018">
                  <c:v>0.68548148148148147</c:v>
                </c:pt>
                <c:pt idx="17019">
                  <c:v>0.68548148148148147</c:v>
                </c:pt>
                <c:pt idx="17020">
                  <c:v>0.68548148148148147</c:v>
                </c:pt>
                <c:pt idx="17021">
                  <c:v>0.68548148148148147</c:v>
                </c:pt>
                <c:pt idx="17022">
                  <c:v>0.68548148148148147</c:v>
                </c:pt>
                <c:pt idx="17023">
                  <c:v>0.68548148148148147</c:v>
                </c:pt>
                <c:pt idx="17024">
                  <c:v>0.68548148148148147</c:v>
                </c:pt>
                <c:pt idx="17025">
                  <c:v>0.68548148148148147</c:v>
                </c:pt>
                <c:pt idx="17026">
                  <c:v>0.68548148148148147</c:v>
                </c:pt>
                <c:pt idx="17027">
                  <c:v>0.68548148148148147</c:v>
                </c:pt>
                <c:pt idx="17028">
                  <c:v>0.68548148148148147</c:v>
                </c:pt>
                <c:pt idx="17029">
                  <c:v>0.68562962962962959</c:v>
                </c:pt>
                <c:pt idx="17030">
                  <c:v>0.68562962962962959</c:v>
                </c:pt>
                <c:pt idx="17031">
                  <c:v>0.68562962962962959</c:v>
                </c:pt>
                <c:pt idx="17032">
                  <c:v>0.68562962962962959</c:v>
                </c:pt>
                <c:pt idx="17033">
                  <c:v>0.68562962962962959</c:v>
                </c:pt>
                <c:pt idx="17034">
                  <c:v>0.68577777777777782</c:v>
                </c:pt>
                <c:pt idx="17035">
                  <c:v>0.68577777777777782</c:v>
                </c:pt>
                <c:pt idx="17036">
                  <c:v>0.68577777777777782</c:v>
                </c:pt>
                <c:pt idx="17037">
                  <c:v>0.68577777777777782</c:v>
                </c:pt>
                <c:pt idx="17038">
                  <c:v>0.68577777777777782</c:v>
                </c:pt>
                <c:pt idx="17039">
                  <c:v>0.68577777777777782</c:v>
                </c:pt>
                <c:pt idx="17040">
                  <c:v>0.68592592592592594</c:v>
                </c:pt>
                <c:pt idx="17041">
                  <c:v>0.68592592592592594</c:v>
                </c:pt>
                <c:pt idx="17042">
                  <c:v>0.68592592592592594</c:v>
                </c:pt>
                <c:pt idx="17043">
                  <c:v>0.68607407407407406</c:v>
                </c:pt>
                <c:pt idx="17044">
                  <c:v>0.68607407407407406</c:v>
                </c:pt>
                <c:pt idx="17045">
                  <c:v>0.68622222222222218</c:v>
                </c:pt>
                <c:pt idx="17046">
                  <c:v>0.68622222222222218</c:v>
                </c:pt>
                <c:pt idx="17047">
                  <c:v>0.68637037037037041</c:v>
                </c:pt>
                <c:pt idx="17048">
                  <c:v>0.68637037037037041</c:v>
                </c:pt>
                <c:pt idx="17049">
                  <c:v>0.68651851851851853</c:v>
                </c:pt>
                <c:pt idx="17050">
                  <c:v>0.68651851851851853</c:v>
                </c:pt>
                <c:pt idx="17051">
                  <c:v>0.68651851851851853</c:v>
                </c:pt>
                <c:pt idx="17052">
                  <c:v>0.68666666666666665</c:v>
                </c:pt>
                <c:pt idx="17053">
                  <c:v>0.68681481481481477</c:v>
                </c:pt>
                <c:pt idx="17054">
                  <c:v>0.68681481481481477</c:v>
                </c:pt>
                <c:pt idx="17055">
                  <c:v>0.686962962962963</c:v>
                </c:pt>
                <c:pt idx="17056">
                  <c:v>0.686962962962963</c:v>
                </c:pt>
                <c:pt idx="17057">
                  <c:v>0.686962962962963</c:v>
                </c:pt>
                <c:pt idx="17058">
                  <c:v>0.686962962962963</c:v>
                </c:pt>
                <c:pt idx="17059">
                  <c:v>0.68711111111111112</c:v>
                </c:pt>
                <c:pt idx="17060">
                  <c:v>0.68711111111111112</c:v>
                </c:pt>
                <c:pt idx="17061">
                  <c:v>0.68725925925925924</c:v>
                </c:pt>
                <c:pt idx="17062">
                  <c:v>0.68740740740740736</c:v>
                </c:pt>
                <c:pt idx="17063">
                  <c:v>0.68740740740740736</c:v>
                </c:pt>
                <c:pt idx="17064">
                  <c:v>0.68740740740740736</c:v>
                </c:pt>
                <c:pt idx="17065">
                  <c:v>0.68740740740740736</c:v>
                </c:pt>
                <c:pt idx="17066">
                  <c:v>0.68755555555555559</c:v>
                </c:pt>
                <c:pt idx="17067">
                  <c:v>0.68755555555555559</c:v>
                </c:pt>
                <c:pt idx="17068">
                  <c:v>0.68755555555555559</c:v>
                </c:pt>
                <c:pt idx="17069">
                  <c:v>0.68755555555555559</c:v>
                </c:pt>
                <c:pt idx="17070">
                  <c:v>0.68755555555555559</c:v>
                </c:pt>
                <c:pt idx="17071">
                  <c:v>0.68755555555555559</c:v>
                </c:pt>
                <c:pt idx="17072">
                  <c:v>0.68755555555555559</c:v>
                </c:pt>
                <c:pt idx="17073">
                  <c:v>0.68755555555555559</c:v>
                </c:pt>
                <c:pt idx="17074">
                  <c:v>0.68770370370370371</c:v>
                </c:pt>
                <c:pt idx="17075">
                  <c:v>0.68770370370370371</c:v>
                </c:pt>
                <c:pt idx="17076">
                  <c:v>0.68785185185185183</c:v>
                </c:pt>
                <c:pt idx="17077">
                  <c:v>0.68799999999999994</c:v>
                </c:pt>
                <c:pt idx="17078">
                  <c:v>0.68799999999999994</c:v>
                </c:pt>
                <c:pt idx="17079">
                  <c:v>0.68814814814814818</c:v>
                </c:pt>
                <c:pt idx="17080">
                  <c:v>0.68829629629629629</c:v>
                </c:pt>
                <c:pt idx="17081">
                  <c:v>0.68844444444444441</c:v>
                </c:pt>
                <c:pt idx="17082">
                  <c:v>0.68844444444444441</c:v>
                </c:pt>
                <c:pt idx="17083">
                  <c:v>0.68859259259259264</c:v>
                </c:pt>
                <c:pt idx="17084">
                  <c:v>0.68874074074074076</c:v>
                </c:pt>
                <c:pt idx="17085">
                  <c:v>0.68874074074074076</c:v>
                </c:pt>
                <c:pt idx="17086">
                  <c:v>0.68874074074074076</c:v>
                </c:pt>
                <c:pt idx="17087">
                  <c:v>0.68888888888888888</c:v>
                </c:pt>
                <c:pt idx="17088">
                  <c:v>0.68888888888888888</c:v>
                </c:pt>
                <c:pt idx="17089">
                  <c:v>0.68888888888888888</c:v>
                </c:pt>
                <c:pt idx="17090">
                  <c:v>0.68888888888888888</c:v>
                </c:pt>
                <c:pt idx="17091">
                  <c:v>0.68888888888888888</c:v>
                </c:pt>
                <c:pt idx="17092">
                  <c:v>0.68888888888888888</c:v>
                </c:pt>
                <c:pt idx="17093">
                  <c:v>0.68888888888888888</c:v>
                </c:pt>
                <c:pt idx="17094">
                  <c:v>0.68888888888888888</c:v>
                </c:pt>
                <c:pt idx="17095">
                  <c:v>0.68888888888888888</c:v>
                </c:pt>
                <c:pt idx="17096">
                  <c:v>0.68888888888888888</c:v>
                </c:pt>
                <c:pt idx="17097">
                  <c:v>0.689037037037037</c:v>
                </c:pt>
                <c:pt idx="17098">
                  <c:v>0.689037037037037</c:v>
                </c:pt>
                <c:pt idx="17099">
                  <c:v>0.689037037037037</c:v>
                </c:pt>
                <c:pt idx="17100">
                  <c:v>0.689037037037037</c:v>
                </c:pt>
                <c:pt idx="17101">
                  <c:v>0.689037037037037</c:v>
                </c:pt>
                <c:pt idx="17102">
                  <c:v>0.689037037037037</c:v>
                </c:pt>
                <c:pt idx="17103">
                  <c:v>0.689037037037037</c:v>
                </c:pt>
                <c:pt idx="17104">
                  <c:v>0.689037037037037</c:v>
                </c:pt>
                <c:pt idx="17105">
                  <c:v>0.689037037037037</c:v>
                </c:pt>
                <c:pt idx="17106">
                  <c:v>0.689037037037037</c:v>
                </c:pt>
                <c:pt idx="17107">
                  <c:v>0.689037037037037</c:v>
                </c:pt>
                <c:pt idx="17108">
                  <c:v>0.689037037037037</c:v>
                </c:pt>
                <c:pt idx="17109">
                  <c:v>0.689037037037037</c:v>
                </c:pt>
                <c:pt idx="17110">
                  <c:v>0.689037037037037</c:v>
                </c:pt>
                <c:pt idx="17111">
                  <c:v>0.689037037037037</c:v>
                </c:pt>
                <c:pt idx="17112">
                  <c:v>0.689037037037037</c:v>
                </c:pt>
                <c:pt idx="17113">
                  <c:v>0.68918518518518523</c:v>
                </c:pt>
                <c:pt idx="17114">
                  <c:v>0.68918518518518523</c:v>
                </c:pt>
                <c:pt idx="17115">
                  <c:v>0.68918518518518523</c:v>
                </c:pt>
                <c:pt idx="17116">
                  <c:v>0.68918518518518523</c:v>
                </c:pt>
                <c:pt idx="17117">
                  <c:v>0.68918518518518523</c:v>
                </c:pt>
                <c:pt idx="17118">
                  <c:v>0.68918518518518523</c:v>
                </c:pt>
                <c:pt idx="17119">
                  <c:v>0.68918518518518523</c:v>
                </c:pt>
                <c:pt idx="17120">
                  <c:v>0.68918518518518523</c:v>
                </c:pt>
                <c:pt idx="17121">
                  <c:v>0.68918518518518523</c:v>
                </c:pt>
                <c:pt idx="17122">
                  <c:v>0.68918518518518523</c:v>
                </c:pt>
                <c:pt idx="17123">
                  <c:v>0.68918518518518523</c:v>
                </c:pt>
                <c:pt idx="17124">
                  <c:v>0.68918518518518523</c:v>
                </c:pt>
                <c:pt idx="17125">
                  <c:v>0.68918518518518523</c:v>
                </c:pt>
                <c:pt idx="17126">
                  <c:v>0.68918518518518523</c:v>
                </c:pt>
                <c:pt idx="17127">
                  <c:v>0.68933333333333335</c:v>
                </c:pt>
                <c:pt idx="17128">
                  <c:v>0.68933333333333335</c:v>
                </c:pt>
                <c:pt idx="17129">
                  <c:v>0.68933333333333335</c:v>
                </c:pt>
                <c:pt idx="17130">
                  <c:v>0.68933333333333335</c:v>
                </c:pt>
                <c:pt idx="17131">
                  <c:v>0.68933333333333335</c:v>
                </c:pt>
                <c:pt idx="17132">
                  <c:v>0.68933333333333335</c:v>
                </c:pt>
                <c:pt idx="17133">
                  <c:v>0.68933333333333335</c:v>
                </c:pt>
                <c:pt idx="17134">
                  <c:v>0.68948148148148147</c:v>
                </c:pt>
                <c:pt idx="17135">
                  <c:v>0.68948148148148147</c:v>
                </c:pt>
                <c:pt idx="17136">
                  <c:v>0.68948148148148147</c:v>
                </c:pt>
                <c:pt idx="17137">
                  <c:v>0.68948148148148147</c:v>
                </c:pt>
                <c:pt idx="17138">
                  <c:v>0.68948148148148147</c:v>
                </c:pt>
                <c:pt idx="17139">
                  <c:v>0.68962962962962959</c:v>
                </c:pt>
                <c:pt idx="17140">
                  <c:v>0.68962962962962959</c:v>
                </c:pt>
                <c:pt idx="17141">
                  <c:v>0.68962962962962959</c:v>
                </c:pt>
                <c:pt idx="17142">
                  <c:v>0.68962962962962959</c:v>
                </c:pt>
                <c:pt idx="17143">
                  <c:v>0.68962962962962959</c:v>
                </c:pt>
                <c:pt idx="17144">
                  <c:v>0.68962962962962959</c:v>
                </c:pt>
                <c:pt idx="17145">
                  <c:v>0.68962962962962959</c:v>
                </c:pt>
                <c:pt idx="17146">
                  <c:v>0.68962962962962959</c:v>
                </c:pt>
                <c:pt idx="17147">
                  <c:v>0.68962962962962959</c:v>
                </c:pt>
                <c:pt idx="17148">
                  <c:v>0.68962962962962959</c:v>
                </c:pt>
                <c:pt idx="17149">
                  <c:v>0.68962962962962959</c:v>
                </c:pt>
                <c:pt idx="17150">
                  <c:v>0.68962962962962959</c:v>
                </c:pt>
                <c:pt idx="17151">
                  <c:v>0.68962962962962959</c:v>
                </c:pt>
                <c:pt idx="17152">
                  <c:v>0.68962962962962959</c:v>
                </c:pt>
                <c:pt idx="17153">
                  <c:v>0.68962962962962959</c:v>
                </c:pt>
                <c:pt idx="17154">
                  <c:v>0.68962962962962959</c:v>
                </c:pt>
                <c:pt idx="17155">
                  <c:v>0.68962962962962959</c:v>
                </c:pt>
                <c:pt idx="17156">
                  <c:v>0.68977777777777782</c:v>
                </c:pt>
                <c:pt idx="17157">
                  <c:v>0.68977777777777782</c:v>
                </c:pt>
                <c:pt idx="17158">
                  <c:v>0.68977777777777782</c:v>
                </c:pt>
                <c:pt idx="17159">
                  <c:v>0.68977777777777782</c:v>
                </c:pt>
                <c:pt idx="17160">
                  <c:v>0.68992592592592594</c:v>
                </c:pt>
                <c:pt idx="17161">
                  <c:v>0.68992592592592594</c:v>
                </c:pt>
                <c:pt idx="17162">
                  <c:v>0.69007407407407406</c:v>
                </c:pt>
                <c:pt idx="17163">
                  <c:v>0.69007407407407406</c:v>
                </c:pt>
                <c:pt idx="17164">
                  <c:v>0.69007407407407406</c:v>
                </c:pt>
                <c:pt idx="17165">
                  <c:v>0.69007407407407406</c:v>
                </c:pt>
                <c:pt idx="17166">
                  <c:v>0.69007407407407406</c:v>
                </c:pt>
                <c:pt idx="17167">
                  <c:v>0.69007407407407406</c:v>
                </c:pt>
                <c:pt idx="17168">
                  <c:v>0.69022222222222218</c:v>
                </c:pt>
                <c:pt idx="17169">
                  <c:v>0.69022222222222218</c:v>
                </c:pt>
                <c:pt idx="17170">
                  <c:v>0.69022222222222218</c:v>
                </c:pt>
                <c:pt idx="17171">
                  <c:v>0.69022222222222218</c:v>
                </c:pt>
                <c:pt idx="17172">
                  <c:v>0.69037037037037041</c:v>
                </c:pt>
                <c:pt idx="17173">
                  <c:v>0.69037037037037041</c:v>
                </c:pt>
                <c:pt idx="17174">
                  <c:v>0.69037037037037041</c:v>
                </c:pt>
                <c:pt idx="17175">
                  <c:v>0.69037037037037041</c:v>
                </c:pt>
                <c:pt idx="17176">
                  <c:v>0.69037037037037041</c:v>
                </c:pt>
                <c:pt idx="17177">
                  <c:v>0.69037037037037041</c:v>
                </c:pt>
                <c:pt idx="17178">
                  <c:v>0.69037037037037041</c:v>
                </c:pt>
                <c:pt idx="17179">
                  <c:v>0.69051851851851853</c:v>
                </c:pt>
                <c:pt idx="17180">
                  <c:v>0.69051851851851853</c:v>
                </c:pt>
                <c:pt idx="17181">
                  <c:v>0.69051851851851853</c:v>
                </c:pt>
                <c:pt idx="17182">
                  <c:v>0.69051851851851853</c:v>
                </c:pt>
                <c:pt idx="17183">
                  <c:v>0.69066666666666665</c:v>
                </c:pt>
                <c:pt idx="17184">
                  <c:v>0.69066666666666665</c:v>
                </c:pt>
                <c:pt idx="17185">
                  <c:v>0.69066666666666665</c:v>
                </c:pt>
                <c:pt idx="17186">
                  <c:v>0.69066666666666665</c:v>
                </c:pt>
                <c:pt idx="17187">
                  <c:v>0.69066666666666665</c:v>
                </c:pt>
                <c:pt idx="17188">
                  <c:v>0.69066666666666665</c:v>
                </c:pt>
                <c:pt idx="17189">
                  <c:v>0.69066666666666665</c:v>
                </c:pt>
                <c:pt idx="17190">
                  <c:v>0.69066666666666665</c:v>
                </c:pt>
                <c:pt idx="17191">
                  <c:v>0.69066666666666665</c:v>
                </c:pt>
                <c:pt idx="17192">
                  <c:v>0.69066666666666665</c:v>
                </c:pt>
                <c:pt idx="17193">
                  <c:v>0.69066666666666665</c:v>
                </c:pt>
                <c:pt idx="17194">
                  <c:v>0.69066666666666665</c:v>
                </c:pt>
                <c:pt idx="17195">
                  <c:v>0.69066666666666665</c:v>
                </c:pt>
                <c:pt idx="17196">
                  <c:v>0.69066666666666665</c:v>
                </c:pt>
                <c:pt idx="17197">
                  <c:v>0.69066666666666665</c:v>
                </c:pt>
                <c:pt idx="17198">
                  <c:v>0.69081481481481477</c:v>
                </c:pt>
                <c:pt idx="17199">
                  <c:v>0.690962962962963</c:v>
                </c:pt>
                <c:pt idx="17200">
                  <c:v>0.69111111111111112</c:v>
                </c:pt>
                <c:pt idx="17201">
                  <c:v>0.69125925925925924</c:v>
                </c:pt>
                <c:pt idx="17202">
                  <c:v>0.69125925925925924</c:v>
                </c:pt>
                <c:pt idx="17203">
                  <c:v>0.69125925925925924</c:v>
                </c:pt>
                <c:pt idx="17204">
                  <c:v>0.69140740740740736</c:v>
                </c:pt>
                <c:pt idx="17205">
                  <c:v>0.69140740740740736</c:v>
                </c:pt>
                <c:pt idx="17206">
                  <c:v>0.69140740740740736</c:v>
                </c:pt>
                <c:pt idx="17207">
                  <c:v>0.69140740740740736</c:v>
                </c:pt>
                <c:pt idx="17208">
                  <c:v>0.69140740740740736</c:v>
                </c:pt>
                <c:pt idx="17209">
                  <c:v>0.69140740740740736</c:v>
                </c:pt>
                <c:pt idx="17210">
                  <c:v>0.69155555555555559</c:v>
                </c:pt>
                <c:pt idx="17211">
                  <c:v>0.69155555555555559</c:v>
                </c:pt>
                <c:pt idx="17212">
                  <c:v>0.69155555555555559</c:v>
                </c:pt>
                <c:pt idx="17213">
                  <c:v>0.69155555555555559</c:v>
                </c:pt>
                <c:pt idx="17214">
                  <c:v>0.69155555555555559</c:v>
                </c:pt>
                <c:pt idx="17215">
                  <c:v>0.69155555555555559</c:v>
                </c:pt>
                <c:pt idx="17216">
                  <c:v>0.69170370370370371</c:v>
                </c:pt>
                <c:pt idx="17217">
                  <c:v>0.69170370370370371</c:v>
                </c:pt>
                <c:pt idx="17218">
                  <c:v>0.69185185185185183</c:v>
                </c:pt>
                <c:pt idx="17219">
                  <c:v>0.69199999999999995</c:v>
                </c:pt>
                <c:pt idx="17220">
                  <c:v>0.69214814814814818</c:v>
                </c:pt>
                <c:pt idx="17221">
                  <c:v>0.69214814814814818</c:v>
                </c:pt>
                <c:pt idx="17222">
                  <c:v>0.69214814814814818</c:v>
                </c:pt>
                <c:pt idx="17223">
                  <c:v>0.69214814814814818</c:v>
                </c:pt>
                <c:pt idx="17224">
                  <c:v>0.69214814814814818</c:v>
                </c:pt>
                <c:pt idx="17225">
                  <c:v>0.69214814814814818</c:v>
                </c:pt>
                <c:pt idx="17226">
                  <c:v>0.69214814814814818</c:v>
                </c:pt>
                <c:pt idx="17227">
                  <c:v>0.69214814814814818</c:v>
                </c:pt>
                <c:pt idx="17228">
                  <c:v>0.69214814814814818</c:v>
                </c:pt>
                <c:pt idx="17229">
                  <c:v>0.69214814814814818</c:v>
                </c:pt>
                <c:pt idx="17230">
                  <c:v>0.69214814814814818</c:v>
                </c:pt>
                <c:pt idx="17231">
                  <c:v>0.6922962962962963</c:v>
                </c:pt>
                <c:pt idx="17232">
                  <c:v>0.6922962962962963</c:v>
                </c:pt>
                <c:pt idx="17233">
                  <c:v>0.6922962962962963</c:v>
                </c:pt>
                <c:pt idx="17234">
                  <c:v>0.6922962962962963</c:v>
                </c:pt>
                <c:pt idx="17235">
                  <c:v>0.6922962962962963</c:v>
                </c:pt>
                <c:pt idx="17236">
                  <c:v>0.6922962962962963</c:v>
                </c:pt>
                <c:pt idx="17237">
                  <c:v>0.6922962962962963</c:v>
                </c:pt>
                <c:pt idx="17238">
                  <c:v>0.6922962962962963</c:v>
                </c:pt>
                <c:pt idx="17239">
                  <c:v>0.6922962962962963</c:v>
                </c:pt>
                <c:pt idx="17240">
                  <c:v>0.69244444444444442</c:v>
                </c:pt>
                <c:pt idx="17241">
                  <c:v>0.69244444444444442</c:v>
                </c:pt>
                <c:pt idx="17242">
                  <c:v>0.69259259259259254</c:v>
                </c:pt>
                <c:pt idx="17243">
                  <c:v>0.69259259259259254</c:v>
                </c:pt>
                <c:pt idx="17244">
                  <c:v>0.69259259259259254</c:v>
                </c:pt>
                <c:pt idx="17245">
                  <c:v>0.69259259259259254</c:v>
                </c:pt>
                <c:pt idx="17246">
                  <c:v>0.69274074074074077</c:v>
                </c:pt>
                <c:pt idx="17247">
                  <c:v>0.69274074074074077</c:v>
                </c:pt>
                <c:pt idx="17248">
                  <c:v>0.69274074074074077</c:v>
                </c:pt>
                <c:pt idx="17249">
                  <c:v>0.69288888888888889</c:v>
                </c:pt>
                <c:pt idx="17250">
                  <c:v>0.69288888888888889</c:v>
                </c:pt>
                <c:pt idx="17251">
                  <c:v>0.69288888888888889</c:v>
                </c:pt>
                <c:pt idx="17252">
                  <c:v>0.69288888888888889</c:v>
                </c:pt>
                <c:pt idx="17253">
                  <c:v>0.69288888888888889</c:v>
                </c:pt>
                <c:pt idx="17254">
                  <c:v>0.69303703703703701</c:v>
                </c:pt>
                <c:pt idx="17255">
                  <c:v>0.69318518518518524</c:v>
                </c:pt>
                <c:pt idx="17256">
                  <c:v>0.69318518518518524</c:v>
                </c:pt>
                <c:pt idx="17257">
                  <c:v>0.69318518518518524</c:v>
                </c:pt>
                <c:pt idx="17258">
                  <c:v>0.69333333333333336</c:v>
                </c:pt>
                <c:pt idx="17259">
                  <c:v>0.69333333333333336</c:v>
                </c:pt>
                <c:pt idx="17260">
                  <c:v>0.69333333333333336</c:v>
                </c:pt>
                <c:pt idx="17261">
                  <c:v>0.69333333333333336</c:v>
                </c:pt>
                <c:pt idx="17262">
                  <c:v>0.69333333333333336</c:v>
                </c:pt>
                <c:pt idx="17263">
                  <c:v>0.69333333333333336</c:v>
                </c:pt>
                <c:pt idx="17264">
                  <c:v>0.69333333333333336</c:v>
                </c:pt>
                <c:pt idx="17265">
                  <c:v>0.69333333333333336</c:v>
                </c:pt>
                <c:pt idx="17266">
                  <c:v>0.69333333333333336</c:v>
                </c:pt>
                <c:pt idx="17267">
                  <c:v>0.69333333333333336</c:v>
                </c:pt>
                <c:pt idx="17268">
                  <c:v>0.69333333333333336</c:v>
                </c:pt>
                <c:pt idx="17269">
                  <c:v>0.69348148148148148</c:v>
                </c:pt>
                <c:pt idx="17270">
                  <c:v>0.69348148148148148</c:v>
                </c:pt>
                <c:pt idx="17271">
                  <c:v>0.69348148148148148</c:v>
                </c:pt>
                <c:pt idx="17272">
                  <c:v>0.69348148148148148</c:v>
                </c:pt>
                <c:pt idx="17273">
                  <c:v>0.69348148148148148</c:v>
                </c:pt>
                <c:pt idx="17274">
                  <c:v>0.69348148148148148</c:v>
                </c:pt>
                <c:pt idx="17275">
                  <c:v>0.69348148148148148</c:v>
                </c:pt>
                <c:pt idx="17276">
                  <c:v>0.6936296296296296</c:v>
                </c:pt>
                <c:pt idx="17277">
                  <c:v>0.6936296296296296</c:v>
                </c:pt>
                <c:pt idx="17278">
                  <c:v>0.69377777777777783</c:v>
                </c:pt>
                <c:pt idx="17279">
                  <c:v>0.69377777777777783</c:v>
                </c:pt>
                <c:pt idx="17280">
                  <c:v>0.69377777777777783</c:v>
                </c:pt>
                <c:pt idx="17281">
                  <c:v>0.69377777777777783</c:v>
                </c:pt>
                <c:pt idx="17282">
                  <c:v>0.69377777777777783</c:v>
                </c:pt>
                <c:pt idx="17283">
                  <c:v>0.69377777777777783</c:v>
                </c:pt>
                <c:pt idx="17284">
                  <c:v>0.69377777777777783</c:v>
                </c:pt>
                <c:pt idx="17285">
                  <c:v>0.69392592592592595</c:v>
                </c:pt>
                <c:pt idx="17286">
                  <c:v>0.69392592592592595</c:v>
                </c:pt>
                <c:pt idx="17287">
                  <c:v>0.69392592592592595</c:v>
                </c:pt>
                <c:pt idx="17288">
                  <c:v>0.69392592592592595</c:v>
                </c:pt>
                <c:pt idx="17289">
                  <c:v>0.69392592592592595</c:v>
                </c:pt>
                <c:pt idx="17290">
                  <c:v>0.69392592592592595</c:v>
                </c:pt>
                <c:pt idx="17291">
                  <c:v>0.69392592592592595</c:v>
                </c:pt>
                <c:pt idx="17292">
                  <c:v>0.69392592592592595</c:v>
                </c:pt>
                <c:pt idx="17293">
                  <c:v>0.69407407407407407</c:v>
                </c:pt>
                <c:pt idx="17294">
                  <c:v>0.69407407407407407</c:v>
                </c:pt>
                <c:pt idx="17295">
                  <c:v>0.69422222222222219</c:v>
                </c:pt>
                <c:pt idx="17296">
                  <c:v>0.69422222222222219</c:v>
                </c:pt>
                <c:pt idx="17297">
                  <c:v>0.69422222222222219</c:v>
                </c:pt>
                <c:pt idx="17298">
                  <c:v>0.69422222222222219</c:v>
                </c:pt>
                <c:pt idx="17299">
                  <c:v>0.69422222222222219</c:v>
                </c:pt>
                <c:pt idx="17300">
                  <c:v>0.69422222222222219</c:v>
                </c:pt>
                <c:pt idx="17301">
                  <c:v>0.69437037037037042</c:v>
                </c:pt>
                <c:pt idx="17302">
                  <c:v>0.69437037037037042</c:v>
                </c:pt>
                <c:pt idx="17303">
                  <c:v>0.69437037037037042</c:v>
                </c:pt>
                <c:pt idx="17304">
                  <c:v>0.69451851851851854</c:v>
                </c:pt>
                <c:pt idx="17305">
                  <c:v>0.69451851851851854</c:v>
                </c:pt>
                <c:pt idx="17306">
                  <c:v>0.69451851851851854</c:v>
                </c:pt>
                <c:pt idx="17307">
                  <c:v>0.69451851851851854</c:v>
                </c:pt>
                <c:pt idx="17308">
                  <c:v>0.69466666666666665</c:v>
                </c:pt>
                <c:pt idx="17309">
                  <c:v>0.69466666666666665</c:v>
                </c:pt>
                <c:pt idx="17310">
                  <c:v>0.69481481481481477</c:v>
                </c:pt>
                <c:pt idx="17311">
                  <c:v>0.69481481481481477</c:v>
                </c:pt>
                <c:pt idx="17312">
                  <c:v>0.694962962962963</c:v>
                </c:pt>
                <c:pt idx="17313">
                  <c:v>0.69511111111111112</c:v>
                </c:pt>
                <c:pt idx="17314">
                  <c:v>0.69511111111111112</c:v>
                </c:pt>
                <c:pt idx="17315">
                  <c:v>0.69511111111111112</c:v>
                </c:pt>
                <c:pt idx="17316">
                  <c:v>0.69511111111111112</c:v>
                </c:pt>
                <c:pt idx="17317">
                  <c:v>0.69511111111111112</c:v>
                </c:pt>
                <c:pt idx="17318">
                  <c:v>0.69511111111111112</c:v>
                </c:pt>
                <c:pt idx="17319">
                  <c:v>0.69511111111111112</c:v>
                </c:pt>
                <c:pt idx="17320">
                  <c:v>0.69511111111111112</c:v>
                </c:pt>
                <c:pt idx="17321">
                  <c:v>0.69511111111111112</c:v>
                </c:pt>
                <c:pt idx="17322">
                  <c:v>0.69511111111111112</c:v>
                </c:pt>
                <c:pt idx="17323">
                  <c:v>0.69511111111111112</c:v>
                </c:pt>
                <c:pt idx="17324">
                  <c:v>0.69511111111111112</c:v>
                </c:pt>
                <c:pt idx="17325">
                  <c:v>0.69525925925925924</c:v>
                </c:pt>
                <c:pt idx="17326">
                  <c:v>0.69525925925925924</c:v>
                </c:pt>
                <c:pt idx="17327">
                  <c:v>0.69540740740740736</c:v>
                </c:pt>
                <c:pt idx="17328">
                  <c:v>0.69540740740740736</c:v>
                </c:pt>
                <c:pt idx="17329">
                  <c:v>0.69540740740740736</c:v>
                </c:pt>
                <c:pt idx="17330">
                  <c:v>0.69540740740740736</c:v>
                </c:pt>
                <c:pt idx="17331">
                  <c:v>0.69555555555555559</c:v>
                </c:pt>
                <c:pt idx="17332">
                  <c:v>0.69555555555555559</c:v>
                </c:pt>
                <c:pt idx="17333">
                  <c:v>0.69555555555555559</c:v>
                </c:pt>
                <c:pt idx="17334">
                  <c:v>0.69555555555555559</c:v>
                </c:pt>
                <c:pt idx="17335">
                  <c:v>0.69555555555555559</c:v>
                </c:pt>
                <c:pt idx="17336">
                  <c:v>0.69555555555555559</c:v>
                </c:pt>
                <c:pt idx="17337">
                  <c:v>0.69555555555555559</c:v>
                </c:pt>
                <c:pt idx="17338">
                  <c:v>0.69555555555555559</c:v>
                </c:pt>
                <c:pt idx="17339">
                  <c:v>0.69555555555555559</c:v>
                </c:pt>
                <c:pt idx="17340">
                  <c:v>0.69570370370370371</c:v>
                </c:pt>
                <c:pt idx="17341">
                  <c:v>0.69570370370370371</c:v>
                </c:pt>
                <c:pt idx="17342">
                  <c:v>0.69570370370370371</c:v>
                </c:pt>
                <c:pt idx="17343">
                  <c:v>0.69585185185185183</c:v>
                </c:pt>
                <c:pt idx="17344">
                  <c:v>0.69599999999999995</c:v>
                </c:pt>
                <c:pt idx="17345">
                  <c:v>0.69614814814814818</c:v>
                </c:pt>
                <c:pt idx="17346">
                  <c:v>0.69614814814814818</c:v>
                </c:pt>
                <c:pt idx="17347">
                  <c:v>0.69614814814814818</c:v>
                </c:pt>
                <c:pt idx="17348">
                  <c:v>0.69614814814814818</c:v>
                </c:pt>
                <c:pt idx="17349">
                  <c:v>0.69614814814814818</c:v>
                </c:pt>
                <c:pt idx="17350">
                  <c:v>0.6962962962962963</c:v>
                </c:pt>
                <c:pt idx="17351">
                  <c:v>0.69644444444444442</c:v>
                </c:pt>
                <c:pt idx="17352">
                  <c:v>0.69644444444444442</c:v>
                </c:pt>
                <c:pt idx="17353">
                  <c:v>0.69644444444444442</c:v>
                </c:pt>
                <c:pt idx="17354">
                  <c:v>0.69659259259259254</c:v>
                </c:pt>
                <c:pt idx="17355">
                  <c:v>0.69659259259259254</c:v>
                </c:pt>
                <c:pt idx="17356">
                  <c:v>0.69659259259259254</c:v>
                </c:pt>
                <c:pt idx="17357">
                  <c:v>0.69659259259259254</c:v>
                </c:pt>
                <c:pt idx="17358">
                  <c:v>0.69659259259259254</c:v>
                </c:pt>
                <c:pt idx="17359">
                  <c:v>0.69674074074074077</c:v>
                </c:pt>
                <c:pt idx="17360">
                  <c:v>0.69674074074074077</c:v>
                </c:pt>
                <c:pt idx="17361">
                  <c:v>0.69674074074074077</c:v>
                </c:pt>
                <c:pt idx="17362">
                  <c:v>0.69674074074074077</c:v>
                </c:pt>
                <c:pt idx="17363">
                  <c:v>0.69688888888888889</c:v>
                </c:pt>
                <c:pt idx="17364">
                  <c:v>0.69688888888888889</c:v>
                </c:pt>
                <c:pt idx="17365">
                  <c:v>0.69688888888888889</c:v>
                </c:pt>
                <c:pt idx="17366">
                  <c:v>0.69688888888888889</c:v>
                </c:pt>
                <c:pt idx="17367">
                  <c:v>0.69703703703703701</c:v>
                </c:pt>
                <c:pt idx="17368">
                  <c:v>0.69703703703703701</c:v>
                </c:pt>
                <c:pt idx="17369">
                  <c:v>0.69703703703703701</c:v>
                </c:pt>
                <c:pt idx="17370">
                  <c:v>0.69703703703703701</c:v>
                </c:pt>
                <c:pt idx="17371">
                  <c:v>0.69703703703703701</c:v>
                </c:pt>
                <c:pt idx="17372">
                  <c:v>0.69703703703703701</c:v>
                </c:pt>
                <c:pt idx="17373">
                  <c:v>0.69718518518518513</c:v>
                </c:pt>
                <c:pt idx="17374">
                  <c:v>0.69718518518518513</c:v>
                </c:pt>
                <c:pt idx="17375">
                  <c:v>0.69718518518518513</c:v>
                </c:pt>
                <c:pt idx="17376">
                  <c:v>0.69718518518518513</c:v>
                </c:pt>
                <c:pt idx="17377">
                  <c:v>0.69718518518518513</c:v>
                </c:pt>
                <c:pt idx="17378">
                  <c:v>0.69733333333333336</c:v>
                </c:pt>
                <c:pt idx="17379">
                  <c:v>0.69733333333333336</c:v>
                </c:pt>
                <c:pt idx="17380">
                  <c:v>0.69733333333333336</c:v>
                </c:pt>
                <c:pt idx="17381">
                  <c:v>0.69733333333333336</c:v>
                </c:pt>
                <c:pt idx="17382">
                  <c:v>0.69748148148148148</c:v>
                </c:pt>
                <c:pt idx="17383">
                  <c:v>0.69748148148148148</c:v>
                </c:pt>
                <c:pt idx="17384">
                  <c:v>0.6976296296296296</c:v>
                </c:pt>
                <c:pt idx="17385">
                  <c:v>0.6976296296296296</c:v>
                </c:pt>
                <c:pt idx="17386">
                  <c:v>0.6976296296296296</c:v>
                </c:pt>
                <c:pt idx="17387">
                  <c:v>0.6976296296296296</c:v>
                </c:pt>
                <c:pt idx="17388">
                  <c:v>0.6976296296296296</c:v>
                </c:pt>
                <c:pt idx="17389">
                  <c:v>0.6976296296296296</c:v>
                </c:pt>
                <c:pt idx="17390">
                  <c:v>0.6976296296296296</c:v>
                </c:pt>
                <c:pt idx="17391">
                  <c:v>0.6976296296296296</c:v>
                </c:pt>
                <c:pt idx="17392">
                  <c:v>0.6976296296296296</c:v>
                </c:pt>
                <c:pt idx="17393">
                  <c:v>0.6976296296296296</c:v>
                </c:pt>
                <c:pt idx="17394">
                  <c:v>0.6976296296296296</c:v>
                </c:pt>
                <c:pt idx="17395">
                  <c:v>0.6976296296296296</c:v>
                </c:pt>
                <c:pt idx="17396">
                  <c:v>0.6976296296296296</c:v>
                </c:pt>
                <c:pt idx="17397">
                  <c:v>0.6976296296296296</c:v>
                </c:pt>
                <c:pt idx="17398">
                  <c:v>0.69777777777777783</c:v>
                </c:pt>
                <c:pt idx="17399">
                  <c:v>0.69777777777777783</c:v>
                </c:pt>
                <c:pt idx="17400">
                  <c:v>0.69777777777777783</c:v>
                </c:pt>
                <c:pt idx="17401">
                  <c:v>0.69777777777777783</c:v>
                </c:pt>
                <c:pt idx="17402">
                  <c:v>0.69777777777777783</c:v>
                </c:pt>
                <c:pt idx="17403">
                  <c:v>0.69777777777777783</c:v>
                </c:pt>
                <c:pt idx="17404">
                  <c:v>0.69777777777777783</c:v>
                </c:pt>
                <c:pt idx="17405">
                  <c:v>0.69777777777777783</c:v>
                </c:pt>
                <c:pt idx="17406">
                  <c:v>0.69777777777777783</c:v>
                </c:pt>
                <c:pt idx="17407">
                  <c:v>0.69777777777777783</c:v>
                </c:pt>
                <c:pt idx="17408">
                  <c:v>0.69777777777777783</c:v>
                </c:pt>
                <c:pt idx="17409">
                  <c:v>0.69777777777777783</c:v>
                </c:pt>
                <c:pt idx="17410">
                  <c:v>0.69777777777777783</c:v>
                </c:pt>
                <c:pt idx="17411">
                  <c:v>0.69777777777777783</c:v>
                </c:pt>
                <c:pt idx="17412">
                  <c:v>0.69792592592592595</c:v>
                </c:pt>
                <c:pt idx="17413">
                  <c:v>0.69792592592592595</c:v>
                </c:pt>
                <c:pt idx="17414">
                  <c:v>0.69807407407407407</c:v>
                </c:pt>
                <c:pt idx="17415">
                  <c:v>0.69807407407407407</c:v>
                </c:pt>
                <c:pt idx="17416">
                  <c:v>0.69807407407407407</c:v>
                </c:pt>
                <c:pt idx="17417">
                  <c:v>0.69807407407407407</c:v>
                </c:pt>
                <c:pt idx="17418">
                  <c:v>0.69807407407407407</c:v>
                </c:pt>
                <c:pt idx="17419">
                  <c:v>0.69822222222222219</c:v>
                </c:pt>
                <c:pt idx="17420">
                  <c:v>0.69822222222222219</c:v>
                </c:pt>
                <c:pt idx="17421">
                  <c:v>0.69837037037037042</c:v>
                </c:pt>
                <c:pt idx="17422">
                  <c:v>0.69837037037037042</c:v>
                </c:pt>
                <c:pt idx="17423">
                  <c:v>0.69837037037037042</c:v>
                </c:pt>
                <c:pt idx="17424">
                  <c:v>0.69837037037037042</c:v>
                </c:pt>
                <c:pt idx="17425">
                  <c:v>0.69851851851851854</c:v>
                </c:pt>
                <c:pt idx="17426">
                  <c:v>0.69851851851851854</c:v>
                </c:pt>
                <c:pt idx="17427">
                  <c:v>0.69851851851851854</c:v>
                </c:pt>
                <c:pt idx="17428">
                  <c:v>0.69851851851851854</c:v>
                </c:pt>
                <c:pt idx="17429">
                  <c:v>0.69851851851851854</c:v>
                </c:pt>
                <c:pt idx="17430">
                  <c:v>0.69851851851851854</c:v>
                </c:pt>
                <c:pt idx="17431">
                  <c:v>0.69851851851851854</c:v>
                </c:pt>
                <c:pt idx="17432">
                  <c:v>0.69851851851851854</c:v>
                </c:pt>
                <c:pt idx="17433">
                  <c:v>0.69866666666666666</c:v>
                </c:pt>
                <c:pt idx="17434">
                  <c:v>0.69881481481481478</c:v>
                </c:pt>
                <c:pt idx="17435">
                  <c:v>0.69881481481481478</c:v>
                </c:pt>
                <c:pt idx="17436">
                  <c:v>0.69896296296296301</c:v>
                </c:pt>
                <c:pt idx="17437">
                  <c:v>0.69896296296296301</c:v>
                </c:pt>
                <c:pt idx="17438">
                  <c:v>0.69911111111111113</c:v>
                </c:pt>
                <c:pt idx="17439">
                  <c:v>0.69911111111111113</c:v>
                </c:pt>
                <c:pt idx="17440">
                  <c:v>0.69911111111111113</c:v>
                </c:pt>
                <c:pt idx="17441">
                  <c:v>0.69925925925925925</c:v>
                </c:pt>
                <c:pt idx="17442">
                  <c:v>0.69925925925925925</c:v>
                </c:pt>
                <c:pt idx="17443">
                  <c:v>0.69925925925925925</c:v>
                </c:pt>
                <c:pt idx="17444">
                  <c:v>0.69940740740740737</c:v>
                </c:pt>
                <c:pt idx="17445">
                  <c:v>0.69940740740740737</c:v>
                </c:pt>
                <c:pt idx="17446">
                  <c:v>0.69940740740740737</c:v>
                </c:pt>
                <c:pt idx="17447">
                  <c:v>0.6995555555555556</c:v>
                </c:pt>
                <c:pt idx="17448">
                  <c:v>0.6995555555555556</c:v>
                </c:pt>
                <c:pt idx="17449">
                  <c:v>0.6995555555555556</c:v>
                </c:pt>
                <c:pt idx="17450">
                  <c:v>0.69970370370370372</c:v>
                </c:pt>
                <c:pt idx="17451">
                  <c:v>0.69970370370370372</c:v>
                </c:pt>
                <c:pt idx="17452">
                  <c:v>0.69970370370370372</c:v>
                </c:pt>
                <c:pt idx="17453">
                  <c:v>0.69970370370370372</c:v>
                </c:pt>
                <c:pt idx="17454">
                  <c:v>0.69970370370370372</c:v>
                </c:pt>
                <c:pt idx="17455">
                  <c:v>0.69970370370370372</c:v>
                </c:pt>
                <c:pt idx="17456">
                  <c:v>0.69970370370370372</c:v>
                </c:pt>
                <c:pt idx="17457">
                  <c:v>0.69985185185185184</c:v>
                </c:pt>
                <c:pt idx="17458">
                  <c:v>0.69985185185185184</c:v>
                </c:pt>
                <c:pt idx="17459">
                  <c:v>0.69985185185185184</c:v>
                </c:pt>
                <c:pt idx="17460">
                  <c:v>0.69985185185185184</c:v>
                </c:pt>
                <c:pt idx="17461">
                  <c:v>0.7</c:v>
                </c:pt>
                <c:pt idx="17462">
                  <c:v>0.70014814814814819</c:v>
                </c:pt>
                <c:pt idx="17463">
                  <c:v>0.70014814814814819</c:v>
                </c:pt>
                <c:pt idx="17464">
                  <c:v>0.70014814814814819</c:v>
                </c:pt>
                <c:pt idx="17465">
                  <c:v>0.70014814814814819</c:v>
                </c:pt>
                <c:pt idx="17466">
                  <c:v>0.70014814814814819</c:v>
                </c:pt>
                <c:pt idx="17467">
                  <c:v>0.70029629629629631</c:v>
                </c:pt>
                <c:pt idx="17468">
                  <c:v>0.70029629629629631</c:v>
                </c:pt>
                <c:pt idx="17469">
                  <c:v>0.70029629629629631</c:v>
                </c:pt>
                <c:pt idx="17470">
                  <c:v>0.70029629629629631</c:v>
                </c:pt>
                <c:pt idx="17471">
                  <c:v>0.70044444444444443</c:v>
                </c:pt>
                <c:pt idx="17472">
                  <c:v>0.70044444444444443</c:v>
                </c:pt>
                <c:pt idx="17473">
                  <c:v>0.70044444444444443</c:v>
                </c:pt>
                <c:pt idx="17474">
                  <c:v>0.70044444444444443</c:v>
                </c:pt>
                <c:pt idx="17475">
                  <c:v>0.70044444444444443</c:v>
                </c:pt>
                <c:pt idx="17476">
                  <c:v>0.70044444444444443</c:v>
                </c:pt>
                <c:pt idx="17477">
                  <c:v>0.70059259259259254</c:v>
                </c:pt>
                <c:pt idx="17478">
                  <c:v>0.70059259259259254</c:v>
                </c:pt>
                <c:pt idx="17479">
                  <c:v>0.70059259259259254</c:v>
                </c:pt>
                <c:pt idx="17480">
                  <c:v>0.70059259259259254</c:v>
                </c:pt>
                <c:pt idx="17481">
                  <c:v>0.70059259259259254</c:v>
                </c:pt>
                <c:pt idx="17482">
                  <c:v>0.70059259259259254</c:v>
                </c:pt>
                <c:pt idx="17483">
                  <c:v>0.70059259259259254</c:v>
                </c:pt>
                <c:pt idx="17484">
                  <c:v>0.70059259259259254</c:v>
                </c:pt>
                <c:pt idx="17485">
                  <c:v>0.70059259259259254</c:v>
                </c:pt>
                <c:pt idx="17486">
                  <c:v>0.70059259259259254</c:v>
                </c:pt>
                <c:pt idx="17487">
                  <c:v>0.70059259259259254</c:v>
                </c:pt>
                <c:pt idx="17488">
                  <c:v>0.70059259259259254</c:v>
                </c:pt>
                <c:pt idx="17489">
                  <c:v>0.70074074074074078</c:v>
                </c:pt>
                <c:pt idx="17490">
                  <c:v>0.70074074074074078</c:v>
                </c:pt>
                <c:pt idx="17491">
                  <c:v>0.70074074074074078</c:v>
                </c:pt>
                <c:pt idx="17492">
                  <c:v>0.70074074074074078</c:v>
                </c:pt>
                <c:pt idx="17493">
                  <c:v>0.70088888888888889</c:v>
                </c:pt>
                <c:pt idx="17494">
                  <c:v>0.70088888888888889</c:v>
                </c:pt>
                <c:pt idx="17495">
                  <c:v>0.70103703703703701</c:v>
                </c:pt>
                <c:pt idx="17496">
                  <c:v>0.70103703703703701</c:v>
                </c:pt>
                <c:pt idx="17497">
                  <c:v>0.70103703703703701</c:v>
                </c:pt>
                <c:pt idx="17498">
                  <c:v>0.70103703703703701</c:v>
                </c:pt>
                <c:pt idx="17499">
                  <c:v>0.70103703703703701</c:v>
                </c:pt>
                <c:pt idx="17500">
                  <c:v>0.70103703703703701</c:v>
                </c:pt>
                <c:pt idx="17501">
                  <c:v>0.70103703703703701</c:v>
                </c:pt>
                <c:pt idx="17502">
                  <c:v>0.70103703703703701</c:v>
                </c:pt>
                <c:pt idx="17503">
                  <c:v>0.70103703703703701</c:v>
                </c:pt>
                <c:pt idx="17504">
                  <c:v>0.70103703703703701</c:v>
                </c:pt>
                <c:pt idx="17505">
                  <c:v>0.70103703703703701</c:v>
                </c:pt>
                <c:pt idx="17506">
                  <c:v>0.70103703703703701</c:v>
                </c:pt>
                <c:pt idx="17507">
                  <c:v>0.70103703703703701</c:v>
                </c:pt>
                <c:pt idx="17508">
                  <c:v>0.70103703703703701</c:v>
                </c:pt>
                <c:pt idx="17509">
                  <c:v>0.70103703703703701</c:v>
                </c:pt>
                <c:pt idx="17510">
                  <c:v>0.70118518518518513</c:v>
                </c:pt>
                <c:pt idx="17511">
                  <c:v>0.70133333333333336</c:v>
                </c:pt>
                <c:pt idx="17512">
                  <c:v>0.70133333333333336</c:v>
                </c:pt>
                <c:pt idx="17513">
                  <c:v>0.70148148148148148</c:v>
                </c:pt>
                <c:pt idx="17514">
                  <c:v>0.70148148148148148</c:v>
                </c:pt>
                <c:pt idx="17515">
                  <c:v>0.70148148148148148</c:v>
                </c:pt>
                <c:pt idx="17516">
                  <c:v>0.70148148148148148</c:v>
                </c:pt>
                <c:pt idx="17517">
                  <c:v>0.70148148148148148</c:v>
                </c:pt>
                <c:pt idx="17518">
                  <c:v>0.70148148148148148</c:v>
                </c:pt>
                <c:pt idx="17519">
                  <c:v>0.7016296296296296</c:v>
                </c:pt>
                <c:pt idx="17520">
                  <c:v>0.7016296296296296</c:v>
                </c:pt>
                <c:pt idx="17521">
                  <c:v>0.7016296296296296</c:v>
                </c:pt>
                <c:pt idx="17522">
                  <c:v>0.7016296296296296</c:v>
                </c:pt>
                <c:pt idx="17523">
                  <c:v>0.7016296296296296</c:v>
                </c:pt>
                <c:pt idx="17524">
                  <c:v>0.7016296296296296</c:v>
                </c:pt>
                <c:pt idx="17525">
                  <c:v>0.7016296296296296</c:v>
                </c:pt>
                <c:pt idx="17526">
                  <c:v>0.70177777777777772</c:v>
                </c:pt>
                <c:pt idx="17527">
                  <c:v>0.70177777777777772</c:v>
                </c:pt>
                <c:pt idx="17528">
                  <c:v>0.70177777777777772</c:v>
                </c:pt>
                <c:pt idx="17529">
                  <c:v>0.70177777777777772</c:v>
                </c:pt>
                <c:pt idx="17530">
                  <c:v>0.70177777777777772</c:v>
                </c:pt>
                <c:pt idx="17531">
                  <c:v>0.70177777777777772</c:v>
                </c:pt>
                <c:pt idx="17532">
                  <c:v>0.70177777777777772</c:v>
                </c:pt>
                <c:pt idx="17533">
                  <c:v>0.70177777777777772</c:v>
                </c:pt>
                <c:pt idx="17534">
                  <c:v>0.70192592592592595</c:v>
                </c:pt>
                <c:pt idx="17535">
                  <c:v>0.70192592592592595</c:v>
                </c:pt>
                <c:pt idx="17536">
                  <c:v>0.70192592592592595</c:v>
                </c:pt>
                <c:pt idx="17537">
                  <c:v>0.70192592592592595</c:v>
                </c:pt>
                <c:pt idx="17538">
                  <c:v>0.70192592592592595</c:v>
                </c:pt>
                <c:pt idx="17539">
                  <c:v>0.70207407407407407</c:v>
                </c:pt>
                <c:pt idx="17540">
                  <c:v>0.70207407407407407</c:v>
                </c:pt>
                <c:pt idx="17541">
                  <c:v>0.70207407407407407</c:v>
                </c:pt>
                <c:pt idx="17542">
                  <c:v>0.70222222222222219</c:v>
                </c:pt>
                <c:pt idx="17543">
                  <c:v>0.70222222222222219</c:v>
                </c:pt>
                <c:pt idx="17544">
                  <c:v>0.70222222222222219</c:v>
                </c:pt>
                <c:pt idx="17545">
                  <c:v>0.70222222222222219</c:v>
                </c:pt>
                <c:pt idx="17546">
                  <c:v>0.70222222222222219</c:v>
                </c:pt>
                <c:pt idx="17547">
                  <c:v>0.70237037037037042</c:v>
                </c:pt>
                <c:pt idx="17548">
                  <c:v>0.70237037037037042</c:v>
                </c:pt>
                <c:pt idx="17549">
                  <c:v>0.70251851851851854</c:v>
                </c:pt>
                <c:pt idx="17550">
                  <c:v>0.70251851851851854</c:v>
                </c:pt>
                <c:pt idx="17551">
                  <c:v>0.70251851851851854</c:v>
                </c:pt>
                <c:pt idx="17552">
                  <c:v>0.70251851851851854</c:v>
                </c:pt>
                <c:pt idx="17553">
                  <c:v>0.70266666666666666</c:v>
                </c:pt>
                <c:pt idx="17554">
                  <c:v>0.70281481481481478</c:v>
                </c:pt>
                <c:pt idx="17555">
                  <c:v>0.70281481481481478</c:v>
                </c:pt>
                <c:pt idx="17556">
                  <c:v>0.70296296296296301</c:v>
                </c:pt>
                <c:pt idx="17557">
                  <c:v>0.70296296296296301</c:v>
                </c:pt>
                <c:pt idx="17558">
                  <c:v>0.70296296296296301</c:v>
                </c:pt>
                <c:pt idx="17559">
                  <c:v>0.70311111111111113</c:v>
                </c:pt>
                <c:pt idx="17560">
                  <c:v>0.70325925925925925</c:v>
                </c:pt>
                <c:pt idx="17561">
                  <c:v>0.70340740740740737</c:v>
                </c:pt>
                <c:pt idx="17562">
                  <c:v>0.7035555555555556</c:v>
                </c:pt>
                <c:pt idx="17563">
                  <c:v>0.7035555555555556</c:v>
                </c:pt>
                <c:pt idx="17564">
                  <c:v>0.7035555555555556</c:v>
                </c:pt>
                <c:pt idx="17565">
                  <c:v>0.7035555555555556</c:v>
                </c:pt>
                <c:pt idx="17566">
                  <c:v>0.70370370370370372</c:v>
                </c:pt>
                <c:pt idx="17567">
                  <c:v>0.70370370370370372</c:v>
                </c:pt>
                <c:pt idx="17568">
                  <c:v>0.70370370370370372</c:v>
                </c:pt>
                <c:pt idx="17569">
                  <c:v>0.70370370370370372</c:v>
                </c:pt>
                <c:pt idx="17570">
                  <c:v>0.70370370370370372</c:v>
                </c:pt>
                <c:pt idx="17571">
                  <c:v>0.70370370370370372</c:v>
                </c:pt>
                <c:pt idx="17572">
                  <c:v>0.70370370370370372</c:v>
                </c:pt>
                <c:pt idx="17573">
                  <c:v>0.70370370370370372</c:v>
                </c:pt>
                <c:pt idx="17574">
                  <c:v>0.70370370370370372</c:v>
                </c:pt>
                <c:pt idx="17575">
                  <c:v>0.70385185185185184</c:v>
                </c:pt>
                <c:pt idx="17576">
                  <c:v>0.70385185185185184</c:v>
                </c:pt>
                <c:pt idx="17577">
                  <c:v>0.70385185185185184</c:v>
                </c:pt>
                <c:pt idx="17578">
                  <c:v>0.70385185185185184</c:v>
                </c:pt>
                <c:pt idx="17579">
                  <c:v>0.70385185185185184</c:v>
                </c:pt>
                <c:pt idx="17580">
                  <c:v>0.70385185185185184</c:v>
                </c:pt>
                <c:pt idx="17581">
                  <c:v>0.70399999999999996</c:v>
                </c:pt>
                <c:pt idx="17582">
                  <c:v>0.70414814814814819</c:v>
                </c:pt>
                <c:pt idx="17583">
                  <c:v>0.70414814814814819</c:v>
                </c:pt>
                <c:pt idx="17584">
                  <c:v>0.70429629629629631</c:v>
                </c:pt>
                <c:pt idx="17585">
                  <c:v>0.70429629629629631</c:v>
                </c:pt>
                <c:pt idx="17586">
                  <c:v>0.70429629629629631</c:v>
                </c:pt>
                <c:pt idx="17587">
                  <c:v>0.70444444444444443</c:v>
                </c:pt>
                <c:pt idx="17588">
                  <c:v>0.70444444444444443</c:v>
                </c:pt>
                <c:pt idx="17589">
                  <c:v>0.70444444444444443</c:v>
                </c:pt>
                <c:pt idx="17590">
                  <c:v>0.70444444444444443</c:v>
                </c:pt>
                <c:pt idx="17591">
                  <c:v>0.70444444444444443</c:v>
                </c:pt>
                <c:pt idx="17592">
                  <c:v>0.70444444444444443</c:v>
                </c:pt>
                <c:pt idx="17593">
                  <c:v>0.70444444444444443</c:v>
                </c:pt>
                <c:pt idx="17594">
                  <c:v>0.70444444444444443</c:v>
                </c:pt>
                <c:pt idx="17595">
                  <c:v>0.70444444444444443</c:v>
                </c:pt>
                <c:pt idx="17596">
                  <c:v>0.70444444444444443</c:v>
                </c:pt>
                <c:pt idx="17597">
                  <c:v>0.70444444444444443</c:v>
                </c:pt>
                <c:pt idx="17598">
                  <c:v>0.70444444444444443</c:v>
                </c:pt>
                <c:pt idx="17599">
                  <c:v>0.70444444444444443</c:v>
                </c:pt>
                <c:pt idx="17600">
                  <c:v>0.70444444444444443</c:v>
                </c:pt>
                <c:pt idx="17601">
                  <c:v>0.70444444444444443</c:v>
                </c:pt>
                <c:pt idx="17602">
                  <c:v>0.70444444444444443</c:v>
                </c:pt>
                <c:pt idx="17603">
                  <c:v>0.70444444444444443</c:v>
                </c:pt>
                <c:pt idx="17604">
                  <c:v>0.70444444444444443</c:v>
                </c:pt>
                <c:pt idx="17605">
                  <c:v>0.70444444444444443</c:v>
                </c:pt>
                <c:pt idx="17606">
                  <c:v>0.70444444444444443</c:v>
                </c:pt>
                <c:pt idx="17607">
                  <c:v>0.70444444444444443</c:v>
                </c:pt>
                <c:pt idx="17608">
                  <c:v>0.70444444444444443</c:v>
                </c:pt>
                <c:pt idx="17609">
                  <c:v>0.70444444444444443</c:v>
                </c:pt>
                <c:pt idx="17610">
                  <c:v>0.70444444444444443</c:v>
                </c:pt>
                <c:pt idx="17611">
                  <c:v>0.70444444444444443</c:v>
                </c:pt>
                <c:pt idx="17612">
                  <c:v>0.70444444444444443</c:v>
                </c:pt>
                <c:pt idx="17613">
                  <c:v>0.70444444444444443</c:v>
                </c:pt>
                <c:pt idx="17614">
                  <c:v>0.70444444444444443</c:v>
                </c:pt>
                <c:pt idx="17615">
                  <c:v>0.70459259259259255</c:v>
                </c:pt>
                <c:pt idx="17616">
                  <c:v>0.70459259259259255</c:v>
                </c:pt>
                <c:pt idx="17617">
                  <c:v>0.70459259259259255</c:v>
                </c:pt>
                <c:pt idx="17618">
                  <c:v>0.70474074074074078</c:v>
                </c:pt>
                <c:pt idx="17619">
                  <c:v>0.70474074074074078</c:v>
                </c:pt>
                <c:pt idx="17620">
                  <c:v>0.70474074074074078</c:v>
                </c:pt>
                <c:pt idx="17621">
                  <c:v>0.70474074074074078</c:v>
                </c:pt>
                <c:pt idx="17622">
                  <c:v>0.7048888888888889</c:v>
                </c:pt>
                <c:pt idx="17623">
                  <c:v>0.7048888888888889</c:v>
                </c:pt>
                <c:pt idx="17624">
                  <c:v>0.70503703703703702</c:v>
                </c:pt>
                <c:pt idx="17625">
                  <c:v>0.70503703703703702</c:v>
                </c:pt>
                <c:pt idx="17626">
                  <c:v>0.70503703703703702</c:v>
                </c:pt>
                <c:pt idx="17627">
                  <c:v>0.70503703703703702</c:v>
                </c:pt>
                <c:pt idx="17628">
                  <c:v>0.70503703703703702</c:v>
                </c:pt>
                <c:pt idx="17629">
                  <c:v>0.70503703703703702</c:v>
                </c:pt>
                <c:pt idx="17630">
                  <c:v>0.70503703703703702</c:v>
                </c:pt>
                <c:pt idx="17631">
                  <c:v>0.70503703703703702</c:v>
                </c:pt>
                <c:pt idx="17632">
                  <c:v>0.70503703703703702</c:v>
                </c:pt>
                <c:pt idx="17633">
                  <c:v>0.70503703703703702</c:v>
                </c:pt>
                <c:pt idx="17634">
                  <c:v>0.70503703703703702</c:v>
                </c:pt>
                <c:pt idx="17635">
                  <c:v>0.70503703703703702</c:v>
                </c:pt>
                <c:pt idx="17636">
                  <c:v>0.70503703703703702</c:v>
                </c:pt>
                <c:pt idx="17637">
                  <c:v>0.70503703703703702</c:v>
                </c:pt>
                <c:pt idx="17638">
                  <c:v>0.70503703703703702</c:v>
                </c:pt>
                <c:pt idx="17639">
                  <c:v>0.70503703703703702</c:v>
                </c:pt>
                <c:pt idx="17640">
                  <c:v>0.70518518518518514</c:v>
                </c:pt>
                <c:pt idx="17641">
                  <c:v>0.70518518518518514</c:v>
                </c:pt>
                <c:pt idx="17642">
                  <c:v>0.70533333333333337</c:v>
                </c:pt>
                <c:pt idx="17643">
                  <c:v>0.70533333333333337</c:v>
                </c:pt>
                <c:pt idx="17644">
                  <c:v>0.70533333333333337</c:v>
                </c:pt>
                <c:pt idx="17645">
                  <c:v>0.70548148148148149</c:v>
                </c:pt>
                <c:pt idx="17646">
                  <c:v>0.70548148148148149</c:v>
                </c:pt>
                <c:pt idx="17647">
                  <c:v>0.70548148148148149</c:v>
                </c:pt>
                <c:pt idx="17648">
                  <c:v>0.70548148148148149</c:v>
                </c:pt>
                <c:pt idx="17649">
                  <c:v>0.70548148148148149</c:v>
                </c:pt>
                <c:pt idx="17650">
                  <c:v>0.70548148148148149</c:v>
                </c:pt>
                <c:pt idx="17651">
                  <c:v>0.70548148148148149</c:v>
                </c:pt>
                <c:pt idx="17652">
                  <c:v>0.70548148148148149</c:v>
                </c:pt>
                <c:pt idx="17653">
                  <c:v>0.70548148148148149</c:v>
                </c:pt>
                <c:pt idx="17654">
                  <c:v>0.70562962962962961</c:v>
                </c:pt>
                <c:pt idx="17655">
                  <c:v>0.70577777777777773</c:v>
                </c:pt>
                <c:pt idx="17656">
                  <c:v>0.70577777777777773</c:v>
                </c:pt>
                <c:pt idx="17657">
                  <c:v>0.70577777777777773</c:v>
                </c:pt>
                <c:pt idx="17658">
                  <c:v>0.70577777777777773</c:v>
                </c:pt>
                <c:pt idx="17659">
                  <c:v>0.70577777777777773</c:v>
                </c:pt>
                <c:pt idx="17660">
                  <c:v>0.70592592592592596</c:v>
                </c:pt>
                <c:pt idx="17661">
                  <c:v>0.70592592592592596</c:v>
                </c:pt>
                <c:pt idx="17662">
                  <c:v>0.70592592592592596</c:v>
                </c:pt>
                <c:pt idx="17663">
                  <c:v>0.70592592592592596</c:v>
                </c:pt>
                <c:pt idx="17664">
                  <c:v>0.70592592592592596</c:v>
                </c:pt>
                <c:pt idx="17665">
                  <c:v>0.70607407407407408</c:v>
                </c:pt>
                <c:pt idx="17666">
                  <c:v>0.70607407407407408</c:v>
                </c:pt>
                <c:pt idx="17667">
                  <c:v>0.70607407407407408</c:v>
                </c:pt>
                <c:pt idx="17668">
                  <c:v>0.70607407407407408</c:v>
                </c:pt>
                <c:pt idx="17669">
                  <c:v>0.70607407407407408</c:v>
                </c:pt>
                <c:pt idx="17670">
                  <c:v>0.70607407407407408</c:v>
                </c:pt>
                <c:pt idx="17671">
                  <c:v>0.70607407407407408</c:v>
                </c:pt>
                <c:pt idx="17672">
                  <c:v>0.70607407407407408</c:v>
                </c:pt>
                <c:pt idx="17673">
                  <c:v>0.7062222222222222</c:v>
                </c:pt>
                <c:pt idx="17674">
                  <c:v>0.7062222222222222</c:v>
                </c:pt>
                <c:pt idx="17675">
                  <c:v>0.70637037037037032</c:v>
                </c:pt>
                <c:pt idx="17676">
                  <c:v>0.70637037037037032</c:v>
                </c:pt>
                <c:pt idx="17677">
                  <c:v>0.70637037037037032</c:v>
                </c:pt>
                <c:pt idx="17678">
                  <c:v>0.70637037037037032</c:v>
                </c:pt>
                <c:pt idx="17679">
                  <c:v>0.70637037037037032</c:v>
                </c:pt>
                <c:pt idx="17680">
                  <c:v>0.70637037037037032</c:v>
                </c:pt>
                <c:pt idx="17681">
                  <c:v>0.70637037037037032</c:v>
                </c:pt>
                <c:pt idx="17682">
                  <c:v>0.70637037037037032</c:v>
                </c:pt>
                <c:pt idx="17683">
                  <c:v>0.70637037037037032</c:v>
                </c:pt>
                <c:pt idx="17684">
                  <c:v>0.70637037037037032</c:v>
                </c:pt>
                <c:pt idx="17685">
                  <c:v>0.70637037037037032</c:v>
                </c:pt>
                <c:pt idx="17686">
                  <c:v>0.70637037037037032</c:v>
                </c:pt>
                <c:pt idx="17687">
                  <c:v>0.70637037037037032</c:v>
                </c:pt>
                <c:pt idx="17688">
                  <c:v>0.70651851851851855</c:v>
                </c:pt>
                <c:pt idx="17689">
                  <c:v>0.70651851851851855</c:v>
                </c:pt>
                <c:pt idx="17690">
                  <c:v>0.70651851851851855</c:v>
                </c:pt>
                <c:pt idx="17691">
                  <c:v>0.70666666666666667</c:v>
                </c:pt>
                <c:pt idx="17692">
                  <c:v>0.70666666666666667</c:v>
                </c:pt>
                <c:pt idx="17693">
                  <c:v>0.70666666666666667</c:v>
                </c:pt>
                <c:pt idx="17694">
                  <c:v>0.70666666666666667</c:v>
                </c:pt>
                <c:pt idx="17695">
                  <c:v>0.70666666666666667</c:v>
                </c:pt>
                <c:pt idx="17696">
                  <c:v>0.70666666666666667</c:v>
                </c:pt>
                <c:pt idx="17697">
                  <c:v>0.70681481481481478</c:v>
                </c:pt>
                <c:pt idx="17698">
                  <c:v>0.70681481481481478</c:v>
                </c:pt>
                <c:pt idx="17699">
                  <c:v>0.70681481481481478</c:v>
                </c:pt>
                <c:pt idx="17700">
                  <c:v>0.70681481481481478</c:v>
                </c:pt>
                <c:pt idx="17701">
                  <c:v>0.70696296296296302</c:v>
                </c:pt>
                <c:pt idx="17702">
                  <c:v>0.70696296296296302</c:v>
                </c:pt>
                <c:pt idx="17703">
                  <c:v>0.70696296296296302</c:v>
                </c:pt>
                <c:pt idx="17704">
                  <c:v>0.70696296296296302</c:v>
                </c:pt>
                <c:pt idx="17705">
                  <c:v>0.70696296296296302</c:v>
                </c:pt>
                <c:pt idx="17706">
                  <c:v>0.70696296296296302</c:v>
                </c:pt>
                <c:pt idx="17707">
                  <c:v>0.70696296296296302</c:v>
                </c:pt>
                <c:pt idx="17708">
                  <c:v>0.70696296296296302</c:v>
                </c:pt>
                <c:pt idx="17709">
                  <c:v>0.70696296296296302</c:v>
                </c:pt>
                <c:pt idx="17710">
                  <c:v>0.70711111111111113</c:v>
                </c:pt>
                <c:pt idx="17711">
                  <c:v>0.70725925925925925</c:v>
                </c:pt>
                <c:pt idx="17712">
                  <c:v>0.70725925925925925</c:v>
                </c:pt>
                <c:pt idx="17713">
                  <c:v>0.70740740740740737</c:v>
                </c:pt>
                <c:pt idx="17714">
                  <c:v>0.70740740740740737</c:v>
                </c:pt>
                <c:pt idx="17715">
                  <c:v>0.70740740740740737</c:v>
                </c:pt>
                <c:pt idx="17716">
                  <c:v>0.70740740740740737</c:v>
                </c:pt>
                <c:pt idx="17717">
                  <c:v>0.70740740740740737</c:v>
                </c:pt>
                <c:pt idx="17718">
                  <c:v>0.7075555555555556</c:v>
                </c:pt>
                <c:pt idx="17719">
                  <c:v>0.7075555555555556</c:v>
                </c:pt>
                <c:pt idx="17720">
                  <c:v>0.7075555555555556</c:v>
                </c:pt>
                <c:pt idx="17721">
                  <c:v>0.7075555555555556</c:v>
                </c:pt>
                <c:pt idx="17722">
                  <c:v>0.70770370370370372</c:v>
                </c:pt>
                <c:pt idx="17723">
                  <c:v>0.70770370370370372</c:v>
                </c:pt>
                <c:pt idx="17724">
                  <c:v>0.70785185185185184</c:v>
                </c:pt>
                <c:pt idx="17725">
                  <c:v>0.70799999999999996</c:v>
                </c:pt>
                <c:pt idx="17726">
                  <c:v>0.70799999999999996</c:v>
                </c:pt>
                <c:pt idx="17727">
                  <c:v>0.70799999999999996</c:v>
                </c:pt>
                <c:pt idx="17728">
                  <c:v>0.70799999999999996</c:v>
                </c:pt>
                <c:pt idx="17729">
                  <c:v>0.70799999999999996</c:v>
                </c:pt>
                <c:pt idx="17730">
                  <c:v>0.70799999999999996</c:v>
                </c:pt>
                <c:pt idx="17731">
                  <c:v>0.70814814814814819</c:v>
                </c:pt>
                <c:pt idx="17732">
                  <c:v>0.70814814814814819</c:v>
                </c:pt>
                <c:pt idx="17733">
                  <c:v>0.70829629629629631</c:v>
                </c:pt>
                <c:pt idx="17734">
                  <c:v>0.70829629629629631</c:v>
                </c:pt>
                <c:pt idx="17735">
                  <c:v>0.70844444444444443</c:v>
                </c:pt>
                <c:pt idx="17736">
                  <c:v>0.70844444444444443</c:v>
                </c:pt>
                <c:pt idx="17737">
                  <c:v>0.70844444444444443</c:v>
                </c:pt>
                <c:pt idx="17738">
                  <c:v>0.70844444444444443</c:v>
                </c:pt>
                <c:pt idx="17739">
                  <c:v>0.70859259259259255</c:v>
                </c:pt>
                <c:pt idx="17740">
                  <c:v>0.70859259259259255</c:v>
                </c:pt>
                <c:pt idx="17741">
                  <c:v>0.70874074074074078</c:v>
                </c:pt>
                <c:pt idx="17742">
                  <c:v>0.70874074074074078</c:v>
                </c:pt>
                <c:pt idx="17743">
                  <c:v>0.70874074074074078</c:v>
                </c:pt>
                <c:pt idx="17744">
                  <c:v>0.70874074074074078</c:v>
                </c:pt>
                <c:pt idx="17745">
                  <c:v>0.70874074074074078</c:v>
                </c:pt>
                <c:pt idx="17746">
                  <c:v>0.7088888888888889</c:v>
                </c:pt>
                <c:pt idx="17747">
                  <c:v>0.70903703703703702</c:v>
                </c:pt>
                <c:pt idx="17748">
                  <c:v>0.70903703703703702</c:v>
                </c:pt>
                <c:pt idx="17749">
                  <c:v>0.70903703703703702</c:v>
                </c:pt>
                <c:pt idx="17750">
                  <c:v>0.70903703703703702</c:v>
                </c:pt>
                <c:pt idx="17751">
                  <c:v>0.70903703703703702</c:v>
                </c:pt>
                <c:pt idx="17752">
                  <c:v>0.70903703703703702</c:v>
                </c:pt>
                <c:pt idx="17753">
                  <c:v>0.70903703703703702</c:v>
                </c:pt>
                <c:pt idx="17754">
                  <c:v>0.70903703703703702</c:v>
                </c:pt>
                <c:pt idx="17755">
                  <c:v>0.70903703703703702</c:v>
                </c:pt>
                <c:pt idx="17756">
                  <c:v>0.70903703703703702</c:v>
                </c:pt>
                <c:pt idx="17757">
                  <c:v>0.70903703703703702</c:v>
                </c:pt>
                <c:pt idx="17758">
                  <c:v>0.70903703703703702</c:v>
                </c:pt>
                <c:pt idx="17759">
                  <c:v>0.70903703703703702</c:v>
                </c:pt>
                <c:pt idx="17760">
                  <c:v>0.70903703703703702</c:v>
                </c:pt>
                <c:pt idx="17761">
                  <c:v>0.70903703703703702</c:v>
                </c:pt>
                <c:pt idx="17762">
                  <c:v>0.70918518518518514</c:v>
                </c:pt>
                <c:pt idx="17763">
                  <c:v>0.70918518518518514</c:v>
                </c:pt>
                <c:pt idx="17764">
                  <c:v>0.70918518518518514</c:v>
                </c:pt>
                <c:pt idx="17765">
                  <c:v>0.70918518518518514</c:v>
                </c:pt>
                <c:pt idx="17766">
                  <c:v>0.70918518518518514</c:v>
                </c:pt>
                <c:pt idx="17767">
                  <c:v>0.70933333333333337</c:v>
                </c:pt>
                <c:pt idx="17768">
                  <c:v>0.70933333333333337</c:v>
                </c:pt>
                <c:pt idx="17769">
                  <c:v>0.70933333333333337</c:v>
                </c:pt>
                <c:pt idx="17770">
                  <c:v>0.70948148148148149</c:v>
                </c:pt>
                <c:pt idx="17771">
                  <c:v>0.70948148148148149</c:v>
                </c:pt>
                <c:pt idx="17772">
                  <c:v>0.70962962962962961</c:v>
                </c:pt>
                <c:pt idx="17773">
                  <c:v>0.70977777777777773</c:v>
                </c:pt>
                <c:pt idx="17774">
                  <c:v>0.70992592592592596</c:v>
                </c:pt>
                <c:pt idx="17775">
                  <c:v>0.71007407407407408</c:v>
                </c:pt>
                <c:pt idx="17776">
                  <c:v>0.71007407407407408</c:v>
                </c:pt>
                <c:pt idx="17777">
                  <c:v>0.7102222222222222</c:v>
                </c:pt>
                <c:pt idx="17778">
                  <c:v>0.7102222222222222</c:v>
                </c:pt>
                <c:pt idx="17779">
                  <c:v>0.7102222222222222</c:v>
                </c:pt>
                <c:pt idx="17780">
                  <c:v>0.71037037037037032</c:v>
                </c:pt>
                <c:pt idx="17781">
                  <c:v>0.71037037037037032</c:v>
                </c:pt>
                <c:pt idx="17782">
                  <c:v>0.71037037037037032</c:v>
                </c:pt>
                <c:pt idx="17783">
                  <c:v>0.71037037037037032</c:v>
                </c:pt>
                <c:pt idx="17784">
                  <c:v>0.71037037037037032</c:v>
                </c:pt>
                <c:pt idx="17785">
                  <c:v>0.71051851851851855</c:v>
                </c:pt>
                <c:pt idx="17786">
                  <c:v>0.71051851851851855</c:v>
                </c:pt>
                <c:pt idx="17787">
                  <c:v>0.71051851851851855</c:v>
                </c:pt>
                <c:pt idx="17788">
                  <c:v>0.71051851851851855</c:v>
                </c:pt>
                <c:pt idx="17789">
                  <c:v>0.71051851851851855</c:v>
                </c:pt>
                <c:pt idx="17790">
                  <c:v>0.71051851851851855</c:v>
                </c:pt>
                <c:pt idx="17791">
                  <c:v>0.71066666666666667</c:v>
                </c:pt>
                <c:pt idx="17792">
                  <c:v>0.71066666666666667</c:v>
                </c:pt>
                <c:pt idx="17793">
                  <c:v>0.71066666666666667</c:v>
                </c:pt>
                <c:pt idx="17794">
                  <c:v>0.71066666666666667</c:v>
                </c:pt>
                <c:pt idx="17795">
                  <c:v>0.71066666666666667</c:v>
                </c:pt>
                <c:pt idx="17796">
                  <c:v>0.71066666666666667</c:v>
                </c:pt>
                <c:pt idx="17797">
                  <c:v>0.71081481481481479</c:v>
                </c:pt>
                <c:pt idx="17798">
                  <c:v>0.71081481481481479</c:v>
                </c:pt>
                <c:pt idx="17799">
                  <c:v>0.71081481481481479</c:v>
                </c:pt>
                <c:pt idx="17800">
                  <c:v>0.71096296296296291</c:v>
                </c:pt>
                <c:pt idx="17801">
                  <c:v>0.71096296296296291</c:v>
                </c:pt>
                <c:pt idx="17802">
                  <c:v>0.71111111111111114</c:v>
                </c:pt>
                <c:pt idx="17803">
                  <c:v>0.71125925925925926</c:v>
                </c:pt>
                <c:pt idx="17804">
                  <c:v>0.71125925925925926</c:v>
                </c:pt>
                <c:pt idx="17805">
                  <c:v>0.71125925925925926</c:v>
                </c:pt>
                <c:pt idx="17806">
                  <c:v>0.71140740740740738</c:v>
                </c:pt>
                <c:pt idx="17807">
                  <c:v>0.71140740740740738</c:v>
                </c:pt>
                <c:pt idx="17808">
                  <c:v>0.71140740740740738</c:v>
                </c:pt>
                <c:pt idx="17809">
                  <c:v>0.71155555555555561</c:v>
                </c:pt>
                <c:pt idx="17810">
                  <c:v>0.71155555555555561</c:v>
                </c:pt>
                <c:pt idx="17811">
                  <c:v>0.71170370370370373</c:v>
                </c:pt>
                <c:pt idx="17812">
                  <c:v>0.71170370370370373</c:v>
                </c:pt>
                <c:pt idx="17813">
                  <c:v>0.71170370370370373</c:v>
                </c:pt>
                <c:pt idx="17814">
                  <c:v>0.71170370370370373</c:v>
                </c:pt>
                <c:pt idx="17815">
                  <c:v>0.71170370370370373</c:v>
                </c:pt>
                <c:pt idx="17816">
                  <c:v>0.71170370370370373</c:v>
                </c:pt>
                <c:pt idx="17817">
                  <c:v>0.71170370370370373</c:v>
                </c:pt>
                <c:pt idx="17818">
                  <c:v>0.71170370370370373</c:v>
                </c:pt>
                <c:pt idx="17819">
                  <c:v>0.71170370370370373</c:v>
                </c:pt>
                <c:pt idx="17820">
                  <c:v>0.71170370370370373</c:v>
                </c:pt>
                <c:pt idx="17821">
                  <c:v>0.71170370370370373</c:v>
                </c:pt>
                <c:pt idx="17822">
                  <c:v>0.71185185185185185</c:v>
                </c:pt>
                <c:pt idx="17823">
                  <c:v>0.71185185185185185</c:v>
                </c:pt>
                <c:pt idx="17824">
                  <c:v>0.71199999999999997</c:v>
                </c:pt>
                <c:pt idx="17825">
                  <c:v>0.7121481481481482</c:v>
                </c:pt>
                <c:pt idx="17826">
                  <c:v>0.7121481481481482</c:v>
                </c:pt>
                <c:pt idx="17827">
                  <c:v>0.7121481481481482</c:v>
                </c:pt>
                <c:pt idx="17828">
                  <c:v>0.71229629629629632</c:v>
                </c:pt>
                <c:pt idx="17829">
                  <c:v>0.71229629629629632</c:v>
                </c:pt>
                <c:pt idx="17830">
                  <c:v>0.71229629629629632</c:v>
                </c:pt>
                <c:pt idx="17831">
                  <c:v>0.71229629629629632</c:v>
                </c:pt>
                <c:pt idx="17832">
                  <c:v>0.71229629629629632</c:v>
                </c:pt>
                <c:pt idx="17833">
                  <c:v>0.71229629629629632</c:v>
                </c:pt>
                <c:pt idx="17834">
                  <c:v>0.71229629629629632</c:v>
                </c:pt>
                <c:pt idx="17835">
                  <c:v>0.71229629629629632</c:v>
                </c:pt>
                <c:pt idx="17836">
                  <c:v>0.71229629629629632</c:v>
                </c:pt>
                <c:pt idx="17837">
                  <c:v>0.71229629629629632</c:v>
                </c:pt>
                <c:pt idx="17838">
                  <c:v>0.71244444444444444</c:v>
                </c:pt>
                <c:pt idx="17839">
                  <c:v>0.71244444444444444</c:v>
                </c:pt>
                <c:pt idx="17840">
                  <c:v>0.71259259259259256</c:v>
                </c:pt>
                <c:pt idx="17841">
                  <c:v>0.71259259259259256</c:v>
                </c:pt>
                <c:pt idx="17842">
                  <c:v>0.71274074074074079</c:v>
                </c:pt>
                <c:pt idx="17843">
                  <c:v>0.71274074074074079</c:v>
                </c:pt>
                <c:pt idx="17844">
                  <c:v>0.71274074074074079</c:v>
                </c:pt>
                <c:pt idx="17845">
                  <c:v>0.71274074074074079</c:v>
                </c:pt>
                <c:pt idx="17846">
                  <c:v>0.71274074074074079</c:v>
                </c:pt>
                <c:pt idx="17847">
                  <c:v>0.71274074074074079</c:v>
                </c:pt>
                <c:pt idx="17848">
                  <c:v>0.71274074074074079</c:v>
                </c:pt>
                <c:pt idx="17849">
                  <c:v>0.71274074074074079</c:v>
                </c:pt>
                <c:pt idx="17850">
                  <c:v>0.71274074074074079</c:v>
                </c:pt>
                <c:pt idx="17851">
                  <c:v>0.71274074074074079</c:v>
                </c:pt>
                <c:pt idx="17852">
                  <c:v>0.71274074074074079</c:v>
                </c:pt>
                <c:pt idx="17853">
                  <c:v>0.71274074074074079</c:v>
                </c:pt>
                <c:pt idx="17854">
                  <c:v>0.71274074074074079</c:v>
                </c:pt>
                <c:pt idx="17855">
                  <c:v>0.71274074074074079</c:v>
                </c:pt>
                <c:pt idx="17856">
                  <c:v>0.71274074074074079</c:v>
                </c:pt>
                <c:pt idx="17857">
                  <c:v>0.71274074074074079</c:v>
                </c:pt>
                <c:pt idx="17858">
                  <c:v>0.71274074074074079</c:v>
                </c:pt>
                <c:pt idx="17859">
                  <c:v>0.71274074074074079</c:v>
                </c:pt>
                <c:pt idx="17860">
                  <c:v>0.71274074074074079</c:v>
                </c:pt>
                <c:pt idx="17861">
                  <c:v>0.71274074074074079</c:v>
                </c:pt>
                <c:pt idx="17862">
                  <c:v>0.71288888888888891</c:v>
                </c:pt>
                <c:pt idx="17863">
                  <c:v>0.71303703703703702</c:v>
                </c:pt>
                <c:pt idx="17864">
                  <c:v>0.71303703703703702</c:v>
                </c:pt>
                <c:pt idx="17865">
                  <c:v>0.71303703703703702</c:v>
                </c:pt>
                <c:pt idx="17866">
                  <c:v>0.71303703703703702</c:v>
                </c:pt>
                <c:pt idx="17867">
                  <c:v>0.71303703703703702</c:v>
                </c:pt>
                <c:pt idx="17868">
                  <c:v>0.71303703703703702</c:v>
                </c:pt>
                <c:pt idx="17869">
                  <c:v>0.71303703703703702</c:v>
                </c:pt>
                <c:pt idx="17870">
                  <c:v>0.71303703703703702</c:v>
                </c:pt>
                <c:pt idx="17871">
                  <c:v>0.71318518518518514</c:v>
                </c:pt>
                <c:pt idx="17872">
                  <c:v>0.71318518518518514</c:v>
                </c:pt>
                <c:pt idx="17873">
                  <c:v>0.71318518518518514</c:v>
                </c:pt>
                <c:pt idx="17874">
                  <c:v>0.71318518518518514</c:v>
                </c:pt>
                <c:pt idx="17875">
                  <c:v>0.71318518518518514</c:v>
                </c:pt>
                <c:pt idx="17876">
                  <c:v>0.71333333333333337</c:v>
                </c:pt>
                <c:pt idx="17877">
                  <c:v>0.71333333333333337</c:v>
                </c:pt>
                <c:pt idx="17878">
                  <c:v>0.71333333333333337</c:v>
                </c:pt>
                <c:pt idx="17879">
                  <c:v>0.71333333333333337</c:v>
                </c:pt>
                <c:pt idx="17880">
                  <c:v>0.71348148148148149</c:v>
                </c:pt>
                <c:pt idx="17881">
                  <c:v>0.71348148148148149</c:v>
                </c:pt>
                <c:pt idx="17882">
                  <c:v>0.71348148148148149</c:v>
                </c:pt>
                <c:pt idx="17883">
                  <c:v>0.71348148148148149</c:v>
                </c:pt>
                <c:pt idx="17884">
                  <c:v>0.71362962962962961</c:v>
                </c:pt>
                <c:pt idx="17885">
                  <c:v>0.71362962962962961</c:v>
                </c:pt>
                <c:pt idx="17886">
                  <c:v>0.71362962962962961</c:v>
                </c:pt>
                <c:pt idx="17887">
                  <c:v>0.71362962962962961</c:v>
                </c:pt>
                <c:pt idx="17888">
                  <c:v>0.71362962962962961</c:v>
                </c:pt>
                <c:pt idx="17889">
                  <c:v>0.71362962962962961</c:v>
                </c:pt>
                <c:pt idx="17890">
                  <c:v>0.71362962962962961</c:v>
                </c:pt>
                <c:pt idx="17891">
                  <c:v>0.71377777777777773</c:v>
                </c:pt>
                <c:pt idx="17892">
                  <c:v>0.71377777777777773</c:v>
                </c:pt>
                <c:pt idx="17893">
                  <c:v>0.71377777777777773</c:v>
                </c:pt>
                <c:pt idx="17894">
                  <c:v>0.71377777777777773</c:v>
                </c:pt>
                <c:pt idx="17895">
                  <c:v>0.71377777777777773</c:v>
                </c:pt>
                <c:pt idx="17896">
                  <c:v>0.71392592592592596</c:v>
                </c:pt>
                <c:pt idx="17897">
                  <c:v>0.71392592592592596</c:v>
                </c:pt>
                <c:pt idx="17898">
                  <c:v>0.71392592592592596</c:v>
                </c:pt>
                <c:pt idx="17899">
                  <c:v>0.71392592592592596</c:v>
                </c:pt>
                <c:pt idx="17900">
                  <c:v>0.71407407407407408</c:v>
                </c:pt>
                <c:pt idx="17901">
                  <c:v>0.71407407407407408</c:v>
                </c:pt>
                <c:pt idx="17902">
                  <c:v>0.71407407407407408</c:v>
                </c:pt>
                <c:pt idx="17903">
                  <c:v>0.7142222222222222</c:v>
                </c:pt>
                <c:pt idx="17904">
                  <c:v>0.7142222222222222</c:v>
                </c:pt>
                <c:pt idx="17905">
                  <c:v>0.71437037037037032</c:v>
                </c:pt>
                <c:pt idx="17906">
                  <c:v>0.71451851851851855</c:v>
                </c:pt>
                <c:pt idx="17907">
                  <c:v>0.71466666666666667</c:v>
                </c:pt>
                <c:pt idx="17908">
                  <c:v>0.71481481481481479</c:v>
                </c:pt>
                <c:pt idx="17909">
                  <c:v>0.71481481481481479</c:v>
                </c:pt>
                <c:pt idx="17910">
                  <c:v>0.71496296296296291</c:v>
                </c:pt>
                <c:pt idx="17911">
                  <c:v>0.71496296296296291</c:v>
                </c:pt>
                <c:pt idx="17912">
                  <c:v>0.71496296296296291</c:v>
                </c:pt>
                <c:pt idx="17913">
                  <c:v>0.71496296296296291</c:v>
                </c:pt>
                <c:pt idx="17914">
                  <c:v>0.71496296296296291</c:v>
                </c:pt>
                <c:pt idx="17915">
                  <c:v>0.71496296296296291</c:v>
                </c:pt>
                <c:pt idx="17916">
                  <c:v>0.71511111111111114</c:v>
                </c:pt>
                <c:pt idx="17917">
                  <c:v>0.71511111111111114</c:v>
                </c:pt>
                <c:pt idx="17918">
                  <c:v>0.71525925925925926</c:v>
                </c:pt>
                <c:pt idx="17919">
                  <c:v>0.71525925925925926</c:v>
                </c:pt>
                <c:pt idx="17920">
                  <c:v>0.71525925925925926</c:v>
                </c:pt>
                <c:pt idx="17921">
                  <c:v>0.71525925925925926</c:v>
                </c:pt>
                <c:pt idx="17922">
                  <c:v>0.71525925925925926</c:v>
                </c:pt>
                <c:pt idx="17923">
                  <c:v>0.71525925925925926</c:v>
                </c:pt>
                <c:pt idx="17924">
                  <c:v>0.71525925925925926</c:v>
                </c:pt>
                <c:pt idx="17925">
                  <c:v>0.71525925925925926</c:v>
                </c:pt>
                <c:pt idx="17926">
                  <c:v>0.71540740740740738</c:v>
                </c:pt>
                <c:pt idx="17927">
                  <c:v>0.71540740740740738</c:v>
                </c:pt>
                <c:pt idx="17928">
                  <c:v>0.71540740740740738</c:v>
                </c:pt>
                <c:pt idx="17929">
                  <c:v>0.71540740740740738</c:v>
                </c:pt>
                <c:pt idx="17930">
                  <c:v>0.71540740740740738</c:v>
                </c:pt>
                <c:pt idx="17931">
                  <c:v>0.71540740740740738</c:v>
                </c:pt>
                <c:pt idx="17932">
                  <c:v>0.7155555555555555</c:v>
                </c:pt>
                <c:pt idx="17933">
                  <c:v>0.71570370370370373</c:v>
                </c:pt>
                <c:pt idx="17934">
                  <c:v>0.71585185185185185</c:v>
                </c:pt>
                <c:pt idx="17935">
                  <c:v>0.71585185185185185</c:v>
                </c:pt>
                <c:pt idx="17936">
                  <c:v>0.71585185185185185</c:v>
                </c:pt>
                <c:pt idx="17937">
                  <c:v>0.71585185185185185</c:v>
                </c:pt>
                <c:pt idx="17938">
                  <c:v>0.71599999999999997</c:v>
                </c:pt>
                <c:pt idx="17939">
                  <c:v>0.71599999999999997</c:v>
                </c:pt>
                <c:pt idx="17940">
                  <c:v>0.71599999999999997</c:v>
                </c:pt>
                <c:pt idx="17941">
                  <c:v>0.71599999999999997</c:v>
                </c:pt>
                <c:pt idx="17942">
                  <c:v>0.71599999999999997</c:v>
                </c:pt>
                <c:pt idx="17943">
                  <c:v>0.71599999999999997</c:v>
                </c:pt>
                <c:pt idx="17944">
                  <c:v>0.7161481481481482</c:v>
                </c:pt>
                <c:pt idx="17945">
                  <c:v>0.71629629629629632</c:v>
                </c:pt>
                <c:pt idx="17946">
                  <c:v>0.71629629629629632</c:v>
                </c:pt>
                <c:pt idx="17947">
                  <c:v>0.71629629629629632</c:v>
                </c:pt>
                <c:pt idx="17948">
                  <c:v>0.71644444444444444</c:v>
                </c:pt>
                <c:pt idx="17949">
                  <c:v>0.71644444444444444</c:v>
                </c:pt>
                <c:pt idx="17950">
                  <c:v>0.71659259259259256</c:v>
                </c:pt>
                <c:pt idx="17951">
                  <c:v>0.71674074074074079</c:v>
                </c:pt>
                <c:pt idx="17952">
                  <c:v>0.71674074074074079</c:v>
                </c:pt>
                <c:pt idx="17953">
                  <c:v>0.71688888888888891</c:v>
                </c:pt>
                <c:pt idx="17954">
                  <c:v>0.71688888888888891</c:v>
                </c:pt>
                <c:pt idx="17955">
                  <c:v>0.71688888888888891</c:v>
                </c:pt>
                <c:pt idx="17956">
                  <c:v>0.71688888888888891</c:v>
                </c:pt>
                <c:pt idx="17957">
                  <c:v>0.71688888888888891</c:v>
                </c:pt>
                <c:pt idx="17958">
                  <c:v>0.71688888888888891</c:v>
                </c:pt>
                <c:pt idx="17959">
                  <c:v>0.71688888888888891</c:v>
                </c:pt>
                <c:pt idx="17960">
                  <c:v>0.71688888888888891</c:v>
                </c:pt>
                <c:pt idx="17961">
                  <c:v>0.71688888888888891</c:v>
                </c:pt>
                <c:pt idx="17962">
                  <c:v>0.71688888888888891</c:v>
                </c:pt>
                <c:pt idx="17963">
                  <c:v>0.71688888888888891</c:v>
                </c:pt>
                <c:pt idx="17964">
                  <c:v>0.71703703703703703</c:v>
                </c:pt>
                <c:pt idx="17965">
                  <c:v>0.71718518518518515</c:v>
                </c:pt>
                <c:pt idx="17966">
                  <c:v>0.71733333333333338</c:v>
                </c:pt>
                <c:pt idx="17967">
                  <c:v>0.71733333333333338</c:v>
                </c:pt>
                <c:pt idx="17968">
                  <c:v>0.71733333333333338</c:v>
                </c:pt>
                <c:pt idx="17969">
                  <c:v>0.71733333333333338</c:v>
                </c:pt>
                <c:pt idx="17970">
                  <c:v>0.71733333333333338</c:v>
                </c:pt>
                <c:pt idx="17971">
                  <c:v>0.71733333333333338</c:v>
                </c:pt>
                <c:pt idx="17972">
                  <c:v>0.71733333333333338</c:v>
                </c:pt>
                <c:pt idx="17973">
                  <c:v>0.71733333333333338</c:v>
                </c:pt>
                <c:pt idx="17974">
                  <c:v>0.71733333333333338</c:v>
                </c:pt>
                <c:pt idx="17975">
                  <c:v>0.71733333333333338</c:v>
                </c:pt>
                <c:pt idx="17976">
                  <c:v>0.71733333333333338</c:v>
                </c:pt>
                <c:pt idx="17977">
                  <c:v>0.71733333333333338</c:v>
                </c:pt>
                <c:pt idx="17978">
                  <c:v>0.7174814814814815</c:v>
                </c:pt>
                <c:pt idx="17979">
                  <c:v>0.71762962962962962</c:v>
                </c:pt>
                <c:pt idx="17980">
                  <c:v>0.71777777777777774</c:v>
                </c:pt>
                <c:pt idx="17981">
                  <c:v>0.71777777777777774</c:v>
                </c:pt>
                <c:pt idx="17982">
                  <c:v>0.71777777777777774</c:v>
                </c:pt>
                <c:pt idx="17983">
                  <c:v>0.71792592592592597</c:v>
                </c:pt>
                <c:pt idx="17984">
                  <c:v>0.71792592592592597</c:v>
                </c:pt>
                <c:pt idx="17985">
                  <c:v>0.71792592592592597</c:v>
                </c:pt>
                <c:pt idx="17986">
                  <c:v>0.71792592592592597</c:v>
                </c:pt>
                <c:pt idx="17987">
                  <c:v>0.71792592592592597</c:v>
                </c:pt>
                <c:pt idx="17988">
                  <c:v>0.71792592592592597</c:v>
                </c:pt>
                <c:pt idx="17989">
                  <c:v>0.71792592592592597</c:v>
                </c:pt>
                <c:pt idx="17990">
                  <c:v>0.71792592592592597</c:v>
                </c:pt>
                <c:pt idx="17991">
                  <c:v>0.71792592592592597</c:v>
                </c:pt>
                <c:pt idx="17992">
                  <c:v>0.71792592592592597</c:v>
                </c:pt>
                <c:pt idx="17993">
                  <c:v>0.71792592592592597</c:v>
                </c:pt>
                <c:pt idx="17994">
                  <c:v>0.71792592592592597</c:v>
                </c:pt>
                <c:pt idx="17995">
                  <c:v>0.71792592592592597</c:v>
                </c:pt>
                <c:pt idx="17996">
                  <c:v>0.71792592592592597</c:v>
                </c:pt>
                <c:pt idx="17997">
                  <c:v>0.71807407407407409</c:v>
                </c:pt>
                <c:pt idx="17998">
                  <c:v>0.71807407407407409</c:v>
                </c:pt>
                <c:pt idx="17999">
                  <c:v>0.71822222222222221</c:v>
                </c:pt>
                <c:pt idx="18000">
                  <c:v>0.71822222222222221</c:v>
                </c:pt>
                <c:pt idx="18001">
                  <c:v>0.71822222222222221</c:v>
                </c:pt>
                <c:pt idx="18002">
                  <c:v>0.71822222222222221</c:v>
                </c:pt>
                <c:pt idx="18003">
                  <c:v>0.71822222222222221</c:v>
                </c:pt>
                <c:pt idx="18004">
                  <c:v>0.71822222222222221</c:v>
                </c:pt>
                <c:pt idx="18005">
                  <c:v>0.71822222222222221</c:v>
                </c:pt>
                <c:pt idx="18006">
                  <c:v>0.71822222222222221</c:v>
                </c:pt>
                <c:pt idx="18007">
                  <c:v>0.71822222222222221</c:v>
                </c:pt>
                <c:pt idx="18008">
                  <c:v>0.71837037037037033</c:v>
                </c:pt>
                <c:pt idx="18009">
                  <c:v>0.71837037037037033</c:v>
                </c:pt>
                <c:pt idx="18010">
                  <c:v>0.71851851851851856</c:v>
                </c:pt>
                <c:pt idx="18011">
                  <c:v>0.71851851851851856</c:v>
                </c:pt>
                <c:pt idx="18012">
                  <c:v>0.71866666666666668</c:v>
                </c:pt>
                <c:pt idx="18013">
                  <c:v>0.71866666666666668</c:v>
                </c:pt>
                <c:pt idx="18014">
                  <c:v>0.71866666666666668</c:v>
                </c:pt>
                <c:pt idx="18015">
                  <c:v>0.71866666666666668</c:v>
                </c:pt>
                <c:pt idx="18016">
                  <c:v>0.71866666666666668</c:v>
                </c:pt>
                <c:pt idx="18017">
                  <c:v>0.71866666666666668</c:v>
                </c:pt>
                <c:pt idx="18018">
                  <c:v>0.71866666666666668</c:v>
                </c:pt>
                <c:pt idx="18019">
                  <c:v>0.71866666666666668</c:v>
                </c:pt>
                <c:pt idx="18020">
                  <c:v>0.71866666666666668</c:v>
                </c:pt>
                <c:pt idx="18021">
                  <c:v>0.71866666666666668</c:v>
                </c:pt>
                <c:pt idx="18022">
                  <c:v>0.71866666666666668</c:v>
                </c:pt>
                <c:pt idx="18023">
                  <c:v>0.71866666666666668</c:v>
                </c:pt>
                <c:pt idx="18024">
                  <c:v>0.7188148148148148</c:v>
                </c:pt>
                <c:pt idx="18025">
                  <c:v>0.71896296296296291</c:v>
                </c:pt>
                <c:pt idx="18026">
                  <c:v>0.71896296296296291</c:v>
                </c:pt>
                <c:pt idx="18027">
                  <c:v>0.71896296296296291</c:v>
                </c:pt>
                <c:pt idx="18028">
                  <c:v>0.71896296296296291</c:v>
                </c:pt>
                <c:pt idx="18029">
                  <c:v>0.71911111111111115</c:v>
                </c:pt>
                <c:pt idx="18030">
                  <c:v>0.71911111111111115</c:v>
                </c:pt>
                <c:pt idx="18031">
                  <c:v>0.71911111111111115</c:v>
                </c:pt>
                <c:pt idx="18032">
                  <c:v>0.71911111111111115</c:v>
                </c:pt>
                <c:pt idx="18033">
                  <c:v>0.71911111111111115</c:v>
                </c:pt>
                <c:pt idx="18034">
                  <c:v>0.71911111111111115</c:v>
                </c:pt>
                <c:pt idx="18035">
                  <c:v>0.71925925925925926</c:v>
                </c:pt>
                <c:pt idx="18036">
                  <c:v>0.71940740740740738</c:v>
                </c:pt>
                <c:pt idx="18037">
                  <c:v>0.71940740740740738</c:v>
                </c:pt>
                <c:pt idx="18038">
                  <c:v>0.71940740740740738</c:v>
                </c:pt>
                <c:pt idx="18039">
                  <c:v>0.7195555555555555</c:v>
                </c:pt>
                <c:pt idx="18040">
                  <c:v>0.7195555555555555</c:v>
                </c:pt>
                <c:pt idx="18041">
                  <c:v>0.7195555555555555</c:v>
                </c:pt>
                <c:pt idx="18042">
                  <c:v>0.7195555555555555</c:v>
                </c:pt>
                <c:pt idx="18043">
                  <c:v>0.71970370370370373</c:v>
                </c:pt>
                <c:pt idx="18044">
                  <c:v>0.71970370370370373</c:v>
                </c:pt>
                <c:pt idx="18045">
                  <c:v>0.71970370370370373</c:v>
                </c:pt>
                <c:pt idx="18046">
                  <c:v>0.71970370370370373</c:v>
                </c:pt>
                <c:pt idx="18047">
                  <c:v>0.71970370370370373</c:v>
                </c:pt>
                <c:pt idx="18048">
                  <c:v>0.71970370370370373</c:v>
                </c:pt>
                <c:pt idx="18049">
                  <c:v>0.71985185185185185</c:v>
                </c:pt>
                <c:pt idx="18050">
                  <c:v>0.72</c:v>
                </c:pt>
                <c:pt idx="18051">
                  <c:v>0.72</c:v>
                </c:pt>
                <c:pt idx="18052">
                  <c:v>0.72</c:v>
                </c:pt>
                <c:pt idx="18053">
                  <c:v>0.72014814814814809</c:v>
                </c:pt>
                <c:pt idx="18054">
                  <c:v>0.72029629629629632</c:v>
                </c:pt>
                <c:pt idx="18055">
                  <c:v>0.72029629629629632</c:v>
                </c:pt>
                <c:pt idx="18056">
                  <c:v>0.72029629629629632</c:v>
                </c:pt>
                <c:pt idx="18057">
                  <c:v>0.72029629629629632</c:v>
                </c:pt>
                <c:pt idx="18058">
                  <c:v>0.72029629629629632</c:v>
                </c:pt>
                <c:pt idx="18059">
                  <c:v>0.72044444444444444</c:v>
                </c:pt>
                <c:pt idx="18060">
                  <c:v>0.72059259259259256</c:v>
                </c:pt>
                <c:pt idx="18061">
                  <c:v>0.72074074074074079</c:v>
                </c:pt>
                <c:pt idx="18062">
                  <c:v>0.72088888888888891</c:v>
                </c:pt>
                <c:pt idx="18063">
                  <c:v>0.72088888888888891</c:v>
                </c:pt>
                <c:pt idx="18064">
                  <c:v>0.72103703703703703</c:v>
                </c:pt>
                <c:pt idx="18065">
                  <c:v>0.72118518518518515</c:v>
                </c:pt>
                <c:pt idx="18066">
                  <c:v>0.72133333333333338</c:v>
                </c:pt>
                <c:pt idx="18067">
                  <c:v>0.7214814814814815</c:v>
                </c:pt>
                <c:pt idx="18068">
                  <c:v>0.7214814814814815</c:v>
                </c:pt>
                <c:pt idx="18069">
                  <c:v>0.7214814814814815</c:v>
                </c:pt>
                <c:pt idx="18070">
                  <c:v>0.7214814814814815</c:v>
                </c:pt>
                <c:pt idx="18071">
                  <c:v>0.7214814814814815</c:v>
                </c:pt>
                <c:pt idx="18072">
                  <c:v>0.7214814814814815</c:v>
                </c:pt>
                <c:pt idx="18073">
                  <c:v>0.7214814814814815</c:v>
                </c:pt>
                <c:pt idx="18074">
                  <c:v>0.7214814814814815</c:v>
                </c:pt>
                <c:pt idx="18075">
                  <c:v>0.7214814814814815</c:v>
                </c:pt>
                <c:pt idx="18076">
                  <c:v>0.7214814814814815</c:v>
                </c:pt>
                <c:pt idx="18077">
                  <c:v>0.7214814814814815</c:v>
                </c:pt>
                <c:pt idx="18078">
                  <c:v>0.7214814814814815</c:v>
                </c:pt>
                <c:pt idx="18079">
                  <c:v>0.7214814814814815</c:v>
                </c:pt>
                <c:pt idx="18080">
                  <c:v>0.7214814814814815</c:v>
                </c:pt>
                <c:pt idx="18081">
                  <c:v>0.7214814814814815</c:v>
                </c:pt>
                <c:pt idx="18082">
                  <c:v>0.7214814814814815</c:v>
                </c:pt>
                <c:pt idx="18083">
                  <c:v>0.7214814814814815</c:v>
                </c:pt>
                <c:pt idx="18084">
                  <c:v>0.7214814814814815</c:v>
                </c:pt>
                <c:pt idx="18085">
                  <c:v>0.7214814814814815</c:v>
                </c:pt>
                <c:pt idx="18086">
                  <c:v>0.7214814814814815</c:v>
                </c:pt>
                <c:pt idx="18087">
                  <c:v>0.7214814814814815</c:v>
                </c:pt>
                <c:pt idx="18088">
                  <c:v>0.7214814814814815</c:v>
                </c:pt>
                <c:pt idx="18089">
                  <c:v>0.7214814814814815</c:v>
                </c:pt>
                <c:pt idx="18090">
                  <c:v>0.7214814814814815</c:v>
                </c:pt>
                <c:pt idx="18091">
                  <c:v>0.7214814814814815</c:v>
                </c:pt>
                <c:pt idx="18092">
                  <c:v>0.7214814814814815</c:v>
                </c:pt>
                <c:pt idx="18093">
                  <c:v>0.7214814814814815</c:v>
                </c:pt>
                <c:pt idx="18094">
                  <c:v>0.7214814814814815</c:v>
                </c:pt>
                <c:pt idx="18095">
                  <c:v>0.7214814814814815</c:v>
                </c:pt>
                <c:pt idx="18096">
                  <c:v>0.72162962962962962</c:v>
                </c:pt>
                <c:pt idx="18097">
                  <c:v>0.72162962962962962</c:v>
                </c:pt>
                <c:pt idx="18098">
                  <c:v>0.72162962962962962</c:v>
                </c:pt>
                <c:pt idx="18099">
                  <c:v>0.72177777777777774</c:v>
                </c:pt>
                <c:pt idx="18100">
                  <c:v>0.72177777777777774</c:v>
                </c:pt>
                <c:pt idx="18101">
                  <c:v>0.72177777777777774</c:v>
                </c:pt>
                <c:pt idx="18102">
                  <c:v>0.72192592592592597</c:v>
                </c:pt>
                <c:pt idx="18103">
                  <c:v>0.72192592592592597</c:v>
                </c:pt>
                <c:pt idx="18104">
                  <c:v>0.72192592592592597</c:v>
                </c:pt>
                <c:pt idx="18105">
                  <c:v>0.72192592592592597</c:v>
                </c:pt>
                <c:pt idx="18106">
                  <c:v>0.72207407407407409</c:v>
                </c:pt>
                <c:pt idx="18107">
                  <c:v>0.72207407407407409</c:v>
                </c:pt>
                <c:pt idx="18108">
                  <c:v>0.72207407407407409</c:v>
                </c:pt>
                <c:pt idx="18109">
                  <c:v>0.72222222222222221</c:v>
                </c:pt>
                <c:pt idx="18110">
                  <c:v>0.72222222222222221</c:v>
                </c:pt>
                <c:pt idx="18111">
                  <c:v>0.72222222222222221</c:v>
                </c:pt>
                <c:pt idx="18112">
                  <c:v>0.72222222222222221</c:v>
                </c:pt>
                <c:pt idx="18113">
                  <c:v>0.72237037037037033</c:v>
                </c:pt>
                <c:pt idx="18114">
                  <c:v>0.72251851851851856</c:v>
                </c:pt>
                <c:pt idx="18115">
                  <c:v>0.72266666666666668</c:v>
                </c:pt>
                <c:pt idx="18116">
                  <c:v>0.72266666666666668</c:v>
                </c:pt>
                <c:pt idx="18117">
                  <c:v>0.72266666666666668</c:v>
                </c:pt>
                <c:pt idx="18118">
                  <c:v>0.72266666666666668</c:v>
                </c:pt>
                <c:pt idx="18119">
                  <c:v>0.72266666666666668</c:v>
                </c:pt>
                <c:pt idx="18120">
                  <c:v>0.72266666666666668</c:v>
                </c:pt>
                <c:pt idx="18121">
                  <c:v>0.7228148148148148</c:v>
                </c:pt>
                <c:pt idx="18122">
                  <c:v>0.72296296296296292</c:v>
                </c:pt>
                <c:pt idx="18123">
                  <c:v>0.72296296296296292</c:v>
                </c:pt>
                <c:pt idx="18124">
                  <c:v>0.72296296296296292</c:v>
                </c:pt>
                <c:pt idx="18125">
                  <c:v>0.72296296296296292</c:v>
                </c:pt>
                <c:pt idx="18126">
                  <c:v>0.72296296296296292</c:v>
                </c:pt>
                <c:pt idx="18127">
                  <c:v>0.72296296296296292</c:v>
                </c:pt>
                <c:pt idx="18128">
                  <c:v>0.72296296296296292</c:v>
                </c:pt>
                <c:pt idx="18129">
                  <c:v>0.72296296296296292</c:v>
                </c:pt>
                <c:pt idx="18130">
                  <c:v>0.72296296296296292</c:v>
                </c:pt>
                <c:pt idx="18131">
                  <c:v>0.72296296296296292</c:v>
                </c:pt>
                <c:pt idx="18132">
                  <c:v>0.72311111111111115</c:v>
                </c:pt>
                <c:pt idx="18133">
                  <c:v>0.72311111111111115</c:v>
                </c:pt>
                <c:pt idx="18134">
                  <c:v>0.72325925925925927</c:v>
                </c:pt>
                <c:pt idx="18135">
                  <c:v>0.72325925925925927</c:v>
                </c:pt>
                <c:pt idx="18136">
                  <c:v>0.72325925925925927</c:v>
                </c:pt>
                <c:pt idx="18137">
                  <c:v>0.72325925925925927</c:v>
                </c:pt>
                <c:pt idx="18138">
                  <c:v>0.72340740740740739</c:v>
                </c:pt>
                <c:pt idx="18139">
                  <c:v>0.72340740740740739</c:v>
                </c:pt>
                <c:pt idx="18140">
                  <c:v>0.72340740740740739</c:v>
                </c:pt>
                <c:pt idx="18141">
                  <c:v>0.72340740740740739</c:v>
                </c:pt>
                <c:pt idx="18142">
                  <c:v>0.72340740740740739</c:v>
                </c:pt>
                <c:pt idx="18143">
                  <c:v>0.72340740740740739</c:v>
                </c:pt>
                <c:pt idx="18144">
                  <c:v>0.72340740740740739</c:v>
                </c:pt>
                <c:pt idx="18145">
                  <c:v>0.72340740740740739</c:v>
                </c:pt>
                <c:pt idx="18146">
                  <c:v>0.72340740740740739</c:v>
                </c:pt>
                <c:pt idx="18147">
                  <c:v>0.72340740740740739</c:v>
                </c:pt>
                <c:pt idx="18148">
                  <c:v>0.72355555555555551</c:v>
                </c:pt>
                <c:pt idx="18149">
                  <c:v>0.72355555555555551</c:v>
                </c:pt>
                <c:pt idx="18150">
                  <c:v>0.72370370370370374</c:v>
                </c:pt>
                <c:pt idx="18151">
                  <c:v>0.72370370370370374</c:v>
                </c:pt>
                <c:pt idx="18152">
                  <c:v>0.72370370370370374</c:v>
                </c:pt>
                <c:pt idx="18153">
                  <c:v>0.72370370370370374</c:v>
                </c:pt>
                <c:pt idx="18154">
                  <c:v>0.72370370370370374</c:v>
                </c:pt>
                <c:pt idx="18155">
                  <c:v>0.72370370370370374</c:v>
                </c:pt>
                <c:pt idx="18156">
                  <c:v>0.72370370370370374</c:v>
                </c:pt>
                <c:pt idx="18157">
                  <c:v>0.72385185185185186</c:v>
                </c:pt>
                <c:pt idx="18158">
                  <c:v>0.72385185185185186</c:v>
                </c:pt>
                <c:pt idx="18159">
                  <c:v>0.72399999999999998</c:v>
                </c:pt>
                <c:pt idx="18160">
                  <c:v>0.72399999999999998</c:v>
                </c:pt>
                <c:pt idx="18161">
                  <c:v>0.72399999999999998</c:v>
                </c:pt>
                <c:pt idx="18162">
                  <c:v>0.72399999999999998</c:v>
                </c:pt>
                <c:pt idx="18163">
                  <c:v>0.7241481481481481</c:v>
                </c:pt>
                <c:pt idx="18164">
                  <c:v>0.7241481481481481</c:v>
                </c:pt>
                <c:pt idx="18165">
                  <c:v>0.7241481481481481</c:v>
                </c:pt>
                <c:pt idx="18166">
                  <c:v>0.7241481481481481</c:v>
                </c:pt>
                <c:pt idx="18167">
                  <c:v>0.7241481481481481</c:v>
                </c:pt>
                <c:pt idx="18168">
                  <c:v>0.7241481481481481</c:v>
                </c:pt>
                <c:pt idx="18169">
                  <c:v>0.7241481481481481</c:v>
                </c:pt>
                <c:pt idx="18170">
                  <c:v>0.7241481481481481</c:v>
                </c:pt>
                <c:pt idx="18171">
                  <c:v>0.7241481481481481</c:v>
                </c:pt>
                <c:pt idx="18172">
                  <c:v>0.7241481481481481</c:v>
                </c:pt>
                <c:pt idx="18173">
                  <c:v>0.72429629629629633</c:v>
                </c:pt>
                <c:pt idx="18174">
                  <c:v>0.72429629629629633</c:v>
                </c:pt>
                <c:pt idx="18175">
                  <c:v>0.72429629629629633</c:v>
                </c:pt>
                <c:pt idx="18176">
                  <c:v>0.72429629629629633</c:v>
                </c:pt>
                <c:pt idx="18177">
                  <c:v>0.72429629629629633</c:v>
                </c:pt>
                <c:pt idx="18178">
                  <c:v>0.72429629629629633</c:v>
                </c:pt>
                <c:pt idx="18179">
                  <c:v>0.72429629629629633</c:v>
                </c:pt>
                <c:pt idx="18180">
                  <c:v>0.72429629629629633</c:v>
                </c:pt>
                <c:pt idx="18181">
                  <c:v>0.72429629629629633</c:v>
                </c:pt>
                <c:pt idx="18182">
                  <c:v>0.72429629629629633</c:v>
                </c:pt>
                <c:pt idx="18183">
                  <c:v>0.72429629629629633</c:v>
                </c:pt>
                <c:pt idx="18184">
                  <c:v>0.72444444444444445</c:v>
                </c:pt>
                <c:pt idx="18185">
                  <c:v>0.72444444444444445</c:v>
                </c:pt>
                <c:pt idx="18186">
                  <c:v>0.72444444444444445</c:v>
                </c:pt>
                <c:pt idx="18187">
                  <c:v>0.72444444444444445</c:v>
                </c:pt>
                <c:pt idx="18188">
                  <c:v>0.72459259259259257</c:v>
                </c:pt>
                <c:pt idx="18189">
                  <c:v>0.72474074074074069</c:v>
                </c:pt>
                <c:pt idx="18190">
                  <c:v>0.72474074074074069</c:v>
                </c:pt>
                <c:pt idx="18191">
                  <c:v>0.72488888888888892</c:v>
                </c:pt>
                <c:pt idx="18192">
                  <c:v>0.72503703703703704</c:v>
                </c:pt>
                <c:pt idx="18193">
                  <c:v>0.72503703703703704</c:v>
                </c:pt>
                <c:pt idx="18194">
                  <c:v>0.72503703703703704</c:v>
                </c:pt>
                <c:pt idx="18195">
                  <c:v>0.72503703703703704</c:v>
                </c:pt>
                <c:pt idx="18196">
                  <c:v>0.72518518518518515</c:v>
                </c:pt>
                <c:pt idx="18197">
                  <c:v>0.72518518518518515</c:v>
                </c:pt>
                <c:pt idx="18198">
                  <c:v>0.72518518518518515</c:v>
                </c:pt>
                <c:pt idx="18199">
                  <c:v>0.72518518518518515</c:v>
                </c:pt>
                <c:pt idx="18200">
                  <c:v>0.72518518518518515</c:v>
                </c:pt>
                <c:pt idx="18201">
                  <c:v>0.72533333333333339</c:v>
                </c:pt>
                <c:pt idx="18202">
                  <c:v>0.72533333333333339</c:v>
                </c:pt>
                <c:pt idx="18203">
                  <c:v>0.72533333333333339</c:v>
                </c:pt>
                <c:pt idx="18204">
                  <c:v>0.72533333333333339</c:v>
                </c:pt>
                <c:pt idx="18205">
                  <c:v>0.7254814814814815</c:v>
                </c:pt>
                <c:pt idx="18206">
                  <c:v>0.7254814814814815</c:v>
                </c:pt>
                <c:pt idx="18207">
                  <c:v>0.72562962962962962</c:v>
                </c:pt>
                <c:pt idx="18208">
                  <c:v>0.72562962962962962</c:v>
                </c:pt>
                <c:pt idx="18209">
                  <c:v>0.72562962962962962</c:v>
                </c:pt>
                <c:pt idx="18210">
                  <c:v>0.72562962962962962</c:v>
                </c:pt>
                <c:pt idx="18211">
                  <c:v>0.72562962962962962</c:v>
                </c:pt>
                <c:pt idx="18212">
                  <c:v>0.72562962962962962</c:v>
                </c:pt>
                <c:pt idx="18213">
                  <c:v>0.72562962962962962</c:v>
                </c:pt>
                <c:pt idx="18214">
                  <c:v>0.72562962962962962</c:v>
                </c:pt>
                <c:pt idx="18215">
                  <c:v>0.72562962962962962</c:v>
                </c:pt>
                <c:pt idx="18216">
                  <c:v>0.72562962962962962</c:v>
                </c:pt>
                <c:pt idx="18217">
                  <c:v>0.72577777777777774</c:v>
                </c:pt>
                <c:pt idx="18218">
                  <c:v>0.72577777777777774</c:v>
                </c:pt>
                <c:pt idx="18219">
                  <c:v>0.72592592592592597</c:v>
                </c:pt>
                <c:pt idx="18220">
                  <c:v>0.72592592592592597</c:v>
                </c:pt>
                <c:pt idx="18221">
                  <c:v>0.72592592592592597</c:v>
                </c:pt>
                <c:pt idx="18222">
                  <c:v>0.72592592592592597</c:v>
                </c:pt>
                <c:pt idx="18223">
                  <c:v>0.72592592592592597</c:v>
                </c:pt>
                <c:pt idx="18224">
                  <c:v>0.72592592592592597</c:v>
                </c:pt>
                <c:pt idx="18225">
                  <c:v>0.72592592592592597</c:v>
                </c:pt>
                <c:pt idx="18226">
                  <c:v>0.72592592592592597</c:v>
                </c:pt>
                <c:pt idx="18227">
                  <c:v>0.72607407407407409</c:v>
                </c:pt>
                <c:pt idx="18228">
                  <c:v>0.72607407407407409</c:v>
                </c:pt>
                <c:pt idx="18229">
                  <c:v>0.72607407407407409</c:v>
                </c:pt>
                <c:pt idx="18230">
                  <c:v>0.72607407407407409</c:v>
                </c:pt>
                <c:pt idx="18231">
                  <c:v>0.72607407407407409</c:v>
                </c:pt>
                <c:pt idx="18232">
                  <c:v>0.72607407407407409</c:v>
                </c:pt>
                <c:pt idx="18233">
                  <c:v>0.72607407407407409</c:v>
                </c:pt>
                <c:pt idx="18234">
                  <c:v>0.72622222222222221</c:v>
                </c:pt>
                <c:pt idx="18235">
                  <c:v>0.72637037037037033</c:v>
                </c:pt>
                <c:pt idx="18236">
                  <c:v>0.72637037037037033</c:v>
                </c:pt>
                <c:pt idx="18237">
                  <c:v>0.72637037037037033</c:v>
                </c:pt>
                <c:pt idx="18238">
                  <c:v>0.72637037037037033</c:v>
                </c:pt>
                <c:pt idx="18239">
                  <c:v>0.72637037037037033</c:v>
                </c:pt>
                <c:pt idx="18240">
                  <c:v>0.72651851851851856</c:v>
                </c:pt>
                <c:pt idx="18241">
                  <c:v>0.72651851851851856</c:v>
                </c:pt>
                <c:pt idx="18242">
                  <c:v>0.72651851851851856</c:v>
                </c:pt>
                <c:pt idx="18243">
                  <c:v>0.72651851851851856</c:v>
                </c:pt>
                <c:pt idx="18244">
                  <c:v>0.72651851851851856</c:v>
                </c:pt>
                <c:pt idx="18245">
                  <c:v>0.72651851851851856</c:v>
                </c:pt>
                <c:pt idx="18246">
                  <c:v>0.72651851851851856</c:v>
                </c:pt>
                <c:pt idx="18247">
                  <c:v>0.72651851851851856</c:v>
                </c:pt>
                <c:pt idx="18248">
                  <c:v>0.72666666666666668</c:v>
                </c:pt>
                <c:pt idx="18249">
                  <c:v>0.72666666666666668</c:v>
                </c:pt>
                <c:pt idx="18250">
                  <c:v>0.72666666666666668</c:v>
                </c:pt>
                <c:pt idx="18251">
                  <c:v>0.72666666666666668</c:v>
                </c:pt>
                <c:pt idx="18252">
                  <c:v>0.7268148148148148</c:v>
                </c:pt>
                <c:pt idx="18253">
                  <c:v>0.7268148148148148</c:v>
                </c:pt>
                <c:pt idx="18254">
                  <c:v>0.7268148148148148</c:v>
                </c:pt>
                <c:pt idx="18255">
                  <c:v>0.7268148148148148</c:v>
                </c:pt>
                <c:pt idx="18256">
                  <c:v>0.7268148148148148</c:v>
                </c:pt>
                <c:pt idx="18257">
                  <c:v>0.7268148148148148</c:v>
                </c:pt>
                <c:pt idx="18258">
                  <c:v>0.7268148148148148</c:v>
                </c:pt>
                <c:pt idx="18259">
                  <c:v>0.7268148148148148</c:v>
                </c:pt>
                <c:pt idx="18260">
                  <c:v>0.7268148148148148</c:v>
                </c:pt>
                <c:pt idx="18261">
                  <c:v>0.7268148148148148</c:v>
                </c:pt>
                <c:pt idx="18262">
                  <c:v>0.7268148148148148</c:v>
                </c:pt>
                <c:pt idx="18263">
                  <c:v>0.7268148148148148</c:v>
                </c:pt>
                <c:pt idx="18264">
                  <c:v>0.72696296296296292</c:v>
                </c:pt>
                <c:pt idx="18265">
                  <c:v>0.72696296296296292</c:v>
                </c:pt>
                <c:pt idx="18266">
                  <c:v>0.72711111111111115</c:v>
                </c:pt>
                <c:pt idx="18267">
                  <c:v>0.72725925925925927</c:v>
                </c:pt>
                <c:pt idx="18268">
                  <c:v>0.72725925925925927</c:v>
                </c:pt>
                <c:pt idx="18269">
                  <c:v>0.72725925925925927</c:v>
                </c:pt>
                <c:pt idx="18270">
                  <c:v>0.72725925925925927</c:v>
                </c:pt>
                <c:pt idx="18271">
                  <c:v>0.72725925925925927</c:v>
                </c:pt>
                <c:pt idx="18272">
                  <c:v>0.72725925925925927</c:v>
                </c:pt>
                <c:pt idx="18273">
                  <c:v>0.72725925925925927</c:v>
                </c:pt>
                <c:pt idx="18274">
                  <c:v>0.72725925925925927</c:v>
                </c:pt>
                <c:pt idx="18275">
                  <c:v>0.72725925925925927</c:v>
                </c:pt>
                <c:pt idx="18276">
                  <c:v>0.72725925925925927</c:v>
                </c:pt>
                <c:pt idx="18277">
                  <c:v>0.72740740740740739</c:v>
                </c:pt>
                <c:pt idx="18278">
                  <c:v>0.72740740740740739</c:v>
                </c:pt>
                <c:pt idx="18279">
                  <c:v>0.72755555555555551</c:v>
                </c:pt>
                <c:pt idx="18280">
                  <c:v>0.72770370370370374</c:v>
                </c:pt>
                <c:pt idx="18281">
                  <c:v>0.72770370370370374</c:v>
                </c:pt>
                <c:pt idx="18282">
                  <c:v>0.72770370370370374</c:v>
                </c:pt>
                <c:pt idx="18283">
                  <c:v>0.72785185185185186</c:v>
                </c:pt>
                <c:pt idx="18284">
                  <c:v>0.72785185185185186</c:v>
                </c:pt>
                <c:pt idx="18285">
                  <c:v>0.72799999999999998</c:v>
                </c:pt>
                <c:pt idx="18286">
                  <c:v>0.72799999999999998</c:v>
                </c:pt>
                <c:pt idx="18287">
                  <c:v>0.72799999999999998</c:v>
                </c:pt>
                <c:pt idx="18288">
                  <c:v>0.72799999999999998</c:v>
                </c:pt>
                <c:pt idx="18289">
                  <c:v>0.72799999999999998</c:v>
                </c:pt>
                <c:pt idx="18290">
                  <c:v>0.72799999999999998</c:v>
                </c:pt>
                <c:pt idx="18291">
                  <c:v>0.7281481481481481</c:v>
                </c:pt>
                <c:pt idx="18292">
                  <c:v>0.7281481481481481</c:v>
                </c:pt>
                <c:pt idx="18293">
                  <c:v>0.7281481481481481</c:v>
                </c:pt>
                <c:pt idx="18294">
                  <c:v>0.7281481481481481</c:v>
                </c:pt>
                <c:pt idx="18295">
                  <c:v>0.7281481481481481</c:v>
                </c:pt>
                <c:pt idx="18296">
                  <c:v>0.72829629629629633</c:v>
                </c:pt>
                <c:pt idx="18297">
                  <c:v>0.72844444444444445</c:v>
                </c:pt>
                <c:pt idx="18298">
                  <c:v>0.72844444444444445</c:v>
                </c:pt>
                <c:pt idx="18299">
                  <c:v>0.72844444444444445</c:v>
                </c:pt>
                <c:pt idx="18300">
                  <c:v>0.72844444444444445</c:v>
                </c:pt>
                <c:pt idx="18301">
                  <c:v>0.72844444444444445</c:v>
                </c:pt>
                <c:pt idx="18302">
                  <c:v>0.72844444444444445</c:v>
                </c:pt>
                <c:pt idx="18303">
                  <c:v>0.72844444444444445</c:v>
                </c:pt>
                <c:pt idx="18304">
                  <c:v>0.72844444444444445</c:v>
                </c:pt>
                <c:pt idx="18305">
                  <c:v>0.72844444444444445</c:v>
                </c:pt>
                <c:pt idx="18306">
                  <c:v>0.72859259259259257</c:v>
                </c:pt>
                <c:pt idx="18307">
                  <c:v>0.72859259259259257</c:v>
                </c:pt>
                <c:pt idx="18308">
                  <c:v>0.72859259259259257</c:v>
                </c:pt>
                <c:pt idx="18309">
                  <c:v>0.72874074074074069</c:v>
                </c:pt>
                <c:pt idx="18310">
                  <c:v>0.72874074074074069</c:v>
                </c:pt>
                <c:pt idx="18311">
                  <c:v>0.72888888888888892</c:v>
                </c:pt>
                <c:pt idx="18312">
                  <c:v>0.72888888888888892</c:v>
                </c:pt>
                <c:pt idx="18313">
                  <c:v>0.72888888888888892</c:v>
                </c:pt>
                <c:pt idx="18314">
                  <c:v>0.72888888888888892</c:v>
                </c:pt>
                <c:pt idx="18315">
                  <c:v>0.72903703703703704</c:v>
                </c:pt>
                <c:pt idx="18316">
                  <c:v>0.72918518518518516</c:v>
                </c:pt>
                <c:pt idx="18317">
                  <c:v>0.72918518518518516</c:v>
                </c:pt>
                <c:pt idx="18318">
                  <c:v>0.72918518518518516</c:v>
                </c:pt>
                <c:pt idx="18319">
                  <c:v>0.72933333333333328</c:v>
                </c:pt>
                <c:pt idx="18320">
                  <c:v>0.72948148148148151</c:v>
                </c:pt>
                <c:pt idx="18321">
                  <c:v>0.72948148148148151</c:v>
                </c:pt>
                <c:pt idx="18322">
                  <c:v>0.72948148148148151</c:v>
                </c:pt>
                <c:pt idx="18323">
                  <c:v>0.72948148148148151</c:v>
                </c:pt>
                <c:pt idx="18324">
                  <c:v>0.72948148148148151</c:v>
                </c:pt>
                <c:pt idx="18325">
                  <c:v>0.72948148148148151</c:v>
                </c:pt>
                <c:pt idx="18326">
                  <c:v>0.72962962962962963</c:v>
                </c:pt>
                <c:pt idx="18327">
                  <c:v>0.72962962962962963</c:v>
                </c:pt>
                <c:pt idx="18328">
                  <c:v>0.72962962962962963</c:v>
                </c:pt>
                <c:pt idx="18329">
                  <c:v>0.72962962962962963</c:v>
                </c:pt>
                <c:pt idx="18330">
                  <c:v>0.72962962962962963</c:v>
                </c:pt>
                <c:pt idx="18331">
                  <c:v>0.72962962962962963</c:v>
                </c:pt>
                <c:pt idx="18332">
                  <c:v>0.72962962962962963</c:v>
                </c:pt>
                <c:pt idx="18333">
                  <c:v>0.72962962962962963</c:v>
                </c:pt>
                <c:pt idx="18334">
                  <c:v>0.72977777777777775</c:v>
                </c:pt>
                <c:pt idx="18335">
                  <c:v>0.72977777777777775</c:v>
                </c:pt>
                <c:pt idx="18336">
                  <c:v>0.72977777777777775</c:v>
                </c:pt>
                <c:pt idx="18337">
                  <c:v>0.72992592592592598</c:v>
                </c:pt>
                <c:pt idx="18338">
                  <c:v>0.72992592592592598</c:v>
                </c:pt>
                <c:pt idx="18339">
                  <c:v>0.72992592592592598</c:v>
                </c:pt>
                <c:pt idx="18340">
                  <c:v>0.72992592592592598</c:v>
                </c:pt>
                <c:pt idx="18341">
                  <c:v>0.72992592592592598</c:v>
                </c:pt>
                <c:pt idx="18342">
                  <c:v>0.72992592592592598</c:v>
                </c:pt>
                <c:pt idx="18343">
                  <c:v>0.72992592592592598</c:v>
                </c:pt>
                <c:pt idx="18344">
                  <c:v>0.7300740740740741</c:v>
                </c:pt>
                <c:pt idx="18345">
                  <c:v>0.7300740740740741</c:v>
                </c:pt>
                <c:pt idx="18346">
                  <c:v>0.7300740740740741</c:v>
                </c:pt>
                <c:pt idx="18347">
                  <c:v>0.7300740740740741</c:v>
                </c:pt>
                <c:pt idx="18348">
                  <c:v>0.73022222222222222</c:v>
                </c:pt>
                <c:pt idx="18349">
                  <c:v>0.73022222222222222</c:v>
                </c:pt>
                <c:pt idx="18350">
                  <c:v>0.73022222222222222</c:v>
                </c:pt>
                <c:pt idx="18351">
                  <c:v>0.73022222222222222</c:v>
                </c:pt>
                <c:pt idx="18352">
                  <c:v>0.73037037037037034</c:v>
                </c:pt>
                <c:pt idx="18353">
                  <c:v>0.73037037037037034</c:v>
                </c:pt>
                <c:pt idx="18354">
                  <c:v>0.73051851851851857</c:v>
                </c:pt>
                <c:pt idx="18355">
                  <c:v>0.73066666666666669</c:v>
                </c:pt>
                <c:pt idx="18356">
                  <c:v>0.73066666666666669</c:v>
                </c:pt>
                <c:pt idx="18357">
                  <c:v>0.73081481481481481</c:v>
                </c:pt>
                <c:pt idx="18358">
                  <c:v>0.73081481481481481</c:v>
                </c:pt>
                <c:pt idx="18359">
                  <c:v>0.73081481481481481</c:v>
                </c:pt>
                <c:pt idx="18360">
                  <c:v>0.73081481481481481</c:v>
                </c:pt>
                <c:pt idx="18361">
                  <c:v>0.73081481481481481</c:v>
                </c:pt>
                <c:pt idx="18362">
                  <c:v>0.73096296296296293</c:v>
                </c:pt>
                <c:pt idx="18363">
                  <c:v>0.73096296296296293</c:v>
                </c:pt>
                <c:pt idx="18364">
                  <c:v>0.73096296296296293</c:v>
                </c:pt>
                <c:pt idx="18365">
                  <c:v>0.73111111111111116</c:v>
                </c:pt>
                <c:pt idx="18366">
                  <c:v>0.73125925925925928</c:v>
                </c:pt>
                <c:pt idx="18367">
                  <c:v>0.73125925925925928</c:v>
                </c:pt>
                <c:pt idx="18368">
                  <c:v>0.7314074074074074</c:v>
                </c:pt>
                <c:pt idx="18369">
                  <c:v>0.7314074074074074</c:v>
                </c:pt>
                <c:pt idx="18370">
                  <c:v>0.7314074074074074</c:v>
                </c:pt>
                <c:pt idx="18371">
                  <c:v>0.7314074074074074</c:v>
                </c:pt>
                <c:pt idx="18372">
                  <c:v>0.7314074074074074</c:v>
                </c:pt>
                <c:pt idx="18373">
                  <c:v>0.7314074074074074</c:v>
                </c:pt>
                <c:pt idx="18374">
                  <c:v>0.7314074074074074</c:v>
                </c:pt>
                <c:pt idx="18375">
                  <c:v>0.7314074074074074</c:v>
                </c:pt>
                <c:pt idx="18376">
                  <c:v>0.7314074074074074</c:v>
                </c:pt>
                <c:pt idx="18377">
                  <c:v>0.7314074074074074</c:v>
                </c:pt>
                <c:pt idx="18378">
                  <c:v>0.7314074074074074</c:v>
                </c:pt>
                <c:pt idx="18379">
                  <c:v>0.7314074074074074</c:v>
                </c:pt>
                <c:pt idx="18380">
                  <c:v>0.7314074074074074</c:v>
                </c:pt>
                <c:pt idx="18381">
                  <c:v>0.7314074074074074</c:v>
                </c:pt>
                <c:pt idx="18382">
                  <c:v>0.7314074074074074</c:v>
                </c:pt>
                <c:pt idx="18383">
                  <c:v>0.7314074074074074</c:v>
                </c:pt>
                <c:pt idx="18384">
                  <c:v>0.7314074074074074</c:v>
                </c:pt>
                <c:pt idx="18385">
                  <c:v>0.7314074074074074</c:v>
                </c:pt>
                <c:pt idx="18386">
                  <c:v>0.73155555555555551</c:v>
                </c:pt>
                <c:pt idx="18387">
                  <c:v>0.73155555555555551</c:v>
                </c:pt>
                <c:pt idx="18388">
                  <c:v>0.73170370370370375</c:v>
                </c:pt>
                <c:pt idx="18389">
                  <c:v>0.73185185185185186</c:v>
                </c:pt>
                <c:pt idx="18390">
                  <c:v>0.73185185185185186</c:v>
                </c:pt>
                <c:pt idx="18391">
                  <c:v>0.73199999999999998</c:v>
                </c:pt>
                <c:pt idx="18392">
                  <c:v>0.73199999999999998</c:v>
                </c:pt>
                <c:pt idx="18393">
                  <c:v>0.73199999999999998</c:v>
                </c:pt>
                <c:pt idx="18394">
                  <c:v>0.7321481481481481</c:v>
                </c:pt>
                <c:pt idx="18395">
                  <c:v>0.7321481481481481</c:v>
                </c:pt>
                <c:pt idx="18396">
                  <c:v>0.7321481481481481</c:v>
                </c:pt>
                <c:pt idx="18397">
                  <c:v>0.7321481481481481</c:v>
                </c:pt>
                <c:pt idx="18398">
                  <c:v>0.7321481481481481</c:v>
                </c:pt>
                <c:pt idx="18399">
                  <c:v>0.7321481481481481</c:v>
                </c:pt>
                <c:pt idx="18400">
                  <c:v>0.7321481481481481</c:v>
                </c:pt>
                <c:pt idx="18401">
                  <c:v>0.7321481481481481</c:v>
                </c:pt>
                <c:pt idx="18402">
                  <c:v>0.7321481481481481</c:v>
                </c:pt>
                <c:pt idx="18403">
                  <c:v>0.73229629629629633</c:v>
                </c:pt>
                <c:pt idx="18404">
                  <c:v>0.73229629629629633</c:v>
                </c:pt>
                <c:pt idx="18405">
                  <c:v>0.73229629629629633</c:v>
                </c:pt>
                <c:pt idx="18406">
                  <c:v>0.73229629629629633</c:v>
                </c:pt>
                <c:pt idx="18407">
                  <c:v>0.73244444444444445</c:v>
                </c:pt>
                <c:pt idx="18408">
                  <c:v>0.73244444444444445</c:v>
                </c:pt>
                <c:pt idx="18409">
                  <c:v>0.73244444444444445</c:v>
                </c:pt>
                <c:pt idx="18410">
                  <c:v>0.73244444444444445</c:v>
                </c:pt>
                <c:pt idx="18411">
                  <c:v>0.73244444444444445</c:v>
                </c:pt>
                <c:pt idx="18412">
                  <c:v>0.73244444444444445</c:v>
                </c:pt>
                <c:pt idx="18413">
                  <c:v>0.73244444444444445</c:v>
                </c:pt>
                <c:pt idx="18414">
                  <c:v>0.73244444444444445</c:v>
                </c:pt>
                <c:pt idx="18415">
                  <c:v>0.73244444444444445</c:v>
                </c:pt>
                <c:pt idx="18416">
                  <c:v>0.73244444444444445</c:v>
                </c:pt>
                <c:pt idx="18417">
                  <c:v>0.73244444444444445</c:v>
                </c:pt>
                <c:pt idx="18418">
                  <c:v>0.73244444444444445</c:v>
                </c:pt>
                <c:pt idx="18419">
                  <c:v>0.73244444444444445</c:v>
                </c:pt>
                <c:pt idx="18420">
                  <c:v>0.73244444444444445</c:v>
                </c:pt>
                <c:pt idx="18421">
                  <c:v>0.73244444444444445</c:v>
                </c:pt>
                <c:pt idx="18422">
                  <c:v>0.73259259259259257</c:v>
                </c:pt>
                <c:pt idx="18423">
                  <c:v>0.73274074074074069</c:v>
                </c:pt>
                <c:pt idx="18424">
                  <c:v>0.73288888888888892</c:v>
                </c:pt>
                <c:pt idx="18425">
                  <c:v>0.73288888888888892</c:v>
                </c:pt>
                <c:pt idx="18426">
                  <c:v>0.73288888888888892</c:v>
                </c:pt>
                <c:pt idx="18427">
                  <c:v>0.73288888888888892</c:v>
                </c:pt>
                <c:pt idx="18428">
                  <c:v>0.73288888888888892</c:v>
                </c:pt>
                <c:pt idx="18429">
                  <c:v>0.73303703703703704</c:v>
                </c:pt>
                <c:pt idx="18430">
                  <c:v>0.73303703703703704</c:v>
                </c:pt>
                <c:pt idx="18431">
                  <c:v>0.73303703703703704</c:v>
                </c:pt>
                <c:pt idx="18432">
                  <c:v>0.73303703703703704</c:v>
                </c:pt>
                <c:pt idx="18433">
                  <c:v>0.73303703703703704</c:v>
                </c:pt>
                <c:pt idx="18434">
                  <c:v>0.73303703703703704</c:v>
                </c:pt>
                <c:pt idx="18435">
                  <c:v>0.73303703703703704</c:v>
                </c:pt>
                <c:pt idx="18436">
                  <c:v>0.73303703703703704</c:v>
                </c:pt>
                <c:pt idx="18437">
                  <c:v>0.73303703703703704</c:v>
                </c:pt>
                <c:pt idx="18438">
                  <c:v>0.73303703703703704</c:v>
                </c:pt>
                <c:pt idx="18439">
                  <c:v>0.73303703703703704</c:v>
                </c:pt>
                <c:pt idx="18440">
                  <c:v>0.73303703703703704</c:v>
                </c:pt>
                <c:pt idx="18441">
                  <c:v>0.73303703703703704</c:v>
                </c:pt>
                <c:pt idx="18442">
                  <c:v>0.73303703703703704</c:v>
                </c:pt>
                <c:pt idx="18443">
                  <c:v>0.73303703703703704</c:v>
                </c:pt>
                <c:pt idx="18444">
                  <c:v>0.73303703703703704</c:v>
                </c:pt>
                <c:pt idx="18445">
                  <c:v>0.73303703703703704</c:v>
                </c:pt>
                <c:pt idx="18446">
                  <c:v>0.73303703703703704</c:v>
                </c:pt>
                <c:pt idx="18447">
                  <c:v>0.73303703703703704</c:v>
                </c:pt>
                <c:pt idx="18448">
                  <c:v>0.73318518518518516</c:v>
                </c:pt>
                <c:pt idx="18449">
                  <c:v>0.73318518518518516</c:v>
                </c:pt>
                <c:pt idx="18450">
                  <c:v>0.73318518518518516</c:v>
                </c:pt>
                <c:pt idx="18451">
                  <c:v>0.73333333333333328</c:v>
                </c:pt>
                <c:pt idx="18452">
                  <c:v>0.73333333333333328</c:v>
                </c:pt>
                <c:pt idx="18453">
                  <c:v>0.73348148148148151</c:v>
                </c:pt>
                <c:pt idx="18454">
                  <c:v>0.73362962962962963</c:v>
                </c:pt>
                <c:pt idx="18455">
                  <c:v>0.73362962962962963</c:v>
                </c:pt>
                <c:pt idx="18456">
                  <c:v>0.73362962962962963</c:v>
                </c:pt>
                <c:pt idx="18457">
                  <c:v>0.73362962962962963</c:v>
                </c:pt>
                <c:pt idx="18458">
                  <c:v>0.73377777777777775</c:v>
                </c:pt>
                <c:pt idx="18459">
                  <c:v>0.73377777777777775</c:v>
                </c:pt>
                <c:pt idx="18460">
                  <c:v>0.73377777777777775</c:v>
                </c:pt>
                <c:pt idx="18461">
                  <c:v>0.73377777777777775</c:v>
                </c:pt>
                <c:pt idx="18462">
                  <c:v>0.73377777777777775</c:v>
                </c:pt>
                <c:pt idx="18463">
                  <c:v>0.73392592592592587</c:v>
                </c:pt>
                <c:pt idx="18464">
                  <c:v>0.7340740740740741</c:v>
                </c:pt>
                <c:pt idx="18465">
                  <c:v>0.7340740740740741</c:v>
                </c:pt>
                <c:pt idx="18466">
                  <c:v>0.7340740740740741</c:v>
                </c:pt>
                <c:pt idx="18467">
                  <c:v>0.7340740740740741</c:v>
                </c:pt>
                <c:pt idx="18468">
                  <c:v>0.7340740740740741</c:v>
                </c:pt>
                <c:pt idx="18469">
                  <c:v>0.7340740740740741</c:v>
                </c:pt>
                <c:pt idx="18470">
                  <c:v>0.7340740740740741</c:v>
                </c:pt>
                <c:pt idx="18471">
                  <c:v>0.73422222222222222</c:v>
                </c:pt>
                <c:pt idx="18472">
                  <c:v>0.73422222222222222</c:v>
                </c:pt>
                <c:pt idx="18473">
                  <c:v>0.73422222222222222</c:v>
                </c:pt>
                <c:pt idx="18474">
                  <c:v>0.73422222222222222</c:v>
                </c:pt>
                <c:pt idx="18475">
                  <c:v>0.73437037037037034</c:v>
                </c:pt>
                <c:pt idx="18476">
                  <c:v>0.73437037037037034</c:v>
                </c:pt>
                <c:pt idx="18477">
                  <c:v>0.73437037037037034</c:v>
                </c:pt>
                <c:pt idx="18478">
                  <c:v>0.73437037037037034</c:v>
                </c:pt>
                <c:pt idx="18479">
                  <c:v>0.73451851851851857</c:v>
                </c:pt>
                <c:pt idx="18480">
                  <c:v>0.73451851851851857</c:v>
                </c:pt>
                <c:pt idx="18481">
                  <c:v>0.73451851851851857</c:v>
                </c:pt>
                <c:pt idx="18482">
                  <c:v>0.73451851851851857</c:v>
                </c:pt>
                <c:pt idx="18483">
                  <c:v>0.73466666666666669</c:v>
                </c:pt>
                <c:pt idx="18484">
                  <c:v>0.73481481481481481</c:v>
                </c:pt>
                <c:pt idx="18485">
                  <c:v>0.73481481481481481</c:v>
                </c:pt>
                <c:pt idx="18486">
                  <c:v>0.73496296296296293</c:v>
                </c:pt>
                <c:pt idx="18487">
                  <c:v>0.73496296296296293</c:v>
                </c:pt>
                <c:pt idx="18488">
                  <c:v>0.73496296296296293</c:v>
                </c:pt>
                <c:pt idx="18489">
                  <c:v>0.73496296296296293</c:v>
                </c:pt>
                <c:pt idx="18490">
                  <c:v>0.73511111111111116</c:v>
                </c:pt>
                <c:pt idx="18491">
                  <c:v>0.73511111111111116</c:v>
                </c:pt>
                <c:pt idx="18492">
                  <c:v>0.73511111111111116</c:v>
                </c:pt>
                <c:pt idx="18493">
                  <c:v>0.73525925925925928</c:v>
                </c:pt>
                <c:pt idx="18494">
                  <c:v>0.7354074074074074</c:v>
                </c:pt>
                <c:pt idx="18495">
                  <c:v>0.7354074074074074</c:v>
                </c:pt>
                <c:pt idx="18496">
                  <c:v>0.7354074074074074</c:v>
                </c:pt>
                <c:pt idx="18497">
                  <c:v>0.7354074074074074</c:v>
                </c:pt>
                <c:pt idx="18498">
                  <c:v>0.7354074074074074</c:v>
                </c:pt>
                <c:pt idx="18499">
                  <c:v>0.73555555555555552</c:v>
                </c:pt>
                <c:pt idx="18500">
                  <c:v>0.73555555555555552</c:v>
                </c:pt>
                <c:pt idx="18501">
                  <c:v>0.73570370370370375</c:v>
                </c:pt>
                <c:pt idx="18502">
                  <c:v>0.73570370370370375</c:v>
                </c:pt>
                <c:pt idx="18503">
                  <c:v>0.73570370370370375</c:v>
                </c:pt>
                <c:pt idx="18504">
                  <c:v>0.73570370370370375</c:v>
                </c:pt>
                <c:pt idx="18505">
                  <c:v>0.73570370370370375</c:v>
                </c:pt>
                <c:pt idx="18506">
                  <c:v>0.73570370370370375</c:v>
                </c:pt>
                <c:pt idx="18507">
                  <c:v>0.73585185185185187</c:v>
                </c:pt>
                <c:pt idx="18508">
                  <c:v>0.73599999999999999</c:v>
                </c:pt>
                <c:pt idx="18509">
                  <c:v>0.73599999999999999</c:v>
                </c:pt>
                <c:pt idx="18510">
                  <c:v>0.73614814814814811</c:v>
                </c:pt>
                <c:pt idx="18511">
                  <c:v>0.73614814814814811</c:v>
                </c:pt>
                <c:pt idx="18512">
                  <c:v>0.73614814814814811</c:v>
                </c:pt>
                <c:pt idx="18513">
                  <c:v>0.73614814814814811</c:v>
                </c:pt>
                <c:pt idx="18514">
                  <c:v>0.73614814814814811</c:v>
                </c:pt>
                <c:pt idx="18515">
                  <c:v>0.73614814814814811</c:v>
                </c:pt>
                <c:pt idx="18516">
                  <c:v>0.73629629629629634</c:v>
                </c:pt>
                <c:pt idx="18517">
                  <c:v>0.73629629629629634</c:v>
                </c:pt>
                <c:pt idx="18518">
                  <c:v>0.73629629629629634</c:v>
                </c:pt>
                <c:pt idx="18519">
                  <c:v>0.73629629629629634</c:v>
                </c:pt>
                <c:pt idx="18520">
                  <c:v>0.73629629629629634</c:v>
                </c:pt>
                <c:pt idx="18521">
                  <c:v>0.73629629629629634</c:v>
                </c:pt>
                <c:pt idx="18522">
                  <c:v>0.73644444444444446</c:v>
                </c:pt>
                <c:pt idx="18523">
                  <c:v>0.73644444444444446</c:v>
                </c:pt>
                <c:pt idx="18524">
                  <c:v>0.73644444444444446</c:v>
                </c:pt>
                <c:pt idx="18525">
                  <c:v>0.73659259259259258</c:v>
                </c:pt>
                <c:pt idx="18526">
                  <c:v>0.73659259259259258</c:v>
                </c:pt>
                <c:pt idx="18527">
                  <c:v>0.73659259259259258</c:v>
                </c:pt>
                <c:pt idx="18528">
                  <c:v>0.7367407407407407</c:v>
                </c:pt>
                <c:pt idx="18529">
                  <c:v>0.7367407407407407</c:v>
                </c:pt>
                <c:pt idx="18530">
                  <c:v>0.7367407407407407</c:v>
                </c:pt>
                <c:pt idx="18531">
                  <c:v>0.7367407407407407</c:v>
                </c:pt>
                <c:pt idx="18532">
                  <c:v>0.7367407407407407</c:v>
                </c:pt>
                <c:pt idx="18533">
                  <c:v>0.7367407407407407</c:v>
                </c:pt>
                <c:pt idx="18534">
                  <c:v>0.7367407407407407</c:v>
                </c:pt>
                <c:pt idx="18535">
                  <c:v>0.73688888888888893</c:v>
                </c:pt>
                <c:pt idx="18536">
                  <c:v>0.73688888888888893</c:v>
                </c:pt>
                <c:pt idx="18537">
                  <c:v>0.73688888888888893</c:v>
                </c:pt>
                <c:pt idx="18538">
                  <c:v>0.73688888888888893</c:v>
                </c:pt>
                <c:pt idx="18539">
                  <c:v>0.73688888888888893</c:v>
                </c:pt>
                <c:pt idx="18540">
                  <c:v>0.73688888888888893</c:v>
                </c:pt>
                <c:pt idx="18541">
                  <c:v>0.73703703703703705</c:v>
                </c:pt>
                <c:pt idx="18542">
                  <c:v>0.73703703703703705</c:v>
                </c:pt>
                <c:pt idx="18543">
                  <c:v>0.73703703703703705</c:v>
                </c:pt>
                <c:pt idx="18544">
                  <c:v>0.73718518518518517</c:v>
                </c:pt>
                <c:pt idx="18545">
                  <c:v>0.73718518518518517</c:v>
                </c:pt>
                <c:pt idx="18546">
                  <c:v>0.73733333333333329</c:v>
                </c:pt>
                <c:pt idx="18547">
                  <c:v>0.73733333333333329</c:v>
                </c:pt>
                <c:pt idx="18548">
                  <c:v>0.73733333333333329</c:v>
                </c:pt>
                <c:pt idx="18549">
                  <c:v>0.73733333333333329</c:v>
                </c:pt>
                <c:pt idx="18550">
                  <c:v>0.73733333333333329</c:v>
                </c:pt>
                <c:pt idx="18551">
                  <c:v>0.73733333333333329</c:v>
                </c:pt>
                <c:pt idx="18552">
                  <c:v>0.73733333333333329</c:v>
                </c:pt>
                <c:pt idx="18553">
                  <c:v>0.73733333333333329</c:v>
                </c:pt>
                <c:pt idx="18554">
                  <c:v>0.73748148148148152</c:v>
                </c:pt>
                <c:pt idx="18555">
                  <c:v>0.73762962962962964</c:v>
                </c:pt>
                <c:pt idx="18556">
                  <c:v>0.73762962962962964</c:v>
                </c:pt>
                <c:pt idx="18557">
                  <c:v>0.73762962962962964</c:v>
                </c:pt>
                <c:pt idx="18558">
                  <c:v>0.73762962962962964</c:v>
                </c:pt>
                <c:pt idx="18559">
                  <c:v>0.73777777777777775</c:v>
                </c:pt>
                <c:pt idx="18560">
                  <c:v>0.73792592592592587</c:v>
                </c:pt>
                <c:pt idx="18561">
                  <c:v>0.73792592592592587</c:v>
                </c:pt>
                <c:pt idx="18562">
                  <c:v>0.73792592592592587</c:v>
                </c:pt>
                <c:pt idx="18563">
                  <c:v>0.73792592592592587</c:v>
                </c:pt>
                <c:pt idx="18564">
                  <c:v>0.73792592592592587</c:v>
                </c:pt>
                <c:pt idx="18565">
                  <c:v>0.73792592592592587</c:v>
                </c:pt>
                <c:pt idx="18566">
                  <c:v>0.7380740740740741</c:v>
                </c:pt>
                <c:pt idx="18567">
                  <c:v>0.73822222222222222</c:v>
                </c:pt>
                <c:pt idx="18568">
                  <c:v>0.73837037037037034</c:v>
                </c:pt>
                <c:pt idx="18569">
                  <c:v>0.73837037037037034</c:v>
                </c:pt>
                <c:pt idx="18570">
                  <c:v>0.73837037037037034</c:v>
                </c:pt>
                <c:pt idx="18571">
                  <c:v>0.73837037037037034</c:v>
                </c:pt>
                <c:pt idx="18572">
                  <c:v>0.73837037037037034</c:v>
                </c:pt>
                <c:pt idx="18573">
                  <c:v>0.73837037037037034</c:v>
                </c:pt>
                <c:pt idx="18574">
                  <c:v>0.73837037037037034</c:v>
                </c:pt>
                <c:pt idx="18575">
                  <c:v>0.73837037037037034</c:v>
                </c:pt>
                <c:pt idx="18576">
                  <c:v>0.73837037037037034</c:v>
                </c:pt>
                <c:pt idx="18577">
                  <c:v>0.73837037037037034</c:v>
                </c:pt>
                <c:pt idx="18578">
                  <c:v>0.73851851851851846</c:v>
                </c:pt>
                <c:pt idx="18579">
                  <c:v>0.73851851851851846</c:v>
                </c:pt>
                <c:pt idx="18580">
                  <c:v>0.73851851851851846</c:v>
                </c:pt>
                <c:pt idx="18581">
                  <c:v>0.73866666666666669</c:v>
                </c:pt>
                <c:pt idx="18582">
                  <c:v>0.73866666666666669</c:v>
                </c:pt>
                <c:pt idx="18583">
                  <c:v>0.73866666666666669</c:v>
                </c:pt>
                <c:pt idx="18584">
                  <c:v>0.73866666666666669</c:v>
                </c:pt>
                <c:pt idx="18585">
                  <c:v>0.73866666666666669</c:v>
                </c:pt>
                <c:pt idx="18586">
                  <c:v>0.73866666666666669</c:v>
                </c:pt>
                <c:pt idx="18587">
                  <c:v>0.73881481481481481</c:v>
                </c:pt>
                <c:pt idx="18588">
                  <c:v>0.73881481481481481</c:v>
                </c:pt>
                <c:pt idx="18589">
                  <c:v>0.73881481481481481</c:v>
                </c:pt>
                <c:pt idx="18590">
                  <c:v>0.73881481481481481</c:v>
                </c:pt>
                <c:pt idx="18591">
                  <c:v>0.73881481481481481</c:v>
                </c:pt>
                <c:pt idx="18592">
                  <c:v>0.73881481481481481</c:v>
                </c:pt>
                <c:pt idx="18593">
                  <c:v>0.73881481481481481</c:v>
                </c:pt>
                <c:pt idx="18594">
                  <c:v>0.73881481481481481</c:v>
                </c:pt>
                <c:pt idx="18595">
                  <c:v>0.73881481481481481</c:v>
                </c:pt>
                <c:pt idx="18596">
                  <c:v>0.73896296296296293</c:v>
                </c:pt>
                <c:pt idx="18597">
                  <c:v>0.73896296296296293</c:v>
                </c:pt>
                <c:pt idx="18598">
                  <c:v>0.73896296296296293</c:v>
                </c:pt>
                <c:pt idx="18599">
                  <c:v>0.73896296296296293</c:v>
                </c:pt>
                <c:pt idx="18600">
                  <c:v>0.73896296296296293</c:v>
                </c:pt>
                <c:pt idx="18601">
                  <c:v>0.73896296296296293</c:v>
                </c:pt>
                <c:pt idx="18602">
                  <c:v>0.73896296296296293</c:v>
                </c:pt>
                <c:pt idx="18603">
                  <c:v>0.73896296296296293</c:v>
                </c:pt>
                <c:pt idx="18604">
                  <c:v>0.73911111111111116</c:v>
                </c:pt>
                <c:pt idx="18605">
                  <c:v>0.73911111111111116</c:v>
                </c:pt>
                <c:pt idx="18606">
                  <c:v>0.73925925925925928</c:v>
                </c:pt>
                <c:pt idx="18607">
                  <c:v>0.73925925925925928</c:v>
                </c:pt>
                <c:pt idx="18608">
                  <c:v>0.73925925925925928</c:v>
                </c:pt>
                <c:pt idx="18609">
                  <c:v>0.73925925925925928</c:v>
                </c:pt>
                <c:pt idx="18610">
                  <c:v>0.73925925925925928</c:v>
                </c:pt>
                <c:pt idx="18611">
                  <c:v>0.73925925925925928</c:v>
                </c:pt>
                <c:pt idx="18612">
                  <c:v>0.7394074074074074</c:v>
                </c:pt>
                <c:pt idx="18613">
                  <c:v>0.7394074074074074</c:v>
                </c:pt>
                <c:pt idx="18614">
                  <c:v>0.7394074074074074</c:v>
                </c:pt>
                <c:pt idx="18615">
                  <c:v>0.7394074074074074</c:v>
                </c:pt>
                <c:pt idx="18616">
                  <c:v>0.7394074074074074</c:v>
                </c:pt>
                <c:pt idx="18617">
                  <c:v>0.7394074074074074</c:v>
                </c:pt>
                <c:pt idx="18618">
                  <c:v>0.7394074074074074</c:v>
                </c:pt>
                <c:pt idx="18619">
                  <c:v>0.7394074074074074</c:v>
                </c:pt>
                <c:pt idx="18620">
                  <c:v>0.7394074074074074</c:v>
                </c:pt>
                <c:pt idx="18621">
                  <c:v>0.7394074074074074</c:v>
                </c:pt>
                <c:pt idx="18622">
                  <c:v>0.7394074074074074</c:v>
                </c:pt>
                <c:pt idx="18623">
                  <c:v>0.7394074074074074</c:v>
                </c:pt>
                <c:pt idx="18624">
                  <c:v>0.7394074074074074</c:v>
                </c:pt>
                <c:pt idx="18625">
                  <c:v>0.7394074074074074</c:v>
                </c:pt>
                <c:pt idx="18626">
                  <c:v>0.7394074074074074</c:v>
                </c:pt>
                <c:pt idx="18627">
                  <c:v>0.73955555555555552</c:v>
                </c:pt>
                <c:pt idx="18628">
                  <c:v>0.73955555555555552</c:v>
                </c:pt>
                <c:pt idx="18629">
                  <c:v>0.73955555555555552</c:v>
                </c:pt>
                <c:pt idx="18630">
                  <c:v>0.73955555555555552</c:v>
                </c:pt>
                <c:pt idx="18631">
                  <c:v>0.73955555555555552</c:v>
                </c:pt>
                <c:pt idx="18632">
                  <c:v>0.73970370370370375</c:v>
                </c:pt>
                <c:pt idx="18633">
                  <c:v>0.73970370370370375</c:v>
                </c:pt>
                <c:pt idx="18634">
                  <c:v>0.73985185185185187</c:v>
                </c:pt>
                <c:pt idx="18635">
                  <c:v>0.74</c:v>
                </c:pt>
                <c:pt idx="18636">
                  <c:v>0.74</c:v>
                </c:pt>
                <c:pt idx="18637">
                  <c:v>0.74014814814814811</c:v>
                </c:pt>
                <c:pt idx="18638">
                  <c:v>0.74029629629629634</c:v>
                </c:pt>
                <c:pt idx="18639">
                  <c:v>0.74044444444444446</c:v>
                </c:pt>
                <c:pt idx="18640">
                  <c:v>0.74059259259259258</c:v>
                </c:pt>
                <c:pt idx="18641">
                  <c:v>0.7407407407407407</c:v>
                </c:pt>
                <c:pt idx="18642">
                  <c:v>0.7407407407407407</c:v>
                </c:pt>
                <c:pt idx="18643">
                  <c:v>0.7407407407407407</c:v>
                </c:pt>
                <c:pt idx="18644">
                  <c:v>0.7407407407407407</c:v>
                </c:pt>
                <c:pt idx="18645">
                  <c:v>0.7407407407407407</c:v>
                </c:pt>
                <c:pt idx="18646">
                  <c:v>0.7407407407407407</c:v>
                </c:pt>
                <c:pt idx="18647">
                  <c:v>0.74088888888888893</c:v>
                </c:pt>
                <c:pt idx="18648">
                  <c:v>0.74088888888888893</c:v>
                </c:pt>
                <c:pt idx="18649">
                  <c:v>0.74088888888888893</c:v>
                </c:pt>
                <c:pt idx="18650">
                  <c:v>0.74088888888888893</c:v>
                </c:pt>
                <c:pt idx="18651">
                  <c:v>0.74088888888888893</c:v>
                </c:pt>
                <c:pt idx="18652">
                  <c:v>0.74103703703703705</c:v>
                </c:pt>
                <c:pt idx="18653">
                  <c:v>0.74103703703703705</c:v>
                </c:pt>
                <c:pt idx="18654">
                  <c:v>0.74118518518518517</c:v>
                </c:pt>
                <c:pt idx="18655">
                  <c:v>0.74133333333333329</c:v>
                </c:pt>
                <c:pt idx="18656">
                  <c:v>0.74133333333333329</c:v>
                </c:pt>
                <c:pt idx="18657">
                  <c:v>0.74148148148148152</c:v>
                </c:pt>
                <c:pt idx="18658">
                  <c:v>0.74162962962962964</c:v>
                </c:pt>
                <c:pt idx="18659">
                  <c:v>0.74162962962962964</c:v>
                </c:pt>
                <c:pt idx="18660">
                  <c:v>0.74162962962962964</c:v>
                </c:pt>
                <c:pt idx="18661">
                  <c:v>0.74162962962962964</c:v>
                </c:pt>
                <c:pt idx="18662">
                  <c:v>0.74162962962962964</c:v>
                </c:pt>
                <c:pt idx="18663">
                  <c:v>0.74162962962962964</c:v>
                </c:pt>
                <c:pt idx="18664">
                  <c:v>0.74177777777777776</c:v>
                </c:pt>
                <c:pt idx="18665">
                  <c:v>0.74177777777777776</c:v>
                </c:pt>
                <c:pt idx="18666">
                  <c:v>0.74192592592592588</c:v>
                </c:pt>
                <c:pt idx="18667">
                  <c:v>0.74192592592592588</c:v>
                </c:pt>
                <c:pt idx="18668">
                  <c:v>0.74192592592592588</c:v>
                </c:pt>
                <c:pt idx="18669">
                  <c:v>0.74192592592592588</c:v>
                </c:pt>
                <c:pt idx="18670">
                  <c:v>0.74192592592592588</c:v>
                </c:pt>
                <c:pt idx="18671">
                  <c:v>0.74207407407407411</c:v>
                </c:pt>
                <c:pt idx="18672">
                  <c:v>0.74222222222222223</c:v>
                </c:pt>
                <c:pt idx="18673">
                  <c:v>0.74222222222222223</c:v>
                </c:pt>
                <c:pt idx="18674">
                  <c:v>0.74237037037037035</c:v>
                </c:pt>
                <c:pt idx="18675">
                  <c:v>0.74251851851851847</c:v>
                </c:pt>
                <c:pt idx="18676">
                  <c:v>0.7426666666666667</c:v>
                </c:pt>
                <c:pt idx="18677">
                  <c:v>0.74281481481481482</c:v>
                </c:pt>
                <c:pt idx="18678">
                  <c:v>0.74281481481481482</c:v>
                </c:pt>
                <c:pt idx="18679">
                  <c:v>0.74281481481481482</c:v>
                </c:pt>
                <c:pt idx="18680">
                  <c:v>0.74281481481481482</c:v>
                </c:pt>
                <c:pt idx="18681">
                  <c:v>0.74281481481481482</c:v>
                </c:pt>
                <c:pt idx="18682">
                  <c:v>0.74281481481481482</c:v>
                </c:pt>
                <c:pt idx="18683">
                  <c:v>0.74281481481481482</c:v>
                </c:pt>
                <c:pt idx="18684">
                  <c:v>0.74281481481481482</c:v>
                </c:pt>
                <c:pt idx="18685">
                  <c:v>0.74281481481481482</c:v>
                </c:pt>
                <c:pt idx="18686">
                  <c:v>0.74281481481481482</c:v>
                </c:pt>
                <c:pt idx="18687">
                  <c:v>0.74281481481481482</c:v>
                </c:pt>
                <c:pt idx="18688">
                  <c:v>0.74281481481481482</c:v>
                </c:pt>
                <c:pt idx="18689">
                  <c:v>0.74281481481481482</c:v>
                </c:pt>
                <c:pt idx="18690">
                  <c:v>0.74281481481481482</c:v>
                </c:pt>
                <c:pt idx="18691">
                  <c:v>0.74281481481481482</c:v>
                </c:pt>
                <c:pt idx="18692">
                  <c:v>0.74281481481481482</c:v>
                </c:pt>
                <c:pt idx="18693">
                  <c:v>0.74281481481481482</c:v>
                </c:pt>
                <c:pt idx="18694">
                  <c:v>0.74296296296296294</c:v>
                </c:pt>
                <c:pt idx="18695">
                  <c:v>0.74296296296296294</c:v>
                </c:pt>
                <c:pt idx="18696">
                  <c:v>0.74296296296296294</c:v>
                </c:pt>
                <c:pt idx="18697">
                  <c:v>0.74311111111111106</c:v>
                </c:pt>
                <c:pt idx="18698">
                  <c:v>0.74311111111111106</c:v>
                </c:pt>
                <c:pt idx="18699">
                  <c:v>0.74311111111111106</c:v>
                </c:pt>
                <c:pt idx="18700">
                  <c:v>0.74311111111111106</c:v>
                </c:pt>
                <c:pt idx="18701">
                  <c:v>0.74311111111111106</c:v>
                </c:pt>
                <c:pt idx="18702">
                  <c:v>0.74311111111111106</c:v>
                </c:pt>
                <c:pt idx="18703">
                  <c:v>0.74311111111111106</c:v>
                </c:pt>
                <c:pt idx="18704">
                  <c:v>0.74311111111111106</c:v>
                </c:pt>
                <c:pt idx="18705">
                  <c:v>0.74311111111111106</c:v>
                </c:pt>
                <c:pt idx="18706">
                  <c:v>0.74311111111111106</c:v>
                </c:pt>
                <c:pt idx="18707">
                  <c:v>0.74325925925925929</c:v>
                </c:pt>
                <c:pt idx="18708">
                  <c:v>0.74325925925925929</c:v>
                </c:pt>
                <c:pt idx="18709">
                  <c:v>0.74325925925925929</c:v>
                </c:pt>
                <c:pt idx="18710">
                  <c:v>0.74325925925925929</c:v>
                </c:pt>
                <c:pt idx="18711">
                  <c:v>0.74325925925925929</c:v>
                </c:pt>
                <c:pt idx="18712">
                  <c:v>0.74325925925925929</c:v>
                </c:pt>
                <c:pt idx="18713">
                  <c:v>0.74325925925925929</c:v>
                </c:pt>
                <c:pt idx="18714">
                  <c:v>0.74325925925925929</c:v>
                </c:pt>
                <c:pt idx="18715">
                  <c:v>0.74325925925925929</c:v>
                </c:pt>
                <c:pt idx="18716">
                  <c:v>0.74325925925925929</c:v>
                </c:pt>
                <c:pt idx="18717">
                  <c:v>0.74340740740740741</c:v>
                </c:pt>
                <c:pt idx="18718">
                  <c:v>0.74340740740740741</c:v>
                </c:pt>
                <c:pt idx="18719">
                  <c:v>0.74340740740740741</c:v>
                </c:pt>
                <c:pt idx="18720">
                  <c:v>0.74340740740740741</c:v>
                </c:pt>
                <c:pt idx="18721">
                  <c:v>0.74340740740740741</c:v>
                </c:pt>
                <c:pt idx="18722">
                  <c:v>0.74340740740740741</c:v>
                </c:pt>
                <c:pt idx="18723">
                  <c:v>0.74355555555555553</c:v>
                </c:pt>
                <c:pt idx="18724">
                  <c:v>0.74355555555555553</c:v>
                </c:pt>
                <c:pt idx="18725">
                  <c:v>0.74370370370370376</c:v>
                </c:pt>
                <c:pt idx="18726">
                  <c:v>0.74370370370370376</c:v>
                </c:pt>
                <c:pt idx="18727">
                  <c:v>0.74370370370370376</c:v>
                </c:pt>
                <c:pt idx="18728">
                  <c:v>0.74370370370370376</c:v>
                </c:pt>
                <c:pt idx="18729">
                  <c:v>0.74385185185185188</c:v>
                </c:pt>
                <c:pt idx="18730">
                  <c:v>0.74385185185185188</c:v>
                </c:pt>
                <c:pt idx="18731">
                  <c:v>0.74385185185185188</c:v>
                </c:pt>
                <c:pt idx="18732">
                  <c:v>0.74385185185185188</c:v>
                </c:pt>
                <c:pt idx="18733">
                  <c:v>0.74399999999999999</c:v>
                </c:pt>
                <c:pt idx="18734">
                  <c:v>0.74399999999999999</c:v>
                </c:pt>
                <c:pt idx="18735">
                  <c:v>0.74399999999999999</c:v>
                </c:pt>
                <c:pt idx="18736">
                  <c:v>0.74399999999999999</c:v>
                </c:pt>
                <c:pt idx="18737">
                  <c:v>0.74399999999999999</c:v>
                </c:pt>
                <c:pt idx="18738">
                  <c:v>0.74399999999999999</c:v>
                </c:pt>
                <c:pt idx="18739">
                  <c:v>0.74414814814814811</c:v>
                </c:pt>
                <c:pt idx="18740">
                  <c:v>0.74414814814814811</c:v>
                </c:pt>
                <c:pt idx="18741">
                  <c:v>0.74414814814814811</c:v>
                </c:pt>
                <c:pt idx="18742">
                  <c:v>0.74414814814814811</c:v>
                </c:pt>
                <c:pt idx="18743">
                  <c:v>0.74414814814814811</c:v>
                </c:pt>
                <c:pt idx="18744">
                  <c:v>0.74414814814814811</c:v>
                </c:pt>
                <c:pt idx="18745">
                  <c:v>0.74429629629629634</c:v>
                </c:pt>
                <c:pt idx="18746">
                  <c:v>0.74444444444444446</c:v>
                </c:pt>
                <c:pt idx="18747">
                  <c:v>0.74444444444444446</c:v>
                </c:pt>
                <c:pt idx="18748">
                  <c:v>0.74444444444444446</c:v>
                </c:pt>
                <c:pt idx="18749">
                  <c:v>0.74444444444444446</c:v>
                </c:pt>
                <c:pt idx="18750">
                  <c:v>0.74444444444444446</c:v>
                </c:pt>
                <c:pt idx="18751">
                  <c:v>0.74444444444444446</c:v>
                </c:pt>
                <c:pt idx="18752">
                  <c:v>0.74444444444444446</c:v>
                </c:pt>
                <c:pt idx="18753">
                  <c:v>0.74444444444444446</c:v>
                </c:pt>
                <c:pt idx="18754">
                  <c:v>0.74459259259259258</c:v>
                </c:pt>
                <c:pt idx="18755">
                  <c:v>0.74459259259259258</c:v>
                </c:pt>
                <c:pt idx="18756">
                  <c:v>0.74459259259259258</c:v>
                </c:pt>
                <c:pt idx="18757">
                  <c:v>0.74459259259259258</c:v>
                </c:pt>
                <c:pt idx="18758">
                  <c:v>0.74459259259259258</c:v>
                </c:pt>
                <c:pt idx="18759">
                  <c:v>0.74459259259259258</c:v>
                </c:pt>
                <c:pt idx="18760">
                  <c:v>0.74459259259259258</c:v>
                </c:pt>
                <c:pt idx="18761">
                  <c:v>0.74459259259259258</c:v>
                </c:pt>
                <c:pt idx="18762">
                  <c:v>0.74459259259259258</c:v>
                </c:pt>
                <c:pt idx="18763">
                  <c:v>0.7447407407407407</c:v>
                </c:pt>
                <c:pt idx="18764">
                  <c:v>0.7447407407407407</c:v>
                </c:pt>
                <c:pt idx="18765">
                  <c:v>0.7447407407407407</c:v>
                </c:pt>
                <c:pt idx="18766">
                  <c:v>0.74488888888888893</c:v>
                </c:pt>
                <c:pt idx="18767">
                  <c:v>0.74503703703703705</c:v>
                </c:pt>
                <c:pt idx="18768">
                  <c:v>0.74503703703703705</c:v>
                </c:pt>
                <c:pt idx="18769">
                  <c:v>0.74518518518518517</c:v>
                </c:pt>
                <c:pt idx="18770">
                  <c:v>0.74518518518518517</c:v>
                </c:pt>
                <c:pt idx="18771">
                  <c:v>0.74518518518518517</c:v>
                </c:pt>
                <c:pt idx="18772">
                  <c:v>0.74518518518518517</c:v>
                </c:pt>
                <c:pt idx="18773">
                  <c:v>0.74518518518518517</c:v>
                </c:pt>
                <c:pt idx="18774">
                  <c:v>0.74518518518518517</c:v>
                </c:pt>
                <c:pt idx="18775">
                  <c:v>0.74518518518518517</c:v>
                </c:pt>
                <c:pt idx="18776">
                  <c:v>0.74518518518518517</c:v>
                </c:pt>
                <c:pt idx="18777">
                  <c:v>0.74518518518518517</c:v>
                </c:pt>
                <c:pt idx="18778">
                  <c:v>0.74518518518518517</c:v>
                </c:pt>
                <c:pt idx="18779">
                  <c:v>0.74533333333333329</c:v>
                </c:pt>
                <c:pt idx="18780">
                  <c:v>0.74533333333333329</c:v>
                </c:pt>
                <c:pt idx="18781">
                  <c:v>0.74548148148148152</c:v>
                </c:pt>
                <c:pt idx="18782">
                  <c:v>0.74548148148148152</c:v>
                </c:pt>
                <c:pt idx="18783">
                  <c:v>0.74548148148148152</c:v>
                </c:pt>
                <c:pt idx="18784">
                  <c:v>0.74548148148148152</c:v>
                </c:pt>
                <c:pt idx="18785">
                  <c:v>0.74562962962962964</c:v>
                </c:pt>
                <c:pt idx="18786">
                  <c:v>0.74562962962962964</c:v>
                </c:pt>
                <c:pt idx="18787">
                  <c:v>0.74577777777777776</c:v>
                </c:pt>
                <c:pt idx="18788">
                  <c:v>0.74577777777777776</c:v>
                </c:pt>
                <c:pt idx="18789">
                  <c:v>0.74577777777777776</c:v>
                </c:pt>
                <c:pt idx="18790">
                  <c:v>0.74577777777777776</c:v>
                </c:pt>
                <c:pt idx="18791">
                  <c:v>0.74577777777777776</c:v>
                </c:pt>
                <c:pt idx="18792">
                  <c:v>0.74592592592592588</c:v>
                </c:pt>
                <c:pt idx="18793">
                  <c:v>0.74592592592592588</c:v>
                </c:pt>
                <c:pt idx="18794">
                  <c:v>0.74592592592592588</c:v>
                </c:pt>
                <c:pt idx="18795">
                  <c:v>0.74592592592592588</c:v>
                </c:pt>
                <c:pt idx="18796">
                  <c:v>0.74607407407407411</c:v>
                </c:pt>
                <c:pt idx="18797">
                  <c:v>0.74622222222222223</c:v>
                </c:pt>
                <c:pt idx="18798">
                  <c:v>0.74622222222222223</c:v>
                </c:pt>
                <c:pt idx="18799">
                  <c:v>0.74622222222222223</c:v>
                </c:pt>
                <c:pt idx="18800">
                  <c:v>0.74622222222222223</c:v>
                </c:pt>
                <c:pt idx="18801">
                  <c:v>0.74622222222222223</c:v>
                </c:pt>
                <c:pt idx="18802">
                  <c:v>0.74622222222222223</c:v>
                </c:pt>
                <c:pt idx="18803">
                  <c:v>0.74622222222222223</c:v>
                </c:pt>
                <c:pt idx="18804">
                  <c:v>0.74622222222222223</c:v>
                </c:pt>
                <c:pt idx="18805">
                  <c:v>0.74637037037037035</c:v>
                </c:pt>
                <c:pt idx="18806">
                  <c:v>0.74637037037037035</c:v>
                </c:pt>
                <c:pt idx="18807">
                  <c:v>0.74637037037037035</c:v>
                </c:pt>
                <c:pt idx="18808">
                  <c:v>0.74637037037037035</c:v>
                </c:pt>
                <c:pt idx="18809">
                  <c:v>0.74637037037037035</c:v>
                </c:pt>
                <c:pt idx="18810">
                  <c:v>0.74651851851851847</c:v>
                </c:pt>
                <c:pt idx="18811">
                  <c:v>0.74651851851851847</c:v>
                </c:pt>
                <c:pt idx="18812">
                  <c:v>0.7466666666666667</c:v>
                </c:pt>
                <c:pt idx="18813">
                  <c:v>0.7466666666666667</c:v>
                </c:pt>
                <c:pt idx="18814">
                  <c:v>0.74681481481481482</c:v>
                </c:pt>
                <c:pt idx="18815">
                  <c:v>0.74681481481481482</c:v>
                </c:pt>
                <c:pt idx="18816">
                  <c:v>0.74696296296296294</c:v>
                </c:pt>
                <c:pt idx="18817">
                  <c:v>0.74696296296296294</c:v>
                </c:pt>
                <c:pt idx="18818">
                  <c:v>0.74711111111111106</c:v>
                </c:pt>
                <c:pt idx="18819">
                  <c:v>0.74711111111111106</c:v>
                </c:pt>
                <c:pt idx="18820">
                  <c:v>0.74725925925925929</c:v>
                </c:pt>
                <c:pt idx="18821">
                  <c:v>0.74725925925925929</c:v>
                </c:pt>
                <c:pt idx="18822">
                  <c:v>0.74740740740740741</c:v>
                </c:pt>
                <c:pt idx="18823">
                  <c:v>0.74740740740740741</c:v>
                </c:pt>
                <c:pt idx="18824">
                  <c:v>0.74755555555555553</c:v>
                </c:pt>
                <c:pt idx="18825">
                  <c:v>0.74755555555555553</c:v>
                </c:pt>
                <c:pt idx="18826">
                  <c:v>0.74755555555555553</c:v>
                </c:pt>
                <c:pt idx="18827">
                  <c:v>0.74755555555555553</c:v>
                </c:pt>
                <c:pt idx="18828">
                  <c:v>0.74755555555555553</c:v>
                </c:pt>
                <c:pt idx="18829">
                  <c:v>0.74770370370370365</c:v>
                </c:pt>
                <c:pt idx="18830">
                  <c:v>0.74770370370370365</c:v>
                </c:pt>
                <c:pt idx="18831">
                  <c:v>0.74770370370370365</c:v>
                </c:pt>
                <c:pt idx="18832">
                  <c:v>0.74770370370370365</c:v>
                </c:pt>
                <c:pt idx="18833">
                  <c:v>0.74785185185185188</c:v>
                </c:pt>
                <c:pt idx="18834">
                  <c:v>0.748</c:v>
                </c:pt>
                <c:pt idx="18835">
                  <c:v>0.74814814814814812</c:v>
                </c:pt>
                <c:pt idx="18836">
                  <c:v>0.74829629629629635</c:v>
                </c:pt>
                <c:pt idx="18837">
                  <c:v>0.74829629629629635</c:v>
                </c:pt>
                <c:pt idx="18838">
                  <c:v>0.74829629629629635</c:v>
                </c:pt>
                <c:pt idx="18839">
                  <c:v>0.74829629629629635</c:v>
                </c:pt>
                <c:pt idx="18840">
                  <c:v>0.74844444444444447</c:v>
                </c:pt>
                <c:pt idx="18841">
                  <c:v>0.74859259259259259</c:v>
                </c:pt>
                <c:pt idx="18842">
                  <c:v>0.74874074074074071</c:v>
                </c:pt>
                <c:pt idx="18843">
                  <c:v>0.74874074074074071</c:v>
                </c:pt>
                <c:pt idx="18844">
                  <c:v>0.74888888888888894</c:v>
                </c:pt>
                <c:pt idx="18845">
                  <c:v>0.74888888888888894</c:v>
                </c:pt>
                <c:pt idx="18846">
                  <c:v>0.74903703703703706</c:v>
                </c:pt>
                <c:pt idx="18847">
                  <c:v>0.74903703703703706</c:v>
                </c:pt>
                <c:pt idx="18848">
                  <c:v>0.74903703703703706</c:v>
                </c:pt>
                <c:pt idx="18849">
                  <c:v>0.74903703703703706</c:v>
                </c:pt>
                <c:pt idx="18850">
                  <c:v>0.74918518518518518</c:v>
                </c:pt>
                <c:pt idx="18851">
                  <c:v>0.74918518518518518</c:v>
                </c:pt>
                <c:pt idx="18852">
                  <c:v>0.74918518518518518</c:v>
                </c:pt>
                <c:pt idx="18853">
                  <c:v>0.7493333333333333</c:v>
                </c:pt>
                <c:pt idx="18854">
                  <c:v>0.7493333333333333</c:v>
                </c:pt>
                <c:pt idx="18855">
                  <c:v>0.7493333333333333</c:v>
                </c:pt>
                <c:pt idx="18856">
                  <c:v>0.7493333333333333</c:v>
                </c:pt>
                <c:pt idx="18857">
                  <c:v>0.7493333333333333</c:v>
                </c:pt>
                <c:pt idx="18858">
                  <c:v>0.7493333333333333</c:v>
                </c:pt>
                <c:pt idx="18859">
                  <c:v>0.7493333333333333</c:v>
                </c:pt>
                <c:pt idx="18860">
                  <c:v>0.7493333333333333</c:v>
                </c:pt>
                <c:pt idx="18861">
                  <c:v>0.7493333333333333</c:v>
                </c:pt>
                <c:pt idx="18862">
                  <c:v>0.7493333333333333</c:v>
                </c:pt>
                <c:pt idx="18863">
                  <c:v>0.7493333333333333</c:v>
                </c:pt>
                <c:pt idx="18864">
                  <c:v>0.7493333333333333</c:v>
                </c:pt>
                <c:pt idx="18865">
                  <c:v>0.7493333333333333</c:v>
                </c:pt>
                <c:pt idx="18866">
                  <c:v>0.7493333333333333</c:v>
                </c:pt>
                <c:pt idx="18867">
                  <c:v>0.7493333333333333</c:v>
                </c:pt>
                <c:pt idx="18868">
                  <c:v>0.7493333333333333</c:v>
                </c:pt>
                <c:pt idx="18869">
                  <c:v>0.7493333333333333</c:v>
                </c:pt>
                <c:pt idx="18870">
                  <c:v>0.7493333333333333</c:v>
                </c:pt>
                <c:pt idx="18871">
                  <c:v>0.7493333333333333</c:v>
                </c:pt>
                <c:pt idx="18872">
                  <c:v>0.7493333333333333</c:v>
                </c:pt>
                <c:pt idx="18873">
                  <c:v>0.7493333333333333</c:v>
                </c:pt>
                <c:pt idx="18874">
                  <c:v>0.74948148148148153</c:v>
                </c:pt>
                <c:pt idx="18875">
                  <c:v>0.74948148148148153</c:v>
                </c:pt>
                <c:pt idx="18876">
                  <c:v>0.74948148148148153</c:v>
                </c:pt>
                <c:pt idx="18877">
                  <c:v>0.74948148148148153</c:v>
                </c:pt>
                <c:pt idx="18878">
                  <c:v>0.74948148148148153</c:v>
                </c:pt>
                <c:pt idx="18879">
                  <c:v>0.74962962962962965</c:v>
                </c:pt>
                <c:pt idx="18880">
                  <c:v>0.74977777777777777</c:v>
                </c:pt>
                <c:pt idx="18881">
                  <c:v>0.74977777777777777</c:v>
                </c:pt>
                <c:pt idx="18882">
                  <c:v>0.74992592592592588</c:v>
                </c:pt>
                <c:pt idx="18883">
                  <c:v>0.74992592592592588</c:v>
                </c:pt>
                <c:pt idx="18884">
                  <c:v>0.74992592592592588</c:v>
                </c:pt>
                <c:pt idx="18885">
                  <c:v>0.74992592592592588</c:v>
                </c:pt>
                <c:pt idx="18886">
                  <c:v>0.74992592592592588</c:v>
                </c:pt>
                <c:pt idx="18887">
                  <c:v>0.75007407407407412</c:v>
                </c:pt>
                <c:pt idx="18888">
                  <c:v>0.75022222222222223</c:v>
                </c:pt>
                <c:pt idx="18889">
                  <c:v>0.75022222222222223</c:v>
                </c:pt>
                <c:pt idx="18890">
                  <c:v>0.75022222222222223</c:v>
                </c:pt>
                <c:pt idx="18891">
                  <c:v>0.75022222222222223</c:v>
                </c:pt>
                <c:pt idx="18892">
                  <c:v>0.75037037037037035</c:v>
                </c:pt>
                <c:pt idx="18893">
                  <c:v>0.75037037037037035</c:v>
                </c:pt>
                <c:pt idx="18894">
                  <c:v>0.75037037037037035</c:v>
                </c:pt>
                <c:pt idx="18895">
                  <c:v>0.75037037037037035</c:v>
                </c:pt>
                <c:pt idx="18896">
                  <c:v>0.75037037037037035</c:v>
                </c:pt>
                <c:pt idx="18897">
                  <c:v>0.75051851851851847</c:v>
                </c:pt>
                <c:pt idx="18898">
                  <c:v>0.75051851851851847</c:v>
                </c:pt>
                <c:pt idx="18899">
                  <c:v>0.75051851851851847</c:v>
                </c:pt>
                <c:pt idx="18900">
                  <c:v>0.75051851851851847</c:v>
                </c:pt>
                <c:pt idx="18901">
                  <c:v>0.75051851851851847</c:v>
                </c:pt>
                <c:pt idx="18902">
                  <c:v>0.75051851851851847</c:v>
                </c:pt>
                <c:pt idx="18903">
                  <c:v>0.75051851851851847</c:v>
                </c:pt>
                <c:pt idx="18904">
                  <c:v>0.75051851851851847</c:v>
                </c:pt>
                <c:pt idx="18905">
                  <c:v>0.7506666666666667</c:v>
                </c:pt>
                <c:pt idx="18906">
                  <c:v>0.7506666666666667</c:v>
                </c:pt>
                <c:pt idx="18907">
                  <c:v>0.75081481481481482</c:v>
                </c:pt>
                <c:pt idx="18908">
                  <c:v>0.75081481481481482</c:v>
                </c:pt>
                <c:pt idx="18909">
                  <c:v>0.75096296296296294</c:v>
                </c:pt>
                <c:pt idx="18910">
                  <c:v>0.75096296296296294</c:v>
                </c:pt>
                <c:pt idx="18911">
                  <c:v>0.75096296296296294</c:v>
                </c:pt>
                <c:pt idx="18912">
                  <c:v>0.75111111111111106</c:v>
                </c:pt>
                <c:pt idx="18913">
                  <c:v>0.75125925925925929</c:v>
                </c:pt>
                <c:pt idx="18914">
                  <c:v>0.75125925925925929</c:v>
                </c:pt>
                <c:pt idx="18915">
                  <c:v>0.75125925925925929</c:v>
                </c:pt>
                <c:pt idx="18916">
                  <c:v>0.75125925925925929</c:v>
                </c:pt>
                <c:pt idx="18917">
                  <c:v>0.75125925925925929</c:v>
                </c:pt>
                <c:pt idx="18918">
                  <c:v>0.75125925925925929</c:v>
                </c:pt>
                <c:pt idx="18919">
                  <c:v>0.75125925925925929</c:v>
                </c:pt>
                <c:pt idx="18920">
                  <c:v>0.75125925925925929</c:v>
                </c:pt>
                <c:pt idx="18921">
                  <c:v>0.75125925925925929</c:v>
                </c:pt>
                <c:pt idx="18922">
                  <c:v>0.75140740740740741</c:v>
                </c:pt>
                <c:pt idx="18923">
                  <c:v>0.75140740740740741</c:v>
                </c:pt>
                <c:pt idx="18924">
                  <c:v>0.75140740740740741</c:v>
                </c:pt>
                <c:pt idx="18925">
                  <c:v>0.75140740740740741</c:v>
                </c:pt>
                <c:pt idx="18926">
                  <c:v>0.75155555555555553</c:v>
                </c:pt>
                <c:pt idx="18927">
                  <c:v>0.75155555555555553</c:v>
                </c:pt>
                <c:pt idx="18928">
                  <c:v>0.75170370370370365</c:v>
                </c:pt>
                <c:pt idx="18929">
                  <c:v>0.75170370370370365</c:v>
                </c:pt>
                <c:pt idx="18930">
                  <c:v>0.75185185185185188</c:v>
                </c:pt>
                <c:pt idx="18931">
                  <c:v>0.75185185185185188</c:v>
                </c:pt>
                <c:pt idx="18932">
                  <c:v>0.75185185185185188</c:v>
                </c:pt>
                <c:pt idx="18933">
                  <c:v>0.752</c:v>
                </c:pt>
                <c:pt idx="18934">
                  <c:v>0.752</c:v>
                </c:pt>
                <c:pt idx="18935">
                  <c:v>0.752</c:v>
                </c:pt>
                <c:pt idx="18936">
                  <c:v>0.752</c:v>
                </c:pt>
                <c:pt idx="18937">
                  <c:v>0.752</c:v>
                </c:pt>
                <c:pt idx="18938">
                  <c:v>0.752</c:v>
                </c:pt>
                <c:pt idx="18939">
                  <c:v>0.75214814814814812</c:v>
                </c:pt>
                <c:pt idx="18940">
                  <c:v>0.75214814814814812</c:v>
                </c:pt>
                <c:pt idx="18941">
                  <c:v>0.75214814814814812</c:v>
                </c:pt>
                <c:pt idx="18942">
                  <c:v>0.75229629629629635</c:v>
                </c:pt>
                <c:pt idx="18943">
                  <c:v>0.75244444444444447</c:v>
                </c:pt>
                <c:pt idx="18944">
                  <c:v>0.75244444444444447</c:v>
                </c:pt>
                <c:pt idx="18945">
                  <c:v>0.75244444444444447</c:v>
                </c:pt>
                <c:pt idx="18946">
                  <c:v>0.75244444444444447</c:v>
                </c:pt>
                <c:pt idx="18947">
                  <c:v>0.75244444444444447</c:v>
                </c:pt>
                <c:pt idx="18948">
                  <c:v>0.75244444444444447</c:v>
                </c:pt>
                <c:pt idx="18949">
                  <c:v>0.75259259259259259</c:v>
                </c:pt>
                <c:pt idx="18950">
                  <c:v>0.75259259259259259</c:v>
                </c:pt>
                <c:pt idx="18951">
                  <c:v>0.75259259259259259</c:v>
                </c:pt>
                <c:pt idx="18952">
                  <c:v>0.75259259259259259</c:v>
                </c:pt>
                <c:pt idx="18953">
                  <c:v>0.75259259259259259</c:v>
                </c:pt>
                <c:pt idx="18954">
                  <c:v>0.75259259259259259</c:v>
                </c:pt>
                <c:pt idx="18955">
                  <c:v>0.75259259259259259</c:v>
                </c:pt>
                <c:pt idx="18956">
                  <c:v>0.75259259259259259</c:v>
                </c:pt>
                <c:pt idx="18957">
                  <c:v>0.75274074074074071</c:v>
                </c:pt>
                <c:pt idx="18958">
                  <c:v>0.75288888888888894</c:v>
                </c:pt>
                <c:pt idx="18959">
                  <c:v>0.75288888888888894</c:v>
                </c:pt>
                <c:pt idx="18960">
                  <c:v>0.75288888888888894</c:v>
                </c:pt>
                <c:pt idx="18961">
                  <c:v>0.75288888888888894</c:v>
                </c:pt>
                <c:pt idx="18962">
                  <c:v>0.75288888888888894</c:v>
                </c:pt>
                <c:pt idx="18963">
                  <c:v>0.75288888888888894</c:v>
                </c:pt>
                <c:pt idx="18964">
                  <c:v>0.75288888888888894</c:v>
                </c:pt>
                <c:pt idx="18965">
                  <c:v>0.75288888888888894</c:v>
                </c:pt>
                <c:pt idx="18966">
                  <c:v>0.75303703703703706</c:v>
                </c:pt>
                <c:pt idx="18967">
                  <c:v>0.75318518518518518</c:v>
                </c:pt>
                <c:pt idx="18968">
                  <c:v>0.75318518518518518</c:v>
                </c:pt>
                <c:pt idx="18969">
                  <c:v>0.7533333333333333</c:v>
                </c:pt>
                <c:pt idx="18970">
                  <c:v>0.7533333333333333</c:v>
                </c:pt>
                <c:pt idx="18971">
                  <c:v>0.7533333333333333</c:v>
                </c:pt>
                <c:pt idx="18972">
                  <c:v>0.7533333333333333</c:v>
                </c:pt>
                <c:pt idx="18973">
                  <c:v>0.7533333333333333</c:v>
                </c:pt>
                <c:pt idx="18974">
                  <c:v>0.7533333333333333</c:v>
                </c:pt>
                <c:pt idx="18975">
                  <c:v>0.75348148148148153</c:v>
                </c:pt>
                <c:pt idx="18976">
                  <c:v>0.75348148148148153</c:v>
                </c:pt>
                <c:pt idx="18977">
                  <c:v>0.75348148148148153</c:v>
                </c:pt>
                <c:pt idx="18978">
                  <c:v>0.75348148148148153</c:v>
                </c:pt>
                <c:pt idx="18979">
                  <c:v>0.75348148148148153</c:v>
                </c:pt>
                <c:pt idx="18980">
                  <c:v>0.75362962962962965</c:v>
                </c:pt>
                <c:pt idx="18981">
                  <c:v>0.75362962962962965</c:v>
                </c:pt>
                <c:pt idx="18982">
                  <c:v>0.75362962962962965</c:v>
                </c:pt>
                <c:pt idx="18983">
                  <c:v>0.75362962962962965</c:v>
                </c:pt>
                <c:pt idx="18984">
                  <c:v>0.75362962962962965</c:v>
                </c:pt>
                <c:pt idx="18985">
                  <c:v>0.75362962962962965</c:v>
                </c:pt>
                <c:pt idx="18986">
                  <c:v>0.75377777777777777</c:v>
                </c:pt>
                <c:pt idx="18987">
                  <c:v>0.75392592592592589</c:v>
                </c:pt>
                <c:pt idx="18988">
                  <c:v>0.75392592592592589</c:v>
                </c:pt>
                <c:pt idx="18989">
                  <c:v>0.75392592592592589</c:v>
                </c:pt>
                <c:pt idx="18990">
                  <c:v>0.75392592592592589</c:v>
                </c:pt>
                <c:pt idx="18991">
                  <c:v>0.75407407407407412</c:v>
                </c:pt>
                <c:pt idx="18992">
                  <c:v>0.75407407407407412</c:v>
                </c:pt>
                <c:pt idx="18993">
                  <c:v>0.75407407407407412</c:v>
                </c:pt>
                <c:pt idx="18994">
                  <c:v>0.75407407407407412</c:v>
                </c:pt>
                <c:pt idx="18995">
                  <c:v>0.75407407407407412</c:v>
                </c:pt>
                <c:pt idx="18996">
                  <c:v>0.75407407407407412</c:v>
                </c:pt>
                <c:pt idx="18997">
                  <c:v>0.75407407407407412</c:v>
                </c:pt>
                <c:pt idx="18998">
                  <c:v>0.75407407407407412</c:v>
                </c:pt>
                <c:pt idx="18999">
                  <c:v>0.75407407407407412</c:v>
                </c:pt>
                <c:pt idx="19000">
                  <c:v>0.75407407407407412</c:v>
                </c:pt>
                <c:pt idx="19001">
                  <c:v>0.75407407407407412</c:v>
                </c:pt>
                <c:pt idx="19002">
                  <c:v>0.75422222222222224</c:v>
                </c:pt>
                <c:pt idx="19003">
                  <c:v>0.75437037037037036</c:v>
                </c:pt>
                <c:pt idx="19004">
                  <c:v>0.75451851851851848</c:v>
                </c:pt>
                <c:pt idx="19005">
                  <c:v>0.75451851851851848</c:v>
                </c:pt>
                <c:pt idx="19006">
                  <c:v>0.75451851851851848</c:v>
                </c:pt>
                <c:pt idx="19007">
                  <c:v>0.75466666666666671</c:v>
                </c:pt>
                <c:pt idx="19008">
                  <c:v>0.75466666666666671</c:v>
                </c:pt>
                <c:pt idx="19009">
                  <c:v>0.75466666666666671</c:v>
                </c:pt>
                <c:pt idx="19010">
                  <c:v>0.75466666666666671</c:v>
                </c:pt>
                <c:pt idx="19011">
                  <c:v>0.75466666666666671</c:v>
                </c:pt>
                <c:pt idx="19012">
                  <c:v>0.75466666666666671</c:v>
                </c:pt>
                <c:pt idx="19013">
                  <c:v>0.75466666666666671</c:v>
                </c:pt>
                <c:pt idx="19014">
                  <c:v>0.75466666666666671</c:v>
                </c:pt>
                <c:pt idx="19015">
                  <c:v>0.75466666666666671</c:v>
                </c:pt>
                <c:pt idx="19016">
                  <c:v>0.75466666666666671</c:v>
                </c:pt>
                <c:pt idx="19017">
                  <c:v>0.75466666666666671</c:v>
                </c:pt>
                <c:pt idx="19018">
                  <c:v>0.75481481481481483</c:v>
                </c:pt>
                <c:pt idx="19019">
                  <c:v>0.75481481481481483</c:v>
                </c:pt>
                <c:pt idx="19020">
                  <c:v>0.75481481481481483</c:v>
                </c:pt>
                <c:pt idx="19021">
                  <c:v>0.75481481481481483</c:v>
                </c:pt>
                <c:pt idx="19022">
                  <c:v>0.75496296296296295</c:v>
                </c:pt>
                <c:pt idx="19023">
                  <c:v>0.75511111111111107</c:v>
                </c:pt>
                <c:pt idx="19024">
                  <c:v>0.75511111111111107</c:v>
                </c:pt>
                <c:pt idx="19025">
                  <c:v>0.7552592592592593</c:v>
                </c:pt>
                <c:pt idx="19026">
                  <c:v>0.7552592592592593</c:v>
                </c:pt>
                <c:pt idx="19027">
                  <c:v>0.75540740740740742</c:v>
                </c:pt>
                <c:pt idx="19028">
                  <c:v>0.75540740740740742</c:v>
                </c:pt>
                <c:pt idx="19029">
                  <c:v>0.75555555555555554</c:v>
                </c:pt>
                <c:pt idx="19030">
                  <c:v>0.75555555555555554</c:v>
                </c:pt>
                <c:pt idx="19031">
                  <c:v>0.75555555555555554</c:v>
                </c:pt>
                <c:pt idx="19032">
                  <c:v>0.75555555555555554</c:v>
                </c:pt>
                <c:pt idx="19033">
                  <c:v>0.75555555555555554</c:v>
                </c:pt>
                <c:pt idx="19034">
                  <c:v>0.75555555555555554</c:v>
                </c:pt>
                <c:pt idx="19035">
                  <c:v>0.75555555555555554</c:v>
                </c:pt>
                <c:pt idx="19036">
                  <c:v>0.75555555555555554</c:v>
                </c:pt>
                <c:pt idx="19037">
                  <c:v>0.75555555555555554</c:v>
                </c:pt>
                <c:pt idx="19038">
                  <c:v>0.75555555555555554</c:v>
                </c:pt>
                <c:pt idx="19039">
                  <c:v>0.75555555555555554</c:v>
                </c:pt>
                <c:pt idx="19040">
                  <c:v>0.75555555555555554</c:v>
                </c:pt>
                <c:pt idx="19041">
                  <c:v>0.75555555555555554</c:v>
                </c:pt>
                <c:pt idx="19042">
                  <c:v>0.75555555555555554</c:v>
                </c:pt>
                <c:pt idx="19043">
                  <c:v>0.75555555555555554</c:v>
                </c:pt>
                <c:pt idx="19044">
                  <c:v>0.75555555555555554</c:v>
                </c:pt>
                <c:pt idx="19045">
                  <c:v>0.75555555555555554</c:v>
                </c:pt>
                <c:pt idx="19046">
                  <c:v>0.75555555555555554</c:v>
                </c:pt>
                <c:pt idx="19047">
                  <c:v>0.75555555555555554</c:v>
                </c:pt>
                <c:pt idx="19048">
                  <c:v>0.75570370370370366</c:v>
                </c:pt>
                <c:pt idx="19049">
                  <c:v>0.75570370370370366</c:v>
                </c:pt>
                <c:pt idx="19050">
                  <c:v>0.75570370370370366</c:v>
                </c:pt>
                <c:pt idx="19051">
                  <c:v>0.75570370370370366</c:v>
                </c:pt>
                <c:pt idx="19052">
                  <c:v>0.75570370370370366</c:v>
                </c:pt>
                <c:pt idx="19053">
                  <c:v>0.75570370370370366</c:v>
                </c:pt>
                <c:pt idx="19054">
                  <c:v>0.75585185185185189</c:v>
                </c:pt>
                <c:pt idx="19055">
                  <c:v>0.75585185185185189</c:v>
                </c:pt>
                <c:pt idx="19056">
                  <c:v>0.75600000000000001</c:v>
                </c:pt>
                <c:pt idx="19057">
                  <c:v>0.75600000000000001</c:v>
                </c:pt>
                <c:pt idx="19058">
                  <c:v>0.75614814814814812</c:v>
                </c:pt>
                <c:pt idx="19059">
                  <c:v>0.75614814814814812</c:v>
                </c:pt>
                <c:pt idx="19060">
                  <c:v>0.75614814814814812</c:v>
                </c:pt>
                <c:pt idx="19061">
                  <c:v>0.75614814814814812</c:v>
                </c:pt>
                <c:pt idx="19062">
                  <c:v>0.75614814814814812</c:v>
                </c:pt>
                <c:pt idx="19063">
                  <c:v>0.75629629629629624</c:v>
                </c:pt>
                <c:pt idx="19064">
                  <c:v>0.75644444444444447</c:v>
                </c:pt>
                <c:pt idx="19065">
                  <c:v>0.75644444444444447</c:v>
                </c:pt>
                <c:pt idx="19066">
                  <c:v>0.75644444444444447</c:v>
                </c:pt>
                <c:pt idx="19067">
                  <c:v>0.75644444444444447</c:v>
                </c:pt>
                <c:pt idx="19068">
                  <c:v>0.75659259259259259</c:v>
                </c:pt>
                <c:pt idx="19069">
                  <c:v>0.75659259259259259</c:v>
                </c:pt>
                <c:pt idx="19070">
                  <c:v>0.75659259259259259</c:v>
                </c:pt>
                <c:pt idx="19071">
                  <c:v>0.75674074074074071</c:v>
                </c:pt>
                <c:pt idx="19072">
                  <c:v>0.75674074074074071</c:v>
                </c:pt>
                <c:pt idx="19073">
                  <c:v>0.75674074074074071</c:v>
                </c:pt>
                <c:pt idx="19074">
                  <c:v>0.75674074074074071</c:v>
                </c:pt>
                <c:pt idx="19075">
                  <c:v>0.75674074074074071</c:v>
                </c:pt>
                <c:pt idx="19076">
                  <c:v>0.75674074074074071</c:v>
                </c:pt>
                <c:pt idx="19077">
                  <c:v>0.75674074074074071</c:v>
                </c:pt>
                <c:pt idx="19078">
                  <c:v>0.75674074074074071</c:v>
                </c:pt>
                <c:pt idx="19079">
                  <c:v>0.75674074074074071</c:v>
                </c:pt>
                <c:pt idx="19080">
                  <c:v>0.75674074074074071</c:v>
                </c:pt>
                <c:pt idx="19081">
                  <c:v>0.75688888888888894</c:v>
                </c:pt>
                <c:pt idx="19082">
                  <c:v>0.75688888888888894</c:v>
                </c:pt>
                <c:pt idx="19083">
                  <c:v>0.75703703703703706</c:v>
                </c:pt>
                <c:pt idx="19084">
                  <c:v>0.75703703703703706</c:v>
                </c:pt>
                <c:pt idx="19085">
                  <c:v>0.75703703703703706</c:v>
                </c:pt>
                <c:pt idx="19086">
                  <c:v>0.75703703703703706</c:v>
                </c:pt>
                <c:pt idx="19087">
                  <c:v>0.75703703703703706</c:v>
                </c:pt>
                <c:pt idx="19088">
                  <c:v>0.75703703703703706</c:v>
                </c:pt>
                <c:pt idx="19089">
                  <c:v>0.75703703703703706</c:v>
                </c:pt>
                <c:pt idx="19090">
                  <c:v>0.75718518518518518</c:v>
                </c:pt>
                <c:pt idx="19091">
                  <c:v>0.75718518518518518</c:v>
                </c:pt>
                <c:pt idx="19092">
                  <c:v>0.75718518518518518</c:v>
                </c:pt>
                <c:pt idx="19093">
                  <c:v>0.75718518518518518</c:v>
                </c:pt>
                <c:pt idx="19094">
                  <c:v>0.75718518518518518</c:v>
                </c:pt>
                <c:pt idx="19095">
                  <c:v>0.7573333333333333</c:v>
                </c:pt>
                <c:pt idx="19096">
                  <c:v>0.7573333333333333</c:v>
                </c:pt>
                <c:pt idx="19097">
                  <c:v>0.7573333333333333</c:v>
                </c:pt>
                <c:pt idx="19098">
                  <c:v>0.75748148148148153</c:v>
                </c:pt>
                <c:pt idx="19099">
                  <c:v>0.75748148148148153</c:v>
                </c:pt>
                <c:pt idx="19100">
                  <c:v>0.75748148148148153</c:v>
                </c:pt>
                <c:pt idx="19101">
                  <c:v>0.75748148148148153</c:v>
                </c:pt>
                <c:pt idx="19102">
                  <c:v>0.75762962962962965</c:v>
                </c:pt>
                <c:pt idx="19103">
                  <c:v>0.75762962962962965</c:v>
                </c:pt>
                <c:pt idx="19104">
                  <c:v>0.75762962962962965</c:v>
                </c:pt>
                <c:pt idx="19105">
                  <c:v>0.75762962962962965</c:v>
                </c:pt>
                <c:pt idx="19106">
                  <c:v>0.75762962962962965</c:v>
                </c:pt>
                <c:pt idx="19107">
                  <c:v>0.75762962962962965</c:v>
                </c:pt>
                <c:pt idx="19108">
                  <c:v>0.75762962962962965</c:v>
                </c:pt>
                <c:pt idx="19109">
                  <c:v>0.75762962962962965</c:v>
                </c:pt>
                <c:pt idx="19110">
                  <c:v>0.75762962962962965</c:v>
                </c:pt>
                <c:pt idx="19111">
                  <c:v>0.75777777777777777</c:v>
                </c:pt>
                <c:pt idx="19112">
                  <c:v>0.75777777777777777</c:v>
                </c:pt>
                <c:pt idx="19113">
                  <c:v>0.75792592592592589</c:v>
                </c:pt>
                <c:pt idx="19114">
                  <c:v>0.75792592592592589</c:v>
                </c:pt>
                <c:pt idx="19115">
                  <c:v>0.75792592592592589</c:v>
                </c:pt>
                <c:pt idx="19116">
                  <c:v>0.75792592592592589</c:v>
                </c:pt>
                <c:pt idx="19117">
                  <c:v>0.75807407407407412</c:v>
                </c:pt>
                <c:pt idx="19118">
                  <c:v>0.75807407407407412</c:v>
                </c:pt>
                <c:pt idx="19119">
                  <c:v>0.75807407407407412</c:v>
                </c:pt>
                <c:pt idx="19120">
                  <c:v>0.75822222222222224</c:v>
                </c:pt>
                <c:pt idx="19121">
                  <c:v>0.75822222222222224</c:v>
                </c:pt>
                <c:pt idx="19122">
                  <c:v>0.75822222222222224</c:v>
                </c:pt>
                <c:pt idx="19123">
                  <c:v>0.75822222222222224</c:v>
                </c:pt>
                <c:pt idx="19124">
                  <c:v>0.75837037037037036</c:v>
                </c:pt>
                <c:pt idx="19125">
                  <c:v>0.75837037037037036</c:v>
                </c:pt>
                <c:pt idx="19126">
                  <c:v>0.75837037037037036</c:v>
                </c:pt>
                <c:pt idx="19127">
                  <c:v>0.75837037037037036</c:v>
                </c:pt>
                <c:pt idx="19128">
                  <c:v>0.75837037037037036</c:v>
                </c:pt>
                <c:pt idx="19129">
                  <c:v>0.75837037037037036</c:v>
                </c:pt>
                <c:pt idx="19130">
                  <c:v>0.75837037037037036</c:v>
                </c:pt>
                <c:pt idx="19131">
                  <c:v>0.75837037037037036</c:v>
                </c:pt>
                <c:pt idx="19132">
                  <c:v>0.75837037037037036</c:v>
                </c:pt>
                <c:pt idx="19133">
                  <c:v>0.75837037037037036</c:v>
                </c:pt>
                <c:pt idx="19134">
                  <c:v>0.75837037037037036</c:v>
                </c:pt>
                <c:pt idx="19135">
                  <c:v>0.75837037037037036</c:v>
                </c:pt>
                <c:pt idx="19136">
                  <c:v>0.75851851851851848</c:v>
                </c:pt>
                <c:pt idx="19137">
                  <c:v>0.75851851851851848</c:v>
                </c:pt>
                <c:pt idx="19138">
                  <c:v>0.75851851851851848</c:v>
                </c:pt>
                <c:pt idx="19139">
                  <c:v>0.75851851851851848</c:v>
                </c:pt>
                <c:pt idx="19140">
                  <c:v>0.75851851851851848</c:v>
                </c:pt>
                <c:pt idx="19141">
                  <c:v>0.75851851851851848</c:v>
                </c:pt>
                <c:pt idx="19142">
                  <c:v>0.75851851851851848</c:v>
                </c:pt>
                <c:pt idx="19143">
                  <c:v>0.75851851851851848</c:v>
                </c:pt>
                <c:pt idx="19144">
                  <c:v>0.75851851851851848</c:v>
                </c:pt>
                <c:pt idx="19145">
                  <c:v>0.75866666666666671</c:v>
                </c:pt>
                <c:pt idx="19146">
                  <c:v>0.75866666666666671</c:v>
                </c:pt>
                <c:pt idx="19147">
                  <c:v>0.75866666666666671</c:v>
                </c:pt>
                <c:pt idx="19148">
                  <c:v>0.75866666666666671</c:v>
                </c:pt>
                <c:pt idx="19149">
                  <c:v>0.75881481481481483</c:v>
                </c:pt>
                <c:pt idx="19150">
                  <c:v>0.75881481481481483</c:v>
                </c:pt>
                <c:pt idx="19151">
                  <c:v>0.75881481481481483</c:v>
                </c:pt>
                <c:pt idx="19152">
                  <c:v>0.75896296296296295</c:v>
                </c:pt>
                <c:pt idx="19153">
                  <c:v>0.75911111111111107</c:v>
                </c:pt>
                <c:pt idx="19154">
                  <c:v>0.7592592592592593</c:v>
                </c:pt>
                <c:pt idx="19155">
                  <c:v>0.7592592592592593</c:v>
                </c:pt>
                <c:pt idx="19156">
                  <c:v>0.7592592592592593</c:v>
                </c:pt>
                <c:pt idx="19157">
                  <c:v>0.75940740740740742</c:v>
                </c:pt>
                <c:pt idx="19158">
                  <c:v>0.75940740740740742</c:v>
                </c:pt>
                <c:pt idx="19159">
                  <c:v>0.75940740740740742</c:v>
                </c:pt>
                <c:pt idx="19160">
                  <c:v>0.75955555555555554</c:v>
                </c:pt>
                <c:pt idx="19161">
                  <c:v>0.75955555555555554</c:v>
                </c:pt>
                <c:pt idx="19162">
                  <c:v>0.75955555555555554</c:v>
                </c:pt>
                <c:pt idx="19163">
                  <c:v>0.75955555555555554</c:v>
                </c:pt>
                <c:pt idx="19164">
                  <c:v>0.75955555555555554</c:v>
                </c:pt>
                <c:pt idx="19165">
                  <c:v>0.75955555555555554</c:v>
                </c:pt>
                <c:pt idx="19166">
                  <c:v>0.75955555555555554</c:v>
                </c:pt>
                <c:pt idx="19167">
                  <c:v>0.75970370370370366</c:v>
                </c:pt>
                <c:pt idx="19168">
                  <c:v>0.75970370370370366</c:v>
                </c:pt>
                <c:pt idx="19169">
                  <c:v>0.75970370370370366</c:v>
                </c:pt>
                <c:pt idx="19170">
                  <c:v>0.75970370370370366</c:v>
                </c:pt>
                <c:pt idx="19171">
                  <c:v>0.75985185185185189</c:v>
                </c:pt>
                <c:pt idx="19172">
                  <c:v>0.75985185185185189</c:v>
                </c:pt>
                <c:pt idx="19173">
                  <c:v>0.75985185185185189</c:v>
                </c:pt>
                <c:pt idx="19174">
                  <c:v>0.76</c:v>
                </c:pt>
                <c:pt idx="19175">
                  <c:v>0.76</c:v>
                </c:pt>
                <c:pt idx="19176">
                  <c:v>0.76</c:v>
                </c:pt>
                <c:pt idx="19177">
                  <c:v>0.76</c:v>
                </c:pt>
                <c:pt idx="19178">
                  <c:v>0.76</c:v>
                </c:pt>
                <c:pt idx="19179">
                  <c:v>0.76014814814814813</c:v>
                </c:pt>
                <c:pt idx="19180">
                  <c:v>0.76014814814814813</c:v>
                </c:pt>
                <c:pt idx="19181">
                  <c:v>0.76014814814814813</c:v>
                </c:pt>
                <c:pt idx="19182">
                  <c:v>0.76029629629629625</c:v>
                </c:pt>
                <c:pt idx="19183">
                  <c:v>0.76029629629629625</c:v>
                </c:pt>
                <c:pt idx="19184">
                  <c:v>0.76044444444444448</c:v>
                </c:pt>
                <c:pt idx="19185">
                  <c:v>0.76044444444444448</c:v>
                </c:pt>
                <c:pt idx="19186">
                  <c:v>0.76044444444444448</c:v>
                </c:pt>
                <c:pt idx="19187">
                  <c:v>0.76044444444444448</c:v>
                </c:pt>
                <c:pt idx="19188">
                  <c:v>0.7605925925925926</c:v>
                </c:pt>
                <c:pt idx="19189">
                  <c:v>0.7605925925925926</c:v>
                </c:pt>
                <c:pt idx="19190">
                  <c:v>0.76074074074074072</c:v>
                </c:pt>
                <c:pt idx="19191">
                  <c:v>0.76074074074074072</c:v>
                </c:pt>
                <c:pt idx="19192">
                  <c:v>0.76074074074074072</c:v>
                </c:pt>
                <c:pt idx="19193">
                  <c:v>0.76088888888888884</c:v>
                </c:pt>
                <c:pt idx="19194">
                  <c:v>0.76088888888888884</c:v>
                </c:pt>
                <c:pt idx="19195">
                  <c:v>0.76088888888888884</c:v>
                </c:pt>
                <c:pt idx="19196">
                  <c:v>0.76103703703703707</c:v>
                </c:pt>
                <c:pt idx="19197">
                  <c:v>0.76118518518518519</c:v>
                </c:pt>
                <c:pt idx="19198">
                  <c:v>0.76118518518518519</c:v>
                </c:pt>
                <c:pt idx="19199">
                  <c:v>0.76118518518518519</c:v>
                </c:pt>
                <c:pt idx="19200">
                  <c:v>0.76118518518518519</c:v>
                </c:pt>
                <c:pt idx="19201">
                  <c:v>0.76118518518518519</c:v>
                </c:pt>
                <c:pt idx="19202">
                  <c:v>0.76118518518518519</c:v>
                </c:pt>
                <c:pt idx="19203">
                  <c:v>0.76118518518518519</c:v>
                </c:pt>
                <c:pt idx="19204">
                  <c:v>0.76118518518518519</c:v>
                </c:pt>
                <c:pt idx="19205">
                  <c:v>0.76118518518518519</c:v>
                </c:pt>
                <c:pt idx="19206">
                  <c:v>0.76133333333333331</c:v>
                </c:pt>
                <c:pt idx="19207">
                  <c:v>0.76133333333333331</c:v>
                </c:pt>
                <c:pt idx="19208">
                  <c:v>0.76148148148148154</c:v>
                </c:pt>
                <c:pt idx="19209">
                  <c:v>0.76148148148148154</c:v>
                </c:pt>
                <c:pt idx="19210">
                  <c:v>0.76148148148148154</c:v>
                </c:pt>
                <c:pt idx="19211">
                  <c:v>0.76162962962962966</c:v>
                </c:pt>
                <c:pt idx="19212">
                  <c:v>0.76177777777777778</c:v>
                </c:pt>
                <c:pt idx="19213">
                  <c:v>0.7619259259259259</c:v>
                </c:pt>
                <c:pt idx="19214">
                  <c:v>0.7619259259259259</c:v>
                </c:pt>
                <c:pt idx="19215">
                  <c:v>0.7619259259259259</c:v>
                </c:pt>
                <c:pt idx="19216">
                  <c:v>0.76207407407407413</c:v>
                </c:pt>
                <c:pt idx="19217">
                  <c:v>0.76207407407407413</c:v>
                </c:pt>
                <c:pt idx="19218">
                  <c:v>0.76207407407407413</c:v>
                </c:pt>
                <c:pt idx="19219">
                  <c:v>0.76222222222222225</c:v>
                </c:pt>
                <c:pt idx="19220">
                  <c:v>0.76222222222222225</c:v>
                </c:pt>
                <c:pt idx="19221">
                  <c:v>0.76222222222222225</c:v>
                </c:pt>
                <c:pt idx="19222">
                  <c:v>0.76237037037037036</c:v>
                </c:pt>
                <c:pt idx="19223">
                  <c:v>0.76237037037037036</c:v>
                </c:pt>
                <c:pt idx="19224">
                  <c:v>0.76237037037037036</c:v>
                </c:pt>
                <c:pt idx="19225">
                  <c:v>0.76237037037037036</c:v>
                </c:pt>
                <c:pt idx="19226">
                  <c:v>0.76237037037037036</c:v>
                </c:pt>
                <c:pt idx="19227">
                  <c:v>0.76237037037037036</c:v>
                </c:pt>
                <c:pt idx="19228">
                  <c:v>0.76237037037037036</c:v>
                </c:pt>
                <c:pt idx="19229">
                  <c:v>0.76237037037037036</c:v>
                </c:pt>
                <c:pt idx="19230">
                  <c:v>0.76237037037037036</c:v>
                </c:pt>
                <c:pt idx="19231">
                  <c:v>0.76237037037037036</c:v>
                </c:pt>
                <c:pt idx="19232">
                  <c:v>0.76237037037037036</c:v>
                </c:pt>
                <c:pt idx="19233">
                  <c:v>0.76251851851851848</c:v>
                </c:pt>
                <c:pt idx="19234">
                  <c:v>0.76251851851851848</c:v>
                </c:pt>
                <c:pt idx="19235">
                  <c:v>0.76251851851851848</c:v>
                </c:pt>
                <c:pt idx="19236">
                  <c:v>0.76251851851851848</c:v>
                </c:pt>
                <c:pt idx="19237">
                  <c:v>0.76251851851851848</c:v>
                </c:pt>
                <c:pt idx="19238">
                  <c:v>0.76251851851851848</c:v>
                </c:pt>
                <c:pt idx="19239">
                  <c:v>0.76251851851851848</c:v>
                </c:pt>
                <c:pt idx="19240">
                  <c:v>0.76251851851851848</c:v>
                </c:pt>
                <c:pt idx="19241">
                  <c:v>0.76266666666666671</c:v>
                </c:pt>
                <c:pt idx="19242">
                  <c:v>0.76266666666666671</c:v>
                </c:pt>
                <c:pt idx="19243">
                  <c:v>0.76281481481481483</c:v>
                </c:pt>
                <c:pt idx="19244">
                  <c:v>0.76281481481481483</c:v>
                </c:pt>
                <c:pt idx="19245">
                  <c:v>0.76281481481481483</c:v>
                </c:pt>
                <c:pt idx="19246">
                  <c:v>0.76281481481481483</c:v>
                </c:pt>
                <c:pt idx="19247">
                  <c:v>0.76281481481481483</c:v>
                </c:pt>
                <c:pt idx="19248">
                  <c:v>0.76296296296296295</c:v>
                </c:pt>
                <c:pt idx="19249">
                  <c:v>0.76296296296296295</c:v>
                </c:pt>
                <c:pt idx="19250">
                  <c:v>0.76296296296296295</c:v>
                </c:pt>
                <c:pt idx="19251">
                  <c:v>0.76296296296296295</c:v>
                </c:pt>
                <c:pt idx="19252">
                  <c:v>0.76311111111111107</c:v>
                </c:pt>
                <c:pt idx="19253">
                  <c:v>0.76311111111111107</c:v>
                </c:pt>
                <c:pt idx="19254">
                  <c:v>0.7632592592592593</c:v>
                </c:pt>
                <c:pt idx="19255">
                  <c:v>0.7632592592592593</c:v>
                </c:pt>
                <c:pt idx="19256">
                  <c:v>0.7632592592592593</c:v>
                </c:pt>
                <c:pt idx="19257">
                  <c:v>0.7632592592592593</c:v>
                </c:pt>
                <c:pt idx="19258">
                  <c:v>0.76340740740740742</c:v>
                </c:pt>
                <c:pt idx="19259">
                  <c:v>0.76340740740740742</c:v>
                </c:pt>
                <c:pt idx="19260">
                  <c:v>0.76355555555555554</c:v>
                </c:pt>
                <c:pt idx="19261">
                  <c:v>0.76355555555555554</c:v>
                </c:pt>
                <c:pt idx="19262">
                  <c:v>0.76355555555555554</c:v>
                </c:pt>
                <c:pt idx="19263">
                  <c:v>0.76355555555555554</c:v>
                </c:pt>
                <c:pt idx="19264">
                  <c:v>0.76370370370370366</c:v>
                </c:pt>
                <c:pt idx="19265">
                  <c:v>0.76370370370370366</c:v>
                </c:pt>
                <c:pt idx="19266">
                  <c:v>0.76385185185185189</c:v>
                </c:pt>
                <c:pt idx="19267">
                  <c:v>0.76385185185185189</c:v>
                </c:pt>
                <c:pt idx="19268">
                  <c:v>0.76385185185185189</c:v>
                </c:pt>
                <c:pt idx="19269">
                  <c:v>0.76385185185185189</c:v>
                </c:pt>
                <c:pt idx="19270">
                  <c:v>0.76385185185185189</c:v>
                </c:pt>
                <c:pt idx="19271">
                  <c:v>0.76400000000000001</c:v>
                </c:pt>
                <c:pt idx="19272">
                  <c:v>0.76400000000000001</c:v>
                </c:pt>
                <c:pt idx="19273">
                  <c:v>0.76414814814814813</c:v>
                </c:pt>
                <c:pt idx="19274">
                  <c:v>0.76414814814814813</c:v>
                </c:pt>
                <c:pt idx="19275">
                  <c:v>0.76429629629629625</c:v>
                </c:pt>
                <c:pt idx="19276">
                  <c:v>0.76429629629629625</c:v>
                </c:pt>
                <c:pt idx="19277">
                  <c:v>0.76444444444444448</c:v>
                </c:pt>
                <c:pt idx="19278">
                  <c:v>0.76444444444444448</c:v>
                </c:pt>
                <c:pt idx="19279">
                  <c:v>0.76444444444444448</c:v>
                </c:pt>
                <c:pt idx="19280">
                  <c:v>0.76444444444444448</c:v>
                </c:pt>
                <c:pt idx="19281">
                  <c:v>0.76444444444444448</c:v>
                </c:pt>
                <c:pt idx="19282">
                  <c:v>0.76444444444444448</c:v>
                </c:pt>
                <c:pt idx="19283">
                  <c:v>0.76444444444444448</c:v>
                </c:pt>
                <c:pt idx="19284">
                  <c:v>0.76444444444444448</c:v>
                </c:pt>
                <c:pt idx="19285">
                  <c:v>0.76444444444444448</c:v>
                </c:pt>
                <c:pt idx="19286">
                  <c:v>0.7645925925925926</c:v>
                </c:pt>
                <c:pt idx="19287">
                  <c:v>0.7645925925925926</c:v>
                </c:pt>
                <c:pt idx="19288">
                  <c:v>0.7645925925925926</c:v>
                </c:pt>
                <c:pt idx="19289">
                  <c:v>0.7645925925925926</c:v>
                </c:pt>
                <c:pt idx="19290">
                  <c:v>0.76474074074074072</c:v>
                </c:pt>
                <c:pt idx="19291">
                  <c:v>0.76488888888888884</c:v>
                </c:pt>
                <c:pt idx="19292">
                  <c:v>0.76488888888888884</c:v>
                </c:pt>
                <c:pt idx="19293">
                  <c:v>0.76488888888888884</c:v>
                </c:pt>
                <c:pt idx="19294">
                  <c:v>0.76488888888888884</c:v>
                </c:pt>
                <c:pt idx="19295">
                  <c:v>0.76488888888888884</c:v>
                </c:pt>
                <c:pt idx="19296">
                  <c:v>0.76488888888888884</c:v>
                </c:pt>
                <c:pt idx="19297">
                  <c:v>0.76488888888888884</c:v>
                </c:pt>
                <c:pt idx="19298">
                  <c:v>0.76488888888888884</c:v>
                </c:pt>
                <c:pt idx="19299">
                  <c:v>0.76488888888888884</c:v>
                </c:pt>
                <c:pt idx="19300">
                  <c:v>0.76488888888888884</c:v>
                </c:pt>
                <c:pt idx="19301">
                  <c:v>0.76488888888888884</c:v>
                </c:pt>
                <c:pt idx="19302">
                  <c:v>0.76503703703703707</c:v>
                </c:pt>
                <c:pt idx="19303">
                  <c:v>0.76503703703703707</c:v>
                </c:pt>
                <c:pt idx="19304">
                  <c:v>0.76518518518518519</c:v>
                </c:pt>
                <c:pt idx="19305">
                  <c:v>0.76533333333333331</c:v>
                </c:pt>
                <c:pt idx="19306">
                  <c:v>0.76533333333333331</c:v>
                </c:pt>
                <c:pt idx="19307">
                  <c:v>0.76533333333333331</c:v>
                </c:pt>
                <c:pt idx="19308">
                  <c:v>0.76533333333333331</c:v>
                </c:pt>
                <c:pt idx="19309">
                  <c:v>0.76533333333333331</c:v>
                </c:pt>
                <c:pt idx="19310">
                  <c:v>0.76533333333333331</c:v>
                </c:pt>
                <c:pt idx="19311">
                  <c:v>0.76533333333333331</c:v>
                </c:pt>
                <c:pt idx="19312">
                  <c:v>0.76533333333333331</c:v>
                </c:pt>
                <c:pt idx="19313">
                  <c:v>0.76533333333333331</c:v>
                </c:pt>
                <c:pt idx="19314">
                  <c:v>0.76533333333333331</c:v>
                </c:pt>
                <c:pt idx="19315">
                  <c:v>0.76548148148148143</c:v>
                </c:pt>
                <c:pt idx="19316">
                  <c:v>0.76548148148148143</c:v>
                </c:pt>
                <c:pt idx="19317">
                  <c:v>0.76562962962962966</c:v>
                </c:pt>
                <c:pt idx="19318">
                  <c:v>0.76562962962962966</c:v>
                </c:pt>
                <c:pt idx="19319">
                  <c:v>0.76577777777777778</c:v>
                </c:pt>
                <c:pt idx="19320">
                  <c:v>0.76577777777777778</c:v>
                </c:pt>
                <c:pt idx="19321">
                  <c:v>0.76577777777777778</c:v>
                </c:pt>
                <c:pt idx="19322">
                  <c:v>0.7659259259259259</c:v>
                </c:pt>
                <c:pt idx="19323">
                  <c:v>0.76607407407407413</c:v>
                </c:pt>
                <c:pt idx="19324">
                  <c:v>0.76622222222222225</c:v>
                </c:pt>
                <c:pt idx="19325">
                  <c:v>0.76622222222222225</c:v>
                </c:pt>
                <c:pt idx="19326">
                  <c:v>0.76622222222222225</c:v>
                </c:pt>
                <c:pt idx="19327">
                  <c:v>0.76622222222222225</c:v>
                </c:pt>
                <c:pt idx="19328">
                  <c:v>0.76622222222222225</c:v>
                </c:pt>
                <c:pt idx="19329">
                  <c:v>0.76637037037037037</c:v>
                </c:pt>
                <c:pt idx="19330">
                  <c:v>0.76637037037037037</c:v>
                </c:pt>
                <c:pt idx="19331">
                  <c:v>0.76651851851851849</c:v>
                </c:pt>
                <c:pt idx="19332">
                  <c:v>0.76651851851851849</c:v>
                </c:pt>
                <c:pt idx="19333">
                  <c:v>0.76651851851851849</c:v>
                </c:pt>
                <c:pt idx="19334">
                  <c:v>0.76666666666666672</c:v>
                </c:pt>
                <c:pt idx="19335">
                  <c:v>0.76666666666666672</c:v>
                </c:pt>
                <c:pt idx="19336">
                  <c:v>0.76666666666666672</c:v>
                </c:pt>
                <c:pt idx="19337">
                  <c:v>0.76666666666666672</c:v>
                </c:pt>
                <c:pt idx="19338">
                  <c:v>0.76666666666666672</c:v>
                </c:pt>
                <c:pt idx="19339">
                  <c:v>0.76681481481481484</c:v>
                </c:pt>
                <c:pt idx="19340">
                  <c:v>0.76681481481481484</c:v>
                </c:pt>
                <c:pt idx="19341">
                  <c:v>0.76681481481481484</c:v>
                </c:pt>
                <c:pt idx="19342">
                  <c:v>0.76681481481481484</c:v>
                </c:pt>
                <c:pt idx="19343">
                  <c:v>0.76681481481481484</c:v>
                </c:pt>
                <c:pt idx="19344">
                  <c:v>0.76696296296296296</c:v>
                </c:pt>
                <c:pt idx="19345">
                  <c:v>0.76696296296296296</c:v>
                </c:pt>
                <c:pt idx="19346">
                  <c:v>0.76696296296296296</c:v>
                </c:pt>
                <c:pt idx="19347">
                  <c:v>0.76696296296296296</c:v>
                </c:pt>
                <c:pt idx="19348">
                  <c:v>0.76696296296296296</c:v>
                </c:pt>
                <c:pt idx="19349">
                  <c:v>0.76696296296296296</c:v>
                </c:pt>
                <c:pt idx="19350">
                  <c:v>0.76696296296296296</c:v>
                </c:pt>
                <c:pt idx="19351">
                  <c:v>0.76711111111111108</c:v>
                </c:pt>
                <c:pt idx="19352">
                  <c:v>0.76711111111111108</c:v>
                </c:pt>
                <c:pt idx="19353">
                  <c:v>0.76725925925925931</c:v>
                </c:pt>
                <c:pt idx="19354">
                  <c:v>0.76725925925925931</c:v>
                </c:pt>
                <c:pt idx="19355">
                  <c:v>0.76725925925925931</c:v>
                </c:pt>
                <c:pt idx="19356">
                  <c:v>0.76725925925925931</c:v>
                </c:pt>
                <c:pt idx="19357">
                  <c:v>0.76725925925925931</c:v>
                </c:pt>
                <c:pt idx="19358">
                  <c:v>0.76725925925925931</c:v>
                </c:pt>
                <c:pt idx="19359">
                  <c:v>0.76725925925925931</c:v>
                </c:pt>
                <c:pt idx="19360">
                  <c:v>0.76725925925925931</c:v>
                </c:pt>
                <c:pt idx="19361">
                  <c:v>0.76725925925925931</c:v>
                </c:pt>
                <c:pt idx="19362">
                  <c:v>0.76725925925925931</c:v>
                </c:pt>
                <c:pt idx="19363">
                  <c:v>0.76725925925925931</c:v>
                </c:pt>
                <c:pt idx="19364">
                  <c:v>0.76725925925925931</c:v>
                </c:pt>
                <c:pt idx="19365">
                  <c:v>0.76725925925925931</c:v>
                </c:pt>
                <c:pt idx="19366">
                  <c:v>0.76725925925925931</c:v>
                </c:pt>
                <c:pt idx="19367">
                  <c:v>0.76725925925925931</c:v>
                </c:pt>
                <c:pt idx="19368">
                  <c:v>0.76740740740740743</c:v>
                </c:pt>
                <c:pt idx="19369">
                  <c:v>0.76740740740740743</c:v>
                </c:pt>
                <c:pt idx="19370">
                  <c:v>0.76740740740740743</c:v>
                </c:pt>
                <c:pt idx="19371">
                  <c:v>0.76740740740740743</c:v>
                </c:pt>
                <c:pt idx="19372">
                  <c:v>0.76755555555555555</c:v>
                </c:pt>
                <c:pt idx="19373">
                  <c:v>0.76755555555555555</c:v>
                </c:pt>
                <c:pt idx="19374">
                  <c:v>0.76755555555555555</c:v>
                </c:pt>
                <c:pt idx="19375">
                  <c:v>0.76755555555555555</c:v>
                </c:pt>
                <c:pt idx="19376">
                  <c:v>0.76755555555555555</c:v>
                </c:pt>
                <c:pt idx="19377">
                  <c:v>0.76755555555555555</c:v>
                </c:pt>
                <c:pt idx="19378">
                  <c:v>0.76755555555555555</c:v>
                </c:pt>
                <c:pt idx="19379">
                  <c:v>0.76755555555555555</c:v>
                </c:pt>
                <c:pt idx="19380">
                  <c:v>0.76755555555555555</c:v>
                </c:pt>
                <c:pt idx="19381">
                  <c:v>0.76755555555555555</c:v>
                </c:pt>
                <c:pt idx="19382">
                  <c:v>0.76755555555555555</c:v>
                </c:pt>
                <c:pt idx="19383">
                  <c:v>0.76755555555555555</c:v>
                </c:pt>
                <c:pt idx="19384">
                  <c:v>0.76755555555555555</c:v>
                </c:pt>
                <c:pt idx="19385">
                  <c:v>0.76755555555555555</c:v>
                </c:pt>
                <c:pt idx="19386">
                  <c:v>0.76755555555555555</c:v>
                </c:pt>
                <c:pt idx="19387">
                  <c:v>0.76755555555555555</c:v>
                </c:pt>
                <c:pt idx="19388">
                  <c:v>0.76755555555555555</c:v>
                </c:pt>
                <c:pt idx="19389">
                  <c:v>0.76755555555555555</c:v>
                </c:pt>
                <c:pt idx="19390">
                  <c:v>0.76755555555555555</c:v>
                </c:pt>
                <c:pt idx="19391">
                  <c:v>0.76755555555555555</c:v>
                </c:pt>
                <c:pt idx="19392">
                  <c:v>0.76770370370370367</c:v>
                </c:pt>
                <c:pt idx="19393">
                  <c:v>0.76770370370370367</c:v>
                </c:pt>
                <c:pt idx="19394">
                  <c:v>0.7678518518518519</c:v>
                </c:pt>
                <c:pt idx="19395">
                  <c:v>0.7678518518518519</c:v>
                </c:pt>
                <c:pt idx="19396">
                  <c:v>0.7678518518518519</c:v>
                </c:pt>
                <c:pt idx="19397">
                  <c:v>0.76800000000000002</c:v>
                </c:pt>
                <c:pt idx="19398">
                  <c:v>0.76800000000000002</c:v>
                </c:pt>
                <c:pt idx="19399">
                  <c:v>0.76814814814814814</c:v>
                </c:pt>
                <c:pt idx="19400">
                  <c:v>0.76829629629629625</c:v>
                </c:pt>
                <c:pt idx="19401">
                  <c:v>0.76829629629629625</c:v>
                </c:pt>
                <c:pt idx="19402">
                  <c:v>0.76844444444444449</c:v>
                </c:pt>
                <c:pt idx="19403">
                  <c:v>0.76844444444444449</c:v>
                </c:pt>
                <c:pt idx="19404">
                  <c:v>0.76844444444444449</c:v>
                </c:pt>
                <c:pt idx="19405">
                  <c:v>0.76844444444444449</c:v>
                </c:pt>
                <c:pt idx="19406">
                  <c:v>0.76844444444444449</c:v>
                </c:pt>
                <c:pt idx="19407">
                  <c:v>0.76844444444444449</c:v>
                </c:pt>
                <c:pt idx="19408">
                  <c:v>0.76844444444444449</c:v>
                </c:pt>
                <c:pt idx="19409">
                  <c:v>0.76844444444444449</c:v>
                </c:pt>
                <c:pt idx="19410">
                  <c:v>0.76844444444444449</c:v>
                </c:pt>
                <c:pt idx="19411">
                  <c:v>0.76844444444444449</c:v>
                </c:pt>
                <c:pt idx="19412">
                  <c:v>0.76844444444444449</c:v>
                </c:pt>
                <c:pt idx="19413">
                  <c:v>0.76844444444444449</c:v>
                </c:pt>
                <c:pt idx="19414">
                  <c:v>0.7685925925925926</c:v>
                </c:pt>
                <c:pt idx="19415">
                  <c:v>0.7685925925925926</c:v>
                </c:pt>
                <c:pt idx="19416">
                  <c:v>0.7685925925925926</c:v>
                </c:pt>
                <c:pt idx="19417">
                  <c:v>0.7685925925925926</c:v>
                </c:pt>
                <c:pt idx="19418">
                  <c:v>0.7685925925925926</c:v>
                </c:pt>
                <c:pt idx="19419">
                  <c:v>0.76874074074074072</c:v>
                </c:pt>
                <c:pt idx="19420">
                  <c:v>0.76874074074074072</c:v>
                </c:pt>
                <c:pt idx="19421">
                  <c:v>0.76888888888888884</c:v>
                </c:pt>
                <c:pt idx="19422">
                  <c:v>0.76888888888888884</c:v>
                </c:pt>
                <c:pt idx="19423">
                  <c:v>0.76888888888888884</c:v>
                </c:pt>
                <c:pt idx="19424">
                  <c:v>0.76888888888888884</c:v>
                </c:pt>
                <c:pt idx="19425">
                  <c:v>0.76888888888888884</c:v>
                </c:pt>
                <c:pt idx="19426">
                  <c:v>0.76903703703703707</c:v>
                </c:pt>
                <c:pt idx="19427">
                  <c:v>0.76918518518518519</c:v>
                </c:pt>
                <c:pt idx="19428">
                  <c:v>0.76918518518518519</c:v>
                </c:pt>
                <c:pt idx="19429">
                  <c:v>0.76918518518518519</c:v>
                </c:pt>
                <c:pt idx="19430">
                  <c:v>0.76933333333333331</c:v>
                </c:pt>
                <c:pt idx="19431">
                  <c:v>0.76948148148148143</c:v>
                </c:pt>
                <c:pt idx="19432">
                  <c:v>0.76948148148148143</c:v>
                </c:pt>
                <c:pt idx="19433">
                  <c:v>0.76948148148148143</c:v>
                </c:pt>
                <c:pt idx="19434">
                  <c:v>0.76948148148148143</c:v>
                </c:pt>
                <c:pt idx="19435">
                  <c:v>0.76948148148148143</c:v>
                </c:pt>
                <c:pt idx="19436">
                  <c:v>0.76948148148148143</c:v>
                </c:pt>
                <c:pt idx="19437">
                  <c:v>0.76948148148148143</c:v>
                </c:pt>
                <c:pt idx="19438">
                  <c:v>0.76948148148148143</c:v>
                </c:pt>
                <c:pt idx="19439">
                  <c:v>0.76948148148148143</c:v>
                </c:pt>
                <c:pt idx="19440">
                  <c:v>0.76948148148148143</c:v>
                </c:pt>
                <c:pt idx="19441">
                  <c:v>0.76962962962962966</c:v>
                </c:pt>
                <c:pt idx="19442">
                  <c:v>0.76977777777777778</c:v>
                </c:pt>
                <c:pt idx="19443">
                  <c:v>0.76977777777777778</c:v>
                </c:pt>
                <c:pt idx="19444">
                  <c:v>0.7699259259259259</c:v>
                </c:pt>
                <c:pt idx="19445">
                  <c:v>0.77007407407407402</c:v>
                </c:pt>
                <c:pt idx="19446">
                  <c:v>0.77022222222222225</c:v>
                </c:pt>
                <c:pt idx="19447">
                  <c:v>0.77022222222222225</c:v>
                </c:pt>
                <c:pt idx="19448">
                  <c:v>0.77022222222222225</c:v>
                </c:pt>
                <c:pt idx="19449">
                  <c:v>0.77037037037037037</c:v>
                </c:pt>
                <c:pt idx="19450">
                  <c:v>0.77037037037037037</c:v>
                </c:pt>
                <c:pt idx="19451">
                  <c:v>0.77037037037037037</c:v>
                </c:pt>
                <c:pt idx="19452">
                  <c:v>0.77037037037037037</c:v>
                </c:pt>
                <c:pt idx="19453">
                  <c:v>0.77037037037037037</c:v>
                </c:pt>
                <c:pt idx="19454">
                  <c:v>0.77037037037037037</c:v>
                </c:pt>
                <c:pt idx="19455">
                  <c:v>0.77037037037037037</c:v>
                </c:pt>
                <c:pt idx="19456">
                  <c:v>0.77037037037037037</c:v>
                </c:pt>
                <c:pt idx="19457">
                  <c:v>0.77037037037037037</c:v>
                </c:pt>
                <c:pt idx="19458">
                  <c:v>0.77037037037037037</c:v>
                </c:pt>
                <c:pt idx="19459">
                  <c:v>0.77051851851851849</c:v>
                </c:pt>
                <c:pt idx="19460">
                  <c:v>0.77066666666666672</c:v>
                </c:pt>
                <c:pt idx="19461">
                  <c:v>0.77066666666666672</c:v>
                </c:pt>
                <c:pt idx="19462">
                  <c:v>0.77066666666666672</c:v>
                </c:pt>
                <c:pt idx="19463">
                  <c:v>0.77081481481481484</c:v>
                </c:pt>
                <c:pt idx="19464">
                  <c:v>0.77081481481481484</c:v>
                </c:pt>
                <c:pt idx="19465">
                  <c:v>0.77096296296296296</c:v>
                </c:pt>
                <c:pt idx="19466">
                  <c:v>0.77096296296296296</c:v>
                </c:pt>
                <c:pt idx="19467">
                  <c:v>0.77111111111111108</c:v>
                </c:pt>
                <c:pt idx="19468">
                  <c:v>0.77125925925925931</c:v>
                </c:pt>
                <c:pt idx="19469">
                  <c:v>0.77125925925925931</c:v>
                </c:pt>
                <c:pt idx="19470">
                  <c:v>0.77125925925925931</c:v>
                </c:pt>
                <c:pt idx="19471">
                  <c:v>0.77125925925925931</c:v>
                </c:pt>
                <c:pt idx="19472">
                  <c:v>0.77140740740740743</c:v>
                </c:pt>
                <c:pt idx="19473">
                  <c:v>0.77140740740740743</c:v>
                </c:pt>
                <c:pt idx="19474">
                  <c:v>0.77140740740740743</c:v>
                </c:pt>
                <c:pt idx="19475">
                  <c:v>0.77155555555555555</c:v>
                </c:pt>
                <c:pt idx="19476">
                  <c:v>0.77155555555555555</c:v>
                </c:pt>
                <c:pt idx="19477">
                  <c:v>0.77170370370370367</c:v>
                </c:pt>
                <c:pt idx="19478">
                  <c:v>0.77170370370370367</c:v>
                </c:pt>
                <c:pt idx="19479">
                  <c:v>0.77170370370370367</c:v>
                </c:pt>
                <c:pt idx="19480">
                  <c:v>0.77170370370370367</c:v>
                </c:pt>
                <c:pt idx="19481">
                  <c:v>0.7718518518518519</c:v>
                </c:pt>
                <c:pt idx="19482">
                  <c:v>0.7718518518518519</c:v>
                </c:pt>
                <c:pt idx="19483">
                  <c:v>0.77200000000000002</c:v>
                </c:pt>
                <c:pt idx="19484">
                  <c:v>0.77200000000000002</c:v>
                </c:pt>
                <c:pt idx="19485">
                  <c:v>0.77200000000000002</c:v>
                </c:pt>
                <c:pt idx="19486">
                  <c:v>0.77200000000000002</c:v>
                </c:pt>
                <c:pt idx="19487">
                  <c:v>0.77200000000000002</c:v>
                </c:pt>
                <c:pt idx="19488">
                  <c:v>0.77200000000000002</c:v>
                </c:pt>
                <c:pt idx="19489">
                  <c:v>0.77200000000000002</c:v>
                </c:pt>
                <c:pt idx="19490">
                  <c:v>0.77214814814814814</c:v>
                </c:pt>
                <c:pt idx="19491">
                  <c:v>0.77214814814814814</c:v>
                </c:pt>
                <c:pt idx="19492">
                  <c:v>0.77214814814814814</c:v>
                </c:pt>
                <c:pt idx="19493">
                  <c:v>0.77229629629629626</c:v>
                </c:pt>
                <c:pt idx="19494">
                  <c:v>0.77229629629629626</c:v>
                </c:pt>
                <c:pt idx="19495">
                  <c:v>0.77229629629629626</c:v>
                </c:pt>
                <c:pt idx="19496">
                  <c:v>0.77229629629629626</c:v>
                </c:pt>
                <c:pt idx="19497">
                  <c:v>0.77229629629629626</c:v>
                </c:pt>
                <c:pt idx="19498">
                  <c:v>0.77229629629629626</c:v>
                </c:pt>
                <c:pt idx="19499">
                  <c:v>0.77229629629629626</c:v>
                </c:pt>
                <c:pt idx="19500">
                  <c:v>0.77229629629629626</c:v>
                </c:pt>
                <c:pt idx="19501">
                  <c:v>0.77244444444444449</c:v>
                </c:pt>
                <c:pt idx="19502">
                  <c:v>0.77244444444444449</c:v>
                </c:pt>
                <c:pt idx="19503">
                  <c:v>0.77244444444444449</c:v>
                </c:pt>
                <c:pt idx="19504">
                  <c:v>0.77259259259259261</c:v>
                </c:pt>
                <c:pt idx="19505">
                  <c:v>0.77259259259259261</c:v>
                </c:pt>
                <c:pt idx="19506">
                  <c:v>0.77259259259259261</c:v>
                </c:pt>
                <c:pt idx="19507">
                  <c:v>0.77274074074074073</c:v>
                </c:pt>
                <c:pt idx="19508">
                  <c:v>0.77274074074074073</c:v>
                </c:pt>
                <c:pt idx="19509">
                  <c:v>0.77274074074074073</c:v>
                </c:pt>
                <c:pt idx="19510">
                  <c:v>0.77274074074074073</c:v>
                </c:pt>
                <c:pt idx="19511">
                  <c:v>0.77274074074074073</c:v>
                </c:pt>
                <c:pt idx="19512">
                  <c:v>0.77274074074074073</c:v>
                </c:pt>
                <c:pt idx="19513">
                  <c:v>0.77274074074074073</c:v>
                </c:pt>
                <c:pt idx="19514">
                  <c:v>0.77288888888888885</c:v>
                </c:pt>
                <c:pt idx="19515">
                  <c:v>0.77288888888888885</c:v>
                </c:pt>
                <c:pt idx="19516">
                  <c:v>0.77288888888888885</c:v>
                </c:pt>
                <c:pt idx="19517">
                  <c:v>0.77288888888888885</c:v>
                </c:pt>
                <c:pt idx="19518">
                  <c:v>0.77288888888888885</c:v>
                </c:pt>
                <c:pt idx="19519">
                  <c:v>0.77288888888888885</c:v>
                </c:pt>
                <c:pt idx="19520">
                  <c:v>0.77288888888888885</c:v>
                </c:pt>
                <c:pt idx="19521">
                  <c:v>0.77288888888888885</c:v>
                </c:pt>
                <c:pt idx="19522">
                  <c:v>0.77288888888888885</c:v>
                </c:pt>
                <c:pt idx="19523">
                  <c:v>0.77288888888888885</c:v>
                </c:pt>
                <c:pt idx="19524">
                  <c:v>0.77288888888888885</c:v>
                </c:pt>
                <c:pt idx="19525">
                  <c:v>0.77288888888888885</c:v>
                </c:pt>
                <c:pt idx="19526">
                  <c:v>0.77303703703703708</c:v>
                </c:pt>
                <c:pt idx="19527">
                  <c:v>0.7731851851851852</c:v>
                </c:pt>
                <c:pt idx="19528">
                  <c:v>0.7731851851851852</c:v>
                </c:pt>
                <c:pt idx="19529">
                  <c:v>0.7731851851851852</c:v>
                </c:pt>
                <c:pt idx="19530">
                  <c:v>0.7731851851851852</c:v>
                </c:pt>
                <c:pt idx="19531">
                  <c:v>0.7731851851851852</c:v>
                </c:pt>
                <c:pt idx="19532">
                  <c:v>0.7731851851851852</c:v>
                </c:pt>
                <c:pt idx="19533">
                  <c:v>0.7731851851851852</c:v>
                </c:pt>
                <c:pt idx="19534">
                  <c:v>0.7731851851851852</c:v>
                </c:pt>
                <c:pt idx="19535">
                  <c:v>0.77333333333333332</c:v>
                </c:pt>
                <c:pt idx="19536">
                  <c:v>0.77348148148148144</c:v>
                </c:pt>
                <c:pt idx="19537">
                  <c:v>0.77348148148148144</c:v>
                </c:pt>
                <c:pt idx="19538">
                  <c:v>0.77362962962962967</c:v>
                </c:pt>
                <c:pt idx="19539">
                  <c:v>0.77362962962962967</c:v>
                </c:pt>
                <c:pt idx="19540">
                  <c:v>0.77362962962962967</c:v>
                </c:pt>
                <c:pt idx="19541">
                  <c:v>0.77362962962962967</c:v>
                </c:pt>
                <c:pt idx="19542">
                  <c:v>0.77362962962962967</c:v>
                </c:pt>
                <c:pt idx="19543">
                  <c:v>0.77377777777777779</c:v>
                </c:pt>
                <c:pt idx="19544">
                  <c:v>0.77377777777777779</c:v>
                </c:pt>
                <c:pt idx="19545">
                  <c:v>0.77377777777777779</c:v>
                </c:pt>
                <c:pt idx="19546">
                  <c:v>0.77392592592592591</c:v>
                </c:pt>
                <c:pt idx="19547">
                  <c:v>0.77407407407407403</c:v>
                </c:pt>
                <c:pt idx="19548">
                  <c:v>0.77407407407407403</c:v>
                </c:pt>
                <c:pt idx="19549">
                  <c:v>0.77407407407407403</c:v>
                </c:pt>
                <c:pt idx="19550">
                  <c:v>0.77422222222222226</c:v>
                </c:pt>
                <c:pt idx="19551">
                  <c:v>0.77422222222222226</c:v>
                </c:pt>
                <c:pt idx="19552">
                  <c:v>0.77437037037037038</c:v>
                </c:pt>
                <c:pt idx="19553">
                  <c:v>0.7745185185185185</c:v>
                </c:pt>
                <c:pt idx="19554">
                  <c:v>0.7745185185185185</c:v>
                </c:pt>
                <c:pt idx="19555">
                  <c:v>0.7745185185185185</c:v>
                </c:pt>
                <c:pt idx="19556">
                  <c:v>0.7745185185185185</c:v>
                </c:pt>
                <c:pt idx="19557">
                  <c:v>0.7745185185185185</c:v>
                </c:pt>
                <c:pt idx="19558">
                  <c:v>0.7745185185185185</c:v>
                </c:pt>
                <c:pt idx="19559">
                  <c:v>0.7745185185185185</c:v>
                </c:pt>
                <c:pt idx="19560">
                  <c:v>0.77466666666666661</c:v>
                </c:pt>
                <c:pt idx="19561">
                  <c:v>0.77466666666666661</c:v>
                </c:pt>
                <c:pt idx="19562">
                  <c:v>0.77481481481481485</c:v>
                </c:pt>
                <c:pt idx="19563">
                  <c:v>0.77481481481481485</c:v>
                </c:pt>
                <c:pt idx="19564">
                  <c:v>0.77481481481481485</c:v>
                </c:pt>
                <c:pt idx="19565">
                  <c:v>0.77481481481481485</c:v>
                </c:pt>
                <c:pt idx="19566">
                  <c:v>0.77481481481481485</c:v>
                </c:pt>
                <c:pt idx="19567">
                  <c:v>0.77481481481481485</c:v>
                </c:pt>
                <c:pt idx="19568">
                  <c:v>0.77481481481481485</c:v>
                </c:pt>
                <c:pt idx="19569">
                  <c:v>0.77481481481481485</c:v>
                </c:pt>
                <c:pt idx="19570">
                  <c:v>0.77481481481481485</c:v>
                </c:pt>
                <c:pt idx="19571">
                  <c:v>0.77481481481481485</c:v>
                </c:pt>
                <c:pt idx="19572">
                  <c:v>0.77496296296296296</c:v>
                </c:pt>
                <c:pt idx="19573">
                  <c:v>0.77511111111111108</c:v>
                </c:pt>
                <c:pt idx="19574">
                  <c:v>0.77511111111111108</c:v>
                </c:pt>
                <c:pt idx="19575">
                  <c:v>0.77511111111111108</c:v>
                </c:pt>
                <c:pt idx="19576">
                  <c:v>0.77525925925925931</c:v>
                </c:pt>
                <c:pt idx="19577">
                  <c:v>0.77525925925925931</c:v>
                </c:pt>
                <c:pt idx="19578">
                  <c:v>0.77540740740740743</c:v>
                </c:pt>
                <c:pt idx="19579">
                  <c:v>0.77540740740740743</c:v>
                </c:pt>
                <c:pt idx="19580">
                  <c:v>0.77540740740740743</c:v>
                </c:pt>
                <c:pt idx="19581">
                  <c:v>0.77540740740740743</c:v>
                </c:pt>
                <c:pt idx="19582">
                  <c:v>0.77555555555555555</c:v>
                </c:pt>
                <c:pt idx="19583">
                  <c:v>0.77570370370370367</c:v>
                </c:pt>
                <c:pt idx="19584">
                  <c:v>0.77570370370370367</c:v>
                </c:pt>
                <c:pt idx="19585">
                  <c:v>0.7758518518518519</c:v>
                </c:pt>
                <c:pt idx="19586">
                  <c:v>0.7758518518518519</c:v>
                </c:pt>
                <c:pt idx="19587">
                  <c:v>0.7758518518518519</c:v>
                </c:pt>
                <c:pt idx="19588">
                  <c:v>0.77600000000000002</c:v>
                </c:pt>
                <c:pt idx="19589">
                  <c:v>0.77614814814814814</c:v>
                </c:pt>
                <c:pt idx="19590">
                  <c:v>0.77629629629629626</c:v>
                </c:pt>
                <c:pt idx="19591">
                  <c:v>0.77629629629629626</c:v>
                </c:pt>
                <c:pt idx="19592">
                  <c:v>0.77644444444444449</c:v>
                </c:pt>
                <c:pt idx="19593">
                  <c:v>0.77659259259259261</c:v>
                </c:pt>
                <c:pt idx="19594">
                  <c:v>0.77659259259259261</c:v>
                </c:pt>
                <c:pt idx="19595">
                  <c:v>0.77659259259259261</c:v>
                </c:pt>
                <c:pt idx="19596">
                  <c:v>0.77659259259259261</c:v>
                </c:pt>
                <c:pt idx="19597">
                  <c:v>0.77659259259259261</c:v>
                </c:pt>
                <c:pt idx="19598">
                  <c:v>0.77659259259259261</c:v>
                </c:pt>
                <c:pt idx="19599">
                  <c:v>0.77659259259259261</c:v>
                </c:pt>
                <c:pt idx="19600">
                  <c:v>0.77659259259259261</c:v>
                </c:pt>
                <c:pt idx="19601">
                  <c:v>0.77659259259259261</c:v>
                </c:pt>
                <c:pt idx="19602">
                  <c:v>0.77659259259259261</c:v>
                </c:pt>
                <c:pt idx="19603">
                  <c:v>0.77659259259259261</c:v>
                </c:pt>
                <c:pt idx="19604">
                  <c:v>0.77659259259259261</c:v>
                </c:pt>
                <c:pt idx="19605">
                  <c:v>0.77674074074074073</c:v>
                </c:pt>
                <c:pt idx="19606">
                  <c:v>0.77674074074074073</c:v>
                </c:pt>
                <c:pt idx="19607">
                  <c:v>0.77674074074074073</c:v>
                </c:pt>
                <c:pt idx="19608">
                  <c:v>0.77674074074074073</c:v>
                </c:pt>
                <c:pt idx="19609">
                  <c:v>0.77674074074074073</c:v>
                </c:pt>
                <c:pt idx="19610">
                  <c:v>0.77674074074074073</c:v>
                </c:pt>
                <c:pt idx="19611">
                  <c:v>0.77674074074074073</c:v>
                </c:pt>
                <c:pt idx="19612">
                  <c:v>0.77674074074074073</c:v>
                </c:pt>
                <c:pt idx="19613">
                  <c:v>0.77688888888888885</c:v>
                </c:pt>
                <c:pt idx="19614">
                  <c:v>0.77688888888888885</c:v>
                </c:pt>
                <c:pt idx="19615">
                  <c:v>0.77688888888888885</c:v>
                </c:pt>
                <c:pt idx="19616">
                  <c:v>0.77688888888888885</c:v>
                </c:pt>
                <c:pt idx="19617">
                  <c:v>0.77688888888888885</c:v>
                </c:pt>
                <c:pt idx="19618">
                  <c:v>0.77688888888888885</c:v>
                </c:pt>
                <c:pt idx="19619">
                  <c:v>0.77688888888888885</c:v>
                </c:pt>
                <c:pt idx="19620">
                  <c:v>0.77688888888888885</c:v>
                </c:pt>
                <c:pt idx="19621">
                  <c:v>0.77703703703703708</c:v>
                </c:pt>
                <c:pt idx="19622">
                  <c:v>0.77703703703703708</c:v>
                </c:pt>
                <c:pt idx="19623">
                  <c:v>0.77703703703703708</c:v>
                </c:pt>
                <c:pt idx="19624">
                  <c:v>0.7771851851851852</c:v>
                </c:pt>
                <c:pt idx="19625">
                  <c:v>0.7771851851851852</c:v>
                </c:pt>
                <c:pt idx="19626">
                  <c:v>0.7771851851851852</c:v>
                </c:pt>
                <c:pt idx="19627">
                  <c:v>0.7771851851851852</c:v>
                </c:pt>
                <c:pt idx="19628">
                  <c:v>0.7771851851851852</c:v>
                </c:pt>
                <c:pt idx="19629">
                  <c:v>0.7771851851851852</c:v>
                </c:pt>
                <c:pt idx="19630">
                  <c:v>0.7771851851851852</c:v>
                </c:pt>
                <c:pt idx="19631">
                  <c:v>0.77733333333333332</c:v>
                </c:pt>
                <c:pt idx="19632">
                  <c:v>0.77748148148148144</c:v>
                </c:pt>
                <c:pt idx="19633">
                  <c:v>0.77762962962962967</c:v>
                </c:pt>
                <c:pt idx="19634">
                  <c:v>0.77762962962962967</c:v>
                </c:pt>
                <c:pt idx="19635">
                  <c:v>0.77777777777777779</c:v>
                </c:pt>
                <c:pt idx="19636">
                  <c:v>0.77777777777777779</c:v>
                </c:pt>
                <c:pt idx="19637">
                  <c:v>0.77777777777777779</c:v>
                </c:pt>
                <c:pt idx="19638">
                  <c:v>0.77777777777777779</c:v>
                </c:pt>
                <c:pt idx="19639">
                  <c:v>0.77792592592592591</c:v>
                </c:pt>
                <c:pt idx="19640">
                  <c:v>0.77792592592592591</c:v>
                </c:pt>
                <c:pt idx="19641">
                  <c:v>0.77792592592592591</c:v>
                </c:pt>
                <c:pt idx="19642">
                  <c:v>0.77792592592592591</c:v>
                </c:pt>
                <c:pt idx="19643">
                  <c:v>0.77792592592592591</c:v>
                </c:pt>
                <c:pt idx="19644">
                  <c:v>0.77792592592592591</c:v>
                </c:pt>
                <c:pt idx="19645">
                  <c:v>0.77792592592592591</c:v>
                </c:pt>
                <c:pt idx="19646">
                  <c:v>0.77792592592592591</c:v>
                </c:pt>
                <c:pt idx="19647">
                  <c:v>0.77792592592592591</c:v>
                </c:pt>
                <c:pt idx="19648">
                  <c:v>0.77792592592592591</c:v>
                </c:pt>
                <c:pt idx="19649">
                  <c:v>0.77792592592592591</c:v>
                </c:pt>
                <c:pt idx="19650">
                  <c:v>0.77807407407407403</c:v>
                </c:pt>
                <c:pt idx="19651">
                  <c:v>0.77822222222222226</c:v>
                </c:pt>
                <c:pt idx="19652">
                  <c:v>0.77837037037037038</c:v>
                </c:pt>
                <c:pt idx="19653">
                  <c:v>0.77837037037037038</c:v>
                </c:pt>
                <c:pt idx="19654">
                  <c:v>0.77837037037037038</c:v>
                </c:pt>
                <c:pt idx="19655">
                  <c:v>0.7785185185185185</c:v>
                </c:pt>
                <c:pt idx="19656">
                  <c:v>0.7785185185185185</c:v>
                </c:pt>
                <c:pt idx="19657">
                  <c:v>0.77866666666666662</c:v>
                </c:pt>
                <c:pt idx="19658">
                  <c:v>0.77866666666666662</c:v>
                </c:pt>
                <c:pt idx="19659">
                  <c:v>0.77866666666666662</c:v>
                </c:pt>
                <c:pt idx="19660">
                  <c:v>0.77881481481481485</c:v>
                </c:pt>
                <c:pt idx="19661">
                  <c:v>0.77881481481481485</c:v>
                </c:pt>
                <c:pt idx="19662">
                  <c:v>0.77881481481481485</c:v>
                </c:pt>
                <c:pt idx="19663">
                  <c:v>0.77881481481481485</c:v>
                </c:pt>
                <c:pt idx="19664">
                  <c:v>0.77881481481481485</c:v>
                </c:pt>
                <c:pt idx="19665">
                  <c:v>0.77896296296296297</c:v>
                </c:pt>
                <c:pt idx="19666">
                  <c:v>0.77911111111111109</c:v>
                </c:pt>
                <c:pt idx="19667">
                  <c:v>0.77925925925925921</c:v>
                </c:pt>
                <c:pt idx="19668">
                  <c:v>0.77940740740740744</c:v>
                </c:pt>
                <c:pt idx="19669">
                  <c:v>0.77955555555555556</c:v>
                </c:pt>
                <c:pt idx="19670">
                  <c:v>0.77955555555555556</c:v>
                </c:pt>
                <c:pt idx="19671">
                  <c:v>0.77955555555555556</c:v>
                </c:pt>
                <c:pt idx="19672">
                  <c:v>0.77955555555555556</c:v>
                </c:pt>
                <c:pt idx="19673">
                  <c:v>0.77970370370370368</c:v>
                </c:pt>
                <c:pt idx="19674">
                  <c:v>0.77970370370370368</c:v>
                </c:pt>
                <c:pt idx="19675">
                  <c:v>0.77985185185185191</c:v>
                </c:pt>
                <c:pt idx="19676">
                  <c:v>0.77985185185185191</c:v>
                </c:pt>
                <c:pt idx="19677">
                  <c:v>0.77985185185185191</c:v>
                </c:pt>
                <c:pt idx="19678">
                  <c:v>0.77985185185185191</c:v>
                </c:pt>
                <c:pt idx="19679">
                  <c:v>0.77985185185185191</c:v>
                </c:pt>
                <c:pt idx="19680">
                  <c:v>0.77985185185185191</c:v>
                </c:pt>
                <c:pt idx="19681">
                  <c:v>0.77985185185185191</c:v>
                </c:pt>
                <c:pt idx="19682">
                  <c:v>0.77985185185185191</c:v>
                </c:pt>
                <c:pt idx="19683">
                  <c:v>0.77985185185185191</c:v>
                </c:pt>
                <c:pt idx="19684">
                  <c:v>0.77985185185185191</c:v>
                </c:pt>
                <c:pt idx="19685">
                  <c:v>0.77985185185185191</c:v>
                </c:pt>
                <c:pt idx="19686">
                  <c:v>0.77985185185185191</c:v>
                </c:pt>
                <c:pt idx="19687">
                  <c:v>0.77985185185185191</c:v>
                </c:pt>
                <c:pt idx="19688">
                  <c:v>0.77985185185185191</c:v>
                </c:pt>
                <c:pt idx="19689">
                  <c:v>0.77985185185185191</c:v>
                </c:pt>
                <c:pt idx="19690">
                  <c:v>0.77985185185185191</c:v>
                </c:pt>
                <c:pt idx="19691">
                  <c:v>0.77985185185185191</c:v>
                </c:pt>
                <c:pt idx="19692">
                  <c:v>0.77985185185185191</c:v>
                </c:pt>
                <c:pt idx="19693">
                  <c:v>0.77985185185185191</c:v>
                </c:pt>
                <c:pt idx="19694">
                  <c:v>0.77985185185185191</c:v>
                </c:pt>
                <c:pt idx="19695">
                  <c:v>0.78</c:v>
                </c:pt>
                <c:pt idx="19696">
                  <c:v>0.78</c:v>
                </c:pt>
                <c:pt idx="19697">
                  <c:v>0.78</c:v>
                </c:pt>
                <c:pt idx="19698">
                  <c:v>0.78</c:v>
                </c:pt>
                <c:pt idx="19699">
                  <c:v>0.78014814814814815</c:v>
                </c:pt>
                <c:pt idx="19700">
                  <c:v>0.78014814814814815</c:v>
                </c:pt>
                <c:pt idx="19701">
                  <c:v>0.78014814814814815</c:v>
                </c:pt>
                <c:pt idx="19702">
                  <c:v>0.78029629629629627</c:v>
                </c:pt>
                <c:pt idx="19703">
                  <c:v>0.7804444444444445</c:v>
                </c:pt>
                <c:pt idx="19704">
                  <c:v>0.78059259259259262</c:v>
                </c:pt>
                <c:pt idx="19705">
                  <c:v>0.78059259259259262</c:v>
                </c:pt>
                <c:pt idx="19706">
                  <c:v>0.78074074074074074</c:v>
                </c:pt>
                <c:pt idx="19707">
                  <c:v>0.78074074074074074</c:v>
                </c:pt>
                <c:pt idx="19708">
                  <c:v>0.78074074074074074</c:v>
                </c:pt>
                <c:pt idx="19709">
                  <c:v>0.78088888888888885</c:v>
                </c:pt>
                <c:pt idx="19710">
                  <c:v>0.78088888888888885</c:v>
                </c:pt>
                <c:pt idx="19711">
                  <c:v>0.78103703703703709</c:v>
                </c:pt>
                <c:pt idx="19712">
                  <c:v>0.78103703703703709</c:v>
                </c:pt>
                <c:pt idx="19713">
                  <c:v>0.7811851851851852</c:v>
                </c:pt>
                <c:pt idx="19714">
                  <c:v>0.7811851851851852</c:v>
                </c:pt>
                <c:pt idx="19715">
                  <c:v>0.78133333333333332</c:v>
                </c:pt>
                <c:pt idx="19716">
                  <c:v>0.78133333333333332</c:v>
                </c:pt>
                <c:pt idx="19717">
                  <c:v>0.78133333333333332</c:v>
                </c:pt>
                <c:pt idx="19718">
                  <c:v>0.78148148148148144</c:v>
                </c:pt>
                <c:pt idx="19719">
                  <c:v>0.78148148148148144</c:v>
                </c:pt>
                <c:pt idx="19720">
                  <c:v>0.78148148148148144</c:v>
                </c:pt>
                <c:pt idx="19721">
                  <c:v>0.78148148148148144</c:v>
                </c:pt>
                <c:pt idx="19722">
                  <c:v>0.78148148148148144</c:v>
                </c:pt>
                <c:pt idx="19723">
                  <c:v>0.78162962962962967</c:v>
                </c:pt>
                <c:pt idx="19724">
                  <c:v>0.78162962962962967</c:v>
                </c:pt>
                <c:pt idx="19725">
                  <c:v>0.78177777777777779</c:v>
                </c:pt>
                <c:pt idx="19726">
                  <c:v>0.78177777777777779</c:v>
                </c:pt>
                <c:pt idx="19727">
                  <c:v>0.78192592592592591</c:v>
                </c:pt>
                <c:pt idx="19728">
                  <c:v>0.78207407407407403</c:v>
                </c:pt>
                <c:pt idx="19729">
                  <c:v>0.78207407407407403</c:v>
                </c:pt>
                <c:pt idx="19730">
                  <c:v>0.78207407407407403</c:v>
                </c:pt>
                <c:pt idx="19731">
                  <c:v>0.78207407407407403</c:v>
                </c:pt>
                <c:pt idx="19732">
                  <c:v>0.78207407407407403</c:v>
                </c:pt>
                <c:pt idx="19733">
                  <c:v>0.78222222222222226</c:v>
                </c:pt>
                <c:pt idx="19734">
                  <c:v>0.78222222222222226</c:v>
                </c:pt>
                <c:pt idx="19735">
                  <c:v>0.78222222222222226</c:v>
                </c:pt>
                <c:pt idx="19736">
                  <c:v>0.78222222222222226</c:v>
                </c:pt>
                <c:pt idx="19737">
                  <c:v>0.78237037037037038</c:v>
                </c:pt>
                <c:pt idx="19738">
                  <c:v>0.78237037037037038</c:v>
                </c:pt>
                <c:pt idx="19739">
                  <c:v>0.78237037037037038</c:v>
                </c:pt>
                <c:pt idx="19740">
                  <c:v>0.7825185185185185</c:v>
                </c:pt>
                <c:pt idx="19741">
                  <c:v>0.7825185185185185</c:v>
                </c:pt>
                <c:pt idx="19742">
                  <c:v>0.7825185185185185</c:v>
                </c:pt>
                <c:pt idx="19743">
                  <c:v>0.7825185185185185</c:v>
                </c:pt>
                <c:pt idx="19744">
                  <c:v>0.7825185185185185</c:v>
                </c:pt>
                <c:pt idx="19745">
                  <c:v>0.78266666666666662</c:v>
                </c:pt>
                <c:pt idx="19746">
                  <c:v>0.78281481481481485</c:v>
                </c:pt>
                <c:pt idx="19747">
                  <c:v>0.78296296296296297</c:v>
                </c:pt>
                <c:pt idx="19748">
                  <c:v>0.78296296296296297</c:v>
                </c:pt>
                <c:pt idx="19749">
                  <c:v>0.78296296296296297</c:v>
                </c:pt>
                <c:pt idx="19750">
                  <c:v>0.78296296296296297</c:v>
                </c:pt>
                <c:pt idx="19751">
                  <c:v>0.78296296296296297</c:v>
                </c:pt>
                <c:pt idx="19752">
                  <c:v>0.78296296296296297</c:v>
                </c:pt>
                <c:pt idx="19753">
                  <c:v>0.78296296296296297</c:v>
                </c:pt>
                <c:pt idx="19754">
                  <c:v>0.78296296296296297</c:v>
                </c:pt>
                <c:pt idx="19755">
                  <c:v>0.78296296296296297</c:v>
                </c:pt>
                <c:pt idx="19756">
                  <c:v>0.78311111111111109</c:v>
                </c:pt>
                <c:pt idx="19757">
                  <c:v>0.78311111111111109</c:v>
                </c:pt>
                <c:pt idx="19758">
                  <c:v>0.78311111111111109</c:v>
                </c:pt>
                <c:pt idx="19759">
                  <c:v>0.78311111111111109</c:v>
                </c:pt>
                <c:pt idx="19760">
                  <c:v>0.78311111111111109</c:v>
                </c:pt>
                <c:pt idx="19761">
                  <c:v>0.78311111111111109</c:v>
                </c:pt>
                <c:pt idx="19762">
                  <c:v>0.78311111111111109</c:v>
                </c:pt>
                <c:pt idx="19763">
                  <c:v>0.78311111111111109</c:v>
                </c:pt>
                <c:pt idx="19764">
                  <c:v>0.78311111111111109</c:v>
                </c:pt>
                <c:pt idx="19765">
                  <c:v>0.78325925925925921</c:v>
                </c:pt>
                <c:pt idx="19766">
                  <c:v>0.78325925925925921</c:v>
                </c:pt>
                <c:pt idx="19767">
                  <c:v>0.78325925925925921</c:v>
                </c:pt>
                <c:pt idx="19768">
                  <c:v>0.78325925925925921</c:v>
                </c:pt>
                <c:pt idx="19769">
                  <c:v>0.78325925925925921</c:v>
                </c:pt>
                <c:pt idx="19770">
                  <c:v>0.78325925925925921</c:v>
                </c:pt>
                <c:pt idx="19771">
                  <c:v>0.78325925925925921</c:v>
                </c:pt>
                <c:pt idx="19772">
                  <c:v>0.78325925925925921</c:v>
                </c:pt>
                <c:pt idx="19773">
                  <c:v>0.78325925925925921</c:v>
                </c:pt>
                <c:pt idx="19774">
                  <c:v>0.78325925925925921</c:v>
                </c:pt>
                <c:pt idx="19775">
                  <c:v>0.78325925925925921</c:v>
                </c:pt>
                <c:pt idx="19776">
                  <c:v>0.78325925925925921</c:v>
                </c:pt>
                <c:pt idx="19777">
                  <c:v>0.78340740740740744</c:v>
                </c:pt>
                <c:pt idx="19778">
                  <c:v>0.78340740740740744</c:v>
                </c:pt>
                <c:pt idx="19779">
                  <c:v>0.78340740740740744</c:v>
                </c:pt>
                <c:pt idx="19780">
                  <c:v>0.78340740740740744</c:v>
                </c:pt>
                <c:pt idx="19781">
                  <c:v>0.78340740740740744</c:v>
                </c:pt>
                <c:pt idx="19782">
                  <c:v>0.78340740740740744</c:v>
                </c:pt>
                <c:pt idx="19783">
                  <c:v>0.78355555555555556</c:v>
                </c:pt>
                <c:pt idx="19784">
                  <c:v>0.78355555555555556</c:v>
                </c:pt>
                <c:pt idx="19785">
                  <c:v>0.78355555555555556</c:v>
                </c:pt>
                <c:pt idx="19786">
                  <c:v>0.78370370370370368</c:v>
                </c:pt>
                <c:pt idx="19787">
                  <c:v>0.78370370370370368</c:v>
                </c:pt>
                <c:pt idx="19788">
                  <c:v>0.78370370370370368</c:v>
                </c:pt>
                <c:pt idx="19789">
                  <c:v>0.78370370370370368</c:v>
                </c:pt>
                <c:pt idx="19790">
                  <c:v>0.78370370370370368</c:v>
                </c:pt>
                <c:pt idx="19791">
                  <c:v>0.78370370370370368</c:v>
                </c:pt>
                <c:pt idx="19792">
                  <c:v>0.78370370370370368</c:v>
                </c:pt>
                <c:pt idx="19793">
                  <c:v>0.78370370370370368</c:v>
                </c:pt>
                <c:pt idx="19794">
                  <c:v>0.78370370370370368</c:v>
                </c:pt>
                <c:pt idx="19795">
                  <c:v>0.7838518518518518</c:v>
                </c:pt>
                <c:pt idx="19796">
                  <c:v>0.78400000000000003</c:v>
                </c:pt>
                <c:pt idx="19797">
                  <c:v>0.78414814814814815</c:v>
                </c:pt>
                <c:pt idx="19798">
                  <c:v>0.78414814814814815</c:v>
                </c:pt>
                <c:pt idx="19799">
                  <c:v>0.78414814814814815</c:v>
                </c:pt>
                <c:pt idx="19800">
                  <c:v>0.78414814814814815</c:v>
                </c:pt>
                <c:pt idx="19801">
                  <c:v>0.78414814814814815</c:v>
                </c:pt>
                <c:pt idx="19802">
                  <c:v>0.78429629629629627</c:v>
                </c:pt>
                <c:pt idx="19803">
                  <c:v>0.78429629629629627</c:v>
                </c:pt>
                <c:pt idx="19804">
                  <c:v>0.78429629629629627</c:v>
                </c:pt>
                <c:pt idx="19805">
                  <c:v>0.78429629629629627</c:v>
                </c:pt>
                <c:pt idx="19806">
                  <c:v>0.7844444444444445</c:v>
                </c:pt>
                <c:pt idx="19807">
                  <c:v>0.7844444444444445</c:v>
                </c:pt>
                <c:pt idx="19808">
                  <c:v>0.7844444444444445</c:v>
                </c:pt>
                <c:pt idx="19809">
                  <c:v>0.78459259259259262</c:v>
                </c:pt>
                <c:pt idx="19810">
                  <c:v>0.78459259259259262</c:v>
                </c:pt>
                <c:pt idx="19811">
                  <c:v>0.78474074074074074</c:v>
                </c:pt>
                <c:pt idx="19812">
                  <c:v>0.78474074074074074</c:v>
                </c:pt>
                <c:pt idx="19813">
                  <c:v>0.78488888888888886</c:v>
                </c:pt>
                <c:pt idx="19814">
                  <c:v>0.78488888888888886</c:v>
                </c:pt>
                <c:pt idx="19815">
                  <c:v>0.78488888888888886</c:v>
                </c:pt>
                <c:pt idx="19816">
                  <c:v>0.78503703703703709</c:v>
                </c:pt>
                <c:pt idx="19817">
                  <c:v>0.78503703703703709</c:v>
                </c:pt>
                <c:pt idx="19818">
                  <c:v>0.78503703703703709</c:v>
                </c:pt>
                <c:pt idx="19819">
                  <c:v>0.78518518518518521</c:v>
                </c:pt>
                <c:pt idx="19820">
                  <c:v>0.78518518518518521</c:v>
                </c:pt>
                <c:pt idx="19821">
                  <c:v>0.78518518518518521</c:v>
                </c:pt>
                <c:pt idx="19822">
                  <c:v>0.78518518518518521</c:v>
                </c:pt>
                <c:pt idx="19823">
                  <c:v>0.78518518518518521</c:v>
                </c:pt>
                <c:pt idx="19824">
                  <c:v>0.78518518518518521</c:v>
                </c:pt>
                <c:pt idx="19825">
                  <c:v>0.78533333333333333</c:v>
                </c:pt>
                <c:pt idx="19826">
                  <c:v>0.78533333333333333</c:v>
                </c:pt>
                <c:pt idx="19827">
                  <c:v>0.78533333333333333</c:v>
                </c:pt>
                <c:pt idx="19828">
                  <c:v>0.78548148148148145</c:v>
                </c:pt>
                <c:pt idx="19829">
                  <c:v>0.78548148148148145</c:v>
                </c:pt>
                <c:pt idx="19830">
                  <c:v>0.78548148148148145</c:v>
                </c:pt>
                <c:pt idx="19831">
                  <c:v>0.78548148148148145</c:v>
                </c:pt>
                <c:pt idx="19832">
                  <c:v>0.78548148148148145</c:v>
                </c:pt>
                <c:pt idx="19833">
                  <c:v>0.78548148148148145</c:v>
                </c:pt>
                <c:pt idx="19834">
                  <c:v>0.78548148148148145</c:v>
                </c:pt>
                <c:pt idx="19835">
                  <c:v>0.78548148148148145</c:v>
                </c:pt>
                <c:pt idx="19836">
                  <c:v>0.78548148148148145</c:v>
                </c:pt>
                <c:pt idx="19837">
                  <c:v>0.78548148148148145</c:v>
                </c:pt>
                <c:pt idx="19838">
                  <c:v>0.78548148148148145</c:v>
                </c:pt>
                <c:pt idx="19839">
                  <c:v>0.78548148148148145</c:v>
                </c:pt>
                <c:pt idx="19840">
                  <c:v>0.78548148148148145</c:v>
                </c:pt>
                <c:pt idx="19841">
                  <c:v>0.78548148148148145</c:v>
                </c:pt>
                <c:pt idx="19842">
                  <c:v>0.78548148148148145</c:v>
                </c:pt>
                <c:pt idx="19843">
                  <c:v>0.78548148148148145</c:v>
                </c:pt>
                <c:pt idx="19844">
                  <c:v>0.78548148148148145</c:v>
                </c:pt>
                <c:pt idx="19845">
                  <c:v>0.78562962962962968</c:v>
                </c:pt>
                <c:pt idx="19846">
                  <c:v>0.78562962962962968</c:v>
                </c:pt>
                <c:pt idx="19847">
                  <c:v>0.78562962962962968</c:v>
                </c:pt>
                <c:pt idx="19848">
                  <c:v>0.78562962962962968</c:v>
                </c:pt>
                <c:pt idx="19849">
                  <c:v>0.78562962962962968</c:v>
                </c:pt>
                <c:pt idx="19850">
                  <c:v>0.78562962962962968</c:v>
                </c:pt>
                <c:pt idx="19851">
                  <c:v>0.78562962962962968</c:v>
                </c:pt>
                <c:pt idx="19852">
                  <c:v>0.78562962962962968</c:v>
                </c:pt>
                <c:pt idx="19853">
                  <c:v>0.78562962962962968</c:v>
                </c:pt>
                <c:pt idx="19854">
                  <c:v>0.78562962962962968</c:v>
                </c:pt>
                <c:pt idx="19855">
                  <c:v>0.78562962962962968</c:v>
                </c:pt>
                <c:pt idx="19856">
                  <c:v>0.78562962962962968</c:v>
                </c:pt>
                <c:pt idx="19857">
                  <c:v>0.78562962962962968</c:v>
                </c:pt>
                <c:pt idx="19858">
                  <c:v>0.78562962962962968</c:v>
                </c:pt>
                <c:pt idx="19859">
                  <c:v>0.78562962962962968</c:v>
                </c:pt>
                <c:pt idx="19860">
                  <c:v>0.7857777777777778</c:v>
                </c:pt>
                <c:pt idx="19861">
                  <c:v>0.78592592592592592</c:v>
                </c:pt>
                <c:pt idx="19862">
                  <c:v>0.78607407407407404</c:v>
                </c:pt>
                <c:pt idx="19863">
                  <c:v>0.78607407407407404</c:v>
                </c:pt>
                <c:pt idx="19864">
                  <c:v>0.78607407407407404</c:v>
                </c:pt>
                <c:pt idx="19865">
                  <c:v>0.78607407407407404</c:v>
                </c:pt>
                <c:pt idx="19866">
                  <c:v>0.78607407407407404</c:v>
                </c:pt>
                <c:pt idx="19867">
                  <c:v>0.78607407407407404</c:v>
                </c:pt>
                <c:pt idx="19868">
                  <c:v>0.78607407407407404</c:v>
                </c:pt>
                <c:pt idx="19869">
                  <c:v>0.78607407407407404</c:v>
                </c:pt>
                <c:pt idx="19870">
                  <c:v>0.78607407407407404</c:v>
                </c:pt>
                <c:pt idx="19871">
                  <c:v>0.78607407407407404</c:v>
                </c:pt>
                <c:pt idx="19872">
                  <c:v>0.78607407407407404</c:v>
                </c:pt>
                <c:pt idx="19873">
                  <c:v>0.78607407407407404</c:v>
                </c:pt>
                <c:pt idx="19874">
                  <c:v>0.78607407407407404</c:v>
                </c:pt>
                <c:pt idx="19875">
                  <c:v>0.78607407407407404</c:v>
                </c:pt>
                <c:pt idx="19876">
                  <c:v>0.78607407407407404</c:v>
                </c:pt>
                <c:pt idx="19877">
                  <c:v>0.78607407407407404</c:v>
                </c:pt>
                <c:pt idx="19878">
                  <c:v>0.78607407407407404</c:v>
                </c:pt>
                <c:pt idx="19879">
                  <c:v>0.78607407407407404</c:v>
                </c:pt>
                <c:pt idx="19880">
                  <c:v>0.78607407407407404</c:v>
                </c:pt>
                <c:pt idx="19881">
                  <c:v>0.78607407407407404</c:v>
                </c:pt>
                <c:pt idx="19882">
                  <c:v>0.78607407407407404</c:v>
                </c:pt>
                <c:pt idx="19883">
                  <c:v>0.78622222222222227</c:v>
                </c:pt>
                <c:pt idx="19884">
                  <c:v>0.78637037037037039</c:v>
                </c:pt>
                <c:pt idx="19885">
                  <c:v>0.78651851851851851</c:v>
                </c:pt>
                <c:pt idx="19886">
                  <c:v>0.78651851851851851</c:v>
                </c:pt>
                <c:pt idx="19887">
                  <c:v>0.78651851851851851</c:v>
                </c:pt>
                <c:pt idx="19888">
                  <c:v>0.78651851851851851</c:v>
                </c:pt>
                <c:pt idx="19889">
                  <c:v>0.78651851851851851</c:v>
                </c:pt>
                <c:pt idx="19890">
                  <c:v>0.78666666666666663</c:v>
                </c:pt>
                <c:pt idx="19891">
                  <c:v>0.78666666666666663</c:v>
                </c:pt>
                <c:pt idx="19892">
                  <c:v>0.78666666666666663</c:v>
                </c:pt>
                <c:pt idx="19893">
                  <c:v>0.78666666666666663</c:v>
                </c:pt>
                <c:pt idx="19894">
                  <c:v>0.78666666666666663</c:v>
                </c:pt>
                <c:pt idx="19895">
                  <c:v>0.78666666666666663</c:v>
                </c:pt>
                <c:pt idx="19896">
                  <c:v>0.78666666666666663</c:v>
                </c:pt>
                <c:pt idx="19897">
                  <c:v>0.78666666666666663</c:v>
                </c:pt>
                <c:pt idx="19898">
                  <c:v>0.78666666666666663</c:v>
                </c:pt>
                <c:pt idx="19899">
                  <c:v>0.78666666666666663</c:v>
                </c:pt>
                <c:pt idx="19900">
                  <c:v>0.78666666666666663</c:v>
                </c:pt>
                <c:pt idx="19901">
                  <c:v>0.78681481481481486</c:v>
                </c:pt>
                <c:pt idx="19902">
                  <c:v>0.78681481481481486</c:v>
                </c:pt>
                <c:pt idx="19903">
                  <c:v>0.78681481481481486</c:v>
                </c:pt>
                <c:pt idx="19904">
                  <c:v>0.78681481481481486</c:v>
                </c:pt>
                <c:pt idx="19905">
                  <c:v>0.78681481481481486</c:v>
                </c:pt>
                <c:pt idx="19906">
                  <c:v>0.78681481481481486</c:v>
                </c:pt>
                <c:pt idx="19907">
                  <c:v>0.78681481481481486</c:v>
                </c:pt>
                <c:pt idx="19908">
                  <c:v>0.78681481481481486</c:v>
                </c:pt>
                <c:pt idx="19909">
                  <c:v>0.78681481481481486</c:v>
                </c:pt>
                <c:pt idx="19910">
                  <c:v>0.78681481481481486</c:v>
                </c:pt>
                <c:pt idx="19911">
                  <c:v>0.78696296296296298</c:v>
                </c:pt>
                <c:pt idx="19912">
                  <c:v>0.78696296296296298</c:v>
                </c:pt>
                <c:pt idx="19913">
                  <c:v>0.78696296296296298</c:v>
                </c:pt>
                <c:pt idx="19914">
                  <c:v>0.78711111111111109</c:v>
                </c:pt>
                <c:pt idx="19915">
                  <c:v>0.78711111111111109</c:v>
                </c:pt>
                <c:pt idx="19916">
                  <c:v>0.78711111111111109</c:v>
                </c:pt>
                <c:pt idx="19917">
                  <c:v>0.78711111111111109</c:v>
                </c:pt>
                <c:pt idx="19918">
                  <c:v>0.78725925925925921</c:v>
                </c:pt>
                <c:pt idx="19919">
                  <c:v>0.78725925925925921</c:v>
                </c:pt>
                <c:pt idx="19920">
                  <c:v>0.78725925925925921</c:v>
                </c:pt>
                <c:pt idx="19921">
                  <c:v>0.78740740740740744</c:v>
                </c:pt>
                <c:pt idx="19922">
                  <c:v>0.78755555555555556</c:v>
                </c:pt>
                <c:pt idx="19923">
                  <c:v>0.78755555555555556</c:v>
                </c:pt>
                <c:pt idx="19924">
                  <c:v>0.78755555555555556</c:v>
                </c:pt>
                <c:pt idx="19925">
                  <c:v>0.78755555555555556</c:v>
                </c:pt>
                <c:pt idx="19926">
                  <c:v>0.78770370370370368</c:v>
                </c:pt>
                <c:pt idx="19927">
                  <c:v>0.78770370370370368</c:v>
                </c:pt>
                <c:pt idx="19928">
                  <c:v>0.78770370370370368</c:v>
                </c:pt>
                <c:pt idx="19929">
                  <c:v>0.78770370370370368</c:v>
                </c:pt>
                <c:pt idx="19930">
                  <c:v>0.78770370370370368</c:v>
                </c:pt>
                <c:pt idx="19931">
                  <c:v>0.78770370370370368</c:v>
                </c:pt>
                <c:pt idx="19932">
                  <c:v>0.78770370370370368</c:v>
                </c:pt>
                <c:pt idx="19933">
                  <c:v>0.78770370370370368</c:v>
                </c:pt>
                <c:pt idx="19934">
                  <c:v>0.7878518518518518</c:v>
                </c:pt>
                <c:pt idx="19935">
                  <c:v>0.78800000000000003</c:v>
                </c:pt>
                <c:pt idx="19936">
                  <c:v>0.78800000000000003</c:v>
                </c:pt>
                <c:pt idx="19937">
                  <c:v>0.78800000000000003</c:v>
                </c:pt>
                <c:pt idx="19938">
                  <c:v>0.78800000000000003</c:v>
                </c:pt>
                <c:pt idx="19939">
                  <c:v>0.78800000000000003</c:v>
                </c:pt>
                <c:pt idx="19940">
                  <c:v>0.78800000000000003</c:v>
                </c:pt>
                <c:pt idx="19941">
                  <c:v>0.78814814814814815</c:v>
                </c:pt>
                <c:pt idx="19942">
                  <c:v>0.78829629629629627</c:v>
                </c:pt>
                <c:pt idx="19943">
                  <c:v>0.78829629629629627</c:v>
                </c:pt>
                <c:pt idx="19944">
                  <c:v>0.78844444444444439</c:v>
                </c:pt>
                <c:pt idx="19945">
                  <c:v>0.78859259259259262</c:v>
                </c:pt>
                <c:pt idx="19946">
                  <c:v>0.78859259259259262</c:v>
                </c:pt>
                <c:pt idx="19947">
                  <c:v>0.78874074074074074</c:v>
                </c:pt>
                <c:pt idx="19948">
                  <c:v>0.78874074074074074</c:v>
                </c:pt>
                <c:pt idx="19949">
                  <c:v>0.78874074074074074</c:v>
                </c:pt>
                <c:pt idx="19950">
                  <c:v>0.78888888888888886</c:v>
                </c:pt>
                <c:pt idx="19951">
                  <c:v>0.78888888888888886</c:v>
                </c:pt>
                <c:pt idx="19952">
                  <c:v>0.78888888888888886</c:v>
                </c:pt>
                <c:pt idx="19953">
                  <c:v>0.78888888888888886</c:v>
                </c:pt>
                <c:pt idx="19954">
                  <c:v>0.78888888888888886</c:v>
                </c:pt>
                <c:pt idx="19955">
                  <c:v>0.78888888888888886</c:v>
                </c:pt>
                <c:pt idx="19956">
                  <c:v>0.78903703703703709</c:v>
                </c:pt>
                <c:pt idx="19957">
                  <c:v>0.78903703703703709</c:v>
                </c:pt>
                <c:pt idx="19958">
                  <c:v>0.78903703703703709</c:v>
                </c:pt>
                <c:pt idx="19959">
                  <c:v>0.78918518518518521</c:v>
                </c:pt>
                <c:pt idx="19960">
                  <c:v>0.78918518518518521</c:v>
                </c:pt>
                <c:pt idx="19961">
                  <c:v>0.78918518518518521</c:v>
                </c:pt>
                <c:pt idx="19962">
                  <c:v>0.78918518518518521</c:v>
                </c:pt>
                <c:pt idx="19963">
                  <c:v>0.78918518518518521</c:v>
                </c:pt>
                <c:pt idx="19964">
                  <c:v>0.78918518518518521</c:v>
                </c:pt>
                <c:pt idx="19965">
                  <c:v>0.78933333333333333</c:v>
                </c:pt>
                <c:pt idx="19966">
                  <c:v>0.78933333333333333</c:v>
                </c:pt>
                <c:pt idx="19967">
                  <c:v>0.78948148148148145</c:v>
                </c:pt>
                <c:pt idx="19968">
                  <c:v>0.78948148148148145</c:v>
                </c:pt>
                <c:pt idx="19969">
                  <c:v>0.78948148148148145</c:v>
                </c:pt>
                <c:pt idx="19970">
                  <c:v>0.78948148148148145</c:v>
                </c:pt>
                <c:pt idx="19971">
                  <c:v>0.78962962962962968</c:v>
                </c:pt>
                <c:pt idx="19972">
                  <c:v>0.78962962962962968</c:v>
                </c:pt>
                <c:pt idx="19973">
                  <c:v>0.78962962962962968</c:v>
                </c:pt>
                <c:pt idx="19974">
                  <c:v>0.78962962962962968</c:v>
                </c:pt>
                <c:pt idx="19975">
                  <c:v>0.78962962962962968</c:v>
                </c:pt>
                <c:pt idx="19976">
                  <c:v>0.7897777777777778</c:v>
                </c:pt>
                <c:pt idx="19977">
                  <c:v>0.7897777777777778</c:v>
                </c:pt>
                <c:pt idx="19978">
                  <c:v>0.7897777777777778</c:v>
                </c:pt>
                <c:pt idx="19979">
                  <c:v>0.7897777777777778</c:v>
                </c:pt>
                <c:pt idx="19980">
                  <c:v>0.78992592592592592</c:v>
                </c:pt>
                <c:pt idx="19981">
                  <c:v>0.78992592592592592</c:v>
                </c:pt>
                <c:pt idx="19982">
                  <c:v>0.78992592592592592</c:v>
                </c:pt>
                <c:pt idx="19983">
                  <c:v>0.79007407407407404</c:v>
                </c:pt>
                <c:pt idx="19984">
                  <c:v>0.79022222222222227</c:v>
                </c:pt>
                <c:pt idx="19985">
                  <c:v>0.79022222222222227</c:v>
                </c:pt>
                <c:pt idx="19986">
                  <c:v>0.79022222222222227</c:v>
                </c:pt>
                <c:pt idx="19987">
                  <c:v>0.79022222222222227</c:v>
                </c:pt>
                <c:pt idx="19988">
                  <c:v>0.79022222222222227</c:v>
                </c:pt>
                <c:pt idx="19989">
                  <c:v>0.79022222222222227</c:v>
                </c:pt>
                <c:pt idx="19990">
                  <c:v>0.79037037037037039</c:v>
                </c:pt>
                <c:pt idx="19991">
                  <c:v>0.79037037037037039</c:v>
                </c:pt>
                <c:pt idx="19992">
                  <c:v>0.79037037037037039</c:v>
                </c:pt>
                <c:pt idx="19993">
                  <c:v>0.79051851851851851</c:v>
                </c:pt>
                <c:pt idx="19994">
                  <c:v>0.79051851851851851</c:v>
                </c:pt>
                <c:pt idx="19995">
                  <c:v>0.79051851851851851</c:v>
                </c:pt>
                <c:pt idx="19996">
                  <c:v>0.79066666666666663</c:v>
                </c:pt>
                <c:pt idx="19997">
                  <c:v>0.79081481481481486</c:v>
                </c:pt>
                <c:pt idx="19998">
                  <c:v>0.79081481481481486</c:v>
                </c:pt>
                <c:pt idx="19999">
                  <c:v>0.79081481481481486</c:v>
                </c:pt>
                <c:pt idx="20000">
                  <c:v>0.79081481481481486</c:v>
                </c:pt>
                <c:pt idx="20001">
                  <c:v>0.79081481481481486</c:v>
                </c:pt>
                <c:pt idx="20002">
                  <c:v>0.79096296296296298</c:v>
                </c:pt>
                <c:pt idx="20003">
                  <c:v>0.79096296296296298</c:v>
                </c:pt>
                <c:pt idx="20004">
                  <c:v>0.79096296296296298</c:v>
                </c:pt>
                <c:pt idx="20005">
                  <c:v>0.79096296296296298</c:v>
                </c:pt>
                <c:pt idx="20006">
                  <c:v>0.79096296296296298</c:v>
                </c:pt>
                <c:pt idx="20007">
                  <c:v>0.79096296296296298</c:v>
                </c:pt>
                <c:pt idx="20008">
                  <c:v>0.79096296296296298</c:v>
                </c:pt>
                <c:pt idx="20009">
                  <c:v>0.79096296296296298</c:v>
                </c:pt>
                <c:pt idx="20010">
                  <c:v>0.7911111111111111</c:v>
                </c:pt>
                <c:pt idx="20011">
                  <c:v>0.7911111111111111</c:v>
                </c:pt>
                <c:pt idx="20012">
                  <c:v>0.7911111111111111</c:v>
                </c:pt>
                <c:pt idx="20013">
                  <c:v>0.7911111111111111</c:v>
                </c:pt>
                <c:pt idx="20014">
                  <c:v>0.7911111111111111</c:v>
                </c:pt>
                <c:pt idx="20015">
                  <c:v>0.7911111111111111</c:v>
                </c:pt>
                <c:pt idx="20016">
                  <c:v>0.7911111111111111</c:v>
                </c:pt>
                <c:pt idx="20017">
                  <c:v>0.7911111111111111</c:v>
                </c:pt>
                <c:pt idx="20018">
                  <c:v>0.7911111111111111</c:v>
                </c:pt>
                <c:pt idx="20019">
                  <c:v>0.7911111111111111</c:v>
                </c:pt>
                <c:pt idx="20020">
                  <c:v>0.7911111111111111</c:v>
                </c:pt>
                <c:pt idx="20021">
                  <c:v>0.79125925925925922</c:v>
                </c:pt>
                <c:pt idx="20022">
                  <c:v>0.79140740740740745</c:v>
                </c:pt>
                <c:pt idx="20023">
                  <c:v>0.79140740740740745</c:v>
                </c:pt>
                <c:pt idx="20024">
                  <c:v>0.79155555555555557</c:v>
                </c:pt>
                <c:pt idx="20025">
                  <c:v>0.79155555555555557</c:v>
                </c:pt>
                <c:pt idx="20026">
                  <c:v>0.79170370370370369</c:v>
                </c:pt>
                <c:pt idx="20027">
                  <c:v>0.79170370370370369</c:v>
                </c:pt>
                <c:pt idx="20028">
                  <c:v>0.79170370370370369</c:v>
                </c:pt>
                <c:pt idx="20029">
                  <c:v>0.79185185185185181</c:v>
                </c:pt>
                <c:pt idx="20030">
                  <c:v>0.79185185185185181</c:v>
                </c:pt>
                <c:pt idx="20031">
                  <c:v>0.79185185185185181</c:v>
                </c:pt>
                <c:pt idx="20032">
                  <c:v>0.79185185185185181</c:v>
                </c:pt>
                <c:pt idx="20033">
                  <c:v>0.79185185185185181</c:v>
                </c:pt>
                <c:pt idx="20034">
                  <c:v>0.79185185185185181</c:v>
                </c:pt>
                <c:pt idx="20035">
                  <c:v>0.79200000000000004</c:v>
                </c:pt>
                <c:pt idx="20036">
                  <c:v>0.79214814814814816</c:v>
                </c:pt>
                <c:pt idx="20037">
                  <c:v>0.79214814814814816</c:v>
                </c:pt>
                <c:pt idx="20038">
                  <c:v>0.79214814814814816</c:v>
                </c:pt>
                <c:pt idx="20039">
                  <c:v>0.79229629629629628</c:v>
                </c:pt>
                <c:pt idx="20040">
                  <c:v>0.79229629629629628</c:v>
                </c:pt>
                <c:pt idx="20041">
                  <c:v>0.79229629629629628</c:v>
                </c:pt>
                <c:pt idx="20042">
                  <c:v>0.79229629629629628</c:v>
                </c:pt>
                <c:pt idx="20043">
                  <c:v>0.79229629629629628</c:v>
                </c:pt>
                <c:pt idx="20044">
                  <c:v>0.79229629629629628</c:v>
                </c:pt>
                <c:pt idx="20045">
                  <c:v>0.79229629629629628</c:v>
                </c:pt>
                <c:pt idx="20046">
                  <c:v>0.79229629629629628</c:v>
                </c:pt>
                <c:pt idx="20047">
                  <c:v>0.79229629629629628</c:v>
                </c:pt>
                <c:pt idx="20048">
                  <c:v>0.79229629629629628</c:v>
                </c:pt>
                <c:pt idx="20049">
                  <c:v>0.79229629629629628</c:v>
                </c:pt>
                <c:pt idx="20050">
                  <c:v>0.7924444444444444</c:v>
                </c:pt>
                <c:pt idx="20051">
                  <c:v>0.79259259259259263</c:v>
                </c:pt>
                <c:pt idx="20052">
                  <c:v>0.79259259259259263</c:v>
                </c:pt>
                <c:pt idx="20053">
                  <c:v>0.79259259259259263</c:v>
                </c:pt>
                <c:pt idx="20054">
                  <c:v>0.79259259259259263</c:v>
                </c:pt>
                <c:pt idx="20055">
                  <c:v>0.79259259259259263</c:v>
                </c:pt>
                <c:pt idx="20056">
                  <c:v>0.79259259259259263</c:v>
                </c:pt>
                <c:pt idx="20057">
                  <c:v>0.79274074074074075</c:v>
                </c:pt>
                <c:pt idx="20058">
                  <c:v>0.79288888888888887</c:v>
                </c:pt>
                <c:pt idx="20059">
                  <c:v>0.79288888888888887</c:v>
                </c:pt>
                <c:pt idx="20060">
                  <c:v>0.79303703703703698</c:v>
                </c:pt>
                <c:pt idx="20061">
                  <c:v>0.79303703703703698</c:v>
                </c:pt>
                <c:pt idx="20062">
                  <c:v>0.79303703703703698</c:v>
                </c:pt>
                <c:pt idx="20063">
                  <c:v>0.79303703703703698</c:v>
                </c:pt>
                <c:pt idx="20064">
                  <c:v>0.79303703703703698</c:v>
                </c:pt>
                <c:pt idx="20065">
                  <c:v>0.79303703703703698</c:v>
                </c:pt>
                <c:pt idx="20066">
                  <c:v>0.79318518518518522</c:v>
                </c:pt>
                <c:pt idx="20067">
                  <c:v>0.79318518518518522</c:v>
                </c:pt>
                <c:pt idx="20068">
                  <c:v>0.79318518518518522</c:v>
                </c:pt>
                <c:pt idx="20069">
                  <c:v>0.79318518518518522</c:v>
                </c:pt>
                <c:pt idx="20070">
                  <c:v>0.79333333333333333</c:v>
                </c:pt>
                <c:pt idx="20071">
                  <c:v>0.79333333333333333</c:v>
                </c:pt>
                <c:pt idx="20072">
                  <c:v>0.79348148148148145</c:v>
                </c:pt>
                <c:pt idx="20073">
                  <c:v>0.79348148148148145</c:v>
                </c:pt>
                <c:pt idx="20074">
                  <c:v>0.79348148148148145</c:v>
                </c:pt>
                <c:pt idx="20075">
                  <c:v>0.79348148148148145</c:v>
                </c:pt>
                <c:pt idx="20076">
                  <c:v>0.79348148148148145</c:v>
                </c:pt>
                <c:pt idx="20077">
                  <c:v>0.79348148148148145</c:v>
                </c:pt>
                <c:pt idx="20078">
                  <c:v>0.79362962962962968</c:v>
                </c:pt>
                <c:pt idx="20079">
                  <c:v>0.7937777777777778</c:v>
                </c:pt>
                <c:pt idx="20080">
                  <c:v>0.7937777777777778</c:v>
                </c:pt>
                <c:pt idx="20081">
                  <c:v>0.7937777777777778</c:v>
                </c:pt>
                <c:pt idx="20082">
                  <c:v>0.7937777777777778</c:v>
                </c:pt>
                <c:pt idx="20083">
                  <c:v>0.7937777777777778</c:v>
                </c:pt>
                <c:pt idx="20084">
                  <c:v>0.7937777777777778</c:v>
                </c:pt>
                <c:pt idx="20085">
                  <c:v>0.7937777777777778</c:v>
                </c:pt>
                <c:pt idx="20086">
                  <c:v>0.7937777777777778</c:v>
                </c:pt>
                <c:pt idx="20087">
                  <c:v>0.7937777777777778</c:v>
                </c:pt>
                <c:pt idx="20088">
                  <c:v>0.7937777777777778</c:v>
                </c:pt>
                <c:pt idx="20089">
                  <c:v>0.7937777777777778</c:v>
                </c:pt>
                <c:pt idx="20090">
                  <c:v>0.7937777777777778</c:v>
                </c:pt>
                <c:pt idx="20091">
                  <c:v>0.7937777777777778</c:v>
                </c:pt>
                <c:pt idx="20092">
                  <c:v>0.7937777777777778</c:v>
                </c:pt>
                <c:pt idx="20093">
                  <c:v>0.79392592592592592</c:v>
                </c:pt>
                <c:pt idx="20094">
                  <c:v>0.79392592592592592</c:v>
                </c:pt>
                <c:pt idx="20095">
                  <c:v>0.79392592592592592</c:v>
                </c:pt>
                <c:pt idx="20096">
                  <c:v>0.79392592592592592</c:v>
                </c:pt>
                <c:pt idx="20097">
                  <c:v>0.79407407407407404</c:v>
                </c:pt>
                <c:pt idx="20098">
                  <c:v>0.79407407407407404</c:v>
                </c:pt>
                <c:pt idx="20099">
                  <c:v>0.79407407407407404</c:v>
                </c:pt>
                <c:pt idx="20100">
                  <c:v>0.79407407407407404</c:v>
                </c:pt>
                <c:pt idx="20101">
                  <c:v>0.79407407407407404</c:v>
                </c:pt>
                <c:pt idx="20102">
                  <c:v>0.79407407407407404</c:v>
                </c:pt>
                <c:pt idx="20103">
                  <c:v>0.79407407407407404</c:v>
                </c:pt>
                <c:pt idx="20104">
                  <c:v>0.79407407407407404</c:v>
                </c:pt>
                <c:pt idx="20105">
                  <c:v>0.79407407407407404</c:v>
                </c:pt>
                <c:pt idx="20106">
                  <c:v>0.79422222222222227</c:v>
                </c:pt>
                <c:pt idx="20107">
                  <c:v>0.79422222222222227</c:v>
                </c:pt>
                <c:pt idx="20108">
                  <c:v>0.79437037037037039</c:v>
                </c:pt>
                <c:pt idx="20109">
                  <c:v>0.79451851851851851</c:v>
                </c:pt>
                <c:pt idx="20110">
                  <c:v>0.79451851851851851</c:v>
                </c:pt>
                <c:pt idx="20111">
                  <c:v>0.79451851851851851</c:v>
                </c:pt>
                <c:pt idx="20112">
                  <c:v>0.79451851851851851</c:v>
                </c:pt>
                <c:pt idx="20113">
                  <c:v>0.79451851851851851</c:v>
                </c:pt>
                <c:pt idx="20114">
                  <c:v>0.79466666666666663</c:v>
                </c:pt>
                <c:pt idx="20115">
                  <c:v>0.79466666666666663</c:v>
                </c:pt>
                <c:pt idx="20116">
                  <c:v>0.79466666666666663</c:v>
                </c:pt>
                <c:pt idx="20117">
                  <c:v>0.79481481481481486</c:v>
                </c:pt>
                <c:pt idx="20118">
                  <c:v>0.79496296296296298</c:v>
                </c:pt>
                <c:pt idx="20119">
                  <c:v>0.79496296296296298</c:v>
                </c:pt>
                <c:pt idx="20120">
                  <c:v>0.79496296296296298</c:v>
                </c:pt>
                <c:pt idx="20121">
                  <c:v>0.79496296296296298</c:v>
                </c:pt>
                <c:pt idx="20122">
                  <c:v>0.79496296296296298</c:v>
                </c:pt>
                <c:pt idx="20123">
                  <c:v>0.79496296296296298</c:v>
                </c:pt>
                <c:pt idx="20124">
                  <c:v>0.79496296296296298</c:v>
                </c:pt>
                <c:pt idx="20125">
                  <c:v>0.79496296296296298</c:v>
                </c:pt>
                <c:pt idx="20126">
                  <c:v>0.7951111111111111</c:v>
                </c:pt>
                <c:pt idx="20127">
                  <c:v>0.79525925925925922</c:v>
                </c:pt>
                <c:pt idx="20128">
                  <c:v>0.79525925925925922</c:v>
                </c:pt>
                <c:pt idx="20129">
                  <c:v>0.79540740740740745</c:v>
                </c:pt>
                <c:pt idx="20130">
                  <c:v>0.79540740740740745</c:v>
                </c:pt>
                <c:pt idx="20131">
                  <c:v>0.79540740740740745</c:v>
                </c:pt>
                <c:pt idx="20132">
                  <c:v>0.79540740740740745</c:v>
                </c:pt>
                <c:pt idx="20133">
                  <c:v>0.79540740740740745</c:v>
                </c:pt>
                <c:pt idx="20134">
                  <c:v>0.79555555555555557</c:v>
                </c:pt>
                <c:pt idx="20135">
                  <c:v>0.79555555555555557</c:v>
                </c:pt>
                <c:pt idx="20136">
                  <c:v>0.79555555555555557</c:v>
                </c:pt>
                <c:pt idx="20137">
                  <c:v>0.79555555555555557</c:v>
                </c:pt>
                <c:pt idx="20138">
                  <c:v>0.79555555555555557</c:v>
                </c:pt>
                <c:pt idx="20139">
                  <c:v>0.79555555555555557</c:v>
                </c:pt>
                <c:pt idx="20140">
                  <c:v>0.79570370370370369</c:v>
                </c:pt>
                <c:pt idx="20141">
                  <c:v>0.79570370370370369</c:v>
                </c:pt>
                <c:pt idx="20142">
                  <c:v>0.79570370370370369</c:v>
                </c:pt>
                <c:pt idx="20143">
                  <c:v>0.79570370370370369</c:v>
                </c:pt>
                <c:pt idx="20144">
                  <c:v>0.79570370370370369</c:v>
                </c:pt>
                <c:pt idx="20145">
                  <c:v>0.79585185185185181</c:v>
                </c:pt>
                <c:pt idx="20146">
                  <c:v>0.79585185185185181</c:v>
                </c:pt>
                <c:pt idx="20147">
                  <c:v>0.79600000000000004</c:v>
                </c:pt>
                <c:pt idx="20148">
                  <c:v>0.79614814814814816</c:v>
                </c:pt>
                <c:pt idx="20149">
                  <c:v>0.79614814814814816</c:v>
                </c:pt>
                <c:pt idx="20150">
                  <c:v>0.79614814814814816</c:v>
                </c:pt>
                <c:pt idx="20151">
                  <c:v>0.79629629629629628</c:v>
                </c:pt>
                <c:pt idx="20152">
                  <c:v>0.79629629629629628</c:v>
                </c:pt>
                <c:pt idx="20153">
                  <c:v>0.7964444444444444</c:v>
                </c:pt>
                <c:pt idx="20154">
                  <c:v>0.7964444444444444</c:v>
                </c:pt>
                <c:pt idx="20155">
                  <c:v>0.7964444444444444</c:v>
                </c:pt>
                <c:pt idx="20156">
                  <c:v>0.79659259259259263</c:v>
                </c:pt>
                <c:pt idx="20157">
                  <c:v>0.79659259259259263</c:v>
                </c:pt>
                <c:pt idx="20158">
                  <c:v>0.79659259259259263</c:v>
                </c:pt>
                <c:pt idx="20159">
                  <c:v>0.79659259259259263</c:v>
                </c:pt>
                <c:pt idx="20160">
                  <c:v>0.79659259259259263</c:v>
                </c:pt>
                <c:pt idx="20161">
                  <c:v>0.79659259259259263</c:v>
                </c:pt>
                <c:pt idx="20162">
                  <c:v>0.79674074074074075</c:v>
                </c:pt>
                <c:pt idx="20163">
                  <c:v>0.79688888888888887</c:v>
                </c:pt>
                <c:pt idx="20164">
                  <c:v>0.79703703703703699</c:v>
                </c:pt>
                <c:pt idx="20165">
                  <c:v>0.79718518518518522</c:v>
                </c:pt>
                <c:pt idx="20166">
                  <c:v>0.79733333333333334</c:v>
                </c:pt>
                <c:pt idx="20167">
                  <c:v>0.79748148148148146</c:v>
                </c:pt>
                <c:pt idx="20168">
                  <c:v>0.79762962962962958</c:v>
                </c:pt>
                <c:pt idx="20169">
                  <c:v>0.79762962962962958</c:v>
                </c:pt>
                <c:pt idx="20170">
                  <c:v>0.79777777777777781</c:v>
                </c:pt>
                <c:pt idx="20171">
                  <c:v>0.79777777777777781</c:v>
                </c:pt>
                <c:pt idx="20172">
                  <c:v>0.79777777777777781</c:v>
                </c:pt>
                <c:pt idx="20173">
                  <c:v>0.79777777777777781</c:v>
                </c:pt>
                <c:pt idx="20174">
                  <c:v>0.79792592592592593</c:v>
                </c:pt>
                <c:pt idx="20175">
                  <c:v>0.79792592592592593</c:v>
                </c:pt>
                <c:pt idx="20176">
                  <c:v>0.79792592592592593</c:v>
                </c:pt>
                <c:pt idx="20177">
                  <c:v>0.79792592592592593</c:v>
                </c:pt>
                <c:pt idx="20178">
                  <c:v>0.79792592592592593</c:v>
                </c:pt>
                <c:pt idx="20179">
                  <c:v>0.79807407407407405</c:v>
                </c:pt>
                <c:pt idx="20180">
                  <c:v>0.79807407407407405</c:v>
                </c:pt>
                <c:pt idx="20181">
                  <c:v>0.79822222222222228</c:v>
                </c:pt>
                <c:pt idx="20182">
                  <c:v>0.79822222222222228</c:v>
                </c:pt>
                <c:pt idx="20183">
                  <c:v>0.79822222222222228</c:v>
                </c:pt>
                <c:pt idx="20184">
                  <c:v>0.79822222222222228</c:v>
                </c:pt>
                <c:pt idx="20185">
                  <c:v>0.79822222222222228</c:v>
                </c:pt>
                <c:pt idx="20186">
                  <c:v>0.7983703703703704</c:v>
                </c:pt>
                <c:pt idx="20187">
                  <c:v>0.79851851851851852</c:v>
                </c:pt>
                <c:pt idx="20188">
                  <c:v>0.79866666666666664</c:v>
                </c:pt>
                <c:pt idx="20189">
                  <c:v>0.79881481481481487</c:v>
                </c:pt>
                <c:pt idx="20190">
                  <c:v>0.79881481481481487</c:v>
                </c:pt>
                <c:pt idx="20191">
                  <c:v>0.79896296296296299</c:v>
                </c:pt>
                <c:pt idx="20192">
                  <c:v>0.79896296296296299</c:v>
                </c:pt>
                <c:pt idx="20193">
                  <c:v>0.79911111111111111</c:v>
                </c:pt>
                <c:pt idx="20194">
                  <c:v>0.79911111111111111</c:v>
                </c:pt>
                <c:pt idx="20195">
                  <c:v>0.79911111111111111</c:v>
                </c:pt>
                <c:pt idx="20196">
                  <c:v>0.79911111111111111</c:v>
                </c:pt>
                <c:pt idx="20197">
                  <c:v>0.79911111111111111</c:v>
                </c:pt>
                <c:pt idx="20198">
                  <c:v>0.79911111111111111</c:v>
                </c:pt>
                <c:pt idx="20199">
                  <c:v>0.79911111111111111</c:v>
                </c:pt>
                <c:pt idx="20200">
                  <c:v>0.79911111111111111</c:v>
                </c:pt>
                <c:pt idx="20201">
                  <c:v>0.79925925925925922</c:v>
                </c:pt>
                <c:pt idx="20202">
                  <c:v>0.79925925925925922</c:v>
                </c:pt>
                <c:pt idx="20203">
                  <c:v>0.79925925925925922</c:v>
                </c:pt>
                <c:pt idx="20204">
                  <c:v>0.79925925925925922</c:v>
                </c:pt>
                <c:pt idx="20205">
                  <c:v>0.79925925925925922</c:v>
                </c:pt>
                <c:pt idx="20206">
                  <c:v>0.79925925925925922</c:v>
                </c:pt>
                <c:pt idx="20207">
                  <c:v>0.79925925925925922</c:v>
                </c:pt>
                <c:pt idx="20208">
                  <c:v>0.79925925925925922</c:v>
                </c:pt>
                <c:pt idx="20209">
                  <c:v>0.79925925925925922</c:v>
                </c:pt>
                <c:pt idx="20210">
                  <c:v>0.79925925925925922</c:v>
                </c:pt>
                <c:pt idx="20211">
                  <c:v>0.79925925925925922</c:v>
                </c:pt>
                <c:pt idx="20212">
                  <c:v>0.79925925925925922</c:v>
                </c:pt>
                <c:pt idx="20213">
                  <c:v>0.79925925925925922</c:v>
                </c:pt>
                <c:pt idx="20214">
                  <c:v>0.79925925925925922</c:v>
                </c:pt>
                <c:pt idx="20215">
                  <c:v>0.79925925925925922</c:v>
                </c:pt>
                <c:pt idx="20216">
                  <c:v>0.79925925925925922</c:v>
                </c:pt>
                <c:pt idx="20217">
                  <c:v>0.79925925925925922</c:v>
                </c:pt>
                <c:pt idx="20218">
                  <c:v>0.79925925925925922</c:v>
                </c:pt>
                <c:pt idx="20219">
                  <c:v>0.79925925925925922</c:v>
                </c:pt>
                <c:pt idx="20220">
                  <c:v>0.79925925925925922</c:v>
                </c:pt>
                <c:pt idx="20221">
                  <c:v>0.79925925925925922</c:v>
                </c:pt>
                <c:pt idx="20222">
                  <c:v>0.79925925925925922</c:v>
                </c:pt>
                <c:pt idx="20223">
                  <c:v>0.79925925925925922</c:v>
                </c:pt>
                <c:pt idx="20224">
                  <c:v>0.79925925925925922</c:v>
                </c:pt>
                <c:pt idx="20225">
                  <c:v>0.79940740740740746</c:v>
                </c:pt>
                <c:pt idx="20226">
                  <c:v>0.79940740740740746</c:v>
                </c:pt>
                <c:pt idx="20227">
                  <c:v>0.79940740740740746</c:v>
                </c:pt>
                <c:pt idx="20228">
                  <c:v>0.79955555555555557</c:v>
                </c:pt>
                <c:pt idx="20229">
                  <c:v>0.79955555555555557</c:v>
                </c:pt>
                <c:pt idx="20230">
                  <c:v>0.79970370370370369</c:v>
                </c:pt>
                <c:pt idx="20231">
                  <c:v>0.79970370370370369</c:v>
                </c:pt>
                <c:pt idx="20232">
                  <c:v>0.79970370370370369</c:v>
                </c:pt>
                <c:pt idx="20233">
                  <c:v>0.79970370370370369</c:v>
                </c:pt>
                <c:pt idx="20234">
                  <c:v>0.79970370370370369</c:v>
                </c:pt>
                <c:pt idx="20235">
                  <c:v>0.79970370370370369</c:v>
                </c:pt>
                <c:pt idx="20236">
                  <c:v>0.79970370370370369</c:v>
                </c:pt>
                <c:pt idx="20237">
                  <c:v>0.79970370370370369</c:v>
                </c:pt>
                <c:pt idx="20238">
                  <c:v>0.79970370370370369</c:v>
                </c:pt>
                <c:pt idx="20239">
                  <c:v>0.79970370370370369</c:v>
                </c:pt>
                <c:pt idx="20240">
                  <c:v>0.79970370370370369</c:v>
                </c:pt>
                <c:pt idx="20241">
                  <c:v>0.79970370370370369</c:v>
                </c:pt>
                <c:pt idx="20242">
                  <c:v>0.79985185185185181</c:v>
                </c:pt>
                <c:pt idx="20243">
                  <c:v>0.8</c:v>
                </c:pt>
                <c:pt idx="20244">
                  <c:v>0.80014814814814816</c:v>
                </c:pt>
                <c:pt idx="20245">
                  <c:v>0.80014814814814816</c:v>
                </c:pt>
                <c:pt idx="20246">
                  <c:v>0.80029629629629628</c:v>
                </c:pt>
                <c:pt idx="20247">
                  <c:v>0.8004444444444444</c:v>
                </c:pt>
                <c:pt idx="20248">
                  <c:v>0.8004444444444444</c:v>
                </c:pt>
                <c:pt idx="20249">
                  <c:v>0.8004444444444444</c:v>
                </c:pt>
                <c:pt idx="20250">
                  <c:v>0.8004444444444444</c:v>
                </c:pt>
                <c:pt idx="20251">
                  <c:v>0.80059259259259263</c:v>
                </c:pt>
                <c:pt idx="20252">
                  <c:v>0.80074074074074075</c:v>
                </c:pt>
                <c:pt idx="20253">
                  <c:v>0.80074074074074075</c:v>
                </c:pt>
                <c:pt idx="20254">
                  <c:v>0.80074074074074075</c:v>
                </c:pt>
                <c:pt idx="20255">
                  <c:v>0.80074074074074075</c:v>
                </c:pt>
                <c:pt idx="20256">
                  <c:v>0.80074074074074075</c:v>
                </c:pt>
                <c:pt idx="20257">
                  <c:v>0.80074074074074075</c:v>
                </c:pt>
                <c:pt idx="20258">
                  <c:v>0.80088888888888887</c:v>
                </c:pt>
                <c:pt idx="20259">
                  <c:v>0.80088888888888887</c:v>
                </c:pt>
                <c:pt idx="20260">
                  <c:v>0.80088888888888887</c:v>
                </c:pt>
                <c:pt idx="20261">
                  <c:v>0.80088888888888887</c:v>
                </c:pt>
                <c:pt idx="20262">
                  <c:v>0.80088888888888887</c:v>
                </c:pt>
                <c:pt idx="20263">
                  <c:v>0.80088888888888887</c:v>
                </c:pt>
                <c:pt idx="20264">
                  <c:v>0.80088888888888887</c:v>
                </c:pt>
                <c:pt idx="20265">
                  <c:v>0.80103703703703699</c:v>
                </c:pt>
                <c:pt idx="20266">
                  <c:v>0.80118518518518522</c:v>
                </c:pt>
                <c:pt idx="20267">
                  <c:v>0.80118518518518522</c:v>
                </c:pt>
                <c:pt idx="20268">
                  <c:v>0.80118518518518522</c:v>
                </c:pt>
                <c:pt idx="20269">
                  <c:v>0.80133333333333334</c:v>
                </c:pt>
                <c:pt idx="20270">
                  <c:v>0.80133333333333334</c:v>
                </c:pt>
                <c:pt idx="20271">
                  <c:v>0.80133333333333334</c:v>
                </c:pt>
                <c:pt idx="20272">
                  <c:v>0.80148148148148146</c:v>
                </c:pt>
                <c:pt idx="20273">
                  <c:v>0.80148148148148146</c:v>
                </c:pt>
                <c:pt idx="20274">
                  <c:v>0.80162962962962958</c:v>
                </c:pt>
                <c:pt idx="20275">
                  <c:v>0.80162962962962958</c:v>
                </c:pt>
                <c:pt idx="20276">
                  <c:v>0.80162962962962958</c:v>
                </c:pt>
                <c:pt idx="20277">
                  <c:v>0.80162962962962958</c:v>
                </c:pt>
                <c:pt idx="20278">
                  <c:v>0.80162962962962958</c:v>
                </c:pt>
                <c:pt idx="20279">
                  <c:v>0.80162962962962958</c:v>
                </c:pt>
                <c:pt idx="20280">
                  <c:v>0.80162962962962958</c:v>
                </c:pt>
                <c:pt idx="20281">
                  <c:v>0.80162962962962958</c:v>
                </c:pt>
                <c:pt idx="20282">
                  <c:v>0.80162962962962958</c:v>
                </c:pt>
                <c:pt idx="20283">
                  <c:v>0.80177777777777781</c:v>
                </c:pt>
                <c:pt idx="20284">
                  <c:v>0.80192592592592593</c:v>
                </c:pt>
                <c:pt idx="20285">
                  <c:v>0.80192592592592593</c:v>
                </c:pt>
                <c:pt idx="20286">
                  <c:v>0.80192592592592593</c:v>
                </c:pt>
                <c:pt idx="20287">
                  <c:v>0.80192592592592593</c:v>
                </c:pt>
                <c:pt idx="20288">
                  <c:v>0.80192592592592593</c:v>
                </c:pt>
                <c:pt idx="20289">
                  <c:v>0.80207407407407405</c:v>
                </c:pt>
                <c:pt idx="20290">
                  <c:v>0.80207407407407405</c:v>
                </c:pt>
                <c:pt idx="20291">
                  <c:v>0.80207407407407405</c:v>
                </c:pt>
                <c:pt idx="20292">
                  <c:v>0.80207407407407405</c:v>
                </c:pt>
                <c:pt idx="20293">
                  <c:v>0.80207407407407405</c:v>
                </c:pt>
                <c:pt idx="20294">
                  <c:v>0.80207407407407405</c:v>
                </c:pt>
                <c:pt idx="20295">
                  <c:v>0.80207407407407405</c:v>
                </c:pt>
                <c:pt idx="20296">
                  <c:v>0.80207407407407405</c:v>
                </c:pt>
                <c:pt idx="20297">
                  <c:v>0.80222222222222217</c:v>
                </c:pt>
                <c:pt idx="20298">
                  <c:v>0.8023703703703704</c:v>
                </c:pt>
                <c:pt idx="20299">
                  <c:v>0.8023703703703704</c:v>
                </c:pt>
                <c:pt idx="20300">
                  <c:v>0.8023703703703704</c:v>
                </c:pt>
                <c:pt idx="20301">
                  <c:v>0.8023703703703704</c:v>
                </c:pt>
                <c:pt idx="20302">
                  <c:v>0.8023703703703704</c:v>
                </c:pt>
                <c:pt idx="20303">
                  <c:v>0.8023703703703704</c:v>
                </c:pt>
                <c:pt idx="20304">
                  <c:v>0.80251851851851852</c:v>
                </c:pt>
                <c:pt idx="20305">
                  <c:v>0.80251851851851852</c:v>
                </c:pt>
                <c:pt idx="20306">
                  <c:v>0.80251851851851852</c:v>
                </c:pt>
                <c:pt idx="20307">
                  <c:v>0.80266666666666664</c:v>
                </c:pt>
                <c:pt idx="20308">
                  <c:v>0.80266666666666664</c:v>
                </c:pt>
                <c:pt idx="20309">
                  <c:v>0.80266666666666664</c:v>
                </c:pt>
                <c:pt idx="20310">
                  <c:v>0.80266666666666664</c:v>
                </c:pt>
                <c:pt idx="20311">
                  <c:v>0.80266666666666664</c:v>
                </c:pt>
                <c:pt idx="20312">
                  <c:v>0.80281481481481487</c:v>
                </c:pt>
                <c:pt idx="20313">
                  <c:v>0.80281481481481487</c:v>
                </c:pt>
                <c:pt idx="20314">
                  <c:v>0.80296296296296299</c:v>
                </c:pt>
                <c:pt idx="20315">
                  <c:v>0.80296296296296299</c:v>
                </c:pt>
                <c:pt idx="20316">
                  <c:v>0.80296296296296299</c:v>
                </c:pt>
                <c:pt idx="20317">
                  <c:v>0.80296296296296299</c:v>
                </c:pt>
                <c:pt idx="20318">
                  <c:v>0.80296296296296299</c:v>
                </c:pt>
                <c:pt idx="20319">
                  <c:v>0.80296296296296299</c:v>
                </c:pt>
                <c:pt idx="20320">
                  <c:v>0.80311111111111111</c:v>
                </c:pt>
                <c:pt idx="20321">
                  <c:v>0.80311111111111111</c:v>
                </c:pt>
                <c:pt idx="20322">
                  <c:v>0.80325925925925923</c:v>
                </c:pt>
                <c:pt idx="20323">
                  <c:v>0.80340740740740746</c:v>
                </c:pt>
                <c:pt idx="20324">
                  <c:v>0.80340740740740746</c:v>
                </c:pt>
                <c:pt idx="20325">
                  <c:v>0.80340740740740746</c:v>
                </c:pt>
                <c:pt idx="20326">
                  <c:v>0.80340740740740746</c:v>
                </c:pt>
                <c:pt idx="20327">
                  <c:v>0.80355555555555558</c:v>
                </c:pt>
                <c:pt idx="20328">
                  <c:v>0.8037037037037037</c:v>
                </c:pt>
                <c:pt idx="20329">
                  <c:v>0.8037037037037037</c:v>
                </c:pt>
                <c:pt idx="20330">
                  <c:v>0.80385185185185182</c:v>
                </c:pt>
                <c:pt idx="20331">
                  <c:v>0.80385185185185182</c:v>
                </c:pt>
                <c:pt idx="20332">
                  <c:v>0.80385185185185182</c:v>
                </c:pt>
                <c:pt idx="20333">
                  <c:v>0.80385185185185182</c:v>
                </c:pt>
                <c:pt idx="20334">
                  <c:v>0.80385185185185182</c:v>
                </c:pt>
                <c:pt idx="20335">
                  <c:v>0.80385185185185182</c:v>
                </c:pt>
                <c:pt idx="20336">
                  <c:v>0.80400000000000005</c:v>
                </c:pt>
                <c:pt idx="20337">
                  <c:v>0.80414814814814817</c:v>
                </c:pt>
                <c:pt idx="20338">
                  <c:v>0.80414814814814817</c:v>
                </c:pt>
                <c:pt idx="20339">
                  <c:v>0.80429629629629629</c:v>
                </c:pt>
                <c:pt idx="20340">
                  <c:v>0.80429629629629629</c:v>
                </c:pt>
                <c:pt idx="20341">
                  <c:v>0.80429629629629629</c:v>
                </c:pt>
                <c:pt idx="20342">
                  <c:v>0.80444444444444441</c:v>
                </c:pt>
                <c:pt idx="20343">
                  <c:v>0.80444444444444441</c:v>
                </c:pt>
                <c:pt idx="20344">
                  <c:v>0.80444444444444441</c:v>
                </c:pt>
                <c:pt idx="20345">
                  <c:v>0.80444444444444441</c:v>
                </c:pt>
                <c:pt idx="20346">
                  <c:v>0.80444444444444441</c:v>
                </c:pt>
                <c:pt idx="20347">
                  <c:v>0.80459259259259264</c:v>
                </c:pt>
                <c:pt idx="20348">
                  <c:v>0.80459259259259264</c:v>
                </c:pt>
                <c:pt idx="20349">
                  <c:v>0.80459259259259264</c:v>
                </c:pt>
                <c:pt idx="20350">
                  <c:v>0.80459259259259264</c:v>
                </c:pt>
                <c:pt idx="20351">
                  <c:v>0.80459259259259264</c:v>
                </c:pt>
                <c:pt idx="20352">
                  <c:v>0.80459259259259264</c:v>
                </c:pt>
                <c:pt idx="20353">
                  <c:v>0.80459259259259264</c:v>
                </c:pt>
                <c:pt idx="20354">
                  <c:v>0.80459259259259264</c:v>
                </c:pt>
                <c:pt idx="20355">
                  <c:v>0.80474074074074076</c:v>
                </c:pt>
                <c:pt idx="20356">
                  <c:v>0.80474074074074076</c:v>
                </c:pt>
                <c:pt idx="20357">
                  <c:v>0.80474074074074076</c:v>
                </c:pt>
                <c:pt idx="20358">
                  <c:v>0.80488888888888888</c:v>
                </c:pt>
                <c:pt idx="20359">
                  <c:v>0.80488888888888888</c:v>
                </c:pt>
                <c:pt idx="20360">
                  <c:v>0.805037037037037</c:v>
                </c:pt>
                <c:pt idx="20361">
                  <c:v>0.805037037037037</c:v>
                </c:pt>
                <c:pt idx="20362">
                  <c:v>0.805037037037037</c:v>
                </c:pt>
                <c:pt idx="20363">
                  <c:v>0.805037037037037</c:v>
                </c:pt>
                <c:pt idx="20364">
                  <c:v>0.805037037037037</c:v>
                </c:pt>
                <c:pt idx="20365">
                  <c:v>0.805037037037037</c:v>
                </c:pt>
                <c:pt idx="20366">
                  <c:v>0.805037037037037</c:v>
                </c:pt>
                <c:pt idx="20367">
                  <c:v>0.805037037037037</c:v>
                </c:pt>
                <c:pt idx="20368">
                  <c:v>0.805037037037037</c:v>
                </c:pt>
                <c:pt idx="20369">
                  <c:v>0.80518518518518523</c:v>
                </c:pt>
                <c:pt idx="20370">
                  <c:v>0.80533333333333335</c:v>
                </c:pt>
                <c:pt idx="20371">
                  <c:v>0.80533333333333335</c:v>
                </c:pt>
                <c:pt idx="20372">
                  <c:v>0.80533333333333335</c:v>
                </c:pt>
                <c:pt idx="20373">
                  <c:v>0.80533333333333335</c:v>
                </c:pt>
                <c:pt idx="20374">
                  <c:v>0.80533333333333335</c:v>
                </c:pt>
                <c:pt idx="20375">
                  <c:v>0.80548148148148146</c:v>
                </c:pt>
                <c:pt idx="20376">
                  <c:v>0.80548148148148146</c:v>
                </c:pt>
                <c:pt idx="20377">
                  <c:v>0.80548148148148146</c:v>
                </c:pt>
                <c:pt idx="20378">
                  <c:v>0.80548148148148146</c:v>
                </c:pt>
                <c:pt idx="20379">
                  <c:v>0.80548148148148146</c:v>
                </c:pt>
                <c:pt idx="20380">
                  <c:v>0.80548148148148146</c:v>
                </c:pt>
                <c:pt idx="20381">
                  <c:v>0.80562962962962958</c:v>
                </c:pt>
                <c:pt idx="20382">
                  <c:v>0.80562962962962958</c:v>
                </c:pt>
                <c:pt idx="20383">
                  <c:v>0.80562962962962958</c:v>
                </c:pt>
                <c:pt idx="20384">
                  <c:v>0.80577777777777781</c:v>
                </c:pt>
                <c:pt idx="20385">
                  <c:v>0.80592592592592593</c:v>
                </c:pt>
                <c:pt idx="20386">
                  <c:v>0.80607407407407405</c:v>
                </c:pt>
                <c:pt idx="20387">
                  <c:v>0.80607407407407405</c:v>
                </c:pt>
                <c:pt idx="20388">
                  <c:v>0.80607407407407405</c:v>
                </c:pt>
                <c:pt idx="20389">
                  <c:v>0.80622222222222217</c:v>
                </c:pt>
                <c:pt idx="20390">
                  <c:v>0.80622222222222217</c:v>
                </c:pt>
                <c:pt idx="20391">
                  <c:v>0.80622222222222217</c:v>
                </c:pt>
                <c:pt idx="20392">
                  <c:v>0.8063703703703704</c:v>
                </c:pt>
                <c:pt idx="20393">
                  <c:v>0.8063703703703704</c:v>
                </c:pt>
                <c:pt idx="20394">
                  <c:v>0.8063703703703704</c:v>
                </c:pt>
                <c:pt idx="20395">
                  <c:v>0.8063703703703704</c:v>
                </c:pt>
                <c:pt idx="20396">
                  <c:v>0.8063703703703704</c:v>
                </c:pt>
                <c:pt idx="20397">
                  <c:v>0.8063703703703704</c:v>
                </c:pt>
                <c:pt idx="20398">
                  <c:v>0.8063703703703704</c:v>
                </c:pt>
                <c:pt idx="20399">
                  <c:v>0.8063703703703704</c:v>
                </c:pt>
                <c:pt idx="20400">
                  <c:v>0.8063703703703704</c:v>
                </c:pt>
                <c:pt idx="20401">
                  <c:v>0.8063703703703704</c:v>
                </c:pt>
                <c:pt idx="20402">
                  <c:v>0.8063703703703704</c:v>
                </c:pt>
                <c:pt idx="20403">
                  <c:v>0.80651851851851852</c:v>
                </c:pt>
                <c:pt idx="20404">
                  <c:v>0.80651851851851852</c:v>
                </c:pt>
                <c:pt idx="20405">
                  <c:v>0.80651851851851852</c:v>
                </c:pt>
                <c:pt idx="20406">
                  <c:v>0.80651851851851852</c:v>
                </c:pt>
                <c:pt idx="20407">
                  <c:v>0.80651851851851852</c:v>
                </c:pt>
                <c:pt idx="20408">
                  <c:v>0.80651851851851852</c:v>
                </c:pt>
                <c:pt idx="20409">
                  <c:v>0.80666666666666664</c:v>
                </c:pt>
                <c:pt idx="20410">
                  <c:v>0.80666666666666664</c:v>
                </c:pt>
                <c:pt idx="20411">
                  <c:v>0.80666666666666664</c:v>
                </c:pt>
                <c:pt idx="20412">
                  <c:v>0.80666666666666664</c:v>
                </c:pt>
                <c:pt idx="20413">
                  <c:v>0.80666666666666664</c:v>
                </c:pt>
                <c:pt idx="20414">
                  <c:v>0.80666666666666664</c:v>
                </c:pt>
                <c:pt idx="20415">
                  <c:v>0.80666666666666664</c:v>
                </c:pt>
                <c:pt idx="20416">
                  <c:v>0.80666666666666664</c:v>
                </c:pt>
                <c:pt idx="20417">
                  <c:v>0.80681481481481476</c:v>
                </c:pt>
                <c:pt idx="20418">
                  <c:v>0.80681481481481476</c:v>
                </c:pt>
                <c:pt idx="20419">
                  <c:v>0.80681481481481476</c:v>
                </c:pt>
                <c:pt idx="20420">
                  <c:v>0.80681481481481476</c:v>
                </c:pt>
                <c:pt idx="20421">
                  <c:v>0.80681481481481476</c:v>
                </c:pt>
                <c:pt idx="20422">
                  <c:v>0.80681481481481476</c:v>
                </c:pt>
                <c:pt idx="20423">
                  <c:v>0.80681481481481476</c:v>
                </c:pt>
                <c:pt idx="20424">
                  <c:v>0.80681481481481476</c:v>
                </c:pt>
                <c:pt idx="20425">
                  <c:v>0.80681481481481476</c:v>
                </c:pt>
                <c:pt idx="20426">
                  <c:v>0.80696296296296299</c:v>
                </c:pt>
                <c:pt idx="20427">
                  <c:v>0.80696296296296299</c:v>
                </c:pt>
                <c:pt idx="20428">
                  <c:v>0.80696296296296299</c:v>
                </c:pt>
                <c:pt idx="20429">
                  <c:v>0.80696296296296299</c:v>
                </c:pt>
                <c:pt idx="20430">
                  <c:v>0.80696296296296299</c:v>
                </c:pt>
                <c:pt idx="20431">
                  <c:v>0.80711111111111111</c:v>
                </c:pt>
                <c:pt idx="20432">
                  <c:v>0.80711111111111111</c:v>
                </c:pt>
                <c:pt idx="20433">
                  <c:v>0.80711111111111111</c:v>
                </c:pt>
                <c:pt idx="20434">
                  <c:v>0.80725925925925923</c:v>
                </c:pt>
                <c:pt idx="20435">
                  <c:v>0.80725925925925923</c:v>
                </c:pt>
                <c:pt idx="20436">
                  <c:v>0.80725925925925923</c:v>
                </c:pt>
                <c:pt idx="20437">
                  <c:v>0.80725925925925923</c:v>
                </c:pt>
                <c:pt idx="20438">
                  <c:v>0.80725925925925923</c:v>
                </c:pt>
                <c:pt idx="20439">
                  <c:v>0.80725925925925923</c:v>
                </c:pt>
                <c:pt idx="20440">
                  <c:v>0.80725925925925923</c:v>
                </c:pt>
                <c:pt idx="20441">
                  <c:v>0.80725925925925923</c:v>
                </c:pt>
                <c:pt idx="20442">
                  <c:v>0.80725925925925923</c:v>
                </c:pt>
                <c:pt idx="20443">
                  <c:v>0.80725925925925923</c:v>
                </c:pt>
                <c:pt idx="20444">
                  <c:v>0.80725925925925923</c:v>
                </c:pt>
                <c:pt idx="20445">
                  <c:v>0.80740740740740746</c:v>
                </c:pt>
                <c:pt idx="20446">
                  <c:v>0.80740740740740746</c:v>
                </c:pt>
                <c:pt idx="20447">
                  <c:v>0.80740740740740746</c:v>
                </c:pt>
                <c:pt idx="20448">
                  <c:v>0.80740740740740746</c:v>
                </c:pt>
                <c:pt idx="20449">
                  <c:v>0.80740740740740746</c:v>
                </c:pt>
                <c:pt idx="20450">
                  <c:v>0.80740740740740746</c:v>
                </c:pt>
                <c:pt idx="20451">
                  <c:v>0.80740740740740746</c:v>
                </c:pt>
                <c:pt idx="20452">
                  <c:v>0.80740740740740746</c:v>
                </c:pt>
                <c:pt idx="20453">
                  <c:v>0.80740740740740746</c:v>
                </c:pt>
                <c:pt idx="20454">
                  <c:v>0.80755555555555558</c:v>
                </c:pt>
                <c:pt idx="20455">
                  <c:v>0.8077037037037037</c:v>
                </c:pt>
                <c:pt idx="20456">
                  <c:v>0.8077037037037037</c:v>
                </c:pt>
                <c:pt idx="20457">
                  <c:v>0.8077037037037037</c:v>
                </c:pt>
                <c:pt idx="20458">
                  <c:v>0.8077037037037037</c:v>
                </c:pt>
                <c:pt idx="20459">
                  <c:v>0.8077037037037037</c:v>
                </c:pt>
                <c:pt idx="20460">
                  <c:v>0.8077037037037037</c:v>
                </c:pt>
                <c:pt idx="20461">
                  <c:v>0.8077037037037037</c:v>
                </c:pt>
                <c:pt idx="20462">
                  <c:v>0.8077037037037037</c:v>
                </c:pt>
                <c:pt idx="20463">
                  <c:v>0.8077037037037037</c:v>
                </c:pt>
                <c:pt idx="20464">
                  <c:v>0.80785185185185182</c:v>
                </c:pt>
                <c:pt idx="20465">
                  <c:v>0.80785185185185182</c:v>
                </c:pt>
                <c:pt idx="20466">
                  <c:v>0.80785185185185182</c:v>
                </c:pt>
                <c:pt idx="20467">
                  <c:v>0.80785185185185182</c:v>
                </c:pt>
                <c:pt idx="20468">
                  <c:v>0.80785185185185182</c:v>
                </c:pt>
                <c:pt idx="20469">
                  <c:v>0.80785185185185182</c:v>
                </c:pt>
                <c:pt idx="20470">
                  <c:v>0.80785185185185182</c:v>
                </c:pt>
                <c:pt idx="20471">
                  <c:v>0.80785185185185182</c:v>
                </c:pt>
                <c:pt idx="20472">
                  <c:v>0.80785185185185182</c:v>
                </c:pt>
                <c:pt idx="20473">
                  <c:v>0.80800000000000005</c:v>
                </c:pt>
                <c:pt idx="20474">
                  <c:v>0.80800000000000005</c:v>
                </c:pt>
                <c:pt idx="20475">
                  <c:v>0.80814814814814817</c:v>
                </c:pt>
                <c:pt idx="20476">
                  <c:v>0.80814814814814817</c:v>
                </c:pt>
                <c:pt idx="20477">
                  <c:v>0.80829629629629629</c:v>
                </c:pt>
                <c:pt idx="20478">
                  <c:v>0.80829629629629629</c:v>
                </c:pt>
                <c:pt idx="20479">
                  <c:v>0.80829629629629629</c:v>
                </c:pt>
                <c:pt idx="20480">
                  <c:v>0.80829629629629629</c:v>
                </c:pt>
                <c:pt idx="20481">
                  <c:v>0.80829629629629629</c:v>
                </c:pt>
                <c:pt idx="20482">
                  <c:v>0.80829629629629629</c:v>
                </c:pt>
                <c:pt idx="20483">
                  <c:v>0.80844444444444441</c:v>
                </c:pt>
                <c:pt idx="20484">
                  <c:v>0.80859259259259264</c:v>
                </c:pt>
                <c:pt idx="20485">
                  <c:v>0.80859259259259264</c:v>
                </c:pt>
                <c:pt idx="20486">
                  <c:v>0.80859259259259264</c:v>
                </c:pt>
                <c:pt idx="20487">
                  <c:v>0.80859259259259264</c:v>
                </c:pt>
                <c:pt idx="20488">
                  <c:v>0.80859259259259264</c:v>
                </c:pt>
                <c:pt idx="20489">
                  <c:v>0.80859259259259264</c:v>
                </c:pt>
                <c:pt idx="20490">
                  <c:v>0.80859259259259264</c:v>
                </c:pt>
                <c:pt idx="20491">
                  <c:v>0.80859259259259264</c:v>
                </c:pt>
                <c:pt idx="20492">
                  <c:v>0.80874074074074076</c:v>
                </c:pt>
                <c:pt idx="20493">
                  <c:v>0.80874074074074076</c:v>
                </c:pt>
                <c:pt idx="20494">
                  <c:v>0.80874074074074076</c:v>
                </c:pt>
                <c:pt idx="20495">
                  <c:v>0.80874074074074076</c:v>
                </c:pt>
                <c:pt idx="20496">
                  <c:v>0.80874074074074076</c:v>
                </c:pt>
                <c:pt idx="20497">
                  <c:v>0.80874074074074076</c:v>
                </c:pt>
                <c:pt idx="20498">
                  <c:v>0.80874074074074076</c:v>
                </c:pt>
                <c:pt idx="20499">
                  <c:v>0.80888888888888888</c:v>
                </c:pt>
                <c:pt idx="20500">
                  <c:v>0.809037037037037</c:v>
                </c:pt>
                <c:pt idx="20501">
                  <c:v>0.809037037037037</c:v>
                </c:pt>
                <c:pt idx="20502">
                  <c:v>0.80918518518518523</c:v>
                </c:pt>
                <c:pt idx="20503">
                  <c:v>0.80918518518518523</c:v>
                </c:pt>
                <c:pt idx="20504">
                  <c:v>0.80918518518518523</c:v>
                </c:pt>
                <c:pt idx="20505">
                  <c:v>0.80918518518518523</c:v>
                </c:pt>
                <c:pt idx="20506">
                  <c:v>0.80933333333333335</c:v>
                </c:pt>
                <c:pt idx="20507">
                  <c:v>0.80933333333333335</c:v>
                </c:pt>
                <c:pt idx="20508">
                  <c:v>0.80933333333333335</c:v>
                </c:pt>
                <c:pt idx="20509">
                  <c:v>0.80933333333333335</c:v>
                </c:pt>
                <c:pt idx="20510">
                  <c:v>0.80933333333333335</c:v>
                </c:pt>
                <c:pt idx="20511">
                  <c:v>0.80933333333333335</c:v>
                </c:pt>
                <c:pt idx="20512">
                  <c:v>0.80933333333333335</c:v>
                </c:pt>
                <c:pt idx="20513">
                  <c:v>0.80948148148148147</c:v>
                </c:pt>
                <c:pt idx="20514">
                  <c:v>0.80948148148148147</c:v>
                </c:pt>
                <c:pt idx="20515">
                  <c:v>0.80962962962962959</c:v>
                </c:pt>
                <c:pt idx="20516">
                  <c:v>0.80962962962962959</c:v>
                </c:pt>
                <c:pt idx="20517">
                  <c:v>0.80962962962962959</c:v>
                </c:pt>
                <c:pt idx="20518">
                  <c:v>0.80962962962962959</c:v>
                </c:pt>
                <c:pt idx="20519">
                  <c:v>0.80962962962962959</c:v>
                </c:pt>
                <c:pt idx="20520">
                  <c:v>0.80962962962962959</c:v>
                </c:pt>
                <c:pt idx="20521">
                  <c:v>0.80962962962962959</c:v>
                </c:pt>
                <c:pt idx="20522">
                  <c:v>0.80962962962962959</c:v>
                </c:pt>
                <c:pt idx="20523">
                  <c:v>0.80977777777777782</c:v>
                </c:pt>
                <c:pt idx="20524">
                  <c:v>0.80977777777777782</c:v>
                </c:pt>
                <c:pt idx="20525">
                  <c:v>0.80992592592592594</c:v>
                </c:pt>
                <c:pt idx="20526">
                  <c:v>0.80992592592592594</c:v>
                </c:pt>
                <c:pt idx="20527">
                  <c:v>0.80992592592592594</c:v>
                </c:pt>
                <c:pt idx="20528">
                  <c:v>0.80992592592592594</c:v>
                </c:pt>
                <c:pt idx="20529">
                  <c:v>0.80992592592592594</c:v>
                </c:pt>
                <c:pt idx="20530">
                  <c:v>0.80992592592592594</c:v>
                </c:pt>
                <c:pt idx="20531">
                  <c:v>0.80992592592592594</c:v>
                </c:pt>
                <c:pt idx="20532">
                  <c:v>0.81007407407407406</c:v>
                </c:pt>
                <c:pt idx="20533">
                  <c:v>0.81022222222222218</c:v>
                </c:pt>
                <c:pt idx="20534">
                  <c:v>0.81022222222222218</c:v>
                </c:pt>
                <c:pt idx="20535">
                  <c:v>0.81037037037037041</c:v>
                </c:pt>
                <c:pt idx="20536">
                  <c:v>0.81037037037037041</c:v>
                </c:pt>
                <c:pt idx="20537">
                  <c:v>0.81037037037037041</c:v>
                </c:pt>
                <c:pt idx="20538">
                  <c:v>0.81037037037037041</c:v>
                </c:pt>
                <c:pt idx="20539">
                  <c:v>0.81051851851851853</c:v>
                </c:pt>
                <c:pt idx="20540">
                  <c:v>0.81051851851851853</c:v>
                </c:pt>
                <c:pt idx="20541">
                  <c:v>0.81051851851851853</c:v>
                </c:pt>
                <c:pt idx="20542">
                  <c:v>0.81051851851851853</c:v>
                </c:pt>
                <c:pt idx="20543">
                  <c:v>0.81051851851851853</c:v>
                </c:pt>
                <c:pt idx="20544">
                  <c:v>0.81051851851851853</c:v>
                </c:pt>
                <c:pt idx="20545">
                  <c:v>0.81051851851851853</c:v>
                </c:pt>
                <c:pt idx="20546">
                  <c:v>0.81066666666666665</c:v>
                </c:pt>
                <c:pt idx="20547">
                  <c:v>0.81066666666666665</c:v>
                </c:pt>
                <c:pt idx="20548">
                  <c:v>0.81066666666666665</c:v>
                </c:pt>
                <c:pt idx="20549">
                  <c:v>0.81066666666666665</c:v>
                </c:pt>
                <c:pt idx="20550">
                  <c:v>0.81066666666666665</c:v>
                </c:pt>
                <c:pt idx="20551">
                  <c:v>0.81081481481481477</c:v>
                </c:pt>
                <c:pt idx="20552">
                  <c:v>0.81081481481481477</c:v>
                </c:pt>
                <c:pt idx="20553">
                  <c:v>0.810962962962963</c:v>
                </c:pt>
                <c:pt idx="20554">
                  <c:v>0.810962962962963</c:v>
                </c:pt>
                <c:pt idx="20555">
                  <c:v>0.810962962962963</c:v>
                </c:pt>
                <c:pt idx="20556">
                  <c:v>0.81111111111111112</c:v>
                </c:pt>
                <c:pt idx="20557">
                  <c:v>0.81111111111111112</c:v>
                </c:pt>
                <c:pt idx="20558">
                  <c:v>0.81111111111111112</c:v>
                </c:pt>
                <c:pt idx="20559">
                  <c:v>0.81111111111111112</c:v>
                </c:pt>
                <c:pt idx="20560">
                  <c:v>0.81111111111111112</c:v>
                </c:pt>
                <c:pt idx="20561">
                  <c:v>0.81125925925925924</c:v>
                </c:pt>
                <c:pt idx="20562">
                  <c:v>0.81125925925925924</c:v>
                </c:pt>
                <c:pt idx="20563">
                  <c:v>0.81125925925925924</c:v>
                </c:pt>
                <c:pt idx="20564">
                  <c:v>0.81140740740740736</c:v>
                </c:pt>
                <c:pt idx="20565">
                  <c:v>0.81140740740740736</c:v>
                </c:pt>
                <c:pt idx="20566">
                  <c:v>0.81140740740740736</c:v>
                </c:pt>
                <c:pt idx="20567">
                  <c:v>0.81140740740740736</c:v>
                </c:pt>
                <c:pt idx="20568">
                  <c:v>0.81140740740740736</c:v>
                </c:pt>
                <c:pt idx="20569">
                  <c:v>0.81140740740740736</c:v>
                </c:pt>
                <c:pt idx="20570">
                  <c:v>0.81140740740740736</c:v>
                </c:pt>
                <c:pt idx="20571">
                  <c:v>0.81140740740740736</c:v>
                </c:pt>
                <c:pt idx="20572">
                  <c:v>0.81155555555555559</c:v>
                </c:pt>
                <c:pt idx="20573">
                  <c:v>0.81155555555555559</c:v>
                </c:pt>
                <c:pt idx="20574">
                  <c:v>0.81155555555555559</c:v>
                </c:pt>
                <c:pt idx="20575">
                  <c:v>0.81170370370370371</c:v>
                </c:pt>
                <c:pt idx="20576">
                  <c:v>0.81185185185185182</c:v>
                </c:pt>
                <c:pt idx="20577">
                  <c:v>0.81185185185185182</c:v>
                </c:pt>
                <c:pt idx="20578">
                  <c:v>0.81185185185185182</c:v>
                </c:pt>
                <c:pt idx="20579">
                  <c:v>0.81185185185185182</c:v>
                </c:pt>
                <c:pt idx="20580">
                  <c:v>0.81185185185185182</c:v>
                </c:pt>
                <c:pt idx="20581">
                  <c:v>0.81185185185185182</c:v>
                </c:pt>
                <c:pt idx="20582">
                  <c:v>0.81185185185185182</c:v>
                </c:pt>
                <c:pt idx="20583">
                  <c:v>0.81185185185185182</c:v>
                </c:pt>
                <c:pt idx="20584">
                  <c:v>0.81185185185185182</c:v>
                </c:pt>
                <c:pt idx="20585">
                  <c:v>0.81185185185185182</c:v>
                </c:pt>
                <c:pt idx="20586">
                  <c:v>0.81185185185185182</c:v>
                </c:pt>
                <c:pt idx="20587">
                  <c:v>0.81185185185185182</c:v>
                </c:pt>
                <c:pt idx="20588">
                  <c:v>0.81185185185185182</c:v>
                </c:pt>
                <c:pt idx="20589">
                  <c:v>0.81200000000000006</c:v>
                </c:pt>
                <c:pt idx="20590">
                  <c:v>0.81200000000000006</c:v>
                </c:pt>
                <c:pt idx="20591">
                  <c:v>0.81200000000000006</c:v>
                </c:pt>
                <c:pt idx="20592">
                  <c:v>0.81214814814814817</c:v>
                </c:pt>
                <c:pt idx="20593">
                  <c:v>0.81214814814814817</c:v>
                </c:pt>
                <c:pt idx="20594">
                  <c:v>0.81214814814814817</c:v>
                </c:pt>
                <c:pt idx="20595">
                  <c:v>0.81214814814814817</c:v>
                </c:pt>
                <c:pt idx="20596">
                  <c:v>0.81229629629629629</c:v>
                </c:pt>
                <c:pt idx="20597">
                  <c:v>0.81229629629629629</c:v>
                </c:pt>
                <c:pt idx="20598">
                  <c:v>0.81244444444444441</c:v>
                </c:pt>
                <c:pt idx="20599">
                  <c:v>0.81244444444444441</c:v>
                </c:pt>
                <c:pt idx="20600">
                  <c:v>0.81244444444444441</c:v>
                </c:pt>
                <c:pt idx="20601">
                  <c:v>0.81244444444444441</c:v>
                </c:pt>
                <c:pt idx="20602">
                  <c:v>0.81244444444444441</c:v>
                </c:pt>
                <c:pt idx="20603">
                  <c:v>0.81244444444444441</c:v>
                </c:pt>
                <c:pt idx="20604">
                  <c:v>0.81244444444444441</c:v>
                </c:pt>
                <c:pt idx="20605">
                  <c:v>0.81259259259259264</c:v>
                </c:pt>
                <c:pt idx="20606">
                  <c:v>0.81259259259259264</c:v>
                </c:pt>
                <c:pt idx="20607">
                  <c:v>0.81259259259259264</c:v>
                </c:pt>
                <c:pt idx="20608">
                  <c:v>0.81259259259259264</c:v>
                </c:pt>
                <c:pt idx="20609">
                  <c:v>0.81274074074074076</c:v>
                </c:pt>
                <c:pt idx="20610">
                  <c:v>0.81274074074074076</c:v>
                </c:pt>
                <c:pt idx="20611">
                  <c:v>0.81274074074074076</c:v>
                </c:pt>
                <c:pt idx="20612">
                  <c:v>0.81274074074074076</c:v>
                </c:pt>
                <c:pt idx="20613">
                  <c:v>0.81274074074074076</c:v>
                </c:pt>
                <c:pt idx="20614">
                  <c:v>0.81274074074074076</c:v>
                </c:pt>
                <c:pt idx="20615">
                  <c:v>0.81274074074074076</c:v>
                </c:pt>
                <c:pt idx="20616">
                  <c:v>0.81274074074074076</c:v>
                </c:pt>
                <c:pt idx="20617">
                  <c:v>0.81288888888888888</c:v>
                </c:pt>
                <c:pt idx="20618">
                  <c:v>0.813037037037037</c:v>
                </c:pt>
                <c:pt idx="20619">
                  <c:v>0.813037037037037</c:v>
                </c:pt>
                <c:pt idx="20620">
                  <c:v>0.813037037037037</c:v>
                </c:pt>
                <c:pt idx="20621">
                  <c:v>0.81318518518518523</c:v>
                </c:pt>
                <c:pt idx="20622">
                  <c:v>0.81318518518518523</c:v>
                </c:pt>
                <c:pt idx="20623">
                  <c:v>0.81318518518518523</c:v>
                </c:pt>
                <c:pt idx="20624">
                  <c:v>0.81318518518518523</c:v>
                </c:pt>
                <c:pt idx="20625">
                  <c:v>0.81318518518518523</c:v>
                </c:pt>
                <c:pt idx="20626">
                  <c:v>0.81318518518518523</c:v>
                </c:pt>
                <c:pt idx="20627">
                  <c:v>0.81318518518518523</c:v>
                </c:pt>
                <c:pt idx="20628">
                  <c:v>0.81318518518518523</c:v>
                </c:pt>
                <c:pt idx="20629">
                  <c:v>0.81333333333333335</c:v>
                </c:pt>
                <c:pt idx="20630">
                  <c:v>0.81333333333333335</c:v>
                </c:pt>
                <c:pt idx="20631">
                  <c:v>0.81333333333333335</c:v>
                </c:pt>
                <c:pt idx="20632">
                  <c:v>0.81348148148148147</c:v>
                </c:pt>
                <c:pt idx="20633">
                  <c:v>0.81348148148148147</c:v>
                </c:pt>
                <c:pt idx="20634">
                  <c:v>0.81348148148148147</c:v>
                </c:pt>
                <c:pt idx="20635">
                  <c:v>0.81348148148148147</c:v>
                </c:pt>
                <c:pt idx="20636">
                  <c:v>0.81348148148148147</c:v>
                </c:pt>
                <c:pt idx="20637">
                  <c:v>0.81348148148148147</c:v>
                </c:pt>
                <c:pt idx="20638">
                  <c:v>0.81348148148148147</c:v>
                </c:pt>
                <c:pt idx="20639">
                  <c:v>0.81362962962962959</c:v>
                </c:pt>
                <c:pt idx="20640">
                  <c:v>0.81362962962962959</c:v>
                </c:pt>
                <c:pt idx="20641">
                  <c:v>0.81362962962962959</c:v>
                </c:pt>
                <c:pt idx="20642">
                  <c:v>0.81377777777777782</c:v>
                </c:pt>
                <c:pt idx="20643">
                  <c:v>0.81392592592592594</c:v>
                </c:pt>
                <c:pt idx="20644">
                  <c:v>0.81392592592592594</c:v>
                </c:pt>
                <c:pt idx="20645">
                  <c:v>0.81392592592592594</c:v>
                </c:pt>
                <c:pt idx="20646">
                  <c:v>0.81407407407407406</c:v>
                </c:pt>
                <c:pt idx="20647">
                  <c:v>0.81407407407407406</c:v>
                </c:pt>
                <c:pt idx="20648">
                  <c:v>0.81407407407407406</c:v>
                </c:pt>
                <c:pt idx="20649">
                  <c:v>0.81422222222222218</c:v>
                </c:pt>
                <c:pt idx="20650">
                  <c:v>0.81422222222222218</c:v>
                </c:pt>
                <c:pt idx="20651">
                  <c:v>0.81437037037037041</c:v>
                </c:pt>
                <c:pt idx="20652">
                  <c:v>0.81437037037037041</c:v>
                </c:pt>
                <c:pt idx="20653">
                  <c:v>0.81437037037037041</c:v>
                </c:pt>
                <c:pt idx="20654">
                  <c:v>0.81437037037037041</c:v>
                </c:pt>
                <c:pt idx="20655">
                  <c:v>0.81437037037037041</c:v>
                </c:pt>
                <c:pt idx="20656">
                  <c:v>0.81437037037037041</c:v>
                </c:pt>
                <c:pt idx="20657">
                  <c:v>0.81437037037037041</c:v>
                </c:pt>
                <c:pt idx="20658">
                  <c:v>0.81437037037037041</c:v>
                </c:pt>
                <c:pt idx="20659">
                  <c:v>0.81437037037037041</c:v>
                </c:pt>
                <c:pt idx="20660">
                  <c:v>0.81451851851851853</c:v>
                </c:pt>
                <c:pt idx="20661">
                  <c:v>0.81451851851851853</c:v>
                </c:pt>
                <c:pt idx="20662">
                  <c:v>0.81466666666666665</c:v>
                </c:pt>
                <c:pt idx="20663">
                  <c:v>0.81481481481481477</c:v>
                </c:pt>
                <c:pt idx="20664">
                  <c:v>0.814962962962963</c:v>
                </c:pt>
                <c:pt idx="20665">
                  <c:v>0.81511111111111112</c:v>
                </c:pt>
                <c:pt idx="20666">
                  <c:v>0.81511111111111112</c:v>
                </c:pt>
                <c:pt idx="20667">
                  <c:v>0.81511111111111112</c:v>
                </c:pt>
                <c:pt idx="20668">
                  <c:v>0.81511111111111112</c:v>
                </c:pt>
                <c:pt idx="20669">
                  <c:v>0.81511111111111112</c:v>
                </c:pt>
                <c:pt idx="20670">
                  <c:v>0.81511111111111112</c:v>
                </c:pt>
                <c:pt idx="20671">
                  <c:v>0.81511111111111112</c:v>
                </c:pt>
                <c:pt idx="20672">
                  <c:v>0.81511111111111112</c:v>
                </c:pt>
                <c:pt idx="20673">
                  <c:v>0.81525925925925924</c:v>
                </c:pt>
                <c:pt idx="20674">
                  <c:v>0.81540740740740736</c:v>
                </c:pt>
                <c:pt idx="20675">
                  <c:v>0.81540740740740736</c:v>
                </c:pt>
                <c:pt idx="20676">
                  <c:v>0.81540740740740736</c:v>
                </c:pt>
                <c:pt idx="20677">
                  <c:v>0.81555555555555559</c:v>
                </c:pt>
                <c:pt idx="20678">
                  <c:v>0.81555555555555559</c:v>
                </c:pt>
                <c:pt idx="20679">
                  <c:v>0.81570370370370371</c:v>
                </c:pt>
                <c:pt idx="20680">
                  <c:v>0.81570370370370371</c:v>
                </c:pt>
                <c:pt idx="20681">
                  <c:v>0.81585185185185183</c:v>
                </c:pt>
                <c:pt idx="20682">
                  <c:v>0.81599999999999995</c:v>
                </c:pt>
                <c:pt idx="20683">
                  <c:v>0.81599999999999995</c:v>
                </c:pt>
                <c:pt idx="20684">
                  <c:v>0.81599999999999995</c:v>
                </c:pt>
                <c:pt idx="20685">
                  <c:v>0.81599999999999995</c:v>
                </c:pt>
                <c:pt idx="20686">
                  <c:v>0.81614814814814818</c:v>
                </c:pt>
                <c:pt idx="20687">
                  <c:v>0.81614814814814818</c:v>
                </c:pt>
                <c:pt idx="20688">
                  <c:v>0.81614814814814818</c:v>
                </c:pt>
                <c:pt idx="20689">
                  <c:v>0.8162962962962963</c:v>
                </c:pt>
                <c:pt idx="20690">
                  <c:v>0.8162962962962963</c:v>
                </c:pt>
                <c:pt idx="20691">
                  <c:v>0.8162962962962963</c:v>
                </c:pt>
                <c:pt idx="20692">
                  <c:v>0.8162962962962963</c:v>
                </c:pt>
                <c:pt idx="20693">
                  <c:v>0.81644444444444442</c:v>
                </c:pt>
                <c:pt idx="20694">
                  <c:v>0.81644444444444442</c:v>
                </c:pt>
                <c:pt idx="20695">
                  <c:v>0.81644444444444442</c:v>
                </c:pt>
                <c:pt idx="20696">
                  <c:v>0.81644444444444442</c:v>
                </c:pt>
                <c:pt idx="20697">
                  <c:v>0.81644444444444442</c:v>
                </c:pt>
                <c:pt idx="20698">
                  <c:v>0.81644444444444442</c:v>
                </c:pt>
                <c:pt idx="20699">
                  <c:v>0.81644444444444442</c:v>
                </c:pt>
                <c:pt idx="20700">
                  <c:v>0.81644444444444442</c:v>
                </c:pt>
                <c:pt idx="20701">
                  <c:v>0.81659259259259265</c:v>
                </c:pt>
                <c:pt idx="20702">
                  <c:v>0.81659259259259265</c:v>
                </c:pt>
                <c:pt idx="20703">
                  <c:v>0.81659259259259265</c:v>
                </c:pt>
                <c:pt idx="20704">
                  <c:v>0.81659259259259265</c:v>
                </c:pt>
                <c:pt idx="20705">
                  <c:v>0.81674074074074077</c:v>
                </c:pt>
                <c:pt idx="20706">
                  <c:v>0.81674074074074077</c:v>
                </c:pt>
                <c:pt idx="20707">
                  <c:v>0.81674074074074077</c:v>
                </c:pt>
                <c:pt idx="20708">
                  <c:v>0.81674074074074077</c:v>
                </c:pt>
                <c:pt idx="20709">
                  <c:v>0.81688888888888889</c:v>
                </c:pt>
                <c:pt idx="20710">
                  <c:v>0.81688888888888889</c:v>
                </c:pt>
                <c:pt idx="20711">
                  <c:v>0.81688888888888889</c:v>
                </c:pt>
                <c:pt idx="20712">
                  <c:v>0.81688888888888889</c:v>
                </c:pt>
                <c:pt idx="20713">
                  <c:v>0.81703703703703701</c:v>
                </c:pt>
                <c:pt idx="20714">
                  <c:v>0.81703703703703701</c:v>
                </c:pt>
                <c:pt idx="20715">
                  <c:v>0.81703703703703701</c:v>
                </c:pt>
                <c:pt idx="20716">
                  <c:v>0.81718518518518524</c:v>
                </c:pt>
                <c:pt idx="20717">
                  <c:v>0.81718518518518524</c:v>
                </c:pt>
                <c:pt idx="20718">
                  <c:v>0.81733333333333336</c:v>
                </c:pt>
                <c:pt idx="20719">
                  <c:v>0.81733333333333336</c:v>
                </c:pt>
                <c:pt idx="20720">
                  <c:v>0.81733333333333336</c:v>
                </c:pt>
                <c:pt idx="20721">
                  <c:v>0.81733333333333336</c:v>
                </c:pt>
                <c:pt idx="20722">
                  <c:v>0.81733333333333336</c:v>
                </c:pt>
                <c:pt idx="20723">
                  <c:v>0.81748148148148148</c:v>
                </c:pt>
                <c:pt idx="20724">
                  <c:v>0.8176296296296296</c:v>
                </c:pt>
                <c:pt idx="20725">
                  <c:v>0.8176296296296296</c:v>
                </c:pt>
                <c:pt idx="20726">
                  <c:v>0.8176296296296296</c:v>
                </c:pt>
                <c:pt idx="20727">
                  <c:v>0.8176296296296296</c:v>
                </c:pt>
                <c:pt idx="20728">
                  <c:v>0.81777777777777783</c:v>
                </c:pt>
                <c:pt idx="20729">
                  <c:v>0.81792592592592595</c:v>
                </c:pt>
                <c:pt idx="20730">
                  <c:v>0.81792592592592595</c:v>
                </c:pt>
                <c:pt idx="20731">
                  <c:v>0.81807407407407406</c:v>
                </c:pt>
                <c:pt idx="20732">
                  <c:v>0.81807407407407406</c:v>
                </c:pt>
                <c:pt idx="20733">
                  <c:v>0.81807407407407406</c:v>
                </c:pt>
                <c:pt idx="20734">
                  <c:v>0.81822222222222218</c:v>
                </c:pt>
                <c:pt idx="20735">
                  <c:v>0.81822222222222218</c:v>
                </c:pt>
                <c:pt idx="20736">
                  <c:v>0.81822222222222218</c:v>
                </c:pt>
                <c:pt idx="20737">
                  <c:v>0.81837037037037041</c:v>
                </c:pt>
                <c:pt idx="20738">
                  <c:v>0.81837037037037041</c:v>
                </c:pt>
                <c:pt idx="20739">
                  <c:v>0.81837037037037041</c:v>
                </c:pt>
                <c:pt idx="20740">
                  <c:v>0.81837037037037041</c:v>
                </c:pt>
                <c:pt idx="20741">
                  <c:v>0.81851851851851853</c:v>
                </c:pt>
                <c:pt idx="20742">
                  <c:v>0.81866666666666665</c:v>
                </c:pt>
                <c:pt idx="20743">
                  <c:v>0.81881481481481477</c:v>
                </c:pt>
                <c:pt idx="20744">
                  <c:v>0.81881481481481477</c:v>
                </c:pt>
                <c:pt idx="20745">
                  <c:v>0.81881481481481477</c:v>
                </c:pt>
                <c:pt idx="20746">
                  <c:v>0.818962962962963</c:v>
                </c:pt>
                <c:pt idx="20747">
                  <c:v>0.81911111111111112</c:v>
                </c:pt>
                <c:pt idx="20748">
                  <c:v>0.81911111111111112</c:v>
                </c:pt>
                <c:pt idx="20749">
                  <c:v>0.81925925925925924</c:v>
                </c:pt>
                <c:pt idx="20750">
                  <c:v>0.81925925925925924</c:v>
                </c:pt>
                <c:pt idx="20751">
                  <c:v>0.81925925925925924</c:v>
                </c:pt>
                <c:pt idx="20752">
                  <c:v>0.81940740740740736</c:v>
                </c:pt>
                <c:pt idx="20753">
                  <c:v>0.81940740740740736</c:v>
                </c:pt>
                <c:pt idx="20754">
                  <c:v>0.81955555555555559</c:v>
                </c:pt>
                <c:pt idx="20755">
                  <c:v>0.81955555555555559</c:v>
                </c:pt>
                <c:pt idx="20756">
                  <c:v>0.81970370370370371</c:v>
                </c:pt>
                <c:pt idx="20757">
                  <c:v>0.81970370370370371</c:v>
                </c:pt>
                <c:pt idx="20758">
                  <c:v>0.81970370370370371</c:v>
                </c:pt>
                <c:pt idx="20759">
                  <c:v>0.81985185185185183</c:v>
                </c:pt>
                <c:pt idx="20760">
                  <c:v>0.81985185185185183</c:v>
                </c:pt>
                <c:pt idx="20761">
                  <c:v>0.81985185185185183</c:v>
                </c:pt>
                <c:pt idx="20762">
                  <c:v>0.81985185185185183</c:v>
                </c:pt>
                <c:pt idx="20763">
                  <c:v>0.82</c:v>
                </c:pt>
                <c:pt idx="20764">
                  <c:v>0.82</c:v>
                </c:pt>
                <c:pt idx="20765">
                  <c:v>0.82</c:v>
                </c:pt>
                <c:pt idx="20766">
                  <c:v>0.82</c:v>
                </c:pt>
                <c:pt idx="20767">
                  <c:v>0.82</c:v>
                </c:pt>
                <c:pt idx="20768">
                  <c:v>0.82</c:v>
                </c:pt>
                <c:pt idx="20769">
                  <c:v>0.82014814814814818</c:v>
                </c:pt>
                <c:pt idx="20770">
                  <c:v>0.82014814814814818</c:v>
                </c:pt>
                <c:pt idx="20771">
                  <c:v>0.82014814814814818</c:v>
                </c:pt>
                <c:pt idx="20772">
                  <c:v>0.8202962962962963</c:v>
                </c:pt>
                <c:pt idx="20773">
                  <c:v>0.8202962962962963</c:v>
                </c:pt>
                <c:pt idx="20774">
                  <c:v>0.8202962962962963</c:v>
                </c:pt>
                <c:pt idx="20775">
                  <c:v>0.82044444444444442</c:v>
                </c:pt>
                <c:pt idx="20776">
                  <c:v>0.82044444444444442</c:v>
                </c:pt>
                <c:pt idx="20777">
                  <c:v>0.82044444444444442</c:v>
                </c:pt>
                <c:pt idx="20778">
                  <c:v>0.82059259259259254</c:v>
                </c:pt>
                <c:pt idx="20779">
                  <c:v>0.82059259259259254</c:v>
                </c:pt>
                <c:pt idx="20780">
                  <c:v>0.82059259259259254</c:v>
                </c:pt>
                <c:pt idx="20781">
                  <c:v>0.82059259259259254</c:v>
                </c:pt>
                <c:pt idx="20782">
                  <c:v>0.82059259259259254</c:v>
                </c:pt>
                <c:pt idx="20783">
                  <c:v>0.82059259259259254</c:v>
                </c:pt>
                <c:pt idx="20784">
                  <c:v>0.82059259259259254</c:v>
                </c:pt>
                <c:pt idx="20785">
                  <c:v>0.82059259259259254</c:v>
                </c:pt>
                <c:pt idx="20786">
                  <c:v>0.82059259259259254</c:v>
                </c:pt>
                <c:pt idx="20787">
                  <c:v>0.82074074074074077</c:v>
                </c:pt>
                <c:pt idx="20788">
                  <c:v>0.82074074074074077</c:v>
                </c:pt>
                <c:pt idx="20789">
                  <c:v>0.82074074074074077</c:v>
                </c:pt>
                <c:pt idx="20790">
                  <c:v>0.82074074074074077</c:v>
                </c:pt>
                <c:pt idx="20791">
                  <c:v>0.82074074074074077</c:v>
                </c:pt>
                <c:pt idx="20792">
                  <c:v>0.82074074074074077</c:v>
                </c:pt>
                <c:pt idx="20793">
                  <c:v>0.82088888888888889</c:v>
                </c:pt>
                <c:pt idx="20794">
                  <c:v>0.82088888888888889</c:v>
                </c:pt>
                <c:pt idx="20795">
                  <c:v>0.82088888888888889</c:v>
                </c:pt>
                <c:pt idx="20796">
                  <c:v>0.82088888888888889</c:v>
                </c:pt>
                <c:pt idx="20797">
                  <c:v>0.82088888888888889</c:v>
                </c:pt>
                <c:pt idx="20798">
                  <c:v>0.82088888888888889</c:v>
                </c:pt>
                <c:pt idx="20799">
                  <c:v>0.82088888888888889</c:v>
                </c:pt>
                <c:pt idx="20800">
                  <c:v>0.82088888888888889</c:v>
                </c:pt>
                <c:pt idx="20801">
                  <c:v>0.82088888888888889</c:v>
                </c:pt>
                <c:pt idx="20802">
                  <c:v>0.82088888888888889</c:v>
                </c:pt>
                <c:pt idx="20803">
                  <c:v>0.82088888888888889</c:v>
                </c:pt>
                <c:pt idx="20804">
                  <c:v>0.82088888888888889</c:v>
                </c:pt>
                <c:pt idx="20805">
                  <c:v>0.82088888888888889</c:v>
                </c:pt>
                <c:pt idx="20806">
                  <c:v>0.82088888888888889</c:v>
                </c:pt>
                <c:pt idx="20807">
                  <c:v>0.82088888888888889</c:v>
                </c:pt>
                <c:pt idx="20808">
                  <c:v>0.82103703703703701</c:v>
                </c:pt>
                <c:pt idx="20809">
                  <c:v>0.82118518518518524</c:v>
                </c:pt>
                <c:pt idx="20810">
                  <c:v>0.82133333333333336</c:v>
                </c:pt>
                <c:pt idx="20811">
                  <c:v>0.82133333333333336</c:v>
                </c:pt>
                <c:pt idx="20812">
                  <c:v>0.82133333333333336</c:v>
                </c:pt>
                <c:pt idx="20813">
                  <c:v>0.82133333333333336</c:v>
                </c:pt>
                <c:pt idx="20814">
                  <c:v>0.82133333333333336</c:v>
                </c:pt>
                <c:pt idx="20815">
                  <c:v>0.82133333333333336</c:v>
                </c:pt>
                <c:pt idx="20816">
                  <c:v>0.82133333333333336</c:v>
                </c:pt>
                <c:pt idx="20817">
                  <c:v>0.82133333333333336</c:v>
                </c:pt>
                <c:pt idx="20818">
                  <c:v>0.82133333333333336</c:v>
                </c:pt>
                <c:pt idx="20819">
                  <c:v>0.82133333333333336</c:v>
                </c:pt>
                <c:pt idx="20820">
                  <c:v>0.82133333333333336</c:v>
                </c:pt>
                <c:pt idx="20821">
                  <c:v>0.82133333333333336</c:v>
                </c:pt>
                <c:pt idx="20822">
                  <c:v>0.82133333333333336</c:v>
                </c:pt>
                <c:pt idx="20823">
                  <c:v>0.82133333333333336</c:v>
                </c:pt>
                <c:pt idx="20824">
                  <c:v>0.82148148148148148</c:v>
                </c:pt>
                <c:pt idx="20825">
                  <c:v>0.82148148148148148</c:v>
                </c:pt>
                <c:pt idx="20826">
                  <c:v>0.82148148148148148</c:v>
                </c:pt>
                <c:pt idx="20827">
                  <c:v>0.8216296296296296</c:v>
                </c:pt>
                <c:pt idx="20828">
                  <c:v>0.8216296296296296</c:v>
                </c:pt>
                <c:pt idx="20829">
                  <c:v>0.8216296296296296</c:v>
                </c:pt>
                <c:pt idx="20830">
                  <c:v>0.8216296296296296</c:v>
                </c:pt>
                <c:pt idx="20831">
                  <c:v>0.8216296296296296</c:v>
                </c:pt>
                <c:pt idx="20832">
                  <c:v>0.8216296296296296</c:v>
                </c:pt>
                <c:pt idx="20833">
                  <c:v>0.8216296296296296</c:v>
                </c:pt>
                <c:pt idx="20834">
                  <c:v>0.8216296296296296</c:v>
                </c:pt>
                <c:pt idx="20835">
                  <c:v>0.8216296296296296</c:v>
                </c:pt>
                <c:pt idx="20836">
                  <c:v>0.8216296296296296</c:v>
                </c:pt>
                <c:pt idx="20837">
                  <c:v>0.8216296296296296</c:v>
                </c:pt>
                <c:pt idx="20838">
                  <c:v>0.8216296296296296</c:v>
                </c:pt>
                <c:pt idx="20839">
                  <c:v>0.82177777777777783</c:v>
                </c:pt>
                <c:pt idx="20840">
                  <c:v>0.82192592592592595</c:v>
                </c:pt>
                <c:pt idx="20841">
                  <c:v>0.82192592592592595</c:v>
                </c:pt>
                <c:pt idx="20842">
                  <c:v>0.82207407407407407</c:v>
                </c:pt>
                <c:pt idx="20843">
                  <c:v>0.82207407407407407</c:v>
                </c:pt>
                <c:pt idx="20844">
                  <c:v>0.82207407407407407</c:v>
                </c:pt>
                <c:pt idx="20845">
                  <c:v>0.82207407407407407</c:v>
                </c:pt>
                <c:pt idx="20846">
                  <c:v>0.82222222222222219</c:v>
                </c:pt>
                <c:pt idx="20847">
                  <c:v>0.82222222222222219</c:v>
                </c:pt>
                <c:pt idx="20848">
                  <c:v>0.82222222222222219</c:v>
                </c:pt>
                <c:pt idx="20849">
                  <c:v>0.82222222222222219</c:v>
                </c:pt>
                <c:pt idx="20850">
                  <c:v>0.82222222222222219</c:v>
                </c:pt>
                <c:pt idx="20851">
                  <c:v>0.82222222222222219</c:v>
                </c:pt>
                <c:pt idx="20852">
                  <c:v>0.82237037037037042</c:v>
                </c:pt>
                <c:pt idx="20853">
                  <c:v>0.82251851851851854</c:v>
                </c:pt>
                <c:pt idx="20854">
                  <c:v>0.82251851851851854</c:v>
                </c:pt>
                <c:pt idx="20855">
                  <c:v>0.82266666666666666</c:v>
                </c:pt>
                <c:pt idx="20856">
                  <c:v>0.82266666666666666</c:v>
                </c:pt>
                <c:pt idx="20857">
                  <c:v>0.82266666666666666</c:v>
                </c:pt>
                <c:pt idx="20858">
                  <c:v>0.82266666666666666</c:v>
                </c:pt>
                <c:pt idx="20859">
                  <c:v>0.82266666666666666</c:v>
                </c:pt>
                <c:pt idx="20860">
                  <c:v>0.82266666666666666</c:v>
                </c:pt>
                <c:pt idx="20861">
                  <c:v>0.82266666666666666</c:v>
                </c:pt>
                <c:pt idx="20862">
                  <c:v>0.82266666666666666</c:v>
                </c:pt>
                <c:pt idx="20863">
                  <c:v>0.82281481481481478</c:v>
                </c:pt>
                <c:pt idx="20864">
                  <c:v>0.82281481481481478</c:v>
                </c:pt>
                <c:pt idx="20865">
                  <c:v>0.82296296296296301</c:v>
                </c:pt>
                <c:pt idx="20866">
                  <c:v>0.82296296296296301</c:v>
                </c:pt>
                <c:pt idx="20867">
                  <c:v>0.82296296296296301</c:v>
                </c:pt>
                <c:pt idx="20868">
                  <c:v>0.82296296296296301</c:v>
                </c:pt>
                <c:pt idx="20869">
                  <c:v>0.82296296296296301</c:v>
                </c:pt>
                <c:pt idx="20870">
                  <c:v>0.82296296296296301</c:v>
                </c:pt>
                <c:pt idx="20871">
                  <c:v>0.82296296296296301</c:v>
                </c:pt>
                <c:pt idx="20872">
                  <c:v>0.82311111111111113</c:v>
                </c:pt>
                <c:pt idx="20873">
                  <c:v>0.82311111111111113</c:v>
                </c:pt>
                <c:pt idx="20874">
                  <c:v>0.82311111111111113</c:v>
                </c:pt>
                <c:pt idx="20875">
                  <c:v>0.82325925925925925</c:v>
                </c:pt>
                <c:pt idx="20876">
                  <c:v>0.82325925925925925</c:v>
                </c:pt>
                <c:pt idx="20877">
                  <c:v>0.82325925925925925</c:v>
                </c:pt>
                <c:pt idx="20878">
                  <c:v>0.82340740740740737</c:v>
                </c:pt>
                <c:pt idx="20879">
                  <c:v>0.82340740740740737</c:v>
                </c:pt>
                <c:pt idx="20880">
                  <c:v>0.82340740740740737</c:v>
                </c:pt>
                <c:pt idx="20881">
                  <c:v>0.82340740740740737</c:v>
                </c:pt>
                <c:pt idx="20882">
                  <c:v>0.82340740740740737</c:v>
                </c:pt>
                <c:pt idx="20883">
                  <c:v>0.82340740740740737</c:v>
                </c:pt>
                <c:pt idx="20884">
                  <c:v>0.82340740740740737</c:v>
                </c:pt>
                <c:pt idx="20885">
                  <c:v>0.82340740740740737</c:v>
                </c:pt>
                <c:pt idx="20886">
                  <c:v>0.82340740740740737</c:v>
                </c:pt>
                <c:pt idx="20887">
                  <c:v>0.8235555555555556</c:v>
                </c:pt>
                <c:pt idx="20888">
                  <c:v>0.8235555555555556</c:v>
                </c:pt>
                <c:pt idx="20889">
                  <c:v>0.8235555555555556</c:v>
                </c:pt>
                <c:pt idx="20890">
                  <c:v>0.8235555555555556</c:v>
                </c:pt>
                <c:pt idx="20891">
                  <c:v>0.8235555555555556</c:v>
                </c:pt>
                <c:pt idx="20892">
                  <c:v>0.8235555555555556</c:v>
                </c:pt>
                <c:pt idx="20893">
                  <c:v>0.8235555555555556</c:v>
                </c:pt>
                <c:pt idx="20894">
                  <c:v>0.82370370370370372</c:v>
                </c:pt>
                <c:pt idx="20895">
                  <c:v>0.82370370370370372</c:v>
                </c:pt>
                <c:pt idx="20896">
                  <c:v>0.82370370370370372</c:v>
                </c:pt>
                <c:pt idx="20897">
                  <c:v>0.82370370370370372</c:v>
                </c:pt>
                <c:pt idx="20898">
                  <c:v>0.82385185185185184</c:v>
                </c:pt>
                <c:pt idx="20899">
                  <c:v>0.82385185185185184</c:v>
                </c:pt>
                <c:pt idx="20900">
                  <c:v>0.82385185185185184</c:v>
                </c:pt>
                <c:pt idx="20901">
                  <c:v>0.82399999999999995</c:v>
                </c:pt>
                <c:pt idx="20902">
                  <c:v>0.82399999999999995</c:v>
                </c:pt>
                <c:pt idx="20903">
                  <c:v>0.82399999999999995</c:v>
                </c:pt>
                <c:pt idx="20904">
                  <c:v>0.82399999999999995</c:v>
                </c:pt>
                <c:pt idx="20905">
                  <c:v>0.82399999999999995</c:v>
                </c:pt>
                <c:pt idx="20906">
                  <c:v>0.82414814814814819</c:v>
                </c:pt>
                <c:pt idx="20907">
                  <c:v>0.82414814814814819</c:v>
                </c:pt>
                <c:pt idx="20908">
                  <c:v>0.82414814814814819</c:v>
                </c:pt>
                <c:pt idx="20909">
                  <c:v>0.82414814814814819</c:v>
                </c:pt>
                <c:pt idx="20910">
                  <c:v>0.8242962962962963</c:v>
                </c:pt>
                <c:pt idx="20911">
                  <c:v>0.82444444444444442</c:v>
                </c:pt>
                <c:pt idx="20912">
                  <c:v>0.82459259259259254</c:v>
                </c:pt>
                <c:pt idx="20913">
                  <c:v>0.82459259259259254</c:v>
                </c:pt>
                <c:pt idx="20914">
                  <c:v>0.82459259259259254</c:v>
                </c:pt>
                <c:pt idx="20915">
                  <c:v>0.82459259259259254</c:v>
                </c:pt>
                <c:pt idx="20916">
                  <c:v>0.82474074074074077</c:v>
                </c:pt>
                <c:pt idx="20917">
                  <c:v>0.82474074074074077</c:v>
                </c:pt>
                <c:pt idx="20918">
                  <c:v>0.82474074074074077</c:v>
                </c:pt>
                <c:pt idx="20919">
                  <c:v>0.82474074074074077</c:v>
                </c:pt>
                <c:pt idx="20920">
                  <c:v>0.82488888888888889</c:v>
                </c:pt>
                <c:pt idx="20921">
                  <c:v>0.82488888888888889</c:v>
                </c:pt>
                <c:pt idx="20922">
                  <c:v>0.82488888888888889</c:v>
                </c:pt>
                <c:pt idx="20923">
                  <c:v>0.82488888888888889</c:v>
                </c:pt>
                <c:pt idx="20924">
                  <c:v>0.82488888888888889</c:v>
                </c:pt>
                <c:pt idx="20925">
                  <c:v>0.82488888888888889</c:v>
                </c:pt>
                <c:pt idx="20926">
                  <c:v>0.82488888888888889</c:v>
                </c:pt>
                <c:pt idx="20927">
                  <c:v>0.82503703703703701</c:v>
                </c:pt>
                <c:pt idx="20928">
                  <c:v>0.82518518518518513</c:v>
                </c:pt>
                <c:pt idx="20929">
                  <c:v>0.82518518518518513</c:v>
                </c:pt>
                <c:pt idx="20930">
                  <c:v>0.82518518518518513</c:v>
                </c:pt>
                <c:pt idx="20931">
                  <c:v>0.82518518518518513</c:v>
                </c:pt>
                <c:pt idx="20932">
                  <c:v>0.82533333333333336</c:v>
                </c:pt>
                <c:pt idx="20933">
                  <c:v>0.82533333333333336</c:v>
                </c:pt>
                <c:pt idx="20934">
                  <c:v>0.82548148148148148</c:v>
                </c:pt>
                <c:pt idx="20935">
                  <c:v>0.82548148148148148</c:v>
                </c:pt>
                <c:pt idx="20936">
                  <c:v>0.82548148148148148</c:v>
                </c:pt>
                <c:pt idx="20937">
                  <c:v>0.82548148148148148</c:v>
                </c:pt>
                <c:pt idx="20938">
                  <c:v>0.8256296296296296</c:v>
                </c:pt>
                <c:pt idx="20939">
                  <c:v>0.8256296296296296</c:v>
                </c:pt>
                <c:pt idx="20940">
                  <c:v>0.8256296296296296</c:v>
                </c:pt>
                <c:pt idx="20941">
                  <c:v>0.8256296296296296</c:v>
                </c:pt>
                <c:pt idx="20942">
                  <c:v>0.8256296296296296</c:v>
                </c:pt>
                <c:pt idx="20943">
                  <c:v>0.82577777777777783</c:v>
                </c:pt>
                <c:pt idx="20944">
                  <c:v>0.82577777777777783</c:v>
                </c:pt>
                <c:pt idx="20945">
                  <c:v>0.82592592592592595</c:v>
                </c:pt>
                <c:pt idx="20946">
                  <c:v>0.82607407407407407</c:v>
                </c:pt>
                <c:pt idx="20947">
                  <c:v>0.82607407407407407</c:v>
                </c:pt>
                <c:pt idx="20948">
                  <c:v>0.82607407407407407</c:v>
                </c:pt>
                <c:pt idx="20949">
                  <c:v>0.82607407407407407</c:v>
                </c:pt>
                <c:pt idx="20950">
                  <c:v>0.82607407407407407</c:v>
                </c:pt>
                <c:pt idx="20951">
                  <c:v>0.82607407407407407</c:v>
                </c:pt>
                <c:pt idx="20952">
                  <c:v>0.82607407407407407</c:v>
                </c:pt>
                <c:pt idx="20953">
                  <c:v>0.82607407407407407</c:v>
                </c:pt>
                <c:pt idx="20954">
                  <c:v>0.82622222222222219</c:v>
                </c:pt>
                <c:pt idx="20955">
                  <c:v>0.82622222222222219</c:v>
                </c:pt>
                <c:pt idx="20956">
                  <c:v>0.82637037037037042</c:v>
                </c:pt>
                <c:pt idx="20957">
                  <c:v>0.82637037037037042</c:v>
                </c:pt>
                <c:pt idx="20958">
                  <c:v>0.82637037037037042</c:v>
                </c:pt>
                <c:pt idx="20959">
                  <c:v>0.82637037037037042</c:v>
                </c:pt>
                <c:pt idx="20960">
                  <c:v>0.82637037037037042</c:v>
                </c:pt>
                <c:pt idx="20961">
                  <c:v>0.82637037037037042</c:v>
                </c:pt>
                <c:pt idx="20962">
                  <c:v>0.82637037037037042</c:v>
                </c:pt>
                <c:pt idx="20963">
                  <c:v>0.82637037037037042</c:v>
                </c:pt>
                <c:pt idx="20964">
                  <c:v>0.82651851851851854</c:v>
                </c:pt>
                <c:pt idx="20965">
                  <c:v>0.82651851851851854</c:v>
                </c:pt>
                <c:pt idx="20966">
                  <c:v>0.82666666666666666</c:v>
                </c:pt>
                <c:pt idx="20967">
                  <c:v>0.82666666666666666</c:v>
                </c:pt>
                <c:pt idx="20968">
                  <c:v>0.82666666666666666</c:v>
                </c:pt>
                <c:pt idx="20969">
                  <c:v>0.82666666666666666</c:v>
                </c:pt>
                <c:pt idx="20970">
                  <c:v>0.82666666666666666</c:v>
                </c:pt>
                <c:pt idx="20971">
                  <c:v>0.82666666666666666</c:v>
                </c:pt>
                <c:pt idx="20972">
                  <c:v>0.82666666666666666</c:v>
                </c:pt>
                <c:pt idx="20973">
                  <c:v>0.82666666666666666</c:v>
                </c:pt>
                <c:pt idx="20974">
                  <c:v>0.82681481481481478</c:v>
                </c:pt>
                <c:pt idx="20975">
                  <c:v>0.82681481481481478</c:v>
                </c:pt>
                <c:pt idx="20976">
                  <c:v>0.82681481481481478</c:v>
                </c:pt>
                <c:pt idx="20977">
                  <c:v>0.82681481481481478</c:v>
                </c:pt>
                <c:pt idx="20978">
                  <c:v>0.82681481481481478</c:v>
                </c:pt>
                <c:pt idx="20979">
                  <c:v>0.82681481481481478</c:v>
                </c:pt>
                <c:pt idx="20980">
                  <c:v>0.82681481481481478</c:v>
                </c:pt>
                <c:pt idx="20981">
                  <c:v>0.82681481481481478</c:v>
                </c:pt>
                <c:pt idx="20982">
                  <c:v>0.82681481481481478</c:v>
                </c:pt>
                <c:pt idx="20983">
                  <c:v>0.82681481481481478</c:v>
                </c:pt>
                <c:pt idx="20984">
                  <c:v>0.82681481481481478</c:v>
                </c:pt>
                <c:pt idx="20985">
                  <c:v>0.82681481481481478</c:v>
                </c:pt>
                <c:pt idx="20986">
                  <c:v>0.82681481481481478</c:v>
                </c:pt>
                <c:pt idx="20987">
                  <c:v>0.82681481481481478</c:v>
                </c:pt>
                <c:pt idx="20988">
                  <c:v>0.82681481481481478</c:v>
                </c:pt>
                <c:pt idx="20989">
                  <c:v>0.82681481481481478</c:v>
                </c:pt>
                <c:pt idx="20990">
                  <c:v>0.82681481481481478</c:v>
                </c:pt>
                <c:pt idx="20991">
                  <c:v>0.82696296296296301</c:v>
                </c:pt>
                <c:pt idx="20992">
                  <c:v>0.82696296296296301</c:v>
                </c:pt>
                <c:pt idx="20993">
                  <c:v>0.82711111111111113</c:v>
                </c:pt>
                <c:pt idx="20994">
                  <c:v>0.82711111111111113</c:v>
                </c:pt>
                <c:pt idx="20995">
                  <c:v>0.82711111111111113</c:v>
                </c:pt>
                <c:pt idx="20996">
                  <c:v>0.82711111111111113</c:v>
                </c:pt>
                <c:pt idx="20997">
                  <c:v>0.82711111111111113</c:v>
                </c:pt>
                <c:pt idx="20998">
                  <c:v>0.82725925925925925</c:v>
                </c:pt>
                <c:pt idx="20999">
                  <c:v>0.82740740740740737</c:v>
                </c:pt>
                <c:pt idx="21000">
                  <c:v>0.82740740740740737</c:v>
                </c:pt>
                <c:pt idx="21001">
                  <c:v>0.82740740740740737</c:v>
                </c:pt>
                <c:pt idx="21002">
                  <c:v>0.82740740740740737</c:v>
                </c:pt>
                <c:pt idx="21003">
                  <c:v>0.82740740740740737</c:v>
                </c:pt>
                <c:pt idx="21004">
                  <c:v>0.8275555555555556</c:v>
                </c:pt>
                <c:pt idx="21005">
                  <c:v>0.8275555555555556</c:v>
                </c:pt>
                <c:pt idx="21006">
                  <c:v>0.8275555555555556</c:v>
                </c:pt>
                <c:pt idx="21007">
                  <c:v>0.8275555555555556</c:v>
                </c:pt>
                <c:pt idx="21008">
                  <c:v>0.8275555555555556</c:v>
                </c:pt>
                <c:pt idx="21009">
                  <c:v>0.8275555555555556</c:v>
                </c:pt>
                <c:pt idx="21010">
                  <c:v>0.8275555555555556</c:v>
                </c:pt>
                <c:pt idx="21011">
                  <c:v>0.8275555555555556</c:v>
                </c:pt>
                <c:pt idx="21012">
                  <c:v>0.8275555555555556</c:v>
                </c:pt>
                <c:pt idx="21013">
                  <c:v>0.8275555555555556</c:v>
                </c:pt>
                <c:pt idx="21014">
                  <c:v>0.8275555555555556</c:v>
                </c:pt>
                <c:pt idx="21015">
                  <c:v>0.8275555555555556</c:v>
                </c:pt>
                <c:pt idx="21016">
                  <c:v>0.8275555555555556</c:v>
                </c:pt>
                <c:pt idx="21017">
                  <c:v>0.8275555555555556</c:v>
                </c:pt>
                <c:pt idx="21018">
                  <c:v>0.8275555555555556</c:v>
                </c:pt>
                <c:pt idx="21019">
                  <c:v>0.82770370370370372</c:v>
                </c:pt>
                <c:pt idx="21020">
                  <c:v>0.82770370370370372</c:v>
                </c:pt>
                <c:pt idx="21021">
                  <c:v>0.82770370370370372</c:v>
                </c:pt>
                <c:pt idx="21022">
                  <c:v>0.82770370370370372</c:v>
                </c:pt>
                <c:pt idx="21023">
                  <c:v>0.82770370370370372</c:v>
                </c:pt>
                <c:pt idx="21024">
                  <c:v>0.82770370370370372</c:v>
                </c:pt>
                <c:pt idx="21025">
                  <c:v>0.82770370370370372</c:v>
                </c:pt>
                <c:pt idx="21026">
                  <c:v>0.82770370370370372</c:v>
                </c:pt>
                <c:pt idx="21027">
                  <c:v>0.82770370370370372</c:v>
                </c:pt>
                <c:pt idx="21028">
                  <c:v>0.82770370370370372</c:v>
                </c:pt>
                <c:pt idx="21029">
                  <c:v>0.82770370370370372</c:v>
                </c:pt>
                <c:pt idx="21030">
                  <c:v>0.82770370370370372</c:v>
                </c:pt>
                <c:pt idx="21031">
                  <c:v>0.82770370370370372</c:v>
                </c:pt>
                <c:pt idx="21032">
                  <c:v>0.82770370370370372</c:v>
                </c:pt>
                <c:pt idx="21033">
                  <c:v>0.82770370370370372</c:v>
                </c:pt>
                <c:pt idx="21034">
                  <c:v>0.82770370370370372</c:v>
                </c:pt>
                <c:pt idx="21035">
                  <c:v>0.82770370370370372</c:v>
                </c:pt>
                <c:pt idx="21036">
                  <c:v>0.82785185185185184</c:v>
                </c:pt>
                <c:pt idx="21037">
                  <c:v>0.82785185185185184</c:v>
                </c:pt>
                <c:pt idx="21038">
                  <c:v>0.82785185185185184</c:v>
                </c:pt>
                <c:pt idx="21039">
                  <c:v>0.82785185185185184</c:v>
                </c:pt>
                <c:pt idx="21040">
                  <c:v>0.82799999999999996</c:v>
                </c:pt>
                <c:pt idx="21041">
                  <c:v>0.82799999999999996</c:v>
                </c:pt>
                <c:pt idx="21042">
                  <c:v>0.82799999999999996</c:v>
                </c:pt>
                <c:pt idx="21043">
                  <c:v>0.82814814814814819</c:v>
                </c:pt>
                <c:pt idx="21044">
                  <c:v>0.82814814814814819</c:v>
                </c:pt>
                <c:pt idx="21045">
                  <c:v>0.82814814814814819</c:v>
                </c:pt>
                <c:pt idx="21046">
                  <c:v>0.82829629629629631</c:v>
                </c:pt>
                <c:pt idx="21047">
                  <c:v>0.82829629629629631</c:v>
                </c:pt>
                <c:pt idx="21048">
                  <c:v>0.82829629629629631</c:v>
                </c:pt>
                <c:pt idx="21049">
                  <c:v>0.82829629629629631</c:v>
                </c:pt>
                <c:pt idx="21050">
                  <c:v>0.82844444444444443</c:v>
                </c:pt>
                <c:pt idx="21051">
                  <c:v>0.82859259259259255</c:v>
                </c:pt>
                <c:pt idx="21052">
                  <c:v>0.82859259259259255</c:v>
                </c:pt>
                <c:pt idx="21053">
                  <c:v>0.82859259259259255</c:v>
                </c:pt>
                <c:pt idx="21054">
                  <c:v>0.82859259259259255</c:v>
                </c:pt>
                <c:pt idx="21055">
                  <c:v>0.82859259259259255</c:v>
                </c:pt>
                <c:pt idx="21056">
                  <c:v>0.82859259259259255</c:v>
                </c:pt>
                <c:pt idx="21057">
                  <c:v>0.82859259259259255</c:v>
                </c:pt>
                <c:pt idx="21058">
                  <c:v>0.82859259259259255</c:v>
                </c:pt>
                <c:pt idx="21059">
                  <c:v>0.82859259259259255</c:v>
                </c:pt>
                <c:pt idx="21060">
                  <c:v>0.82874074074074078</c:v>
                </c:pt>
                <c:pt idx="21061">
                  <c:v>0.82874074074074078</c:v>
                </c:pt>
                <c:pt idx="21062">
                  <c:v>0.82874074074074078</c:v>
                </c:pt>
                <c:pt idx="21063">
                  <c:v>0.82874074074074078</c:v>
                </c:pt>
                <c:pt idx="21064">
                  <c:v>0.82874074074074078</c:v>
                </c:pt>
                <c:pt idx="21065">
                  <c:v>0.82874074074074078</c:v>
                </c:pt>
                <c:pt idx="21066">
                  <c:v>0.82874074074074078</c:v>
                </c:pt>
                <c:pt idx="21067">
                  <c:v>0.82874074074074078</c:v>
                </c:pt>
                <c:pt idx="21068">
                  <c:v>0.82874074074074078</c:v>
                </c:pt>
                <c:pt idx="21069">
                  <c:v>0.8288888888888889</c:v>
                </c:pt>
                <c:pt idx="21070">
                  <c:v>0.82903703703703702</c:v>
                </c:pt>
                <c:pt idx="21071">
                  <c:v>0.82903703703703702</c:v>
                </c:pt>
                <c:pt idx="21072">
                  <c:v>0.82903703703703702</c:v>
                </c:pt>
                <c:pt idx="21073">
                  <c:v>0.82903703703703702</c:v>
                </c:pt>
                <c:pt idx="21074">
                  <c:v>0.82903703703703702</c:v>
                </c:pt>
                <c:pt idx="21075">
                  <c:v>0.82903703703703702</c:v>
                </c:pt>
                <c:pt idx="21076">
                  <c:v>0.82903703703703702</c:v>
                </c:pt>
                <c:pt idx="21077">
                  <c:v>0.82903703703703702</c:v>
                </c:pt>
                <c:pt idx="21078">
                  <c:v>0.82903703703703702</c:v>
                </c:pt>
                <c:pt idx="21079">
                  <c:v>0.82903703703703702</c:v>
                </c:pt>
                <c:pt idx="21080">
                  <c:v>0.82918518518518514</c:v>
                </c:pt>
                <c:pt idx="21081">
                  <c:v>0.82918518518518514</c:v>
                </c:pt>
                <c:pt idx="21082">
                  <c:v>0.82933333333333337</c:v>
                </c:pt>
                <c:pt idx="21083">
                  <c:v>0.82948148148148149</c:v>
                </c:pt>
                <c:pt idx="21084">
                  <c:v>0.82948148148148149</c:v>
                </c:pt>
                <c:pt idx="21085">
                  <c:v>0.82948148148148149</c:v>
                </c:pt>
                <c:pt idx="21086">
                  <c:v>0.82948148148148149</c:v>
                </c:pt>
                <c:pt idx="21087">
                  <c:v>0.82962962962962961</c:v>
                </c:pt>
                <c:pt idx="21088">
                  <c:v>0.82962962962962961</c:v>
                </c:pt>
                <c:pt idx="21089">
                  <c:v>0.82977777777777773</c:v>
                </c:pt>
                <c:pt idx="21090">
                  <c:v>0.82977777777777773</c:v>
                </c:pt>
                <c:pt idx="21091">
                  <c:v>0.82977777777777773</c:v>
                </c:pt>
                <c:pt idx="21092">
                  <c:v>0.82977777777777773</c:v>
                </c:pt>
                <c:pt idx="21093">
                  <c:v>0.82977777777777773</c:v>
                </c:pt>
                <c:pt idx="21094">
                  <c:v>0.82977777777777773</c:v>
                </c:pt>
                <c:pt idx="21095">
                  <c:v>0.82977777777777773</c:v>
                </c:pt>
                <c:pt idx="21096">
                  <c:v>0.82992592592592596</c:v>
                </c:pt>
                <c:pt idx="21097">
                  <c:v>0.82992592592592596</c:v>
                </c:pt>
                <c:pt idx="21098">
                  <c:v>0.82992592592592596</c:v>
                </c:pt>
                <c:pt idx="21099">
                  <c:v>0.82992592592592596</c:v>
                </c:pt>
                <c:pt idx="21100">
                  <c:v>0.82992592592592596</c:v>
                </c:pt>
                <c:pt idx="21101">
                  <c:v>0.83007407407407408</c:v>
                </c:pt>
                <c:pt idx="21102">
                  <c:v>0.83007407407407408</c:v>
                </c:pt>
                <c:pt idx="21103">
                  <c:v>0.83007407407407408</c:v>
                </c:pt>
                <c:pt idx="21104">
                  <c:v>0.83022222222222219</c:v>
                </c:pt>
                <c:pt idx="21105">
                  <c:v>0.83022222222222219</c:v>
                </c:pt>
                <c:pt idx="21106">
                  <c:v>0.83037037037037043</c:v>
                </c:pt>
                <c:pt idx="21107">
                  <c:v>0.83037037037037043</c:v>
                </c:pt>
                <c:pt idx="21108">
                  <c:v>0.83051851851851854</c:v>
                </c:pt>
                <c:pt idx="21109">
                  <c:v>0.83051851851851854</c:v>
                </c:pt>
                <c:pt idx="21110">
                  <c:v>0.83051851851851854</c:v>
                </c:pt>
                <c:pt idx="21111">
                  <c:v>0.83051851851851854</c:v>
                </c:pt>
                <c:pt idx="21112">
                  <c:v>0.83051851851851854</c:v>
                </c:pt>
                <c:pt idx="21113">
                  <c:v>0.83066666666666666</c:v>
                </c:pt>
                <c:pt idx="21114">
                  <c:v>0.83081481481481478</c:v>
                </c:pt>
                <c:pt idx="21115">
                  <c:v>0.83081481481481478</c:v>
                </c:pt>
                <c:pt idx="21116">
                  <c:v>0.83081481481481478</c:v>
                </c:pt>
                <c:pt idx="21117">
                  <c:v>0.83081481481481478</c:v>
                </c:pt>
                <c:pt idx="21118">
                  <c:v>0.83096296296296301</c:v>
                </c:pt>
                <c:pt idx="21119">
                  <c:v>0.83096296296296301</c:v>
                </c:pt>
                <c:pt idx="21120">
                  <c:v>0.83096296296296301</c:v>
                </c:pt>
                <c:pt idx="21121">
                  <c:v>0.83096296296296301</c:v>
                </c:pt>
                <c:pt idx="21122">
                  <c:v>0.83111111111111113</c:v>
                </c:pt>
                <c:pt idx="21123">
                  <c:v>0.83111111111111113</c:v>
                </c:pt>
                <c:pt idx="21124">
                  <c:v>0.83111111111111113</c:v>
                </c:pt>
                <c:pt idx="21125">
                  <c:v>0.83111111111111113</c:v>
                </c:pt>
                <c:pt idx="21126">
                  <c:v>0.83125925925925925</c:v>
                </c:pt>
                <c:pt idx="21127">
                  <c:v>0.83125925925925925</c:v>
                </c:pt>
                <c:pt idx="21128">
                  <c:v>0.83125925925925925</c:v>
                </c:pt>
                <c:pt idx="21129">
                  <c:v>0.83140740740740737</c:v>
                </c:pt>
                <c:pt idx="21130">
                  <c:v>0.83140740740740737</c:v>
                </c:pt>
                <c:pt idx="21131">
                  <c:v>0.8315555555555556</c:v>
                </c:pt>
                <c:pt idx="21132">
                  <c:v>0.8315555555555556</c:v>
                </c:pt>
                <c:pt idx="21133">
                  <c:v>0.83170370370370372</c:v>
                </c:pt>
                <c:pt idx="21134">
                  <c:v>0.83170370370370372</c:v>
                </c:pt>
                <c:pt idx="21135">
                  <c:v>0.83170370370370372</c:v>
                </c:pt>
                <c:pt idx="21136">
                  <c:v>0.83170370370370372</c:v>
                </c:pt>
                <c:pt idx="21137">
                  <c:v>0.83170370370370372</c:v>
                </c:pt>
                <c:pt idx="21138">
                  <c:v>0.83170370370370372</c:v>
                </c:pt>
                <c:pt idx="21139">
                  <c:v>0.83185185185185184</c:v>
                </c:pt>
                <c:pt idx="21140">
                  <c:v>0.83185185185185184</c:v>
                </c:pt>
                <c:pt idx="21141">
                  <c:v>0.83185185185185184</c:v>
                </c:pt>
                <c:pt idx="21142">
                  <c:v>0.83199999999999996</c:v>
                </c:pt>
                <c:pt idx="21143">
                  <c:v>0.83199999999999996</c:v>
                </c:pt>
                <c:pt idx="21144">
                  <c:v>0.83214814814814819</c:v>
                </c:pt>
                <c:pt idx="21145">
                  <c:v>0.83214814814814819</c:v>
                </c:pt>
                <c:pt idx="21146">
                  <c:v>0.83214814814814819</c:v>
                </c:pt>
                <c:pt idx="21147">
                  <c:v>0.83214814814814819</c:v>
                </c:pt>
                <c:pt idx="21148">
                  <c:v>0.83214814814814819</c:v>
                </c:pt>
                <c:pt idx="21149">
                  <c:v>0.83229629629629631</c:v>
                </c:pt>
                <c:pt idx="21150">
                  <c:v>0.83229629629629631</c:v>
                </c:pt>
                <c:pt idx="21151">
                  <c:v>0.83229629629629631</c:v>
                </c:pt>
                <c:pt idx="21152">
                  <c:v>0.83229629629629631</c:v>
                </c:pt>
                <c:pt idx="21153">
                  <c:v>0.83229629629629631</c:v>
                </c:pt>
                <c:pt idx="21154">
                  <c:v>0.83229629629629631</c:v>
                </c:pt>
                <c:pt idx="21155">
                  <c:v>0.83229629629629631</c:v>
                </c:pt>
                <c:pt idx="21156">
                  <c:v>0.83229629629629631</c:v>
                </c:pt>
                <c:pt idx="21157">
                  <c:v>0.83229629629629631</c:v>
                </c:pt>
                <c:pt idx="21158">
                  <c:v>0.83229629629629631</c:v>
                </c:pt>
                <c:pt idx="21159">
                  <c:v>0.83229629629629631</c:v>
                </c:pt>
                <c:pt idx="21160">
                  <c:v>0.83229629629629631</c:v>
                </c:pt>
                <c:pt idx="21161">
                  <c:v>0.83244444444444443</c:v>
                </c:pt>
                <c:pt idx="21162">
                  <c:v>0.83259259259259255</c:v>
                </c:pt>
                <c:pt idx="21163">
                  <c:v>0.83259259259259255</c:v>
                </c:pt>
                <c:pt idx="21164">
                  <c:v>0.83259259259259255</c:v>
                </c:pt>
                <c:pt idx="21165">
                  <c:v>0.83274074074074078</c:v>
                </c:pt>
                <c:pt idx="21166">
                  <c:v>0.8328888888888889</c:v>
                </c:pt>
                <c:pt idx="21167">
                  <c:v>0.8328888888888889</c:v>
                </c:pt>
                <c:pt idx="21168">
                  <c:v>0.8328888888888889</c:v>
                </c:pt>
                <c:pt idx="21169">
                  <c:v>0.8328888888888889</c:v>
                </c:pt>
                <c:pt idx="21170">
                  <c:v>0.8328888888888889</c:v>
                </c:pt>
                <c:pt idx="21171">
                  <c:v>0.8328888888888889</c:v>
                </c:pt>
                <c:pt idx="21172">
                  <c:v>0.8328888888888889</c:v>
                </c:pt>
                <c:pt idx="21173">
                  <c:v>0.83303703703703702</c:v>
                </c:pt>
                <c:pt idx="21174">
                  <c:v>0.83303703703703702</c:v>
                </c:pt>
                <c:pt idx="21175">
                  <c:v>0.83303703703703702</c:v>
                </c:pt>
                <c:pt idx="21176">
                  <c:v>0.83303703703703702</c:v>
                </c:pt>
                <c:pt idx="21177">
                  <c:v>0.83303703703703702</c:v>
                </c:pt>
                <c:pt idx="21178">
                  <c:v>0.83303703703703702</c:v>
                </c:pt>
                <c:pt idx="21179">
                  <c:v>0.83303703703703702</c:v>
                </c:pt>
                <c:pt idx="21180">
                  <c:v>0.83303703703703702</c:v>
                </c:pt>
                <c:pt idx="21181">
                  <c:v>0.83303703703703702</c:v>
                </c:pt>
                <c:pt idx="21182">
                  <c:v>0.83303703703703702</c:v>
                </c:pt>
                <c:pt idx="21183">
                  <c:v>0.83303703703703702</c:v>
                </c:pt>
                <c:pt idx="21184">
                  <c:v>0.83303703703703702</c:v>
                </c:pt>
                <c:pt idx="21185">
                  <c:v>0.83303703703703702</c:v>
                </c:pt>
                <c:pt idx="21186">
                  <c:v>0.83303703703703702</c:v>
                </c:pt>
                <c:pt idx="21187">
                  <c:v>0.83303703703703702</c:v>
                </c:pt>
                <c:pt idx="21188">
                  <c:v>0.83303703703703702</c:v>
                </c:pt>
                <c:pt idx="21189">
                  <c:v>0.83303703703703702</c:v>
                </c:pt>
                <c:pt idx="21190">
                  <c:v>0.83303703703703702</c:v>
                </c:pt>
                <c:pt idx="21191">
                  <c:v>0.83303703703703702</c:v>
                </c:pt>
                <c:pt idx="21192">
                  <c:v>0.83318518518518514</c:v>
                </c:pt>
                <c:pt idx="21193">
                  <c:v>0.83318518518518514</c:v>
                </c:pt>
                <c:pt idx="21194">
                  <c:v>0.83318518518518514</c:v>
                </c:pt>
                <c:pt idx="21195">
                  <c:v>0.83318518518518514</c:v>
                </c:pt>
                <c:pt idx="21196">
                  <c:v>0.83318518518518514</c:v>
                </c:pt>
                <c:pt idx="21197">
                  <c:v>0.83318518518518514</c:v>
                </c:pt>
                <c:pt idx="21198">
                  <c:v>0.83318518518518514</c:v>
                </c:pt>
                <c:pt idx="21199">
                  <c:v>0.83333333333333337</c:v>
                </c:pt>
                <c:pt idx="21200">
                  <c:v>0.83333333333333337</c:v>
                </c:pt>
                <c:pt idx="21201">
                  <c:v>0.83348148148148149</c:v>
                </c:pt>
                <c:pt idx="21202">
                  <c:v>0.83348148148148149</c:v>
                </c:pt>
                <c:pt idx="21203">
                  <c:v>0.83362962962962961</c:v>
                </c:pt>
                <c:pt idx="21204">
                  <c:v>0.83362962962962961</c:v>
                </c:pt>
                <c:pt idx="21205">
                  <c:v>0.83377777777777773</c:v>
                </c:pt>
                <c:pt idx="21206">
                  <c:v>0.83392592592592596</c:v>
                </c:pt>
                <c:pt idx="21207">
                  <c:v>0.83392592592592596</c:v>
                </c:pt>
                <c:pt idx="21208">
                  <c:v>0.83392592592592596</c:v>
                </c:pt>
                <c:pt idx="21209">
                  <c:v>0.83392592592592596</c:v>
                </c:pt>
                <c:pt idx="21210">
                  <c:v>0.83407407407407408</c:v>
                </c:pt>
                <c:pt idx="21211">
                  <c:v>0.8342222222222222</c:v>
                </c:pt>
                <c:pt idx="21212">
                  <c:v>0.8342222222222222</c:v>
                </c:pt>
                <c:pt idx="21213">
                  <c:v>0.8342222222222222</c:v>
                </c:pt>
                <c:pt idx="21214">
                  <c:v>0.8342222222222222</c:v>
                </c:pt>
                <c:pt idx="21215">
                  <c:v>0.8342222222222222</c:v>
                </c:pt>
                <c:pt idx="21216">
                  <c:v>0.8342222222222222</c:v>
                </c:pt>
                <c:pt idx="21217">
                  <c:v>0.83437037037037032</c:v>
                </c:pt>
                <c:pt idx="21218">
                  <c:v>0.83437037037037032</c:v>
                </c:pt>
                <c:pt idx="21219">
                  <c:v>0.83451851851851855</c:v>
                </c:pt>
                <c:pt idx="21220">
                  <c:v>0.83451851851851855</c:v>
                </c:pt>
                <c:pt idx="21221">
                  <c:v>0.83451851851851855</c:v>
                </c:pt>
                <c:pt idx="21222">
                  <c:v>0.83451851851851855</c:v>
                </c:pt>
                <c:pt idx="21223">
                  <c:v>0.83451851851851855</c:v>
                </c:pt>
                <c:pt idx="21224">
                  <c:v>0.83451851851851855</c:v>
                </c:pt>
                <c:pt idx="21225">
                  <c:v>0.83451851851851855</c:v>
                </c:pt>
                <c:pt idx="21226">
                  <c:v>0.83451851851851855</c:v>
                </c:pt>
                <c:pt idx="21227">
                  <c:v>0.83451851851851855</c:v>
                </c:pt>
                <c:pt idx="21228">
                  <c:v>0.83451851851851855</c:v>
                </c:pt>
                <c:pt idx="21229">
                  <c:v>0.83451851851851855</c:v>
                </c:pt>
                <c:pt idx="21230">
                  <c:v>0.83466666666666667</c:v>
                </c:pt>
                <c:pt idx="21231">
                  <c:v>0.83466666666666667</c:v>
                </c:pt>
                <c:pt idx="21232">
                  <c:v>0.83466666666666667</c:v>
                </c:pt>
                <c:pt idx="21233">
                  <c:v>0.83481481481481479</c:v>
                </c:pt>
                <c:pt idx="21234">
                  <c:v>0.83481481481481479</c:v>
                </c:pt>
                <c:pt idx="21235">
                  <c:v>0.83496296296296302</c:v>
                </c:pt>
                <c:pt idx="21236">
                  <c:v>0.83496296296296302</c:v>
                </c:pt>
                <c:pt idx="21237">
                  <c:v>0.83496296296296302</c:v>
                </c:pt>
                <c:pt idx="21238">
                  <c:v>0.83496296296296302</c:v>
                </c:pt>
                <c:pt idx="21239">
                  <c:v>0.83496296296296302</c:v>
                </c:pt>
                <c:pt idx="21240">
                  <c:v>0.83511111111111114</c:v>
                </c:pt>
                <c:pt idx="21241">
                  <c:v>0.83511111111111114</c:v>
                </c:pt>
                <c:pt idx="21242">
                  <c:v>0.83511111111111114</c:v>
                </c:pt>
                <c:pt idx="21243">
                  <c:v>0.83511111111111114</c:v>
                </c:pt>
                <c:pt idx="21244">
                  <c:v>0.83511111111111114</c:v>
                </c:pt>
                <c:pt idx="21245">
                  <c:v>0.83511111111111114</c:v>
                </c:pt>
                <c:pt idx="21246">
                  <c:v>0.83525925925925926</c:v>
                </c:pt>
                <c:pt idx="21247">
                  <c:v>0.83525925925925926</c:v>
                </c:pt>
                <c:pt idx="21248">
                  <c:v>0.83525925925925926</c:v>
                </c:pt>
                <c:pt idx="21249">
                  <c:v>0.83525925925925926</c:v>
                </c:pt>
                <c:pt idx="21250">
                  <c:v>0.83525925925925926</c:v>
                </c:pt>
                <c:pt idx="21251">
                  <c:v>0.83525925925925926</c:v>
                </c:pt>
                <c:pt idx="21252">
                  <c:v>0.83525925925925926</c:v>
                </c:pt>
                <c:pt idx="21253">
                  <c:v>0.83525925925925926</c:v>
                </c:pt>
                <c:pt idx="21254">
                  <c:v>0.83525925925925926</c:v>
                </c:pt>
                <c:pt idx="21255">
                  <c:v>0.83525925925925926</c:v>
                </c:pt>
                <c:pt idx="21256">
                  <c:v>0.83525925925925926</c:v>
                </c:pt>
                <c:pt idx="21257">
                  <c:v>0.83540740740740738</c:v>
                </c:pt>
                <c:pt idx="21258">
                  <c:v>0.83540740740740738</c:v>
                </c:pt>
                <c:pt idx="21259">
                  <c:v>0.83555555555555561</c:v>
                </c:pt>
                <c:pt idx="21260">
                  <c:v>0.83555555555555561</c:v>
                </c:pt>
                <c:pt idx="21261">
                  <c:v>0.83555555555555561</c:v>
                </c:pt>
                <c:pt idx="21262">
                  <c:v>0.83555555555555561</c:v>
                </c:pt>
                <c:pt idx="21263">
                  <c:v>0.83555555555555561</c:v>
                </c:pt>
                <c:pt idx="21264">
                  <c:v>0.83555555555555561</c:v>
                </c:pt>
                <c:pt idx="21265">
                  <c:v>0.83555555555555561</c:v>
                </c:pt>
                <c:pt idx="21266">
                  <c:v>0.83555555555555561</c:v>
                </c:pt>
                <c:pt idx="21267">
                  <c:v>0.83555555555555561</c:v>
                </c:pt>
                <c:pt idx="21268">
                  <c:v>0.83555555555555561</c:v>
                </c:pt>
                <c:pt idx="21269">
                  <c:v>0.83555555555555561</c:v>
                </c:pt>
                <c:pt idx="21270">
                  <c:v>0.83570370370370373</c:v>
                </c:pt>
                <c:pt idx="21271">
                  <c:v>0.83570370370370373</c:v>
                </c:pt>
                <c:pt idx="21272">
                  <c:v>0.83585185185185185</c:v>
                </c:pt>
                <c:pt idx="21273">
                  <c:v>0.83599999999999997</c:v>
                </c:pt>
                <c:pt idx="21274">
                  <c:v>0.83599999999999997</c:v>
                </c:pt>
                <c:pt idx="21275">
                  <c:v>0.83599999999999997</c:v>
                </c:pt>
                <c:pt idx="21276">
                  <c:v>0.83599999999999997</c:v>
                </c:pt>
                <c:pt idx="21277">
                  <c:v>0.83599999999999997</c:v>
                </c:pt>
                <c:pt idx="21278">
                  <c:v>0.8361481481481482</c:v>
                </c:pt>
                <c:pt idx="21279">
                  <c:v>0.8361481481481482</c:v>
                </c:pt>
                <c:pt idx="21280">
                  <c:v>0.8361481481481482</c:v>
                </c:pt>
                <c:pt idx="21281">
                  <c:v>0.8361481481481482</c:v>
                </c:pt>
                <c:pt idx="21282">
                  <c:v>0.8361481481481482</c:v>
                </c:pt>
                <c:pt idx="21283">
                  <c:v>0.8361481481481482</c:v>
                </c:pt>
                <c:pt idx="21284">
                  <c:v>0.8361481481481482</c:v>
                </c:pt>
                <c:pt idx="21285">
                  <c:v>0.8361481481481482</c:v>
                </c:pt>
                <c:pt idx="21286">
                  <c:v>0.83629629629629632</c:v>
                </c:pt>
                <c:pt idx="21287">
                  <c:v>0.83629629629629632</c:v>
                </c:pt>
                <c:pt idx="21288">
                  <c:v>0.83644444444444443</c:v>
                </c:pt>
                <c:pt idx="21289">
                  <c:v>0.83644444444444443</c:v>
                </c:pt>
                <c:pt idx="21290">
                  <c:v>0.83644444444444443</c:v>
                </c:pt>
                <c:pt idx="21291">
                  <c:v>0.83644444444444443</c:v>
                </c:pt>
                <c:pt idx="21292">
                  <c:v>0.83644444444444443</c:v>
                </c:pt>
                <c:pt idx="21293">
                  <c:v>0.83659259259259255</c:v>
                </c:pt>
                <c:pt idx="21294">
                  <c:v>0.83659259259259255</c:v>
                </c:pt>
                <c:pt idx="21295">
                  <c:v>0.83659259259259255</c:v>
                </c:pt>
                <c:pt idx="21296">
                  <c:v>0.83674074074074078</c:v>
                </c:pt>
                <c:pt idx="21297">
                  <c:v>0.83674074074074078</c:v>
                </c:pt>
                <c:pt idx="21298">
                  <c:v>0.83674074074074078</c:v>
                </c:pt>
                <c:pt idx="21299">
                  <c:v>0.83674074074074078</c:v>
                </c:pt>
                <c:pt idx="21300">
                  <c:v>0.83674074074074078</c:v>
                </c:pt>
                <c:pt idx="21301">
                  <c:v>0.83674074074074078</c:v>
                </c:pt>
                <c:pt idx="21302">
                  <c:v>0.83674074074074078</c:v>
                </c:pt>
                <c:pt idx="21303">
                  <c:v>0.8368888888888889</c:v>
                </c:pt>
                <c:pt idx="21304">
                  <c:v>0.8368888888888889</c:v>
                </c:pt>
                <c:pt idx="21305">
                  <c:v>0.8368888888888889</c:v>
                </c:pt>
                <c:pt idx="21306">
                  <c:v>0.8368888888888889</c:v>
                </c:pt>
                <c:pt idx="21307">
                  <c:v>0.8368888888888889</c:v>
                </c:pt>
                <c:pt idx="21308">
                  <c:v>0.83703703703703702</c:v>
                </c:pt>
                <c:pt idx="21309">
                  <c:v>0.83703703703703702</c:v>
                </c:pt>
                <c:pt idx="21310">
                  <c:v>0.83703703703703702</c:v>
                </c:pt>
                <c:pt idx="21311">
                  <c:v>0.83703703703703702</c:v>
                </c:pt>
                <c:pt idx="21312">
                  <c:v>0.83718518518518514</c:v>
                </c:pt>
                <c:pt idx="21313">
                  <c:v>0.83718518518518514</c:v>
                </c:pt>
                <c:pt idx="21314">
                  <c:v>0.83733333333333337</c:v>
                </c:pt>
                <c:pt idx="21315">
                  <c:v>0.83733333333333337</c:v>
                </c:pt>
                <c:pt idx="21316">
                  <c:v>0.83748148148148149</c:v>
                </c:pt>
                <c:pt idx="21317">
                  <c:v>0.83762962962962961</c:v>
                </c:pt>
                <c:pt idx="21318">
                  <c:v>0.83777777777777773</c:v>
                </c:pt>
                <c:pt idx="21319">
                  <c:v>0.83792592592592596</c:v>
                </c:pt>
                <c:pt idx="21320">
                  <c:v>0.83792592592592596</c:v>
                </c:pt>
                <c:pt idx="21321">
                  <c:v>0.83792592592592596</c:v>
                </c:pt>
                <c:pt idx="21322">
                  <c:v>0.83807407407407408</c:v>
                </c:pt>
                <c:pt idx="21323">
                  <c:v>0.83807407407407408</c:v>
                </c:pt>
                <c:pt idx="21324">
                  <c:v>0.83807407407407408</c:v>
                </c:pt>
                <c:pt idx="21325">
                  <c:v>0.83807407407407408</c:v>
                </c:pt>
                <c:pt idx="21326">
                  <c:v>0.83807407407407408</c:v>
                </c:pt>
                <c:pt idx="21327">
                  <c:v>0.83807407407407408</c:v>
                </c:pt>
                <c:pt idx="21328">
                  <c:v>0.8382222222222222</c:v>
                </c:pt>
                <c:pt idx="21329">
                  <c:v>0.8382222222222222</c:v>
                </c:pt>
                <c:pt idx="21330">
                  <c:v>0.8382222222222222</c:v>
                </c:pt>
                <c:pt idx="21331">
                  <c:v>0.8382222222222222</c:v>
                </c:pt>
                <c:pt idx="21332">
                  <c:v>0.83837037037037032</c:v>
                </c:pt>
                <c:pt idx="21333">
                  <c:v>0.83837037037037032</c:v>
                </c:pt>
                <c:pt idx="21334">
                  <c:v>0.83851851851851855</c:v>
                </c:pt>
                <c:pt idx="21335">
                  <c:v>0.83851851851851855</c:v>
                </c:pt>
                <c:pt idx="21336">
                  <c:v>0.83851851851851855</c:v>
                </c:pt>
                <c:pt idx="21337">
                  <c:v>0.83866666666666667</c:v>
                </c:pt>
                <c:pt idx="21338">
                  <c:v>0.83866666666666667</c:v>
                </c:pt>
                <c:pt idx="21339">
                  <c:v>0.83866666666666667</c:v>
                </c:pt>
                <c:pt idx="21340">
                  <c:v>0.83866666666666667</c:v>
                </c:pt>
                <c:pt idx="21341">
                  <c:v>0.83866666666666667</c:v>
                </c:pt>
                <c:pt idx="21342">
                  <c:v>0.83866666666666667</c:v>
                </c:pt>
                <c:pt idx="21343">
                  <c:v>0.83866666666666667</c:v>
                </c:pt>
                <c:pt idx="21344">
                  <c:v>0.83881481481481479</c:v>
                </c:pt>
                <c:pt idx="21345">
                  <c:v>0.83881481481481479</c:v>
                </c:pt>
                <c:pt idx="21346">
                  <c:v>0.83881481481481479</c:v>
                </c:pt>
                <c:pt idx="21347">
                  <c:v>0.83881481481481479</c:v>
                </c:pt>
                <c:pt idx="21348">
                  <c:v>0.83881481481481479</c:v>
                </c:pt>
                <c:pt idx="21349">
                  <c:v>0.83881481481481479</c:v>
                </c:pt>
                <c:pt idx="21350">
                  <c:v>0.83881481481481479</c:v>
                </c:pt>
                <c:pt idx="21351">
                  <c:v>0.83896296296296291</c:v>
                </c:pt>
                <c:pt idx="21352">
                  <c:v>0.83896296296296291</c:v>
                </c:pt>
                <c:pt idx="21353">
                  <c:v>0.83896296296296291</c:v>
                </c:pt>
                <c:pt idx="21354">
                  <c:v>0.83896296296296291</c:v>
                </c:pt>
                <c:pt idx="21355">
                  <c:v>0.83911111111111114</c:v>
                </c:pt>
                <c:pt idx="21356">
                  <c:v>0.83911111111111114</c:v>
                </c:pt>
                <c:pt idx="21357">
                  <c:v>0.83925925925925926</c:v>
                </c:pt>
                <c:pt idx="21358">
                  <c:v>0.83925925925925926</c:v>
                </c:pt>
                <c:pt idx="21359">
                  <c:v>0.83925925925925926</c:v>
                </c:pt>
                <c:pt idx="21360">
                  <c:v>0.83925925925925926</c:v>
                </c:pt>
                <c:pt idx="21361">
                  <c:v>0.83940740740740738</c:v>
                </c:pt>
                <c:pt idx="21362">
                  <c:v>0.83940740740740738</c:v>
                </c:pt>
                <c:pt idx="21363">
                  <c:v>0.83940740740740738</c:v>
                </c:pt>
                <c:pt idx="21364">
                  <c:v>0.83940740740740738</c:v>
                </c:pt>
                <c:pt idx="21365">
                  <c:v>0.83955555555555561</c:v>
                </c:pt>
                <c:pt idx="21366">
                  <c:v>0.83955555555555561</c:v>
                </c:pt>
                <c:pt idx="21367">
                  <c:v>0.83955555555555561</c:v>
                </c:pt>
                <c:pt idx="21368">
                  <c:v>0.83955555555555561</c:v>
                </c:pt>
                <c:pt idx="21369">
                  <c:v>0.83955555555555561</c:v>
                </c:pt>
                <c:pt idx="21370">
                  <c:v>0.83955555555555561</c:v>
                </c:pt>
                <c:pt idx="21371">
                  <c:v>0.83970370370370373</c:v>
                </c:pt>
                <c:pt idx="21372">
                  <c:v>0.83985185185185185</c:v>
                </c:pt>
                <c:pt idx="21373">
                  <c:v>0.83985185185185185</c:v>
                </c:pt>
                <c:pt idx="21374">
                  <c:v>0.84</c:v>
                </c:pt>
                <c:pt idx="21375">
                  <c:v>0.84</c:v>
                </c:pt>
                <c:pt idx="21376">
                  <c:v>0.8401481481481482</c:v>
                </c:pt>
                <c:pt idx="21377">
                  <c:v>0.8401481481481482</c:v>
                </c:pt>
                <c:pt idx="21378">
                  <c:v>0.8401481481481482</c:v>
                </c:pt>
                <c:pt idx="21379">
                  <c:v>0.84029629629629632</c:v>
                </c:pt>
                <c:pt idx="21380">
                  <c:v>0.84029629629629632</c:v>
                </c:pt>
                <c:pt idx="21381">
                  <c:v>0.84029629629629632</c:v>
                </c:pt>
                <c:pt idx="21382">
                  <c:v>0.84029629629629632</c:v>
                </c:pt>
                <c:pt idx="21383">
                  <c:v>0.84029629629629632</c:v>
                </c:pt>
                <c:pt idx="21384">
                  <c:v>0.84029629629629632</c:v>
                </c:pt>
                <c:pt idx="21385">
                  <c:v>0.84029629629629632</c:v>
                </c:pt>
                <c:pt idx="21386">
                  <c:v>0.84044444444444444</c:v>
                </c:pt>
                <c:pt idx="21387">
                  <c:v>0.84044444444444444</c:v>
                </c:pt>
                <c:pt idx="21388">
                  <c:v>0.84044444444444444</c:v>
                </c:pt>
                <c:pt idx="21389">
                  <c:v>0.84059259259259256</c:v>
                </c:pt>
                <c:pt idx="21390">
                  <c:v>0.84059259259259256</c:v>
                </c:pt>
                <c:pt idx="21391">
                  <c:v>0.84059259259259256</c:v>
                </c:pt>
                <c:pt idx="21392">
                  <c:v>0.84059259259259256</c:v>
                </c:pt>
                <c:pt idx="21393">
                  <c:v>0.84059259259259256</c:v>
                </c:pt>
                <c:pt idx="21394">
                  <c:v>0.84059259259259256</c:v>
                </c:pt>
                <c:pt idx="21395">
                  <c:v>0.84059259259259256</c:v>
                </c:pt>
                <c:pt idx="21396">
                  <c:v>0.84059259259259256</c:v>
                </c:pt>
                <c:pt idx="21397">
                  <c:v>0.84074074074074079</c:v>
                </c:pt>
                <c:pt idx="21398">
                  <c:v>0.84074074074074079</c:v>
                </c:pt>
                <c:pt idx="21399">
                  <c:v>0.84088888888888891</c:v>
                </c:pt>
                <c:pt idx="21400">
                  <c:v>0.84088888888888891</c:v>
                </c:pt>
                <c:pt idx="21401">
                  <c:v>0.84088888888888891</c:v>
                </c:pt>
                <c:pt idx="21402">
                  <c:v>0.84088888888888891</c:v>
                </c:pt>
                <c:pt idx="21403">
                  <c:v>0.84088888888888891</c:v>
                </c:pt>
                <c:pt idx="21404">
                  <c:v>0.84088888888888891</c:v>
                </c:pt>
                <c:pt idx="21405">
                  <c:v>0.84088888888888891</c:v>
                </c:pt>
                <c:pt idx="21406">
                  <c:v>0.84103703703703703</c:v>
                </c:pt>
                <c:pt idx="21407">
                  <c:v>0.84103703703703703</c:v>
                </c:pt>
                <c:pt idx="21408">
                  <c:v>0.84118518518518515</c:v>
                </c:pt>
                <c:pt idx="21409">
                  <c:v>0.84133333333333338</c:v>
                </c:pt>
                <c:pt idx="21410">
                  <c:v>0.84133333333333338</c:v>
                </c:pt>
                <c:pt idx="21411">
                  <c:v>0.8414814814814815</c:v>
                </c:pt>
                <c:pt idx="21412">
                  <c:v>0.8414814814814815</c:v>
                </c:pt>
                <c:pt idx="21413">
                  <c:v>0.8414814814814815</c:v>
                </c:pt>
                <c:pt idx="21414">
                  <c:v>0.8414814814814815</c:v>
                </c:pt>
                <c:pt idx="21415">
                  <c:v>0.8414814814814815</c:v>
                </c:pt>
                <c:pt idx="21416">
                  <c:v>0.84162962962962962</c:v>
                </c:pt>
                <c:pt idx="21417">
                  <c:v>0.84162962962962962</c:v>
                </c:pt>
                <c:pt idx="21418">
                  <c:v>0.84162962962962962</c:v>
                </c:pt>
                <c:pt idx="21419">
                  <c:v>0.84162962962962962</c:v>
                </c:pt>
                <c:pt idx="21420">
                  <c:v>0.84162962962962962</c:v>
                </c:pt>
                <c:pt idx="21421">
                  <c:v>0.84162962962962962</c:v>
                </c:pt>
                <c:pt idx="21422">
                  <c:v>0.84177777777777774</c:v>
                </c:pt>
                <c:pt idx="21423">
                  <c:v>0.84177777777777774</c:v>
                </c:pt>
                <c:pt idx="21424">
                  <c:v>0.84177777777777774</c:v>
                </c:pt>
                <c:pt idx="21425">
                  <c:v>0.84177777777777774</c:v>
                </c:pt>
                <c:pt idx="21426">
                  <c:v>0.84177777777777774</c:v>
                </c:pt>
                <c:pt idx="21427">
                  <c:v>0.84177777777777774</c:v>
                </c:pt>
                <c:pt idx="21428">
                  <c:v>0.84177777777777774</c:v>
                </c:pt>
                <c:pt idx="21429">
                  <c:v>0.84177777777777774</c:v>
                </c:pt>
                <c:pt idx="21430">
                  <c:v>0.84192592592592597</c:v>
                </c:pt>
                <c:pt idx="21431">
                  <c:v>0.84207407407407409</c:v>
                </c:pt>
                <c:pt idx="21432">
                  <c:v>0.84222222222222221</c:v>
                </c:pt>
                <c:pt idx="21433">
                  <c:v>0.84222222222222221</c:v>
                </c:pt>
                <c:pt idx="21434">
                  <c:v>0.84222222222222221</c:v>
                </c:pt>
                <c:pt idx="21435">
                  <c:v>0.84222222222222221</c:v>
                </c:pt>
                <c:pt idx="21436">
                  <c:v>0.84222222222222221</c:v>
                </c:pt>
                <c:pt idx="21437">
                  <c:v>0.84237037037037032</c:v>
                </c:pt>
                <c:pt idx="21438">
                  <c:v>0.84237037037037032</c:v>
                </c:pt>
                <c:pt idx="21439">
                  <c:v>0.84237037037037032</c:v>
                </c:pt>
                <c:pt idx="21440">
                  <c:v>0.84237037037037032</c:v>
                </c:pt>
                <c:pt idx="21441">
                  <c:v>0.84237037037037032</c:v>
                </c:pt>
                <c:pt idx="21442">
                  <c:v>0.84237037037037032</c:v>
                </c:pt>
                <c:pt idx="21443">
                  <c:v>0.84237037037037032</c:v>
                </c:pt>
                <c:pt idx="21444">
                  <c:v>0.84237037037037032</c:v>
                </c:pt>
                <c:pt idx="21445">
                  <c:v>0.84251851851851856</c:v>
                </c:pt>
                <c:pt idx="21446">
                  <c:v>0.84251851851851856</c:v>
                </c:pt>
                <c:pt idx="21447">
                  <c:v>0.84251851851851856</c:v>
                </c:pt>
                <c:pt idx="21448">
                  <c:v>0.84251851851851856</c:v>
                </c:pt>
                <c:pt idx="21449">
                  <c:v>0.84251851851851856</c:v>
                </c:pt>
                <c:pt idx="21450">
                  <c:v>0.84251851851851856</c:v>
                </c:pt>
                <c:pt idx="21451">
                  <c:v>0.84266666666666667</c:v>
                </c:pt>
                <c:pt idx="21452">
                  <c:v>0.84281481481481479</c:v>
                </c:pt>
                <c:pt idx="21453">
                  <c:v>0.84281481481481479</c:v>
                </c:pt>
                <c:pt idx="21454">
                  <c:v>0.84296296296296291</c:v>
                </c:pt>
                <c:pt idx="21455">
                  <c:v>0.84296296296296291</c:v>
                </c:pt>
                <c:pt idx="21456">
                  <c:v>0.84311111111111114</c:v>
                </c:pt>
                <c:pt idx="21457">
                  <c:v>0.84311111111111114</c:v>
                </c:pt>
                <c:pt idx="21458">
                  <c:v>0.84311111111111114</c:v>
                </c:pt>
                <c:pt idx="21459">
                  <c:v>0.84311111111111114</c:v>
                </c:pt>
                <c:pt idx="21460">
                  <c:v>0.84311111111111114</c:v>
                </c:pt>
                <c:pt idx="21461">
                  <c:v>0.84325925925925926</c:v>
                </c:pt>
                <c:pt idx="21462">
                  <c:v>0.84325925925925926</c:v>
                </c:pt>
                <c:pt idx="21463">
                  <c:v>0.84325925925925926</c:v>
                </c:pt>
                <c:pt idx="21464">
                  <c:v>0.84325925925925926</c:v>
                </c:pt>
                <c:pt idx="21465">
                  <c:v>0.84325925925925926</c:v>
                </c:pt>
                <c:pt idx="21466">
                  <c:v>0.84325925925925926</c:v>
                </c:pt>
                <c:pt idx="21467">
                  <c:v>0.84340740740740738</c:v>
                </c:pt>
                <c:pt idx="21468">
                  <c:v>0.84340740740740738</c:v>
                </c:pt>
                <c:pt idx="21469">
                  <c:v>0.84340740740740738</c:v>
                </c:pt>
                <c:pt idx="21470">
                  <c:v>0.84340740740740738</c:v>
                </c:pt>
                <c:pt idx="21471">
                  <c:v>0.84340740740740738</c:v>
                </c:pt>
                <c:pt idx="21472">
                  <c:v>0.84340740740740738</c:v>
                </c:pt>
                <c:pt idx="21473">
                  <c:v>0.84340740740740738</c:v>
                </c:pt>
                <c:pt idx="21474">
                  <c:v>0.84340740740740738</c:v>
                </c:pt>
                <c:pt idx="21475">
                  <c:v>0.84340740740740738</c:v>
                </c:pt>
                <c:pt idx="21476">
                  <c:v>0.84340740740740738</c:v>
                </c:pt>
                <c:pt idx="21477">
                  <c:v>0.84340740740740738</c:v>
                </c:pt>
                <c:pt idx="21478">
                  <c:v>0.84340740740740738</c:v>
                </c:pt>
                <c:pt idx="21479">
                  <c:v>0.84340740740740738</c:v>
                </c:pt>
                <c:pt idx="21480">
                  <c:v>0.84340740740740738</c:v>
                </c:pt>
                <c:pt idx="21481">
                  <c:v>0.8435555555555555</c:v>
                </c:pt>
                <c:pt idx="21482">
                  <c:v>0.8435555555555555</c:v>
                </c:pt>
                <c:pt idx="21483">
                  <c:v>0.8435555555555555</c:v>
                </c:pt>
                <c:pt idx="21484">
                  <c:v>0.8435555555555555</c:v>
                </c:pt>
                <c:pt idx="21485">
                  <c:v>0.8435555555555555</c:v>
                </c:pt>
                <c:pt idx="21486">
                  <c:v>0.84370370370370373</c:v>
                </c:pt>
                <c:pt idx="21487">
                  <c:v>0.84370370370370373</c:v>
                </c:pt>
                <c:pt idx="21488">
                  <c:v>0.84370370370370373</c:v>
                </c:pt>
                <c:pt idx="21489">
                  <c:v>0.84370370370370373</c:v>
                </c:pt>
                <c:pt idx="21490">
                  <c:v>0.84370370370370373</c:v>
                </c:pt>
                <c:pt idx="21491">
                  <c:v>0.84385185185185185</c:v>
                </c:pt>
                <c:pt idx="21492">
                  <c:v>0.84399999999999997</c:v>
                </c:pt>
                <c:pt idx="21493">
                  <c:v>0.84399999999999997</c:v>
                </c:pt>
                <c:pt idx="21494">
                  <c:v>0.84399999999999997</c:v>
                </c:pt>
                <c:pt idx="21495">
                  <c:v>0.8441481481481482</c:v>
                </c:pt>
                <c:pt idx="21496">
                  <c:v>0.84429629629629632</c:v>
                </c:pt>
                <c:pt idx="21497">
                  <c:v>0.84429629629629632</c:v>
                </c:pt>
                <c:pt idx="21498">
                  <c:v>0.84429629629629632</c:v>
                </c:pt>
                <c:pt idx="21499">
                  <c:v>0.84429629629629632</c:v>
                </c:pt>
                <c:pt idx="21500">
                  <c:v>0.84429629629629632</c:v>
                </c:pt>
                <c:pt idx="21501">
                  <c:v>0.84444444444444444</c:v>
                </c:pt>
                <c:pt idx="21502">
                  <c:v>0.84444444444444444</c:v>
                </c:pt>
                <c:pt idx="21503">
                  <c:v>0.84444444444444444</c:v>
                </c:pt>
                <c:pt idx="21504">
                  <c:v>0.84444444444444444</c:v>
                </c:pt>
                <c:pt idx="21505">
                  <c:v>0.84444444444444444</c:v>
                </c:pt>
                <c:pt idx="21506">
                  <c:v>0.84444444444444444</c:v>
                </c:pt>
                <c:pt idx="21507">
                  <c:v>0.84444444444444444</c:v>
                </c:pt>
                <c:pt idx="21508">
                  <c:v>0.84444444444444444</c:v>
                </c:pt>
                <c:pt idx="21509">
                  <c:v>0.84459259259259256</c:v>
                </c:pt>
                <c:pt idx="21510">
                  <c:v>0.84459259259259256</c:v>
                </c:pt>
                <c:pt idx="21511">
                  <c:v>0.84459259259259256</c:v>
                </c:pt>
                <c:pt idx="21512">
                  <c:v>0.84459259259259256</c:v>
                </c:pt>
                <c:pt idx="21513">
                  <c:v>0.84459259259259256</c:v>
                </c:pt>
                <c:pt idx="21514">
                  <c:v>0.84459259259259256</c:v>
                </c:pt>
                <c:pt idx="21515">
                  <c:v>0.84459259259259256</c:v>
                </c:pt>
                <c:pt idx="21516">
                  <c:v>0.84459259259259256</c:v>
                </c:pt>
                <c:pt idx="21517">
                  <c:v>0.84459259259259256</c:v>
                </c:pt>
                <c:pt idx="21518">
                  <c:v>0.84459259259259256</c:v>
                </c:pt>
                <c:pt idx="21519">
                  <c:v>0.84474074074074079</c:v>
                </c:pt>
                <c:pt idx="21520">
                  <c:v>0.84474074074074079</c:v>
                </c:pt>
                <c:pt idx="21521">
                  <c:v>0.84474074074074079</c:v>
                </c:pt>
                <c:pt idx="21522">
                  <c:v>0.84474074074074079</c:v>
                </c:pt>
                <c:pt idx="21523">
                  <c:v>0.84474074074074079</c:v>
                </c:pt>
                <c:pt idx="21524">
                  <c:v>0.84474074074074079</c:v>
                </c:pt>
                <c:pt idx="21525">
                  <c:v>0.84474074074074079</c:v>
                </c:pt>
                <c:pt idx="21526">
                  <c:v>0.84474074074074079</c:v>
                </c:pt>
                <c:pt idx="21527">
                  <c:v>0.84474074074074079</c:v>
                </c:pt>
                <c:pt idx="21528">
                  <c:v>0.84474074074074079</c:v>
                </c:pt>
                <c:pt idx="21529">
                  <c:v>0.84488888888888891</c:v>
                </c:pt>
                <c:pt idx="21530">
                  <c:v>0.84488888888888891</c:v>
                </c:pt>
                <c:pt idx="21531">
                  <c:v>0.84503703703703703</c:v>
                </c:pt>
                <c:pt idx="21532">
                  <c:v>0.84503703703703703</c:v>
                </c:pt>
                <c:pt idx="21533">
                  <c:v>0.84503703703703703</c:v>
                </c:pt>
                <c:pt idx="21534">
                  <c:v>0.84503703703703703</c:v>
                </c:pt>
                <c:pt idx="21535">
                  <c:v>0.84503703703703703</c:v>
                </c:pt>
                <c:pt idx="21536">
                  <c:v>0.84503703703703703</c:v>
                </c:pt>
                <c:pt idx="21537">
                  <c:v>0.84518518518518515</c:v>
                </c:pt>
                <c:pt idx="21538">
                  <c:v>0.84518518518518515</c:v>
                </c:pt>
                <c:pt idx="21539">
                  <c:v>0.84533333333333338</c:v>
                </c:pt>
                <c:pt idx="21540">
                  <c:v>0.84533333333333338</c:v>
                </c:pt>
                <c:pt idx="21541">
                  <c:v>0.84533333333333338</c:v>
                </c:pt>
                <c:pt idx="21542">
                  <c:v>0.84533333333333338</c:v>
                </c:pt>
                <c:pt idx="21543">
                  <c:v>0.84533333333333338</c:v>
                </c:pt>
                <c:pt idx="21544">
                  <c:v>0.84533333333333338</c:v>
                </c:pt>
                <c:pt idx="21545">
                  <c:v>0.84533333333333338</c:v>
                </c:pt>
                <c:pt idx="21546">
                  <c:v>0.8454814814814815</c:v>
                </c:pt>
                <c:pt idx="21547">
                  <c:v>0.8454814814814815</c:v>
                </c:pt>
                <c:pt idx="21548">
                  <c:v>0.8454814814814815</c:v>
                </c:pt>
                <c:pt idx="21549">
                  <c:v>0.84562962962962962</c:v>
                </c:pt>
                <c:pt idx="21550">
                  <c:v>0.84562962962962962</c:v>
                </c:pt>
                <c:pt idx="21551">
                  <c:v>0.84562962962962962</c:v>
                </c:pt>
                <c:pt idx="21552">
                  <c:v>0.84562962962962962</c:v>
                </c:pt>
                <c:pt idx="21553">
                  <c:v>0.84577777777777774</c:v>
                </c:pt>
                <c:pt idx="21554">
                  <c:v>0.84577777777777774</c:v>
                </c:pt>
                <c:pt idx="21555">
                  <c:v>0.84577777777777774</c:v>
                </c:pt>
                <c:pt idx="21556">
                  <c:v>0.84577777777777774</c:v>
                </c:pt>
                <c:pt idx="21557">
                  <c:v>0.84577777777777774</c:v>
                </c:pt>
                <c:pt idx="21558">
                  <c:v>0.84577777777777774</c:v>
                </c:pt>
                <c:pt idx="21559">
                  <c:v>0.84577777777777774</c:v>
                </c:pt>
                <c:pt idx="21560">
                  <c:v>0.84592592592592597</c:v>
                </c:pt>
                <c:pt idx="21561">
                  <c:v>0.84592592592592597</c:v>
                </c:pt>
                <c:pt idx="21562">
                  <c:v>0.84592592592592597</c:v>
                </c:pt>
                <c:pt idx="21563">
                  <c:v>0.84592592592592597</c:v>
                </c:pt>
                <c:pt idx="21564">
                  <c:v>0.84592592592592597</c:v>
                </c:pt>
                <c:pt idx="21565">
                  <c:v>0.84592592592592597</c:v>
                </c:pt>
                <c:pt idx="21566">
                  <c:v>0.84607407407407409</c:v>
                </c:pt>
                <c:pt idx="21567">
                  <c:v>0.84607407407407409</c:v>
                </c:pt>
                <c:pt idx="21568">
                  <c:v>0.84622222222222221</c:v>
                </c:pt>
                <c:pt idx="21569">
                  <c:v>0.84622222222222221</c:v>
                </c:pt>
                <c:pt idx="21570">
                  <c:v>0.84622222222222221</c:v>
                </c:pt>
                <c:pt idx="21571">
                  <c:v>0.84637037037037033</c:v>
                </c:pt>
                <c:pt idx="21572">
                  <c:v>0.84637037037037033</c:v>
                </c:pt>
                <c:pt idx="21573">
                  <c:v>0.84637037037037033</c:v>
                </c:pt>
                <c:pt idx="21574">
                  <c:v>0.84637037037037033</c:v>
                </c:pt>
                <c:pt idx="21575">
                  <c:v>0.84637037037037033</c:v>
                </c:pt>
                <c:pt idx="21576">
                  <c:v>0.84637037037037033</c:v>
                </c:pt>
                <c:pt idx="21577">
                  <c:v>0.84637037037037033</c:v>
                </c:pt>
                <c:pt idx="21578">
                  <c:v>0.84651851851851856</c:v>
                </c:pt>
                <c:pt idx="21579">
                  <c:v>0.84651851851851856</c:v>
                </c:pt>
                <c:pt idx="21580">
                  <c:v>0.84651851851851856</c:v>
                </c:pt>
                <c:pt idx="21581">
                  <c:v>0.84651851851851856</c:v>
                </c:pt>
                <c:pt idx="21582">
                  <c:v>0.84651851851851856</c:v>
                </c:pt>
                <c:pt idx="21583">
                  <c:v>0.84651851851851856</c:v>
                </c:pt>
                <c:pt idx="21584">
                  <c:v>0.84651851851851856</c:v>
                </c:pt>
                <c:pt idx="21585">
                  <c:v>0.84651851851851856</c:v>
                </c:pt>
                <c:pt idx="21586">
                  <c:v>0.84651851851851856</c:v>
                </c:pt>
                <c:pt idx="21587">
                  <c:v>0.84651851851851856</c:v>
                </c:pt>
                <c:pt idx="21588">
                  <c:v>0.84666666666666668</c:v>
                </c:pt>
                <c:pt idx="21589">
                  <c:v>0.84666666666666668</c:v>
                </c:pt>
                <c:pt idx="21590">
                  <c:v>0.84666666666666668</c:v>
                </c:pt>
                <c:pt idx="21591">
                  <c:v>0.84666666666666668</c:v>
                </c:pt>
                <c:pt idx="21592">
                  <c:v>0.84666666666666668</c:v>
                </c:pt>
                <c:pt idx="21593">
                  <c:v>0.84666666666666668</c:v>
                </c:pt>
                <c:pt idx="21594">
                  <c:v>0.84666666666666668</c:v>
                </c:pt>
                <c:pt idx="21595">
                  <c:v>0.8468148148148148</c:v>
                </c:pt>
                <c:pt idx="21596">
                  <c:v>0.84696296296296292</c:v>
                </c:pt>
                <c:pt idx="21597">
                  <c:v>0.84696296296296292</c:v>
                </c:pt>
                <c:pt idx="21598">
                  <c:v>0.84711111111111115</c:v>
                </c:pt>
                <c:pt idx="21599">
                  <c:v>0.84711111111111115</c:v>
                </c:pt>
                <c:pt idx="21600">
                  <c:v>0.84711111111111115</c:v>
                </c:pt>
                <c:pt idx="21601">
                  <c:v>0.84725925925925927</c:v>
                </c:pt>
                <c:pt idx="21602">
                  <c:v>0.84725925925925927</c:v>
                </c:pt>
                <c:pt idx="21603">
                  <c:v>0.84725925925925927</c:v>
                </c:pt>
                <c:pt idx="21604">
                  <c:v>0.84725925925925927</c:v>
                </c:pt>
                <c:pt idx="21605">
                  <c:v>0.84740740740740739</c:v>
                </c:pt>
                <c:pt idx="21606">
                  <c:v>0.84740740740740739</c:v>
                </c:pt>
                <c:pt idx="21607">
                  <c:v>0.84740740740740739</c:v>
                </c:pt>
                <c:pt idx="21608">
                  <c:v>0.84740740740740739</c:v>
                </c:pt>
                <c:pt idx="21609">
                  <c:v>0.84740740740740739</c:v>
                </c:pt>
                <c:pt idx="21610">
                  <c:v>0.84755555555555551</c:v>
                </c:pt>
                <c:pt idx="21611">
                  <c:v>0.84770370370370374</c:v>
                </c:pt>
                <c:pt idx="21612">
                  <c:v>0.84770370370370374</c:v>
                </c:pt>
                <c:pt idx="21613">
                  <c:v>0.84785185185185186</c:v>
                </c:pt>
                <c:pt idx="21614">
                  <c:v>0.84785185185185186</c:v>
                </c:pt>
                <c:pt idx="21615">
                  <c:v>0.84785185185185186</c:v>
                </c:pt>
                <c:pt idx="21616">
                  <c:v>0.84785185185185186</c:v>
                </c:pt>
                <c:pt idx="21617">
                  <c:v>0.84785185185185186</c:v>
                </c:pt>
                <c:pt idx="21618">
                  <c:v>0.84799999999999998</c:v>
                </c:pt>
                <c:pt idx="21619">
                  <c:v>0.84799999999999998</c:v>
                </c:pt>
                <c:pt idx="21620">
                  <c:v>0.8481481481481481</c:v>
                </c:pt>
                <c:pt idx="21621">
                  <c:v>0.8481481481481481</c:v>
                </c:pt>
                <c:pt idx="21622">
                  <c:v>0.8481481481481481</c:v>
                </c:pt>
                <c:pt idx="21623">
                  <c:v>0.8481481481481481</c:v>
                </c:pt>
                <c:pt idx="21624">
                  <c:v>0.84829629629629633</c:v>
                </c:pt>
                <c:pt idx="21625">
                  <c:v>0.84829629629629633</c:v>
                </c:pt>
                <c:pt idx="21626">
                  <c:v>0.84844444444444445</c:v>
                </c:pt>
                <c:pt idx="21627">
                  <c:v>0.84844444444444445</c:v>
                </c:pt>
                <c:pt idx="21628">
                  <c:v>0.84844444444444445</c:v>
                </c:pt>
                <c:pt idx="21629">
                  <c:v>0.84844444444444445</c:v>
                </c:pt>
                <c:pt idx="21630">
                  <c:v>0.84844444444444445</c:v>
                </c:pt>
                <c:pt idx="21631">
                  <c:v>0.84844444444444445</c:v>
                </c:pt>
                <c:pt idx="21632">
                  <c:v>0.84844444444444445</c:v>
                </c:pt>
                <c:pt idx="21633">
                  <c:v>0.84859259259259257</c:v>
                </c:pt>
                <c:pt idx="21634">
                  <c:v>0.84859259259259257</c:v>
                </c:pt>
                <c:pt idx="21635">
                  <c:v>0.84859259259259257</c:v>
                </c:pt>
                <c:pt idx="21636">
                  <c:v>0.84859259259259257</c:v>
                </c:pt>
                <c:pt idx="21637">
                  <c:v>0.84859259259259257</c:v>
                </c:pt>
                <c:pt idx="21638">
                  <c:v>0.8487407407407408</c:v>
                </c:pt>
                <c:pt idx="21639">
                  <c:v>0.84888888888888892</c:v>
                </c:pt>
                <c:pt idx="21640">
                  <c:v>0.84903703703703703</c:v>
                </c:pt>
                <c:pt idx="21641">
                  <c:v>0.84903703703703703</c:v>
                </c:pt>
                <c:pt idx="21642">
                  <c:v>0.84918518518518515</c:v>
                </c:pt>
                <c:pt idx="21643">
                  <c:v>0.84933333333333338</c:v>
                </c:pt>
                <c:pt idx="21644">
                  <c:v>0.84933333333333338</c:v>
                </c:pt>
                <c:pt idx="21645">
                  <c:v>0.8494814814814815</c:v>
                </c:pt>
                <c:pt idx="21646">
                  <c:v>0.8494814814814815</c:v>
                </c:pt>
                <c:pt idx="21647">
                  <c:v>0.8494814814814815</c:v>
                </c:pt>
                <c:pt idx="21648">
                  <c:v>0.8494814814814815</c:v>
                </c:pt>
                <c:pt idx="21649">
                  <c:v>0.8494814814814815</c:v>
                </c:pt>
                <c:pt idx="21650">
                  <c:v>0.8494814814814815</c:v>
                </c:pt>
                <c:pt idx="21651">
                  <c:v>0.8494814814814815</c:v>
                </c:pt>
                <c:pt idx="21652">
                  <c:v>0.8494814814814815</c:v>
                </c:pt>
                <c:pt idx="21653">
                  <c:v>0.8494814814814815</c:v>
                </c:pt>
                <c:pt idx="21654">
                  <c:v>0.8494814814814815</c:v>
                </c:pt>
                <c:pt idx="21655">
                  <c:v>0.8494814814814815</c:v>
                </c:pt>
                <c:pt idx="21656">
                  <c:v>0.84962962962962962</c:v>
                </c:pt>
                <c:pt idx="21657">
                  <c:v>0.84977777777777774</c:v>
                </c:pt>
                <c:pt idx="21658">
                  <c:v>0.84977777777777774</c:v>
                </c:pt>
                <c:pt idx="21659">
                  <c:v>0.84977777777777774</c:v>
                </c:pt>
                <c:pt idx="21660">
                  <c:v>0.84977777777777774</c:v>
                </c:pt>
                <c:pt idx="21661">
                  <c:v>0.84977777777777774</c:v>
                </c:pt>
                <c:pt idx="21662">
                  <c:v>0.84977777777777774</c:v>
                </c:pt>
                <c:pt idx="21663">
                  <c:v>0.84977777777777774</c:v>
                </c:pt>
                <c:pt idx="21664">
                  <c:v>0.84992592592592597</c:v>
                </c:pt>
                <c:pt idx="21665">
                  <c:v>0.84992592592592597</c:v>
                </c:pt>
                <c:pt idx="21666">
                  <c:v>0.84992592592592597</c:v>
                </c:pt>
                <c:pt idx="21667">
                  <c:v>0.84992592592592597</c:v>
                </c:pt>
                <c:pt idx="21668">
                  <c:v>0.84992592592592597</c:v>
                </c:pt>
                <c:pt idx="21669">
                  <c:v>0.85007407407407409</c:v>
                </c:pt>
                <c:pt idx="21670">
                  <c:v>0.85007407407407409</c:v>
                </c:pt>
                <c:pt idx="21671">
                  <c:v>0.85007407407407409</c:v>
                </c:pt>
                <c:pt idx="21672">
                  <c:v>0.85007407407407409</c:v>
                </c:pt>
                <c:pt idx="21673">
                  <c:v>0.85007407407407409</c:v>
                </c:pt>
                <c:pt idx="21674">
                  <c:v>0.85007407407407409</c:v>
                </c:pt>
                <c:pt idx="21675">
                  <c:v>0.85022222222222221</c:v>
                </c:pt>
                <c:pt idx="21676">
                  <c:v>0.85022222222222221</c:v>
                </c:pt>
                <c:pt idx="21677">
                  <c:v>0.85022222222222221</c:v>
                </c:pt>
                <c:pt idx="21678">
                  <c:v>0.85022222222222221</c:v>
                </c:pt>
                <c:pt idx="21679">
                  <c:v>0.85037037037037033</c:v>
                </c:pt>
                <c:pt idx="21680">
                  <c:v>0.85037037037037033</c:v>
                </c:pt>
                <c:pt idx="21681">
                  <c:v>0.85037037037037033</c:v>
                </c:pt>
                <c:pt idx="21682">
                  <c:v>0.85037037037037033</c:v>
                </c:pt>
                <c:pt idx="21683">
                  <c:v>0.85037037037037033</c:v>
                </c:pt>
                <c:pt idx="21684">
                  <c:v>0.85051851851851856</c:v>
                </c:pt>
                <c:pt idx="21685">
                  <c:v>0.85051851851851856</c:v>
                </c:pt>
                <c:pt idx="21686">
                  <c:v>0.85051851851851856</c:v>
                </c:pt>
                <c:pt idx="21687">
                  <c:v>0.85051851851851856</c:v>
                </c:pt>
                <c:pt idx="21688">
                  <c:v>0.85051851851851856</c:v>
                </c:pt>
                <c:pt idx="21689">
                  <c:v>0.85051851851851856</c:v>
                </c:pt>
                <c:pt idx="21690">
                  <c:v>0.85051851851851856</c:v>
                </c:pt>
                <c:pt idx="21691">
                  <c:v>0.85051851851851856</c:v>
                </c:pt>
                <c:pt idx="21692">
                  <c:v>0.85051851851851856</c:v>
                </c:pt>
                <c:pt idx="21693">
                  <c:v>0.85051851851851856</c:v>
                </c:pt>
                <c:pt idx="21694">
                  <c:v>0.85066666666666668</c:v>
                </c:pt>
                <c:pt idx="21695">
                  <c:v>0.85066666666666668</c:v>
                </c:pt>
                <c:pt idx="21696">
                  <c:v>0.85066666666666668</c:v>
                </c:pt>
                <c:pt idx="21697">
                  <c:v>0.85066666666666668</c:v>
                </c:pt>
                <c:pt idx="21698">
                  <c:v>0.8508148148148148</c:v>
                </c:pt>
                <c:pt idx="21699">
                  <c:v>0.8508148148148148</c:v>
                </c:pt>
                <c:pt idx="21700">
                  <c:v>0.8508148148148148</c:v>
                </c:pt>
                <c:pt idx="21701">
                  <c:v>0.85096296296296292</c:v>
                </c:pt>
                <c:pt idx="21702">
                  <c:v>0.85096296296296292</c:v>
                </c:pt>
                <c:pt idx="21703">
                  <c:v>0.85096296296296292</c:v>
                </c:pt>
                <c:pt idx="21704">
                  <c:v>0.85096296296296292</c:v>
                </c:pt>
                <c:pt idx="21705">
                  <c:v>0.85111111111111115</c:v>
                </c:pt>
                <c:pt idx="21706">
                  <c:v>0.85125925925925927</c:v>
                </c:pt>
                <c:pt idx="21707">
                  <c:v>0.85125925925925927</c:v>
                </c:pt>
                <c:pt idx="21708">
                  <c:v>0.85140740740740739</c:v>
                </c:pt>
                <c:pt idx="21709">
                  <c:v>0.85140740740740739</c:v>
                </c:pt>
                <c:pt idx="21710">
                  <c:v>0.85140740740740739</c:v>
                </c:pt>
                <c:pt idx="21711">
                  <c:v>0.85140740740740739</c:v>
                </c:pt>
                <c:pt idx="21712">
                  <c:v>0.85140740740740739</c:v>
                </c:pt>
                <c:pt idx="21713">
                  <c:v>0.85140740740740739</c:v>
                </c:pt>
                <c:pt idx="21714">
                  <c:v>0.85140740740740739</c:v>
                </c:pt>
                <c:pt idx="21715">
                  <c:v>0.85155555555555551</c:v>
                </c:pt>
                <c:pt idx="21716">
                  <c:v>0.85155555555555551</c:v>
                </c:pt>
                <c:pt idx="21717">
                  <c:v>0.85155555555555551</c:v>
                </c:pt>
                <c:pt idx="21718">
                  <c:v>0.85155555555555551</c:v>
                </c:pt>
                <c:pt idx="21719">
                  <c:v>0.85155555555555551</c:v>
                </c:pt>
                <c:pt idx="21720">
                  <c:v>0.85155555555555551</c:v>
                </c:pt>
                <c:pt idx="21721">
                  <c:v>0.85155555555555551</c:v>
                </c:pt>
                <c:pt idx="21722">
                  <c:v>0.85155555555555551</c:v>
                </c:pt>
                <c:pt idx="21723">
                  <c:v>0.85155555555555551</c:v>
                </c:pt>
                <c:pt idx="21724">
                  <c:v>0.85155555555555551</c:v>
                </c:pt>
                <c:pt idx="21725">
                  <c:v>0.85155555555555551</c:v>
                </c:pt>
                <c:pt idx="21726">
                  <c:v>0.85155555555555551</c:v>
                </c:pt>
                <c:pt idx="21727">
                  <c:v>0.85155555555555551</c:v>
                </c:pt>
                <c:pt idx="21728">
                  <c:v>0.85155555555555551</c:v>
                </c:pt>
                <c:pt idx="21729">
                  <c:v>0.85155555555555551</c:v>
                </c:pt>
                <c:pt idx="21730">
                  <c:v>0.85155555555555551</c:v>
                </c:pt>
                <c:pt idx="21731">
                  <c:v>0.85155555555555551</c:v>
                </c:pt>
                <c:pt idx="21732">
                  <c:v>0.85155555555555551</c:v>
                </c:pt>
                <c:pt idx="21733">
                  <c:v>0.85155555555555551</c:v>
                </c:pt>
                <c:pt idx="21734">
                  <c:v>0.85155555555555551</c:v>
                </c:pt>
                <c:pt idx="21735">
                  <c:v>0.85155555555555551</c:v>
                </c:pt>
                <c:pt idx="21736">
                  <c:v>0.85155555555555551</c:v>
                </c:pt>
                <c:pt idx="21737">
                  <c:v>0.85170370370370374</c:v>
                </c:pt>
                <c:pt idx="21738">
                  <c:v>0.85185185185185186</c:v>
                </c:pt>
                <c:pt idx="21739">
                  <c:v>0.85199999999999998</c:v>
                </c:pt>
                <c:pt idx="21740">
                  <c:v>0.85199999999999998</c:v>
                </c:pt>
                <c:pt idx="21741">
                  <c:v>0.85199999999999998</c:v>
                </c:pt>
                <c:pt idx="21742">
                  <c:v>0.85199999999999998</c:v>
                </c:pt>
                <c:pt idx="21743">
                  <c:v>0.85199999999999998</c:v>
                </c:pt>
                <c:pt idx="21744">
                  <c:v>0.85199999999999998</c:v>
                </c:pt>
                <c:pt idx="21745">
                  <c:v>0.85199999999999998</c:v>
                </c:pt>
                <c:pt idx="21746">
                  <c:v>0.85199999999999998</c:v>
                </c:pt>
                <c:pt idx="21747">
                  <c:v>0.8521481481481481</c:v>
                </c:pt>
                <c:pt idx="21748">
                  <c:v>0.8521481481481481</c:v>
                </c:pt>
                <c:pt idx="21749">
                  <c:v>0.8521481481481481</c:v>
                </c:pt>
                <c:pt idx="21750">
                  <c:v>0.8521481481481481</c:v>
                </c:pt>
                <c:pt idx="21751">
                  <c:v>0.8521481481481481</c:v>
                </c:pt>
                <c:pt idx="21752">
                  <c:v>0.8521481481481481</c:v>
                </c:pt>
                <c:pt idx="21753">
                  <c:v>0.8521481481481481</c:v>
                </c:pt>
                <c:pt idx="21754">
                  <c:v>0.85229629629629633</c:v>
                </c:pt>
                <c:pt idx="21755">
                  <c:v>0.85229629629629633</c:v>
                </c:pt>
                <c:pt idx="21756">
                  <c:v>0.85229629629629633</c:v>
                </c:pt>
                <c:pt idx="21757">
                  <c:v>0.85229629629629633</c:v>
                </c:pt>
                <c:pt idx="21758">
                  <c:v>0.85229629629629633</c:v>
                </c:pt>
                <c:pt idx="21759">
                  <c:v>0.85229629629629633</c:v>
                </c:pt>
                <c:pt idx="21760">
                  <c:v>0.85229629629629633</c:v>
                </c:pt>
                <c:pt idx="21761">
                  <c:v>0.85229629629629633</c:v>
                </c:pt>
                <c:pt idx="21762">
                  <c:v>0.85229629629629633</c:v>
                </c:pt>
                <c:pt idx="21763">
                  <c:v>0.85229629629629633</c:v>
                </c:pt>
                <c:pt idx="21764">
                  <c:v>0.85229629629629633</c:v>
                </c:pt>
                <c:pt idx="21765">
                  <c:v>0.85229629629629633</c:v>
                </c:pt>
                <c:pt idx="21766">
                  <c:v>0.85229629629629633</c:v>
                </c:pt>
                <c:pt idx="21767">
                  <c:v>0.85229629629629633</c:v>
                </c:pt>
                <c:pt idx="21768">
                  <c:v>0.85244444444444445</c:v>
                </c:pt>
                <c:pt idx="21769">
                  <c:v>0.85259259259259257</c:v>
                </c:pt>
                <c:pt idx="21770">
                  <c:v>0.85259259259259257</c:v>
                </c:pt>
                <c:pt idx="21771">
                  <c:v>0.85274074074074069</c:v>
                </c:pt>
                <c:pt idx="21772">
                  <c:v>0.85274074074074069</c:v>
                </c:pt>
                <c:pt idx="21773">
                  <c:v>0.85274074074074069</c:v>
                </c:pt>
                <c:pt idx="21774">
                  <c:v>0.85274074074074069</c:v>
                </c:pt>
                <c:pt idx="21775">
                  <c:v>0.85274074074074069</c:v>
                </c:pt>
                <c:pt idx="21776">
                  <c:v>0.85274074074074069</c:v>
                </c:pt>
                <c:pt idx="21777">
                  <c:v>0.85274074074074069</c:v>
                </c:pt>
                <c:pt idx="21778">
                  <c:v>0.85274074074074069</c:v>
                </c:pt>
                <c:pt idx="21779">
                  <c:v>0.85274074074074069</c:v>
                </c:pt>
                <c:pt idx="21780">
                  <c:v>0.85274074074074069</c:v>
                </c:pt>
                <c:pt idx="21781">
                  <c:v>0.85274074074074069</c:v>
                </c:pt>
                <c:pt idx="21782">
                  <c:v>0.85274074074074069</c:v>
                </c:pt>
                <c:pt idx="21783">
                  <c:v>0.85274074074074069</c:v>
                </c:pt>
                <c:pt idx="21784">
                  <c:v>0.85288888888888892</c:v>
                </c:pt>
                <c:pt idx="21785">
                  <c:v>0.85303703703703704</c:v>
                </c:pt>
                <c:pt idx="21786">
                  <c:v>0.85318518518518516</c:v>
                </c:pt>
                <c:pt idx="21787">
                  <c:v>0.85333333333333339</c:v>
                </c:pt>
                <c:pt idx="21788">
                  <c:v>0.85333333333333339</c:v>
                </c:pt>
                <c:pt idx="21789">
                  <c:v>0.85348148148148151</c:v>
                </c:pt>
                <c:pt idx="21790">
                  <c:v>0.85362962962962963</c:v>
                </c:pt>
                <c:pt idx="21791">
                  <c:v>0.85362962962962963</c:v>
                </c:pt>
                <c:pt idx="21792">
                  <c:v>0.85362962962962963</c:v>
                </c:pt>
                <c:pt idx="21793">
                  <c:v>0.85362962962962963</c:v>
                </c:pt>
                <c:pt idx="21794">
                  <c:v>0.85362962962962963</c:v>
                </c:pt>
                <c:pt idx="21795">
                  <c:v>0.85377777777777775</c:v>
                </c:pt>
                <c:pt idx="21796">
                  <c:v>0.85392592592592598</c:v>
                </c:pt>
                <c:pt idx="21797">
                  <c:v>0.85392592592592598</c:v>
                </c:pt>
                <c:pt idx="21798">
                  <c:v>0.85392592592592598</c:v>
                </c:pt>
                <c:pt idx="21799">
                  <c:v>0.85392592592592598</c:v>
                </c:pt>
                <c:pt idx="21800">
                  <c:v>0.85392592592592598</c:v>
                </c:pt>
                <c:pt idx="21801">
                  <c:v>0.8540740740740741</c:v>
                </c:pt>
                <c:pt idx="21802">
                  <c:v>0.85422222222222222</c:v>
                </c:pt>
                <c:pt idx="21803">
                  <c:v>0.85422222222222222</c:v>
                </c:pt>
                <c:pt idx="21804">
                  <c:v>0.85422222222222222</c:v>
                </c:pt>
                <c:pt idx="21805">
                  <c:v>0.85422222222222222</c:v>
                </c:pt>
                <c:pt idx="21806">
                  <c:v>0.85422222222222222</c:v>
                </c:pt>
                <c:pt idx="21807">
                  <c:v>0.85422222222222222</c:v>
                </c:pt>
                <c:pt idx="21808">
                  <c:v>0.85422222222222222</c:v>
                </c:pt>
                <c:pt idx="21809">
                  <c:v>0.85422222222222222</c:v>
                </c:pt>
                <c:pt idx="21810">
                  <c:v>0.85422222222222222</c:v>
                </c:pt>
                <c:pt idx="21811">
                  <c:v>0.85422222222222222</c:v>
                </c:pt>
                <c:pt idx="21812">
                  <c:v>0.85422222222222222</c:v>
                </c:pt>
                <c:pt idx="21813">
                  <c:v>0.85437037037037034</c:v>
                </c:pt>
                <c:pt idx="21814">
                  <c:v>0.85437037037037034</c:v>
                </c:pt>
                <c:pt idx="21815">
                  <c:v>0.85451851851851857</c:v>
                </c:pt>
                <c:pt idx="21816">
                  <c:v>0.85466666666666669</c:v>
                </c:pt>
                <c:pt idx="21817">
                  <c:v>0.85466666666666669</c:v>
                </c:pt>
                <c:pt idx="21818">
                  <c:v>0.85466666666666669</c:v>
                </c:pt>
                <c:pt idx="21819">
                  <c:v>0.85466666666666669</c:v>
                </c:pt>
                <c:pt idx="21820">
                  <c:v>0.85466666666666669</c:v>
                </c:pt>
                <c:pt idx="21821">
                  <c:v>0.85466666666666669</c:v>
                </c:pt>
                <c:pt idx="21822">
                  <c:v>0.85466666666666669</c:v>
                </c:pt>
                <c:pt idx="21823">
                  <c:v>0.85466666666666669</c:v>
                </c:pt>
                <c:pt idx="21824">
                  <c:v>0.85481481481481481</c:v>
                </c:pt>
                <c:pt idx="21825">
                  <c:v>0.85481481481481481</c:v>
                </c:pt>
                <c:pt idx="21826">
                  <c:v>0.85496296296296292</c:v>
                </c:pt>
                <c:pt idx="21827">
                  <c:v>0.85511111111111116</c:v>
                </c:pt>
                <c:pt idx="21828">
                  <c:v>0.85525925925925927</c:v>
                </c:pt>
                <c:pt idx="21829">
                  <c:v>0.85525925925925927</c:v>
                </c:pt>
                <c:pt idx="21830">
                  <c:v>0.85525925925925927</c:v>
                </c:pt>
                <c:pt idx="21831">
                  <c:v>0.85525925925925927</c:v>
                </c:pt>
                <c:pt idx="21832">
                  <c:v>0.85540740740740739</c:v>
                </c:pt>
                <c:pt idx="21833">
                  <c:v>0.85540740740740739</c:v>
                </c:pt>
                <c:pt idx="21834">
                  <c:v>0.85555555555555551</c:v>
                </c:pt>
                <c:pt idx="21835">
                  <c:v>0.85570370370370374</c:v>
                </c:pt>
                <c:pt idx="21836">
                  <c:v>0.85570370370370374</c:v>
                </c:pt>
                <c:pt idx="21837">
                  <c:v>0.85570370370370374</c:v>
                </c:pt>
                <c:pt idx="21838">
                  <c:v>0.85570370370370374</c:v>
                </c:pt>
                <c:pt idx="21839">
                  <c:v>0.85570370370370374</c:v>
                </c:pt>
                <c:pt idx="21840">
                  <c:v>0.85585185185185186</c:v>
                </c:pt>
                <c:pt idx="21841">
                  <c:v>0.85599999999999998</c:v>
                </c:pt>
                <c:pt idx="21842">
                  <c:v>0.85599999999999998</c:v>
                </c:pt>
                <c:pt idx="21843">
                  <c:v>0.85599999999999998</c:v>
                </c:pt>
                <c:pt idx="21844">
                  <c:v>0.85599999999999998</c:v>
                </c:pt>
                <c:pt idx="21845">
                  <c:v>0.85599999999999998</c:v>
                </c:pt>
                <c:pt idx="21846">
                  <c:v>0.85599999999999998</c:v>
                </c:pt>
                <c:pt idx="21847">
                  <c:v>0.85599999999999998</c:v>
                </c:pt>
                <c:pt idx="21848">
                  <c:v>0.85599999999999998</c:v>
                </c:pt>
                <c:pt idx="21849">
                  <c:v>0.85599999999999998</c:v>
                </c:pt>
                <c:pt idx="21850">
                  <c:v>0.8561481481481481</c:v>
                </c:pt>
                <c:pt idx="21851">
                  <c:v>0.8561481481481481</c:v>
                </c:pt>
                <c:pt idx="21852">
                  <c:v>0.8561481481481481</c:v>
                </c:pt>
                <c:pt idx="21853">
                  <c:v>0.8561481481481481</c:v>
                </c:pt>
                <c:pt idx="21854">
                  <c:v>0.8561481481481481</c:v>
                </c:pt>
                <c:pt idx="21855">
                  <c:v>0.8561481481481481</c:v>
                </c:pt>
                <c:pt idx="21856">
                  <c:v>0.8561481481481481</c:v>
                </c:pt>
                <c:pt idx="21857">
                  <c:v>0.8561481481481481</c:v>
                </c:pt>
                <c:pt idx="21858">
                  <c:v>0.8561481481481481</c:v>
                </c:pt>
                <c:pt idx="21859">
                  <c:v>0.8561481481481481</c:v>
                </c:pt>
                <c:pt idx="21860">
                  <c:v>0.85629629629629633</c:v>
                </c:pt>
                <c:pt idx="21861">
                  <c:v>0.85629629629629633</c:v>
                </c:pt>
                <c:pt idx="21862">
                  <c:v>0.85644444444444445</c:v>
                </c:pt>
                <c:pt idx="21863">
                  <c:v>0.85644444444444445</c:v>
                </c:pt>
                <c:pt idx="21864">
                  <c:v>0.85644444444444445</c:v>
                </c:pt>
                <c:pt idx="21865">
                  <c:v>0.85659259259259257</c:v>
                </c:pt>
                <c:pt idx="21866">
                  <c:v>0.85674074074074069</c:v>
                </c:pt>
                <c:pt idx="21867">
                  <c:v>0.85674074074074069</c:v>
                </c:pt>
                <c:pt idx="21868">
                  <c:v>0.85674074074074069</c:v>
                </c:pt>
                <c:pt idx="21869">
                  <c:v>0.85674074074074069</c:v>
                </c:pt>
                <c:pt idx="21870">
                  <c:v>0.85674074074074069</c:v>
                </c:pt>
                <c:pt idx="21871">
                  <c:v>0.85688888888888892</c:v>
                </c:pt>
                <c:pt idx="21872">
                  <c:v>0.85688888888888892</c:v>
                </c:pt>
                <c:pt idx="21873">
                  <c:v>0.85688888888888892</c:v>
                </c:pt>
                <c:pt idx="21874">
                  <c:v>0.85703703703703704</c:v>
                </c:pt>
                <c:pt idx="21875">
                  <c:v>0.85703703703703704</c:v>
                </c:pt>
                <c:pt idx="21876">
                  <c:v>0.85703703703703704</c:v>
                </c:pt>
                <c:pt idx="21877">
                  <c:v>0.85703703703703704</c:v>
                </c:pt>
                <c:pt idx="21878">
                  <c:v>0.85703703703703704</c:v>
                </c:pt>
                <c:pt idx="21879">
                  <c:v>0.85718518518518516</c:v>
                </c:pt>
                <c:pt idx="21880">
                  <c:v>0.85718518518518516</c:v>
                </c:pt>
                <c:pt idx="21881">
                  <c:v>0.85718518518518516</c:v>
                </c:pt>
                <c:pt idx="21882">
                  <c:v>0.85733333333333328</c:v>
                </c:pt>
                <c:pt idx="21883">
                  <c:v>0.85733333333333328</c:v>
                </c:pt>
                <c:pt idx="21884">
                  <c:v>0.85733333333333328</c:v>
                </c:pt>
                <c:pt idx="21885">
                  <c:v>0.85748148148148151</c:v>
                </c:pt>
                <c:pt idx="21886">
                  <c:v>0.85748148148148151</c:v>
                </c:pt>
                <c:pt idx="21887">
                  <c:v>0.85748148148148151</c:v>
                </c:pt>
                <c:pt idx="21888">
                  <c:v>0.85748148148148151</c:v>
                </c:pt>
                <c:pt idx="21889">
                  <c:v>0.85748148148148151</c:v>
                </c:pt>
                <c:pt idx="21890">
                  <c:v>0.85748148148148151</c:v>
                </c:pt>
                <c:pt idx="21891">
                  <c:v>0.85748148148148151</c:v>
                </c:pt>
                <c:pt idx="21892">
                  <c:v>0.85762962962962963</c:v>
                </c:pt>
                <c:pt idx="21893">
                  <c:v>0.85762962962962963</c:v>
                </c:pt>
                <c:pt idx="21894">
                  <c:v>0.85777777777777775</c:v>
                </c:pt>
                <c:pt idx="21895">
                  <c:v>0.85777777777777775</c:v>
                </c:pt>
                <c:pt idx="21896">
                  <c:v>0.85777777777777775</c:v>
                </c:pt>
                <c:pt idx="21897">
                  <c:v>0.85777777777777775</c:v>
                </c:pt>
                <c:pt idx="21898">
                  <c:v>0.85777777777777775</c:v>
                </c:pt>
                <c:pt idx="21899">
                  <c:v>0.85777777777777775</c:v>
                </c:pt>
                <c:pt idx="21900">
                  <c:v>0.85777777777777775</c:v>
                </c:pt>
                <c:pt idx="21901">
                  <c:v>0.85777777777777775</c:v>
                </c:pt>
                <c:pt idx="21902">
                  <c:v>0.85777777777777775</c:v>
                </c:pt>
                <c:pt idx="21903">
                  <c:v>0.85792592592592598</c:v>
                </c:pt>
                <c:pt idx="21904">
                  <c:v>0.85792592592592598</c:v>
                </c:pt>
                <c:pt idx="21905">
                  <c:v>0.85792592592592598</c:v>
                </c:pt>
                <c:pt idx="21906">
                  <c:v>0.85792592592592598</c:v>
                </c:pt>
                <c:pt idx="21907">
                  <c:v>0.85792592592592598</c:v>
                </c:pt>
                <c:pt idx="21908">
                  <c:v>0.85792592592592598</c:v>
                </c:pt>
                <c:pt idx="21909">
                  <c:v>0.8580740740740741</c:v>
                </c:pt>
                <c:pt idx="21910">
                  <c:v>0.8580740740740741</c:v>
                </c:pt>
                <c:pt idx="21911">
                  <c:v>0.8580740740740741</c:v>
                </c:pt>
                <c:pt idx="21912">
                  <c:v>0.8580740740740741</c:v>
                </c:pt>
                <c:pt idx="21913">
                  <c:v>0.8580740740740741</c:v>
                </c:pt>
                <c:pt idx="21914">
                  <c:v>0.8580740740740741</c:v>
                </c:pt>
                <c:pt idx="21915">
                  <c:v>0.85822222222222222</c:v>
                </c:pt>
                <c:pt idx="21916">
                  <c:v>0.85837037037037034</c:v>
                </c:pt>
                <c:pt idx="21917">
                  <c:v>0.85837037037037034</c:v>
                </c:pt>
                <c:pt idx="21918">
                  <c:v>0.85837037037037034</c:v>
                </c:pt>
                <c:pt idx="21919">
                  <c:v>0.85837037037037034</c:v>
                </c:pt>
                <c:pt idx="21920">
                  <c:v>0.85837037037037034</c:v>
                </c:pt>
                <c:pt idx="21921">
                  <c:v>0.85837037037037034</c:v>
                </c:pt>
                <c:pt idx="21922">
                  <c:v>0.85851851851851857</c:v>
                </c:pt>
                <c:pt idx="21923">
                  <c:v>0.85851851851851857</c:v>
                </c:pt>
                <c:pt idx="21924">
                  <c:v>0.85851851851851857</c:v>
                </c:pt>
                <c:pt idx="21925">
                  <c:v>0.85851851851851857</c:v>
                </c:pt>
                <c:pt idx="21926">
                  <c:v>0.85866666666666669</c:v>
                </c:pt>
                <c:pt idx="21927">
                  <c:v>0.85866666666666669</c:v>
                </c:pt>
                <c:pt idx="21928">
                  <c:v>0.85866666666666669</c:v>
                </c:pt>
                <c:pt idx="21929">
                  <c:v>0.85866666666666669</c:v>
                </c:pt>
                <c:pt idx="21930">
                  <c:v>0.85866666666666669</c:v>
                </c:pt>
                <c:pt idx="21931">
                  <c:v>0.85866666666666669</c:v>
                </c:pt>
                <c:pt idx="21932">
                  <c:v>0.85881481481481481</c:v>
                </c:pt>
                <c:pt idx="21933">
                  <c:v>0.85881481481481481</c:v>
                </c:pt>
                <c:pt idx="21934">
                  <c:v>0.85881481481481481</c:v>
                </c:pt>
                <c:pt idx="21935">
                  <c:v>0.85881481481481481</c:v>
                </c:pt>
                <c:pt idx="21936">
                  <c:v>0.85881481481481481</c:v>
                </c:pt>
                <c:pt idx="21937">
                  <c:v>0.85881481481481481</c:v>
                </c:pt>
                <c:pt idx="21938">
                  <c:v>0.85881481481481481</c:v>
                </c:pt>
                <c:pt idx="21939">
                  <c:v>0.85896296296296293</c:v>
                </c:pt>
                <c:pt idx="21940">
                  <c:v>0.85896296296296293</c:v>
                </c:pt>
                <c:pt idx="21941">
                  <c:v>0.85896296296296293</c:v>
                </c:pt>
                <c:pt idx="21942">
                  <c:v>0.85896296296296293</c:v>
                </c:pt>
                <c:pt idx="21943">
                  <c:v>0.85896296296296293</c:v>
                </c:pt>
                <c:pt idx="21944">
                  <c:v>0.85896296296296293</c:v>
                </c:pt>
                <c:pt idx="21945">
                  <c:v>0.85896296296296293</c:v>
                </c:pt>
                <c:pt idx="21946">
                  <c:v>0.85896296296296293</c:v>
                </c:pt>
                <c:pt idx="21947">
                  <c:v>0.85896296296296293</c:v>
                </c:pt>
                <c:pt idx="21948">
                  <c:v>0.85911111111111116</c:v>
                </c:pt>
                <c:pt idx="21949">
                  <c:v>0.85911111111111116</c:v>
                </c:pt>
                <c:pt idx="21950">
                  <c:v>0.85911111111111116</c:v>
                </c:pt>
                <c:pt idx="21951">
                  <c:v>0.85925925925925928</c:v>
                </c:pt>
                <c:pt idx="21952">
                  <c:v>0.85925925925925928</c:v>
                </c:pt>
                <c:pt idx="21953">
                  <c:v>0.85925925925925928</c:v>
                </c:pt>
                <c:pt idx="21954">
                  <c:v>0.85925925925925928</c:v>
                </c:pt>
                <c:pt idx="21955">
                  <c:v>0.85925925925925928</c:v>
                </c:pt>
                <c:pt idx="21956">
                  <c:v>0.85925925925925928</c:v>
                </c:pt>
                <c:pt idx="21957">
                  <c:v>0.85925925925925928</c:v>
                </c:pt>
                <c:pt idx="21958">
                  <c:v>0.85925925925925928</c:v>
                </c:pt>
                <c:pt idx="21959">
                  <c:v>0.8594074074074074</c:v>
                </c:pt>
                <c:pt idx="21960">
                  <c:v>0.85955555555555552</c:v>
                </c:pt>
                <c:pt idx="21961">
                  <c:v>0.85955555555555552</c:v>
                </c:pt>
                <c:pt idx="21962">
                  <c:v>0.85955555555555552</c:v>
                </c:pt>
                <c:pt idx="21963">
                  <c:v>0.85955555555555552</c:v>
                </c:pt>
                <c:pt idx="21964">
                  <c:v>0.85955555555555552</c:v>
                </c:pt>
                <c:pt idx="21965">
                  <c:v>0.85955555555555552</c:v>
                </c:pt>
                <c:pt idx="21966">
                  <c:v>0.85955555555555552</c:v>
                </c:pt>
                <c:pt idx="21967">
                  <c:v>0.85955555555555552</c:v>
                </c:pt>
                <c:pt idx="21968">
                  <c:v>0.85955555555555552</c:v>
                </c:pt>
                <c:pt idx="21969">
                  <c:v>0.85955555555555552</c:v>
                </c:pt>
                <c:pt idx="21970">
                  <c:v>0.85970370370370375</c:v>
                </c:pt>
                <c:pt idx="21971">
                  <c:v>0.85970370370370375</c:v>
                </c:pt>
                <c:pt idx="21972">
                  <c:v>0.85970370370370375</c:v>
                </c:pt>
                <c:pt idx="21973">
                  <c:v>0.85985185185185187</c:v>
                </c:pt>
                <c:pt idx="21974">
                  <c:v>0.86</c:v>
                </c:pt>
                <c:pt idx="21975">
                  <c:v>0.86</c:v>
                </c:pt>
                <c:pt idx="21976">
                  <c:v>0.86</c:v>
                </c:pt>
                <c:pt idx="21977">
                  <c:v>0.86</c:v>
                </c:pt>
                <c:pt idx="21978">
                  <c:v>0.86</c:v>
                </c:pt>
                <c:pt idx="21979">
                  <c:v>0.86</c:v>
                </c:pt>
                <c:pt idx="21980">
                  <c:v>0.86</c:v>
                </c:pt>
                <c:pt idx="21981">
                  <c:v>0.86</c:v>
                </c:pt>
                <c:pt idx="21982">
                  <c:v>0.86</c:v>
                </c:pt>
                <c:pt idx="21983">
                  <c:v>0.86</c:v>
                </c:pt>
                <c:pt idx="21984">
                  <c:v>0.86014814814814811</c:v>
                </c:pt>
                <c:pt idx="21985">
                  <c:v>0.86014814814814811</c:v>
                </c:pt>
                <c:pt idx="21986">
                  <c:v>0.86014814814814811</c:v>
                </c:pt>
                <c:pt idx="21987">
                  <c:v>0.86014814814814811</c:v>
                </c:pt>
                <c:pt idx="21988">
                  <c:v>0.86014814814814811</c:v>
                </c:pt>
                <c:pt idx="21989">
                  <c:v>0.86029629629629634</c:v>
                </c:pt>
                <c:pt idx="21990">
                  <c:v>0.86029629629629634</c:v>
                </c:pt>
                <c:pt idx="21991">
                  <c:v>0.86029629629629634</c:v>
                </c:pt>
                <c:pt idx="21992">
                  <c:v>0.86044444444444446</c:v>
                </c:pt>
                <c:pt idx="21993">
                  <c:v>0.86044444444444446</c:v>
                </c:pt>
                <c:pt idx="21994">
                  <c:v>0.86044444444444446</c:v>
                </c:pt>
                <c:pt idx="21995">
                  <c:v>0.86044444444444446</c:v>
                </c:pt>
                <c:pt idx="21996">
                  <c:v>0.86044444444444446</c:v>
                </c:pt>
                <c:pt idx="21997">
                  <c:v>0.86044444444444446</c:v>
                </c:pt>
                <c:pt idx="21998">
                  <c:v>0.86044444444444446</c:v>
                </c:pt>
                <c:pt idx="21999">
                  <c:v>0.86044444444444446</c:v>
                </c:pt>
                <c:pt idx="22000">
                  <c:v>0.86044444444444446</c:v>
                </c:pt>
                <c:pt idx="22001">
                  <c:v>0.86044444444444446</c:v>
                </c:pt>
                <c:pt idx="22002">
                  <c:v>0.86044444444444446</c:v>
                </c:pt>
                <c:pt idx="22003">
                  <c:v>0.86044444444444446</c:v>
                </c:pt>
                <c:pt idx="22004">
                  <c:v>0.86044444444444446</c:v>
                </c:pt>
                <c:pt idx="22005">
                  <c:v>0.86059259259259258</c:v>
                </c:pt>
                <c:pt idx="22006">
                  <c:v>0.86059259259259258</c:v>
                </c:pt>
                <c:pt idx="22007">
                  <c:v>0.86059259259259258</c:v>
                </c:pt>
                <c:pt idx="22008">
                  <c:v>0.8607407407407407</c:v>
                </c:pt>
                <c:pt idx="22009">
                  <c:v>0.8607407407407407</c:v>
                </c:pt>
                <c:pt idx="22010">
                  <c:v>0.8607407407407407</c:v>
                </c:pt>
                <c:pt idx="22011">
                  <c:v>0.86088888888888893</c:v>
                </c:pt>
                <c:pt idx="22012">
                  <c:v>0.86088888888888893</c:v>
                </c:pt>
                <c:pt idx="22013">
                  <c:v>0.86088888888888893</c:v>
                </c:pt>
                <c:pt idx="22014">
                  <c:v>0.86088888888888893</c:v>
                </c:pt>
                <c:pt idx="22015">
                  <c:v>0.86103703703703705</c:v>
                </c:pt>
                <c:pt idx="22016">
                  <c:v>0.86103703703703705</c:v>
                </c:pt>
                <c:pt idx="22017">
                  <c:v>0.86118518518518516</c:v>
                </c:pt>
                <c:pt idx="22018">
                  <c:v>0.86118518518518516</c:v>
                </c:pt>
                <c:pt idx="22019">
                  <c:v>0.86133333333333328</c:v>
                </c:pt>
                <c:pt idx="22020">
                  <c:v>0.86148148148148151</c:v>
                </c:pt>
                <c:pt idx="22021">
                  <c:v>0.86148148148148151</c:v>
                </c:pt>
                <c:pt idx="22022">
                  <c:v>0.86148148148148151</c:v>
                </c:pt>
                <c:pt idx="22023">
                  <c:v>0.86148148148148151</c:v>
                </c:pt>
                <c:pt idx="22024">
                  <c:v>0.86148148148148151</c:v>
                </c:pt>
                <c:pt idx="22025">
                  <c:v>0.86148148148148151</c:v>
                </c:pt>
                <c:pt idx="22026">
                  <c:v>0.86162962962962963</c:v>
                </c:pt>
                <c:pt idx="22027">
                  <c:v>0.86162962962962963</c:v>
                </c:pt>
                <c:pt idx="22028">
                  <c:v>0.86162962962962963</c:v>
                </c:pt>
                <c:pt idx="22029">
                  <c:v>0.86162962962962963</c:v>
                </c:pt>
                <c:pt idx="22030">
                  <c:v>0.86177777777777775</c:v>
                </c:pt>
                <c:pt idx="22031">
                  <c:v>0.86177777777777775</c:v>
                </c:pt>
                <c:pt idx="22032">
                  <c:v>0.86177777777777775</c:v>
                </c:pt>
                <c:pt idx="22033">
                  <c:v>0.86177777777777775</c:v>
                </c:pt>
                <c:pt idx="22034">
                  <c:v>0.86177777777777775</c:v>
                </c:pt>
                <c:pt idx="22035">
                  <c:v>0.86177777777777775</c:v>
                </c:pt>
                <c:pt idx="22036">
                  <c:v>0.86177777777777775</c:v>
                </c:pt>
                <c:pt idx="22037">
                  <c:v>0.86177777777777775</c:v>
                </c:pt>
                <c:pt idx="22038">
                  <c:v>0.86192592592592587</c:v>
                </c:pt>
                <c:pt idx="22039">
                  <c:v>0.8620740740740741</c:v>
                </c:pt>
                <c:pt idx="22040">
                  <c:v>0.8620740740740741</c:v>
                </c:pt>
                <c:pt idx="22041">
                  <c:v>0.8620740740740741</c:v>
                </c:pt>
                <c:pt idx="22042">
                  <c:v>0.86222222222222222</c:v>
                </c:pt>
                <c:pt idx="22043">
                  <c:v>0.86222222222222222</c:v>
                </c:pt>
                <c:pt idx="22044">
                  <c:v>0.86222222222222222</c:v>
                </c:pt>
                <c:pt idx="22045">
                  <c:v>0.86222222222222222</c:v>
                </c:pt>
                <c:pt idx="22046">
                  <c:v>0.86222222222222222</c:v>
                </c:pt>
                <c:pt idx="22047">
                  <c:v>0.86222222222222222</c:v>
                </c:pt>
                <c:pt idx="22048">
                  <c:v>0.86237037037037034</c:v>
                </c:pt>
                <c:pt idx="22049">
                  <c:v>0.86237037037037034</c:v>
                </c:pt>
                <c:pt idx="22050">
                  <c:v>0.86251851851851857</c:v>
                </c:pt>
                <c:pt idx="22051">
                  <c:v>0.86251851851851857</c:v>
                </c:pt>
                <c:pt idx="22052">
                  <c:v>0.86266666666666669</c:v>
                </c:pt>
                <c:pt idx="22053">
                  <c:v>0.86266666666666669</c:v>
                </c:pt>
                <c:pt idx="22054">
                  <c:v>0.86281481481481481</c:v>
                </c:pt>
                <c:pt idx="22055">
                  <c:v>0.86296296296296293</c:v>
                </c:pt>
                <c:pt idx="22056">
                  <c:v>0.86296296296296293</c:v>
                </c:pt>
                <c:pt idx="22057">
                  <c:v>0.86311111111111116</c:v>
                </c:pt>
                <c:pt idx="22058">
                  <c:v>0.86311111111111116</c:v>
                </c:pt>
                <c:pt idx="22059">
                  <c:v>0.86311111111111116</c:v>
                </c:pt>
                <c:pt idx="22060">
                  <c:v>0.86311111111111116</c:v>
                </c:pt>
                <c:pt idx="22061">
                  <c:v>0.86311111111111116</c:v>
                </c:pt>
                <c:pt idx="22062">
                  <c:v>0.86325925925925928</c:v>
                </c:pt>
                <c:pt idx="22063">
                  <c:v>0.86325925925925928</c:v>
                </c:pt>
                <c:pt idx="22064">
                  <c:v>0.86325925925925928</c:v>
                </c:pt>
                <c:pt idx="22065">
                  <c:v>0.86325925925925928</c:v>
                </c:pt>
                <c:pt idx="22066">
                  <c:v>0.86325925925925928</c:v>
                </c:pt>
                <c:pt idx="22067">
                  <c:v>0.86325925925925928</c:v>
                </c:pt>
                <c:pt idx="22068">
                  <c:v>0.86325925925925928</c:v>
                </c:pt>
                <c:pt idx="22069">
                  <c:v>0.86325925925925928</c:v>
                </c:pt>
                <c:pt idx="22070">
                  <c:v>0.86325925925925928</c:v>
                </c:pt>
                <c:pt idx="22071">
                  <c:v>0.86325925925925928</c:v>
                </c:pt>
                <c:pt idx="22072">
                  <c:v>0.86325925925925928</c:v>
                </c:pt>
                <c:pt idx="22073">
                  <c:v>0.8634074074074074</c:v>
                </c:pt>
                <c:pt idx="22074">
                  <c:v>0.8634074074074074</c:v>
                </c:pt>
                <c:pt idx="22075">
                  <c:v>0.8634074074074074</c:v>
                </c:pt>
                <c:pt idx="22076">
                  <c:v>0.8634074074074074</c:v>
                </c:pt>
                <c:pt idx="22077">
                  <c:v>0.8634074074074074</c:v>
                </c:pt>
                <c:pt idx="22078">
                  <c:v>0.8634074074074074</c:v>
                </c:pt>
                <c:pt idx="22079">
                  <c:v>0.86355555555555552</c:v>
                </c:pt>
                <c:pt idx="22080">
                  <c:v>0.86355555555555552</c:v>
                </c:pt>
                <c:pt idx="22081">
                  <c:v>0.86370370370370375</c:v>
                </c:pt>
                <c:pt idx="22082">
                  <c:v>0.86370370370370375</c:v>
                </c:pt>
                <c:pt idx="22083">
                  <c:v>0.86370370370370375</c:v>
                </c:pt>
                <c:pt idx="22084">
                  <c:v>0.86370370370370375</c:v>
                </c:pt>
                <c:pt idx="22085">
                  <c:v>0.86370370370370375</c:v>
                </c:pt>
                <c:pt idx="22086">
                  <c:v>0.86370370370370375</c:v>
                </c:pt>
                <c:pt idx="22087">
                  <c:v>0.86370370370370375</c:v>
                </c:pt>
                <c:pt idx="22088">
                  <c:v>0.86370370370370375</c:v>
                </c:pt>
                <c:pt idx="22089">
                  <c:v>0.86370370370370375</c:v>
                </c:pt>
                <c:pt idx="22090">
                  <c:v>0.86370370370370375</c:v>
                </c:pt>
                <c:pt idx="22091">
                  <c:v>0.86370370370370375</c:v>
                </c:pt>
                <c:pt idx="22092">
                  <c:v>0.86385185185185187</c:v>
                </c:pt>
                <c:pt idx="22093">
                  <c:v>0.86385185185185187</c:v>
                </c:pt>
                <c:pt idx="22094">
                  <c:v>0.86385185185185187</c:v>
                </c:pt>
                <c:pt idx="22095">
                  <c:v>0.86399999999999999</c:v>
                </c:pt>
                <c:pt idx="22096">
                  <c:v>0.86414814814814811</c:v>
                </c:pt>
                <c:pt idx="22097">
                  <c:v>0.86414814814814811</c:v>
                </c:pt>
                <c:pt idx="22098">
                  <c:v>0.86414814814814811</c:v>
                </c:pt>
                <c:pt idx="22099">
                  <c:v>0.86414814814814811</c:v>
                </c:pt>
                <c:pt idx="22100">
                  <c:v>0.86414814814814811</c:v>
                </c:pt>
                <c:pt idx="22101">
                  <c:v>0.86414814814814811</c:v>
                </c:pt>
                <c:pt idx="22102">
                  <c:v>0.86414814814814811</c:v>
                </c:pt>
                <c:pt idx="22103">
                  <c:v>0.86414814814814811</c:v>
                </c:pt>
                <c:pt idx="22104">
                  <c:v>0.86414814814814811</c:v>
                </c:pt>
                <c:pt idx="22105">
                  <c:v>0.86414814814814811</c:v>
                </c:pt>
                <c:pt idx="22106">
                  <c:v>0.86414814814814811</c:v>
                </c:pt>
                <c:pt idx="22107">
                  <c:v>0.86414814814814811</c:v>
                </c:pt>
                <c:pt idx="22108">
                  <c:v>0.86414814814814811</c:v>
                </c:pt>
                <c:pt idx="22109">
                  <c:v>0.86414814814814811</c:v>
                </c:pt>
                <c:pt idx="22110">
                  <c:v>0.86414814814814811</c:v>
                </c:pt>
                <c:pt idx="22111">
                  <c:v>0.86414814814814811</c:v>
                </c:pt>
                <c:pt idx="22112">
                  <c:v>0.86414814814814811</c:v>
                </c:pt>
                <c:pt idx="22113">
                  <c:v>0.86414814814814811</c:v>
                </c:pt>
                <c:pt idx="22114">
                  <c:v>0.86414814814814811</c:v>
                </c:pt>
                <c:pt idx="22115">
                  <c:v>0.86414814814814811</c:v>
                </c:pt>
                <c:pt idx="22116">
                  <c:v>0.86414814814814811</c:v>
                </c:pt>
                <c:pt idx="22117">
                  <c:v>0.86414814814814811</c:v>
                </c:pt>
                <c:pt idx="22118">
                  <c:v>0.86414814814814811</c:v>
                </c:pt>
                <c:pt idx="22119">
                  <c:v>0.86414814814814811</c:v>
                </c:pt>
                <c:pt idx="22120">
                  <c:v>0.86414814814814811</c:v>
                </c:pt>
                <c:pt idx="22121">
                  <c:v>0.86414814814814811</c:v>
                </c:pt>
                <c:pt idx="22122">
                  <c:v>0.86429629629629634</c:v>
                </c:pt>
                <c:pt idx="22123">
                  <c:v>0.86429629629629634</c:v>
                </c:pt>
                <c:pt idx="22124">
                  <c:v>0.86429629629629634</c:v>
                </c:pt>
                <c:pt idx="22125">
                  <c:v>0.86429629629629634</c:v>
                </c:pt>
                <c:pt idx="22126">
                  <c:v>0.86429629629629634</c:v>
                </c:pt>
                <c:pt idx="22127">
                  <c:v>0.86444444444444446</c:v>
                </c:pt>
                <c:pt idx="22128">
                  <c:v>0.86444444444444446</c:v>
                </c:pt>
                <c:pt idx="22129">
                  <c:v>0.86444444444444446</c:v>
                </c:pt>
                <c:pt idx="22130">
                  <c:v>0.86459259259259258</c:v>
                </c:pt>
                <c:pt idx="22131">
                  <c:v>0.86459259259259258</c:v>
                </c:pt>
                <c:pt idx="22132">
                  <c:v>0.86459259259259258</c:v>
                </c:pt>
                <c:pt idx="22133">
                  <c:v>0.86459259259259258</c:v>
                </c:pt>
                <c:pt idx="22134">
                  <c:v>0.8647407407407407</c:v>
                </c:pt>
                <c:pt idx="22135">
                  <c:v>0.8647407407407407</c:v>
                </c:pt>
                <c:pt idx="22136">
                  <c:v>0.8647407407407407</c:v>
                </c:pt>
                <c:pt idx="22137">
                  <c:v>0.86488888888888893</c:v>
                </c:pt>
                <c:pt idx="22138">
                  <c:v>0.86488888888888893</c:v>
                </c:pt>
                <c:pt idx="22139">
                  <c:v>0.86488888888888893</c:v>
                </c:pt>
                <c:pt idx="22140">
                  <c:v>0.86503703703703705</c:v>
                </c:pt>
                <c:pt idx="22141">
                  <c:v>0.86503703703703705</c:v>
                </c:pt>
                <c:pt idx="22142">
                  <c:v>0.86518518518518517</c:v>
                </c:pt>
                <c:pt idx="22143">
                  <c:v>0.86518518518518517</c:v>
                </c:pt>
                <c:pt idx="22144">
                  <c:v>0.86518518518518517</c:v>
                </c:pt>
                <c:pt idx="22145">
                  <c:v>0.86533333333333329</c:v>
                </c:pt>
                <c:pt idx="22146">
                  <c:v>0.86548148148148152</c:v>
                </c:pt>
                <c:pt idx="22147">
                  <c:v>0.86548148148148152</c:v>
                </c:pt>
                <c:pt idx="22148">
                  <c:v>0.86562962962962964</c:v>
                </c:pt>
                <c:pt idx="22149">
                  <c:v>0.86562962962962964</c:v>
                </c:pt>
                <c:pt idx="22150">
                  <c:v>0.86562962962962964</c:v>
                </c:pt>
                <c:pt idx="22151">
                  <c:v>0.86577777777777776</c:v>
                </c:pt>
                <c:pt idx="22152">
                  <c:v>0.86577777777777776</c:v>
                </c:pt>
                <c:pt idx="22153">
                  <c:v>0.86577777777777776</c:v>
                </c:pt>
                <c:pt idx="22154">
                  <c:v>0.86577777777777776</c:v>
                </c:pt>
                <c:pt idx="22155">
                  <c:v>0.86577777777777776</c:v>
                </c:pt>
                <c:pt idx="22156">
                  <c:v>0.86577777777777776</c:v>
                </c:pt>
                <c:pt idx="22157">
                  <c:v>0.86577777777777776</c:v>
                </c:pt>
                <c:pt idx="22158">
                  <c:v>0.86577777777777776</c:v>
                </c:pt>
                <c:pt idx="22159">
                  <c:v>0.86577777777777776</c:v>
                </c:pt>
                <c:pt idx="22160">
                  <c:v>0.86577777777777776</c:v>
                </c:pt>
                <c:pt idx="22161">
                  <c:v>0.86577777777777776</c:v>
                </c:pt>
                <c:pt idx="22162">
                  <c:v>0.86592592592592588</c:v>
                </c:pt>
                <c:pt idx="22163">
                  <c:v>0.86592592592592588</c:v>
                </c:pt>
                <c:pt idx="22164">
                  <c:v>0.86607407407407411</c:v>
                </c:pt>
                <c:pt idx="22165">
                  <c:v>0.86607407407407411</c:v>
                </c:pt>
                <c:pt idx="22166">
                  <c:v>0.86607407407407411</c:v>
                </c:pt>
                <c:pt idx="22167">
                  <c:v>0.86607407407407411</c:v>
                </c:pt>
                <c:pt idx="22168">
                  <c:v>0.86607407407407411</c:v>
                </c:pt>
                <c:pt idx="22169">
                  <c:v>0.86607407407407411</c:v>
                </c:pt>
                <c:pt idx="22170">
                  <c:v>0.86607407407407411</c:v>
                </c:pt>
                <c:pt idx="22171">
                  <c:v>0.86607407407407411</c:v>
                </c:pt>
                <c:pt idx="22172">
                  <c:v>0.86607407407407411</c:v>
                </c:pt>
                <c:pt idx="22173">
                  <c:v>0.86607407407407411</c:v>
                </c:pt>
                <c:pt idx="22174">
                  <c:v>0.86622222222222223</c:v>
                </c:pt>
                <c:pt idx="22175">
                  <c:v>0.86622222222222223</c:v>
                </c:pt>
                <c:pt idx="22176">
                  <c:v>0.86622222222222223</c:v>
                </c:pt>
                <c:pt idx="22177">
                  <c:v>0.86622222222222223</c:v>
                </c:pt>
                <c:pt idx="22178">
                  <c:v>0.86622222222222223</c:v>
                </c:pt>
                <c:pt idx="22179">
                  <c:v>0.86637037037037035</c:v>
                </c:pt>
                <c:pt idx="22180">
                  <c:v>0.86651851851851847</c:v>
                </c:pt>
                <c:pt idx="22181">
                  <c:v>0.8666666666666667</c:v>
                </c:pt>
                <c:pt idx="22182">
                  <c:v>0.8666666666666667</c:v>
                </c:pt>
                <c:pt idx="22183">
                  <c:v>0.8666666666666667</c:v>
                </c:pt>
                <c:pt idx="22184">
                  <c:v>0.8666666666666667</c:v>
                </c:pt>
                <c:pt idx="22185">
                  <c:v>0.86681481481481482</c:v>
                </c:pt>
                <c:pt idx="22186">
                  <c:v>0.86681481481481482</c:v>
                </c:pt>
                <c:pt idx="22187">
                  <c:v>0.86681481481481482</c:v>
                </c:pt>
                <c:pt idx="22188">
                  <c:v>0.86681481481481482</c:v>
                </c:pt>
                <c:pt idx="22189">
                  <c:v>0.86696296296296294</c:v>
                </c:pt>
                <c:pt idx="22190">
                  <c:v>0.86696296296296294</c:v>
                </c:pt>
                <c:pt idx="22191">
                  <c:v>0.86711111111111117</c:v>
                </c:pt>
                <c:pt idx="22192">
                  <c:v>0.86711111111111117</c:v>
                </c:pt>
                <c:pt idx="22193">
                  <c:v>0.86725925925925929</c:v>
                </c:pt>
                <c:pt idx="22194">
                  <c:v>0.86725925925925929</c:v>
                </c:pt>
                <c:pt idx="22195">
                  <c:v>0.86725925925925929</c:v>
                </c:pt>
                <c:pt idx="22196">
                  <c:v>0.86725925925925929</c:v>
                </c:pt>
                <c:pt idx="22197">
                  <c:v>0.8674074074074074</c:v>
                </c:pt>
                <c:pt idx="22198">
                  <c:v>0.8674074074074074</c:v>
                </c:pt>
                <c:pt idx="22199">
                  <c:v>0.8674074074074074</c:v>
                </c:pt>
                <c:pt idx="22200">
                  <c:v>0.8674074074074074</c:v>
                </c:pt>
                <c:pt idx="22201">
                  <c:v>0.86755555555555552</c:v>
                </c:pt>
                <c:pt idx="22202">
                  <c:v>0.86770370370370375</c:v>
                </c:pt>
                <c:pt idx="22203">
                  <c:v>0.86770370370370375</c:v>
                </c:pt>
                <c:pt idx="22204">
                  <c:v>0.86770370370370375</c:v>
                </c:pt>
                <c:pt idx="22205">
                  <c:v>0.86770370370370375</c:v>
                </c:pt>
                <c:pt idx="22206">
                  <c:v>0.86770370370370375</c:v>
                </c:pt>
                <c:pt idx="22207">
                  <c:v>0.86770370370370375</c:v>
                </c:pt>
                <c:pt idx="22208">
                  <c:v>0.86770370370370375</c:v>
                </c:pt>
                <c:pt idx="22209">
                  <c:v>0.86770370370370375</c:v>
                </c:pt>
                <c:pt idx="22210">
                  <c:v>0.86770370370370375</c:v>
                </c:pt>
                <c:pt idx="22211">
                  <c:v>0.86770370370370375</c:v>
                </c:pt>
                <c:pt idx="22212">
                  <c:v>0.86770370370370375</c:v>
                </c:pt>
                <c:pt idx="22213">
                  <c:v>0.86770370370370375</c:v>
                </c:pt>
                <c:pt idx="22214">
                  <c:v>0.86770370370370375</c:v>
                </c:pt>
                <c:pt idx="22215">
                  <c:v>0.86770370370370375</c:v>
                </c:pt>
                <c:pt idx="22216">
                  <c:v>0.86770370370370375</c:v>
                </c:pt>
                <c:pt idx="22217">
                  <c:v>0.86770370370370375</c:v>
                </c:pt>
                <c:pt idx="22218">
                  <c:v>0.86770370370370375</c:v>
                </c:pt>
                <c:pt idx="22219">
                  <c:v>0.86770370370370375</c:v>
                </c:pt>
                <c:pt idx="22220">
                  <c:v>0.86785185185185187</c:v>
                </c:pt>
                <c:pt idx="22221">
                  <c:v>0.86785185185185187</c:v>
                </c:pt>
                <c:pt idx="22222">
                  <c:v>0.86785185185185187</c:v>
                </c:pt>
                <c:pt idx="22223">
                  <c:v>0.86785185185185187</c:v>
                </c:pt>
                <c:pt idx="22224">
                  <c:v>0.86799999999999999</c:v>
                </c:pt>
                <c:pt idx="22225">
                  <c:v>0.86799999999999999</c:v>
                </c:pt>
                <c:pt idx="22226">
                  <c:v>0.86799999999999999</c:v>
                </c:pt>
                <c:pt idx="22227">
                  <c:v>0.86799999999999999</c:v>
                </c:pt>
                <c:pt idx="22228">
                  <c:v>0.86799999999999999</c:v>
                </c:pt>
                <c:pt idx="22229">
                  <c:v>0.86799999999999999</c:v>
                </c:pt>
                <c:pt idx="22230">
                  <c:v>0.86799999999999999</c:v>
                </c:pt>
                <c:pt idx="22231">
                  <c:v>0.86799999999999999</c:v>
                </c:pt>
                <c:pt idx="22232">
                  <c:v>0.86814814814814811</c:v>
                </c:pt>
                <c:pt idx="22233">
                  <c:v>0.86814814814814811</c:v>
                </c:pt>
                <c:pt idx="22234">
                  <c:v>0.86814814814814811</c:v>
                </c:pt>
                <c:pt idx="22235">
                  <c:v>0.86829629629629634</c:v>
                </c:pt>
                <c:pt idx="22236">
                  <c:v>0.86844444444444446</c:v>
                </c:pt>
                <c:pt idx="22237">
                  <c:v>0.86859259259259258</c:v>
                </c:pt>
                <c:pt idx="22238">
                  <c:v>0.86859259259259258</c:v>
                </c:pt>
                <c:pt idx="22239">
                  <c:v>0.8687407407407407</c:v>
                </c:pt>
                <c:pt idx="22240">
                  <c:v>0.8687407407407407</c:v>
                </c:pt>
                <c:pt idx="22241">
                  <c:v>0.8687407407407407</c:v>
                </c:pt>
                <c:pt idx="22242">
                  <c:v>0.8687407407407407</c:v>
                </c:pt>
                <c:pt idx="22243">
                  <c:v>0.8687407407407407</c:v>
                </c:pt>
                <c:pt idx="22244">
                  <c:v>0.8687407407407407</c:v>
                </c:pt>
                <c:pt idx="22245">
                  <c:v>0.86888888888888893</c:v>
                </c:pt>
                <c:pt idx="22246">
                  <c:v>0.86888888888888893</c:v>
                </c:pt>
                <c:pt idx="22247">
                  <c:v>0.86903703703703705</c:v>
                </c:pt>
                <c:pt idx="22248">
                  <c:v>0.86903703703703705</c:v>
                </c:pt>
                <c:pt idx="22249">
                  <c:v>0.86903703703703705</c:v>
                </c:pt>
                <c:pt idx="22250">
                  <c:v>0.86903703703703705</c:v>
                </c:pt>
                <c:pt idx="22251">
                  <c:v>0.86903703703703705</c:v>
                </c:pt>
                <c:pt idx="22252">
                  <c:v>0.86903703703703705</c:v>
                </c:pt>
                <c:pt idx="22253">
                  <c:v>0.86903703703703705</c:v>
                </c:pt>
                <c:pt idx="22254">
                  <c:v>0.86903703703703705</c:v>
                </c:pt>
                <c:pt idx="22255">
                  <c:v>0.86903703703703705</c:v>
                </c:pt>
                <c:pt idx="22256">
                  <c:v>0.86903703703703705</c:v>
                </c:pt>
                <c:pt idx="22257">
                  <c:v>0.86903703703703705</c:v>
                </c:pt>
                <c:pt idx="22258">
                  <c:v>0.86918518518518517</c:v>
                </c:pt>
                <c:pt idx="22259">
                  <c:v>0.86918518518518517</c:v>
                </c:pt>
                <c:pt idx="22260">
                  <c:v>0.86918518518518517</c:v>
                </c:pt>
                <c:pt idx="22261">
                  <c:v>0.86918518518518517</c:v>
                </c:pt>
                <c:pt idx="22262">
                  <c:v>0.86933333333333329</c:v>
                </c:pt>
                <c:pt idx="22263">
                  <c:v>0.86933333333333329</c:v>
                </c:pt>
                <c:pt idx="22264">
                  <c:v>0.86948148148148152</c:v>
                </c:pt>
                <c:pt idx="22265">
                  <c:v>0.86948148148148152</c:v>
                </c:pt>
                <c:pt idx="22266">
                  <c:v>0.86948148148148152</c:v>
                </c:pt>
                <c:pt idx="22267">
                  <c:v>0.86948148148148152</c:v>
                </c:pt>
                <c:pt idx="22268">
                  <c:v>0.86948148148148152</c:v>
                </c:pt>
                <c:pt idx="22269">
                  <c:v>0.86948148148148152</c:v>
                </c:pt>
                <c:pt idx="22270">
                  <c:v>0.86948148148148152</c:v>
                </c:pt>
                <c:pt idx="22271">
                  <c:v>0.86962962962962964</c:v>
                </c:pt>
                <c:pt idx="22272">
                  <c:v>0.86977777777777776</c:v>
                </c:pt>
                <c:pt idx="22273">
                  <c:v>0.86977777777777776</c:v>
                </c:pt>
                <c:pt idx="22274">
                  <c:v>0.86977777777777776</c:v>
                </c:pt>
                <c:pt idx="22275">
                  <c:v>0.86992592592592588</c:v>
                </c:pt>
                <c:pt idx="22276">
                  <c:v>0.86992592592592588</c:v>
                </c:pt>
                <c:pt idx="22277">
                  <c:v>0.86992592592592588</c:v>
                </c:pt>
                <c:pt idx="22278">
                  <c:v>0.86992592592592588</c:v>
                </c:pt>
                <c:pt idx="22279">
                  <c:v>0.86992592592592588</c:v>
                </c:pt>
                <c:pt idx="22280">
                  <c:v>0.86992592592592588</c:v>
                </c:pt>
                <c:pt idx="22281">
                  <c:v>0.87007407407407411</c:v>
                </c:pt>
                <c:pt idx="22282">
                  <c:v>0.87022222222222223</c:v>
                </c:pt>
                <c:pt idx="22283">
                  <c:v>0.87037037037037035</c:v>
                </c:pt>
                <c:pt idx="22284">
                  <c:v>0.87037037037037035</c:v>
                </c:pt>
                <c:pt idx="22285">
                  <c:v>0.87037037037037035</c:v>
                </c:pt>
                <c:pt idx="22286">
                  <c:v>0.87037037037037035</c:v>
                </c:pt>
                <c:pt idx="22287">
                  <c:v>0.87037037037037035</c:v>
                </c:pt>
                <c:pt idx="22288">
                  <c:v>0.87037037037037035</c:v>
                </c:pt>
                <c:pt idx="22289">
                  <c:v>0.87037037037037035</c:v>
                </c:pt>
                <c:pt idx="22290">
                  <c:v>0.87037037037037035</c:v>
                </c:pt>
                <c:pt idx="22291">
                  <c:v>0.87037037037037035</c:v>
                </c:pt>
                <c:pt idx="22292">
                  <c:v>0.87037037037037035</c:v>
                </c:pt>
                <c:pt idx="22293">
                  <c:v>0.87051851851851847</c:v>
                </c:pt>
                <c:pt idx="22294">
                  <c:v>0.87051851851851847</c:v>
                </c:pt>
                <c:pt idx="22295">
                  <c:v>0.87051851851851847</c:v>
                </c:pt>
                <c:pt idx="22296">
                  <c:v>0.87051851851851847</c:v>
                </c:pt>
                <c:pt idx="22297">
                  <c:v>0.87051851851851847</c:v>
                </c:pt>
                <c:pt idx="22298">
                  <c:v>0.87051851851851847</c:v>
                </c:pt>
                <c:pt idx="22299">
                  <c:v>0.87051851851851847</c:v>
                </c:pt>
                <c:pt idx="22300">
                  <c:v>0.87051851851851847</c:v>
                </c:pt>
                <c:pt idx="22301">
                  <c:v>0.87051851851851847</c:v>
                </c:pt>
                <c:pt idx="22302">
                  <c:v>0.87051851851851847</c:v>
                </c:pt>
                <c:pt idx="22303">
                  <c:v>0.87051851851851847</c:v>
                </c:pt>
                <c:pt idx="22304">
                  <c:v>0.8706666666666667</c:v>
                </c:pt>
                <c:pt idx="22305">
                  <c:v>0.8706666666666667</c:v>
                </c:pt>
                <c:pt idx="22306">
                  <c:v>0.8706666666666667</c:v>
                </c:pt>
                <c:pt idx="22307">
                  <c:v>0.8706666666666667</c:v>
                </c:pt>
                <c:pt idx="22308">
                  <c:v>0.8706666666666667</c:v>
                </c:pt>
                <c:pt idx="22309">
                  <c:v>0.8706666666666667</c:v>
                </c:pt>
                <c:pt idx="22310">
                  <c:v>0.8706666666666667</c:v>
                </c:pt>
                <c:pt idx="22311">
                  <c:v>0.8706666666666667</c:v>
                </c:pt>
                <c:pt idx="22312">
                  <c:v>0.8706666666666667</c:v>
                </c:pt>
                <c:pt idx="22313">
                  <c:v>0.8706666666666667</c:v>
                </c:pt>
                <c:pt idx="22314">
                  <c:v>0.8706666666666667</c:v>
                </c:pt>
                <c:pt idx="22315">
                  <c:v>0.8706666666666667</c:v>
                </c:pt>
                <c:pt idx="22316">
                  <c:v>0.8706666666666667</c:v>
                </c:pt>
                <c:pt idx="22317">
                  <c:v>0.87081481481481482</c:v>
                </c:pt>
                <c:pt idx="22318">
                  <c:v>0.87081481481481482</c:v>
                </c:pt>
                <c:pt idx="22319">
                  <c:v>0.87081481481481482</c:v>
                </c:pt>
                <c:pt idx="22320">
                  <c:v>0.87096296296296294</c:v>
                </c:pt>
                <c:pt idx="22321">
                  <c:v>0.87111111111111106</c:v>
                </c:pt>
                <c:pt idx="22322">
                  <c:v>0.87111111111111106</c:v>
                </c:pt>
                <c:pt idx="22323">
                  <c:v>0.87125925925925929</c:v>
                </c:pt>
                <c:pt idx="22324">
                  <c:v>0.87125925925925929</c:v>
                </c:pt>
                <c:pt idx="22325">
                  <c:v>0.87125925925925929</c:v>
                </c:pt>
                <c:pt idx="22326">
                  <c:v>0.87125925925925929</c:v>
                </c:pt>
                <c:pt idx="22327">
                  <c:v>0.87125925925925929</c:v>
                </c:pt>
                <c:pt idx="22328">
                  <c:v>0.87140740740740741</c:v>
                </c:pt>
                <c:pt idx="22329">
                  <c:v>0.87140740740740741</c:v>
                </c:pt>
                <c:pt idx="22330">
                  <c:v>0.87140740740740741</c:v>
                </c:pt>
                <c:pt idx="22331">
                  <c:v>0.87140740740740741</c:v>
                </c:pt>
                <c:pt idx="22332">
                  <c:v>0.87155555555555553</c:v>
                </c:pt>
                <c:pt idx="22333">
                  <c:v>0.87155555555555553</c:v>
                </c:pt>
                <c:pt idx="22334">
                  <c:v>0.87155555555555553</c:v>
                </c:pt>
                <c:pt idx="22335">
                  <c:v>0.87170370370370376</c:v>
                </c:pt>
                <c:pt idx="22336">
                  <c:v>0.87185185185185188</c:v>
                </c:pt>
                <c:pt idx="22337">
                  <c:v>0.872</c:v>
                </c:pt>
                <c:pt idx="22338">
                  <c:v>0.872</c:v>
                </c:pt>
                <c:pt idx="22339">
                  <c:v>0.872</c:v>
                </c:pt>
                <c:pt idx="22340">
                  <c:v>0.872</c:v>
                </c:pt>
                <c:pt idx="22341">
                  <c:v>0.872</c:v>
                </c:pt>
                <c:pt idx="22342">
                  <c:v>0.872</c:v>
                </c:pt>
                <c:pt idx="22343">
                  <c:v>0.872</c:v>
                </c:pt>
                <c:pt idx="22344">
                  <c:v>0.872</c:v>
                </c:pt>
                <c:pt idx="22345">
                  <c:v>0.872</c:v>
                </c:pt>
                <c:pt idx="22346">
                  <c:v>0.872</c:v>
                </c:pt>
                <c:pt idx="22347">
                  <c:v>0.872</c:v>
                </c:pt>
                <c:pt idx="22348">
                  <c:v>0.872</c:v>
                </c:pt>
                <c:pt idx="22349">
                  <c:v>0.872</c:v>
                </c:pt>
                <c:pt idx="22350">
                  <c:v>0.872</c:v>
                </c:pt>
                <c:pt idx="22351">
                  <c:v>0.872</c:v>
                </c:pt>
                <c:pt idx="22352">
                  <c:v>0.872</c:v>
                </c:pt>
                <c:pt idx="22353">
                  <c:v>0.872</c:v>
                </c:pt>
                <c:pt idx="22354">
                  <c:v>0.87214814814814812</c:v>
                </c:pt>
                <c:pt idx="22355">
                  <c:v>0.87229629629629635</c:v>
                </c:pt>
                <c:pt idx="22356">
                  <c:v>0.87229629629629635</c:v>
                </c:pt>
                <c:pt idx="22357">
                  <c:v>0.87229629629629635</c:v>
                </c:pt>
                <c:pt idx="22358">
                  <c:v>0.87244444444444447</c:v>
                </c:pt>
                <c:pt idx="22359">
                  <c:v>0.87244444444444447</c:v>
                </c:pt>
                <c:pt idx="22360">
                  <c:v>0.87244444444444447</c:v>
                </c:pt>
                <c:pt idx="22361">
                  <c:v>0.87244444444444447</c:v>
                </c:pt>
                <c:pt idx="22362">
                  <c:v>0.87244444444444447</c:v>
                </c:pt>
                <c:pt idx="22363">
                  <c:v>0.87259259259259259</c:v>
                </c:pt>
                <c:pt idx="22364">
                  <c:v>0.87259259259259259</c:v>
                </c:pt>
                <c:pt idx="22365">
                  <c:v>0.87259259259259259</c:v>
                </c:pt>
                <c:pt idx="22366">
                  <c:v>0.87274074074074071</c:v>
                </c:pt>
                <c:pt idx="22367">
                  <c:v>0.87274074074074071</c:v>
                </c:pt>
                <c:pt idx="22368">
                  <c:v>0.87274074074074071</c:v>
                </c:pt>
                <c:pt idx="22369">
                  <c:v>0.87288888888888894</c:v>
                </c:pt>
                <c:pt idx="22370">
                  <c:v>0.87288888888888894</c:v>
                </c:pt>
                <c:pt idx="22371">
                  <c:v>0.87303703703703706</c:v>
                </c:pt>
                <c:pt idx="22372">
                  <c:v>0.87318518518518518</c:v>
                </c:pt>
                <c:pt idx="22373">
                  <c:v>0.87318518518518518</c:v>
                </c:pt>
                <c:pt idx="22374">
                  <c:v>0.87318518518518518</c:v>
                </c:pt>
                <c:pt idx="22375">
                  <c:v>0.87318518518518518</c:v>
                </c:pt>
                <c:pt idx="22376">
                  <c:v>0.87318518518518518</c:v>
                </c:pt>
                <c:pt idx="22377">
                  <c:v>0.87318518518518518</c:v>
                </c:pt>
                <c:pt idx="22378">
                  <c:v>0.87318518518518518</c:v>
                </c:pt>
                <c:pt idx="22379">
                  <c:v>0.87318518518518518</c:v>
                </c:pt>
                <c:pt idx="22380">
                  <c:v>0.87333333333333329</c:v>
                </c:pt>
                <c:pt idx="22381">
                  <c:v>0.87333333333333329</c:v>
                </c:pt>
                <c:pt idx="22382">
                  <c:v>0.87333333333333329</c:v>
                </c:pt>
                <c:pt idx="22383">
                  <c:v>0.87348148148148153</c:v>
                </c:pt>
                <c:pt idx="22384">
                  <c:v>0.87348148148148153</c:v>
                </c:pt>
                <c:pt idx="22385">
                  <c:v>0.87348148148148153</c:v>
                </c:pt>
                <c:pt idx="22386">
                  <c:v>0.87362962962962964</c:v>
                </c:pt>
                <c:pt idx="22387">
                  <c:v>0.87377777777777776</c:v>
                </c:pt>
                <c:pt idx="22388">
                  <c:v>0.87377777777777776</c:v>
                </c:pt>
                <c:pt idx="22389">
                  <c:v>0.87377777777777776</c:v>
                </c:pt>
                <c:pt idx="22390">
                  <c:v>0.87377777777777776</c:v>
                </c:pt>
                <c:pt idx="22391">
                  <c:v>0.87377777777777776</c:v>
                </c:pt>
                <c:pt idx="22392">
                  <c:v>0.87377777777777776</c:v>
                </c:pt>
                <c:pt idx="22393">
                  <c:v>0.87392592592592588</c:v>
                </c:pt>
                <c:pt idx="22394">
                  <c:v>0.87392592592592588</c:v>
                </c:pt>
                <c:pt idx="22395">
                  <c:v>0.87392592592592588</c:v>
                </c:pt>
                <c:pt idx="22396">
                  <c:v>0.87392592592592588</c:v>
                </c:pt>
                <c:pt idx="22397">
                  <c:v>0.87407407407407411</c:v>
                </c:pt>
                <c:pt idx="22398">
                  <c:v>0.87407407407407411</c:v>
                </c:pt>
                <c:pt idx="22399">
                  <c:v>0.87422222222222223</c:v>
                </c:pt>
                <c:pt idx="22400">
                  <c:v>0.87422222222222223</c:v>
                </c:pt>
                <c:pt idx="22401">
                  <c:v>0.87437037037037035</c:v>
                </c:pt>
                <c:pt idx="22402">
                  <c:v>0.87437037037037035</c:v>
                </c:pt>
                <c:pt idx="22403">
                  <c:v>0.87437037037037035</c:v>
                </c:pt>
                <c:pt idx="22404">
                  <c:v>0.87437037037037035</c:v>
                </c:pt>
                <c:pt idx="22405">
                  <c:v>0.87451851851851847</c:v>
                </c:pt>
                <c:pt idx="22406">
                  <c:v>0.87451851851851847</c:v>
                </c:pt>
                <c:pt idx="22407">
                  <c:v>0.8746666666666667</c:v>
                </c:pt>
                <c:pt idx="22408">
                  <c:v>0.8746666666666667</c:v>
                </c:pt>
                <c:pt idx="22409">
                  <c:v>0.8746666666666667</c:v>
                </c:pt>
                <c:pt idx="22410">
                  <c:v>0.8746666666666667</c:v>
                </c:pt>
                <c:pt idx="22411">
                  <c:v>0.8746666666666667</c:v>
                </c:pt>
                <c:pt idx="22412">
                  <c:v>0.8746666666666667</c:v>
                </c:pt>
                <c:pt idx="22413">
                  <c:v>0.87481481481481482</c:v>
                </c:pt>
                <c:pt idx="22414">
                  <c:v>0.87496296296296294</c:v>
                </c:pt>
                <c:pt idx="22415">
                  <c:v>0.87496296296296294</c:v>
                </c:pt>
                <c:pt idx="22416">
                  <c:v>0.87496296296296294</c:v>
                </c:pt>
                <c:pt idx="22417">
                  <c:v>0.87496296296296294</c:v>
                </c:pt>
                <c:pt idx="22418">
                  <c:v>0.87511111111111106</c:v>
                </c:pt>
                <c:pt idx="22419">
                  <c:v>0.87525925925925929</c:v>
                </c:pt>
                <c:pt idx="22420">
                  <c:v>0.87525925925925929</c:v>
                </c:pt>
                <c:pt idx="22421">
                  <c:v>0.87525925925925929</c:v>
                </c:pt>
                <c:pt idx="22422">
                  <c:v>0.87525925925925929</c:v>
                </c:pt>
                <c:pt idx="22423">
                  <c:v>0.87540740740740741</c:v>
                </c:pt>
                <c:pt idx="22424">
                  <c:v>0.87540740740740741</c:v>
                </c:pt>
                <c:pt idx="22425">
                  <c:v>0.87540740740740741</c:v>
                </c:pt>
                <c:pt idx="22426">
                  <c:v>0.87540740740740741</c:v>
                </c:pt>
                <c:pt idx="22427">
                  <c:v>0.87540740740740741</c:v>
                </c:pt>
                <c:pt idx="22428">
                  <c:v>0.87540740740740741</c:v>
                </c:pt>
                <c:pt idx="22429">
                  <c:v>0.87540740740740741</c:v>
                </c:pt>
                <c:pt idx="22430">
                  <c:v>0.87555555555555553</c:v>
                </c:pt>
                <c:pt idx="22431">
                  <c:v>0.87555555555555553</c:v>
                </c:pt>
                <c:pt idx="22432">
                  <c:v>0.87555555555555553</c:v>
                </c:pt>
                <c:pt idx="22433">
                  <c:v>0.87555555555555553</c:v>
                </c:pt>
                <c:pt idx="22434">
                  <c:v>0.87555555555555553</c:v>
                </c:pt>
                <c:pt idx="22435">
                  <c:v>0.87555555555555553</c:v>
                </c:pt>
                <c:pt idx="22436">
                  <c:v>0.87555555555555553</c:v>
                </c:pt>
                <c:pt idx="22437">
                  <c:v>0.87555555555555553</c:v>
                </c:pt>
                <c:pt idx="22438">
                  <c:v>0.87555555555555553</c:v>
                </c:pt>
                <c:pt idx="22439">
                  <c:v>0.87555555555555553</c:v>
                </c:pt>
                <c:pt idx="22440">
                  <c:v>0.87555555555555553</c:v>
                </c:pt>
                <c:pt idx="22441">
                  <c:v>0.87570370370370365</c:v>
                </c:pt>
                <c:pt idx="22442">
                  <c:v>0.87570370370370365</c:v>
                </c:pt>
                <c:pt idx="22443">
                  <c:v>0.87570370370370365</c:v>
                </c:pt>
                <c:pt idx="22444">
                  <c:v>0.87570370370370365</c:v>
                </c:pt>
                <c:pt idx="22445">
                  <c:v>0.87570370370370365</c:v>
                </c:pt>
                <c:pt idx="22446">
                  <c:v>0.87570370370370365</c:v>
                </c:pt>
                <c:pt idx="22447">
                  <c:v>0.87570370370370365</c:v>
                </c:pt>
                <c:pt idx="22448">
                  <c:v>0.87585185185185188</c:v>
                </c:pt>
                <c:pt idx="22449">
                  <c:v>0.87585185185185188</c:v>
                </c:pt>
                <c:pt idx="22450">
                  <c:v>0.87585185185185188</c:v>
                </c:pt>
                <c:pt idx="22451">
                  <c:v>0.876</c:v>
                </c:pt>
                <c:pt idx="22452">
                  <c:v>0.876</c:v>
                </c:pt>
                <c:pt idx="22453">
                  <c:v>0.876</c:v>
                </c:pt>
                <c:pt idx="22454">
                  <c:v>0.876</c:v>
                </c:pt>
                <c:pt idx="22455">
                  <c:v>0.876</c:v>
                </c:pt>
                <c:pt idx="22456">
                  <c:v>0.876</c:v>
                </c:pt>
                <c:pt idx="22457">
                  <c:v>0.876</c:v>
                </c:pt>
                <c:pt idx="22458">
                  <c:v>0.876</c:v>
                </c:pt>
                <c:pt idx="22459">
                  <c:v>0.876</c:v>
                </c:pt>
                <c:pt idx="22460">
                  <c:v>0.876</c:v>
                </c:pt>
                <c:pt idx="22461">
                  <c:v>0.876</c:v>
                </c:pt>
                <c:pt idx="22462">
                  <c:v>0.876</c:v>
                </c:pt>
                <c:pt idx="22463">
                  <c:v>0.876</c:v>
                </c:pt>
                <c:pt idx="22464">
                  <c:v>0.87614814814814812</c:v>
                </c:pt>
                <c:pt idx="22465">
                  <c:v>0.87629629629629635</c:v>
                </c:pt>
                <c:pt idx="22466">
                  <c:v>0.87629629629629635</c:v>
                </c:pt>
                <c:pt idx="22467">
                  <c:v>0.87644444444444447</c:v>
                </c:pt>
                <c:pt idx="22468">
                  <c:v>0.87644444444444447</c:v>
                </c:pt>
                <c:pt idx="22469">
                  <c:v>0.87659259259259259</c:v>
                </c:pt>
                <c:pt idx="22470">
                  <c:v>0.87659259259259259</c:v>
                </c:pt>
                <c:pt idx="22471">
                  <c:v>0.87659259259259259</c:v>
                </c:pt>
                <c:pt idx="22472">
                  <c:v>0.87659259259259259</c:v>
                </c:pt>
                <c:pt idx="22473">
                  <c:v>0.87659259259259259</c:v>
                </c:pt>
                <c:pt idx="22474">
                  <c:v>0.87674074074074071</c:v>
                </c:pt>
                <c:pt idx="22475">
                  <c:v>0.87674074074074071</c:v>
                </c:pt>
                <c:pt idx="22476">
                  <c:v>0.87674074074074071</c:v>
                </c:pt>
                <c:pt idx="22477">
                  <c:v>0.87674074074074071</c:v>
                </c:pt>
                <c:pt idx="22478">
                  <c:v>0.87674074074074071</c:v>
                </c:pt>
                <c:pt idx="22479">
                  <c:v>0.87674074074074071</c:v>
                </c:pt>
                <c:pt idx="22480">
                  <c:v>0.87674074074074071</c:v>
                </c:pt>
                <c:pt idx="22481">
                  <c:v>0.87674074074074071</c:v>
                </c:pt>
                <c:pt idx="22482">
                  <c:v>0.87674074074074071</c:v>
                </c:pt>
                <c:pt idx="22483">
                  <c:v>0.87674074074074071</c:v>
                </c:pt>
                <c:pt idx="22484">
                  <c:v>0.87674074074074071</c:v>
                </c:pt>
                <c:pt idx="22485">
                  <c:v>0.87674074074074071</c:v>
                </c:pt>
                <c:pt idx="22486">
                  <c:v>0.87688888888888894</c:v>
                </c:pt>
                <c:pt idx="22487">
                  <c:v>0.87688888888888894</c:v>
                </c:pt>
                <c:pt idx="22488">
                  <c:v>0.87688888888888894</c:v>
                </c:pt>
                <c:pt idx="22489">
                  <c:v>0.87703703703703706</c:v>
                </c:pt>
                <c:pt idx="22490">
                  <c:v>0.87718518518518518</c:v>
                </c:pt>
                <c:pt idx="22491">
                  <c:v>0.87718518518518518</c:v>
                </c:pt>
                <c:pt idx="22492">
                  <c:v>0.8773333333333333</c:v>
                </c:pt>
                <c:pt idx="22493">
                  <c:v>0.8773333333333333</c:v>
                </c:pt>
                <c:pt idx="22494">
                  <c:v>0.87748148148148153</c:v>
                </c:pt>
                <c:pt idx="22495">
                  <c:v>0.87748148148148153</c:v>
                </c:pt>
                <c:pt idx="22496">
                  <c:v>0.87748148148148153</c:v>
                </c:pt>
                <c:pt idx="22497">
                  <c:v>0.87748148148148153</c:v>
                </c:pt>
                <c:pt idx="22498">
                  <c:v>0.87748148148148153</c:v>
                </c:pt>
                <c:pt idx="22499">
                  <c:v>0.87762962962962965</c:v>
                </c:pt>
                <c:pt idx="22500">
                  <c:v>0.87762962962962965</c:v>
                </c:pt>
                <c:pt idx="22501">
                  <c:v>0.87777777777777777</c:v>
                </c:pt>
                <c:pt idx="22502">
                  <c:v>0.87777777777777777</c:v>
                </c:pt>
                <c:pt idx="22503">
                  <c:v>0.87777777777777777</c:v>
                </c:pt>
                <c:pt idx="22504">
                  <c:v>0.87777777777777777</c:v>
                </c:pt>
                <c:pt idx="22505">
                  <c:v>0.87777777777777777</c:v>
                </c:pt>
                <c:pt idx="22506">
                  <c:v>0.87777777777777777</c:v>
                </c:pt>
                <c:pt idx="22507">
                  <c:v>0.87777777777777777</c:v>
                </c:pt>
                <c:pt idx="22508">
                  <c:v>0.87777777777777777</c:v>
                </c:pt>
                <c:pt idx="22509">
                  <c:v>0.87777777777777777</c:v>
                </c:pt>
                <c:pt idx="22510">
                  <c:v>0.87792592592592589</c:v>
                </c:pt>
                <c:pt idx="22511">
                  <c:v>0.87792592592592589</c:v>
                </c:pt>
                <c:pt idx="22512">
                  <c:v>0.87792592592592589</c:v>
                </c:pt>
                <c:pt idx="22513">
                  <c:v>0.87807407407407412</c:v>
                </c:pt>
                <c:pt idx="22514">
                  <c:v>0.87822222222222224</c:v>
                </c:pt>
                <c:pt idx="22515">
                  <c:v>0.87822222222222224</c:v>
                </c:pt>
                <c:pt idx="22516">
                  <c:v>0.87837037037037036</c:v>
                </c:pt>
                <c:pt idx="22517">
                  <c:v>0.87837037037037036</c:v>
                </c:pt>
                <c:pt idx="22518">
                  <c:v>0.87837037037037036</c:v>
                </c:pt>
                <c:pt idx="22519">
                  <c:v>0.87837037037037036</c:v>
                </c:pt>
                <c:pt idx="22520">
                  <c:v>0.87837037037037036</c:v>
                </c:pt>
                <c:pt idx="22521">
                  <c:v>0.87837037037037036</c:v>
                </c:pt>
                <c:pt idx="22522">
                  <c:v>0.87837037037037036</c:v>
                </c:pt>
                <c:pt idx="22523">
                  <c:v>0.87851851851851848</c:v>
                </c:pt>
                <c:pt idx="22524">
                  <c:v>0.87866666666666671</c:v>
                </c:pt>
                <c:pt idx="22525">
                  <c:v>0.87866666666666671</c:v>
                </c:pt>
                <c:pt idx="22526">
                  <c:v>0.87881481481481483</c:v>
                </c:pt>
                <c:pt idx="22527">
                  <c:v>0.87881481481481483</c:v>
                </c:pt>
                <c:pt idx="22528">
                  <c:v>0.87881481481481483</c:v>
                </c:pt>
                <c:pt idx="22529">
                  <c:v>0.87881481481481483</c:v>
                </c:pt>
                <c:pt idx="22530">
                  <c:v>0.87881481481481483</c:v>
                </c:pt>
                <c:pt idx="22531">
                  <c:v>0.87881481481481483</c:v>
                </c:pt>
                <c:pt idx="22532">
                  <c:v>0.87881481481481483</c:v>
                </c:pt>
                <c:pt idx="22533">
                  <c:v>0.87881481481481483</c:v>
                </c:pt>
                <c:pt idx="22534">
                  <c:v>0.87896296296296295</c:v>
                </c:pt>
                <c:pt idx="22535">
                  <c:v>0.87896296296296295</c:v>
                </c:pt>
                <c:pt idx="22536">
                  <c:v>0.87896296296296295</c:v>
                </c:pt>
                <c:pt idx="22537">
                  <c:v>0.87911111111111107</c:v>
                </c:pt>
                <c:pt idx="22538">
                  <c:v>0.87911111111111107</c:v>
                </c:pt>
                <c:pt idx="22539">
                  <c:v>0.87911111111111107</c:v>
                </c:pt>
                <c:pt idx="22540">
                  <c:v>0.87911111111111107</c:v>
                </c:pt>
                <c:pt idx="22541">
                  <c:v>0.87911111111111107</c:v>
                </c:pt>
                <c:pt idx="22542">
                  <c:v>0.87911111111111107</c:v>
                </c:pt>
                <c:pt idx="22543">
                  <c:v>0.8792592592592593</c:v>
                </c:pt>
                <c:pt idx="22544">
                  <c:v>0.8792592592592593</c:v>
                </c:pt>
                <c:pt idx="22545">
                  <c:v>0.8792592592592593</c:v>
                </c:pt>
                <c:pt idx="22546">
                  <c:v>0.87940740740740742</c:v>
                </c:pt>
                <c:pt idx="22547">
                  <c:v>0.87940740740740742</c:v>
                </c:pt>
                <c:pt idx="22548">
                  <c:v>0.87955555555555553</c:v>
                </c:pt>
                <c:pt idx="22549">
                  <c:v>0.87955555555555553</c:v>
                </c:pt>
                <c:pt idx="22550">
                  <c:v>0.87955555555555553</c:v>
                </c:pt>
                <c:pt idx="22551">
                  <c:v>0.87955555555555553</c:v>
                </c:pt>
                <c:pt idx="22552">
                  <c:v>0.87955555555555553</c:v>
                </c:pt>
                <c:pt idx="22553">
                  <c:v>0.87955555555555553</c:v>
                </c:pt>
                <c:pt idx="22554">
                  <c:v>0.87955555555555553</c:v>
                </c:pt>
                <c:pt idx="22555">
                  <c:v>0.87955555555555553</c:v>
                </c:pt>
                <c:pt idx="22556">
                  <c:v>0.87970370370370365</c:v>
                </c:pt>
                <c:pt idx="22557">
                  <c:v>0.87970370370370365</c:v>
                </c:pt>
                <c:pt idx="22558">
                  <c:v>0.87970370370370365</c:v>
                </c:pt>
                <c:pt idx="22559">
                  <c:v>0.87970370370370365</c:v>
                </c:pt>
                <c:pt idx="22560">
                  <c:v>0.87970370370370365</c:v>
                </c:pt>
                <c:pt idx="22561">
                  <c:v>0.87970370370370365</c:v>
                </c:pt>
                <c:pt idx="22562">
                  <c:v>0.87970370370370365</c:v>
                </c:pt>
                <c:pt idx="22563">
                  <c:v>0.87970370370370365</c:v>
                </c:pt>
                <c:pt idx="22564">
                  <c:v>0.87970370370370365</c:v>
                </c:pt>
                <c:pt idx="22565">
                  <c:v>0.87970370370370365</c:v>
                </c:pt>
                <c:pt idx="22566">
                  <c:v>0.87970370370370365</c:v>
                </c:pt>
                <c:pt idx="22567">
                  <c:v>0.87970370370370365</c:v>
                </c:pt>
                <c:pt idx="22568">
                  <c:v>0.87985185185185188</c:v>
                </c:pt>
                <c:pt idx="22569">
                  <c:v>0.87985185185185188</c:v>
                </c:pt>
                <c:pt idx="22570">
                  <c:v>0.87985185185185188</c:v>
                </c:pt>
                <c:pt idx="22571">
                  <c:v>0.87985185185185188</c:v>
                </c:pt>
                <c:pt idx="22572">
                  <c:v>0.87985185185185188</c:v>
                </c:pt>
                <c:pt idx="22573">
                  <c:v>0.87985185185185188</c:v>
                </c:pt>
                <c:pt idx="22574">
                  <c:v>0.88</c:v>
                </c:pt>
                <c:pt idx="22575">
                  <c:v>0.88</c:v>
                </c:pt>
                <c:pt idx="22576">
                  <c:v>0.88</c:v>
                </c:pt>
                <c:pt idx="22577">
                  <c:v>0.88</c:v>
                </c:pt>
                <c:pt idx="22578">
                  <c:v>0.88</c:v>
                </c:pt>
                <c:pt idx="22579">
                  <c:v>0.88</c:v>
                </c:pt>
                <c:pt idx="22580">
                  <c:v>0.88</c:v>
                </c:pt>
                <c:pt idx="22581">
                  <c:v>0.88</c:v>
                </c:pt>
                <c:pt idx="22582">
                  <c:v>0.88</c:v>
                </c:pt>
                <c:pt idx="22583">
                  <c:v>0.88014814814814812</c:v>
                </c:pt>
                <c:pt idx="22584">
                  <c:v>0.88029629629629624</c:v>
                </c:pt>
                <c:pt idx="22585">
                  <c:v>0.88029629629629624</c:v>
                </c:pt>
                <c:pt idx="22586">
                  <c:v>0.88029629629629624</c:v>
                </c:pt>
                <c:pt idx="22587">
                  <c:v>0.88029629629629624</c:v>
                </c:pt>
                <c:pt idx="22588">
                  <c:v>0.88044444444444447</c:v>
                </c:pt>
                <c:pt idx="22589">
                  <c:v>0.88044444444444447</c:v>
                </c:pt>
                <c:pt idx="22590">
                  <c:v>0.88044444444444447</c:v>
                </c:pt>
                <c:pt idx="22591">
                  <c:v>0.88044444444444447</c:v>
                </c:pt>
                <c:pt idx="22592">
                  <c:v>0.88044444444444447</c:v>
                </c:pt>
                <c:pt idx="22593">
                  <c:v>0.88044444444444447</c:v>
                </c:pt>
                <c:pt idx="22594">
                  <c:v>0.88059259259259259</c:v>
                </c:pt>
                <c:pt idx="22595">
                  <c:v>0.88074074074074071</c:v>
                </c:pt>
                <c:pt idx="22596">
                  <c:v>0.88074074074074071</c:v>
                </c:pt>
                <c:pt idx="22597">
                  <c:v>0.88074074074074071</c:v>
                </c:pt>
                <c:pt idx="22598">
                  <c:v>0.88074074074074071</c:v>
                </c:pt>
                <c:pt idx="22599">
                  <c:v>0.88088888888888894</c:v>
                </c:pt>
                <c:pt idx="22600">
                  <c:v>0.88088888888888894</c:v>
                </c:pt>
                <c:pt idx="22601">
                  <c:v>0.88103703703703706</c:v>
                </c:pt>
                <c:pt idx="22602">
                  <c:v>0.88103703703703706</c:v>
                </c:pt>
                <c:pt idx="22603">
                  <c:v>0.88103703703703706</c:v>
                </c:pt>
                <c:pt idx="22604">
                  <c:v>0.88103703703703706</c:v>
                </c:pt>
                <c:pt idx="22605">
                  <c:v>0.88103703703703706</c:v>
                </c:pt>
                <c:pt idx="22606">
                  <c:v>0.88103703703703706</c:v>
                </c:pt>
                <c:pt idx="22607">
                  <c:v>0.88118518518518518</c:v>
                </c:pt>
                <c:pt idx="22608">
                  <c:v>0.8813333333333333</c:v>
                </c:pt>
                <c:pt idx="22609">
                  <c:v>0.8813333333333333</c:v>
                </c:pt>
                <c:pt idx="22610">
                  <c:v>0.8813333333333333</c:v>
                </c:pt>
                <c:pt idx="22611">
                  <c:v>0.8813333333333333</c:v>
                </c:pt>
                <c:pt idx="22612">
                  <c:v>0.8813333333333333</c:v>
                </c:pt>
                <c:pt idx="22613">
                  <c:v>0.8813333333333333</c:v>
                </c:pt>
                <c:pt idx="22614">
                  <c:v>0.8813333333333333</c:v>
                </c:pt>
                <c:pt idx="22615">
                  <c:v>0.8813333333333333</c:v>
                </c:pt>
                <c:pt idx="22616">
                  <c:v>0.8813333333333333</c:v>
                </c:pt>
                <c:pt idx="22617">
                  <c:v>0.8813333333333333</c:v>
                </c:pt>
                <c:pt idx="22618">
                  <c:v>0.8813333333333333</c:v>
                </c:pt>
                <c:pt idx="22619">
                  <c:v>0.88148148148148153</c:v>
                </c:pt>
                <c:pt idx="22620">
                  <c:v>0.88148148148148153</c:v>
                </c:pt>
                <c:pt idx="22621">
                  <c:v>0.88148148148148153</c:v>
                </c:pt>
                <c:pt idx="22622">
                  <c:v>0.88148148148148153</c:v>
                </c:pt>
                <c:pt idx="22623">
                  <c:v>0.88162962962962965</c:v>
                </c:pt>
                <c:pt idx="22624">
                  <c:v>0.88162962962962965</c:v>
                </c:pt>
                <c:pt idx="22625">
                  <c:v>0.88162962962962965</c:v>
                </c:pt>
                <c:pt idx="22626">
                  <c:v>0.88162962962962965</c:v>
                </c:pt>
                <c:pt idx="22627">
                  <c:v>0.88162962962962965</c:v>
                </c:pt>
                <c:pt idx="22628">
                  <c:v>0.88177777777777777</c:v>
                </c:pt>
                <c:pt idx="22629">
                  <c:v>0.88177777777777777</c:v>
                </c:pt>
                <c:pt idx="22630">
                  <c:v>0.88177777777777777</c:v>
                </c:pt>
                <c:pt idx="22631">
                  <c:v>0.88177777777777777</c:v>
                </c:pt>
                <c:pt idx="22632">
                  <c:v>0.88192592592592589</c:v>
                </c:pt>
                <c:pt idx="22633">
                  <c:v>0.88207407407407412</c:v>
                </c:pt>
                <c:pt idx="22634">
                  <c:v>0.88207407407407412</c:v>
                </c:pt>
                <c:pt idx="22635">
                  <c:v>0.88222222222222224</c:v>
                </c:pt>
                <c:pt idx="22636">
                  <c:v>0.88237037037037036</c:v>
                </c:pt>
                <c:pt idx="22637">
                  <c:v>0.88237037037037036</c:v>
                </c:pt>
                <c:pt idx="22638">
                  <c:v>0.88251851851851848</c:v>
                </c:pt>
                <c:pt idx="22639">
                  <c:v>0.88266666666666671</c:v>
                </c:pt>
                <c:pt idx="22640">
                  <c:v>0.88281481481481483</c:v>
                </c:pt>
                <c:pt idx="22641">
                  <c:v>0.88281481481481483</c:v>
                </c:pt>
                <c:pt idx="22642">
                  <c:v>0.88281481481481483</c:v>
                </c:pt>
                <c:pt idx="22643">
                  <c:v>0.88296296296296295</c:v>
                </c:pt>
                <c:pt idx="22644">
                  <c:v>0.88311111111111107</c:v>
                </c:pt>
                <c:pt idx="22645">
                  <c:v>0.8832592592592593</c:v>
                </c:pt>
                <c:pt idx="22646">
                  <c:v>0.8832592592592593</c:v>
                </c:pt>
                <c:pt idx="22647">
                  <c:v>0.88340740740740742</c:v>
                </c:pt>
                <c:pt idx="22648">
                  <c:v>0.88340740740740742</c:v>
                </c:pt>
                <c:pt idx="22649">
                  <c:v>0.88340740740740742</c:v>
                </c:pt>
                <c:pt idx="22650">
                  <c:v>0.88355555555555554</c:v>
                </c:pt>
                <c:pt idx="22651">
                  <c:v>0.88355555555555554</c:v>
                </c:pt>
                <c:pt idx="22652">
                  <c:v>0.88355555555555554</c:v>
                </c:pt>
                <c:pt idx="22653">
                  <c:v>0.88355555555555554</c:v>
                </c:pt>
                <c:pt idx="22654">
                  <c:v>0.88355555555555554</c:v>
                </c:pt>
                <c:pt idx="22655">
                  <c:v>0.88370370370370366</c:v>
                </c:pt>
                <c:pt idx="22656">
                  <c:v>0.88370370370370366</c:v>
                </c:pt>
                <c:pt idx="22657">
                  <c:v>0.88370370370370366</c:v>
                </c:pt>
                <c:pt idx="22658">
                  <c:v>0.88370370370370366</c:v>
                </c:pt>
                <c:pt idx="22659">
                  <c:v>0.88370370370370366</c:v>
                </c:pt>
                <c:pt idx="22660">
                  <c:v>0.88370370370370366</c:v>
                </c:pt>
                <c:pt idx="22661">
                  <c:v>0.88370370370370366</c:v>
                </c:pt>
                <c:pt idx="22662">
                  <c:v>0.88370370370370366</c:v>
                </c:pt>
                <c:pt idx="22663">
                  <c:v>0.88370370370370366</c:v>
                </c:pt>
                <c:pt idx="22664">
                  <c:v>0.88370370370370366</c:v>
                </c:pt>
                <c:pt idx="22665">
                  <c:v>0.88370370370370366</c:v>
                </c:pt>
                <c:pt idx="22666">
                  <c:v>0.88370370370370366</c:v>
                </c:pt>
                <c:pt idx="22667">
                  <c:v>0.88370370370370366</c:v>
                </c:pt>
                <c:pt idx="22668">
                  <c:v>0.88385185185185189</c:v>
                </c:pt>
                <c:pt idx="22669">
                  <c:v>0.88385185185185189</c:v>
                </c:pt>
                <c:pt idx="22670">
                  <c:v>0.88385185185185189</c:v>
                </c:pt>
                <c:pt idx="22671">
                  <c:v>0.88400000000000001</c:v>
                </c:pt>
                <c:pt idx="22672">
                  <c:v>0.88400000000000001</c:v>
                </c:pt>
                <c:pt idx="22673">
                  <c:v>0.88400000000000001</c:v>
                </c:pt>
                <c:pt idx="22674">
                  <c:v>0.88400000000000001</c:v>
                </c:pt>
                <c:pt idx="22675">
                  <c:v>0.88400000000000001</c:v>
                </c:pt>
                <c:pt idx="22676">
                  <c:v>0.88400000000000001</c:v>
                </c:pt>
                <c:pt idx="22677">
                  <c:v>0.88400000000000001</c:v>
                </c:pt>
                <c:pt idx="22678">
                  <c:v>0.88400000000000001</c:v>
                </c:pt>
                <c:pt idx="22679">
                  <c:v>0.88400000000000001</c:v>
                </c:pt>
                <c:pt idx="22680">
                  <c:v>0.88400000000000001</c:v>
                </c:pt>
                <c:pt idx="22681">
                  <c:v>0.88414814814814813</c:v>
                </c:pt>
                <c:pt idx="22682">
                  <c:v>0.88414814814814813</c:v>
                </c:pt>
                <c:pt idx="22683">
                  <c:v>0.88414814814814813</c:v>
                </c:pt>
                <c:pt idx="22684">
                  <c:v>0.88414814814814813</c:v>
                </c:pt>
                <c:pt idx="22685">
                  <c:v>0.88429629629629625</c:v>
                </c:pt>
                <c:pt idx="22686">
                  <c:v>0.88444444444444448</c:v>
                </c:pt>
                <c:pt idx="22687">
                  <c:v>0.88444444444444448</c:v>
                </c:pt>
                <c:pt idx="22688">
                  <c:v>0.88444444444444448</c:v>
                </c:pt>
                <c:pt idx="22689">
                  <c:v>0.88444444444444448</c:v>
                </c:pt>
                <c:pt idx="22690">
                  <c:v>0.8845925925925926</c:v>
                </c:pt>
                <c:pt idx="22691">
                  <c:v>0.8845925925925926</c:v>
                </c:pt>
                <c:pt idx="22692">
                  <c:v>0.8845925925925926</c:v>
                </c:pt>
                <c:pt idx="22693">
                  <c:v>0.8845925925925926</c:v>
                </c:pt>
                <c:pt idx="22694">
                  <c:v>0.8845925925925926</c:v>
                </c:pt>
                <c:pt idx="22695">
                  <c:v>0.8845925925925926</c:v>
                </c:pt>
                <c:pt idx="22696">
                  <c:v>0.8845925925925926</c:v>
                </c:pt>
                <c:pt idx="22697">
                  <c:v>0.8845925925925926</c:v>
                </c:pt>
                <c:pt idx="22698">
                  <c:v>0.88474074074074072</c:v>
                </c:pt>
                <c:pt idx="22699">
                  <c:v>0.88474074074074072</c:v>
                </c:pt>
                <c:pt idx="22700">
                  <c:v>0.88474074074074072</c:v>
                </c:pt>
                <c:pt idx="22701">
                  <c:v>0.88474074074074072</c:v>
                </c:pt>
                <c:pt idx="22702">
                  <c:v>0.88474074074074072</c:v>
                </c:pt>
                <c:pt idx="22703">
                  <c:v>0.88474074074074072</c:v>
                </c:pt>
                <c:pt idx="22704">
                  <c:v>0.88488888888888884</c:v>
                </c:pt>
                <c:pt idx="22705">
                  <c:v>0.88503703703703707</c:v>
                </c:pt>
                <c:pt idx="22706">
                  <c:v>0.88503703703703707</c:v>
                </c:pt>
                <c:pt idx="22707">
                  <c:v>0.88518518518518519</c:v>
                </c:pt>
                <c:pt idx="22708">
                  <c:v>0.88518518518518519</c:v>
                </c:pt>
                <c:pt idx="22709">
                  <c:v>0.88518518518518519</c:v>
                </c:pt>
                <c:pt idx="22710">
                  <c:v>0.88533333333333331</c:v>
                </c:pt>
                <c:pt idx="22711">
                  <c:v>0.88533333333333331</c:v>
                </c:pt>
                <c:pt idx="22712">
                  <c:v>0.88533333333333331</c:v>
                </c:pt>
                <c:pt idx="22713">
                  <c:v>0.88533333333333331</c:v>
                </c:pt>
                <c:pt idx="22714">
                  <c:v>0.88548148148148154</c:v>
                </c:pt>
                <c:pt idx="22715">
                  <c:v>0.88548148148148154</c:v>
                </c:pt>
                <c:pt idx="22716">
                  <c:v>0.88548148148148154</c:v>
                </c:pt>
                <c:pt idx="22717">
                  <c:v>0.88548148148148154</c:v>
                </c:pt>
                <c:pt idx="22718">
                  <c:v>0.88548148148148154</c:v>
                </c:pt>
                <c:pt idx="22719">
                  <c:v>0.88548148148148154</c:v>
                </c:pt>
                <c:pt idx="22720">
                  <c:v>0.88562962962962966</c:v>
                </c:pt>
                <c:pt idx="22721">
                  <c:v>0.88562962962962966</c:v>
                </c:pt>
                <c:pt idx="22722">
                  <c:v>0.88562962962962966</c:v>
                </c:pt>
                <c:pt idx="22723">
                  <c:v>0.88562962962962966</c:v>
                </c:pt>
                <c:pt idx="22724">
                  <c:v>0.88562962962962966</c:v>
                </c:pt>
                <c:pt idx="22725">
                  <c:v>0.88562962962962966</c:v>
                </c:pt>
                <c:pt idx="22726">
                  <c:v>0.88562962962962966</c:v>
                </c:pt>
                <c:pt idx="22727">
                  <c:v>0.88577777777777778</c:v>
                </c:pt>
                <c:pt idx="22728">
                  <c:v>0.88592592592592589</c:v>
                </c:pt>
                <c:pt idx="22729">
                  <c:v>0.88607407407407413</c:v>
                </c:pt>
                <c:pt idx="22730">
                  <c:v>0.88607407407407413</c:v>
                </c:pt>
                <c:pt idx="22731">
                  <c:v>0.88607407407407413</c:v>
                </c:pt>
                <c:pt idx="22732">
                  <c:v>0.88607407407407413</c:v>
                </c:pt>
                <c:pt idx="22733">
                  <c:v>0.88607407407407413</c:v>
                </c:pt>
                <c:pt idx="22734">
                  <c:v>0.88622222222222224</c:v>
                </c:pt>
                <c:pt idx="22735">
                  <c:v>0.88637037037037036</c:v>
                </c:pt>
                <c:pt idx="22736">
                  <c:v>0.88637037037037036</c:v>
                </c:pt>
                <c:pt idx="22737">
                  <c:v>0.88637037037037036</c:v>
                </c:pt>
                <c:pt idx="22738">
                  <c:v>0.88637037037037036</c:v>
                </c:pt>
                <c:pt idx="22739">
                  <c:v>0.88637037037037036</c:v>
                </c:pt>
                <c:pt idx="22740">
                  <c:v>0.88637037037037036</c:v>
                </c:pt>
                <c:pt idx="22741">
                  <c:v>0.88637037037037036</c:v>
                </c:pt>
                <c:pt idx="22742">
                  <c:v>0.88637037037037036</c:v>
                </c:pt>
                <c:pt idx="22743">
                  <c:v>0.88637037037037036</c:v>
                </c:pt>
                <c:pt idx="22744">
                  <c:v>0.88651851851851848</c:v>
                </c:pt>
                <c:pt idx="22745">
                  <c:v>0.88651851851851848</c:v>
                </c:pt>
                <c:pt idx="22746">
                  <c:v>0.88651851851851848</c:v>
                </c:pt>
                <c:pt idx="22747">
                  <c:v>0.88651851851851848</c:v>
                </c:pt>
                <c:pt idx="22748">
                  <c:v>0.88651851851851848</c:v>
                </c:pt>
                <c:pt idx="22749">
                  <c:v>0.88651851851851848</c:v>
                </c:pt>
                <c:pt idx="22750">
                  <c:v>0.88666666666666671</c:v>
                </c:pt>
                <c:pt idx="22751">
                  <c:v>0.88666666666666671</c:v>
                </c:pt>
                <c:pt idx="22752">
                  <c:v>0.88666666666666671</c:v>
                </c:pt>
                <c:pt idx="22753">
                  <c:v>0.88666666666666671</c:v>
                </c:pt>
                <c:pt idx="22754">
                  <c:v>0.88681481481481483</c:v>
                </c:pt>
                <c:pt idx="22755">
                  <c:v>0.88681481481481483</c:v>
                </c:pt>
                <c:pt idx="22756">
                  <c:v>0.88681481481481483</c:v>
                </c:pt>
                <c:pt idx="22757">
                  <c:v>0.88681481481481483</c:v>
                </c:pt>
                <c:pt idx="22758">
                  <c:v>0.88681481481481483</c:v>
                </c:pt>
                <c:pt idx="22759">
                  <c:v>0.88681481481481483</c:v>
                </c:pt>
                <c:pt idx="22760">
                  <c:v>0.88681481481481483</c:v>
                </c:pt>
                <c:pt idx="22761">
                  <c:v>0.88681481481481483</c:v>
                </c:pt>
                <c:pt idx="22762">
                  <c:v>0.88681481481481483</c:v>
                </c:pt>
                <c:pt idx="22763">
                  <c:v>0.88681481481481483</c:v>
                </c:pt>
                <c:pt idx="22764">
                  <c:v>0.88681481481481483</c:v>
                </c:pt>
                <c:pt idx="22765">
                  <c:v>0.88681481481481483</c:v>
                </c:pt>
                <c:pt idx="22766">
                  <c:v>0.88681481481481483</c:v>
                </c:pt>
                <c:pt idx="22767">
                  <c:v>0.88696296296296295</c:v>
                </c:pt>
                <c:pt idx="22768">
                  <c:v>0.88711111111111107</c:v>
                </c:pt>
                <c:pt idx="22769">
                  <c:v>0.8872592592592593</c:v>
                </c:pt>
                <c:pt idx="22770">
                  <c:v>0.8872592592592593</c:v>
                </c:pt>
                <c:pt idx="22771">
                  <c:v>0.8872592592592593</c:v>
                </c:pt>
                <c:pt idx="22772">
                  <c:v>0.8872592592592593</c:v>
                </c:pt>
                <c:pt idx="22773">
                  <c:v>0.88740740740740742</c:v>
                </c:pt>
                <c:pt idx="22774">
                  <c:v>0.88740740740740742</c:v>
                </c:pt>
                <c:pt idx="22775">
                  <c:v>0.88740740740740742</c:v>
                </c:pt>
                <c:pt idx="22776">
                  <c:v>0.88740740740740742</c:v>
                </c:pt>
                <c:pt idx="22777">
                  <c:v>0.88755555555555554</c:v>
                </c:pt>
                <c:pt idx="22778">
                  <c:v>0.88755555555555554</c:v>
                </c:pt>
                <c:pt idx="22779">
                  <c:v>0.88755555555555554</c:v>
                </c:pt>
                <c:pt idx="22780">
                  <c:v>0.88755555555555554</c:v>
                </c:pt>
                <c:pt idx="22781">
                  <c:v>0.88755555555555554</c:v>
                </c:pt>
                <c:pt idx="22782">
                  <c:v>0.88755555555555554</c:v>
                </c:pt>
                <c:pt idx="22783">
                  <c:v>0.88755555555555554</c:v>
                </c:pt>
                <c:pt idx="22784">
                  <c:v>0.88755555555555554</c:v>
                </c:pt>
                <c:pt idx="22785">
                  <c:v>0.88755555555555554</c:v>
                </c:pt>
                <c:pt idx="22786">
                  <c:v>0.88755555555555554</c:v>
                </c:pt>
                <c:pt idx="22787">
                  <c:v>0.88770370370370366</c:v>
                </c:pt>
                <c:pt idx="22788">
                  <c:v>0.88770370370370366</c:v>
                </c:pt>
                <c:pt idx="22789">
                  <c:v>0.88770370370370366</c:v>
                </c:pt>
                <c:pt idx="22790">
                  <c:v>0.88785185185185189</c:v>
                </c:pt>
                <c:pt idx="22791">
                  <c:v>0.88785185185185189</c:v>
                </c:pt>
                <c:pt idx="22792">
                  <c:v>0.88785185185185189</c:v>
                </c:pt>
                <c:pt idx="22793">
                  <c:v>0.88785185185185189</c:v>
                </c:pt>
                <c:pt idx="22794">
                  <c:v>0.88785185185185189</c:v>
                </c:pt>
                <c:pt idx="22795">
                  <c:v>0.88785185185185189</c:v>
                </c:pt>
                <c:pt idx="22796">
                  <c:v>0.88785185185185189</c:v>
                </c:pt>
                <c:pt idx="22797">
                  <c:v>0.88785185185185189</c:v>
                </c:pt>
                <c:pt idx="22798">
                  <c:v>0.88785185185185189</c:v>
                </c:pt>
                <c:pt idx="22799">
                  <c:v>0.88785185185185189</c:v>
                </c:pt>
                <c:pt idx="22800">
                  <c:v>0.88785185185185189</c:v>
                </c:pt>
                <c:pt idx="22801">
                  <c:v>0.88800000000000001</c:v>
                </c:pt>
                <c:pt idx="22802">
                  <c:v>0.88814814814814813</c:v>
                </c:pt>
                <c:pt idx="22803">
                  <c:v>0.88814814814814813</c:v>
                </c:pt>
                <c:pt idx="22804">
                  <c:v>0.88829629629629625</c:v>
                </c:pt>
                <c:pt idx="22805">
                  <c:v>0.88829629629629625</c:v>
                </c:pt>
                <c:pt idx="22806">
                  <c:v>0.88829629629629625</c:v>
                </c:pt>
                <c:pt idx="22807">
                  <c:v>0.88829629629629625</c:v>
                </c:pt>
                <c:pt idx="22808">
                  <c:v>0.88829629629629625</c:v>
                </c:pt>
                <c:pt idx="22809">
                  <c:v>0.88829629629629625</c:v>
                </c:pt>
                <c:pt idx="22810">
                  <c:v>0.88829629629629625</c:v>
                </c:pt>
                <c:pt idx="22811">
                  <c:v>0.88829629629629625</c:v>
                </c:pt>
                <c:pt idx="22812">
                  <c:v>0.88829629629629625</c:v>
                </c:pt>
                <c:pt idx="22813">
                  <c:v>0.88829629629629625</c:v>
                </c:pt>
                <c:pt idx="22814">
                  <c:v>0.88829629629629625</c:v>
                </c:pt>
                <c:pt idx="22815">
                  <c:v>0.88829629629629625</c:v>
                </c:pt>
                <c:pt idx="22816">
                  <c:v>0.88829629629629625</c:v>
                </c:pt>
                <c:pt idx="22817">
                  <c:v>0.88829629629629625</c:v>
                </c:pt>
                <c:pt idx="22818">
                  <c:v>0.88829629629629625</c:v>
                </c:pt>
                <c:pt idx="22819">
                  <c:v>0.88844444444444448</c:v>
                </c:pt>
                <c:pt idx="22820">
                  <c:v>0.88844444444444448</c:v>
                </c:pt>
                <c:pt idx="22821">
                  <c:v>0.8885925925925926</c:v>
                </c:pt>
                <c:pt idx="22822">
                  <c:v>0.8885925925925926</c:v>
                </c:pt>
                <c:pt idx="22823">
                  <c:v>0.8885925925925926</c:v>
                </c:pt>
                <c:pt idx="22824">
                  <c:v>0.88874074074074072</c:v>
                </c:pt>
                <c:pt idx="22825">
                  <c:v>0.88888888888888884</c:v>
                </c:pt>
                <c:pt idx="22826">
                  <c:v>0.88888888888888884</c:v>
                </c:pt>
                <c:pt idx="22827">
                  <c:v>0.88888888888888884</c:v>
                </c:pt>
                <c:pt idx="22828">
                  <c:v>0.88888888888888884</c:v>
                </c:pt>
                <c:pt idx="22829">
                  <c:v>0.88888888888888884</c:v>
                </c:pt>
                <c:pt idx="22830">
                  <c:v>0.88888888888888884</c:v>
                </c:pt>
                <c:pt idx="22831">
                  <c:v>0.88903703703703707</c:v>
                </c:pt>
                <c:pt idx="22832">
                  <c:v>0.88903703703703707</c:v>
                </c:pt>
                <c:pt idx="22833">
                  <c:v>0.88903703703703707</c:v>
                </c:pt>
                <c:pt idx="22834">
                  <c:v>0.88903703703703707</c:v>
                </c:pt>
                <c:pt idx="22835">
                  <c:v>0.88918518518518519</c:v>
                </c:pt>
                <c:pt idx="22836">
                  <c:v>0.88933333333333331</c:v>
                </c:pt>
                <c:pt idx="22837">
                  <c:v>0.88948148148148143</c:v>
                </c:pt>
                <c:pt idx="22838">
                  <c:v>0.88948148148148143</c:v>
                </c:pt>
                <c:pt idx="22839">
                  <c:v>0.88948148148148143</c:v>
                </c:pt>
                <c:pt idx="22840">
                  <c:v>0.88948148148148143</c:v>
                </c:pt>
                <c:pt idx="22841">
                  <c:v>0.88948148148148143</c:v>
                </c:pt>
                <c:pt idx="22842">
                  <c:v>0.88948148148148143</c:v>
                </c:pt>
                <c:pt idx="22843">
                  <c:v>0.88962962962962966</c:v>
                </c:pt>
                <c:pt idx="22844">
                  <c:v>0.88977777777777778</c:v>
                </c:pt>
                <c:pt idx="22845">
                  <c:v>0.88977777777777778</c:v>
                </c:pt>
                <c:pt idx="22846">
                  <c:v>0.8899259259259259</c:v>
                </c:pt>
                <c:pt idx="22847">
                  <c:v>0.89007407407407413</c:v>
                </c:pt>
                <c:pt idx="22848">
                  <c:v>0.89007407407407413</c:v>
                </c:pt>
                <c:pt idx="22849">
                  <c:v>0.89022222222222225</c:v>
                </c:pt>
                <c:pt idx="22850">
                  <c:v>0.89037037037037037</c:v>
                </c:pt>
                <c:pt idx="22851">
                  <c:v>0.89037037037037037</c:v>
                </c:pt>
                <c:pt idx="22852">
                  <c:v>0.89037037037037037</c:v>
                </c:pt>
                <c:pt idx="22853">
                  <c:v>0.89051851851851849</c:v>
                </c:pt>
                <c:pt idx="22854">
                  <c:v>0.89051851851851849</c:v>
                </c:pt>
                <c:pt idx="22855">
                  <c:v>0.89051851851851849</c:v>
                </c:pt>
                <c:pt idx="22856">
                  <c:v>0.89051851851851849</c:v>
                </c:pt>
                <c:pt idx="22857">
                  <c:v>0.89066666666666672</c:v>
                </c:pt>
                <c:pt idx="22858">
                  <c:v>0.89066666666666672</c:v>
                </c:pt>
                <c:pt idx="22859">
                  <c:v>0.89081481481481484</c:v>
                </c:pt>
                <c:pt idx="22860">
                  <c:v>0.89081481481481484</c:v>
                </c:pt>
                <c:pt idx="22861">
                  <c:v>0.89096296296296296</c:v>
                </c:pt>
                <c:pt idx="22862">
                  <c:v>0.89096296296296296</c:v>
                </c:pt>
                <c:pt idx="22863">
                  <c:v>0.89096296296296296</c:v>
                </c:pt>
                <c:pt idx="22864">
                  <c:v>0.89111111111111108</c:v>
                </c:pt>
                <c:pt idx="22865">
                  <c:v>0.89125925925925931</c:v>
                </c:pt>
                <c:pt idx="22866">
                  <c:v>0.89125925925925931</c:v>
                </c:pt>
                <c:pt idx="22867">
                  <c:v>0.89125925925925931</c:v>
                </c:pt>
                <c:pt idx="22868">
                  <c:v>0.89125925925925931</c:v>
                </c:pt>
                <c:pt idx="22869">
                  <c:v>0.89140740740740743</c:v>
                </c:pt>
                <c:pt idx="22870">
                  <c:v>0.89140740740740743</c:v>
                </c:pt>
                <c:pt idx="22871">
                  <c:v>0.89140740740740743</c:v>
                </c:pt>
                <c:pt idx="22872">
                  <c:v>0.89140740740740743</c:v>
                </c:pt>
                <c:pt idx="22873">
                  <c:v>0.89155555555555555</c:v>
                </c:pt>
                <c:pt idx="22874">
                  <c:v>0.89170370370370367</c:v>
                </c:pt>
                <c:pt idx="22875">
                  <c:v>0.89170370370370367</c:v>
                </c:pt>
                <c:pt idx="22876">
                  <c:v>0.89170370370370367</c:v>
                </c:pt>
                <c:pt idx="22877">
                  <c:v>0.8918518518518519</c:v>
                </c:pt>
                <c:pt idx="22878">
                  <c:v>0.8918518518518519</c:v>
                </c:pt>
                <c:pt idx="22879">
                  <c:v>0.8918518518518519</c:v>
                </c:pt>
                <c:pt idx="22880">
                  <c:v>0.8918518518518519</c:v>
                </c:pt>
                <c:pt idx="22881">
                  <c:v>0.89200000000000002</c:v>
                </c:pt>
                <c:pt idx="22882">
                  <c:v>0.89200000000000002</c:v>
                </c:pt>
                <c:pt idx="22883">
                  <c:v>0.89214814814814813</c:v>
                </c:pt>
                <c:pt idx="22884">
                  <c:v>0.89214814814814813</c:v>
                </c:pt>
                <c:pt idx="22885">
                  <c:v>0.89229629629629625</c:v>
                </c:pt>
                <c:pt idx="22886">
                  <c:v>0.89229629629629625</c:v>
                </c:pt>
                <c:pt idx="22887">
                  <c:v>0.89244444444444448</c:v>
                </c:pt>
                <c:pt idx="22888">
                  <c:v>0.8925925925925926</c:v>
                </c:pt>
                <c:pt idx="22889">
                  <c:v>0.8925925925925926</c:v>
                </c:pt>
                <c:pt idx="22890">
                  <c:v>0.89274074074074072</c:v>
                </c:pt>
                <c:pt idx="22891">
                  <c:v>0.89288888888888884</c:v>
                </c:pt>
                <c:pt idx="22892">
                  <c:v>0.89288888888888884</c:v>
                </c:pt>
                <c:pt idx="22893">
                  <c:v>0.89288888888888884</c:v>
                </c:pt>
                <c:pt idx="22894">
                  <c:v>0.89303703703703707</c:v>
                </c:pt>
                <c:pt idx="22895">
                  <c:v>0.89303703703703707</c:v>
                </c:pt>
                <c:pt idx="22896">
                  <c:v>0.89303703703703707</c:v>
                </c:pt>
                <c:pt idx="22897">
                  <c:v>0.89303703703703707</c:v>
                </c:pt>
                <c:pt idx="22898">
                  <c:v>0.89318518518518519</c:v>
                </c:pt>
                <c:pt idx="22899">
                  <c:v>0.89318518518518519</c:v>
                </c:pt>
                <c:pt idx="22900">
                  <c:v>0.89333333333333331</c:v>
                </c:pt>
                <c:pt idx="22901">
                  <c:v>0.89333333333333331</c:v>
                </c:pt>
                <c:pt idx="22902">
                  <c:v>0.89333333333333331</c:v>
                </c:pt>
                <c:pt idx="22903">
                  <c:v>0.89333333333333331</c:v>
                </c:pt>
                <c:pt idx="22904">
                  <c:v>0.89333333333333331</c:v>
                </c:pt>
                <c:pt idx="22905">
                  <c:v>0.89333333333333331</c:v>
                </c:pt>
                <c:pt idx="22906">
                  <c:v>0.89333333333333331</c:v>
                </c:pt>
                <c:pt idx="22907">
                  <c:v>0.89348148148148143</c:v>
                </c:pt>
                <c:pt idx="22908">
                  <c:v>0.89348148148148143</c:v>
                </c:pt>
                <c:pt idx="22909">
                  <c:v>0.89348148148148143</c:v>
                </c:pt>
                <c:pt idx="22910">
                  <c:v>0.89362962962962966</c:v>
                </c:pt>
                <c:pt idx="22911">
                  <c:v>0.89362962962962966</c:v>
                </c:pt>
                <c:pt idx="22912">
                  <c:v>0.89362962962962966</c:v>
                </c:pt>
                <c:pt idx="22913">
                  <c:v>0.89362962962962966</c:v>
                </c:pt>
                <c:pt idx="22914">
                  <c:v>0.89377777777777778</c:v>
                </c:pt>
                <c:pt idx="22915">
                  <c:v>0.8939259259259259</c:v>
                </c:pt>
                <c:pt idx="22916">
                  <c:v>0.8939259259259259</c:v>
                </c:pt>
                <c:pt idx="22917">
                  <c:v>0.8939259259259259</c:v>
                </c:pt>
                <c:pt idx="22918">
                  <c:v>0.8939259259259259</c:v>
                </c:pt>
                <c:pt idx="22919">
                  <c:v>0.8939259259259259</c:v>
                </c:pt>
                <c:pt idx="22920">
                  <c:v>0.8939259259259259</c:v>
                </c:pt>
                <c:pt idx="22921">
                  <c:v>0.8939259259259259</c:v>
                </c:pt>
                <c:pt idx="22922">
                  <c:v>0.89407407407407402</c:v>
                </c:pt>
                <c:pt idx="22923">
                  <c:v>0.89407407407407402</c:v>
                </c:pt>
                <c:pt idx="22924">
                  <c:v>0.89422222222222225</c:v>
                </c:pt>
                <c:pt idx="22925">
                  <c:v>0.89422222222222225</c:v>
                </c:pt>
                <c:pt idx="22926">
                  <c:v>0.89422222222222225</c:v>
                </c:pt>
                <c:pt idx="22927">
                  <c:v>0.89422222222222225</c:v>
                </c:pt>
                <c:pt idx="22928">
                  <c:v>0.89422222222222225</c:v>
                </c:pt>
                <c:pt idx="22929">
                  <c:v>0.89422222222222225</c:v>
                </c:pt>
                <c:pt idx="22930">
                  <c:v>0.89422222222222225</c:v>
                </c:pt>
                <c:pt idx="22931">
                  <c:v>0.89422222222222225</c:v>
                </c:pt>
                <c:pt idx="22932">
                  <c:v>0.89422222222222225</c:v>
                </c:pt>
                <c:pt idx="22933">
                  <c:v>0.89422222222222225</c:v>
                </c:pt>
                <c:pt idx="22934">
                  <c:v>0.89437037037037037</c:v>
                </c:pt>
                <c:pt idx="22935">
                  <c:v>0.89437037037037037</c:v>
                </c:pt>
                <c:pt idx="22936">
                  <c:v>0.89437037037037037</c:v>
                </c:pt>
                <c:pt idx="22937">
                  <c:v>0.89451851851851849</c:v>
                </c:pt>
                <c:pt idx="22938">
                  <c:v>0.89451851851851849</c:v>
                </c:pt>
                <c:pt idx="22939">
                  <c:v>0.89466666666666672</c:v>
                </c:pt>
                <c:pt idx="22940">
                  <c:v>0.89466666666666672</c:v>
                </c:pt>
                <c:pt idx="22941">
                  <c:v>0.89481481481481484</c:v>
                </c:pt>
                <c:pt idx="22942">
                  <c:v>0.89481481481481484</c:v>
                </c:pt>
                <c:pt idx="22943">
                  <c:v>0.89481481481481484</c:v>
                </c:pt>
                <c:pt idx="22944">
                  <c:v>0.89481481481481484</c:v>
                </c:pt>
                <c:pt idx="22945">
                  <c:v>0.89481481481481484</c:v>
                </c:pt>
                <c:pt idx="22946">
                  <c:v>0.89481481481481484</c:v>
                </c:pt>
                <c:pt idx="22947">
                  <c:v>0.89481481481481484</c:v>
                </c:pt>
                <c:pt idx="22948">
                  <c:v>0.89481481481481484</c:v>
                </c:pt>
                <c:pt idx="22949">
                  <c:v>0.89481481481481484</c:v>
                </c:pt>
                <c:pt idx="22950">
                  <c:v>0.89481481481481484</c:v>
                </c:pt>
                <c:pt idx="22951">
                  <c:v>0.89481481481481484</c:v>
                </c:pt>
                <c:pt idx="22952">
                  <c:v>0.89481481481481484</c:v>
                </c:pt>
                <c:pt idx="22953">
                  <c:v>0.89481481481481484</c:v>
                </c:pt>
                <c:pt idx="22954">
                  <c:v>0.89481481481481484</c:v>
                </c:pt>
                <c:pt idx="22955">
                  <c:v>0.89481481481481484</c:v>
                </c:pt>
                <c:pt idx="22956">
                  <c:v>0.89496296296296296</c:v>
                </c:pt>
                <c:pt idx="22957">
                  <c:v>0.89496296296296296</c:v>
                </c:pt>
                <c:pt idx="22958">
                  <c:v>0.89496296296296296</c:v>
                </c:pt>
                <c:pt idx="22959">
                  <c:v>0.89496296296296296</c:v>
                </c:pt>
                <c:pt idx="22960">
                  <c:v>0.89496296296296296</c:v>
                </c:pt>
                <c:pt idx="22961">
                  <c:v>0.89496296296296296</c:v>
                </c:pt>
                <c:pt idx="22962">
                  <c:v>0.89496296296296296</c:v>
                </c:pt>
                <c:pt idx="22963">
                  <c:v>0.89496296296296296</c:v>
                </c:pt>
                <c:pt idx="22964">
                  <c:v>0.89496296296296296</c:v>
                </c:pt>
                <c:pt idx="22965">
                  <c:v>0.89496296296296296</c:v>
                </c:pt>
                <c:pt idx="22966">
                  <c:v>0.89496296296296296</c:v>
                </c:pt>
                <c:pt idx="22967">
                  <c:v>0.89496296296296296</c:v>
                </c:pt>
                <c:pt idx="22968">
                  <c:v>0.89496296296296296</c:v>
                </c:pt>
                <c:pt idx="22969">
                  <c:v>0.89496296296296296</c:v>
                </c:pt>
                <c:pt idx="22970">
                  <c:v>0.89496296296296296</c:v>
                </c:pt>
                <c:pt idx="22971">
                  <c:v>0.89496296296296296</c:v>
                </c:pt>
                <c:pt idx="22972">
                  <c:v>0.89496296296296296</c:v>
                </c:pt>
                <c:pt idx="22973">
                  <c:v>0.89496296296296296</c:v>
                </c:pt>
                <c:pt idx="22974">
                  <c:v>0.89496296296296296</c:v>
                </c:pt>
                <c:pt idx="22975">
                  <c:v>0.89496296296296296</c:v>
                </c:pt>
                <c:pt idx="22976">
                  <c:v>0.89496296296296296</c:v>
                </c:pt>
                <c:pt idx="22977">
                  <c:v>0.89496296296296296</c:v>
                </c:pt>
                <c:pt idx="22978">
                  <c:v>0.89496296296296296</c:v>
                </c:pt>
                <c:pt idx="22979">
                  <c:v>0.89496296296296296</c:v>
                </c:pt>
                <c:pt idx="22980">
                  <c:v>0.89496296296296296</c:v>
                </c:pt>
                <c:pt idx="22981">
                  <c:v>0.89496296296296296</c:v>
                </c:pt>
                <c:pt idx="22982">
                  <c:v>0.89496296296296296</c:v>
                </c:pt>
                <c:pt idx="22983">
                  <c:v>0.89496296296296296</c:v>
                </c:pt>
                <c:pt idx="22984">
                  <c:v>0.89496296296296296</c:v>
                </c:pt>
                <c:pt idx="22985">
                  <c:v>0.89496296296296296</c:v>
                </c:pt>
                <c:pt idx="22986">
                  <c:v>0.89511111111111108</c:v>
                </c:pt>
                <c:pt idx="22987">
                  <c:v>0.89511111111111108</c:v>
                </c:pt>
                <c:pt idx="22988">
                  <c:v>0.89525925925925931</c:v>
                </c:pt>
                <c:pt idx="22989">
                  <c:v>0.89525925925925931</c:v>
                </c:pt>
                <c:pt idx="22990">
                  <c:v>0.89525925925925931</c:v>
                </c:pt>
                <c:pt idx="22991">
                  <c:v>0.89525925925925931</c:v>
                </c:pt>
                <c:pt idx="22992">
                  <c:v>0.89525925925925931</c:v>
                </c:pt>
                <c:pt idx="22993">
                  <c:v>0.89525925925925931</c:v>
                </c:pt>
                <c:pt idx="22994">
                  <c:v>0.89525925925925931</c:v>
                </c:pt>
                <c:pt idx="22995">
                  <c:v>0.89525925925925931</c:v>
                </c:pt>
                <c:pt idx="22996">
                  <c:v>0.89525925925925931</c:v>
                </c:pt>
                <c:pt idx="22997">
                  <c:v>0.89525925925925931</c:v>
                </c:pt>
                <c:pt idx="22998">
                  <c:v>0.89525925925925931</c:v>
                </c:pt>
                <c:pt idx="22999">
                  <c:v>0.89525925925925931</c:v>
                </c:pt>
                <c:pt idx="23000">
                  <c:v>0.89525925925925931</c:v>
                </c:pt>
                <c:pt idx="23001">
                  <c:v>0.89525925925925931</c:v>
                </c:pt>
                <c:pt idx="23002">
                  <c:v>0.89525925925925931</c:v>
                </c:pt>
                <c:pt idx="23003">
                  <c:v>0.89525925925925931</c:v>
                </c:pt>
                <c:pt idx="23004">
                  <c:v>0.89525925925925931</c:v>
                </c:pt>
                <c:pt idx="23005">
                  <c:v>0.89540740740740743</c:v>
                </c:pt>
                <c:pt idx="23006">
                  <c:v>0.89555555555555555</c:v>
                </c:pt>
                <c:pt idx="23007">
                  <c:v>0.89555555555555555</c:v>
                </c:pt>
                <c:pt idx="23008">
                  <c:v>0.89555555555555555</c:v>
                </c:pt>
                <c:pt idx="23009">
                  <c:v>0.89555555555555555</c:v>
                </c:pt>
                <c:pt idx="23010">
                  <c:v>0.89555555555555555</c:v>
                </c:pt>
                <c:pt idx="23011">
                  <c:v>0.89555555555555555</c:v>
                </c:pt>
                <c:pt idx="23012">
                  <c:v>0.89555555555555555</c:v>
                </c:pt>
                <c:pt idx="23013">
                  <c:v>0.89555555555555555</c:v>
                </c:pt>
                <c:pt idx="23014">
                  <c:v>0.89570370370370367</c:v>
                </c:pt>
                <c:pt idx="23015">
                  <c:v>0.8958518518518519</c:v>
                </c:pt>
                <c:pt idx="23016">
                  <c:v>0.8958518518518519</c:v>
                </c:pt>
                <c:pt idx="23017">
                  <c:v>0.8958518518518519</c:v>
                </c:pt>
                <c:pt idx="23018">
                  <c:v>0.8958518518518519</c:v>
                </c:pt>
                <c:pt idx="23019">
                  <c:v>0.8958518518518519</c:v>
                </c:pt>
                <c:pt idx="23020">
                  <c:v>0.8958518518518519</c:v>
                </c:pt>
                <c:pt idx="23021">
                  <c:v>0.8958518518518519</c:v>
                </c:pt>
                <c:pt idx="23022">
                  <c:v>0.8958518518518519</c:v>
                </c:pt>
                <c:pt idx="23023">
                  <c:v>0.89600000000000002</c:v>
                </c:pt>
                <c:pt idx="23024">
                  <c:v>0.89600000000000002</c:v>
                </c:pt>
                <c:pt idx="23025">
                  <c:v>0.89600000000000002</c:v>
                </c:pt>
                <c:pt idx="23026">
                  <c:v>0.89600000000000002</c:v>
                </c:pt>
                <c:pt idx="23027">
                  <c:v>0.89600000000000002</c:v>
                </c:pt>
                <c:pt idx="23028">
                  <c:v>0.89600000000000002</c:v>
                </c:pt>
                <c:pt idx="23029">
                  <c:v>0.89600000000000002</c:v>
                </c:pt>
                <c:pt idx="23030">
                  <c:v>0.89614814814814814</c:v>
                </c:pt>
                <c:pt idx="23031">
                  <c:v>0.89629629629629626</c:v>
                </c:pt>
                <c:pt idx="23032">
                  <c:v>0.89629629629629626</c:v>
                </c:pt>
                <c:pt idx="23033">
                  <c:v>0.89644444444444449</c:v>
                </c:pt>
                <c:pt idx="23034">
                  <c:v>0.89659259259259261</c:v>
                </c:pt>
                <c:pt idx="23035">
                  <c:v>0.89674074074074073</c:v>
                </c:pt>
                <c:pt idx="23036">
                  <c:v>0.89674074074074073</c:v>
                </c:pt>
                <c:pt idx="23037">
                  <c:v>0.89688888888888885</c:v>
                </c:pt>
                <c:pt idx="23038">
                  <c:v>0.89688888888888885</c:v>
                </c:pt>
                <c:pt idx="23039">
                  <c:v>0.89688888888888885</c:v>
                </c:pt>
                <c:pt idx="23040">
                  <c:v>0.89688888888888885</c:v>
                </c:pt>
                <c:pt idx="23041">
                  <c:v>0.89703703703703708</c:v>
                </c:pt>
                <c:pt idx="23042">
                  <c:v>0.89703703703703708</c:v>
                </c:pt>
                <c:pt idx="23043">
                  <c:v>0.89703703703703708</c:v>
                </c:pt>
                <c:pt idx="23044">
                  <c:v>0.89703703703703708</c:v>
                </c:pt>
                <c:pt idx="23045">
                  <c:v>0.89703703703703708</c:v>
                </c:pt>
                <c:pt idx="23046">
                  <c:v>0.89703703703703708</c:v>
                </c:pt>
                <c:pt idx="23047">
                  <c:v>0.89703703703703708</c:v>
                </c:pt>
                <c:pt idx="23048">
                  <c:v>0.89703703703703708</c:v>
                </c:pt>
                <c:pt idx="23049">
                  <c:v>0.89703703703703708</c:v>
                </c:pt>
                <c:pt idx="23050">
                  <c:v>0.89703703703703708</c:v>
                </c:pt>
                <c:pt idx="23051">
                  <c:v>0.89703703703703708</c:v>
                </c:pt>
                <c:pt idx="23052">
                  <c:v>0.89703703703703708</c:v>
                </c:pt>
                <c:pt idx="23053">
                  <c:v>0.89703703703703708</c:v>
                </c:pt>
                <c:pt idx="23054">
                  <c:v>0.89703703703703708</c:v>
                </c:pt>
                <c:pt idx="23055">
                  <c:v>0.89703703703703708</c:v>
                </c:pt>
                <c:pt idx="23056">
                  <c:v>0.89703703703703708</c:v>
                </c:pt>
                <c:pt idx="23057">
                  <c:v>0.8971851851851852</c:v>
                </c:pt>
                <c:pt idx="23058">
                  <c:v>0.8971851851851852</c:v>
                </c:pt>
                <c:pt idx="23059">
                  <c:v>0.8971851851851852</c:v>
                </c:pt>
                <c:pt idx="23060">
                  <c:v>0.8971851851851852</c:v>
                </c:pt>
                <c:pt idx="23061">
                  <c:v>0.8971851851851852</c:v>
                </c:pt>
                <c:pt idx="23062">
                  <c:v>0.89733333333333332</c:v>
                </c:pt>
                <c:pt idx="23063">
                  <c:v>0.89748148148148144</c:v>
                </c:pt>
                <c:pt idx="23064">
                  <c:v>0.89748148148148144</c:v>
                </c:pt>
                <c:pt idx="23065">
                  <c:v>0.89748148148148144</c:v>
                </c:pt>
                <c:pt idx="23066">
                  <c:v>0.89748148148148144</c:v>
                </c:pt>
                <c:pt idx="23067">
                  <c:v>0.89762962962962967</c:v>
                </c:pt>
                <c:pt idx="23068">
                  <c:v>0.89762962962962967</c:v>
                </c:pt>
                <c:pt idx="23069">
                  <c:v>0.89762962962962967</c:v>
                </c:pt>
                <c:pt idx="23070">
                  <c:v>0.89762962962962967</c:v>
                </c:pt>
                <c:pt idx="23071">
                  <c:v>0.89777777777777779</c:v>
                </c:pt>
                <c:pt idx="23072">
                  <c:v>0.89792592592592591</c:v>
                </c:pt>
                <c:pt idx="23073">
                  <c:v>0.89792592592592591</c:v>
                </c:pt>
                <c:pt idx="23074">
                  <c:v>0.89792592592592591</c:v>
                </c:pt>
                <c:pt idx="23075">
                  <c:v>0.89807407407407402</c:v>
                </c:pt>
                <c:pt idx="23076">
                  <c:v>0.89807407407407402</c:v>
                </c:pt>
                <c:pt idx="23077">
                  <c:v>0.89807407407407402</c:v>
                </c:pt>
                <c:pt idx="23078">
                  <c:v>0.89822222222222226</c:v>
                </c:pt>
                <c:pt idx="23079">
                  <c:v>0.89837037037037037</c:v>
                </c:pt>
                <c:pt idx="23080">
                  <c:v>0.89837037037037037</c:v>
                </c:pt>
                <c:pt idx="23081">
                  <c:v>0.89851851851851849</c:v>
                </c:pt>
                <c:pt idx="23082">
                  <c:v>0.89851851851851849</c:v>
                </c:pt>
                <c:pt idx="23083">
                  <c:v>0.89851851851851849</c:v>
                </c:pt>
                <c:pt idx="23084">
                  <c:v>0.89851851851851849</c:v>
                </c:pt>
                <c:pt idx="23085">
                  <c:v>0.89851851851851849</c:v>
                </c:pt>
                <c:pt idx="23086">
                  <c:v>0.89851851851851849</c:v>
                </c:pt>
                <c:pt idx="23087">
                  <c:v>0.89851851851851849</c:v>
                </c:pt>
                <c:pt idx="23088">
                  <c:v>0.89851851851851849</c:v>
                </c:pt>
                <c:pt idx="23089">
                  <c:v>0.89851851851851849</c:v>
                </c:pt>
                <c:pt idx="23090">
                  <c:v>0.89851851851851849</c:v>
                </c:pt>
                <c:pt idx="23091">
                  <c:v>0.89851851851851849</c:v>
                </c:pt>
                <c:pt idx="23092">
                  <c:v>0.89866666666666661</c:v>
                </c:pt>
                <c:pt idx="23093">
                  <c:v>0.89866666666666661</c:v>
                </c:pt>
                <c:pt idx="23094">
                  <c:v>0.89881481481481484</c:v>
                </c:pt>
                <c:pt idx="23095">
                  <c:v>0.89881481481481484</c:v>
                </c:pt>
                <c:pt idx="23096">
                  <c:v>0.89896296296296296</c:v>
                </c:pt>
                <c:pt idx="23097">
                  <c:v>0.89896296296296296</c:v>
                </c:pt>
                <c:pt idx="23098">
                  <c:v>0.89896296296296296</c:v>
                </c:pt>
                <c:pt idx="23099">
                  <c:v>0.89896296296296296</c:v>
                </c:pt>
                <c:pt idx="23100">
                  <c:v>0.89896296296296296</c:v>
                </c:pt>
                <c:pt idx="23101">
                  <c:v>0.89911111111111108</c:v>
                </c:pt>
                <c:pt idx="23102">
                  <c:v>0.89911111111111108</c:v>
                </c:pt>
                <c:pt idx="23103">
                  <c:v>0.89911111111111108</c:v>
                </c:pt>
                <c:pt idx="23104">
                  <c:v>0.89911111111111108</c:v>
                </c:pt>
                <c:pt idx="23105">
                  <c:v>0.89911111111111108</c:v>
                </c:pt>
                <c:pt idx="23106">
                  <c:v>0.89911111111111108</c:v>
                </c:pt>
                <c:pt idx="23107">
                  <c:v>0.89925925925925931</c:v>
                </c:pt>
                <c:pt idx="23108">
                  <c:v>0.89925925925925931</c:v>
                </c:pt>
                <c:pt idx="23109">
                  <c:v>0.89925925925925931</c:v>
                </c:pt>
                <c:pt idx="23110">
                  <c:v>0.89925925925925931</c:v>
                </c:pt>
                <c:pt idx="23111">
                  <c:v>0.89925925925925931</c:v>
                </c:pt>
                <c:pt idx="23112">
                  <c:v>0.89940740740740743</c:v>
                </c:pt>
                <c:pt idx="23113">
                  <c:v>0.89955555555555555</c:v>
                </c:pt>
                <c:pt idx="23114">
                  <c:v>0.89970370370370367</c:v>
                </c:pt>
                <c:pt idx="23115">
                  <c:v>0.89970370370370367</c:v>
                </c:pt>
                <c:pt idx="23116">
                  <c:v>0.89970370370370367</c:v>
                </c:pt>
                <c:pt idx="23117">
                  <c:v>0.89970370370370367</c:v>
                </c:pt>
                <c:pt idx="23118">
                  <c:v>0.89970370370370367</c:v>
                </c:pt>
                <c:pt idx="23119">
                  <c:v>0.8998518518518519</c:v>
                </c:pt>
                <c:pt idx="23120">
                  <c:v>0.8998518518518519</c:v>
                </c:pt>
                <c:pt idx="23121">
                  <c:v>0.8998518518518519</c:v>
                </c:pt>
                <c:pt idx="23122">
                  <c:v>0.9</c:v>
                </c:pt>
                <c:pt idx="23123">
                  <c:v>0.9</c:v>
                </c:pt>
                <c:pt idx="23124">
                  <c:v>0.9</c:v>
                </c:pt>
                <c:pt idx="23125">
                  <c:v>0.90014814814814814</c:v>
                </c:pt>
                <c:pt idx="23126">
                  <c:v>0.90014814814814814</c:v>
                </c:pt>
                <c:pt idx="23127">
                  <c:v>0.90014814814814814</c:v>
                </c:pt>
                <c:pt idx="23128">
                  <c:v>0.90014814814814814</c:v>
                </c:pt>
                <c:pt idx="23129">
                  <c:v>0.90014814814814814</c:v>
                </c:pt>
                <c:pt idx="23130">
                  <c:v>0.90029629629629626</c:v>
                </c:pt>
                <c:pt idx="23131">
                  <c:v>0.90029629629629626</c:v>
                </c:pt>
                <c:pt idx="23132">
                  <c:v>0.90029629629629626</c:v>
                </c:pt>
                <c:pt idx="23133">
                  <c:v>0.90029629629629626</c:v>
                </c:pt>
                <c:pt idx="23134">
                  <c:v>0.90029629629629626</c:v>
                </c:pt>
                <c:pt idx="23135">
                  <c:v>0.90044444444444449</c:v>
                </c:pt>
                <c:pt idx="23136">
                  <c:v>0.90059259259259261</c:v>
                </c:pt>
                <c:pt idx="23137">
                  <c:v>0.90059259259259261</c:v>
                </c:pt>
                <c:pt idx="23138">
                  <c:v>0.90074074074074073</c:v>
                </c:pt>
                <c:pt idx="23139">
                  <c:v>0.90074074074074073</c:v>
                </c:pt>
                <c:pt idx="23140">
                  <c:v>0.90074074074074073</c:v>
                </c:pt>
                <c:pt idx="23141">
                  <c:v>0.90074074074074073</c:v>
                </c:pt>
                <c:pt idx="23142">
                  <c:v>0.90074074074074073</c:v>
                </c:pt>
                <c:pt idx="23143">
                  <c:v>0.90088888888888885</c:v>
                </c:pt>
                <c:pt idx="23144">
                  <c:v>0.90088888888888885</c:v>
                </c:pt>
                <c:pt idx="23145">
                  <c:v>0.90088888888888885</c:v>
                </c:pt>
                <c:pt idx="23146">
                  <c:v>0.90103703703703708</c:v>
                </c:pt>
                <c:pt idx="23147">
                  <c:v>0.90103703703703708</c:v>
                </c:pt>
                <c:pt idx="23148">
                  <c:v>0.9011851851851852</c:v>
                </c:pt>
                <c:pt idx="23149">
                  <c:v>0.90133333333333332</c:v>
                </c:pt>
                <c:pt idx="23150">
                  <c:v>0.90133333333333332</c:v>
                </c:pt>
                <c:pt idx="23151">
                  <c:v>0.90133333333333332</c:v>
                </c:pt>
                <c:pt idx="23152">
                  <c:v>0.90133333333333332</c:v>
                </c:pt>
                <c:pt idx="23153">
                  <c:v>0.90148148148148144</c:v>
                </c:pt>
                <c:pt idx="23154">
                  <c:v>0.90148148148148144</c:v>
                </c:pt>
                <c:pt idx="23155">
                  <c:v>0.90148148148148144</c:v>
                </c:pt>
                <c:pt idx="23156">
                  <c:v>0.90162962962962967</c:v>
                </c:pt>
                <c:pt idx="23157">
                  <c:v>0.90162962962962967</c:v>
                </c:pt>
                <c:pt idx="23158">
                  <c:v>0.90177777777777779</c:v>
                </c:pt>
                <c:pt idx="23159">
                  <c:v>0.90177777777777779</c:v>
                </c:pt>
                <c:pt idx="23160">
                  <c:v>0.90177777777777779</c:v>
                </c:pt>
                <c:pt idx="23161">
                  <c:v>0.90177777777777779</c:v>
                </c:pt>
                <c:pt idx="23162">
                  <c:v>0.90177777777777779</c:v>
                </c:pt>
                <c:pt idx="23163">
                  <c:v>0.90177777777777779</c:v>
                </c:pt>
                <c:pt idx="23164">
                  <c:v>0.90177777777777779</c:v>
                </c:pt>
                <c:pt idx="23165">
                  <c:v>0.90177777777777779</c:v>
                </c:pt>
                <c:pt idx="23166">
                  <c:v>0.90177777777777779</c:v>
                </c:pt>
                <c:pt idx="23167">
                  <c:v>0.90177777777777779</c:v>
                </c:pt>
                <c:pt idx="23168">
                  <c:v>0.90177777777777779</c:v>
                </c:pt>
                <c:pt idx="23169">
                  <c:v>0.90192592592592591</c:v>
                </c:pt>
                <c:pt idx="23170">
                  <c:v>0.90192592592592591</c:v>
                </c:pt>
                <c:pt idx="23171">
                  <c:v>0.90192592592592591</c:v>
                </c:pt>
                <c:pt idx="23172">
                  <c:v>0.90207407407407403</c:v>
                </c:pt>
                <c:pt idx="23173">
                  <c:v>0.90207407407407403</c:v>
                </c:pt>
                <c:pt idx="23174">
                  <c:v>0.90207407407407403</c:v>
                </c:pt>
                <c:pt idx="23175">
                  <c:v>0.90207407407407403</c:v>
                </c:pt>
                <c:pt idx="23176">
                  <c:v>0.90207407407407403</c:v>
                </c:pt>
                <c:pt idx="23177">
                  <c:v>0.90207407407407403</c:v>
                </c:pt>
                <c:pt idx="23178">
                  <c:v>0.90207407407407403</c:v>
                </c:pt>
                <c:pt idx="23179">
                  <c:v>0.90207407407407403</c:v>
                </c:pt>
                <c:pt idx="23180">
                  <c:v>0.90222222222222226</c:v>
                </c:pt>
                <c:pt idx="23181">
                  <c:v>0.90222222222222226</c:v>
                </c:pt>
                <c:pt idx="23182">
                  <c:v>0.90222222222222226</c:v>
                </c:pt>
                <c:pt idx="23183">
                  <c:v>0.90222222222222226</c:v>
                </c:pt>
                <c:pt idx="23184">
                  <c:v>0.90222222222222226</c:v>
                </c:pt>
                <c:pt idx="23185">
                  <c:v>0.90222222222222226</c:v>
                </c:pt>
                <c:pt idx="23186">
                  <c:v>0.90222222222222226</c:v>
                </c:pt>
                <c:pt idx="23187">
                  <c:v>0.90237037037037038</c:v>
                </c:pt>
                <c:pt idx="23188">
                  <c:v>0.90237037037037038</c:v>
                </c:pt>
                <c:pt idx="23189">
                  <c:v>0.90237037037037038</c:v>
                </c:pt>
                <c:pt idx="23190">
                  <c:v>0.90237037037037038</c:v>
                </c:pt>
                <c:pt idx="23191">
                  <c:v>0.90237037037037038</c:v>
                </c:pt>
                <c:pt idx="23192">
                  <c:v>0.90237037037037038</c:v>
                </c:pt>
                <c:pt idx="23193">
                  <c:v>0.90237037037037038</c:v>
                </c:pt>
                <c:pt idx="23194">
                  <c:v>0.9025185185185185</c:v>
                </c:pt>
                <c:pt idx="23195">
                  <c:v>0.9025185185185185</c:v>
                </c:pt>
                <c:pt idx="23196">
                  <c:v>0.90266666666666662</c:v>
                </c:pt>
                <c:pt idx="23197">
                  <c:v>0.90266666666666662</c:v>
                </c:pt>
                <c:pt idx="23198">
                  <c:v>0.90281481481481485</c:v>
                </c:pt>
                <c:pt idx="23199">
                  <c:v>0.90281481481481485</c:v>
                </c:pt>
                <c:pt idx="23200">
                  <c:v>0.90281481481481485</c:v>
                </c:pt>
                <c:pt idx="23201">
                  <c:v>0.90281481481481485</c:v>
                </c:pt>
                <c:pt idx="23202">
                  <c:v>0.90281481481481485</c:v>
                </c:pt>
                <c:pt idx="23203">
                  <c:v>0.90296296296296297</c:v>
                </c:pt>
                <c:pt idx="23204">
                  <c:v>0.90296296296296297</c:v>
                </c:pt>
                <c:pt idx="23205">
                  <c:v>0.90296296296296297</c:v>
                </c:pt>
                <c:pt idx="23206">
                  <c:v>0.90296296296296297</c:v>
                </c:pt>
                <c:pt idx="23207">
                  <c:v>0.90296296296296297</c:v>
                </c:pt>
                <c:pt idx="23208">
                  <c:v>0.90296296296296297</c:v>
                </c:pt>
                <c:pt idx="23209">
                  <c:v>0.90296296296296297</c:v>
                </c:pt>
                <c:pt idx="23210">
                  <c:v>0.90296296296296297</c:v>
                </c:pt>
                <c:pt idx="23211">
                  <c:v>0.90296296296296297</c:v>
                </c:pt>
                <c:pt idx="23212">
                  <c:v>0.90296296296296297</c:v>
                </c:pt>
                <c:pt idx="23213">
                  <c:v>0.90296296296296297</c:v>
                </c:pt>
                <c:pt idx="23214">
                  <c:v>0.90296296296296297</c:v>
                </c:pt>
                <c:pt idx="23215">
                  <c:v>0.90296296296296297</c:v>
                </c:pt>
                <c:pt idx="23216">
                  <c:v>0.90296296296296297</c:v>
                </c:pt>
                <c:pt idx="23217">
                  <c:v>0.90296296296296297</c:v>
                </c:pt>
                <c:pt idx="23218">
                  <c:v>0.90296296296296297</c:v>
                </c:pt>
                <c:pt idx="23219">
                  <c:v>0.90296296296296297</c:v>
                </c:pt>
                <c:pt idx="23220">
                  <c:v>0.90296296296296297</c:v>
                </c:pt>
                <c:pt idx="23221">
                  <c:v>0.90296296296296297</c:v>
                </c:pt>
                <c:pt idx="23222">
                  <c:v>0.90296296296296297</c:v>
                </c:pt>
                <c:pt idx="23223">
                  <c:v>0.90296296296296297</c:v>
                </c:pt>
                <c:pt idx="23224">
                  <c:v>0.90296296296296297</c:v>
                </c:pt>
                <c:pt idx="23225">
                  <c:v>0.90296296296296297</c:v>
                </c:pt>
                <c:pt idx="23226">
                  <c:v>0.90296296296296297</c:v>
                </c:pt>
                <c:pt idx="23227">
                  <c:v>0.90296296296296297</c:v>
                </c:pt>
                <c:pt idx="23228">
                  <c:v>0.90296296296296297</c:v>
                </c:pt>
                <c:pt idx="23229">
                  <c:v>0.90296296296296297</c:v>
                </c:pt>
                <c:pt idx="23230">
                  <c:v>0.90296296296296297</c:v>
                </c:pt>
                <c:pt idx="23231">
                  <c:v>0.90296296296296297</c:v>
                </c:pt>
                <c:pt idx="23232">
                  <c:v>0.90296296296296297</c:v>
                </c:pt>
                <c:pt idx="23233">
                  <c:v>0.90311111111111109</c:v>
                </c:pt>
                <c:pt idx="23234">
                  <c:v>0.90311111111111109</c:v>
                </c:pt>
                <c:pt idx="23235">
                  <c:v>0.90325925925925921</c:v>
                </c:pt>
                <c:pt idx="23236">
                  <c:v>0.90325925925925921</c:v>
                </c:pt>
                <c:pt idx="23237">
                  <c:v>0.90325925925925921</c:v>
                </c:pt>
                <c:pt idx="23238">
                  <c:v>0.90325925925925921</c:v>
                </c:pt>
                <c:pt idx="23239">
                  <c:v>0.90325925925925921</c:v>
                </c:pt>
                <c:pt idx="23240">
                  <c:v>0.90325925925925921</c:v>
                </c:pt>
                <c:pt idx="23241">
                  <c:v>0.90340740740740744</c:v>
                </c:pt>
                <c:pt idx="23242">
                  <c:v>0.90340740740740744</c:v>
                </c:pt>
                <c:pt idx="23243">
                  <c:v>0.90355555555555556</c:v>
                </c:pt>
                <c:pt idx="23244">
                  <c:v>0.90370370370370368</c:v>
                </c:pt>
                <c:pt idx="23245">
                  <c:v>0.90385185185185191</c:v>
                </c:pt>
                <c:pt idx="23246">
                  <c:v>0.90385185185185191</c:v>
                </c:pt>
                <c:pt idx="23247">
                  <c:v>0.90385185185185191</c:v>
                </c:pt>
                <c:pt idx="23248">
                  <c:v>0.90385185185185191</c:v>
                </c:pt>
                <c:pt idx="23249">
                  <c:v>0.90400000000000003</c:v>
                </c:pt>
                <c:pt idx="23250">
                  <c:v>0.90400000000000003</c:v>
                </c:pt>
                <c:pt idx="23251">
                  <c:v>0.90400000000000003</c:v>
                </c:pt>
                <c:pt idx="23252">
                  <c:v>0.90414814814814815</c:v>
                </c:pt>
                <c:pt idx="23253">
                  <c:v>0.90414814814814815</c:v>
                </c:pt>
                <c:pt idx="23254">
                  <c:v>0.90414814814814815</c:v>
                </c:pt>
                <c:pt idx="23255">
                  <c:v>0.90414814814814815</c:v>
                </c:pt>
                <c:pt idx="23256">
                  <c:v>0.90429629629629626</c:v>
                </c:pt>
                <c:pt idx="23257">
                  <c:v>0.90429629629629626</c:v>
                </c:pt>
                <c:pt idx="23258">
                  <c:v>0.90429629629629626</c:v>
                </c:pt>
                <c:pt idx="23259">
                  <c:v>0.90429629629629626</c:v>
                </c:pt>
                <c:pt idx="23260">
                  <c:v>0.90429629629629626</c:v>
                </c:pt>
                <c:pt idx="23261">
                  <c:v>0.90429629629629626</c:v>
                </c:pt>
                <c:pt idx="23262">
                  <c:v>0.90429629629629626</c:v>
                </c:pt>
                <c:pt idx="23263">
                  <c:v>0.9044444444444445</c:v>
                </c:pt>
                <c:pt idx="23264">
                  <c:v>0.9044444444444445</c:v>
                </c:pt>
                <c:pt idx="23265">
                  <c:v>0.90459259259259261</c:v>
                </c:pt>
                <c:pt idx="23266">
                  <c:v>0.90459259259259261</c:v>
                </c:pt>
                <c:pt idx="23267">
                  <c:v>0.90459259259259261</c:v>
                </c:pt>
                <c:pt idx="23268">
                  <c:v>0.90459259259259261</c:v>
                </c:pt>
                <c:pt idx="23269">
                  <c:v>0.90459259259259261</c:v>
                </c:pt>
                <c:pt idx="23270">
                  <c:v>0.90459259259259261</c:v>
                </c:pt>
                <c:pt idx="23271">
                  <c:v>0.90459259259259261</c:v>
                </c:pt>
                <c:pt idx="23272">
                  <c:v>0.90459259259259261</c:v>
                </c:pt>
                <c:pt idx="23273">
                  <c:v>0.90459259259259261</c:v>
                </c:pt>
                <c:pt idx="23274">
                  <c:v>0.90459259259259261</c:v>
                </c:pt>
                <c:pt idx="23275">
                  <c:v>0.90474074074074073</c:v>
                </c:pt>
                <c:pt idx="23276">
                  <c:v>0.90488888888888885</c:v>
                </c:pt>
                <c:pt idx="23277">
                  <c:v>0.90503703703703708</c:v>
                </c:pt>
                <c:pt idx="23278">
                  <c:v>0.90503703703703708</c:v>
                </c:pt>
                <c:pt idx="23279">
                  <c:v>0.9051851851851852</c:v>
                </c:pt>
                <c:pt idx="23280">
                  <c:v>0.90533333333333332</c:v>
                </c:pt>
                <c:pt idx="23281">
                  <c:v>0.90533333333333332</c:v>
                </c:pt>
                <c:pt idx="23282">
                  <c:v>0.90533333333333332</c:v>
                </c:pt>
                <c:pt idx="23283">
                  <c:v>0.90548148148148144</c:v>
                </c:pt>
                <c:pt idx="23284">
                  <c:v>0.90548148148148144</c:v>
                </c:pt>
                <c:pt idx="23285">
                  <c:v>0.90548148148148144</c:v>
                </c:pt>
                <c:pt idx="23286">
                  <c:v>0.90548148148148144</c:v>
                </c:pt>
                <c:pt idx="23287">
                  <c:v>0.90548148148148144</c:v>
                </c:pt>
                <c:pt idx="23288">
                  <c:v>0.90548148148148144</c:v>
                </c:pt>
                <c:pt idx="23289">
                  <c:v>0.90562962962962967</c:v>
                </c:pt>
                <c:pt idx="23290">
                  <c:v>0.90562962962962967</c:v>
                </c:pt>
                <c:pt idx="23291">
                  <c:v>0.90562962962962967</c:v>
                </c:pt>
                <c:pt idx="23292">
                  <c:v>0.90577777777777779</c:v>
                </c:pt>
                <c:pt idx="23293">
                  <c:v>0.90592592592592591</c:v>
                </c:pt>
                <c:pt idx="23294">
                  <c:v>0.90607407407407403</c:v>
                </c:pt>
                <c:pt idx="23295">
                  <c:v>0.90607407407407403</c:v>
                </c:pt>
                <c:pt idx="23296">
                  <c:v>0.90607407407407403</c:v>
                </c:pt>
                <c:pt idx="23297">
                  <c:v>0.90607407407407403</c:v>
                </c:pt>
                <c:pt idx="23298">
                  <c:v>0.90607407407407403</c:v>
                </c:pt>
                <c:pt idx="23299">
                  <c:v>0.90622222222222226</c:v>
                </c:pt>
                <c:pt idx="23300">
                  <c:v>0.90637037037037038</c:v>
                </c:pt>
                <c:pt idx="23301">
                  <c:v>0.90637037037037038</c:v>
                </c:pt>
                <c:pt idx="23302">
                  <c:v>0.90637037037037038</c:v>
                </c:pt>
                <c:pt idx="23303">
                  <c:v>0.90637037037037038</c:v>
                </c:pt>
                <c:pt idx="23304">
                  <c:v>0.90637037037037038</c:v>
                </c:pt>
                <c:pt idx="23305">
                  <c:v>0.90637037037037038</c:v>
                </c:pt>
                <c:pt idx="23306">
                  <c:v>0.90637037037037038</c:v>
                </c:pt>
                <c:pt idx="23307">
                  <c:v>0.9065185185185185</c:v>
                </c:pt>
                <c:pt idx="23308">
                  <c:v>0.90666666666666662</c:v>
                </c:pt>
                <c:pt idx="23309">
                  <c:v>0.90666666666666662</c:v>
                </c:pt>
                <c:pt idx="23310">
                  <c:v>0.90666666666666662</c:v>
                </c:pt>
                <c:pt idx="23311">
                  <c:v>0.90666666666666662</c:v>
                </c:pt>
                <c:pt idx="23312">
                  <c:v>0.90666666666666662</c:v>
                </c:pt>
                <c:pt idx="23313">
                  <c:v>0.90666666666666662</c:v>
                </c:pt>
                <c:pt idx="23314">
                  <c:v>0.90681481481481485</c:v>
                </c:pt>
                <c:pt idx="23315">
                  <c:v>0.90681481481481485</c:v>
                </c:pt>
                <c:pt idx="23316">
                  <c:v>0.90681481481481485</c:v>
                </c:pt>
                <c:pt idx="23317">
                  <c:v>0.90681481481481485</c:v>
                </c:pt>
                <c:pt idx="23318">
                  <c:v>0.90681481481481485</c:v>
                </c:pt>
                <c:pt idx="23319">
                  <c:v>0.90681481481481485</c:v>
                </c:pt>
                <c:pt idx="23320">
                  <c:v>0.90681481481481485</c:v>
                </c:pt>
                <c:pt idx="23321">
                  <c:v>0.90696296296296297</c:v>
                </c:pt>
                <c:pt idx="23322">
                  <c:v>0.90696296296296297</c:v>
                </c:pt>
                <c:pt idx="23323">
                  <c:v>0.90711111111111109</c:v>
                </c:pt>
                <c:pt idx="23324">
                  <c:v>0.90711111111111109</c:v>
                </c:pt>
                <c:pt idx="23325">
                  <c:v>0.90711111111111109</c:v>
                </c:pt>
                <c:pt idx="23326">
                  <c:v>0.90725925925925921</c:v>
                </c:pt>
                <c:pt idx="23327">
                  <c:v>0.90725925925925921</c:v>
                </c:pt>
                <c:pt idx="23328">
                  <c:v>0.90740740740740744</c:v>
                </c:pt>
                <c:pt idx="23329">
                  <c:v>0.90755555555555556</c:v>
                </c:pt>
                <c:pt idx="23330">
                  <c:v>0.90755555555555556</c:v>
                </c:pt>
                <c:pt idx="23331">
                  <c:v>0.90755555555555556</c:v>
                </c:pt>
                <c:pt idx="23332">
                  <c:v>0.90755555555555556</c:v>
                </c:pt>
                <c:pt idx="23333">
                  <c:v>0.90755555555555556</c:v>
                </c:pt>
                <c:pt idx="23334">
                  <c:v>0.90755555555555556</c:v>
                </c:pt>
                <c:pt idx="23335">
                  <c:v>0.90755555555555556</c:v>
                </c:pt>
                <c:pt idx="23336">
                  <c:v>0.90770370370370368</c:v>
                </c:pt>
                <c:pt idx="23337">
                  <c:v>0.90770370370370368</c:v>
                </c:pt>
                <c:pt idx="23338">
                  <c:v>0.90770370370370368</c:v>
                </c:pt>
                <c:pt idx="23339">
                  <c:v>0.9078518518518518</c:v>
                </c:pt>
                <c:pt idx="23340">
                  <c:v>0.9078518518518518</c:v>
                </c:pt>
                <c:pt idx="23341">
                  <c:v>0.9078518518518518</c:v>
                </c:pt>
                <c:pt idx="23342">
                  <c:v>0.9078518518518518</c:v>
                </c:pt>
                <c:pt idx="23343">
                  <c:v>0.9078518518518518</c:v>
                </c:pt>
                <c:pt idx="23344">
                  <c:v>0.9078518518518518</c:v>
                </c:pt>
                <c:pt idx="23345">
                  <c:v>0.90800000000000003</c:v>
                </c:pt>
                <c:pt idx="23346">
                  <c:v>0.90800000000000003</c:v>
                </c:pt>
                <c:pt idx="23347">
                  <c:v>0.90800000000000003</c:v>
                </c:pt>
                <c:pt idx="23348">
                  <c:v>0.90800000000000003</c:v>
                </c:pt>
                <c:pt idx="23349">
                  <c:v>0.90800000000000003</c:v>
                </c:pt>
                <c:pt idx="23350">
                  <c:v>0.90814814814814815</c:v>
                </c:pt>
                <c:pt idx="23351">
                  <c:v>0.90814814814814815</c:v>
                </c:pt>
                <c:pt idx="23352">
                  <c:v>0.90814814814814815</c:v>
                </c:pt>
                <c:pt idx="23353">
                  <c:v>0.90814814814814815</c:v>
                </c:pt>
                <c:pt idx="23354">
                  <c:v>0.90814814814814815</c:v>
                </c:pt>
                <c:pt idx="23355">
                  <c:v>0.90814814814814815</c:v>
                </c:pt>
                <c:pt idx="23356">
                  <c:v>0.90829629629629627</c:v>
                </c:pt>
                <c:pt idx="23357">
                  <c:v>0.9084444444444445</c:v>
                </c:pt>
                <c:pt idx="23358">
                  <c:v>0.90859259259259262</c:v>
                </c:pt>
                <c:pt idx="23359">
                  <c:v>0.90859259259259262</c:v>
                </c:pt>
                <c:pt idx="23360">
                  <c:v>0.90859259259259262</c:v>
                </c:pt>
                <c:pt idx="23361">
                  <c:v>0.90859259259259262</c:v>
                </c:pt>
                <c:pt idx="23362">
                  <c:v>0.90859259259259262</c:v>
                </c:pt>
                <c:pt idx="23363">
                  <c:v>0.90859259259259262</c:v>
                </c:pt>
                <c:pt idx="23364">
                  <c:v>0.90859259259259262</c:v>
                </c:pt>
                <c:pt idx="23365">
                  <c:v>0.90874074074074074</c:v>
                </c:pt>
                <c:pt idx="23366">
                  <c:v>0.90874074074074074</c:v>
                </c:pt>
                <c:pt idx="23367">
                  <c:v>0.90874074074074074</c:v>
                </c:pt>
                <c:pt idx="23368">
                  <c:v>0.90874074074074074</c:v>
                </c:pt>
                <c:pt idx="23369">
                  <c:v>0.90874074074074074</c:v>
                </c:pt>
                <c:pt idx="23370">
                  <c:v>0.90874074074074074</c:v>
                </c:pt>
                <c:pt idx="23371">
                  <c:v>0.90888888888888886</c:v>
                </c:pt>
                <c:pt idx="23372">
                  <c:v>0.90903703703703709</c:v>
                </c:pt>
                <c:pt idx="23373">
                  <c:v>0.90903703703703709</c:v>
                </c:pt>
                <c:pt idx="23374">
                  <c:v>0.90903703703703709</c:v>
                </c:pt>
                <c:pt idx="23375">
                  <c:v>0.90918518518518521</c:v>
                </c:pt>
                <c:pt idx="23376">
                  <c:v>0.90918518518518521</c:v>
                </c:pt>
                <c:pt idx="23377">
                  <c:v>0.90918518518518521</c:v>
                </c:pt>
                <c:pt idx="23378">
                  <c:v>0.90918518518518521</c:v>
                </c:pt>
                <c:pt idx="23379">
                  <c:v>0.90918518518518521</c:v>
                </c:pt>
                <c:pt idx="23380">
                  <c:v>0.90918518518518521</c:v>
                </c:pt>
                <c:pt idx="23381">
                  <c:v>0.90918518518518521</c:v>
                </c:pt>
                <c:pt idx="23382">
                  <c:v>0.90918518518518521</c:v>
                </c:pt>
                <c:pt idx="23383">
                  <c:v>0.90918518518518521</c:v>
                </c:pt>
                <c:pt idx="23384">
                  <c:v>0.90918518518518521</c:v>
                </c:pt>
                <c:pt idx="23385">
                  <c:v>0.90918518518518521</c:v>
                </c:pt>
                <c:pt idx="23386">
                  <c:v>0.90933333333333333</c:v>
                </c:pt>
                <c:pt idx="23387">
                  <c:v>0.90933333333333333</c:v>
                </c:pt>
                <c:pt idx="23388">
                  <c:v>0.90933333333333333</c:v>
                </c:pt>
                <c:pt idx="23389">
                  <c:v>0.90933333333333333</c:v>
                </c:pt>
                <c:pt idx="23390">
                  <c:v>0.90948148148148145</c:v>
                </c:pt>
                <c:pt idx="23391">
                  <c:v>0.90948148148148145</c:v>
                </c:pt>
                <c:pt idx="23392">
                  <c:v>0.90948148148148145</c:v>
                </c:pt>
                <c:pt idx="23393">
                  <c:v>0.90962962962962968</c:v>
                </c:pt>
                <c:pt idx="23394">
                  <c:v>0.90962962962962968</c:v>
                </c:pt>
                <c:pt idx="23395">
                  <c:v>0.90962962962962968</c:v>
                </c:pt>
                <c:pt idx="23396">
                  <c:v>0.90962962962962968</c:v>
                </c:pt>
                <c:pt idx="23397">
                  <c:v>0.90962962962962968</c:v>
                </c:pt>
                <c:pt idx="23398">
                  <c:v>0.90962962962962968</c:v>
                </c:pt>
                <c:pt idx="23399">
                  <c:v>0.90962962962962968</c:v>
                </c:pt>
                <c:pt idx="23400">
                  <c:v>0.90962962962962968</c:v>
                </c:pt>
                <c:pt idx="23401">
                  <c:v>0.90962962962962968</c:v>
                </c:pt>
                <c:pt idx="23402">
                  <c:v>0.90962962962962968</c:v>
                </c:pt>
                <c:pt idx="23403">
                  <c:v>0.90962962962962968</c:v>
                </c:pt>
                <c:pt idx="23404">
                  <c:v>0.9097777777777778</c:v>
                </c:pt>
                <c:pt idx="23405">
                  <c:v>0.9097777777777778</c:v>
                </c:pt>
                <c:pt idx="23406">
                  <c:v>0.9097777777777778</c:v>
                </c:pt>
                <c:pt idx="23407">
                  <c:v>0.90992592592592592</c:v>
                </c:pt>
                <c:pt idx="23408">
                  <c:v>0.91007407407407404</c:v>
                </c:pt>
                <c:pt idx="23409">
                  <c:v>0.91022222222222227</c:v>
                </c:pt>
                <c:pt idx="23410">
                  <c:v>0.91022222222222227</c:v>
                </c:pt>
                <c:pt idx="23411">
                  <c:v>0.91022222222222227</c:v>
                </c:pt>
                <c:pt idx="23412">
                  <c:v>0.91022222222222227</c:v>
                </c:pt>
                <c:pt idx="23413">
                  <c:v>0.91022222222222227</c:v>
                </c:pt>
                <c:pt idx="23414">
                  <c:v>0.91022222222222227</c:v>
                </c:pt>
                <c:pt idx="23415">
                  <c:v>0.91037037037037039</c:v>
                </c:pt>
                <c:pt idx="23416">
                  <c:v>0.91037037037037039</c:v>
                </c:pt>
                <c:pt idx="23417">
                  <c:v>0.91037037037037039</c:v>
                </c:pt>
                <c:pt idx="23418">
                  <c:v>0.9105185185185185</c:v>
                </c:pt>
                <c:pt idx="23419">
                  <c:v>0.9105185185185185</c:v>
                </c:pt>
                <c:pt idx="23420">
                  <c:v>0.9105185185185185</c:v>
                </c:pt>
                <c:pt idx="23421">
                  <c:v>0.9105185185185185</c:v>
                </c:pt>
                <c:pt idx="23422">
                  <c:v>0.9105185185185185</c:v>
                </c:pt>
                <c:pt idx="23423">
                  <c:v>0.91066666666666662</c:v>
                </c:pt>
                <c:pt idx="23424">
                  <c:v>0.91081481481481485</c:v>
                </c:pt>
                <c:pt idx="23425">
                  <c:v>0.91081481481481485</c:v>
                </c:pt>
                <c:pt idx="23426">
                  <c:v>0.91096296296296297</c:v>
                </c:pt>
                <c:pt idx="23427">
                  <c:v>0.91096296296296297</c:v>
                </c:pt>
                <c:pt idx="23428">
                  <c:v>0.91096296296296297</c:v>
                </c:pt>
                <c:pt idx="23429">
                  <c:v>0.91096296296296297</c:v>
                </c:pt>
                <c:pt idx="23430">
                  <c:v>0.91111111111111109</c:v>
                </c:pt>
                <c:pt idx="23431">
                  <c:v>0.91111111111111109</c:v>
                </c:pt>
                <c:pt idx="23432">
                  <c:v>0.91111111111111109</c:v>
                </c:pt>
                <c:pt idx="23433">
                  <c:v>0.91125925925925921</c:v>
                </c:pt>
                <c:pt idx="23434">
                  <c:v>0.91125925925925921</c:v>
                </c:pt>
                <c:pt idx="23435">
                  <c:v>0.91125925925925921</c:v>
                </c:pt>
                <c:pt idx="23436">
                  <c:v>0.91125925925925921</c:v>
                </c:pt>
                <c:pt idx="23437">
                  <c:v>0.91125925925925921</c:v>
                </c:pt>
                <c:pt idx="23438">
                  <c:v>0.91125925925925921</c:v>
                </c:pt>
                <c:pt idx="23439">
                  <c:v>0.91125925925925921</c:v>
                </c:pt>
                <c:pt idx="23440">
                  <c:v>0.91125925925925921</c:v>
                </c:pt>
                <c:pt idx="23441">
                  <c:v>0.91140740740740744</c:v>
                </c:pt>
                <c:pt idx="23442">
                  <c:v>0.91140740740740744</c:v>
                </c:pt>
                <c:pt idx="23443">
                  <c:v>0.91140740740740744</c:v>
                </c:pt>
                <c:pt idx="23444">
                  <c:v>0.91140740740740744</c:v>
                </c:pt>
                <c:pt idx="23445">
                  <c:v>0.91155555555555556</c:v>
                </c:pt>
                <c:pt idx="23446">
                  <c:v>0.91155555555555556</c:v>
                </c:pt>
                <c:pt idx="23447">
                  <c:v>0.91170370370370368</c:v>
                </c:pt>
                <c:pt idx="23448">
                  <c:v>0.91170370370370368</c:v>
                </c:pt>
                <c:pt idx="23449">
                  <c:v>0.91170370370370368</c:v>
                </c:pt>
                <c:pt idx="23450">
                  <c:v>0.91170370370370368</c:v>
                </c:pt>
                <c:pt idx="23451">
                  <c:v>0.9118518518518518</c:v>
                </c:pt>
                <c:pt idx="23452">
                  <c:v>0.9118518518518518</c:v>
                </c:pt>
                <c:pt idx="23453">
                  <c:v>0.9118518518518518</c:v>
                </c:pt>
                <c:pt idx="23454">
                  <c:v>0.9118518518518518</c:v>
                </c:pt>
                <c:pt idx="23455">
                  <c:v>0.91200000000000003</c:v>
                </c:pt>
                <c:pt idx="23456">
                  <c:v>0.91200000000000003</c:v>
                </c:pt>
                <c:pt idx="23457">
                  <c:v>0.91214814814814815</c:v>
                </c:pt>
                <c:pt idx="23458">
                  <c:v>0.91229629629629627</c:v>
                </c:pt>
                <c:pt idx="23459">
                  <c:v>0.91229629629629627</c:v>
                </c:pt>
                <c:pt idx="23460">
                  <c:v>0.91244444444444439</c:v>
                </c:pt>
                <c:pt idx="23461">
                  <c:v>0.91244444444444439</c:v>
                </c:pt>
                <c:pt idx="23462">
                  <c:v>0.91244444444444439</c:v>
                </c:pt>
                <c:pt idx="23463">
                  <c:v>0.91259259259259262</c:v>
                </c:pt>
                <c:pt idx="23464">
                  <c:v>0.91259259259259262</c:v>
                </c:pt>
                <c:pt idx="23465">
                  <c:v>0.91259259259259262</c:v>
                </c:pt>
                <c:pt idx="23466">
                  <c:v>0.91259259259259262</c:v>
                </c:pt>
                <c:pt idx="23467">
                  <c:v>0.91259259259259262</c:v>
                </c:pt>
                <c:pt idx="23468">
                  <c:v>0.91274074074074074</c:v>
                </c:pt>
                <c:pt idx="23469">
                  <c:v>0.91288888888888886</c:v>
                </c:pt>
                <c:pt idx="23470">
                  <c:v>0.91288888888888886</c:v>
                </c:pt>
                <c:pt idx="23471">
                  <c:v>0.91303703703703709</c:v>
                </c:pt>
                <c:pt idx="23472">
                  <c:v>0.91303703703703709</c:v>
                </c:pt>
                <c:pt idx="23473">
                  <c:v>0.91318518518518521</c:v>
                </c:pt>
                <c:pt idx="23474">
                  <c:v>0.91318518518518521</c:v>
                </c:pt>
                <c:pt idx="23475">
                  <c:v>0.91318518518518521</c:v>
                </c:pt>
                <c:pt idx="23476">
                  <c:v>0.91318518518518521</c:v>
                </c:pt>
                <c:pt idx="23477">
                  <c:v>0.91318518518518521</c:v>
                </c:pt>
                <c:pt idx="23478">
                  <c:v>0.91318518518518521</c:v>
                </c:pt>
                <c:pt idx="23479">
                  <c:v>0.91318518518518521</c:v>
                </c:pt>
                <c:pt idx="23480">
                  <c:v>0.91318518518518521</c:v>
                </c:pt>
                <c:pt idx="23481">
                  <c:v>0.91333333333333333</c:v>
                </c:pt>
                <c:pt idx="23482">
                  <c:v>0.91333333333333333</c:v>
                </c:pt>
                <c:pt idx="23483">
                  <c:v>0.91333333333333333</c:v>
                </c:pt>
                <c:pt idx="23484">
                  <c:v>0.91333333333333333</c:v>
                </c:pt>
                <c:pt idx="23485">
                  <c:v>0.91333333333333333</c:v>
                </c:pt>
                <c:pt idx="23486">
                  <c:v>0.91333333333333333</c:v>
                </c:pt>
                <c:pt idx="23487">
                  <c:v>0.91348148148148145</c:v>
                </c:pt>
                <c:pt idx="23488">
                  <c:v>0.91362962962962968</c:v>
                </c:pt>
                <c:pt idx="23489">
                  <c:v>0.91362962962962968</c:v>
                </c:pt>
                <c:pt idx="23490">
                  <c:v>0.9137777777777778</c:v>
                </c:pt>
                <c:pt idx="23491">
                  <c:v>0.9137777777777778</c:v>
                </c:pt>
                <c:pt idx="23492">
                  <c:v>0.9137777777777778</c:v>
                </c:pt>
                <c:pt idx="23493">
                  <c:v>0.9137777777777778</c:v>
                </c:pt>
                <c:pt idx="23494">
                  <c:v>0.9137777777777778</c:v>
                </c:pt>
                <c:pt idx="23495">
                  <c:v>0.9137777777777778</c:v>
                </c:pt>
                <c:pt idx="23496">
                  <c:v>0.91392592592592592</c:v>
                </c:pt>
                <c:pt idx="23497">
                  <c:v>0.91407407407407404</c:v>
                </c:pt>
                <c:pt idx="23498">
                  <c:v>0.91422222222222227</c:v>
                </c:pt>
                <c:pt idx="23499">
                  <c:v>0.91422222222222227</c:v>
                </c:pt>
                <c:pt idx="23500">
                  <c:v>0.91422222222222227</c:v>
                </c:pt>
                <c:pt idx="23501">
                  <c:v>0.91437037037037039</c:v>
                </c:pt>
                <c:pt idx="23502">
                  <c:v>0.91437037037037039</c:v>
                </c:pt>
                <c:pt idx="23503">
                  <c:v>0.91437037037037039</c:v>
                </c:pt>
                <c:pt idx="23504">
                  <c:v>0.91437037037037039</c:v>
                </c:pt>
                <c:pt idx="23505">
                  <c:v>0.91437037037037039</c:v>
                </c:pt>
                <c:pt idx="23506">
                  <c:v>0.91437037037037039</c:v>
                </c:pt>
                <c:pt idx="23507">
                  <c:v>0.91437037037037039</c:v>
                </c:pt>
                <c:pt idx="23508">
                  <c:v>0.91437037037037039</c:v>
                </c:pt>
                <c:pt idx="23509">
                  <c:v>0.91437037037037039</c:v>
                </c:pt>
                <c:pt idx="23510">
                  <c:v>0.91437037037037039</c:v>
                </c:pt>
                <c:pt idx="23511">
                  <c:v>0.91437037037037039</c:v>
                </c:pt>
                <c:pt idx="23512">
                  <c:v>0.91437037037037039</c:v>
                </c:pt>
                <c:pt idx="23513">
                  <c:v>0.91451851851851851</c:v>
                </c:pt>
                <c:pt idx="23514">
                  <c:v>0.91451851851851851</c:v>
                </c:pt>
                <c:pt idx="23515">
                  <c:v>0.91466666666666663</c:v>
                </c:pt>
                <c:pt idx="23516">
                  <c:v>0.91466666666666663</c:v>
                </c:pt>
                <c:pt idx="23517">
                  <c:v>0.91466666666666663</c:v>
                </c:pt>
                <c:pt idx="23518">
                  <c:v>0.91466666666666663</c:v>
                </c:pt>
                <c:pt idx="23519">
                  <c:v>0.91466666666666663</c:v>
                </c:pt>
                <c:pt idx="23520">
                  <c:v>0.91466666666666663</c:v>
                </c:pt>
                <c:pt idx="23521">
                  <c:v>0.91466666666666663</c:v>
                </c:pt>
                <c:pt idx="23522">
                  <c:v>0.91466666666666663</c:v>
                </c:pt>
                <c:pt idx="23523">
                  <c:v>0.91466666666666663</c:v>
                </c:pt>
                <c:pt idx="23524">
                  <c:v>0.91481481481481486</c:v>
                </c:pt>
                <c:pt idx="23525">
                  <c:v>0.91481481481481486</c:v>
                </c:pt>
                <c:pt idx="23526">
                  <c:v>0.91481481481481486</c:v>
                </c:pt>
                <c:pt idx="23527">
                  <c:v>0.91496296296296298</c:v>
                </c:pt>
                <c:pt idx="23528">
                  <c:v>0.91496296296296298</c:v>
                </c:pt>
                <c:pt idx="23529">
                  <c:v>0.91496296296296298</c:v>
                </c:pt>
                <c:pt idx="23530">
                  <c:v>0.91496296296296298</c:v>
                </c:pt>
                <c:pt idx="23531">
                  <c:v>0.91496296296296298</c:v>
                </c:pt>
                <c:pt idx="23532">
                  <c:v>0.91496296296296298</c:v>
                </c:pt>
                <c:pt idx="23533">
                  <c:v>0.9151111111111111</c:v>
                </c:pt>
                <c:pt idx="23534">
                  <c:v>0.9151111111111111</c:v>
                </c:pt>
                <c:pt idx="23535">
                  <c:v>0.9151111111111111</c:v>
                </c:pt>
                <c:pt idx="23536">
                  <c:v>0.9151111111111111</c:v>
                </c:pt>
                <c:pt idx="23537">
                  <c:v>0.9151111111111111</c:v>
                </c:pt>
                <c:pt idx="23538">
                  <c:v>0.91525925925925922</c:v>
                </c:pt>
                <c:pt idx="23539">
                  <c:v>0.91525925925925922</c:v>
                </c:pt>
                <c:pt idx="23540">
                  <c:v>0.91525925925925922</c:v>
                </c:pt>
                <c:pt idx="23541">
                  <c:v>0.91525925925925922</c:v>
                </c:pt>
                <c:pt idx="23542">
                  <c:v>0.91525925925925922</c:v>
                </c:pt>
                <c:pt idx="23543">
                  <c:v>0.91525925925925922</c:v>
                </c:pt>
                <c:pt idx="23544">
                  <c:v>0.91540740740740745</c:v>
                </c:pt>
                <c:pt idx="23545">
                  <c:v>0.91555555555555557</c:v>
                </c:pt>
                <c:pt idx="23546">
                  <c:v>0.91555555555555557</c:v>
                </c:pt>
                <c:pt idx="23547">
                  <c:v>0.91555555555555557</c:v>
                </c:pt>
                <c:pt idx="23548">
                  <c:v>0.91555555555555557</c:v>
                </c:pt>
                <c:pt idx="23549">
                  <c:v>0.91555555555555557</c:v>
                </c:pt>
                <c:pt idx="23550">
                  <c:v>0.91555555555555557</c:v>
                </c:pt>
                <c:pt idx="23551">
                  <c:v>0.91555555555555557</c:v>
                </c:pt>
                <c:pt idx="23552">
                  <c:v>0.91555555555555557</c:v>
                </c:pt>
                <c:pt idx="23553">
                  <c:v>0.91555555555555557</c:v>
                </c:pt>
                <c:pt idx="23554">
                  <c:v>0.91555555555555557</c:v>
                </c:pt>
                <c:pt idx="23555">
                  <c:v>0.91555555555555557</c:v>
                </c:pt>
                <c:pt idx="23556">
                  <c:v>0.91555555555555557</c:v>
                </c:pt>
                <c:pt idx="23557">
                  <c:v>0.91555555555555557</c:v>
                </c:pt>
                <c:pt idx="23558">
                  <c:v>0.91570370370370369</c:v>
                </c:pt>
                <c:pt idx="23559">
                  <c:v>0.91570370370370369</c:v>
                </c:pt>
                <c:pt idx="23560">
                  <c:v>0.91570370370370369</c:v>
                </c:pt>
                <c:pt idx="23561">
                  <c:v>0.91570370370370369</c:v>
                </c:pt>
                <c:pt idx="23562">
                  <c:v>0.91570370370370369</c:v>
                </c:pt>
                <c:pt idx="23563">
                  <c:v>0.91585185185185181</c:v>
                </c:pt>
                <c:pt idx="23564">
                  <c:v>0.91585185185185181</c:v>
                </c:pt>
                <c:pt idx="23565">
                  <c:v>0.91600000000000004</c:v>
                </c:pt>
                <c:pt idx="23566">
                  <c:v>0.91600000000000004</c:v>
                </c:pt>
                <c:pt idx="23567">
                  <c:v>0.91600000000000004</c:v>
                </c:pt>
                <c:pt idx="23568">
                  <c:v>0.91600000000000004</c:v>
                </c:pt>
                <c:pt idx="23569">
                  <c:v>0.91600000000000004</c:v>
                </c:pt>
                <c:pt idx="23570">
                  <c:v>0.91600000000000004</c:v>
                </c:pt>
                <c:pt idx="23571">
                  <c:v>0.91600000000000004</c:v>
                </c:pt>
                <c:pt idx="23572">
                  <c:v>0.91600000000000004</c:v>
                </c:pt>
                <c:pt idx="23573">
                  <c:v>0.91600000000000004</c:v>
                </c:pt>
                <c:pt idx="23574">
                  <c:v>0.91614814814814816</c:v>
                </c:pt>
                <c:pt idx="23575">
                  <c:v>0.91629629629629628</c:v>
                </c:pt>
                <c:pt idx="23576">
                  <c:v>0.91629629629629628</c:v>
                </c:pt>
                <c:pt idx="23577">
                  <c:v>0.91629629629629628</c:v>
                </c:pt>
                <c:pt idx="23578">
                  <c:v>0.91629629629629628</c:v>
                </c:pt>
                <c:pt idx="23579">
                  <c:v>0.91629629629629628</c:v>
                </c:pt>
                <c:pt idx="23580">
                  <c:v>0.91644444444444439</c:v>
                </c:pt>
                <c:pt idx="23581">
                  <c:v>0.91644444444444439</c:v>
                </c:pt>
                <c:pt idx="23582">
                  <c:v>0.91659259259259263</c:v>
                </c:pt>
                <c:pt idx="23583">
                  <c:v>0.91659259259259263</c:v>
                </c:pt>
                <c:pt idx="23584">
                  <c:v>0.91659259259259263</c:v>
                </c:pt>
                <c:pt idx="23585">
                  <c:v>0.91659259259259263</c:v>
                </c:pt>
                <c:pt idx="23586">
                  <c:v>0.91659259259259263</c:v>
                </c:pt>
                <c:pt idx="23587">
                  <c:v>0.91659259259259263</c:v>
                </c:pt>
                <c:pt idx="23588">
                  <c:v>0.91659259259259263</c:v>
                </c:pt>
                <c:pt idx="23589">
                  <c:v>0.91659259259259263</c:v>
                </c:pt>
                <c:pt idx="23590">
                  <c:v>0.91659259259259263</c:v>
                </c:pt>
                <c:pt idx="23591">
                  <c:v>0.91659259259259263</c:v>
                </c:pt>
                <c:pt idx="23592">
                  <c:v>0.91659259259259263</c:v>
                </c:pt>
                <c:pt idx="23593">
                  <c:v>0.91659259259259263</c:v>
                </c:pt>
                <c:pt idx="23594">
                  <c:v>0.91659259259259263</c:v>
                </c:pt>
                <c:pt idx="23595">
                  <c:v>0.91659259259259263</c:v>
                </c:pt>
                <c:pt idx="23596">
                  <c:v>0.91674074074074074</c:v>
                </c:pt>
                <c:pt idx="23597">
                  <c:v>0.91688888888888886</c:v>
                </c:pt>
                <c:pt idx="23598">
                  <c:v>0.91688888888888886</c:v>
                </c:pt>
                <c:pt idx="23599">
                  <c:v>0.91688888888888886</c:v>
                </c:pt>
                <c:pt idx="23600">
                  <c:v>0.91688888888888886</c:v>
                </c:pt>
                <c:pt idx="23601">
                  <c:v>0.91688888888888886</c:v>
                </c:pt>
                <c:pt idx="23602">
                  <c:v>0.91688888888888886</c:v>
                </c:pt>
                <c:pt idx="23603">
                  <c:v>0.91688888888888886</c:v>
                </c:pt>
                <c:pt idx="23604">
                  <c:v>0.91688888888888886</c:v>
                </c:pt>
                <c:pt idx="23605">
                  <c:v>0.91688888888888886</c:v>
                </c:pt>
                <c:pt idx="23606">
                  <c:v>0.91688888888888886</c:v>
                </c:pt>
                <c:pt idx="23607">
                  <c:v>0.91703703703703698</c:v>
                </c:pt>
                <c:pt idx="23608">
                  <c:v>0.91703703703703698</c:v>
                </c:pt>
                <c:pt idx="23609">
                  <c:v>0.91703703703703698</c:v>
                </c:pt>
                <c:pt idx="23610">
                  <c:v>0.91703703703703698</c:v>
                </c:pt>
                <c:pt idx="23611">
                  <c:v>0.91703703703703698</c:v>
                </c:pt>
                <c:pt idx="23612">
                  <c:v>0.91703703703703698</c:v>
                </c:pt>
                <c:pt idx="23613">
                  <c:v>0.91703703703703698</c:v>
                </c:pt>
                <c:pt idx="23614">
                  <c:v>0.91718518518518521</c:v>
                </c:pt>
                <c:pt idx="23615">
                  <c:v>0.91718518518518521</c:v>
                </c:pt>
                <c:pt idx="23616">
                  <c:v>0.91718518518518521</c:v>
                </c:pt>
                <c:pt idx="23617">
                  <c:v>0.91733333333333333</c:v>
                </c:pt>
                <c:pt idx="23618">
                  <c:v>0.91748148148148145</c:v>
                </c:pt>
                <c:pt idx="23619">
                  <c:v>0.91748148148148145</c:v>
                </c:pt>
                <c:pt idx="23620">
                  <c:v>0.91748148148148145</c:v>
                </c:pt>
                <c:pt idx="23621">
                  <c:v>0.91748148148148145</c:v>
                </c:pt>
                <c:pt idx="23622">
                  <c:v>0.91748148148148145</c:v>
                </c:pt>
                <c:pt idx="23623">
                  <c:v>0.91762962962962968</c:v>
                </c:pt>
                <c:pt idx="23624">
                  <c:v>0.91762962962962968</c:v>
                </c:pt>
                <c:pt idx="23625">
                  <c:v>0.9177777777777778</c:v>
                </c:pt>
                <c:pt idx="23626">
                  <c:v>0.9177777777777778</c:v>
                </c:pt>
                <c:pt idx="23627">
                  <c:v>0.91792592592592592</c:v>
                </c:pt>
                <c:pt idx="23628">
                  <c:v>0.91807407407407404</c:v>
                </c:pt>
                <c:pt idx="23629">
                  <c:v>0.91822222222222227</c:v>
                </c:pt>
                <c:pt idx="23630">
                  <c:v>0.91822222222222227</c:v>
                </c:pt>
                <c:pt idx="23631">
                  <c:v>0.91822222222222227</c:v>
                </c:pt>
                <c:pt idx="23632">
                  <c:v>0.91822222222222227</c:v>
                </c:pt>
                <c:pt idx="23633">
                  <c:v>0.91822222222222227</c:v>
                </c:pt>
                <c:pt idx="23634">
                  <c:v>0.91822222222222227</c:v>
                </c:pt>
                <c:pt idx="23635">
                  <c:v>0.91837037037037039</c:v>
                </c:pt>
                <c:pt idx="23636">
                  <c:v>0.91837037037037039</c:v>
                </c:pt>
                <c:pt idx="23637">
                  <c:v>0.91837037037037039</c:v>
                </c:pt>
                <c:pt idx="23638">
                  <c:v>0.91837037037037039</c:v>
                </c:pt>
                <c:pt idx="23639">
                  <c:v>0.91837037037037039</c:v>
                </c:pt>
                <c:pt idx="23640">
                  <c:v>0.91837037037037039</c:v>
                </c:pt>
                <c:pt idx="23641">
                  <c:v>0.91837037037037039</c:v>
                </c:pt>
                <c:pt idx="23642">
                  <c:v>0.91837037037037039</c:v>
                </c:pt>
                <c:pt idx="23643">
                  <c:v>0.91837037037037039</c:v>
                </c:pt>
                <c:pt idx="23644">
                  <c:v>0.91837037037037039</c:v>
                </c:pt>
                <c:pt idx="23645">
                  <c:v>0.91851851851851851</c:v>
                </c:pt>
                <c:pt idx="23646">
                  <c:v>0.91866666666666663</c:v>
                </c:pt>
                <c:pt idx="23647">
                  <c:v>0.91866666666666663</c:v>
                </c:pt>
                <c:pt idx="23648">
                  <c:v>0.91866666666666663</c:v>
                </c:pt>
                <c:pt idx="23649">
                  <c:v>0.91881481481481486</c:v>
                </c:pt>
                <c:pt idx="23650">
                  <c:v>0.91896296296296298</c:v>
                </c:pt>
                <c:pt idx="23651">
                  <c:v>0.91896296296296298</c:v>
                </c:pt>
                <c:pt idx="23652">
                  <c:v>0.91896296296296298</c:v>
                </c:pt>
                <c:pt idx="23653">
                  <c:v>0.9191111111111111</c:v>
                </c:pt>
                <c:pt idx="23654">
                  <c:v>0.9191111111111111</c:v>
                </c:pt>
                <c:pt idx="23655">
                  <c:v>0.91925925925925922</c:v>
                </c:pt>
                <c:pt idx="23656">
                  <c:v>0.91940740740740745</c:v>
                </c:pt>
                <c:pt idx="23657">
                  <c:v>0.91940740740740745</c:v>
                </c:pt>
                <c:pt idx="23658">
                  <c:v>0.91940740740740745</c:v>
                </c:pt>
                <c:pt idx="23659">
                  <c:v>0.91940740740740745</c:v>
                </c:pt>
                <c:pt idx="23660">
                  <c:v>0.91940740740740745</c:v>
                </c:pt>
                <c:pt idx="23661">
                  <c:v>0.91940740740740745</c:v>
                </c:pt>
                <c:pt idx="23662">
                  <c:v>0.91940740740740745</c:v>
                </c:pt>
                <c:pt idx="23663">
                  <c:v>0.91940740740740745</c:v>
                </c:pt>
                <c:pt idx="23664">
                  <c:v>0.91940740740740745</c:v>
                </c:pt>
                <c:pt idx="23665">
                  <c:v>0.91940740740740745</c:v>
                </c:pt>
                <c:pt idx="23666">
                  <c:v>0.91955555555555557</c:v>
                </c:pt>
                <c:pt idx="23667">
                  <c:v>0.91955555555555557</c:v>
                </c:pt>
                <c:pt idx="23668">
                  <c:v>0.91955555555555557</c:v>
                </c:pt>
                <c:pt idx="23669">
                  <c:v>0.91955555555555557</c:v>
                </c:pt>
                <c:pt idx="23670">
                  <c:v>0.91955555555555557</c:v>
                </c:pt>
                <c:pt idx="23671">
                  <c:v>0.91955555555555557</c:v>
                </c:pt>
                <c:pt idx="23672">
                  <c:v>0.91955555555555557</c:v>
                </c:pt>
                <c:pt idx="23673">
                  <c:v>0.91955555555555557</c:v>
                </c:pt>
                <c:pt idx="23674">
                  <c:v>0.91955555555555557</c:v>
                </c:pt>
                <c:pt idx="23675">
                  <c:v>0.91970370370370369</c:v>
                </c:pt>
                <c:pt idx="23676">
                  <c:v>0.91970370370370369</c:v>
                </c:pt>
                <c:pt idx="23677">
                  <c:v>0.91970370370370369</c:v>
                </c:pt>
                <c:pt idx="23678">
                  <c:v>0.91970370370370369</c:v>
                </c:pt>
                <c:pt idx="23679">
                  <c:v>0.91985185185185181</c:v>
                </c:pt>
                <c:pt idx="23680">
                  <c:v>0.91985185185185181</c:v>
                </c:pt>
                <c:pt idx="23681">
                  <c:v>0.91985185185185181</c:v>
                </c:pt>
                <c:pt idx="23682">
                  <c:v>0.91985185185185181</c:v>
                </c:pt>
                <c:pt idx="23683">
                  <c:v>0.91985185185185181</c:v>
                </c:pt>
                <c:pt idx="23684">
                  <c:v>0.91985185185185181</c:v>
                </c:pt>
                <c:pt idx="23685">
                  <c:v>0.91985185185185181</c:v>
                </c:pt>
                <c:pt idx="23686">
                  <c:v>0.91985185185185181</c:v>
                </c:pt>
                <c:pt idx="23687">
                  <c:v>0.91985185185185181</c:v>
                </c:pt>
                <c:pt idx="23688">
                  <c:v>0.91985185185185181</c:v>
                </c:pt>
                <c:pt idx="23689">
                  <c:v>0.91985185185185181</c:v>
                </c:pt>
                <c:pt idx="23690">
                  <c:v>0.91985185185185181</c:v>
                </c:pt>
                <c:pt idx="23691">
                  <c:v>0.91985185185185181</c:v>
                </c:pt>
                <c:pt idx="23692">
                  <c:v>0.91985185185185181</c:v>
                </c:pt>
                <c:pt idx="23693">
                  <c:v>0.91985185185185181</c:v>
                </c:pt>
                <c:pt idx="23694">
                  <c:v>0.91985185185185181</c:v>
                </c:pt>
                <c:pt idx="23695">
                  <c:v>0.91985185185185181</c:v>
                </c:pt>
                <c:pt idx="23696">
                  <c:v>0.92</c:v>
                </c:pt>
                <c:pt idx="23697">
                  <c:v>0.92</c:v>
                </c:pt>
                <c:pt idx="23698">
                  <c:v>0.92</c:v>
                </c:pt>
                <c:pt idx="23699">
                  <c:v>0.92</c:v>
                </c:pt>
                <c:pt idx="23700">
                  <c:v>0.92</c:v>
                </c:pt>
                <c:pt idx="23701">
                  <c:v>0.92</c:v>
                </c:pt>
                <c:pt idx="23702">
                  <c:v>0.92</c:v>
                </c:pt>
                <c:pt idx="23703">
                  <c:v>0.92</c:v>
                </c:pt>
                <c:pt idx="23704">
                  <c:v>0.92</c:v>
                </c:pt>
                <c:pt idx="23705">
                  <c:v>0.92</c:v>
                </c:pt>
                <c:pt idx="23706">
                  <c:v>0.92</c:v>
                </c:pt>
                <c:pt idx="23707">
                  <c:v>0.92014814814814816</c:v>
                </c:pt>
                <c:pt idx="23708">
                  <c:v>0.92014814814814816</c:v>
                </c:pt>
                <c:pt idx="23709">
                  <c:v>0.92014814814814816</c:v>
                </c:pt>
                <c:pt idx="23710">
                  <c:v>0.92014814814814816</c:v>
                </c:pt>
                <c:pt idx="23711">
                  <c:v>0.92029629629629628</c:v>
                </c:pt>
                <c:pt idx="23712">
                  <c:v>0.9204444444444444</c:v>
                </c:pt>
                <c:pt idx="23713">
                  <c:v>0.9204444444444444</c:v>
                </c:pt>
                <c:pt idx="23714">
                  <c:v>0.9204444444444444</c:v>
                </c:pt>
                <c:pt idx="23715">
                  <c:v>0.92059259259259263</c:v>
                </c:pt>
                <c:pt idx="23716">
                  <c:v>0.92059259259259263</c:v>
                </c:pt>
                <c:pt idx="23717">
                  <c:v>0.92074074074074075</c:v>
                </c:pt>
                <c:pt idx="23718">
                  <c:v>0.92088888888888887</c:v>
                </c:pt>
                <c:pt idx="23719">
                  <c:v>0.92088888888888887</c:v>
                </c:pt>
                <c:pt idx="23720">
                  <c:v>0.92088888888888887</c:v>
                </c:pt>
                <c:pt idx="23721">
                  <c:v>0.92088888888888887</c:v>
                </c:pt>
                <c:pt idx="23722">
                  <c:v>0.92088888888888887</c:v>
                </c:pt>
                <c:pt idx="23723">
                  <c:v>0.92088888888888887</c:v>
                </c:pt>
                <c:pt idx="23724">
                  <c:v>0.92088888888888887</c:v>
                </c:pt>
                <c:pt idx="23725">
                  <c:v>0.92103703703703699</c:v>
                </c:pt>
                <c:pt idx="23726">
                  <c:v>0.92103703703703699</c:v>
                </c:pt>
                <c:pt idx="23727">
                  <c:v>0.92103703703703699</c:v>
                </c:pt>
                <c:pt idx="23728">
                  <c:v>0.92103703703703699</c:v>
                </c:pt>
                <c:pt idx="23729">
                  <c:v>0.92103703703703699</c:v>
                </c:pt>
                <c:pt idx="23730">
                  <c:v>0.92103703703703699</c:v>
                </c:pt>
                <c:pt idx="23731">
                  <c:v>0.92103703703703699</c:v>
                </c:pt>
                <c:pt idx="23732">
                  <c:v>0.92103703703703699</c:v>
                </c:pt>
                <c:pt idx="23733">
                  <c:v>0.92103703703703699</c:v>
                </c:pt>
                <c:pt idx="23734">
                  <c:v>0.92118518518518522</c:v>
                </c:pt>
                <c:pt idx="23735">
                  <c:v>0.92133333333333334</c:v>
                </c:pt>
                <c:pt idx="23736">
                  <c:v>0.92148148148148146</c:v>
                </c:pt>
                <c:pt idx="23737">
                  <c:v>0.92148148148148146</c:v>
                </c:pt>
                <c:pt idx="23738">
                  <c:v>0.92148148148148146</c:v>
                </c:pt>
                <c:pt idx="23739">
                  <c:v>0.92148148148148146</c:v>
                </c:pt>
                <c:pt idx="23740">
                  <c:v>0.92148148148148146</c:v>
                </c:pt>
                <c:pt idx="23741">
                  <c:v>0.92148148148148146</c:v>
                </c:pt>
                <c:pt idx="23742">
                  <c:v>0.92148148148148146</c:v>
                </c:pt>
                <c:pt idx="23743">
                  <c:v>0.92148148148148146</c:v>
                </c:pt>
                <c:pt idx="23744">
                  <c:v>0.92148148148148146</c:v>
                </c:pt>
                <c:pt idx="23745">
                  <c:v>0.92148148148148146</c:v>
                </c:pt>
                <c:pt idx="23746">
                  <c:v>0.92148148148148146</c:v>
                </c:pt>
                <c:pt idx="23747">
                  <c:v>0.92148148148148146</c:v>
                </c:pt>
                <c:pt idx="23748">
                  <c:v>0.92148148148148146</c:v>
                </c:pt>
                <c:pt idx="23749">
                  <c:v>0.92162962962962958</c:v>
                </c:pt>
                <c:pt idx="23750">
                  <c:v>0.92177777777777781</c:v>
                </c:pt>
                <c:pt idx="23751">
                  <c:v>0.92177777777777781</c:v>
                </c:pt>
                <c:pt idx="23752">
                  <c:v>0.92177777777777781</c:v>
                </c:pt>
                <c:pt idx="23753">
                  <c:v>0.92177777777777781</c:v>
                </c:pt>
                <c:pt idx="23754">
                  <c:v>0.92177777777777781</c:v>
                </c:pt>
                <c:pt idx="23755">
                  <c:v>0.92177777777777781</c:v>
                </c:pt>
                <c:pt idx="23756">
                  <c:v>0.92192592592592593</c:v>
                </c:pt>
                <c:pt idx="23757">
                  <c:v>0.92192592592592593</c:v>
                </c:pt>
                <c:pt idx="23758">
                  <c:v>0.92192592592592593</c:v>
                </c:pt>
                <c:pt idx="23759">
                  <c:v>0.92207407407407405</c:v>
                </c:pt>
                <c:pt idx="23760">
                  <c:v>0.92222222222222228</c:v>
                </c:pt>
                <c:pt idx="23761">
                  <c:v>0.92222222222222228</c:v>
                </c:pt>
                <c:pt idx="23762">
                  <c:v>0.92222222222222228</c:v>
                </c:pt>
                <c:pt idx="23763">
                  <c:v>0.92222222222222228</c:v>
                </c:pt>
                <c:pt idx="23764">
                  <c:v>0.92222222222222228</c:v>
                </c:pt>
                <c:pt idx="23765">
                  <c:v>0.92222222222222228</c:v>
                </c:pt>
                <c:pt idx="23766">
                  <c:v>0.92222222222222228</c:v>
                </c:pt>
                <c:pt idx="23767">
                  <c:v>0.9223703703703704</c:v>
                </c:pt>
                <c:pt idx="23768">
                  <c:v>0.92251851851851852</c:v>
                </c:pt>
                <c:pt idx="23769">
                  <c:v>0.92251851851851852</c:v>
                </c:pt>
                <c:pt idx="23770">
                  <c:v>0.92251851851851852</c:v>
                </c:pt>
                <c:pt idx="23771">
                  <c:v>0.92251851851851852</c:v>
                </c:pt>
                <c:pt idx="23772">
                  <c:v>0.92251851851851852</c:v>
                </c:pt>
                <c:pt idx="23773">
                  <c:v>0.92251851851851852</c:v>
                </c:pt>
                <c:pt idx="23774">
                  <c:v>0.92266666666666663</c:v>
                </c:pt>
                <c:pt idx="23775">
                  <c:v>0.92281481481481487</c:v>
                </c:pt>
                <c:pt idx="23776">
                  <c:v>0.92281481481481487</c:v>
                </c:pt>
                <c:pt idx="23777">
                  <c:v>0.92281481481481487</c:v>
                </c:pt>
                <c:pt idx="23778">
                  <c:v>0.92281481481481487</c:v>
                </c:pt>
                <c:pt idx="23779">
                  <c:v>0.92281481481481487</c:v>
                </c:pt>
                <c:pt idx="23780">
                  <c:v>0.92281481481481487</c:v>
                </c:pt>
                <c:pt idx="23781">
                  <c:v>0.92281481481481487</c:v>
                </c:pt>
                <c:pt idx="23782">
                  <c:v>0.92296296296296299</c:v>
                </c:pt>
                <c:pt idx="23783">
                  <c:v>0.92296296296296299</c:v>
                </c:pt>
                <c:pt idx="23784">
                  <c:v>0.92296296296296299</c:v>
                </c:pt>
                <c:pt idx="23785">
                  <c:v>0.92296296296296299</c:v>
                </c:pt>
                <c:pt idx="23786">
                  <c:v>0.92296296296296299</c:v>
                </c:pt>
                <c:pt idx="23787">
                  <c:v>0.92296296296296299</c:v>
                </c:pt>
                <c:pt idx="23788">
                  <c:v>0.9231111111111111</c:v>
                </c:pt>
                <c:pt idx="23789">
                  <c:v>0.9231111111111111</c:v>
                </c:pt>
                <c:pt idx="23790">
                  <c:v>0.92325925925925922</c:v>
                </c:pt>
                <c:pt idx="23791">
                  <c:v>0.92325925925925922</c:v>
                </c:pt>
                <c:pt idx="23792">
                  <c:v>0.92340740740740745</c:v>
                </c:pt>
                <c:pt idx="23793">
                  <c:v>0.92355555555555557</c:v>
                </c:pt>
                <c:pt idx="23794">
                  <c:v>0.92355555555555557</c:v>
                </c:pt>
                <c:pt idx="23795">
                  <c:v>0.92355555555555557</c:v>
                </c:pt>
                <c:pt idx="23796">
                  <c:v>0.92355555555555557</c:v>
                </c:pt>
                <c:pt idx="23797">
                  <c:v>0.92355555555555557</c:v>
                </c:pt>
                <c:pt idx="23798">
                  <c:v>0.92370370370370369</c:v>
                </c:pt>
                <c:pt idx="23799">
                  <c:v>0.92370370370370369</c:v>
                </c:pt>
                <c:pt idx="23800">
                  <c:v>0.92370370370370369</c:v>
                </c:pt>
                <c:pt idx="23801">
                  <c:v>0.92370370370370369</c:v>
                </c:pt>
                <c:pt idx="23802">
                  <c:v>0.92370370370370369</c:v>
                </c:pt>
                <c:pt idx="23803">
                  <c:v>0.92370370370370369</c:v>
                </c:pt>
                <c:pt idx="23804">
                  <c:v>0.92370370370370369</c:v>
                </c:pt>
                <c:pt idx="23805">
                  <c:v>0.92370370370370369</c:v>
                </c:pt>
                <c:pt idx="23806">
                  <c:v>0.92370370370370369</c:v>
                </c:pt>
                <c:pt idx="23807">
                  <c:v>0.92370370370370369</c:v>
                </c:pt>
                <c:pt idx="23808">
                  <c:v>0.92370370370370369</c:v>
                </c:pt>
                <c:pt idx="23809">
                  <c:v>0.92370370370370369</c:v>
                </c:pt>
                <c:pt idx="23810">
                  <c:v>0.92385185185185181</c:v>
                </c:pt>
                <c:pt idx="23811">
                  <c:v>0.92385185185185181</c:v>
                </c:pt>
                <c:pt idx="23812">
                  <c:v>0.92385185185185181</c:v>
                </c:pt>
                <c:pt idx="23813">
                  <c:v>0.92385185185185181</c:v>
                </c:pt>
                <c:pt idx="23814">
                  <c:v>0.92400000000000004</c:v>
                </c:pt>
                <c:pt idx="23815">
                  <c:v>0.92400000000000004</c:v>
                </c:pt>
                <c:pt idx="23816">
                  <c:v>0.92400000000000004</c:v>
                </c:pt>
                <c:pt idx="23817">
                  <c:v>0.92400000000000004</c:v>
                </c:pt>
                <c:pt idx="23818">
                  <c:v>0.92400000000000004</c:v>
                </c:pt>
                <c:pt idx="23819">
                  <c:v>0.92414814814814816</c:v>
                </c:pt>
                <c:pt idx="23820">
                  <c:v>0.92414814814814816</c:v>
                </c:pt>
                <c:pt idx="23821">
                  <c:v>0.92429629629629628</c:v>
                </c:pt>
                <c:pt idx="23822">
                  <c:v>0.92429629629629628</c:v>
                </c:pt>
                <c:pt idx="23823">
                  <c:v>0.92429629629629628</c:v>
                </c:pt>
                <c:pt idx="23824">
                  <c:v>0.9244444444444444</c:v>
                </c:pt>
                <c:pt idx="23825">
                  <c:v>0.9244444444444444</c:v>
                </c:pt>
                <c:pt idx="23826">
                  <c:v>0.92459259259259263</c:v>
                </c:pt>
                <c:pt idx="23827">
                  <c:v>0.92459259259259263</c:v>
                </c:pt>
                <c:pt idx="23828">
                  <c:v>0.92459259259259263</c:v>
                </c:pt>
                <c:pt idx="23829">
                  <c:v>0.92474074074074075</c:v>
                </c:pt>
                <c:pt idx="23830">
                  <c:v>0.92474074074074075</c:v>
                </c:pt>
                <c:pt idx="23831">
                  <c:v>0.92474074074074075</c:v>
                </c:pt>
                <c:pt idx="23832">
                  <c:v>0.92488888888888887</c:v>
                </c:pt>
                <c:pt idx="23833">
                  <c:v>0.92488888888888887</c:v>
                </c:pt>
                <c:pt idx="23834">
                  <c:v>0.92488888888888887</c:v>
                </c:pt>
                <c:pt idx="23835">
                  <c:v>0.92503703703703699</c:v>
                </c:pt>
                <c:pt idx="23836">
                  <c:v>0.92503703703703699</c:v>
                </c:pt>
                <c:pt idx="23837">
                  <c:v>0.92503703703703699</c:v>
                </c:pt>
                <c:pt idx="23838">
                  <c:v>0.92518518518518522</c:v>
                </c:pt>
                <c:pt idx="23839">
                  <c:v>0.92518518518518522</c:v>
                </c:pt>
                <c:pt idx="23840">
                  <c:v>0.92518518518518522</c:v>
                </c:pt>
                <c:pt idx="23841">
                  <c:v>0.92518518518518522</c:v>
                </c:pt>
                <c:pt idx="23842">
                  <c:v>0.92518518518518522</c:v>
                </c:pt>
                <c:pt idx="23843">
                  <c:v>0.92518518518518522</c:v>
                </c:pt>
                <c:pt idx="23844">
                  <c:v>0.92518518518518522</c:v>
                </c:pt>
                <c:pt idx="23845">
                  <c:v>0.92518518518518522</c:v>
                </c:pt>
                <c:pt idx="23846">
                  <c:v>0.92518518518518522</c:v>
                </c:pt>
                <c:pt idx="23847">
                  <c:v>0.92533333333333334</c:v>
                </c:pt>
                <c:pt idx="23848">
                  <c:v>0.92533333333333334</c:v>
                </c:pt>
                <c:pt idx="23849">
                  <c:v>0.92548148148148146</c:v>
                </c:pt>
                <c:pt idx="23850">
                  <c:v>0.92548148148148146</c:v>
                </c:pt>
                <c:pt idx="23851">
                  <c:v>0.92562962962962958</c:v>
                </c:pt>
                <c:pt idx="23852">
                  <c:v>0.92562962962962958</c:v>
                </c:pt>
                <c:pt idx="23853">
                  <c:v>0.92577777777777781</c:v>
                </c:pt>
                <c:pt idx="23854">
                  <c:v>0.92577777777777781</c:v>
                </c:pt>
                <c:pt idx="23855">
                  <c:v>0.92577777777777781</c:v>
                </c:pt>
                <c:pt idx="23856">
                  <c:v>0.92577777777777781</c:v>
                </c:pt>
                <c:pt idx="23857">
                  <c:v>0.92577777777777781</c:v>
                </c:pt>
                <c:pt idx="23858">
                  <c:v>0.92577777777777781</c:v>
                </c:pt>
                <c:pt idx="23859">
                  <c:v>0.92577777777777781</c:v>
                </c:pt>
                <c:pt idx="23860">
                  <c:v>0.92592592592592593</c:v>
                </c:pt>
                <c:pt idx="23861">
                  <c:v>0.92592592592592593</c:v>
                </c:pt>
                <c:pt idx="23862">
                  <c:v>0.92592592592592593</c:v>
                </c:pt>
                <c:pt idx="23863">
                  <c:v>0.92592592592592593</c:v>
                </c:pt>
                <c:pt idx="23864">
                  <c:v>0.92592592592592593</c:v>
                </c:pt>
                <c:pt idx="23865">
                  <c:v>0.92592592592592593</c:v>
                </c:pt>
                <c:pt idx="23866">
                  <c:v>0.92592592592592593</c:v>
                </c:pt>
                <c:pt idx="23867">
                  <c:v>0.92592592592592593</c:v>
                </c:pt>
                <c:pt idx="23868">
                  <c:v>0.92592592592592593</c:v>
                </c:pt>
                <c:pt idx="23869">
                  <c:v>0.92592592592592593</c:v>
                </c:pt>
                <c:pt idx="23870">
                  <c:v>0.92592592592592593</c:v>
                </c:pt>
                <c:pt idx="23871">
                  <c:v>0.92607407407407405</c:v>
                </c:pt>
                <c:pt idx="23872">
                  <c:v>0.92607407407407405</c:v>
                </c:pt>
                <c:pt idx="23873">
                  <c:v>0.92607407407407405</c:v>
                </c:pt>
                <c:pt idx="23874">
                  <c:v>0.92607407407407405</c:v>
                </c:pt>
                <c:pt idx="23875">
                  <c:v>0.92607407407407405</c:v>
                </c:pt>
                <c:pt idx="23876">
                  <c:v>0.92607407407407405</c:v>
                </c:pt>
                <c:pt idx="23877">
                  <c:v>0.92607407407407405</c:v>
                </c:pt>
                <c:pt idx="23878">
                  <c:v>0.92622222222222217</c:v>
                </c:pt>
                <c:pt idx="23879">
                  <c:v>0.92622222222222217</c:v>
                </c:pt>
                <c:pt idx="23880">
                  <c:v>0.92622222222222217</c:v>
                </c:pt>
                <c:pt idx="23881">
                  <c:v>0.92622222222222217</c:v>
                </c:pt>
                <c:pt idx="23882">
                  <c:v>0.9263703703703704</c:v>
                </c:pt>
                <c:pt idx="23883">
                  <c:v>0.9263703703703704</c:v>
                </c:pt>
                <c:pt idx="23884">
                  <c:v>0.9263703703703704</c:v>
                </c:pt>
                <c:pt idx="23885">
                  <c:v>0.92651851851851852</c:v>
                </c:pt>
                <c:pt idx="23886">
                  <c:v>0.92651851851851852</c:v>
                </c:pt>
                <c:pt idx="23887">
                  <c:v>0.92651851851851852</c:v>
                </c:pt>
                <c:pt idx="23888">
                  <c:v>0.92666666666666664</c:v>
                </c:pt>
                <c:pt idx="23889">
                  <c:v>0.92666666666666664</c:v>
                </c:pt>
                <c:pt idx="23890">
                  <c:v>0.92666666666666664</c:v>
                </c:pt>
                <c:pt idx="23891">
                  <c:v>0.92681481481481487</c:v>
                </c:pt>
                <c:pt idx="23892">
                  <c:v>0.92696296296296299</c:v>
                </c:pt>
                <c:pt idx="23893">
                  <c:v>0.92696296296296299</c:v>
                </c:pt>
                <c:pt idx="23894">
                  <c:v>0.92696296296296299</c:v>
                </c:pt>
                <c:pt idx="23895">
                  <c:v>0.92696296296296299</c:v>
                </c:pt>
                <c:pt idx="23896">
                  <c:v>0.92696296296296299</c:v>
                </c:pt>
                <c:pt idx="23897">
                  <c:v>0.92696296296296299</c:v>
                </c:pt>
                <c:pt idx="23898">
                  <c:v>0.92711111111111111</c:v>
                </c:pt>
                <c:pt idx="23899">
                  <c:v>0.92711111111111111</c:v>
                </c:pt>
                <c:pt idx="23900">
                  <c:v>0.92711111111111111</c:v>
                </c:pt>
                <c:pt idx="23901">
                  <c:v>0.92711111111111111</c:v>
                </c:pt>
                <c:pt idx="23902">
                  <c:v>0.92711111111111111</c:v>
                </c:pt>
                <c:pt idx="23903">
                  <c:v>0.92711111111111111</c:v>
                </c:pt>
                <c:pt idx="23904">
                  <c:v>0.92711111111111111</c:v>
                </c:pt>
                <c:pt idx="23905">
                  <c:v>0.92725925925925923</c:v>
                </c:pt>
                <c:pt idx="23906">
                  <c:v>0.92725925925925923</c:v>
                </c:pt>
                <c:pt idx="23907">
                  <c:v>0.92725925925925923</c:v>
                </c:pt>
                <c:pt idx="23908">
                  <c:v>0.92725925925925923</c:v>
                </c:pt>
                <c:pt idx="23909">
                  <c:v>0.92725925925925923</c:v>
                </c:pt>
                <c:pt idx="23910">
                  <c:v>0.92725925925925923</c:v>
                </c:pt>
                <c:pt idx="23911">
                  <c:v>0.92725925925925923</c:v>
                </c:pt>
                <c:pt idx="23912">
                  <c:v>0.92740740740740746</c:v>
                </c:pt>
                <c:pt idx="23913">
                  <c:v>0.92740740740740746</c:v>
                </c:pt>
                <c:pt idx="23914">
                  <c:v>0.92755555555555558</c:v>
                </c:pt>
                <c:pt idx="23915">
                  <c:v>0.92755555555555558</c:v>
                </c:pt>
                <c:pt idx="23916">
                  <c:v>0.92755555555555558</c:v>
                </c:pt>
                <c:pt idx="23917">
                  <c:v>0.92755555555555558</c:v>
                </c:pt>
                <c:pt idx="23918">
                  <c:v>0.92755555555555558</c:v>
                </c:pt>
                <c:pt idx="23919">
                  <c:v>0.92755555555555558</c:v>
                </c:pt>
                <c:pt idx="23920">
                  <c:v>0.9277037037037037</c:v>
                </c:pt>
                <c:pt idx="23921">
                  <c:v>0.92785185185185182</c:v>
                </c:pt>
                <c:pt idx="23922">
                  <c:v>0.92785185185185182</c:v>
                </c:pt>
                <c:pt idx="23923">
                  <c:v>0.92800000000000005</c:v>
                </c:pt>
                <c:pt idx="23924">
                  <c:v>0.92800000000000005</c:v>
                </c:pt>
                <c:pt idx="23925">
                  <c:v>0.92800000000000005</c:v>
                </c:pt>
                <c:pt idx="23926">
                  <c:v>0.92800000000000005</c:v>
                </c:pt>
                <c:pt idx="23927">
                  <c:v>0.92800000000000005</c:v>
                </c:pt>
                <c:pt idx="23928">
                  <c:v>0.92800000000000005</c:v>
                </c:pt>
                <c:pt idx="23929">
                  <c:v>0.92800000000000005</c:v>
                </c:pt>
                <c:pt idx="23930">
                  <c:v>0.92800000000000005</c:v>
                </c:pt>
                <c:pt idx="23931">
                  <c:v>0.92800000000000005</c:v>
                </c:pt>
                <c:pt idx="23932">
                  <c:v>0.92800000000000005</c:v>
                </c:pt>
                <c:pt idx="23933">
                  <c:v>0.92800000000000005</c:v>
                </c:pt>
                <c:pt idx="23934">
                  <c:v>0.92800000000000005</c:v>
                </c:pt>
                <c:pt idx="23935">
                  <c:v>0.92800000000000005</c:v>
                </c:pt>
                <c:pt idx="23936">
                  <c:v>0.92800000000000005</c:v>
                </c:pt>
                <c:pt idx="23937">
                  <c:v>0.92800000000000005</c:v>
                </c:pt>
                <c:pt idx="23938">
                  <c:v>0.92814814814814817</c:v>
                </c:pt>
                <c:pt idx="23939">
                  <c:v>0.92814814814814817</c:v>
                </c:pt>
                <c:pt idx="23940">
                  <c:v>0.92814814814814817</c:v>
                </c:pt>
                <c:pt idx="23941">
                  <c:v>0.92814814814814817</c:v>
                </c:pt>
                <c:pt idx="23942">
                  <c:v>0.92814814814814817</c:v>
                </c:pt>
                <c:pt idx="23943">
                  <c:v>0.92814814814814817</c:v>
                </c:pt>
                <c:pt idx="23944">
                  <c:v>0.92814814814814817</c:v>
                </c:pt>
                <c:pt idx="23945">
                  <c:v>0.92814814814814817</c:v>
                </c:pt>
                <c:pt idx="23946">
                  <c:v>0.92829629629629629</c:v>
                </c:pt>
                <c:pt idx="23947">
                  <c:v>0.92844444444444441</c:v>
                </c:pt>
                <c:pt idx="23948">
                  <c:v>0.92844444444444441</c:v>
                </c:pt>
                <c:pt idx="23949">
                  <c:v>0.92844444444444441</c:v>
                </c:pt>
                <c:pt idx="23950">
                  <c:v>0.92844444444444441</c:v>
                </c:pt>
                <c:pt idx="23951">
                  <c:v>0.92844444444444441</c:v>
                </c:pt>
                <c:pt idx="23952">
                  <c:v>0.92844444444444441</c:v>
                </c:pt>
                <c:pt idx="23953">
                  <c:v>0.92844444444444441</c:v>
                </c:pt>
                <c:pt idx="23954">
                  <c:v>0.92844444444444441</c:v>
                </c:pt>
                <c:pt idx="23955">
                  <c:v>0.92844444444444441</c:v>
                </c:pt>
                <c:pt idx="23956">
                  <c:v>0.92844444444444441</c:v>
                </c:pt>
                <c:pt idx="23957">
                  <c:v>0.92844444444444441</c:v>
                </c:pt>
                <c:pt idx="23958">
                  <c:v>0.92844444444444441</c:v>
                </c:pt>
                <c:pt idx="23959">
                  <c:v>0.92844444444444441</c:v>
                </c:pt>
                <c:pt idx="23960">
                  <c:v>0.92844444444444441</c:v>
                </c:pt>
                <c:pt idx="23961">
                  <c:v>0.92844444444444441</c:v>
                </c:pt>
                <c:pt idx="23962">
                  <c:v>0.92844444444444441</c:v>
                </c:pt>
                <c:pt idx="23963">
                  <c:v>0.92859259259259264</c:v>
                </c:pt>
                <c:pt idx="23964">
                  <c:v>0.92859259259259264</c:v>
                </c:pt>
                <c:pt idx="23965">
                  <c:v>0.92859259259259264</c:v>
                </c:pt>
                <c:pt idx="23966">
                  <c:v>0.92859259259259264</c:v>
                </c:pt>
                <c:pt idx="23967">
                  <c:v>0.92859259259259264</c:v>
                </c:pt>
                <c:pt idx="23968">
                  <c:v>0.92859259259259264</c:v>
                </c:pt>
                <c:pt idx="23969">
                  <c:v>0.92859259259259264</c:v>
                </c:pt>
                <c:pt idx="23970">
                  <c:v>0.92859259259259264</c:v>
                </c:pt>
                <c:pt idx="23971">
                  <c:v>0.92859259259259264</c:v>
                </c:pt>
                <c:pt idx="23972">
                  <c:v>0.92874074074074076</c:v>
                </c:pt>
                <c:pt idx="23973">
                  <c:v>0.92888888888888888</c:v>
                </c:pt>
                <c:pt idx="23974">
                  <c:v>0.92888888888888888</c:v>
                </c:pt>
                <c:pt idx="23975">
                  <c:v>0.92888888888888888</c:v>
                </c:pt>
                <c:pt idx="23976">
                  <c:v>0.92903703703703699</c:v>
                </c:pt>
                <c:pt idx="23977">
                  <c:v>0.92903703703703699</c:v>
                </c:pt>
                <c:pt idx="23978">
                  <c:v>0.92903703703703699</c:v>
                </c:pt>
                <c:pt idx="23979">
                  <c:v>0.92903703703703699</c:v>
                </c:pt>
                <c:pt idx="23980">
                  <c:v>0.92903703703703699</c:v>
                </c:pt>
                <c:pt idx="23981">
                  <c:v>0.92918518518518523</c:v>
                </c:pt>
                <c:pt idx="23982">
                  <c:v>0.92918518518518523</c:v>
                </c:pt>
                <c:pt idx="23983">
                  <c:v>0.92918518518518523</c:v>
                </c:pt>
                <c:pt idx="23984">
                  <c:v>0.92933333333333334</c:v>
                </c:pt>
                <c:pt idx="23985">
                  <c:v>0.92933333333333334</c:v>
                </c:pt>
                <c:pt idx="23986">
                  <c:v>0.92933333333333334</c:v>
                </c:pt>
                <c:pt idx="23987">
                  <c:v>0.92933333333333334</c:v>
                </c:pt>
                <c:pt idx="23988">
                  <c:v>0.92948148148148146</c:v>
                </c:pt>
                <c:pt idx="23989">
                  <c:v>0.92948148148148146</c:v>
                </c:pt>
                <c:pt idx="23990">
                  <c:v>0.92948148148148146</c:v>
                </c:pt>
                <c:pt idx="23991">
                  <c:v>0.92948148148148146</c:v>
                </c:pt>
                <c:pt idx="23992">
                  <c:v>0.92948148148148146</c:v>
                </c:pt>
                <c:pt idx="23993">
                  <c:v>0.92962962962962958</c:v>
                </c:pt>
                <c:pt idx="23994">
                  <c:v>0.92977777777777781</c:v>
                </c:pt>
                <c:pt idx="23995">
                  <c:v>0.92977777777777781</c:v>
                </c:pt>
                <c:pt idx="23996">
                  <c:v>0.92977777777777781</c:v>
                </c:pt>
                <c:pt idx="23997">
                  <c:v>0.92977777777777781</c:v>
                </c:pt>
                <c:pt idx="23998">
                  <c:v>0.92977777777777781</c:v>
                </c:pt>
                <c:pt idx="23999">
                  <c:v>0.92977777777777781</c:v>
                </c:pt>
                <c:pt idx="24000">
                  <c:v>0.92977777777777781</c:v>
                </c:pt>
                <c:pt idx="24001">
                  <c:v>0.92977777777777781</c:v>
                </c:pt>
                <c:pt idx="24002">
                  <c:v>0.92977777777777781</c:v>
                </c:pt>
                <c:pt idx="24003">
                  <c:v>0.92977777777777781</c:v>
                </c:pt>
                <c:pt idx="24004">
                  <c:v>0.92992592592592593</c:v>
                </c:pt>
                <c:pt idx="24005">
                  <c:v>0.93007407407407405</c:v>
                </c:pt>
                <c:pt idx="24006">
                  <c:v>0.93022222222222217</c:v>
                </c:pt>
                <c:pt idx="24007">
                  <c:v>0.93022222222222217</c:v>
                </c:pt>
                <c:pt idx="24008">
                  <c:v>0.9303703703703704</c:v>
                </c:pt>
                <c:pt idx="24009">
                  <c:v>0.93051851851851852</c:v>
                </c:pt>
                <c:pt idx="24010">
                  <c:v>0.93051851851851852</c:v>
                </c:pt>
                <c:pt idx="24011">
                  <c:v>0.93066666666666664</c:v>
                </c:pt>
                <c:pt idx="24012">
                  <c:v>0.93066666666666664</c:v>
                </c:pt>
                <c:pt idx="24013">
                  <c:v>0.93066666666666664</c:v>
                </c:pt>
                <c:pt idx="24014">
                  <c:v>0.93081481481481476</c:v>
                </c:pt>
                <c:pt idx="24015">
                  <c:v>0.93081481481481476</c:v>
                </c:pt>
                <c:pt idx="24016">
                  <c:v>0.93096296296296299</c:v>
                </c:pt>
                <c:pt idx="24017">
                  <c:v>0.93096296296296299</c:v>
                </c:pt>
                <c:pt idx="24018">
                  <c:v>0.93096296296296299</c:v>
                </c:pt>
                <c:pt idx="24019">
                  <c:v>0.93096296296296299</c:v>
                </c:pt>
                <c:pt idx="24020">
                  <c:v>0.93111111111111111</c:v>
                </c:pt>
                <c:pt idx="24021">
                  <c:v>0.93111111111111111</c:v>
                </c:pt>
                <c:pt idx="24022">
                  <c:v>0.93111111111111111</c:v>
                </c:pt>
                <c:pt idx="24023">
                  <c:v>0.93111111111111111</c:v>
                </c:pt>
                <c:pt idx="24024">
                  <c:v>0.93111111111111111</c:v>
                </c:pt>
                <c:pt idx="24025">
                  <c:v>0.93111111111111111</c:v>
                </c:pt>
                <c:pt idx="24026">
                  <c:v>0.93111111111111111</c:v>
                </c:pt>
                <c:pt idx="24027">
                  <c:v>0.93111111111111111</c:v>
                </c:pt>
                <c:pt idx="24028">
                  <c:v>0.93111111111111111</c:v>
                </c:pt>
                <c:pt idx="24029">
                  <c:v>0.93111111111111111</c:v>
                </c:pt>
                <c:pt idx="24030">
                  <c:v>0.93111111111111111</c:v>
                </c:pt>
                <c:pt idx="24031">
                  <c:v>0.93125925925925923</c:v>
                </c:pt>
                <c:pt idx="24032">
                  <c:v>0.93125925925925923</c:v>
                </c:pt>
                <c:pt idx="24033">
                  <c:v>0.93140740740740746</c:v>
                </c:pt>
                <c:pt idx="24034">
                  <c:v>0.93140740740740746</c:v>
                </c:pt>
                <c:pt idx="24035">
                  <c:v>0.93140740740740746</c:v>
                </c:pt>
                <c:pt idx="24036">
                  <c:v>0.93155555555555558</c:v>
                </c:pt>
                <c:pt idx="24037">
                  <c:v>0.93155555555555558</c:v>
                </c:pt>
                <c:pt idx="24038">
                  <c:v>0.93155555555555558</c:v>
                </c:pt>
                <c:pt idx="24039">
                  <c:v>0.9317037037037037</c:v>
                </c:pt>
                <c:pt idx="24040">
                  <c:v>0.9317037037037037</c:v>
                </c:pt>
                <c:pt idx="24041">
                  <c:v>0.9317037037037037</c:v>
                </c:pt>
                <c:pt idx="24042">
                  <c:v>0.93185185185185182</c:v>
                </c:pt>
                <c:pt idx="24043">
                  <c:v>0.93200000000000005</c:v>
                </c:pt>
                <c:pt idx="24044">
                  <c:v>0.93200000000000005</c:v>
                </c:pt>
                <c:pt idx="24045">
                  <c:v>0.93200000000000005</c:v>
                </c:pt>
                <c:pt idx="24046">
                  <c:v>0.93214814814814817</c:v>
                </c:pt>
                <c:pt idx="24047">
                  <c:v>0.93214814814814817</c:v>
                </c:pt>
                <c:pt idx="24048">
                  <c:v>0.93229629629629629</c:v>
                </c:pt>
                <c:pt idx="24049">
                  <c:v>0.93244444444444441</c:v>
                </c:pt>
                <c:pt idx="24050">
                  <c:v>0.93244444444444441</c:v>
                </c:pt>
                <c:pt idx="24051">
                  <c:v>0.93259259259259264</c:v>
                </c:pt>
                <c:pt idx="24052">
                  <c:v>0.93259259259259264</c:v>
                </c:pt>
                <c:pt idx="24053">
                  <c:v>0.93259259259259264</c:v>
                </c:pt>
                <c:pt idx="24054">
                  <c:v>0.93259259259259264</c:v>
                </c:pt>
                <c:pt idx="24055">
                  <c:v>0.93259259259259264</c:v>
                </c:pt>
                <c:pt idx="24056">
                  <c:v>0.93259259259259264</c:v>
                </c:pt>
                <c:pt idx="24057">
                  <c:v>0.93259259259259264</c:v>
                </c:pt>
                <c:pt idx="24058">
                  <c:v>0.93259259259259264</c:v>
                </c:pt>
                <c:pt idx="24059">
                  <c:v>0.93274074074074076</c:v>
                </c:pt>
                <c:pt idx="24060">
                  <c:v>0.93274074074074076</c:v>
                </c:pt>
                <c:pt idx="24061">
                  <c:v>0.93274074074074076</c:v>
                </c:pt>
                <c:pt idx="24062">
                  <c:v>0.93274074074074076</c:v>
                </c:pt>
                <c:pt idx="24063">
                  <c:v>0.93288888888888888</c:v>
                </c:pt>
                <c:pt idx="24064">
                  <c:v>0.93288888888888888</c:v>
                </c:pt>
                <c:pt idx="24065">
                  <c:v>0.933037037037037</c:v>
                </c:pt>
                <c:pt idx="24066">
                  <c:v>0.933037037037037</c:v>
                </c:pt>
                <c:pt idx="24067">
                  <c:v>0.933037037037037</c:v>
                </c:pt>
                <c:pt idx="24068">
                  <c:v>0.933037037037037</c:v>
                </c:pt>
                <c:pt idx="24069">
                  <c:v>0.93318518518518523</c:v>
                </c:pt>
                <c:pt idx="24070">
                  <c:v>0.93318518518518523</c:v>
                </c:pt>
                <c:pt idx="24071">
                  <c:v>0.93318518518518523</c:v>
                </c:pt>
                <c:pt idx="24072">
                  <c:v>0.93333333333333335</c:v>
                </c:pt>
                <c:pt idx="24073">
                  <c:v>0.93333333333333335</c:v>
                </c:pt>
                <c:pt idx="24074">
                  <c:v>0.93333333333333335</c:v>
                </c:pt>
                <c:pt idx="24075">
                  <c:v>0.93333333333333335</c:v>
                </c:pt>
                <c:pt idx="24076">
                  <c:v>0.93333333333333335</c:v>
                </c:pt>
                <c:pt idx="24077">
                  <c:v>0.93333333333333335</c:v>
                </c:pt>
                <c:pt idx="24078">
                  <c:v>0.93348148148148147</c:v>
                </c:pt>
                <c:pt idx="24079">
                  <c:v>0.93348148148148147</c:v>
                </c:pt>
                <c:pt idx="24080">
                  <c:v>0.93362962962962959</c:v>
                </c:pt>
                <c:pt idx="24081">
                  <c:v>0.93377777777777782</c:v>
                </c:pt>
                <c:pt idx="24082">
                  <c:v>0.93392592592592594</c:v>
                </c:pt>
                <c:pt idx="24083">
                  <c:v>0.93392592592592594</c:v>
                </c:pt>
                <c:pt idx="24084">
                  <c:v>0.93392592592592594</c:v>
                </c:pt>
                <c:pt idx="24085">
                  <c:v>0.93392592592592594</c:v>
                </c:pt>
                <c:pt idx="24086">
                  <c:v>0.93392592592592594</c:v>
                </c:pt>
                <c:pt idx="24087">
                  <c:v>0.93407407407407406</c:v>
                </c:pt>
                <c:pt idx="24088">
                  <c:v>0.93407407407407406</c:v>
                </c:pt>
                <c:pt idx="24089">
                  <c:v>0.93422222222222218</c:v>
                </c:pt>
                <c:pt idx="24090">
                  <c:v>0.93422222222222218</c:v>
                </c:pt>
                <c:pt idx="24091">
                  <c:v>0.93422222222222218</c:v>
                </c:pt>
                <c:pt idx="24092">
                  <c:v>0.93437037037037041</c:v>
                </c:pt>
                <c:pt idx="24093">
                  <c:v>0.93437037037037041</c:v>
                </c:pt>
                <c:pt idx="24094">
                  <c:v>0.93437037037037041</c:v>
                </c:pt>
                <c:pt idx="24095">
                  <c:v>0.93451851851851853</c:v>
                </c:pt>
                <c:pt idx="24096">
                  <c:v>0.93451851851851853</c:v>
                </c:pt>
                <c:pt idx="24097">
                  <c:v>0.93451851851851853</c:v>
                </c:pt>
                <c:pt idx="24098">
                  <c:v>0.93451851851851853</c:v>
                </c:pt>
                <c:pt idx="24099">
                  <c:v>0.93466666666666665</c:v>
                </c:pt>
                <c:pt idx="24100">
                  <c:v>0.93481481481481477</c:v>
                </c:pt>
                <c:pt idx="24101">
                  <c:v>0.93481481481481477</c:v>
                </c:pt>
                <c:pt idx="24102">
                  <c:v>0.93481481481481477</c:v>
                </c:pt>
                <c:pt idx="24103">
                  <c:v>0.93481481481481477</c:v>
                </c:pt>
                <c:pt idx="24104">
                  <c:v>0.93481481481481477</c:v>
                </c:pt>
                <c:pt idx="24105">
                  <c:v>0.93481481481481477</c:v>
                </c:pt>
                <c:pt idx="24106">
                  <c:v>0.93481481481481477</c:v>
                </c:pt>
                <c:pt idx="24107">
                  <c:v>0.93481481481481477</c:v>
                </c:pt>
                <c:pt idx="24108">
                  <c:v>0.93481481481481477</c:v>
                </c:pt>
                <c:pt idx="24109">
                  <c:v>0.93481481481481477</c:v>
                </c:pt>
                <c:pt idx="24110">
                  <c:v>0.93481481481481477</c:v>
                </c:pt>
                <c:pt idx="24111">
                  <c:v>0.934962962962963</c:v>
                </c:pt>
                <c:pt idx="24112">
                  <c:v>0.934962962962963</c:v>
                </c:pt>
                <c:pt idx="24113">
                  <c:v>0.934962962962963</c:v>
                </c:pt>
                <c:pt idx="24114">
                  <c:v>0.934962962962963</c:v>
                </c:pt>
                <c:pt idx="24115">
                  <c:v>0.934962962962963</c:v>
                </c:pt>
                <c:pt idx="24116">
                  <c:v>0.934962962962963</c:v>
                </c:pt>
                <c:pt idx="24117">
                  <c:v>0.934962962962963</c:v>
                </c:pt>
                <c:pt idx="24118">
                  <c:v>0.93511111111111112</c:v>
                </c:pt>
                <c:pt idx="24119">
                  <c:v>0.93525925925925923</c:v>
                </c:pt>
                <c:pt idx="24120">
                  <c:v>0.93525925925925923</c:v>
                </c:pt>
                <c:pt idx="24121">
                  <c:v>0.93525925925925923</c:v>
                </c:pt>
                <c:pt idx="24122">
                  <c:v>0.93525925925925923</c:v>
                </c:pt>
                <c:pt idx="24123">
                  <c:v>0.93540740740740735</c:v>
                </c:pt>
                <c:pt idx="24124">
                  <c:v>0.93540740740740735</c:v>
                </c:pt>
                <c:pt idx="24125">
                  <c:v>0.93540740740740735</c:v>
                </c:pt>
                <c:pt idx="24126">
                  <c:v>0.93540740740740735</c:v>
                </c:pt>
                <c:pt idx="24127">
                  <c:v>0.93540740740740735</c:v>
                </c:pt>
                <c:pt idx="24128">
                  <c:v>0.93540740740740735</c:v>
                </c:pt>
                <c:pt idx="24129">
                  <c:v>0.93555555555555558</c:v>
                </c:pt>
                <c:pt idx="24130">
                  <c:v>0.93555555555555558</c:v>
                </c:pt>
                <c:pt idx="24131">
                  <c:v>0.9357037037037037</c:v>
                </c:pt>
                <c:pt idx="24132">
                  <c:v>0.9357037037037037</c:v>
                </c:pt>
                <c:pt idx="24133">
                  <c:v>0.9357037037037037</c:v>
                </c:pt>
                <c:pt idx="24134">
                  <c:v>0.93585185185185182</c:v>
                </c:pt>
                <c:pt idx="24135">
                  <c:v>0.93585185185185182</c:v>
                </c:pt>
                <c:pt idx="24136">
                  <c:v>0.93585185185185182</c:v>
                </c:pt>
                <c:pt idx="24137">
                  <c:v>0.93600000000000005</c:v>
                </c:pt>
                <c:pt idx="24138">
                  <c:v>0.93600000000000005</c:v>
                </c:pt>
                <c:pt idx="24139">
                  <c:v>0.93600000000000005</c:v>
                </c:pt>
                <c:pt idx="24140">
                  <c:v>0.93614814814814817</c:v>
                </c:pt>
                <c:pt idx="24141">
                  <c:v>0.93629629629629629</c:v>
                </c:pt>
                <c:pt idx="24142">
                  <c:v>0.93629629629629629</c:v>
                </c:pt>
                <c:pt idx="24143">
                  <c:v>0.93629629629629629</c:v>
                </c:pt>
                <c:pt idx="24144">
                  <c:v>0.93629629629629629</c:v>
                </c:pt>
                <c:pt idx="24145">
                  <c:v>0.93629629629629629</c:v>
                </c:pt>
                <c:pt idx="24146">
                  <c:v>0.93629629629629629</c:v>
                </c:pt>
                <c:pt idx="24147">
                  <c:v>0.93644444444444441</c:v>
                </c:pt>
                <c:pt idx="24148">
                  <c:v>0.93644444444444441</c:v>
                </c:pt>
                <c:pt idx="24149">
                  <c:v>0.93644444444444441</c:v>
                </c:pt>
                <c:pt idx="24150">
                  <c:v>0.93659259259259264</c:v>
                </c:pt>
                <c:pt idx="24151">
                  <c:v>0.93659259259259264</c:v>
                </c:pt>
                <c:pt idx="24152">
                  <c:v>0.93674074074074076</c:v>
                </c:pt>
                <c:pt idx="24153">
                  <c:v>0.93688888888888888</c:v>
                </c:pt>
                <c:pt idx="24154">
                  <c:v>0.93688888888888888</c:v>
                </c:pt>
                <c:pt idx="24155">
                  <c:v>0.93688888888888888</c:v>
                </c:pt>
                <c:pt idx="24156">
                  <c:v>0.93688888888888888</c:v>
                </c:pt>
                <c:pt idx="24157">
                  <c:v>0.937037037037037</c:v>
                </c:pt>
                <c:pt idx="24158">
                  <c:v>0.937037037037037</c:v>
                </c:pt>
                <c:pt idx="24159">
                  <c:v>0.937037037037037</c:v>
                </c:pt>
                <c:pt idx="24160">
                  <c:v>0.937037037037037</c:v>
                </c:pt>
                <c:pt idx="24161">
                  <c:v>0.93718518518518523</c:v>
                </c:pt>
                <c:pt idx="24162">
                  <c:v>0.93718518518518523</c:v>
                </c:pt>
                <c:pt idx="24163">
                  <c:v>0.93718518518518523</c:v>
                </c:pt>
                <c:pt idx="24164">
                  <c:v>0.93718518518518523</c:v>
                </c:pt>
                <c:pt idx="24165">
                  <c:v>0.93718518518518523</c:v>
                </c:pt>
                <c:pt idx="24166">
                  <c:v>0.93718518518518523</c:v>
                </c:pt>
                <c:pt idx="24167">
                  <c:v>0.93718518518518523</c:v>
                </c:pt>
                <c:pt idx="24168">
                  <c:v>0.93718518518518523</c:v>
                </c:pt>
                <c:pt idx="24169">
                  <c:v>0.93733333333333335</c:v>
                </c:pt>
                <c:pt idx="24170">
                  <c:v>0.93733333333333335</c:v>
                </c:pt>
                <c:pt idx="24171">
                  <c:v>0.93733333333333335</c:v>
                </c:pt>
                <c:pt idx="24172">
                  <c:v>0.93733333333333335</c:v>
                </c:pt>
                <c:pt idx="24173">
                  <c:v>0.93733333333333335</c:v>
                </c:pt>
                <c:pt idx="24174">
                  <c:v>0.93748148148148147</c:v>
                </c:pt>
                <c:pt idx="24175">
                  <c:v>0.93748148148148147</c:v>
                </c:pt>
                <c:pt idx="24176">
                  <c:v>0.93748148148148147</c:v>
                </c:pt>
                <c:pt idx="24177">
                  <c:v>0.93748148148148147</c:v>
                </c:pt>
                <c:pt idx="24178">
                  <c:v>0.93748148148148147</c:v>
                </c:pt>
                <c:pt idx="24179">
                  <c:v>0.93762962962962959</c:v>
                </c:pt>
                <c:pt idx="24180">
                  <c:v>0.93762962962962959</c:v>
                </c:pt>
                <c:pt idx="24181">
                  <c:v>0.93762962962962959</c:v>
                </c:pt>
                <c:pt idx="24182">
                  <c:v>0.93762962962962959</c:v>
                </c:pt>
                <c:pt idx="24183">
                  <c:v>0.93762962962962959</c:v>
                </c:pt>
                <c:pt idx="24184">
                  <c:v>0.93777777777777782</c:v>
                </c:pt>
                <c:pt idx="24185">
                  <c:v>0.93777777777777782</c:v>
                </c:pt>
                <c:pt idx="24186">
                  <c:v>0.93792592592592594</c:v>
                </c:pt>
                <c:pt idx="24187">
                  <c:v>0.93792592592592594</c:v>
                </c:pt>
                <c:pt idx="24188">
                  <c:v>0.93792592592592594</c:v>
                </c:pt>
                <c:pt idx="24189">
                  <c:v>0.93792592592592594</c:v>
                </c:pt>
                <c:pt idx="24190">
                  <c:v>0.93792592592592594</c:v>
                </c:pt>
                <c:pt idx="24191">
                  <c:v>0.93807407407407406</c:v>
                </c:pt>
                <c:pt idx="24192">
                  <c:v>0.93807407407407406</c:v>
                </c:pt>
                <c:pt idx="24193">
                  <c:v>0.93807407407407406</c:v>
                </c:pt>
                <c:pt idx="24194">
                  <c:v>0.93807407407407406</c:v>
                </c:pt>
                <c:pt idx="24195">
                  <c:v>0.93807407407407406</c:v>
                </c:pt>
                <c:pt idx="24196">
                  <c:v>0.93822222222222218</c:v>
                </c:pt>
                <c:pt idx="24197">
                  <c:v>0.93822222222222218</c:v>
                </c:pt>
                <c:pt idx="24198">
                  <c:v>0.93822222222222218</c:v>
                </c:pt>
                <c:pt idx="24199">
                  <c:v>0.93822222222222218</c:v>
                </c:pt>
                <c:pt idx="24200">
                  <c:v>0.93822222222222218</c:v>
                </c:pt>
                <c:pt idx="24201">
                  <c:v>0.93837037037037041</c:v>
                </c:pt>
                <c:pt idx="24202">
                  <c:v>0.93837037037037041</c:v>
                </c:pt>
                <c:pt idx="24203">
                  <c:v>0.93837037037037041</c:v>
                </c:pt>
                <c:pt idx="24204">
                  <c:v>0.93837037037037041</c:v>
                </c:pt>
                <c:pt idx="24205">
                  <c:v>0.93837037037037041</c:v>
                </c:pt>
                <c:pt idx="24206">
                  <c:v>0.93837037037037041</c:v>
                </c:pt>
                <c:pt idx="24207">
                  <c:v>0.93851851851851853</c:v>
                </c:pt>
                <c:pt idx="24208">
                  <c:v>0.93851851851851853</c:v>
                </c:pt>
                <c:pt idx="24209">
                  <c:v>0.93866666666666665</c:v>
                </c:pt>
                <c:pt idx="24210">
                  <c:v>0.93866666666666665</c:v>
                </c:pt>
                <c:pt idx="24211">
                  <c:v>0.93866666666666665</c:v>
                </c:pt>
                <c:pt idx="24212">
                  <c:v>0.93866666666666665</c:v>
                </c:pt>
                <c:pt idx="24213">
                  <c:v>0.93866666666666665</c:v>
                </c:pt>
                <c:pt idx="24214">
                  <c:v>0.93881481481481477</c:v>
                </c:pt>
                <c:pt idx="24215">
                  <c:v>0.93881481481481477</c:v>
                </c:pt>
                <c:pt idx="24216">
                  <c:v>0.938962962962963</c:v>
                </c:pt>
                <c:pt idx="24217">
                  <c:v>0.938962962962963</c:v>
                </c:pt>
                <c:pt idx="24218">
                  <c:v>0.938962962962963</c:v>
                </c:pt>
                <c:pt idx="24219">
                  <c:v>0.938962962962963</c:v>
                </c:pt>
                <c:pt idx="24220">
                  <c:v>0.938962962962963</c:v>
                </c:pt>
                <c:pt idx="24221">
                  <c:v>0.938962962962963</c:v>
                </c:pt>
                <c:pt idx="24222">
                  <c:v>0.93911111111111112</c:v>
                </c:pt>
                <c:pt idx="24223">
                  <c:v>0.93911111111111112</c:v>
                </c:pt>
                <c:pt idx="24224">
                  <c:v>0.93911111111111112</c:v>
                </c:pt>
                <c:pt idx="24225">
                  <c:v>0.93911111111111112</c:v>
                </c:pt>
                <c:pt idx="24226">
                  <c:v>0.93911111111111112</c:v>
                </c:pt>
                <c:pt idx="24227">
                  <c:v>0.93911111111111112</c:v>
                </c:pt>
                <c:pt idx="24228">
                  <c:v>0.93911111111111112</c:v>
                </c:pt>
                <c:pt idx="24229">
                  <c:v>0.93911111111111112</c:v>
                </c:pt>
                <c:pt idx="24230">
                  <c:v>0.93911111111111112</c:v>
                </c:pt>
                <c:pt idx="24231">
                  <c:v>0.93911111111111112</c:v>
                </c:pt>
                <c:pt idx="24232">
                  <c:v>0.93911111111111112</c:v>
                </c:pt>
                <c:pt idx="24233">
                  <c:v>0.93925925925925924</c:v>
                </c:pt>
                <c:pt idx="24234">
                  <c:v>0.93940740740740736</c:v>
                </c:pt>
                <c:pt idx="24235">
                  <c:v>0.93940740740740736</c:v>
                </c:pt>
                <c:pt idx="24236">
                  <c:v>0.93940740740740736</c:v>
                </c:pt>
                <c:pt idx="24237">
                  <c:v>0.93940740740740736</c:v>
                </c:pt>
                <c:pt idx="24238">
                  <c:v>0.93940740740740736</c:v>
                </c:pt>
                <c:pt idx="24239">
                  <c:v>0.93940740740740736</c:v>
                </c:pt>
                <c:pt idx="24240">
                  <c:v>0.93955555555555559</c:v>
                </c:pt>
                <c:pt idx="24241">
                  <c:v>0.93970370370370371</c:v>
                </c:pt>
                <c:pt idx="24242">
                  <c:v>0.93970370370370371</c:v>
                </c:pt>
                <c:pt idx="24243">
                  <c:v>0.93970370370370371</c:v>
                </c:pt>
                <c:pt idx="24244">
                  <c:v>0.93985185185185183</c:v>
                </c:pt>
                <c:pt idx="24245">
                  <c:v>0.93985185185185183</c:v>
                </c:pt>
                <c:pt idx="24246">
                  <c:v>0.93985185185185183</c:v>
                </c:pt>
                <c:pt idx="24247">
                  <c:v>0.93985185185185183</c:v>
                </c:pt>
                <c:pt idx="24248">
                  <c:v>0.93985185185185183</c:v>
                </c:pt>
                <c:pt idx="24249">
                  <c:v>0.93985185185185183</c:v>
                </c:pt>
                <c:pt idx="24250">
                  <c:v>0.93985185185185183</c:v>
                </c:pt>
                <c:pt idx="24251">
                  <c:v>0.93985185185185183</c:v>
                </c:pt>
                <c:pt idx="24252">
                  <c:v>0.93985185185185183</c:v>
                </c:pt>
                <c:pt idx="24253">
                  <c:v>0.94</c:v>
                </c:pt>
                <c:pt idx="24254">
                  <c:v>0.94</c:v>
                </c:pt>
                <c:pt idx="24255">
                  <c:v>0.94</c:v>
                </c:pt>
                <c:pt idx="24256">
                  <c:v>0.94</c:v>
                </c:pt>
                <c:pt idx="24257">
                  <c:v>0.94</c:v>
                </c:pt>
                <c:pt idx="24258">
                  <c:v>0.94</c:v>
                </c:pt>
                <c:pt idx="24259">
                  <c:v>0.94</c:v>
                </c:pt>
                <c:pt idx="24260">
                  <c:v>0.94</c:v>
                </c:pt>
                <c:pt idx="24261">
                  <c:v>0.94</c:v>
                </c:pt>
                <c:pt idx="24262">
                  <c:v>0.94</c:v>
                </c:pt>
                <c:pt idx="24263">
                  <c:v>0.94</c:v>
                </c:pt>
                <c:pt idx="24264">
                  <c:v>0.94</c:v>
                </c:pt>
                <c:pt idx="24265">
                  <c:v>0.94</c:v>
                </c:pt>
                <c:pt idx="24266">
                  <c:v>0.94</c:v>
                </c:pt>
                <c:pt idx="24267">
                  <c:v>0.94</c:v>
                </c:pt>
                <c:pt idx="24268">
                  <c:v>0.94</c:v>
                </c:pt>
                <c:pt idx="24269">
                  <c:v>0.94</c:v>
                </c:pt>
                <c:pt idx="24270">
                  <c:v>0.94</c:v>
                </c:pt>
                <c:pt idx="24271">
                  <c:v>0.94</c:v>
                </c:pt>
                <c:pt idx="24272">
                  <c:v>0.94</c:v>
                </c:pt>
                <c:pt idx="24273">
                  <c:v>0.94</c:v>
                </c:pt>
                <c:pt idx="24274">
                  <c:v>0.94</c:v>
                </c:pt>
                <c:pt idx="24275">
                  <c:v>0.94014814814814818</c:v>
                </c:pt>
                <c:pt idx="24276">
                  <c:v>0.94014814814814818</c:v>
                </c:pt>
                <c:pt idx="24277">
                  <c:v>0.94014814814814818</c:v>
                </c:pt>
                <c:pt idx="24278">
                  <c:v>0.94014814814814818</c:v>
                </c:pt>
                <c:pt idx="24279">
                  <c:v>0.94014814814814818</c:v>
                </c:pt>
                <c:pt idx="24280">
                  <c:v>0.94014814814814818</c:v>
                </c:pt>
                <c:pt idx="24281">
                  <c:v>0.9402962962962963</c:v>
                </c:pt>
                <c:pt idx="24282">
                  <c:v>0.9402962962962963</c:v>
                </c:pt>
                <c:pt idx="24283">
                  <c:v>0.9402962962962963</c:v>
                </c:pt>
                <c:pt idx="24284">
                  <c:v>0.9402962962962963</c:v>
                </c:pt>
                <c:pt idx="24285">
                  <c:v>0.9402962962962963</c:v>
                </c:pt>
                <c:pt idx="24286">
                  <c:v>0.9402962962962963</c:v>
                </c:pt>
                <c:pt idx="24287">
                  <c:v>0.9402962962962963</c:v>
                </c:pt>
                <c:pt idx="24288">
                  <c:v>0.9402962962962963</c:v>
                </c:pt>
                <c:pt idx="24289">
                  <c:v>0.9402962962962963</c:v>
                </c:pt>
                <c:pt idx="24290">
                  <c:v>0.9402962962962963</c:v>
                </c:pt>
                <c:pt idx="24291">
                  <c:v>0.9402962962962963</c:v>
                </c:pt>
                <c:pt idx="24292">
                  <c:v>0.9402962962962963</c:v>
                </c:pt>
                <c:pt idx="24293">
                  <c:v>0.94044444444444442</c:v>
                </c:pt>
                <c:pt idx="24294">
                  <c:v>0.94044444444444442</c:v>
                </c:pt>
                <c:pt idx="24295">
                  <c:v>0.94044444444444442</c:v>
                </c:pt>
                <c:pt idx="24296">
                  <c:v>0.94044444444444442</c:v>
                </c:pt>
                <c:pt idx="24297">
                  <c:v>0.94044444444444442</c:v>
                </c:pt>
                <c:pt idx="24298">
                  <c:v>0.94044444444444442</c:v>
                </c:pt>
                <c:pt idx="24299">
                  <c:v>0.94059259259259265</c:v>
                </c:pt>
                <c:pt idx="24300">
                  <c:v>0.94059259259259265</c:v>
                </c:pt>
                <c:pt idx="24301">
                  <c:v>0.94074074074074077</c:v>
                </c:pt>
                <c:pt idx="24302">
                  <c:v>0.94074074074074077</c:v>
                </c:pt>
                <c:pt idx="24303">
                  <c:v>0.94074074074074077</c:v>
                </c:pt>
                <c:pt idx="24304">
                  <c:v>0.94074074074074077</c:v>
                </c:pt>
                <c:pt idx="24305">
                  <c:v>0.94074074074074077</c:v>
                </c:pt>
                <c:pt idx="24306">
                  <c:v>0.94088888888888889</c:v>
                </c:pt>
                <c:pt idx="24307">
                  <c:v>0.94088888888888889</c:v>
                </c:pt>
                <c:pt idx="24308">
                  <c:v>0.94088888888888889</c:v>
                </c:pt>
                <c:pt idx="24309">
                  <c:v>0.94103703703703701</c:v>
                </c:pt>
                <c:pt idx="24310">
                  <c:v>0.94103703703703701</c:v>
                </c:pt>
                <c:pt idx="24311">
                  <c:v>0.94103703703703701</c:v>
                </c:pt>
                <c:pt idx="24312">
                  <c:v>0.94103703703703701</c:v>
                </c:pt>
                <c:pt idx="24313">
                  <c:v>0.94118518518518524</c:v>
                </c:pt>
                <c:pt idx="24314">
                  <c:v>0.94118518518518524</c:v>
                </c:pt>
                <c:pt idx="24315">
                  <c:v>0.94118518518518524</c:v>
                </c:pt>
                <c:pt idx="24316">
                  <c:v>0.94118518518518524</c:v>
                </c:pt>
                <c:pt idx="24317">
                  <c:v>0.94118518518518524</c:v>
                </c:pt>
                <c:pt idx="24318">
                  <c:v>0.94118518518518524</c:v>
                </c:pt>
                <c:pt idx="24319">
                  <c:v>0.94118518518518524</c:v>
                </c:pt>
                <c:pt idx="24320">
                  <c:v>0.94133333333333336</c:v>
                </c:pt>
                <c:pt idx="24321">
                  <c:v>0.94133333333333336</c:v>
                </c:pt>
                <c:pt idx="24322">
                  <c:v>0.94133333333333336</c:v>
                </c:pt>
                <c:pt idx="24323">
                  <c:v>0.94133333333333336</c:v>
                </c:pt>
                <c:pt idx="24324">
                  <c:v>0.94148148148148147</c:v>
                </c:pt>
                <c:pt idx="24325">
                  <c:v>0.94148148148148147</c:v>
                </c:pt>
                <c:pt idx="24326">
                  <c:v>0.94148148148148147</c:v>
                </c:pt>
                <c:pt idx="24327">
                  <c:v>0.94148148148148147</c:v>
                </c:pt>
                <c:pt idx="24328">
                  <c:v>0.94162962962962959</c:v>
                </c:pt>
                <c:pt idx="24329">
                  <c:v>0.94162962962962959</c:v>
                </c:pt>
                <c:pt idx="24330">
                  <c:v>0.94177777777777782</c:v>
                </c:pt>
                <c:pt idx="24331">
                  <c:v>0.94177777777777782</c:v>
                </c:pt>
                <c:pt idx="24332">
                  <c:v>0.94177777777777782</c:v>
                </c:pt>
                <c:pt idx="24333">
                  <c:v>0.94192592592592594</c:v>
                </c:pt>
                <c:pt idx="24334">
                  <c:v>0.94192592592592594</c:v>
                </c:pt>
                <c:pt idx="24335">
                  <c:v>0.94192592592592594</c:v>
                </c:pt>
                <c:pt idx="24336">
                  <c:v>0.94192592592592594</c:v>
                </c:pt>
                <c:pt idx="24337">
                  <c:v>0.94207407407407406</c:v>
                </c:pt>
                <c:pt idx="24338">
                  <c:v>0.94207407407407406</c:v>
                </c:pt>
                <c:pt idx="24339">
                  <c:v>0.94207407407407406</c:v>
                </c:pt>
                <c:pt idx="24340">
                  <c:v>0.94222222222222218</c:v>
                </c:pt>
                <c:pt idx="24341">
                  <c:v>0.94222222222222218</c:v>
                </c:pt>
                <c:pt idx="24342">
                  <c:v>0.94222222222222218</c:v>
                </c:pt>
                <c:pt idx="24343">
                  <c:v>0.94222222222222218</c:v>
                </c:pt>
                <c:pt idx="24344">
                  <c:v>0.94222222222222218</c:v>
                </c:pt>
                <c:pt idx="24345">
                  <c:v>0.94237037037037041</c:v>
                </c:pt>
                <c:pt idx="24346">
                  <c:v>0.94237037037037041</c:v>
                </c:pt>
                <c:pt idx="24347">
                  <c:v>0.94237037037037041</c:v>
                </c:pt>
                <c:pt idx="24348">
                  <c:v>0.94251851851851853</c:v>
                </c:pt>
                <c:pt idx="24349">
                  <c:v>0.94251851851851853</c:v>
                </c:pt>
                <c:pt idx="24350">
                  <c:v>0.94251851851851853</c:v>
                </c:pt>
                <c:pt idx="24351">
                  <c:v>0.94266666666666665</c:v>
                </c:pt>
                <c:pt idx="24352">
                  <c:v>0.94281481481481477</c:v>
                </c:pt>
                <c:pt idx="24353">
                  <c:v>0.94281481481481477</c:v>
                </c:pt>
                <c:pt idx="24354">
                  <c:v>0.94281481481481477</c:v>
                </c:pt>
                <c:pt idx="24355">
                  <c:v>0.94281481481481477</c:v>
                </c:pt>
                <c:pt idx="24356">
                  <c:v>0.94281481481481477</c:v>
                </c:pt>
                <c:pt idx="24357">
                  <c:v>0.94281481481481477</c:v>
                </c:pt>
                <c:pt idx="24358">
                  <c:v>0.94281481481481477</c:v>
                </c:pt>
                <c:pt idx="24359">
                  <c:v>0.94281481481481477</c:v>
                </c:pt>
                <c:pt idx="24360">
                  <c:v>0.94281481481481477</c:v>
                </c:pt>
                <c:pt idx="24361">
                  <c:v>0.94281481481481477</c:v>
                </c:pt>
                <c:pt idx="24362">
                  <c:v>0.94281481481481477</c:v>
                </c:pt>
                <c:pt idx="24363">
                  <c:v>0.94281481481481477</c:v>
                </c:pt>
                <c:pt idx="24364">
                  <c:v>0.94281481481481477</c:v>
                </c:pt>
                <c:pt idx="24365">
                  <c:v>0.94281481481481477</c:v>
                </c:pt>
                <c:pt idx="24366">
                  <c:v>0.94281481481481477</c:v>
                </c:pt>
                <c:pt idx="24367">
                  <c:v>0.94281481481481477</c:v>
                </c:pt>
                <c:pt idx="24368">
                  <c:v>0.94281481481481477</c:v>
                </c:pt>
                <c:pt idx="24369">
                  <c:v>0.94281481481481477</c:v>
                </c:pt>
                <c:pt idx="24370">
                  <c:v>0.942962962962963</c:v>
                </c:pt>
                <c:pt idx="24371">
                  <c:v>0.942962962962963</c:v>
                </c:pt>
                <c:pt idx="24372">
                  <c:v>0.94311111111111112</c:v>
                </c:pt>
                <c:pt idx="24373">
                  <c:v>0.94311111111111112</c:v>
                </c:pt>
                <c:pt idx="24374">
                  <c:v>0.94311111111111112</c:v>
                </c:pt>
                <c:pt idx="24375">
                  <c:v>0.94311111111111112</c:v>
                </c:pt>
                <c:pt idx="24376">
                  <c:v>0.94311111111111112</c:v>
                </c:pt>
                <c:pt idx="24377">
                  <c:v>0.94325925925925924</c:v>
                </c:pt>
                <c:pt idx="24378">
                  <c:v>0.94340740740740736</c:v>
                </c:pt>
                <c:pt idx="24379">
                  <c:v>0.94340740740740736</c:v>
                </c:pt>
                <c:pt idx="24380">
                  <c:v>0.94340740740740736</c:v>
                </c:pt>
                <c:pt idx="24381">
                  <c:v>0.94340740740740736</c:v>
                </c:pt>
                <c:pt idx="24382">
                  <c:v>0.94340740740740736</c:v>
                </c:pt>
                <c:pt idx="24383">
                  <c:v>0.94340740740740736</c:v>
                </c:pt>
                <c:pt idx="24384">
                  <c:v>0.94340740740740736</c:v>
                </c:pt>
                <c:pt idx="24385">
                  <c:v>0.94340740740740736</c:v>
                </c:pt>
                <c:pt idx="24386">
                  <c:v>0.94340740740740736</c:v>
                </c:pt>
                <c:pt idx="24387">
                  <c:v>0.94340740740740736</c:v>
                </c:pt>
                <c:pt idx="24388">
                  <c:v>0.94340740740740736</c:v>
                </c:pt>
                <c:pt idx="24389">
                  <c:v>0.94355555555555559</c:v>
                </c:pt>
                <c:pt idx="24390">
                  <c:v>0.94355555555555559</c:v>
                </c:pt>
                <c:pt idx="24391">
                  <c:v>0.94370370370370371</c:v>
                </c:pt>
                <c:pt idx="24392">
                  <c:v>0.94370370370370371</c:v>
                </c:pt>
                <c:pt idx="24393">
                  <c:v>0.94385185185185183</c:v>
                </c:pt>
                <c:pt idx="24394">
                  <c:v>0.94385185185185183</c:v>
                </c:pt>
                <c:pt idx="24395">
                  <c:v>0.94385185185185183</c:v>
                </c:pt>
                <c:pt idx="24396">
                  <c:v>0.94399999999999995</c:v>
                </c:pt>
                <c:pt idx="24397">
                  <c:v>0.94399999999999995</c:v>
                </c:pt>
                <c:pt idx="24398">
                  <c:v>0.94399999999999995</c:v>
                </c:pt>
                <c:pt idx="24399">
                  <c:v>0.94399999999999995</c:v>
                </c:pt>
                <c:pt idx="24400">
                  <c:v>0.94399999999999995</c:v>
                </c:pt>
                <c:pt idx="24401">
                  <c:v>0.94399999999999995</c:v>
                </c:pt>
                <c:pt idx="24402">
                  <c:v>0.94399999999999995</c:v>
                </c:pt>
                <c:pt idx="24403">
                  <c:v>0.94399999999999995</c:v>
                </c:pt>
                <c:pt idx="24404">
                  <c:v>0.94399999999999995</c:v>
                </c:pt>
                <c:pt idx="24405">
                  <c:v>0.94399999999999995</c:v>
                </c:pt>
                <c:pt idx="24406">
                  <c:v>0.94399999999999995</c:v>
                </c:pt>
                <c:pt idx="24407">
                  <c:v>0.94399999999999995</c:v>
                </c:pt>
                <c:pt idx="24408">
                  <c:v>0.94399999999999995</c:v>
                </c:pt>
                <c:pt idx="24409">
                  <c:v>0.94399999999999995</c:v>
                </c:pt>
                <c:pt idx="24410">
                  <c:v>0.94399999999999995</c:v>
                </c:pt>
                <c:pt idx="24411">
                  <c:v>0.94399999999999995</c:v>
                </c:pt>
                <c:pt idx="24412">
                  <c:v>0.94399999999999995</c:v>
                </c:pt>
                <c:pt idx="24413">
                  <c:v>0.94399999999999995</c:v>
                </c:pt>
                <c:pt idx="24414">
                  <c:v>0.94399999999999995</c:v>
                </c:pt>
                <c:pt idx="24415">
                  <c:v>0.94414814814814818</c:v>
                </c:pt>
                <c:pt idx="24416">
                  <c:v>0.94414814814814818</c:v>
                </c:pt>
                <c:pt idx="24417">
                  <c:v>0.94414814814814818</c:v>
                </c:pt>
                <c:pt idx="24418">
                  <c:v>0.94414814814814818</c:v>
                </c:pt>
                <c:pt idx="24419">
                  <c:v>0.94414814814814818</c:v>
                </c:pt>
                <c:pt idx="24420">
                  <c:v>0.94414814814814818</c:v>
                </c:pt>
                <c:pt idx="24421">
                  <c:v>0.94414814814814818</c:v>
                </c:pt>
                <c:pt idx="24422">
                  <c:v>0.94414814814814818</c:v>
                </c:pt>
                <c:pt idx="24423">
                  <c:v>0.94414814814814818</c:v>
                </c:pt>
                <c:pt idx="24424">
                  <c:v>0.9442962962962963</c:v>
                </c:pt>
                <c:pt idx="24425">
                  <c:v>0.9442962962962963</c:v>
                </c:pt>
                <c:pt idx="24426">
                  <c:v>0.9442962962962963</c:v>
                </c:pt>
                <c:pt idx="24427">
                  <c:v>0.9442962962962963</c:v>
                </c:pt>
                <c:pt idx="24428">
                  <c:v>0.9442962962962963</c:v>
                </c:pt>
                <c:pt idx="24429">
                  <c:v>0.9442962962962963</c:v>
                </c:pt>
                <c:pt idx="24430">
                  <c:v>0.9442962962962963</c:v>
                </c:pt>
                <c:pt idx="24431">
                  <c:v>0.9442962962962963</c:v>
                </c:pt>
                <c:pt idx="24432">
                  <c:v>0.94444444444444442</c:v>
                </c:pt>
                <c:pt idx="24433">
                  <c:v>0.94459259259259254</c:v>
                </c:pt>
                <c:pt idx="24434">
                  <c:v>0.94459259259259254</c:v>
                </c:pt>
                <c:pt idx="24435">
                  <c:v>0.94459259259259254</c:v>
                </c:pt>
                <c:pt idx="24436">
                  <c:v>0.94459259259259254</c:v>
                </c:pt>
                <c:pt idx="24437">
                  <c:v>0.94459259259259254</c:v>
                </c:pt>
                <c:pt idx="24438">
                  <c:v>0.94459259259259254</c:v>
                </c:pt>
                <c:pt idx="24439">
                  <c:v>0.94459259259259254</c:v>
                </c:pt>
                <c:pt idx="24440">
                  <c:v>0.94459259259259254</c:v>
                </c:pt>
                <c:pt idx="24441">
                  <c:v>0.94459259259259254</c:v>
                </c:pt>
                <c:pt idx="24442">
                  <c:v>0.94459259259259254</c:v>
                </c:pt>
                <c:pt idx="24443">
                  <c:v>0.94459259259259254</c:v>
                </c:pt>
                <c:pt idx="24444">
                  <c:v>0.94459259259259254</c:v>
                </c:pt>
                <c:pt idx="24445">
                  <c:v>0.94459259259259254</c:v>
                </c:pt>
                <c:pt idx="24446">
                  <c:v>0.94459259259259254</c:v>
                </c:pt>
                <c:pt idx="24447">
                  <c:v>0.94459259259259254</c:v>
                </c:pt>
                <c:pt idx="24448">
                  <c:v>0.94474074074074077</c:v>
                </c:pt>
                <c:pt idx="24449">
                  <c:v>0.94474074074074077</c:v>
                </c:pt>
                <c:pt idx="24450">
                  <c:v>0.94474074074074077</c:v>
                </c:pt>
                <c:pt idx="24451">
                  <c:v>0.94474074074074077</c:v>
                </c:pt>
                <c:pt idx="24452">
                  <c:v>0.94488888888888889</c:v>
                </c:pt>
                <c:pt idx="24453">
                  <c:v>0.94488888888888889</c:v>
                </c:pt>
                <c:pt idx="24454">
                  <c:v>0.94488888888888889</c:v>
                </c:pt>
                <c:pt idx="24455">
                  <c:v>0.94488888888888889</c:v>
                </c:pt>
                <c:pt idx="24456">
                  <c:v>0.94503703703703701</c:v>
                </c:pt>
                <c:pt idx="24457">
                  <c:v>0.94503703703703701</c:v>
                </c:pt>
                <c:pt idx="24458">
                  <c:v>0.94518518518518524</c:v>
                </c:pt>
                <c:pt idx="24459">
                  <c:v>0.94533333333333336</c:v>
                </c:pt>
                <c:pt idx="24460">
                  <c:v>0.94533333333333336</c:v>
                </c:pt>
                <c:pt idx="24461">
                  <c:v>0.94548148148148148</c:v>
                </c:pt>
                <c:pt idx="24462">
                  <c:v>0.94548148148148148</c:v>
                </c:pt>
                <c:pt idx="24463">
                  <c:v>0.94548148148148148</c:v>
                </c:pt>
                <c:pt idx="24464">
                  <c:v>0.94548148148148148</c:v>
                </c:pt>
                <c:pt idx="24465">
                  <c:v>0.94548148148148148</c:v>
                </c:pt>
                <c:pt idx="24466">
                  <c:v>0.94548148148148148</c:v>
                </c:pt>
                <c:pt idx="24467">
                  <c:v>0.94548148148148148</c:v>
                </c:pt>
                <c:pt idx="24468">
                  <c:v>0.94548148148148148</c:v>
                </c:pt>
                <c:pt idx="24469">
                  <c:v>0.94548148148148148</c:v>
                </c:pt>
                <c:pt idx="24470">
                  <c:v>0.94548148148148148</c:v>
                </c:pt>
                <c:pt idx="24471">
                  <c:v>0.94548148148148148</c:v>
                </c:pt>
                <c:pt idx="24472">
                  <c:v>0.94548148148148148</c:v>
                </c:pt>
                <c:pt idx="24473">
                  <c:v>0.94548148148148148</c:v>
                </c:pt>
                <c:pt idx="24474">
                  <c:v>0.94548148148148148</c:v>
                </c:pt>
                <c:pt idx="24475">
                  <c:v>0.94548148148148148</c:v>
                </c:pt>
                <c:pt idx="24476">
                  <c:v>0.9456296296296296</c:v>
                </c:pt>
                <c:pt idx="24477">
                  <c:v>0.9456296296296296</c:v>
                </c:pt>
                <c:pt idx="24478">
                  <c:v>0.9456296296296296</c:v>
                </c:pt>
                <c:pt idx="24479">
                  <c:v>0.9456296296296296</c:v>
                </c:pt>
                <c:pt idx="24480">
                  <c:v>0.9456296296296296</c:v>
                </c:pt>
                <c:pt idx="24481">
                  <c:v>0.94577777777777783</c:v>
                </c:pt>
                <c:pt idx="24482">
                  <c:v>0.94577777777777783</c:v>
                </c:pt>
                <c:pt idx="24483">
                  <c:v>0.94577777777777783</c:v>
                </c:pt>
                <c:pt idx="24484">
                  <c:v>0.94577777777777783</c:v>
                </c:pt>
                <c:pt idx="24485">
                  <c:v>0.94577777777777783</c:v>
                </c:pt>
                <c:pt idx="24486">
                  <c:v>0.94577777777777783</c:v>
                </c:pt>
                <c:pt idx="24487">
                  <c:v>0.94577777777777783</c:v>
                </c:pt>
                <c:pt idx="24488">
                  <c:v>0.94592592592592595</c:v>
                </c:pt>
                <c:pt idx="24489">
                  <c:v>0.94592592592592595</c:v>
                </c:pt>
                <c:pt idx="24490">
                  <c:v>0.94607407407407407</c:v>
                </c:pt>
                <c:pt idx="24491">
                  <c:v>0.94622222222222219</c:v>
                </c:pt>
                <c:pt idx="24492">
                  <c:v>0.94637037037037042</c:v>
                </c:pt>
                <c:pt idx="24493">
                  <c:v>0.94637037037037042</c:v>
                </c:pt>
                <c:pt idx="24494">
                  <c:v>0.94637037037037042</c:v>
                </c:pt>
                <c:pt idx="24495">
                  <c:v>0.94637037037037042</c:v>
                </c:pt>
                <c:pt idx="24496">
                  <c:v>0.94651851851851854</c:v>
                </c:pt>
                <c:pt idx="24497">
                  <c:v>0.94651851851851854</c:v>
                </c:pt>
                <c:pt idx="24498">
                  <c:v>0.94666666666666666</c:v>
                </c:pt>
                <c:pt idx="24499">
                  <c:v>0.94681481481481478</c:v>
                </c:pt>
                <c:pt idx="24500">
                  <c:v>0.94681481481481478</c:v>
                </c:pt>
                <c:pt idx="24501">
                  <c:v>0.94696296296296301</c:v>
                </c:pt>
                <c:pt idx="24502">
                  <c:v>0.94711111111111113</c:v>
                </c:pt>
                <c:pt idx="24503">
                  <c:v>0.94711111111111113</c:v>
                </c:pt>
                <c:pt idx="24504">
                  <c:v>0.94711111111111113</c:v>
                </c:pt>
                <c:pt idx="24505">
                  <c:v>0.94711111111111113</c:v>
                </c:pt>
                <c:pt idx="24506">
                  <c:v>0.94711111111111113</c:v>
                </c:pt>
                <c:pt idx="24507">
                  <c:v>0.94711111111111113</c:v>
                </c:pt>
                <c:pt idx="24508">
                  <c:v>0.94711111111111113</c:v>
                </c:pt>
                <c:pt idx="24509">
                  <c:v>0.94725925925925925</c:v>
                </c:pt>
                <c:pt idx="24510">
                  <c:v>0.94725925925925925</c:v>
                </c:pt>
                <c:pt idx="24511">
                  <c:v>0.94740740740740736</c:v>
                </c:pt>
                <c:pt idx="24512">
                  <c:v>0.94740740740740736</c:v>
                </c:pt>
                <c:pt idx="24513">
                  <c:v>0.94740740740740736</c:v>
                </c:pt>
                <c:pt idx="24514">
                  <c:v>0.94740740740740736</c:v>
                </c:pt>
                <c:pt idx="24515">
                  <c:v>0.94740740740740736</c:v>
                </c:pt>
                <c:pt idx="24516">
                  <c:v>0.94740740740740736</c:v>
                </c:pt>
                <c:pt idx="24517">
                  <c:v>0.94740740740740736</c:v>
                </c:pt>
                <c:pt idx="24518">
                  <c:v>0.9475555555555556</c:v>
                </c:pt>
                <c:pt idx="24519">
                  <c:v>0.94770370370370371</c:v>
                </c:pt>
                <c:pt idx="24520">
                  <c:v>0.94770370370370371</c:v>
                </c:pt>
                <c:pt idx="24521">
                  <c:v>0.94770370370370371</c:v>
                </c:pt>
                <c:pt idx="24522">
                  <c:v>0.94770370370370371</c:v>
                </c:pt>
                <c:pt idx="24523">
                  <c:v>0.94785185185185183</c:v>
                </c:pt>
                <c:pt idx="24524">
                  <c:v>0.94785185185185183</c:v>
                </c:pt>
                <c:pt idx="24525">
                  <c:v>0.94785185185185183</c:v>
                </c:pt>
                <c:pt idx="24526">
                  <c:v>0.94785185185185183</c:v>
                </c:pt>
                <c:pt idx="24527">
                  <c:v>0.94785185185185183</c:v>
                </c:pt>
                <c:pt idx="24528">
                  <c:v>0.94799999999999995</c:v>
                </c:pt>
                <c:pt idx="24529">
                  <c:v>0.94799999999999995</c:v>
                </c:pt>
                <c:pt idx="24530">
                  <c:v>0.94799999999999995</c:v>
                </c:pt>
                <c:pt idx="24531">
                  <c:v>0.94799999999999995</c:v>
                </c:pt>
                <c:pt idx="24532">
                  <c:v>0.94799999999999995</c:v>
                </c:pt>
                <c:pt idx="24533">
                  <c:v>0.94799999999999995</c:v>
                </c:pt>
                <c:pt idx="24534">
                  <c:v>0.94814814814814818</c:v>
                </c:pt>
                <c:pt idx="24535">
                  <c:v>0.94814814814814818</c:v>
                </c:pt>
                <c:pt idx="24536">
                  <c:v>0.94814814814814818</c:v>
                </c:pt>
                <c:pt idx="24537">
                  <c:v>0.94814814814814818</c:v>
                </c:pt>
                <c:pt idx="24538">
                  <c:v>0.94814814814814818</c:v>
                </c:pt>
                <c:pt idx="24539">
                  <c:v>0.94814814814814818</c:v>
                </c:pt>
                <c:pt idx="24540">
                  <c:v>0.9482962962962963</c:v>
                </c:pt>
                <c:pt idx="24541">
                  <c:v>0.9482962962962963</c:v>
                </c:pt>
                <c:pt idx="24542">
                  <c:v>0.9482962962962963</c:v>
                </c:pt>
                <c:pt idx="24543">
                  <c:v>0.9482962962962963</c:v>
                </c:pt>
                <c:pt idx="24544">
                  <c:v>0.9482962962962963</c:v>
                </c:pt>
                <c:pt idx="24545">
                  <c:v>0.9482962962962963</c:v>
                </c:pt>
                <c:pt idx="24546">
                  <c:v>0.9482962962962963</c:v>
                </c:pt>
                <c:pt idx="24547">
                  <c:v>0.9482962962962963</c:v>
                </c:pt>
                <c:pt idx="24548">
                  <c:v>0.9482962962962963</c:v>
                </c:pt>
                <c:pt idx="24549">
                  <c:v>0.9482962962962963</c:v>
                </c:pt>
                <c:pt idx="24550">
                  <c:v>0.9482962962962963</c:v>
                </c:pt>
                <c:pt idx="24551">
                  <c:v>0.9482962962962963</c:v>
                </c:pt>
                <c:pt idx="24552">
                  <c:v>0.9482962962962963</c:v>
                </c:pt>
                <c:pt idx="24553">
                  <c:v>0.9482962962962963</c:v>
                </c:pt>
                <c:pt idx="24554">
                  <c:v>0.94844444444444442</c:v>
                </c:pt>
                <c:pt idx="24555">
                  <c:v>0.94859259259259254</c:v>
                </c:pt>
                <c:pt idx="24556">
                  <c:v>0.94859259259259254</c:v>
                </c:pt>
                <c:pt idx="24557">
                  <c:v>0.94859259259259254</c:v>
                </c:pt>
                <c:pt idx="24558">
                  <c:v>0.94859259259259254</c:v>
                </c:pt>
                <c:pt idx="24559">
                  <c:v>0.94859259259259254</c:v>
                </c:pt>
                <c:pt idx="24560">
                  <c:v>0.94874074074074077</c:v>
                </c:pt>
                <c:pt idx="24561">
                  <c:v>0.94888888888888889</c:v>
                </c:pt>
                <c:pt idx="24562">
                  <c:v>0.94888888888888889</c:v>
                </c:pt>
                <c:pt idx="24563">
                  <c:v>0.94888888888888889</c:v>
                </c:pt>
                <c:pt idx="24564">
                  <c:v>0.94903703703703701</c:v>
                </c:pt>
                <c:pt idx="24565">
                  <c:v>0.94918518518518513</c:v>
                </c:pt>
                <c:pt idx="24566">
                  <c:v>0.94918518518518513</c:v>
                </c:pt>
                <c:pt idx="24567">
                  <c:v>0.94918518518518513</c:v>
                </c:pt>
                <c:pt idx="24568">
                  <c:v>0.94918518518518513</c:v>
                </c:pt>
                <c:pt idx="24569">
                  <c:v>0.94933333333333336</c:v>
                </c:pt>
                <c:pt idx="24570">
                  <c:v>0.94948148148148148</c:v>
                </c:pt>
                <c:pt idx="24571">
                  <c:v>0.9496296296296296</c:v>
                </c:pt>
                <c:pt idx="24572">
                  <c:v>0.9496296296296296</c:v>
                </c:pt>
                <c:pt idx="24573">
                  <c:v>0.9496296296296296</c:v>
                </c:pt>
                <c:pt idx="24574">
                  <c:v>0.9496296296296296</c:v>
                </c:pt>
                <c:pt idx="24575">
                  <c:v>0.9496296296296296</c:v>
                </c:pt>
                <c:pt idx="24576">
                  <c:v>0.94977777777777783</c:v>
                </c:pt>
                <c:pt idx="24577">
                  <c:v>0.94977777777777783</c:v>
                </c:pt>
                <c:pt idx="24578">
                  <c:v>0.94977777777777783</c:v>
                </c:pt>
                <c:pt idx="24579">
                  <c:v>0.94992592592592595</c:v>
                </c:pt>
                <c:pt idx="24580">
                  <c:v>0.94992592592592595</c:v>
                </c:pt>
                <c:pt idx="24581">
                  <c:v>0.94992592592592595</c:v>
                </c:pt>
                <c:pt idx="24582">
                  <c:v>0.95007407407407407</c:v>
                </c:pt>
                <c:pt idx="24583">
                  <c:v>0.95007407407407407</c:v>
                </c:pt>
                <c:pt idx="24584">
                  <c:v>0.95022222222222219</c:v>
                </c:pt>
                <c:pt idx="24585">
                  <c:v>0.95022222222222219</c:v>
                </c:pt>
                <c:pt idx="24586">
                  <c:v>0.95037037037037042</c:v>
                </c:pt>
                <c:pt idx="24587">
                  <c:v>0.95037037037037042</c:v>
                </c:pt>
                <c:pt idx="24588">
                  <c:v>0.95037037037037042</c:v>
                </c:pt>
                <c:pt idx="24589">
                  <c:v>0.95051851851851854</c:v>
                </c:pt>
                <c:pt idx="24590">
                  <c:v>0.95051851851851854</c:v>
                </c:pt>
                <c:pt idx="24591">
                  <c:v>0.95051851851851854</c:v>
                </c:pt>
                <c:pt idx="24592">
                  <c:v>0.95051851851851854</c:v>
                </c:pt>
                <c:pt idx="24593">
                  <c:v>0.95051851851851854</c:v>
                </c:pt>
                <c:pt idx="24594">
                  <c:v>0.95066666666666666</c:v>
                </c:pt>
                <c:pt idx="24595">
                  <c:v>0.95066666666666666</c:v>
                </c:pt>
                <c:pt idx="24596">
                  <c:v>0.95066666666666666</c:v>
                </c:pt>
                <c:pt idx="24597">
                  <c:v>0.95066666666666666</c:v>
                </c:pt>
                <c:pt idx="24598">
                  <c:v>0.95066666666666666</c:v>
                </c:pt>
                <c:pt idx="24599">
                  <c:v>0.95066666666666666</c:v>
                </c:pt>
                <c:pt idx="24600">
                  <c:v>0.95081481481481478</c:v>
                </c:pt>
                <c:pt idx="24601">
                  <c:v>0.95096296296296301</c:v>
                </c:pt>
                <c:pt idx="24602">
                  <c:v>0.95111111111111113</c:v>
                </c:pt>
                <c:pt idx="24603">
                  <c:v>0.95111111111111113</c:v>
                </c:pt>
                <c:pt idx="24604">
                  <c:v>0.95111111111111113</c:v>
                </c:pt>
                <c:pt idx="24605">
                  <c:v>0.95111111111111113</c:v>
                </c:pt>
                <c:pt idx="24606">
                  <c:v>0.95111111111111113</c:v>
                </c:pt>
                <c:pt idx="24607">
                  <c:v>0.95111111111111113</c:v>
                </c:pt>
                <c:pt idx="24608">
                  <c:v>0.95111111111111113</c:v>
                </c:pt>
                <c:pt idx="24609">
                  <c:v>0.95111111111111113</c:v>
                </c:pt>
                <c:pt idx="24610">
                  <c:v>0.95125925925925925</c:v>
                </c:pt>
                <c:pt idx="24611">
                  <c:v>0.95125925925925925</c:v>
                </c:pt>
                <c:pt idx="24612">
                  <c:v>0.95125925925925925</c:v>
                </c:pt>
                <c:pt idx="24613">
                  <c:v>0.95125925925925925</c:v>
                </c:pt>
                <c:pt idx="24614">
                  <c:v>0.95125925925925925</c:v>
                </c:pt>
                <c:pt idx="24615">
                  <c:v>0.95125925925925925</c:v>
                </c:pt>
                <c:pt idx="24616">
                  <c:v>0.95140740740740737</c:v>
                </c:pt>
                <c:pt idx="24617">
                  <c:v>0.95140740740740737</c:v>
                </c:pt>
                <c:pt idx="24618">
                  <c:v>0.95140740740740737</c:v>
                </c:pt>
                <c:pt idx="24619">
                  <c:v>0.9515555555555556</c:v>
                </c:pt>
                <c:pt idx="24620">
                  <c:v>0.95170370370370372</c:v>
                </c:pt>
                <c:pt idx="24621">
                  <c:v>0.95185185185185184</c:v>
                </c:pt>
                <c:pt idx="24622">
                  <c:v>0.95185185185185184</c:v>
                </c:pt>
                <c:pt idx="24623">
                  <c:v>0.95185185185185184</c:v>
                </c:pt>
                <c:pt idx="24624">
                  <c:v>0.95185185185185184</c:v>
                </c:pt>
                <c:pt idx="24625">
                  <c:v>0.95199999999999996</c:v>
                </c:pt>
                <c:pt idx="24626">
                  <c:v>0.95199999999999996</c:v>
                </c:pt>
                <c:pt idx="24627">
                  <c:v>0.95214814814814819</c:v>
                </c:pt>
                <c:pt idx="24628">
                  <c:v>0.95214814814814819</c:v>
                </c:pt>
                <c:pt idx="24629">
                  <c:v>0.95214814814814819</c:v>
                </c:pt>
                <c:pt idx="24630">
                  <c:v>0.95214814814814819</c:v>
                </c:pt>
                <c:pt idx="24631">
                  <c:v>0.95214814814814819</c:v>
                </c:pt>
                <c:pt idx="24632">
                  <c:v>0.95214814814814819</c:v>
                </c:pt>
                <c:pt idx="24633">
                  <c:v>0.95214814814814819</c:v>
                </c:pt>
                <c:pt idx="24634">
                  <c:v>0.95214814814814819</c:v>
                </c:pt>
                <c:pt idx="24635">
                  <c:v>0.95229629629629631</c:v>
                </c:pt>
                <c:pt idx="24636">
                  <c:v>0.95244444444444443</c:v>
                </c:pt>
                <c:pt idx="24637">
                  <c:v>0.95244444444444443</c:v>
                </c:pt>
                <c:pt idx="24638">
                  <c:v>0.95244444444444443</c:v>
                </c:pt>
                <c:pt idx="24639">
                  <c:v>0.95244444444444443</c:v>
                </c:pt>
                <c:pt idx="24640">
                  <c:v>0.95244444444444443</c:v>
                </c:pt>
                <c:pt idx="24641">
                  <c:v>0.95244444444444443</c:v>
                </c:pt>
                <c:pt idx="24642">
                  <c:v>0.95244444444444443</c:v>
                </c:pt>
                <c:pt idx="24643">
                  <c:v>0.95244444444444443</c:v>
                </c:pt>
                <c:pt idx="24644">
                  <c:v>0.95244444444444443</c:v>
                </c:pt>
                <c:pt idx="24645">
                  <c:v>0.95244444444444443</c:v>
                </c:pt>
                <c:pt idx="24646">
                  <c:v>0.95259259259259255</c:v>
                </c:pt>
                <c:pt idx="24647">
                  <c:v>0.95259259259259255</c:v>
                </c:pt>
                <c:pt idx="24648">
                  <c:v>0.95259259259259255</c:v>
                </c:pt>
                <c:pt idx="24649">
                  <c:v>0.95259259259259255</c:v>
                </c:pt>
                <c:pt idx="24650">
                  <c:v>0.95274074074074078</c:v>
                </c:pt>
                <c:pt idx="24651">
                  <c:v>0.95274074074074078</c:v>
                </c:pt>
                <c:pt idx="24652">
                  <c:v>0.95274074074074078</c:v>
                </c:pt>
                <c:pt idx="24653">
                  <c:v>0.95274074074074078</c:v>
                </c:pt>
                <c:pt idx="24654">
                  <c:v>0.95274074074074078</c:v>
                </c:pt>
                <c:pt idx="24655">
                  <c:v>0.9528888888888889</c:v>
                </c:pt>
                <c:pt idx="24656">
                  <c:v>0.9528888888888889</c:v>
                </c:pt>
                <c:pt idx="24657">
                  <c:v>0.9528888888888889</c:v>
                </c:pt>
                <c:pt idx="24658">
                  <c:v>0.9528888888888889</c:v>
                </c:pt>
                <c:pt idx="24659">
                  <c:v>0.9528888888888889</c:v>
                </c:pt>
                <c:pt idx="24660">
                  <c:v>0.9528888888888889</c:v>
                </c:pt>
                <c:pt idx="24661">
                  <c:v>0.9528888888888889</c:v>
                </c:pt>
                <c:pt idx="24662">
                  <c:v>0.9528888888888889</c:v>
                </c:pt>
                <c:pt idx="24663">
                  <c:v>0.9528888888888889</c:v>
                </c:pt>
                <c:pt idx="24664">
                  <c:v>0.9528888888888889</c:v>
                </c:pt>
                <c:pt idx="24665">
                  <c:v>0.95303703703703702</c:v>
                </c:pt>
                <c:pt idx="24666">
                  <c:v>0.95303703703703702</c:v>
                </c:pt>
                <c:pt idx="24667">
                  <c:v>0.95303703703703702</c:v>
                </c:pt>
                <c:pt idx="24668">
                  <c:v>0.95303703703703702</c:v>
                </c:pt>
                <c:pt idx="24669">
                  <c:v>0.95303703703703702</c:v>
                </c:pt>
                <c:pt idx="24670">
                  <c:v>0.95303703703703702</c:v>
                </c:pt>
                <c:pt idx="24671">
                  <c:v>0.95318518518518514</c:v>
                </c:pt>
                <c:pt idx="24672">
                  <c:v>0.95318518518518514</c:v>
                </c:pt>
                <c:pt idx="24673">
                  <c:v>0.95318518518518514</c:v>
                </c:pt>
                <c:pt idx="24674">
                  <c:v>0.95318518518518514</c:v>
                </c:pt>
                <c:pt idx="24675">
                  <c:v>0.95318518518518514</c:v>
                </c:pt>
                <c:pt idx="24676">
                  <c:v>0.95318518518518514</c:v>
                </c:pt>
                <c:pt idx="24677">
                  <c:v>0.95318518518518514</c:v>
                </c:pt>
                <c:pt idx="24678">
                  <c:v>0.95318518518518514</c:v>
                </c:pt>
                <c:pt idx="24679">
                  <c:v>0.95333333333333337</c:v>
                </c:pt>
                <c:pt idx="24680">
                  <c:v>0.95333333333333337</c:v>
                </c:pt>
                <c:pt idx="24681">
                  <c:v>0.95348148148148149</c:v>
                </c:pt>
                <c:pt idx="24682">
                  <c:v>0.95348148148148149</c:v>
                </c:pt>
                <c:pt idx="24683">
                  <c:v>0.9536296296296296</c:v>
                </c:pt>
                <c:pt idx="24684">
                  <c:v>0.9536296296296296</c:v>
                </c:pt>
                <c:pt idx="24685">
                  <c:v>0.95377777777777772</c:v>
                </c:pt>
                <c:pt idx="24686">
                  <c:v>0.95377777777777772</c:v>
                </c:pt>
                <c:pt idx="24687">
                  <c:v>0.95377777777777772</c:v>
                </c:pt>
                <c:pt idx="24688">
                  <c:v>0.95392592592592595</c:v>
                </c:pt>
                <c:pt idx="24689">
                  <c:v>0.95392592592592595</c:v>
                </c:pt>
                <c:pt idx="24690">
                  <c:v>0.95407407407407407</c:v>
                </c:pt>
                <c:pt idx="24691">
                  <c:v>0.95422222222222219</c:v>
                </c:pt>
                <c:pt idx="24692">
                  <c:v>0.95422222222222219</c:v>
                </c:pt>
                <c:pt idx="24693">
                  <c:v>0.95422222222222219</c:v>
                </c:pt>
                <c:pt idx="24694">
                  <c:v>0.95422222222222219</c:v>
                </c:pt>
                <c:pt idx="24695">
                  <c:v>0.95422222222222219</c:v>
                </c:pt>
                <c:pt idx="24696">
                  <c:v>0.95437037037037042</c:v>
                </c:pt>
                <c:pt idx="24697">
                  <c:v>0.95437037037037042</c:v>
                </c:pt>
                <c:pt idx="24698">
                  <c:v>0.95437037037037042</c:v>
                </c:pt>
                <c:pt idx="24699">
                  <c:v>0.95451851851851854</c:v>
                </c:pt>
                <c:pt idx="24700">
                  <c:v>0.95451851851851854</c:v>
                </c:pt>
                <c:pt idx="24701">
                  <c:v>0.95451851851851854</c:v>
                </c:pt>
                <c:pt idx="24702">
                  <c:v>0.95466666666666666</c:v>
                </c:pt>
                <c:pt idx="24703">
                  <c:v>0.95466666666666666</c:v>
                </c:pt>
                <c:pt idx="24704">
                  <c:v>0.95466666666666666</c:v>
                </c:pt>
                <c:pt idx="24705">
                  <c:v>0.95466666666666666</c:v>
                </c:pt>
                <c:pt idx="24706">
                  <c:v>0.95466666666666666</c:v>
                </c:pt>
                <c:pt idx="24707">
                  <c:v>0.95466666666666666</c:v>
                </c:pt>
                <c:pt idx="24708">
                  <c:v>0.95466666666666666</c:v>
                </c:pt>
                <c:pt idx="24709">
                  <c:v>0.95466666666666666</c:v>
                </c:pt>
                <c:pt idx="24710">
                  <c:v>0.95466666666666666</c:v>
                </c:pt>
                <c:pt idx="24711">
                  <c:v>0.95466666666666666</c:v>
                </c:pt>
                <c:pt idx="24712">
                  <c:v>0.95466666666666666</c:v>
                </c:pt>
                <c:pt idx="24713">
                  <c:v>0.95481481481481478</c:v>
                </c:pt>
                <c:pt idx="24714">
                  <c:v>0.95496296296296301</c:v>
                </c:pt>
                <c:pt idx="24715">
                  <c:v>0.95496296296296301</c:v>
                </c:pt>
                <c:pt idx="24716">
                  <c:v>0.95496296296296301</c:v>
                </c:pt>
                <c:pt idx="24717">
                  <c:v>0.95511111111111113</c:v>
                </c:pt>
                <c:pt idx="24718">
                  <c:v>0.95511111111111113</c:v>
                </c:pt>
                <c:pt idx="24719">
                  <c:v>0.95511111111111113</c:v>
                </c:pt>
                <c:pt idx="24720">
                  <c:v>0.95511111111111113</c:v>
                </c:pt>
                <c:pt idx="24721">
                  <c:v>0.95525925925925925</c:v>
                </c:pt>
                <c:pt idx="24722">
                  <c:v>0.95525925925925925</c:v>
                </c:pt>
                <c:pt idx="24723">
                  <c:v>0.95525925925925925</c:v>
                </c:pt>
                <c:pt idx="24724">
                  <c:v>0.95540740740740737</c:v>
                </c:pt>
                <c:pt idx="24725">
                  <c:v>0.95540740740740737</c:v>
                </c:pt>
                <c:pt idx="24726">
                  <c:v>0.95540740740740737</c:v>
                </c:pt>
                <c:pt idx="24727">
                  <c:v>0.95540740740740737</c:v>
                </c:pt>
                <c:pt idx="24728">
                  <c:v>0.95540740740740737</c:v>
                </c:pt>
                <c:pt idx="24729">
                  <c:v>0.9555555555555556</c:v>
                </c:pt>
                <c:pt idx="24730">
                  <c:v>0.9555555555555556</c:v>
                </c:pt>
                <c:pt idx="24731">
                  <c:v>0.95570370370370372</c:v>
                </c:pt>
                <c:pt idx="24732">
                  <c:v>0.95570370370370372</c:v>
                </c:pt>
                <c:pt idx="24733">
                  <c:v>0.95585185185185184</c:v>
                </c:pt>
                <c:pt idx="24734">
                  <c:v>0.95585185185185184</c:v>
                </c:pt>
                <c:pt idx="24735">
                  <c:v>0.95585185185185184</c:v>
                </c:pt>
                <c:pt idx="24736">
                  <c:v>0.95585185185185184</c:v>
                </c:pt>
                <c:pt idx="24737">
                  <c:v>0.95585185185185184</c:v>
                </c:pt>
                <c:pt idx="24738">
                  <c:v>0.95585185185185184</c:v>
                </c:pt>
                <c:pt idx="24739">
                  <c:v>0.95585185185185184</c:v>
                </c:pt>
                <c:pt idx="24740">
                  <c:v>0.95585185185185184</c:v>
                </c:pt>
                <c:pt idx="24741">
                  <c:v>0.95585185185185184</c:v>
                </c:pt>
                <c:pt idx="24742">
                  <c:v>0.95599999999999996</c:v>
                </c:pt>
                <c:pt idx="24743">
                  <c:v>0.95599999999999996</c:v>
                </c:pt>
                <c:pt idx="24744">
                  <c:v>0.95599999999999996</c:v>
                </c:pt>
                <c:pt idx="24745">
                  <c:v>0.95599999999999996</c:v>
                </c:pt>
                <c:pt idx="24746">
                  <c:v>0.95599999999999996</c:v>
                </c:pt>
                <c:pt idx="24747">
                  <c:v>0.95599999999999996</c:v>
                </c:pt>
                <c:pt idx="24748">
                  <c:v>0.95599999999999996</c:v>
                </c:pt>
                <c:pt idx="24749">
                  <c:v>0.95599999999999996</c:v>
                </c:pt>
                <c:pt idx="24750">
                  <c:v>0.95614814814814819</c:v>
                </c:pt>
                <c:pt idx="24751">
                  <c:v>0.95614814814814819</c:v>
                </c:pt>
                <c:pt idx="24752">
                  <c:v>0.95614814814814819</c:v>
                </c:pt>
                <c:pt idx="24753">
                  <c:v>0.95614814814814819</c:v>
                </c:pt>
                <c:pt idx="24754">
                  <c:v>0.95614814814814819</c:v>
                </c:pt>
                <c:pt idx="24755">
                  <c:v>0.95629629629629631</c:v>
                </c:pt>
                <c:pt idx="24756">
                  <c:v>0.95629629629629631</c:v>
                </c:pt>
                <c:pt idx="24757">
                  <c:v>0.95629629629629631</c:v>
                </c:pt>
                <c:pt idx="24758">
                  <c:v>0.95629629629629631</c:v>
                </c:pt>
                <c:pt idx="24759">
                  <c:v>0.95629629629629631</c:v>
                </c:pt>
                <c:pt idx="24760">
                  <c:v>0.95629629629629631</c:v>
                </c:pt>
                <c:pt idx="24761">
                  <c:v>0.95629629629629631</c:v>
                </c:pt>
                <c:pt idx="24762">
                  <c:v>0.95644444444444443</c:v>
                </c:pt>
                <c:pt idx="24763">
                  <c:v>0.95659259259259255</c:v>
                </c:pt>
                <c:pt idx="24764">
                  <c:v>0.95659259259259255</c:v>
                </c:pt>
                <c:pt idx="24765">
                  <c:v>0.95659259259259255</c:v>
                </c:pt>
                <c:pt idx="24766">
                  <c:v>0.95659259259259255</c:v>
                </c:pt>
                <c:pt idx="24767">
                  <c:v>0.95659259259259255</c:v>
                </c:pt>
                <c:pt idx="24768">
                  <c:v>0.95674074074074078</c:v>
                </c:pt>
                <c:pt idx="24769">
                  <c:v>0.95674074074074078</c:v>
                </c:pt>
                <c:pt idx="24770">
                  <c:v>0.95674074074074078</c:v>
                </c:pt>
                <c:pt idx="24771">
                  <c:v>0.9568888888888889</c:v>
                </c:pt>
                <c:pt idx="24772">
                  <c:v>0.9568888888888889</c:v>
                </c:pt>
                <c:pt idx="24773">
                  <c:v>0.9568888888888889</c:v>
                </c:pt>
                <c:pt idx="24774">
                  <c:v>0.9568888888888889</c:v>
                </c:pt>
                <c:pt idx="24775">
                  <c:v>0.9568888888888889</c:v>
                </c:pt>
                <c:pt idx="24776">
                  <c:v>0.9568888888888889</c:v>
                </c:pt>
                <c:pt idx="24777">
                  <c:v>0.9568888888888889</c:v>
                </c:pt>
                <c:pt idx="24778">
                  <c:v>0.9568888888888889</c:v>
                </c:pt>
                <c:pt idx="24779">
                  <c:v>0.9568888888888889</c:v>
                </c:pt>
                <c:pt idx="24780">
                  <c:v>0.95703703703703702</c:v>
                </c:pt>
                <c:pt idx="24781">
                  <c:v>0.95703703703703702</c:v>
                </c:pt>
                <c:pt idx="24782">
                  <c:v>0.95703703703703702</c:v>
                </c:pt>
                <c:pt idx="24783">
                  <c:v>0.95703703703703702</c:v>
                </c:pt>
                <c:pt idx="24784">
                  <c:v>0.95703703703703702</c:v>
                </c:pt>
                <c:pt idx="24785">
                  <c:v>0.95718518518518514</c:v>
                </c:pt>
                <c:pt idx="24786">
                  <c:v>0.95718518518518514</c:v>
                </c:pt>
                <c:pt idx="24787">
                  <c:v>0.95718518518518514</c:v>
                </c:pt>
                <c:pt idx="24788">
                  <c:v>0.95718518518518514</c:v>
                </c:pt>
                <c:pt idx="24789">
                  <c:v>0.95718518518518514</c:v>
                </c:pt>
                <c:pt idx="24790">
                  <c:v>0.95718518518518514</c:v>
                </c:pt>
                <c:pt idx="24791">
                  <c:v>0.95733333333333337</c:v>
                </c:pt>
                <c:pt idx="24792">
                  <c:v>0.95733333333333337</c:v>
                </c:pt>
                <c:pt idx="24793">
                  <c:v>0.95733333333333337</c:v>
                </c:pt>
                <c:pt idx="24794">
                  <c:v>0.95733333333333337</c:v>
                </c:pt>
                <c:pt idx="24795">
                  <c:v>0.95733333333333337</c:v>
                </c:pt>
                <c:pt idx="24796">
                  <c:v>0.95733333333333337</c:v>
                </c:pt>
                <c:pt idx="24797">
                  <c:v>0.95748148148148149</c:v>
                </c:pt>
                <c:pt idx="24798">
                  <c:v>0.95748148148148149</c:v>
                </c:pt>
                <c:pt idx="24799">
                  <c:v>0.95762962962962961</c:v>
                </c:pt>
                <c:pt idx="24800">
                  <c:v>0.95762962962962961</c:v>
                </c:pt>
                <c:pt idx="24801">
                  <c:v>0.95762962962962961</c:v>
                </c:pt>
                <c:pt idx="24802">
                  <c:v>0.95762962962962961</c:v>
                </c:pt>
                <c:pt idx="24803">
                  <c:v>0.95762962962962961</c:v>
                </c:pt>
                <c:pt idx="24804">
                  <c:v>0.95762962962962961</c:v>
                </c:pt>
                <c:pt idx="24805">
                  <c:v>0.95777777777777773</c:v>
                </c:pt>
                <c:pt idx="24806">
                  <c:v>0.95777777777777773</c:v>
                </c:pt>
                <c:pt idx="24807">
                  <c:v>0.95792592592592596</c:v>
                </c:pt>
                <c:pt idx="24808">
                  <c:v>0.95792592592592596</c:v>
                </c:pt>
                <c:pt idx="24809">
                  <c:v>0.95792592592592596</c:v>
                </c:pt>
                <c:pt idx="24810">
                  <c:v>0.95792592592592596</c:v>
                </c:pt>
                <c:pt idx="24811">
                  <c:v>0.95807407407407408</c:v>
                </c:pt>
                <c:pt idx="24812">
                  <c:v>0.95807407407407408</c:v>
                </c:pt>
                <c:pt idx="24813">
                  <c:v>0.95807407407407408</c:v>
                </c:pt>
                <c:pt idx="24814">
                  <c:v>0.95807407407407408</c:v>
                </c:pt>
                <c:pt idx="24815">
                  <c:v>0.95807407407407408</c:v>
                </c:pt>
                <c:pt idx="24816">
                  <c:v>0.95807407407407408</c:v>
                </c:pt>
                <c:pt idx="24817">
                  <c:v>0.95807407407407408</c:v>
                </c:pt>
                <c:pt idx="24818">
                  <c:v>0.95807407407407408</c:v>
                </c:pt>
                <c:pt idx="24819">
                  <c:v>0.95807407407407408</c:v>
                </c:pt>
                <c:pt idx="24820">
                  <c:v>0.95807407407407408</c:v>
                </c:pt>
                <c:pt idx="24821">
                  <c:v>0.9582222222222222</c:v>
                </c:pt>
                <c:pt idx="24822">
                  <c:v>0.9582222222222222</c:v>
                </c:pt>
                <c:pt idx="24823">
                  <c:v>0.95837037037037032</c:v>
                </c:pt>
                <c:pt idx="24824">
                  <c:v>0.95837037037037032</c:v>
                </c:pt>
                <c:pt idx="24825">
                  <c:v>0.95851851851851855</c:v>
                </c:pt>
                <c:pt idx="24826">
                  <c:v>0.95851851851851855</c:v>
                </c:pt>
                <c:pt idx="24827">
                  <c:v>0.95851851851851855</c:v>
                </c:pt>
                <c:pt idx="24828">
                  <c:v>0.95851851851851855</c:v>
                </c:pt>
                <c:pt idx="24829">
                  <c:v>0.95866666666666667</c:v>
                </c:pt>
                <c:pt idx="24830">
                  <c:v>0.95881481481481479</c:v>
                </c:pt>
                <c:pt idx="24831">
                  <c:v>0.95881481481481479</c:v>
                </c:pt>
                <c:pt idx="24832">
                  <c:v>0.95881481481481479</c:v>
                </c:pt>
                <c:pt idx="24833">
                  <c:v>0.95881481481481479</c:v>
                </c:pt>
                <c:pt idx="24834">
                  <c:v>0.95881481481481479</c:v>
                </c:pt>
                <c:pt idx="24835">
                  <c:v>0.95881481481481479</c:v>
                </c:pt>
                <c:pt idx="24836">
                  <c:v>0.95881481481481479</c:v>
                </c:pt>
                <c:pt idx="24837">
                  <c:v>0.95881481481481479</c:v>
                </c:pt>
                <c:pt idx="24838">
                  <c:v>0.95896296296296302</c:v>
                </c:pt>
                <c:pt idx="24839">
                  <c:v>0.95911111111111114</c:v>
                </c:pt>
                <c:pt idx="24840">
                  <c:v>0.95911111111111114</c:v>
                </c:pt>
                <c:pt idx="24841">
                  <c:v>0.95925925925925926</c:v>
                </c:pt>
                <c:pt idx="24842">
                  <c:v>0.95925925925925926</c:v>
                </c:pt>
                <c:pt idx="24843">
                  <c:v>0.95940740740740738</c:v>
                </c:pt>
                <c:pt idx="24844">
                  <c:v>0.95940740740740738</c:v>
                </c:pt>
                <c:pt idx="24845">
                  <c:v>0.95940740740740738</c:v>
                </c:pt>
                <c:pt idx="24846">
                  <c:v>0.95955555555555561</c:v>
                </c:pt>
                <c:pt idx="24847">
                  <c:v>0.95955555555555561</c:v>
                </c:pt>
                <c:pt idx="24848">
                  <c:v>0.95955555555555561</c:v>
                </c:pt>
                <c:pt idx="24849">
                  <c:v>0.95955555555555561</c:v>
                </c:pt>
                <c:pt idx="24850">
                  <c:v>0.95955555555555561</c:v>
                </c:pt>
                <c:pt idx="24851">
                  <c:v>0.95955555555555561</c:v>
                </c:pt>
                <c:pt idx="24852">
                  <c:v>0.95955555555555561</c:v>
                </c:pt>
                <c:pt idx="24853">
                  <c:v>0.95955555555555561</c:v>
                </c:pt>
                <c:pt idx="24854">
                  <c:v>0.95970370370370373</c:v>
                </c:pt>
                <c:pt idx="24855">
                  <c:v>0.95970370370370373</c:v>
                </c:pt>
                <c:pt idx="24856">
                  <c:v>0.95970370370370373</c:v>
                </c:pt>
                <c:pt idx="24857">
                  <c:v>0.95970370370370373</c:v>
                </c:pt>
                <c:pt idx="24858">
                  <c:v>0.95970370370370373</c:v>
                </c:pt>
                <c:pt idx="24859">
                  <c:v>0.95985185185185184</c:v>
                </c:pt>
                <c:pt idx="24860">
                  <c:v>0.95985185185185184</c:v>
                </c:pt>
                <c:pt idx="24861">
                  <c:v>0.95985185185185184</c:v>
                </c:pt>
                <c:pt idx="24862">
                  <c:v>0.95985185185185184</c:v>
                </c:pt>
                <c:pt idx="24863">
                  <c:v>0.95985185185185184</c:v>
                </c:pt>
                <c:pt idx="24864">
                  <c:v>0.95985185185185184</c:v>
                </c:pt>
                <c:pt idx="24865">
                  <c:v>0.96</c:v>
                </c:pt>
                <c:pt idx="24866">
                  <c:v>0.96</c:v>
                </c:pt>
                <c:pt idx="24867">
                  <c:v>0.96014814814814819</c:v>
                </c:pt>
                <c:pt idx="24868">
                  <c:v>0.96014814814814819</c:v>
                </c:pt>
                <c:pt idx="24869">
                  <c:v>0.96014814814814819</c:v>
                </c:pt>
                <c:pt idx="24870">
                  <c:v>0.96029629629629631</c:v>
                </c:pt>
                <c:pt idx="24871">
                  <c:v>0.96044444444444443</c:v>
                </c:pt>
                <c:pt idx="24872">
                  <c:v>0.96059259259259255</c:v>
                </c:pt>
                <c:pt idx="24873">
                  <c:v>0.96059259259259255</c:v>
                </c:pt>
                <c:pt idx="24874">
                  <c:v>0.96059259259259255</c:v>
                </c:pt>
                <c:pt idx="24875">
                  <c:v>0.96059259259259255</c:v>
                </c:pt>
                <c:pt idx="24876">
                  <c:v>0.96074074074074078</c:v>
                </c:pt>
                <c:pt idx="24877">
                  <c:v>0.96074074074074078</c:v>
                </c:pt>
                <c:pt idx="24878">
                  <c:v>0.96074074074074078</c:v>
                </c:pt>
                <c:pt idx="24879">
                  <c:v>0.96074074074074078</c:v>
                </c:pt>
                <c:pt idx="24880">
                  <c:v>0.96074074074074078</c:v>
                </c:pt>
                <c:pt idx="24881">
                  <c:v>0.96074074074074078</c:v>
                </c:pt>
                <c:pt idx="24882">
                  <c:v>0.9608888888888889</c:v>
                </c:pt>
                <c:pt idx="24883">
                  <c:v>0.9608888888888889</c:v>
                </c:pt>
                <c:pt idx="24884">
                  <c:v>0.9608888888888889</c:v>
                </c:pt>
                <c:pt idx="24885">
                  <c:v>0.9608888888888889</c:v>
                </c:pt>
                <c:pt idx="24886">
                  <c:v>0.96103703703703702</c:v>
                </c:pt>
                <c:pt idx="24887">
                  <c:v>0.96103703703703702</c:v>
                </c:pt>
                <c:pt idx="24888">
                  <c:v>0.96103703703703702</c:v>
                </c:pt>
                <c:pt idx="24889">
                  <c:v>0.96103703703703702</c:v>
                </c:pt>
                <c:pt idx="24890">
                  <c:v>0.96103703703703702</c:v>
                </c:pt>
                <c:pt idx="24891">
                  <c:v>0.96118518518518514</c:v>
                </c:pt>
                <c:pt idx="24892">
                  <c:v>0.96118518518518514</c:v>
                </c:pt>
                <c:pt idx="24893">
                  <c:v>0.96118518518518514</c:v>
                </c:pt>
                <c:pt idx="24894">
                  <c:v>0.96118518518518514</c:v>
                </c:pt>
                <c:pt idx="24895">
                  <c:v>0.96118518518518514</c:v>
                </c:pt>
                <c:pt idx="24896">
                  <c:v>0.96118518518518514</c:v>
                </c:pt>
                <c:pt idx="24897">
                  <c:v>0.96133333333333337</c:v>
                </c:pt>
                <c:pt idx="24898">
                  <c:v>0.96133333333333337</c:v>
                </c:pt>
                <c:pt idx="24899">
                  <c:v>0.96133333333333337</c:v>
                </c:pt>
                <c:pt idx="24900">
                  <c:v>0.96148148148148149</c:v>
                </c:pt>
                <c:pt idx="24901">
                  <c:v>0.96148148148148149</c:v>
                </c:pt>
                <c:pt idx="24902">
                  <c:v>0.96148148148148149</c:v>
                </c:pt>
                <c:pt idx="24903">
                  <c:v>0.96148148148148149</c:v>
                </c:pt>
                <c:pt idx="24904">
                  <c:v>0.96162962962962961</c:v>
                </c:pt>
                <c:pt idx="24905">
                  <c:v>0.96162962962962961</c:v>
                </c:pt>
                <c:pt idx="24906">
                  <c:v>0.96162962962962961</c:v>
                </c:pt>
                <c:pt idx="24907">
                  <c:v>0.96162962962962961</c:v>
                </c:pt>
                <c:pt idx="24908">
                  <c:v>0.96177777777777773</c:v>
                </c:pt>
                <c:pt idx="24909">
                  <c:v>0.96177777777777773</c:v>
                </c:pt>
                <c:pt idx="24910">
                  <c:v>0.96177777777777773</c:v>
                </c:pt>
                <c:pt idx="24911">
                  <c:v>0.96177777777777773</c:v>
                </c:pt>
                <c:pt idx="24912">
                  <c:v>0.96177777777777773</c:v>
                </c:pt>
                <c:pt idx="24913">
                  <c:v>0.96177777777777773</c:v>
                </c:pt>
                <c:pt idx="24914">
                  <c:v>0.96177777777777773</c:v>
                </c:pt>
                <c:pt idx="24915">
                  <c:v>0.96177777777777773</c:v>
                </c:pt>
                <c:pt idx="24916">
                  <c:v>0.96192592592592596</c:v>
                </c:pt>
                <c:pt idx="24917">
                  <c:v>0.96192592592592596</c:v>
                </c:pt>
                <c:pt idx="24918">
                  <c:v>0.96192592592592596</c:v>
                </c:pt>
                <c:pt idx="24919">
                  <c:v>0.96207407407407408</c:v>
                </c:pt>
                <c:pt idx="24920">
                  <c:v>0.9622222222222222</c:v>
                </c:pt>
                <c:pt idx="24921">
                  <c:v>0.96237037037037032</c:v>
                </c:pt>
                <c:pt idx="24922">
                  <c:v>0.96237037037037032</c:v>
                </c:pt>
                <c:pt idx="24923">
                  <c:v>0.96237037037037032</c:v>
                </c:pt>
                <c:pt idx="24924">
                  <c:v>0.96237037037037032</c:v>
                </c:pt>
                <c:pt idx="24925">
                  <c:v>0.96251851851851855</c:v>
                </c:pt>
                <c:pt idx="24926">
                  <c:v>0.96251851851851855</c:v>
                </c:pt>
                <c:pt idx="24927">
                  <c:v>0.96251851851851855</c:v>
                </c:pt>
                <c:pt idx="24928">
                  <c:v>0.96251851851851855</c:v>
                </c:pt>
                <c:pt idx="24929">
                  <c:v>0.96251851851851855</c:v>
                </c:pt>
                <c:pt idx="24930">
                  <c:v>0.96251851851851855</c:v>
                </c:pt>
                <c:pt idx="24931">
                  <c:v>0.96251851851851855</c:v>
                </c:pt>
                <c:pt idx="24932">
                  <c:v>0.96251851851851855</c:v>
                </c:pt>
                <c:pt idx="24933">
                  <c:v>0.96251851851851855</c:v>
                </c:pt>
                <c:pt idx="24934">
                  <c:v>0.96251851851851855</c:v>
                </c:pt>
                <c:pt idx="24935">
                  <c:v>0.96251851851851855</c:v>
                </c:pt>
                <c:pt idx="24936">
                  <c:v>0.96251851851851855</c:v>
                </c:pt>
                <c:pt idx="24937">
                  <c:v>0.96266666666666667</c:v>
                </c:pt>
                <c:pt idx="24938">
                  <c:v>0.96266666666666667</c:v>
                </c:pt>
                <c:pt idx="24939">
                  <c:v>0.96266666666666667</c:v>
                </c:pt>
                <c:pt idx="24940">
                  <c:v>0.96266666666666667</c:v>
                </c:pt>
                <c:pt idx="24941">
                  <c:v>0.96266666666666667</c:v>
                </c:pt>
                <c:pt idx="24942">
                  <c:v>0.96266666666666667</c:v>
                </c:pt>
                <c:pt idx="24943">
                  <c:v>0.96266666666666667</c:v>
                </c:pt>
                <c:pt idx="24944">
                  <c:v>0.96266666666666667</c:v>
                </c:pt>
                <c:pt idx="24945">
                  <c:v>0.96266666666666667</c:v>
                </c:pt>
                <c:pt idx="24946">
                  <c:v>0.96281481481481479</c:v>
                </c:pt>
                <c:pt idx="24947">
                  <c:v>0.96281481481481479</c:v>
                </c:pt>
                <c:pt idx="24948">
                  <c:v>0.96296296296296291</c:v>
                </c:pt>
                <c:pt idx="24949">
                  <c:v>0.96296296296296291</c:v>
                </c:pt>
                <c:pt idx="24950">
                  <c:v>0.96296296296296291</c:v>
                </c:pt>
                <c:pt idx="24951">
                  <c:v>0.96296296296296291</c:v>
                </c:pt>
                <c:pt idx="24952">
                  <c:v>0.96296296296296291</c:v>
                </c:pt>
                <c:pt idx="24953">
                  <c:v>0.96296296296296291</c:v>
                </c:pt>
                <c:pt idx="24954">
                  <c:v>0.96296296296296291</c:v>
                </c:pt>
                <c:pt idx="24955">
                  <c:v>0.96296296296296291</c:v>
                </c:pt>
                <c:pt idx="24956">
                  <c:v>0.96311111111111114</c:v>
                </c:pt>
                <c:pt idx="24957">
                  <c:v>0.96311111111111114</c:v>
                </c:pt>
                <c:pt idx="24958">
                  <c:v>0.96311111111111114</c:v>
                </c:pt>
                <c:pt idx="24959">
                  <c:v>0.96311111111111114</c:v>
                </c:pt>
                <c:pt idx="24960">
                  <c:v>0.96325925925925926</c:v>
                </c:pt>
                <c:pt idx="24961">
                  <c:v>0.96325925925925926</c:v>
                </c:pt>
                <c:pt idx="24962">
                  <c:v>0.96325925925925926</c:v>
                </c:pt>
                <c:pt idx="24963">
                  <c:v>0.96325925925925926</c:v>
                </c:pt>
                <c:pt idx="24964">
                  <c:v>0.96325925925925926</c:v>
                </c:pt>
                <c:pt idx="24965">
                  <c:v>0.96325925925925926</c:v>
                </c:pt>
                <c:pt idx="24966">
                  <c:v>0.96325925925925926</c:v>
                </c:pt>
                <c:pt idx="24967">
                  <c:v>0.96325925925925926</c:v>
                </c:pt>
                <c:pt idx="24968">
                  <c:v>0.96340740740740738</c:v>
                </c:pt>
                <c:pt idx="24969">
                  <c:v>0.96340740740740738</c:v>
                </c:pt>
                <c:pt idx="24970">
                  <c:v>0.96340740740740738</c:v>
                </c:pt>
                <c:pt idx="24971">
                  <c:v>0.96340740740740738</c:v>
                </c:pt>
                <c:pt idx="24972">
                  <c:v>0.96340740740740738</c:v>
                </c:pt>
                <c:pt idx="24973">
                  <c:v>0.96340740740740738</c:v>
                </c:pt>
                <c:pt idx="24974">
                  <c:v>0.96340740740740738</c:v>
                </c:pt>
                <c:pt idx="24975">
                  <c:v>0.96340740740740738</c:v>
                </c:pt>
                <c:pt idx="24976">
                  <c:v>0.96340740740740738</c:v>
                </c:pt>
                <c:pt idx="24977">
                  <c:v>0.96340740740740738</c:v>
                </c:pt>
                <c:pt idx="24978">
                  <c:v>0.96340740740740738</c:v>
                </c:pt>
                <c:pt idx="24979">
                  <c:v>0.96340740740740738</c:v>
                </c:pt>
                <c:pt idx="24980">
                  <c:v>0.96340740740740738</c:v>
                </c:pt>
                <c:pt idx="24981">
                  <c:v>0.96355555555555561</c:v>
                </c:pt>
                <c:pt idx="24982">
                  <c:v>0.96355555555555561</c:v>
                </c:pt>
                <c:pt idx="24983">
                  <c:v>0.96355555555555561</c:v>
                </c:pt>
                <c:pt idx="24984">
                  <c:v>0.96370370370370373</c:v>
                </c:pt>
                <c:pt idx="24985">
                  <c:v>0.96370370370370373</c:v>
                </c:pt>
                <c:pt idx="24986">
                  <c:v>0.96370370370370373</c:v>
                </c:pt>
                <c:pt idx="24987">
                  <c:v>0.96370370370370373</c:v>
                </c:pt>
                <c:pt idx="24988">
                  <c:v>0.96385185185185185</c:v>
                </c:pt>
                <c:pt idx="24989">
                  <c:v>0.96399999999999997</c:v>
                </c:pt>
                <c:pt idx="24990">
                  <c:v>0.96399999999999997</c:v>
                </c:pt>
                <c:pt idx="24991">
                  <c:v>0.96399999999999997</c:v>
                </c:pt>
                <c:pt idx="24992">
                  <c:v>0.96399999999999997</c:v>
                </c:pt>
                <c:pt idx="24993">
                  <c:v>0.96399999999999997</c:v>
                </c:pt>
                <c:pt idx="24994">
                  <c:v>0.96399999999999997</c:v>
                </c:pt>
                <c:pt idx="24995">
                  <c:v>0.96399999999999997</c:v>
                </c:pt>
                <c:pt idx="24996">
                  <c:v>0.96399999999999997</c:v>
                </c:pt>
                <c:pt idx="24997">
                  <c:v>0.9641481481481482</c:v>
                </c:pt>
                <c:pt idx="24998">
                  <c:v>0.9641481481481482</c:v>
                </c:pt>
                <c:pt idx="24999">
                  <c:v>0.96429629629629632</c:v>
                </c:pt>
                <c:pt idx="25000">
                  <c:v>0.96429629629629632</c:v>
                </c:pt>
                <c:pt idx="25001">
                  <c:v>0.96429629629629632</c:v>
                </c:pt>
                <c:pt idx="25002">
                  <c:v>0.96444444444444444</c:v>
                </c:pt>
                <c:pt idx="25003">
                  <c:v>0.96459259259259256</c:v>
                </c:pt>
                <c:pt idx="25004">
                  <c:v>0.96474074074074079</c:v>
                </c:pt>
                <c:pt idx="25005">
                  <c:v>0.96474074074074079</c:v>
                </c:pt>
                <c:pt idx="25006">
                  <c:v>0.96474074074074079</c:v>
                </c:pt>
                <c:pt idx="25007">
                  <c:v>0.96474074074074079</c:v>
                </c:pt>
                <c:pt idx="25008">
                  <c:v>0.96474074074074079</c:v>
                </c:pt>
                <c:pt idx="25009">
                  <c:v>0.96474074074074079</c:v>
                </c:pt>
                <c:pt idx="25010">
                  <c:v>0.96474074074074079</c:v>
                </c:pt>
                <c:pt idx="25011">
                  <c:v>0.96474074074074079</c:v>
                </c:pt>
                <c:pt idx="25012">
                  <c:v>0.96474074074074079</c:v>
                </c:pt>
                <c:pt idx="25013">
                  <c:v>0.96474074074074079</c:v>
                </c:pt>
                <c:pt idx="25014">
                  <c:v>0.96488888888888891</c:v>
                </c:pt>
                <c:pt idx="25015">
                  <c:v>0.96488888888888891</c:v>
                </c:pt>
                <c:pt idx="25016">
                  <c:v>0.96503703703703703</c:v>
                </c:pt>
                <c:pt idx="25017">
                  <c:v>0.96503703703703703</c:v>
                </c:pt>
                <c:pt idx="25018">
                  <c:v>0.96503703703703703</c:v>
                </c:pt>
                <c:pt idx="25019">
                  <c:v>0.96503703703703703</c:v>
                </c:pt>
                <c:pt idx="25020">
                  <c:v>0.96518518518518515</c:v>
                </c:pt>
                <c:pt idx="25021">
                  <c:v>0.96518518518518515</c:v>
                </c:pt>
                <c:pt idx="25022">
                  <c:v>0.96518518518518515</c:v>
                </c:pt>
                <c:pt idx="25023">
                  <c:v>0.96518518518518515</c:v>
                </c:pt>
                <c:pt idx="25024">
                  <c:v>0.96518518518518515</c:v>
                </c:pt>
                <c:pt idx="25025">
                  <c:v>0.96533333333333338</c:v>
                </c:pt>
                <c:pt idx="25026">
                  <c:v>0.9654814814814815</c:v>
                </c:pt>
                <c:pt idx="25027">
                  <c:v>0.9654814814814815</c:v>
                </c:pt>
                <c:pt idx="25028">
                  <c:v>0.9654814814814815</c:v>
                </c:pt>
                <c:pt idx="25029">
                  <c:v>0.9654814814814815</c:v>
                </c:pt>
                <c:pt idx="25030">
                  <c:v>0.9654814814814815</c:v>
                </c:pt>
                <c:pt idx="25031">
                  <c:v>0.9654814814814815</c:v>
                </c:pt>
                <c:pt idx="25032">
                  <c:v>0.9654814814814815</c:v>
                </c:pt>
                <c:pt idx="25033">
                  <c:v>0.96562962962962962</c:v>
                </c:pt>
                <c:pt idx="25034">
                  <c:v>0.96562962962962962</c:v>
                </c:pt>
                <c:pt idx="25035">
                  <c:v>0.96562962962962962</c:v>
                </c:pt>
                <c:pt idx="25036">
                  <c:v>0.96562962962962962</c:v>
                </c:pt>
                <c:pt idx="25037">
                  <c:v>0.96562962962962962</c:v>
                </c:pt>
                <c:pt idx="25038">
                  <c:v>0.96577777777777774</c:v>
                </c:pt>
                <c:pt idx="25039">
                  <c:v>0.96577777777777774</c:v>
                </c:pt>
                <c:pt idx="25040">
                  <c:v>0.96592592592592597</c:v>
                </c:pt>
                <c:pt idx="25041">
                  <c:v>0.96607407407407409</c:v>
                </c:pt>
                <c:pt idx="25042">
                  <c:v>0.96607407407407409</c:v>
                </c:pt>
                <c:pt idx="25043">
                  <c:v>0.96607407407407409</c:v>
                </c:pt>
                <c:pt idx="25044">
                  <c:v>0.96607407407407409</c:v>
                </c:pt>
                <c:pt idx="25045">
                  <c:v>0.96607407407407409</c:v>
                </c:pt>
                <c:pt idx="25046">
                  <c:v>0.96607407407407409</c:v>
                </c:pt>
                <c:pt idx="25047">
                  <c:v>0.96607407407407409</c:v>
                </c:pt>
                <c:pt idx="25048">
                  <c:v>0.9662222222222222</c:v>
                </c:pt>
                <c:pt idx="25049">
                  <c:v>0.9662222222222222</c:v>
                </c:pt>
                <c:pt idx="25050">
                  <c:v>0.9662222222222222</c:v>
                </c:pt>
                <c:pt idx="25051">
                  <c:v>0.9662222222222222</c:v>
                </c:pt>
                <c:pt idx="25052">
                  <c:v>0.9662222222222222</c:v>
                </c:pt>
                <c:pt idx="25053">
                  <c:v>0.9662222222222222</c:v>
                </c:pt>
                <c:pt idx="25054">
                  <c:v>0.9662222222222222</c:v>
                </c:pt>
                <c:pt idx="25055">
                  <c:v>0.9662222222222222</c:v>
                </c:pt>
                <c:pt idx="25056">
                  <c:v>0.96637037037037032</c:v>
                </c:pt>
                <c:pt idx="25057">
                  <c:v>0.96637037037037032</c:v>
                </c:pt>
                <c:pt idx="25058">
                  <c:v>0.96637037037037032</c:v>
                </c:pt>
                <c:pt idx="25059">
                  <c:v>0.96637037037037032</c:v>
                </c:pt>
                <c:pt idx="25060">
                  <c:v>0.96637037037037032</c:v>
                </c:pt>
                <c:pt idx="25061">
                  <c:v>0.96637037037037032</c:v>
                </c:pt>
                <c:pt idx="25062">
                  <c:v>0.96637037037037032</c:v>
                </c:pt>
                <c:pt idx="25063">
                  <c:v>0.96637037037037032</c:v>
                </c:pt>
                <c:pt idx="25064">
                  <c:v>0.96637037037037032</c:v>
                </c:pt>
                <c:pt idx="25065">
                  <c:v>0.96637037037037032</c:v>
                </c:pt>
                <c:pt idx="25066">
                  <c:v>0.96637037037037032</c:v>
                </c:pt>
                <c:pt idx="25067">
                  <c:v>0.96637037037037032</c:v>
                </c:pt>
                <c:pt idx="25068">
                  <c:v>0.96637037037037032</c:v>
                </c:pt>
                <c:pt idx="25069">
                  <c:v>0.96651851851851855</c:v>
                </c:pt>
                <c:pt idx="25070">
                  <c:v>0.96651851851851855</c:v>
                </c:pt>
                <c:pt idx="25071">
                  <c:v>0.96666666666666667</c:v>
                </c:pt>
                <c:pt idx="25072">
                  <c:v>0.96666666666666667</c:v>
                </c:pt>
                <c:pt idx="25073">
                  <c:v>0.96681481481481479</c:v>
                </c:pt>
                <c:pt idx="25074">
                  <c:v>0.96681481481481479</c:v>
                </c:pt>
                <c:pt idx="25075">
                  <c:v>0.96681481481481479</c:v>
                </c:pt>
                <c:pt idx="25076">
                  <c:v>0.96696296296296291</c:v>
                </c:pt>
                <c:pt idx="25077">
                  <c:v>0.96696296296296291</c:v>
                </c:pt>
                <c:pt idx="25078">
                  <c:v>0.96711111111111114</c:v>
                </c:pt>
                <c:pt idx="25079">
                  <c:v>0.96711111111111114</c:v>
                </c:pt>
                <c:pt idx="25080">
                  <c:v>0.96711111111111114</c:v>
                </c:pt>
                <c:pt idx="25081">
                  <c:v>0.96711111111111114</c:v>
                </c:pt>
                <c:pt idx="25082">
                  <c:v>0.96711111111111114</c:v>
                </c:pt>
                <c:pt idx="25083">
                  <c:v>0.96711111111111114</c:v>
                </c:pt>
                <c:pt idx="25084">
                  <c:v>0.96711111111111114</c:v>
                </c:pt>
                <c:pt idx="25085">
                  <c:v>0.96711111111111114</c:v>
                </c:pt>
                <c:pt idx="25086">
                  <c:v>0.96725925925925926</c:v>
                </c:pt>
                <c:pt idx="25087">
                  <c:v>0.96725925925925926</c:v>
                </c:pt>
                <c:pt idx="25088">
                  <c:v>0.96725925925925926</c:v>
                </c:pt>
                <c:pt idx="25089">
                  <c:v>0.96725925925925926</c:v>
                </c:pt>
                <c:pt idx="25090">
                  <c:v>0.96725925925925926</c:v>
                </c:pt>
                <c:pt idx="25091">
                  <c:v>0.96725925925925926</c:v>
                </c:pt>
                <c:pt idx="25092">
                  <c:v>0.96725925925925926</c:v>
                </c:pt>
                <c:pt idx="25093">
                  <c:v>0.96740740740740738</c:v>
                </c:pt>
                <c:pt idx="25094">
                  <c:v>0.96740740740740738</c:v>
                </c:pt>
                <c:pt idx="25095">
                  <c:v>0.96740740740740738</c:v>
                </c:pt>
                <c:pt idx="25096">
                  <c:v>0.96740740740740738</c:v>
                </c:pt>
                <c:pt idx="25097">
                  <c:v>0.9675555555555555</c:v>
                </c:pt>
                <c:pt idx="25098">
                  <c:v>0.9675555555555555</c:v>
                </c:pt>
                <c:pt idx="25099">
                  <c:v>0.96770370370370373</c:v>
                </c:pt>
                <c:pt idx="25100">
                  <c:v>0.96770370370370373</c:v>
                </c:pt>
                <c:pt idx="25101">
                  <c:v>0.96770370370370373</c:v>
                </c:pt>
                <c:pt idx="25102">
                  <c:v>0.96785185185185185</c:v>
                </c:pt>
                <c:pt idx="25103">
                  <c:v>0.96785185185185185</c:v>
                </c:pt>
                <c:pt idx="25104">
                  <c:v>0.96785185185185185</c:v>
                </c:pt>
                <c:pt idx="25105">
                  <c:v>0.96785185185185185</c:v>
                </c:pt>
                <c:pt idx="25106">
                  <c:v>0.96799999999999997</c:v>
                </c:pt>
                <c:pt idx="25107">
                  <c:v>0.96799999999999997</c:v>
                </c:pt>
                <c:pt idx="25108">
                  <c:v>0.9681481481481482</c:v>
                </c:pt>
                <c:pt idx="25109">
                  <c:v>0.9681481481481482</c:v>
                </c:pt>
                <c:pt idx="25110">
                  <c:v>0.96829629629629632</c:v>
                </c:pt>
                <c:pt idx="25111">
                  <c:v>0.96829629629629632</c:v>
                </c:pt>
                <c:pt idx="25112">
                  <c:v>0.96844444444444444</c:v>
                </c:pt>
                <c:pt idx="25113">
                  <c:v>0.96844444444444444</c:v>
                </c:pt>
                <c:pt idx="25114">
                  <c:v>0.96844444444444444</c:v>
                </c:pt>
                <c:pt idx="25115">
                  <c:v>0.96844444444444444</c:v>
                </c:pt>
                <c:pt idx="25116">
                  <c:v>0.96859259259259256</c:v>
                </c:pt>
                <c:pt idx="25117">
                  <c:v>0.96859259259259256</c:v>
                </c:pt>
                <c:pt idx="25118">
                  <c:v>0.96859259259259256</c:v>
                </c:pt>
                <c:pt idx="25119">
                  <c:v>0.96874074074074079</c:v>
                </c:pt>
                <c:pt idx="25120">
                  <c:v>0.96874074074074079</c:v>
                </c:pt>
                <c:pt idx="25121">
                  <c:v>0.96874074074074079</c:v>
                </c:pt>
                <c:pt idx="25122">
                  <c:v>0.96874074074074079</c:v>
                </c:pt>
                <c:pt idx="25123">
                  <c:v>0.96888888888888891</c:v>
                </c:pt>
                <c:pt idx="25124">
                  <c:v>0.96888888888888891</c:v>
                </c:pt>
                <c:pt idx="25125">
                  <c:v>0.96888888888888891</c:v>
                </c:pt>
                <c:pt idx="25126">
                  <c:v>0.96888888888888891</c:v>
                </c:pt>
                <c:pt idx="25127">
                  <c:v>0.96888888888888891</c:v>
                </c:pt>
                <c:pt idx="25128">
                  <c:v>0.96888888888888891</c:v>
                </c:pt>
                <c:pt idx="25129">
                  <c:v>0.96888888888888891</c:v>
                </c:pt>
                <c:pt idx="25130">
                  <c:v>0.96888888888888891</c:v>
                </c:pt>
                <c:pt idx="25131">
                  <c:v>0.96888888888888891</c:v>
                </c:pt>
                <c:pt idx="25132">
                  <c:v>0.96888888888888891</c:v>
                </c:pt>
                <c:pt idx="25133">
                  <c:v>0.96888888888888891</c:v>
                </c:pt>
                <c:pt idx="25134">
                  <c:v>0.96888888888888891</c:v>
                </c:pt>
                <c:pt idx="25135">
                  <c:v>0.96888888888888891</c:v>
                </c:pt>
                <c:pt idx="25136">
                  <c:v>0.96903703703703703</c:v>
                </c:pt>
                <c:pt idx="25137">
                  <c:v>0.96903703703703703</c:v>
                </c:pt>
                <c:pt idx="25138">
                  <c:v>0.96903703703703703</c:v>
                </c:pt>
                <c:pt idx="25139">
                  <c:v>0.96903703703703703</c:v>
                </c:pt>
                <c:pt idx="25140">
                  <c:v>0.96918518518518515</c:v>
                </c:pt>
                <c:pt idx="25141">
                  <c:v>0.96933333333333338</c:v>
                </c:pt>
                <c:pt idx="25142">
                  <c:v>0.9694814814814815</c:v>
                </c:pt>
                <c:pt idx="25143">
                  <c:v>0.9694814814814815</c:v>
                </c:pt>
                <c:pt idx="25144">
                  <c:v>0.96962962962962962</c:v>
                </c:pt>
                <c:pt idx="25145">
                  <c:v>0.96962962962962962</c:v>
                </c:pt>
                <c:pt idx="25146">
                  <c:v>0.96977777777777774</c:v>
                </c:pt>
                <c:pt idx="25147">
                  <c:v>0.96977777777777774</c:v>
                </c:pt>
                <c:pt idx="25148">
                  <c:v>0.96977777777777774</c:v>
                </c:pt>
                <c:pt idx="25149">
                  <c:v>0.96977777777777774</c:v>
                </c:pt>
                <c:pt idx="25150">
                  <c:v>0.96977777777777774</c:v>
                </c:pt>
                <c:pt idx="25151">
                  <c:v>0.96992592592592597</c:v>
                </c:pt>
                <c:pt idx="25152">
                  <c:v>0.96992592592592597</c:v>
                </c:pt>
                <c:pt idx="25153">
                  <c:v>0.96992592592592597</c:v>
                </c:pt>
                <c:pt idx="25154">
                  <c:v>0.97007407407407409</c:v>
                </c:pt>
                <c:pt idx="25155">
                  <c:v>0.97007407407407409</c:v>
                </c:pt>
                <c:pt idx="25156">
                  <c:v>0.97007407407407409</c:v>
                </c:pt>
                <c:pt idx="25157">
                  <c:v>0.97007407407407409</c:v>
                </c:pt>
                <c:pt idx="25158">
                  <c:v>0.97007407407407409</c:v>
                </c:pt>
                <c:pt idx="25159">
                  <c:v>0.97007407407407409</c:v>
                </c:pt>
                <c:pt idx="25160">
                  <c:v>0.97007407407407409</c:v>
                </c:pt>
                <c:pt idx="25161">
                  <c:v>0.97022222222222221</c:v>
                </c:pt>
                <c:pt idx="25162">
                  <c:v>0.97022222222222221</c:v>
                </c:pt>
                <c:pt idx="25163">
                  <c:v>0.97022222222222221</c:v>
                </c:pt>
                <c:pt idx="25164">
                  <c:v>0.97022222222222221</c:v>
                </c:pt>
                <c:pt idx="25165">
                  <c:v>0.97022222222222221</c:v>
                </c:pt>
                <c:pt idx="25166">
                  <c:v>0.97022222222222221</c:v>
                </c:pt>
                <c:pt idx="25167">
                  <c:v>0.97022222222222221</c:v>
                </c:pt>
                <c:pt idx="25168">
                  <c:v>0.97022222222222221</c:v>
                </c:pt>
                <c:pt idx="25169">
                  <c:v>0.97022222222222221</c:v>
                </c:pt>
                <c:pt idx="25170">
                  <c:v>0.97022222222222221</c:v>
                </c:pt>
                <c:pt idx="25171">
                  <c:v>0.97022222222222221</c:v>
                </c:pt>
                <c:pt idx="25172">
                  <c:v>0.97037037037037033</c:v>
                </c:pt>
                <c:pt idx="25173">
                  <c:v>0.97037037037037033</c:v>
                </c:pt>
                <c:pt idx="25174">
                  <c:v>0.97037037037037033</c:v>
                </c:pt>
                <c:pt idx="25175">
                  <c:v>0.97037037037037033</c:v>
                </c:pt>
                <c:pt idx="25176">
                  <c:v>0.97051851851851856</c:v>
                </c:pt>
                <c:pt idx="25177">
                  <c:v>0.97051851851851856</c:v>
                </c:pt>
                <c:pt idx="25178">
                  <c:v>0.97051851851851856</c:v>
                </c:pt>
                <c:pt idx="25179">
                  <c:v>0.97051851851851856</c:v>
                </c:pt>
                <c:pt idx="25180">
                  <c:v>0.97051851851851856</c:v>
                </c:pt>
                <c:pt idx="25181">
                  <c:v>0.97066666666666668</c:v>
                </c:pt>
                <c:pt idx="25182">
                  <c:v>0.97066666666666668</c:v>
                </c:pt>
                <c:pt idx="25183">
                  <c:v>0.9708148148148148</c:v>
                </c:pt>
                <c:pt idx="25184">
                  <c:v>0.97096296296296292</c:v>
                </c:pt>
                <c:pt idx="25185">
                  <c:v>0.97096296296296292</c:v>
                </c:pt>
                <c:pt idx="25186">
                  <c:v>0.97096296296296292</c:v>
                </c:pt>
                <c:pt idx="25187">
                  <c:v>0.97096296296296292</c:v>
                </c:pt>
                <c:pt idx="25188">
                  <c:v>0.97111111111111115</c:v>
                </c:pt>
                <c:pt idx="25189">
                  <c:v>0.97111111111111115</c:v>
                </c:pt>
                <c:pt idx="25190">
                  <c:v>0.97111111111111115</c:v>
                </c:pt>
                <c:pt idx="25191">
                  <c:v>0.97111111111111115</c:v>
                </c:pt>
                <c:pt idx="25192">
                  <c:v>0.97125925925925927</c:v>
                </c:pt>
                <c:pt idx="25193">
                  <c:v>0.97125925925925927</c:v>
                </c:pt>
                <c:pt idx="25194">
                  <c:v>0.97140740740740739</c:v>
                </c:pt>
                <c:pt idx="25195">
                  <c:v>0.97140740740740739</c:v>
                </c:pt>
                <c:pt idx="25196">
                  <c:v>0.97140740740740739</c:v>
                </c:pt>
                <c:pt idx="25197">
                  <c:v>0.97140740740740739</c:v>
                </c:pt>
                <c:pt idx="25198">
                  <c:v>0.97140740740740739</c:v>
                </c:pt>
                <c:pt idx="25199">
                  <c:v>0.97140740740740739</c:v>
                </c:pt>
                <c:pt idx="25200">
                  <c:v>0.97155555555555551</c:v>
                </c:pt>
                <c:pt idx="25201">
                  <c:v>0.97155555555555551</c:v>
                </c:pt>
                <c:pt idx="25202">
                  <c:v>0.97155555555555551</c:v>
                </c:pt>
                <c:pt idx="25203">
                  <c:v>0.97170370370370374</c:v>
                </c:pt>
                <c:pt idx="25204">
                  <c:v>0.97170370370370374</c:v>
                </c:pt>
                <c:pt idx="25205">
                  <c:v>0.97170370370370374</c:v>
                </c:pt>
                <c:pt idx="25206">
                  <c:v>0.97170370370370374</c:v>
                </c:pt>
                <c:pt idx="25207">
                  <c:v>0.97170370370370374</c:v>
                </c:pt>
                <c:pt idx="25208">
                  <c:v>0.97170370370370374</c:v>
                </c:pt>
                <c:pt idx="25209">
                  <c:v>0.97170370370370374</c:v>
                </c:pt>
                <c:pt idx="25210">
                  <c:v>0.97185185185185186</c:v>
                </c:pt>
                <c:pt idx="25211">
                  <c:v>0.97185185185185186</c:v>
                </c:pt>
                <c:pt idx="25212">
                  <c:v>0.97185185185185186</c:v>
                </c:pt>
                <c:pt idx="25213">
                  <c:v>0.97185185185185186</c:v>
                </c:pt>
                <c:pt idx="25214">
                  <c:v>0.97185185185185186</c:v>
                </c:pt>
                <c:pt idx="25215">
                  <c:v>0.97185185185185186</c:v>
                </c:pt>
                <c:pt idx="25216">
                  <c:v>0.97199999999999998</c:v>
                </c:pt>
                <c:pt idx="25217">
                  <c:v>0.97199999999999998</c:v>
                </c:pt>
                <c:pt idx="25218">
                  <c:v>0.97199999999999998</c:v>
                </c:pt>
                <c:pt idx="25219">
                  <c:v>0.97214814814814809</c:v>
                </c:pt>
                <c:pt idx="25220">
                  <c:v>0.97214814814814809</c:v>
                </c:pt>
                <c:pt idx="25221">
                  <c:v>0.97214814814814809</c:v>
                </c:pt>
                <c:pt idx="25222">
                  <c:v>0.97214814814814809</c:v>
                </c:pt>
                <c:pt idx="25223">
                  <c:v>0.97214814814814809</c:v>
                </c:pt>
                <c:pt idx="25224">
                  <c:v>0.97229629629629633</c:v>
                </c:pt>
                <c:pt idx="25225">
                  <c:v>0.97229629629629633</c:v>
                </c:pt>
                <c:pt idx="25226">
                  <c:v>0.97229629629629633</c:v>
                </c:pt>
                <c:pt idx="25227">
                  <c:v>0.97229629629629633</c:v>
                </c:pt>
                <c:pt idx="25228">
                  <c:v>0.97229629629629633</c:v>
                </c:pt>
                <c:pt idx="25229">
                  <c:v>0.97229629629629633</c:v>
                </c:pt>
                <c:pt idx="25230">
                  <c:v>0.97244444444444444</c:v>
                </c:pt>
                <c:pt idx="25231">
                  <c:v>0.97259259259259256</c:v>
                </c:pt>
                <c:pt idx="25232">
                  <c:v>0.97259259259259256</c:v>
                </c:pt>
                <c:pt idx="25233">
                  <c:v>0.97259259259259256</c:v>
                </c:pt>
                <c:pt idx="25234">
                  <c:v>0.97259259259259256</c:v>
                </c:pt>
                <c:pt idx="25235">
                  <c:v>0.97259259259259256</c:v>
                </c:pt>
                <c:pt idx="25236">
                  <c:v>0.97259259259259256</c:v>
                </c:pt>
                <c:pt idx="25237">
                  <c:v>0.97259259259259256</c:v>
                </c:pt>
                <c:pt idx="25238">
                  <c:v>0.97274074074074079</c:v>
                </c:pt>
                <c:pt idx="25239">
                  <c:v>0.97274074074074079</c:v>
                </c:pt>
                <c:pt idx="25240">
                  <c:v>0.97274074074074079</c:v>
                </c:pt>
                <c:pt idx="25241">
                  <c:v>0.97274074074074079</c:v>
                </c:pt>
                <c:pt idx="25242">
                  <c:v>0.97274074074074079</c:v>
                </c:pt>
                <c:pt idx="25243">
                  <c:v>0.97274074074074079</c:v>
                </c:pt>
                <c:pt idx="25244">
                  <c:v>0.97274074074074079</c:v>
                </c:pt>
                <c:pt idx="25245">
                  <c:v>0.97274074074074079</c:v>
                </c:pt>
                <c:pt idx="25246">
                  <c:v>0.97274074074074079</c:v>
                </c:pt>
                <c:pt idx="25247">
                  <c:v>0.97288888888888891</c:v>
                </c:pt>
                <c:pt idx="25248">
                  <c:v>0.97288888888888891</c:v>
                </c:pt>
                <c:pt idx="25249">
                  <c:v>0.97288888888888891</c:v>
                </c:pt>
                <c:pt idx="25250">
                  <c:v>0.97288888888888891</c:v>
                </c:pt>
                <c:pt idx="25251">
                  <c:v>0.97303703703703703</c:v>
                </c:pt>
                <c:pt idx="25252">
                  <c:v>0.97303703703703703</c:v>
                </c:pt>
                <c:pt idx="25253">
                  <c:v>0.97303703703703703</c:v>
                </c:pt>
                <c:pt idx="25254">
                  <c:v>0.97303703703703703</c:v>
                </c:pt>
                <c:pt idx="25255">
                  <c:v>0.97303703703703703</c:v>
                </c:pt>
                <c:pt idx="25256">
                  <c:v>0.97303703703703703</c:v>
                </c:pt>
                <c:pt idx="25257">
                  <c:v>0.97318518518518515</c:v>
                </c:pt>
                <c:pt idx="25258">
                  <c:v>0.97318518518518515</c:v>
                </c:pt>
                <c:pt idx="25259">
                  <c:v>0.97318518518518515</c:v>
                </c:pt>
                <c:pt idx="25260">
                  <c:v>0.97333333333333338</c:v>
                </c:pt>
                <c:pt idx="25261">
                  <c:v>0.97333333333333338</c:v>
                </c:pt>
                <c:pt idx="25262">
                  <c:v>0.9734814814814815</c:v>
                </c:pt>
                <c:pt idx="25263">
                  <c:v>0.9734814814814815</c:v>
                </c:pt>
                <c:pt idx="25264">
                  <c:v>0.9734814814814815</c:v>
                </c:pt>
                <c:pt idx="25265">
                  <c:v>0.9734814814814815</c:v>
                </c:pt>
                <c:pt idx="25266">
                  <c:v>0.9734814814814815</c:v>
                </c:pt>
                <c:pt idx="25267">
                  <c:v>0.9734814814814815</c:v>
                </c:pt>
                <c:pt idx="25268">
                  <c:v>0.9734814814814815</c:v>
                </c:pt>
                <c:pt idx="25269">
                  <c:v>0.9734814814814815</c:v>
                </c:pt>
                <c:pt idx="25270">
                  <c:v>0.9734814814814815</c:v>
                </c:pt>
                <c:pt idx="25271">
                  <c:v>0.9734814814814815</c:v>
                </c:pt>
                <c:pt idx="25272">
                  <c:v>0.9734814814814815</c:v>
                </c:pt>
                <c:pt idx="25273">
                  <c:v>0.9734814814814815</c:v>
                </c:pt>
                <c:pt idx="25274">
                  <c:v>0.9734814814814815</c:v>
                </c:pt>
                <c:pt idx="25275">
                  <c:v>0.9734814814814815</c:v>
                </c:pt>
                <c:pt idx="25276">
                  <c:v>0.9734814814814815</c:v>
                </c:pt>
                <c:pt idx="25277">
                  <c:v>0.9734814814814815</c:v>
                </c:pt>
                <c:pt idx="25278">
                  <c:v>0.9734814814814815</c:v>
                </c:pt>
                <c:pt idx="25279">
                  <c:v>0.9734814814814815</c:v>
                </c:pt>
                <c:pt idx="25280">
                  <c:v>0.9734814814814815</c:v>
                </c:pt>
                <c:pt idx="25281">
                  <c:v>0.9734814814814815</c:v>
                </c:pt>
                <c:pt idx="25282">
                  <c:v>0.9734814814814815</c:v>
                </c:pt>
                <c:pt idx="25283">
                  <c:v>0.9734814814814815</c:v>
                </c:pt>
                <c:pt idx="25284">
                  <c:v>0.9734814814814815</c:v>
                </c:pt>
                <c:pt idx="25285">
                  <c:v>0.97362962962962962</c:v>
                </c:pt>
                <c:pt idx="25286">
                  <c:v>0.97377777777777774</c:v>
                </c:pt>
                <c:pt idx="25287">
                  <c:v>0.97392592592592597</c:v>
                </c:pt>
                <c:pt idx="25288">
                  <c:v>0.97392592592592597</c:v>
                </c:pt>
                <c:pt idx="25289">
                  <c:v>0.97407407407407409</c:v>
                </c:pt>
                <c:pt idx="25290">
                  <c:v>0.97407407407407409</c:v>
                </c:pt>
                <c:pt idx="25291">
                  <c:v>0.97407407407407409</c:v>
                </c:pt>
                <c:pt idx="25292">
                  <c:v>0.97407407407407409</c:v>
                </c:pt>
                <c:pt idx="25293">
                  <c:v>0.97407407407407409</c:v>
                </c:pt>
                <c:pt idx="25294">
                  <c:v>0.97407407407407409</c:v>
                </c:pt>
                <c:pt idx="25295">
                  <c:v>0.97407407407407409</c:v>
                </c:pt>
                <c:pt idx="25296">
                  <c:v>0.97407407407407409</c:v>
                </c:pt>
                <c:pt idx="25297">
                  <c:v>0.97407407407407409</c:v>
                </c:pt>
                <c:pt idx="25298">
                  <c:v>0.97407407407407409</c:v>
                </c:pt>
                <c:pt idx="25299">
                  <c:v>0.97407407407407409</c:v>
                </c:pt>
                <c:pt idx="25300">
                  <c:v>0.97407407407407409</c:v>
                </c:pt>
                <c:pt idx="25301">
                  <c:v>0.97407407407407409</c:v>
                </c:pt>
                <c:pt idx="25302">
                  <c:v>0.97407407407407409</c:v>
                </c:pt>
                <c:pt idx="25303">
                  <c:v>0.97422222222222221</c:v>
                </c:pt>
                <c:pt idx="25304">
                  <c:v>0.97422222222222221</c:v>
                </c:pt>
                <c:pt idx="25305">
                  <c:v>0.97422222222222221</c:v>
                </c:pt>
                <c:pt idx="25306">
                  <c:v>0.97422222222222221</c:v>
                </c:pt>
                <c:pt idx="25307">
                  <c:v>0.97422222222222221</c:v>
                </c:pt>
                <c:pt idx="25308">
                  <c:v>0.97422222222222221</c:v>
                </c:pt>
                <c:pt idx="25309">
                  <c:v>0.97437037037037033</c:v>
                </c:pt>
                <c:pt idx="25310">
                  <c:v>0.97437037037037033</c:v>
                </c:pt>
                <c:pt idx="25311">
                  <c:v>0.97437037037037033</c:v>
                </c:pt>
                <c:pt idx="25312">
                  <c:v>0.97437037037037033</c:v>
                </c:pt>
                <c:pt idx="25313">
                  <c:v>0.97437037037037033</c:v>
                </c:pt>
                <c:pt idx="25314">
                  <c:v>0.97437037037037033</c:v>
                </c:pt>
                <c:pt idx="25315">
                  <c:v>0.97437037037037033</c:v>
                </c:pt>
                <c:pt idx="25316">
                  <c:v>0.97451851851851856</c:v>
                </c:pt>
                <c:pt idx="25317">
                  <c:v>0.97466666666666668</c:v>
                </c:pt>
                <c:pt idx="25318">
                  <c:v>0.97466666666666668</c:v>
                </c:pt>
                <c:pt idx="25319">
                  <c:v>0.97466666666666668</c:v>
                </c:pt>
                <c:pt idx="25320">
                  <c:v>0.97466666666666668</c:v>
                </c:pt>
                <c:pt idx="25321">
                  <c:v>0.9748148148148148</c:v>
                </c:pt>
                <c:pt idx="25322">
                  <c:v>0.9748148148148148</c:v>
                </c:pt>
                <c:pt idx="25323">
                  <c:v>0.9748148148148148</c:v>
                </c:pt>
                <c:pt idx="25324">
                  <c:v>0.9748148148148148</c:v>
                </c:pt>
                <c:pt idx="25325">
                  <c:v>0.9748148148148148</c:v>
                </c:pt>
                <c:pt idx="25326">
                  <c:v>0.9748148148148148</c:v>
                </c:pt>
                <c:pt idx="25327">
                  <c:v>0.9748148148148148</c:v>
                </c:pt>
                <c:pt idx="25328">
                  <c:v>0.9748148148148148</c:v>
                </c:pt>
                <c:pt idx="25329">
                  <c:v>0.9748148148148148</c:v>
                </c:pt>
                <c:pt idx="25330">
                  <c:v>0.9748148148148148</c:v>
                </c:pt>
                <c:pt idx="25331">
                  <c:v>0.9748148148148148</c:v>
                </c:pt>
                <c:pt idx="25332">
                  <c:v>0.9748148148148148</c:v>
                </c:pt>
                <c:pt idx="25333">
                  <c:v>0.9748148148148148</c:v>
                </c:pt>
                <c:pt idx="25334">
                  <c:v>0.9748148148148148</c:v>
                </c:pt>
                <c:pt idx="25335">
                  <c:v>0.9748148148148148</c:v>
                </c:pt>
                <c:pt idx="25336">
                  <c:v>0.9748148148148148</c:v>
                </c:pt>
                <c:pt idx="25337">
                  <c:v>0.9748148148148148</c:v>
                </c:pt>
                <c:pt idx="25338">
                  <c:v>0.9748148148148148</c:v>
                </c:pt>
                <c:pt idx="25339">
                  <c:v>0.97496296296296292</c:v>
                </c:pt>
                <c:pt idx="25340">
                  <c:v>0.97496296296296292</c:v>
                </c:pt>
                <c:pt idx="25341">
                  <c:v>0.97496296296296292</c:v>
                </c:pt>
                <c:pt idx="25342">
                  <c:v>0.97496296296296292</c:v>
                </c:pt>
                <c:pt idx="25343">
                  <c:v>0.97496296296296292</c:v>
                </c:pt>
                <c:pt idx="25344">
                  <c:v>0.97496296296296292</c:v>
                </c:pt>
                <c:pt idx="25345">
                  <c:v>0.97496296296296292</c:v>
                </c:pt>
                <c:pt idx="25346">
                  <c:v>0.97496296296296292</c:v>
                </c:pt>
                <c:pt idx="25347">
                  <c:v>0.97511111111111115</c:v>
                </c:pt>
                <c:pt idx="25348">
                  <c:v>0.97511111111111115</c:v>
                </c:pt>
                <c:pt idx="25349">
                  <c:v>0.97511111111111115</c:v>
                </c:pt>
                <c:pt idx="25350">
                  <c:v>0.97511111111111115</c:v>
                </c:pt>
                <c:pt idx="25351">
                  <c:v>0.97511111111111115</c:v>
                </c:pt>
                <c:pt idx="25352">
                  <c:v>0.97511111111111115</c:v>
                </c:pt>
                <c:pt idx="25353">
                  <c:v>0.97511111111111115</c:v>
                </c:pt>
                <c:pt idx="25354">
                  <c:v>0.97511111111111115</c:v>
                </c:pt>
                <c:pt idx="25355">
                  <c:v>0.97511111111111115</c:v>
                </c:pt>
                <c:pt idx="25356">
                  <c:v>0.97511111111111115</c:v>
                </c:pt>
                <c:pt idx="25357">
                  <c:v>0.97511111111111115</c:v>
                </c:pt>
                <c:pt idx="25358">
                  <c:v>0.97511111111111115</c:v>
                </c:pt>
                <c:pt idx="25359">
                  <c:v>0.97511111111111115</c:v>
                </c:pt>
                <c:pt idx="25360">
                  <c:v>0.97511111111111115</c:v>
                </c:pt>
                <c:pt idx="25361">
                  <c:v>0.97511111111111115</c:v>
                </c:pt>
                <c:pt idx="25362">
                  <c:v>0.97525925925925927</c:v>
                </c:pt>
                <c:pt idx="25363">
                  <c:v>0.97525925925925927</c:v>
                </c:pt>
                <c:pt idx="25364">
                  <c:v>0.97525925925925927</c:v>
                </c:pt>
                <c:pt idx="25365">
                  <c:v>0.97540740740740739</c:v>
                </c:pt>
                <c:pt idx="25366">
                  <c:v>0.97540740740740739</c:v>
                </c:pt>
                <c:pt idx="25367">
                  <c:v>0.97540740740740739</c:v>
                </c:pt>
                <c:pt idx="25368">
                  <c:v>0.97540740740740739</c:v>
                </c:pt>
                <c:pt idx="25369">
                  <c:v>0.97555555555555551</c:v>
                </c:pt>
                <c:pt idx="25370">
                  <c:v>0.97555555555555551</c:v>
                </c:pt>
                <c:pt idx="25371">
                  <c:v>0.97555555555555551</c:v>
                </c:pt>
                <c:pt idx="25372">
                  <c:v>0.97555555555555551</c:v>
                </c:pt>
                <c:pt idx="25373">
                  <c:v>0.97555555555555551</c:v>
                </c:pt>
                <c:pt idx="25374">
                  <c:v>0.97570370370370374</c:v>
                </c:pt>
                <c:pt idx="25375">
                  <c:v>0.97570370370370374</c:v>
                </c:pt>
                <c:pt idx="25376">
                  <c:v>0.97570370370370374</c:v>
                </c:pt>
                <c:pt idx="25377">
                  <c:v>0.97585185185185186</c:v>
                </c:pt>
                <c:pt idx="25378">
                  <c:v>0.97599999999999998</c:v>
                </c:pt>
                <c:pt idx="25379">
                  <c:v>0.97599999999999998</c:v>
                </c:pt>
                <c:pt idx="25380">
                  <c:v>0.97599999999999998</c:v>
                </c:pt>
                <c:pt idx="25381">
                  <c:v>0.97599999999999998</c:v>
                </c:pt>
                <c:pt idx="25382">
                  <c:v>0.97599999999999998</c:v>
                </c:pt>
                <c:pt idx="25383">
                  <c:v>0.97599999999999998</c:v>
                </c:pt>
                <c:pt idx="25384">
                  <c:v>0.9761481481481481</c:v>
                </c:pt>
                <c:pt idx="25385">
                  <c:v>0.9761481481481481</c:v>
                </c:pt>
                <c:pt idx="25386">
                  <c:v>0.9761481481481481</c:v>
                </c:pt>
                <c:pt idx="25387">
                  <c:v>0.9761481481481481</c:v>
                </c:pt>
                <c:pt idx="25388">
                  <c:v>0.9761481481481481</c:v>
                </c:pt>
                <c:pt idx="25389">
                  <c:v>0.9761481481481481</c:v>
                </c:pt>
                <c:pt idx="25390">
                  <c:v>0.97629629629629633</c:v>
                </c:pt>
                <c:pt idx="25391">
                  <c:v>0.97644444444444445</c:v>
                </c:pt>
                <c:pt idx="25392">
                  <c:v>0.97644444444444445</c:v>
                </c:pt>
                <c:pt idx="25393">
                  <c:v>0.97659259259259257</c:v>
                </c:pt>
                <c:pt idx="25394">
                  <c:v>0.97659259259259257</c:v>
                </c:pt>
                <c:pt idx="25395">
                  <c:v>0.97659259259259257</c:v>
                </c:pt>
                <c:pt idx="25396">
                  <c:v>0.97659259259259257</c:v>
                </c:pt>
                <c:pt idx="25397">
                  <c:v>0.97659259259259257</c:v>
                </c:pt>
                <c:pt idx="25398">
                  <c:v>0.97659259259259257</c:v>
                </c:pt>
                <c:pt idx="25399">
                  <c:v>0.97659259259259257</c:v>
                </c:pt>
                <c:pt idx="25400">
                  <c:v>0.97659259259259257</c:v>
                </c:pt>
                <c:pt idx="25401">
                  <c:v>0.97659259259259257</c:v>
                </c:pt>
                <c:pt idx="25402">
                  <c:v>0.97659259259259257</c:v>
                </c:pt>
                <c:pt idx="25403">
                  <c:v>0.97659259259259257</c:v>
                </c:pt>
                <c:pt idx="25404">
                  <c:v>0.97674074074074069</c:v>
                </c:pt>
                <c:pt idx="25405">
                  <c:v>0.97688888888888892</c:v>
                </c:pt>
                <c:pt idx="25406">
                  <c:v>0.97688888888888892</c:v>
                </c:pt>
                <c:pt idx="25407">
                  <c:v>0.97688888888888892</c:v>
                </c:pt>
                <c:pt idx="25408">
                  <c:v>0.97703703703703704</c:v>
                </c:pt>
                <c:pt idx="25409">
                  <c:v>0.97703703703703704</c:v>
                </c:pt>
                <c:pt idx="25410">
                  <c:v>0.97703703703703704</c:v>
                </c:pt>
                <c:pt idx="25411">
                  <c:v>0.97718518518518516</c:v>
                </c:pt>
                <c:pt idx="25412">
                  <c:v>0.97718518518518516</c:v>
                </c:pt>
                <c:pt idx="25413">
                  <c:v>0.97718518518518516</c:v>
                </c:pt>
                <c:pt idx="25414">
                  <c:v>0.97718518518518516</c:v>
                </c:pt>
                <c:pt idx="25415">
                  <c:v>0.97718518518518516</c:v>
                </c:pt>
                <c:pt idx="25416">
                  <c:v>0.97718518518518516</c:v>
                </c:pt>
                <c:pt idx="25417">
                  <c:v>0.97733333333333339</c:v>
                </c:pt>
                <c:pt idx="25418">
                  <c:v>0.97733333333333339</c:v>
                </c:pt>
                <c:pt idx="25419">
                  <c:v>0.97748148148148151</c:v>
                </c:pt>
                <c:pt idx="25420">
                  <c:v>0.97748148148148151</c:v>
                </c:pt>
                <c:pt idx="25421">
                  <c:v>0.97762962962962963</c:v>
                </c:pt>
                <c:pt idx="25422">
                  <c:v>0.97762962962962963</c:v>
                </c:pt>
                <c:pt idx="25423">
                  <c:v>0.97762962962962963</c:v>
                </c:pt>
                <c:pt idx="25424">
                  <c:v>0.97762962962962963</c:v>
                </c:pt>
                <c:pt idx="25425">
                  <c:v>0.97762962962962963</c:v>
                </c:pt>
                <c:pt idx="25426">
                  <c:v>0.97762962962962963</c:v>
                </c:pt>
                <c:pt idx="25427">
                  <c:v>0.97762962962962963</c:v>
                </c:pt>
                <c:pt idx="25428">
                  <c:v>0.97777777777777775</c:v>
                </c:pt>
                <c:pt idx="25429">
                  <c:v>0.97777777777777775</c:v>
                </c:pt>
                <c:pt idx="25430">
                  <c:v>0.97777777777777775</c:v>
                </c:pt>
                <c:pt idx="25431">
                  <c:v>0.97777777777777775</c:v>
                </c:pt>
                <c:pt idx="25432">
                  <c:v>0.97777777777777775</c:v>
                </c:pt>
                <c:pt idx="25433">
                  <c:v>0.97777777777777775</c:v>
                </c:pt>
                <c:pt idx="25434">
                  <c:v>0.97777777777777775</c:v>
                </c:pt>
                <c:pt idx="25435">
                  <c:v>0.97777777777777775</c:v>
                </c:pt>
                <c:pt idx="25436">
                  <c:v>0.97777777777777775</c:v>
                </c:pt>
                <c:pt idx="25437">
                  <c:v>0.97777777777777775</c:v>
                </c:pt>
                <c:pt idx="25438">
                  <c:v>0.97777777777777775</c:v>
                </c:pt>
                <c:pt idx="25439">
                  <c:v>0.97777777777777775</c:v>
                </c:pt>
                <c:pt idx="25440">
                  <c:v>0.97777777777777775</c:v>
                </c:pt>
                <c:pt idx="25441">
                  <c:v>0.97777777777777775</c:v>
                </c:pt>
                <c:pt idx="25442">
                  <c:v>0.97777777777777775</c:v>
                </c:pt>
                <c:pt idx="25443">
                  <c:v>0.97777777777777775</c:v>
                </c:pt>
                <c:pt idx="25444">
                  <c:v>0.97777777777777775</c:v>
                </c:pt>
                <c:pt idx="25445">
                  <c:v>0.97777777777777775</c:v>
                </c:pt>
                <c:pt idx="25446">
                  <c:v>0.97777777777777775</c:v>
                </c:pt>
                <c:pt idx="25447">
                  <c:v>0.97777777777777775</c:v>
                </c:pt>
                <c:pt idx="25448">
                  <c:v>0.97777777777777775</c:v>
                </c:pt>
                <c:pt idx="25449">
                  <c:v>0.97777777777777775</c:v>
                </c:pt>
                <c:pt idx="25450">
                  <c:v>0.97777777777777775</c:v>
                </c:pt>
                <c:pt idx="25451">
                  <c:v>0.97777777777777775</c:v>
                </c:pt>
                <c:pt idx="25452">
                  <c:v>0.97792592592592598</c:v>
                </c:pt>
                <c:pt idx="25453">
                  <c:v>0.97792592592592598</c:v>
                </c:pt>
                <c:pt idx="25454">
                  <c:v>0.97792592592592598</c:v>
                </c:pt>
                <c:pt idx="25455">
                  <c:v>0.9780740740740741</c:v>
                </c:pt>
                <c:pt idx="25456">
                  <c:v>0.97822222222222222</c:v>
                </c:pt>
                <c:pt idx="25457">
                  <c:v>0.97822222222222222</c:v>
                </c:pt>
                <c:pt idx="25458">
                  <c:v>0.97822222222222222</c:v>
                </c:pt>
                <c:pt idx="25459">
                  <c:v>0.97822222222222222</c:v>
                </c:pt>
                <c:pt idx="25460">
                  <c:v>0.97822222222222222</c:v>
                </c:pt>
                <c:pt idx="25461">
                  <c:v>0.97822222222222222</c:v>
                </c:pt>
                <c:pt idx="25462">
                  <c:v>0.97837037037037033</c:v>
                </c:pt>
                <c:pt idx="25463">
                  <c:v>0.97837037037037033</c:v>
                </c:pt>
                <c:pt idx="25464">
                  <c:v>0.97837037037037033</c:v>
                </c:pt>
                <c:pt idx="25465">
                  <c:v>0.97837037037037033</c:v>
                </c:pt>
                <c:pt idx="25466">
                  <c:v>0.97837037037037033</c:v>
                </c:pt>
                <c:pt idx="25467">
                  <c:v>0.97837037037037033</c:v>
                </c:pt>
                <c:pt idx="25468">
                  <c:v>0.97837037037037033</c:v>
                </c:pt>
                <c:pt idx="25469">
                  <c:v>0.97837037037037033</c:v>
                </c:pt>
                <c:pt idx="25470">
                  <c:v>0.97837037037037033</c:v>
                </c:pt>
                <c:pt idx="25471">
                  <c:v>0.97837037037037033</c:v>
                </c:pt>
                <c:pt idx="25472">
                  <c:v>0.97837037037037033</c:v>
                </c:pt>
                <c:pt idx="25473">
                  <c:v>0.97837037037037033</c:v>
                </c:pt>
                <c:pt idx="25474">
                  <c:v>0.97837037037037033</c:v>
                </c:pt>
                <c:pt idx="25475">
                  <c:v>0.97837037037037033</c:v>
                </c:pt>
                <c:pt idx="25476">
                  <c:v>0.97837037037037033</c:v>
                </c:pt>
                <c:pt idx="25477">
                  <c:v>0.97837037037037033</c:v>
                </c:pt>
                <c:pt idx="25478">
                  <c:v>0.97837037037037033</c:v>
                </c:pt>
                <c:pt idx="25479">
                  <c:v>0.97837037037037033</c:v>
                </c:pt>
                <c:pt idx="25480">
                  <c:v>0.97851851851851857</c:v>
                </c:pt>
                <c:pt idx="25481">
                  <c:v>0.97851851851851857</c:v>
                </c:pt>
                <c:pt idx="25482">
                  <c:v>0.97851851851851857</c:v>
                </c:pt>
                <c:pt idx="25483">
                  <c:v>0.97851851851851857</c:v>
                </c:pt>
                <c:pt idx="25484">
                  <c:v>0.97851851851851857</c:v>
                </c:pt>
                <c:pt idx="25485">
                  <c:v>0.97866666666666668</c:v>
                </c:pt>
                <c:pt idx="25486">
                  <c:v>0.97866666666666668</c:v>
                </c:pt>
                <c:pt idx="25487">
                  <c:v>0.97866666666666668</c:v>
                </c:pt>
                <c:pt idx="25488">
                  <c:v>0.97866666666666668</c:v>
                </c:pt>
                <c:pt idx="25489">
                  <c:v>0.97866666666666668</c:v>
                </c:pt>
                <c:pt idx="25490">
                  <c:v>0.97866666666666668</c:v>
                </c:pt>
                <c:pt idx="25491">
                  <c:v>0.97866666666666668</c:v>
                </c:pt>
                <c:pt idx="25492">
                  <c:v>0.9788148148148148</c:v>
                </c:pt>
                <c:pt idx="25493">
                  <c:v>0.9788148148148148</c:v>
                </c:pt>
                <c:pt idx="25494">
                  <c:v>0.9788148148148148</c:v>
                </c:pt>
                <c:pt idx="25495">
                  <c:v>0.9788148148148148</c:v>
                </c:pt>
                <c:pt idx="25496">
                  <c:v>0.9788148148148148</c:v>
                </c:pt>
                <c:pt idx="25497">
                  <c:v>0.9788148148148148</c:v>
                </c:pt>
                <c:pt idx="25498">
                  <c:v>0.9788148148148148</c:v>
                </c:pt>
                <c:pt idx="25499">
                  <c:v>0.9788148148148148</c:v>
                </c:pt>
                <c:pt idx="25500">
                  <c:v>0.9788148148148148</c:v>
                </c:pt>
                <c:pt idx="25501">
                  <c:v>0.9788148148148148</c:v>
                </c:pt>
                <c:pt idx="25502">
                  <c:v>0.9788148148148148</c:v>
                </c:pt>
                <c:pt idx="25503">
                  <c:v>0.9788148148148148</c:v>
                </c:pt>
                <c:pt idx="25504">
                  <c:v>0.9788148148148148</c:v>
                </c:pt>
                <c:pt idx="25505">
                  <c:v>0.9788148148148148</c:v>
                </c:pt>
                <c:pt idx="25506">
                  <c:v>0.9788148148148148</c:v>
                </c:pt>
                <c:pt idx="25507">
                  <c:v>0.9788148148148148</c:v>
                </c:pt>
                <c:pt idx="25508">
                  <c:v>0.9788148148148148</c:v>
                </c:pt>
                <c:pt idx="25509">
                  <c:v>0.9788148148148148</c:v>
                </c:pt>
                <c:pt idx="25510">
                  <c:v>0.9788148148148148</c:v>
                </c:pt>
                <c:pt idx="25511">
                  <c:v>0.9788148148148148</c:v>
                </c:pt>
                <c:pt idx="25512">
                  <c:v>0.97896296296296292</c:v>
                </c:pt>
                <c:pt idx="25513">
                  <c:v>0.97911111111111115</c:v>
                </c:pt>
                <c:pt idx="25514">
                  <c:v>0.97911111111111115</c:v>
                </c:pt>
                <c:pt idx="25515">
                  <c:v>0.97911111111111115</c:v>
                </c:pt>
                <c:pt idx="25516">
                  <c:v>0.97911111111111115</c:v>
                </c:pt>
                <c:pt idx="25517">
                  <c:v>0.97911111111111115</c:v>
                </c:pt>
                <c:pt idx="25518">
                  <c:v>0.97911111111111115</c:v>
                </c:pt>
                <c:pt idx="25519">
                  <c:v>0.97911111111111115</c:v>
                </c:pt>
                <c:pt idx="25520">
                  <c:v>0.97911111111111115</c:v>
                </c:pt>
                <c:pt idx="25521">
                  <c:v>0.97911111111111115</c:v>
                </c:pt>
                <c:pt idx="25522">
                  <c:v>0.97911111111111115</c:v>
                </c:pt>
                <c:pt idx="25523">
                  <c:v>0.97911111111111115</c:v>
                </c:pt>
                <c:pt idx="25524">
                  <c:v>0.97925925925925927</c:v>
                </c:pt>
                <c:pt idx="25525">
                  <c:v>0.97925925925925927</c:v>
                </c:pt>
                <c:pt idx="25526">
                  <c:v>0.97925925925925927</c:v>
                </c:pt>
                <c:pt idx="25527">
                  <c:v>0.97925925925925927</c:v>
                </c:pt>
                <c:pt idx="25528">
                  <c:v>0.97925925925925927</c:v>
                </c:pt>
                <c:pt idx="25529">
                  <c:v>0.97925925925925927</c:v>
                </c:pt>
                <c:pt idx="25530">
                  <c:v>0.97925925925925927</c:v>
                </c:pt>
                <c:pt idx="25531">
                  <c:v>0.97925925925925927</c:v>
                </c:pt>
                <c:pt idx="25532">
                  <c:v>0.97940740740740739</c:v>
                </c:pt>
                <c:pt idx="25533">
                  <c:v>0.97940740740740739</c:v>
                </c:pt>
                <c:pt idx="25534">
                  <c:v>0.97940740740740739</c:v>
                </c:pt>
                <c:pt idx="25535">
                  <c:v>0.97940740740740739</c:v>
                </c:pt>
                <c:pt idx="25536">
                  <c:v>0.97940740740740739</c:v>
                </c:pt>
                <c:pt idx="25537">
                  <c:v>0.97940740740740739</c:v>
                </c:pt>
                <c:pt idx="25538">
                  <c:v>0.97940740740740739</c:v>
                </c:pt>
                <c:pt idx="25539">
                  <c:v>0.97955555555555551</c:v>
                </c:pt>
                <c:pt idx="25540">
                  <c:v>0.97955555555555551</c:v>
                </c:pt>
                <c:pt idx="25541">
                  <c:v>0.97955555555555551</c:v>
                </c:pt>
                <c:pt idx="25542">
                  <c:v>0.97970370370370374</c:v>
                </c:pt>
                <c:pt idx="25543">
                  <c:v>0.97970370370370374</c:v>
                </c:pt>
                <c:pt idx="25544">
                  <c:v>0.97970370370370374</c:v>
                </c:pt>
                <c:pt idx="25545">
                  <c:v>0.97970370370370374</c:v>
                </c:pt>
                <c:pt idx="25546">
                  <c:v>0.97970370370370374</c:v>
                </c:pt>
                <c:pt idx="25547">
                  <c:v>0.97985185185185186</c:v>
                </c:pt>
                <c:pt idx="25548">
                  <c:v>0.97985185185185186</c:v>
                </c:pt>
                <c:pt idx="25549">
                  <c:v>0.97985185185185186</c:v>
                </c:pt>
                <c:pt idx="25550">
                  <c:v>0.97985185185185186</c:v>
                </c:pt>
                <c:pt idx="25551">
                  <c:v>0.98</c:v>
                </c:pt>
                <c:pt idx="25552">
                  <c:v>0.98</c:v>
                </c:pt>
                <c:pt idx="25553">
                  <c:v>0.98</c:v>
                </c:pt>
                <c:pt idx="25554">
                  <c:v>0.98</c:v>
                </c:pt>
                <c:pt idx="25555">
                  <c:v>0.9801481481481481</c:v>
                </c:pt>
                <c:pt idx="25556">
                  <c:v>0.9801481481481481</c:v>
                </c:pt>
                <c:pt idx="25557">
                  <c:v>0.98029629629629633</c:v>
                </c:pt>
                <c:pt idx="25558">
                  <c:v>0.98029629629629633</c:v>
                </c:pt>
                <c:pt idx="25559">
                  <c:v>0.98029629629629633</c:v>
                </c:pt>
                <c:pt idx="25560">
                  <c:v>0.98044444444444445</c:v>
                </c:pt>
                <c:pt idx="25561">
                  <c:v>0.98044444444444445</c:v>
                </c:pt>
                <c:pt idx="25562">
                  <c:v>0.98044444444444445</c:v>
                </c:pt>
                <c:pt idx="25563">
                  <c:v>0.98044444444444445</c:v>
                </c:pt>
                <c:pt idx="25564">
                  <c:v>0.98044444444444445</c:v>
                </c:pt>
                <c:pt idx="25565">
                  <c:v>0.98059259259259257</c:v>
                </c:pt>
                <c:pt idx="25566">
                  <c:v>0.98059259259259257</c:v>
                </c:pt>
                <c:pt idx="25567">
                  <c:v>0.98059259259259257</c:v>
                </c:pt>
                <c:pt idx="25568">
                  <c:v>0.98059259259259257</c:v>
                </c:pt>
                <c:pt idx="25569">
                  <c:v>0.98059259259259257</c:v>
                </c:pt>
                <c:pt idx="25570">
                  <c:v>0.98059259259259257</c:v>
                </c:pt>
                <c:pt idx="25571">
                  <c:v>0.98074074074074069</c:v>
                </c:pt>
                <c:pt idx="25572">
                  <c:v>0.98074074074074069</c:v>
                </c:pt>
                <c:pt idx="25573">
                  <c:v>0.98088888888888892</c:v>
                </c:pt>
                <c:pt idx="25574">
                  <c:v>0.98088888888888892</c:v>
                </c:pt>
                <c:pt idx="25575">
                  <c:v>0.98088888888888892</c:v>
                </c:pt>
                <c:pt idx="25576">
                  <c:v>0.98088888888888892</c:v>
                </c:pt>
                <c:pt idx="25577">
                  <c:v>0.98088888888888892</c:v>
                </c:pt>
                <c:pt idx="25578">
                  <c:v>0.98088888888888892</c:v>
                </c:pt>
                <c:pt idx="25579">
                  <c:v>0.98088888888888892</c:v>
                </c:pt>
                <c:pt idx="25580">
                  <c:v>0.98088888888888892</c:v>
                </c:pt>
                <c:pt idx="25581">
                  <c:v>0.98103703703703704</c:v>
                </c:pt>
                <c:pt idx="25582">
                  <c:v>0.98103703703703704</c:v>
                </c:pt>
                <c:pt idx="25583">
                  <c:v>0.98103703703703704</c:v>
                </c:pt>
                <c:pt idx="25584">
                  <c:v>0.98103703703703704</c:v>
                </c:pt>
                <c:pt idx="25585">
                  <c:v>0.98103703703703704</c:v>
                </c:pt>
                <c:pt idx="25586">
                  <c:v>0.98103703703703704</c:v>
                </c:pt>
                <c:pt idx="25587">
                  <c:v>0.98103703703703704</c:v>
                </c:pt>
                <c:pt idx="25588">
                  <c:v>0.98118518518518516</c:v>
                </c:pt>
                <c:pt idx="25589">
                  <c:v>0.98118518518518516</c:v>
                </c:pt>
                <c:pt idx="25590">
                  <c:v>0.98133333333333328</c:v>
                </c:pt>
                <c:pt idx="25591">
                  <c:v>0.98133333333333328</c:v>
                </c:pt>
                <c:pt idx="25592">
                  <c:v>0.98133333333333328</c:v>
                </c:pt>
                <c:pt idx="25593">
                  <c:v>0.98133333333333328</c:v>
                </c:pt>
                <c:pt idx="25594">
                  <c:v>0.98133333333333328</c:v>
                </c:pt>
                <c:pt idx="25595">
                  <c:v>0.98133333333333328</c:v>
                </c:pt>
                <c:pt idx="25596">
                  <c:v>0.98133333333333328</c:v>
                </c:pt>
                <c:pt idx="25597">
                  <c:v>0.98133333333333328</c:v>
                </c:pt>
                <c:pt idx="25598">
                  <c:v>0.98133333333333328</c:v>
                </c:pt>
                <c:pt idx="25599">
                  <c:v>0.98148148148148151</c:v>
                </c:pt>
                <c:pt idx="25600">
                  <c:v>0.98148148148148151</c:v>
                </c:pt>
                <c:pt idx="25601">
                  <c:v>0.98162962962962963</c:v>
                </c:pt>
                <c:pt idx="25602">
                  <c:v>0.98162962962962963</c:v>
                </c:pt>
                <c:pt idx="25603">
                  <c:v>0.98162962962962963</c:v>
                </c:pt>
                <c:pt idx="25604">
                  <c:v>0.98162962962962963</c:v>
                </c:pt>
                <c:pt idx="25605">
                  <c:v>0.98162962962962963</c:v>
                </c:pt>
                <c:pt idx="25606">
                  <c:v>0.98162962962962963</c:v>
                </c:pt>
                <c:pt idx="25607">
                  <c:v>0.98162962962962963</c:v>
                </c:pt>
                <c:pt idx="25608">
                  <c:v>0.98162962962962963</c:v>
                </c:pt>
                <c:pt idx="25609">
                  <c:v>0.98162962962962963</c:v>
                </c:pt>
                <c:pt idx="25610">
                  <c:v>0.98162962962962963</c:v>
                </c:pt>
                <c:pt idx="25611">
                  <c:v>0.98162962962962963</c:v>
                </c:pt>
                <c:pt idx="25612">
                  <c:v>0.98162962962962963</c:v>
                </c:pt>
                <c:pt idx="25613">
                  <c:v>0.98162962962962963</c:v>
                </c:pt>
                <c:pt idx="25614">
                  <c:v>0.98162962962962963</c:v>
                </c:pt>
                <c:pt idx="25615">
                  <c:v>0.98162962962962963</c:v>
                </c:pt>
                <c:pt idx="25616">
                  <c:v>0.98162962962962963</c:v>
                </c:pt>
                <c:pt idx="25617">
                  <c:v>0.98177777777777775</c:v>
                </c:pt>
                <c:pt idx="25618">
                  <c:v>0.98192592592592598</c:v>
                </c:pt>
                <c:pt idx="25619">
                  <c:v>0.98192592592592598</c:v>
                </c:pt>
                <c:pt idx="25620">
                  <c:v>0.98192592592592598</c:v>
                </c:pt>
                <c:pt idx="25621">
                  <c:v>0.9820740740740741</c:v>
                </c:pt>
                <c:pt idx="25622">
                  <c:v>0.9820740740740741</c:v>
                </c:pt>
                <c:pt idx="25623">
                  <c:v>0.9820740740740741</c:v>
                </c:pt>
                <c:pt idx="25624">
                  <c:v>0.98222222222222222</c:v>
                </c:pt>
                <c:pt idx="25625">
                  <c:v>0.98222222222222222</c:v>
                </c:pt>
                <c:pt idx="25626">
                  <c:v>0.98222222222222222</c:v>
                </c:pt>
                <c:pt idx="25627">
                  <c:v>0.98222222222222222</c:v>
                </c:pt>
                <c:pt idx="25628">
                  <c:v>0.98222222222222222</c:v>
                </c:pt>
                <c:pt idx="25629">
                  <c:v>0.98237037037037034</c:v>
                </c:pt>
                <c:pt idx="25630">
                  <c:v>0.98251851851851857</c:v>
                </c:pt>
                <c:pt idx="25631">
                  <c:v>0.98266666666666669</c:v>
                </c:pt>
                <c:pt idx="25632">
                  <c:v>0.98266666666666669</c:v>
                </c:pt>
                <c:pt idx="25633">
                  <c:v>0.98281481481481481</c:v>
                </c:pt>
                <c:pt idx="25634">
                  <c:v>0.98281481481481481</c:v>
                </c:pt>
                <c:pt idx="25635">
                  <c:v>0.98296296296296293</c:v>
                </c:pt>
                <c:pt idx="25636">
                  <c:v>0.98311111111111116</c:v>
                </c:pt>
                <c:pt idx="25637">
                  <c:v>0.98311111111111116</c:v>
                </c:pt>
                <c:pt idx="25638">
                  <c:v>0.98311111111111116</c:v>
                </c:pt>
                <c:pt idx="25639">
                  <c:v>0.98311111111111116</c:v>
                </c:pt>
                <c:pt idx="25640">
                  <c:v>0.98311111111111116</c:v>
                </c:pt>
                <c:pt idx="25641">
                  <c:v>0.98311111111111116</c:v>
                </c:pt>
                <c:pt idx="25642">
                  <c:v>0.98311111111111116</c:v>
                </c:pt>
                <c:pt idx="25643">
                  <c:v>0.98311111111111116</c:v>
                </c:pt>
                <c:pt idx="25644">
                  <c:v>0.98325925925925928</c:v>
                </c:pt>
                <c:pt idx="25645">
                  <c:v>0.98325925925925928</c:v>
                </c:pt>
                <c:pt idx="25646">
                  <c:v>0.9834074074074074</c:v>
                </c:pt>
                <c:pt idx="25647">
                  <c:v>0.9834074074074074</c:v>
                </c:pt>
                <c:pt idx="25648">
                  <c:v>0.9834074074074074</c:v>
                </c:pt>
                <c:pt idx="25649">
                  <c:v>0.9834074074074074</c:v>
                </c:pt>
                <c:pt idx="25650">
                  <c:v>0.9834074074074074</c:v>
                </c:pt>
                <c:pt idx="25651">
                  <c:v>0.98355555555555552</c:v>
                </c:pt>
                <c:pt idx="25652">
                  <c:v>0.98355555555555552</c:v>
                </c:pt>
                <c:pt idx="25653">
                  <c:v>0.98355555555555552</c:v>
                </c:pt>
                <c:pt idx="25654">
                  <c:v>0.98355555555555552</c:v>
                </c:pt>
                <c:pt idx="25655">
                  <c:v>0.98355555555555552</c:v>
                </c:pt>
                <c:pt idx="25656">
                  <c:v>0.98370370370370375</c:v>
                </c:pt>
                <c:pt idx="25657">
                  <c:v>0.98370370370370375</c:v>
                </c:pt>
                <c:pt idx="25658">
                  <c:v>0.98370370370370375</c:v>
                </c:pt>
                <c:pt idx="25659">
                  <c:v>0.98370370370370375</c:v>
                </c:pt>
                <c:pt idx="25660">
                  <c:v>0.98385185185185187</c:v>
                </c:pt>
                <c:pt idx="25661">
                  <c:v>0.98385185185185187</c:v>
                </c:pt>
                <c:pt idx="25662">
                  <c:v>0.98385185185185187</c:v>
                </c:pt>
                <c:pt idx="25663">
                  <c:v>0.98385185185185187</c:v>
                </c:pt>
                <c:pt idx="25664">
                  <c:v>0.98399999999999999</c:v>
                </c:pt>
                <c:pt idx="25665">
                  <c:v>0.98399999999999999</c:v>
                </c:pt>
                <c:pt idx="25666">
                  <c:v>0.98399999999999999</c:v>
                </c:pt>
                <c:pt idx="25667">
                  <c:v>0.98399999999999999</c:v>
                </c:pt>
                <c:pt idx="25668">
                  <c:v>0.98399999999999999</c:v>
                </c:pt>
                <c:pt idx="25669">
                  <c:v>0.98399999999999999</c:v>
                </c:pt>
                <c:pt idx="25670">
                  <c:v>0.98399999999999999</c:v>
                </c:pt>
                <c:pt idx="25671">
                  <c:v>0.98414814814814811</c:v>
                </c:pt>
                <c:pt idx="25672">
                  <c:v>0.98414814814814811</c:v>
                </c:pt>
                <c:pt idx="25673">
                  <c:v>0.98414814814814811</c:v>
                </c:pt>
                <c:pt idx="25674">
                  <c:v>0.98429629629629634</c:v>
                </c:pt>
                <c:pt idx="25675">
                  <c:v>0.98429629629629634</c:v>
                </c:pt>
                <c:pt idx="25676">
                  <c:v>0.98429629629629634</c:v>
                </c:pt>
                <c:pt idx="25677">
                  <c:v>0.98444444444444446</c:v>
                </c:pt>
                <c:pt idx="25678">
                  <c:v>0.98444444444444446</c:v>
                </c:pt>
                <c:pt idx="25679">
                  <c:v>0.98444444444444446</c:v>
                </c:pt>
                <c:pt idx="25680">
                  <c:v>0.98444444444444446</c:v>
                </c:pt>
                <c:pt idx="25681">
                  <c:v>0.98444444444444446</c:v>
                </c:pt>
                <c:pt idx="25682">
                  <c:v>0.98444444444444446</c:v>
                </c:pt>
                <c:pt idx="25683">
                  <c:v>0.98444444444444446</c:v>
                </c:pt>
                <c:pt idx="25684">
                  <c:v>0.98444444444444446</c:v>
                </c:pt>
                <c:pt idx="25685">
                  <c:v>0.98444444444444446</c:v>
                </c:pt>
                <c:pt idx="25686">
                  <c:v>0.98444444444444446</c:v>
                </c:pt>
                <c:pt idx="25687">
                  <c:v>0.98444444444444446</c:v>
                </c:pt>
                <c:pt idx="25688">
                  <c:v>0.98444444444444446</c:v>
                </c:pt>
                <c:pt idx="25689">
                  <c:v>0.98444444444444446</c:v>
                </c:pt>
                <c:pt idx="25690">
                  <c:v>0.98444444444444446</c:v>
                </c:pt>
                <c:pt idx="25691">
                  <c:v>0.98459259259259257</c:v>
                </c:pt>
                <c:pt idx="25692">
                  <c:v>0.98459259259259257</c:v>
                </c:pt>
                <c:pt idx="25693">
                  <c:v>0.98459259259259257</c:v>
                </c:pt>
                <c:pt idx="25694">
                  <c:v>0.98459259259259257</c:v>
                </c:pt>
                <c:pt idx="25695">
                  <c:v>0.98459259259259257</c:v>
                </c:pt>
                <c:pt idx="25696">
                  <c:v>0.98459259259259257</c:v>
                </c:pt>
                <c:pt idx="25697">
                  <c:v>0.98474074074074069</c:v>
                </c:pt>
                <c:pt idx="25698">
                  <c:v>0.98474074074074069</c:v>
                </c:pt>
                <c:pt idx="25699">
                  <c:v>0.98474074074074069</c:v>
                </c:pt>
                <c:pt idx="25700">
                  <c:v>0.98474074074074069</c:v>
                </c:pt>
                <c:pt idx="25701">
                  <c:v>0.98474074074074069</c:v>
                </c:pt>
                <c:pt idx="25702">
                  <c:v>0.98474074074074069</c:v>
                </c:pt>
                <c:pt idx="25703">
                  <c:v>0.98488888888888892</c:v>
                </c:pt>
                <c:pt idx="25704">
                  <c:v>0.98488888888888892</c:v>
                </c:pt>
                <c:pt idx="25705">
                  <c:v>0.98488888888888892</c:v>
                </c:pt>
                <c:pt idx="25706">
                  <c:v>0.98488888888888892</c:v>
                </c:pt>
                <c:pt idx="25707">
                  <c:v>0.98488888888888892</c:v>
                </c:pt>
                <c:pt idx="25708">
                  <c:v>0.98503703703703704</c:v>
                </c:pt>
                <c:pt idx="25709">
                  <c:v>0.98503703703703704</c:v>
                </c:pt>
                <c:pt idx="25710">
                  <c:v>0.98503703703703704</c:v>
                </c:pt>
                <c:pt idx="25711">
                  <c:v>0.98518518518518516</c:v>
                </c:pt>
                <c:pt idx="25712">
                  <c:v>0.98518518518518516</c:v>
                </c:pt>
                <c:pt idx="25713">
                  <c:v>0.98518518518518516</c:v>
                </c:pt>
                <c:pt idx="25714">
                  <c:v>0.98518518518518516</c:v>
                </c:pt>
                <c:pt idx="25715">
                  <c:v>0.98518518518518516</c:v>
                </c:pt>
                <c:pt idx="25716">
                  <c:v>0.98518518518518516</c:v>
                </c:pt>
                <c:pt idx="25717">
                  <c:v>0.98518518518518516</c:v>
                </c:pt>
                <c:pt idx="25718">
                  <c:v>0.98518518518518516</c:v>
                </c:pt>
                <c:pt idx="25719">
                  <c:v>0.98518518518518516</c:v>
                </c:pt>
                <c:pt idx="25720">
                  <c:v>0.98518518518518516</c:v>
                </c:pt>
                <c:pt idx="25721">
                  <c:v>0.98533333333333328</c:v>
                </c:pt>
                <c:pt idx="25722">
                  <c:v>0.98533333333333328</c:v>
                </c:pt>
                <c:pt idx="25723">
                  <c:v>0.98533333333333328</c:v>
                </c:pt>
                <c:pt idx="25724">
                  <c:v>0.98533333333333328</c:v>
                </c:pt>
                <c:pt idx="25725">
                  <c:v>0.98548148148148151</c:v>
                </c:pt>
                <c:pt idx="25726">
                  <c:v>0.98548148148148151</c:v>
                </c:pt>
                <c:pt idx="25727">
                  <c:v>0.98548148148148151</c:v>
                </c:pt>
                <c:pt idx="25728">
                  <c:v>0.98548148148148151</c:v>
                </c:pt>
                <c:pt idx="25729">
                  <c:v>0.98562962962962963</c:v>
                </c:pt>
                <c:pt idx="25730">
                  <c:v>0.98577777777777775</c:v>
                </c:pt>
                <c:pt idx="25731">
                  <c:v>0.98577777777777775</c:v>
                </c:pt>
                <c:pt idx="25732">
                  <c:v>0.98577777777777775</c:v>
                </c:pt>
                <c:pt idx="25733">
                  <c:v>0.98577777777777775</c:v>
                </c:pt>
                <c:pt idx="25734">
                  <c:v>0.98577777777777775</c:v>
                </c:pt>
                <c:pt idx="25735">
                  <c:v>0.98577777777777775</c:v>
                </c:pt>
                <c:pt idx="25736">
                  <c:v>0.98577777777777775</c:v>
                </c:pt>
                <c:pt idx="25737">
                  <c:v>0.98577777777777775</c:v>
                </c:pt>
                <c:pt idx="25738">
                  <c:v>0.98577777777777775</c:v>
                </c:pt>
                <c:pt idx="25739">
                  <c:v>0.98577777777777775</c:v>
                </c:pt>
                <c:pt idx="25740">
                  <c:v>0.98592592592592587</c:v>
                </c:pt>
                <c:pt idx="25741">
                  <c:v>0.98592592592592587</c:v>
                </c:pt>
                <c:pt idx="25742">
                  <c:v>0.98592592592592587</c:v>
                </c:pt>
                <c:pt idx="25743">
                  <c:v>0.98592592592592587</c:v>
                </c:pt>
                <c:pt idx="25744">
                  <c:v>0.98592592592592587</c:v>
                </c:pt>
                <c:pt idx="25745">
                  <c:v>0.98592592592592587</c:v>
                </c:pt>
                <c:pt idx="25746">
                  <c:v>0.9860740740740741</c:v>
                </c:pt>
                <c:pt idx="25747">
                  <c:v>0.9860740740740741</c:v>
                </c:pt>
                <c:pt idx="25748">
                  <c:v>0.9860740740740741</c:v>
                </c:pt>
                <c:pt idx="25749">
                  <c:v>0.9860740740740741</c:v>
                </c:pt>
                <c:pt idx="25750">
                  <c:v>0.9860740740740741</c:v>
                </c:pt>
                <c:pt idx="25751">
                  <c:v>0.9860740740740741</c:v>
                </c:pt>
                <c:pt idx="25752">
                  <c:v>0.9860740740740741</c:v>
                </c:pt>
                <c:pt idx="25753">
                  <c:v>0.9860740740740741</c:v>
                </c:pt>
                <c:pt idx="25754">
                  <c:v>0.9860740740740741</c:v>
                </c:pt>
                <c:pt idx="25755">
                  <c:v>0.9860740740740741</c:v>
                </c:pt>
                <c:pt idx="25756">
                  <c:v>0.9860740740740741</c:v>
                </c:pt>
                <c:pt idx="25757">
                  <c:v>0.9860740740740741</c:v>
                </c:pt>
                <c:pt idx="25758">
                  <c:v>0.9860740740740741</c:v>
                </c:pt>
                <c:pt idx="25759">
                  <c:v>0.98622222222222222</c:v>
                </c:pt>
                <c:pt idx="25760">
                  <c:v>0.98637037037037034</c:v>
                </c:pt>
                <c:pt idx="25761">
                  <c:v>0.98637037037037034</c:v>
                </c:pt>
                <c:pt idx="25762">
                  <c:v>0.98637037037037034</c:v>
                </c:pt>
                <c:pt idx="25763">
                  <c:v>0.98651851851851857</c:v>
                </c:pt>
                <c:pt idx="25764">
                  <c:v>0.98651851851851857</c:v>
                </c:pt>
                <c:pt idx="25765">
                  <c:v>0.98651851851851857</c:v>
                </c:pt>
                <c:pt idx="25766">
                  <c:v>0.98651851851851857</c:v>
                </c:pt>
                <c:pt idx="25767">
                  <c:v>0.98666666666666669</c:v>
                </c:pt>
                <c:pt idx="25768">
                  <c:v>0.98666666666666669</c:v>
                </c:pt>
                <c:pt idx="25769">
                  <c:v>0.98666666666666669</c:v>
                </c:pt>
                <c:pt idx="25770">
                  <c:v>0.98666666666666669</c:v>
                </c:pt>
                <c:pt idx="25771">
                  <c:v>0.98666666666666669</c:v>
                </c:pt>
                <c:pt idx="25772">
                  <c:v>0.98666666666666669</c:v>
                </c:pt>
                <c:pt idx="25773">
                  <c:v>0.98666666666666669</c:v>
                </c:pt>
                <c:pt idx="25774">
                  <c:v>0.98666666666666669</c:v>
                </c:pt>
                <c:pt idx="25775">
                  <c:v>0.98666666666666669</c:v>
                </c:pt>
                <c:pt idx="25776">
                  <c:v>0.98666666666666669</c:v>
                </c:pt>
                <c:pt idx="25777">
                  <c:v>0.98666666666666669</c:v>
                </c:pt>
                <c:pt idx="25778">
                  <c:v>0.98666666666666669</c:v>
                </c:pt>
                <c:pt idx="25779">
                  <c:v>0.98666666666666669</c:v>
                </c:pt>
                <c:pt idx="25780">
                  <c:v>0.98681481481481481</c:v>
                </c:pt>
                <c:pt idx="25781">
                  <c:v>0.98681481481481481</c:v>
                </c:pt>
                <c:pt idx="25782">
                  <c:v>0.98696296296296293</c:v>
                </c:pt>
                <c:pt idx="25783">
                  <c:v>0.98696296296296293</c:v>
                </c:pt>
                <c:pt idx="25784">
                  <c:v>0.98696296296296293</c:v>
                </c:pt>
                <c:pt idx="25785">
                  <c:v>0.98711111111111116</c:v>
                </c:pt>
                <c:pt idx="25786">
                  <c:v>0.98725925925925928</c:v>
                </c:pt>
                <c:pt idx="25787">
                  <c:v>0.98725925925925928</c:v>
                </c:pt>
                <c:pt idx="25788">
                  <c:v>0.98725925925925928</c:v>
                </c:pt>
                <c:pt idx="25789">
                  <c:v>0.98725925925925928</c:v>
                </c:pt>
                <c:pt idx="25790">
                  <c:v>0.98725925925925928</c:v>
                </c:pt>
                <c:pt idx="25791">
                  <c:v>0.98725925925925928</c:v>
                </c:pt>
                <c:pt idx="25792">
                  <c:v>0.98725925925925928</c:v>
                </c:pt>
                <c:pt idx="25793">
                  <c:v>0.9874074074074074</c:v>
                </c:pt>
                <c:pt idx="25794">
                  <c:v>0.9874074074074074</c:v>
                </c:pt>
                <c:pt idx="25795">
                  <c:v>0.9874074074074074</c:v>
                </c:pt>
                <c:pt idx="25796">
                  <c:v>0.98755555555555552</c:v>
                </c:pt>
                <c:pt idx="25797">
                  <c:v>0.98755555555555552</c:v>
                </c:pt>
                <c:pt idx="25798">
                  <c:v>0.98755555555555552</c:v>
                </c:pt>
                <c:pt idx="25799">
                  <c:v>0.98770370370370375</c:v>
                </c:pt>
                <c:pt idx="25800">
                  <c:v>0.98770370370370375</c:v>
                </c:pt>
                <c:pt idx="25801">
                  <c:v>0.98770370370370375</c:v>
                </c:pt>
                <c:pt idx="25802">
                  <c:v>0.98770370370370375</c:v>
                </c:pt>
                <c:pt idx="25803">
                  <c:v>0.98770370370370375</c:v>
                </c:pt>
                <c:pt idx="25804">
                  <c:v>0.98770370370370375</c:v>
                </c:pt>
                <c:pt idx="25805">
                  <c:v>0.98770370370370375</c:v>
                </c:pt>
                <c:pt idx="25806">
                  <c:v>0.98770370370370375</c:v>
                </c:pt>
                <c:pt idx="25807">
                  <c:v>0.98770370370370375</c:v>
                </c:pt>
                <c:pt idx="25808">
                  <c:v>0.98770370370370375</c:v>
                </c:pt>
                <c:pt idx="25809">
                  <c:v>0.98770370370370375</c:v>
                </c:pt>
                <c:pt idx="25810">
                  <c:v>0.98770370370370375</c:v>
                </c:pt>
                <c:pt idx="25811">
                  <c:v>0.98770370370370375</c:v>
                </c:pt>
                <c:pt idx="25812">
                  <c:v>0.98770370370370375</c:v>
                </c:pt>
                <c:pt idx="25813">
                  <c:v>0.98770370370370375</c:v>
                </c:pt>
                <c:pt idx="25814">
                  <c:v>0.98770370370370375</c:v>
                </c:pt>
                <c:pt idx="25815">
                  <c:v>0.98770370370370375</c:v>
                </c:pt>
                <c:pt idx="25816">
                  <c:v>0.98770370370370375</c:v>
                </c:pt>
                <c:pt idx="25817">
                  <c:v>0.98770370370370375</c:v>
                </c:pt>
                <c:pt idx="25818">
                  <c:v>0.98770370370370375</c:v>
                </c:pt>
                <c:pt idx="25819">
                  <c:v>0.98770370370370375</c:v>
                </c:pt>
                <c:pt idx="25820">
                  <c:v>0.98770370370370375</c:v>
                </c:pt>
                <c:pt idx="25821">
                  <c:v>0.98770370370370375</c:v>
                </c:pt>
                <c:pt idx="25822">
                  <c:v>0.98770370370370375</c:v>
                </c:pt>
                <c:pt idx="25823">
                  <c:v>0.98770370370370375</c:v>
                </c:pt>
                <c:pt idx="25824">
                  <c:v>0.98770370370370375</c:v>
                </c:pt>
                <c:pt idx="25825">
                  <c:v>0.98770370370370375</c:v>
                </c:pt>
                <c:pt idx="25826">
                  <c:v>0.98770370370370375</c:v>
                </c:pt>
                <c:pt idx="25827">
                  <c:v>0.98770370370370375</c:v>
                </c:pt>
                <c:pt idx="25828">
                  <c:v>0.98770370370370375</c:v>
                </c:pt>
                <c:pt idx="25829">
                  <c:v>0.98770370370370375</c:v>
                </c:pt>
                <c:pt idx="25830">
                  <c:v>0.98770370370370375</c:v>
                </c:pt>
                <c:pt idx="25831">
                  <c:v>0.98770370370370375</c:v>
                </c:pt>
                <c:pt idx="25832">
                  <c:v>0.98770370370370375</c:v>
                </c:pt>
                <c:pt idx="25833">
                  <c:v>0.98770370370370375</c:v>
                </c:pt>
                <c:pt idx="25834">
                  <c:v>0.98770370370370375</c:v>
                </c:pt>
                <c:pt idx="25835">
                  <c:v>0.98785185185185187</c:v>
                </c:pt>
                <c:pt idx="25836">
                  <c:v>0.98785185185185187</c:v>
                </c:pt>
                <c:pt idx="25837">
                  <c:v>0.98785185185185187</c:v>
                </c:pt>
                <c:pt idx="25838">
                  <c:v>0.98799999999999999</c:v>
                </c:pt>
                <c:pt idx="25839">
                  <c:v>0.98799999999999999</c:v>
                </c:pt>
                <c:pt idx="25840">
                  <c:v>0.98799999999999999</c:v>
                </c:pt>
                <c:pt idx="25841">
                  <c:v>0.98799999999999999</c:v>
                </c:pt>
                <c:pt idx="25842">
                  <c:v>0.98799999999999999</c:v>
                </c:pt>
                <c:pt idx="25843">
                  <c:v>0.98799999999999999</c:v>
                </c:pt>
                <c:pt idx="25844">
                  <c:v>0.98799999999999999</c:v>
                </c:pt>
                <c:pt idx="25845">
                  <c:v>0.98799999999999999</c:v>
                </c:pt>
                <c:pt idx="25846">
                  <c:v>0.98799999999999999</c:v>
                </c:pt>
                <c:pt idx="25847">
                  <c:v>0.98814814814814811</c:v>
                </c:pt>
                <c:pt idx="25848">
                  <c:v>0.98814814814814811</c:v>
                </c:pt>
                <c:pt idx="25849">
                  <c:v>0.98814814814814811</c:v>
                </c:pt>
                <c:pt idx="25850">
                  <c:v>0.98829629629629634</c:v>
                </c:pt>
                <c:pt idx="25851">
                  <c:v>0.98829629629629634</c:v>
                </c:pt>
                <c:pt idx="25852">
                  <c:v>0.98829629629629634</c:v>
                </c:pt>
                <c:pt idx="25853">
                  <c:v>0.98829629629629634</c:v>
                </c:pt>
                <c:pt idx="25854">
                  <c:v>0.98829629629629634</c:v>
                </c:pt>
                <c:pt idx="25855">
                  <c:v>0.98829629629629634</c:v>
                </c:pt>
                <c:pt idx="25856">
                  <c:v>0.98829629629629634</c:v>
                </c:pt>
                <c:pt idx="25857">
                  <c:v>0.98829629629629634</c:v>
                </c:pt>
                <c:pt idx="25858">
                  <c:v>0.98829629629629634</c:v>
                </c:pt>
                <c:pt idx="25859">
                  <c:v>0.98844444444444446</c:v>
                </c:pt>
                <c:pt idx="25860">
                  <c:v>0.98844444444444446</c:v>
                </c:pt>
                <c:pt idx="25861">
                  <c:v>0.98859259259259258</c:v>
                </c:pt>
                <c:pt idx="25862">
                  <c:v>0.98859259259259258</c:v>
                </c:pt>
                <c:pt idx="25863">
                  <c:v>0.98859259259259258</c:v>
                </c:pt>
                <c:pt idx="25864">
                  <c:v>0.98859259259259258</c:v>
                </c:pt>
                <c:pt idx="25865">
                  <c:v>0.98859259259259258</c:v>
                </c:pt>
                <c:pt idx="25866">
                  <c:v>0.98859259259259258</c:v>
                </c:pt>
                <c:pt idx="25867">
                  <c:v>0.98859259259259258</c:v>
                </c:pt>
                <c:pt idx="25868">
                  <c:v>0.98859259259259258</c:v>
                </c:pt>
                <c:pt idx="25869">
                  <c:v>0.98859259259259258</c:v>
                </c:pt>
                <c:pt idx="25870">
                  <c:v>0.98859259259259258</c:v>
                </c:pt>
                <c:pt idx="25871">
                  <c:v>0.98859259259259258</c:v>
                </c:pt>
                <c:pt idx="25872">
                  <c:v>0.98859259259259258</c:v>
                </c:pt>
                <c:pt idx="25873">
                  <c:v>0.98859259259259258</c:v>
                </c:pt>
                <c:pt idx="25874">
                  <c:v>0.98859259259259258</c:v>
                </c:pt>
                <c:pt idx="25875">
                  <c:v>0.98859259259259258</c:v>
                </c:pt>
                <c:pt idx="25876">
                  <c:v>0.98859259259259258</c:v>
                </c:pt>
                <c:pt idx="25877">
                  <c:v>0.98859259259259258</c:v>
                </c:pt>
                <c:pt idx="25878">
                  <c:v>0.98859259259259258</c:v>
                </c:pt>
                <c:pt idx="25879">
                  <c:v>0.98859259259259258</c:v>
                </c:pt>
                <c:pt idx="25880">
                  <c:v>0.98859259259259258</c:v>
                </c:pt>
                <c:pt idx="25881">
                  <c:v>0.98859259259259258</c:v>
                </c:pt>
                <c:pt idx="25882">
                  <c:v>0.98859259259259258</c:v>
                </c:pt>
                <c:pt idx="25883">
                  <c:v>0.9887407407407407</c:v>
                </c:pt>
                <c:pt idx="25884">
                  <c:v>0.9887407407407407</c:v>
                </c:pt>
                <c:pt idx="25885">
                  <c:v>0.9887407407407407</c:v>
                </c:pt>
                <c:pt idx="25886">
                  <c:v>0.9887407407407407</c:v>
                </c:pt>
                <c:pt idx="25887">
                  <c:v>0.9887407407407407</c:v>
                </c:pt>
                <c:pt idx="25888">
                  <c:v>0.9887407407407407</c:v>
                </c:pt>
                <c:pt idx="25889">
                  <c:v>0.98888888888888893</c:v>
                </c:pt>
                <c:pt idx="25890">
                  <c:v>0.98888888888888893</c:v>
                </c:pt>
                <c:pt idx="25891">
                  <c:v>0.98888888888888893</c:v>
                </c:pt>
                <c:pt idx="25892">
                  <c:v>0.98888888888888893</c:v>
                </c:pt>
                <c:pt idx="25893">
                  <c:v>0.98888888888888893</c:v>
                </c:pt>
                <c:pt idx="25894">
                  <c:v>0.98888888888888893</c:v>
                </c:pt>
                <c:pt idx="25895">
                  <c:v>0.98888888888888893</c:v>
                </c:pt>
                <c:pt idx="25896">
                  <c:v>0.98888888888888893</c:v>
                </c:pt>
                <c:pt idx="25897">
                  <c:v>0.98888888888888893</c:v>
                </c:pt>
                <c:pt idx="25898">
                  <c:v>0.98888888888888893</c:v>
                </c:pt>
                <c:pt idx="25899">
                  <c:v>0.98903703703703705</c:v>
                </c:pt>
                <c:pt idx="25900">
                  <c:v>0.98903703703703705</c:v>
                </c:pt>
                <c:pt idx="25901">
                  <c:v>0.98903703703703705</c:v>
                </c:pt>
                <c:pt idx="25902">
                  <c:v>0.98903703703703705</c:v>
                </c:pt>
                <c:pt idx="25903">
                  <c:v>0.98903703703703705</c:v>
                </c:pt>
                <c:pt idx="25904">
                  <c:v>0.98903703703703705</c:v>
                </c:pt>
                <c:pt idx="25905">
                  <c:v>0.98903703703703705</c:v>
                </c:pt>
                <c:pt idx="25906">
                  <c:v>0.98903703703703705</c:v>
                </c:pt>
                <c:pt idx="25907">
                  <c:v>0.98903703703703705</c:v>
                </c:pt>
                <c:pt idx="25908">
                  <c:v>0.98903703703703705</c:v>
                </c:pt>
                <c:pt idx="25909">
                  <c:v>0.98903703703703705</c:v>
                </c:pt>
                <c:pt idx="25910">
                  <c:v>0.98918518518518517</c:v>
                </c:pt>
                <c:pt idx="25911">
                  <c:v>0.98918518518518517</c:v>
                </c:pt>
                <c:pt idx="25912">
                  <c:v>0.98918518518518517</c:v>
                </c:pt>
                <c:pt idx="25913">
                  <c:v>0.98918518518518517</c:v>
                </c:pt>
                <c:pt idx="25914">
                  <c:v>0.98933333333333329</c:v>
                </c:pt>
                <c:pt idx="25915">
                  <c:v>0.98933333333333329</c:v>
                </c:pt>
                <c:pt idx="25916">
                  <c:v>0.98933333333333329</c:v>
                </c:pt>
                <c:pt idx="25917">
                  <c:v>0.98933333333333329</c:v>
                </c:pt>
                <c:pt idx="25918">
                  <c:v>0.98933333333333329</c:v>
                </c:pt>
                <c:pt idx="25919">
                  <c:v>0.98933333333333329</c:v>
                </c:pt>
                <c:pt idx="25920">
                  <c:v>0.98933333333333329</c:v>
                </c:pt>
                <c:pt idx="25921">
                  <c:v>0.98933333333333329</c:v>
                </c:pt>
                <c:pt idx="25922">
                  <c:v>0.98933333333333329</c:v>
                </c:pt>
                <c:pt idx="25923">
                  <c:v>0.98933333333333329</c:v>
                </c:pt>
                <c:pt idx="25924">
                  <c:v>0.98933333333333329</c:v>
                </c:pt>
                <c:pt idx="25925">
                  <c:v>0.98933333333333329</c:v>
                </c:pt>
                <c:pt idx="25926">
                  <c:v>0.98948148148148152</c:v>
                </c:pt>
                <c:pt idx="25927">
                  <c:v>0.98962962962962964</c:v>
                </c:pt>
                <c:pt idx="25928">
                  <c:v>0.98962962962962964</c:v>
                </c:pt>
                <c:pt idx="25929">
                  <c:v>0.98962962962962964</c:v>
                </c:pt>
                <c:pt idx="25930">
                  <c:v>0.98962962962962964</c:v>
                </c:pt>
                <c:pt idx="25931">
                  <c:v>0.98962962962962964</c:v>
                </c:pt>
                <c:pt idx="25932">
                  <c:v>0.98962962962962964</c:v>
                </c:pt>
                <c:pt idx="25933">
                  <c:v>0.98962962962962964</c:v>
                </c:pt>
                <c:pt idx="25934">
                  <c:v>0.98977777777777776</c:v>
                </c:pt>
                <c:pt idx="25935">
                  <c:v>0.98977777777777776</c:v>
                </c:pt>
                <c:pt idx="25936">
                  <c:v>0.98977777777777776</c:v>
                </c:pt>
                <c:pt idx="25937">
                  <c:v>0.98992592592592588</c:v>
                </c:pt>
                <c:pt idx="25938">
                  <c:v>0.98992592592592588</c:v>
                </c:pt>
                <c:pt idx="25939">
                  <c:v>0.98992592592592588</c:v>
                </c:pt>
                <c:pt idx="25940">
                  <c:v>0.98992592592592588</c:v>
                </c:pt>
                <c:pt idx="25941">
                  <c:v>0.98992592592592588</c:v>
                </c:pt>
                <c:pt idx="25942">
                  <c:v>0.98992592592592588</c:v>
                </c:pt>
                <c:pt idx="25943">
                  <c:v>0.98992592592592588</c:v>
                </c:pt>
                <c:pt idx="25944">
                  <c:v>0.98992592592592588</c:v>
                </c:pt>
                <c:pt idx="25945">
                  <c:v>0.98992592592592588</c:v>
                </c:pt>
                <c:pt idx="25946">
                  <c:v>0.98992592592592588</c:v>
                </c:pt>
                <c:pt idx="25947">
                  <c:v>0.98992592592592588</c:v>
                </c:pt>
                <c:pt idx="25948">
                  <c:v>0.98992592592592588</c:v>
                </c:pt>
                <c:pt idx="25949">
                  <c:v>0.98992592592592588</c:v>
                </c:pt>
                <c:pt idx="25950">
                  <c:v>0.98992592592592588</c:v>
                </c:pt>
                <c:pt idx="25951">
                  <c:v>0.98992592592592588</c:v>
                </c:pt>
                <c:pt idx="25952">
                  <c:v>0.99007407407407411</c:v>
                </c:pt>
                <c:pt idx="25953">
                  <c:v>0.99007407407407411</c:v>
                </c:pt>
                <c:pt idx="25954">
                  <c:v>0.99007407407407411</c:v>
                </c:pt>
                <c:pt idx="25955">
                  <c:v>0.99007407407407411</c:v>
                </c:pt>
                <c:pt idx="25956">
                  <c:v>0.99007407407407411</c:v>
                </c:pt>
                <c:pt idx="25957">
                  <c:v>0.99007407407407411</c:v>
                </c:pt>
                <c:pt idx="25958">
                  <c:v>0.99007407407407411</c:v>
                </c:pt>
                <c:pt idx="25959">
                  <c:v>0.99007407407407411</c:v>
                </c:pt>
                <c:pt idx="25960">
                  <c:v>0.99007407407407411</c:v>
                </c:pt>
                <c:pt idx="25961">
                  <c:v>0.99022222222222223</c:v>
                </c:pt>
                <c:pt idx="25962">
                  <c:v>0.99037037037037035</c:v>
                </c:pt>
                <c:pt idx="25963">
                  <c:v>0.99037037037037035</c:v>
                </c:pt>
                <c:pt idx="25964">
                  <c:v>0.99051851851851846</c:v>
                </c:pt>
                <c:pt idx="25965">
                  <c:v>0.99051851851851846</c:v>
                </c:pt>
                <c:pt idx="25966">
                  <c:v>0.9906666666666667</c:v>
                </c:pt>
                <c:pt idx="25967">
                  <c:v>0.9906666666666667</c:v>
                </c:pt>
                <c:pt idx="25968">
                  <c:v>0.9906666666666667</c:v>
                </c:pt>
                <c:pt idx="25969">
                  <c:v>0.9906666666666667</c:v>
                </c:pt>
                <c:pt idx="25970">
                  <c:v>0.9906666666666667</c:v>
                </c:pt>
                <c:pt idx="25971">
                  <c:v>0.9906666666666667</c:v>
                </c:pt>
                <c:pt idx="25972">
                  <c:v>0.9906666666666667</c:v>
                </c:pt>
                <c:pt idx="25973">
                  <c:v>0.9906666666666667</c:v>
                </c:pt>
                <c:pt idx="25974">
                  <c:v>0.9906666666666667</c:v>
                </c:pt>
                <c:pt idx="25975">
                  <c:v>0.9906666666666667</c:v>
                </c:pt>
                <c:pt idx="25976">
                  <c:v>0.9906666666666667</c:v>
                </c:pt>
                <c:pt idx="25977">
                  <c:v>0.9906666666666667</c:v>
                </c:pt>
                <c:pt idx="25978">
                  <c:v>0.9906666666666667</c:v>
                </c:pt>
                <c:pt idx="25979">
                  <c:v>0.9906666666666667</c:v>
                </c:pt>
                <c:pt idx="25980">
                  <c:v>0.9906666666666667</c:v>
                </c:pt>
                <c:pt idx="25981">
                  <c:v>0.9906666666666667</c:v>
                </c:pt>
                <c:pt idx="25982">
                  <c:v>0.99081481481481481</c:v>
                </c:pt>
                <c:pt idx="25983">
                  <c:v>0.99081481481481481</c:v>
                </c:pt>
                <c:pt idx="25984">
                  <c:v>0.99081481481481481</c:v>
                </c:pt>
                <c:pt idx="25985">
                  <c:v>0.99081481481481481</c:v>
                </c:pt>
                <c:pt idx="25986">
                  <c:v>0.99096296296296293</c:v>
                </c:pt>
                <c:pt idx="25987">
                  <c:v>0.99096296296296293</c:v>
                </c:pt>
                <c:pt idx="25988">
                  <c:v>0.99096296296296293</c:v>
                </c:pt>
                <c:pt idx="25989">
                  <c:v>0.99096296296296293</c:v>
                </c:pt>
                <c:pt idx="25990">
                  <c:v>0.99111111111111116</c:v>
                </c:pt>
                <c:pt idx="25991">
                  <c:v>0.99111111111111116</c:v>
                </c:pt>
                <c:pt idx="25992">
                  <c:v>0.99125925925925928</c:v>
                </c:pt>
                <c:pt idx="25993">
                  <c:v>0.99125925925925928</c:v>
                </c:pt>
                <c:pt idx="25994">
                  <c:v>0.99125925925925928</c:v>
                </c:pt>
                <c:pt idx="25995">
                  <c:v>0.99125925925925928</c:v>
                </c:pt>
                <c:pt idx="25996">
                  <c:v>0.9914074074074074</c:v>
                </c:pt>
                <c:pt idx="25997">
                  <c:v>0.99155555555555552</c:v>
                </c:pt>
                <c:pt idx="25998">
                  <c:v>0.99170370370370375</c:v>
                </c:pt>
                <c:pt idx="25999">
                  <c:v>0.99170370370370375</c:v>
                </c:pt>
                <c:pt idx="26000">
                  <c:v>0.99185185185185187</c:v>
                </c:pt>
                <c:pt idx="26001">
                  <c:v>0.99185185185185187</c:v>
                </c:pt>
                <c:pt idx="26002">
                  <c:v>0.99185185185185187</c:v>
                </c:pt>
                <c:pt idx="26003">
                  <c:v>0.99185185185185187</c:v>
                </c:pt>
                <c:pt idx="26004">
                  <c:v>0.99185185185185187</c:v>
                </c:pt>
                <c:pt idx="26005">
                  <c:v>0.99185185185185187</c:v>
                </c:pt>
                <c:pt idx="26006">
                  <c:v>0.99185185185185187</c:v>
                </c:pt>
                <c:pt idx="26007">
                  <c:v>0.99185185185185187</c:v>
                </c:pt>
                <c:pt idx="26008">
                  <c:v>0.99185185185185187</c:v>
                </c:pt>
                <c:pt idx="26009">
                  <c:v>0.99185185185185187</c:v>
                </c:pt>
                <c:pt idx="26010">
                  <c:v>0.99185185185185187</c:v>
                </c:pt>
                <c:pt idx="26011">
                  <c:v>0.99185185185185187</c:v>
                </c:pt>
                <c:pt idx="26012">
                  <c:v>0.99185185185185187</c:v>
                </c:pt>
                <c:pt idx="26013">
                  <c:v>0.99185185185185187</c:v>
                </c:pt>
                <c:pt idx="26014">
                  <c:v>0.99185185185185187</c:v>
                </c:pt>
                <c:pt idx="26015">
                  <c:v>0.99185185185185187</c:v>
                </c:pt>
                <c:pt idx="26016">
                  <c:v>0.99185185185185187</c:v>
                </c:pt>
                <c:pt idx="26017">
                  <c:v>0.99185185185185187</c:v>
                </c:pt>
                <c:pt idx="26018">
                  <c:v>0.99185185185185187</c:v>
                </c:pt>
                <c:pt idx="26019">
                  <c:v>0.99185185185185187</c:v>
                </c:pt>
                <c:pt idx="26020">
                  <c:v>0.99185185185185187</c:v>
                </c:pt>
                <c:pt idx="26021">
                  <c:v>0.99185185185185187</c:v>
                </c:pt>
                <c:pt idx="26022">
                  <c:v>0.99185185185185187</c:v>
                </c:pt>
                <c:pt idx="26023">
                  <c:v>0.99185185185185187</c:v>
                </c:pt>
                <c:pt idx="26024">
                  <c:v>0.99185185185185187</c:v>
                </c:pt>
                <c:pt idx="26025">
                  <c:v>0.99185185185185187</c:v>
                </c:pt>
                <c:pt idx="26026">
                  <c:v>0.99199999999999999</c:v>
                </c:pt>
                <c:pt idx="26027">
                  <c:v>0.99214814814814811</c:v>
                </c:pt>
                <c:pt idx="26028">
                  <c:v>0.99214814814814811</c:v>
                </c:pt>
                <c:pt idx="26029">
                  <c:v>0.99214814814814811</c:v>
                </c:pt>
                <c:pt idx="26030">
                  <c:v>0.99214814814814811</c:v>
                </c:pt>
                <c:pt idx="26031">
                  <c:v>0.99214814814814811</c:v>
                </c:pt>
                <c:pt idx="26032">
                  <c:v>0.99214814814814811</c:v>
                </c:pt>
                <c:pt idx="26033">
                  <c:v>0.99214814814814811</c:v>
                </c:pt>
                <c:pt idx="26034">
                  <c:v>0.99214814814814811</c:v>
                </c:pt>
                <c:pt idx="26035">
                  <c:v>0.99229629629629634</c:v>
                </c:pt>
                <c:pt idx="26036">
                  <c:v>0.99229629629629634</c:v>
                </c:pt>
                <c:pt idx="26037">
                  <c:v>0.99229629629629634</c:v>
                </c:pt>
                <c:pt idx="26038">
                  <c:v>0.99229629629629634</c:v>
                </c:pt>
                <c:pt idx="26039">
                  <c:v>0.99229629629629634</c:v>
                </c:pt>
                <c:pt idx="26040">
                  <c:v>0.99229629629629634</c:v>
                </c:pt>
                <c:pt idx="26041">
                  <c:v>0.99229629629629634</c:v>
                </c:pt>
                <c:pt idx="26042">
                  <c:v>0.99229629629629634</c:v>
                </c:pt>
                <c:pt idx="26043">
                  <c:v>0.99229629629629634</c:v>
                </c:pt>
                <c:pt idx="26044">
                  <c:v>0.99229629629629634</c:v>
                </c:pt>
                <c:pt idx="26045">
                  <c:v>0.99229629629629634</c:v>
                </c:pt>
                <c:pt idx="26046">
                  <c:v>0.99244444444444446</c:v>
                </c:pt>
                <c:pt idx="26047">
                  <c:v>0.99244444444444446</c:v>
                </c:pt>
                <c:pt idx="26048">
                  <c:v>0.99244444444444446</c:v>
                </c:pt>
                <c:pt idx="26049">
                  <c:v>0.99259259259259258</c:v>
                </c:pt>
                <c:pt idx="26050">
                  <c:v>0.99259259259259258</c:v>
                </c:pt>
                <c:pt idx="26051">
                  <c:v>0.9927407407407407</c:v>
                </c:pt>
                <c:pt idx="26052">
                  <c:v>0.9927407407407407</c:v>
                </c:pt>
                <c:pt idx="26053">
                  <c:v>0.99288888888888893</c:v>
                </c:pt>
                <c:pt idx="26054">
                  <c:v>0.99303703703703705</c:v>
                </c:pt>
                <c:pt idx="26055">
                  <c:v>0.99303703703703705</c:v>
                </c:pt>
                <c:pt idx="26056">
                  <c:v>0.99303703703703705</c:v>
                </c:pt>
                <c:pt idx="26057">
                  <c:v>0.99303703703703705</c:v>
                </c:pt>
                <c:pt idx="26058">
                  <c:v>0.99303703703703705</c:v>
                </c:pt>
                <c:pt idx="26059">
                  <c:v>0.99303703703703705</c:v>
                </c:pt>
                <c:pt idx="26060">
                  <c:v>0.99303703703703705</c:v>
                </c:pt>
                <c:pt idx="26061">
                  <c:v>0.99303703703703705</c:v>
                </c:pt>
                <c:pt idx="26062">
                  <c:v>0.99303703703703705</c:v>
                </c:pt>
                <c:pt idx="26063">
                  <c:v>0.99303703703703705</c:v>
                </c:pt>
                <c:pt idx="26064">
                  <c:v>0.99303703703703705</c:v>
                </c:pt>
                <c:pt idx="26065">
                  <c:v>0.99303703703703705</c:v>
                </c:pt>
                <c:pt idx="26066">
                  <c:v>0.99303703703703705</c:v>
                </c:pt>
                <c:pt idx="26067">
                  <c:v>0.99303703703703705</c:v>
                </c:pt>
                <c:pt idx="26068">
                  <c:v>0.99303703703703705</c:v>
                </c:pt>
                <c:pt idx="26069">
                  <c:v>0.99303703703703705</c:v>
                </c:pt>
                <c:pt idx="26070">
                  <c:v>0.99303703703703705</c:v>
                </c:pt>
                <c:pt idx="26071">
                  <c:v>0.99303703703703705</c:v>
                </c:pt>
                <c:pt idx="26072">
                  <c:v>0.99303703703703705</c:v>
                </c:pt>
                <c:pt idx="26073">
                  <c:v>0.99303703703703705</c:v>
                </c:pt>
                <c:pt idx="26074">
                  <c:v>0.99303703703703705</c:v>
                </c:pt>
                <c:pt idx="26075">
                  <c:v>0.99318518518518517</c:v>
                </c:pt>
                <c:pt idx="26076">
                  <c:v>0.99333333333333329</c:v>
                </c:pt>
                <c:pt idx="26077">
                  <c:v>0.99333333333333329</c:v>
                </c:pt>
                <c:pt idx="26078">
                  <c:v>0.99333333333333329</c:v>
                </c:pt>
                <c:pt idx="26079">
                  <c:v>0.99333333333333329</c:v>
                </c:pt>
                <c:pt idx="26080">
                  <c:v>0.99333333333333329</c:v>
                </c:pt>
                <c:pt idx="26081">
                  <c:v>0.99333333333333329</c:v>
                </c:pt>
                <c:pt idx="26082">
                  <c:v>0.99333333333333329</c:v>
                </c:pt>
                <c:pt idx="26083">
                  <c:v>0.99333333333333329</c:v>
                </c:pt>
                <c:pt idx="26084">
                  <c:v>0.99333333333333329</c:v>
                </c:pt>
                <c:pt idx="26085">
                  <c:v>0.99333333333333329</c:v>
                </c:pt>
                <c:pt idx="26086">
                  <c:v>0.99333333333333329</c:v>
                </c:pt>
                <c:pt idx="26087">
                  <c:v>0.99348148148148152</c:v>
                </c:pt>
                <c:pt idx="26088">
                  <c:v>0.99348148148148152</c:v>
                </c:pt>
                <c:pt idx="26089">
                  <c:v>0.99348148148148152</c:v>
                </c:pt>
                <c:pt idx="26090">
                  <c:v>0.99362962962962964</c:v>
                </c:pt>
                <c:pt idx="26091">
                  <c:v>0.99362962962962964</c:v>
                </c:pt>
                <c:pt idx="26092">
                  <c:v>0.99362962962962964</c:v>
                </c:pt>
                <c:pt idx="26093">
                  <c:v>0.99362962962962964</c:v>
                </c:pt>
                <c:pt idx="26094">
                  <c:v>0.99362962962962964</c:v>
                </c:pt>
                <c:pt idx="26095">
                  <c:v>0.99362962962962964</c:v>
                </c:pt>
                <c:pt idx="26096">
                  <c:v>0.99362962962962964</c:v>
                </c:pt>
                <c:pt idx="26097">
                  <c:v>0.99362962962962964</c:v>
                </c:pt>
                <c:pt idx="26098">
                  <c:v>0.99362962962962964</c:v>
                </c:pt>
                <c:pt idx="26099">
                  <c:v>0.99362962962962964</c:v>
                </c:pt>
                <c:pt idx="26100">
                  <c:v>0.99362962962962964</c:v>
                </c:pt>
                <c:pt idx="26101">
                  <c:v>0.99377777777777776</c:v>
                </c:pt>
                <c:pt idx="26102">
                  <c:v>0.99377777777777776</c:v>
                </c:pt>
                <c:pt idx="26103">
                  <c:v>0.99377777777777776</c:v>
                </c:pt>
                <c:pt idx="26104">
                  <c:v>0.99377777777777776</c:v>
                </c:pt>
                <c:pt idx="26105">
                  <c:v>0.99377777777777776</c:v>
                </c:pt>
                <c:pt idx="26106">
                  <c:v>0.99377777777777776</c:v>
                </c:pt>
                <c:pt idx="26107">
                  <c:v>0.99377777777777776</c:v>
                </c:pt>
                <c:pt idx="26108">
                  <c:v>0.99377777777777776</c:v>
                </c:pt>
                <c:pt idx="26109">
                  <c:v>0.99377777777777776</c:v>
                </c:pt>
                <c:pt idx="26110">
                  <c:v>0.99377777777777776</c:v>
                </c:pt>
                <c:pt idx="26111">
                  <c:v>0.99377777777777776</c:v>
                </c:pt>
                <c:pt idx="26112">
                  <c:v>0.99377777777777776</c:v>
                </c:pt>
                <c:pt idx="26113">
                  <c:v>0.99377777777777776</c:v>
                </c:pt>
                <c:pt idx="26114">
                  <c:v>0.99392592592592588</c:v>
                </c:pt>
                <c:pt idx="26115">
                  <c:v>0.99392592592592588</c:v>
                </c:pt>
                <c:pt idx="26116">
                  <c:v>0.99392592592592588</c:v>
                </c:pt>
                <c:pt idx="26117">
                  <c:v>0.99392592592592588</c:v>
                </c:pt>
                <c:pt idx="26118">
                  <c:v>0.99392592592592588</c:v>
                </c:pt>
                <c:pt idx="26119">
                  <c:v>0.99392592592592588</c:v>
                </c:pt>
                <c:pt idx="26120">
                  <c:v>0.99392592592592588</c:v>
                </c:pt>
                <c:pt idx="26121">
                  <c:v>0.99392592592592588</c:v>
                </c:pt>
                <c:pt idx="26122">
                  <c:v>0.99392592592592588</c:v>
                </c:pt>
                <c:pt idx="26123">
                  <c:v>0.99392592592592588</c:v>
                </c:pt>
                <c:pt idx="26124">
                  <c:v>0.99392592592592588</c:v>
                </c:pt>
                <c:pt idx="26125">
                  <c:v>0.99392592592592588</c:v>
                </c:pt>
                <c:pt idx="26126">
                  <c:v>0.99392592592592588</c:v>
                </c:pt>
                <c:pt idx="26127">
                  <c:v>0.99392592592592588</c:v>
                </c:pt>
                <c:pt idx="26128">
                  <c:v>0.99392592592592588</c:v>
                </c:pt>
                <c:pt idx="26129">
                  <c:v>0.99392592592592588</c:v>
                </c:pt>
                <c:pt idx="26130">
                  <c:v>0.99392592592592588</c:v>
                </c:pt>
                <c:pt idx="26131">
                  <c:v>0.99392592592592588</c:v>
                </c:pt>
                <c:pt idx="26132">
                  <c:v>0.99392592592592588</c:v>
                </c:pt>
                <c:pt idx="26133">
                  <c:v>0.99392592592592588</c:v>
                </c:pt>
                <c:pt idx="26134">
                  <c:v>0.99392592592592588</c:v>
                </c:pt>
                <c:pt idx="26135">
                  <c:v>0.99392592592592588</c:v>
                </c:pt>
                <c:pt idx="26136">
                  <c:v>0.99392592592592588</c:v>
                </c:pt>
                <c:pt idx="26137">
                  <c:v>0.99392592592592588</c:v>
                </c:pt>
                <c:pt idx="26138">
                  <c:v>0.99407407407407411</c:v>
                </c:pt>
                <c:pt idx="26139">
                  <c:v>0.99407407407407411</c:v>
                </c:pt>
                <c:pt idx="26140">
                  <c:v>0.99407407407407411</c:v>
                </c:pt>
                <c:pt idx="26141">
                  <c:v>0.99407407407407411</c:v>
                </c:pt>
                <c:pt idx="26142">
                  <c:v>0.99407407407407411</c:v>
                </c:pt>
                <c:pt idx="26143">
                  <c:v>0.99407407407407411</c:v>
                </c:pt>
                <c:pt idx="26144">
                  <c:v>0.99407407407407411</c:v>
                </c:pt>
                <c:pt idx="26145">
                  <c:v>0.99407407407407411</c:v>
                </c:pt>
                <c:pt idx="26146">
                  <c:v>0.99407407407407411</c:v>
                </c:pt>
                <c:pt idx="26147">
                  <c:v>0.99407407407407411</c:v>
                </c:pt>
                <c:pt idx="26148">
                  <c:v>0.99407407407407411</c:v>
                </c:pt>
                <c:pt idx="26149">
                  <c:v>0.99407407407407411</c:v>
                </c:pt>
                <c:pt idx="26150">
                  <c:v>0.99407407407407411</c:v>
                </c:pt>
                <c:pt idx="26151">
                  <c:v>0.99407407407407411</c:v>
                </c:pt>
                <c:pt idx="26152">
                  <c:v>0.99407407407407411</c:v>
                </c:pt>
                <c:pt idx="26153">
                  <c:v>0.99407407407407411</c:v>
                </c:pt>
                <c:pt idx="26154">
                  <c:v>0.99407407407407411</c:v>
                </c:pt>
                <c:pt idx="26155">
                  <c:v>0.99407407407407411</c:v>
                </c:pt>
                <c:pt idx="26156">
                  <c:v>0.99407407407407411</c:v>
                </c:pt>
                <c:pt idx="26157">
                  <c:v>0.99422222222222223</c:v>
                </c:pt>
                <c:pt idx="26158">
                  <c:v>0.99422222222222223</c:v>
                </c:pt>
                <c:pt idx="26159">
                  <c:v>0.99422222222222223</c:v>
                </c:pt>
                <c:pt idx="26160">
                  <c:v>0.99422222222222223</c:v>
                </c:pt>
                <c:pt idx="26161">
                  <c:v>0.99422222222222223</c:v>
                </c:pt>
                <c:pt idx="26162">
                  <c:v>0.99422222222222223</c:v>
                </c:pt>
                <c:pt idx="26163">
                  <c:v>0.99422222222222223</c:v>
                </c:pt>
                <c:pt idx="26164">
                  <c:v>0.99422222222222223</c:v>
                </c:pt>
                <c:pt idx="26165">
                  <c:v>0.99422222222222223</c:v>
                </c:pt>
                <c:pt idx="26166">
                  <c:v>0.99422222222222223</c:v>
                </c:pt>
                <c:pt idx="26167">
                  <c:v>0.99422222222222223</c:v>
                </c:pt>
                <c:pt idx="26168">
                  <c:v>0.99422222222222223</c:v>
                </c:pt>
                <c:pt idx="26169">
                  <c:v>0.99422222222222223</c:v>
                </c:pt>
                <c:pt idx="26170">
                  <c:v>0.99422222222222223</c:v>
                </c:pt>
                <c:pt idx="26171">
                  <c:v>0.99422222222222223</c:v>
                </c:pt>
                <c:pt idx="26172">
                  <c:v>0.99422222222222223</c:v>
                </c:pt>
                <c:pt idx="26173">
                  <c:v>0.99422222222222223</c:v>
                </c:pt>
                <c:pt idx="26174">
                  <c:v>0.99422222222222223</c:v>
                </c:pt>
                <c:pt idx="26175">
                  <c:v>0.99422222222222223</c:v>
                </c:pt>
                <c:pt idx="26176">
                  <c:v>0.99437037037037035</c:v>
                </c:pt>
                <c:pt idx="26177">
                  <c:v>0.99437037037037035</c:v>
                </c:pt>
                <c:pt idx="26178">
                  <c:v>0.99437037037037035</c:v>
                </c:pt>
                <c:pt idx="26179">
                  <c:v>0.99437037037037035</c:v>
                </c:pt>
                <c:pt idx="26180">
                  <c:v>0.99437037037037035</c:v>
                </c:pt>
                <c:pt idx="26181">
                  <c:v>0.99437037037037035</c:v>
                </c:pt>
                <c:pt idx="26182">
                  <c:v>0.99451851851851847</c:v>
                </c:pt>
                <c:pt idx="26183">
                  <c:v>0.99451851851851847</c:v>
                </c:pt>
                <c:pt idx="26184">
                  <c:v>0.9946666666666667</c:v>
                </c:pt>
                <c:pt idx="26185">
                  <c:v>0.9946666666666667</c:v>
                </c:pt>
                <c:pt idx="26186">
                  <c:v>0.9946666666666667</c:v>
                </c:pt>
                <c:pt idx="26187">
                  <c:v>0.9946666666666667</c:v>
                </c:pt>
                <c:pt idx="26188">
                  <c:v>0.9946666666666667</c:v>
                </c:pt>
                <c:pt idx="26189">
                  <c:v>0.9946666666666667</c:v>
                </c:pt>
                <c:pt idx="26190">
                  <c:v>0.9946666666666667</c:v>
                </c:pt>
                <c:pt idx="26191">
                  <c:v>0.9946666666666667</c:v>
                </c:pt>
                <c:pt idx="26192">
                  <c:v>0.9946666666666667</c:v>
                </c:pt>
                <c:pt idx="26193">
                  <c:v>0.9946666666666667</c:v>
                </c:pt>
                <c:pt idx="26194">
                  <c:v>0.9946666666666667</c:v>
                </c:pt>
                <c:pt idx="26195">
                  <c:v>0.9946666666666667</c:v>
                </c:pt>
                <c:pt idx="26196">
                  <c:v>0.9946666666666667</c:v>
                </c:pt>
                <c:pt idx="26197">
                  <c:v>0.9946666666666667</c:v>
                </c:pt>
                <c:pt idx="26198">
                  <c:v>0.9946666666666667</c:v>
                </c:pt>
                <c:pt idx="26199">
                  <c:v>0.9946666666666667</c:v>
                </c:pt>
                <c:pt idx="26200">
                  <c:v>0.9946666666666667</c:v>
                </c:pt>
                <c:pt idx="26201">
                  <c:v>0.99481481481481482</c:v>
                </c:pt>
                <c:pt idx="26202">
                  <c:v>0.99481481481481482</c:v>
                </c:pt>
                <c:pt idx="26203">
                  <c:v>0.99481481481481482</c:v>
                </c:pt>
                <c:pt idx="26204">
                  <c:v>0.99481481481481482</c:v>
                </c:pt>
                <c:pt idx="26205">
                  <c:v>0.99481481481481482</c:v>
                </c:pt>
                <c:pt idx="26206">
                  <c:v>0.99481481481481482</c:v>
                </c:pt>
                <c:pt idx="26207">
                  <c:v>0.99481481481481482</c:v>
                </c:pt>
                <c:pt idx="26208">
                  <c:v>0.99481481481481482</c:v>
                </c:pt>
                <c:pt idx="26209">
                  <c:v>0.99481481481481482</c:v>
                </c:pt>
                <c:pt idx="26210">
                  <c:v>0.99481481481481482</c:v>
                </c:pt>
                <c:pt idx="26211">
                  <c:v>0.99481481481481482</c:v>
                </c:pt>
                <c:pt idx="26212">
                  <c:v>0.99481481481481482</c:v>
                </c:pt>
                <c:pt idx="26213">
                  <c:v>0.99481481481481482</c:v>
                </c:pt>
                <c:pt idx="26214">
                  <c:v>0.99481481481481482</c:v>
                </c:pt>
                <c:pt idx="26215">
                  <c:v>0.99481481481481482</c:v>
                </c:pt>
                <c:pt idx="26216">
                  <c:v>0.99481481481481482</c:v>
                </c:pt>
                <c:pt idx="26217">
                  <c:v>0.99481481481481482</c:v>
                </c:pt>
                <c:pt idx="26218">
                  <c:v>0.99481481481481482</c:v>
                </c:pt>
                <c:pt idx="26219">
                  <c:v>0.99481481481481482</c:v>
                </c:pt>
                <c:pt idx="26220">
                  <c:v>0.99481481481481482</c:v>
                </c:pt>
                <c:pt idx="26221">
                  <c:v>0.99481481481481482</c:v>
                </c:pt>
                <c:pt idx="26222">
                  <c:v>0.99481481481481482</c:v>
                </c:pt>
                <c:pt idx="26223">
                  <c:v>0.99481481481481482</c:v>
                </c:pt>
                <c:pt idx="26224">
                  <c:v>0.99481481481481482</c:v>
                </c:pt>
                <c:pt idx="26225">
                  <c:v>0.99481481481481482</c:v>
                </c:pt>
                <c:pt idx="26226">
                  <c:v>0.99481481481481482</c:v>
                </c:pt>
                <c:pt idx="26227">
                  <c:v>0.99481481481481482</c:v>
                </c:pt>
                <c:pt idx="26228">
                  <c:v>0.99481481481481482</c:v>
                </c:pt>
                <c:pt idx="26229">
                  <c:v>0.99481481481481482</c:v>
                </c:pt>
                <c:pt idx="26230">
                  <c:v>0.99481481481481482</c:v>
                </c:pt>
                <c:pt idx="26231">
                  <c:v>0.99481481481481482</c:v>
                </c:pt>
                <c:pt idx="26232">
                  <c:v>0.99481481481481482</c:v>
                </c:pt>
                <c:pt idx="26233">
                  <c:v>0.99496296296296294</c:v>
                </c:pt>
                <c:pt idx="26234">
                  <c:v>0.99496296296296294</c:v>
                </c:pt>
                <c:pt idx="26235">
                  <c:v>0.99496296296296294</c:v>
                </c:pt>
                <c:pt idx="26236">
                  <c:v>0.99496296296296294</c:v>
                </c:pt>
                <c:pt idx="26237">
                  <c:v>0.99496296296296294</c:v>
                </c:pt>
                <c:pt idx="26238">
                  <c:v>0.99496296296296294</c:v>
                </c:pt>
                <c:pt idx="26239">
                  <c:v>0.99496296296296294</c:v>
                </c:pt>
                <c:pt idx="26240">
                  <c:v>0.99496296296296294</c:v>
                </c:pt>
                <c:pt idx="26241">
                  <c:v>0.99496296296296294</c:v>
                </c:pt>
                <c:pt idx="26242">
                  <c:v>0.99496296296296294</c:v>
                </c:pt>
                <c:pt idx="26243">
                  <c:v>0.99496296296296294</c:v>
                </c:pt>
                <c:pt idx="26244">
                  <c:v>0.99496296296296294</c:v>
                </c:pt>
                <c:pt idx="26245">
                  <c:v>0.99511111111111106</c:v>
                </c:pt>
                <c:pt idx="26246">
                  <c:v>0.99511111111111106</c:v>
                </c:pt>
                <c:pt idx="26247">
                  <c:v>0.99511111111111106</c:v>
                </c:pt>
                <c:pt idx="26248">
                  <c:v>0.99511111111111106</c:v>
                </c:pt>
                <c:pt idx="26249">
                  <c:v>0.99511111111111106</c:v>
                </c:pt>
                <c:pt idx="26250">
                  <c:v>0.99525925925925929</c:v>
                </c:pt>
                <c:pt idx="26251">
                  <c:v>0.99525925925925929</c:v>
                </c:pt>
                <c:pt idx="26252">
                  <c:v>0.99525925925925929</c:v>
                </c:pt>
                <c:pt idx="26253">
                  <c:v>0.99525925925925929</c:v>
                </c:pt>
                <c:pt idx="26254">
                  <c:v>0.99525925925925929</c:v>
                </c:pt>
                <c:pt idx="26255">
                  <c:v>0.99525925925925929</c:v>
                </c:pt>
                <c:pt idx="26256">
                  <c:v>0.99525925925925929</c:v>
                </c:pt>
                <c:pt idx="26257">
                  <c:v>0.99525925925925929</c:v>
                </c:pt>
                <c:pt idx="26258">
                  <c:v>0.99525925925925929</c:v>
                </c:pt>
                <c:pt idx="26259">
                  <c:v>0.99525925925925929</c:v>
                </c:pt>
                <c:pt idx="26260">
                  <c:v>0.99525925925925929</c:v>
                </c:pt>
                <c:pt idx="26261">
                  <c:v>0.99525925925925929</c:v>
                </c:pt>
                <c:pt idx="26262">
                  <c:v>0.99525925925925929</c:v>
                </c:pt>
                <c:pt idx="26263">
                  <c:v>0.99525925925925929</c:v>
                </c:pt>
                <c:pt idx="26264">
                  <c:v>0.99540740740740741</c:v>
                </c:pt>
                <c:pt idx="26265">
                  <c:v>0.99540740740740741</c:v>
                </c:pt>
                <c:pt idx="26266">
                  <c:v>0.99540740740740741</c:v>
                </c:pt>
                <c:pt idx="26267">
                  <c:v>0.99540740740740741</c:v>
                </c:pt>
                <c:pt idx="26268">
                  <c:v>0.99540740740740741</c:v>
                </c:pt>
                <c:pt idx="26269">
                  <c:v>0.99540740740740741</c:v>
                </c:pt>
                <c:pt idx="26270">
                  <c:v>0.99540740740740741</c:v>
                </c:pt>
                <c:pt idx="26271">
                  <c:v>0.99540740740740741</c:v>
                </c:pt>
                <c:pt idx="26272">
                  <c:v>0.99540740740740741</c:v>
                </c:pt>
                <c:pt idx="26273">
                  <c:v>0.99540740740740741</c:v>
                </c:pt>
                <c:pt idx="26274">
                  <c:v>0.99540740740740741</c:v>
                </c:pt>
                <c:pt idx="26275">
                  <c:v>0.99540740740740741</c:v>
                </c:pt>
                <c:pt idx="26276">
                  <c:v>0.99540740740740741</c:v>
                </c:pt>
                <c:pt idx="26277">
                  <c:v>0.99540740740740741</c:v>
                </c:pt>
                <c:pt idx="26278">
                  <c:v>0.99540740740740741</c:v>
                </c:pt>
                <c:pt idx="26279">
                  <c:v>0.99540740740740741</c:v>
                </c:pt>
                <c:pt idx="26280">
                  <c:v>0.99540740740740741</c:v>
                </c:pt>
                <c:pt idx="26281">
                  <c:v>0.99540740740740741</c:v>
                </c:pt>
                <c:pt idx="26282">
                  <c:v>0.99540740740740741</c:v>
                </c:pt>
                <c:pt idx="26283">
                  <c:v>0.99540740740740741</c:v>
                </c:pt>
                <c:pt idx="26284">
                  <c:v>0.99540740740740741</c:v>
                </c:pt>
                <c:pt idx="26285">
                  <c:v>0.99540740740740741</c:v>
                </c:pt>
                <c:pt idx="26286">
                  <c:v>0.99540740740740741</c:v>
                </c:pt>
                <c:pt idx="26287">
                  <c:v>0.99540740740740741</c:v>
                </c:pt>
                <c:pt idx="26288">
                  <c:v>0.99540740740740741</c:v>
                </c:pt>
                <c:pt idx="26289">
                  <c:v>0.99540740740740741</c:v>
                </c:pt>
                <c:pt idx="26290">
                  <c:v>0.99540740740740741</c:v>
                </c:pt>
                <c:pt idx="26291">
                  <c:v>0.99540740740740741</c:v>
                </c:pt>
                <c:pt idx="26292">
                  <c:v>0.99540740740740741</c:v>
                </c:pt>
                <c:pt idx="26293">
                  <c:v>0.99540740740740741</c:v>
                </c:pt>
                <c:pt idx="26294">
                  <c:v>0.99555555555555553</c:v>
                </c:pt>
                <c:pt idx="26295">
                  <c:v>0.99555555555555553</c:v>
                </c:pt>
                <c:pt idx="26296">
                  <c:v>0.99555555555555553</c:v>
                </c:pt>
                <c:pt idx="26297">
                  <c:v>0.99555555555555553</c:v>
                </c:pt>
                <c:pt idx="26298">
                  <c:v>0.99555555555555553</c:v>
                </c:pt>
                <c:pt idx="26299">
                  <c:v>0.99555555555555553</c:v>
                </c:pt>
                <c:pt idx="26300">
                  <c:v>0.99555555555555553</c:v>
                </c:pt>
                <c:pt idx="26301">
                  <c:v>0.99555555555555553</c:v>
                </c:pt>
                <c:pt idx="26302">
                  <c:v>0.99555555555555553</c:v>
                </c:pt>
                <c:pt idx="26303">
                  <c:v>0.99555555555555553</c:v>
                </c:pt>
                <c:pt idx="26304">
                  <c:v>0.99555555555555553</c:v>
                </c:pt>
                <c:pt idx="26305">
                  <c:v>0.99555555555555553</c:v>
                </c:pt>
                <c:pt idx="26306">
                  <c:v>0.99570370370370376</c:v>
                </c:pt>
                <c:pt idx="26307">
                  <c:v>0.99585185185185188</c:v>
                </c:pt>
                <c:pt idx="26308">
                  <c:v>0.99585185185185188</c:v>
                </c:pt>
                <c:pt idx="26309">
                  <c:v>0.99585185185185188</c:v>
                </c:pt>
                <c:pt idx="26310">
                  <c:v>0.99585185185185188</c:v>
                </c:pt>
                <c:pt idx="26311">
                  <c:v>0.99585185185185188</c:v>
                </c:pt>
                <c:pt idx="26312">
                  <c:v>0.996</c:v>
                </c:pt>
                <c:pt idx="26313">
                  <c:v>0.996</c:v>
                </c:pt>
                <c:pt idx="26314">
                  <c:v>0.99614814814814812</c:v>
                </c:pt>
                <c:pt idx="26315">
                  <c:v>0.99614814814814812</c:v>
                </c:pt>
                <c:pt idx="26316">
                  <c:v>0.99614814814814812</c:v>
                </c:pt>
                <c:pt idx="26317">
                  <c:v>0.99614814814814812</c:v>
                </c:pt>
                <c:pt idx="26318">
                  <c:v>0.99614814814814812</c:v>
                </c:pt>
                <c:pt idx="26319">
                  <c:v>0.99614814814814812</c:v>
                </c:pt>
                <c:pt idx="26320">
                  <c:v>0.99614814814814812</c:v>
                </c:pt>
                <c:pt idx="26321">
                  <c:v>0.99614814814814812</c:v>
                </c:pt>
                <c:pt idx="26322">
                  <c:v>0.99614814814814812</c:v>
                </c:pt>
                <c:pt idx="26323">
                  <c:v>0.99614814814814812</c:v>
                </c:pt>
                <c:pt idx="26324">
                  <c:v>0.99614814814814812</c:v>
                </c:pt>
                <c:pt idx="26325">
                  <c:v>0.99614814814814812</c:v>
                </c:pt>
                <c:pt idx="26326">
                  <c:v>0.99614814814814812</c:v>
                </c:pt>
                <c:pt idx="26327">
                  <c:v>0.99614814814814812</c:v>
                </c:pt>
                <c:pt idx="26328">
                  <c:v>0.99614814814814812</c:v>
                </c:pt>
                <c:pt idx="26329">
                  <c:v>0.99629629629629635</c:v>
                </c:pt>
                <c:pt idx="26330">
                  <c:v>0.99629629629629635</c:v>
                </c:pt>
                <c:pt idx="26331">
                  <c:v>0.99629629629629635</c:v>
                </c:pt>
                <c:pt idx="26332">
                  <c:v>0.99629629629629635</c:v>
                </c:pt>
                <c:pt idx="26333">
                  <c:v>0.99629629629629635</c:v>
                </c:pt>
                <c:pt idx="26334">
                  <c:v>0.99629629629629635</c:v>
                </c:pt>
                <c:pt idx="26335">
                  <c:v>0.99629629629629635</c:v>
                </c:pt>
                <c:pt idx="26336">
                  <c:v>0.99629629629629635</c:v>
                </c:pt>
                <c:pt idx="26337">
                  <c:v>0.99629629629629635</c:v>
                </c:pt>
                <c:pt idx="26338">
                  <c:v>0.99629629629629635</c:v>
                </c:pt>
                <c:pt idx="26339">
                  <c:v>0.99629629629629635</c:v>
                </c:pt>
                <c:pt idx="26340">
                  <c:v>0.99629629629629635</c:v>
                </c:pt>
                <c:pt idx="26341">
                  <c:v>0.99629629629629635</c:v>
                </c:pt>
                <c:pt idx="26342">
                  <c:v>0.99629629629629635</c:v>
                </c:pt>
                <c:pt idx="26343">
                  <c:v>0.99629629629629635</c:v>
                </c:pt>
                <c:pt idx="26344">
                  <c:v>0.99629629629629635</c:v>
                </c:pt>
                <c:pt idx="26345">
                  <c:v>0.99629629629629635</c:v>
                </c:pt>
                <c:pt idx="26346">
                  <c:v>0.99629629629629635</c:v>
                </c:pt>
                <c:pt idx="26347">
                  <c:v>0.99629629629629635</c:v>
                </c:pt>
                <c:pt idx="26348">
                  <c:v>0.99629629629629635</c:v>
                </c:pt>
                <c:pt idx="26349">
                  <c:v>0.99629629629629635</c:v>
                </c:pt>
                <c:pt idx="26350">
                  <c:v>0.99629629629629635</c:v>
                </c:pt>
                <c:pt idx="26351">
                  <c:v>0.99629629629629635</c:v>
                </c:pt>
                <c:pt idx="26352">
                  <c:v>0.99629629629629635</c:v>
                </c:pt>
                <c:pt idx="26353">
                  <c:v>0.99644444444444447</c:v>
                </c:pt>
                <c:pt idx="26354">
                  <c:v>0.99644444444444447</c:v>
                </c:pt>
                <c:pt idx="26355">
                  <c:v>0.99644444444444447</c:v>
                </c:pt>
                <c:pt idx="26356">
                  <c:v>0.99644444444444447</c:v>
                </c:pt>
                <c:pt idx="26357">
                  <c:v>0.99644444444444447</c:v>
                </c:pt>
                <c:pt idx="26358">
                  <c:v>0.99644444444444447</c:v>
                </c:pt>
                <c:pt idx="26359">
                  <c:v>0.99644444444444447</c:v>
                </c:pt>
                <c:pt idx="26360">
                  <c:v>0.99659259259259259</c:v>
                </c:pt>
                <c:pt idx="26361">
                  <c:v>0.99659259259259259</c:v>
                </c:pt>
                <c:pt idx="26362">
                  <c:v>0.99659259259259259</c:v>
                </c:pt>
                <c:pt idx="26363">
                  <c:v>0.99659259259259259</c:v>
                </c:pt>
                <c:pt idx="26364">
                  <c:v>0.99659259259259259</c:v>
                </c:pt>
                <c:pt idx="26365">
                  <c:v>0.99659259259259259</c:v>
                </c:pt>
                <c:pt idx="26366">
                  <c:v>0.99659259259259259</c:v>
                </c:pt>
                <c:pt idx="26367">
                  <c:v>0.9967407407407407</c:v>
                </c:pt>
                <c:pt idx="26368">
                  <c:v>0.9967407407407407</c:v>
                </c:pt>
                <c:pt idx="26369">
                  <c:v>0.9967407407407407</c:v>
                </c:pt>
                <c:pt idx="26370">
                  <c:v>0.99688888888888894</c:v>
                </c:pt>
                <c:pt idx="26371">
                  <c:v>0.99688888888888894</c:v>
                </c:pt>
                <c:pt idx="26372">
                  <c:v>0.99688888888888894</c:v>
                </c:pt>
                <c:pt idx="26373">
                  <c:v>0.99688888888888894</c:v>
                </c:pt>
                <c:pt idx="26374">
                  <c:v>0.99688888888888894</c:v>
                </c:pt>
                <c:pt idx="26375">
                  <c:v>0.99688888888888894</c:v>
                </c:pt>
                <c:pt idx="26376">
                  <c:v>0.99703703703703705</c:v>
                </c:pt>
                <c:pt idx="26377">
                  <c:v>0.99703703703703705</c:v>
                </c:pt>
                <c:pt idx="26378">
                  <c:v>0.99703703703703705</c:v>
                </c:pt>
                <c:pt idx="26379">
                  <c:v>0.99703703703703705</c:v>
                </c:pt>
                <c:pt idx="26380">
                  <c:v>0.99703703703703705</c:v>
                </c:pt>
                <c:pt idx="26381">
                  <c:v>0.99703703703703705</c:v>
                </c:pt>
                <c:pt idx="26382">
                  <c:v>0.99703703703703705</c:v>
                </c:pt>
                <c:pt idx="26383">
                  <c:v>0.99718518518518517</c:v>
                </c:pt>
                <c:pt idx="26384">
                  <c:v>0.99718518518518517</c:v>
                </c:pt>
                <c:pt idx="26385">
                  <c:v>0.99718518518518517</c:v>
                </c:pt>
                <c:pt idx="26386">
                  <c:v>0.99733333333333329</c:v>
                </c:pt>
                <c:pt idx="26387">
                  <c:v>0.99748148148148152</c:v>
                </c:pt>
                <c:pt idx="26388">
                  <c:v>0.99748148148148152</c:v>
                </c:pt>
                <c:pt idx="26389">
                  <c:v>0.99748148148148152</c:v>
                </c:pt>
                <c:pt idx="26390">
                  <c:v>0.99748148148148152</c:v>
                </c:pt>
                <c:pt idx="26391">
                  <c:v>0.99748148148148152</c:v>
                </c:pt>
                <c:pt idx="26392">
                  <c:v>0.99748148148148152</c:v>
                </c:pt>
                <c:pt idx="26393">
                  <c:v>0.99748148148148152</c:v>
                </c:pt>
                <c:pt idx="26394">
                  <c:v>0.99748148148148152</c:v>
                </c:pt>
                <c:pt idx="26395">
                  <c:v>0.99748148148148152</c:v>
                </c:pt>
                <c:pt idx="26396">
                  <c:v>0.99748148148148152</c:v>
                </c:pt>
                <c:pt idx="26397">
                  <c:v>0.99748148148148152</c:v>
                </c:pt>
                <c:pt idx="26398">
                  <c:v>0.99748148148148152</c:v>
                </c:pt>
                <c:pt idx="26399">
                  <c:v>0.99748148148148152</c:v>
                </c:pt>
                <c:pt idx="26400">
                  <c:v>0.99748148148148152</c:v>
                </c:pt>
                <c:pt idx="26401">
                  <c:v>0.99748148148148152</c:v>
                </c:pt>
                <c:pt idx="26402">
                  <c:v>0.99748148148148152</c:v>
                </c:pt>
                <c:pt idx="26403">
                  <c:v>0.99748148148148152</c:v>
                </c:pt>
                <c:pt idx="26404">
                  <c:v>0.99762962962962964</c:v>
                </c:pt>
                <c:pt idx="26405">
                  <c:v>0.99762962962962964</c:v>
                </c:pt>
                <c:pt idx="26406">
                  <c:v>0.99762962962962964</c:v>
                </c:pt>
                <c:pt idx="26407">
                  <c:v>0.99777777777777776</c:v>
                </c:pt>
                <c:pt idx="26408">
                  <c:v>0.99777777777777776</c:v>
                </c:pt>
                <c:pt idx="26409">
                  <c:v>0.99777777777777776</c:v>
                </c:pt>
                <c:pt idx="26410">
                  <c:v>0.99777777777777776</c:v>
                </c:pt>
                <c:pt idx="26411">
                  <c:v>0.99777777777777776</c:v>
                </c:pt>
                <c:pt idx="26412">
                  <c:v>0.99777777777777776</c:v>
                </c:pt>
                <c:pt idx="26413">
                  <c:v>0.99777777777777776</c:v>
                </c:pt>
                <c:pt idx="26414">
                  <c:v>0.99777777777777776</c:v>
                </c:pt>
                <c:pt idx="26415">
                  <c:v>0.99777777777777776</c:v>
                </c:pt>
                <c:pt idx="26416">
                  <c:v>0.99777777777777776</c:v>
                </c:pt>
                <c:pt idx="26417">
                  <c:v>0.99777777777777776</c:v>
                </c:pt>
                <c:pt idx="26418">
                  <c:v>0.99777777777777776</c:v>
                </c:pt>
                <c:pt idx="26419">
                  <c:v>0.99777777777777776</c:v>
                </c:pt>
                <c:pt idx="26420">
                  <c:v>0.99777777777777776</c:v>
                </c:pt>
                <c:pt idx="26421">
                  <c:v>0.99777777777777776</c:v>
                </c:pt>
                <c:pt idx="26422">
                  <c:v>0.99777777777777776</c:v>
                </c:pt>
                <c:pt idx="26423">
                  <c:v>0.99777777777777776</c:v>
                </c:pt>
                <c:pt idx="26424">
                  <c:v>0.99777777777777776</c:v>
                </c:pt>
                <c:pt idx="26425">
                  <c:v>0.99777777777777776</c:v>
                </c:pt>
                <c:pt idx="26426">
                  <c:v>0.99777777777777776</c:v>
                </c:pt>
                <c:pt idx="26427">
                  <c:v>0.99777777777777776</c:v>
                </c:pt>
                <c:pt idx="26428">
                  <c:v>0.99777777777777776</c:v>
                </c:pt>
                <c:pt idx="26429">
                  <c:v>0.99777777777777776</c:v>
                </c:pt>
                <c:pt idx="26430">
                  <c:v>0.99777777777777776</c:v>
                </c:pt>
                <c:pt idx="26431">
                  <c:v>0.99777777777777776</c:v>
                </c:pt>
                <c:pt idx="26432">
                  <c:v>0.99777777777777776</c:v>
                </c:pt>
                <c:pt idx="26433">
                  <c:v>0.99777777777777776</c:v>
                </c:pt>
                <c:pt idx="26434">
                  <c:v>0.99792592592592588</c:v>
                </c:pt>
                <c:pt idx="26435">
                  <c:v>0.99807407407407411</c:v>
                </c:pt>
                <c:pt idx="26436">
                  <c:v>0.99807407407407411</c:v>
                </c:pt>
                <c:pt idx="26437">
                  <c:v>0.99807407407407411</c:v>
                </c:pt>
                <c:pt idx="26438">
                  <c:v>0.99807407407407411</c:v>
                </c:pt>
                <c:pt idx="26439">
                  <c:v>0.99807407407407411</c:v>
                </c:pt>
                <c:pt idx="26440">
                  <c:v>0.99807407407407411</c:v>
                </c:pt>
                <c:pt idx="26441">
                  <c:v>0.99807407407407411</c:v>
                </c:pt>
                <c:pt idx="26442">
                  <c:v>0.99807407407407411</c:v>
                </c:pt>
                <c:pt idx="26443">
                  <c:v>0.99807407407407411</c:v>
                </c:pt>
                <c:pt idx="26444">
                  <c:v>0.99807407407407411</c:v>
                </c:pt>
                <c:pt idx="26445">
                  <c:v>0.99807407407407411</c:v>
                </c:pt>
                <c:pt idx="26446">
                  <c:v>0.99807407407407411</c:v>
                </c:pt>
                <c:pt idx="26447">
                  <c:v>0.99807407407407411</c:v>
                </c:pt>
                <c:pt idx="26448">
                  <c:v>0.99807407407407411</c:v>
                </c:pt>
                <c:pt idx="26449">
                  <c:v>0.99807407407407411</c:v>
                </c:pt>
                <c:pt idx="26450">
                  <c:v>0.99807407407407411</c:v>
                </c:pt>
                <c:pt idx="26451">
                  <c:v>0.99807407407407411</c:v>
                </c:pt>
                <c:pt idx="26452">
                  <c:v>0.99807407407407411</c:v>
                </c:pt>
                <c:pt idx="26453">
                  <c:v>0.99807407407407411</c:v>
                </c:pt>
                <c:pt idx="26454">
                  <c:v>0.99807407407407411</c:v>
                </c:pt>
                <c:pt idx="26455">
                  <c:v>0.99822222222222223</c:v>
                </c:pt>
                <c:pt idx="26456">
                  <c:v>0.99822222222222223</c:v>
                </c:pt>
                <c:pt idx="26457">
                  <c:v>0.99822222222222223</c:v>
                </c:pt>
                <c:pt idx="26458">
                  <c:v>0.99822222222222223</c:v>
                </c:pt>
                <c:pt idx="26459">
                  <c:v>0.99822222222222223</c:v>
                </c:pt>
                <c:pt idx="26460">
                  <c:v>0.99822222222222223</c:v>
                </c:pt>
                <c:pt idx="26461">
                  <c:v>0.99822222222222223</c:v>
                </c:pt>
                <c:pt idx="26462">
                  <c:v>0.99822222222222223</c:v>
                </c:pt>
                <c:pt idx="26463">
                  <c:v>0.99822222222222223</c:v>
                </c:pt>
                <c:pt idx="26464">
                  <c:v>0.99822222222222223</c:v>
                </c:pt>
                <c:pt idx="26465">
                  <c:v>0.99822222222222223</c:v>
                </c:pt>
                <c:pt idx="26466">
                  <c:v>0.99822222222222223</c:v>
                </c:pt>
                <c:pt idx="26467">
                  <c:v>0.99822222222222223</c:v>
                </c:pt>
                <c:pt idx="26468">
                  <c:v>0.99837037037037035</c:v>
                </c:pt>
                <c:pt idx="26469">
                  <c:v>0.99837037037037035</c:v>
                </c:pt>
                <c:pt idx="26470">
                  <c:v>0.99837037037037035</c:v>
                </c:pt>
                <c:pt idx="26471">
                  <c:v>0.99837037037037035</c:v>
                </c:pt>
                <c:pt idx="26472">
                  <c:v>0.99837037037037035</c:v>
                </c:pt>
                <c:pt idx="26473">
                  <c:v>0.99837037037037035</c:v>
                </c:pt>
                <c:pt idx="26474">
                  <c:v>0.99837037037037035</c:v>
                </c:pt>
                <c:pt idx="26475">
                  <c:v>0.99837037037037035</c:v>
                </c:pt>
                <c:pt idx="26476">
                  <c:v>0.99837037037037035</c:v>
                </c:pt>
                <c:pt idx="26477">
                  <c:v>0.99837037037037035</c:v>
                </c:pt>
                <c:pt idx="26478">
                  <c:v>0.99837037037037035</c:v>
                </c:pt>
                <c:pt idx="26479">
                  <c:v>0.99837037037037035</c:v>
                </c:pt>
                <c:pt idx="26480">
                  <c:v>0.99837037037037035</c:v>
                </c:pt>
                <c:pt idx="26481">
                  <c:v>0.99837037037037035</c:v>
                </c:pt>
                <c:pt idx="26482">
                  <c:v>0.99837037037037035</c:v>
                </c:pt>
                <c:pt idx="26483">
                  <c:v>0.99837037037037035</c:v>
                </c:pt>
                <c:pt idx="26484">
                  <c:v>0.99837037037037035</c:v>
                </c:pt>
                <c:pt idx="26485">
                  <c:v>0.99837037037037035</c:v>
                </c:pt>
                <c:pt idx="26486">
                  <c:v>0.99837037037037035</c:v>
                </c:pt>
                <c:pt idx="26487">
                  <c:v>0.99837037037037035</c:v>
                </c:pt>
                <c:pt idx="26488">
                  <c:v>0.99837037037037035</c:v>
                </c:pt>
                <c:pt idx="26489">
                  <c:v>0.99837037037037035</c:v>
                </c:pt>
                <c:pt idx="26490">
                  <c:v>0.99837037037037035</c:v>
                </c:pt>
                <c:pt idx="26491">
                  <c:v>0.99837037037037035</c:v>
                </c:pt>
                <c:pt idx="26492">
                  <c:v>0.99837037037037035</c:v>
                </c:pt>
                <c:pt idx="26493">
                  <c:v>0.99837037037037035</c:v>
                </c:pt>
                <c:pt idx="26494">
                  <c:v>0.99837037037037035</c:v>
                </c:pt>
                <c:pt idx="26495">
                  <c:v>0.99837037037037035</c:v>
                </c:pt>
                <c:pt idx="26496">
                  <c:v>0.99851851851851847</c:v>
                </c:pt>
                <c:pt idx="26497">
                  <c:v>0.99851851851851847</c:v>
                </c:pt>
                <c:pt idx="26498">
                  <c:v>0.99851851851851847</c:v>
                </c:pt>
                <c:pt idx="26499">
                  <c:v>0.99851851851851847</c:v>
                </c:pt>
                <c:pt idx="26500">
                  <c:v>0.99851851851851847</c:v>
                </c:pt>
                <c:pt idx="26501">
                  <c:v>0.99851851851851847</c:v>
                </c:pt>
                <c:pt idx="26502">
                  <c:v>0.99851851851851847</c:v>
                </c:pt>
                <c:pt idx="26503">
                  <c:v>0.99851851851851847</c:v>
                </c:pt>
                <c:pt idx="26504">
                  <c:v>0.99851851851851847</c:v>
                </c:pt>
                <c:pt idx="26505">
                  <c:v>0.99851851851851847</c:v>
                </c:pt>
                <c:pt idx="26506">
                  <c:v>0.99851851851851847</c:v>
                </c:pt>
                <c:pt idx="26507">
                  <c:v>0.99851851851851847</c:v>
                </c:pt>
                <c:pt idx="26508">
                  <c:v>0.9986666666666667</c:v>
                </c:pt>
                <c:pt idx="26509">
                  <c:v>0.9986666666666667</c:v>
                </c:pt>
                <c:pt idx="26510">
                  <c:v>0.9986666666666667</c:v>
                </c:pt>
                <c:pt idx="26511">
                  <c:v>0.9986666666666667</c:v>
                </c:pt>
                <c:pt idx="26512">
                  <c:v>0.9986666666666667</c:v>
                </c:pt>
                <c:pt idx="26513">
                  <c:v>0.99881481481481482</c:v>
                </c:pt>
                <c:pt idx="26514">
                  <c:v>0.99881481481481482</c:v>
                </c:pt>
                <c:pt idx="26515">
                  <c:v>0.99881481481481482</c:v>
                </c:pt>
                <c:pt idx="26516">
                  <c:v>0.99881481481481482</c:v>
                </c:pt>
                <c:pt idx="26517">
                  <c:v>0.99881481481481482</c:v>
                </c:pt>
                <c:pt idx="26518">
                  <c:v>0.99881481481481482</c:v>
                </c:pt>
                <c:pt idx="26519">
                  <c:v>0.99881481481481482</c:v>
                </c:pt>
                <c:pt idx="26520">
                  <c:v>0.99881481481481482</c:v>
                </c:pt>
                <c:pt idx="26521">
                  <c:v>0.99881481481481482</c:v>
                </c:pt>
                <c:pt idx="26522">
                  <c:v>0.99881481481481482</c:v>
                </c:pt>
                <c:pt idx="26523">
                  <c:v>0.99881481481481482</c:v>
                </c:pt>
                <c:pt idx="26524">
                  <c:v>0.99881481481481482</c:v>
                </c:pt>
                <c:pt idx="26525">
                  <c:v>0.99881481481481482</c:v>
                </c:pt>
                <c:pt idx="26526">
                  <c:v>0.99881481481481482</c:v>
                </c:pt>
                <c:pt idx="26527">
                  <c:v>0.99881481481481482</c:v>
                </c:pt>
                <c:pt idx="26528">
                  <c:v>0.99881481481481482</c:v>
                </c:pt>
                <c:pt idx="26529">
                  <c:v>0.99881481481481482</c:v>
                </c:pt>
                <c:pt idx="26530">
                  <c:v>0.99881481481481482</c:v>
                </c:pt>
                <c:pt idx="26531">
                  <c:v>0.99881481481481482</c:v>
                </c:pt>
                <c:pt idx="26532">
                  <c:v>0.99881481481481482</c:v>
                </c:pt>
                <c:pt idx="26533">
                  <c:v>0.99881481481481482</c:v>
                </c:pt>
                <c:pt idx="26534">
                  <c:v>0.99881481481481482</c:v>
                </c:pt>
                <c:pt idx="26535">
                  <c:v>0.99896296296296294</c:v>
                </c:pt>
                <c:pt idx="26536">
                  <c:v>0.99896296296296294</c:v>
                </c:pt>
                <c:pt idx="26537">
                  <c:v>0.99896296296296294</c:v>
                </c:pt>
                <c:pt idx="26538">
                  <c:v>0.99911111111111106</c:v>
                </c:pt>
                <c:pt idx="26539">
                  <c:v>0.99911111111111106</c:v>
                </c:pt>
                <c:pt idx="26540">
                  <c:v>0.99911111111111106</c:v>
                </c:pt>
                <c:pt idx="26541">
                  <c:v>0.99925925925925929</c:v>
                </c:pt>
                <c:pt idx="26542">
                  <c:v>0.99925925925925929</c:v>
                </c:pt>
                <c:pt idx="26543">
                  <c:v>0.99925925925925929</c:v>
                </c:pt>
                <c:pt idx="26544">
                  <c:v>0.99925925925925929</c:v>
                </c:pt>
                <c:pt idx="26545">
                  <c:v>0.99925925925925929</c:v>
                </c:pt>
                <c:pt idx="26546">
                  <c:v>0.99925925925925929</c:v>
                </c:pt>
                <c:pt idx="26547">
                  <c:v>0.99925925925925929</c:v>
                </c:pt>
                <c:pt idx="26548">
                  <c:v>0.99925925925925929</c:v>
                </c:pt>
                <c:pt idx="26549">
                  <c:v>0.99925925925925929</c:v>
                </c:pt>
                <c:pt idx="26550">
                  <c:v>0.99925925925925929</c:v>
                </c:pt>
                <c:pt idx="26551">
                  <c:v>0.99925925925925929</c:v>
                </c:pt>
                <c:pt idx="26552">
                  <c:v>0.99925925925925929</c:v>
                </c:pt>
                <c:pt idx="26553">
                  <c:v>0.99925925925925929</c:v>
                </c:pt>
                <c:pt idx="26554">
                  <c:v>0.99925925925925929</c:v>
                </c:pt>
                <c:pt idx="26555">
                  <c:v>0.99925925925925929</c:v>
                </c:pt>
                <c:pt idx="26556">
                  <c:v>0.99925925925925929</c:v>
                </c:pt>
                <c:pt idx="26557">
                  <c:v>0.99925925925925929</c:v>
                </c:pt>
                <c:pt idx="26558">
                  <c:v>0.99925925925925929</c:v>
                </c:pt>
                <c:pt idx="26559">
                  <c:v>0.99925925925925929</c:v>
                </c:pt>
                <c:pt idx="26560">
                  <c:v>0.99940740740740741</c:v>
                </c:pt>
                <c:pt idx="26561">
                  <c:v>0.99940740740740741</c:v>
                </c:pt>
                <c:pt idx="26562">
                  <c:v>0.99940740740740741</c:v>
                </c:pt>
                <c:pt idx="26563">
                  <c:v>0.99940740740740741</c:v>
                </c:pt>
                <c:pt idx="26564">
                  <c:v>0.99940740740740741</c:v>
                </c:pt>
                <c:pt idx="26565">
                  <c:v>0.99940740740740741</c:v>
                </c:pt>
                <c:pt idx="26566">
                  <c:v>0.99940740740740741</c:v>
                </c:pt>
                <c:pt idx="26567">
                  <c:v>0.99940740740740741</c:v>
                </c:pt>
                <c:pt idx="26568">
                  <c:v>0.99940740740740741</c:v>
                </c:pt>
                <c:pt idx="26569">
                  <c:v>0.99940740740740741</c:v>
                </c:pt>
                <c:pt idx="26570">
                  <c:v>0.99940740740740741</c:v>
                </c:pt>
                <c:pt idx="26571">
                  <c:v>0.99940740740740741</c:v>
                </c:pt>
                <c:pt idx="26572">
                  <c:v>0.99940740740740741</c:v>
                </c:pt>
                <c:pt idx="26573">
                  <c:v>0.99940740740740741</c:v>
                </c:pt>
                <c:pt idx="26574">
                  <c:v>0.99940740740740741</c:v>
                </c:pt>
                <c:pt idx="26575">
                  <c:v>0.99940740740740741</c:v>
                </c:pt>
                <c:pt idx="26576">
                  <c:v>0.99940740740740741</c:v>
                </c:pt>
                <c:pt idx="26577">
                  <c:v>0.99955555555555553</c:v>
                </c:pt>
                <c:pt idx="26578">
                  <c:v>0.99955555555555553</c:v>
                </c:pt>
                <c:pt idx="26579">
                  <c:v>0.99955555555555553</c:v>
                </c:pt>
                <c:pt idx="26580">
                  <c:v>0.99970370370370365</c:v>
                </c:pt>
                <c:pt idx="26581">
                  <c:v>0.99970370370370365</c:v>
                </c:pt>
                <c:pt idx="26582">
                  <c:v>0.99970370370370365</c:v>
                </c:pt>
                <c:pt idx="26583">
                  <c:v>0.99970370370370365</c:v>
                </c:pt>
                <c:pt idx="26584">
                  <c:v>0.99970370370370365</c:v>
                </c:pt>
                <c:pt idx="26585">
                  <c:v>0.99970370370370365</c:v>
                </c:pt>
                <c:pt idx="26586">
                  <c:v>0.99970370370370365</c:v>
                </c:pt>
                <c:pt idx="26587">
                  <c:v>0.99970370370370365</c:v>
                </c:pt>
                <c:pt idx="26588">
                  <c:v>0.99970370370370365</c:v>
                </c:pt>
                <c:pt idx="26589">
                  <c:v>0.99970370370370365</c:v>
                </c:pt>
                <c:pt idx="26590">
                  <c:v>0.99970370370370365</c:v>
                </c:pt>
                <c:pt idx="26591">
                  <c:v>0.99970370370370365</c:v>
                </c:pt>
                <c:pt idx="26592">
                  <c:v>0.99970370370370365</c:v>
                </c:pt>
                <c:pt idx="26593">
                  <c:v>0.99970370370370365</c:v>
                </c:pt>
                <c:pt idx="26594">
                  <c:v>0.99970370370370365</c:v>
                </c:pt>
                <c:pt idx="26595">
                  <c:v>0.99970370370370365</c:v>
                </c:pt>
                <c:pt idx="26596">
                  <c:v>0.99970370370370365</c:v>
                </c:pt>
                <c:pt idx="26597">
                  <c:v>0.99970370370370365</c:v>
                </c:pt>
                <c:pt idx="26598">
                  <c:v>0.99970370370370365</c:v>
                </c:pt>
                <c:pt idx="26599">
                  <c:v>0.99970370370370365</c:v>
                </c:pt>
                <c:pt idx="26600">
                  <c:v>0.99970370370370365</c:v>
                </c:pt>
                <c:pt idx="26601">
                  <c:v>0.99970370370370365</c:v>
                </c:pt>
                <c:pt idx="26602">
                  <c:v>0.99970370370370365</c:v>
                </c:pt>
                <c:pt idx="26603">
                  <c:v>0.99970370370370365</c:v>
                </c:pt>
                <c:pt idx="26604">
                  <c:v>0.99970370370370365</c:v>
                </c:pt>
                <c:pt idx="26605">
                  <c:v>0.99970370370370365</c:v>
                </c:pt>
                <c:pt idx="26606">
                  <c:v>0.99970370370370365</c:v>
                </c:pt>
                <c:pt idx="26607">
                  <c:v>0.99970370370370365</c:v>
                </c:pt>
                <c:pt idx="26608">
                  <c:v>0.99970370370370365</c:v>
                </c:pt>
                <c:pt idx="26609">
                  <c:v>0.99970370370370365</c:v>
                </c:pt>
                <c:pt idx="26610">
                  <c:v>0.99970370370370365</c:v>
                </c:pt>
                <c:pt idx="26611">
                  <c:v>0.99970370370370365</c:v>
                </c:pt>
                <c:pt idx="26612">
                  <c:v>0.99970370370370365</c:v>
                </c:pt>
                <c:pt idx="26613">
                  <c:v>0.99970370370370365</c:v>
                </c:pt>
                <c:pt idx="26614">
                  <c:v>0.99970370370370365</c:v>
                </c:pt>
                <c:pt idx="26615">
                  <c:v>0.99970370370370365</c:v>
                </c:pt>
                <c:pt idx="26616">
                  <c:v>0.99970370370370365</c:v>
                </c:pt>
                <c:pt idx="26617">
                  <c:v>0.99970370370370365</c:v>
                </c:pt>
                <c:pt idx="26618">
                  <c:v>0.99970370370370365</c:v>
                </c:pt>
                <c:pt idx="26619">
                  <c:v>0.99970370370370365</c:v>
                </c:pt>
                <c:pt idx="26620">
                  <c:v>0.99970370370370365</c:v>
                </c:pt>
                <c:pt idx="26621">
                  <c:v>0.99970370370370365</c:v>
                </c:pt>
                <c:pt idx="26622">
                  <c:v>0.99970370370370365</c:v>
                </c:pt>
                <c:pt idx="26623">
                  <c:v>0.99970370370370365</c:v>
                </c:pt>
                <c:pt idx="26624">
                  <c:v>0.99970370370370365</c:v>
                </c:pt>
                <c:pt idx="26625">
                  <c:v>0.99970370370370365</c:v>
                </c:pt>
                <c:pt idx="26626">
                  <c:v>0.99970370370370365</c:v>
                </c:pt>
                <c:pt idx="26627">
                  <c:v>0.99970370370370365</c:v>
                </c:pt>
                <c:pt idx="26628">
                  <c:v>0.99970370370370365</c:v>
                </c:pt>
                <c:pt idx="26629">
                  <c:v>0.99970370370370365</c:v>
                </c:pt>
                <c:pt idx="26630">
                  <c:v>0.99970370370370365</c:v>
                </c:pt>
                <c:pt idx="26631">
                  <c:v>0.99970370370370365</c:v>
                </c:pt>
                <c:pt idx="26632">
                  <c:v>0.99970370370370365</c:v>
                </c:pt>
                <c:pt idx="26633">
                  <c:v>0.99970370370370365</c:v>
                </c:pt>
                <c:pt idx="26634">
                  <c:v>0.99970370370370365</c:v>
                </c:pt>
                <c:pt idx="26635">
                  <c:v>0.99970370370370365</c:v>
                </c:pt>
                <c:pt idx="26636">
                  <c:v>0.99970370370370365</c:v>
                </c:pt>
                <c:pt idx="26637">
                  <c:v>0.99970370370370365</c:v>
                </c:pt>
                <c:pt idx="26638">
                  <c:v>0.99970370370370365</c:v>
                </c:pt>
                <c:pt idx="26639">
                  <c:v>0.99970370370370365</c:v>
                </c:pt>
                <c:pt idx="26640">
                  <c:v>0.99970370370370365</c:v>
                </c:pt>
                <c:pt idx="26641">
                  <c:v>0.99970370370370365</c:v>
                </c:pt>
                <c:pt idx="26642">
                  <c:v>0.99970370370370365</c:v>
                </c:pt>
                <c:pt idx="26643">
                  <c:v>0.99970370370370365</c:v>
                </c:pt>
                <c:pt idx="26644">
                  <c:v>0.99970370370370365</c:v>
                </c:pt>
                <c:pt idx="26645">
                  <c:v>0.99970370370370365</c:v>
                </c:pt>
                <c:pt idx="26646">
                  <c:v>0.99970370370370365</c:v>
                </c:pt>
                <c:pt idx="26647">
                  <c:v>0.99970370370370365</c:v>
                </c:pt>
                <c:pt idx="26648">
                  <c:v>0.99970370370370365</c:v>
                </c:pt>
                <c:pt idx="26649">
                  <c:v>0.99970370370370365</c:v>
                </c:pt>
                <c:pt idx="26650">
                  <c:v>0.99970370370370365</c:v>
                </c:pt>
                <c:pt idx="26651">
                  <c:v>0.99970370370370365</c:v>
                </c:pt>
                <c:pt idx="26652">
                  <c:v>0.99970370370370365</c:v>
                </c:pt>
                <c:pt idx="26653">
                  <c:v>0.99970370370370365</c:v>
                </c:pt>
                <c:pt idx="26654">
                  <c:v>0.99970370370370365</c:v>
                </c:pt>
                <c:pt idx="26655">
                  <c:v>0.99970370370370365</c:v>
                </c:pt>
                <c:pt idx="26656">
                  <c:v>0.99970370370370365</c:v>
                </c:pt>
                <c:pt idx="26657">
                  <c:v>0.99970370370370365</c:v>
                </c:pt>
                <c:pt idx="26658">
                  <c:v>0.99970370370370365</c:v>
                </c:pt>
                <c:pt idx="26659">
                  <c:v>0.99970370370370365</c:v>
                </c:pt>
                <c:pt idx="26660">
                  <c:v>0.99970370370370365</c:v>
                </c:pt>
                <c:pt idx="26661">
                  <c:v>0.99970370370370365</c:v>
                </c:pt>
                <c:pt idx="26662">
                  <c:v>0.99970370370370365</c:v>
                </c:pt>
                <c:pt idx="26663">
                  <c:v>0.99970370370370365</c:v>
                </c:pt>
                <c:pt idx="26664">
                  <c:v>0.99970370370370365</c:v>
                </c:pt>
                <c:pt idx="26665">
                  <c:v>0.99970370370370365</c:v>
                </c:pt>
                <c:pt idx="26666">
                  <c:v>0.99970370370370365</c:v>
                </c:pt>
                <c:pt idx="26667">
                  <c:v>0.99970370370370365</c:v>
                </c:pt>
                <c:pt idx="26668">
                  <c:v>0.99970370370370365</c:v>
                </c:pt>
                <c:pt idx="26669">
                  <c:v>0.99970370370370365</c:v>
                </c:pt>
                <c:pt idx="26670">
                  <c:v>0.99970370370370365</c:v>
                </c:pt>
                <c:pt idx="26671">
                  <c:v>0.99970370370370365</c:v>
                </c:pt>
                <c:pt idx="26672">
                  <c:v>0.99970370370370365</c:v>
                </c:pt>
                <c:pt idx="26673">
                  <c:v>0.99970370370370365</c:v>
                </c:pt>
                <c:pt idx="26674">
                  <c:v>0.99970370370370365</c:v>
                </c:pt>
                <c:pt idx="26675">
                  <c:v>0.99970370370370365</c:v>
                </c:pt>
                <c:pt idx="26676">
                  <c:v>0.99970370370370365</c:v>
                </c:pt>
                <c:pt idx="26677">
                  <c:v>0.99970370370370365</c:v>
                </c:pt>
                <c:pt idx="26678">
                  <c:v>0.99970370370370365</c:v>
                </c:pt>
                <c:pt idx="26679">
                  <c:v>0.99970370370370365</c:v>
                </c:pt>
                <c:pt idx="26680">
                  <c:v>0.99970370370370365</c:v>
                </c:pt>
                <c:pt idx="26681">
                  <c:v>0.99970370370370365</c:v>
                </c:pt>
                <c:pt idx="26682">
                  <c:v>0.99970370370370365</c:v>
                </c:pt>
                <c:pt idx="26683">
                  <c:v>0.99970370370370365</c:v>
                </c:pt>
                <c:pt idx="26684">
                  <c:v>0.99970370370370365</c:v>
                </c:pt>
                <c:pt idx="26685">
                  <c:v>0.99970370370370365</c:v>
                </c:pt>
                <c:pt idx="26686">
                  <c:v>0.99970370370370365</c:v>
                </c:pt>
                <c:pt idx="26687">
                  <c:v>0.99970370370370365</c:v>
                </c:pt>
                <c:pt idx="26688">
                  <c:v>0.99970370370370365</c:v>
                </c:pt>
                <c:pt idx="26689">
                  <c:v>0.99970370370370365</c:v>
                </c:pt>
                <c:pt idx="26690">
                  <c:v>0.99970370370370365</c:v>
                </c:pt>
                <c:pt idx="26691">
                  <c:v>0.99970370370370365</c:v>
                </c:pt>
                <c:pt idx="26692">
                  <c:v>0.99970370370370365</c:v>
                </c:pt>
                <c:pt idx="26693">
                  <c:v>0.99970370370370365</c:v>
                </c:pt>
                <c:pt idx="26694">
                  <c:v>0.99970370370370365</c:v>
                </c:pt>
                <c:pt idx="26695">
                  <c:v>0.99970370370370365</c:v>
                </c:pt>
                <c:pt idx="26696">
                  <c:v>0.99970370370370365</c:v>
                </c:pt>
                <c:pt idx="26697">
                  <c:v>0.99970370370370365</c:v>
                </c:pt>
                <c:pt idx="26698">
                  <c:v>0.99970370370370365</c:v>
                </c:pt>
                <c:pt idx="26699">
                  <c:v>0.99970370370370365</c:v>
                </c:pt>
                <c:pt idx="26700">
                  <c:v>0.99970370370370365</c:v>
                </c:pt>
                <c:pt idx="26701">
                  <c:v>0.99970370370370365</c:v>
                </c:pt>
                <c:pt idx="26702">
                  <c:v>0.99970370370370365</c:v>
                </c:pt>
                <c:pt idx="26703">
                  <c:v>0.99970370370370365</c:v>
                </c:pt>
                <c:pt idx="26704">
                  <c:v>0.99970370370370365</c:v>
                </c:pt>
                <c:pt idx="26705">
                  <c:v>0.99970370370370365</c:v>
                </c:pt>
                <c:pt idx="26706">
                  <c:v>0.99970370370370365</c:v>
                </c:pt>
                <c:pt idx="26707">
                  <c:v>0.99970370370370365</c:v>
                </c:pt>
                <c:pt idx="26708">
                  <c:v>0.99970370370370365</c:v>
                </c:pt>
                <c:pt idx="26709">
                  <c:v>0.99970370370370365</c:v>
                </c:pt>
                <c:pt idx="26710">
                  <c:v>0.99970370370370365</c:v>
                </c:pt>
                <c:pt idx="26711">
                  <c:v>0.99970370370370365</c:v>
                </c:pt>
                <c:pt idx="26712">
                  <c:v>0.99970370370370365</c:v>
                </c:pt>
                <c:pt idx="26713">
                  <c:v>0.99970370370370365</c:v>
                </c:pt>
                <c:pt idx="26714">
                  <c:v>0.99970370370370365</c:v>
                </c:pt>
                <c:pt idx="26715">
                  <c:v>0.99970370370370365</c:v>
                </c:pt>
                <c:pt idx="26716">
                  <c:v>0.99970370370370365</c:v>
                </c:pt>
                <c:pt idx="26717">
                  <c:v>0.99970370370370365</c:v>
                </c:pt>
                <c:pt idx="26718">
                  <c:v>0.99970370370370365</c:v>
                </c:pt>
                <c:pt idx="26719">
                  <c:v>0.99970370370370365</c:v>
                </c:pt>
                <c:pt idx="26720">
                  <c:v>0.99970370370370365</c:v>
                </c:pt>
                <c:pt idx="26721">
                  <c:v>0.99970370370370365</c:v>
                </c:pt>
                <c:pt idx="26722">
                  <c:v>0.99970370370370365</c:v>
                </c:pt>
                <c:pt idx="26723">
                  <c:v>0.99970370370370365</c:v>
                </c:pt>
                <c:pt idx="26724">
                  <c:v>0.99970370370370365</c:v>
                </c:pt>
                <c:pt idx="26725">
                  <c:v>0.99970370370370365</c:v>
                </c:pt>
                <c:pt idx="26726">
                  <c:v>0.99970370370370365</c:v>
                </c:pt>
                <c:pt idx="26727">
                  <c:v>0.99970370370370365</c:v>
                </c:pt>
                <c:pt idx="26728">
                  <c:v>0.99970370370370365</c:v>
                </c:pt>
                <c:pt idx="26729">
                  <c:v>0.99970370370370365</c:v>
                </c:pt>
                <c:pt idx="26730">
                  <c:v>0.99970370370370365</c:v>
                </c:pt>
                <c:pt idx="26731">
                  <c:v>0.99970370370370365</c:v>
                </c:pt>
                <c:pt idx="26732">
                  <c:v>0.99970370370370365</c:v>
                </c:pt>
                <c:pt idx="26733">
                  <c:v>0.99970370370370365</c:v>
                </c:pt>
                <c:pt idx="26734">
                  <c:v>0.99970370370370365</c:v>
                </c:pt>
                <c:pt idx="26735">
                  <c:v>0.99970370370370365</c:v>
                </c:pt>
                <c:pt idx="26736">
                  <c:v>0.99970370370370365</c:v>
                </c:pt>
                <c:pt idx="26737">
                  <c:v>0.99970370370370365</c:v>
                </c:pt>
                <c:pt idx="26738">
                  <c:v>0.99970370370370365</c:v>
                </c:pt>
                <c:pt idx="26739">
                  <c:v>0.99970370370370365</c:v>
                </c:pt>
                <c:pt idx="26740">
                  <c:v>0.99970370370370365</c:v>
                </c:pt>
                <c:pt idx="26741">
                  <c:v>0.99970370370370365</c:v>
                </c:pt>
                <c:pt idx="26742">
                  <c:v>0.99970370370370365</c:v>
                </c:pt>
                <c:pt idx="26743">
                  <c:v>0.99970370370370365</c:v>
                </c:pt>
                <c:pt idx="26744">
                  <c:v>0.99970370370370365</c:v>
                </c:pt>
                <c:pt idx="26745">
                  <c:v>0.99970370370370365</c:v>
                </c:pt>
                <c:pt idx="26746">
                  <c:v>0.99970370370370365</c:v>
                </c:pt>
                <c:pt idx="26747">
                  <c:v>0.99970370370370365</c:v>
                </c:pt>
                <c:pt idx="26748">
                  <c:v>0.99970370370370365</c:v>
                </c:pt>
                <c:pt idx="26749">
                  <c:v>0.99970370370370365</c:v>
                </c:pt>
                <c:pt idx="26750">
                  <c:v>0.99970370370370365</c:v>
                </c:pt>
                <c:pt idx="26751">
                  <c:v>0.99970370370370365</c:v>
                </c:pt>
                <c:pt idx="26752">
                  <c:v>0.99970370370370365</c:v>
                </c:pt>
                <c:pt idx="26753">
                  <c:v>0.99970370370370365</c:v>
                </c:pt>
                <c:pt idx="26754">
                  <c:v>0.99970370370370365</c:v>
                </c:pt>
                <c:pt idx="26755">
                  <c:v>0.99970370370370365</c:v>
                </c:pt>
                <c:pt idx="26756">
                  <c:v>0.99970370370370365</c:v>
                </c:pt>
                <c:pt idx="26757">
                  <c:v>0.99970370370370365</c:v>
                </c:pt>
                <c:pt idx="26758">
                  <c:v>0.99970370370370365</c:v>
                </c:pt>
                <c:pt idx="26759">
                  <c:v>0.99970370370370365</c:v>
                </c:pt>
                <c:pt idx="26760">
                  <c:v>0.99970370370370365</c:v>
                </c:pt>
                <c:pt idx="26761">
                  <c:v>0.99970370370370365</c:v>
                </c:pt>
                <c:pt idx="26762">
                  <c:v>0.99970370370370365</c:v>
                </c:pt>
                <c:pt idx="26763">
                  <c:v>0.99970370370370365</c:v>
                </c:pt>
                <c:pt idx="26764">
                  <c:v>0.99970370370370365</c:v>
                </c:pt>
                <c:pt idx="26765">
                  <c:v>0.99970370370370365</c:v>
                </c:pt>
                <c:pt idx="26766">
                  <c:v>0.99970370370370365</c:v>
                </c:pt>
                <c:pt idx="26767">
                  <c:v>0.99970370370370365</c:v>
                </c:pt>
                <c:pt idx="26768">
                  <c:v>0.99970370370370365</c:v>
                </c:pt>
                <c:pt idx="26769">
                  <c:v>0.99970370370370365</c:v>
                </c:pt>
                <c:pt idx="26770">
                  <c:v>0.99970370370370365</c:v>
                </c:pt>
                <c:pt idx="26771">
                  <c:v>0.99970370370370365</c:v>
                </c:pt>
                <c:pt idx="26772">
                  <c:v>0.99970370370370365</c:v>
                </c:pt>
                <c:pt idx="26773">
                  <c:v>0.99970370370370365</c:v>
                </c:pt>
                <c:pt idx="26774">
                  <c:v>0.99970370370370365</c:v>
                </c:pt>
                <c:pt idx="26775">
                  <c:v>0.99970370370370365</c:v>
                </c:pt>
                <c:pt idx="26776">
                  <c:v>0.99970370370370365</c:v>
                </c:pt>
                <c:pt idx="26777">
                  <c:v>0.99970370370370365</c:v>
                </c:pt>
                <c:pt idx="26778">
                  <c:v>0.99970370370370365</c:v>
                </c:pt>
                <c:pt idx="26779">
                  <c:v>0.99970370370370365</c:v>
                </c:pt>
                <c:pt idx="26780">
                  <c:v>0.99970370370370365</c:v>
                </c:pt>
                <c:pt idx="26781">
                  <c:v>0.99970370370370365</c:v>
                </c:pt>
                <c:pt idx="26782">
                  <c:v>0.99970370370370365</c:v>
                </c:pt>
                <c:pt idx="26783">
                  <c:v>0.99970370370370365</c:v>
                </c:pt>
                <c:pt idx="26784">
                  <c:v>0.99970370370370365</c:v>
                </c:pt>
                <c:pt idx="26785">
                  <c:v>0.99970370370370365</c:v>
                </c:pt>
                <c:pt idx="26786">
                  <c:v>0.99985185185185188</c:v>
                </c:pt>
                <c:pt idx="26787">
                  <c:v>0.99985185185185188</c:v>
                </c:pt>
                <c:pt idx="26788">
                  <c:v>0.99985185185185188</c:v>
                </c:pt>
                <c:pt idx="26789">
                  <c:v>0.99985185185185188</c:v>
                </c:pt>
                <c:pt idx="26790">
                  <c:v>0.99985185185185188</c:v>
                </c:pt>
                <c:pt idx="26791">
                  <c:v>0.99985185185185188</c:v>
                </c:pt>
                <c:pt idx="26792">
                  <c:v>0.99985185185185188</c:v>
                </c:pt>
                <c:pt idx="26793">
                  <c:v>0.99985185185185188</c:v>
                </c:pt>
                <c:pt idx="26794">
                  <c:v>0.99985185185185188</c:v>
                </c:pt>
                <c:pt idx="26795">
                  <c:v>0.99985185185185188</c:v>
                </c:pt>
                <c:pt idx="26796">
                  <c:v>0.99985185185185188</c:v>
                </c:pt>
                <c:pt idx="26797">
                  <c:v>0.99985185185185188</c:v>
                </c:pt>
                <c:pt idx="26798">
                  <c:v>0.99985185185185188</c:v>
                </c:pt>
                <c:pt idx="26799">
                  <c:v>0.99985185185185188</c:v>
                </c:pt>
                <c:pt idx="26800">
                  <c:v>0.99985185185185188</c:v>
                </c:pt>
                <c:pt idx="26801">
                  <c:v>0.99985185185185188</c:v>
                </c:pt>
                <c:pt idx="26802">
                  <c:v>0.99985185185185188</c:v>
                </c:pt>
                <c:pt idx="26803">
                  <c:v>0.99985185185185188</c:v>
                </c:pt>
                <c:pt idx="26804">
                  <c:v>0.99985185185185188</c:v>
                </c:pt>
                <c:pt idx="26805">
                  <c:v>0.99985185185185188</c:v>
                </c:pt>
                <c:pt idx="26806">
                  <c:v>0.99985185185185188</c:v>
                </c:pt>
                <c:pt idx="26807">
                  <c:v>0.99985185185185188</c:v>
                </c:pt>
                <c:pt idx="26808">
                  <c:v>0.99985185185185188</c:v>
                </c:pt>
                <c:pt idx="26809">
                  <c:v>0.99985185185185188</c:v>
                </c:pt>
                <c:pt idx="26810">
                  <c:v>0.99985185185185188</c:v>
                </c:pt>
                <c:pt idx="26811">
                  <c:v>0.99985185185185188</c:v>
                </c:pt>
                <c:pt idx="26812">
                  <c:v>0.99985185185185188</c:v>
                </c:pt>
                <c:pt idx="26813">
                  <c:v>0.99985185185185188</c:v>
                </c:pt>
                <c:pt idx="26814">
                  <c:v>0.99985185185185188</c:v>
                </c:pt>
                <c:pt idx="26815">
                  <c:v>0.99985185185185188</c:v>
                </c:pt>
                <c:pt idx="26816">
                  <c:v>0.99985185185185188</c:v>
                </c:pt>
                <c:pt idx="26817">
                  <c:v>0.99985185185185188</c:v>
                </c:pt>
                <c:pt idx="26818">
                  <c:v>0.99985185185185188</c:v>
                </c:pt>
                <c:pt idx="26819">
                  <c:v>0.99985185185185188</c:v>
                </c:pt>
                <c:pt idx="26820">
                  <c:v>0.99985185185185188</c:v>
                </c:pt>
                <c:pt idx="26821">
                  <c:v>0.99985185185185188</c:v>
                </c:pt>
                <c:pt idx="26822">
                  <c:v>0.99985185185185188</c:v>
                </c:pt>
                <c:pt idx="26823">
                  <c:v>0.99985185185185188</c:v>
                </c:pt>
                <c:pt idx="26824">
                  <c:v>0.99985185185185188</c:v>
                </c:pt>
                <c:pt idx="26825">
                  <c:v>0.99985185185185188</c:v>
                </c:pt>
                <c:pt idx="26826">
                  <c:v>0.99985185185185188</c:v>
                </c:pt>
                <c:pt idx="26827">
                  <c:v>0.99985185185185188</c:v>
                </c:pt>
                <c:pt idx="26828">
                  <c:v>0.99985185185185188</c:v>
                </c:pt>
                <c:pt idx="26829">
                  <c:v>0.99985185185185188</c:v>
                </c:pt>
                <c:pt idx="26830">
                  <c:v>0.99985185185185188</c:v>
                </c:pt>
                <c:pt idx="26831">
                  <c:v>0.99985185185185188</c:v>
                </c:pt>
                <c:pt idx="26832">
                  <c:v>0.99985185185185188</c:v>
                </c:pt>
                <c:pt idx="26833">
                  <c:v>0.99985185185185188</c:v>
                </c:pt>
                <c:pt idx="26834">
                  <c:v>0.99985185185185188</c:v>
                </c:pt>
                <c:pt idx="26835">
                  <c:v>0.99985185185185188</c:v>
                </c:pt>
                <c:pt idx="26836">
                  <c:v>0.99985185185185188</c:v>
                </c:pt>
                <c:pt idx="26837">
                  <c:v>0.99985185185185188</c:v>
                </c:pt>
                <c:pt idx="26838">
                  <c:v>0.99985185185185188</c:v>
                </c:pt>
                <c:pt idx="26839">
                  <c:v>0.99985185185185188</c:v>
                </c:pt>
                <c:pt idx="26840">
                  <c:v>0.99985185185185188</c:v>
                </c:pt>
                <c:pt idx="26841">
                  <c:v>0.99985185185185188</c:v>
                </c:pt>
                <c:pt idx="26842">
                  <c:v>0.99985185185185188</c:v>
                </c:pt>
                <c:pt idx="26843">
                  <c:v>0.99985185185185188</c:v>
                </c:pt>
                <c:pt idx="26844">
                  <c:v>0.99985185185185188</c:v>
                </c:pt>
                <c:pt idx="26845">
                  <c:v>0.99985185185185188</c:v>
                </c:pt>
                <c:pt idx="26846">
                  <c:v>0.99985185185185188</c:v>
                </c:pt>
                <c:pt idx="26847">
                  <c:v>0.99985185185185188</c:v>
                </c:pt>
                <c:pt idx="26848">
                  <c:v>0.99985185185185188</c:v>
                </c:pt>
                <c:pt idx="26849">
                  <c:v>0.99985185185185188</c:v>
                </c:pt>
                <c:pt idx="26850">
                  <c:v>0.99985185185185188</c:v>
                </c:pt>
                <c:pt idx="26851">
                  <c:v>0.99985185185185188</c:v>
                </c:pt>
                <c:pt idx="26852">
                  <c:v>0.99985185185185188</c:v>
                </c:pt>
                <c:pt idx="26853">
                  <c:v>0.99985185185185188</c:v>
                </c:pt>
                <c:pt idx="26854">
                  <c:v>0.99985185185185188</c:v>
                </c:pt>
                <c:pt idx="26855">
                  <c:v>0.99985185185185188</c:v>
                </c:pt>
                <c:pt idx="26856">
                  <c:v>0.99985185185185188</c:v>
                </c:pt>
                <c:pt idx="26857">
                  <c:v>0.99985185185185188</c:v>
                </c:pt>
                <c:pt idx="26858">
                  <c:v>0.99985185185185188</c:v>
                </c:pt>
                <c:pt idx="26859">
                  <c:v>0.99985185185185188</c:v>
                </c:pt>
                <c:pt idx="26860">
                  <c:v>0.99985185185185188</c:v>
                </c:pt>
                <c:pt idx="26861">
                  <c:v>0.99985185185185188</c:v>
                </c:pt>
                <c:pt idx="26862">
                  <c:v>0.99985185185185188</c:v>
                </c:pt>
                <c:pt idx="26863">
                  <c:v>0.99985185185185188</c:v>
                </c:pt>
                <c:pt idx="26864">
                  <c:v>0.99985185185185188</c:v>
                </c:pt>
                <c:pt idx="26865">
                  <c:v>0.99985185185185188</c:v>
                </c:pt>
                <c:pt idx="26866">
                  <c:v>0.99985185185185188</c:v>
                </c:pt>
                <c:pt idx="26867">
                  <c:v>0.99985185185185188</c:v>
                </c:pt>
                <c:pt idx="26868">
                  <c:v>0.99985185185185188</c:v>
                </c:pt>
                <c:pt idx="26869">
                  <c:v>0.99985185185185188</c:v>
                </c:pt>
                <c:pt idx="26870">
                  <c:v>0.99985185185185188</c:v>
                </c:pt>
                <c:pt idx="26871">
                  <c:v>0.99985185185185188</c:v>
                </c:pt>
                <c:pt idx="26872">
                  <c:v>0.99985185185185188</c:v>
                </c:pt>
                <c:pt idx="26873">
                  <c:v>0.99985185185185188</c:v>
                </c:pt>
                <c:pt idx="26874">
                  <c:v>0.99985185185185188</c:v>
                </c:pt>
                <c:pt idx="26875">
                  <c:v>0.99985185185185188</c:v>
                </c:pt>
                <c:pt idx="26876">
                  <c:v>0.99985185185185188</c:v>
                </c:pt>
                <c:pt idx="26877">
                  <c:v>0.99985185185185188</c:v>
                </c:pt>
                <c:pt idx="26878">
                  <c:v>0.99985185185185188</c:v>
                </c:pt>
                <c:pt idx="26879">
                  <c:v>0.99985185185185188</c:v>
                </c:pt>
                <c:pt idx="26880">
                  <c:v>0.99985185185185188</c:v>
                </c:pt>
                <c:pt idx="26881">
                  <c:v>0.99985185185185188</c:v>
                </c:pt>
                <c:pt idx="26882">
                  <c:v>0.99985185185185188</c:v>
                </c:pt>
                <c:pt idx="26883">
                  <c:v>0.99985185185185188</c:v>
                </c:pt>
                <c:pt idx="26884">
                  <c:v>0.99985185185185188</c:v>
                </c:pt>
                <c:pt idx="26885">
                  <c:v>0.99985185185185188</c:v>
                </c:pt>
                <c:pt idx="26886">
                  <c:v>0.99985185185185188</c:v>
                </c:pt>
                <c:pt idx="26887">
                  <c:v>0.99985185185185188</c:v>
                </c:pt>
                <c:pt idx="26888">
                  <c:v>0.99985185185185188</c:v>
                </c:pt>
                <c:pt idx="26889">
                  <c:v>0.99985185185185188</c:v>
                </c:pt>
                <c:pt idx="26890">
                  <c:v>0.99985185185185188</c:v>
                </c:pt>
                <c:pt idx="26891">
                  <c:v>0.99985185185185188</c:v>
                </c:pt>
                <c:pt idx="26892">
                  <c:v>0.99985185185185188</c:v>
                </c:pt>
                <c:pt idx="26893">
                  <c:v>0.99985185185185188</c:v>
                </c:pt>
                <c:pt idx="26894">
                  <c:v>0.99985185185185188</c:v>
                </c:pt>
                <c:pt idx="26895">
                  <c:v>0.99985185185185188</c:v>
                </c:pt>
                <c:pt idx="26896">
                  <c:v>0.99985185185185188</c:v>
                </c:pt>
                <c:pt idx="26897">
                  <c:v>0.99985185185185188</c:v>
                </c:pt>
                <c:pt idx="26898">
                  <c:v>0.99985185185185188</c:v>
                </c:pt>
                <c:pt idx="26899">
                  <c:v>0.99985185185185188</c:v>
                </c:pt>
                <c:pt idx="26900">
                  <c:v>0.99985185185185188</c:v>
                </c:pt>
                <c:pt idx="26901">
                  <c:v>0.99985185185185188</c:v>
                </c:pt>
                <c:pt idx="26902">
                  <c:v>0.99985185185185188</c:v>
                </c:pt>
                <c:pt idx="26903">
                  <c:v>0.99985185185185188</c:v>
                </c:pt>
                <c:pt idx="26904">
                  <c:v>0.99985185185185188</c:v>
                </c:pt>
                <c:pt idx="26905">
                  <c:v>1</c:v>
                </c:pt>
                <c:pt idx="26906">
                  <c:v>1</c:v>
                </c:pt>
                <c:pt idx="26907">
                  <c:v>1</c:v>
                </c:pt>
                <c:pt idx="26908">
                  <c:v>1</c:v>
                </c:pt>
                <c:pt idx="26909">
                  <c:v>1</c:v>
                </c:pt>
                <c:pt idx="26910">
                  <c:v>1</c:v>
                </c:pt>
                <c:pt idx="26911">
                  <c:v>1</c:v>
                </c:pt>
                <c:pt idx="26912">
                  <c:v>1</c:v>
                </c:pt>
                <c:pt idx="26913">
                  <c:v>1</c:v>
                </c:pt>
                <c:pt idx="26914">
                  <c:v>1</c:v>
                </c:pt>
                <c:pt idx="26915">
                  <c:v>1</c:v>
                </c:pt>
                <c:pt idx="26916">
                  <c:v>1</c:v>
                </c:pt>
                <c:pt idx="26917">
                  <c:v>1</c:v>
                </c:pt>
                <c:pt idx="26918">
                  <c:v>1</c:v>
                </c:pt>
                <c:pt idx="26919">
                  <c:v>1</c:v>
                </c:pt>
                <c:pt idx="26920">
                  <c:v>1</c:v>
                </c:pt>
                <c:pt idx="26921">
                  <c:v>1</c:v>
                </c:pt>
                <c:pt idx="26922">
                  <c:v>1</c:v>
                </c:pt>
                <c:pt idx="26923">
                  <c:v>1</c:v>
                </c:pt>
                <c:pt idx="26924">
                  <c:v>1</c:v>
                </c:pt>
                <c:pt idx="26925">
                  <c:v>1</c:v>
                </c:pt>
                <c:pt idx="26926">
                  <c:v>1</c:v>
                </c:pt>
                <c:pt idx="26927">
                  <c:v>1</c:v>
                </c:pt>
                <c:pt idx="26928">
                  <c:v>1</c:v>
                </c:pt>
                <c:pt idx="26929">
                  <c:v>1</c:v>
                </c:pt>
                <c:pt idx="26930">
                  <c:v>1</c:v>
                </c:pt>
                <c:pt idx="26931">
                  <c:v>1</c:v>
                </c:pt>
                <c:pt idx="26932">
                  <c:v>1</c:v>
                </c:pt>
                <c:pt idx="26933">
                  <c:v>1</c:v>
                </c:pt>
                <c:pt idx="26934">
                  <c:v>1</c:v>
                </c:pt>
                <c:pt idx="26935">
                  <c:v>1</c:v>
                </c:pt>
                <c:pt idx="26936">
                  <c:v>1</c:v>
                </c:pt>
                <c:pt idx="26937">
                  <c:v>1</c:v>
                </c:pt>
                <c:pt idx="26938">
                  <c:v>1</c:v>
                </c:pt>
                <c:pt idx="26939">
                  <c:v>1</c:v>
                </c:pt>
                <c:pt idx="2694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FE2D-416B-B255-03E6C9C7180D}"/>
            </c:ext>
          </c:extLst>
        </c:ser>
        <c:ser>
          <c:idx val="2"/>
          <c:order val="2"/>
          <c:tx>
            <c:v>UKF</c:v>
          </c:tx>
          <c:spPr>
            <a:ln w="19050" cap="rnd">
              <a:solidFill>
                <a:srgbClr val="3C7850"/>
              </a:solidFill>
              <a:round/>
            </a:ln>
            <a:effectLst/>
          </c:spPr>
          <c:marker>
            <c:symbol val="none"/>
          </c:marker>
          <c:xVal>
            <c:numRef>
              <c:f>工作表1!$A$2:$A$26942</c:f>
              <c:numCache>
                <c:formatCode>General</c:formatCode>
                <c:ptCount val="26941"/>
                <c:pt idx="0">
                  <c:v>0</c:v>
                </c:pt>
                <c:pt idx="1">
                  <c:v>2.7946249469234358E-3</c:v>
                </c:pt>
                <c:pt idx="2">
                  <c:v>5.8133160780984286E-3</c:v>
                </c:pt>
                <c:pt idx="3">
                  <c:v>6.7863413197884869E-3</c:v>
                </c:pt>
                <c:pt idx="4">
                  <c:v>8.494081710897142E-3</c:v>
                </c:pt>
                <c:pt idx="5">
                  <c:v>8.7118407497888302E-3</c:v>
                </c:pt>
                <c:pt idx="6">
                  <c:v>9.6531330635455572E-3</c:v>
                </c:pt>
                <c:pt idx="7">
                  <c:v>9.6615782392173201E-3</c:v>
                </c:pt>
                <c:pt idx="8">
                  <c:v>9.714840091438047E-3</c:v>
                </c:pt>
                <c:pt idx="9">
                  <c:v>1.0642148906982939E-2</c:v>
                </c:pt>
                <c:pt idx="10">
                  <c:v>1.0845885352890368E-2</c:v>
                </c:pt>
                <c:pt idx="11">
                  <c:v>1.0887713584082784E-2</c:v>
                </c:pt>
                <c:pt idx="12">
                  <c:v>1.1121837707425955E-2</c:v>
                </c:pt>
                <c:pt idx="13">
                  <c:v>1.118248073238505E-2</c:v>
                </c:pt>
                <c:pt idx="14">
                  <c:v>1.126468237349371E-2</c:v>
                </c:pt>
                <c:pt idx="15">
                  <c:v>1.1314141257244685E-2</c:v>
                </c:pt>
                <c:pt idx="16">
                  <c:v>1.1847415394384582E-2</c:v>
                </c:pt>
                <c:pt idx="17">
                  <c:v>1.2673139283812978E-2</c:v>
                </c:pt>
                <c:pt idx="18">
                  <c:v>1.314549675097082E-2</c:v>
                </c:pt>
                <c:pt idx="19">
                  <c:v>1.3212676364019176E-2</c:v>
                </c:pt>
                <c:pt idx="20">
                  <c:v>1.360673804721076E-2</c:v>
                </c:pt>
                <c:pt idx="21">
                  <c:v>1.3687228952116409E-2</c:v>
                </c:pt>
                <c:pt idx="22">
                  <c:v>1.3927287493673479E-2</c:v>
                </c:pt>
                <c:pt idx="23">
                  <c:v>1.4012699083072342E-2</c:v>
                </c:pt>
                <c:pt idx="24">
                  <c:v>1.4023410641627298E-2</c:v>
                </c:pt>
                <c:pt idx="25">
                  <c:v>1.432861614113738E-2</c:v>
                </c:pt>
                <c:pt idx="26">
                  <c:v>1.4485113375701918E-2</c:v>
                </c:pt>
                <c:pt idx="27">
                  <c:v>1.4563015991601759E-2</c:v>
                </c:pt>
                <c:pt idx="28">
                  <c:v>1.4687147892411019E-2</c:v>
                </c:pt>
                <c:pt idx="29">
                  <c:v>1.4694763264302033E-2</c:v>
                </c:pt>
                <c:pt idx="30">
                  <c:v>1.476511103309874E-2</c:v>
                </c:pt>
                <c:pt idx="31">
                  <c:v>1.484898437023211E-2</c:v>
                </c:pt>
                <c:pt idx="32">
                  <c:v>1.4859859758991439E-2</c:v>
                </c:pt>
                <c:pt idx="33">
                  <c:v>1.4903385093742127E-2</c:v>
                </c:pt>
                <c:pt idx="34">
                  <c:v>1.4917318223854318E-2</c:v>
                </c:pt>
                <c:pt idx="35">
                  <c:v>1.49616125610163E-2</c:v>
                </c:pt>
                <c:pt idx="36">
                  <c:v>1.5035428115915107E-2</c:v>
                </c:pt>
                <c:pt idx="37">
                  <c:v>1.5120961252069983E-2</c:v>
                </c:pt>
                <c:pt idx="38">
                  <c:v>1.5130655445956777E-2</c:v>
                </c:pt>
                <c:pt idx="39">
                  <c:v>1.5187729457684047E-2</c:v>
                </c:pt>
                <c:pt idx="40">
                  <c:v>1.5229989910488651E-2</c:v>
                </c:pt>
                <c:pt idx="41">
                  <c:v>1.5244250370344468E-2</c:v>
                </c:pt>
                <c:pt idx="42">
                  <c:v>1.5324896548165675E-2</c:v>
                </c:pt>
                <c:pt idx="43">
                  <c:v>1.5677153377740373E-2</c:v>
                </c:pt>
                <c:pt idx="44">
                  <c:v>1.5727751022163883E-2</c:v>
                </c:pt>
                <c:pt idx="45">
                  <c:v>1.5755763680214929E-2</c:v>
                </c:pt>
                <c:pt idx="46">
                  <c:v>1.5805431979660979E-2</c:v>
                </c:pt>
                <c:pt idx="47">
                  <c:v>1.5827888605158453E-2</c:v>
                </c:pt>
                <c:pt idx="48">
                  <c:v>1.5828952189759084E-2</c:v>
                </c:pt>
                <c:pt idx="49">
                  <c:v>1.5839164760096273E-2</c:v>
                </c:pt>
                <c:pt idx="50">
                  <c:v>1.5845944867392082E-2</c:v>
                </c:pt>
                <c:pt idx="51">
                  <c:v>1.5908882965316055E-2</c:v>
                </c:pt>
                <c:pt idx="52">
                  <c:v>1.596216596288479E-2</c:v>
                </c:pt>
                <c:pt idx="53">
                  <c:v>1.614808509337292E-2</c:v>
                </c:pt>
                <c:pt idx="54">
                  <c:v>1.6251250144594668E-2</c:v>
                </c:pt>
                <c:pt idx="55">
                  <c:v>1.6319446464865828E-2</c:v>
                </c:pt>
                <c:pt idx="56">
                  <c:v>1.636817856162882E-2</c:v>
                </c:pt>
                <c:pt idx="57">
                  <c:v>1.6526034594841671E-2</c:v>
                </c:pt>
                <c:pt idx="58">
                  <c:v>1.6611942971331461E-2</c:v>
                </c:pt>
                <c:pt idx="59">
                  <c:v>1.661742198047678E-2</c:v>
                </c:pt>
                <c:pt idx="60">
                  <c:v>1.6639843613107112E-2</c:v>
                </c:pt>
                <c:pt idx="61">
                  <c:v>1.7080210097148284E-2</c:v>
                </c:pt>
                <c:pt idx="62">
                  <c:v>1.7239360371540578E-2</c:v>
                </c:pt>
                <c:pt idx="63">
                  <c:v>1.7620990971011351E-2</c:v>
                </c:pt>
                <c:pt idx="64">
                  <c:v>1.7733617289644839E-2</c:v>
                </c:pt>
                <c:pt idx="65">
                  <c:v>1.7760863719355938E-2</c:v>
                </c:pt>
                <c:pt idx="66">
                  <c:v>1.7829508735857567E-2</c:v>
                </c:pt>
                <c:pt idx="67">
                  <c:v>1.785970877571225E-2</c:v>
                </c:pt>
                <c:pt idx="68">
                  <c:v>1.8007196430383798E-2</c:v>
                </c:pt>
                <c:pt idx="69">
                  <c:v>1.8050631657241082E-2</c:v>
                </c:pt>
                <c:pt idx="70">
                  <c:v>1.8379839877929339E-2</c:v>
                </c:pt>
                <c:pt idx="71">
                  <c:v>1.839615982290169E-2</c:v>
                </c:pt>
                <c:pt idx="72">
                  <c:v>1.8416601443944317E-2</c:v>
                </c:pt>
                <c:pt idx="73">
                  <c:v>1.8427930099273512E-2</c:v>
                </c:pt>
                <c:pt idx="74">
                  <c:v>1.8445683955885004E-2</c:v>
                </c:pt>
                <c:pt idx="75">
                  <c:v>1.8497417288738674E-2</c:v>
                </c:pt>
                <c:pt idx="76">
                  <c:v>1.8727550734930994E-2</c:v>
                </c:pt>
                <c:pt idx="77">
                  <c:v>1.8752029072994371E-2</c:v>
                </c:pt>
                <c:pt idx="78">
                  <c:v>1.8831560770845E-2</c:v>
                </c:pt>
                <c:pt idx="79">
                  <c:v>1.8959071008263446E-2</c:v>
                </c:pt>
                <c:pt idx="80">
                  <c:v>1.9002221025354302E-2</c:v>
                </c:pt>
                <c:pt idx="81">
                  <c:v>1.9016104402484874E-2</c:v>
                </c:pt>
                <c:pt idx="82">
                  <c:v>1.9038457407767141E-2</c:v>
                </c:pt>
                <c:pt idx="83">
                  <c:v>1.907767780560302E-2</c:v>
                </c:pt>
                <c:pt idx="84">
                  <c:v>1.9088312197216746E-2</c:v>
                </c:pt>
                <c:pt idx="85">
                  <c:v>1.9207416463143365E-2</c:v>
                </c:pt>
                <c:pt idx="86">
                  <c:v>1.925840576733328E-2</c:v>
                </c:pt>
                <c:pt idx="87">
                  <c:v>1.9312910886457112E-2</c:v>
                </c:pt>
                <c:pt idx="88">
                  <c:v>1.9425829771959086E-2</c:v>
                </c:pt>
                <c:pt idx="89">
                  <c:v>1.9436268906452874E-2</c:v>
                </c:pt>
                <c:pt idx="90">
                  <c:v>1.9505621271938726E-2</c:v>
                </c:pt>
                <c:pt idx="91">
                  <c:v>1.9526642195612103E-2</c:v>
                </c:pt>
                <c:pt idx="92">
                  <c:v>1.9560035743192494E-2</c:v>
                </c:pt>
                <c:pt idx="93">
                  <c:v>1.9566732466683369E-2</c:v>
                </c:pt>
                <c:pt idx="94">
                  <c:v>1.9627908672666585E-2</c:v>
                </c:pt>
                <c:pt idx="95">
                  <c:v>1.9629751286064263E-2</c:v>
                </c:pt>
                <c:pt idx="96">
                  <c:v>1.9652926843234751E-2</c:v>
                </c:pt>
                <c:pt idx="97">
                  <c:v>1.9737861122868221E-2</c:v>
                </c:pt>
                <c:pt idx="98">
                  <c:v>1.9879159733926614E-2</c:v>
                </c:pt>
                <c:pt idx="99">
                  <c:v>2.0041820476773244E-2</c:v>
                </c:pt>
                <c:pt idx="100">
                  <c:v>2.0045729553574476E-2</c:v>
                </c:pt>
                <c:pt idx="101">
                  <c:v>2.0051997602070007E-2</c:v>
                </c:pt>
                <c:pt idx="102">
                  <c:v>2.0086857435721514E-2</c:v>
                </c:pt>
                <c:pt idx="103">
                  <c:v>2.0132803396867401E-2</c:v>
                </c:pt>
                <c:pt idx="104">
                  <c:v>2.0175578711191945E-2</c:v>
                </c:pt>
                <c:pt idx="105">
                  <c:v>2.0219642378517113E-2</c:v>
                </c:pt>
                <c:pt idx="106">
                  <c:v>2.0226485472933882E-2</c:v>
                </c:pt>
                <c:pt idx="107">
                  <c:v>2.0254141653905593E-2</c:v>
                </c:pt>
                <c:pt idx="108">
                  <c:v>2.0256229240169905E-2</c:v>
                </c:pt>
                <c:pt idx="109">
                  <c:v>2.0350623117269383E-2</c:v>
                </c:pt>
                <c:pt idx="110">
                  <c:v>2.0369618986872739E-2</c:v>
                </c:pt>
                <c:pt idx="111">
                  <c:v>2.0388708177338118E-2</c:v>
                </c:pt>
                <c:pt idx="112">
                  <c:v>2.0501150484307597E-2</c:v>
                </c:pt>
                <c:pt idx="113">
                  <c:v>2.0620558006817325E-2</c:v>
                </c:pt>
                <c:pt idx="114">
                  <c:v>2.0632626296641206E-2</c:v>
                </c:pt>
                <c:pt idx="115">
                  <c:v>2.0632919117782842E-2</c:v>
                </c:pt>
                <c:pt idx="116">
                  <c:v>2.0716924694877029E-2</c:v>
                </c:pt>
                <c:pt idx="117">
                  <c:v>2.0792039620116529E-2</c:v>
                </c:pt>
                <c:pt idx="118">
                  <c:v>2.0835695828122693E-2</c:v>
                </c:pt>
                <c:pt idx="119">
                  <c:v>2.0839694386045989E-2</c:v>
                </c:pt>
                <c:pt idx="120">
                  <c:v>2.0869306576844583E-2</c:v>
                </c:pt>
                <c:pt idx="121">
                  <c:v>2.0883557937528288E-2</c:v>
                </c:pt>
                <c:pt idx="122">
                  <c:v>2.0916456866530358E-2</c:v>
                </c:pt>
                <c:pt idx="123">
                  <c:v>2.0939245426459641E-2</c:v>
                </c:pt>
                <c:pt idx="124">
                  <c:v>2.1014683858514602E-2</c:v>
                </c:pt>
                <c:pt idx="125">
                  <c:v>2.1048761568904482E-2</c:v>
                </c:pt>
                <c:pt idx="126">
                  <c:v>2.1072220959858744E-2</c:v>
                </c:pt>
                <c:pt idx="127">
                  <c:v>2.1072550420810989E-2</c:v>
                </c:pt>
                <c:pt idx="128">
                  <c:v>2.1160066031370203E-2</c:v>
                </c:pt>
                <c:pt idx="129">
                  <c:v>2.1193918478500027E-2</c:v>
                </c:pt>
                <c:pt idx="130">
                  <c:v>2.1264100187298431E-2</c:v>
                </c:pt>
                <c:pt idx="131">
                  <c:v>2.1285652144249965E-2</c:v>
                </c:pt>
                <c:pt idx="132">
                  <c:v>2.1299137277566924E-2</c:v>
                </c:pt>
                <c:pt idx="133">
                  <c:v>2.1330034757207003E-2</c:v>
                </c:pt>
                <c:pt idx="134">
                  <c:v>2.139491028475687E-2</c:v>
                </c:pt>
                <c:pt idx="135">
                  <c:v>2.1408224839947011E-2</c:v>
                </c:pt>
                <c:pt idx="136">
                  <c:v>2.1526579732944705E-2</c:v>
                </c:pt>
                <c:pt idx="137">
                  <c:v>2.1724833555679172E-2</c:v>
                </c:pt>
                <c:pt idx="138">
                  <c:v>2.1860561255419766E-2</c:v>
                </c:pt>
                <c:pt idx="139">
                  <c:v>2.1868108313850623E-2</c:v>
                </c:pt>
                <c:pt idx="140">
                  <c:v>2.1922962132367087E-2</c:v>
                </c:pt>
                <c:pt idx="141">
                  <c:v>2.196130059143481E-2</c:v>
                </c:pt>
                <c:pt idx="142">
                  <c:v>2.196230815156924E-2</c:v>
                </c:pt>
                <c:pt idx="143">
                  <c:v>2.2178489260441657E-2</c:v>
                </c:pt>
                <c:pt idx="144">
                  <c:v>2.226893459541086E-2</c:v>
                </c:pt>
                <c:pt idx="145">
                  <c:v>2.2272072139618081E-2</c:v>
                </c:pt>
                <c:pt idx="146">
                  <c:v>2.2289412177165374E-2</c:v>
                </c:pt>
                <c:pt idx="147">
                  <c:v>2.253417842227623E-2</c:v>
                </c:pt>
                <c:pt idx="148">
                  <c:v>2.253449377705502E-2</c:v>
                </c:pt>
                <c:pt idx="149">
                  <c:v>2.2559771334456372E-2</c:v>
                </c:pt>
                <c:pt idx="150">
                  <c:v>2.2650997673022703E-2</c:v>
                </c:pt>
                <c:pt idx="151">
                  <c:v>2.2707374074392054E-2</c:v>
                </c:pt>
                <c:pt idx="152">
                  <c:v>2.2710088470610235E-2</c:v>
                </c:pt>
                <c:pt idx="153">
                  <c:v>2.2745265231750744E-2</c:v>
                </c:pt>
                <c:pt idx="154">
                  <c:v>2.2839121822925454E-2</c:v>
                </c:pt>
                <c:pt idx="155">
                  <c:v>2.2931644168681931E-2</c:v>
                </c:pt>
                <c:pt idx="156">
                  <c:v>2.3103437061361694E-2</c:v>
                </c:pt>
                <c:pt idx="157">
                  <c:v>2.3129719260792037E-2</c:v>
                </c:pt>
                <c:pt idx="158">
                  <c:v>2.3161575358178147E-2</c:v>
                </c:pt>
                <c:pt idx="159">
                  <c:v>2.321471717880054E-2</c:v>
                </c:pt>
                <c:pt idx="160">
                  <c:v>2.3223916217405674E-2</c:v>
                </c:pt>
                <c:pt idx="161">
                  <c:v>2.3247179265834181E-2</c:v>
                </c:pt>
                <c:pt idx="162">
                  <c:v>2.3319694239727309E-2</c:v>
                </c:pt>
                <c:pt idx="163">
                  <c:v>2.3340783659182567E-2</c:v>
                </c:pt>
                <c:pt idx="164">
                  <c:v>2.339526929805082E-2</c:v>
                </c:pt>
                <c:pt idx="165">
                  <c:v>2.3450315855462429E-2</c:v>
                </c:pt>
                <c:pt idx="166">
                  <c:v>2.3505680966091902E-2</c:v>
                </c:pt>
                <c:pt idx="167">
                  <c:v>2.3522813092614784E-2</c:v>
                </c:pt>
                <c:pt idx="168">
                  <c:v>2.3528218229763902E-2</c:v>
                </c:pt>
                <c:pt idx="169">
                  <c:v>2.3610007371887932E-2</c:v>
                </c:pt>
                <c:pt idx="170">
                  <c:v>2.3671180686273673E-2</c:v>
                </c:pt>
                <c:pt idx="171">
                  <c:v>2.3803337038865661E-2</c:v>
                </c:pt>
                <c:pt idx="172">
                  <c:v>2.384117449872564E-2</c:v>
                </c:pt>
                <c:pt idx="173">
                  <c:v>2.3890905373300162E-2</c:v>
                </c:pt>
                <c:pt idx="174">
                  <c:v>2.3979898520208067E-2</c:v>
                </c:pt>
                <c:pt idx="175">
                  <c:v>2.4019872238880736E-2</c:v>
                </c:pt>
                <c:pt idx="176">
                  <c:v>2.4028752213200315E-2</c:v>
                </c:pt>
                <c:pt idx="177">
                  <c:v>2.4110941814319192E-2</c:v>
                </c:pt>
                <c:pt idx="178">
                  <c:v>2.4178404135712598E-2</c:v>
                </c:pt>
                <c:pt idx="179">
                  <c:v>2.4245118151989764E-2</c:v>
                </c:pt>
                <c:pt idx="180">
                  <c:v>2.4246296882368353E-2</c:v>
                </c:pt>
                <c:pt idx="181">
                  <c:v>2.4256807762148436E-2</c:v>
                </c:pt>
                <c:pt idx="182">
                  <c:v>2.4300641778867312E-2</c:v>
                </c:pt>
                <c:pt idx="183">
                  <c:v>2.4345474432461545E-2</c:v>
                </c:pt>
                <c:pt idx="184">
                  <c:v>2.4493215881306509E-2</c:v>
                </c:pt>
                <c:pt idx="185">
                  <c:v>2.4610695335288382E-2</c:v>
                </c:pt>
                <c:pt idx="186">
                  <c:v>2.4619427880454119E-2</c:v>
                </c:pt>
                <c:pt idx="187">
                  <c:v>2.4634485955590216E-2</c:v>
                </c:pt>
                <c:pt idx="188">
                  <c:v>2.4635623227300014E-2</c:v>
                </c:pt>
                <c:pt idx="189">
                  <c:v>2.4636654215412699E-2</c:v>
                </c:pt>
                <c:pt idx="190">
                  <c:v>2.4702574783048423E-2</c:v>
                </c:pt>
                <c:pt idx="191">
                  <c:v>2.4840667554414796E-2</c:v>
                </c:pt>
                <c:pt idx="192">
                  <c:v>2.4882099679208541E-2</c:v>
                </c:pt>
                <c:pt idx="193">
                  <c:v>2.4884957185164324E-2</c:v>
                </c:pt>
                <c:pt idx="194">
                  <c:v>2.4909761143768722E-2</c:v>
                </c:pt>
                <c:pt idx="195">
                  <c:v>2.4927933340578683E-2</c:v>
                </c:pt>
                <c:pt idx="196">
                  <c:v>2.5054942011981839E-2</c:v>
                </c:pt>
                <c:pt idx="197">
                  <c:v>2.5074777630550098E-2</c:v>
                </c:pt>
                <c:pt idx="198">
                  <c:v>2.5105042901654238E-2</c:v>
                </c:pt>
                <c:pt idx="199">
                  <c:v>2.5122609490622585E-2</c:v>
                </c:pt>
                <c:pt idx="200">
                  <c:v>2.5124061698978416E-2</c:v>
                </c:pt>
                <c:pt idx="201">
                  <c:v>2.5205335245657882E-2</c:v>
                </c:pt>
                <c:pt idx="202">
                  <c:v>2.527943772945173E-2</c:v>
                </c:pt>
                <c:pt idx="203">
                  <c:v>2.5284409011600492E-2</c:v>
                </c:pt>
                <c:pt idx="204">
                  <c:v>2.5287547709908896E-2</c:v>
                </c:pt>
                <c:pt idx="205">
                  <c:v>2.5291250604457902E-2</c:v>
                </c:pt>
                <c:pt idx="206">
                  <c:v>2.5331741200475693E-2</c:v>
                </c:pt>
                <c:pt idx="207">
                  <c:v>2.5339380156061939E-2</c:v>
                </c:pt>
                <c:pt idx="208">
                  <c:v>2.5347722876513372E-2</c:v>
                </c:pt>
                <c:pt idx="209">
                  <c:v>2.5386432772230429E-2</c:v>
                </c:pt>
                <c:pt idx="210">
                  <c:v>2.5472868685416126E-2</c:v>
                </c:pt>
                <c:pt idx="211">
                  <c:v>2.5481099979444262E-2</c:v>
                </c:pt>
                <c:pt idx="212">
                  <c:v>2.549677049498323E-2</c:v>
                </c:pt>
                <c:pt idx="213">
                  <c:v>2.5500938566857062E-2</c:v>
                </c:pt>
                <c:pt idx="214">
                  <c:v>2.5501185787788302E-2</c:v>
                </c:pt>
                <c:pt idx="215">
                  <c:v>2.5511565824766769E-2</c:v>
                </c:pt>
                <c:pt idx="216">
                  <c:v>2.5602404227773701E-2</c:v>
                </c:pt>
                <c:pt idx="217">
                  <c:v>2.5609805778246522E-2</c:v>
                </c:pt>
                <c:pt idx="218">
                  <c:v>2.561370378783466E-2</c:v>
                </c:pt>
                <c:pt idx="219">
                  <c:v>2.5618282603704426E-2</c:v>
                </c:pt>
                <c:pt idx="220">
                  <c:v>2.5638050909134891E-2</c:v>
                </c:pt>
                <c:pt idx="221">
                  <c:v>2.5661353849248055E-2</c:v>
                </c:pt>
                <c:pt idx="222">
                  <c:v>2.5673793480366486E-2</c:v>
                </c:pt>
                <c:pt idx="223">
                  <c:v>2.5709646911287545E-2</c:v>
                </c:pt>
                <c:pt idx="224">
                  <c:v>2.5740872179616264E-2</c:v>
                </c:pt>
                <c:pt idx="225">
                  <c:v>2.5779420122112214E-2</c:v>
                </c:pt>
                <c:pt idx="226">
                  <c:v>2.5782261473869323E-2</c:v>
                </c:pt>
                <c:pt idx="227">
                  <c:v>2.578520156150552E-2</c:v>
                </c:pt>
                <c:pt idx="228">
                  <c:v>2.5861380655302992E-2</c:v>
                </c:pt>
                <c:pt idx="229">
                  <c:v>2.5873874540479649E-2</c:v>
                </c:pt>
                <c:pt idx="230">
                  <c:v>2.5944006974140756E-2</c:v>
                </c:pt>
                <c:pt idx="231">
                  <c:v>2.6033838713724701E-2</c:v>
                </c:pt>
                <c:pt idx="232">
                  <c:v>2.6198658890493373E-2</c:v>
                </c:pt>
                <c:pt idx="233">
                  <c:v>2.6221661715417077E-2</c:v>
                </c:pt>
                <c:pt idx="234">
                  <c:v>2.6231122020420321E-2</c:v>
                </c:pt>
                <c:pt idx="235">
                  <c:v>2.6249742209449135E-2</c:v>
                </c:pt>
                <c:pt idx="236">
                  <c:v>2.6252991573892496E-2</c:v>
                </c:pt>
                <c:pt idx="237">
                  <c:v>2.6253683961528312E-2</c:v>
                </c:pt>
                <c:pt idx="238">
                  <c:v>2.6326627677423029E-2</c:v>
                </c:pt>
                <c:pt idx="239">
                  <c:v>2.6329638686378488E-2</c:v>
                </c:pt>
                <c:pt idx="240">
                  <c:v>2.6336362643709147E-2</c:v>
                </c:pt>
                <c:pt idx="241">
                  <c:v>2.6387715225027992E-2</c:v>
                </c:pt>
                <c:pt idx="242">
                  <c:v>2.6422166424166539E-2</c:v>
                </c:pt>
                <c:pt idx="243">
                  <c:v>2.6493438646203328E-2</c:v>
                </c:pt>
                <c:pt idx="244">
                  <c:v>2.6494997572391772E-2</c:v>
                </c:pt>
                <c:pt idx="245">
                  <c:v>2.6499671880683622E-2</c:v>
                </c:pt>
                <c:pt idx="246">
                  <c:v>2.6508889269356965E-2</c:v>
                </c:pt>
                <c:pt idx="247">
                  <c:v>2.6544708867512336E-2</c:v>
                </c:pt>
                <c:pt idx="248">
                  <c:v>2.65620766499697E-2</c:v>
                </c:pt>
                <c:pt idx="249">
                  <c:v>2.6573850983603368E-2</c:v>
                </c:pt>
                <c:pt idx="250">
                  <c:v>2.6644102560650938E-2</c:v>
                </c:pt>
                <c:pt idx="251">
                  <c:v>2.6696925514229891E-2</c:v>
                </c:pt>
                <c:pt idx="252">
                  <c:v>2.6736985236177437E-2</c:v>
                </c:pt>
                <c:pt idx="253">
                  <c:v>2.6752101493376378E-2</c:v>
                </c:pt>
                <c:pt idx="254">
                  <c:v>2.6769423407164469E-2</c:v>
                </c:pt>
                <c:pt idx="255">
                  <c:v>2.6773691159009835E-2</c:v>
                </c:pt>
                <c:pt idx="256">
                  <c:v>2.682771192524926E-2</c:v>
                </c:pt>
                <c:pt idx="257">
                  <c:v>2.6841112730467322E-2</c:v>
                </c:pt>
                <c:pt idx="258">
                  <c:v>2.703317046824652E-2</c:v>
                </c:pt>
                <c:pt idx="259">
                  <c:v>2.7037675481536006E-2</c:v>
                </c:pt>
                <c:pt idx="260">
                  <c:v>2.7067076481357845E-2</c:v>
                </c:pt>
                <c:pt idx="261">
                  <c:v>2.7077037618816309E-2</c:v>
                </c:pt>
                <c:pt idx="262">
                  <c:v>2.7149757155679261E-2</c:v>
                </c:pt>
                <c:pt idx="263">
                  <c:v>2.7169134563715475E-2</c:v>
                </c:pt>
                <c:pt idx="264">
                  <c:v>2.7172281084900007E-2</c:v>
                </c:pt>
                <c:pt idx="265">
                  <c:v>2.7208385293603692E-2</c:v>
                </c:pt>
                <c:pt idx="266">
                  <c:v>2.7258176426774226E-2</c:v>
                </c:pt>
                <c:pt idx="267">
                  <c:v>2.7291223400967859E-2</c:v>
                </c:pt>
                <c:pt idx="268">
                  <c:v>2.7308304757198733E-2</c:v>
                </c:pt>
                <c:pt idx="269">
                  <c:v>2.7325917104399203E-2</c:v>
                </c:pt>
                <c:pt idx="270">
                  <c:v>2.7328441500939327E-2</c:v>
                </c:pt>
                <c:pt idx="271">
                  <c:v>2.734351353350032E-2</c:v>
                </c:pt>
                <c:pt idx="272">
                  <c:v>2.7472452042820204E-2</c:v>
                </c:pt>
                <c:pt idx="273">
                  <c:v>2.7473115547030507E-2</c:v>
                </c:pt>
                <c:pt idx="274">
                  <c:v>2.7485350849914623E-2</c:v>
                </c:pt>
                <c:pt idx="275">
                  <c:v>2.7522536085511654E-2</c:v>
                </c:pt>
                <c:pt idx="276">
                  <c:v>2.7559729979893841E-2</c:v>
                </c:pt>
                <c:pt idx="277">
                  <c:v>2.7650594112282708E-2</c:v>
                </c:pt>
                <c:pt idx="278">
                  <c:v>2.7666171292043139E-2</c:v>
                </c:pt>
                <c:pt idx="279">
                  <c:v>2.7674643797140599E-2</c:v>
                </c:pt>
                <c:pt idx="280">
                  <c:v>2.7781697651822791E-2</c:v>
                </c:pt>
                <c:pt idx="281">
                  <c:v>2.7822100069167098E-2</c:v>
                </c:pt>
                <c:pt idx="282">
                  <c:v>2.7856862832280251E-2</c:v>
                </c:pt>
                <c:pt idx="283">
                  <c:v>2.7877521795953378E-2</c:v>
                </c:pt>
                <c:pt idx="284">
                  <c:v>2.7913729240587475E-2</c:v>
                </c:pt>
                <c:pt idx="285">
                  <c:v>2.791696456339076E-2</c:v>
                </c:pt>
                <c:pt idx="286">
                  <c:v>2.7944385459199646E-2</c:v>
                </c:pt>
                <c:pt idx="287">
                  <c:v>2.7998330972583835E-2</c:v>
                </c:pt>
                <c:pt idx="288">
                  <c:v>2.8003205981659847E-2</c:v>
                </c:pt>
                <c:pt idx="289">
                  <c:v>2.8066759753218391E-2</c:v>
                </c:pt>
                <c:pt idx="290">
                  <c:v>2.80840049909836E-2</c:v>
                </c:pt>
                <c:pt idx="291">
                  <c:v>2.8106963398894014E-2</c:v>
                </c:pt>
                <c:pt idx="292">
                  <c:v>2.8137714175918909E-2</c:v>
                </c:pt>
                <c:pt idx="293">
                  <c:v>2.8197796381280369E-2</c:v>
                </c:pt>
                <c:pt idx="294">
                  <c:v>2.8247304599839641E-2</c:v>
                </c:pt>
                <c:pt idx="295">
                  <c:v>2.8251151429097836E-2</c:v>
                </c:pt>
                <c:pt idx="296">
                  <c:v>2.8283770863984082E-2</c:v>
                </c:pt>
                <c:pt idx="297">
                  <c:v>2.8317556166438471E-2</c:v>
                </c:pt>
                <c:pt idx="298">
                  <c:v>2.857018224588527E-2</c:v>
                </c:pt>
                <c:pt idx="299">
                  <c:v>2.867285039409519E-2</c:v>
                </c:pt>
                <c:pt idx="300">
                  <c:v>2.8724654425521429E-2</c:v>
                </c:pt>
                <c:pt idx="301">
                  <c:v>2.883448290200805E-2</c:v>
                </c:pt>
                <c:pt idx="302">
                  <c:v>2.8840417988880186E-2</c:v>
                </c:pt>
                <c:pt idx="303">
                  <c:v>2.8845786205027028E-2</c:v>
                </c:pt>
                <c:pt idx="304">
                  <c:v>2.8884046761059722E-2</c:v>
                </c:pt>
                <c:pt idx="305">
                  <c:v>2.8898224184427959E-2</c:v>
                </c:pt>
                <c:pt idx="306">
                  <c:v>2.8902362216336654E-2</c:v>
                </c:pt>
                <c:pt idx="307">
                  <c:v>2.8939705945520658E-2</c:v>
                </c:pt>
                <c:pt idx="308">
                  <c:v>2.8942566782271487E-2</c:v>
                </c:pt>
                <c:pt idx="309">
                  <c:v>2.8977184185380006E-2</c:v>
                </c:pt>
                <c:pt idx="310">
                  <c:v>2.8978453841767289E-2</c:v>
                </c:pt>
                <c:pt idx="311">
                  <c:v>2.8994015588952107E-2</c:v>
                </c:pt>
                <c:pt idx="312">
                  <c:v>2.9052347243148938E-2</c:v>
                </c:pt>
                <c:pt idx="313">
                  <c:v>2.9069418404889778E-2</c:v>
                </c:pt>
                <c:pt idx="314">
                  <c:v>2.910495962970663E-2</c:v>
                </c:pt>
                <c:pt idx="315">
                  <c:v>2.9246673812641767E-2</c:v>
                </c:pt>
                <c:pt idx="316">
                  <c:v>2.9273047101499562E-2</c:v>
                </c:pt>
                <c:pt idx="317">
                  <c:v>2.9293074323938961E-2</c:v>
                </c:pt>
                <c:pt idx="318">
                  <c:v>2.9313202236875162E-2</c:v>
                </c:pt>
                <c:pt idx="319">
                  <c:v>2.9322260202835317E-2</c:v>
                </c:pt>
                <c:pt idx="320">
                  <c:v>2.9359607224557622E-2</c:v>
                </c:pt>
                <c:pt idx="321">
                  <c:v>2.94045839893451E-2</c:v>
                </c:pt>
                <c:pt idx="322">
                  <c:v>2.9421953858217328E-2</c:v>
                </c:pt>
                <c:pt idx="323">
                  <c:v>2.945626750110563E-2</c:v>
                </c:pt>
                <c:pt idx="324">
                  <c:v>2.945678482533098E-2</c:v>
                </c:pt>
                <c:pt idx="325">
                  <c:v>2.9502741922817065E-2</c:v>
                </c:pt>
                <c:pt idx="326">
                  <c:v>2.9511514511861511E-2</c:v>
                </c:pt>
                <c:pt idx="327">
                  <c:v>2.9517815029300513E-2</c:v>
                </c:pt>
                <c:pt idx="328">
                  <c:v>2.9524155718592477E-2</c:v>
                </c:pt>
                <c:pt idx="329">
                  <c:v>2.9527155360729574E-2</c:v>
                </c:pt>
                <c:pt idx="330">
                  <c:v>2.9542425528598416E-2</c:v>
                </c:pt>
                <c:pt idx="331">
                  <c:v>2.9662151086602119E-2</c:v>
                </c:pt>
                <c:pt idx="332">
                  <c:v>2.9717132022907263E-2</c:v>
                </c:pt>
                <c:pt idx="333">
                  <c:v>2.9744155019205888E-2</c:v>
                </c:pt>
                <c:pt idx="334">
                  <c:v>2.9817198192625217E-2</c:v>
                </c:pt>
                <c:pt idx="335">
                  <c:v>2.9852310499732332E-2</c:v>
                </c:pt>
                <c:pt idx="336">
                  <c:v>2.9884534729346386E-2</c:v>
                </c:pt>
                <c:pt idx="337">
                  <c:v>2.9936181733058589E-2</c:v>
                </c:pt>
                <c:pt idx="338">
                  <c:v>2.9942903581204921E-2</c:v>
                </c:pt>
                <c:pt idx="339">
                  <c:v>2.9950343269218874E-2</c:v>
                </c:pt>
                <c:pt idx="340">
                  <c:v>2.9954378145728006E-2</c:v>
                </c:pt>
                <c:pt idx="341">
                  <c:v>3.0025474713187492E-2</c:v>
                </c:pt>
                <c:pt idx="342">
                  <c:v>3.0117380138116556E-2</c:v>
                </c:pt>
                <c:pt idx="343">
                  <c:v>3.013933215903199E-2</c:v>
                </c:pt>
                <c:pt idx="344">
                  <c:v>3.0167032739287048E-2</c:v>
                </c:pt>
                <c:pt idx="345">
                  <c:v>3.018548002996924E-2</c:v>
                </c:pt>
                <c:pt idx="346">
                  <c:v>3.0192737300354842E-2</c:v>
                </c:pt>
                <c:pt idx="347">
                  <c:v>3.0232583051756714E-2</c:v>
                </c:pt>
                <c:pt idx="348">
                  <c:v>3.0236453801783188E-2</c:v>
                </c:pt>
                <c:pt idx="349">
                  <c:v>3.0259537484967382E-2</c:v>
                </c:pt>
                <c:pt idx="350">
                  <c:v>3.029809305493214E-2</c:v>
                </c:pt>
                <c:pt idx="351">
                  <c:v>3.0336099384738652E-2</c:v>
                </c:pt>
                <c:pt idx="352">
                  <c:v>3.0398710738882544E-2</c:v>
                </c:pt>
                <c:pt idx="353">
                  <c:v>3.0400947842756754E-2</c:v>
                </c:pt>
                <c:pt idx="354">
                  <c:v>3.0401683169358939E-2</c:v>
                </c:pt>
                <c:pt idx="355">
                  <c:v>3.040354315668202E-2</c:v>
                </c:pt>
                <c:pt idx="356">
                  <c:v>3.0413386283792511E-2</c:v>
                </c:pt>
                <c:pt idx="357">
                  <c:v>3.0439941921189932E-2</c:v>
                </c:pt>
                <c:pt idx="358">
                  <c:v>3.0450325296283446E-2</c:v>
                </c:pt>
                <c:pt idx="359">
                  <c:v>3.0505540956343696E-2</c:v>
                </c:pt>
                <c:pt idx="360">
                  <c:v>3.0510001183105005E-2</c:v>
                </c:pt>
                <c:pt idx="361">
                  <c:v>3.0595886531791953E-2</c:v>
                </c:pt>
                <c:pt idx="362">
                  <c:v>3.0633564500316915E-2</c:v>
                </c:pt>
                <c:pt idx="363">
                  <c:v>3.0650377193019711E-2</c:v>
                </c:pt>
                <c:pt idx="364">
                  <c:v>3.0669512258185611E-2</c:v>
                </c:pt>
                <c:pt idx="365">
                  <c:v>3.0742996046854713E-2</c:v>
                </c:pt>
                <c:pt idx="366">
                  <c:v>3.0771544128842743E-2</c:v>
                </c:pt>
                <c:pt idx="367">
                  <c:v>3.0778366388669785E-2</c:v>
                </c:pt>
                <c:pt idx="368">
                  <c:v>3.0801711167126926E-2</c:v>
                </c:pt>
                <c:pt idx="369">
                  <c:v>3.0820097210803185E-2</c:v>
                </c:pt>
                <c:pt idx="370">
                  <c:v>3.0836525279374017E-2</c:v>
                </c:pt>
                <c:pt idx="371">
                  <c:v>3.0839222370092473E-2</c:v>
                </c:pt>
                <c:pt idx="372">
                  <c:v>3.0857011012231018E-2</c:v>
                </c:pt>
                <c:pt idx="373">
                  <c:v>3.0867290147477078E-2</c:v>
                </c:pt>
                <c:pt idx="374">
                  <c:v>3.0922123974725546E-2</c:v>
                </c:pt>
                <c:pt idx="375">
                  <c:v>3.0925181372568517E-2</c:v>
                </c:pt>
                <c:pt idx="376">
                  <c:v>3.0928635615477928E-2</c:v>
                </c:pt>
                <c:pt idx="377">
                  <c:v>3.0948272954061183E-2</c:v>
                </c:pt>
                <c:pt idx="378">
                  <c:v>3.0953950314458419E-2</c:v>
                </c:pt>
                <c:pt idx="379">
                  <c:v>3.0969136265792518E-2</c:v>
                </c:pt>
                <c:pt idx="380">
                  <c:v>3.098016332913035E-2</c:v>
                </c:pt>
                <c:pt idx="381">
                  <c:v>3.0984965238504639E-2</c:v>
                </c:pt>
                <c:pt idx="382">
                  <c:v>3.0994435621960661E-2</c:v>
                </c:pt>
                <c:pt idx="383">
                  <c:v>3.1046923556102293E-2</c:v>
                </c:pt>
                <c:pt idx="384">
                  <c:v>3.1096333533415604E-2</c:v>
                </c:pt>
                <c:pt idx="385">
                  <c:v>3.1140612695318304E-2</c:v>
                </c:pt>
                <c:pt idx="386">
                  <c:v>3.1170610271512546E-2</c:v>
                </c:pt>
                <c:pt idx="387">
                  <c:v>3.1180399391982101E-2</c:v>
                </c:pt>
                <c:pt idx="388">
                  <c:v>3.1189165176456663E-2</c:v>
                </c:pt>
                <c:pt idx="389">
                  <c:v>3.1215033994144655E-2</c:v>
                </c:pt>
                <c:pt idx="390">
                  <c:v>3.1231920829560611E-2</c:v>
                </c:pt>
                <c:pt idx="391">
                  <c:v>3.1263139005907485E-2</c:v>
                </c:pt>
                <c:pt idx="392">
                  <c:v>3.1293012264638043E-2</c:v>
                </c:pt>
                <c:pt idx="393">
                  <c:v>3.1298340332178785E-2</c:v>
                </c:pt>
                <c:pt idx="394">
                  <c:v>3.1311591251627323E-2</c:v>
                </c:pt>
                <c:pt idx="395">
                  <c:v>3.1319958480780667E-2</c:v>
                </c:pt>
                <c:pt idx="396">
                  <c:v>3.1349359169950811E-2</c:v>
                </c:pt>
                <c:pt idx="397">
                  <c:v>3.1361400082303002E-2</c:v>
                </c:pt>
                <c:pt idx="398">
                  <c:v>3.1373306202646008E-2</c:v>
                </c:pt>
                <c:pt idx="399">
                  <c:v>3.1423853625559883E-2</c:v>
                </c:pt>
                <c:pt idx="400">
                  <c:v>3.1439854677847399E-2</c:v>
                </c:pt>
                <c:pt idx="401">
                  <c:v>3.1453529433616727E-2</c:v>
                </c:pt>
                <c:pt idx="402">
                  <c:v>3.1467085541234334E-2</c:v>
                </c:pt>
                <c:pt idx="403">
                  <c:v>3.1476107836111322E-2</c:v>
                </c:pt>
                <c:pt idx="404">
                  <c:v>3.1482417597822984E-2</c:v>
                </c:pt>
                <c:pt idx="405">
                  <c:v>3.1508765911070387E-2</c:v>
                </c:pt>
                <c:pt idx="406">
                  <c:v>3.1590374668622988E-2</c:v>
                </c:pt>
                <c:pt idx="407">
                  <c:v>3.1597046361728463E-2</c:v>
                </c:pt>
                <c:pt idx="408">
                  <c:v>3.168395366775778E-2</c:v>
                </c:pt>
                <c:pt idx="409">
                  <c:v>3.1712591576750111E-2</c:v>
                </c:pt>
                <c:pt idx="410">
                  <c:v>3.1724495121235832E-2</c:v>
                </c:pt>
                <c:pt idx="411">
                  <c:v>3.1742576868092884E-2</c:v>
                </c:pt>
                <c:pt idx="412">
                  <c:v>3.1773788201171639E-2</c:v>
                </c:pt>
                <c:pt idx="413">
                  <c:v>3.1775706638618659E-2</c:v>
                </c:pt>
                <c:pt idx="414">
                  <c:v>3.1788515145517462E-2</c:v>
                </c:pt>
                <c:pt idx="415">
                  <c:v>3.1810149922786787E-2</c:v>
                </c:pt>
                <c:pt idx="416">
                  <c:v>3.1828980720414388E-2</c:v>
                </c:pt>
                <c:pt idx="417">
                  <c:v>3.1850128274382834E-2</c:v>
                </c:pt>
                <c:pt idx="418">
                  <c:v>3.1871710990240006E-2</c:v>
                </c:pt>
                <c:pt idx="419">
                  <c:v>3.1874728713457111E-2</c:v>
                </c:pt>
                <c:pt idx="420">
                  <c:v>3.1874730766101297E-2</c:v>
                </c:pt>
                <c:pt idx="421">
                  <c:v>3.1933643177415191E-2</c:v>
                </c:pt>
                <c:pt idx="422">
                  <c:v>3.1994705872221765E-2</c:v>
                </c:pt>
                <c:pt idx="423">
                  <c:v>3.201316209889038E-2</c:v>
                </c:pt>
                <c:pt idx="424">
                  <c:v>3.201830134297428E-2</c:v>
                </c:pt>
                <c:pt idx="425">
                  <c:v>3.2021352477802315E-2</c:v>
                </c:pt>
                <c:pt idx="426">
                  <c:v>3.2028273818384412E-2</c:v>
                </c:pt>
                <c:pt idx="427">
                  <c:v>3.2124256720043903E-2</c:v>
                </c:pt>
                <c:pt idx="428">
                  <c:v>3.215797518844675E-2</c:v>
                </c:pt>
                <c:pt idx="429">
                  <c:v>3.2170917861651244E-2</c:v>
                </c:pt>
                <c:pt idx="430">
                  <c:v>3.2209843646366955E-2</c:v>
                </c:pt>
                <c:pt idx="431">
                  <c:v>3.2219498824846662E-2</c:v>
                </c:pt>
                <c:pt idx="432">
                  <c:v>3.222555857796694E-2</c:v>
                </c:pt>
                <c:pt idx="433">
                  <c:v>3.2234498644922796E-2</c:v>
                </c:pt>
                <c:pt idx="434">
                  <c:v>3.2241003509221204E-2</c:v>
                </c:pt>
                <c:pt idx="435">
                  <c:v>3.2249480257723166E-2</c:v>
                </c:pt>
                <c:pt idx="436">
                  <c:v>3.2258797270070805E-2</c:v>
                </c:pt>
                <c:pt idx="437">
                  <c:v>3.229657701754101E-2</c:v>
                </c:pt>
                <c:pt idx="438">
                  <c:v>3.2324688769657085E-2</c:v>
                </c:pt>
                <c:pt idx="439">
                  <c:v>3.2331678768004739E-2</c:v>
                </c:pt>
                <c:pt idx="440">
                  <c:v>3.237499688908612E-2</c:v>
                </c:pt>
                <c:pt idx="441">
                  <c:v>3.2412761636044805E-2</c:v>
                </c:pt>
                <c:pt idx="442">
                  <c:v>3.2419380805110108E-2</c:v>
                </c:pt>
                <c:pt idx="443">
                  <c:v>3.2434571566374866E-2</c:v>
                </c:pt>
                <c:pt idx="444">
                  <c:v>3.2447312004404559E-2</c:v>
                </c:pt>
                <c:pt idx="445">
                  <c:v>3.2478317507410648E-2</c:v>
                </c:pt>
                <c:pt idx="446">
                  <c:v>3.2487843161795746E-2</c:v>
                </c:pt>
                <c:pt idx="447">
                  <c:v>3.2491833960735746E-2</c:v>
                </c:pt>
                <c:pt idx="448">
                  <c:v>3.2556823639556177E-2</c:v>
                </c:pt>
                <c:pt idx="449">
                  <c:v>3.2558466988666074E-2</c:v>
                </c:pt>
                <c:pt idx="450">
                  <c:v>3.2664475314467784E-2</c:v>
                </c:pt>
                <c:pt idx="451">
                  <c:v>3.2666401034285572E-2</c:v>
                </c:pt>
                <c:pt idx="452">
                  <c:v>3.2691508992411911E-2</c:v>
                </c:pt>
                <c:pt idx="453">
                  <c:v>3.2693915915064653E-2</c:v>
                </c:pt>
                <c:pt idx="454">
                  <c:v>3.2697239551474133E-2</c:v>
                </c:pt>
                <c:pt idx="455">
                  <c:v>3.2719758439072134E-2</c:v>
                </c:pt>
                <c:pt idx="456">
                  <c:v>3.2725882819643483E-2</c:v>
                </c:pt>
                <c:pt idx="457">
                  <c:v>3.273352813521202E-2</c:v>
                </c:pt>
                <c:pt idx="458">
                  <c:v>3.2738488003681177E-2</c:v>
                </c:pt>
                <c:pt idx="459">
                  <c:v>3.2755861122846154E-2</c:v>
                </c:pt>
                <c:pt idx="460">
                  <c:v>3.2765195524539534E-2</c:v>
                </c:pt>
                <c:pt idx="461">
                  <c:v>3.2770293472460271E-2</c:v>
                </c:pt>
                <c:pt idx="462">
                  <c:v>3.2773831898186723E-2</c:v>
                </c:pt>
                <c:pt idx="463">
                  <c:v>3.277524360199742E-2</c:v>
                </c:pt>
                <c:pt idx="464">
                  <c:v>3.2807764136701396E-2</c:v>
                </c:pt>
                <c:pt idx="465">
                  <c:v>3.2823273255641355E-2</c:v>
                </c:pt>
                <c:pt idx="466">
                  <c:v>3.2835460068617442E-2</c:v>
                </c:pt>
                <c:pt idx="467">
                  <c:v>3.2848202435574292E-2</c:v>
                </c:pt>
                <c:pt idx="468">
                  <c:v>3.2864090270628407E-2</c:v>
                </c:pt>
                <c:pt idx="469">
                  <c:v>3.2902639992162516E-2</c:v>
                </c:pt>
                <c:pt idx="470">
                  <c:v>3.2924500890545098E-2</c:v>
                </c:pt>
                <c:pt idx="471">
                  <c:v>3.2927808103701592E-2</c:v>
                </c:pt>
                <c:pt idx="472">
                  <c:v>3.2953536931737984E-2</c:v>
                </c:pt>
                <c:pt idx="473">
                  <c:v>3.2971628008699343E-2</c:v>
                </c:pt>
                <c:pt idx="474">
                  <c:v>3.2981641023185217E-2</c:v>
                </c:pt>
                <c:pt idx="475">
                  <c:v>3.2983480129917052E-2</c:v>
                </c:pt>
                <c:pt idx="476">
                  <c:v>3.3052708649685923E-2</c:v>
                </c:pt>
                <c:pt idx="477">
                  <c:v>3.3080497951131015E-2</c:v>
                </c:pt>
                <c:pt idx="478">
                  <c:v>3.3101048911482057E-2</c:v>
                </c:pt>
                <c:pt idx="479">
                  <c:v>3.3104466349434085E-2</c:v>
                </c:pt>
                <c:pt idx="480">
                  <c:v>3.3113083502086089E-2</c:v>
                </c:pt>
                <c:pt idx="481">
                  <c:v>3.3183282420003089E-2</c:v>
                </c:pt>
                <c:pt idx="482">
                  <c:v>3.3206477167973203E-2</c:v>
                </c:pt>
                <c:pt idx="483">
                  <c:v>3.3259667515800395E-2</c:v>
                </c:pt>
                <c:pt idx="484">
                  <c:v>3.3267098886016498E-2</c:v>
                </c:pt>
                <c:pt idx="485">
                  <c:v>3.327451814935288E-2</c:v>
                </c:pt>
                <c:pt idx="486">
                  <c:v>3.3309384694085842E-2</c:v>
                </c:pt>
                <c:pt idx="487">
                  <c:v>3.3399045280118174E-2</c:v>
                </c:pt>
                <c:pt idx="488">
                  <c:v>3.3418540154301318E-2</c:v>
                </c:pt>
                <c:pt idx="489">
                  <c:v>3.342496468693347E-2</c:v>
                </c:pt>
                <c:pt idx="490">
                  <c:v>3.3441460685589099E-2</c:v>
                </c:pt>
                <c:pt idx="491">
                  <c:v>3.3475481141725036E-2</c:v>
                </c:pt>
                <c:pt idx="492">
                  <c:v>3.3501474170610022E-2</c:v>
                </c:pt>
                <c:pt idx="493">
                  <c:v>3.3503981153473569E-2</c:v>
                </c:pt>
                <c:pt idx="494">
                  <c:v>3.3533740004061306E-2</c:v>
                </c:pt>
                <c:pt idx="495">
                  <c:v>3.3553686122710528E-2</c:v>
                </c:pt>
                <c:pt idx="496">
                  <c:v>3.3555519483820566E-2</c:v>
                </c:pt>
                <c:pt idx="497">
                  <c:v>3.3638916485164795E-2</c:v>
                </c:pt>
                <c:pt idx="498">
                  <c:v>3.3666553477363761E-2</c:v>
                </c:pt>
                <c:pt idx="499">
                  <c:v>3.3690333164097648E-2</c:v>
                </c:pt>
                <c:pt idx="500">
                  <c:v>3.3695594527383549E-2</c:v>
                </c:pt>
                <c:pt idx="501">
                  <c:v>3.3708416067768511E-2</c:v>
                </c:pt>
                <c:pt idx="502">
                  <c:v>3.3730845161523172E-2</c:v>
                </c:pt>
                <c:pt idx="503">
                  <c:v>3.3781164472978999E-2</c:v>
                </c:pt>
                <c:pt idx="504">
                  <c:v>3.3832309213282875E-2</c:v>
                </c:pt>
                <c:pt idx="505">
                  <c:v>3.3841100005772957E-2</c:v>
                </c:pt>
                <c:pt idx="506">
                  <c:v>3.3855594823889189E-2</c:v>
                </c:pt>
                <c:pt idx="507">
                  <c:v>3.3859005751816745E-2</c:v>
                </c:pt>
                <c:pt idx="508">
                  <c:v>3.3959342216121041E-2</c:v>
                </c:pt>
                <c:pt idx="509">
                  <c:v>3.4041719816292254E-2</c:v>
                </c:pt>
                <c:pt idx="510">
                  <c:v>3.4044913204599472E-2</c:v>
                </c:pt>
                <c:pt idx="511">
                  <c:v>3.40687740581192E-2</c:v>
                </c:pt>
                <c:pt idx="512">
                  <c:v>3.4110496745348745E-2</c:v>
                </c:pt>
                <c:pt idx="513">
                  <c:v>3.4113440655914956E-2</c:v>
                </c:pt>
                <c:pt idx="514">
                  <c:v>3.4121545448734622E-2</c:v>
                </c:pt>
                <c:pt idx="515">
                  <c:v>3.4129490640828777E-2</c:v>
                </c:pt>
                <c:pt idx="516">
                  <c:v>3.4132286166390358E-2</c:v>
                </c:pt>
                <c:pt idx="517">
                  <c:v>3.4176626839293255E-2</c:v>
                </c:pt>
                <c:pt idx="518">
                  <c:v>3.4176781621623048E-2</c:v>
                </c:pt>
                <c:pt idx="519">
                  <c:v>3.4186119709814923E-2</c:v>
                </c:pt>
                <c:pt idx="520">
                  <c:v>3.4270254578363156E-2</c:v>
                </c:pt>
                <c:pt idx="521">
                  <c:v>3.4278318457959762E-2</c:v>
                </c:pt>
                <c:pt idx="522">
                  <c:v>3.4297392991272581E-2</c:v>
                </c:pt>
                <c:pt idx="523">
                  <c:v>3.431541418386852E-2</c:v>
                </c:pt>
                <c:pt idx="524">
                  <c:v>3.437319782092934E-2</c:v>
                </c:pt>
                <c:pt idx="525">
                  <c:v>3.43839982218897E-2</c:v>
                </c:pt>
                <c:pt idx="526">
                  <c:v>3.4407072507318705E-2</c:v>
                </c:pt>
                <c:pt idx="527">
                  <c:v>3.4490400493664093E-2</c:v>
                </c:pt>
                <c:pt idx="528">
                  <c:v>3.4506640584926571E-2</c:v>
                </c:pt>
                <c:pt idx="529">
                  <c:v>3.4524556282724217E-2</c:v>
                </c:pt>
                <c:pt idx="530">
                  <c:v>3.4531166534156651E-2</c:v>
                </c:pt>
                <c:pt idx="531">
                  <c:v>3.4537796850064771E-2</c:v>
                </c:pt>
                <c:pt idx="532">
                  <c:v>3.4550195690687666E-2</c:v>
                </c:pt>
                <c:pt idx="533">
                  <c:v>3.455067891357979E-2</c:v>
                </c:pt>
                <c:pt idx="534">
                  <c:v>3.4553153594260366E-2</c:v>
                </c:pt>
                <c:pt idx="535">
                  <c:v>3.4588021045537175E-2</c:v>
                </c:pt>
                <c:pt idx="536">
                  <c:v>3.4591445086702921E-2</c:v>
                </c:pt>
                <c:pt idx="537">
                  <c:v>3.4598594333244234E-2</c:v>
                </c:pt>
                <c:pt idx="538">
                  <c:v>3.4613609325841337E-2</c:v>
                </c:pt>
                <c:pt idx="539">
                  <c:v>3.4615460816147844E-2</c:v>
                </c:pt>
                <c:pt idx="540">
                  <c:v>3.4662576193352029E-2</c:v>
                </c:pt>
                <c:pt idx="541">
                  <c:v>3.4671981867635503E-2</c:v>
                </c:pt>
                <c:pt idx="542">
                  <c:v>3.4697953497911618E-2</c:v>
                </c:pt>
                <c:pt idx="543">
                  <c:v>3.4719690305271923E-2</c:v>
                </c:pt>
                <c:pt idx="544">
                  <c:v>3.472503561138289E-2</c:v>
                </c:pt>
                <c:pt idx="545">
                  <c:v>3.474809571112146E-2</c:v>
                </c:pt>
                <c:pt idx="546">
                  <c:v>3.4748961412181666E-2</c:v>
                </c:pt>
                <c:pt idx="547">
                  <c:v>3.4765659788204215E-2</c:v>
                </c:pt>
                <c:pt idx="548">
                  <c:v>3.4826598533780034E-2</c:v>
                </c:pt>
                <c:pt idx="549">
                  <c:v>3.4850033440909853E-2</c:v>
                </c:pt>
                <c:pt idx="550">
                  <c:v>3.4903940733924957E-2</c:v>
                </c:pt>
                <c:pt idx="551">
                  <c:v>3.4984871779215908E-2</c:v>
                </c:pt>
                <c:pt idx="552">
                  <c:v>3.5011887311090027E-2</c:v>
                </c:pt>
                <c:pt idx="553">
                  <c:v>3.5019139157056497E-2</c:v>
                </c:pt>
                <c:pt idx="554">
                  <c:v>3.5090095062340849E-2</c:v>
                </c:pt>
                <c:pt idx="555">
                  <c:v>3.5092747439480862E-2</c:v>
                </c:pt>
                <c:pt idx="556">
                  <c:v>3.5125141117178037E-2</c:v>
                </c:pt>
                <c:pt idx="557">
                  <c:v>3.5127888445234547E-2</c:v>
                </c:pt>
                <c:pt idx="558">
                  <c:v>3.5131467235464016E-2</c:v>
                </c:pt>
                <c:pt idx="559">
                  <c:v>3.5168119870211907E-2</c:v>
                </c:pt>
                <c:pt idx="560">
                  <c:v>3.5184187425834387E-2</c:v>
                </c:pt>
                <c:pt idx="561">
                  <c:v>3.5232012933137741E-2</c:v>
                </c:pt>
                <c:pt idx="562">
                  <c:v>3.5240650312212754E-2</c:v>
                </c:pt>
                <c:pt idx="563">
                  <c:v>3.5276580723429894E-2</c:v>
                </c:pt>
                <c:pt idx="564">
                  <c:v>3.5294638321515082E-2</c:v>
                </c:pt>
                <c:pt idx="565">
                  <c:v>3.5302790676742184E-2</c:v>
                </c:pt>
                <c:pt idx="566">
                  <c:v>3.5308483409500387E-2</c:v>
                </c:pt>
                <c:pt idx="567">
                  <c:v>3.5313078893747699E-2</c:v>
                </c:pt>
                <c:pt idx="568">
                  <c:v>3.5356068720657947E-2</c:v>
                </c:pt>
                <c:pt idx="569">
                  <c:v>3.535724090716421E-2</c:v>
                </c:pt>
                <c:pt idx="570">
                  <c:v>3.5370178351931417E-2</c:v>
                </c:pt>
                <c:pt idx="571">
                  <c:v>3.5404925861388124E-2</c:v>
                </c:pt>
                <c:pt idx="572">
                  <c:v>3.5420508530767836E-2</c:v>
                </c:pt>
                <c:pt idx="573">
                  <c:v>3.5432887943979016E-2</c:v>
                </c:pt>
                <c:pt idx="574">
                  <c:v>3.5468777334006329E-2</c:v>
                </c:pt>
                <c:pt idx="575">
                  <c:v>3.5594058237746112E-2</c:v>
                </c:pt>
                <c:pt idx="576">
                  <c:v>3.5600538793398244E-2</c:v>
                </c:pt>
                <c:pt idx="577">
                  <c:v>3.5604833018019068E-2</c:v>
                </c:pt>
                <c:pt idx="578">
                  <c:v>3.5650969655949029E-2</c:v>
                </c:pt>
                <c:pt idx="579">
                  <c:v>3.565234121180854E-2</c:v>
                </c:pt>
                <c:pt idx="580">
                  <c:v>3.5740767701405496E-2</c:v>
                </c:pt>
                <c:pt idx="581">
                  <c:v>3.5759356584798452E-2</c:v>
                </c:pt>
                <c:pt idx="582">
                  <c:v>3.5781991074186711E-2</c:v>
                </c:pt>
                <c:pt idx="583">
                  <c:v>3.5868471938064764E-2</c:v>
                </c:pt>
                <c:pt idx="584">
                  <c:v>3.5874396066582916E-2</c:v>
                </c:pt>
                <c:pt idx="585">
                  <c:v>3.5882979816724683E-2</c:v>
                </c:pt>
                <c:pt idx="586">
                  <c:v>3.5891755252511981E-2</c:v>
                </c:pt>
                <c:pt idx="587">
                  <c:v>3.5917447106732343E-2</c:v>
                </c:pt>
                <c:pt idx="588">
                  <c:v>3.5920966693798337E-2</c:v>
                </c:pt>
                <c:pt idx="589">
                  <c:v>3.5960704657760724E-2</c:v>
                </c:pt>
                <c:pt idx="590">
                  <c:v>3.5979452318513593E-2</c:v>
                </c:pt>
                <c:pt idx="591">
                  <c:v>3.6006346208834659E-2</c:v>
                </c:pt>
                <c:pt idx="592">
                  <c:v>3.603511403708301E-2</c:v>
                </c:pt>
                <c:pt idx="593">
                  <c:v>3.6036334790716329E-2</c:v>
                </c:pt>
                <c:pt idx="594">
                  <c:v>3.6048932197957871E-2</c:v>
                </c:pt>
                <c:pt idx="595">
                  <c:v>3.6051414342387546E-2</c:v>
                </c:pt>
                <c:pt idx="596">
                  <c:v>3.6067921445883028E-2</c:v>
                </c:pt>
                <c:pt idx="597">
                  <c:v>3.6068308900954568E-2</c:v>
                </c:pt>
                <c:pt idx="598">
                  <c:v>3.6104051818455898E-2</c:v>
                </c:pt>
                <c:pt idx="599">
                  <c:v>3.6120410431112124E-2</c:v>
                </c:pt>
                <c:pt idx="600">
                  <c:v>3.6128855037488139E-2</c:v>
                </c:pt>
                <c:pt idx="601">
                  <c:v>3.6131559945580552E-2</c:v>
                </c:pt>
                <c:pt idx="602">
                  <c:v>3.6137576584660921E-2</c:v>
                </c:pt>
                <c:pt idx="603">
                  <c:v>3.6161056485906569E-2</c:v>
                </c:pt>
                <c:pt idx="604">
                  <c:v>3.6173739616412452E-2</c:v>
                </c:pt>
                <c:pt idx="605">
                  <c:v>3.6267054860837263E-2</c:v>
                </c:pt>
                <c:pt idx="606">
                  <c:v>3.6269463906114172E-2</c:v>
                </c:pt>
                <c:pt idx="607">
                  <c:v>3.6274293164023357E-2</c:v>
                </c:pt>
                <c:pt idx="608">
                  <c:v>3.6291153143942684E-2</c:v>
                </c:pt>
                <c:pt idx="609">
                  <c:v>3.6291664593070289E-2</c:v>
                </c:pt>
                <c:pt idx="610">
                  <c:v>3.6295061083196238E-2</c:v>
                </c:pt>
                <c:pt idx="611">
                  <c:v>3.6303801319023617E-2</c:v>
                </c:pt>
                <c:pt idx="612">
                  <c:v>3.6329483629697394E-2</c:v>
                </c:pt>
                <c:pt idx="613">
                  <c:v>3.6337269002039138E-2</c:v>
                </c:pt>
                <c:pt idx="614">
                  <c:v>3.6337994925007756E-2</c:v>
                </c:pt>
                <c:pt idx="615">
                  <c:v>3.6343725402968041E-2</c:v>
                </c:pt>
                <c:pt idx="616">
                  <c:v>3.6345561196256169E-2</c:v>
                </c:pt>
                <c:pt idx="617">
                  <c:v>3.6443118785831487E-2</c:v>
                </c:pt>
                <c:pt idx="618">
                  <c:v>3.6459900235596643E-2</c:v>
                </c:pt>
                <c:pt idx="619">
                  <c:v>3.6528581490364802E-2</c:v>
                </c:pt>
                <c:pt idx="620">
                  <c:v>3.65398188673473E-2</c:v>
                </c:pt>
                <c:pt idx="621">
                  <c:v>3.6541066076804893E-2</c:v>
                </c:pt>
                <c:pt idx="622">
                  <c:v>3.6553493319263552E-2</c:v>
                </c:pt>
                <c:pt idx="623">
                  <c:v>3.6560868314772448E-2</c:v>
                </c:pt>
                <c:pt idx="624">
                  <c:v>3.6590868276607652E-2</c:v>
                </c:pt>
                <c:pt idx="625">
                  <c:v>3.6597218124299453E-2</c:v>
                </c:pt>
                <c:pt idx="626">
                  <c:v>3.6628367298304314E-2</c:v>
                </c:pt>
                <c:pt idx="627">
                  <c:v>3.6637863031149825E-2</c:v>
                </c:pt>
                <c:pt idx="628">
                  <c:v>3.6648085197864298E-2</c:v>
                </c:pt>
                <c:pt idx="629">
                  <c:v>3.6679182036105769E-2</c:v>
                </c:pt>
                <c:pt idx="630">
                  <c:v>3.6702545921582154E-2</c:v>
                </c:pt>
                <c:pt idx="631">
                  <c:v>3.6717526163477163E-2</c:v>
                </c:pt>
                <c:pt idx="632">
                  <c:v>3.6723726766081259E-2</c:v>
                </c:pt>
                <c:pt idx="633">
                  <c:v>3.673076091642466E-2</c:v>
                </c:pt>
                <c:pt idx="634">
                  <c:v>3.6732799328929325E-2</c:v>
                </c:pt>
                <c:pt idx="635">
                  <c:v>3.6741040293407391E-2</c:v>
                </c:pt>
                <c:pt idx="636">
                  <c:v>3.6757541506622082E-2</c:v>
                </c:pt>
                <c:pt idx="637">
                  <c:v>3.6819462597723653E-2</c:v>
                </c:pt>
                <c:pt idx="638">
                  <c:v>3.6833192989926357E-2</c:v>
                </c:pt>
                <c:pt idx="639">
                  <c:v>3.6839604009161656E-2</c:v>
                </c:pt>
                <c:pt idx="640">
                  <c:v>3.6847427430208267E-2</c:v>
                </c:pt>
                <c:pt idx="641">
                  <c:v>3.6874810018411856E-2</c:v>
                </c:pt>
                <c:pt idx="642">
                  <c:v>3.6898281071788691E-2</c:v>
                </c:pt>
                <c:pt idx="643">
                  <c:v>3.6912677761730094E-2</c:v>
                </c:pt>
                <c:pt idx="644">
                  <c:v>3.691598099742336E-2</c:v>
                </c:pt>
                <c:pt idx="645">
                  <c:v>3.6937240033510656E-2</c:v>
                </c:pt>
                <c:pt idx="646">
                  <c:v>3.697793486233783E-2</c:v>
                </c:pt>
                <c:pt idx="647">
                  <c:v>3.6991061320583989E-2</c:v>
                </c:pt>
                <c:pt idx="648">
                  <c:v>3.699946052386352E-2</c:v>
                </c:pt>
                <c:pt idx="649">
                  <c:v>3.7055838802409403E-2</c:v>
                </c:pt>
                <c:pt idx="650">
                  <c:v>3.705665526855758E-2</c:v>
                </c:pt>
                <c:pt idx="651">
                  <c:v>3.7063605843313148E-2</c:v>
                </c:pt>
                <c:pt idx="652">
                  <c:v>3.7093912035418453E-2</c:v>
                </c:pt>
                <c:pt idx="653">
                  <c:v>3.7095423408969173E-2</c:v>
                </c:pt>
                <c:pt idx="654">
                  <c:v>3.7099774636162562E-2</c:v>
                </c:pt>
                <c:pt idx="655">
                  <c:v>3.7102362070815062E-2</c:v>
                </c:pt>
                <c:pt idx="656">
                  <c:v>3.711982431592388E-2</c:v>
                </c:pt>
                <c:pt idx="657">
                  <c:v>3.7152118605050549E-2</c:v>
                </c:pt>
                <c:pt idx="658">
                  <c:v>3.7168722881456541E-2</c:v>
                </c:pt>
                <c:pt idx="659">
                  <c:v>3.7183518757539905E-2</c:v>
                </c:pt>
                <c:pt idx="660">
                  <c:v>3.7197849873616809E-2</c:v>
                </c:pt>
                <c:pt idx="661">
                  <c:v>3.7210123986129898E-2</c:v>
                </c:pt>
                <c:pt idx="662">
                  <c:v>3.7218897272810199E-2</c:v>
                </c:pt>
                <c:pt idx="663">
                  <c:v>3.7223635319200664E-2</c:v>
                </c:pt>
                <c:pt idx="664">
                  <c:v>3.7228044332145063E-2</c:v>
                </c:pt>
                <c:pt idx="665">
                  <c:v>3.7243630582634517E-2</c:v>
                </c:pt>
                <c:pt idx="666">
                  <c:v>3.7295978241787507E-2</c:v>
                </c:pt>
                <c:pt idx="667">
                  <c:v>3.7329605699524662E-2</c:v>
                </c:pt>
                <c:pt idx="668">
                  <c:v>3.7354463340111811E-2</c:v>
                </c:pt>
                <c:pt idx="669">
                  <c:v>3.7363117534770569E-2</c:v>
                </c:pt>
                <c:pt idx="670">
                  <c:v>3.7375075799180299E-2</c:v>
                </c:pt>
                <c:pt idx="671">
                  <c:v>3.7387043948546625E-2</c:v>
                </c:pt>
                <c:pt idx="672">
                  <c:v>3.7392115192410938E-2</c:v>
                </c:pt>
                <c:pt idx="673">
                  <c:v>3.7426997766112226E-2</c:v>
                </c:pt>
                <c:pt idx="674">
                  <c:v>3.7428989040992178E-2</c:v>
                </c:pt>
                <c:pt idx="675">
                  <c:v>3.7431740702927027E-2</c:v>
                </c:pt>
                <c:pt idx="676">
                  <c:v>3.7432546601032526E-2</c:v>
                </c:pt>
                <c:pt idx="677">
                  <c:v>3.7447004808966219E-2</c:v>
                </c:pt>
                <c:pt idx="678">
                  <c:v>3.7569292732391867E-2</c:v>
                </c:pt>
                <c:pt idx="679">
                  <c:v>3.7578545750728005E-2</c:v>
                </c:pt>
                <c:pt idx="680">
                  <c:v>3.7630843596114086E-2</c:v>
                </c:pt>
                <c:pt idx="681">
                  <c:v>3.7662111008819166E-2</c:v>
                </c:pt>
                <c:pt idx="682">
                  <c:v>3.7692262619478362E-2</c:v>
                </c:pt>
                <c:pt idx="683">
                  <c:v>3.7730529628137693E-2</c:v>
                </c:pt>
                <c:pt idx="684">
                  <c:v>3.7739963052223803E-2</c:v>
                </c:pt>
                <c:pt idx="685">
                  <c:v>3.7754957756534008E-2</c:v>
                </c:pt>
                <c:pt idx="686">
                  <c:v>3.7775207201303361E-2</c:v>
                </c:pt>
                <c:pt idx="687">
                  <c:v>3.7799635580582518E-2</c:v>
                </c:pt>
                <c:pt idx="688">
                  <c:v>3.7810939994056124E-2</c:v>
                </c:pt>
                <c:pt idx="689">
                  <c:v>3.7828686828530037E-2</c:v>
                </c:pt>
                <c:pt idx="690">
                  <c:v>3.7829383288169732E-2</c:v>
                </c:pt>
                <c:pt idx="691">
                  <c:v>3.7851880118723764E-2</c:v>
                </c:pt>
                <c:pt idx="692">
                  <c:v>3.7884568814998139E-2</c:v>
                </c:pt>
                <c:pt idx="693">
                  <c:v>3.7896934179046597E-2</c:v>
                </c:pt>
                <c:pt idx="694">
                  <c:v>3.7978988795885564E-2</c:v>
                </c:pt>
                <c:pt idx="695">
                  <c:v>3.8010548231020513E-2</c:v>
                </c:pt>
                <c:pt idx="696">
                  <c:v>3.8017283640003015E-2</c:v>
                </c:pt>
                <c:pt idx="697">
                  <c:v>3.8049734926782583E-2</c:v>
                </c:pt>
                <c:pt idx="698">
                  <c:v>3.8065243269765382E-2</c:v>
                </c:pt>
                <c:pt idx="699">
                  <c:v>3.8105693094323871E-2</c:v>
                </c:pt>
                <c:pt idx="700">
                  <c:v>3.8126977978673302E-2</c:v>
                </c:pt>
                <c:pt idx="701">
                  <c:v>3.8127897904538306E-2</c:v>
                </c:pt>
                <c:pt idx="702">
                  <c:v>3.8129372595835855E-2</c:v>
                </c:pt>
                <c:pt idx="703">
                  <c:v>3.8129967989133963E-2</c:v>
                </c:pt>
                <c:pt idx="704">
                  <c:v>3.8141991346148596E-2</c:v>
                </c:pt>
                <c:pt idx="705">
                  <c:v>3.8166725090460062E-2</c:v>
                </c:pt>
                <c:pt idx="706">
                  <c:v>3.8182471221498697E-2</c:v>
                </c:pt>
                <c:pt idx="707">
                  <c:v>3.8191248445079561E-2</c:v>
                </c:pt>
                <c:pt idx="708">
                  <c:v>3.8194379344840851E-2</c:v>
                </c:pt>
                <c:pt idx="709">
                  <c:v>3.8200161333296789E-2</c:v>
                </c:pt>
                <c:pt idx="710">
                  <c:v>3.8205619068768265E-2</c:v>
                </c:pt>
                <c:pt idx="711">
                  <c:v>3.8209473645476291E-2</c:v>
                </c:pt>
                <c:pt idx="712">
                  <c:v>3.8221899721678783E-2</c:v>
                </c:pt>
                <c:pt idx="713">
                  <c:v>3.8229439464737482E-2</c:v>
                </c:pt>
                <c:pt idx="714">
                  <c:v>3.8230802275513599E-2</c:v>
                </c:pt>
                <c:pt idx="715">
                  <c:v>3.8270140246264808E-2</c:v>
                </c:pt>
                <c:pt idx="716">
                  <c:v>3.8306450377642451E-2</c:v>
                </c:pt>
                <c:pt idx="717">
                  <c:v>3.8327410541448011E-2</c:v>
                </c:pt>
                <c:pt idx="718">
                  <c:v>3.8331046456348591E-2</c:v>
                </c:pt>
                <c:pt idx="719">
                  <c:v>3.8386292500363448E-2</c:v>
                </c:pt>
                <c:pt idx="720">
                  <c:v>3.8390544189501552E-2</c:v>
                </c:pt>
                <c:pt idx="721">
                  <c:v>3.8421791179937152E-2</c:v>
                </c:pt>
                <c:pt idx="722">
                  <c:v>3.8440471376140907E-2</c:v>
                </c:pt>
                <c:pt idx="723">
                  <c:v>3.8462554532837201E-2</c:v>
                </c:pt>
                <c:pt idx="724">
                  <c:v>3.8466584138748032E-2</c:v>
                </c:pt>
                <c:pt idx="725">
                  <c:v>3.8496805111239873E-2</c:v>
                </c:pt>
                <c:pt idx="726">
                  <c:v>3.8504916899420719E-2</c:v>
                </c:pt>
                <c:pt idx="727">
                  <c:v>3.8506303740535305E-2</c:v>
                </c:pt>
                <c:pt idx="728">
                  <c:v>3.8557617308022159E-2</c:v>
                </c:pt>
                <c:pt idx="729">
                  <c:v>3.8557872387835493E-2</c:v>
                </c:pt>
                <c:pt idx="730">
                  <c:v>3.8558255258033032E-2</c:v>
                </c:pt>
                <c:pt idx="731">
                  <c:v>3.8568537790886648E-2</c:v>
                </c:pt>
                <c:pt idx="732">
                  <c:v>3.8573121925232885E-2</c:v>
                </c:pt>
                <c:pt idx="733">
                  <c:v>3.8601375177288205E-2</c:v>
                </c:pt>
                <c:pt idx="734">
                  <c:v>3.8609366717777614E-2</c:v>
                </c:pt>
                <c:pt idx="735">
                  <c:v>3.8613945299616342E-2</c:v>
                </c:pt>
                <c:pt idx="736">
                  <c:v>3.8643480283726259E-2</c:v>
                </c:pt>
                <c:pt idx="737">
                  <c:v>3.8653065910130437E-2</c:v>
                </c:pt>
                <c:pt idx="738">
                  <c:v>3.8673474103610765E-2</c:v>
                </c:pt>
                <c:pt idx="739">
                  <c:v>3.8685505850722987E-2</c:v>
                </c:pt>
                <c:pt idx="740">
                  <c:v>3.8687710255078632E-2</c:v>
                </c:pt>
                <c:pt idx="741">
                  <c:v>3.8694153654348105E-2</c:v>
                </c:pt>
                <c:pt idx="742">
                  <c:v>3.8771197763786604E-2</c:v>
                </c:pt>
                <c:pt idx="743">
                  <c:v>3.8839335813854313E-2</c:v>
                </c:pt>
                <c:pt idx="744">
                  <c:v>3.8860652162192547E-2</c:v>
                </c:pt>
                <c:pt idx="745">
                  <c:v>3.8894600489619943E-2</c:v>
                </c:pt>
                <c:pt idx="746">
                  <c:v>3.8979182416185088E-2</c:v>
                </c:pt>
                <c:pt idx="747">
                  <c:v>3.897960756997286E-2</c:v>
                </c:pt>
                <c:pt idx="748">
                  <c:v>3.8990190720667749E-2</c:v>
                </c:pt>
                <c:pt idx="749">
                  <c:v>3.9001333500233618E-2</c:v>
                </c:pt>
                <c:pt idx="750">
                  <c:v>3.9044392960500711E-2</c:v>
                </c:pt>
                <c:pt idx="751">
                  <c:v>3.9046456789680439E-2</c:v>
                </c:pt>
                <c:pt idx="752">
                  <c:v>3.9047581182204666E-2</c:v>
                </c:pt>
                <c:pt idx="753">
                  <c:v>3.9049759849258327E-2</c:v>
                </c:pt>
                <c:pt idx="754">
                  <c:v>3.9060306484520475E-2</c:v>
                </c:pt>
                <c:pt idx="755">
                  <c:v>3.9069648235242609E-2</c:v>
                </c:pt>
                <c:pt idx="756">
                  <c:v>3.9074297066370639E-2</c:v>
                </c:pt>
                <c:pt idx="757">
                  <c:v>3.9075901992057079E-2</c:v>
                </c:pt>
                <c:pt idx="758">
                  <c:v>3.9094744973994774E-2</c:v>
                </c:pt>
                <c:pt idx="759">
                  <c:v>3.9114099061876823E-2</c:v>
                </c:pt>
                <c:pt idx="760">
                  <c:v>3.9115970414387906E-2</c:v>
                </c:pt>
                <c:pt idx="761">
                  <c:v>3.91372586943175E-2</c:v>
                </c:pt>
                <c:pt idx="762">
                  <c:v>3.918515378628034E-2</c:v>
                </c:pt>
                <c:pt idx="763">
                  <c:v>3.9191988130357597E-2</c:v>
                </c:pt>
                <c:pt idx="764">
                  <c:v>3.920101118281287E-2</c:v>
                </c:pt>
                <c:pt idx="765">
                  <c:v>3.9217795918157383E-2</c:v>
                </c:pt>
                <c:pt idx="766">
                  <c:v>3.9269848546923364E-2</c:v>
                </c:pt>
                <c:pt idx="767">
                  <c:v>3.9289925730666052E-2</c:v>
                </c:pt>
                <c:pt idx="768">
                  <c:v>3.931316164517918E-2</c:v>
                </c:pt>
                <c:pt idx="769">
                  <c:v>3.93174352475998E-2</c:v>
                </c:pt>
                <c:pt idx="770">
                  <c:v>3.9329103413915732E-2</c:v>
                </c:pt>
                <c:pt idx="771">
                  <c:v>3.9345767531578105E-2</c:v>
                </c:pt>
                <c:pt idx="772">
                  <c:v>3.9350935178962945E-2</c:v>
                </c:pt>
                <c:pt idx="773">
                  <c:v>3.9385603799422665E-2</c:v>
                </c:pt>
                <c:pt idx="774">
                  <c:v>3.9387550146267387E-2</c:v>
                </c:pt>
                <c:pt idx="775">
                  <c:v>3.9388799679328929E-2</c:v>
                </c:pt>
                <c:pt idx="776">
                  <c:v>3.9391142855200227E-2</c:v>
                </c:pt>
                <c:pt idx="777">
                  <c:v>3.9445905374860382E-2</c:v>
                </c:pt>
                <c:pt idx="778">
                  <c:v>3.9448889236734681E-2</c:v>
                </c:pt>
                <c:pt idx="779">
                  <c:v>3.9456973288131261E-2</c:v>
                </c:pt>
                <c:pt idx="780">
                  <c:v>3.9469590370004512E-2</c:v>
                </c:pt>
                <c:pt idx="781">
                  <c:v>3.9554253959747536E-2</c:v>
                </c:pt>
                <c:pt idx="782">
                  <c:v>3.9561820557025881E-2</c:v>
                </c:pt>
                <c:pt idx="783">
                  <c:v>3.9622531333183678E-2</c:v>
                </c:pt>
                <c:pt idx="784">
                  <c:v>3.9627040397798657E-2</c:v>
                </c:pt>
                <c:pt idx="785">
                  <c:v>3.9629081620868332E-2</c:v>
                </c:pt>
                <c:pt idx="786">
                  <c:v>3.964046060358719E-2</c:v>
                </c:pt>
                <c:pt idx="787">
                  <c:v>3.9647210225927036E-2</c:v>
                </c:pt>
                <c:pt idx="788">
                  <c:v>3.9728071378883401E-2</c:v>
                </c:pt>
                <c:pt idx="789">
                  <c:v>3.9732697911748181E-2</c:v>
                </c:pt>
                <c:pt idx="790">
                  <c:v>3.9741157297454859E-2</c:v>
                </c:pt>
                <c:pt idx="791">
                  <c:v>3.9743331590355459E-2</c:v>
                </c:pt>
                <c:pt idx="792">
                  <c:v>3.9773939214442521E-2</c:v>
                </c:pt>
                <c:pt idx="793">
                  <c:v>3.9775822243788637E-2</c:v>
                </c:pt>
                <c:pt idx="794">
                  <c:v>3.982400207429343E-2</c:v>
                </c:pt>
                <c:pt idx="795">
                  <c:v>3.9862121068530057E-2</c:v>
                </c:pt>
                <c:pt idx="796">
                  <c:v>3.991008667202587E-2</c:v>
                </c:pt>
                <c:pt idx="797">
                  <c:v>3.9921403172484639E-2</c:v>
                </c:pt>
                <c:pt idx="798">
                  <c:v>3.9927179664877778E-2</c:v>
                </c:pt>
                <c:pt idx="799">
                  <c:v>3.9973379657453338E-2</c:v>
                </c:pt>
                <c:pt idx="800">
                  <c:v>3.9984652235551844E-2</c:v>
                </c:pt>
                <c:pt idx="801">
                  <c:v>4.0016286138060457E-2</c:v>
                </c:pt>
                <c:pt idx="802">
                  <c:v>4.0048043766761479E-2</c:v>
                </c:pt>
                <c:pt idx="803">
                  <c:v>4.0103607636731355E-2</c:v>
                </c:pt>
                <c:pt idx="804">
                  <c:v>4.0154819547009071E-2</c:v>
                </c:pt>
                <c:pt idx="805">
                  <c:v>4.0184117283166877E-2</c:v>
                </c:pt>
                <c:pt idx="806">
                  <c:v>4.0219200872616621E-2</c:v>
                </c:pt>
                <c:pt idx="807">
                  <c:v>4.0230391351238147E-2</c:v>
                </c:pt>
                <c:pt idx="808">
                  <c:v>4.0290513549091814E-2</c:v>
                </c:pt>
                <c:pt idx="809">
                  <c:v>4.0293356488431686E-2</c:v>
                </c:pt>
                <c:pt idx="810">
                  <c:v>4.0301348077458277E-2</c:v>
                </c:pt>
                <c:pt idx="811">
                  <c:v>4.030689648067301E-2</c:v>
                </c:pt>
                <c:pt idx="812">
                  <c:v>4.0312300121228051E-2</c:v>
                </c:pt>
                <c:pt idx="813">
                  <c:v>4.0385177658641913E-2</c:v>
                </c:pt>
                <c:pt idx="814">
                  <c:v>4.0412715967789357E-2</c:v>
                </c:pt>
                <c:pt idx="815">
                  <c:v>4.0453039375355167E-2</c:v>
                </c:pt>
                <c:pt idx="816">
                  <c:v>4.0477561735255858E-2</c:v>
                </c:pt>
                <c:pt idx="817">
                  <c:v>4.0479956743385628E-2</c:v>
                </c:pt>
                <c:pt idx="818">
                  <c:v>4.0486079708087784E-2</c:v>
                </c:pt>
                <c:pt idx="819">
                  <c:v>4.0502059441639766E-2</c:v>
                </c:pt>
                <c:pt idx="820">
                  <c:v>4.051563025996098E-2</c:v>
                </c:pt>
                <c:pt idx="821">
                  <c:v>4.0525299045824921E-2</c:v>
                </c:pt>
                <c:pt idx="822">
                  <c:v>4.0544880859736857E-2</c:v>
                </c:pt>
                <c:pt idx="823">
                  <c:v>4.0560780509941136E-2</c:v>
                </c:pt>
                <c:pt idx="824">
                  <c:v>4.0565970641688917E-2</c:v>
                </c:pt>
                <c:pt idx="825">
                  <c:v>4.0581624868517852E-2</c:v>
                </c:pt>
                <c:pt idx="826">
                  <c:v>4.0594976189375423E-2</c:v>
                </c:pt>
                <c:pt idx="827">
                  <c:v>4.0621615355878514E-2</c:v>
                </c:pt>
                <c:pt idx="828">
                  <c:v>4.0648151658037493E-2</c:v>
                </c:pt>
                <c:pt idx="829">
                  <c:v>4.0673626532655813E-2</c:v>
                </c:pt>
                <c:pt idx="830">
                  <c:v>4.0697064102104323E-2</c:v>
                </c:pt>
                <c:pt idx="831">
                  <c:v>4.0698766892146805E-2</c:v>
                </c:pt>
                <c:pt idx="832">
                  <c:v>4.072249005415194E-2</c:v>
                </c:pt>
                <c:pt idx="833">
                  <c:v>4.0727717751831559E-2</c:v>
                </c:pt>
                <c:pt idx="834">
                  <c:v>4.073928559892958E-2</c:v>
                </c:pt>
                <c:pt idx="835">
                  <c:v>4.0759195613720427E-2</c:v>
                </c:pt>
                <c:pt idx="836">
                  <c:v>4.0778171454402629E-2</c:v>
                </c:pt>
                <c:pt idx="837">
                  <c:v>4.0781019611819326E-2</c:v>
                </c:pt>
                <c:pt idx="838">
                  <c:v>4.078134988865225E-2</c:v>
                </c:pt>
                <c:pt idx="839">
                  <c:v>4.0792847345348687E-2</c:v>
                </c:pt>
                <c:pt idx="840">
                  <c:v>4.0796824054176693E-2</c:v>
                </c:pt>
                <c:pt idx="841">
                  <c:v>4.0825254576412992E-2</c:v>
                </c:pt>
                <c:pt idx="842">
                  <c:v>4.0883023049122044E-2</c:v>
                </c:pt>
                <c:pt idx="843">
                  <c:v>4.0922513984220123E-2</c:v>
                </c:pt>
                <c:pt idx="844">
                  <c:v>4.0923240742950916E-2</c:v>
                </c:pt>
                <c:pt idx="845">
                  <c:v>4.0966718154041973E-2</c:v>
                </c:pt>
                <c:pt idx="846">
                  <c:v>4.098938954815539E-2</c:v>
                </c:pt>
                <c:pt idx="847">
                  <c:v>4.1026815209462476E-2</c:v>
                </c:pt>
                <c:pt idx="848">
                  <c:v>4.1035809287525954E-2</c:v>
                </c:pt>
                <c:pt idx="849">
                  <c:v>4.1054641777305445E-2</c:v>
                </c:pt>
                <c:pt idx="850">
                  <c:v>4.112354014804491E-2</c:v>
                </c:pt>
                <c:pt idx="851">
                  <c:v>4.1133625766094459E-2</c:v>
                </c:pt>
                <c:pt idx="852">
                  <c:v>4.1137616627597351E-2</c:v>
                </c:pt>
                <c:pt idx="853">
                  <c:v>4.1162423098415772E-2</c:v>
                </c:pt>
                <c:pt idx="854">
                  <c:v>4.1168351464288322E-2</c:v>
                </c:pt>
                <c:pt idx="855">
                  <c:v>4.1192926358552429E-2</c:v>
                </c:pt>
                <c:pt idx="856">
                  <c:v>4.1197101700492456E-2</c:v>
                </c:pt>
                <c:pt idx="857">
                  <c:v>4.1204183659168031E-2</c:v>
                </c:pt>
                <c:pt idx="858">
                  <c:v>4.1231901977392828E-2</c:v>
                </c:pt>
                <c:pt idx="859">
                  <c:v>4.1269916421152492E-2</c:v>
                </c:pt>
                <c:pt idx="860">
                  <c:v>4.128135506191212E-2</c:v>
                </c:pt>
                <c:pt idx="861">
                  <c:v>4.133580274866859E-2</c:v>
                </c:pt>
                <c:pt idx="862">
                  <c:v>4.1368267182013599E-2</c:v>
                </c:pt>
                <c:pt idx="863">
                  <c:v>4.1370048291002777E-2</c:v>
                </c:pt>
                <c:pt idx="864">
                  <c:v>4.1418290052972935E-2</c:v>
                </c:pt>
                <c:pt idx="865">
                  <c:v>4.1419083644526719E-2</c:v>
                </c:pt>
                <c:pt idx="866">
                  <c:v>4.1440260337289835E-2</c:v>
                </c:pt>
                <c:pt idx="867">
                  <c:v>4.14410053683563E-2</c:v>
                </c:pt>
                <c:pt idx="868">
                  <c:v>4.1488296798486056E-2</c:v>
                </c:pt>
                <c:pt idx="869">
                  <c:v>4.1503820279808222E-2</c:v>
                </c:pt>
                <c:pt idx="870">
                  <c:v>4.15185340120321E-2</c:v>
                </c:pt>
                <c:pt idx="871">
                  <c:v>4.1519942891838628E-2</c:v>
                </c:pt>
                <c:pt idx="872">
                  <c:v>4.1548889001815435E-2</c:v>
                </c:pt>
                <c:pt idx="873">
                  <c:v>4.1553745612901254E-2</c:v>
                </c:pt>
                <c:pt idx="874">
                  <c:v>4.1558240740145108E-2</c:v>
                </c:pt>
                <c:pt idx="875">
                  <c:v>4.1585197467788604E-2</c:v>
                </c:pt>
                <c:pt idx="876">
                  <c:v>4.163739316245265E-2</c:v>
                </c:pt>
                <c:pt idx="877">
                  <c:v>4.1668418927547669E-2</c:v>
                </c:pt>
                <c:pt idx="878">
                  <c:v>4.1678232262524817E-2</c:v>
                </c:pt>
                <c:pt idx="879">
                  <c:v>4.1720387085162985E-2</c:v>
                </c:pt>
                <c:pt idx="880">
                  <c:v>4.1729770431153362E-2</c:v>
                </c:pt>
                <c:pt idx="881">
                  <c:v>4.173200113584305E-2</c:v>
                </c:pt>
                <c:pt idx="882">
                  <c:v>4.1745262924989028E-2</c:v>
                </c:pt>
                <c:pt idx="883">
                  <c:v>4.1754292880744087E-2</c:v>
                </c:pt>
                <c:pt idx="884">
                  <c:v>4.1772105251433746E-2</c:v>
                </c:pt>
                <c:pt idx="885">
                  <c:v>4.1780236064219836E-2</c:v>
                </c:pt>
                <c:pt idx="886">
                  <c:v>4.1783063379487846E-2</c:v>
                </c:pt>
                <c:pt idx="887">
                  <c:v>4.1810257611304885E-2</c:v>
                </c:pt>
                <c:pt idx="888">
                  <c:v>4.1813379152225008E-2</c:v>
                </c:pt>
                <c:pt idx="889">
                  <c:v>4.18223309779302E-2</c:v>
                </c:pt>
                <c:pt idx="890">
                  <c:v>4.1957273883721495E-2</c:v>
                </c:pt>
                <c:pt idx="891">
                  <c:v>4.1971301568025005E-2</c:v>
                </c:pt>
                <c:pt idx="892">
                  <c:v>4.1973975092662978E-2</c:v>
                </c:pt>
                <c:pt idx="893">
                  <c:v>4.1978667299845313E-2</c:v>
                </c:pt>
                <c:pt idx="894">
                  <c:v>4.1984643980192742E-2</c:v>
                </c:pt>
                <c:pt idx="895">
                  <c:v>4.2079157208752951E-2</c:v>
                </c:pt>
                <c:pt idx="896">
                  <c:v>4.2096779229619873E-2</c:v>
                </c:pt>
                <c:pt idx="897">
                  <c:v>4.2130112657860576E-2</c:v>
                </c:pt>
                <c:pt idx="898">
                  <c:v>4.218275787611981E-2</c:v>
                </c:pt>
                <c:pt idx="899">
                  <c:v>4.2185250435417869E-2</c:v>
                </c:pt>
                <c:pt idx="900">
                  <c:v>4.2197696485069533E-2</c:v>
                </c:pt>
                <c:pt idx="901">
                  <c:v>4.2199003243846532E-2</c:v>
                </c:pt>
                <c:pt idx="902">
                  <c:v>4.2202395228953464E-2</c:v>
                </c:pt>
                <c:pt idx="903">
                  <c:v>4.2225141541354788E-2</c:v>
                </c:pt>
                <c:pt idx="904">
                  <c:v>4.2234665133998178E-2</c:v>
                </c:pt>
                <c:pt idx="905">
                  <c:v>4.2242304699431216E-2</c:v>
                </c:pt>
                <c:pt idx="906">
                  <c:v>4.22519902595049E-2</c:v>
                </c:pt>
                <c:pt idx="907">
                  <c:v>4.2288524421706407E-2</c:v>
                </c:pt>
                <c:pt idx="908">
                  <c:v>4.2356047006973568E-2</c:v>
                </c:pt>
                <c:pt idx="909">
                  <c:v>4.2379393562603722E-2</c:v>
                </c:pt>
                <c:pt idx="910">
                  <c:v>4.2418657998810394E-2</c:v>
                </c:pt>
                <c:pt idx="911">
                  <c:v>4.2433103956879874E-2</c:v>
                </c:pt>
                <c:pt idx="912">
                  <c:v>4.2442881062694324E-2</c:v>
                </c:pt>
                <c:pt idx="913">
                  <c:v>4.2448545203513009E-2</c:v>
                </c:pt>
                <c:pt idx="914">
                  <c:v>4.246911997810339E-2</c:v>
                </c:pt>
                <c:pt idx="915">
                  <c:v>4.2510913350965678E-2</c:v>
                </c:pt>
                <c:pt idx="916">
                  <c:v>4.2530345094049522E-2</c:v>
                </c:pt>
                <c:pt idx="917">
                  <c:v>4.2555290541376072E-2</c:v>
                </c:pt>
                <c:pt idx="918">
                  <c:v>4.2579959794621848E-2</c:v>
                </c:pt>
                <c:pt idx="919">
                  <c:v>4.2583694768030957E-2</c:v>
                </c:pt>
                <c:pt idx="920">
                  <c:v>4.2585783771117929E-2</c:v>
                </c:pt>
                <c:pt idx="921">
                  <c:v>4.2593824494061377E-2</c:v>
                </c:pt>
                <c:pt idx="922">
                  <c:v>4.2595031972424965E-2</c:v>
                </c:pt>
                <c:pt idx="923">
                  <c:v>4.2606179735865987E-2</c:v>
                </c:pt>
                <c:pt idx="924">
                  <c:v>4.2610824910727416E-2</c:v>
                </c:pt>
                <c:pt idx="925">
                  <c:v>4.2627070467749044E-2</c:v>
                </c:pt>
                <c:pt idx="926">
                  <c:v>4.2671695718796546E-2</c:v>
                </c:pt>
                <c:pt idx="927">
                  <c:v>4.2691856953416166E-2</c:v>
                </c:pt>
                <c:pt idx="928">
                  <c:v>4.2705342275342693E-2</c:v>
                </c:pt>
                <c:pt idx="929">
                  <c:v>4.2746943091461251E-2</c:v>
                </c:pt>
                <c:pt idx="930">
                  <c:v>4.2752156597267207E-2</c:v>
                </c:pt>
                <c:pt idx="931">
                  <c:v>4.2758756096127684E-2</c:v>
                </c:pt>
                <c:pt idx="932">
                  <c:v>4.2785068553573523E-2</c:v>
                </c:pt>
                <c:pt idx="933">
                  <c:v>4.2789804956006108E-2</c:v>
                </c:pt>
                <c:pt idx="934">
                  <c:v>4.2799477544083551E-2</c:v>
                </c:pt>
                <c:pt idx="935">
                  <c:v>4.2810391329705134E-2</c:v>
                </c:pt>
                <c:pt idx="936">
                  <c:v>4.2864722216053697E-2</c:v>
                </c:pt>
                <c:pt idx="937">
                  <c:v>4.2876409400226842E-2</c:v>
                </c:pt>
                <c:pt idx="938">
                  <c:v>4.2907844747647243E-2</c:v>
                </c:pt>
                <c:pt idx="939">
                  <c:v>4.2922783811868599E-2</c:v>
                </c:pt>
                <c:pt idx="940">
                  <c:v>4.2935282671672993E-2</c:v>
                </c:pt>
                <c:pt idx="941">
                  <c:v>4.2943996972971694E-2</c:v>
                </c:pt>
                <c:pt idx="942">
                  <c:v>4.2962550331579377E-2</c:v>
                </c:pt>
                <c:pt idx="943">
                  <c:v>4.2982693150115957E-2</c:v>
                </c:pt>
                <c:pt idx="944">
                  <c:v>4.3014757625445967E-2</c:v>
                </c:pt>
                <c:pt idx="945">
                  <c:v>4.3019586253105674E-2</c:v>
                </c:pt>
                <c:pt idx="946">
                  <c:v>4.3057726824562895E-2</c:v>
                </c:pt>
                <c:pt idx="947">
                  <c:v>4.3059000668740792E-2</c:v>
                </c:pt>
                <c:pt idx="948">
                  <c:v>4.3062556371887592E-2</c:v>
                </c:pt>
                <c:pt idx="949">
                  <c:v>4.307364946435905E-2</c:v>
                </c:pt>
                <c:pt idx="950">
                  <c:v>4.311123357783652E-2</c:v>
                </c:pt>
                <c:pt idx="951">
                  <c:v>4.3127306866589332E-2</c:v>
                </c:pt>
                <c:pt idx="952">
                  <c:v>4.3136150521923378E-2</c:v>
                </c:pt>
                <c:pt idx="953">
                  <c:v>4.3139850832652871E-2</c:v>
                </c:pt>
                <c:pt idx="954">
                  <c:v>4.3160972606096651E-2</c:v>
                </c:pt>
                <c:pt idx="955">
                  <c:v>4.3165745229024687E-2</c:v>
                </c:pt>
                <c:pt idx="956">
                  <c:v>4.3169952983673793E-2</c:v>
                </c:pt>
                <c:pt idx="957">
                  <c:v>4.3173528446068712E-2</c:v>
                </c:pt>
                <c:pt idx="958">
                  <c:v>4.3182511057602006E-2</c:v>
                </c:pt>
                <c:pt idx="959">
                  <c:v>4.318812752218975E-2</c:v>
                </c:pt>
                <c:pt idx="960">
                  <c:v>4.319331127829415E-2</c:v>
                </c:pt>
                <c:pt idx="961">
                  <c:v>4.3221920274939839E-2</c:v>
                </c:pt>
                <c:pt idx="962">
                  <c:v>4.3228309394308419E-2</c:v>
                </c:pt>
                <c:pt idx="963">
                  <c:v>4.3250298329646351E-2</c:v>
                </c:pt>
                <c:pt idx="964">
                  <c:v>4.3294852219139139E-2</c:v>
                </c:pt>
                <c:pt idx="965">
                  <c:v>4.3297077921095224E-2</c:v>
                </c:pt>
                <c:pt idx="966">
                  <c:v>4.3300098367775854E-2</c:v>
                </c:pt>
                <c:pt idx="967">
                  <c:v>4.3303221568936547E-2</c:v>
                </c:pt>
                <c:pt idx="968">
                  <c:v>4.3324530578481138E-2</c:v>
                </c:pt>
                <c:pt idx="969">
                  <c:v>4.3326132261781662E-2</c:v>
                </c:pt>
                <c:pt idx="970">
                  <c:v>4.3354433583136995E-2</c:v>
                </c:pt>
                <c:pt idx="971">
                  <c:v>4.3355897796648731E-2</c:v>
                </c:pt>
                <c:pt idx="972">
                  <c:v>4.344559308589447E-2</c:v>
                </c:pt>
                <c:pt idx="973">
                  <c:v>4.3454131937488948E-2</c:v>
                </c:pt>
                <c:pt idx="974">
                  <c:v>4.3487232131284623E-2</c:v>
                </c:pt>
                <c:pt idx="975">
                  <c:v>4.3509062503532446E-2</c:v>
                </c:pt>
                <c:pt idx="976">
                  <c:v>4.3553487851859668E-2</c:v>
                </c:pt>
                <c:pt idx="977">
                  <c:v>4.3576761933109075E-2</c:v>
                </c:pt>
                <c:pt idx="978">
                  <c:v>4.3584644584815514E-2</c:v>
                </c:pt>
                <c:pt idx="979">
                  <c:v>4.3585440183795857E-2</c:v>
                </c:pt>
                <c:pt idx="980">
                  <c:v>4.3600578369324572E-2</c:v>
                </c:pt>
                <c:pt idx="981">
                  <c:v>4.3614766432381734E-2</c:v>
                </c:pt>
                <c:pt idx="982">
                  <c:v>4.3632412277148966E-2</c:v>
                </c:pt>
                <c:pt idx="983">
                  <c:v>4.3679427141923952E-2</c:v>
                </c:pt>
                <c:pt idx="984">
                  <c:v>4.3684144331105977E-2</c:v>
                </c:pt>
                <c:pt idx="985">
                  <c:v>4.3767887553783989E-2</c:v>
                </c:pt>
                <c:pt idx="986">
                  <c:v>4.3777105225633696E-2</c:v>
                </c:pt>
                <c:pt idx="987">
                  <c:v>4.3791693288994432E-2</c:v>
                </c:pt>
                <c:pt idx="988">
                  <c:v>4.3840572636787666E-2</c:v>
                </c:pt>
                <c:pt idx="989">
                  <c:v>4.385570520295453E-2</c:v>
                </c:pt>
                <c:pt idx="990">
                  <c:v>4.3861304647077153E-2</c:v>
                </c:pt>
                <c:pt idx="991">
                  <c:v>4.3864474524575744E-2</c:v>
                </c:pt>
                <c:pt idx="992">
                  <c:v>4.3867233537887226E-2</c:v>
                </c:pt>
                <c:pt idx="993">
                  <c:v>4.3883250017047799E-2</c:v>
                </c:pt>
                <c:pt idx="994">
                  <c:v>4.3927941798028669E-2</c:v>
                </c:pt>
                <c:pt idx="995">
                  <c:v>4.3970397382981696E-2</c:v>
                </c:pt>
                <c:pt idx="996">
                  <c:v>4.404318047011526E-2</c:v>
                </c:pt>
                <c:pt idx="997">
                  <c:v>4.4044573856259567E-2</c:v>
                </c:pt>
                <c:pt idx="998">
                  <c:v>4.4055950701712678E-2</c:v>
                </c:pt>
                <c:pt idx="999">
                  <c:v>4.4062009348563524E-2</c:v>
                </c:pt>
                <c:pt idx="1000">
                  <c:v>4.4096078126844476E-2</c:v>
                </c:pt>
                <c:pt idx="1001">
                  <c:v>4.4106122109266344E-2</c:v>
                </c:pt>
                <c:pt idx="1002">
                  <c:v>4.4141072030413002E-2</c:v>
                </c:pt>
                <c:pt idx="1003">
                  <c:v>4.4145887015856741E-2</c:v>
                </c:pt>
                <c:pt idx="1004">
                  <c:v>4.415229526049113E-2</c:v>
                </c:pt>
                <c:pt idx="1005">
                  <c:v>4.4206938109350863E-2</c:v>
                </c:pt>
                <c:pt idx="1006">
                  <c:v>4.4290545111182258E-2</c:v>
                </c:pt>
                <c:pt idx="1007">
                  <c:v>4.4303771887570148E-2</c:v>
                </c:pt>
                <c:pt idx="1008">
                  <c:v>4.4327472192985197E-2</c:v>
                </c:pt>
                <c:pt idx="1009">
                  <c:v>4.4330498344970416E-2</c:v>
                </c:pt>
                <c:pt idx="1010">
                  <c:v>4.4337160279571186E-2</c:v>
                </c:pt>
                <c:pt idx="1011">
                  <c:v>4.436433126944786E-2</c:v>
                </c:pt>
                <c:pt idx="1012">
                  <c:v>4.441052921745723E-2</c:v>
                </c:pt>
                <c:pt idx="1013">
                  <c:v>4.4442724882240464E-2</c:v>
                </c:pt>
                <c:pt idx="1014">
                  <c:v>4.4521814243001737E-2</c:v>
                </c:pt>
                <c:pt idx="1015">
                  <c:v>4.4532047642349706E-2</c:v>
                </c:pt>
                <c:pt idx="1016">
                  <c:v>4.4548413498315675E-2</c:v>
                </c:pt>
                <c:pt idx="1017">
                  <c:v>4.4586840465187329E-2</c:v>
                </c:pt>
                <c:pt idx="1018">
                  <c:v>4.4595657921960984E-2</c:v>
                </c:pt>
                <c:pt idx="1019">
                  <c:v>4.4615498431073111E-2</c:v>
                </c:pt>
                <c:pt idx="1020">
                  <c:v>4.4635812454641266E-2</c:v>
                </c:pt>
                <c:pt idx="1021">
                  <c:v>4.4645184527864971E-2</c:v>
                </c:pt>
                <c:pt idx="1022">
                  <c:v>4.4655989020011187E-2</c:v>
                </c:pt>
                <c:pt idx="1023">
                  <c:v>4.4660892480034423E-2</c:v>
                </c:pt>
                <c:pt idx="1024">
                  <c:v>4.4674131400594362E-2</c:v>
                </c:pt>
                <c:pt idx="1025">
                  <c:v>4.472066358178909E-2</c:v>
                </c:pt>
                <c:pt idx="1026">
                  <c:v>4.4730765797436511E-2</c:v>
                </c:pt>
                <c:pt idx="1027">
                  <c:v>4.4737360045748367E-2</c:v>
                </c:pt>
                <c:pt idx="1028">
                  <c:v>4.4742515044495196E-2</c:v>
                </c:pt>
                <c:pt idx="1029">
                  <c:v>4.4764454350999676E-2</c:v>
                </c:pt>
                <c:pt idx="1030">
                  <c:v>4.4768718695467662E-2</c:v>
                </c:pt>
                <c:pt idx="1031">
                  <c:v>4.4785099423086457E-2</c:v>
                </c:pt>
                <c:pt idx="1032">
                  <c:v>4.480710546035134E-2</c:v>
                </c:pt>
                <c:pt idx="1033">
                  <c:v>4.4815832051978394E-2</c:v>
                </c:pt>
                <c:pt idx="1034">
                  <c:v>4.4827033773601921E-2</c:v>
                </c:pt>
                <c:pt idx="1035">
                  <c:v>4.4834206792762954E-2</c:v>
                </c:pt>
                <c:pt idx="1036">
                  <c:v>4.4836364962823123E-2</c:v>
                </c:pt>
                <c:pt idx="1037">
                  <c:v>4.4847746699378965E-2</c:v>
                </c:pt>
                <c:pt idx="1038">
                  <c:v>4.4870211768441449E-2</c:v>
                </c:pt>
                <c:pt idx="1039">
                  <c:v>4.4874520495851944E-2</c:v>
                </c:pt>
                <c:pt idx="1040">
                  <c:v>4.4881551684456615E-2</c:v>
                </c:pt>
                <c:pt idx="1041">
                  <c:v>4.4890366736190256E-2</c:v>
                </c:pt>
                <c:pt idx="1042">
                  <c:v>4.4901965495247512E-2</c:v>
                </c:pt>
                <c:pt idx="1043">
                  <c:v>4.4921321335215869E-2</c:v>
                </c:pt>
                <c:pt idx="1044">
                  <c:v>4.4923392339476842E-2</c:v>
                </c:pt>
                <c:pt idx="1045">
                  <c:v>4.4928373733196539E-2</c:v>
                </c:pt>
                <c:pt idx="1046">
                  <c:v>4.4938398410706321E-2</c:v>
                </c:pt>
                <c:pt idx="1047">
                  <c:v>4.4954387606986716E-2</c:v>
                </c:pt>
                <c:pt idx="1048">
                  <c:v>4.4956028314414184E-2</c:v>
                </c:pt>
                <c:pt idx="1049">
                  <c:v>4.4969536128481799E-2</c:v>
                </c:pt>
                <c:pt idx="1050">
                  <c:v>4.4980243957608815E-2</c:v>
                </c:pt>
                <c:pt idx="1051">
                  <c:v>4.4995115545108828E-2</c:v>
                </c:pt>
                <c:pt idx="1052">
                  <c:v>4.5018651937051776E-2</c:v>
                </c:pt>
                <c:pt idx="1053">
                  <c:v>4.5037209505812671E-2</c:v>
                </c:pt>
                <c:pt idx="1054">
                  <c:v>4.5063699916038424E-2</c:v>
                </c:pt>
                <c:pt idx="1055">
                  <c:v>4.5071731104573902E-2</c:v>
                </c:pt>
                <c:pt idx="1056">
                  <c:v>4.5091472422751425E-2</c:v>
                </c:pt>
                <c:pt idx="1057">
                  <c:v>4.5094354259512658E-2</c:v>
                </c:pt>
                <c:pt idx="1058">
                  <c:v>4.5099591431603879E-2</c:v>
                </c:pt>
                <c:pt idx="1059">
                  <c:v>4.5102331519396667E-2</c:v>
                </c:pt>
                <c:pt idx="1060">
                  <c:v>4.5123397982482986E-2</c:v>
                </c:pt>
                <c:pt idx="1061">
                  <c:v>4.5129777618525498E-2</c:v>
                </c:pt>
                <c:pt idx="1062">
                  <c:v>4.5138218752504761E-2</c:v>
                </c:pt>
                <c:pt idx="1063">
                  <c:v>4.516002518065515E-2</c:v>
                </c:pt>
                <c:pt idx="1064">
                  <c:v>4.5212263182453444E-2</c:v>
                </c:pt>
                <c:pt idx="1065">
                  <c:v>4.5228472286753633E-2</c:v>
                </c:pt>
                <c:pt idx="1066">
                  <c:v>4.5246175336329103E-2</c:v>
                </c:pt>
                <c:pt idx="1067">
                  <c:v>4.5304024603340515E-2</c:v>
                </c:pt>
                <c:pt idx="1068">
                  <c:v>4.5308134579981209E-2</c:v>
                </c:pt>
                <c:pt idx="1069">
                  <c:v>4.5321736235912818E-2</c:v>
                </c:pt>
                <c:pt idx="1070">
                  <c:v>4.5331134108461825E-2</c:v>
                </c:pt>
                <c:pt idx="1071">
                  <c:v>4.5332442581366532E-2</c:v>
                </c:pt>
                <c:pt idx="1072">
                  <c:v>4.533266200159683E-2</c:v>
                </c:pt>
                <c:pt idx="1073">
                  <c:v>4.5337711183195496E-2</c:v>
                </c:pt>
                <c:pt idx="1074">
                  <c:v>4.5342911130992987E-2</c:v>
                </c:pt>
                <c:pt idx="1075">
                  <c:v>4.5408728676660716E-2</c:v>
                </c:pt>
                <c:pt idx="1076">
                  <c:v>4.5468086856434449E-2</c:v>
                </c:pt>
                <c:pt idx="1077">
                  <c:v>4.5471358701189152E-2</c:v>
                </c:pt>
                <c:pt idx="1078">
                  <c:v>4.5486604951707581E-2</c:v>
                </c:pt>
                <c:pt idx="1079">
                  <c:v>4.5489666271752383E-2</c:v>
                </c:pt>
                <c:pt idx="1080">
                  <c:v>4.5510882851128524E-2</c:v>
                </c:pt>
                <c:pt idx="1081">
                  <c:v>4.5517860662587582E-2</c:v>
                </c:pt>
                <c:pt idx="1082">
                  <c:v>4.5524996137033362E-2</c:v>
                </c:pt>
                <c:pt idx="1083">
                  <c:v>4.5537872964373449E-2</c:v>
                </c:pt>
                <c:pt idx="1084">
                  <c:v>4.5546841195130576E-2</c:v>
                </c:pt>
                <c:pt idx="1085">
                  <c:v>4.5553584605308235E-2</c:v>
                </c:pt>
                <c:pt idx="1086">
                  <c:v>4.5558721016836605E-2</c:v>
                </c:pt>
                <c:pt idx="1087">
                  <c:v>4.5569745961549488E-2</c:v>
                </c:pt>
                <c:pt idx="1088">
                  <c:v>4.558863806990425E-2</c:v>
                </c:pt>
                <c:pt idx="1089">
                  <c:v>4.5608083192068459E-2</c:v>
                </c:pt>
                <c:pt idx="1090">
                  <c:v>4.5613185752701159E-2</c:v>
                </c:pt>
                <c:pt idx="1091">
                  <c:v>4.5618086923784218E-2</c:v>
                </c:pt>
                <c:pt idx="1092">
                  <c:v>4.5624386223374676E-2</c:v>
                </c:pt>
                <c:pt idx="1093">
                  <c:v>4.5637856767233441E-2</c:v>
                </c:pt>
                <c:pt idx="1094">
                  <c:v>4.5655673210746699E-2</c:v>
                </c:pt>
                <c:pt idx="1095">
                  <c:v>4.5664111523664279E-2</c:v>
                </c:pt>
                <c:pt idx="1096">
                  <c:v>4.5680474438201002E-2</c:v>
                </c:pt>
                <c:pt idx="1097">
                  <c:v>4.5683679017918997E-2</c:v>
                </c:pt>
                <c:pt idx="1098">
                  <c:v>4.5710480952913551E-2</c:v>
                </c:pt>
                <c:pt idx="1099">
                  <c:v>4.5732010828928714E-2</c:v>
                </c:pt>
                <c:pt idx="1100">
                  <c:v>4.5738333694056985E-2</c:v>
                </c:pt>
                <c:pt idx="1101">
                  <c:v>4.5741932611480393E-2</c:v>
                </c:pt>
                <c:pt idx="1102">
                  <c:v>4.5769456097577862E-2</c:v>
                </c:pt>
                <c:pt idx="1103">
                  <c:v>4.579976699198466E-2</c:v>
                </c:pt>
                <c:pt idx="1104">
                  <c:v>4.5843139699199661E-2</c:v>
                </c:pt>
                <c:pt idx="1105">
                  <c:v>4.5861002131665385E-2</c:v>
                </c:pt>
                <c:pt idx="1106">
                  <c:v>4.587622160377583E-2</c:v>
                </c:pt>
                <c:pt idx="1107">
                  <c:v>4.5902960126724297E-2</c:v>
                </c:pt>
                <c:pt idx="1108">
                  <c:v>4.5915746513106204E-2</c:v>
                </c:pt>
                <c:pt idx="1109">
                  <c:v>4.5941353671027099E-2</c:v>
                </c:pt>
                <c:pt idx="1110">
                  <c:v>4.5958561328912843E-2</c:v>
                </c:pt>
                <c:pt idx="1111">
                  <c:v>4.5968024953051516E-2</c:v>
                </c:pt>
                <c:pt idx="1112">
                  <c:v>4.5987014442366525E-2</c:v>
                </c:pt>
                <c:pt idx="1113">
                  <c:v>4.5987496597693987E-2</c:v>
                </c:pt>
                <c:pt idx="1114">
                  <c:v>4.6021471852652117E-2</c:v>
                </c:pt>
                <c:pt idx="1115">
                  <c:v>4.6033329688999224E-2</c:v>
                </c:pt>
                <c:pt idx="1116">
                  <c:v>4.6058653904534071E-2</c:v>
                </c:pt>
                <c:pt idx="1117">
                  <c:v>4.6096297665627256E-2</c:v>
                </c:pt>
                <c:pt idx="1118">
                  <c:v>4.6125159739175185E-2</c:v>
                </c:pt>
                <c:pt idx="1119">
                  <c:v>4.6139344974246772E-2</c:v>
                </c:pt>
                <c:pt idx="1120">
                  <c:v>4.6164681520575693E-2</c:v>
                </c:pt>
                <c:pt idx="1121">
                  <c:v>4.6189048856658414E-2</c:v>
                </c:pt>
                <c:pt idx="1122">
                  <c:v>4.6209308043022701E-2</c:v>
                </c:pt>
                <c:pt idx="1123">
                  <c:v>4.6214861118176256E-2</c:v>
                </c:pt>
                <c:pt idx="1124">
                  <c:v>4.6251411763889042E-2</c:v>
                </c:pt>
                <c:pt idx="1125">
                  <c:v>4.6257559805094467E-2</c:v>
                </c:pt>
                <c:pt idx="1126">
                  <c:v>4.6278476664214328E-2</c:v>
                </c:pt>
                <c:pt idx="1127">
                  <c:v>4.6294441995126043E-2</c:v>
                </c:pt>
                <c:pt idx="1128">
                  <c:v>4.6300889054157017E-2</c:v>
                </c:pt>
                <c:pt idx="1129">
                  <c:v>4.6308774841652051E-2</c:v>
                </c:pt>
                <c:pt idx="1130">
                  <c:v>4.6317969210023888E-2</c:v>
                </c:pt>
                <c:pt idx="1131">
                  <c:v>4.6346866296163997E-2</c:v>
                </c:pt>
                <c:pt idx="1132">
                  <c:v>4.6439510927125636E-2</c:v>
                </c:pt>
                <c:pt idx="1133">
                  <c:v>4.644453917440905E-2</c:v>
                </c:pt>
                <c:pt idx="1134">
                  <c:v>4.647586162620488E-2</c:v>
                </c:pt>
                <c:pt idx="1135">
                  <c:v>4.6486374813612986E-2</c:v>
                </c:pt>
                <c:pt idx="1136">
                  <c:v>4.6489326538946947E-2</c:v>
                </c:pt>
                <c:pt idx="1137">
                  <c:v>4.6497814399042985E-2</c:v>
                </c:pt>
                <c:pt idx="1138">
                  <c:v>4.6505851848485269E-2</c:v>
                </c:pt>
                <c:pt idx="1139">
                  <c:v>4.650891887709397E-2</c:v>
                </c:pt>
                <c:pt idx="1140">
                  <c:v>4.6512463909227052E-2</c:v>
                </c:pt>
                <c:pt idx="1141">
                  <c:v>4.6543522301400769E-2</c:v>
                </c:pt>
                <c:pt idx="1142">
                  <c:v>4.6555066840001991E-2</c:v>
                </c:pt>
                <c:pt idx="1143">
                  <c:v>4.6565348554671836E-2</c:v>
                </c:pt>
                <c:pt idx="1144">
                  <c:v>4.6580008648988432E-2</c:v>
                </c:pt>
                <c:pt idx="1145">
                  <c:v>4.6594028816253824E-2</c:v>
                </c:pt>
                <c:pt idx="1146">
                  <c:v>4.6597138312454954E-2</c:v>
                </c:pt>
                <c:pt idx="1147">
                  <c:v>4.661060452356737E-2</c:v>
                </c:pt>
                <c:pt idx="1148">
                  <c:v>4.6617503757596046E-2</c:v>
                </c:pt>
                <c:pt idx="1149">
                  <c:v>4.6634432487769058E-2</c:v>
                </c:pt>
                <c:pt idx="1150">
                  <c:v>4.6639010562695864E-2</c:v>
                </c:pt>
                <c:pt idx="1151">
                  <c:v>4.6652683172577335E-2</c:v>
                </c:pt>
                <c:pt idx="1152">
                  <c:v>4.6653381568511017E-2</c:v>
                </c:pt>
                <c:pt idx="1153">
                  <c:v>4.666336496591577E-2</c:v>
                </c:pt>
                <c:pt idx="1154">
                  <c:v>4.6675496351620036E-2</c:v>
                </c:pt>
                <c:pt idx="1155">
                  <c:v>4.6714381704257263E-2</c:v>
                </c:pt>
                <c:pt idx="1156">
                  <c:v>4.6735183957681413E-2</c:v>
                </c:pt>
                <c:pt idx="1157">
                  <c:v>4.6752298377718875E-2</c:v>
                </c:pt>
                <c:pt idx="1158">
                  <c:v>4.6762917750746744E-2</c:v>
                </c:pt>
                <c:pt idx="1159">
                  <c:v>4.676528053415601E-2</c:v>
                </c:pt>
                <c:pt idx="1160">
                  <c:v>4.6766406838730339E-2</c:v>
                </c:pt>
                <c:pt idx="1161">
                  <c:v>4.6778686753288751E-2</c:v>
                </c:pt>
                <c:pt idx="1162">
                  <c:v>4.6793422169717672E-2</c:v>
                </c:pt>
                <c:pt idx="1163">
                  <c:v>4.6811137260202584E-2</c:v>
                </c:pt>
                <c:pt idx="1164">
                  <c:v>4.6822012921543539E-2</c:v>
                </c:pt>
                <c:pt idx="1165">
                  <c:v>4.6834890105498309E-2</c:v>
                </c:pt>
                <c:pt idx="1166">
                  <c:v>4.6840918636739365E-2</c:v>
                </c:pt>
                <c:pt idx="1167">
                  <c:v>4.6848621766217367E-2</c:v>
                </c:pt>
                <c:pt idx="1168">
                  <c:v>4.6856983901578754E-2</c:v>
                </c:pt>
                <c:pt idx="1169">
                  <c:v>4.6867712683013943E-2</c:v>
                </c:pt>
                <c:pt idx="1170">
                  <c:v>4.6910555194864777E-2</c:v>
                </c:pt>
                <c:pt idx="1171">
                  <c:v>4.6916947510206142E-2</c:v>
                </c:pt>
                <c:pt idx="1172">
                  <c:v>4.6935456255374625E-2</c:v>
                </c:pt>
                <c:pt idx="1173">
                  <c:v>4.6936282555426041E-2</c:v>
                </c:pt>
                <c:pt idx="1174">
                  <c:v>4.69488435589617E-2</c:v>
                </c:pt>
                <c:pt idx="1175">
                  <c:v>4.697258246898172E-2</c:v>
                </c:pt>
                <c:pt idx="1176">
                  <c:v>4.7041767107476283E-2</c:v>
                </c:pt>
                <c:pt idx="1177">
                  <c:v>4.7050756602992835E-2</c:v>
                </c:pt>
                <c:pt idx="1178">
                  <c:v>4.7053603331632637E-2</c:v>
                </c:pt>
                <c:pt idx="1179">
                  <c:v>4.7064388505837516E-2</c:v>
                </c:pt>
                <c:pt idx="1180">
                  <c:v>4.7066303500926776E-2</c:v>
                </c:pt>
                <c:pt idx="1181">
                  <c:v>4.7080429409863567E-2</c:v>
                </c:pt>
                <c:pt idx="1182">
                  <c:v>4.7089723473720833E-2</c:v>
                </c:pt>
                <c:pt idx="1183">
                  <c:v>4.7092566416308448E-2</c:v>
                </c:pt>
                <c:pt idx="1184">
                  <c:v>4.7110861676258081E-2</c:v>
                </c:pt>
                <c:pt idx="1185">
                  <c:v>4.7128715442322902E-2</c:v>
                </c:pt>
                <c:pt idx="1186">
                  <c:v>4.7160245028641183E-2</c:v>
                </c:pt>
                <c:pt idx="1187">
                  <c:v>4.7167865777424503E-2</c:v>
                </c:pt>
                <c:pt idx="1188">
                  <c:v>4.7167946053937648E-2</c:v>
                </c:pt>
                <c:pt idx="1189">
                  <c:v>4.7173512556429986E-2</c:v>
                </c:pt>
                <c:pt idx="1190">
                  <c:v>4.7197208766712899E-2</c:v>
                </c:pt>
                <c:pt idx="1191">
                  <c:v>4.7247159360110064E-2</c:v>
                </c:pt>
                <c:pt idx="1192">
                  <c:v>4.7253770999298214E-2</c:v>
                </c:pt>
                <c:pt idx="1193">
                  <c:v>4.7261619170522989E-2</c:v>
                </c:pt>
                <c:pt idx="1194">
                  <c:v>4.7274596013411337E-2</c:v>
                </c:pt>
                <c:pt idx="1195">
                  <c:v>4.7352881663251467E-2</c:v>
                </c:pt>
                <c:pt idx="1196">
                  <c:v>4.7380025614965654E-2</c:v>
                </c:pt>
                <c:pt idx="1197">
                  <c:v>4.7384266842139935E-2</c:v>
                </c:pt>
                <c:pt idx="1198">
                  <c:v>4.7386186380759927E-2</c:v>
                </c:pt>
                <c:pt idx="1199">
                  <c:v>4.7394139142396964E-2</c:v>
                </c:pt>
                <c:pt idx="1200">
                  <c:v>4.7411895403509513E-2</c:v>
                </c:pt>
                <c:pt idx="1201">
                  <c:v>4.7426038058062767E-2</c:v>
                </c:pt>
                <c:pt idx="1202">
                  <c:v>4.7434321808791403E-2</c:v>
                </c:pt>
                <c:pt idx="1203">
                  <c:v>4.7451589402221835E-2</c:v>
                </c:pt>
                <c:pt idx="1204">
                  <c:v>4.74540056286437E-2</c:v>
                </c:pt>
                <c:pt idx="1205">
                  <c:v>4.7478573126294853E-2</c:v>
                </c:pt>
                <c:pt idx="1206">
                  <c:v>4.7529510506517929E-2</c:v>
                </c:pt>
                <c:pt idx="1207">
                  <c:v>4.7543185124706226E-2</c:v>
                </c:pt>
                <c:pt idx="1208">
                  <c:v>4.756207651560046E-2</c:v>
                </c:pt>
                <c:pt idx="1209">
                  <c:v>4.7582501734205675E-2</c:v>
                </c:pt>
                <c:pt idx="1210">
                  <c:v>4.7584093939478052E-2</c:v>
                </c:pt>
                <c:pt idx="1211">
                  <c:v>4.7623854987167563E-2</c:v>
                </c:pt>
                <c:pt idx="1212">
                  <c:v>4.7650038438869613E-2</c:v>
                </c:pt>
                <c:pt idx="1213">
                  <c:v>4.7653289407364283E-2</c:v>
                </c:pt>
                <c:pt idx="1214">
                  <c:v>4.7667649088044703E-2</c:v>
                </c:pt>
                <c:pt idx="1215">
                  <c:v>4.7675155180261483E-2</c:v>
                </c:pt>
                <c:pt idx="1216">
                  <c:v>4.7685892294676242E-2</c:v>
                </c:pt>
                <c:pt idx="1217">
                  <c:v>4.7714065169447741E-2</c:v>
                </c:pt>
                <c:pt idx="1218">
                  <c:v>4.7725244541453257E-2</c:v>
                </c:pt>
                <c:pt idx="1219">
                  <c:v>4.7727394366860798E-2</c:v>
                </c:pt>
                <c:pt idx="1220">
                  <c:v>4.7747904283265023E-2</c:v>
                </c:pt>
                <c:pt idx="1221">
                  <c:v>4.776112984416838E-2</c:v>
                </c:pt>
                <c:pt idx="1222">
                  <c:v>4.7780183648361493E-2</c:v>
                </c:pt>
                <c:pt idx="1223">
                  <c:v>4.7801276211586946E-2</c:v>
                </c:pt>
                <c:pt idx="1224">
                  <c:v>4.781847817520006E-2</c:v>
                </c:pt>
                <c:pt idx="1225">
                  <c:v>4.783586732036723E-2</c:v>
                </c:pt>
                <c:pt idx="1226">
                  <c:v>4.785681420453132E-2</c:v>
                </c:pt>
                <c:pt idx="1227">
                  <c:v>4.785691045057211E-2</c:v>
                </c:pt>
                <c:pt idx="1228">
                  <c:v>4.7869551132243685E-2</c:v>
                </c:pt>
                <c:pt idx="1229">
                  <c:v>4.7870202376871451E-2</c:v>
                </c:pt>
                <c:pt idx="1230">
                  <c:v>4.7873324418908049E-2</c:v>
                </c:pt>
                <c:pt idx="1231">
                  <c:v>4.7882649646410085E-2</c:v>
                </c:pt>
                <c:pt idx="1232">
                  <c:v>4.7892288353273152E-2</c:v>
                </c:pt>
                <c:pt idx="1233">
                  <c:v>4.791866933410853E-2</c:v>
                </c:pt>
                <c:pt idx="1234">
                  <c:v>4.792116258624176E-2</c:v>
                </c:pt>
                <c:pt idx="1235">
                  <c:v>4.7923318145270281E-2</c:v>
                </c:pt>
                <c:pt idx="1236">
                  <c:v>4.7937466070235898E-2</c:v>
                </c:pt>
                <c:pt idx="1237">
                  <c:v>4.7938956681766051E-2</c:v>
                </c:pt>
                <c:pt idx="1238">
                  <c:v>4.7943733338757531E-2</c:v>
                </c:pt>
                <c:pt idx="1239">
                  <c:v>4.7979856292552726E-2</c:v>
                </c:pt>
                <c:pt idx="1240">
                  <c:v>4.7981295447481871E-2</c:v>
                </c:pt>
                <c:pt idx="1241">
                  <c:v>4.7991336022463769E-2</c:v>
                </c:pt>
                <c:pt idx="1242">
                  <c:v>4.7996847699910396E-2</c:v>
                </c:pt>
                <c:pt idx="1243">
                  <c:v>4.7997947638158407E-2</c:v>
                </c:pt>
                <c:pt idx="1244">
                  <c:v>4.8000618578839638E-2</c:v>
                </c:pt>
                <c:pt idx="1245">
                  <c:v>4.8006394322251733E-2</c:v>
                </c:pt>
                <c:pt idx="1246">
                  <c:v>4.8018140894402796E-2</c:v>
                </c:pt>
                <c:pt idx="1247">
                  <c:v>4.8019969082439565E-2</c:v>
                </c:pt>
                <c:pt idx="1248">
                  <c:v>4.8030824253888882E-2</c:v>
                </c:pt>
                <c:pt idx="1249">
                  <c:v>4.8050632237081288E-2</c:v>
                </c:pt>
                <c:pt idx="1250">
                  <c:v>4.8075646087221445E-2</c:v>
                </c:pt>
                <c:pt idx="1251">
                  <c:v>4.8093730608368822E-2</c:v>
                </c:pt>
                <c:pt idx="1252">
                  <c:v>4.8096357732848372E-2</c:v>
                </c:pt>
                <c:pt idx="1253">
                  <c:v>4.8149381257893857E-2</c:v>
                </c:pt>
                <c:pt idx="1254">
                  <c:v>4.8167130716615165E-2</c:v>
                </c:pt>
                <c:pt idx="1255">
                  <c:v>4.8174701874750515E-2</c:v>
                </c:pt>
                <c:pt idx="1256">
                  <c:v>4.8190727737015424E-2</c:v>
                </c:pt>
                <c:pt idx="1257">
                  <c:v>4.8195551802966537E-2</c:v>
                </c:pt>
                <c:pt idx="1258">
                  <c:v>4.8209582744850467E-2</c:v>
                </c:pt>
                <c:pt idx="1259">
                  <c:v>4.8211378316528317E-2</c:v>
                </c:pt>
                <c:pt idx="1260">
                  <c:v>4.8218143386562717E-2</c:v>
                </c:pt>
                <c:pt idx="1261">
                  <c:v>4.8233251372384149E-2</c:v>
                </c:pt>
                <c:pt idx="1262">
                  <c:v>4.8233501598995136E-2</c:v>
                </c:pt>
                <c:pt idx="1263">
                  <c:v>4.8235467103945343E-2</c:v>
                </c:pt>
                <c:pt idx="1264">
                  <c:v>4.8252711809799981E-2</c:v>
                </c:pt>
                <c:pt idx="1265">
                  <c:v>4.8267085468954876E-2</c:v>
                </c:pt>
                <c:pt idx="1266">
                  <c:v>4.8283417793926253E-2</c:v>
                </c:pt>
                <c:pt idx="1267">
                  <c:v>4.8307626744473232E-2</c:v>
                </c:pt>
                <c:pt idx="1268">
                  <c:v>4.8347005448002356E-2</c:v>
                </c:pt>
                <c:pt idx="1269">
                  <c:v>4.8363231502322357E-2</c:v>
                </c:pt>
                <c:pt idx="1270">
                  <c:v>4.8368090957518838E-2</c:v>
                </c:pt>
                <c:pt idx="1271">
                  <c:v>4.8379370300275976E-2</c:v>
                </c:pt>
                <c:pt idx="1272">
                  <c:v>4.8390549213192996E-2</c:v>
                </c:pt>
                <c:pt idx="1273">
                  <c:v>4.8465456717280184E-2</c:v>
                </c:pt>
                <c:pt idx="1274">
                  <c:v>4.8490070910513286E-2</c:v>
                </c:pt>
                <c:pt idx="1275">
                  <c:v>4.8498398255308439E-2</c:v>
                </c:pt>
                <c:pt idx="1276">
                  <c:v>4.8535905810663818E-2</c:v>
                </c:pt>
                <c:pt idx="1277">
                  <c:v>4.8543553572703464E-2</c:v>
                </c:pt>
                <c:pt idx="1278">
                  <c:v>4.8568018545603144E-2</c:v>
                </c:pt>
                <c:pt idx="1279">
                  <c:v>4.8570455251020342E-2</c:v>
                </c:pt>
                <c:pt idx="1280">
                  <c:v>4.8595207685266623E-2</c:v>
                </c:pt>
                <c:pt idx="1281">
                  <c:v>4.8596597319526078E-2</c:v>
                </c:pt>
                <c:pt idx="1282">
                  <c:v>4.8606222245003813E-2</c:v>
                </c:pt>
                <c:pt idx="1283">
                  <c:v>4.8607740253216382E-2</c:v>
                </c:pt>
                <c:pt idx="1284">
                  <c:v>4.8621495869732363E-2</c:v>
                </c:pt>
                <c:pt idx="1285">
                  <c:v>4.8622139522891294E-2</c:v>
                </c:pt>
                <c:pt idx="1286">
                  <c:v>4.8632951989502939E-2</c:v>
                </c:pt>
                <c:pt idx="1287">
                  <c:v>4.8704159612934284E-2</c:v>
                </c:pt>
                <c:pt idx="1288">
                  <c:v>4.8711659588064359E-2</c:v>
                </c:pt>
                <c:pt idx="1289">
                  <c:v>4.8718505290919333E-2</c:v>
                </c:pt>
                <c:pt idx="1290">
                  <c:v>4.872085216658617E-2</c:v>
                </c:pt>
                <c:pt idx="1291">
                  <c:v>4.8727324495949111E-2</c:v>
                </c:pt>
                <c:pt idx="1292">
                  <c:v>4.8732002865756699E-2</c:v>
                </c:pt>
                <c:pt idx="1293">
                  <c:v>4.8742572124928156E-2</c:v>
                </c:pt>
                <c:pt idx="1294">
                  <c:v>4.8801536322799335E-2</c:v>
                </c:pt>
                <c:pt idx="1295">
                  <c:v>4.8801741624101287E-2</c:v>
                </c:pt>
                <c:pt idx="1296">
                  <c:v>4.8814622200675326E-2</c:v>
                </c:pt>
                <c:pt idx="1297">
                  <c:v>4.8815759687919763E-2</c:v>
                </c:pt>
                <c:pt idx="1298">
                  <c:v>4.8834066676022511E-2</c:v>
                </c:pt>
                <c:pt idx="1299">
                  <c:v>4.8835466324504931E-2</c:v>
                </c:pt>
                <c:pt idx="1300">
                  <c:v>4.8838529260845177E-2</c:v>
                </c:pt>
                <c:pt idx="1301">
                  <c:v>4.8855024834541155E-2</c:v>
                </c:pt>
                <c:pt idx="1302">
                  <c:v>4.8886485566533459E-2</c:v>
                </c:pt>
                <c:pt idx="1303">
                  <c:v>4.8938285558204835E-2</c:v>
                </c:pt>
                <c:pt idx="1304">
                  <c:v>4.8963281688860556E-2</c:v>
                </c:pt>
                <c:pt idx="1305">
                  <c:v>4.8971750127267712E-2</c:v>
                </c:pt>
                <c:pt idx="1306">
                  <c:v>4.9012790538026645E-2</c:v>
                </c:pt>
                <c:pt idx="1307">
                  <c:v>4.9025598563597977E-2</c:v>
                </c:pt>
                <c:pt idx="1308">
                  <c:v>4.9076899067719393E-2</c:v>
                </c:pt>
                <c:pt idx="1309">
                  <c:v>4.9122612395659501E-2</c:v>
                </c:pt>
                <c:pt idx="1310">
                  <c:v>4.9123799236237359E-2</c:v>
                </c:pt>
                <c:pt idx="1311">
                  <c:v>4.9126126634663328E-2</c:v>
                </c:pt>
                <c:pt idx="1312">
                  <c:v>4.9140669410524085E-2</c:v>
                </c:pt>
                <c:pt idx="1313">
                  <c:v>4.9148125652056285E-2</c:v>
                </c:pt>
                <c:pt idx="1314">
                  <c:v>4.915298279073041E-2</c:v>
                </c:pt>
                <c:pt idx="1315">
                  <c:v>4.9158630247189951E-2</c:v>
                </c:pt>
                <c:pt idx="1316">
                  <c:v>4.9160284254854164E-2</c:v>
                </c:pt>
                <c:pt idx="1317">
                  <c:v>4.9161481882335233E-2</c:v>
                </c:pt>
                <c:pt idx="1318">
                  <c:v>4.9165457014141781E-2</c:v>
                </c:pt>
                <c:pt idx="1319">
                  <c:v>4.9167871783039357E-2</c:v>
                </c:pt>
                <c:pt idx="1320">
                  <c:v>4.9177609481041364E-2</c:v>
                </c:pt>
                <c:pt idx="1321">
                  <c:v>4.918218032328163E-2</c:v>
                </c:pt>
                <c:pt idx="1322">
                  <c:v>4.9190806117148649E-2</c:v>
                </c:pt>
                <c:pt idx="1323">
                  <c:v>4.9195064267229846E-2</c:v>
                </c:pt>
                <c:pt idx="1324">
                  <c:v>4.9202656502235965E-2</c:v>
                </c:pt>
                <c:pt idx="1325">
                  <c:v>4.9262897025532923E-2</c:v>
                </c:pt>
                <c:pt idx="1326">
                  <c:v>4.929172201942221E-2</c:v>
                </c:pt>
                <c:pt idx="1327">
                  <c:v>4.9295847209533165E-2</c:v>
                </c:pt>
                <c:pt idx="1328">
                  <c:v>4.9300352448271079E-2</c:v>
                </c:pt>
                <c:pt idx="1329">
                  <c:v>4.9328545198322443E-2</c:v>
                </c:pt>
                <c:pt idx="1330">
                  <c:v>4.9341178822064298E-2</c:v>
                </c:pt>
                <c:pt idx="1331">
                  <c:v>4.9343571711986466E-2</c:v>
                </c:pt>
                <c:pt idx="1332">
                  <c:v>4.934904028563826E-2</c:v>
                </c:pt>
                <c:pt idx="1333">
                  <c:v>4.935919434054703E-2</c:v>
                </c:pt>
                <c:pt idx="1334">
                  <c:v>4.9373374745463279E-2</c:v>
                </c:pt>
                <c:pt idx="1335">
                  <c:v>4.9390395313426629E-2</c:v>
                </c:pt>
                <c:pt idx="1336">
                  <c:v>4.9391571285278761E-2</c:v>
                </c:pt>
                <c:pt idx="1337">
                  <c:v>4.9399839788203226E-2</c:v>
                </c:pt>
                <c:pt idx="1338">
                  <c:v>4.9401718503039808E-2</c:v>
                </c:pt>
                <c:pt idx="1339">
                  <c:v>4.9434964887292578E-2</c:v>
                </c:pt>
                <c:pt idx="1340">
                  <c:v>4.9442548920416662E-2</c:v>
                </c:pt>
                <c:pt idx="1341">
                  <c:v>4.9457202270187857E-2</c:v>
                </c:pt>
                <c:pt idx="1342">
                  <c:v>4.9467298846650132E-2</c:v>
                </c:pt>
                <c:pt idx="1343">
                  <c:v>4.9475702557640264E-2</c:v>
                </c:pt>
                <c:pt idx="1344">
                  <c:v>4.9476671558561371E-2</c:v>
                </c:pt>
                <c:pt idx="1345">
                  <c:v>4.9490208817618182E-2</c:v>
                </c:pt>
                <c:pt idx="1346">
                  <c:v>4.9531366882358561E-2</c:v>
                </c:pt>
                <c:pt idx="1347">
                  <c:v>4.9566112629813516E-2</c:v>
                </c:pt>
                <c:pt idx="1348">
                  <c:v>4.9574948738814517E-2</c:v>
                </c:pt>
                <c:pt idx="1349">
                  <c:v>4.9580582221098776E-2</c:v>
                </c:pt>
                <c:pt idx="1350">
                  <c:v>4.9588502237935081E-2</c:v>
                </c:pt>
                <c:pt idx="1351">
                  <c:v>4.9611890213768862E-2</c:v>
                </c:pt>
                <c:pt idx="1352">
                  <c:v>4.9611972546078215E-2</c:v>
                </c:pt>
                <c:pt idx="1353">
                  <c:v>4.9646235314832386E-2</c:v>
                </c:pt>
                <c:pt idx="1354">
                  <c:v>4.964721778364059E-2</c:v>
                </c:pt>
                <c:pt idx="1355">
                  <c:v>4.9649546000803152E-2</c:v>
                </c:pt>
                <c:pt idx="1356">
                  <c:v>4.9654878322785298E-2</c:v>
                </c:pt>
                <c:pt idx="1357">
                  <c:v>4.9657742355464413E-2</c:v>
                </c:pt>
                <c:pt idx="1358">
                  <c:v>4.9659488227532841E-2</c:v>
                </c:pt>
                <c:pt idx="1359">
                  <c:v>4.9659777992901125E-2</c:v>
                </c:pt>
                <c:pt idx="1360">
                  <c:v>4.9692660581003315E-2</c:v>
                </c:pt>
                <c:pt idx="1361">
                  <c:v>4.9698246831112486E-2</c:v>
                </c:pt>
                <c:pt idx="1362">
                  <c:v>4.9719016687373142E-2</c:v>
                </c:pt>
                <c:pt idx="1363">
                  <c:v>4.9740841289381409E-2</c:v>
                </c:pt>
                <c:pt idx="1364">
                  <c:v>4.9744868857199996E-2</c:v>
                </c:pt>
                <c:pt idx="1365">
                  <c:v>4.9759571064719704E-2</c:v>
                </c:pt>
                <c:pt idx="1366">
                  <c:v>4.9777482647089359E-2</c:v>
                </c:pt>
                <c:pt idx="1367">
                  <c:v>4.9784178502805657E-2</c:v>
                </c:pt>
                <c:pt idx="1368">
                  <c:v>4.9801122671181725E-2</c:v>
                </c:pt>
                <c:pt idx="1369">
                  <c:v>4.9814279982016124E-2</c:v>
                </c:pt>
                <c:pt idx="1370">
                  <c:v>4.9824666793024698E-2</c:v>
                </c:pt>
                <c:pt idx="1371">
                  <c:v>4.9855465323157475E-2</c:v>
                </c:pt>
                <c:pt idx="1372">
                  <c:v>4.9855535603346809E-2</c:v>
                </c:pt>
                <c:pt idx="1373">
                  <c:v>4.987255258898985E-2</c:v>
                </c:pt>
                <c:pt idx="1374">
                  <c:v>4.9873773571932435E-2</c:v>
                </c:pt>
                <c:pt idx="1375">
                  <c:v>4.9883313912686481E-2</c:v>
                </c:pt>
                <c:pt idx="1376">
                  <c:v>4.9888094750759331E-2</c:v>
                </c:pt>
                <c:pt idx="1377">
                  <c:v>4.9888143932770072E-2</c:v>
                </c:pt>
                <c:pt idx="1378">
                  <c:v>4.9912375055477298E-2</c:v>
                </c:pt>
                <c:pt idx="1379">
                  <c:v>4.9924011804371143E-2</c:v>
                </c:pt>
                <c:pt idx="1380">
                  <c:v>4.992909687646873E-2</c:v>
                </c:pt>
                <c:pt idx="1381">
                  <c:v>4.9941351881148136E-2</c:v>
                </c:pt>
                <c:pt idx="1382">
                  <c:v>4.9952949111557808E-2</c:v>
                </c:pt>
                <c:pt idx="1383">
                  <c:v>4.995899485642312E-2</c:v>
                </c:pt>
                <c:pt idx="1384">
                  <c:v>4.9990112188173431E-2</c:v>
                </c:pt>
                <c:pt idx="1385">
                  <c:v>4.9993565798935428E-2</c:v>
                </c:pt>
                <c:pt idx="1386">
                  <c:v>5.0005174409168358E-2</c:v>
                </c:pt>
                <c:pt idx="1387">
                  <c:v>5.0014644985642405E-2</c:v>
                </c:pt>
                <c:pt idx="1388">
                  <c:v>5.0022013229673166E-2</c:v>
                </c:pt>
                <c:pt idx="1389">
                  <c:v>5.0026210286673201E-2</c:v>
                </c:pt>
                <c:pt idx="1390">
                  <c:v>5.0052157203805112E-2</c:v>
                </c:pt>
                <c:pt idx="1391">
                  <c:v>5.0059124726877673E-2</c:v>
                </c:pt>
                <c:pt idx="1392">
                  <c:v>5.0060365381727659E-2</c:v>
                </c:pt>
                <c:pt idx="1393">
                  <c:v>5.006928737111966E-2</c:v>
                </c:pt>
                <c:pt idx="1394">
                  <c:v>5.0081781677049582E-2</c:v>
                </c:pt>
                <c:pt idx="1395">
                  <c:v>5.0088949870923077E-2</c:v>
                </c:pt>
                <c:pt idx="1396">
                  <c:v>5.0103573339425819E-2</c:v>
                </c:pt>
                <c:pt idx="1397">
                  <c:v>5.0111462340984583E-2</c:v>
                </c:pt>
                <c:pt idx="1398">
                  <c:v>5.0113329014979002E-2</c:v>
                </c:pt>
                <c:pt idx="1399">
                  <c:v>5.0114586222404167E-2</c:v>
                </c:pt>
                <c:pt idx="1400">
                  <c:v>5.0118639131521273E-2</c:v>
                </c:pt>
                <c:pt idx="1401">
                  <c:v>5.0125919076709949E-2</c:v>
                </c:pt>
                <c:pt idx="1402">
                  <c:v>5.0130340537064499E-2</c:v>
                </c:pt>
                <c:pt idx="1403">
                  <c:v>5.0133325003124722E-2</c:v>
                </c:pt>
                <c:pt idx="1404">
                  <c:v>5.013627262867186E-2</c:v>
                </c:pt>
                <c:pt idx="1405">
                  <c:v>5.0140321573958639E-2</c:v>
                </c:pt>
                <c:pt idx="1406">
                  <c:v>5.0174046502017872E-2</c:v>
                </c:pt>
                <c:pt idx="1407">
                  <c:v>5.0177272779316107E-2</c:v>
                </c:pt>
                <c:pt idx="1408">
                  <c:v>5.0212954782382795E-2</c:v>
                </c:pt>
                <c:pt idx="1409">
                  <c:v>5.021338319088537E-2</c:v>
                </c:pt>
                <c:pt idx="1410">
                  <c:v>5.0218488062454235E-2</c:v>
                </c:pt>
                <c:pt idx="1411">
                  <c:v>5.0247362070017863E-2</c:v>
                </c:pt>
                <c:pt idx="1412">
                  <c:v>5.0265732130029855E-2</c:v>
                </c:pt>
                <c:pt idx="1413">
                  <c:v>5.0278138513599066E-2</c:v>
                </c:pt>
                <c:pt idx="1414">
                  <c:v>5.0285277423707239E-2</c:v>
                </c:pt>
                <c:pt idx="1415">
                  <c:v>5.0327403385592925E-2</c:v>
                </c:pt>
                <c:pt idx="1416">
                  <c:v>5.0367479909479915E-2</c:v>
                </c:pt>
                <c:pt idx="1417">
                  <c:v>5.0377510900043089E-2</c:v>
                </c:pt>
                <c:pt idx="1418">
                  <c:v>5.0378608613860093E-2</c:v>
                </c:pt>
                <c:pt idx="1419">
                  <c:v>5.0391851885780568E-2</c:v>
                </c:pt>
                <c:pt idx="1420">
                  <c:v>5.0394023125363813E-2</c:v>
                </c:pt>
                <c:pt idx="1421">
                  <c:v>5.039942251064531E-2</c:v>
                </c:pt>
                <c:pt idx="1422">
                  <c:v>5.0413708256439864E-2</c:v>
                </c:pt>
                <c:pt idx="1423">
                  <c:v>5.0421773792006096E-2</c:v>
                </c:pt>
                <c:pt idx="1424">
                  <c:v>5.0432720075010859E-2</c:v>
                </c:pt>
                <c:pt idx="1425">
                  <c:v>5.0457206504621474E-2</c:v>
                </c:pt>
                <c:pt idx="1426">
                  <c:v>5.046037222147895E-2</c:v>
                </c:pt>
                <c:pt idx="1427">
                  <c:v>5.0463583611729264E-2</c:v>
                </c:pt>
                <c:pt idx="1428">
                  <c:v>5.0465337029487474E-2</c:v>
                </c:pt>
                <c:pt idx="1429">
                  <c:v>5.047061525777774E-2</c:v>
                </c:pt>
                <c:pt idx="1430">
                  <c:v>5.0507062216553739E-2</c:v>
                </c:pt>
                <c:pt idx="1431">
                  <c:v>5.0515689717994264E-2</c:v>
                </c:pt>
                <c:pt idx="1432">
                  <c:v>5.0523103968629336E-2</c:v>
                </c:pt>
                <c:pt idx="1433">
                  <c:v>5.0524699825296886E-2</c:v>
                </c:pt>
                <c:pt idx="1434">
                  <c:v>5.0529887468338371E-2</c:v>
                </c:pt>
                <c:pt idx="1435">
                  <c:v>5.055005664582489E-2</c:v>
                </c:pt>
                <c:pt idx="1436">
                  <c:v>5.0550169893652658E-2</c:v>
                </c:pt>
                <c:pt idx="1437">
                  <c:v>5.0552275966801757E-2</c:v>
                </c:pt>
                <c:pt idx="1438">
                  <c:v>5.0570029543595303E-2</c:v>
                </c:pt>
                <c:pt idx="1439">
                  <c:v>5.060601835487042E-2</c:v>
                </c:pt>
                <c:pt idx="1440">
                  <c:v>5.0609090193431634E-2</c:v>
                </c:pt>
                <c:pt idx="1441">
                  <c:v>5.0610073068903104E-2</c:v>
                </c:pt>
                <c:pt idx="1442">
                  <c:v>5.0621107138544313E-2</c:v>
                </c:pt>
                <c:pt idx="1443">
                  <c:v>5.0633841066545095E-2</c:v>
                </c:pt>
                <c:pt idx="1444">
                  <c:v>5.0650572528587012E-2</c:v>
                </c:pt>
                <c:pt idx="1445">
                  <c:v>5.0662429639911646E-2</c:v>
                </c:pt>
                <c:pt idx="1446">
                  <c:v>5.0671857430593041E-2</c:v>
                </c:pt>
                <c:pt idx="1447">
                  <c:v>5.0677199257881833E-2</c:v>
                </c:pt>
                <c:pt idx="1448">
                  <c:v>5.0682142939644514E-2</c:v>
                </c:pt>
                <c:pt idx="1449">
                  <c:v>5.0721019912371067E-2</c:v>
                </c:pt>
                <c:pt idx="1450">
                  <c:v>5.0751325015648004E-2</c:v>
                </c:pt>
                <c:pt idx="1451">
                  <c:v>5.0805764160831379E-2</c:v>
                </c:pt>
                <c:pt idx="1452">
                  <c:v>5.0808946067678891E-2</c:v>
                </c:pt>
                <c:pt idx="1453">
                  <c:v>5.0825005523487655E-2</c:v>
                </c:pt>
                <c:pt idx="1454">
                  <c:v>5.0825290504595708E-2</c:v>
                </c:pt>
                <c:pt idx="1455">
                  <c:v>5.0846113511563214E-2</c:v>
                </c:pt>
                <c:pt idx="1456">
                  <c:v>5.0847448586137274E-2</c:v>
                </c:pt>
                <c:pt idx="1457">
                  <c:v>5.0855943929316555E-2</c:v>
                </c:pt>
                <c:pt idx="1458">
                  <c:v>5.0859671852224626E-2</c:v>
                </c:pt>
                <c:pt idx="1459">
                  <c:v>5.0866870584006713E-2</c:v>
                </c:pt>
                <c:pt idx="1460">
                  <c:v>5.0869443181281691E-2</c:v>
                </c:pt>
                <c:pt idx="1461">
                  <c:v>5.0881631222994057E-2</c:v>
                </c:pt>
                <c:pt idx="1462">
                  <c:v>5.0883956874859644E-2</c:v>
                </c:pt>
                <c:pt idx="1463">
                  <c:v>5.0889864090926669E-2</c:v>
                </c:pt>
                <c:pt idx="1464">
                  <c:v>5.089098279072337E-2</c:v>
                </c:pt>
                <c:pt idx="1465">
                  <c:v>5.0895702169749556E-2</c:v>
                </c:pt>
                <c:pt idx="1466">
                  <c:v>5.0904828511954069E-2</c:v>
                </c:pt>
                <c:pt idx="1467">
                  <c:v>5.0918804614264977E-2</c:v>
                </c:pt>
                <c:pt idx="1468">
                  <c:v>5.0935160063507637E-2</c:v>
                </c:pt>
                <c:pt idx="1469">
                  <c:v>5.0938802937121656E-2</c:v>
                </c:pt>
                <c:pt idx="1470">
                  <c:v>5.0957835938278788E-2</c:v>
                </c:pt>
                <c:pt idx="1471">
                  <c:v>5.0960055911383438E-2</c:v>
                </c:pt>
                <c:pt idx="1472">
                  <c:v>5.10103318703184E-2</c:v>
                </c:pt>
                <c:pt idx="1473">
                  <c:v>5.1044652616839763E-2</c:v>
                </c:pt>
                <c:pt idx="1474">
                  <c:v>5.1067017413905659E-2</c:v>
                </c:pt>
                <c:pt idx="1475">
                  <c:v>5.10707952282883E-2</c:v>
                </c:pt>
                <c:pt idx="1476">
                  <c:v>5.1082445202684679E-2</c:v>
                </c:pt>
                <c:pt idx="1477">
                  <c:v>5.1125546038496471E-2</c:v>
                </c:pt>
                <c:pt idx="1478">
                  <c:v>5.1129510613091664E-2</c:v>
                </c:pt>
                <c:pt idx="1479">
                  <c:v>5.1135148752232878E-2</c:v>
                </c:pt>
                <c:pt idx="1480">
                  <c:v>5.1140192832690931E-2</c:v>
                </c:pt>
                <c:pt idx="1481">
                  <c:v>5.1142849732896893E-2</c:v>
                </c:pt>
                <c:pt idx="1482">
                  <c:v>5.1158685069252995E-2</c:v>
                </c:pt>
                <c:pt idx="1483">
                  <c:v>5.1166779915522147E-2</c:v>
                </c:pt>
                <c:pt idx="1484">
                  <c:v>5.1200609124513949E-2</c:v>
                </c:pt>
                <c:pt idx="1485">
                  <c:v>5.1209541768073658E-2</c:v>
                </c:pt>
                <c:pt idx="1486">
                  <c:v>5.1212914816338904E-2</c:v>
                </c:pt>
                <c:pt idx="1487">
                  <c:v>5.1219306036119287E-2</c:v>
                </c:pt>
                <c:pt idx="1488">
                  <c:v>5.1229203056742889E-2</c:v>
                </c:pt>
                <c:pt idx="1489">
                  <c:v>5.1266133678549992E-2</c:v>
                </c:pt>
                <c:pt idx="1490">
                  <c:v>5.1266680992764678E-2</c:v>
                </c:pt>
                <c:pt idx="1491">
                  <c:v>5.1281474487464243E-2</c:v>
                </c:pt>
                <c:pt idx="1492">
                  <c:v>5.1288393222386056E-2</c:v>
                </c:pt>
                <c:pt idx="1493">
                  <c:v>5.1303035413418033E-2</c:v>
                </c:pt>
                <c:pt idx="1494">
                  <c:v>5.1334218626520198E-2</c:v>
                </c:pt>
                <c:pt idx="1495">
                  <c:v>5.1341462071967263E-2</c:v>
                </c:pt>
                <c:pt idx="1496">
                  <c:v>5.1342100442511189E-2</c:v>
                </c:pt>
                <c:pt idx="1497">
                  <c:v>5.1378463270546619E-2</c:v>
                </c:pt>
                <c:pt idx="1498">
                  <c:v>5.138230390130518E-2</c:v>
                </c:pt>
                <c:pt idx="1499">
                  <c:v>5.1383687801464288E-2</c:v>
                </c:pt>
                <c:pt idx="1500">
                  <c:v>5.1388456495025436E-2</c:v>
                </c:pt>
                <c:pt idx="1501">
                  <c:v>5.1406619243940702E-2</c:v>
                </c:pt>
                <c:pt idx="1502">
                  <c:v>5.1410503797972448E-2</c:v>
                </c:pt>
                <c:pt idx="1503">
                  <c:v>5.1415164117440022E-2</c:v>
                </c:pt>
                <c:pt idx="1504">
                  <c:v>5.1416572456257074E-2</c:v>
                </c:pt>
                <c:pt idx="1505">
                  <c:v>5.1416937810336863E-2</c:v>
                </c:pt>
                <c:pt idx="1506">
                  <c:v>5.1433096792880377E-2</c:v>
                </c:pt>
                <c:pt idx="1507">
                  <c:v>5.1437734742764606E-2</c:v>
                </c:pt>
                <c:pt idx="1508">
                  <c:v>5.1464147144708233E-2</c:v>
                </c:pt>
                <c:pt idx="1509">
                  <c:v>5.1474019271985354E-2</c:v>
                </c:pt>
                <c:pt idx="1510">
                  <c:v>5.1486705394708995E-2</c:v>
                </c:pt>
                <c:pt idx="1511">
                  <c:v>5.1488531612492269E-2</c:v>
                </c:pt>
                <c:pt idx="1512">
                  <c:v>5.1489058026148456E-2</c:v>
                </c:pt>
                <c:pt idx="1513">
                  <c:v>5.1507662691836986E-2</c:v>
                </c:pt>
                <c:pt idx="1514">
                  <c:v>5.1508770057353374E-2</c:v>
                </c:pt>
                <c:pt idx="1515">
                  <c:v>5.152547972769362E-2</c:v>
                </c:pt>
                <c:pt idx="1516">
                  <c:v>5.1525805612109982E-2</c:v>
                </c:pt>
                <c:pt idx="1517">
                  <c:v>5.154070723579289E-2</c:v>
                </c:pt>
                <c:pt idx="1518">
                  <c:v>5.1541055281651121E-2</c:v>
                </c:pt>
                <c:pt idx="1519">
                  <c:v>5.1558574898466394E-2</c:v>
                </c:pt>
                <c:pt idx="1520">
                  <c:v>5.1560046629709567E-2</c:v>
                </c:pt>
                <c:pt idx="1521">
                  <c:v>5.1569512349104576E-2</c:v>
                </c:pt>
                <c:pt idx="1522">
                  <c:v>5.1587630269451713E-2</c:v>
                </c:pt>
                <c:pt idx="1523">
                  <c:v>5.1591677862554218E-2</c:v>
                </c:pt>
                <c:pt idx="1524">
                  <c:v>5.1592001675223646E-2</c:v>
                </c:pt>
                <c:pt idx="1525">
                  <c:v>5.1594848085915461E-2</c:v>
                </c:pt>
                <c:pt idx="1526">
                  <c:v>5.1605636029061555E-2</c:v>
                </c:pt>
                <c:pt idx="1527">
                  <c:v>5.1618054571505548E-2</c:v>
                </c:pt>
                <c:pt idx="1528">
                  <c:v>5.1624049149964671E-2</c:v>
                </c:pt>
                <c:pt idx="1529">
                  <c:v>5.1631406238775539E-2</c:v>
                </c:pt>
                <c:pt idx="1530">
                  <c:v>5.1653638670833189E-2</c:v>
                </c:pt>
                <c:pt idx="1531">
                  <c:v>5.1694312441325045E-2</c:v>
                </c:pt>
                <c:pt idx="1532">
                  <c:v>5.1699044583316409E-2</c:v>
                </c:pt>
                <c:pt idx="1533">
                  <c:v>5.1699914022576163E-2</c:v>
                </c:pt>
                <c:pt idx="1534">
                  <c:v>5.1705036097249225E-2</c:v>
                </c:pt>
                <c:pt idx="1535">
                  <c:v>5.173919422968918E-2</c:v>
                </c:pt>
                <c:pt idx="1536">
                  <c:v>5.1768974957839539E-2</c:v>
                </c:pt>
                <c:pt idx="1537">
                  <c:v>5.1829504145970866E-2</c:v>
                </c:pt>
                <c:pt idx="1538">
                  <c:v>5.1845565374267405E-2</c:v>
                </c:pt>
                <c:pt idx="1539">
                  <c:v>5.1864884444651434E-2</c:v>
                </c:pt>
                <c:pt idx="1540">
                  <c:v>5.1887905294750791E-2</c:v>
                </c:pt>
                <c:pt idx="1541">
                  <c:v>5.192230233051328E-2</c:v>
                </c:pt>
                <c:pt idx="1542">
                  <c:v>5.1932655269066784E-2</c:v>
                </c:pt>
                <c:pt idx="1543">
                  <c:v>5.1989238392436257E-2</c:v>
                </c:pt>
                <c:pt idx="1544">
                  <c:v>5.1989956960467321E-2</c:v>
                </c:pt>
                <c:pt idx="1545">
                  <c:v>5.1992815131674919E-2</c:v>
                </c:pt>
                <c:pt idx="1546">
                  <c:v>5.200434257160471E-2</c:v>
                </c:pt>
                <c:pt idx="1547">
                  <c:v>5.2013893587262681E-2</c:v>
                </c:pt>
                <c:pt idx="1548">
                  <c:v>5.2014349432721894E-2</c:v>
                </c:pt>
                <c:pt idx="1549">
                  <c:v>5.2017627048568264E-2</c:v>
                </c:pt>
                <c:pt idx="1550">
                  <c:v>5.202161302681934E-2</c:v>
                </c:pt>
                <c:pt idx="1551">
                  <c:v>5.2036109924924093E-2</c:v>
                </c:pt>
                <c:pt idx="1552">
                  <c:v>5.2039043267602843E-2</c:v>
                </c:pt>
                <c:pt idx="1553">
                  <c:v>5.2041421451381131E-2</c:v>
                </c:pt>
                <c:pt idx="1554">
                  <c:v>5.2060493471833585E-2</c:v>
                </c:pt>
                <c:pt idx="1555">
                  <c:v>5.2066252724022856E-2</c:v>
                </c:pt>
                <c:pt idx="1556">
                  <c:v>5.2078766945963618E-2</c:v>
                </c:pt>
                <c:pt idx="1557">
                  <c:v>5.2080476331561897E-2</c:v>
                </c:pt>
                <c:pt idx="1558">
                  <c:v>5.2081389414203809E-2</c:v>
                </c:pt>
                <c:pt idx="1559">
                  <c:v>5.2082800986133757E-2</c:v>
                </c:pt>
                <c:pt idx="1560">
                  <c:v>5.2092123719758653E-2</c:v>
                </c:pt>
                <c:pt idx="1561">
                  <c:v>5.2111373945659671E-2</c:v>
                </c:pt>
                <c:pt idx="1562">
                  <c:v>5.2113316220229002E-2</c:v>
                </c:pt>
                <c:pt idx="1563">
                  <c:v>5.211861419705819E-2</c:v>
                </c:pt>
                <c:pt idx="1564">
                  <c:v>5.2134423629075395E-2</c:v>
                </c:pt>
                <c:pt idx="1565">
                  <c:v>5.2176811107724409E-2</c:v>
                </c:pt>
                <c:pt idx="1566">
                  <c:v>5.2182735677741038E-2</c:v>
                </c:pt>
                <c:pt idx="1567">
                  <c:v>5.2200002595580386E-2</c:v>
                </c:pt>
                <c:pt idx="1568">
                  <c:v>5.2220956075835205E-2</c:v>
                </c:pt>
                <c:pt idx="1569">
                  <c:v>5.2227209559957986E-2</c:v>
                </c:pt>
                <c:pt idx="1570">
                  <c:v>5.2254654375469167E-2</c:v>
                </c:pt>
                <c:pt idx="1571">
                  <c:v>5.22572615793628E-2</c:v>
                </c:pt>
                <c:pt idx="1572">
                  <c:v>5.2258767650788407E-2</c:v>
                </c:pt>
                <c:pt idx="1573">
                  <c:v>5.2314947762000907E-2</c:v>
                </c:pt>
                <c:pt idx="1574">
                  <c:v>5.2335254854731235E-2</c:v>
                </c:pt>
                <c:pt idx="1575">
                  <c:v>5.2346325455134506E-2</c:v>
                </c:pt>
                <c:pt idx="1576">
                  <c:v>5.2385427707090378E-2</c:v>
                </c:pt>
                <c:pt idx="1577">
                  <c:v>5.2393475292062251E-2</c:v>
                </c:pt>
                <c:pt idx="1578">
                  <c:v>5.2397095464121933E-2</c:v>
                </c:pt>
                <c:pt idx="1579">
                  <c:v>5.2426556210579435E-2</c:v>
                </c:pt>
                <c:pt idx="1580">
                  <c:v>5.2441809677977444E-2</c:v>
                </c:pt>
                <c:pt idx="1581">
                  <c:v>5.2448365798270141E-2</c:v>
                </c:pt>
                <c:pt idx="1582">
                  <c:v>5.2448501540561618E-2</c:v>
                </c:pt>
                <c:pt idx="1583">
                  <c:v>5.2458798696651029E-2</c:v>
                </c:pt>
                <c:pt idx="1584">
                  <c:v>5.2466018928082517E-2</c:v>
                </c:pt>
                <c:pt idx="1585">
                  <c:v>5.2487146635949646E-2</c:v>
                </c:pt>
                <c:pt idx="1586">
                  <c:v>5.2493106612048063E-2</c:v>
                </c:pt>
                <c:pt idx="1587">
                  <c:v>5.2494850221234811E-2</c:v>
                </c:pt>
                <c:pt idx="1588">
                  <c:v>5.250168970409743E-2</c:v>
                </c:pt>
                <c:pt idx="1589">
                  <c:v>5.2539417350750593E-2</c:v>
                </c:pt>
                <c:pt idx="1590">
                  <c:v>5.254347213635658E-2</c:v>
                </c:pt>
                <c:pt idx="1591">
                  <c:v>5.2544723710541683E-2</c:v>
                </c:pt>
                <c:pt idx="1592">
                  <c:v>5.2544941467902846E-2</c:v>
                </c:pt>
                <c:pt idx="1593">
                  <c:v>5.2547515708045139E-2</c:v>
                </c:pt>
                <c:pt idx="1594">
                  <c:v>5.2589286762040451E-2</c:v>
                </c:pt>
                <c:pt idx="1595">
                  <c:v>5.2593808507841934E-2</c:v>
                </c:pt>
                <c:pt idx="1596">
                  <c:v>5.2637691687448321E-2</c:v>
                </c:pt>
                <c:pt idx="1597">
                  <c:v>5.2678612270571037E-2</c:v>
                </c:pt>
                <c:pt idx="1598">
                  <c:v>5.2734410811563159E-2</c:v>
                </c:pt>
                <c:pt idx="1599">
                  <c:v>5.2753532176469838E-2</c:v>
                </c:pt>
                <c:pt idx="1600">
                  <c:v>5.2761940213941899E-2</c:v>
                </c:pt>
                <c:pt idx="1601">
                  <c:v>5.2767495912769122E-2</c:v>
                </c:pt>
                <c:pt idx="1602">
                  <c:v>5.2796140985356052E-2</c:v>
                </c:pt>
                <c:pt idx="1603">
                  <c:v>5.2836823023966237E-2</c:v>
                </c:pt>
                <c:pt idx="1604">
                  <c:v>5.28385513537349E-2</c:v>
                </c:pt>
                <c:pt idx="1605">
                  <c:v>5.2856424556413005E-2</c:v>
                </c:pt>
                <c:pt idx="1606">
                  <c:v>5.2889528385857552E-2</c:v>
                </c:pt>
                <c:pt idx="1607">
                  <c:v>5.2890292213520006E-2</c:v>
                </c:pt>
                <c:pt idx="1608">
                  <c:v>5.2921432913338999E-2</c:v>
                </c:pt>
                <c:pt idx="1609">
                  <c:v>5.2924329474230612E-2</c:v>
                </c:pt>
                <c:pt idx="1610">
                  <c:v>5.2931514132199153E-2</c:v>
                </c:pt>
                <c:pt idx="1611">
                  <c:v>5.2940486669967694E-2</c:v>
                </c:pt>
                <c:pt idx="1612">
                  <c:v>5.2952051833731632E-2</c:v>
                </c:pt>
                <c:pt idx="1613">
                  <c:v>5.2979586913966294E-2</c:v>
                </c:pt>
                <c:pt idx="1614">
                  <c:v>5.30092557770553E-2</c:v>
                </c:pt>
                <c:pt idx="1615">
                  <c:v>5.3017818214768996E-2</c:v>
                </c:pt>
                <c:pt idx="1616">
                  <c:v>5.301911624921038E-2</c:v>
                </c:pt>
                <c:pt idx="1617">
                  <c:v>5.3049964804950583E-2</c:v>
                </c:pt>
                <c:pt idx="1618">
                  <c:v>5.3058799650385249E-2</c:v>
                </c:pt>
                <c:pt idx="1619">
                  <c:v>5.3096942849228175E-2</c:v>
                </c:pt>
                <c:pt idx="1620">
                  <c:v>5.310215582648864E-2</c:v>
                </c:pt>
                <c:pt idx="1621">
                  <c:v>5.3112833501695877E-2</c:v>
                </c:pt>
                <c:pt idx="1622">
                  <c:v>5.3143384281685288E-2</c:v>
                </c:pt>
                <c:pt idx="1623">
                  <c:v>5.3147269094318175E-2</c:v>
                </c:pt>
                <c:pt idx="1624">
                  <c:v>5.3155671835270646E-2</c:v>
                </c:pt>
                <c:pt idx="1625">
                  <c:v>5.3169768395359994E-2</c:v>
                </c:pt>
                <c:pt idx="1626">
                  <c:v>5.3221094523947868E-2</c:v>
                </c:pt>
                <c:pt idx="1627">
                  <c:v>5.3231908154600584E-2</c:v>
                </c:pt>
                <c:pt idx="1628">
                  <c:v>5.3233033161427898E-2</c:v>
                </c:pt>
                <c:pt idx="1629">
                  <c:v>5.3233464263141544E-2</c:v>
                </c:pt>
                <c:pt idx="1630">
                  <c:v>5.32364919186731E-2</c:v>
                </c:pt>
                <c:pt idx="1631">
                  <c:v>5.32609382137978E-2</c:v>
                </c:pt>
                <c:pt idx="1632">
                  <c:v>5.3275556377908095E-2</c:v>
                </c:pt>
                <c:pt idx="1633">
                  <c:v>5.3292756326468523E-2</c:v>
                </c:pt>
                <c:pt idx="1634">
                  <c:v>5.329431377026448E-2</c:v>
                </c:pt>
                <c:pt idx="1635">
                  <c:v>5.3298115043849917E-2</c:v>
                </c:pt>
                <c:pt idx="1636">
                  <c:v>5.3327978079662532E-2</c:v>
                </c:pt>
                <c:pt idx="1637">
                  <c:v>5.3331310708895116E-2</c:v>
                </c:pt>
                <c:pt idx="1638">
                  <c:v>5.333273498279039E-2</c:v>
                </c:pt>
                <c:pt idx="1639">
                  <c:v>5.3350034515115149E-2</c:v>
                </c:pt>
                <c:pt idx="1640">
                  <c:v>5.3366862464973276E-2</c:v>
                </c:pt>
                <c:pt idx="1641">
                  <c:v>5.3370808327053959E-2</c:v>
                </c:pt>
                <c:pt idx="1642">
                  <c:v>5.3388737063943599E-2</c:v>
                </c:pt>
                <c:pt idx="1643">
                  <c:v>5.3390485441976498E-2</c:v>
                </c:pt>
                <c:pt idx="1644">
                  <c:v>5.3408406695974228E-2</c:v>
                </c:pt>
                <c:pt idx="1645">
                  <c:v>5.341575066786778E-2</c:v>
                </c:pt>
                <c:pt idx="1646">
                  <c:v>5.3417535484840926E-2</c:v>
                </c:pt>
                <c:pt idx="1647">
                  <c:v>5.3417989852295483E-2</c:v>
                </c:pt>
                <c:pt idx="1648">
                  <c:v>5.3420654430207055E-2</c:v>
                </c:pt>
                <c:pt idx="1649">
                  <c:v>5.3423833209375424E-2</c:v>
                </c:pt>
                <c:pt idx="1650">
                  <c:v>5.342920623247073E-2</c:v>
                </c:pt>
                <c:pt idx="1651">
                  <c:v>5.3429262071221159E-2</c:v>
                </c:pt>
                <c:pt idx="1652">
                  <c:v>5.3430354621948631E-2</c:v>
                </c:pt>
                <c:pt idx="1653">
                  <c:v>5.3448453433088378E-2</c:v>
                </c:pt>
                <c:pt idx="1654">
                  <c:v>5.3459419752246294E-2</c:v>
                </c:pt>
                <c:pt idx="1655">
                  <c:v>5.3461662304147284E-2</c:v>
                </c:pt>
                <c:pt idx="1656">
                  <c:v>5.3469818740430677E-2</c:v>
                </c:pt>
                <c:pt idx="1657">
                  <c:v>5.3480387471187829E-2</c:v>
                </c:pt>
                <c:pt idx="1658">
                  <c:v>5.3484086343098029E-2</c:v>
                </c:pt>
                <c:pt idx="1659">
                  <c:v>5.3488441173974437E-2</c:v>
                </c:pt>
                <c:pt idx="1660">
                  <c:v>5.3498005161867687E-2</c:v>
                </c:pt>
                <c:pt idx="1661">
                  <c:v>5.3520691888868085E-2</c:v>
                </c:pt>
                <c:pt idx="1662">
                  <c:v>5.3520854854875684E-2</c:v>
                </c:pt>
                <c:pt idx="1663">
                  <c:v>5.3524594615670155E-2</c:v>
                </c:pt>
                <c:pt idx="1664">
                  <c:v>5.3527010155684625E-2</c:v>
                </c:pt>
                <c:pt idx="1665">
                  <c:v>5.3530354118322528E-2</c:v>
                </c:pt>
                <c:pt idx="1666">
                  <c:v>5.3531550801656481E-2</c:v>
                </c:pt>
                <c:pt idx="1667">
                  <c:v>5.3542840601240427E-2</c:v>
                </c:pt>
                <c:pt idx="1668">
                  <c:v>5.3575558854096719E-2</c:v>
                </c:pt>
                <c:pt idx="1669">
                  <c:v>5.3589129776665675E-2</c:v>
                </c:pt>
                <c:pt idx="1670">
                  <c:v>5.3589709607306905E-2</c:v>
                </c:pt>
                <c:pt idx="1671">
                  <c:v>5.3597094858048734E-2</c:v>
                </c:pt>
                <c:pt idx="1672">
                  <c:v>5.3600751671879901E-2</c:v>
                </c:pt>
                <c:pt idx="1673">
                  <c:v>5.3615696634691193E-2</c:v>
                </c:pt>
                <c:pt idx="1674">
                  <c:v>5.3653974693918471E-2</c:v>
                </c:pt>
                <c:pt idx="1675">
                  <c:v>5.3656802441963594E-2</c:v>
                </c:pt>
                <c:pt idx="1676">
                  <c:v>5.3692170328597952E-2</c:v>
                </c:pt>
                <c:pt idx="1677">
                  <c:v>5.3695923861849598E-2</c:v>
                </c:pt>
                <c:pt idx="1678">
                  <c:v>5.3717485647855327E-2</c:v>
                </c:pt>
                <c:pt idx="1679">
                  <c:v>5.3732527536338011E-2</c:v>
                </c:pt>
                <c:pt idx="1680">
                  <c:v>5.3748688213497292E-2</c:v>
                </c:pt>
                <c:pt idx="1681">
                  <c:v>5.3827303395661608E-2</c:v>
                </c:pt>
                <c:pt idx="1682">
                  <c:v>5.3854517003569989E-2</c:v>
                </c:pt>
                <c:pt idx="1683">
                  <c:v>5.3859427705908312E-2</c:v>
                </c:pt>
                <c:pt idx="1684">
                  <c:v>5.3868440104298657E-2</c:v>
                </c:pt>
                <c:pt idx="1685">
                  <c:v>5.3890214981569963E-2</c:v>
                </c:pt>
                <c:pt idx="1686">
                  <c:v>5.3898111825125453E-2</c:v>
                </c:pt>
                <c:pt idx="1687">
                  <c:v>5.3911774591513903E-2</c:v>
                </c:pt>
                <c:pt idx="1688">
                  <c:v>5.391257718823074E-2</c:v>
                </c:pt>
                <c:pt idx="1689">
                  <c:v>5.3913936999353228E-2</c:v>
                </c:pt>
                <c:pt idx="1690">
                  <c:v>5.3920909840111185E-2</c:v>
                </c:pt>
                <c:pt idx="1691">
                  <c:v>5.3928910280198146E-2</c:v>
                </c:pt>
                <c:pt idx="1692">
                  <c:v>5.3936041890717559E-2</c:v>
                </c:pt>
                <c:pt idx="1693">
                  <c:v>5.3954204628246932E-2</c:v>
                </c:pt>
                <c:pt idx="1694">
                  <c:v>5.3965602146016839E-2</c:v>
                </c:pt>
                <c:pt idx="1695">
                  <c:v>5.3973299065012123E-2</c:v>
                </c:pt>
                <c:pt idx="1696">
                  <c:v>5.3992204032305813E-2</c:v>
                </c:pt>
                <c:pt idx="1697">
                  <c:v>5.4007143399817929E-2</c:v>
                </c:pt>
                <c:pt idx="1698">
                  <c:v>5.4016167953095551E-2</c:v>
                </c:pt>
                <c:pt idx="1699">
                  <c:v>5.4021947103837294E-2</c:v>
                </c:pt>
                <c:pt idx="1700">
                  <c:v>5.4026365827529947E-2</c:v>
                </c:pt>
                <c:pt idx="1701">
                  <c:v>5.4027113480047177E-2</c:v>
                </c:pt>
                <c:pt idx="1702">
                  <c:v>5.4032110089601161E-2</c:v>
                </c:pt>
                <c:pt idx="1703">
                  <c:v>5.4055349930576771E-2</c:v>
                </c:pt>
                <c:pt idx="1704">
                  <c:v>5.4066945769367082E-2</c:v>
                </c:pt>
                <c:pt idx="1705">
                  <c:v>5.4084971387213202E-2</c:v>
                </c:pt>
                <c:pt idx="1706">
                  <c:v>5.4111153667650229E-2</c:v>
                </c:pt>
                <c:pt idx="1707">
                  <c:v>5.4112462543453616E-2</c:v>
                </c:pt>
                <c:pt idx="1708">
                  <c:v>5.412798651491408E-2</c:v>
                </c:pt>
                <c:pt idx="1709">
                  <c:v>5.4136227329842031E-2</c:v>
                </c:pt>
                <c:pt idx="1710">
                  <c:v>5.4136505011511765E-2</c:v>
                </c:pt>
                <c:pt idx="1711">
                  <c:v>5.4144148263812135E-2</c:v>
                </c:pt>
                <c:pt idx="1712">
                  <c:v>5.4144414755733263E-2</c:v>
                </c:pt>
                <c:pt idx="1713">
                  <c:v>5.4154750067550488E-2</c:v>
                </c:pt>
                <c:pt idx="1714">
                  <c:v>5.4160914691606971E-2</c:v>
                </c:pt>
                <c:pt idx="1715">
                  <c:v>5.4178739882532662E-2</c:v>
                </c:pt>
                <c:pt idx="1716">
                  <c:v>5.418737641207759E-2</c:v>
                </c:pt>
                <c:pt idx="1717">
                  <c:v>5.4201786438933933E-2</c:v>
                </c:pt>
                <c:pt idx="1718">
                  <c:v>5.4240744643784436E-2</c:v>
                </c:pt>
                <c:pt idx="1719">
                  <c:v>5.4250959874351232E-2</c:v>
                </c:pt>
                <c:pt idx="1720">
                  <c:v>5.4262001608476107E-2</c:v>
                </c:pt>
                <c:pt idx="1721">
                  <c:v>5.4276140653302059E-2</c:v>
                </c:pt>
                <c:pt idx="1722">
                  <c:v>5.4276894972608833E-2</c:v>
                </c:pt>
                <c:pt idx="1723">
                  <c:v>5.4301612956108969E-2</c:v>
                </c:pt>
                <c:pt idx="1724">
                  <c:v>5.4307203248443486E-2</c:v>
                </c:pt>
                <c:pt idx="1725">
                  <c:v>5.4308049729867407E-2</c:v>
                </c:pt>
                <c:pt idx="1726">
                  <c:v>5.431044886363709E-2</c:v>
                </c:pt>
                <c:pt idx="1727">
                  <c:v>5.4312209895614173E-2</c:v>
                </c:pt>
                <c:pt idx="1728">
                  <c:v>5.4348392241727855E-2</c:v>
                </c:pt>
                <c:pt idx="1729">
                  <c:v>5.4350827724954955E-2</c:v>
                </c:pt>
                <c:pt idx="1730">
                  <c:v>5.4359866087896412E-2</c:v>
                </c:pt>
                <c:pt idx="1731">
                  <c:v>5.4366966619130819E-2</c:v>
                </c:pt>
                <c:pt idx="1732">
                  <c:v>5.437497453133374E-2</c:v>
                </c:pt>
                <c:pt idx="1733">
                  <c:v>5.4379616342062051E-2</c:v>
                </c:pt>
                <c:pt idx="1734">
                  <c:v>5.4390042563632439E-2</c:v>
                </c:pt>
                <c:pt idx="1735">
                  <c:v>5.4395835904316792E-2</c:v>
                </c:pt>
                <c:pt idx="1736">
                  <c:v>5.4397195177380987E-2</c:v>
                </c:pt>
                <c:pt idx="1737">
                  <c:v>5.4397894419944873E-2</c:v>
                </c:pt>
                <c:pt idx="1738">
                  <c:v>5.4399254260393978E-2</c:v>
                </c:pt>
                <c:pt idx="1739">
                  <c:v>5.4409982045628691E-2</c:v>
                </c:pt>
                <c:pt idx="1740">
                  <c:v>5.4411832439885607E-2</c:v>
                </c:pt>
                <c:pt idx="1741">
                  <c:v>5.4428378142888333E-2</c:v>
                </c:pt>
                <c:pt idx="1742">
                  <c:v>5.448855406536051E-2</c:v>
                </c:pt>
                <c:pt idx="1743">
                  <c:v>5.4489283737933054E-2</c:v>
                </c:pt>
                <c:pt idx="1744">
                  <c:v>5.4490386505030276E-2</c:v>
                </c:pt>
                <c:pt idx="1745">
                  <c:v>5.4490970566025261E-2</c:v>
                </c:pt>
                <c:pt idx="1746">
                  <c:v>5.4492186240486865E-2</c:v>
                </c:pt>
                <c:pt idx="1747">
                  <c:v>5.4493728772948169E-2</c:v>
                </c:pt>
                <c:pt idx="1748">
                  <c:v>5.4502849867122387E-2</c:v>
                </c:pt>
                <c:pt idx="1749">
                  <c:v>5.4506022097775469E-2</c:v>
                </c:pt>
                <c:pt idx="1750">
                  <c:v>5.4519389334597795E-2</c:v>
                </c:pt>
                <c:pt idx="1751">
                  <c:v>5.4528237436932268E-2</c:v>
                </c:pt>
                <c:pt idx="1752">
                  <c:v>5.4546641739783332E-2</c:v>
                </c:pt>
                <c:pt idx="1753">
                  <c:v>5.4555613776119928E-2</c:v>
                </c:pt>
                <c:pt idx="1754">
                  <c:v>5.4565675403269086E-2</c:v>
                </c:pt>
                <c:pt idx="1755">
                  <c:v>5.4595209558902617E-2</c:v>
                </c:pt>
                <c:pt idx="1756">
                  <c:v>5.460737668520977E-2</c:v>
                </c:pt>
                <c:pt idx="1757">
                  <c:v>5.4615202282252959E-2</c:v>
                </c:pt>
                <c:pt idx="1758">
                  <c:v>5.4657244848682181E-2</c:v>
                </c:pt>
                <c:pt idx="1759">
                  <c:v>5.4677860077506128E-2</c:v>
                </c:pt>
                <c:pt idx="1760">
                  <c:v>5.4692502863400522E-2</c:v>
                </c:pt>
                <c:pt idx="1761">
                  <c:v>5.4704830191984403E-2</c:v>
                </c:pt>
                <c:pt idx="1762">
                  <c:v>5.4718397514020377E-2</c:v>
                </c:pt>
                <c:pt idx="1763">
                  <c:v>5.4735169894928992E-2</c:v>
                </c:pt>
                <c:pt idx="1764">
                  <c:v>5.4735522661791193E-2</c:v>
                </c:pt>
                <c:pt idx="1765">
                  <c:v>5.4755762653493197E-2</c:v>
                </c:pt>
                <c:pt idx="1766">
                  <c:v>5.4774803543690812E-2</c:v>
                </c:pt>
                <c:pt idx="1767">
                  <c:v>5.4796357310545343E-2</c:v>
                </c:pt>
                <c:pt idx="1768">
                  <c:v>5.480453029589382E-2</c:v>
                </c:pt>
                <c:pt idx="1769">
                  <c:v>5.4808971027240368E-2</c:v>
                </c:pt>
                <c:pt idx="1770">
                  <c:v>5.4819911616243784E-2</c:v>
                </c:pt>
                <c:pt idx="1771">
                  <c:v>5.4836835414029658E-2</c:v>
                </c:pt>
                <c:pt idx="1772">
                  <c:v>5.4852346528304001E-2</c:v>
                </c:pt>
                <c:pt idx="1773">
                  <c:v>5.485642815445143E-2</c:v>
                </c:pt>
                <c:pt idx="1774">
                  <c:v>5.4860231111203833E-2</c:v>
                </c:pt>
                <c:pt idx="1775">
                  <c:v>5.4915278920786181E-2</c:v>
                </c:pt>
                <c:pt idx="1776">
                  <c:v>5.492313046406333E-2</c:v>
                </c:pt>
                <c:pt idx="1777">
                  <c:v>5.4955172813536762E-2</c:v>
                </c:pt>
                <c:pt idx="1778">
                  <c:v>5.4960287979709081E-2</c:v>
                </c:pt>
                <c:pt idx="1779">
                  <c:v>5.4965085970469611E-2</c:v>
                </c:pt>
                <c:pt idx="1780">
                  <c:v>5.4966187000199757E-2</c:v>
                </c:pt>
                <c:pt idx="1781">
                  <c:v>5.49765915762171E-2</c:v>
                </c:pt>
                <c:pt idx="1782">
                  <c:v>5.4993557345312437E-2</c:v>
                </c:pt>
                <c:pt idx="1783">
                  <c:v>5.5000444373611644E-2</c:v>
                </c:pt>
                <c:pt idx="1784">
                  <c:v>5.502334479087774E-2</c:v>
                </c:pt>
                <c:pt idx="1785">
                  <c:v>5.5023863042567948E-2</c:v>
                </c:pt>
                <c:pt idx="1786">
                  <c:v>5.5035419448184568E-2</c:v>
                </c:pt>
                <c:pt idx="1787">
                  <c:v>5.5039807364459771E-2</c:v>
                </c:pt>
                <c:pt idx="1788">
                  <c:v>5.5056452754814224E-2</c:v>
                </c:pt>
                <c:pt idx="1789">
                  <c:v>5.5059439151325641E-2</c:v>
                </c:pt>
                <c:pt idx="1790">
                  <c:v>5.5061917749282353E-2</c:v>
                </c:pt>
                <c:pt idx="1791">
                  <c:v>5.5071302899221193E-2</c:v>
                </c:pt>
                <c:pt idx="1792">
                  <c:v>5.5077836810410744E-2</c:v>
                </c:pt>
                <c:pt idx="1793">
                  <c:v>5.5080104889446937E-2</c:v>
                </c:pt>
                <c:pt idx="1794">
                  <c:v>5.5080354507701171E-2</c:v>
                </c:pt>
                <c:pt idx="1795">
                  <c:v>5.5085431816684065E-2</c:v>
                </c:pt>
                <c:pt idx="1796">
                  <c:v>5.5085605085429069E-2</c:v>
                </c:pt>
                <c:pt idx="1797">
                  <c:v>5.5103092296957104E-2</c:v>
                </c:pt>
                <c:pt idx="1798">
                  <c:v>5.5136474140654874E-2</c:v>
                </c:pt>
                <c:pt idx="1799">
                  <c:v>5.514363859538178E-2</c:v>
                </c:pt>
                <c:pt idx="1800">
                  <c:v>5.5166785562415339E-2</c:v>
                </c:pt>
                <c:pt idx="1801">
                  <c:v>5.5173503639845523E-2</c:v>
                </c:pt>
                <c:pt idx="1802">
                  <c:v>5.5182676039932682E-2</c:v>
                </c:pt>
                <c:pt idx="1803">
                  <c:v>5.5184096698697373E-2</c:v>
                </c:pt>
                <c:pt idx="1804">
                  <c:v>5.5206068334910055E-2</c:v>
                </c:pt>
                <c:pt idx="1805">
                  <c:v>5.5212032092289656E-2</c:v>
                </c:pt>
                <c:pt idx="1806">
                  <c:v>5.5234441089172005E-2</c:v>
                </c:pt>
                <c:pt idx="1807">
                  <c:v>5.52387003424624E-2</c:v>
                </c:pt>
                <c:pt idx="1808">
                  <c:v>5.5262482749944337E-2</c:v>
                </c:pt>
                <c:pt idx="1809">
                  <c:v>5.5263408034363873E-2</c:v>
                </c:pt>
                <c:pt idx="1810">
                  <c:v>5.5281498221163794E-2</c:v>
                </c:pt>
                <c:pt idx="1811">
                  <c:v>5.5292151867021522E-2</c:v>
                </c:pt>
                <c:pt idx="1812">
                  <c:v>5.5318960034611175E-2</c:v>
                </c:pt>
                <c:pt idx="1813">
                  <c:v>5.5323929469028282E-2</c:v>
                </c:pt>
                <c:pt idx="1814">
                  <c:v>5.5349665786421802E-2</c:v>
                </c:pt>
                <c:pt idx="1815">
                  <c:v>5.5357430917106425E-2</c:v>
                </c:pt>
                <c:pt idx="1816">
                  <c:v>5.5382862034422754E-2</c:v>
                </c:pt>
                <c:pt idx="1817">
                  <c:v>5.5427595139291845E-2</c:v>
                </c:pt>
                <c:pt idx="1818">
                  <c:v>5.5440227295990151E-2</c:v>
                </c:pt>
                <c:pt idx="1819">
                  <c:v>5.5440539433668126E-2</c:v>
                </c:pt>
                <c:pt idx="1820">
                  <c:v>5.5441107463588261E-2</c:v>
                </c:pt>
                <c:pt idx="1821">
                  <c:v>5.5448325428671279E-2</c:v>
                </c:pt>
                <c:pt idx="1822">
                  <c:v>5.5452688431244061E-2</c:v>
                </c:pt>
                <c:pt idx="1823">
                  <c:v>5.5461766243377258E-2</c:v>
                </c:pt>
                <c:pt idx="1824">
                  <c:v>5.5466535917479312E-2</c:v>
                </c:pt>
                <c:pt idx="1825">
                  <c:v>5.5468351871186657E-2</c:v>
                </c:pt>
                <c:pt idx="1826">
                  <c:v>5.5476762900802494E-2</c:v>
                </c:pt>
                <c:pt idx="1827">
                  <c:v>5.5479004517014249E-2</c:v>
                </c:pt>
                <c:pt idx="1828">
                  <c:v>5.5480925619296705E-2</c:v>
                </c:pt>
                <c:pt idx="1829">
                  <c:v>5.5487205139367383E-2</c:v>
                </c:pt>
                <c:pt idx="1830">
                  <c:v>5.5493285939392359E-2</c:v>
                </c:pt>
                <c:pt idx="1831">
                  <c:v>5.5493309199796698E-2</c:v>
                </c:pt>
                <c:pt idx="1832">
                  <c:v>5.5498824462585104E-2</c:v>
                </c:pt>
                <c:pt idx="1833">
                  <c:v>5.5510903450460024E-2</c:v>
                </c:pt>
                <c:pt idx="1834">
                  <c:v>5.5525796456057618E-2</c:v>
                </c:pt>
                <c:pt idx="1835">
                  <c:v>5.55282393139594E-2</c:v>
                </c:pt>
                <c:pt idx="1836">
                  <c:v>5.5597875492979044E-2</c:v>
                </c:pt>
                <c:pt idx="1837">
                  <c:v>5.5599651064031946E-2</c:v>
                </c:pt>
                <c:pt idx="1838">
                  <c:v>5.5602365289021773E-2</c:v>
                </c:pt>
                <c:pt idx="1839">
                  <c:v>5.5649212675306141E-2</c:v>
                </c:pt>
                <c:pt idx="1840">
                  <c:v>5.5650501685834519E-2</c:v>
                </c:pt>
                <c:pt idx="1841">
                  <c:v>5.5670887449020164E-2</c:v>
                </c:pt>
                <c:pt idx="1842">
                  <c:v>5.5679518029740117E-2</c:v>
                </c:pt>
                <c:pt idx="1843">
                  <c:v>5.5702326748876492E-2</c:v>
                </c:pt>
                <c:pt idx="1844">
                  <c:v>5.5703509161847721E-2</c:v>
                </c:pt>
                <c:pt idx="1845">
                  <c:v>5.5715538722752297E-2</c:v>
                </c:pt>
                <c:pt idx="1846">
                  <c:v>5.5727001693102976E-2</c:v>
                </c:pt>
                <c:pt idx="1847">
                  <c:v>5.5737855484910052E-2</c:v>
                </c:pt>
                <c:pt idx="1848">
                  <c:v>5.5779018479203787E-2</c:v>
                </c:pt>
                <c:pt idx="1849">
                  <c:v>5.5781648316932081E-2</c:v>
                </c:pt>
                <c:pt idx="1850">
                  <c:v>5.5784721744654965E-2</c:v>
                </c:pt>
                <c:pt idx="1851">
                  <c:v>5.5787669480006873E-2</c:v>
                </c:pt>
                <c:pt idx="1852">
                  <c:v>5.5807291286588429E-2</c:v>
                </c:pt>
                <c:pt idx="1853">
                  <c:v>5.582117529673989E-2</c:v>
                </c:pt>
                <c:pt idx="1854">
                  <c:v>5.5839997946690048E-2</c:v>
                </c:pt>
                <c:pt idx="1855">
                  <c:v>5.5847441300106958E-2</c:v>
                </c:pt>
                <c:pt idx="1856">
                  <c:v>5.5854905939793538E-2</c:v>
                </c:pt>
                <c:pt idx="1857">
                  <c:v>5.5872239148453476E-2</c:v>
                </c:pt>
                <c:pt idx="1858">
                  <c:v>5.5876173113610879E-2</c:v>
                </c:pt>
                <c:pt idx="1859">
                  <c:v>5.5892300646412436E-2</c:v>
                </c:pt>
                <c:pt idx="1860">
                  <c:v>5.5894256793545601E-2</c:v>
                </c:pt>
                <c:pt idx="1861">
                  <c:v>5.5926538527102561E-2</c:v>
                </c:pt>
                <c:pt idx="1862">
                  <c:v>5.5932863960573086E-2</c:v>
                </c:pt>
                <c:pt idx="1863">
                  <c:v>5.5946952329592528E-2</c:v>
                </c:pt>
                <c:pt idx="1864">
                  <c:v>5.5950598519021982E-2</c:v>
                </c:pt>
                <c:pt idx="1865">
                  <c:v>5.5960117867740883E-2</c:v>
                </c:pt>
                <c:pt idx="1866">
                  <c:v>5.5960175405556589E-2</c:v>
                </c:pt>
                <c:pt idx="1867">
                  <c:v>5.5975381375600063E-2</c:v>
                </c:pt>
                <c:pt idx="1868">
                  <c:v>5.5983792101980435E-2</c:v>
                </c:pt>
                <c:pt idx="1869">
                  <c:v>5.6007314616088676E-2</c:v>
                </c:pt>
                <c:pt idx="1870">
                  <c:v>5.6009948271646785E-2</c:v>
                </c:pt>
                <c:pt idx="1871">
                  <c:v>5.6010407915932724E-2</c:v>
                </c:pt>
                <c:pt idx="1872">
                  <c:v>5.6033911647243785E-2</c:v>
                </c:pt>
                <c:pt idx="1873">
                  <c:v>5.6059770717990925E-2</c:v>
                </c:pt>
                <c:pt idx="1874">
                  <c:v>5.6102178059573286E-2</c:v>
                </c:pt>
                <c:pt idx="1875">
                  <c:v>5.611629999505216E-2</c:v>
                </c:pt>
                <c:pt idx="1876">
                  <c:v>5.6118673905872683E-2</c:v>
                </c:pt>
                <c:pt idx="1877">
                  <c:v>5.6144596058088081E-2</c:v>
                </c:pt>
                <c:pt idx="1878">
                  <c:v>5.6145558978534876E-2</c:v>
                </c:pt>
                <c:pt idx="1879">
                  <c:v>5.6145595189038763E-2</c:v>
                </c:pt>
                <c:pt idx="1880">
                  <c:v>5.617662949581987E-2</c:v>
                </c:pt>
                <c:pt idx="1881">
                  <c:v>5.620471153177501E-2</c:v>
                </c:pt>
                <c:pt idx="1882">
                  <c:v>5.620818283936397E-2</c:v>
                </c:pt>
                <c:pt idx="1883">
                  <c:v>5.6209166563557941E-2</c:v>
                </c:pt>
                <c:pt idx="1884">
                  <c:v>5.6210983017926069E-2</c:v>
                </c:pt>
                <c:pt idx="1885">
                  <c:v>5.6212519448283052E-2</c:v>
                </c:pt>
                <c:pt idx="1886">
                  <c:v>5.6217437197476988E-2</c:v>
                </c:pt>
                <c:pt idx="1887">
                  <c:v>5.6224883674403821E-2</c:v>
                </c:pt>
                <c:pt idx="1888">
                  <c:v>5.6231195223092487E-2</c:v>
                </c:pt>
                <c:pt idx="1889">
                  <c:v>5.6269818615139668E-2</c:v>
                </c:pt>
                <c:pt idx="1890">
                  <c:v>5.6288209165334883E-2</c:v>
                </c:pt>
                <c:pt idx="1891">
                  <c:v>5.6290463050706098E-2</c:v>
                </c:pt>
                <c:pt idx="1892">
                  <c:v>5.6296856047818263E-2</c:v>
                </c:pt>
                <c:pt idx="1893">
                  <c:v>5.6298449286681318E-2</c:v>
                </c:pt>
                <c:pt idx="1894">
                  <c:v>5.6304273319050011E-2</c:v>
                </c:pt>
                <c:pt idx="1895">
                  <c:v>5.6318308519480074E-2</c:v>
                </c:pt>
                <c:pt idx="1896">
                  <c:v>5.6323759190140321E-2</c:v>
                </c:pt>
                <c:pt idx="1897">
                  <c:v>5.637426828827654E-2</c:v>
                </c:pt>
                <c:pt idx="1898">
                  <c:v>5.6375639510036012E-2</c:v>
                </c:pt>
                <c:pt idx="1899">
                  <c:v>5.6392126548162044E-2</c:v>
                </c:pt>
                <c:pt idx="1900">
                  <c:v>5.6396573063275238E-2</c:v>
                </c:pt>
                <c:pt idx="1901">
                  <c:v>5.6402501713849404E-2</c:v>
                </c:pt>
                <c:pt idx="1902">
                  <c:v>5.6410153536704158E-2</c:v>
                </c:pt>
                <c:pt idx="1903">
                  <c:v>5.642803761493722E-2</c:v>
                </c:pt>
                <c:pt idx="1904">
                  <c:v>5.6443474873921824E-2</c:v>
                </c:pt>
                <c:pt idx="1905">
                  <c:v>5.6452007128592475E-2</c:v>
                </c:pt>
                <c:pt idx="1906">
                  <c:v>5.6458349934338271E-2</c:v>
                </c:pt>
                <c:pt idx="1907">
                  <c:v>5.6490163305585539E-2</c:v>
                </c:pt>
                <c:pt idx="1908">
                  <c:v>5.6497867237047909E-2</c:v>
                </c:pt>
                <c:pt idx="1909">
                  <c:v>5.6510280228482625E-2</c:v>
                </c:pt>
                <c:pt idx="1910">
                  <c:v>5.6516059428678149E-2</c:v>
                </c:pt>
                <c:pt idx="1911">
                  <c:v>5.6526970529657099E-2</c:v>
                </c:pt>
                <c:pt idx="1912">
                  <c:v>5.6529611726821749E-2</c:v>
                </c:pt>
                <c:pt idx="1913">
                  <c:v>5.6534013305849645E-2</c:v>
                </c:pt>
                <c:pt idx="1914">
                  <c:v>5.6560410370803373E-2</c:v>
                </c:pt>
                <c:pt idx="1915">
                  <c:v>5.6569602884843813E-2</c:v>
                </c:pt>
                <c:pt idx="1916">
                  <c:v>5.6594142397988191E-2</c:v>
                </c:pt>
                <c:pt idx="1917">
                  <c:v>5.6598680662942748E-2</c:v>
                </c:pt>
                <c:pt idx="1918">
                  <c:v>5.6606357899900928E-2</c:v>
                </c:pt>
                <c:pt idx="1919">
                  <c:v>5.6609617621804359E-2</c:v>
                </c:pt>
                <c:pt idx="1920">
                  <c:v>5.6625241852794904E-2</c:v>
                </c:pt>
                <c:pt idx="1921">
                  <c:v>5.6634053985513029E-2</c:v>
                </c:pt>
                <c:pt idx="1922">
                  <c:v>5.6639134435021422E-2</c:v>
                </c:pt>
                <c:pt idx="1923">
                  <c:v>5.6646747311260716E-2</c:v>
                </c:pt>
                <c:pt idx="1924">
                  <c:v>5.6658142181685987E-2</c:v>
                </c:pt>
                <c:pt idx="1925">
                  <c:v>5.6681953661394738E-2</c:v>
                </c:pt>
                <c:pt idx="1926">
                  <c:v>5.6684512286882274E-2</c:v>
                </c:pt>
                <c:pt idx="1927">
                  <c:v>5.6698023063037693E-2</c:v>
                </c:pt>
                <c:pt idx="1928">
                  <c:v>5.6699954443725199E-2</c:v>
                </c:pt>
                <c:pt idx="1929">
                  <c:v>5.6703770504781134E-2</c:v>
                </c:pt>
                <c:pt idx="1930">
                  <c:v>5.671125666439069E-2</c:v>
                </c:pt>
                <c:pt idx="1931">
                  <c:v>5.6729331205325154E-2</c:v>
                </c:pt>
                <c:pt idx="1932">
                  <c:v>5.6745248936668359E-2</c:v>
                </c:pt>
                <c:pt idx="1933">
                  <c:v>5.6746095703192889E-2</c:v>
                </c:pt>
                <c:pt idx="1934">
                  <c:v>5.6749206112481021E-2</c:v>
                </c:pt>
                <c:pt idx="1935">
                  <c:v>5.6789907109685345E-2</c:v>
                </c:pt>
                <c:pt idx="1936">
                  <c:v>5.6802628899655927E-2</c:v>
                </c:pt>
                <c:pt idx="1937">
                  <c:v>5.682259575440432E-2</c:v>
                </c:pt>
                <c:pt idx="1938">
                  <c:v>5.6835153804181505E-2</c:v>
                </c:pt>
                <c:pt idx="1939">
                  <c:v>5.6856969209112707E-2</c:v>
                </c:pt>
                <c:pt idx="1940">
                  <c:v>5.687093547508839E-2</c:v>
                </c:pt>
                <c:pt idx="1941">
                  <c:v>5.6889803012463915E-2</c:v>
                </c:pt>
                <c:pt idx="1942">
                  <c:v>5.6903312302618317E-2</c:v>
                </c:pt>
                <c:pt idx="1943">
                  <c:v>5.6915728248900677E-2</c:v>
                </c:pt>
                <c:pt idx="1944">
                  <c:v>5.6922613612455847E-2</c:v>
                </c:pt>
                <c:pt idx="1945">
                  <c:v>5.6931608743638312E-2</c:v>
                </c:pt>
                <c:pt idx="1946">
                  <c:v>5.7006512369784219E-2</c:v>
                </c:pt>
                <c:pt idx="1947">
                  <c:v>5.7013772968063786E-2</c:v>
                </c:pt>
                <c:pt idx="1948">
                  <c:v>5.7073564527551107E-2</c:v>
                </c:pt>
                <c:pt idx="1949">
                  <c:v>5.7077697299597531E-2</c:v>
                </c:pt>
                <c:pt idx="1950">
                  <c:v>5.7078572617258856E-2</c:v>
                </c:pt>
                <c:pt idx="1951">
                  <c:v>5.7084275863794477E-2</c:v>
                </c:pt>
                <c:pt idx="1952">
                  <c:v>5.7087032834496156E-2</c:v>
                </c:pt>
                <c:pt idx="1953">
                  <c:v>5.7091447067363021E-2</c:v>
                </c:pt>
                <c:pt idx="1954">
                  <c:v>5.7091691254377408E-2</c:v>
                </c:pt>
                <c:pt idx="1955">
                  <c:v>5.7098356395719606E-2</c:v>
                </c:pt>
                <c:pt idx="1956">
                  <c:v>5.7126266471908022E-2</c:v>
                </c:pt>
                <c:pt idx="1957">
                  <c:v>5.7129255443782008E-2</c:v>
                </c:pt>
                <c:pt idx="1958">
                  <c:v>5.7131475217780107E-2</c:v>
                </c:pt>
                <c:pt idx="1959">
                  <c:v>5.7145908775240603E-2</c:v>
                </c:pt>
                <c:pt idx="1960">
                  <c:v>5.7178410602412195E-2</c:v>
                </c:pt>
                <c:pt idx="1961">
                  <c:v>5.718604991635682E-2</c:v>
                </c:pt>
                <c:pt idx="1962">
                  <c:v>5.7187186337931593E-2</c:v>
                </c:pt>
                <c:pt idx="1963">
                  <c:v>5.7187890361979798E-2</c:v>
                </c:pt>
                <c:pt idx="1964">
                  <c:v>5.7268049137639006E-2</c:v>
                </c:pt>
                <c:pt idx="1965">
                  <c:v>5.7293031659883899E-2</c:v>
                </c:pt>
                <c:pt idx="1966">
                  <c:v>5.7298336167147995E-2</c:v>
                </c:pt>
                <c:pt idx="1967">
                  <c:v>5.7317634251171583E-2</c:v>
                </c:pt>
                <c:pt idx="1968">
                  <c:v>5.732025753110917E-2</c:v>
                </c:pt>
                <c:pt idx="1969">
                  <c:v>5.7322477688777108E-2</c:v>
                </c:pt>
                <c:pt idx="1970">
                  <c:v>5.7348794835475302E-2</c:v>
                </c:pt>
                <c:pt idx="1971">
                  <c:v>5.7354433749685817E-2</c:v>
                </c:pt>
                <c:pt idx="1972">
                  <c:v>5.7378655089710719E-2</c:v>
                </c:pt>
                <c:pt idx="1973">
                  <c:v>5.7419118964722578E-2</c:v>
                </c:pt>
                <c:pt idx="1974">
                  <c:v>5.745181146523802E-2</c:v>
                </c:pt>
                <c:pt idx="1975">
                  <c:v>5.7486327904711289E-2</c:v>
                </c:pt>
                <c:pt idx="1976">
                  <c:v>5.7496863181485502E-2</c:v>
                </c:pt>
                <c:pt idx="1977">
                  <c:v>5.7498536836897041E-2</c:v>
                </c:pt>
                <c:pt idx="1978">
                  <c:v>5.7507929751790164E-2</c:v>
                </c:pt>
                <c:pt idx="1979">
                  <c:v>5.7516609886095624E-2</c:v>
                </c:pt>
                <c:pt idx="1980">
                  <c:v>5.7528238155177908E-2</c:v>
                </c:pt>
                <c:pt idx="1981">
                  <c:v>5.7541252071460498E-2</c:v>
                </c:pt>
                <c:pt idx="1982">
                  <c:v>5.7555816674570215E-2</c:v>
                </c:pt>
                <c:pt idx="1983">
                  <c:v>5.7561954105486458E-2</c:v>
                </c:pt>
                <c:pt idx="1984">
                  <c:v>5.7562058149301397E-2</c:v>
                </c:pt>
                <c:pt idx="1985">
                  <c:v>5.7570792101822373E-2</c:v>
                </c:pt>
                <c:pt idx="1986">
                  <c:v>5.7571828158351185E-2</c:v>
                </c:pt>
                <c:pt idx="1987">
                  <c:v>5.7588241847832164E-2</c:v>
                </c:pt>
                <c:pt idx="1988">
                  <c:v>5.7600038816719969E-2</c:v>
                </c:pt>
                <c:pt idx="1989">
                  <c:v>5.7627581537013348E-2</c:v>
                </c:pt>
                <c:pt idx="1990">
                  <c:v>5.7643283411718947E-2</c:v>
                </c:pt>
                <c:pt idx="1991">
                  <c:v>5.7645681363028223E-2</c:v>
                </c:pt>
                <c:pt idx="1992">
                  <c:v>5.7666285801936674E-2</c:v>
                </c:pt>
                <c:pt idx="1993">
                  <c:v>5.7671588443295042E-2</c:v>
                </c:pt>
                <c:pt idx="1994">
                  <c:v>5.7680073526847633E-2</c:v>
                </c:pt>
                <c:pt idx="1995">
                  <c:v>5.7686944989034962E-2</c:v>
                </c:pt>
                <c:pt idx="1996">
                  <c:v>5.773477670250441E-2</c:v>
                </c:pt>
                <c:pt idx="1997">
                  <c:v>5.7735680856131039E-2</c:v>
                </c:pt>
                <c:pt idx="1998">
                  <c:v>5.7742408468150305E-2</c:v>
                </c:pt>
                <c:pt idx="1999">
                  <c:v>5.7750005121688645E-2</c:v>
                </c:pt>
                <c:pt idx="2000">
                  <c:v>5.7814280753191706E-2</c:v>
                </c:pt>
                <c:pt idx="2001">
                  <c:v>5.7818526494025246E-2</c:v>
                </c:pt>
                <c:pt idx="2002">
                  <c:v>5.7821066959972939E-2</c:v>
                </c:pt>
                <c:pt idx="2003">
                  <c:v>5.7822838111638679E-2</c:v>
                </c:pt>
                <c:pt idx="2004">
                  <c:v>5.7825502595139161E-2</c:v>
                </c:pt>
                <c:pt idx="2005">
                  <c:v>5.7859046524931602E-2</c:v>
                </c:pt>
                <c:pt idx="2006">
                  <c:v>5.7863044396774227E-2</c:v>
                </c:pt>
                <c:pt idx="2007">
                  <c:v>5.7876496412661023E-2</c:v>
                </c:pt>
                <c:pt idx="2008">
                  <c:v>5.787905465621223E-2</c:v>
                </c:pt>
                <c:pt idx="2009">
                  <c:v>5.7913734719550816E-2</c:v>
                </c:pt>
                <c:pt idx="2010">
                  <c:v>5.792128343612734E-2</c:v>
                </c:pt>
                <c:pt idx="2011">
                  <c:v>5.7954764186226845E-2</c:v>
                </c:pt>
                <c:pt idx="2012">
                  <c:v>5.7963829707240698E-2</c:v>
                </c:pt>
                <c:pt idx="2013">
                  <c:v>5.796403235226992E-2</c:v>
                </c:pt>
                <c:pt idx="2014">
                  <c:v>5.7983973176241002E-2</c:v>
                </c:pt>
                <c:pt idx="2015">
                  <c:v>5.7997784102386554E-2</c:v>
                </c:pt>
                <c:pt idx="2016">
                  <c:v>5.8028672639966174E-2</c:v>
                </c:pt>
                <c:pt idx="2017">
                  <c:v>5.8057798451418459E-2</c:v>
                </c:pt>
                <c:pt idx="2018">
                  <c:v>5.8072610155248311E-2</c:v>
                </c:pt>
                <c:pt idx="2019">
                  <c:v>5.8117582600534512E-2</c:v>
                </c:pt>
                <c:pt idx="2020">
                  <c:v>5.8126479530869204E-2</c:v>
                </c:pt>
                <c:pt idx="2021">
                  <c:v>5.8132746859279397E-2</c:v>
                </c:pt>
                <c:pt idx="2022">
                  <c:v>5.8150259727129318E-2</c:v>
                </c:pt>
                <c:pt idx="2023">
                  <c:v>5.8150563370354735E-2</c:v>
                </c:pt>
                <c:pt idx="2024">
                  <c:v>5.8152826895390017E-2</c:v>
                </c:pt>
                <c:pt idx="2025">
                  <c:v>5.8152828292454418E-2</c:v>
                </c:pt>
                <c:pt idx="2026">
                  <c:v>5.8162529032384697E-2</c:v>
                </c:pt>
                <c:pt idx="2027">
                  <c:v>5.8163522898828708E-2</c:v>
                </c:pt>
                <c:pt idx="2028">
                  <c:v>5.8212881483862097E-2</c:v>
                </c:pt>
                <c:pt idx="2029">
                  <c:v>5.8219114731183845E-2</c:v>
                </c:pt>
                <c:pt idx="2030">
                  <c:v>5.8238454649959102E-2</c:v>
                </c:pt>
                <c:pt idx="2031">
                  <c:v>5.8238684039688696E-2</c:v>
                </c:pt>
                <c:pt idx="2032">
                  <c:v>5.8259463081222672E-2</c:v>
                </c:pt>
                <c:pt idx="2033">
                  <c:v>5.8259500403711875E-2</c:v>
                </c:pt>
                <c:pt idx="2034">
                  <c:v>5.8310240661754525E-2</c:v>
                </c:pt>
                <c:pt idx="2035">
                  <c:v>5.8316047317208658E-2</c:v>
                </c:pt>
                <c:pt idx="2036">
                  <c:v>5.8333071221329511E-2</c:v>
                </c:pt>
                <c:pt idx="2037">
                  <c:v>5.8390518711180443E-2</c:v>
                </c:pt>
                <c:pt idx="2038">
                  <c:v>5.83943486764395E-2</c:v>
                </c:pt>
                <c:pt idx="2039">
                  <c:v>5.839522623194978E-2</c:v>
                </c:pt>
                <c:pt idx="2040">
                  <c:v>5.841298785551282E-2</c:v>
                </c:pt>
                <c:pt idx="2041">
                  <c:v>5.8429912018543521E-2</c:v>
                </c:pt>
                <c:pt idx="2042">
                  <c:v>5.8452199577323519E-2</c:v>
                </c:pt>
                <c:pt idx="2043">
                  <c:v>5.8455047613586546E-2</c:v>
                </c:pt>
                <c:pt idx="2044">
                  <c:v>5.8474889166726697E-2</c:v>
                </c:pt>
                <c:pt idx="2045">
                  <c:v>5.8496020665586505E-2</c:v>
                </c:pt>
                <c:pt idx="2046">
                  <c:v>5.8502029254881134E-2</c:v>
                </c:pt>
                <c:pt idx="2047">
                  <c:v>5.8516796723256298E-2</c:v>
                </c:pt>
                <c:pt idx="2048">
                  <c:v>5.8564050029303739E-2</c:v>
                </c:pt>
                <c:pt idx="2049">
                  <c:v>5.8612557640766429E-2</c:v>
                </c:pt>
                <c:pt idx="2050">
                  <c:v>5.8622605631508534E-2</c:v>
                </c:pt>
                <c:pt idx="2051">
                  <c:v>5.8624283488471131E-2</c:v>
                </c:pt>
                <c:pt idx="2052">
                  <c:v>5.8625710653960404E-2</c:v>
                </c:pt>
                <c:pt idx="2053">
                  <c:v>5.8659376168123389E-2</c:v>
                </c:pt>
                <c:pt idx="2054">
                  <c:v>5.8669844601996327E-2</c:v>
                </c:pt>
                <c:pt idx="2055">
                  <c:v>5.8672489716533223E-2</c:v>
                </c:pt>
                <c:pt idx="2056">
                  <c:v>5.8678801635926828E-2</c:v>
                </c:pt>
                <c:pt idx="2057">
                  <c:v>5.8681449493926452E-2</c:v>
                </c:pt>
                <c:pt idx="2058">
                  <c:v>5.8701501605937526E-2</c:v>
                </c:pt>
                <c:pt idx="2059">
                  <c:v>5.8705914110491739E-2</c:v>
                </c:pt>
                <c:pt idx="2060">
                  <c:v>5.8707049438146995E-2</c:v>
                </c:pt>
                <c:pt idx="2061">
                  <c:v>5.8710454516819041E-2</c:v>
                </c:pt>
                <c:pt idx="2062">
                  <c:v>5.8713307399159476E-2</c:v>
                </c:pt>
                <c:pt idx="2063">
                  <c:v>5.8727538515840921E-2</c:v>
                </c:pt>
                <c:pt idx="2064">
                  <c:v>5.8752107923956E-2</c:v>
                </c:pt>
                <c:pt idx="2065">
                  <c:v>5.8763046634446377E-2</c:v>
                </c:pt>
                <c:pt idx="2066">
                  <c:v>5.8772977564355289E-2</c:v>
                </c:pt>
                <c:pt idx="2067">
                  <c:v>5.8780413779781646E-2</c:v>
                </c:pt>
                <c:pt idx="2068">
                  <c:v>5.8805521122335599E-2</c:v>
                </c:pt>
                <c:pt idx="2069">
                  <c:v>5.8810464751038877E-2</c:v>
                </c:pt>
                <c:pt idx="2070">
                  <c:v>5.881654747069872E-2</c:v>
                </c:pt>
                <c:pt idx="2071">
                  <c:v>5.8824960041004619E-2</c:v>
                </c:pt>
                <c:pt idx="2072">
                  <c:v>5.8832901455771032E-2</c:v>
                </c:pt>
                <c:pt idx="2073">
                  <c:v>5.8834559101286737E-2</c:v>
                </c:pt>
                <c:pt idx="2074">
                  <c:v>5.8855606755008227E-2</c:v>
                </c:pt>
                <c:pt idx="2075">
                  <c:v>5.885888661448798E-2</c:v>
                </c:pt>
                <c:pt idx="2076">
                  <c:v>5.8862356700377844E-2</c:v>
                </c:pt>
                <c:pt idx="2077">
                  <c:v>5.8875904349846013E-2</c:v>
                </c:pt>
                <c:pt idx="2078">
                  <c:v>5.8905565098967834E-2</c:v>
                </c:pt>
                <c:pt idx="2079">
                  <c:v>5.890653862688125E-2</c:v>
                </c:pt>
                <c:pt idx="2080">
                  <c:v>5.8910185117613964E-2</c:v>
                </c:pt>
                <c:pt idx="2081">
                  <c:v>5.8910511094738049E-2</c:v>
                </c:pt>
                <c:pt idx="2082">
                  <c:v>5.8920000463615847E-2</c:v>
                </c:pt>
                <c:pt idx="2083">
                  <c:v>5.8965721349977358E-2</c:v>
                </c:pt>
                <c:pt idx="2084">
                  <c:v>5.8969548763084571E-2</c:v>
                </c:pt>
                <c:pt idx="2085">
                  <c:v>5.8972838958909715E-2</c:v>
                </c:pt>
                <c:pt idx="2086">
                  <c:v>5.8980303962991233E-2</c:v>
                </c:pt>
                <c:pt idx="2087">
                  <c:v>5.9011010674381338E-2</c:v>
                </c:pt>
                <c:pt idx="2088">
                  <c:v>5.9013874610724854E-2</c:v>
                </c:pt>
                <c:pt idx="2089">
                  <c:v>5.9020690127225779E-2</c:v>
                </c:pt>
                <c:pt idx="2090">
                  <c:v>5.9020765789618471E-2</c:v>
                </c:pt>
                <c:pt idx="2091">
                  <c:v>5.9036152065485355E-2</c:v>
                </c:pt>
                <c:pt idx="2092">
                  <c:v>5.9036195557236423E-2</c:v>
                </c:pt>
                <c:pt idx="2093">
                  <c:v>5.9039005761864681E-2</c:v>
                </c:pt>
                <c:pt idx="2094">
                  <c:v>5.9058703611983995E-2</c:v>
                </c:pt>
                <c:pt idx="2095">
                  <c:v>5.9059593566279905E-2</c:v>
                </c:pt>
                <c:pt idx="2096">
                  <c:v>5.9066406339739266E-2</c:v>
                </c:pt>
                <c:pt idx="2097">
                  <c:v>5.9080820554428072E-2</c:v>
                </c:pt>
                <c:pt idx="2098">
                  <c:v>5.9129964244355238E-2</c:v>
                </c:pt>
                <c:pt idx="2099">
                  <c:v>5.9130261634386137E-2</c:v>
                </c:pt>
                <c:pt idx="2100">
                  <c:v>5.9134833109029505E-2</c:v>
                </c:pt>
                <c:pt idx="2101">
                  <c:v>5.9135582026305679E-2</c:v>
                </c:pt>
                <c:pt idx="2102">
                  <c:v>5.9137780169664332E-2</c:v>
                </c:pt>
                <c:pt idx="2103">
                  <c:v>5.9157895551895719E-2</c:v>
                </c:pt>
                <c:pt idx="2104">
                  <c:v>5.91604255357411E-2</c:v>
                </c:pt>
                <c:pt idx="2105">
                  <c:v>5.9166758242016435E-2</c:v>
                </c:pt>
                <c:pt idx="2106">
                  <c:v>5.9170190593833549E-2</c:v>
                </c:pt>
                <c:pt idx="2107">
                  <c:v>5.9190635964695093E-2</c:v>
                </c:pt>
                <c:pt idx="2108">
                  <c:v>5.9190834208285054E-2</c:v>
                </c:pt>
                <c:pt idx="2109">
                  <c:v>5.9240031446954389E-2</c:v>
                </c:pt>
                <c:pt idx="2110">
                  <c:v>5.9247137928797752E-2</c:v>
                </c:pt>
                <c:pt idx="2111">
                  <c:v>5.9274605349332245E-2</c:v>
                </c:pt>
                <c:pt idx="2112">
                  <c:v>5.9283716907370755E-2</c:v>
                </c:pt>
                <c:pt idx="2113">
                  <c:v>5.928638653501235E-2</c:v>
                </c:pt>
                <c:pt idx="2114">
                  <c:v>5.9315139314422477E-2</c:v>
                </c:pt>
                <c:pt idx="2115">
                  <c:v>5.9318304408342154E-2</c:v>
                </c:pt>
                <c:pt idx="2116">
                  <c:v>5.9323863846864645E-2</c:v>
                </c:pt>
                <c:pt idx="2117">
                  <c:v>5.9323936826580131E-2</c:v>
                </c:pt>
                <c:pt idx="2118">
                  <c:v>5.9330176583187989E-2</c:v>
                </c:pt>
                <c:pt idx="2119">
                  <c:v>5.9370422323994393E-2</c:v>
                </c:pt>
                <c:pt idx="2120">
                  <c:v>5.9386851618598219E-2</c:v>
                </c:pt>
                <c:pt idx="2121">
                  <c:v>5.9395558492743201E-2</c:v>
                </c:pt>
                <c:pt idx="2122">
                  <c:v>5.9411961372826803E-2</c:v>
                </c:pt>
                <c:pt idx="2123">
                  <c:v>5.9425724223155472E-2</c:v>
                </c:pt>
                <c:pt idx="2124">
                  <c:v>5.9442532451257614E-2</c:v>
                </c:pt>
                <c:pt idx="2125">
                  <c:v>5.9443023895680125E-2</c:v>
                </c:pt>
                <c:pt idx="2126">
                  <c:v>5.9470438432714628E-2</c:v>
                </c:pt>
                <c:pt idx="2127">
                  <c:v>5.9474946908591279E-2</c:v>
                </c:pt>
                <c:pt idx="2128">
                  <c:v>5.9476709852967345E-2</c:v>
                </c:pt>
                <c:pt idx="2129">
                  <c:v>5.9478319705509292E-2</c:v>
                </c:pt>
                <c:pt idx="2130">
                  <c:v>5.9479011459691367E-2</c:v>
                </c:pt>
                <c:pt idx="2131">
                  <c:v>5.9483376289486384E-2</c:v>
                </c:pt>
                <c:pt idx="2132">
                  <c:v>5.9483693848263422E-2</c:v>
                </c:pt>
                <c:pt idx="2133">
                  <c:v>5.9493644623526645E-2</c:v>
                </c:pt>
                <c:pt idx="2134">
                  <c:v>5.9516424135437125E-2</c:v>
                </c:pt>
                <c:pt idx="2135">
                  <c:v>5.9557761348941779E-2</c:v>
                </c:pt>
                <c:pt idx="2136">
                  <c:v>5.9598544764726112E-2</c:v>
                </c:pt>
                <c:pt idx="2137">
                  <c:v>5.961778449093303E-2</c:v>
                </c:pt>
                <c:pt idx="2138">
                  <c:v>5.962215682280847E-2</c:v>
                </c:pt>
                <c:pt idx="2139">
                  <c:v>5.962363030166485E-2</c:v>
                </c:pt>
                <c:pt idx="2140">
                  <c:v>5.9625797350563989E-2</c:v>
                </c:pt>
                <c:pt idx="2141">
                  <c:v>5.963466174572421E-2</c:v>
                </c:pt>
                <c:pt idx="2142">
                  <c:v>5.9658703993610854E-2</c:v>
                </c:pt>
                <c:pt idx="2143">
                  <c:v>5.9664396084939321E-2</c:v>
                </c:pt>
                <c:pt idx="2144">
                  <c:v>5.970539533162654E-2</c:v>
                </c:pt>
                <c:pt idx="2145">
                  <c:v>5.9706561127347936E-2</c:v>
                </c:pt>
                <c:pt idx="2146">
                  <c:v>5.971540475585415E-2</c:v>
                </c:pt>
                <c:pt idx="2147">
                  <c:v>5.9721709328624355E-2</c:v>
                </c:pt>
                <c:pt idx="2148">
                  <c:v>5.9734926096186407E-2</c:v>
                </c:pt>
                <c:pt idx="2149">
                  <c:v>5.9742375812998454E-2</c:v>
                </c:pt>
                <c:pt idx="2150">
                  <c:v>5.9756010265810913E-2</c:v>
                </c:pt>
                <c:pt idx="2151">
                  <c:v>5.9759366374400984E-2</c:v>
                </c:pt>
                <c:pt idx="2152">
                  <c:v>5.9763158865722775E-2</c:v>
                </c:pt>
                <c:pt idx="2153">
                  <c:v>5.9765479731572424E-2</c:v>
                </c:pt>
                <c:pt idx="2154">
                  <c:v>5.9775862454454085E-2</c:v>
                </c:pt>
                <c:pt idx="2155">
                  <c:v>5.9793697305369327E-2</c:v>
                </c:pt>
                <c:pt idx="2156">
                  <c:v>5.9803141521767147E-2</c:v>
                </c:pt>
                <c:pt idx="2157">
                  <c:v>5.9812723318719431E-2</c:v>
                </c:pt>
                <c:pt idx="2158">
                  <c:v>5.9829649550600501E-2</c:v>
                </c:pt>
                <c:pt idx="2159">
                  <c:v>5.9830667120504256E-2</c:v>
                </c:pt>
                <c:pt idx="2160">
                  <c:v>5.9837701906155345E-2</c:v>
                </c:pt>
                <c:pt idx="2161">
                  <c:v>5.9861849631120151E-2</c:v>
                </c:pt>
                <c:pt idx="2162">
                  <c:v>5.986208471222295E-2</c:v>
                </c:pt>
                <c:pt idx="2163">
                  <c:v>5.9873778593320624E-2</c:v>
                </c:pt>
                <c:pt idx="2164">
                  <c:v>5.9888562949900206E-2</c:v>
                </c:pt>
                <c:pt idx="2165">
                  <c:v>5.9893508953424109E-2</c:v>
                </c:pt>
                <c:pt idx="2166">
                  <c:v>5.98986158495773E-2</c:v>
                </c:pt>
                <c:pt idx="2167">
                  <c:v>5.992839489475893E-2</c:v>
                </c:pt>
                <c:pt idx="2168">
                  <c:v>5.9928798774309518E-2</c:v>
                </c:pt>
                <c:pt idx="2169">
                  <c:v>5.9940160419513173E-2</c:v>
                </c:pt>
                <c:pt idx="2170">
                  <c:v>5.9944239550531048E-2</c:v>
                </c:pt>
                <c:pt idx="2171">
                  <c:v>5.9948515737579394E-2</c:v>
                </c:pt>
                <c:pt idx="2172">
                  <c:v>5.9949250083866049E-2</c:v>
                </c:pt>
                <c:pt idx="2173">
                  <c:v>5.9953308773341006E-2</c:v>
                </c:pt>
                <c:pt idx="2174">
                  <c:v>5.9955308231545025E-2</c:v>
                </c:pt>
                <c:pt idx="2175">
                  <c:v>5.9959674625272991E-2</c:v>
                </c:pt>
                <c:pt idx="2176">
                  <c:v>5.9977906573034007E-2</c:v>
                </c:pt>
                <c:pt idx="2177">
                  <c:v>5.9988300754083533E-2</c:v>
                </c:pt>
                <c:pt idx="2178">
                  <c:v>5.9990099398411663E-2</c:v>
                </c:pt>
                <c:pt idx="2179">
                  <c:v>5.9992315050847858E-2</c:v>
                </c:pt>
                <c:pt idx="2180">
                  <c:v>5.9999435347823329E-2</c:v>
                </c:pt>
                <c:pt idx="2181">
                  <c:v>6.0014119393841513E-2</c:v>
                </c:pt>
                <c:pt idx="2182">
                  <c:v>6.0015341617907489E-2</c:v>
                </c:pt>
                <c:pt idx="2183">
                  <c:v>6.0034909078169101E-2</c:v>
                </c:pt>
                <c:pt idx="2184">
                  <c:v>6.0049631644896288E-2</c:v>
                </c:pt>
                <c:pt idx="2185">
                  <c:v>6.0067576619231886E-2</c:v>
                </c:pt>
                <c:pt idx="2186">
                  <c:v>6.0092118344505063E-2</c:v>
                </c:pt>
                <c:pt idx="2187">
                  <c:v>6.0108605704502362E-2</c:v>
                </c:pt>
                <c:pt idx="2188">
                  <c:v>6.0124137459367011E-2</c:v>
                </c:pt>
                <c:pt idx="2189">
                  <c:v>6.0127361684346979E-2</c:v>
                </c:pt>
                <c:pt idx="2190">
                  <c:v>6.0140850197881082E-2</c:v>
                </c:pt>
                <c:pt idx="2191">
                  <c:v>6.014425519303334E-2</c:v>
                </c:pt>
                <c:pt idx="2192">
                  <c:v>6.0159597081456483E-2</c:v>
                </c:pt>
                <c:pt idx="2193">
                  <c:v>6.0168909258484053E-2</c:v>
                </c:pt>
                <c:pt idx="2194">
                  <c:v>6.0193095868526739E-2</c:v>
                </c:pt>
                <c:pt idx="2195">
                  <c:v>6.0193304892489516E-2</c:v>
                </c:pt>
                <c:pt idx="2196">
                  <c:v>6.0218669280608268E-2</c:v>
                </c:pt>
                <c:pt idx="2197">
                  <c:v>6.0224254713110978E-2</c:v>
                </c:pt>
                <c:pt idx="2198">
                  <c:v>6.0228613379876964E-2</c:v>
                </c:pt>
                <c:pt idx="2199">
                  <c:v>6.0242229572601808E-2</c:v>
                </c:pt>
                <c:pt idx="2200">
                  <c:v>6.0270497659870477E-2</c:v>
                </c:pt>
                <c:pt idx="2201">
                  <c:v>6.0281392031221154E-2</c:v>
                </c:pt>
                <c:pt idx="2202">
                  <c:v>6.0283901692552877E-2</c:v>
                </c:pt>
                <c:pt idx="2203">
                  <c:v>6.0287101996563737E-2</c:v>
                </c:pt>
                <c:pt idx="2204">
                  <c:v>6.0297256345392222E-2</c:v>
                </c:pt>
                <c:pt idx="2205">
                  <c:v>6.0316241665725752E-2</c:v>
                </c:pt>
                <c:pt idx="2206">
                  <c:v>6.032611965214333E-2</c:v>
                </c:pt>
                <c:pt idx="2207">
                  <c:v>6.0327823477583288E-2</c:v>
                </c:pt>
                <c:pt idx="2208">
                  <c:v>6.0334041319112637E-2</c:v>
                </c:pt>
                <c:pt idx="2209">
                  <c:v>6.0340284117492309E-2</c:v>
                </c:pt>
                <c:pt idx="2210">
                  <c:v>6.0342561301746533E-2</c:v>
                </c:pt>
                <c:pt idx="2211">
                  <c:v>6.0344542582210246E-2</c:v>
                </c:pt>
                <c:pt idx="2212">
                  <c:v>6.0382981264968626E-2</c:v>
                </c:pt>
                <c:pt idx="2213">
                  <c:v>6.0396908044334403E-2</c:v>
                </c:pt>
                <c:pt idx="2214">
                  <c:v>6.0417517521539364E-2</c:v>
                </c:pt>
                <c:pt idx="2215">
                  <c:v>6.0422835810761556E-2</c:v>
                </c:pt>
                <c:pt idx="2216">
                  <c:v>6.0430965378177E-2</c:v>
                </c:pt>
                <c:pt idx="2217">
                  <c:v>6.0449971773648435E-2</c:v>
                </c:pt>
                <c:pt idx="2218">
                  <c:v>6.0473989815832373E-2</c:v>
                </c:pt>
                <c:pt idx="2219">
                  <c:v>6.0486695687042562E-2</c:v>
                </c:pt>
                <c:pt idx="2220">
                  <c:v>6.0493790941254844E-2</c:v>
                </c:pt>
                <c:pt idx="2221">
                  <c:v>6.0518048840195786E-2</c:v>
                </c:pt>
                <c:pt idx="2222">
                  <c:v>6.0525608337930588E-2</c:v>
                </c:pt>
                <c:pt idx="2223">
                  <c:v>6.05468040435743E-2</c:v>
                </c:pt>
                <c:pt idx="2224">
                  <c:v>6.0553159385146091E-2</c:v>
                </c:pt>
                <c:pt idx="2225">
                  <c:v>6.0561092168708412E-2</c:v>
                </c:pt>
                <c:pt idx="2226">
                  <c:v>6.0574205230590365E-2</c:v>
                </c:pt>
                <c:pt idx="2227">
                  <c:v>6.0580478227217315E-2</c:v>
                </c:pt>
                <c:pt idx="2228">
                  <c:v>6.0589371359072011E-2</c:v>
                </c:pt>
                <c:pt idx="2229">
                  <c:v>6.0615991576921366E-2</c:v>
                </c:pt>
                <c:pt idx="2230">
                  <c:v>6.0618358560217113E-2</c:v>
                </c:pt>
                <c:pt idx="2231">
                  <c:v>6.0635740533709577E-2</c:v>
                </c:pt>
                <c:pt idx="2232">
                  <c:v>6.0638033236300765E-2</c:v>
                </c:pt>
                <c:pt idx="2233">
                  <c:v>6.0655255094678139E-2</c:v>
                </c:pt>
                <c:pt idx="2234">
                  <c:v>6.06570367259169E-2</c:v>
                </c:pt>
                <c:pt idx="2235">
                  <c:v>6.0661607043478567E-2</c:v>
                </c:pt>
                <c:pt idx="2236">
                  <c:v>6.0666155823361219E-2</c:v>
                </c:pt>
                <c:pt idx="2237">
                  <c:v>6.0683347764540381E-2</c:v>
                </c:pt>
                <c:pt idx="2238">
                  <c:v>6.0712674401389596E-2</c:v>
                </c:pt>
                <c:pt idx="2239">
                  <c:v>6.0728781445473348E-2</c:v>
                </c:pt>
                <c:pt idx="2240">
                  <c:v>6.07316813059273E-2</c:v>
                </c:pt>
                <c:pt idx="2241">
                  <c:v>6.0742578892701286E-2</c:v>
                </c:pt>
                <c:pt idx="2242">
                  <c:v>6.0773220030485124E-2</c:v>
                </c:pt>
                <c:pt idx="2243">
                  <c:v>6.0783283902184876E-2</c:v>
                </c:pt>
                <c:pt idx="2244">
                  <c:v>6.0791984951694911E-2</c:v>
                </c:pt>
                <c:pt idx="2245">
                  <c:v>6.0798773202284745E-2</c:v>
                </c:pt>
                <c:pt idx="2246">
                  <c:v>6.080123570335115E-2</c:v>
                </c:pt>
                <c:pt idx="2247">
                  <c:v>6.080720483744731E-2</c:v>
                </c:pt>
                <c:pt idx="2248">
                  <c:v>6.0813874682297001E-2</c:v>
                </c:pt>
                <c:pt idx="2249">
                  <c:v>6.0817693806642904E-2</c:v>
                </c:pt>
                <c:pt idx="2250">
                  <c:v>6.0827594827439969E-2</c:v>
                </c:pt>
                <c:pt idx="2251">
                  <c:v>6.0827624844427809E-2</c:v>
                </c:pt>
                <c:pt idx="2252">
                  <c:v>6.0840564122616674E-2</c:v>
                </c:pt>
                <c:pt idx="2253">
                  <c:v>6.0856453557498164E-2</c:v>
                </c:pt>
                <c:pt idx="2254">
                  <c:v>6.0878312831960192E-2</c:v>
                </c:pt>
                <c:pt idx="2255">
                  <c:v>6.0893617102845563E-2</c:v>
                </c:pt>
                <c:pt idx="2256">
                  <c:v>6.0894770981729698E-2</c:v>
                </c:pt>
                <c:pt idx="2257">
                  <c:v>6.0895709067224156E-2</c:v>
                </c:pt>
                <c:pt idx="2258">
                  <c:v>6.0899800021676928E-2</c:v>
                </c:pt>
                <c:pt idx="2259">
                  <c:v>6.0909694762428045E-2</c:v>
                </c:pt>
                <c:pt idx="2260">
                  <c:v>6.0922703351518219E-2</c:v>
                </c:pt>
                <c:pt idx="2261">
                  <c:v>6.0926080033180043E-2</c:v>
                </c:pt>
                <c:pt idx="2262">
                  <c:v>6.0928268746445496E-2</c:v>
                </c:pt>
                <c:pt idx="2263">
                  <c:v>6.0931171743816896E-2</c:v>
                </c:pt>
                <c:pt idx="2264">
                  <c:v>6.0939693723887606E-2</c:v>
                </c:pt>
                <c:pt idx="2265">
                  <c:v>6.0946077531087585E-2</c:v>
                </c:pt>
                <c:pt idx="2266">
                  <c:v>6.0968124415253247E-2</c:v>
                </c:pt>
                <c:pt idx="2267">
                  <c:v>6.0969256550935116E-2</c:v>
                </c:pt>
                <c:pt idx="2268">
                  <c:v>6.0986449496351021E-2</c:v>
                </c:pt>
                <c:pt idx="2269">
                  <c:v>6.0998203981784953E-2</c:v>
                </c:pt>
                <c:pt idx="2270">
                  <c:v>6.1000873407125629E-2</c:v>
                </c:pt>
                <c:pt idx="2271">
                  <c:v>6.1009238026776179E-2</c:v>
                </c:pt>
                <c:pt idx="2272">
                  <c:v>6.1064347582661771E-2</c:v>
                </c:pt>
                <c:pt idx="2273">
                  <c:v>6.108333219726312E-2</c:v>
                </c:pt>
                <c:pt idx="2274">
                  <c:v>6.1099747118938209E-2</c:v>
                </c:pt>
                <c:pt idx="2275">
                  <c:v>6.1115251589032374E-2</c:v>
                </c:pt>
                <c:pt idx="2276">
                  <c:v>6.1116990113354502E-2</c:v>
                </c:pt>
                <c:pt idx="2277">
                  <c:v>6.1124378688197027E-2</c:v>
                </c:pt>
                <c:pt idx="2278">
                  <c:v>6.114438066606754E-2</c:v>
                </c:pt>
                <c:pt idx="2279">
                  <c:v>6.115221085378534E-2</c:v>
                </c:pt>
                <c:pt idx="2280">
                  <c:v>6.1175876536763922E-2</c:v>
                </c:pt>
                <c:pt idx="2281">
                  <c:v>6.1193775651305932E-2</c:v>
                </c:pt>
                <c:pt idx="2282">
                  <c:v>6.1197481317954154E-2</c:v>
                </c:pt>
                <c:pt idx="2283">
                  <c:v>6.1217404098952898E-2</c:v>
                </c:pt>
                <c:pt idx="2284">
                  <c:v>6.1223508292771213E-2</c:v>
                </c:pt>
                <c:pt idx="2285">
                  <c:v>6.1225775384789051E-2</c:v>
                </c:pt>
                <c:pt idx="2286">
                  <c:v>6.1227685497273074E-2</c:v>
                </c:pt>
                <c:pt idx="2287">
                  <c:v>6.1232868722079455E-2</c:v>
                </c:pt>
                <c:pt idx="2288">
                  <c:v>6.1232881067721553E-2</c:v>
                </c:pt>
                <c:pt idx="2289">
                  <c:v>6.1234313704170699E-2</c:v>
                </c:pt>
                <c:pt idx="2290">
                  <c:v>6.1236149113629665E-2</c:v>
                </c:pt>
                <c:pt idx="2291">
                  <c:v>6.1260432202285268E-2</c:v>
                </c:pt>
                <c:pt idx="2292">
                  <c:v>6.1268536352188471E-2</c:v>
                </c:pt>
                <c:pt idx="2293">
                  <c:v>6.1306795134830269E-2</c:v>
                </c:pt>
                <c:pt idx="2294">
                  <c:v>6.1311185621426553E-2</c:v>
                </c:pt>
                <c:pt idx="2295">
                  <c:v>6.1312805045950242E-2</c:v>
                </c:pt>
                <c:pt idx="2296">
                  <c:v>6.1325824864940211E-2</c:v>
                </c:pt>
                <c:pt idx="2297">
                  <c:v>6.1332954767181841E-2</c:v>
                </c:pt>
                <c:pt idx="2298">
                  <c:v>6.1333743761525276E-2</c:v>
                </c:pt>
                <c:pt idx="2299">
                  <c:v>6.1347755383666498E-2</c:v>
                </c:pt>
                <c:pt idx="2300">
                  <c:v>6.1349704248653825E-2</c:v>
                </c:pt>
                <c:pt idx="2301">
                  <c:v>6.1382159887214571E-2</c:v>
                </c:pt>
                <c:pt idx="2302">
                  <c:v>6.1389021070672893E-2</c:v>
                </c:pt>
                <c:pt idx="2303">
                  <c:v>6.1389976468884486E-2</c:v>
                </c:pt>
                <c:pt idx="2304">
                  <c:v>6.1398677428157168E-2</c:v>
                </c:pt>
                <c:pt idx="2305">
                  <c:v>6.1419313524744064E-2</c:v>
                </c:pt>
                <c:pt idx="2306">
                  <c:v>6.1434449796417843E-2</c:v>
                </c:pt>
                <c:pt idx="2307">
                  <c:v>6.1468080793711403E-2</c:v>
                </c:pt>
                <c:pt idx="2308">
                  <c:v>6.1498406922166807E-2</c:v>
                </c:pt>
                <c:pt idx="2309">
                  <c:v>6.1504078553304184E-2</c:v>
                </c:pt>
                <c:pt idx="2310">
                  <c:v>6.1507007550625187E-2</c:v>
                </c:pt>
                <c:pt idx="2311">
                  <c:v>6.1517419183424744E-2</c:v>
                </c:pt>
                <c:pt idx="2312">
                  <c:v>6.1534069325291166E-2</c:v>
                </c:pt>
                <c:pt idx="2313">
                  <c:v>6.1534227460798729E-2</c:v>
                </c:pt>
                <c:pt idx="2314">
                  <c:v>6.1541724307214718E-2</c:v>
                </c:pt>
                <c:pt idx="2315">
                  <c:v>6.1545003466501921E-2</c:v>
                </c:pt>
                <c:pt idx="2316">
                  <c:v>6.1560649490245006E-2</c:v>
                </c:pt>
                <c:pt idx="2317">
                  <c:v>6.1569698204084658E-2</c:v>
                </c:pt>
                <c:pt idx="2318">
                  <c:v>6.1571773389682088E-2</c:v>
                </c:pt>
                <c:pt idx="2319">
                  <c:v>6.1578485822240417E-2</c:v>
                </c:pt>
                <c:pt idx="2320">
                  <c:v>6.1581869557945507E-2</c:v>
                </c:pt>
                <c:pt idx="2321">
                  <c:v>6.1586940993727982E-2</c:v>
                </c:pt>
                <c:pt idx="2322">
                  <c:v>6.1601626607653615E-2</c:v>
                </c:pt>
                <c:pt idx="2323">
                  <c:v>6.1606506900010662E-2</c:v>
                </c:pt>
                <c:pt idx="2324">
                  <c:v>6.1606521863851932E-2</c:v>
                </c:pt>
                <c:pt idx="2325">
                  <c:v>6.1618617763761041E-2</c:v>
                </c:pt>
                <c:pt idx="2326">
                  <c:v>6.1627121539333592E-2</c:v>
                </c:pt>
                <c:pt idx="2327">
                  <c:v>6.1647160264801097E-2</c:v>
                </c:pt>
                <c:pt idx="2328">
                  <c:v>6.1649951888539195E-2</c:v>
                </c:pt>
                <c:pt idx="2329">
                  <c:v>6.1651589175635547E-2</c:v>
                </c:pt>
                <c:pt idx="2330">
                  <c:v>6.1659678687405885E-2</c:v>
                </c:pt>
                <c:pt idx="2331">
                  <c:v>6.1660493816789667E-2</c:v>
                </c:pt>
                <c:pt idx="2332">
                  <c:v>6.1669075961155437E-2</c:v>
                </c:pt>
                <c:pt idx="2333">
                  <c:v>6.1691460972629092E-2</c:v>
                </c:pt>
                <c:pt idx="2334">
                  <c:v>6.170291144160775E-2</c:v>
                </c:pt>
                <c:pt idx="2335">
                  <c:v>6.1711965385298453E-2</c:v>
                </c:pt>
                <c:pt idx="2336">
                  <c:v>6.1726895672639247E-2</c:v>
                </c:pt>
                <c:pt idx="2337">
                  <c:v>6.1765887755770535E-2</c:v>
                </c:pt>
                <c:pt idx="2338">
                  <c:v>6.1780663100865607E-2</c:v>
                </c:pt>
                <c:pt idx="2339">
                  <c:v>6.179642087391321E-2</c:v>
                </c:pt>
                <c:pt idx="2340">
                  <c:v>6.1797400631210926E-2</c:v>
                </c:pt>
                <c:pt idx="2341">
                  <c:v>6.1797939885747603E-2</c:v>
                </c:pt>
                <c:pt idx="2342">
                  <c:v>6.180338831921494E-2</c:v>
                </c:pt>
                <c:pt idx="2343">
                  <c:v>6.1809150944785826E-2</c:v>
                </c:pt>
                <c:pt idx="2344">
                  <c:v>6.1812477407178962E-2</c:v>
                </c:pt>
                <c:pt idx="2345">
                  <c:v>6.1827824950010282E-2</c:v>
                </c:pt>
                <c:pt idx="2346">
                  <c:v>6.1845273066125118E-2</c:v>
                </c:pt>
                <c:pt idx="2347">
                  <c:v>6.185558203513894E-2</c:v>
                </c:pt>
                <c:pt idx="2348">
                  <c:v>6.1855584481004276E-2</c:v>
                </c:pt>
                <c:pt idx="2349">
                  <c:v>6.1866578965594721E-2</c:v>
                </c:pt>
                <c:pt idx="2350">
                  <c:v>6.1883693215067315E-2</c:v>
                </c:pt>
                <c:pt idx="2351">
                  <c:v>6.1885543381667955E-2</c:v>
                </c:pt>
                <c:pt idx="2352">
                  <c:v>6.1892102040970585E-2</c:v>
                </c:pt>
                <c:pt idx="2353">
                  <c:v>6.19043255416271E-2</c:v>
                </c:pt>
                <c:pt idx="2354">
                  <c:v>6.1936681792848974E-2</c:v>
                </c:pt>
                <c:pt idx="2355">
                  <c:v>6.1952692121886054E-2</c:v>
                </c:pt>
                <c:pt idx="2356">
                  <c:v>6.1969167332702177E-2</c:v>
                </c:pt>
                <c:pt idx="2357">
                  <c:v>6.1981560102715778E-2</c:v>
                </c:pt>
                <c:pt idx="2358">
                  <c:v>6.1994142616999606E-2</c:v>
                </c:pt>
                <c:pt idx="2359">
                  <c:v>6.2004574902765432E-2</c:v>
                </c:pt>
                <c:pt idx="2360">
                  <c:v>6.2033400544676195E-2</c:v>
                </c:pt>
                <c:pt idx="2361">
                  <c:v>6.2033733888273282E-2</c:v>
                </c:pt>
                <c:pt idx="2362">
                  <c:v>6.2043286044597641E-2</c:v>
                </c:pt>
                <c:pt idx="2363">
                  <c:v>6.2074075478300135E-2</c:v>
                </c:pt>
                <c:pt idx="2364">
                  <c:v>6.2079784415518535E-2</c:v>
                </c:pt>
                <c:pt idx="2365">
                  <c:v>6.208771973874018E-2</c:v>
                </c:pt>
                <c:pt idx="2366">
                  <c:v>6.2097775479470103E-2</c:v>
                </c:pt>
                <c:pt idx="2367">
                  <c:v>6.2101652918353754E-2</c:v>
                </c:pt>
                <c:pt idx="2368">
                  <c:v>6.2119610111296818E-2</c:v>
                </c:pt>
                <c:pt idx="2369">
                  <c:v>6.2128506955188477E-2</c:v>
                </c:pt>
                <c:pt idx="2370">
                  <c:v>6.2131604719284771E-2</c:v>
                </c:pt>
                <c:pt idx="2371">
                  <c:v>6.2132322372227336E-2</c:v>
                </c:pt>
                <c:pt idx="2372">
                  <c:v>6.213706504886541E-2</c:v>
                </c:pt>
                <c:pt idx="2373">
                  <c:v>6.2162668788164656E-2</c:v>
                </c:pt>
                <c:pt idx="2374">
                  <c:v>6.2171962942736921E-2</c:v>
                </c:pt>
                <c:pt idx="2375">
                  <c:v>6.2190363273212576E-2</c:v>
                </c:pt>
                <c:pt idx="2376">
                  <c:v>6.2195261380804237E-2</c:v>
                </c:pt>
                <c:pt idx="2377">
                  <c:v>6.2199283486103159E-2</c:v>
                </c:pt>
                <c:pt idx="2378">
                  <c:v>6.2212701730464642E-2</c:v>
                </c:pt>
                <c:pt idx="2379">
                  <c:v>6.2212994582051671E-2</c:v>
                </c:pt>
                <c:pt idx="2380">
                  <c:v>6.2225709365777503E-2</c:v>
                </c:pt>
                <c:pt idx="2381">
                  <c:v>6.223147924741481E-2</c:v>
                </c:pt>
                <c:pt idx="2382">
                  <c:v>6.2236449511968196E-2</c:v>
                </c:pt>
                <c:pt idx="2383">
                  <c:v>6.2243426974251718E-2</c:v>
                </c:pt>
                <c:pt idx="2384">
                  <c:v>6.2258272970522645E-2</c:v>
                </c:pt>
                <c:pt idx="2385">
                  <c:v>6.228553636359168E-2</c:v>
                </c:pt>
                <c:pt idx="2386">
                  <c:v>6.2319122679776677E-2</c:v>
                </c:pt>
                <c:pt idx="2387">
                  <c:v>6.2320064759368909E-2</c:v>
                </c:pt>
                <c:pt idx="2388">
                  <c:v>6.2323498928397093E-2</c:v>
                </c:pt>
                <c:pt idx="2389">
                  <c:v>6.2327216291845011E-2</c:v>
                </c:pt>
                <c:pt idx="2390">
                  <c:v>6.2330410046012745E-2</c:v>
                </c:pt>
                <c:pt idx="2391">
                  <c:v>6.2348910505247615E-2</c:v>
                </c:pt>
                <c:pt idx="2392">
                  <c:v>6.2383185014171685E-2</c:v>
                </c:pt>
                <c:pt idx="2393">
                  <c:v>6.2407228267360414E-2</c:v>
                </c:pt>
                <c:pt idx="2394">
                  <c:v>6.2412352174196516E-2</c:v>
                </c:pt>
                <c:pt idx="2395">
                  <c:v>6.2412417291306234E-2</c:v>
                </c:pt>
                <c:pt idx="2396">
                  <c:v>6.2433862182798866E-2</c:v>
                </c:pt>
                <c:pt idx="2397">
                  <c:v>6.2476823753784251E-2</c:v>
                </c:pt>
                <c:pt idx="2398">
                  <c:v>6.2485843767772373E-2</c:v>
                </c:pt>
                <c:pt idx="2399">
                  <c:v>6.2487030184425411E-2</c:v>
                </c:pt>
                <c:pt idx="2400">
                  <c:v>6.2487776430299208E-2</c:v>
                </c:pt>
                <c:pt idx="2401">
                  <c:v>6.248904458053256E-2</c:v>
                </c:pt>
                <c:pt idx="2402">
                  <c:v>6.2493918310689345E-2</c:v>
                </c:pt>
                <c:pt idx="2403">
                  <c:v>6.2499160181349482E-2</c:v>
                </c:pt>
                <c:pt idx="2404">
                  <c:v>6.2505015055167798E-2</c:v>
                </c:pt>
                <c:pt idx="2405">
                  <c:v>6.2505388799600339E-2</c:v>
                </c:pt>
                <c:pt idx="2406">
                  <c:v>6.2516536987252389E-2</c:v>
                </c:pt>
                <c:pt idx="2407">
                  <c:v>6.2519165538489962E-2</c:v>
                </c:pt>
                <c:pt idx="2408">
                  <c:v>6.2524678502852829E-2</c:v>
                </c:pt>
                <c:pt idx="2409">
                  <c:v>6.2537776819058685E-2</c:v>
                </c:pt>
                <c:pt idx="2410">
                  <c:v>6.2552670781883826E-2</c:v>
                </c:pt>
                <c:pt idx="2411">
                  <c:v>6.2564864946156276E-2</c:v>
                </c:pt>
                <c:pt idx="2412">
                  <c:v>6.2565601606428961E-2</c:v>
                </c:pt>
                <c:pt idx="2413">
                  <c:v>6.2582398917887264E-2</c:v>
                </c:pt>
                <c:pt idx="2414">
                  <c:v>6.2613951800511269E-2</c:v>
                </c:pt>
                <c:pt idx="2415">
                  <c:v>6.2630324546416177E-2</c:v>
                </c:pt>
                <c:pt idx="2416">
                  <c:v>6.2632320212677561E-2</c:v>
                </c:pt>
                <c:pt idx="2417">
                  <c:v>6.2632551555223612E-2</c:v>
                </c:pt>
                <c:pt idx="2418">
                  <c:v>6.2636025974873694E-2</c:v>
                </c:pt>
                <c:pt idx="2419">
                  <c:v>6.2673710036990155E-2</c:v>
                </c:pt>
                <c:pt idx="2420">
                  <c:v>6.2685925796766864E-2</c:v>
                </c:pt>
                <c:pt idx="2421">
                  <c:v>6.2686268823500119E-2</c:v>
                </c:pt>
                <c:pt idx="2422">
                  <c:v>6.2686543652741192E-2</c:v>
                </c:pt>
                <c:pt idx="2423">
                  <c:v>6.2712190221472175E-2</c:v>
                </c:pt>
                <c:pt idx="2424">
                  <c:v>6.2729371283923141E-2</c:v>
                </c:pt>
                <c:pt idx="2425">
                  <c:v>6.2740192873124448E-2</c:v>
                </c:pt>
                <c:pt idx="2426">
                  <c:v>6.274853150803153E-2</c:v>
                </c:pt>
                <c:pt idx="2427">
                  <c:v>6.2764862383257902E-2</c:v>
                </c:pt>
                <c:pt idx="2428">
                  <c:v>6.280509457915634E-2</c:v>
                </c:pt>
                <c:pt idx="2429">
                  <c:v>6.2806091755985047E-2</c:v>
                </c:pt>
                <c:pt idx="2430">
                  <c:v>6.2829829220827527E-2</c:v>
                </c:pt>
                <c:pt idx="2431">
                  <c:v>6.2834604657379473E-2</c:v>
                </c:pt>
                <c:pt idx="2432">
                  <c:v>6.2835235645798598E-2</c:v>
                </c:pt>
                <c:pt idx="2433">
                  <c:v>6.2845919903052883E-2</c:v>
                </c:pt>
                <c:pt idx="2434">
                  <c:v>6.2846683463498462E-2</c:v>
                </c:pt>
                <c:pt idx="2435">
                  <c:v>6.2853049579244355E-2</c:v>
                </c:pt>
                <c:pt idx="2436">
                  <c:v>6.2856164580610802E-2</c:v>
                </c:pt>
                <c:pt idx="2437">
                  <c:v>6.2860315404021927E-2</c:v>
                </c:pt>
                <c:pt idx="2438">
                  <c:v>6.286057752297268E-2</c:v>
                </c:pt>
                <c:pt idx="2439">
                  <c:v>6.2872383906904097E-2</c:v>
                </c:pt>
                <c:pt idx="2440">
                  <c:v>6.2881261022180265E-2</c:v>
                </c:pt>
                <c:pt idx="2441">
                  <c:v>6.2904889314844531E-2</c:v>
                </c:pt>
                <c:pt idx="2442">
                  <c:v>6.291729552175615E-2</c:v>
                </c:pt>
                <c:pt idx="2443">
                  <c:v>6.2920249755458138E-2</c:v>
                </c:pt>
                <c:pt idx="2444">
                  <c:v>6.2955847005444557E-2</c:v>
                </c:pt>
                <c:pt idx="2445">
                  <c:v>6.2994882530342605E-2</c:v>
                </c:pt>
                <c:pt idx="2446">
                  <c:v>6.2998846742432016E-2</c:v>
                </c:pt>
                <c:pt idx="2447">
                  <c:v>6.3004985345786718E-2</c:v>
                </c:pt>
                <c:pt idx="2448">
                  <c:v>6.3013598780314151E-2</c:v>
                </c:pt>
                <c:pt idx="2449">
                  <c:v>6.3014999204389646E-2</c:v>
                </c:pt>
                <c:pt idx="2450">
                  <c:v>6.3028759812484431E-2</c:v>
                </c:pt>
                <c:pt idx="2451">
                  <c:v>6.3030013937099422E-2</c:v>
                </c:pt>
                <c:pt idx="2452">
                  <c:v>6.3048016190652575E-2</c:v>
                </c:pt>
                <c:pt idx="2453">
                  <c:v>6.305113094592181E-2</c:v>
                </c:pt>
                <c:pt idx="2454">
                  <c:v>6.305243972114162E-2</c:v>
                </c:pt>
                <c:pt idx="2455">
                  <c:v>6.3080584795054351E-2</c:v>
                </c:pt>
                <c:pt idx="2456">
                  <c:v>6.3092467916140274E-2</c:v>
                </c:pt>
                <c:pt idx="2457">
                  <c:v>6.3120008763496091E-2</c:v>
                </c:pt>
                <c:pt idx="2458">
                  <c:v>6.3122605525382319E-2</c:v>
                </c:pt>
                <c:pt idx="2459">
                  <c:v>6.312631357541458E-2</c:v>
                </c:pt>
                <c:pt idx="2460">
                  <c:v>6.3135945311644667E-2</c:v>
                </c:pt>
                <c:pt idx="2461">
                  <c:v>6.3139754789908936E-2</c:v>
                </c:pt>
                <c:pt idx="2462">
                  <c:v>6.3154099221295501E-2</c:v>
                </c:pt>
                <c:pt idx="2463">
                  <c:v>6.318964110689855E-2</c:v>
                </c:pt>
                <c:pt idx="2464">
                  <c:v>6.3216194193385575E-2</c:v>
                </c:pt>
                <c:pt idx="2465">
                  <c:v>6.32198379209616E-2</c:v>
                </c:pt>
                <c:pt idx="2466">
                  <c:v>6.3242836323724419E-2</c:v>
                </c:pt>
                <c:pt idx="2467">
                  <c:v>6.3246548454942805E-2</c:v>
                </c:pt>
                <c:pt idx="2468">
                  <c:v>6.3247784315916877E-2</c:v>
                </c:pt>
                <c:pt idx="2469">
                  <c:v>6.3259329193920938E-2</c:v>
                </c:pt>
                <c:pt idx="2470">
                  <c:v>6.3265989251332103E-2</c:v>
                </c:pt>
                <c:pt idx="2471">
                  <c:v>6.3280110523415006E-2</c:v>
                </c:pt>
                <c:pt idx="2472">
                  <c:v>6.328487843543161E-2</c:v>
                </c:pt>
                <c:pt idx="2473">
                  <c:v>6.3286908969852396E-2</c:v>
                </c:pt>
                <c:pt idx="2474">
                  <c:v>6.3323879737483851E-2</c:v>
                </c:pt>
                <c:pt idx="2475">
                  <c:v>6.3327640828276383E-2</c:v>
                </c:pt>
                <c:pt idx="2476">
                  <c:v>6.3333359752089508E-2</c:v>
                </c:pt>
                <c:pt idx="2477">
                  <c:v>6.3336141948824573E-2</c:v>
                </c:pt>
                <c:pt idx="2478">
                  <c:v>6.3343462744645446E-2</c:v>
                </c:pt>
                <c:pt idx="2479">
                  <c:v>6.3347321397349596E-2</c:v>
                </c:pt>
                <c:pt idx="2480">
                  <c:v>6.3355741927840686E-2</c:v>
                </c:pt>
                <c:pt idx="2481">
                  <c:v>6.3360194690238042E-2</c:v>
                </c:pt>
                <c:pt idx="2482">
                  <c:v>6.3370063940203156E-2</c:v>
                </c:pt>
                <c:pt idx="2483">
                  <c:v>6.3370498889684157E-2</c:v>
                </c:pt>
                <c:pt idx="2484">
                  <c:v>6.3402411049328949E-2</c:v>
                </c:pt>
                <c:pt idx="2485">
                  <c:v>6.3408494462771137E-2</c:v>
                </c:pt>
                <c:pt idx="2486">
                  <c:v>6.3426542485381848E-2</c:v>
                </c:pt>
                <c:pt idx="2487">
                  <c:v>6.3429304861967281E-2</c:v>
                </c:pt>
                <c:pt idx="2488">
                  <c:v>6.3435792119979059E-2</c:v>
                </c:pt>
                <c:pt idx="2489">
                  <c:v>6.3445946203695647E-2</c:v>
                </c:pt>
                <c:pt idx="2490">
                  <c:v>6.3464493659933355E-2</c:v>
                </c:pt>
                <c:pt idx="2491">
                  <c:v>6.3468324609561769E-2</c:v>
                </c:pt>
                <c:pt idx="2492">
                  <c:v>6.3480969012028918E-2</c:v>
                </c:pt>
                <c:pt idx="2493">
                  <c:v>6.3491257761888992E-2</c:v>
                </c:pt>
                <c:pt idx="2494">
                  <c:v>6.3502465145840056E-2</c:v>
                </c:pt>
                <c:pt idx="2495">
                  <c:v>6.3504035712105084E-2</c:v>
                </c:pt>
                <c:pt idx="2496">
                  <c:v>6.3520870818202721E-2</c:v>
                </c:pt>
                <c:pt idx="2497">
                  <c:v>6.3523033659043007E-2</c:v>
                </c:pt>
                <c:pt idx="2498">
                  <c:v>6.3536069769244169E-2</c:v>
                </c:pt>
                <c:pt idx="2499">
                  <c:v>6.3549646671982263E-2</c:v>
                </c:pt>
                <c:pt idx="2500">
                  <c:v>6.3549671584868378E-2</c:v>
                </c:pt>
                <c:pt idx="2501">
                  <c:v>6.3562065440810903E-2</c:v>
                </c:pt>
                <c:pt idx="2502">
                  <c:v>6.3596936570154208E-2</c:v>
                </c:pt>
                <c:pt idx="2503">
                  <c:v>6.361779237855239E-2</c:v>
                </c:pt>
                <c:pt idx="2504">
                  <c:v>6.3629996491837662E-2</c:v>
                </c:pt>
                <c:pt idx="2505">
                  <c:v>6.3640894472767343E-2</c:v>
                </c:pt>
                <c:pt idx="2506">
                  <c:v>6.3675122201566736E-2</c:v>
                </c:pt>
                <c:pt idx="2507">
                  <c:v>6.3677774844026189E-2</c:v>
                </c:pt>
                <c:pt idx="2508">
                  <c:v>6.3687550148736463E-2</c:v>
                </c:pt>
                <c:pt idx="2509">
                  <c:v>6.3703245524035237E-2</c:v>
                </c:pt>
                <c:pt idx="2510">
                  <c:v>6.3740606183851592E-2</c:v>
                </c:pt>
                <c:pt idx="2511">
                  <c:v>6.3765698519322997E-2</c:v>
                </c:pt>
                <c:pt idx="2512">
                  <c:v>6.3767762563097907E-2</c:v>
                </c:pt>
                <c:pt idx="2513">
                  <c:v>6.3769208829318302E-2</c:v>
                </c:pt>
                <c:pt idx="2514">
                  <c:v>6.3783882329793012E-2</c:v>
                </c:pt>
                <c:pt idx="2515">
                  <c:v>6.3786447187072298E-2</c:v>
                </c:pt>
                <c:pt idx="2516">
                  <c:v>6.3793369463786317E-2</c:v>
                </c:pt>
                <c:pt idx="2517">
                  <c:v>6.3796029016477102E-2</c:v>
                </c:pt>
                <c:pt idx="2518">
                  <c:v>6.3809094365347221E-2</c:v>
                </c:pt>
                <c:pt idx="2519">
                  <c:v>6.3814039544073484E-2</c:v>
                </c:pt>
                <c:pt idx="2520">
                  <c:v>6.3839192673041167E-2</c:v>
                </c:pt>
                <c:pt idx="2521">
                  <c:v>6.3844154213480636E-2</c:v>
                </c:pt>
                <c:pt idx="2522">
                  <c:v>6.3851233171910424E-2</c:v>
                </c:pt>
                <c:pt idx="2523">
                  <c:v>6.3860082811667301E-2</c:v>
                </c:pt>
                <c:pt idx="2524">
                  <c:v>6.3870734372247578E-2</c:v>
                </c:pt>
                <c:pt idx="2525">
                  <c:v>6.3884730740782783E-2</c:v>
                </c:pt>
                <c:pt idx="2526">
                  <c:v>6.3897833356577963E-2</c:v>
                </c:pt>
                <c:pt idx="2527">
                  <c:v>6.3909837496915534E-2</c:v>
                </c:pt>
                <c:pt idx="2528">
                  <c:v>6.3934225564204764E-2</c:v>
                </c:pt>
                <c:pt idx="2529">
                  <c:v>6.3939324788867657E-2</c:v>
                </c:pt>
                <c:pt idx="2530">
                  <c:v>6.3949159286819809E-2</c:v>
                </c:pt>
                <c:pt idx="2531">
                  <c:v>6.3971164170888703E-2</c:v>
                </c:pt>
                <c:pt idx="2532">
                  <c:v>6.3988025857617967E-2</c:v>
                </c:pt>
                <c:pt idx="2533">
                  <c:v>6.401577427455743E-2</c:v>
                </c:pt>
                <c:pt idx="2534">
                  <c:v>6.4016193247910802E-2</c:v>
                </c:pt>
                <c:pt idx="2535">
                  <c:v>6.4044548986351521E-2</c:v>
                </c:pt>
                <c:pt idx="2536">
                  <c:v>6.4066584320456421E-2</c:v>
                </c:pt>
                <c:pt idx="2537">
                  <c:v>6.4076619902566856E-2</c:v>
                </c:pt>
                <c:pt idx="2538">
                  <c:v>6.4093207225597693E-2</c:v>
                </c:pt>
                <c:pt idx="2539">
                  <c:v>6.4107596006402451E-2</c:v>
                </c:pt>
                <c:pt idx="2540">
                  <c:v>6.4109689611345277E-2</c:v>
                </c:pt>
                <c:pt idx="2541">
                  <c:v>6.4110675708401746E-2</c:v>
                </c:pt>
                <c:pt idx="2542">
                  <c:v>6.4112492275251162E-2</c:v>
                </c:pt>
                <c:pt idx="2543">
                  <c:v>6.4115927312097462E-2</c:v>
                </c:pt>
                <c:pt idx="2544">
                  <c:v>6.4132048465210131E-2</c:v>
                </c:pt>
                <c:pt idx="2545">
                  <c:v>6.4168681301346966E-2</c:v>
                </c:pt>
                <c:pt idx="2546">
                  <c:v>6.4179320997662784E-2</c:v>
                </c:pt>
                <c:pt idx="2547">
                  <c:v>6.4182339552560447E-2</c:v>
                </c:pt>
                <c:pt idx="2548">
                  <c:v>6.4190155870730431E-2</c:v>
                </c:pt>
                <c:pt idx="2549">
                  <c:v>6.4198534948416833E-2</c:v>
                </c:pt>
                <c:pt idx="2550">
                  <c:v>6.4206976438955288E-2</c:v>
                </c:pt>
                <c:pt idx="2551">
                  <c:v>6.4218946593843737E-2</c:v>
                </c:pt>
                <c:pt idx="2552">
                  <c:v>6.4226901976265446E-2</c:v>
                </c:pt>
                <c:pt idx="2553">
                  <c:v>6.4228051756987009E-2</c:v>
                </c:pt>
                <c:pt idx="2554">
                  <c:v>6.4228882762257175E-2</c:v>
                </c:pt>
                <c:pt idx="2555">
                  <c:v>6.4235918714440107E-2</c:v>
                </c:pt>
                <c:pt idx="2556">
                  <c:v>6.4237904400847298E-2</c:v>
                </c:pt>
                <c:pt idx="2557">
                  <c:v>6.4243513021163115E-2</c:v>
                </c:pt>
                <c:pt idx="2558">
                  <c:v>6.4247394479482842E-2</c:v>
                </c:pt>
                <c:pt idx="2559">
                  <c:v>6.4258538346812499E-2</c:v>
                </c:pt>
                <c:pt idx="2560">
                  <c:v>6.4270728587726478E-2</c:v>
                </c:pt>
                <c:pt idx="2561">
                  <c:v>6.4272808696833397E-2</c:v>
                </c:pt>
                <c:pt idx="2562">
                  <c:v>6.4276976039338768E-2</c:v>
                </c:pt>
                <c:pt idx="2563">
                  <c:v>6.4280887689072738E-2</c:v>
                </c:pt>
                <c:pt idx="2564">
                  <c:v>6.4285511660352818E-2</c:v>
                </c:pt>
                <c:pt idx="2565">
                  <c:v>6.4325219350511692E-2</c:v>
                </c:pt>
                <c:pt idx="2566">
                  <c:v>6.4333281859799349E-2</c:v>
                </c:pt>
                <c:pt idx="2567">
                  <c:v>6.4357768906049148E-2</c:v>
                </c:pt>
                <c:pt idx="2568">
                  <c:v>6.4364881589347916E-2</c:v>
                </c:pt>
                <c:pt idx="2569">
                  <c:v>6.4366801109438626E-2</c:v>
                </c:pt>
                <c:pt idx="2570">
                  <c:v>6.4375911393202603E-2</c:v>
                </c:pt>
                <c:pt idx="2571">
                  <c:v>6.4392242202222422E-2</c:v>
                </c:pt>
                <c:pt idx="2572">
                  <c:v>6.4433627659860257E-2</c:v>
                </c:pt>
                <c:pt idx="2573">
                  <c:v>6.4448986956824508E-2</c:v>
                </c:pt>
                <c:pt idx="2574">
                  <c:v>6.4455047507386148E-2</c:v>
                </c:pt>
                <c:pt idx="2575">
                  <c:v>6.4480112890100347E-2</c:v>
                </c:pt>
                <c:pt idx="2576">
                  <c:v>6.4514832003024658E-2</c:v>
                </c:pt>
                <c:pt idx="2577">
                  <c:v>6.4554941805927912E-2</c:v>
                </c:pt>
                <c:pt idx="2578">
                  <c:v>6.4565417538745576E-2</c:v>
                </c:pt>
                <c:pt idx="2579">
                  <c:v>6.4587574905709724E-2</c:v>
                </c:pt>
                <c:pt idx="2580">
                  <c:v>6.4617075929927312E-2</c:v>
                </c:pt>
                <c:pt idx="2581">
                  <c:v>6.4618533049538518E-2</c:v>
                </c:pt>
                <c:pt idx="2582">
                  <c:v>6.4627420151121148E-2</c:v>
                </c:pt>
                <c:pt idx="2583">
                  <c:v>6.4628002406711099E-2</c:v>
                </c:pt>
                <c:pt idx="2584">
                  <c:v>6.4632330708870228E-2</c:v>
                </c:pt>
                <c:pt idx="2585">
                  <c:v>6.4632832503359633E-2</c:v>
                </c:pt>
                <c:pt idx="2586">
                  <c:v>6.4633940843201565E-2</c:v>
                </c:pt>
                <c:pt idx="2587">
                  <c:v>6.463991861181459E-2</c:v>
                </c:pt>
                <c:pt idx="2588">
                  <c:v>6.4664802284258902E-2</c:v>
                </c:pt>
                <c:pt idx="2589">
                  <c:v>6.4717962954575589E-2</c:v>
                </c:pt>
                <c:pt idx="2590">
                  <c:v>6.4724751693099769E-2</c:v>
                </c:pt>
                <c:pt idx="2591">
                  <c:v>6.4728748518430052E-2</c:v>
                </c:pt>
                <c:pt idx="2592">
                  <c:v>6.4731165381543498E-2</c:v>
                </c:pt>
                <c:pt idx="2593">
                  <c:v>6.4766073588436557E-2</c:v>
                </c:pt>
                <c:pt idx="2594">
                  <c:v>6.4774777740191941E-2</c:v>
                </c:pt>
                <c:pt idx="2595">
                  <c:v>6.4787992615120624E-2</c:v>
                </c:pt>
                <c:pt idx="2596">
                  <c:v>6.479540460035503E-2</c:v>
                </c:pt>
                <c:pt idx="2597">
                  <c:v>6.4795932543952217E-2</c:v>
                </c:pt>
                <c:pt idx="2598">
                  <c:v>6.4796015645312205E-2</c:v>
                </c:pt>
                <c:pt idx="2599">
                  <c:v>6.4849371150844187E-2</c:v>
                </c:pt>
                <c:pt idx="2600">
                  <c:v>6.4856361286641753E-2</c:v>
                </c:pt>
                <c:pt idx="2601">
                  <c:v>6.486258462835047E-2</c:v>
                </c:pt>
                <c:pt idx="2602">
                  <c:v>6.4899627602031176E-2</c:v>
                </c:pt>
                <c:pt idx="2603">
                  <c:v>6.4903015343202017E-2</c:v>
                </c:pt>
                <c:pt idx="2604">
                  <c:v>6.4903626644623638E-2</c:v>
                </c:pt>
                <c:pt idx="2605">
                  <c:v>6.4905926696431679E-2</c:v>
                </c:pt>
                <c:pt idx="2606">
                  <c:v>6.4911587570963505E-2</c:v>
                </c:pt>
                <c:pt idx="2607">
                  <c:v>6.4934937601247744E-2</c:v>
                </c:pt>
                <c:pt idx="2608">
                  <c:v>6.495239683329504E-2</c:v>
                </c:pt>
                <c:pt idx="2609">
                  <c:v>6.4962720629575491E-2</c:v>
                </c:pt>
                <c:pt idx="2610">
                  <c:v>6.4963451273598163E-2</c:v>
                </c:pt>
                <c:pt idx="2611">
                  <c:v>6.4964739523907675E-2</c:v>
                </c:pt>
                <c:pt idx="2612">
                  <c:v>6.4973871085462973E-2</c:v>
                </c:pt>
                <c:pt idx="2613">
                  <c:v>6.4994775658033715E-2</c:v>
                </c:pt>
                <c:pt idx="2614">
                  <c:v>6.5013646182929513E-2</c:v>
                </c:pt>
                <c:pt idx="2615">
                  <c:v>6.5053135365084599E-2</c:v>
                </c:pt>
                <c:pt idx="2616">
                  <c:v>6.5056530161953591E-2</c:v>
                </c:pt>
                <c:pt idx="2617">
                  <c:v>6.5057876043973173E-2</c:v>
                </c:pt>
                <c:pt idx="2618">
                  <c:v>6.5061257187171456E-2</c:v>
                </c:pt>
                <c:pt idx="2619">
                  <c:v>6.5070786879601702E-2</c:v>
                </c:pt>
                <c:pt idx="2620">
                  <c:v>6.5078389382494092E-2</c:v>
                </c:pt>
                <c:pt idx="2621">
                  <c:v>6.5083840883863722E-2</c:v>
                </c:pt>
                <c:pt idx="2622">
                  <c:v>6.5092791001166009E-2</c:v>
                </c:pt>
                <c:pt idx="2623">
                  <c:v>6.5093683806885808E-2</c:v>
                </c:pt>
                <c:pt idx="2624">
                  <c:v>6.5110844050156991E-2</c:v>
                </c:pt>
                <c:pt idx="2625">
                  <c:v>6.5114624966212772E-2</c:v>
                </c:pt>
                <c:pt idx="2626">
                  <c:v>6.5148200048747495E-2</c:v>
                </c:pt>
                <c:pt idx="2627">
                  <c:v>6.5161943556279453E-2</c:v>
                </c:pt>
                <c:pt idx="2628">
                  <c:v>6.5163880794059534E-2</c:v>
                </c:pt>
                <c:pt idx="2629">
                  <c:v>6.5169327770034952E-2</c:v>
                </c:pt>
                <c:pt idx="2630">
                  <c:v>6.5186111309661204E-2</c:v>
                </c:pt>
                <c:pt idx="2631">
                  <c:v>6.5188552420297308E-2</c:v>
                </c:pt>
                <c:pt idx="2632">
                  <c:v>6.5216887417464134E-2</c:v>
                </c:pt>
                <c:pt idx="2633">
                  <c:v>6.523735412061081E-2</c:v>
                </c:pt>
                <c:pt idx="2634">
                  <c:v>6.5239519485183001E-2</c:v>
                </c:pt>
                <c:pt idx="2635">
                  <c:v>6.5242424369851421E-2</c:v>
                </c:pt>
                <c:pt idx="2636">
                  <c:v>6.5245061472589808E-2</c:v>
                </c:pt>
                <c:pt idx="2637">
                  <c:v>6.5246238278056909E-2</c:v>
                </c:pt>
                <c:pt idx="2638">
                  <c:v>6.5260139642585938E-2</c:v>
                </c:pt>
                <c:pt idx="2639">
                  <c:v>6.5273694907582877E-2</c:v>
                </c:pt>
                <c:pt idx="2640">
                  <c:v>6.5274324379615084E-2</c:v>
                </c:pt>
                <c:pt idx="2641">
                  <c:v>6.527867314554664E-2</c:v>
                </c:pt>
                <c:pt idx="2642">
                  <c:v>6.5279081489312704E-2</c:v>
                </c:pt>
                <c:pt idx="2643">
                  <c:v>6.5296640425969374E-2</c:v>
                </c:pt>
                <c:pt idx="2644">
                  <c:v>6.5298540695634136E-2</c:v>
                </c:pt>
                <c:pt idx="2645">
                  <c:v>6.5303994029523388E-2</c:v>
                </c:pt>
                <c:pt idx="2646">
                  <c:v>6.5316600892996818E-2</c:v>
                </c:pt>
                <c:pt idx="2647">
                  <c:v>6.5317630873243007E-2</c:v>
                </c:pt>
                <c:pt idx="2648">
                  <c:v>6.53386636448125E-2</c:v>
                </c:pt>
                <c:pt idx="2649">
                  <c:v>6.5339208368490553E-2</c:v>
                </c:pt>
                <c:pt idx="2650">
                  <c:v>6.5340554589449124E-2</c:v>
                </c:pt>
                <c:pt idx="2651">
                  <c:v>6.5356377599451718E-2</c:v>
                </c:pt>
                <c:pt idx="2652">
                  <c:v>6.5357969530739427E-2</c:v>
                </c:pt>
                <c:pt idx="2653">
                  <c:v>6.5387878699110336E-2</c:v>
                </c:pt>
                <c:pt idx="2654">
                  <c:v>6.5388850401056617E-2</c:v>
                </c:pt>
                <c:pt idx="2655">
                  <c:v>6.5395142329507813E-2</c:v>
                </c:pt>
                <c:pt idx="2656">
                  <c:v>6.5398607409999573E-2</c:v>
                </c:pt>
                <c:pt idx="2657">
                  <c:v>6.5401279235891452E-2</c:v>
                </c:pt>
                <c:pt idx="2658">
                  <c:v>6.5406286848575745E-2</c:v>
                </c:pt>
                <c:pt idx="2659">
                  <c:v>6.5418378256040216E-2</c:v>
                </c:pt>
                <c:pt idx="2660">
                  <c:v>6.5435938629807247E-2</c:v>
                </c:pt>
                <c:pt idx="2661">
                  <c:v>6.5436244429973867E-2</c:v>
                </c:pt>
                <c:pt idx="2662">
                  <c:v>6.5448964375200286E-2</c:v>
                </c:pt>
                <c:pt idx="2663">
                  <c:v>6.5470290091036859E-2</c:v>
                </c:pt>
                <c:pt idx="2664">
                  <c:v>6.5472536182881527E-2</c:v>
                </c:pt>
                <c:pt idx="2665">
                  <c:v>6.549267262806184E-2</c:v>
                </c:pt>
                <c:pt idx="2666">
                  <c:v>6.5498687531663699E-2</c:v>
                </c:pt>
                <c:pt idx="2667">
                  <c:v>6.5516780177807432E-2</c:v>
                </c:pt>
                <c:pt idx="2668">
                  <c:v>6.5524453832474475E-2</c:v>
                </c:pt>
                <c:pt idx="2669">
                  <c:v>6.5534164447948615E-2</c:v>
                </c:pt>
                <c:pt idx="2670">
                  <c:v>6.5568801170458019E-2</c:v>
                </c:pt>
                <c:pt idx="2671">
                  <c:v>6.5576158115300306E-2</c:v>
                </c:pt>
                <c:pt idx="2672">
                  <c:v>6.5581015625889486E-2</c:v>
                </c:pt>
                <c:pt idx="2673">
                  <c:v>6.5586427803087266E-2</c:v>
                </c:pt>
                <c:pt idx="2674">
                  <c:v>6.5593910365265642E-2</c:v>
                </c:pt>
                <c:pt idx="2675">
                  <c:v>6.5610154765418635E-2</c:v>
                </c:pt>
                <c:pt idx="2676">
                  <c:v>6.5611506678173032E-2</c:v>
                </c:pt>
                <c:pt idx="2677">
                  <c:v>6.5625211328280808E-2</c:v>
                </c:pt>
                <c:pt idx="2678">
                  <c:v>6.5639513914176967E-2</c:v>
                </c:pt>
                <c:pt idx="2679">
                  <c:v>6.5647907567071825E-2</c:v>
                </c:pt>
                <c:pt idx="2680">
                  <c:v>6.5670032826550401E-2</c:v>
                </c:pt>
                <c:pt idx="2681">
                  <c:v>6.5675257169589898E-2</c:v>
                </c:pt>
                <c:pt idx="2682">
                  <c:v>6.5679843723572578E-2</c:v>
                </c:pt>
                <c:pt idx="2683">
                  <c:v>6.568068061617123E-2</c:v>
                </c:pt>
                <c:pt idx="2684">
                  <c:v>6.5682988614897686E-2</c:v>
                </c:pt>
                <c:pt idx="2685">
                  <c:v>6.5695094474069057E-2</c:v>
                </c:pt>
                <c:pt idx="2686">
                  <c:v>6.5713218320592431E-2</c:v>
                </c:pt>
                <c:pt idx="2687">
                  <c:v>6.5717140530610785E-2</c:v>
                </c:pt>
                <c:pt idx="2688">
                  <c:v>6.5725052741780837E-2</c:v>
                </c:pt>
                <c:pt idx="2689">
                  <c:v>6.5747432008987333E-2</c:v>
                </c:pt>
                <c:pt idx="2690">
                  <c:v>6.5781928767849732E-2</c:v>
                </c:pt>
                <c:pt idx="2691">
                  <c:v>6.5786350172134578E-2</c:v>
                </c:pt>
                <c:pt idx="2692">
                  <c:v>6.5787929252060576E-2</c:v>
                </c:pt>
                <c:pt idx="2693">
                  <c:v>6.5810665100448293E-2</c:v>
                </c:pt>
                <c:pt idx="2694">
                  <c:v>6.5811451968733684E-2</c:v>
                </c:pt>
                <c:pt idx="2695">
                  <c:v>6.5823815229235541E-2</c:v>
                </c:pt>
                <c:pt idx="2696">
                  <c:v>6.5836266046344377E-2</c:v>
                </c:pt>
                <c:pt idx="2697">
                  <c:v>6.5839270183088494E-2</c:v>
                </c:pt>
                <c:pt idx="2698">
                  <c:v>6.58433484542085E-2</c:v>
                </c:pt>
                <c:pt idx="2699">
                  <c:v>6.5849828605216973E-2</c:v>
                </c:pt>
                <c:pt idx="2700">
                  <c:v>6.5853490583244897E-2</c:v>
                </c:pt>
                <c:pt idx="2701">
                  <c:v>6.5885003250035101E-2</c:v>
                </c:pt>
                <c:pt idx="2702">
                  <c:v>6.5922138840026512E-2</c:v>
                </c:pt>
                <c:pt idx="2703">
                  <c:v>6.5924947194325553E-2</c:v>
                </c:pt>
                <c:pt idx="2704">
                  <c:v>6.5928340301932162E-2</c:v>
                </c:pt>
                <c:pt idx="2705">
                  <c:v>6.5930621941784645E-2</c:v>
                </c:pt>
                <c:pt idx="2706">
                  <c:v>6.5933257669861425E-2</c:v>
                </c:pt>
                <c:pt idx="2707">
                  <c:v>6.5958109847886748E-2</c:v>
                </c:pt>
                <c:pt idx="2708">
                  <c:v>6.5968511392006615E-2</c:v>
                </c:pt>
                <c:pt idx="2709">
                  <c:v>6.5978686414464846E-2</c:v>
                </c:pt>
                <c:pt idx="2710">
                  <c:v>6.5994951548955225E-2</c:v>
                </c:pt>
                <c:pt idx="2711">
                  <c:v>6.6003846781210726E-2</c:v>
                </c:pt>
                <c:pt idx="2712">
                  <c:v>6.6007702556886275E-2</c:v>
                </c:pt>
                <c:pt idx="2713">
                  <c:v>6.6016250640383287E-2</c:v>
                </c:pt>
                <c:pt idx="2714">
                  <c:v>6.6042352325617643E-2</c:v>
                </c:pt>
                <c:pt idx="2715">
                  <c:v>6.6054428651730612E-2</c:v>
                </c:pt>
                <c:pt idx="2716">
                  <c:v>6.6056931889161577E-2</c:v>
                </c:pt>
                <c:pt idx="2717">
                  <c:v>6.6077640786098749E-2</c:v>
                </c:pt>
                <c:pt idx="2718">
                  <c:v>6.6082166240969173E-2</c:v>
                </c:pt>
                <c:pt idx="2719">
                  <c:v>6.6084804915733708E-2</c:v>
                </c:pt>
                <c:pt idx="2720">
                  <c:v>6.6088768752174107E-2</c:v>
                </c:pt>
                <c:pt idx="2721">
                  <c:v>6.6095666957387222E-2</c:v>
                </c:pt>
                <c:pt idx="2722">
                  <c:v>6.6101407418259109E-2</c:v>
                </c:pt>
                <c:pt idx="2723">
                  <c:v>6.6101436423815371E-2</c:v>
                </c:pt>
                <c:pt idx="2724">
                  <c:v>6.6126794849314829E-2</c:v>
                </c:pt>
                <c:pt idx="2725">
                  <c:v>6.6162863757893042E-2</c:v>
                </c:pt>
                <c:pt idx="2726">
                  <c:v>6.6172512366804173E-2</c:v>
                </c:pt>
                <c:pt idx="2727">
                  <c:v>6.6177307134125257E-2</c:v>
                </c:pt>
                <c:pt idx="2728">
                  <c:v>6.6203522616403693E-2</c:v>
                </c:pt>
                <c:pt idx="2729">
                  <c:v>6.6206064736669984E-2</c:v>
                </c:pt>
                <c:pt idx="2730">
                  <c:v>6.6208155855637843E-2</c:v>
                </c:pt>
                <c:pt idx="2731">
                  <c:v>6.62115119080081E-2</c:v>
                </c:pt>
                <c:pt idx="2732">
                  <c:v>6.6243438276242711E-2</c:v>
                </c:pt>
                <c:pt idx="2733">
                  <c:v>6.624821350452284E-2</c:v>
                </c:pt>
                <c:pt idx="2734">
                  <c:v>6.6254839699014301E-2</c:v>
                </c:pt>
                <c:pt idx="2735">
                  <c:v>6.6259157582712669E-2</c:v>
                </c:pt>
                <c:pt idx="2736">
                  <c:v>6.627370399925113E-2</c:v>
                </c:pt>
                <c:pt idx="2737">
                  <c:v>6.6277055213699365E-2</c:v>
                </c:pt>
                <c:pt idx="2738">
                  <c:v>6.6288159906612007E-2</c:v>
                </c:pt>
                <c:pt idx="2739">
                  <c:v>6.6293135607694439E-2</c:v>
                </c:pt>
                <c:pt idx="2740">
                  <c:v>6.6314621358179587E-2</c:v>
                </c:pt>
                <c:pt idx="2741">
                  <c:v>6.6318535649059554E-2</c:v>
                </c:pt>
                <c:pt idx="2742">
                  <c:v>6.6335793084887337E-2</c:v>
                </c:pt>
                <c:pt idx="2743">
                  <c:v>6.6344146387717906E-2</c:v>
                </c:pt>
                <c:pt idx="2744">
                  <c:v>6.6346168598798869E-2</c:v>
                </c:pt>
                <c:pt idx="2745">
                  <c:v>6.6360189017248924E-2</c:v>
                </c:pt>
                <c:pt idx="2746">
                  <c:v>6.6375124928770846E-2</c:v>
                </c:pt>
                <c:pt idx="2747">
                  <c:v>6.6377367538933085E-2</c:v>
                </c:pt>
                <c:pt idx="2748">
                  <c:v>6.6377825750604386E-2</c:v>
                </c:pt>
                <c:pt idx="2749">
                  <c:v>6.6400753276005128E-2</c:v>
                </c:pt>
                <c:pt idx="2750">
                  <c:v>6.6417795637816288E-2</c:v>
                </c:pt>
                <c:pt idx="2751">
                  <c:v>6.6431279645007543E-2</c:v>
                </c:pt>
                <c:pt idx="2752">
                  <c:v>6.645142879537258E-2</c:v>
                </c:pt>
                <c:pt idx="2753">
                  <c:v>6.645392353151984E-2</c:v>
                </c:pt>
                <c:pt idx="2754">
                  <c:v>6.6455401905810216E-2</c:v>
                </c:pt>
                <c:pt idx="2755">
                  <c:v>6.6463770156646326E-2</c:v>
                </c:pt>
                <c:pt idx="2756">
                  <c:v>6.6466712360252103E-2</c:v>
                </c:pt>
                <c:pt idx="2757">
                  <c:v>6.6471213676633029E-2</c:v>
                </c:pt>
                <c:pt idx="2758">
                  <c:v>6.6471541462485503E-2</c:v>
                </c:pt>
                <c:pt idx="2759">
                  <c:v>6.6473999961769101E-2</c:v>
                </c:pt>
                <c:pt idx="2760">
                  <c:v>6.647566797324049E-2</c:v>
                </c:pt>
                <c:pt idx="2761">
                  <c:v>6.6477660183571374E-2</c:v>
                </c:pt>
                <c:pt idx="2762">
                  <c:v>6.6531008507979161E-2</c:v>
                </c:pt>
                <c:pt idx="2763">
                  <c:v>6.653412067203969E-2</c:v>
                </c:pt>
                <c:pt idx="2764">
                  <c:v>6.6540464989132117E-2</c:v>
                </c:pt>
                <c:pt idx="2765">
                  <c:v>6.6540714882470584E-2</c:v>
                </c:pt>
                <c:pt idx="2766">
                  <c:v>6.6554138705537572E-2</c:v>
                </c:pt>
                <c:pt idx="2767">
                  <c:v>6.6557683790003166E-2</c:v>
                </c:pt>
                <c:pt idx="2768">
                  <c:v>6.6570480535952256E-2</c:v>
                </c:pt>
                <c:pt idx="2769">
                  <c:v>6.6576049654546304E-2</c:v>
                </c:pt>
                <c:pt idx="2770">
                  <c:v>6.6588083519129787E-2</c:v>
                </c:pt>
                <c:pt idx="2771">
                  <c:v>6.6591992908647465E-2</c:v>
                </c:pt>
                <c:pt idx="2772">
                  <c:v>6.6594597705939271E-2</c:v>
                </c:pt>
                <c:pt idx="2773">
                  <c:v>6.6617834355818001E-2</c:v>
                </c:pt>
                <c:pt idx="2774">
                  <c:v>6.6627601449067958E-2</c:v>
                </c:pt>
                <c:pt idx="2775">
                  <c:v>6.6632500003885126E-2</c:v>
                </c:pt>
                <c:pt idx="2776">
                  <c:v>6.6633850010224857E-2</c:v>
                </c:pt>
                <c:pt idx="2777">
                  <c:v>6.6650579527330903E-2</c:v>
                </c:pt>
                <c:pt idx="2778">
                  <c:v>6.6660975683968809E-2</c:v>
                </c:pt>
                <c:pt idx="2779">
                  <c:v>6.6663776176312681E-2</c:v>
                </c:pt>
                <c:pt idx="2780">
                  <c:v>6.6668882765812357E-2</c:v>
                </c:pt>
                <c:pt idx="2781">
                  <c:v>6.6688692633252722E-2</c:v>
                </c:pt>
                <c:pt idx="2782">
                  <c:v>6.6690865403150626E-2</c:v>
                </c:pt>
                <c:pt idx="2783">
                  <c:v>6.6696441604437773E-2</c:v>
                </c:pt>
                <c:pt idx="2784">
                  <c:v>6.6700848404745702E-2</c:v>
                </c:pt>
                <c:pt idx="2785">
                  <c:v>6.6724016658211843E-2</c:v>
                </c:pt>
                <c:pt idx="2786">
                  <c:v>6.6740295523207274E-2</c:v>
                </c:pt>
                <c:pt idx="2787">
                  <c:v>6.6749488196669524E-2</c:v>
                </c:pt>
                <c:pt idx="2788">
                  <c:v>6.6750356874224717E-2</c:v>
                </c:pt>
                <c:pt idx="2789">
                  <c:v>6.6757287002772378E-2</c:v>
                </c:pt>
                <c:pt idx="2790">
                  <c:v>6.676367300966668E-2</c:v>
                </c:pt>
                <c:pt idx="2791">
                  <c:v>6.6769821205557925E-2</c:v>
                </c:pt>
                <c:pt idx="2792">
                  <c:v>6.6783843955319666E-2</c:v>
                </c:pt>
                <c:pt idx="2793">
                  <c:v>6.6787891183823223E-2</c:v>
                </c:pt>
                <c:pt idx="2794">
                  <c:v>6.680156474868508E-2</c:v>
                </c:pt>
                <c:pt idx="2795">
                  <c:v>6.6806033285581184E-2</c:v>
                </c:pt>
                <c:pt idx="2796">
                  <c:v>6.6827739430786265E-2</c:v>
                </c:pt>
                <c:pt idx="2797">
                  <c:v>6.6836655072693013E-2</c:v>
                </c:pt>
                <c:pt idx="2798">
                  <c:v>6.6863038128069471E-2</c:v>
                </c:pt>
                <c:pt idx="2799">
                  <c:v>6.6870194308879999E-2</c:v>
                </c:pt>
                <c:pt idx="2800">
                  <c:v>6.687078933798439E-2</c:v>
                </c:pt>
                <c:pt idx="2801">
                  <c:v>6.6926021431674615E-2</c:v>
                </c:pt>
                <c:pt idx="2802">
                  <c:v>6.6932381989747131E-2</c:v>
                </c:pt>
                <c:pt idx="2803">
                  <c:v>6.6936751154218668E-2</c:v>
                </c:pt>
                <c:pt idx="2804">
                  <c:v>6.6941664181323246E-2</c:v>
                </c:pt>
                <c:pt idx="2805">
                  <c:v>6.6944173969240947E-2</c:v>
                </c:pt>
                <c:pt idx="2806">
                  <c:v>6.695064432813129E-2</c:v>
                </c:pt>
                <c:pt idx="2807">
                  <c:v>6.6984550764792289E-2</c:v>
                </c:pt>
                <c:pt idx="2808">
                  <c:v>6.6986566099101752E-2</c:v>
                </c:pt>
                <c:pt idx="2809">
                  <c:v>6.7006666647158541E-2</c:v>
                </c:pt>
                <c:pt idx="2810">
                  <c:v>6.7007982378369566E-2</c:v>
                </c:pt>
                <c:pt idx="2811">
                  <c:v>6.7023940161178727E-2</c:v>
                </c:pt>
                <c:pt idx="2812">
                  <c:v>6.7039675923898673E-2</c:v>
                </c:pt>
                <c:pt idx="2813">
                  <c:v>6.7042231170352795E-2</c:v>
                </c:pt>
                <c:pt idx="2814">
                  <c:v>6.7045672208127544E-2</c:v>
                </c:pt>
                <c:pt idx="2815">
                  <c:v>6.7060218070903163E-2</c:v>
                </c:pt>
                <c:pt idx="2816">
                  <c:v>6.7062779403414305E-2</c:v>
                </c:pt>
                <c:pt idx="2817">
                  <c:v>6.7087854866341404E-2</c:v>
                </c:pt>
                <c:pt idx="2818">
                  <c:v>6.7123338265249646E-2</c:v>
                </c:pt>
                <c:pt idx="2819">
                  <c:v>6.7140055225592257E-2</c:v>
                </c:pt>
                <c:pt idx="2820">
                  <c:v>6.7146189241336932E-2</c:v>
                </c:pt>
                <c:pt idx="2821">
                  <c:v>6.7168306081998141E-2</c:v>
                </c:pt>
                <c:pt idx="2822">
                  <c:v>6.7193639587419168E-2</c:v>
                </c:pt>
                <c:pt idx="2823">
                  <c:v>6.7215705062460301E-2</c:v>
                </c:pt>
                <c:pt idx="2824">
                  <c:v>6.7218631874592288E-2</c:v>
                </c:pt>
                <c:pt idx="2825">
                  <c:v>6.7228568688817159E-2</c:v>
                </c:pt>
                <c:pt idx="2826">
                  <c:v>6.723364639545297E-2</c:v>
                </c:pt>
                <c:pt idx="2827">
                  <c:v>6.7234800750122836E-2</c:v>
                </c:pt>
                <c:pt idx="2828">
                  <c:v>6.7245780472614244E-2</c:v>
                </c:pt>
                <c:pt idx="2829">
                  <c:v>6.7248066373969226E-2</c:v>
                </c:pt>
                <c:pt idx="2830">
                  <c:v>6.7261989720526966E-2</c:v>
                </c:pt>
                <c:pt idx="2831">
                  <c:v>6.728664552456308E-2</c:v>
                </c:pt>
                <c:pt idx="2832">
                  <c:v>6.7295345772538956E-2</c:v>
                </c:pt>
                <c:pt idx="2833">
                  <c:v>6.733056815757385E-2</c:v>
                </c:pt>
                <c:pt idx="2834">
                  <c:v>6.7336059746488111E-2</c:v>
                </c:pt>
                <c:pt idx="2835">
                  <c:v>6.7344252705723362E-2</c:v>
                </c:pt>
                <c:pt idx="2836">
                  <c:v>6.7344647354663945E-2</c:v>
                </c:pt>
                <c:pt idx="2837">
                  <c:v>6.7357737582365795E-2</c:v>
                </c:pt>
                <c:pt idx="2838">
                  <c:v>6.7373318944121366E-2</c:v>
                </c:pt>
                <c:pt idx="2839">
                  <c:v>6.7382468921637892E-2</c:v>
                </c:pt>
                <c:pt idx="2840">
                  <c:v>6.7394095530784792E-2</c:v>
                </c:pt>
                <c:pt idx="2841">
                  <c:v>6.7397994943445533E-2</c:v>
                </c:pt>
                <c:pt idx="2842">
                  <c:v>6.739996292966749E-2</c:v>
                </c:pt>
                <c:pt idx="2843">
                  <c:v>6.7406138975775326E-2</c:v>
                </c:pt>
                <c:pt idx="2844">
                  <c:v>6.741782190676654E-2</c:v>
                </c:pt>
                <c:pt idx="2845">
                  <c:v>6.7423596880138881E-2</c:v>
                </c:pt>
                <c:pt idx="2846">
                  <c:v>6.7425287724060756E-2</c:v>
                </c:pt>
                <c:pt idx="2847">
                  <c:v>6.7433322959190953E-2</c:v>
                </c:pt>
                <c:pt idx="2848">
                  <c:v>6.7434956658415923E-2</c:v>
                </c:pt>
                <c:pt idx="2849">
                  <c:v>6.7448492038771235E-2</c:v>
                </c:pt>
                <c:pt idx="2850">
                  <c:v>6.7448727641480979E-2</c:v>
                </c:pt>
                <c:pt idx="2851">
                  <c:v>6.7461658185378637E-2</c:v>
                </c:pt>
                <c:pt idx="2852">
                  <c:v>6.7469214494501051E-2</c:v>
                </c:pt>
                <c:pt idx="2853">
                  <c:v>6.7482570363316702E-2</c:v>
                </c:pt>
                <c:pt idx="2854">
                  <c:v>6.7483096702316545E-2</c:v>
                </c:pt>
                <c:pt idx="2855">
                  <c:v>6.7488856202907815E-2</c:v>
                </c:pt>
                <c:pt idx="2856">
                  <c:v>6.7504109268625975E-2</c:v>
                </c:pt>
                <c:pt idx="2857">
                  <c:v>6.7512114108301657E-2</c:v>
                </c:pt>
                <c:pt idx="2858">
                  <c:v>6.7524477520579121E-2</c:v>
                </c:pt>
                <c:pt idx="2859">
                  <c:v>6.752457962740159E-2</c:v>
                </c:pt>
                <c:pt idx="2860">
                  <c:v>6.7524604854588471E-2</c:v>
                </c:pt>
                <c:pt idx="2861">
                  <c:v>6.753569179445594E-2</c:v>
                </c:pt>
                <c:pt idx="2862">
                  <c:v>6.7554596912078713E-2</c:v>
                </c:pt>
                <c:pt idx="2863">
                  <c:v>6.756352670282241E-2</c:v>
                </c:pt>
                <c:pt idx="2864">
                  <c:v>6.7564749010276259E-2</c:v>
                </c:pt>
                <c:pt idx="2865">
                  <c:v>6.7576232269256006E-2</c:v>
                </c:pt>
                <c:pt idx="2866">
                  <c:v>6.7585769852684399E-2</c:v>
                </c:pt>
                <c:pt idx="2867">
                  <c:v>6.7603529990034897E-2</c:v>
                </c:pt>
                <c:pt idx="2868">
                  <c:v>6.7604448581904189E-2</c:v>
                </c:pt>
                <c:pt idx="2869">
                  <c:v>6.7618268172758261E-2</c:v>
                </c:pt>
                <c:pt idx="2870">
                  <c:v>6.7639311923512913E-2</c:v>
                </c:pt>
                <c:pt idx="2871">
                  <c:v>6.7652313427758598E-2</c:v>
                </c:pt>
                <c:pt idx="2872">
                  <c:v>6.7656175505175192E-2</c:v>
                </c:pt>
                <c:pt idx="2873">
                  <c:v>6.7663321824929137E-2</c:v>
                </c:pt>
                <c:pt idx="2874">
                  <c:v>6.767635240897292E-2</c:v>
                </c:pt>
                <c:pt idx="2875">
                  <c:v>6.7679578380100386E-2</c:v>
                </c:pt>
                <c:pt idx="2876">
                  <c:v>6.7689017871392754E-2</c:v>
                </c:pt>
                <c:pt idx="2877">
                  <c:v>6.7689647948836404E-2</c:v>
                </c:pt>
                <c:pt idx="2878">
                  <c:v>6.7699084888202893E-2</c:v>
                </c:pt>
                <c:pt idx="2879">
                  <c:v>6.7722472691635865E-2</c:v>
                </c:pt>
                <c:pt idx="2880">
                  <c:v>6.7724698624487212E-2</c:v>
                </c:pt>
                <c:pt idx="2881">
                  <c:v>6.772798418693339E-2</c:v>
                </c:pt>
                <c:pt idx="2882">
                  <c:v>6.773213608842471E-2</c:v>
                </c:pt>
                <c:pt idx="2883">
                  <c:v>6.7736023817980245E-2</c:v>
                </c:pt>
                <c:pt idx="2884">
                  <c:v>6.775566536716271E-2</c:v>
                </c:pt>
                <c:pt idx="2885">
                  <c:v>6.7760671004093415E-2</c:v>
                </c:pt>
                <c:pt idx="2886">
                  <c:v>6.7789093427392408E-2</c:v>
                </c:pt>
                <c:pt idx="2887">
                  <c:v>6.7804633272958256E-2</c:v>
                </c:pt>
                <c:pt idx="2888">
                  <c:v>6.7807135378458797E-2</c:v>
                </c:pt>
                <c:pt idx="2889">
                  <c:v>6.7831342553310831E-2</c:v>
                </c:pt>
                <c:pt idx="2890">
                  <c:v>6.7833121605887434E-2</c:v>
                </c:pt>
                <c:pt idx="2891">
                  <c:v>6.7835187975885933E-2</c:v>
                </c:pt>
                <c:pt idx="2892">
                  <c:v>6.7856759772856726E-2</c:v>
                </c:pt>
                <c:pt idx="2893">
                  <c:v>6.789644961564946E-2</c:v>
                </c:pt>
                <c:pt idx="2894">
                  <c:v>6.790043678040554E-2</c:v>
                </c:pt>
                <c:pt idx="2895">
                  <c:v>6.7912930412793102E-2</c:v>
                </c:pt>
                <c:pt idx="2896">
                  <c:v>6.7922667508824516E-2</c:v>
                </c:pt>
                <c:pt idx="2897">
                  <c:v>6.7981647009493967E-2</c:v>
                </c:pt>
                <c:pt idx="2898">
                  <c:v>6.801644788042574E-2</c:v>
                </c:pt>
                <c:pt idx="2899">
                  <c:v>6.8065074552263807E-2</c:v>
                </c:pt>
                <c:pt idx="2900">
                  <c:v>6.8070466462264403E-2</c:v>
                </c:pt>
                <c:pt idx="2901">
                  <c:v>6.8074244408300386E-2</c:v>
                </c:pt>
                <c:pt idx="2902">
                  <c:v>6.807473852607776E-2</c:v>
                </c:pt>
                <c:pt idx="2903">
                  <c:v>6.8077813466828077E-2</c:v>
                </c:pt>
                <c:pt idx="2904">
                  <c:v>6.8092883077343708E-2</c:v>
                </c:pt>
                <c:pt idx="2905">
                  <c:v>6.80949607031682E-2</c:v>
                </c:pt>
                <c:pt idx="2906">
                  <c:v>6.8098467195704157E-2</c:v>
                </c:pt>
                <c:pt idx="2907">
                  <c:v>6.8109882722101847E-2</c:v>
                </c:pt>
                <c:pt idx="2908">
                  <c:v>6.8112626863375839E-2</c:v>
                </c:pt>
                <c:pt idx="2909">
                  <c:v>6.812685780731044E-2</c:v>
                </c:pt>
                <c:pt idx="2910">
                  <c:v>6.8180362149644097E-2</c:v>
                </c:pt>
                <c:pt idx="2911">
                  <c:v>6.8194823804005156E-2</c:v>
                </c:pt>
                <c:pt idx="2912">
                  <c:v>6.8195302254408965E-2</c:v>
                </c:pt>
                <c:pt idx="2913">
                  <c:v>6.8200925902998519E-2</c:v>
                </c:pt>
                <c:pt idx="2914">
                  <c:v>6.820801831744519E-2</c:v>
                </c:pt>
                <c:pt idx="2915">
                  <c:v>6.8208804627264474E-2</c:v>
                </c:pt>
                <c:pt idx="2916">
                  <c:v>6.8209260773477998E-2</c:v>
                </c:pt>
                <c:pt idx="2917">
                  <c:v>6.821769573058456E-2</c:v>
                </c:pt>
                <c:pt idx="2918">
                  <c:v>6.8218588717942411E-2</c:v>
                </c:pt>
                <c:pt idx="2919">
                  <c:v>6.8221762107847375E-2</c:v>
                </c:pt>
                <c:pt idx="2920">
                  <c:v>6.822713561120626E-2</c:v>
                </c:pt>
                <c:pt idx="2921">
                  <c:v>6.8236010717026452E-2</c:v>
                </c:pt>
                <c:pt idx="2922">
                  <c:v>6.823719790096365E-2</c:v>
                </c:pt>
                <c:pt idx="2923">
                  <c:v>6.8253105273475723E-2</c:v>
                </c:pt>
                <c:pt idx="2924">
                  <c:v>6.8263049323995184E-2</c:v>
                </c:pt>
                <c:pt idx="2925">
                  <c:v>6.8280364916212907E-2</c:v>
                </c:pt>
                <c:pt idx="2926">
                  <c:v>6.8304258868037801E-2</c:v>
                </c:pt>
                <c:pt idx="2927">
                  <c:v>6.8317684176360388E-2</c:v>
                </c:pt>
                <c:pt idx="2928">
                  <c:v>6.8388356308853718E-2</c:v>
                </c:pt>
                <c:pt idx="2929">
                  <c:v>6.8396696020772724E-2</c:v>
                </c:pt>
                <c:pt idx="2930">
                  <c:v>6.8396720257202739E-2</c:v>
                </c:pt>
                <c:pt idx="2931">
                  <c:v>6.8400545714748531E-2</c:v>
                </c:pt>
                <c:pt idx="2932">
                  <c:v>6.8426837247923603E-2</c:v>
                </c:pt>
                <c:pt idx="2933">
                  <c:v>6.8429657337519559E-2</c:v>
                </c:pt>
                <c:pt idx="2934">
                  <c:v>6.8432048173916529E-2</c:v>
                </c:pt>
                <c:pt idx="2935">
                  <c:v>6.8458932118503443E-2</c:v>
                </c:pt>
                <c:pt idx="2936">
                  <c:v>6.8463148847162508E-2</c:v>
                </c:pt>
                <c:pt idx="2937">
                  <c:v>6.8470392072758124E-2</c:v>
                </c:pt>
                <c:pt idx="2938">
                  <c:v>6.847815527305072E-2</c:v>
                </c:pt>
                <c:pt idx="2939">
                  <c:v>6.8479406941269361E-2</c:v>
                </c:pt>
                <c:pt idx="2940">
                  <c:v>6.8496289543598793E-2</c:v>
                </c:pt>
                <c:pt idx="2941">
                  <c:v>6.8513984246217241E-2</c:v>
                </c:pt>
                <c:pt idx="2942">
                  <c:v>6.8519343250056181E-2</c:v>
                </c:pt>
                <c:pt idx="2943">
                  <c:v>6.8519907381964451E-2</c:v>
                </c:pt>
                <c:pt idx="2944">
                  <c:v>6.8534686827881747E-2</c:v>
                </c:pt>
                <c:pt idx="2945">
                  <c:v>6.8556674094528883E-2</c:v>
                </c:pt>
                <c:pt idx="2946">
                  <c:v>6.8562252935932141E-2</c:v>
                </c:pt>
                <c:pt idx="2947">
                  <c:v>6.856243980553435E-2</c:v>
                </c:pt>
                <c:pt idx="2948">
                  <c:v>6.85892067146638E-2</c:v>
                </c:pt>
                <c:pt idx="2949">
                  <c:v>6.8606896454345229E-2</c:v>
                </c:pt>
                <c:pt idx="2950">
                  <c:v>6.8612242619423267E-2</c:v>
                </c:pt>
                <c:pt idx="2951">
                  <c:v>6.8617986519435376E-2</c:v>
                </c:pt>
                <c:pt idx="2952">
                  <c:v>6.8643260178627832E-2</c:v>
                </c:pt>
                <c:pt idx="2953">
                  <c:v>6.8650952394456857E-2</c:v>
                </c:pt>
                <c:pt idx="2954">
                  <c:v>6.8658984947281704E-2</c:v>
                </c:pt>
                <c:pt idx="2955">
                  <c:v>6.8660213220027411E-2</c:v>
                </c:pt>
                <c:pt idx="2956">
                  <c:v>6.866481570064141E-2</c:v>
                </c:pt>
                <c:pt idx="2957">
                  <c:v>6.8671492358831701E-2</c:v>
                </c:pt>
                <c:pt idx="2958">
                  <c:v>6.8692312273971934E-2</c:v>
                </c:pt>
                <c:pt idx="2959">
                  <c:v>6.8707200421649503E-2</c:v>
                </c:pt>
                <c:pt idx="2960">
                  <c:v>6.8710286132123502E-2</c:v>
                </c:pt>
                <c:pt idx="2961">
                  <c:v>6.8718092161597813E-2</c:v>
                </c:pt>
                <c:pt idx="2962">
                  <c:v>6.8743222622100433E-2</c:v>
                </c:pt>
                <c:pt idx="2963">
                  <c:v>6.875154527854177E-2</c:v>
                </c:pt>
                <c:pt idx="2964">
                  <c:v>6.8752201651323619E-2</c:v>
                </c:pt>
                <c:pt idx="2965">
                  <c:v>6.8765310813434025E-2</c:v>
                </c:pt>
                <c:pt idx="2966">
                  <c:v>6.8773086678250481E-2</c:v>
                </c:pt>
                <c:pt idx="2967">
                  <c:v>6.8793157666024868E-2</c:v>
                </c:pt>
                <c:pt idx="2968">
                  <c:v>6.8811705447286875E-2</c:v>
                </c:pt>
                <c:pt idx="2969">
                  <c:v>6.8822601333313305E-2</c:v>
                </c:pt>
                <c:pt idx="2970">
                  <c:v>6.8832542067713887E-2</c:v>
                </c:pt>
                <c:pt idx="2971">
                  <c:v>6.8837571798452582E-2</c:v>
                </c:pt>
                <c:pt idx="2972">
                  <c:v>6.8843943470201271E-2</c:v>
                </c:pt>
                <c:pt idx="2973">
                  <c:v>6.8852893227296888E-2</c:v>
                </c:pt>
                <c:pt idx="2974">
                  <c:v>6.8900625389243852E-2</c:v>
                </c:pt>
                <c:pt idx="2975">
                  <c:v>6.890107791635966E-2</c:v>
                </c:pt>
                <c:pt idx="2976">
                  <c:v>6.8917675248189078E-2</c:v>
                </c:pt>
                <c:pt idx="2977">
                  <c:v>6.8920399841411753E-2</c:v>
                </c:pt>
                <c:pt idx="2978">
                  <c:v>6.8929748640893976E-2</c:v>
                </c:pt>
                <c:pt idx="2979">
                  <c:v>6.8937026401285684E-2</c:v>
                </c:pt>
                <c:pt idx="2980">
                  <c:v>6.8945971460387792E-2</c:v>
                </c:pt>
                <c:pt idx="2981">
                  <c:v>6.8966369243923492E-2</c:v>
                </c:pt>
                <c:pt idx="2982">
                  <c:v>6.8969928411572595E-2</c:v>
                </c:pt>
                <c:pt idx="2983">
                  <c:v>6.8972652871183648E-2</c:v>
                </c:pt>
                <c:pt idx="2984">
                  <c:v>6.898296739662732E-2</c:v>
                </c:pt>
                <c:pt idx="2985">
                  <c:v>6.898415310731168E-2</c:v>
                </c:pt>
                <c:pt idx="2986">
                  <c:v>6.8985244420440905E-2</c:v>
                </c:pt>
                <c:pt idx="2987">
                  <c:v>6.8990500530585822E-2</c:v>
                </c:pt>
                <c:pt idx="2988">
                  <c:v>6.8996193974994485E-2</c:v>
                </c:pt>
                <c:pt idx="2989">
                  <c:v>6.9001826234843341E-2</c:v>
                </c:pt>
                <c:pt idx="2990">
                  <c:v>6.9011321332898001E-2</c:v>
                </c:pt>
                <c:pt idx="2991">
                  <c:v>6.9021545727613071E-2</c:v>
                </c:pt>
                <c:pt idx="2992">
                  <c:v>6.9053841031225069E-2</c:v>
                </c:pt>
                <c:pt idx="2993">
                  <c:v>6.9054800676690953E-2</c:v>
                </c:pt>
                <c:pt idx="2994">
                  <c:v>6.9070164395777858E-2</c:v>
                </c:pt>
                <c:pt idx="2995">
                  <c:v>6.9075548676273205E-2</c:v>
                </c:pt>
                <c:pt idx="2996">
                  <c:v>6.9083637348395233E-2</c:v>
                </c:pt>
                <c:pt idx="2997">
                  <c:v>6.9089579599229789E-2</c:v>
                </c:pt>
                <c:pt idx="2998">
                  <c:v>6.9133016611573159E-2</c:v>
                </c:pt>
                <c:pt idx="2999">
                  <c:v>6.9133442627608122E-2</c:v>
                </c:pt>
                <c:pt idx="3000">
                  <c:v>6.9141301442172565E-2</c:v>
                </c:pt>
                <c:pt idx="3001">
                  <c:v>6.9157271439963294E-2</c:v>
                </c:pt>
                <c:pt idx="3002">
                  <c:v>6.9162684869705268E-2</c:v>
                </c:pt>
                <c:pt idx="3003">
                  <c:v>6.9178839947331566E-2</c:v>
                </c:pt>
                <c:pt idx="3004">
                  <c:v>6.9180072275879065E-2</c:v>
                </c:pt>
                <c:pt idx="3005">
                  <c:v>6.9195291342890736E-2</c:v>
                </c:pt>
                <c:pt idx="3006">
                  <c:v>6.9220897502522985E-2</c:v>
                </c:pt>
                <c:pt idx="3007">
                  <c:v>6.9221606762966584E-2</c:v>
                </c:pt>
                <c:pt idx="3008">
                  <c:v>6.9236989878650429E-2</c:v>
                </c:pt>
                <c:pt idx="3009">
                  <c:v>6.9246675733094482E-2</c:v>
                </c:pt>
                <c:pt idx="3010">
                  <c:v>6.927722309630252E-2</c:v>
                </c:pt>
                <c:pt idx="3011">
                  <c:v>6.9281651540818043E-2</c:v>
                </c:pt>
                <c:pt idx="3012">
                  <c:v>6.928778106611802E-2</c:v>
                </c:pt>
                <c:pt idx="3013">
                  <c:v>6.929062924815671E-2</c:v>
                </c:pt>
                <c:pt idx="3014">
                  <c:v>6.9294725304394594E-2</c:v>
                </c:pt>
                <c:pt idx="3015">
                  <c:v>6.9309311503801346E-2</c:v>
                </c:pt>
                <c:pt idx="3016">
                  <c:v>6.9311280720092433E-2</c:v>
                </c:pt>
                <c:pt idx="3017">
                  <c:v>6.9323930746546206E-2</c:v>
                </c:pt>
                <c:pt idx="3018">
                  <c:v>6.9330139925945014E-2</c:v>
                </c:pt>
                <c:pt idx="3019">
                  <c:v>6.9339291594237573E-2</c:v>
                </c:pt>
                <c:pt idx="3020">
                  <c:v>6.9349812480113043E-2</c:v>
                </c:pt>
                <c:pt idx="3021">
                  <c:v>6.9378143838342149E-2</c:v>
                </c:pt>
                <c:pt idx="3022">
                  <c:v>6.9381079228201095E-2</c:v>
                </c:pt>
                <c:pt idx="3023">
                  <c:v>6.9387751532624498E-2</c:v>
                </c:pt>
                <c:pt idx="3024">
                  <c:v>6.9397566711601133E-2</c:v>
                </c:pt>
                <c:pt idx="3025">
                  <c:v>6.9401215210260464E-2</c:v>
                </c:pt>
                <c:pt idx="3026">
                  <c:v>6.9407603492883732E-2</c:v>
                </c:pt>
                <c:pt idx="3027">
                  <c:v>6.9411690934225695E-2</c:v>
                </c:pt>
                <c:pt idx="3028">
                  <c:v>6.9412193993889371E-2</c:v>
                </c:pt>
                <c:pt idx="3029">
                  <c:v>6.9412748994782419E-2</c:v>
                </c:pt>
                <c:pt idx="3030">
                  <c:v>6.9419936270183946E-2</c:v>
                </c:pt>
                <c:pt idx="3031">
                  <c:v>6.9427158090441837E-2</c:v>
                </c:pt>
                <c:pt idx="3032">
                  <c:v>6.9431505935802079E-2</c:v>
                </c:pt>
                <c:pt idx="3033">
                  <c:v>6.94540732969295E-2</c:v>
                </c:pt>
                <c:pt idx="3034">
                  <c:v>6.9454949945070038E-2</c:v>
                </c:pt>
                <c:pt idx="3035">
                  <c:v>6.9458067811703272E-2</c:v>
                </c:pt>
                <c:pt idx="3036">
                  <c:v>6.9463409773368914E-2</c:v>
                </c:pt>
                <c:pt idx="3037">
                  <c:v>6.9463658506774606E-2</c:v>
                </c:pt>
                <c:pt idx="3038">
                  <c:v>6.9475521788277761E-2</c:v>
                </c:pt>
                <c:pt idx="3039">
                  <c:v>6.9479857727426153E-2</c:v>
                </c:pt>
                <c:pt idx="3040">
                  <c:v>6.9480302857314435E-2</c:v>
                </c:pt>
                <c:pt idx="3041">
                  <c:v>6.9487537614256786E-2</c:v>
                </c:pt>
                <c:pt idx="3042">
                  <c:v>6.94904673132683E-2</c:v>
                </c:pt>
                <c:pt idx="3043">
                  <c:v>6.9499814096392221E-2</c:v>
                </c:pt>
                <c:pt idx="3044">
                  <c:v>6.9522525589259407E-2</c:v>
                </c:pt>
                <c:pt idx="3045">
                  <c:v>6.9533495230221828E-2</c:v>
                </c:pt>
                <c:pt idx="3046">
                  <c:v>6.9563529092859677E-2</c:v>
                </c:pt>
                <c:pt idx="3047">
                  <c:v>6.9563564337900813E-2</c:v>
                </c:pt>
                <c:pt idx="3048">
                  <c:v>6.9564173820887421E-2</c:v>
                </c:pt>
                <c:pt idx="3049">
                  <c:v>6.9565973172361475E-2</c:v>
                </c:pt>
                <c:pt idx="3050">
                  <c:v>6.959851272587797E-2</c:v>
                </c:pt>
                <c:pt idx="3051">
                  <c:v>6.9609677812798518E-2</c:v>
                </c:pt>
                <c:pt idx="3052">
                  <c:v>6.9641661816916597E-2</c:v>
                </c:pt>
                <c:pt idx="3053">
                  <c:v>6.9662363878994105E-2</c:v>
                </c:pt>
                <c:pt idx="3054">
                  <c:v>6.9662478924411214E-2</c:v>
                </c:pt>
                <c:pt idx="3055">
                  <c:v>6.9685705426261679E-2</c:v>
                </c:pt>
                <c:pt idx="3056">
                  <c:v>6.9703644644196178E-2</c:v>
                </c:pt>
                <c:pt idx="3057">
                  <c:v>6.970605134652097E-2</c:v>
                </c:pt>
                <c:pt idx="3058">
                  <c:v>6.9709008470934614E-2</c:v>
                </c:pt>
                <c:pt idx="3059">
                  <c:v>6.9710031134344499E-2</c:v>
                </c:pt>
                <c:pt idx="3060">
                  <c:v>6.9715245135984913E-2</c:v>
                </c:pt>
                <c:pt idx="3061">
                  <c:v>6.9758849410214679E-2</c:v>
                </c:pt>
                <c:pt idx="3062">
                  <c:v>6.9760303484868724E-2</c:v>
                </c:pt>
                <c:pt idx="3063">
                  <c:v>6.9763626102714638E-2</c:v>
                </c:pt>
                <c:pt idx="3064">
                  <c:v>6.9780747414167052E-2</c:v>
                </c:pt>
                <c:pt idx="3065">
                  <c:v>6.9784324146634616E-2</c:v>
                </c:pt>
                <c:pt idx="3066">
                  <c:v>6.9784831848254653E-2</c:v>
                </c:pt>
                <c:pt idx="3067">
                  <c:v>6.9794282184560033E-2</c:v>
                </c:pt>
                <c:pt idx="3068">
                  <c:v>6.97960163870361E-2</c:v>
                </c:pt>
                <c:pt idx="3069">
                  <c:v>6.9802535428635529E-2</c:v>
                </c:pt>
                <c:pt idx="3070">
                  <c:v>6.9813437942819911E-2</c:v>
                </c:pt>
                <c:pt idx="3071">
                  <c:v>6.9827607264869709E-2</c:v>
                </c:pt>
                <c:pt idx="3072">
                  <c:v>6.9840587585402875E-2</c:v>
                </c:pt>
                <c:pt idx="3073">
                  <c:v>6.9840645088393508E-2</c:v>
                </c:pt>
                <c:pt idx="3074">
                  <c:v>6.9848479508832786E-2</c:v>
                </c:pt>
                <c:pt idx="3075">
                  <c:v>6.9862968002039783E-2</c:v>
                </c:pt>
                <c:pt idx="3076">
                  <c:v>6.98640392608222E-2</c:v>
                </c:pt>
                <c:pt idx="3077">
                  <c:v>6.9887995264551819E-2</c:v>
                </c:pt>
                <c:pt idx="3078">
                  <c:v>6.9888837386593891E-2</c:v>
                </c:pt>
                <c:pt idx="3079">
                  <c:v>6.9905308593382828E-2</c:v>
                </c:pt>
                <c:pt idx="3080">
                  <c:v>6.9918396928028786E-2</c:v>
                </c:pt>
                <c:pt idx="3081">
                  <c:v>6.9920463470898198E-2</c:v>
                </c:pt>
                <c:pt idx="3082">
                  <c:v>6.9926737921497395E-2</c:v>
                </c:pt>
                <c:pt idx="3083">
                  <c:v>6.9932903862216025E-2</c:v>
                </c:pt>
                <c:pt idx="3084">
                  <c:v>6.9936517456233527E-2</c:v>
                </c:pt>
                <c:pt idx="3085">
                  <c:v>6.9938954641699275E-2</c:v>
                </c:pt>
                <c:pt idx="3086">
                  <c:v>6.9942451982470316E-2</c:v>
                </c:pt>
                <c:pt idx="3087">
                  <c:v>6.9946260873990626E-2</c:v>
                </c:pt>
                <c:pt idx="3088">
                  <c:v>6.9946320471091297E-2</c:v>
                </c:pt>
                <c:pt idx="3089">
                  <c:v>6.9948920532895739E-2</c:v>
                </c:pt>
                <c:pt idx="3090">
                  <c:v>6.9950242678157803E-2</c:v>
                </c:pt>
                <c:pt idx="3091">
                  <c:v>6.9963923028602437E-2</c:v>
                </c:pt>
                <c:pt idx="3092">
                  <c:v>6.9984425845279821E-2</c:v>
                </c:pt>
                <c:pt idx="3093">
                  <c:v>6.9985072884654942E-2</c:v>
                </c:pt>
                <c:pt idx="3094">
                  <c:v>6.9985283968537662E-2</c:v>
                </c:pt>
                <c:pt idx="3095">
                  <c:v>6.999638717148618E-2</c:v>
                </c:pt>
                <c:pt idx="3096">
                  <c:v>6.9999186171214908E-2</c:v>
                </c:pt>
                <c:pt idx="3097">
                  <c:v>7.0016507142854845E-2</c:v>
                </c:pt>
                <c:pt idx="3098">
                  <c:v>7.0018294376219647E-2</c:v>
                </c:pt>
                <c:pt idx="3099">
                  <c:v>7.0023672277688132E-2</c:v>
                </c:pt>
                <c:pt idx="3100">
                  <c:v>7.0030140790032169E-2</c:v>
                </c:pt>
                <c:pt idx="3101">
                  <c:v>7.0031478499735789E-2</c:v>
                </c:pt>
                <c:pt idx="3102">
                  <c:v>7.0032317137518424E-2</c:v>
                </c:pt>
                <c:pt idx="3103">
                  <c:v>7.0037343532586449E-2</c:v>
                </c:pt>
                <c:pt idx="3104">
                  <c:v>7.0042308589536709E-2</c:v>
                </c:pt>
                <c:pt idx="3105">
                  <c:v>7.0047829131086009E-2</c:v>
                </c:pt>
                <c:pt idx="3106">
                  <c:v>7.005435778778496E-2</c:v>
                </c:pt>
                <c:pt idx="3107">
                  <c:v>7.0059385042915853E-2</c:v>
                </c:pt>
                <c:pt idx="3108">
                  <c:v>7.0067679256362439E-2</c:v>
                </c:pt>
                <c:pt idx="3109">
                  <c:v>7.0079770188100438E-2</c:v>
                </c:pt>
                <c:pt idx="3110">
                  <c:v>7.0095381422130634E-2</c:v>
                </c:pt>
                <c:pt idx="3111">
                  <c:v>7.0095786539433935E-2</c:v>
                </c:pt>
                <c:pt idx="3112">
                  <c:v>7.0103594626528376E-2</c:v>
                </c:pt>
                <c:pt idx="3113">
                  <c:v>7.0112715365654568E-2</c:v>
                </c:pt>
                <c:pt idx="3114">
                  <c:v>7.0130099634359691E-2</c:v>
                </c:pt>
                <c:pt idx="3115">
                  <c:v>7.0144162979305341E-2</c:v>
                </c:pt>
                <c:pt idx="3116">
                  <c:v>7.0149933911194909E-2</c:v>
                </c:pt>
                <c:pt idx="3117">
                  <c:v>7.0171744195133112E-2</c:v>
                </c:pt>
                <c:pt idx="3118">
                  <c:v>7.0189875199308346E-2</c:v>
                </c:pt>
                <c:pt idx="3119">
                  <c:v>7.0204418130783819E-2</c:v>
                </c:pt>
                <c:pt idx="3120">
                  <c:v>7.0221819987441356E-2</c:v>
                </c:pt>
                <c:pt idx="3121">
                  <c:v>7.0240317827909113E-2</c:v>
                </c:pt>
                <c:pt idx="3122">
                  <c:v>7.0252759635745204E-2</c:v>
                </c:pt>
                <c:pt idx="3123">
                  <c:v>7.0259733600811183E-2</c:v>
                </c:pt>
                <c:pt idx="3124">
                  <c:v>7.0272564751281533E-2</c:v>
                </c:pt>
                <c:pt idx="3125">
                  <c:v>7.0279304849744165E-2</c:v>
                </c:pt>
                <c:pt idx="3126">
                  <c:v>7.0280049358436625E-2</c:v>
                </c:pt>
                <c:pt idx="3127">
                  <c:v>7.0284314054446531E-2</c:v>
                </c:pt>
                <c:pt idx="3128">
                  <c:v>7.0284852753431132E-2</c:v>
                </c:pt>
                <c:pt idx="3129">
                  <c:v>7.0289328751669031E-2</c:v>
                </c:pt>
                <c:pt idx="3130">
                  <c:v>7.0304159141053146E-2</c:v>
                </c:pt>
                <c:pt idx="3131">
                  <c:v>7.0338226726379627E-2</c:v>
                </c:pt>
                <c:pt idx="3132">
                  <c:v>7.0338392371576991E-2</c:v>
                </c:pt>
                <c:pt idx="3133">
                  <c:v>7.0341841764820737E-2</c:v>
                </c:pt>
                <c:pt idx="3134">
                  <c:v>7.0349887852980533E-2</c:v>
                </c:pt>
                <c:pt idx="3135">
                  <c:v>7.0361043321551617E-2</c:v>
                </c:pt>
                <c:pt idx="3136">
                  <c:v>7.0365677098074828E-2</c:v>
                </c:pt>
                <c:pt idx="3137">
                  <c:v>7.0373476229697418E-2</c:v>
                </c:pt>
                <c:pt idx="3138">
                  <c:v>7.0374013993308171E-2</c:v>
                </c:pt>
                <c:pt idx="3139">
                  <c:v>7.0376917452008692E-2</c:v>
                </c:pt>
                <c:pt idx="3140">
                  <c:v>7.0387687334458951E-2</c:v>
                </c:pt>
                <c:pt idx="3141">
                  <c:v>7.038800878398592E-2</c:v>
                </c:pt>
                <c:pt idx="3142">
                  <c:v>7.0388428034039011E-2</c:v>
                </c:pt>
                <c:pt idx="3143">
                  <c:v>7.0393802714865492E-2</c:v>
                </c:pt>
                <c:pt idx="3144">
                  <c:v>7.0398024637633769E-2</c:v>
                </c:pt>
                <c:pt idx="3145">
                  <c:v>7.0403688541679957E-2</c:v>
                </c:pt>
                <c:pt idx="3146">
                  <c:v>7.0425396513302416E-2</c:v>
                </c:pt>
                <c:pt idx="3147">
                  <c:v>7.0425783884834822E-2</c:v>
                </c:pt>
                <c:pt idx="3148">
                  <c:v>7.0432313332187566E-2</c:v>
                </c:pt>
                <c:pt idx="3149">
                  <c:v>7.0437083651512758E-2</c:v>
                </c:pt>
                <c:pt idx="3150">
                  <c:v>7.0450700354240878E-2</c:v>
                </c:pt>
                <c:pt idx="3151">
                  <c:v>7.0458790023287587E-2</c:v>
                </c:pt>
                <c:pt idx="3152">
                  <c:v>7.0459967652478792E-2</c:v>
                </c:pt>
                <c:pt idx="3153">
                  <c:v>7.046079835451298E-2</c:v>
                </c:pt>
                <c:pt idx="3154">
                  <c:v>7.0476537783335097E-2</c:v>
                </c:pt>
                <c:pt idx="3155">
                  <c:v>7.0490347122830463E-2</c:v>
                </c:pt>
                <c:pt idx="3156">
                  <c:v>7.0496276437459218E-2</c:v>
                </c:pt>
                <c:pt idx="3157">
                  <c:v>7.0498290876507802E-2</c:v>
                </c:pt>
                <c:pt idx="3158">
                  <c:v>7.0516231659586592E-2</c:v>
                </c:pt>
                <c:pt idx="3159">
                  <c:v>7.0516293986956635E-2</c:v>
                </c:pt>
                <c:pt idx="3160">
                  <c:v>7.0521032522172081E-2</c:v>
                </c:pt>
                <c:pt idx="3161">
                  <c:v>7.0525358240772329E-2</c:v>
                </c:pt>
                <c:pt idx="3162">
                  <c:v>7.0534566383761738E-2</c:v>
                </c:pt>
                <c:pt idx="3163">
                  <c:v>7.0563734216614424E-2</c:v>
                </c:pt>
                <c:pt idx="3164">
                  <c:v>7.0591288535964539E-2</c:v>
                </c:pt>
                <c:pt idx="3165">
                  <c:v>7.0591786716125399E-2</c:v>
                </c:pt>
                <c:pt idx="3166">
                  <c:v>7.0617434734665738E-2</c:v>
                </c:pt>
                <c:pt idx="3167">
                  <c:v>7.0625939568009499E-2</c:v>
                </c:pt>
                <c:pt idx="3168">
                  <c:v>7.0629007656826018E-2</c:v>
                </c:pt>
                <c:pt idx="3169">
                  <c:v>7.0679768717083841E-2</c:v>
                </c:pt>
                <c:pt idx="3170">
                  <c:v>7.0681823670171201E-2</c:v>
                </c:pt>
                <c:pt idx="3171">
                  <c:v>7.0687727974928449E-2</c:v>
                </c:pt>
                <c:pt idx="3172">
                  <c:v>7.069070503360482E-2</c:v>
                </c:pt>
                <c:pt idx="3173">
                  <c:v>7.0699495925379358E-2</c:v>
                </c:pt>
                <c:pt idx="3174">
                  <c:v>7.0711331782662173E-2</c:v>
                </c:pt>
                <c:pt idx="3175">
                  <c:v>7.0715083679446872E-2</c:v>
                </c:pt>
                <c:pt idx="3176">
                  <c:v>7.0722834129135922E-2</c:v>
                </c:pt>
                <c:pt idx="3177">
                  <c:v>7.0729102030292035E-2</c:v>
                </c:pt>
                <c:pt idx="3178">
                  <c:v>7.0731061969019973E-2</c:v>
                </c:pt>
                <c:pt idx="3179">
                  <c:v>7.0788997250335925E-2</c:v>
                </c:pt>
                <c:pt idx="3180">
                  <c:v>7.0812213469409274E-2</c:v>
                </c:pt>
                <c:pt idx="3181">
                  <c:v>7.0824404089819354E-2</c:v>
                </c:pt>
                <c:pt idx="3182">
                  <c:v>7.0828914325855391E-2</c:v>
                </c:pt>
                <c:pt idx="3183">
                  <c:v>7.0839488246670815E-2</c:v>
                </c:pt>
                <c:pt idx="3184">
                  <c:v>7.0840308673075919E-2</c:v>
                </c:pt>
                <c:pt idx="3185">
                  <c:v>7.084622177488574E-2</c:v>
                </c:pt>
                <c:pt idx="3186">
                  <c:v>7.0861293015058349E-2</c:v>
                </c:pt>
                <c:pt idx="3187">
                  <c:v>7.0869466597074077E-2</c:v>
                </c:pt>
                <c:pt idx="3188">
                  <c:v>7.0896701965205741E-2</c:v>
                </c:pt>
                <c:pt idx="3189">
                  <c:v>7.0899684572212976E-2</c:v>
                </c:pt>
                <c:pt idx="3190">
                  <c:v>7.0901054959014803E-2</c:v>
                </c:pt>
                <c:pt idx="3191">
                  <c:v>7.0920522122427082E-2</c:v>
                </c:pt>
                <c:pt idx="3192">
                  <c:v>7.0923099407822598E-2</c:v>
                </c:pt>
                <c:pt idx="3193">
                  <c:v>7.0926568179351404E-2</c:v>
                </c:pt>
                <c:pt idx="3194">
                  <c:v>7.0943748109335153E-2</c:v>
                </c:pt>
                <c:pt idx="3195">
                  <c:v>7.094773926295711E-2</c:v>
                </c:pt>
                <c:pt idx="3196">
                  <c:v>7.0953179728492452E-2</c:v>
                </c:pt>
                <c:pt idx="3197">
                  <c:v>7.0953254386711059E-2</c:v>
                </c:pt>
                <c:pt idx="3198">
                  <c:v>7.0962087737453342E-2</c:v>
                </c:pt>
                <c:pt idx="3199">
                  <c:v>7.0987086245736464E-2</c:v>
                </c:pt>
                <c:pt idx="3200">
                  <c:v>7.0994788729992375E-2</c:v>
                </c:pt>
                <c:pt idx="3201">
                  <c:v>7.0998040685870345E-2</c:v>
                </c:pt>
                <c:pt idx="3202">
                  <c:v>7.1007085961413488E-2</c:v>
                </c:pt>
                <c:pt idx="3203">
                  <c:v>7.1009995125905986E-2</c:v>
                </c:pt>
                <c:pt idx="3204">
                  <c:v>7.1013449239962931E-2</c:v>
                </c:pt>
                <c:pt idx="3205">
                  <c:v>7.1014874210594797E-2</c:v>
                </c:pt>
                <c:pt idx="3206">
                  <c:v>7.1015115689664954E-2</c:v>
                </c:pt>
                <c:pt idx="3207">
                  <c:v>7.1030739342559684E-2</c:v>
                </c:pt>
                <c:pt idx="3208">
                  <c:v>7.1039974706562647E-2</c:v>
                </c:pt>
                <c:pt idx="3209">
                  <c:v>7.1040271530348795E-2</c:v>
                </c:pt>
                <c:pt idx="3210">
                  <c:v>7.1040398463986618E-2</c:v>
                </c:pt>
                <c:pt idx="3211">
                  <c:v>7.1044785173326686E-2</c:v>
                </c:pt>
                <c:pt idx="3212">
                  <c:v>7.104866887977826E-2</c:v>
                </c:pt>
                <c:pt idx="3213">
                  <c:v>7.1062146284886482E-2</c:v>
                </c:pt>
                <c:pt idx="3214">
                  <c:v>7.1064092051123171E-2</c:v>
                </c:pt>
                <c:pt idx="3215">
                  <c:v>7.1094968475669332E-2</c:v>
                </c:pt>
                <c:pt idx="3216">
                  <c:v>7.1111586445168296E-2</c:v>
                </c:pt>
                <c:pt idx="3217">
                  <c:v>7.1116167836355479E-2</c:v>
                </c:pt>
                <c:pt idx="3218">
                  <c:v>7.1119441658426222E-2</c:v>
                </c:pt>
                <c:pt idx="3219">
                  <c:v>7.1125764424542687E-2</c:v>
                </c:pt>
                <c:pt idx="3220">
                  <c:v>7.1137372414721872E-2</c:v>
                </c:pt>
                <c:pt idx="3221">
                  <c:v>7.1144460781811192E-2</c:v>
                </c:pt>
                <c:pt idx="3222">
                  <c:v>7.1149501604976031E-2</c:v>
                </c:pt>
                <c:pt idx="3223">
                  <c:v>7.117215795071441E-2</c:v>
                </c:pt>
                <c:pt idx="3224">
                  <c:v>7.1174007949680235E-2</c:v>
                </c:pt>
                <c:pt idx="3225">
                  <c:v>7.1176703907788672E-2</c:v>
                </c:pt>
                <c:pt idx="3226">
                  <c:v>7.1178322585403353E-2</c:v>
                </c:pt>
                <c:pt idx="3227">
                  <c:v>7.1190360475102007E-2</c:v>
                </c:pt>
                <c:pt idx="3228">
                  <c:v>7.1199458215443767E-2</c:v>
                </c:pt>
                <c:pt idx="3229">
                  <c:v>7.1208434362713693E-2</c:v>
                </c:pt>
                <c:pt idx="3230">
                  <c:v>7.1227473450956078E-2</c:v>
                </c:pt>
                <c:pt idx="3231">
                  <c:v>7.1234349327708862E-2</c:v>
                </c:pt>
                <c:pt idx="3232">
                  <c:v>7.1240609013311015E-2</c:v>
                </c:pt>
                <c:pt idx="3233">
                  <c:v>7.1247667887287675E-2</c:v>
                </c:pt>
                <c:pt idx="3234">
                  <c:v>7.1250884277034146E-2</c:v>
                </c:pt>
                <c:pt idx="3235">
                  <c:v>7.1263389697669294E-2</c:v>
                </c:pt>
                <c:pt idx="3236">
                  <c:v>7.1291979672487085E-2</c:v>
                </c:pt>
                <c:pt idx="3237">
                  <c:v>7.1309312476987463E-2</c:v>
                </c:pt>
                <c:pt idx="3238">
                  <c:v>7.1329113905145999E-2</c:v>
                </c:pt>
                <c:pt idx="3239">
                  <c:v>7.1329316717872501E-2</c:v>
                </c:pt>
                <c:pt idx="3240">
                  <c:v>7.1355337362748419E-2</c:v>
                </c:pt>
                <c:pt idx="3241">
                  <c:v>7.1355469396431975E-2</c:v>
                </c:pt>
                <c:pt idx="3242">
                  <c:v>7.1378389356919994E-2</c:v>
                </c:pt>
                <c:pt idx="3243">
                  <c:v>7.138404194721984E-2</c:v>
                </c:pt>
                <c:pt idx="3244">
                  <c:v>7.138420625237521E-2</c:v>
                </c:pt>
                <c:pt idx="3245">
                  <c:v>7.1388602108984692E-2</c:v>
                </c:pt>
                <c:pt idx="3246">
                  <c:v>7.1397214249758173E-2</c:v>
                </c:pt>
                <c:pt idx="3247">
                  <c:v>7.1397600717804752E-2</c:v>
                </c:pt>
                <c:pt idx="3248">
                  <c:v>7.1422886459103954E-2</c:v>
                </c:pt>
                <c:pt idx="3249">
                  <c:v>7.1424912093511816E-2</c:v>
                </c:pt>
                <c:pt idx="3250">
                  <c:v>7.1425443574431646E-2</c:v>
                </c:pt>
                <c:pt idx="3251">
                  <c:v>7.1431411796080688E-2</c:v>
                </c:pt>
                <c:pt idx="3252">
                  <c:v>7.1438751098470837E-2</c:v>
                </c:pt>
                <c:pt idx="3253">
                  <c:v>7.1445620395923087E-2</c:v>
                </c:pt>
                <c:pt idx="3254">
                  <c:v>7.1451343613545465E-2</c:v>
                </c:pt>
                <c:pt idx="3255">
                  <c:v>7.1475898513035388E-2</c:v>
                </c:pt>
                <c:pt idx="3256">
                  <c:v>7.1479005740774759E-2</c:v>
                </c:pt>
                <c:pt idx="3257">
                  <c:v>7.1486902588479687E-2</c:v>
                </c:pt>
                <c:pt idx="3258">
                  <c:v>7.1492772291632672E-2</c:v>
                </c:pt>
                <c:pt idx="3259">
                  <c:v>7.1508068030066374E-2</c:v>
                </c:pt>
                <c:pt idx="3260">
                  <c:v>7.1508951730792636E-2</c:v>
                </c:pt>
                <c:pt idx="3261">
                  <c:v>7.1511910846129845E-2</c:v>
                </c:pt>
                <c:pt idx="3262">
                  <c:v>7.1532267090542112E-2</c:v>
                </c:pt>
                <c:pt idx="3263">
                  <c:v>7.1542399537472573E-2</c:v>
                </c:pt>
                <c:pt idx="3264">
                  <c:v>7.1542812150815135E-2</c:v>
                </c:pt>
                <c:pt idx="3265">
                  <c:v>7.1545545477242928E-2</c:v>
                </c:pt>
                <c:pt idx="3266">
                  <c:v>7.1572481811015276E-2</c:v>
                </c:pt>
                <c:pt idx="3267">
                  <c:v>7.1574936311760429E-2</c:v>
                </c:pt>
                <c:pt idx="3268">
                  <c:v>7.1606415704357967E-2</c:v>
                </c:pt>
                <c:pt idx="3269">
                  <c:v>7.1606671995000773E-2</c:v>
                </c:pt>
                <c:pt idx="3270">
                  <c:v>7.1611818245582229E-2</c:v>
                </c:pt>
                <c:pt idx="3271">
                  <c:v>7.1626916616385039E-2</c:v>
                </c:pt>
                <c:pt idx="3272">
                  <c:v>7.1639799123892026E-2</c:v>
                </c:pt>
                <c:pt idx="3273">
                  <c:v>7.1650487212947228E-2</c:v>
                </c:pt>
                <c:pt idx="3274">
                  <c:v>7.1658444043909517E-2</c:v>
                </c:pt>
                <c:pt idx="3275">
                  <c:v>7.1662231573603019E-2</c:v>
                </c:pt>
                <c:pt idx="3276">
                  <c:v>7.1666414306990583E-2</c:v>
                </c:pt>
                <c:pt idx="3277">
                  <c:v>7.167653563969674E-2</c:v>
                </c:pt>
                <c:pt idx="3278">
                  <c:v>7.1680578272907372E-2</c:v>
                </c:pt>
                <c:pt idx="3279">
                  <c:v>7.1682241259088411E-2</c:v>
                </c:pt>
                <c:pt idx="3280">
                  <c:v>7.1685297526681388E-2</c:v>
                </c:pt>
                <c:pt idx="3281">
                  <c:v>7.1687792404682441E-2</c:v>
                </c:pt>
                <c:pt idx="3282">
                  <c:v>7.1693770797792489E-2</c:v>
                </c:pt>
                <c:pt idx="3283">
                  <c:v>7.1699823634965701E-2</c:v>
                </c:pt>
                <c:pt idx="3284">
                  <c:v>7.1712269127457706E-2</c:v>
                </c:pt>
                <c:pt idx="3285">
                  <c:v>7.1715382432450001E-2</c:v>
                </c:pt>
                <c:pt idx="3286">
                  <c:v>7.1718631409802766E-2</c:v>
                </c:pt>
                <c:pt idx="3287">
                  <c:v>7.1720032966621938E-2</c:v>
                </c:pt>
                <c:pt idx="3288">
                  <c:v>7.1721939599241696E-2</c:v>
                </c:pt>
                <c:pt idx="3289">
                  <c:v>7.1740262196448273E-2</c:v>
                </c:pt>
                <c:pt idx="3290">
                  <c:v>7.1746122863560177E-2</c:v>
                </c:pt>
                <c:pt idx="3291">
                  <c:v>7.1750963417245017E-2</c:v>
                </c:pt>
                <c:pt idx="3292">
                  <c:v>7.1754015742473171E-2</c:v>
                </c:pt>
                <c:pt idx="3293">
                  <c:v>7.1764836313484709E-2</c:v>
                </c:pt>
                <c:pt idx="3294">
                  <c:v>7.1775327102286582E-2</c:v>
                </c:pt>
                <c:pt idx="3295">
                  <c:v>7.1776391788036312E-2</c:v>
                </c:pt>
                <c:pt idx="3296">
                  <c:v>7.1780937200533468E-2</c:v>
                </c:pt>
                <c:pt idx="3297">
                  <c:v>7.1787400742037696E-2</c:v>
                </c:pt>
                <c:pt idx="3298">
                  <c:v>7.1798581106643278E-2</c:v>
                </c:pt>
                <c:pt idx="3299">
                  <c:v>7.1800747450716906E-2</c:v>
                </c:pt>
                <c:pt idx="3300">
                  <c:v>7.1801532614089669E-2</c:v>
                </c:pt>
                <c:pt idx="3301">
                  <c:v>7.1810060798016481E-2</c:v>
                </c:pt>
                <c:pt idx="3302">
                  <c:v>7.1816018688639502E-2</c:v>
                </c:pt>
                <c:pt idx="3303">
                  <c:v>7.1816794813794299E-2</c:v>
                </c:pt>
                <c:pt idx="3304">
                  <c:v>7.1824372702315925E-2</c:v>
                </c:pt>
                <c:pt idx="3305">
                  <c:v>7.1824860602525673E-2</c:v>
                </c:pt>
                <c:pt idx="3306">
                  <c:v>7.1825255747329897E-2</c:v>
                </c:pt>
                <c:pt idx="3307">
                  <c:v>7.1827281198567461E-2</c:v>
                </c:pt>
                <c:pt idx="3308">
                  <c:v>7.1836734502034344E-2</c:v>
                </c:pt>
                <c:pt idx="3309">
                  <c:v>7.1837730916193082E-2</c:v>
                </c:pt>
                <c:pt idx="3310">
                  <c:v>7.1840703555610536E-2</c:v>
                </c:pt>
                <c:pt idx="3311">
                  <c:v>7.1885267188802213E-2</c:v>
                </c:pt>
                <c:pt idx="3312">
                  <c:v>7.1893761062651856E-2</c:v>
                </c:pt>
                <c:pt idx="3313">
                  <c:v>7.1899350085325039E-2</c:v>
                </c:pt>
                <c:pt idx="3314">
                  <c:v>7.190682499514163E-2</c:v>
                </c:pt>
                <c:pt idx="3315">
                  <c:v>7.1911461952145941E-2</c:v>
                </c:pt>
                <c:pt idx="3316">
                  <c:v>7.1944550552342335E-2</c:v>
                </c:pt>
                <c:pt idx="3317">
                  <c:v>7.1946856836717338E-2</c:v>
                </c:pt>
                <c:pt idx="3318">
                  <c:v>7.1953394329310472E-2</c:v>
                </c:pt>
                <c:pt idx="3319">
                  <c:v>7.1957397729042222E-2</c:v>
                </c:pt>
                <c:pt idx="3320">
                  <c:v>7.1957663598199759E-2</c:v>
                </c:pt>
                <c:pt idx="3321">
                  <c:v>7.1976888851607648E-2</c:v>
                </c:pt>
                <c:pt idx="3322">
                  <c:v>7.1987397613084328E-2</c:v>
                </c:pt>
                <c:pt idx="3323">
                  <c:v>7.1991999162898931E-2</c:v>
                </c:pt>
                <c:pt idx="3324">
                  <c:v>7.1999956033370768E-2</c:v>
                </c:pt>
                <c:pt idx="3325">
                  <c:v>7.2000395536733278E-2</c:v>
                </c:pt>
                <c:pt idx="3326">
                  <c:v>7.2006191597942415E-2</c:v>
                </c:pt>
                <c:pt idx="3327">
                  <c:v>7.2008072319044214E-2</c:v>
                </c:pt>
                <c:pt idx="3328">
                  <c:v>7.20214227428745E-2</c:v>
                </c:pt>
                <c:pt idx="3329">
                  <c:v>7.2031846303531946E-2</c:v>
                </c:pt>
                <c:pt idx="3330">
                  <c:v>7.2063908919808128E-2</c:v>
                </c:pt>
                <c:pt idx="3331">
                  <c:v>7.207079071378672E-2</c:v>
                </c:pt>
                <c:pt idx="3332">
                  <c:v>7.207257506298248E-2</c:v>
                </c:pt>
                <c:pt idx="3333">
                  <c:v>7.2075107200917699E-2</c:v>
                </c:pt>
                <c:pt idx="3334">
                  <c:v>7.2079807357104148E-2</c:v>
                </c:pt>
                <c:pt idx="3335">
                  <c:v>7.2082027227854742E-2</c:v>
                </c:pt>
                <c:pt idx="3336">
                  <c:v>7.2093965862542506E-2</c:v>
                </c:pt>
                <c:pt idx="3337">
                  <c:v>7.209681761731504E-2</c:v>
                </c:pt>
                <c:pt idx="3338">
                  <c:v>7.21173682344005E-2</c:v>
                </c:pt>
                <c:pt idx="3339">
                  <c:v>7.2127820866825523E-2</c:v>
                </c:pt>
                <c:pt idx="3340">
                  <c:v>7.2136646284822206E-2</c:v>
                </c:pt>
                <c:pt idx="3341">
                  <c:v>7.214103652542582E-2</c:v>
                </c:pt>
                <c:pt idx="3342">
                  <c:v>7.2153249894426355E-2</c:v>
                </c:pt>
                <c:pt idx="3343">
                  <c:v>7.2155330932432621E-2</c:v>
                </c:pt>
                <c:pt idx="3344">
                  <c:v>7.2163027778348543E-2</c:v>
                </c:pt>
                <c:pt idx="3345">
                  <c:v>7.2163724150795486E-2</c:v>
                </c:pt>
                <c:pt idx="3346">
                  <c:v>7.2169546316769861E-2</c:v>
                </c:pt>
                <c:pt idx="3347">
                  <c:v>7.2176095126712789E-2</c:v>
                </c:pt>
                <c:pt idx="3348">
                  <c:v>7.2178321882874777E-2</c:v>
                </c:pt>
                <c:pt idx="3349">
                  <c:v>7.2195484499306614E-2</c:v>
                </c:pt>
                <c:pt idx="3350">
                  <c:v>7.2205098591484621E-2</c:v>
                </c:pt>
                <c:pt idx="3351">
                  <c:v>7.2210528845834884E-2</c:v>
                </c:pt>
                <c:pt idx="3352">
                  <c:v>7.2211899347691899E-2</c:v>
                </c:pt>
                <c:pt idx="3353">
                  <c:v>7.2212690028897616E-2</c:v>
                </c:pt>
                <c:pt idx="3354">
                  <c:v>7.2218534776593693E-2</c:v>
                </c:pt>
                <c:pt idx="3355">
                  <c:v>7.2221854784481634E-2</c:v>
                </c:pt>
                <c:pt idx="3356">
                  <c:v>7.2270279759794678E-2</c:v>
                </c:pt>
                <c:pt idx="3357">
                  <c:v>7.2302558917161586E-2</c:v>
                </c:pt>
                <c:pt idx="3358">
                  <c:v>7.2305994835943938E-2</c:v>
                </c:pt>
                <c:pt idx="3359">
                  <c:v>7.2308604675964394E-2</c:v>
                </c:pt>
                <c:pt idx="3360">
                  <c:v>7.2313917327040497E-2</c:v>
                </c:pt>
                <c:pt idx="3361">
                  <c:v>7.2331646349436604E-2</c:v>
                </c:pt>
                <c:pt idx="3362">
                  <c:v>7.2334426865552831E-2</c:v>
                </c:pt>
                <c:pt idx="3363">
                  <c:v>7.2337142934358153E-2</c:v>
                </c:pt>
                <c:pt idx="3364">
                  <c:v>7.2355821558164266E-2</c:v>
                </c:pt>
                <c:pt idx="3365">
                  <c:v>7.2386491726294536E-2</c:v>
                </c:pt>
                <c:pt idx="3366">
                  <c:v>7.2392369607605464E-2</c:v>
                </c:pt>
                <c:pt idx="3367">
                  <c:v>7.2428169032795239E-2</c:v>
                </c:pt>
                <c:pt idx="3368">
                  <c:v>7.2432022366815355E-2</c:v>
                </c:pt>
                <c:pt idx="3369">
                  <c:v>7.2453661909269232E-2</c:v>
                </c:pt>
                <c:pt idx="3370">
                  <c:v>7.2456243461975114E-2</c:v>
                </c:pt>
                <c:pt idx="3371">
                  <c:v>7.2469031349158206E-2</c:v>
                </c:pt>
                <c:pt idx="3372">
                  <c:v>7.2484040986279613E-2</c:v>
                </c:pt>
                <c:pt idx="3373">
                  <c:v>7.249275070525886E-2</c:v>
                </c:pt>
                <c:pt idx="3374">
                  <c:v>7.2514497022068511E-2</c:v>
                </c:pt>
                <c:pt idx="3375">
                  <c:v>7.2516573032534948E-2</c:v>
                </c:pt>
                <c:pt idx="3376">
                  <c:v>7.2526157776632363E-2</c:v>
                </c:pt>
                <c:pt idx="3377">
                  <c:v>7.253531928281956E-2</c:v>
                </c:pt>
                <c:pt idx="3378">
                  <c:v>7.2550424730707913E-2</c:v>
                </c:pt>
                <c:pt idx="3379">
                  <c:v>7.2573824854477845E-2</c:v>
                </c:pt>
                <c:pt idx="3380">
                  <c:v>7.2576805502551758E-2</c:v>
                </c:pt>
                <c:pt idx="3381">
                  <c:v>7.2579977697488307E-2</c:v>
                </c:pt>
                <c:pt idx="3382">
                  <c:v>7.258077680057555E-2</c:v>
                </c:pt>
                <c:pt idx="3383">
                  <c:v>7.2584742861837595E-2</c:v>
                </c:pt>
                <c:pt idx="3384">
                  <c:v>7.2611351079603093E-2</c:v>
                </c:pt>
                <c:pt idx="3385">
                  <c:v>7.2624073700599964E-2</c:v>
                </c:pt>
                <c:pt idx="3386">
                  <c:v>7.2631358423686024E-2</c:v>
                </c:pt>
                <c:pt idx="3387">
                  <c:v>7.2638835943856173E-2</c:v>
                </c:pt>
                <c:pt idx="3388">
                  <c:v>7.265478431923432E-2</c:v>
                </c:pt>
                <c:pt idx="3389">
                  <c:v>7.2671121124244009E-2</c:v>
                </c:pt>
                <c:pt idx="3390">
                  <c:v>7.2684694054055685E-2</c:v>
                </c:pt>
                <c:pt idx="3391">
                  <c:v>7.2715342736207597E-2</c:v>
                </c:pt>
                <c:pt idx="3392">
                  <c:v>7.2744936940258242E-2</c:v>
                </c:pt>
                <c:pt idx="3393">
                  <c:v>7.2774133639203403E-2</c:v>
                </c:pt>
                <c:pt idx="3394">
                  <c:v>7.2800153356794892E-2</c:v>
                </c:pt>
                <c:pt idx="3395">
                  <c:v>7.2806165739201817E-2</c:v>
                </c:pt>
                <c:pt idx="3396">
                  <c:v>7.2808502413940657E-2</c:v>
                </c:pt>
                <c:pt idx="3397">
                  <c:v>7.2813700612459606E-2</c:v>
                </c:pt>
                <c:pt idx="3398">
                  <c:v>7.2824178839971818E-2</c:v>
                </c:pt>
                <c:pt idx="3399">
                  <c:v>7.2829714978326729E-2</c:v>
                </c:pt>
                <c:pt idx="3400">
                  <c:v>7.2865322026894788E-2</c:v>
                </c:pt>
                <c:pt idx="3401">
                  <c:v>7.2878052368847021E-2</c:v>
                </c:pt>
                <c:pt idx="3402">
                  <c:v>7.288146235920305E-2</c:v>
                </c:pt>
                <c:pt idx="3403">
                  <c:v>7.2901186646738378E-2</c:v>
                </c:pt>
                <c:pt idx="3404">
                  <c:v>7.2901502257474951E-2</c:v>
                </c:pt>
                <c:pt idx="3405">
                  <c:v>7.2915472840055701E-2</c:v>
                </c:pt>
                <c:pt idx="3406">
                  <c:v>7.2924769948606097E-2</c:v>
                </c:pt>
                <c:pt idx="3407">
                  <c:v>7.293528187891643E-2</c:v>
                </c:pt>
                <c:pt idx="3408">
                  <c:v>7.2939757146200809E-2</c:v>
                </c:pt>
                <c:pt idx="3409">
                  <c:v>7.2942955272845209E-2</c:v>
                </c:pt>
                <c:pt idx="3410">
                  <c:v>7.2950386876903667E-2</c:v>
                </c:pt>
                <c:pt idx="3411">
                  <c:v>7.295802046185626E-2</c:v>
                </c:pt>
                <c:pt idx="3412">
                  <c:v>7.2960638858060201E-2</c:v>
                </c:pt>
                <c:pt idx="3413">
                  <c:v>7.2971265959309375E-2</c:v>
                </c:pt>
                <c:pt idx="3414">
                  <c:v>7.2974619328129278E-2</c:v>
                </c:pt>
                <c:pt idx="3415">
                  <c:v>7.2979513931718296E-2</c:v>
                </c:pt>
                <c:pt idx="3416">
                  <c:v>7.2980451722784667E-2</c:v>
                </c:pt>
                <c:pt idx="3417">
                  <c:v>7.2981843093366333E-2</c:v>
                </c:pt>
                <c:pt idx="3418">
                  <c:v>7.2988836231761917E-2</c:v>
                </c:pt>
                <c:pt idx="3419">
                  <c:v>7.3004340166238108E-2</c:v>
                </c:pt>
                <c:pt idx="3420">
                  <c:v>7.3020244650206442E-2</c:v>
                </c:pt>
                <c:pt idx="3421">
                  <c:v>7.3027288879319821E-2</c:v>
                </c:pt>
                <c:pt idx="3422">
                  <c:v>7.3047271084561799E-2</c:v>
                </c:pt>
                <c:pt idx="3423">
                  <c:v>7.3050898095861017E-2</c:v>
                </c:pt>
                <c:pt idx="3424">
                  <c:v>7.3063642133856507E-2</c:v>
                </c:pt>
                <c:pt idx="3425">
                  <c:v>7.3087754038073008E-2</c:v>
                </c:pt>
                <c:pt idx="3426">
                  <c:v>7.3091361066411994E-2</c:v>
                </c:pt>
                <c:pt idx="3427">
                  <c:v>7.3103924062074693E-2</c:v>
                </c:pt>
                <c:pt idx="3428">
                  <c:v>7.3121392421139797E-2</c:v>
                </c:pt>
                <c:pt idx="3429">
                  <c:v>7.3133254993139343E-2</c:v>
                </c:pt>
                <c:pt idx="3430">
                  <c:v>7.3138704274068586E-2</c:v>
                </c:pt>
                <c:pt idx="3431">
                  <c:v>7.3160468277512269E-2</c:v>
                </c:pt>
                <c:pt idx="3432">
                  <c:v>7.3172958105259367E-2</c:v>
                </c:pt>
                <c:pt idx="3433">
                  <c:v>7.3186469553736949E-2</c:v>
                </c:pt>
                <c:pt idx="3434">
                  <c:v>7.3191072717060504E-2</c:v>
                </c:pt>
                <c:pt idx="3435">
                  <c:v>7.3201502665981133E-2</c:v>
                </c:pt>
                <c:pt idx="3436">
                  <c:v>7.3216321435637652E-2</c:v>
                </c:pt>
                <c:pt idx="3437">
                  <c:v>7.3216517881696433E-2</c:v>
                </c:pt>
                <c:pt idx="3438">
                  <c:v>7.3222284309957017E-2</c:v>
                </c:pt>
                <c:pt idx="3439">
                  <c:v>7.3223179008491721E-2</c:v>
                </c:pt>
                <c:pt idx="3440">
                  <c:v>7.324061483406287E-2</c:v>
                </c:pt>
                <c:pt idx="3441">
                  <c:v>7.3249581066389138E-2</c:v>
                </c:pt>
                <c:pt idx="3442">
                  <c:v>7.3257177738656726E-2</c:v>
                </c:pt>
                <c:pt idx="3443">
                  <c:v>7.3259816785397641E-2</c:v>
                </c:pt>
                <c:pt idx="3444">
                  <c:v>7.3261862700773103E-2</c:v>
                </c:pt>
                <c:pt idx="3445">
                  <c:v>7.3264362388262519E-2</c:v>
                </c:pt>
                <c:pt idx="3446">
                  <c:v>7.3294798230845837E-2</c:v>
                </c:pt>
                <c:pt idx="3447">
                  <c:v>7.3346913165709335E-2</c:v>
                </c:pt>
                <c:pt idx="3448">
                  <c:v>7.3383958420873974E-2</c:v>
                </c:pt>
                <c:pt idx="3449">
                  <c:v>7.3389171696295816E-2</c:v>
                </c:pt>
                <c:pt idx="3450">
                  <c:v>7.3404090919237774E-2</c:v>
                </c:pt>
                <c:pt idx="3451">
                  <c:v>7.3409048520444456E-2</c:v>
                </c:pt>
                <c:pt idx="3452">
                  <c:v>7.3417461156464733E-2</c:v>
                </c:pt>
                <c:pt idx="3453">
                  <c:v>7.3418075986043774E-2</c:v>
                </c:pt>
                <c:pt idx="3454">
                  <c:v>7.342873425693236E-2</c:v>
                </c:pt>
                <c:pt idx="3455">
                  <c:v>7.3434456883432225E-2</c:v>
                </c:pt>
                <c:pt idx="3456">
                  <c:v>7.3438928279402335E-2</c:v>
                </c:pt>
                <c:pt idx="3457">
                  <c:v>7.3447258241441438E-2</c:v>
                </c:pt>
                <c:pt idx="3458">
                  <c:v>7.3480269638756243E-2</c:v>
                </c:pt>
                <c:pt idx="3459">
                  <c:v>7.3487728166000008E-2</c:v>
                </c:pt>
                <c:pt idx="3460">
                  <c:v>7.3488176423841964E-2</c:v>
                </c:pt>
                <c:pt idx="3461">
                  <c:v>7.3490365246458397E-2</c:v>
                </c:pt>
                <c:pt idx="3462">
                  <c:v>7.3498087702229681E-2</c:v>
                </c:pt>
                <c:pt idx="3463">
                  <c:v>7.3503413874602588E-2</c:v>
                </c:pt>
                <c:pt idx="3464">
                  <c:v>7.3515288885916019E-2</c:v>
                </c:pt>
                <c:pt idx="3465">
                  <c:v>7.3515810915059598E-2</c:v>
                </c:pt>
                <c:pt idx="3466">
                  <c:v>7.3523274571357461E-2</c:v>
                </c:pt>
                <c:pt idx="3467">
                  <c:v>7.3524760572541314E-2</c:v>
                </c:pt>
                <c:pt idx="3468">
                  <c:v>7.3540357551898985E-2</c:v>
                </c:pt>
                <c:pt idx="3469">
                  <c:v>7.3545647880374043E-2</c:v>
                </c:pt>
                <c:pt idx="3470">
                  <c:v>7.355342781083761E-2</c:v>
                </c:pt>
                <c:pt idx="3471">
                  <c:v>7.3587114264267617E-2</c:v>
                </c:pt>
                <c:pt idx="3472">
                  <c:v>7.3645950294414203E-2</c:v>
                </c:pt>
                <c:pt idx="3473">
                  <c:v>7.366472759978146E-2</c:v>
                </c:pt>
                <c:pt idx="3474">
                  <c:v>7.367689704482612E-2</c:v>
                </c:pt>
                <c:pt idx="3475">
                  <c:v>7.3681203644873877E-2</c:v>
                </c:pt>
                <c:pt idx="3476">
                  <c:v>7.3683580855056566E-2</c:v>
                </c:pt>
                <c:pt idx="3477">
                  <c:v>7.3709225007195345E-2</c:v>
                </c:pt>
                <c:pt idx="3478">
                  <c:v>7.3715383873407272E-2</c:v>
                </c:pt>
                <c:pt idx="3479">
                  <c:v>7.3719970938923546E-2</c:v>
                </c:pt>
                <c:pt idx="3480">
                  <c:v>7.3728759931317528E-2</c:v>
                </c:pt>
                <c:pt idx="3481">
                  <c:v>7.3740768130929835E-2</c:v>
                </c:pt>
                <c:pt idx="3482">
                  <c:v>7.3747374374984603E-2</c:v>
                </c:pt>
                <c:pt idx="3483">
                  <c:v>7.375086136124645E-2</c:v>
                </c:pt>
                <c:pt idx="3484">
                  <c:v>7.3750950064254223E-2</c:v>
                </c:pt>
                <c:pt idx="3485">
                  <c:v>7.377557550700492E-2</c:v>
                </c:pt>
                <c:pt idx="3486">
                  <c:v>7.3781598239207144E-2</c:v>
                </c:pt>
                <c:pt idx="3487">
                  <c:v>7.3782134510830169E-2</c:v>
                </c:pt>
                <c:pt idx="3488">
                  <c:v>7.3784275007453742E-2</c:v>
                </c:pt>
                <c:pt idx="3489">
                  <c:v>7.3787302036176297E-2</c:v>
                </c:pt>
                <c:pt idx="3490">
                  <c:v>7.3805221034452168E-2</c:v>
                </c:pt>
                <c:pt idx="3491">
                  <c:v>7.3806664118564305E-2</c:v>
                </c:pt>
                <c:pt idx="3492">
                  <c:v>7.3812722444917475E-2</c:v>
                </c:pt>
                <c:pt idx="3493">
                  <c:v>7.3816050362810595E-2</c:v>
                </c:pt>
                <c:pt idx="3494">
                  <c:v>7.3825237641291702E-2</c:v>
                </c:pt>
                <c:pt idx="3495">
                  <c:v>7.3837140792225295E-2</c:v>
                </c:pt>
                <c:pt idx="3496">
                  <c:v>7.3837636481612026E-2</c:v>
                </c:pt>
                <c:pt idx="3497">
                  <c:v>7.3854794595579656E-2</c:v>
                </c:pt>
                <c:pt idx="3498">
                  <c:v>7.3857996598317613E-2</c:v>
                </c:pt>
                <c:pt idx="3499">
                  <c:v>7.386403970271424E-2</c:v>
                </c:pt>
                <c:pt idx="3500">
                  <c:v>7.3874195866030348E-2</c:v>
                </c:pt>
                <c:pt idx="3501">
                  <c:v>7.3886202383433852E-2</c:v>
                </c:pt>
                <c:pt idx="3502">
                  <c:v>7.3886722301600816E-2</c:v>
                </c:pt>
                <c:pt idx="3503">
                  <c:v>7.3905848460380924E-2</c:v>
                </c:pt>
                <c:pt idx="3504">
                  <c:v>7.3933806380595463E-2</c:v>
                </c:pt>
                <c:pt idx="3505">
                  <c:v>7.3934897477250017E-2</c:v>
                </c:pt>
                <c:pt idx="3506">
                  <c:v>7.3957134931667681E-2</c:v>
                </c:pt>
                <c:pt idx="3507">
                  <c:v>7.3962289102349421E-2</c:v>
                </c:pt>
                <c:pt idx="3508">
                  <c:v>7.3979767289202553E-2</c:v>
                </c:pt>
                <c:pt idx="3509">
                  <c:v>7.399401421196182E-2</c:v>
                </c:pt>
                <c:pt idx="3510">
                  <c:v>7.4005105616226724E-2</c:v>
                </c:pt>
                <c:pt idx="3511">
                  <c:v>7.4005986305813287E-2</c:v>
                </c:pt>
                <c:pt idx="3512">
                  <c:v>7.4011359613113295E-2</c:v>
                </c:pt>
                <c:pt idx="3513">
                  <c:v>7.4011985922954202E-2</c:v>
                </c:pt>
                <c:pt idx="3514">
                  <c:v>7.4014632769931615E-2</c:v>
                </c:pt>
                <c:pt idx="3515">
                  <c:v>7.4017980761276816E-2</c:v>
                </c:pt>
                <c:pt idx="3516">
                  <c:v>7.4018098597960866E-2</c:v>
                </c:pt>
                <c:pt idx="3517">
                  <c:v>7.4085315036530694E-2</c:v>
                </c:pt>
                <c:pt idx="3518">
                  <c:v>7.4109783162908852E-2</c:v>
                </c:pt>
                <c:pt idx="3519">
                  <c:v>7.4110000362415079E-2</c:v>
                </c:pt>
                <c:pt idx="3520">
                  <c:v>7.4114184366227298E-2</c:v>
                </c:pt>
                <c:pt idx="3521">
                  <c:v>7.4114561146668506E-2</c:v>
                </c:pt>
                <c:pt idx="3522">
                  <c:v>7.4122313160016176E-2</c:v>
                </c:pt>
                <c:pt idx="3523">
                  <c:v>7.4125637571111666E-2</c:v>
                </c:pt>
                <c:pt idx="3524">
                  <c:v>7.4156161501445494E-2</c:v>
                </c:pt>
                <c:pt idx="3525">
                  <c:v>7.4161224025657974E-2</c:v>
                </c:pt>
                <c:pt idx="3526">
                  <c:v>7.4162707039357012E-2</c:v>
                </c:pt>
                <c:pt idx="3527">
                  <c:v>7.4177178953498138E-2</c:v>
                </c:pt>
                <c:pt idx="3528">
                  <c:v>7.4181896064811001E-2</c:v>
                </c:pt>
                <c:pt idx="3529">
                  <c:v>7.418422610588371E-2</c:v>
                </c:pt>
                <c:pt idx="3530">
                  <c:v>7.4199248312581664E-2</c:v>
                </c:pt>
                <c:pt idx="3531">
                  <c:v>7.4205529504530951E-2</c:v>
                </c:pt>
                <c:pt idx="3532">
                  <c:v>7.4212791219944188E-2</c:v>
                </c:pt>
                <c:pt idx="3533">
                  <c:v>7.4217914128767701E-2</c:v>
                </c:pt>
                <c:pt idx="3534">
                  <c:v>7.4221669142129437E-2</c:v>
                </c:pt>
                <c:pt idx="3535">
                  <c:v>7.4230565562227999E-2</c:v>
                </c:pt>
                <c:pt idx="3536">
                  <c:v>7.4233557111098747E-2</c:v>
                </c:pt>
                <c:pt idx="3537">
                  <c:v>7.423613176880986E-2</c:v>
                </c:pt>
                <c:pt idx="3538">
                  <c:v>7.4249940489492114E-2</c:v>
                </c:pt>
                <c:pt idx="3539">
                  <c:v>7.425811827019077E-2</c:v>
                </c:pt>
                <c:pt idx="3540">
                  <c:v>7.4259678778663213E-2</c:v>
                </c:pt>
                <c:pt idx="3541">
                  <c:v>7.4267273761969718E-2</c:v>
                </c:pt>
                <c:pt idx="3542">
                  <c:v>7.4274983804758818E-2</c:v>
                </c:pt>
                <c:pt idx="3543">
                  <c:v>7.4282209896581228E-2</c:v>
                </c:pt>
                <c:pt idx="3544">
                  <c:v>7.428322017236913E-2</c:v>
                </c:pt>
                <c:pt idx="3545">
                  <c:v>7.4291159952514133E-2</c:v>
                </c:pt>
                <c:pt idx="3546">
                  <c:v>7.4291573452450979E-2</c:v>
                </c:pt>
                <c:pt idx="3547">
                  <c:v>7.4302307600694728E-2</c:v>
                </c:pt>
                <c:pt idx="3548">
                  <c:v>7.4310902531009054E-2</c:v>
                </c:pt>
                <c:pt idx="3549">
                  <c:v>7.4312099294144396E-2</c:v>
                </c:pt>
                <c:pt idx="3550">
                  <c:v>7.431393150458912E-2</c:v>
                </c:pt>
                <c:pt idx="3551">
                  <c:v>7.4343517044699881E-2</c:v>
                </c:pt>
                <c:pt idx="3552">
                  <c:v>7.4357285689995598E-2</c:v>
                </c:pt>
                <c:pt idx="3553">
                  <c:v>7.4378610383668303E-2</c:v>
                </c:pt>
                <c:pt idx="3554">
                  <c:v>7.4383265900637804E-2</c:v>
                </c:pt>
                <c:pt idx="3555">
                  <c:v>7.438383310935609E-2</c:v>
                </c:pt>
                <c:pt idx="3556">
                  <c:v>7.438476160567685E-2</c:v>
                </c:pt>
                <c:pt idx="3557">
                  <c:v>7.4392299183072871E-2</c:v>
                </c:pt>
                <c:pt idx="3558">
                  <c:v>7.4411301996658852E-2</c:v>
                </c:pt>
                <c:pt idx="3559">
                  <c:v>7.4415605572106955E-2</c:v>
                </c:pt>
                <c:pt idx="3560">
                  <c:v>7.4437023233978036E-2</c:v>
                </c:pt>
                <c:pt idx="3561">
                  <c:v>7.4455367713890067E-2</c:v>
                </c:pt>
                <c:pt idx="3562">
                  <c:v>7.4459777307733038E-2</c:v>
                </c:pt>
                <c:pt idx="3563">
                  <c:v>7.4468722755123451E-2</c:v>
                </c:pt>
                <c:pt idx="3564">
                  <c:v>7.4471275223450095E-2</c:v>
                </c:pt>
                <c:pt idx="3565">
                  <c:v>7.4474510332557239E-2</c:v>
                </c:pt>
                <c:pt idx="3566">
                  <c:v>7.4476818889867874E-2</c:v>
                </c:pt>
                <c:pt idx="3567">
                  <c:v>7.4484868971904636E-2</c:v>
                </c:pt>
                <c:pt idx="3568">
                  <c:v>7.4493054905641523E-2</c:v>
                </c:pt>
                <c:pt idx="3569">
                  <c:v>7.4508700611500001E-2</c:v>
                </c:pt>
                <c:pt idx="3570">
                  <c:v>7.4513820457168048E-2</c:v>
                </c:pt>
                <c:pt idx="3571">
                  <c:v>7.4528536241688037E-2</c:v>
                </c:pt>
                <c:pt idx="3572">
                  <c:v>7.4551239751329643E-2</c:v>
                </c:pt>
                <c:pt idx="3573">
                  <c:v>7.456137681159046E-2</c:v>
                </c:pt>
                <c:pt idx="3574">
                  <c:v>7.4564420168635598E-2</c:v>
                </c:pt>
                <c:pt idx="3575">
                  <c:v>7.4576816239553992E-2</c:v>
                </c:pt>
                <c:pt idx="3576">
                  <c:v>7.4593607999602823E-2</c:v>
                </c:pt>
                <c:pt idx="3577">
                  <c:v>7.4621100615264058E-2</c:v>
                </c:pt>
                <c:pt idx="3578">
                  <c:v>7.4623537528045236E-2</c:v>
                </c:pt>
                <c:pt idx="3579">
                  <c:v>7.462894338149062E-2</c:v>
                </c:pt>
                <c:pt idx="3580">
                  <c:v>7.4640890260334616E-2</c:v>
                </c:pt>
                <c:pt idx="3581">
                  <c:v>7.4645928265485328E-2</c:v>
                </c:pt>
                <c:pt idx="3582">
                  <c:v>7.4656779718141414E-2</c:v>
                </c:pt>
                <c:pt idx="3583">
                  <c:v>7.4656924411354131E-2</c:v>
                </c:pt>
                <c:pt idx="3584">
                  <c:v>7.4680181104814433E-2</c:v>
                </c:pt>
                <c:pt idx="3585">
                  <c:v>7.4726364289665254E-2</c:v>
                </c:pt>
                <c:pt idx="3586">
                  <c:v>7.4732519106371992E-2</c:v>
                </c:pt>
                <c:pt idx="3587">
                  <c:v>7.4741353113174883E-2</c:v>
                </c:pt>
                <c:pt idx="3588">
                  <c:v>7.4775793742411417E-2</c:v>
                </c:pt>
                <c:pt idx="3589">
                  <c:v>7.4776437608932864E-2</c:v>
                </c:pt>
                <c:pt idx="3590">
                  <c:v>7.4804807006475543E-2</c:v>
                </c:pt>
                <c:pt idx="3591">
                  <c:v>7.481919283537021E-2</c:v>
                </c:pt>
                <c:pt idx="3592">
                  <c:v>7.4835621042582789E-2</c:v>
                </c:pt>
                <c:pt idx="3593">
                  <c:v>7.4835747759572788E-2</c:v>
                </c:pt>
                <c:pt idx="3594">
                  <c:v>7.4836080985141953E-2</c:v>
                </c:pt>
                <c:pt idx="3595">
                  <c:v>7.4849103313886778E-2</c:v>
                </c:pt>
                <c:pt idx="3596">
                  <c:v>7.4856572967665569E-2</c:v>
                </c:pt>
                <c:pt idx="3597">
                  <c:v>7.4870201949288673E-2</c:v>
                </c:pt>
                <c:pt idx="3598">
                  <c:v>7.4876327566355691E-2</c:v>
                </c:pt>
                <c:pt idx="3599">
                  <c:v>7.4877147954707179E-2</c:v>
                </c:pt>
                <c:pt idx="3600">
                  <c:v>7.488915814000352E-2</c:v>
                </c:pt>
                <c:pt idx="3601">
                  <c:v>7.4889499995556441E-2</c:v>
                </c:pt>
                <c:pt idx="3602">
                  <c:v>7.4900408352981604E-2</c:v>
                </c:pt>
                <c:pt idx="3603">
                  <c:v>7.4908967767730497E-2</c:v>
                </c:pt>
                <c:pt idx="3604">
                  <c:v>7.492427701121683E-2</c:v>
                </c:pt>
                <c:pt idx="3605">
                  <c:v>7.4928772316671874E-2</c:v>
                </c:pt>
                <c:pt idx="3606">
                  <c:v>7.4934560828689309E-2</c:v>
                </c:pt>
                <c:pt idx="3607">
                  <c:v>7.4936257428926067E-2</c:v>
                </c:pt>
                <c:pt idx="3608">
                  <c:v>7.4947436198443809E-2</c:v>
                </c:pt>
                <c:pt idx="3609">
                  <c:v>7.4959210180169225E-2</c:v>
                </c:pt>
                <c:pt idx="3610">
                  <c:v>7.4978376573180613E-2</c:v>
                </c:pt>
                <c:pt idx="3611">
                  <c:v>7.4993243858365741E-2</c:v>
                </c:pt>
                <c:pt idx="3612">
                  <c:v>7.500716799537889E-2</c:v>
                </c:pt>
                <c:pt idx="3613">
                  <c:v>7.5021255856346392E-2</c:v>
                </c:pt>
                <c:pt idx="3614">
                  <c:v>7.5042493947640107E-2</c:v>
                </c:pt>
                <c:pt idx="3615">
                  <c:v>7.5063332524927875E-2</c:v>
                </c:pt>
                <c:pt idx="3616">
                  <c:v>7.5065134572707082E-2</c:v>
                </c:pt>
                <c:pt idx="3617">
                  <c:v>7.5084108664179819E-2</c:v>
                </c:pt>
                <c:pt idx="3618">
                  <c:v>7.5087125937789143E-2</c:v>
                </c:pt>
                <c:pt idx="3619">
                  <c:v>7.5095295941415174E-2</c:v>
                </c:pt>
                <c:pt idx="3620">
                  <c:v>7.5100067898198092E-2</c:v>
                </c:pt>
                <c:pt idx="3621">
                  <c:v>7.5101655801948441E-2</c:v>
                </c:pt>
                <c:pt idx="3622">
                  <c:v>7.5104574568317164E-2</c:v>
                </c:pt>
                <c:pt idx="3623">
                  <c:v>7.5140039826526173E-2</c:v>
                </c:pt>
                <c:pt idx="3624">
                  <c:v>7.5151970392537765E-2</c:v>
                </c:pt>
                <c:pt idx="3625">
                  <c:v>7.5157347555625351E-2</c:v>
                </c:pt>
                <c:pt idx="3626">
                  <c:v>7.5164862359608509E-2</c:v>
                </c:pt>
                <c:pt idx="3627">
                  <c:v>7.5185213620918206E-2</c:v>
                </c:pt>
                <c:pt idx="3628">
                  <c:v>7.5191118825601727E-2</c:v>
                </c:pt>
                <c:pt idx="3629">
                  <c:v>7.5193972281188695E-2</c:v>
                </c:pt>
                <c:pt idx="3630">
                  <c:v>7.5197457880756671E-2</c:v>
                </c:pt>
                <c:pt idx="3631">
                  <c:v>7.5209225780008521E-2</c:v>
                </c:pt>
                <c:pt idx="3632">
                  <c:v>7.5236913160690519E-2</c:v>
                </c:pt>
                <c:pt idx="3633">
                  <c:v>7.5244482658106945E-2</c:v>
                </c:pt>
                <c:pt idx="3634">
                  <c:v>7.52735309798543E-2</c:v>
                </c:pt>
                <c:pt idx="3635">
                  <c:v>7.5275934080298201E-2</c:v>
                </c:pt>
                <c:pt idx="3636">
                  <c:v>7.5306579808820259E-2</c:v>
                </c:pt>
                <c:pt idx="3637">
                  <c:v>7.5307169888442035E-2</c:v>
                </c:pt>
                <c:pt idx="3638">
                  <c:v>7.5328176299376368E-2</c:v>
                </c:pt>
                <c:pt idx="3639">
                  <c:v>7.5341179965689509E-2</c:v>
                </c:pt>
                <c:pt idx="3640">
                  <c:v>7.535688805653129E-2</c:v>
                </c:pt>
                <c:pt idx="3641">
                  <c:v>7.5373526396431717E-2</c:v>
                </c:pt>
                <c:pt idx="3642">
                  <c:v>7.5382418521523123E-2</c:v>
                </c:pt>
                <c:pt idx="3643">
                  <c:v>7.5384786738471793E-2</c:v>
                </c:pt>
                <c:pt idx="3644">
                  <c:v>7.5385324673733003E-2</c:v>
                </c:pt>
                <c:pt idx="3645">
                  <c:v>7.5394186076983019E-2</c:v>
                </c:pt>
                <c:pt idx="3646">
                  <c:v>7.5397519327045068E-2</c:v>
                </c:pt>
                <c:pt idx="3647">
                  <c:v>7.5404152056058202E-2</c:v>
                </c:pt>
                <c:pt idx="3648">
                  <c:v>7.5411726183833891E-2</c:v>
                </c:pt>
                <c:pt idx="3649">
                  <c:v>7.543949184105192E-2</c:v>
                </c:pt>
                <c:pt idx="3650">
                  <c:v>7.5446030804101921E-2</c:v>
                </c:pt>
                <c:pt idx="3651">
                  <c:v>7.5461806311275109E-2</c:v>
                </c:pt>
                <c:pt idx="3652">
                  <c:v>7.5477497875885466E-2</c:v>
                </c:pt>
                <c:pt idx="3653">
                  <c:v>7.548989544848371E-2</c:v>
                </c:pt>
                <c:pt idx="3654">
                  <c:v>7.550078595094338E-2</c:v>
                </c:pt>
                <c:pt idx="3655">
                  <c:v>7.5518510266918207E-2</c:v>
                </c:pt>
                <c:pt idx="3656">
                  <c:v>7.5520823484284572E-2</c:v>
                </c:pt>
                <c:pt idx="3657">
                  <c:v>7.5538001787238046E-2</c:v>
                </c:pt>
                <c:pt idx="3658">
                  <c:v>7.5538926711838039E-2</c:v>
                </c:pt>
                <c:pt idx="3659">
                  <c:v>7.55418994362725E-2</c:v>
                </c:pt>
                <c:pt idx="3660">
                  <c:v>7.5565072261212396E-2</c:v>
                </c:pt>
                <c:pt idx="3661">
                  <c:v>7.5570716182504286E-2</c:v>
                </c:pt>
                <c:pt idx="3662">
                  <c:v>7.5577382276887359E-2</c:v>
                </c:pt>
                <c:pt idx="3663">
                  <c:v>7.5586774275071988E-2</c:v>
                </c:pt>
                <c:pt idx="3664">
                  <c:v>7.5591365560137166E-2</c:v>
                </c:pt>
                <c:pt idx="3665">
                  <c:v>7.5631331903667318E-2</c:v>
                </c:pt>
                <c:pt idx="3666">
                  <c:v>7.5650991705271398E-2</c:v>
                </c:pt>
                <c:pt idx="3667">
                  <c:v>7.5670652737681643E-2</c:v>
                </c:pt>
                <c:pt idx="3668">
                  <c:v>7.568824390161133E-2</c:v>
                </c:pt>
                <c:pt idx="3669">
                  <c:v>7.5695088122365334E-2</c:v>
                </c:pt>
                <c:pt idx="3670">
                  <c:v>7.5702791228659388E-2</c:v>
                </c:pt>
                <c:pt idx="3671">
                  <c:v>7.570789312706562E-2</c:v>
                </c:pt>
                <c:pt idx="3672">
                  <c:v>7.571273788072154E-2</c:v>
                </c:pt>
                <c:pt idx="3673">
                  <c:v>7.5718029834792741E-2</c:v>
                </c:pt>
                <c:pt idx="3674">
                  <c:v>7.5728340136711272E-2</c:v>
                </c:pt>
                <c:pt idx="3675">
                  <c:v>7.5729159467675819E-2</c:v>
                </c:pt>
                <c:pt idx="3676">
                  <c:v>7.5744489608556148E-2</c:v>
                </c:pt>
                <c:pt idx="3677">
                  <c:v>7.5745605273297836E-2</c:v>
                </c:pt>
                <c:pt idx="3678">
                  <c:v>7.5764476575273909E-2</c:v>
                </c:pt>
                <c:pt idx="3679">
                  <c:v>7.577876127205177E-2</c:v>
                </c:pt>
                <c:pt idx="3680">
                  <c:v>7.5785294917192533E-2</c:v>
                </c:pt>
                <c:pt idx="3681">
                  <c:v>7.5794405915864421E-2</c:v>
                </c:pt>
                <c:pt idx="3682">
                  <c:v>7.5805946389142995E-2</c:v>
                </c:pt>
                <c:pt idx="3683">
                  <c:v>7.5809949046592093E-2</c:v>
                </c:pt>
                <c:pt idx="3684">
                  <c:v>7.5818287483150101E-2</c:v>
                </c:pt>
                <c:pt idx="3685">
                  <c:v>7.5821224788093347E-2</c:v>
                </c:pt>
                <c:pt idx="3686">
                  <c:v>7.5821315060173852E-2</c:v>
                </c:pt>
                <c:pt idx="3687">
                  <c:v>7.582365891931267E-2</c:v>
                </c:pt>
                <c:pt idx="3688">
                  <c:v>7.5825716276358895E-2</c:v>
                </c:pt>
                <c:pt idx="3689">
                  <c:v>7.5825956263527464E-2</c:v>
                </c:pt>
                <c:pt idx="3690">
                  <c:v>7.5837730414852936E-2</c:v>
                </c:pt>
                <c:pt idx="3691">
                  <c:v>7.5850539886723592E-2</c:v>
                </c:pt>
                <c:pt idx="3692">
                  <c:v>7.5871107752338462E-2</c:v>
                </c:pt>
                <c:pt idx="3693">
                  <c:v>7.5874301396223143E-2</c:v>
                </c:pt>
                <c:pt idx="3694">
                  <c:v>7.5885568943515447E-2</c:v>
                </c:pt>
                <c:pt idx="3695">
                  <c:v>7.5900815234961908E-2</c:v>
                </c:pt>
                <c:pt idx="3696">
                  <c:v>7.5908955606760378E-2</c:v>
                </c:pt>
                <c:pt idx="3697">
                  <c:v>7.5909838943833408E-2</c:v>
                </c:pt>
                <c:pt idx="3698">
                  <c:v>7.5925914837637776E-2</c:v>
                </c:pt>
                <c:pt idx="3699">
                  <c:v>7.5939935617925558E-2</c:v>
                </c:pt>
                <c:pt idx="3700">
                  <c:v>7.5962557422555144E-2</c:v>
                </c:pt>
                <c:pt idx="3701">
                  <c:v>7.5963593992212003E-2</c:v>
                </c:pt>
                <c:pt idx="3702">
                  <c:v>7.596420158168124E-2</c:v>
                </c:pt>
                <c:pt idx="3703">
                  <c:v>7.5964627010841779E-2</c:v>
                </c:pt>
                <c:pt idx="3704">
                  <c:v>7.5979604998083011E-2</c:v>
                </c:pt>
                <c:pt idx="3705">
                  <c:v>7.5984470034083193E-2</c:v>
                </c:pt>
                <c:pt idx="3706">
                  <c:v>7.5987511375728498E-2</c:v>
                </c:pt>
                <c:pt idx="3707">
                  <c:v>7.6007173244447557E-2</c:v>
                </c:pt>
                <c:pt idx="3708">
                  <c:v>7.6012266760704258E-2</c:v>
                </c:pt>
                <c:pt idx="3709">
                  <c:v>7.6037848533125452E-2</c:v>
                </c:pt>
                <c:pt idx="3710">
                  <c:v>7.6041522064180231E-2</c:v>
                </c:pt>
                <c:pt idx="3711">
                  <c:v>7.6058845770201985E-2</c:v>
                </c:pt>
                <c:pt idx="3712">
                  <c:v>7.6060323193315779E-2</c:v>
                </c:pt>
                <c:pt idx="3713">
                  <c:v>7.6066439123297552E-2</c:v>
                </c:pt>
                <c:pt idx="3714">
                  <c:v>7.6080198812447181E-2</c:v>
                </c:pt>
                <c:pt idx="3715">
                  <c:v>7.6088617087589308E-2</c:v>
                </c:pt>
                <c:pt idx="3716">
                  <c:v>7.6093353699657321E-2</c:v>
                </c:pt>
                <c:pt idx="3717">
                  <c:v>7.6108530394756305E-2</c:v>
                </c:pt>
                <c:pt idx="3718">
                  <c:v>7.611285262566761E-2</c:v>
                </c:pt>
                <c:pt idx="3719">
                  <c:v>7.6114971531367565E-2</c:v>
                </c:pt>
                <c:pt idx="3720">
                  <c:v>7.6122839297033854E-2</c:v>
                </c:pt>
                <c:pt idx="3721">
                  <c:v>7.6163229263714535E-2</c:v>
                </c:pt>
                <c:pt idx="3722">
                  <c:v>7.6176487255284406E-2</c:v>
                </c:pt>
                <c:pt idx="3723">
                  <c:v>7.6181765946993399E-2</c:v>
                </c:pt>
                <c:pt idx="3724">
                  <c:v>7.6193047894028851E-2</c:v>
                </c:pt>
                <c:pt idx="3725">
                  <c:v>7.6193951494310644E-2</c:v>
                </c:pt>
                <c:pt idx="3726">
                  <c:v>7.6217955212203398E-2</c:v>
                </c:pt>
                <c:pt idx="3727">
                  <c:v>7.6224362328762146E-2</c:v>
                </c:pt>
                <c:pt idx="3728">
                  <c:v>7.6230742051935876E-2</c:v>
                </c:pt>
                <c:pt idx="3729">
                  <c:v>7.6238081363961346E-2</c:v>
                </c:pt>
                <c:pt idx="3730">
                  <c:v>7.6241093048825648E-2</c:v>
                </c:pt>
                <c:pt idx="3731">
                  <c:v>7.6249730696710857E-2</c:v>
                </c:pt>
                <c:pt idx="3732">
                  <c:v>7.6258667594692395E-2</c:v>
                </c:pt>
                <c:pt idx="3733">
                  <c:v>7.6258731158210108E-2</c:v>
                </c:pt>
                <c:pt idx="3734">
                  <c:v>7.6262363706709829E-2</c:v>
                </c:pt>
                <c:pt idx="3735">
                  <c:v>7.6278884595400831E-2</c:v>
                </c:pt>
                <c:pt idx="3736">
                  <c:v>7.6290360133789301E-2</c:v>
                </c:pt>
                <c:pt idx="3737">
                  <c:v>7.6299377657396625E-2</c:v>
                </c:pt>
                <c:pt idx="3738">
                  <c:v>7.6318358792388935E-2</c:v>
                </c:pt>
                <c:pt idx="3739">
                  <c:v>7.6318369439869513E-2</c:v>
                </c:pt>
                <c:pt idx="3740">
                  <c:v>7.6319874960501868E-2</c:v>
                </c:pt>
                <c:pt idx="3741">
                  <c:v>7.632266143449247E-2</c:v>
                </c:pt>
                <c:pt idx="3742">
                  <c:v>7.6327331742680748E-2</c:v>
                </c:pt>
                <c:pt idx="3743">
                  <c:v>7.6327735982014921E-2</c:v>
                </c:pt>
                <c:pt idx="3744">
                  <c:v>7.6329546069287393E-2</c:v>
                </c:pt>
                <c:pt idx="3745">
                  <c:v>7.6344199118636907E-2</c:v>
                </c:pt>
                <c:pt idx="3746">
                  <c:v>7.6344202154998431E-2</c:v>
                </c:pt>
                <c:pt idx="3747">
                  <c:v>7.6356147957819295E-2</c:v>
                </c:pt>
                <c:pt idx="3748">
                  <c:v>7.6356932745796913E-2</c:v>
                </c:pt>
                <c:pt idx="3749">
                  <c:v>7.6358617886370134E-2</c:v>
                </c:pt>
                <c:pt idx="3750">
                  <c:v>7.6376910517283972E-2</c:v>
                </c:pt>
                <c:pt idx="3751">
                  <c:v>7.6383523613909793E-2</c:v>
                </c:pt>
                <c:pt idx="3752">
                  <c:v>7.6400082554306789E-2</c:v>
                </c:pt>
                <c:pt idx="3753">
                  <c:v>7.6404542441399381E-2</c:v>
                </c:pt>
                <c:pt idx="3754">
                  <c:v>7.6409975622163229E-2</c:v>
                </c:pt>
                <c:pt idx="3755">
                  <c:v>7.6421612628892077E-2</c:v>
                </c:pt>
                <c:pt idx="3756">
                  <c:v>7.6429696490829452E-2</c:v>
                </c:pt>
                <c:pt idx="3757">
                  <c:v>7.6432496422342136E-2</c:v>
                </c:pt>
                <c:pt idx="3758">
                  <c:v>7.646109120162177E-2</c:v>
                </c:pt>
                <c:pt idx="3759">
                  <c:v>7.6466987218430815E-2</c:v>
                </c:pt>
                <c:pt idx="3760">
                  <c:v>7.6471754236257891E-2</c:v>
                </c:pt>
                <c:pt idx="3761">
                  <c:v>7.6475462315527917E-2</c:v>
                </c:pt>
                <c:pt idx="3762">
                  <c:v>7.6492147892806645E-2</c:v>
                </c:pt>
                <c:pt idx="3763">
                  <c:v>7.6496869728720038E-2</c:v>
                </c:pt>
                <c:pt idx="3764">
                  <c:v>7.6505653329345294E-2</c:v>
                </c:pt>
                <c:pt idx="3765">
                  <c:v>7.6516173530246728E-2</c:v>
                </c:pt>
                <c:pt idx="3766">
                  <c:v>7.6516298928972465E-2</c:v>
                </c:pt>
                <c:pt idx="3767">
                  <c:v>7.6546090883449519E-2</c:v>
                </c:pt>
                <c:pt idx="3768">
                  <c:v>7.65477603959E-2</c:v>
                </c:pt>
                <c:pt idx="3769">
                  <c:v>7.6566841657839085E-2</c:v>
                </c:pt>
                <c:pt idx="3770">
                  <c:v>7.657711000273254E-2</c:v>
                </c:pt>
                <c:pt idx="3771">
                  <c:v>7.6593670897098995E-2</c:v>
                </c:pt>
                <c:pt idx="3772">
                  <c:v>7.659460296430623E-2</c:v>
                </c:pt>
                <c:pt idx="3773">
                  <c:v>7.659991785155755E-2</c:v>
                </c:pt>
                <c:pt idx="3774">
                  <c:v>7.6605941037810238E-2</c:v>
                </c:pt>
                <c:pt idx="3775">
                  <c:v>7.6610379322745975E-2</c:v>
                </c:pt>
                <c:pt idx="3776">
                  <c:v>7.663082301433978E-2</c:v>
                </c:pt>
                <c:pt idx="3777">
                  <c:v>7.6639141469056718E-2</c:v>
                </c:pt>
                <c:pt idx="3778">
                  <c:v>7.6639562674887293E-2</c:v>
                </c:pt>
                <c:pt idx="3779">
                  <c:v>7.6642326475463901E-2</c:v>
                </c:pt>
                <c:pt idx="3780">
                  <c:v>7.6645776220367431E-2</c:v>
                </c:pt>
                <c:pt idx="3781">
                  <c:v>7.6648244388184225E-2</c:v>
                </c:pt>
                <c:pt idx="3782">
                  <c:v>7.6656943787734494E-2</c:v>
                </c:pt>
                <c:pt idx="3783">
                  <c:v>7.6675222632848289E-2</c:v>
                </c:pt>
                <c:pt idx="3784">
                  <c:v>7.668933111155854E-2</c:v>
                </c:pt>
                <c:pt idx="3785">
                  <c:v>7.6692504039330464E-2</c:v>
                </c:pt>
                <c:pt idx="3786">
                  <c:v>7.6702292663903229E-2</c:v>
                </c:pt>
                <c:pt idx="3787">
                  <c:v>7.6714860258106171E-2</c:v>
                </c:pt>
                <c:pt idx="3788">
                  <c:v>7.6718054817109013E-2</c:v>
                </c:pt>
                <c:pt idx="3789">
                  <c:v>7.6739067875664785E-2</c:v>
                </c:pt>
                <c:pt idx="3790">
                  <c:v>7.6755990159390594E-2</c:v>
                </c:pt>
                <c:pt idx="3791">
                  <c:v>7.6787819307054903E-2</c:v>
                </c:pt>
                <c:pt idx="3792">
                  <c:v>7.679137383331347E-2</c:v>
                </c:pt>
                <c:pt idx="3793">
                  <c:v>7.6793706675550993E-2</c:v>
                </c:pt>
                <c:pt idx="3794">
                  <c:v>7.6812123171177582E-2</c:v>
                </c:pt>
                <c:pt idx="3795">
                  <c:v>7.6821528049339227E-2</c:v>
                </c:pt>
                <c:pt idx="3796">
                  <c:v>7.6830811911520039E-2</c:v>
                </c:pt>
                <c:pt idx="3797">
                  <c:v>7.6832555790502577E-2</c:v>
                </c:pt>
                <c:pt idx="3798">
                  <c:v>7.6845102484978126E-2</c:v>
                </c:pt>
                <c:pt idx="3799">
                  <c:v>7.6856380579855554E-2</c:v>
                </c:pt>
                <c:pt idx="3800">
                  <c:v>7.685701346211643E-2</c:v>
                </c:pt>
                <c:pt idx="3801">
                  <c:v>7.6865321335614842E-2</c:v>
                </c:pt>
                <c:pt idx="3802">
                  <c:v>7.6866855989194321E-2</c:v>
                </c:pt>
                <c:pt idx="3803">
                  <c:v>7.6871630236243604E-2</c:v>
                </c:pt>
                <c:pt idx="3804">
                  <c:v>7.6874162512912306E-2</c:v>
                </c:pt>
                <c:pt idx="3805">
                  <c:v>7.6875882674891788E-2</c:v>
                </c:pt>
                <c:pt idx="3806">
                  <c:v>7.6931728467840854E-2</c:v>
                </c:pt>
                <c:pt idx="3807">
                  <c:v>7.6932874966748416E-2</c:v>
                </c:pt>
                <c:pt idx="3808">
                  <c:v>7.6933100161732118E-2</c:v>
                </c:pt>
                <c:pt idx="3809">
                  <c:v>7.6933606553075462E-2</c:v>
                </c:pt>
                <c:pt idx="3810">
                  <c:v>7.694875644382447E-2</c:v>
                </c:pt>
                <c:pt idx="3811">
                  <c:v>7.6957353177922586E-2</c:v>
                </c:pt>
                <c:pt idx="3812">
                  <c:v>7.6963709578933406E-2</c:v>
                </c:pt>
                <c:pt idx="3813">
                  <c:v>7.6987089571082593E-2</c:v>
                </c:pt>
                <c:pt idx="3814">
                  <c:v>7.7015182930847526E-2</c:v>
                </c:pt>
                <c:pt idx="3815">
                  <c:v>7.7022321013948264E-2</c:v>
                </c:pt>
                <c:pt idx="3816">
                  <c:v>7.7025448281190914E-2</c:v>
                </c:pt>
                <c:pt idx="3817">
                  <c:v>7.7025557810159656E-2</c:v>
                </c:pt>
                <c:pt idx="3818">
                  <c:v>7.7041562658155122E-2</c:v>
                </c:pt>
                <c:pt idx="3819">
                  <c:v>7.7049879485430933E-2</c:v>
                </c:pt>
                <c:pt idx="3820">
                  <c:v>7.7079510162107623E-2</c:v>
                </c:pt>
                <c:pt idx="3821">
                  <c:v>7.7088837277179537E-2</c:v>
                </c:pt>
                <c:pt idx="3822">
                  <c:v>7.7089108371444892E-2</c:v>
                </c:pt>
                <c:pt idx="3823">
                  <c:v>7.7096154765727593E-2</c:v>
                </c:pt>
                <c:pt idx="3824">
                  <c:v>7.7109032187282323E-2</c:v>
                </c:pt>
                <c:pt idx="3825">
                  <c:v>7.7119547820965487E-2</c:v>
                </c:pt>
                <c:pt idx="3826">
                  <c:v>7.7131276135468566E-2</c:v>
                </c:pt>
                <c:pt idx="3827">
                  <c:v>7.7134332200966896E-2</c:v>
                </c:pt>
                <c:pt idx="3828">
                  <c:v>7.7180337339652488E-2</c:v>
                </c:pt>
                <c:pt idx="3829">
                  <c:v>7.7193001252401194E-2</c:v>
                </c:pt>
                <c:pt idx="3830">
                  <c:v>7.719551314075368E-2</c:v>
                </c:pt>
                <c:pt idx="3831">
                  <c:v>7.7197721162972077E-2</c:v>
                </c:pt>
                <c:pt idx="3832">
                  <c:v>7.72081060540553E-2</c:v>
                </c:pt>
                <c:pt idx="3833">
                  <c:v>7.72214805610872E-2</c:v>
                </c:pt>
                <c:pt idx="3834">
                  <c:v>7.7229069799154809E-2</c:v>
                </c:pt>
                <c:pt idx="3835">
                  <c:v>7.7232540257062665E-2</c:v>
                </c:pt>
                <c:pt idx="3836">
                  <c:v>7.7238424594823593E-2</c:v>
                </c:pt>
                <c:pt idx="3837">
                  <c:v>7.7253120502020475E-2</c:v>
                </c:pt>
                <c:pt idx="3838">
                  <c:v>7.7261483250824298E-2</c:v>
                </c:pt>
                <c:pt idx="3839">
                  <c:v>7.7264924759717718E-2</c:v>
                </c:pt>
                <c:pt idx="3840">
                  <c:v>7.7265312008063358E-2</c:v>
                </c:pt>
                <c:pt idx="3841">
                  <c:v>7.726933556935317E-2</c:v>
                </c:pt>
                <c:pt idx="3842">
                  <c:v>7.7281863906277448E-2</c:v>
                </c:pt>
                <c:pt idx="3843">
                  <c:v>7.7288281933894504E-2</c:v>
                </c:pt>
                <c:pt idx="3844">
                  <c:v>7.7298004827937042E-2</c:v>
                </c:pt>
                <c:pt idx="3845">
                  <c:v>7.7302334274714432E-2</c:v>
                </c:pt>
                <c:pt idx="3846">
                  <c:v>7.7339958858219676E-2</c:v>
                </c:pt>
                <c:pt idx="3847">
                  <c:v>7.7347691300779814E-2</c:v>
                </c:pt>
                <c:pt idx="3848">
                  <c:v>7.7353314610385207E-2</c:v>
                </c:pt>
                <c:pt idx="3849">
                  <c:v>7.7360733833927831E-2</c:v>
                </c:pt>
                <c:pt idx="3850">
                  <c:v>7.736492874349403E-2</c:v>
                </c:pt>
                <c:pt idx="3851">
                  <c:v>7.7382246957342388E-2</c:v>
                </c:pt>
                <c:pt idx="3852">
                  <c:v>7.7382438883897481E-2</c:v>
                </c:pt>
                <c:pt idx="3853">
                  <c:v>7.7406391089234639E-2</c:v>
                </c:pt>
                <c:pt idx="3854">
                  <c:v>7.7408602176896518E-2</c:v>
                </c:pt>
                <c:pt idx="3855">
                  <c:v>7.7433185500451973E-2</c:v>
                </c:pt>
                <c:pt idx="3856">
                  <c:v>7.744056931659235E-2</c:v>
                </c:pt>
                <c:pt idx="3857">
                  <c:v>7.7447150042803919E-2</c:v>
                </c:pt>
                <c:pt idx="3858">
                  <c:v>7.7456634635426264E-2</c:v>
                </c:pt>
                <c:pt idx="3859">
                  <c:v>7.7470313774080951E-2</c:v>
                </c:pt>
                <c:pt idx="3860">
                  <c:v>7.7474628095776515E-2</c:v>
                </c:pt>
                <c:pt idx="3861">
                  <c:v>7.7475668607870612E-2</c:v>
                </c:pt>
                <c:pt idx="3862">
                  <c:v>7.7514019084319513E-2</c:v>
                </c:pt>
                <c:pt idx="3863">
                  <c:v>7.7535001962644054E-2</c:v>
                </c:pt>
                <c:pt idx="3864">
                  <c:v>7.7544853606676012E-2</c:v>
                </c:pt>
                <c:pt idx="3865">
                  <c:v>7.7550512293785859E-2</c:v>
                </c:pt>
                <c:pt idx="3866">
                  <c:v>7.7551141198921092E-2</c:v>
                </c:pt>
                <c:pt idx="3867">
                  <c:v>7.7555531873449227E-2</c:v>
                </c:pt>
                <c:pt idx="3868">
                  <c:v>7.7560737877319597E-2</c:v>
                </c:pt>
                <c:pt idx="3869">
                  <c:v>7.7567702295222751E-2</c:v>
                </c:pt>
                <c:pt idx="3870">
                  <c:v>7.7574803817742843E-2</c:v>
                </c:pt>
                <c:pt idx="3871">
                  <c:v>7.7602077079847759E-2</c:v>
                </c:pt>
                <c:pt idx="3872">
                  <c:v>7.7617665984602596E-2</c:v>
                </c:pt>
                <c:pt idx="3873">
                  <c:v>7.7624354082314773E-2</c:v>
                </c:pt>
                <c:pt idx="3874">
                  <c:v>7.7632844444532376E-2</c:v>
                </c:pt>
                <c:pt idx="3875">
                  <c:v>7.7635386529346095E-2</c:v>
                </c:pt>
                <c:pt idx="3876">
                  <c:v>7.7637953315760913E-2</c:v>
                </c:pt>
                <c:pt idx="3877">
                  <c:v>7.7640842217611736E-2</c:v>
                </c:pt>
                <c:pt idx="3878">
                  <c:v>7.7642348167117903E-2</c:v>
                </c:pt>
                <c:pt idx="3879">
                  <c:v>7.7647620121454403E-2</c:v>
                </c:pt>
                <c:pt idx="3880">
                  <c:v>7.7659163676411E-2</c:v>
                </c:pt>
                <c:pt idx="3881">
                  <c:v>7.7674713908186019E-2</c:v>
                </c:pt>
                <c:pt idx="3882">
                  <c:v>7.7695817029073549E-2</c:v>
                </c:pt>
                <c:pt idx="3883">
                  <c:v>7.7745180408322317E-2</c:v>
                </c:pt>
                <c:pt idx="3884">
                  <c:v>7.7770892166391908E-2</c:v>
                </c:pt>
                <c:pt idx="3885">
                  <c:v>7.7790740101906675E-2</c:v>
                </c:pt>
                <c:pt idx="3886">
                  <c:v>7.7793013926630683E-2</c:v>
                </c:pt>
                <c:pt idx="3887">
                  <c:v>7.7809576173830386E-2</c:v>
                </c:pt>
                <c:pt idx="3888">
                  <c:v>7.7822575196528368E-2</c:v>
                </c:pt>
                <c:pt idx="3889">
                  <c:v>7.7839376689843309E-2</c:v>
                </c:pt>
                <c:pt idx="3890">
                  <c:v>7.78418222529913E-2</c:v>
                </c:pt>
                <c:pt idx="3891">
                  <c:v>7.7851493797189239E-2</c:v>
                </c:pt>
                <c:pt idx="3892">
                  <c:v>7.7852950407390556E-2</c:v>
                </c:pt>
                <c:pt idx="3893">
                  <c:v>7.7858523866641355E-2</c:v>
                </c:pt>
                <c:pt idx="3894">
                  <c:v>7.7867993848985378E-2</c:v>
                </c:pt>
                <c:pt idx="3895">
                  <c:v>7.7870987714497353E-2</c:v>
                </c:pt>
                <c:pt idx="3896">
                  <c:v>7.7873359385505714E-2</c:v>
                </c:pt>
                <c:pt idx="3897">
                  <c:v>7.7887063589075475E-2</c:v>
                </c:pt>
                <c:pt idx="3898">
                  <c:v>7.7889162085727534E-2</c:v>
                </c:pt>
                <c:pt idx="3899">
                  <c:v>7.7898445849670803E-2</c:v>
                </c:pt>
                <c:pt idx="3900">
                  <c:v>7.790170056302026E-2</c:v>
                </c:pt>
                <c:pt idx="3901">
                  <c:v>7.7905358956703044E-2</c:v>
                </c:pt>
                <c:pt idx="3902">
                  <c:v>7.790665131048144E-2</c:v>
                </c:pt>
                <c:pt idx="3903">
                  <c:v>7.7909688985910497E-2</c:v>
                </c:pt>
                <c:pt idx="3904">
                  <c:v>7.7912462626432602E-2</c:v>
                </c:pt>
                <c:pt idx="3905">
                  <c:v>7.7912532885222249E-2</c:v>
                </c:pt>
                <c:pt idx="3906">
                  <c:v>7.7967453042641244E-2</c:v>
                </c:pt>
                <c:pt idx="3907">
                  <c:v>7.7973613881528472E-2</c:v>
                </c:pt>
                <c:pt idx="3908">
                  <c:v>7.7982496331925805E-2</c:v>
                </c:pt>
                <c:pt idx="3909">
                  <c:v>7.7983323341108635E-2</c:v>
                </c:pt>
                <c:pt idx="3910">
                  <c:v>7.7985662860354299E-2</c:v>
                </c:pt>
                <c:pt idx="3911">
                  <c:v>7.7991113593908451E-2</c:v>
                </c:pt>
                <c:pt idx="3912">
                  <c:v>7.7998296544692647E-2</c:v>
                </c:pt>
                <c:pt idx="3913">
                  <c:v>7.8002550870343815E-2</c:v>
                </c:pt>
                <c:pt idx="3914">
                  <c:v>7.8019885872190178E-2</c:v>
                </c:pt>
                <c:pt idx="3915">
                  <c:v>7.8028879997200665E-2</c:v>
                </c:pt>
                <c:pt idx="3916">
                  <c:v>7.8029325968970664E-2</c:v>
                </c:pt>
                <c:pt idx="3917">
                  <c:v>7.8046204296027183E-2</c:v>
                </c:pt>
                <c:pt idx="3918">
                  <c:v>7.8046809403763392E-2</c:v>
                </c:pt>
                <c:pt idx="3919">
                  <c:v>7.8056788897096024E-2</c:v>
                </c:pt>
                <c:pt idx="3920">
                  <c:v>7.8066703436590307E-2</c:v>
                </c:pt>
                <c:pt idx="3921">
                  <c:v>7.8081797716605283E-2</c:v>
                </c:pt>
                <c:pt idx="3922">
                  <c:v>7.8088266226867389E-2</c:v>
                </c:pt>
                <c:pt idx="3923">
                  <c:v>7.8102634193811707E-2</c:v>
                </c:pt>
                <c:pt idx="3924">
                  <c:v>7.8111933370791753E-2</c:v>
                </c:pt>
                <c:pt idx="3925">
                  <c:v>7.8114251797111581E-2</c:v>
                </c:pt>
                <c:pt idx="3926">
                  <c:v>7.8120583533028878E-2</c:v>
                </c:pt>
                <c:pt idx="3927">
                  <c:v>7.8127314702796824E-2</c:v>
                </c:pt>
                <c:pt idx="3928">
                  <c:v>7.8136896337497624E-2</c:v>
                </c:pt>
                <c:pt idx="3929">
                  <c:v>7.8166056867280953E-2</c:v>
                </c:pt>
                <c:pt idx="3930">
                  <c:v>7.8167208224848392E-2</c:v>
                </c:pt>
                <c:pt idx="3931">
                  <c:v>7.817023816967969E-2</c:v>
                </c:pt>
                <c:pt idx="3932">
                  <c:v>7.8175477025314383E-2</c:v>
                </c:pt>
                <c:pt idx="3933">
                  <c:v>7.8177199636104713E-2</c:v>
                </c:pt>
                <c:pt idx="3934">
                  <c:v>7.8185173930351931E-2</c:v>
                </c:pt>
                <c:pt idx="3935">
                  <c:v>7.819812559452588E-2</c:v>
                </c:pt>
                <c:pt idx="3936">
                  <c:v>7.820438056340083E-2</c:v>
                </c:pt>
                <c:pt idx="3937">
                  <c:v>7.8210013837101341E-2</c:v>
                </c:pt>
                <c:pt idx="3938">
                  <c:v>7.8212220416437689E-2</c:v>
                </c:pt>
                <c:pt idx="3939">
                  <c:v>7.8213125608170425E-2</c:v>
                </c:pt>
                <c:pt idx="3940">
                  <c:v>7.8222904989886835E-2</c:v>
                </c:pt>
                <c:pt idx="3941">
                  <c:v>7.8224512213329406E-2</c:v>
                </c:pt>
                <c:pt idx="3942">
                  <c:v>7.8236526659757902E-2</c:v>
                </c:pt>
                <c:pt idx="3943">
                  <c:v>7.82471871510836E-2</c:v>
                </c:pt>
                <c:pt idx="3944">
                  <c:v>7.8257698237538725E-2</c:v>
                </c:pt>
                <c:pt idx="3945">
                  <c:v>7.8259707461777128E-2</c:v>
                </c:pt>
                <c:pt idx="3946">
                  <c:v>7.8260002621917776E-2</c:v>
                </c:pt>
                <c:pt idx="3947">
                  <c:v>7.8262462670875069E-2</c:v>
                </c:pt>
                <c:pt idx="3948">
                  <c:v>7.8267094538506776E-2</c:v>
                </c:pt>
                <c:pt idx="3949">
                  <c:v>7.8267685729984465E-2</c:v>
                </c:pt>
                <c:pt idx="3950">
                  <c:v>7.828426064796902E-2</c:v>
                </c:pt>
                <c:pt idx="3951">
                  <c:v>7.8303409092751963E-2</c:v>
                </c:pt>
                <c:pt idx="3952">
                  <c:v>7.8312502426587022E-2</c:v>
                </c:pt>
                <c:pt idx="3953">
                  <c:v>7.8332341606420372E-2</c:v>
                </c:pt>
                <c:pt idx="3954">
                  <c:v>7.83352781269962E-2</c:v>
                </c:pt>
                <c:pt idx="3955">
                  <c:v>7.8346738922566064E-2</c:v>
                </c:pt>
                <c:pt idx="3956">
                  <c:v>7.8394851279804431E-2</c:v>
                </c:pt>
                <c:pt idx="3957">
                  <c:v>7.8416774252004579E-2</c:v>
                </c:pt>
                <c:pt idx="3958">
                  <c:v>7.8417954628740974E-2</c:v>
                </c:pt>
                <c:pt idx="3959">
                  <c:v>7.8429429455914634E-2</c:v>
                </c:pt>
                <c:pt idx="3960">
                  <c:v>7.8451874155490792E-2</c:v>
                </c:pt>
                <c:pt idx="3961">
                  <c:v>7.8455631053710562E-2</c:v>
                </c:pt>
                <c:pt idx="3962">
                  <c:v>7.8497232671335571E-2</c:v>
                </c:pt>
                <c:pt idx="3963">
                  <c:v>7.8512742265274535E-2</c:v>
                </c:pt>
                <c:pt idx="3964">
                  <c:v>7.8513177646556187E-2</c:v>
                </c:pt>
                <c:pt idx="3965">
                  <c:v>7.8530570443386821E-2</c:v>
                </c:pt>
                <c:pt idx="3966">
                  <c:v>7.8538529809177374E-2</c:v>
                </c:pt>
                <c:pt idx="3967">
                  <c:v>7.8549934301339136E-2</c:v>
                </c:pt>
                <c:pt idx="3968">
                  <c:v>7.8552018174451538E-2</c:v>
                </c:pt>
                <c:pt idx="3969">
                  <c:v>7.8554045611785653E-2</c:v>
                </c:pt>
                <c:pt idx="3970">
                  <c:v>7.8562694571667452E-2</c:v>
                </c:pt>
                <c:pt idx="3971">
                  <c:v>7.8575714469793653E-2</c:v>
                </c:pt>
                <c:pt idx="3972">
                  <c:v>7.8576729314687316E-2</c:v>
                </c:pt>
                <c:pt idx="3973">
                  <c:v>7.8580689551815949E-2</c:v>
                </c:pt>
                <c:pt idx="3974">
                  <c:v>7.8585646134480353E-2</c:v>
                </c:pt>
                <c:pt idx="3975">
                  <c:v>7.8597941403731358E-2</c:v>
                </c:pt>
                <c:pt idx="3976">
                  <c:v>7.8610156039542231E-2</c:v>
                </c:pt>
                <c:pt idx="3977">
                  <c:v>7.8616887770292951E-2</c:v>
                </c:pt>
                <c:pt idx="3978">
                  <c:v>7.8617146824622411E-2</c:v>
                </c:pt>
                <c:pt idx="3979">
                  <c:v>7.8617530673170455E-2</c:v>
                </c:pt>
                <c:pt idx="3980">
                  <c:v>7.8634237875967072E-2</c:v>
                </c:pt>
                <c:pt idx="3981">
                  <c:v>7.8646826445973608E-2</c:v>
                </c:pt>
                <c:pt idx="3982">
                  <c:v>7.8658822829306904E-2</c:v>
                </c:pt>
                <c:pt idx="3983">
                  <c:v>7.8659441298154456E-2</c:v>
                </c:pt>
                <c:pt idx="3984">
                  <c:v>7.8703058807356355E-2</c:v>
                </c:pt>
                <c:pt idx="3985">
                  <c:v>7.8707264068261992E-2</c:v>
                </c:pt>
                <c:pt idx="3986">
                  <c:v>7.8708816405078208E-2</c:v>
                </c:pt>
                <c:pt idx="3987">
                  <c:v>7.8711314977164798E-2</c:v>
                </c:pt>
                <c:pt idx="3988">
                  <c:v>7.8717195396350803E-2</c:v>
                </c:pt>
                <c:pt idx="3989">
                  <c:v>7.8722917429653941E-2</c:v>
                </c:pt>
                <c:pt idx="3990">
                  <c:v>7.8725413421927889E-2</c:v>
                </c:pt>
                <c:pt idx="3991">
                  <c:v>7.8743574391787211E-2</c:v>
                </c:pt>
                <c:pt idx="3992">
                  <c:v>7.876438379545507E-2</c:v>
                </c:pt>
                <c:pt idx="3993">
                  <c:v>7.8769654673754685E-2</c:v>
                </c:pt>
                <c:pt idx="3994">
                  <c:v>7.8778243660282216E-2</c:v>
                </c:pt>
                <c:pt idx="3995">
                  <c:v>7.8784947945022832E-2</c:v>
                </c:pt>
                <c:pt idx="3996">
                  <c:v>7.8792036697646395E-2</c:v>
                </c:pt>
                <c:pt idx="3997">
                  <c:v>7.8793703509947077E-2</c:v>
                </c:pt>
                <c:pt idx="3998">
                  <c:v>7.8799216197273536E-2</c:v>
                </c:pt>
                <c:pt idx="3999">
                  <c:v>7.8805316633944411E-2</c:v>
                </c:pt>
                <c:pt idx="4000">
                  <c:v>7.8807941211486168E-2</c:v>
                </c:pt>
                <c:pt idx="4001">
                  <c:v>7.881456555228282E-2</c:v>
                </c:pt>
                <c:pt idx="4002">
                  <c:v>7.8833878416679895E-2</c:v>
                </c:pt>
                <c:pt idx="4003">
                  <c:v>7.8843539742220442E-2</c:v>
                </c:pt>
                <c:pt idx="4004">
                  <c:v>7.8855750765848096E-2</c:v>
                </c:pt>
                <c:pt idx="4005">
                  <c:v>7.8862493135788511E-2</c:v>
                </c:pt>
                <c:pt idx="4006">
                  <c:v>7.8894834392494034E-2</c:v>
                </c:pt>
                <c:pt idx="4007">
                  <c:v>7.8897659211048007E-2</c:v>
                </c:pt>
                <c:pt idx="4008">
                  <c:v>7.8898072767634206E-2</c:v>
                </c:pt>
                <c:pt idx="4009">
                  <c:v>7.8917505408799105E-2</c:v>
                </c:pt>
                <c:pt idx="4010">
                  <c:v>7.8921420840538936E-2</c:v>
                </c:pt>
                <c:pt idx="4011">
                  <c:v>7.8922102376256784E-2</c:v>
                </c:pt>
                <c:pt idx="4012">
                  <c:v>7.8929955287034476E-2</c:v>
                </c:pt>
                <c:pt idx="4013">
                  <c:v>7.893678451275718E-2</c:v>
                </c:pt>
                <c:pt idx="4014">
                  <c:v>7.8942270147069268E-2</c:v>
                </c:pt>
                <c:pt idx="4015">
                  <c:v>7.8980884821319527E-2</c:v>
                </c:pt>
                <c:pt idx="4016">
                  <c:v>7.8988541162293049E-2</c:v>
                </c:pt>
                <c:pt idx="4017">
                  <c:v>7.899564986122351E-2</c:v>
                </c:pt>
                <c:pt idx="4018">
                  <c:v>7.9007351929080524E-2</c:v>
                </c:pt>
                <c:pt idx="4019">
                  <c:v>7.9019635102720323E-2</c:v>
                </c:pt>
                <c:pt idx="4020">
                  <c:v>7.9053323033222184E-2</c:v>
                </c:pt>
                <c:pt idx="4021">
                  <c:v>7.9054134451892868E-2</c:v>
                </c:pt>
                <c:pt idx="4022">
                  <c:v>7.9058544003767509E-2</c:v>
                </c:pt>
                <c:pt idx="4023">
                  <c:v>7.9063110160171091E-2</c:v>
                </c:pt>
                <c:pt idx="4024">
                  <c:v>7.9068806275765346E-2</c:v>
                </c:pt>
                <c:pt idx="4025">
                  <c:v>7.9071479011732615E-2</c:v>
                </c:pt>
                <c:pt idx="4026">
                  <c:v>7.9072836885936526E-2</c:v>
                </c:pt>
                <c:pt idx="4027">
                  <c:v>7.9084044630622102E-2</c:v>
                </c:pt>
                <c:pt idx="4028">
                  <c:v>7.9110247492880273E-2</c:v>
                </c:pt>
                <c:pt idx="4029">
                  <c:v>7.9115362988731619E-2</c:v>
                </c:pt>
                <c:pt idx="4030">
                  <c:v>7.9125237355103101E-2</c:v>
                </c:pt>
                <c:pt idx="4031">
                  <c:v>7.9130849697549147E-2</c:v>
                </c:pt>
                <c:pt idx="4032">
                  <c:v>7.9139041514431976E-2</c:v>
                </c:pt>
                <c:pt idx="4033">
                  <c:v>7.9155764713799134E-2</c:v>
                </c:pt>
                <c:pt idx="4034">
                  <c:v>7.916322665694453E-2</c:v>
                </c:pt>
                <c:pt idx="4035">
                  <c:v>7.9163248697681418E-2</c:v>
                </c:pt>
                <c:pt idx="4036">
                  <c:v>7.916383596024032E-2</c:v>
                </c:pt>
                <c:pt idx="4037">
                  <c:v>7.9170132789249906E-2</c:v>
                </c:pt>
                <c:pt idx="4038">
                  <c:v>7.9174005320768945E-2</c:v>
                </c:pt>
                <c:pt idx="4039">
                  <c:v>7.9176835871803145E-2</c:v>
                </c:pt>
                <c:pt idx="4040">
                  <c:v>7.917934244787507E-2</c:v>
                </c:pt>
                <c:pt idx="4041">
                  <c:v>7.9193352978088868E-2</c:v>
                </c:pt>
                <c:pt idx="4042">
                  <c:v>7.9210082134856544E-2</c:v>
                </c:pt>
                <c:pt idx="4043">
                  <c:v>7.9218880147786511E-2</c:v>
                </c:pt>
                <c:pt idx="4044">
                  <c:v>7.9224101098354247E-2</c:v>
                </c:pt>
                <c:pt idx="4045">
                  <c:v>7.9234105787245601E-2</c:v>
                </c:pt>
                <c:pt idx="4046">
                  <c:v>7.9244457539325949E-2</c:v>
                </c:pt>
                <c:pt idx="4047">
                  <c:v>7.9264436190177728E-2</c:v>
                </c:pt>
                <c:pt idx="4048">
                  <c:v>7.9265581237228114E-2</c:v>
                </c:pt>
                <c:pt idx="4049">
                  <c:v>7.9268906012828044E-2</c:v>
                </c:pt>
                <c:pt idx="4050">
                  <c:v>7.9280761366026437E-2</c:v>
                </c:pt>
                <c:pt idx="4051">
                  <c:v>7.9281680305231167E-2</c:v>
                </c:pt>
                <c:pt idx="4052">
                  <c:v>7.9289213009073586E-2</c:v>
                </c:pt>
                <c:pt idx="4053">
                  <c:v>7.928925243806971E-2</c:v>
                </c:pt>
                <c:pt idx="4054">
                  <c:v>7.9309059838616497E-2</c:v>
                </c:pt>
                <c:pt idx="4055">
                  <c:v>7.9309472444354712E-2</c:v>
                </c:pt>
                <c:pt idx="4056">
                  <c:v>7.9309557923412516E-2</c:v>
                </c:pt>
                <c:pt idx="4057">
                  <c:v>7.9309690678941586E-2</c:v>
                </c:pt>
                <c:pt idx="4058">
                  <c:v>7.9312399769233113E-2</c:v>
                </c:pt>
                <c:pt idx="4059">
                  <c:v>7.9319495251246694E-2</c:v>
                </c:pt>
                <c:pt idx="4060">
                  <c:v>7.9325059913098475E-2</c:v>
                </c:pt>
                <c:pt idx="4061">
                  <c:v>7.9351639127284185E-2</c:v>
                </c:pt>
                <c:pt idx="4062">
                  <c:v>7.9351948603732583E-2</c:v>
                </c:pt>
                <c:pt idx="4063">
                  <c:v>7.9353825188499483E-2</c:v>
                </c:pt>
                <c:pt idx="4064">
                  <c:v>7.935616384613868E-2</c:v>
                </c:pt>
                <c:pt idx="4065">
                  <c:v>7.9374843658419361E-2</c:v>
                </c:pt>
                <c:pt idx="4066">
                  <c:v>7.9398298943456749E-2</c:v>
                </c:pt>
                <c:pt idx="4067">
                  <c:v>7.9401311879052486E-2</c:v>
                </c:pt>
                <c:pt idx="4068">
                  <c:v>7.9425222973295587E-2</c:v>
                </c:pt>
                <c:pt idx="4069">
                  <c:v>7.9443070854851833E-2</c:v>
                </c:pt>
                <c:pt idx="4070">
                  <c:v>7.9458339516114349E-2</c:v>
                </c:pt>
                <c:pt idx="4071">
                  <c:v>7.9490728501033905E-2</c:v>
                </c:pt>
                <c:pt idx="4072">
                  <c:v>7.9499399348917116E-2</c:v>
                </c:pt>
                <c:pt idx="4073">
                  <c:v>7.9508858710098801E-2</c:v>
                </c:pt>
                <c:pt idx="4074">
                  <c:v>7.9509723089435339E-2</c:v>
                </c:pt>
                <c:pt idx="4075">
                  <c:v>7.9524763263800938E-2</c:v>
                </c:pt>
                <c:pt idx="4076">
                  <c:v>7.9530219486196541E-2</c:v>
                </c:pt>
                <c:pt idx="4077">
                  <c:v>7.9539118032283709E-2</c:v>
                </c:pt>
                <c:pt idx="4078">
                  <c:v>7.9547859603142396E-2</c:v>
                </c:pt>
                <c:pt idx="4079">
                  <c:v>7.9553632173137309E-2</c:v>
                </c:pt>
                <c:pt idx="4080">
                  <c:v>7.9556622227884094E-2</c:v>
                </c:pt>
                <c:pt idx="4081">
                  <c:v>7.9561434137953052E-2</c:v>
                </c:pt>
                <c:pt idx="4082">
                  <c:v>7.9571169730812533E-2</c:v>
                </c:pt>
                <c:pt idx="4083">
                  <c:v>7.9572876485655433E-2</c:v>
                </c:pt>
                <c:pt idx="4084">
                  <c:v>7.9590359523043303E-2</c:v>
                </c:pt>
                <c:pt idx="4085">
                  <c:v>7.9649490327268035E-2</c:v>
                </c:pt>
                <c:pt idx="4086">
                  <c:v>7.9653076258807493E-2</c:v>
                </c:pt>
                <c:pt idx="4087">
                  <c:v>7.9653630321890601E-2</c:v>
                </c:pt>
                <c:pt idx="4088">
                  <c:v>7.9658190170164345E-2</c:v>
                </c:pt>
                <c:pt idx="4089">
                  <c:v>7.9659542386106244E-2</c:v>
                </c:pt>
                <c:pt idx="4090">
                  <c:v>7.9676021279869225E-2</c:v>
                </c:pt>
                <c:pt idx="4091">
                  <c:v>7.9725298599348335E-2</c:v>
                </c:pt>
                <c:pt idx="4092">
                  <c:v>7.9725544013259264E-2</c:v>
                </c:pt>
                <c:pt idx="4093">
                  <c:v>7.9726382598393777E-2</c:v>
                </c:pt>
                <c:pt idx="4094">
                  <c:v>7.9737546392371683E-2</c:v>
                </c:pt>
                <c:pt idx="4095">
                  <c:v>7.9746304118988504E-2</c:v>
                </c:pt>
                <c:pt idx="4096">
                  <c:v>7.9749997323446314E-2</c:v>
                </c:pt>
                <c:pt idx="4097">
                  <c:v>7.9759078710120321E-2</c:v>
                </c:pt>
                <c:pt idx="4098">
                  <c:v>7.9776594218413613E-2</c:v>
                </c:pt>
                <c:pt idx="4099">
                  <c:v>7.9797599489916965E-2</c:v>
                </c:pt>
                <c:pt idx="4100">
                  <c:v>7.9799885026947528E-2</c:v>
                </c:pt>
                <c:pt idx="4101">
                  <c:v>7.9801753320558652E-2</c:v>
                </c:pt>
                <c:pt idx="4102">
                  <c:v>7.9805742495741933E-2</c:v>
                </c:pt>
                <c:pt idx="4103">
                  <c:v>7.9814741267379224E-2</c:v>
                </c:pt>
                <c:pt idx="4104">
                  <c:v>7.9821906199606815E-2</c:v>
                </c:pt>
                <c:pt idx="4105">
                  <c:v>7.9828133162223175E-2</c:v>
                </c:pt>
                <c:pt idx="4106">
                  <c:v>7.9852344976219833E-2</c:v>
                </c:pt>
                <c:pt idx="4107">
                  <c:v>7.9855142050784117E-2</c:v>
                </c:pt>
                <c:pt idx="4108">
                  <c:v>7.9857714057052762E-2</c:v>
                </c:pt>
                <c:pt idx="4109">
                  <c:v>7.9861597551995581E-2</c:v>
                </c:pt>
                <c:pt idx="4110">
                  <c:v>7.9866317401680195E-2</c:v>
                </c:pt>
                <c:pt idx="4111">
                  <c:v>7.9889253984678318E-2</c:v>
                </c:pt>
                <c:pt idx="4112">
                  <c:v>7.989515858722647E-2</c:v>
                </c:pt>
                <c:pt idx="4113">
                  <c:v>7.9895459484721348E-2</c:v>
                </c:pt>
                <c:pt idx="4114">
                  <c:v>7.9906391954099168E-2</c:v>
                </c:pt>
                <c:pt idx="4115">
                  <c:v>7.9916078919371317E-2</c:v>
                </c:pt>
                <c:pt idx="4116">
                  <c:v>7.9918625091792331E-2</c:v>
                </c:pt>
                <c:pt idx="4117">
                  <c:v>7.9954915129105686E-2</c:v>
                </c:pt>
                <c:pt idx="4118">
                  <c:v>7.9957707662237865E-2</c:v>
                </c:pt>
                <c:pt idx="4119">
                  <c:v>7.9985725483242412E-2</c:v>
                </c:pt>
                <c:pt idx="4120">
                  <c:v>7.9986917304543964E-2</c:v>
                </c:pt>
                <c:pt idx="4121">
                  <c:v>8.0012567232634377E-2</c:v>
                </c:pt>
                <c:pt idx="4122">
                  <c:v>8.0024614846662415E-2</c:v>
                </c:pt>
                <c:pt idx="4123">
                  <c:v>8.0041920908410863E-2</c:v>
                </c:pt>
                <c:pt idx="4124">
                  <c:v>8.0087503456840944E-2</c:v>
                </c:pt>
                <c:pt idx="4125">
                  <c:v>8.0094761493680347E-2</c:v>
                </c:pt>
                <c:pt idx="4126">
                  <c:v>8.0095104434492803E-2</c:v>
                </c:pt>
                <c:pt idx="4127">
                  <c:v>8.0100226374671304E-2</c:v>
                </c:pt>
                <c:pt idx="4128">
                  <c:v>8.012447990436844E-2</c:v>
                </c:pt>
                <c:pt idx="4129">
                  <c:v>8.013033561861839E-2</c:v>
                </c:pt>
                <c:pt idx="4130">
                  <c:v>8.0192373240489501E-2</c:v>
                </c:pt>
                <c:pt idx="4131">
                  <c:v>8.0219715275679698E-2</c:v>
                </c:pt>
                <c:pt idx="4132">
                  <c:v>8.0248439548132586E-2</c:v>
                </c:pt>
                <c:pt idx="4133">
                  <c:v>8.0251608254045939E-2</c:v>
                </c:pt>
                <c:pt idx="4134">
                  <c:v>8.0264424043919869E-2</c:v>
                </c:pt>
                <c:pt idx="4135">
                  <c:v>8.0291987634817291E-2</c:v>
                </c:pt>
                <c:pt idx="4136">
                  <c:v>8.0300846077757143E-2</c:v>
                </c:pt>
                <c:pt idx="4137">
                  <c:v>8.0301087076572672E-2</c:v>
                </c:pt>
                <c:pt idx="4138">
                  <c:v>8.0325853081793575E-2</c:v>
                </c:pt>
                <c:pt idx="4139">
                  <c:v>8.0330612588825276E-2</c:v>
                </c:pt>
                <c:pt idx="4140">
                  <c:v>8.0331000316625378E-2</c:v>
                </c:pt>
                <c:pt idx="4141">
                  <c:v>8.0336317024754758E-2</c:v>
                </c:pt>
                <c:pt idx="4142">
                  <c:v>8.0339946198934281E-2</c:v>
                </c:pt>
                <c:pt idx="4143">
                  <c:v>8.0353495634212027E-2</c:v>
                </c:pt>
                <c:pt idx="4144">
                  <c:v>8.037079545097818E-2</c:v>
                </c:pt>
                <c:pt idx="4145">
                  <c:v>8.0381124214874394E-2</c:v>
                </c:pt>
                <c:pt idx="4146">
                  <c:v>8.0397016483277892E-2</c:v>
                </c:pt>
                <c:pt idx="4147">
                  <c:v>8.0408322657384595E-2</c:v>
                </c:pt>
                <c:pt idx="4148">
                  <c:v>8.0412267477917618E-2</c:v>
                </c:pt>
                <c:pt idx="4149">
                  <c:v>8.0412501343028672E-2</c:v>
                </c:pt>
                <c:pt idx="4150">
                  <c:v>8.0431456474263086E-2</c:v>
                </c:pt>
                <c:pt idx="4151">
                  <c:v>8.0449909854153318E-2</c:v>
                </c:pt>
                <c:pt idx="4152">
                  <c:v>8.0459967528737519E-2</c:v>
                </c:pt>
                <c:pt idx="4153">
                  <c:v>8.0467001311193803E-2</c:v>
                </c:pt>
                <c:pt idx="4154">
                  <c:v>8.0486223299407536E-2</c:v>
                </c:pt>
                <c:pt idx="4155">
                  <c:v>8.0488177008037898E-2</c:v>
                </c:pt>
                <c:pt idx="4156">
                  <c:v>8.0495014634444195E-2</c:v>
                </c:pt>
                <c:pt idx="4157">
                  <c:v>8.050088673551789E-2</c:v>
                </c:pt>
                <c:pt idx="4158">
                  <c:v>8.0501725288935566E-2</c:v>
                </c:pt>
                <c:pt idx="4159">
                  <c:v>8.0528138283497974E-2</c:v>
                </c:pt>
                <c:pt idx="4160">
                  <c:v>8.0528311910875075E-2</c:v>
                </c:pt>
                <c:pt idx="4161">
                  <c:v>8.0540825950294964E-2</c:v>
                </c:pt>
                <c:pt idx="4162">
                  <c:v>8.0545851267739901E-2</c:v>
                </c:pt>
                <c:pt idx="4163">
                  <c:v>8.0550155236910018E-2</c:v>
                </c:pt>
                <c:pt idx="4164">
                  <c:v>8.0560342215002426E-2</c:v>
                </c:pt>
                <c:pt idx="4165">
                  <c:v>8.0561167611921752E-2</c:v>
                </c:pt>
                <c:pt idx="4166">
                  <c:v>8.0563978976787701E-2</c:v>
                </c:pt>
                <c:pt idx="4167">
                  <c:v>8.0570352906159465E-2</c:v>
                </c:pt>
                <c:pt idx="4168">
                  <c:v>8.0572987680517558E-2</c:v>
                </c:pt>
                <c:pt idx="4169">
                  <c:v>8.057791370523594E-2</c:v>
                </c:pt>
                <c:pt idx="4170">
                  <c:v>8.0578058744458739E-2</c:v>
                </c:pt>
                <c:pt idx="4171">
                  <c:v>8.0585165874118223E-2</c:v>
                </c:pt>
                <c:pt idx="4172">
                  <c:v>8.0589558477625195E-2</c:v>
                </c:pt>
                <c:pt idx="4173">
                  <c:v>8.0590904220509643E-2</c:v>
                </c:pt>
                <c:pt idx="4174">
                  <c:v>8.0593406073391549E-2</c:v>
                </c:pt>
                <c:pt idx="4175">
                  <c:v>8.0600889087728486E-2</c:v>
                </c:pt>
                <c:pt idx="4176">
                  <c:v>8.060248096835089E-2</c:v>
                </c:pt>
                <c:pt idx="4177">
                  <c:v>8.0605499250876955E-2</c:v>
                </c:pt>
                <c:pt idx="4178">
                  <c:v>8.0607084459934975E-2</c:v>
                </c:pt>
                <c:pt idx="4179">
                  <c:v>8.0610084104846894E-2</c:v>
                </c:pt>
                <c:pt idx="4180">
                  <c:v>8.0632234598896554E-2</c:v>
                </c:pt>
                <c:pt idx="4181">
                  <c:v>8.0638486493300437E-2</c:v>
                </c:pt>
                <c:pt idx="4182">
                  <c:v>8.0643647075868879E-2</c:v>
                </c:pt>
                <c:pt idx="4183">
                  <c:v>8.065224176760355E-2</c:v>
                </c:pt>
                <c:pt idx="4184">
                  <c:v>8.0669879555974822E-2</c:v>
                </c:pt>
                <c:pt idx="4185">
                  <c:v>8.0677111941626162E-2</c:v>
                </c:pt>
                <c:pt idx="4186">
                  <c:v>8.0678204349396723E-2</c:v>
                </c:pt>
                <c:pt idx="4187">
                  <c:v>8.0680322480061156E-2</c:v>
                </c:pt>
                <c:pt idx="4188">
                  <c:v>8.0686955047463052E-2</c:v>
                </c:pt>
                <c:pt idx="4189">
                  <c:v>8.0695749024462249E-2</c:v>
                </c:pt>
                <c:pt idx="4190">
                  <c:v>8.0703797497363908E-2</c:v>
                </c:pt>
                <c:pt idx="4191">
                  <c:v>8.0709236867621728E-2</c:v>
                </c:pt>
                <c:pt idx="4192">
                  <c:v>8.0711476899361548E-2</c:v>
                </c:pt>
                <c:pt idx="4193">
                  <c:v>8.0740172442338567E-2</c:v>
                </c:pt>
                <c:pt idx="4194">
                  <c:v>8.0750127365887964E-2</c:v>
                </c:pt>
                <c:pt idx="4195">
                  <c:v>8.0762116146726043E-2</c:v>
                </c:pt>
                <c:pt idx="4196">
                  <c:v>8.0766634288688507E-2</c:v>
                </c:pt>
                <c:pt idx="4197">
                  <c:v>8.077762620764696E-2</c:v>
                </c:pt>
                <c:pt idx="4198">
                  <c:v>8.0789246569175813E-2</c:v>
                </c:pt>
                <c:pt idx="4199">
                  <c:v>8.0804505765282364E-2</c:v>
                </c:pt>
                <c:pt idx="4200">
                  <c:v>8.0809157547082122E-2</c:v>
                </c:pt>
                <c:pt idx="4201">
                  <c:v>8.0841069750126338E-2</c:v>
                </c:pt>
                <c:pt idx="4202">
                  <c:v>8.0848908009730186E-2</c:v>
                </c:pt>
                <c:pt idx="4203">
                  <c:v>8.0853673785300034E-2</c:v>
                </c:pt>
                <c:pt idx="4204">
                  <c:v>8.0862738778607099E-2</c:v>
                </c:pt>
                <c:pt idx="4205">
                  <c:v>8.0876188261333512E-2</c:v>
                </c:pt>
                <c:pt idx="4206">
                  <c:v>8.0880420904993963E-2</c:v>
                </c:pt>
                <c:pt idx="4207">
                  <c:v>8.0890776978450193E-2</c:v>
                </c:pt>
                <c:pt idx="4208">
                  <c:v>8.0891053266519131E-2</c:v>
                </c:pt>
                <c:pt idx="4209">
                  <c:v>8.0894416307981123E-2</c:v>
                </c:pt>
                <c:pt idx="4210">
                  <c:v>8.0896674294136536E-2</c:v>
                </c:pt>
                <c:pt idx="4211">
                  <c:v>8.092296322076252E-2</c:v>
                </c:pt>
                <c:pt idx="4212">
                  <c:v>8.0929050876353062E-2</c:v>
                </c:pt>
                <c:pt idx="4213">
                  <c:v>8.0941651137425186E-2</c:v>
                </c:pt>
                <c:pt idx="4214">
                  <c:v>8.09524021613688E-2</c:v>
                </c:pt>
                <c:pt idx="4215">
                  <c:v>8.0955469451906015E-2</c:v>
                </c:pt>
                <c:pt idx="4216">
                  <c:v>8.095836720911849E-2</c:v>
                </c:pt>
                <c:pt idx="4217">
                  <c:v>8.0960422917727176E-2</c:v>
                </c:pt>
                <c:pt idx="4218">
                  <c:v>8.0964828765509436E-2</c:v>
                </c:pt>
                <c:pt idx="4219">
                  <c:v>8.0978099791802302E-2</c:v>
                </c:pt>
                <c:pt idx="4220">
                  <c:v>8.0983114429848568E-2</c:v>
                </c:pt>
                <c:pt idx="4221">
                  <c:v>8.0985870155864809E-2</c:v>
                </c:pt>
                <c:pt idx="4222">
                  <c:v>8.0990463075826427E-2</c:v>
                </c:pt>
                <c:pt idx="4223">
                  <c:v>8.1009473626082282E-2</c:v>
                </c:pt>
                <c:pt idx="4224">
                  <c:v>8.1022690458162017E-2</c:v>
                </c:pt>
                <c:pt idx="4225">
                  <c:v>8.1022889957195726E-2</c:v>
                </c:pt>
                <c:pt idx="4226">
                  <c:v>8.1030779503507913E-2</c:v>
                </c:pt>
                <c:pt idx="4227">
                  <c:v>8.1038850185152375E-2</c:v>
                </c:pt>
                <c:pt idx="4228">
                  <c:v>8.1042114784484434E-2</c:v>
                </c:pt>
                <c:pt idx="4229">
                  <c:v>8.1056032591801788E-2</c:v>
                </c:pt>
                <c:pt idx="4230">
                  <c:v>8.1059747418656194E-2</c:v>
                </c:pt>
                <c:pt idx="4231">
                  <c:v>8.1060059763877423E-2</c:v>
                </c:pt>
                <c:pt idx="4232">
                  <c:v>8.1066884002925083E-2</c:v>
                </c:pt>
                <c:pt idx="4233">
                  <c:v>8.1080148045549513E-2</c:v>
                </c:pt>
                <c:pt idx="4234">
                  <c:v>8.1081651154520276E-2</c:v>
                </c:pt>
                <c:pt idx="4235">
                  <c:v>8.1112860870544437E-2</c:v>
                </c:pt>
                <c:pt idx="4236">
                  <c:v>8.1129101167273024E-2</c:v>
                </c:pt>
                <c:pt idx="4237">
                  <c:v>8.1141840383407507E-2</c:v>
                </c:pt>
                <c:pt idx="4238">
                  <c:v>8.1161133641841438E-2</c:v>
                </c:pt>
                <c:pt idx="4239">
                  <c:v>8.1163417073739072E-2</c:v>
                </c:pt>
                <c:pt idx="4240">
                  <c:v>8.116748660736807E-2</c:v>
                </c:pt>
                <c:pt idx="4241">
                  <c:v>8.1171407845985588E-2</c:v>
                </c:pt>
                <c:pt idx="4242">
                  <c:v>8.1195767112854922E-2</c:v>
                </c:pt>
                <c:pt idx="4243">
                  <c:v>8.1202142516935319E-2</c:v>
                </c:pt>
                <c:pt idx="4244">
                  <c:v>8.120282297985848E-2</c:v>
                </c:pt>
                <c:pt idx="4245">
                  <c:v>8.121173015838655E-2</c:v>
                </c:pt>
                <c:pt idx="4246">
                  <c:v>8.121310694841509E-2</c:v>
                </c:pt>
                <c:pt idx="4247">
                  <c:v>8.1214497133883554E-2</c:v>
                </c:pt>
                <c:pt idx="4248">
                  <c:v>8.1260350289187641E-2</c:v>
                </c:pt>
                <c:pt idx="4249">
                  <c:v>8.1261284307226692E-2</c:v>
                </c:pt>
                <c:pt idx="4250">
                  <c:v>8.126343055224805E-2</c:v>
                </c:pt>
                <c:pt idx="4251">
                  <c:v>8.1268717852548716E-2</c:v>
                </c:pt>
                <c:pt idx="4252">
                  <c:v>8.126962215380136E-2</c:v>
                </c:pt>
                <c:pt idx="4253">
                  <c:v>8.1270497108297132E-2</c:v>
                </c:pt>
                <c:pt idx="4254">
                  <c:v>8.127500998728919E-2</c:v>
                </c:pt>
                <c:pt idx="4255">
                  <c:v>8.1295160892493973E-2</c:v>
                </c:pt>
                <c:pt idx="4256">
                  <c:v>8.1307269860364892E-2</c:v>
                </c:pt>
                <c:pt idx="4257">
                  <c:v>8.1308934085199333E-2</c:v>
                </c:pt>
                <c:pt idx="4258">
                  <c:v>8.1313404965038943E-2</c:v>
                </c:pt>
                <c:pt idx="4259">
                  <c:v>8.1338044061845957E-2</c:v>
                </c:pt>
                <c:pt idx="4260">
                  <c:v>8.1344049281778658E-2</c:v>
                </c:pt>
                <c:pt idx="4261">
                  <c:v>8.1352458254673257E-2</c:v>
                </c:pt>
                <c:pt idx="4262">
                  <c:v>8.1378003503825347E-2</c:v>
                </c:pt>
                <c:pt idx="4263">
                  <c:v>8.1384692578722342E-2</c:v>
                </c:pt>
                <c:pt idx="4264">
                  <c:v>8.1387984678169975E-2</c:v>
                </c:pt>
                <c:pt idx="4265">
                  <c:v>8.1390204966593382E-2</c:v>
                </c:pt>
                <c:pt idx="4266">
                  <c:v>8.1398859642952084E-2</c:v>
                </c:pt>
                <c:pt idx="4267">
                  <c:v>8.1420068801921111E-2</c:v>
                </c:pt>
                <c:pt idx="4268">
                  <c:v>8.1423602024164446E-2</c:v>
                </c:pt>
                <c:pt idx="4269">
                  <c:v>8.1424958379398643E-2</c:v>
                </c:pt>
                <c:pt idx="4270">
                  <c:v>8.1427082641582701E-2</c:v>
                </c:pt>
                <c:pt idx="4271">
                  <c:v>8.1431144254764234E-2</c:v>
                </c:pt>
                <c:pt idx="4272">
                  <c:v>8.143441817523954E-2</c:v>
                </c:pt>
                <c:pt idx="4273">
                  <c:v>8.144601157267263E-2</c:v>
                </c:pt>
                <c:pt idx="4274">
                  <c:v>8.144786353677759E-2</c:v>
                </c:pt>
                <c:pt idx="4275">
                  <c:v>8.1453370985504092E-2</c:v>
                </c:pt>
                <c:pt idx="4276">
                  <c:v>8.1465380557460831E-2</c:v>
                </c:pt>
                <c:pt idx="4277">
                  <c:v>8.1478522607956266E-2</c:v>
                </c:pt>
                <c:pt idx="4278">
                  <c:v>8.1488155586517605E-2</c:v>
                </c:pt>
                <c:pt idx="4279">
                  <c:v>8.1489507581604434E-2</c:v>
                </c:pt>
                <c:pt idx="4280">
                  <c:v>8.1509165915308532E-2</c:v>
                </c:pt>
                <c:pt idx="4281">
                  <c:v>8.1519075082372341E-2</c:v>
                </c:pt>
                <c:pt idx="4282">
                  <c:v>8.1535743050040785E-2</c:v>
                </c:pt>
                <c:pt idx="4283">
                  <c:v>8.1541291732588214E-2</c:v>
                </c:pt>
                <c:pt idx="4284">
                  <c:v>8.155354448483762E-2</c:v>
                </c:pt>
                <c:pt idx="4285">
                  <c:v>8.1557115275977754E-2</c:v>
                </c:pt>
                <c:pt idx="4286">
                  <c:v>8.1577521037293974E-2</c:v>
                </c:pt>
                <c:pt idx="4287">
                  <c:v>8.1579306326161588E-2</c:v>
                </c:pt>
                <c:pt idx="4288">
                  <c:v>8.1580362242704083E-2</c:v>
                </c:pt>
                <c:pt idx="4289">
                  <c:v>8.1581155320640711E-2</c:v>
                </c:pt>
                <c:pt idx="4290">
                  <c:v>8.1585073161295762E-2</c:v>
                </c:pt>
                <c:pt idx="4291">
                  <c:v>8.158745981372513E-2</c:v>
                </c:pt>
                <c:pt idx="4292">
                  <c:v>8.1609674651552874E-2</c:v>
                </c:pt>
                <c:pt idx="4293">
                  <c:v>8.1618776886334385E-2</c:v>
                </c:pt>
                <c:pt idx="4294">
                  <c:v>8.1619461940671267E-2</c:v>
                </c:pt>
                <c:pt idx="4295">
                  <c:v>8.162783730280726E-2</c:v>
                </c:pt>
                <c:pt idx="4296">
                  <c:v>8.1627849749208628E-2</c:v>
                </c:pt>
                <c:pt idx="4297">
                  <c:v>8.1627946218025438E-2</c:v>
                </c:pt>
                <c:pt idx="4298">
                  <c:v>8.162931842703891E-2</c:v>
                </c:pt>
                <c:pt idx="4299">
                  <c:v>8.1630022219944212E-2</c:v>
                </c:pt>
                <c:pt idx="4300">
                  <c:v>8.1667201155670402E-2</c:v>
                </c:pt>
                <c:pt idx="4301">
                  <c:v>8.1670242503086257E-2</c:v>
                </c:pt>
                <c:pt idx="4302">
                  <c:v>8.1680007396593382E-2</c:v>
                </c:pt>
                <c:pt idx="4303">
                  <c:v>8.168894127058117E-2</c:v>
                </c:pt>
                <c:pt idx="4304">
                  <c:v>8.1690014706069458E-2</c:v>
                </c:pt>
                <c:pt idx="4305">
                  <c:v>8.169989387762569E-2</c:v>
                </c:pt>
                <c:pt idx="4306">
                  <c:v>8.1709498153897192E-2</c:v>
                </c:pt>
                <c:pt idx="4307">
                  <c:v>8.1713853122815858E-2</c:v>
                </c:pt>
                <c:pt idx="4308">
                  <c:v>8.1714032322404401E-2</c:v>
                </c:pt>
                <c:pt idx="4309">
                  <c:v>8.1715731276244596E-2</c:v>
                </c:pt>
                <c:pt idx="4310">
                  <c:v>8.1729290614035111E-2</c:v>
                </c:pt>
                <c:pt idx="4311">
                  <c:v>8.1729688599462447E-2</c:v>
                </c:pt>
                <c:pt idx="4312">
                  <c:v>8.1736153556112481E-2</c:v>
                </c:pt>
                <c:pt idx="4313">
                  <c:v>8.1742381485073304E-2</c:v>
                </c:pt>
                <c:pt idx="4314">
                  <c:v>8.174401212060721E-2</c:v>
                </c:pt>
                <c:pt idx="4315">
                  <c:v>8.1754666472263884E-2</c:v>
                </c:pt>
                <c:pt idx="4316">
                  <c:v>8.1769305443326265E-2</c:v>
                </c:pt>
                <c:pt idx="4317">
                  <c:v>8.1780470799827601E-2</c:v>
                </c:pt>
                <c:pt idx="4318">
                  <c:v>8.1789936317010911E-2</c:v>
                </c:pt>
                <c:pt idx="4319">
                  <c:v>8.1813815746207164E-2</c:v>
                </c:pt>
                <c:pt idx="4320">
                  <c:v>8.1830989365206233E-2</c:v>
                </c:pt>
                <c:pt idx="4321">
                  <c:v>8.18344017642849E-2</c:v>
                </c:pt>
                <c:pt idx="4322">
                  <c:v>8.1835445844481186E-2</c:v>
                </c:pt>
                <c:pt idx="4323">
                  <c:v>8.1842221907042087E-2</c:v>
                </c:pt>
                <c:pt idx="4324">
                  <c:v>8.1852497289591306E-2</c:v>
                </c:pt>
                <c:pt idx="4325">
                  <c:v>8.1857431670578823E-2</c:v>
                </c:pt>
                <c:pt idx="4326">
                  <c:v>8.1860724990148848E-2</c:v>
                </c:pt>
                <c:pt idx="4327">
                  <c:v>8.1860965763409607E-2</c:v>
                </c:pt>
                <c:pt idx="4328">
                  <c:v>8.1872260785639417E-2</c:v>
                </c:pt>
                <c:pt idx="4329">
                  <c:v>8.1877413082010783E-2</c:v>
                </c:pt>
                <c:pt idx="4330">
                  <c:v>8.1901887616222094E-2</c:v>
                </c:pt>
                <c:pt idx="4331">
                  <c:v>8.1911187302188479E-2</c:v>
                </c:pt>
                <c:pt idx="4332">
                  <c:v>8.1925790209622054E-2</c:v>
                </c:pt>
                <c:pt idx="4333">
                  <c:v>8.1933879638502335E-2</c:v>
                </c:pt>
                <c:pt idx="4334">
                  <c:v>8.1941128550161363E-2</c:v>
                </c:pt>
                <c:pt idx="4335">
                  <c:v>8.1951698253455191E-2</c:v>
                </c:pt>
                <c:pt idx="4336">
                  <c:v>8.1968366449257798E-2</c:v>
                </c:pt>
                <c:pt idx="4337">
                  <c:v>8.1979636696567298E-2</c:v>
                </c:pt>
                <c:pt idx="4338">
                  <c:v>8.2016854146982635E-2</c:v>
                </c:pt>
                <c:pt idx="4339">
                  <c:v>8.2018529989837025E-2</c:v>
                </c:pt>
                <c:pt idx="4340">
                  <c:v>8.2037303379991766E-2</c:v>
                </c:pt>
                <c:pt idx="4341">
                  <c:v>8.2037330336429584E-2</c:v>
                </c:pt>
                <c:pt idx="4342">
                  <c:v>8.203828656119791E-2</c:v>
                </c:pt>
                <c:pt idx="4343">
                  <c:v>8.2042459311959443E-2</c:v>
                </c:pt>
                <c:pt idx="4344">
                  <c:v>8.2066571711359393E-2</c:v>
                </c:pt>
                <c:pt idx="4345">
                  <c:v>8.2077532487509888E-2</c:v>
                </c:pt>
                <c:pt idx="4346">
                  <c:v>8.2085389710977855E-2</c:v>
                </c:pt>
                <c:pt idx="4347">
                  <c:v>8.2091807591426147E-2</c:v>
                </c:pt>
                <c:pt idx="4348">
                  <c:v>8.2092491539196955E-2</c:v>
                </c:pt>
                <c:pt idx="4349">
                  <c:v>8.2098689882565065E-2</c:v>
                </c:pt>
                <c:pt idx="4350">
                  <c:v>8.2103918939717996E-2</c:v>
                </c:pt>
                <c:pt idx="4351">
                  <c:v>8.2119624495694502E-2</c:v>
                </c:pt>
                <c:pt idx="4352">
                  <c:v>8.2147709489182097E-2</c:v>
                </c:pt>
                <c:pt idx="4353">
                  <c:v>8.215288985822064E-2</c:v>
                </c:pt>
                <c:pt idx="4354">
                  <c:v>8.2169459370786374E-2</c:v>
                </c:pt>
                <c:pt idx="4355">
                  <c:v>8.2171957876448931E-2</c:v>
                </c:pt>
                <c:pt idx="4356">
                  <c:v>8.2175282329419133E-2</c:v>
                </c:pt>
                <c:pt idx="4357">
                  <c:v>8.218321331045142E-2</c:v>
                </c:pt>
                <c:pt idx="4358">
                  <c:v>8.2197067876882635E-2</c:v>
                </c:pt>
                <c:pt idx="4359">
                  <c:v>8.2210136421729571E-2</c:v>
                </c:pt>
                <c:pt idx="4360">
                  <c:v>8.2211840625426802E-2</c:v>
                </c:pt>
                <c:pt idx="4361">
                  <c:v>8.2227184693589958E-2</c:v>
                </c:pt>
                <c:pt idx="4362">
                  <c:v>8.2236134508410441E-2</c:v>
                </c:pt>
                <c:pt idx="4363">
                  <c:v>8.2238571997691259E-2</c:v>
                </c:pt>
                <c:pt idx="4364">
                  <c:v>8.226579822975244E-2</c:v>
                </c:pt>
                <c:pt idx="4365">
                  <c:v>8.228150947498522E-2</c:v>
                </c:pt>
                <c:pt idx="4366">
                  <c:v>8.2299508837016061E-2</c:v>
                </c:pt>
                <c:pt idx="4367">
                  <c:v>8.2312494902871999E-2</c:v>
                </c:pt>
                <c:pt idx="4368">
                  <c:v>8.2317753477347086E-2</c:v>
                </c:pt>
                <c:pt idx="4369">
                  <c:v>8.2330765891387311E-2</c:v>
                </c:pt>
                <c:pt idx="4370">
                  <c:v>8.2331850552009686E-2</c:v>
                </c:pt>
                <c:pt idx="4371">
                  <c:v>8.2338553233732625E-2</c:v>
                </c:pt>
                <c:pt idx="4372">
                  <c:v>8.2340476616109604E-2</c:v>
                </c:pt>
                <c:pt idx="4373">
                  <c:v>8.2346025438996218E-2</c:v>
                </c:pt>
                <c:pt idx="4374">
                  <c:v>8.2364361974892039E-2</c:v>
                </c:pt>
                <c:pt idx="4375">
                  <c:v>8.2378592601375825E-2</c:v>
                </c:pt>
                <c:pt idx="4376">
                  <c:v>8.2385051386152153E-2</c:v>
                </c:pt>
                <c:pt idx="4377">
                  <c:v>8.2385533115220219E-2</c:v>
                </c:pt>
                <c:pt idx="4378">
                  <c:v>8.2389787299765663E-2</c:v>
                </c:pt>
                <c:pt idx="4379">
                  <c:v>8.2400389759939602E-2</c:v>
                </c:pt>
                <c:pt idx="4380">
                  <c:v>8.2401019526496339E-2</c:v>
                </c:pt>
                <c:pt idx="4381">
                  <c:v>8.240392184926941E-2</c:v>
                </c:pt>
                <c:pt idx="4382">
                  <c:v>8.2417531813602882E-2</c:v>
                </c:pt>
                <c:pt idx="4383">
                  <c:v>8.2427621668594339E-2</c:v>
                </c:pt>
                <c:pt idx="4384">
                  <c:v>8.2437612775527122E-2</c:v>
                </c:pt>
                <c:pt idx="4385">
                  <c:v>8.2449764519453628E-2</c:v>
                </c:pt>
                <c:pt idx="4386">
                  <c:v>8.2466891839912099E-2</c:v>
                </c:pt>
                <c:pt idx="4387">
                  <c:v>8.2488144701852589E-2</c:v>
                </c:pt>
                <c:pt idx="4388">
                  <c:v>8.2492906992750512E-2</c:v>
                </c:pt>
                <c:pt idx="4389">
                  <c:v>8.2499846214092065E-2</c:v>
                </c:pt>
                <c:pt idx="4390">
                  <c:v>8.2504619979629393E-2</c:v>
                </c:pt>
                <c:pt idx="4391">
                  <c:v>8.2533890031932358E-2</c:v>
                </c:pt>
                <c:pt idx="4392">
                  <c:v>8.2551545116754485E-2</c:v>
                </c:pt>
                <c:pt idx="4393">
                  <c:v>8.2585512403018757E-2</c:v>
                </c:pt>
                <c:pt idx="4394">
                  <c:v>8.2609179441602745E-2</c:v>
                </c:pt>
                <c:pt idx="4395">
                  <c:v>8.2669374847027285E-2</c:v>
                </c:pt>
                <c:pt idx="4396">
                  <c:v>8.2674054419518819E-2</c:v>
                </c:pt>
                <c:pt idx="4397">
                  <c:v>8.2690938157537322E-2</c:v>
                </c:pt>
                <c:pt idx="4398">
                  <c:v>8.2691758997803552E-2</c:v>
                </c:pt>
                <c:pt idx="4399">
                  <c:v>8.2704825647225089E-2</c:v>
                </c:pt>
                <c:pt idx="4400">
                  <c:v>8.2712711759666574E-2</c:v>
                </c:pt>
                <c:pt idx="4401">
                  <c:v>8.2714034226092567E-2</c:v>
                </c:pt>
                <c:pt idx="4402">
                  <c:v>8.2716169708747178E-2</c:v>
                </c:pt>
                <c:pt idx="4403">
                  <c:v>8.271994713867159E-2</c:v>
                </c:pt>
                <c:pt idx="4404">
                  <c:v>8.2720194496922403E-2</c:v>
                </c:pt>
                <c:pt idx="4405">
                  <c:v>8.2735095460757677E-2</c:v>
                </c:pt>
                <c:pt idx="4406">
                  <c:v>8.2737412381655023E-2</c:v>
                </c:pt>
                <c:pt idx="4407">
                  <c:v>8.2747693241179532E-2</c:v>
                </c:pt>
                <c:pt idx="4408">
                  <c:v>8.2749795706433191E-2</c:v>
                </c:pt>
                <c:pt idx="4409">
                  <c:v>8.2760221742860879E-2</c:v>
                </c:pt>
                <c:pt idx="4410">
                  <c:v>8.2768262080013852E-2</c:v>
                </c:pt>
                <c:pt idx="4411">
                  <c:v>8.2769222244793245E-2</c:v>
                </c:pt>
                <c:pt idx="4412">
                  <c:v>8.2778313156588804E-2</c:v>
                </c:pt>
                <c:pt idx="4413">
                  <c:v>8.2789645947570115E-2</c:v>
                </c:pt>
                <c:pt idx="4414">
                  <c:v>8.2791351396671597E-2</c:v>
                </c:pt>
                <c:pt idx="4415">
                  <c:v>8.279416358035066E-2</c:v>
                </c:pt>
                <c:pt idx="4416">
                  <c:v>8.2798498099704784E-2</c:v>
                </c:pt>
                <c:pt idx="4417">
                  <c:v>8.2818675880038217E-2</c:v>
                </c:pt>
                <c:pt idx="4418">
                  <c:v>8.2820018092354161E-2</c:v>
                </c:pt>
                <c:pt idx="4419">
                  <c:v>8.2833372864920776E-2</c:v>
                </c:pt>
                <c:pt idx="4420">
                  <c:v>8.2834052516923246E-2</c:v>
                </c:pt>
                <c:pt idx="4421">
                  <c:v>8.2835534097774291E-2</c:v>
                </c:pt>
                <c:pt idx="4422">
                  <c:v>8.2836367370872091E-2</c:v>
                </c:pt>
                <c:pt idx="4423">
                  <c:v>8.2845533605827693E-2</c:v>
                </c:pt>
                <c:pt idx="4424">
                  <c:v>8.2846948849321686E-2</c:v>
                </c:pt>
                <c:pt idx="4425">
                  <c:v>8.2848112853151967E-2</c:v>
                </c:pt>
                <c:pt idx="4426">
                  <c:v>8.2860798485464127E-2</c:v>
                </c:pt>
                <c:pt idx="4427">
                  <c:v>8.286880605484237E-2</c:v>
                </c:pt>
                <c:pt idx="4428">
                  <c:v>8.2892076832330283E-2</c:v>
                </c:pt>
                <c:pt idx="4429">
                  <c:v>8.2911751540098597E-2</c:v>
                </c:pt>
                <c:pt idx="4430">
                  <c:v>8.2911908214474458E-2</c:v>
                </c:pt>
                <c:pt idx="4431">
                  <c:v>8.2912751711545385E-2</c:v>
                </c:pt>
                <c:pt idx="4432">
                  <c:v>8.2916264340428203E-2</c:v>
                </c:pt>
                <c:pt idx="4433">
                  <c:v>8.291830029219753E-2</c:v>
                </c:pt>
                <c:pt idx="4434">
                  <c:v>8.2922241585789189E-2</c:v>
                </c:pt>
                <c:pt idx="4435">
                  <c:v>8.2938931524068282E-2</c:v>
                </c:pt>
                <c:pt idx="4436">
                  <c:v>8.2941423571374559E-2</c:v>
                </c:pt>
                <c:pt idx="4437">
                  <c:v>8.2952223958441818E-2</c:v>
                </c:pt>
                <c:pt idx="4438">
                  <c:v>8.2953625174010864E-2</c:v>
                </c:pt>
                <c:pt idx="4439">
                  <c:v>8.2992996208112735E-2</c:v>
                </c:pt>
                <c:pt idx="4440">
                  <c:v>8.3008228455731831E-2</c:v>
                </c:pt>
                <c:pt idx="4441">
                  <c:v>8.3016693750602402E-2</c:v>
                </c:pt>
                <c:pt idx="4442">
                  <c:v>8.3018991801216885E-2</c:v>
                </c:pt>
                <c:pt idx="4443">
                  <c:v>8.3019309791595761E-2</c:v>
                </c:pt>
                <c:pt idx="4444">
                  <c:v>8.3024197788665002E-2</c:v>
                </c:pt>
                <c:pt idx="4445">
                  <c:v>8.3042401038061306E-2</c:v>
                </c:pt>
                <c:pt idx="4446">
                  <c:v>8.3043195705780296E-2</c:v>
                </c:pt>
                <c:pt idx="4447">
                  <c:v>8.3043297404972405E-2</c:v>
                </c:pt>
                <c:pt idx="4448">
                  <c:v>8.3064116438289648E-2</c:v>
                </c:pt>
                <c:pt idx="4449">
                  <c:v>8.3068021732287362E-2</c:v>
                </c:pt>
                <c:pt idx="4450">
                  <c:v>8.3069846342679624E-2</c:v>
                </c:pt>
                <c:pt idx="4451">
                  <c:v>8.3088891225141029E-2</c:v>
                </c:pt>
                <c:pt idx="4452">
                  <c:v>8.3097913992813965E-2</c:v>
                </c:pt>
                <c:pt idx="4453">
                  <c:v>8.3115375107601044E-2</c:v>
                </c:pt>
                <c:pt idx="4454">
                  <c:v>8.3120382238887305E-2</c:v>
                </c:pt>
                <c:pt idx="4455">
                  <c:v>8.3135293498992124E-2</c:v>
                </c:pt>
                <c:pt idx="4456">
                  <c:v>8.3148207825673129E-2</c:v>
                </c:pt>
                <c:pt idx="4457">
                  <c:v>8.3153249663477605E-2</c:v>
                </c:pt>
                <c:pt idx="4458">
                  <c:v>8.3154205071280671E-2</c:v>
                </c:pt>
                <c:pt idx="4459">
                  <c:v>8.316198196116191E-2</c:v>
                </c:pt>
                <c:pt idx="4460">
                  <c:v>8.316699162270845E-2</c:v>
                </c:pt>
                <c:pt idx="4461">
                  <c:v>8.3171317920302995E-2</c:v>
                </c:pt>
                <c:pt idx="4462">
                  <c:v>8.3176318913736266E-2</c:v>
                </c:pt>
                <c:pt idx="4463">
                  <c:v>8.3183662190767213E-2</c:v>
                </c:pt>
                <c:pt idx="4464">
                  <c:v>8.3215509368356866E-2</c:v>
                </c:pt>
                <c:pt idx="4465">
                  <c:v>8.3236158899785861E-2</c:v>
                </c:pt>
                <c:pt idx="4466">
                  <c:v>8.3239409807593992E-2</c:v>
                </c:pt>
                <c:pt idx="4467">
                  <c:v>8.3248457765667888E-2</c:v>
                </c:pt>
                <c:pt idx="4468">
                  <c:v>8.3248863602124565E-2</c:v>
                </c:pt>
                <c:pt idx="4469">
                  <c:v>8.325120166557945E-2</c:v>
                </c:pt>
                <c:pt idx="4470">
                  <c:v>8.3258883295376146E-2</c:v>
                </c:pt>
                <c:pt idx="4471">
                  <c:v>8.3261811169074357E-2</c:v>
                </c:pt>
                <c:pt idx="4472">
                  <c:v>8.3270027462334834E-2</c:v>
                </c:pt>
                <c:pt idx="4473">
                  <c:v>8.3272434784514807E-2</c:v>
                </c:pt>
                <c:pt idx="4474">
                  <c:v>8.3276708960610846E-2</c:v>
                </c:pt>
                <c:pt idx="4475">
                  <c:v>8.3277137323696335E-2</c:v>
                </c:pt>
                <c:pt idx="4476">
                  <c:v>8.3279161477918903E-2</c:v>
                </c:pt>
                <c:pt idx="4477">
                  <c:v>8.3281407179034081E-2</c:v>
                </c:pt>
                <c:pt idx="4478">
                  <c:v>8.329112881677124E-2</c:v>
                </c:pt>
                <c:pt idx="4479">
                  <c:v>8.3296393390622059E-2</c:v>
                </c:pt>
                <c:pt idx="4480">
                  <c:v>8.3298823642248637E-2</c:v>
                </c:pt>
                <c:pt idx="4481">
                  <c:v>8.3302248507422849E-2</c:v>
                </c:pt>
                <c:pt idx="4482">
                  <c:v>8.3306720482345081E-2</c:v>
                </c:pt>
                <c:pt idx="4483">
                  <c:v>8.3314933402009628E-2</c:v>
                </c:pt>
                <c:pt idx="4484">
                  <c:v>8.3325428774550278E-2</c:v>
                </c:pt>
                <c:pt idx="4485">
                  <c:v>8.3334883299848381E-2</c:v>
                </c:pt>
                <c:pt idx="4486">
                  <c:v>8.3335304233066385E-2</c:v>
                </c:pt>
                <c:pt idx="4487">
                  <c:v>8.3355215690945464E-2</c:v>
                </c:pt>
                <c:pt idx="4488">
                  <c:v>8.3357290735938214E-2</c:v>
                </c:pt>
                <c:pt idx="4489">
                  <c:v>8.3360623604166365E-2</c:v>
                </c:pt>
                <c:pt idx="4490">
                  <c:v>8.338327943421385E-2</c:v>
                </c:pt>
                <c:pt idx="4491">
                  <c:v>8.3394743443623326E-2</c:v>
                </c:pt>
                <c:pt idx="4492">
                  <c:v>8.340177718900503E-2</c:v>
                </c:pt>
                <c:pt idx="4493">
                  <c:v>8.3404244790225984E-2</c:v>
                </c:pt>
                <c:pt idx="4494">
                  <c:v>8.3419867247005633E-2</c:v>
                </c:pt>
                <c:pt idx="4495">
                  <c:v>8.343555441067993E-2</c:v>
                </c:pt>
                <c:pt idx="4496">
                  <c:v>8.344716349762929E-2</c:v>
                </c:pt>
                <c:pt idx="4497">
                  <c:v>8.3464123207368665E-2</c:v>
                </c:pt>
                <c:pt idx="4498">
                  <c:v>8.3475717701168392E-2</c:v>
                </c:pt>
                <c:pt idx="4499">
                  <c:v>8.3482966411164566E-2</c:v>
                </c:pt>
                <c:pt idx="4500">
                  <c:v>8.3496418459351449E-2</c:v>
                </c:pt>
                <c:pt idx="4501">
                  <c:v>8.3507499311176889E-2</c:v>
                </c:pt>
                <c:pt idx="4502">
                  <c:v>8.3528981938442132E-2</c:v>
                </c:pt>
                <c:pt idx="4503">
                  <c:v>8.3532648429736164E-2</c:v>
                </c:pt>
                <c:pt idx="4504">
                  <c:v>8.3533822098429453E-2</c:v>
                </c:pt>
                <c:pt idx="4505">
                  <c:v>8.3537624858187276E-2</c:v>
                </c:pt>
                <c:pt idx="4506">
                  <c:v>8.3542840216293254E-2</c:v>
                </c:pt>
                <c:pt idx="4507">
                  <c:v>8.3550978519455921E-2</c:v>
                </c:pt>
                <c:pt idx="4508">
                  <c:v>8.3552114650286113E-2</c:v>
                </c:pt>
                <c:pt idx="4509">
                  <c:v>8.3557833244131741E-2</c:v>
                </c:pt>
                <c:pt idx="4510">
                  <c:v>8.3559904457475062E-2</c:v>
                </c:pt>
                <c:pt idx="4511">
                  <c:v>8.3564638305540895E-2</c:v>
                </c:pt>
                <c:pt idx="4512">
                  <c:v>8.3570781466560065E-2</c:v>
                </c:pt>
                <c:pt idx="4513">
                  <c:v>8.3603253926451293E-2</c:v>
                </c:pt>
                <c:pt idx="4514">
                  <c:v>8.3605819551832744E-2</c:v>
                </c:pt>
                <c:pt idx="4515">
                  <c:v>8.3617253789754126E-2</c:v>
                </c:pt>
                <c:pt idx="4516">
                  <c:v>8.3625615941831086E-2</c:v>
                </c:pt>
                <c:pt idx="4517">
                  <c:v>8.3626064734746028E-2</c:v>
                </c:pt>
                <c:pt idx="4518">
                  <c:v>8.3627419860234073E-2</c:v>
                </c:pt>
                <c:pt idx="4519">
                  <c:v>8.3642905410254126E-2</c:v>
                </c:pt>
                <c:pt idx="4520">
                  <c:v>8.3652410593672025E-2</c:v>
                </c:pt>
                <c:pt idx="4521">
                  <c:v>8.3656568109002419E-2</c:v>
                </c:pt>
                <c:pt idx="4522">
                  <c:v>8.366352884163325E-2</c:v>
                </c:pt>
                <c:pt idx="4523">
                  <c:v>8.366413645186381E-2</c:v>
                </c:pt>
                <c:pt idx="4524">
                  <c:v>8.3665144231894056E-2</c:v>
                </c:pt>
                <c:pt idx="4525">
                  <c:v>8.3673135474247373E-2</c:v>
                </c:pt>
                <c:pt idx="4526">
                  <c:v>8.3688444326012745E-2</c:v>
                </c:pt>
                <c:pt idx="4527">
                  <c:v>8.3690214322497028E-2</c:v>
                </c:pt>
                <c:pt idx="4528">
                  <c:v>8.3696916280354472E-2</c:v>
                </c:pt>
                <c:pt idx="4529">
                  <c:v>8.3699807161665654E-2</c:v>
                </c:pt>
                <c:pt idx="4530">
                  <c:v>8.3702147980230929E-2</c:v>
                </c:pt>
                <c:pt idx="4531">
                  <c:v>8.3715629514901205E-2</c:v>
                </c:pt>
                <c:pt idx="4532">
                  <c:v>8.3734187934158211E-2</c:v>
                </c:pt>
                <c:pt idx="4533">
                  <c:v>8.3735483148525761E-2</c:v>
                </c:pt>
                <c:pt idx="4534">
                  <c:v>8.3738968593188967E-2</c:v>
                </c:pt>
                <c:pt idx="4535">
                  <c:v>8.3744066884885698E-2</c:v>
                </c:pt>
                <c:pt idx="4536">
                  <c:v>8.3752381486047217E-2</c:v>
                </c:pt>
                <c:pt idx="4537">
                  <c:v>8.3756464594210059E-2</c:v>
                </c:pt>
                <c:pt idx="4538">
                  <c:v>8.3757059641005549E-2</c:v>
                </c:pt>
                <c:pt idx="4539">
                  <c:v>8.3757245657564872E-2</c:v>
                </c:pt>
                <c:pt idx="4540">
                  <c:v>8.3763516552498724E-2</c:v>
                </c:pt>
                <c:pt idx="4541">
                  <c:v>8.3768809608573358E-2</c:v>
                </c:pt>
                <c:pt idx="4542">
                  <c:v>8.3773552480858063E-2</c:v>
                </c:pt>
                <c:pt idx="4543">
                  <c:v>8.3777771264572559E-2</c:v>
                </c:pt>
                <c:pt idx="4544">
                  <c:v>8.37800127868783E-2</c:v>
                </c:pt>
                <c:pt idx="4545">
                  <c:v>8.3788029134856376E-2</c:v>
                </c:pt>
                <c:pt idx="4546">
                  <c:v>8.3804411866260836E-2</c:v>
                </c:pt>
                <c:pt idx="4547">
                  <c:v>8.3810374025754017E-2</c:v>
                </c:pt>
                <c:pt idx="4548">
                  <c:v>8.3819426930873062E-2</c:v>
                </c:pt>
                <c:pt idx="4549">
                  <c:v>8.3829076966458874E-2</c:v>
                </c:pt>
                <c:pt idx="4550">
                  <c:v>8.383040211705603E-2</c:v>
                </c:pt>
                <c:pt idx="4551">
                  <c:v>8.3831951457081749E-2</c:v>
                </c:pt>
                <c:pt idx="4552">
                  <c:v>8.3835908930998834E-2</c:v>
                </c:pt>
                <c:pt idx="4553">
                  <c:v>8.3850943257628888E-2</c:v>
                </c:pt>
                <c:pt idx="4554">
                  <c:v>8.385383157266231E-2</c:v>
                </c:pt>
                <c:pt idx="4555">
                  <c:v>8.387862961172507E-2</c:v>
                </c:pt>
                <c:pt idx="4556">
                  <c:v>8.3920080977900879E-2</c:v>
                </c:pt>
                <c:pt idx="4557">
                  <c:v>8.3927518248001196E-2</c:v>
                </c:pt>
                <c:pt idx="4558">
                  <c:v>8.3930735867977904E-2</c:v>
                </c:pt>
                <c:pt idx="4559">
                  <c:v>8.3951910513325484E-2</c:v>
                </c:pt>
                <c:pt idx="4560">
                  <c:v>8.3959673759637435E-2</c:v>
                </c:pt>
                <c:pt idx="4561">
                  <c:v>8.3962210536411702E-2</c:v>
                </c:pt>
                <c:pt idx="4562">
                  <c:v>8.3963765051100356E-2</c:v>
                </c:pt>
                <c:pt idx="4563">
                  <c:v>8.3979114055582116E-2</c:v>
                </c:pt>
                <c:pt idx="4564">
                  <c:v>8.3992556570057303E-2</c:v>
                </c:pt>
                <c:pt idx="4565">
                  <c:v>8.3994710454572866E-2</c:v>
                </c:pt>
                <c:pt idx="4566">
                  <c:v>8.4006390186798952E-2</c:v>
                </c:pt>
                <c:pt idx="4567">
                  <c:v>8.4020755149373988E-2</c:v>
                </c:pt>
                <c:pt idx="4568">
                  <c:v>8.4030769707904962E-2</c:v>
                </c:pt>
                <c:pt idx="4569">
                  <c:v>8.40428517738218E-2</c:v>
                </c:pt>
                <c:pt idx="4570">
                  <c:v>8.4044199326569535E-2</c:v>
                </c:pt>
                <c:pt idx="4571">
                  <c:v>8.4044712564455726E-2</c:v>
                </c:pt>
                <c:pt idx="4572">
                  <c:v>8.4058416879420977E-2</c:v>
                </c:pt>
                <c:pt idx="4573">
                  <c:v>8.4074525124845048E-2</c:v>
                </c:pt>
                <c:pt idx="4574">
                  <c:v>8.4078809233114782E-2</c:v>
                </c:pt>
                <c:pt idx="4575">
                  <c:v>8.408722350901994E-2</c:v>
                </c:pt>
                <c:pt idx="4576">
                  <c:v>8.4090964848050676E-2</c:v>
                </c:pt>
                <c:pt idx="4577">
                  <c:v>8.4114447973847747E-2</c:v>
                </c:pt>
                <c:pt idx="4578">
                  <c:v>8.4114907972874325E-2</c:v>
                </c:pt>
                <c:pt idx="4579">
                  <c:v>8.4120531744436636E-2</c:v>
                </c:pt>
                <c:pt idx="4580">
                  <c:v>8.4126667353990617E-2</c:v>
                </c:pt>
                <c:pt idx="4581">
                  <c:v>8.4131802086525251E-2</c:v>
                </c:pt>
                <c:pt idx="4582">
                  <c:v>8.4136022982102626E-2</c:v>
                </c:pt>
                <c:pt idx="4583">
                  <c:v>8.4139256835743276E-2</c:v>
                </c:pt>
                <c:pt idx="4584">
                  <c:v>8.4143308656917382E-2</c:v>
                </c:pt>
                <c:pt idx="4585">
                  <c:v>8.4156366385872913E-2</c:v>
                </c:pt>
                <c:pt idx="4586">
                  <c:v>8.4169197176086008E-2</c:v>
                </c:pt>
                <c:pt idx="4587">
                  <c:v>8.4170046831768097E-2</c:v>
                </c:pt>
                <c:pt idx="4588">
                  <c:v>8.4172325378823104E-2</c:v>
                </c:pt>
                <c:pt idx="4589">
                  <c:v>8.4177235096783654E-2</c:v>
                </c:pt>
                <c:pt idx="4590">
                  <c:v>8.418384197821295E-2</c:v>
                </c:pt>
                <c:pt idx="4591">
                  <c:v>8.4215411197713738E-2</c:v>
                </c:pt>
                <c:pt idx="4592">
                  <c:v>8.4219110949736373E-2</c:v>
                </c:pt>
                <c:pt idx="4593">
                  <c:v>8.4223159828889838E-2</c:v>
                </c:pt>
                <c:pt idx="4594">
                  <c:v>8.4225397071625629E-2</c:v>
                </c:pt>
                <c:pt idx="4595">
                  <c:v>8.4226649816269233E-2</c:v>
                </c:pt>
                <c:pt idx="4596">
                  <c:v>8.4238071487455962E-2</c:v>
                </c:pt>
                <c:pt idx="4597">
                  <c:v>8.4240889984338943E-2</c:v>
                </c:pt>
                <c:pt idx="4598">
                  <c:v>8.4241327966508475E-2</c:v>
                </c:pt>
                <c:pt idx="4599">
                  <c:v>8.425072178727297E-2</c:v>
                </c:pt>
                <c:pt idx="4600">
                  <c:v>8.4268515690892581E-2</c:v>
                </c:pt>
                <c:pt idx="4601">
                  <c:v>8.4269533176871039E-2</c:v>
                </c:pt>
                <c:pt idx="4602">
                  <c:v>8.4272726190372821E-2</c:v>
                </c:pt>
                <c:pt idx="4603">
                  <c:v>8.4272758227986189E-2</c:v>
                </c:pt>
                <c:pt idx="4604">
                  <c:v>8.428508364868556E-2</c:v>
                </c:pt>
                <c:pt idx="4605">
                  <c:v>8.4302083801749791E-2</c:v>
                </c:pt>
                <c:pt idx="4606">
                  <c:v>8.4326093336885038E-2</c:v>
                </c:pt>
                <c:pt idx="4607">
                  <c:v>8.43385119704846E-2</c:v>
                </c:pt>
                <c:pt idx="4608">
                  <c:v>8.434951977640566E-2</c:v>
                </c:pt>
                <c:pt idx="4609">
                  <c:v>8.4350826638331808E-2</c:v>
                </c:pt>
                <c:pt idx="4610">
                  <c:v>8.4365150638621517E-2</c:v>
                </c:pt>
                <c:pt idx="4611">
                  <c:v>8.4366372640242424E-2</c:v>
                </c:pt>
                <c:pt idx="4612">
                  <c:v>8.4372961023909107E-2</c:v>
                </c:pt>
                <c:pt idx="4613">
                  <c:v>8.4389127779203876E-2</c:v>
                </c:pt>
                <c:pt idx="4614">
                  <c:v>8.4402937969067421E-2</c:v>
                </c:pt>
                <c:pt idx="4615">
                  <c:v>8.4409456439221292E-2</c:v>
                </c:pt>
                <c:pt idx="4616">
                  <c:v>8.4436743881545984E-2</c:v>
                </c:pt>
                <c:pt idx="4617">
                  <c:v>8.4438042545229186E-2</c:v>
                </c:pt>
                <c:pt idx="4618">
                  <c:v>8.4445805067825341E-2</c:v>
                </c:pt>
                <c:pt idx="4619">
                  <c:v>8.4451154872114562E-2</c:v>
                </c:pt>
                <c:pt idx="4620">
                  <c:v>8.4451867804383268E-2</c:v>
                </c:pt>
                <c:pt idx="4621">
                  <c:v>8.4458638324203777E-2</c:v>
                </c:pt>
                <c:pt idx="4622">
                  <c:v>8.4459202756299354E-2</c:v>
                </c:pt>
                <c:pt idx="4623">
                  <c:v>8.4472333035441619E-2</c:v>
                </c:pt>
                <c:pt idx="4624">
                  <c:v>8.4478981651462268E-2</c:v>
                </c:pt>
                <c:pt idx="4625">
                  <c:v>8.4480412203704683E-2</c:v>
                </c:pt>
                <c:pt idx="4626">
                  <c:v>8.4517111500463357E-2</c:v>
                </c:pt>
                <c:pt idx="4627">
                  <c:v>8.4523605636495927E-2</c:v>
                </c:pt>
                <c:pt idx="4628">
                  <c:v>8.4538004606050182E-2</c:v>
                </c:pt>
                <c:pt idx="4629">
                  <c:v>8.4539462683751912E-2</c:v>
                </c:pt>
                <c:pt idx="4630">
                  <c:v>8.4544964197761432E-2</c:v>
                </c:pt>
                <c:pt idx="4631">
                  <c:v>8.4551197296124384E-2</c:v>
                </c:pt>
                <c:pt idx="4632">
                  <c:v>8.4566112386628881E-2</c:v>
                </c:pt>
                <c:pt idx="4633">
                  <c:v>8.4566832036404166E-2</c:v>
                </c:pt>
                <c:pt idx="4634">
                  <c:v>8.4584099917604072E-2</c:v>
                </c:pt>
                <c:pt idx="4635">
                  <c:v>8.4591377806258972E-2</c:v>
                </c:pt>
                <c:pt idx="4636">
                  <c:v>8.4593173549816159E-2</c:v>
                </c:pt>
                <c:pt idx="4637">
                  <c:v>8.4593583353176349E-2</c:v>
                </c:pt>
                <c:pt idx="4638">
                  <c:v>8.4595918870127379E-2</c:v>
                </c:pt>
                <c:pt idx="4639">
                  <c:v>8.4599524114664856E-2</c:v>
                </c:pt>
                <c:pt idx="4640">
                  <c:v>8.4600547108565044E-2</c:v>
                </c:pt>
                <c:pt idx="4641">
                  <c:v>8.4607412137998217E-2</c:v>
                </c:pt>
                <c:pt idx="4642">
                  <c:v>8.4607931656833668E-2</c:v>
                </c:pt>
                <c:pt idx="4643">
                  <c:v>8.4633624338324456E-2</c:v>
                </c:pt>
                <c:pt idx="4644">
                  <c:v>8.4638128366491885E-2</c:v>
                </c:pt>
                <c:pt idx="4645">
                  <c:v>8.4649333064749241E-2</c:v>
                </c:pt>
                <c:pt idx="4646">
                  <c:v>8.4686798006291558E-2</c:v>
                </c:pt>
                <c:pt idx="4647">
                  <c:v>8.4720591533568215E-2</c:v>
                </c:pt>
                <c:pt idx="4648">
                  <c:v>8.4722181311495851E-2</c:v>
                </c:pt>
                <c:pt idx="4649">
                  <c:v>8.4738476847559432E-2</c:v>
                </c:pt>
                <c:pt idx="4650">
                  <c:v>8.47474792177694E-2</c:v>
                </c:pt>
                <c:pt idx="4651">
                  <c:v>8.4753401559550551E-2</c:v>
                </c:pt>
                <c:pt idx="4652">
                  <c:v>8.4772638198572836E-2</c:v>
                </c:pt>
                <c:pt idx="4653">
                  <c:v>8.4779137443398281E-2</c:v>
                </c:pt>
                <c:pt idx="4654">
                  <c:v>8.4781440433851038E-2</c:v>
                </c:pt>
                <c:pt idx="4655">
                  <c:v>8.4789750435417463E-2</c:v>
                </c:pt>
                <c:pt idx="4656">
                  <c:v>8.4796907123301887E-2</c:v>
                </c:pt>
                <c:pt idx="4657">
                  <c:v>8.4803279667613932E-2</c:v>
                </c:pt>
                <c:pt idx="4658">
                  <c:v>8.481918382410164E-2</c:v>
                </c:pt>
                <c:pt idx="4659">
                  <c:v>8.4824808468704244E-2</c:v>
                </c:pt>
                <c:pt idx="4660">
                  <c:v>8.4833896795758229E-2</c:v>
                </c:pt>
                <c:pt idx="4661">
                  <c:v>8.4835831424770053E-2</c:v>
                </c:pt>
                <c:pt idx="4662">
                  <c:v>8.4836928260638614E-2</c:v>
                </c:pt>
                <c:pt idx="4663">
                  <c:v>8.4867459061996012E-2</c:v>
                </c:pt>
                <c:pt idx="4664">
                  <c:v>8.4879869493670962E-2</c:v>
                </c:pt>
                <c:pt idx="4665">
                  <c:v>8.4885862133554646E-2</c:v>
                </c:pt>
                <c:pt idx="4666">
                  <c:v>8.4892128744578979E-2</c:v>
                </c:pt>
                <c:pt idx="4667">
                  <c:v>8.4913262881022231E-2</c:v>
                </c:pt>
                <c:pt idx="4668">
                  <c:v>8.4927616821415045E-2</c:v>
                </c:pt>
                <c:pt idx="4669">
                  <c:v>8.4933673096583576E-2</c:v>
                </c:pt>
                <c:pt idx="4670">
                  <c:v>8.4936755325143359E-2</c:v>
                </c:pt>
                <c:pt idx="4671">
                  <c:v>8.4946375601774829E-2</c:v>
                </c:pt>
                <c:pt idx="4672">
                  <c:v>8.4947994163011076E-2</c:v>
                </c:pt>
                <c:pt idx="4673">
                  <c:v>8.4952910478835186E-2</c:v>
                </c:pt>
                <c:pt idx="4674">
                  <c:v>8.4967722183951711E-2</c:v>
                </c:pt>
                <c:pt idx="4675">
                  <c:v>8.4968340327400291E-2</c:v>
                </c:pt>
                <c:pt idx="4676">
                  <c:v>8.4972408332245244E-2</c:v>
                </c:pt>
                <c:pt idx="4677">
                  <c:v>8.4974378584868657E-2</c:v>
                </c:pt>
                <c:pt idx="4678">
                  <c:v>8.4984148115795799E-2</c:v>
                </c:pt>
                <c:pt idx="4679">
                  <c:v>8.4994868911190818E-2</c:v>
                </c:pt>
                <c:pt idx="4680">
                  <c:v>8.4995097585021495E-2</c:v>
                </c:pt>
                <c:pt idx="4681">
                  <c:v>8.5003622717478217E-2</c:v>
                </c:pt>
                <c:pt idx="4682">
                  <c:v>8.5013783847481178E-2</c:v>
                </c:pt>
                <c:pt idx="4683">
                  <c:v>8.5013809036160778E-2</c:v>
                </c:pt>
                <c:pt idx="4684">
                  <c:v>8.5028739202478082E-2</c:v>
                </c:pt>
                <c:pt idx="4685">
                  <c:v>8.5037516871144012E-2</c:v>
                </c:pt>
                <c:pt idx="4686">
                  <c:v>8.5047881176160897E-2</c:v>
                </c:pt>
                <c:pt idx="4687">
                  <c:v>8.5058053205757503E-2</c:v>
                </c:pt>
                <c:pt idx="4688">
                  <c:v>8.5058730215038333E-2</c:v>
                </c:pt>
                <c:pt idx="4689">
                  <c:v>8.5063560343088027E-2</c:v>
                </c:pt>
                <c:pt idx="4690">
                  <c:v>8.5070637275582839E-2</c:v>
                </c:pt>
                <c:pt idx="4691">
                  <c:v>8.5079652699756231E-2</c:v>
                </c:pt>
                <c:pt idx="4692">
                  <c:v>8.5093290325496743E-2</c:v>
                </c:pt>
                <c:pt idx="4693">
                  <c:v>8.5095003832773297E-2</c:v>
                </c:pt>
                <c:pt idx="4694">
                  <c:v>8.5097059154106022E-2</c:v>
                </c:pt>
                <c:pt idx="4695">
                  <c:v>8.5104227866778598E-2</c:v>
                </c:pt>
                <c:pt idx="4696">
                  <c:v>8.5118272222198629E-2</c:v>
                </c:pt>
                <c:pt idx="4697">
                  <c:v>8.5138411295004837E-2</c:v>
                </c:pt>
                <c:pt idx="4698">
                  <c:v>8.5138769092101746E-2</c:v>
                </c:pt>
                <c:pt idx="4699">
                  <c:v>8.5142282744421136E-2</c:v>
                </c:pt>
                <c:pt idx="4700">
                  <c:v>8.5146834926980081E-2</c:v>
                </c:pt>
                <c:pt idx="4701">
                  <c:v>8.5168860227565577E-2</c:v>
                </c:pt>
                <c:pt idx="4702">
                  <c:v>8.5170601053487546E-2</c:v>
                </c:pt>
                <c:pt idx="4703">
                  <c:v>8.5173798950555768E-2</c:v>
                </c:pt>
                <c:pt idx="4704">
                  <c:v>8.520214755481266E-2</c:v>
                </c:pt>
                <c:pt idx="4705">
                  <c:v>8.5202748575412199E-2</c:v>
                </c:pt>
                <c:pt idx="4706">
                  <c:v>8.5209976138196156E-2</c:v>
                </c:pt>
                <c:pt idx="4707">
                  <c:v>8.5213298525608036E-2</c:v>
                </c:pt>
                <c:pt idx="4708">
                  <c:v>8.5215033504921892E-2</c:v>
                </c:pt>
                <c:pt idx="4709">
                  <c:v>8.5239292224009305E-2</c:v>
                </c:pt>
                <c:pt idx="4710">
                  <c:v>8.5239735389815233E-2</c:v>
                </c:pt>
                <c:pt idx="4711">
                  <c:v>8.524806153254133E-2</c:v>
                </c:pt>
                <c:pt idx="4712">
                  <c:v>8.5251803275840865E-2</c:v>
                </c:pt>
                <c:pt idx="4713">
                  <c:v>8.525315785042549E-2</c:v>
                </c:pt>
                <c:pt idx="4714">
                  <c:v>8.5257725246152063E-2</c:v>
                </c:pt>
                <c:pt idx="4715">
                  <c:v>8.5263680664757063E-2</c:v>
                </c:pt>
                <c:pt idx="4716">
                  <c:v>8.5266676379463183E-2</c:v>
                </c:pt>
                <c:pt idx="4717">
                  <c:v>8.527133726411118E-2</c:v>
                </c:pt>
                <c:pt idx="4718">
                  <c:v>8.5272575330579609E-2</c:v>
                </c:pt>
                <c:pt idx="4719">
                  <c:v>8.5288149257693138E-2</c:v>
                </c:pt>
                <c:pt idx="4720">
                  <c:v>8.529468344631698E-2</c:v>
                </c:pt>
                <c:pt idx="4721">
                  <c:v>8.5304880794796215E-2</c:v>
                </c:pt>
                <c:pt idx="4722">
                  <c:v>8.5313518065062668E-2</c:v>
                </c:pt>
                <c:pt idx="4723">
                  <c:v>8.5321234992306261E-2</c:v>
                </c:pt>
                <c:pt idx="4724">
                  <c:v>8.5340630083047569E-2</c:v>
                </c:pt>
                <c:pt idx="4725">
                  <c:v>8.5347515802194324E-2</c:v>
                </c:pt>
                <c:pt idx="4726">
                  <c:v>8.5354609876066467E-2</c:v>
                </c:pt>
                <c:pt idx="4727">
                  <c:v>8.5358373033219082E-2</c:v>
                </c:pt>
                <c:pt idx="4728">
                  <c:v>8.5366837411159871E-2</c:v>
                </c:pt>
                <c:pt idx="4729">
                  <c:v>8.5371829926404769E-2</c:v>
                </c:pt>
                <c:pt idx="4730">
                  <c:v>8.537561690436872E-2</c:v>
                </c:pt>
                <c:pt idx="4731">
                  <c:v>8.5379162742738879E-2</c:v>
                </c:pt>
                <c:pt idx="4732">
                  <c:v>8.5393837888535232E-2</c:v>
                </c:pt>
                <c:pt idx="4733">
                  <c:v>8.5402349570797564E-2</c:v>
                </c:pt>
                <c:pt idx="4734">
                  <c:v>8.5405744172897119E-2</c:v>
                </c:pt>
                <c:pt idx="4735">
                  <c:v>8.5413494176492799E-2</c:v>
                </c:pt>
                <c:pt idx="4736">
                  <c:v>8.541651072588291E-2</c:v>
                </c:pt>
                <c:pt idx="4737">
                  <c:v>8.5418709189885242E-2</c:v>
                </c:pt>
                <c:pt idx="4738">
                  <c:v>8.5459993866388431E-2</c:v>
                </c:pt>
                <c:pt idx="4739">
                  <c:v>8.5463921938801604E-2</c:v>
                </c:pt>
                <c:pt idx="4740">
                  <c:v>8.5464078124089585E-2</c:v>
                </c:pt>
                <c:pt idx="4741">
                  <c:v>8.5466349136361752E-2</c:v>
                </c:pt>
                <c:pt idx="4742">
                  <c:v>8.5483340593886681E-2</c:v>
                </c:pt>
                <c:pt idx="4743">
                  <c:v>8.548724107162875E-2</c:v>
                </c:pt>
                <c:pt idx="4744">
                  <c:v>8.5494403306123942E-2</c:v>
                </c:pt>
                <c:pt idx="4745">
                  <c:v>8.5499415382927185E-2</c:v>
                </c:pt>
                <c:pt idx="4746">
                  <c:v>8.5510172526116895E-2</c:v>
                </c:pt>
                <c:pt idx="4747">
                  <c:v>8.5519047093557912E-2</c:v>
                </c:pt>
                <c:pt idx="4748">
                  <c:v>8.5523024526332508E-2</c:v>
                </c:pt>
                <c:pt idx="4749">
                  <c:v>8.5529946210768204E-2</c:v>
                </c:pt>
                <c:pt idx="4750">
                  <c:v>8.5550363352322398E-2</c:v>
                </c:pt>
                <c:pt idx="4751">
                  <c:v>8.5552691641246223E-2</c:v>
                </c:pt>
                <c:pt idx="4752">
                  <c:v>8.5555460336348019E-2</c:v>
                </c:pt>
                <c:pt idx="4753">
                  <c:v>8.55599116365683E-2</c:v>
                </c:pt>
                <c:pt idx="4754">
                  <c:v>8.55605413226454E-2</c:v>
                </c:pt>
                <c:pt idx="4755">
                  <c:v>8.5569163925484887E-2</c:v>
                </c:pt>
                <c:pt idx="4756">
                  <c:v>8.5576948319664572E-2</c:v>
                </c:pt>
                <c:pt idx="4757">
                  <c:v>8.5578295735809079E-2</c:v>
                </c:pt>
                <c:pt idx="4758">
                  <c:v>8.5583895615809882E-2</c:v>
                </c:pt>
                <c:pt idx="4759">
                  <c:v>8.5588316187423935E-2</c:v>
                </c:pt>
                <c:pt idx="4760">
                  <c:v>8.5592807097925799E-2</c:v>
                </c:pt>
                <c:pt idx="4761">
                  <c:v>8.5608025791378467E-2</c:v>
                </c:pt>
                <c:pt idx="4762">
                  <c:v>8.5611842683351563E-2</c:v>
                </c:pt>
                <c:pt idx="4763">
                  <c:v>8.5612733003476521E-2</c:v>
                </c:pt>
                <c:pt idx="4764">
                  <c:v>8.5618442974938452E-2</c:v>
                </c:pt>
                <c:pt idx="4765">
                  <c:v>8.562287475432985E-2</c:v>
                </c:pt>
                <c:pt idx="4766">
                  <c:v>8.5628485544899435E-2</c:v>
                </c:pt>
                <c:pt idx="4767">
                  <c:v>8.5630804841033928E-2</c:v>
                </c:pt>
                <c:pt idx="4768">
                  <c:v>8.563119117426006E-2</c:v>
                </c:pt>
                <c:pt idx="4769">
                  <c:v>8.5639799277654333E-2</c:v>
                </c:pt>
                <c:pt idx="4770">
                  <c:v>8.5640098782420043E-2</c:v>
                </c:pt>
                <c:pt idx="4771">
                  <c:v>8.5653399925182588E-2</c:v>
                </c:pt>
                <c:pt idx="4772">
                  <c:v>8.5670140729459637E-2</c:v>
                </c:pt>
                <c:pt idx="4773">
                  <c:v>8.5679872084980291E-2</c:v>
                </c:pt>
                <c:pt idx="4774">
                  <c:v>8.5692706618864842E-2</c:v>
                </c:pt>
                <c:pt idx="4775">
                  <c:v>8.5695381957964459E-2</c:v>
                </c:pt>
                <c:pt idx="4776">
                  <c:v>8.5695529189266359E-2</c:v>
                </c:pt>
                <c:pt idx="4777">
                  <c:v>8.5701082483006966E-2</c:v>
                </c:pt>
                <c:pt idx="4778">
                  <c:v>8.5745447405405698E-2</c:v>
                </c:pt>
                <c:pt idx="4779">
                  <c:v>8.5747732963882536E-2</c:v>
                </c:pt>
                <c:pt idx="4780">
                  <c:v>8.5748413045739602E-2</c:v>
                </c:pt>
                <c:pt idx="4781">
                  <c:v>8.5752577516785375E-2</c:v>
                </c:pt>
                <c:pt idx="4782">
                  <c:v>8.5756982278438115E-2</c:v>
                </c:pt>
                <c:pt idx="4783">
                  <c:v>8.5771510100107862E-2</c:v>
                </c:pt>
                <c:pt idx="4784">
                  <c:v>8.5785169197915262E-2</c:v>
                </c:pt>
                <c:pt idx="4785">
                  <c:v>8.5787335970629E-2</c:v>
                </c:pt>
                <c:pt idx="4786">
                  <c:v>8.5790343101329672E-2</c:v>
                </c:pt>
                <c:pt idx="4787">
                  <c:v>8.5796070174109326E-2</c:v>
                </c:pt>
                <c:pt idx="4788">
                  <c:v>8.5828311580992661E-2</c:v>
                </c:pt>
                <c:pt idx="4789">
                  <c:v>8.5829265813636244E-2</c:v>
                </c:pt>
                <c:pt idx="4790">
                  <c:v>8.5843684338664836E-2</c:v>
                </c:pt>
                <c:pt idx="4791">
                  <c:v>8.5848638454024392E-2</c:v>
                </c:pt>
                <c:pt idx="4792">
                  <c:v>8.5856431308224346E-2</c:v>
                </c:pt>
                <c:pt idx="4793">
                  <c:v>8.5871441620101338E-2</c:v>
                </c:pt>
                <c:pt idx="4794">
                  <c:v>8.5884887601538742E-2</c:v>
                </c:pt>
                <c:pt idx="4795">
                  <c:v>8.5894549195059997E-2</c:v>
                </c:pt>
                <c:pt idx="4796">
                  <c:v>8.5912192583856933E-2</c:v>
                </c:pt>
                <c:pt idx="4797">
                  <c:v>8.5916930833140948E-2</c:v>
                </c:pt>
                <c:pt idx="4798">
                  <c:v>8.5922256560488547E-2</c:v>
                </c:pt>
                <c:pt idx="4799">
                  <c:v>8.5926298803927492E-2</c:v>
                </c:pt>
                <c:pt idx="4800">
                  <c:v>8.5931919683570487E-2</c:v>
                </c:pt>
                <c:pt idx="4801">
                  <c:v>8.5936444584633953E-2</c:v>
                </c:pt>
                <c:pt idx="4802">
                  <c:v>8.5937492502655727E-2</c:v>
                </c:pt>
                <c:pt idx="4803">
                  <c:v>8.5945450629266062E-2</c:v>
                </c:pt>
                <c:pt idx="4804">
                  <c:v>8.5945565033774915E-2</c:v>
                </c:pt>
                <c:pt idx="4805">
                  <c:v>8.5952754776899565E-2</c:v>
                </c:pt>
                <c:pt idx="4806">
                  <c:v>8.5957203640284294E-2</c:v>
                </c:pt>
                <c:pt idx="4807">
                  <c:v>8.5963988335095776E-2</c:v>
                </c:pt>
                <c:pt idx="4808">
                  <c:v>8.5975713161518585E-2</c:v>
                </c:pt>
                <c:pt idx="4809">
                  <c:v>8.5979205137139969E-2</c:v>
                </c:pt>
                <c:pt idx="4810">
                  <c:v>8.5984967725059203E-2</c:v>
                </c:pt>
                <c:pt idx="4811">
                  <c:v>8.599180601759239E-2</c:v>
                </c:pt>
                <c:pt idx="4812">
                  <c:v>8.5992907974979535E-2</c:v>
                </c:pt>
                <c:pt idx="4813">
                  <c:v>8.6016631584052566E-2</c:v>
                </c:pt>
                <c:pt idx="4814">
                  <c:v>8.6029576545513853E-2</c:v>
                </c:pt>
                <c:pt idx="4815">
                  <c:v>8.6031065317735661E-2</c:v>
                </c:pt>
                <c:pt idx="4816">
                  <c:v>8.603334837838765E-2</c:v>
                </c:pt>
                <c:pt idx="4817">
                  <c:v>8.605059649548577E-2</c:v>
                </c:pt>
                <c:pt idx="4818">
                  <c:v>8.6053351528911012E-2</c:v>
                </c:pt>
                <c:pt idx="4819">
                  <c:v>8.6066559978528565E-2</c:v>
                </c:pt>
                <c:pt idx="4820">
                  <c:v>8.606961809451423E-2</c:v>
                </c:pt>
                <c:pt idx="4821">
                  <c:v>8.6093468888992677E-2</c:v>
                </c:pt>
                <c:pt idx="4822">
                  <c:v>8.6101273669845074E-2</c:v>
                </c:pt>
                <c:pt idx="4823">
                  <c:v>8.6135586477604109E-2</c:v>
                </c:pt>
                <c:pt idx="4824">
                  <c:v>8.6155633121611577E-2</c:v>
                </c:pt>
                <c:pt idx="4825">
                  <c:v>8.6168277717081826E-2</c:v>
                </c:pt>
                <c:pt idx="4826">
                  <c:v>8.6178286465228585E-2</c:v>
                </c:pt>
                <c:pt idx="4827">
                  <c:v>8.6185050498134977E-2</c:v>
                </c:pt>
                <c:pt idx="4828">
                  <c:v>8.6185914871717173E-2</c:v>
                </c:pt>
                <c:pt idx="4829">
                  <c:v>8.6194909187607416E-2</c:v>
                </c:pt>
                <c:pt idx="4830">
                  <c:v>8.6199467640689767E-2</c:v>
                </c:pt>
                <c:pt idx="4831">
                  <c:v>8.6208897561771858E-2</c:v>
                </c:pt>
                <c:pt idx="4832">
                  <c:v>8.621642998138232E-2</c:v>
                </c:pt>
                <c:pt idx="4833">
                  <c:v>8.6221321318283181E-2</c:v>
                </c:pt>
                <c:pt idx="4834">
                  <c:v>8.6229413040296077E-2</c:v>
                </c:pt>
                <c:pt idx="4835">
                  <c:v>8.6236891270086519E-2</c:v>
                </c:pt>
                <c:pt idx="4836">
                  <c:v>8.6240311500942995E-2</c:v>
                </c:pt>
                <c:pt idx="4837">
                  <c:v>8.6272344842800677E-2</c:v>
                </c:pt>
                <c:pt idx="4838">
                  <c:v>8.6283176680400045E-2</c:v>
                </c:pt>
                <c:pt idx="4839">
                  <c:v>8.6284176502314611E-2</c:v>
                </c:pt>
                <c:pt idx="4840">
                  <c:v>8.6298206090090382E-2</c:v>
                </c:pt>
                <c:pt idx="4841">
                  <c:v>8.6305988411465126E-2</c:v>
                </c:pt>
                <c:pt idx="4842">
                  <c:v>8.6327570816218516E-2</c:v>
                </c:pt>
                <c:pt idx="4843">
                  <c:v>8.633312732894878E-2</c:v>
                </c:pt>
                <c:pt idx="4844">
                  <c:v>8.6336960257603498E-2</c:v>
                </c:pt>
                <c:pt idx="4845">
                  <c:v>8.6351031979174528E-2</c:v>
                </c:pt>
                <c:pt idx="4846">
                  <c:v>8.6358220332482291E-2</c:v>
                </c:pt>
                <c:pt idx="4847">
                  <c:v>8.636034358495398E-2</c:v>
                </c:pt>
                <c:pt idx="4848">
                  <c:v>8.6366252054773163E-2</c:v>
                </c:pt>
                <c:pt idx="4849">
                  <c:v>8.6369471109152468E-2</c:v>
                </c:pt>
                <c:pt idx="4850">
                  <c:v>8.6370433184232834E-2</c:v>
                </c:pt>
                <c:pt idx="4851">
                  <c:v>8.6385697244134793E-2</c:v>
                </c:pt>
                <c:pt idx="4852">
                  <c:v>8.6393274612133544E-2</c:v>
                </c:pt>
                <c:pt idx="4853">
                  <c:v>8.6418080989865892E-2</c:v>
                </c:pt>
                <c:pt idx="4854">
                  <c:v>8.6442445855781383E-2</c:v>
                </c:pt>
                <c:pt idx="4855">
                  <c:v>8.6450211697462601E-2</c:v>
                </c:pt>
                <c:pt idx="4856">
                  <c:v>8.6452681895237068E-2</c:v>
                </c:pt>
                <c:pt idx="4857">
                  <c:v>8.6462685347703891E-2</c:v>
                </c:pt>
                <c:pt idx="4858">
                  <c:v>8.6480401891349007E-2</c:v>
                </c:pt>
                <c:pt idx="4859">
                  <c:v>8.6509452895135161E-2</c:v>
                </c:pt>
                <c:pt idx="4860">
                  <c:v>8.6520331452175123E-2</c:v>
                </c:pt>
                <c:pt idx="4861">
                  <c:v>8.6535256080326861E-2</c:v>
                </c:pt>
                <c:pt idx="4862">
                  <c:v>8.6538022585495325E-2</c:v>
                </c:pt>
                <c:pt idx="4863">
                  <c:v>8.6553241669799691E-2</c:v>
                </c:pt>
                <c:pt idx="4864">
                  <c:v>8.6554145820802258E-2</c:v>
                </c:pt>
                <c:pt idx="4865">
                  <c:v>8.6557730257101936E-2</c:v>
                </c:pt>
                <c:pt idx="4866">
                  <c:v>8.6561734853414243E-2</c:v>
                </c:pt>
                <c:pt idx="4867">
                  <c:v>8.6565001165059496E-2</c:v>
                </c:pt>
                <c:pt idx="4868">
                  <c:v>8.6568189991551761E-2</c:v>
                </c:pt>
                <c:pt idx="4869">
                  <c:v>8.6570820758415476E-2</c:v>
                </c:pt>
                <c:pt idx="4870">
                  <c:v>8.6575862876135945E-2</c:v>
                </c:pt>
                <c:pt idx="4871">
                  <c:v>8.6592954653040038E-2</c:v>
                </c:pt>
                <c:pt idx="4872">
                  <c:v>8.6598514574359381E-2</c:v>
                </c:pt>
                <c:pt idx="4873">
                  <c:v>8.6630643177593392E-2</c:v>
                </c:pt>
                <c:pt idx="4874">
                  <c:v>8.663258458655855E-2</c:v>
                </c:pt>
                <c:pt idx="4875">
                  <c:v>8.6636501880564876E-2</c:v>
                </c:pt>
                <c:pt idx="4876">
                  <c:v>8.6636867880543353E-2</c:v>
                </c:pt>
                <c:pt idx="4877">
                  <c:v>8.6637301435484315E-2</c:v>
                </c:pt>
                <c:pt idx="4878">
                  <c:v>8.6655574096453122E-2</c:v>
                </c:pt>
                <c:pt idx="4879">
                  <c:v>8.6658708436020998E-2</c:v>
                </c:pt>
                <c:pt idx="4880">
                  <c:v>8.6659291537302133E-2</c:v>
                </c:pt>
                <c:pt idx="4881">
                  <c:v>8.6667315945032616E-2</c:v>
                </c:pt>
                <c:pt idx="4882">
                  <c:v>8.6668763296434165E-2</c:v>
                </c:pt>
                <c:pt idx="4883">
                  <c:v>8.6671739799405803E-2</c:v>
                </c:pt>
                <c:pt idx="4884">
                  <c:v>8.6673641641649216E-2</c:v>
                </c:pt>
                <c:pt idx="4885">
                  <c:v>8.6677757545532266E-2</c:v>
                </c:pt>
                <c:pt idx="4886">
                  <c:v>8.6684847430862869E-2</c:v>
                </c:pt>
                <c:pt idx="4887">
                  <c:v>8.6697264590986561E-2</c:v>
                </c:pt>
                <c:pt idx="4888">
                  <c:v>8.6706178238883644E-2</c:v>
                </c:pt>
                <c:pt idx="4889">
                  <c:v>8.6711610128001021E-2</c:v>
                </c:pt>
                <c:pt idx="4890">
                  <c:v>8.6722303822871605E-2</c:v>
                </c:pt>
                <c:pt idx="4891">
                  <c:v>8.6724033344736537E-2</c:v>
                </c:pt>
                <c:pt idx="4892">
                  <c:v>8.6731957190357131E-2</c:v>
                </c:pt>
                <c:pt idx="4893">
                  <c:v>8.6734853046619598E-2</c:v>
                </c:pt>
                <c:pt idx="4894">
                  <c:v>8.6739869186014257E-2</c:v>
                </c:pt>
                <c:pt idx="4895">
                  <c:v>8.676998635973443E-2</c:v>
                </c:pt>
                <c:pt idx="4896">
                  <c:v>8.6771157027545537E-2</c:v>
                </c:pt>
                <c:pt idx="4897">
                  <c:v>8.6774059612863705E-2</c:v>
                </c:pt>
                <c:pt idx="4898">
                  <c:v>8.6776584570546503E-2</c:v>
                </c:pt>
                <c:pt idx="4899">
                  <c:v>8.6777442749654515E-2</c:v>
                </c:pt>
                <c:pt idx="4900">
                  <c:v>8.6785799724540341E-2</c:v>
                </c:pt>
                <c:pt idx="4901">
                  <c:v>8.6786722599575497E-2</c:v>
                </c:pt>
                <c:pt idx="4902">
                  <c:v>8.6802859500926519E-2</c:v>
                </c:pt>
                <c:pt idx="4903">
                  <c:v>8.6807142482831501E-2</c:v>
                </c:pt>
                <c:pt idx="4904">
                  <c:v>8.6816339915445212E-2</c:v>
                </c:pt>
                <c:pt idx="4905">
                  <c:v>8.6818771727981123E-2</c:v>
                </c:pt>
                <c:pt idx="4906">
                  <c:v>8.683167700054846E-2</c:v>
                </c:pt>
                <c:pt idx="4907">
                  <c:v>8.6860508335496675E-2</c:v>
                </c:pt>
                <c:pt idx="4908">
                  <c:v>8.6867827053357022E-2</c:v>
                </c:pt>
                <c:pt idx="4909">
                  <c:v>8.6873557003947652E-2</c:v>
                </c:pt>
                <c:pt idx="4910">
                  <c:v>8.6905597215927541E-2</c:v>
                </c:pt>
                <c:pt idx="4911">
                  <c:v>8.6922849338278943E-2</c:v>
                </c:pt>
                <c:pt idx="4912">
                  <c:v>8.6922993578976787E-2</c:v>
                </c:pt>
                <c:pt idx="4913">
                  <c:v>8.692382132550408E-2</c:v>
                </c:pt>
                <c:pt idx="4914">
                  <c:v>8.6936770588737139E-2</c:v>
                </c:pt>
                <c:pt idx="4915">
                  <c:v>8.6949203479773904E-2</c:v>
                </c:pt>
                <c:pt idx="4916">
                  <c:v>8.69581144713506E-2</c:v>
                </c:pt>
                <c:pt idx="4917">
                  <c:v>8.6979900297072241E-2</c:v>
                </c:pt>
                <c:pt idx="4918">
                  <c:v>8.6983769588926979E-2</c:v>
                </c:pt>
                <c:pt idx="4919">
                  <c:v>8.7013101254151112E-2</c:v>
                </c:pt>
                <c:pt idx="4920">
                  <c:v>8.7026531997741338E-2</c:v>
                </c:pt>
                <c:pt idx="4921">
                  <c:v>8.7031779099239343E-2</c:v>
                </c:pt>
                <c:pt idx="4922">
                  <c:v>8.7042041337774725E-2</c:v>
                </c:pt>
                <c:pt idx="4923">
                  <c:v>8.7066152407853925E-2</c:v>
                </c:pt>
                <c:pt idx="4924">
                  <c:v>8.7075560536552812E-2</c:v>
                </c:pt>
                <c:pt idx="4925">
                  <c:v>8.7092497100981783E-2</c:v>
                </c:pt>
                <c:pt idx="4926">
                  <c:v>8.713620081275919E-2</c:v>
                </c:pt>
                <c:pt idx="4927">
                  <c:v>8.7136207618078554E-2</c:v>
                </c:pt>
                <c:pt idx="4928">
                  <c:v>8.7138184949379083E-2</c:v>
                </c:pt>
                <c:pt idx="4929">
                  <c:v>8.7142319684428884E-2</c:v>
                </c:pt>
                <c:pt idx="4930">
                  <c:v>8.7157619084455615E-2</c:v>
                </c:pt>
                <c:pt idx="4931">
                  <c:v>8.7164953221863253E-2</c:v>
                </c:pt>
                <c:pt idx="4932">
                  <c:v>8.7173394837303977E-2</c:v>
                </c:pt>
                <c:pt idx="4933">
                  <c:v>8.7182629642174728E-2</c:v>
                </c:pt>
                <c:pt idx="4934">
                  <c:v>8.7185847756765592E-2</c:v>
                </c:pt>
                <c:pt idx="4935">
                  <c:v>8.7187239861180099E-2</c:v>
                </c:pt>
                <c:pt idx="4936">
                  <c:v>8.719670110504614E-2</c:v>
                </c:pt>
                <c:pt idx="4937">
                  <c:v>8.7203714111130592E-2</c:v>
                </c:pt>
                <c:pt idx="4938">
                  <c:v>8.7204878478559802E-2</c:v>
                </c:pt>
                <c:pt idx="4939">
                  <c:v>8.722191657662462E-2</c:v>
                </c:pt>
                <c:pt idx="4940">
                  <c:v>8.722395132664186E-2</c:v>
                </c:pt>
                <c:pt idx="4941">
                  <c:v>8.7229712500806522E-2</c:v>
                </c:pt>
                <c:pt idx="4942">
                  <c:v>8.7242719182642633E-2</c:v>
                </c:pt>
                <c:pt idx="4943">
                  <c:v>8.7249953249900924E-2</c:v>
                </c:pt>
                <c:pt idx="4944">
                  <c:v>8.7259438713731777E-2</c:v>
                </c:pt>
                <c:pt idx="4945">
                  <c:v>8.7260295742809565E-2</c:v>
                </c:pt>
                <c:pt idx="4946">
                  <c:v>8.7263960564446505E-2</c:v>
                </c:pt>
                <c:pt idx="4947">
                  <c:v>8.7280690176411393E-2</c:v>
                </c:pt>
                <c:pt idx="4948">
                  <c:v>8.7281626816036822E-2</c:v>
                </c:pt>
                <c:pt idx="4949">
                  <c:v>8.7287956663055527E-2</c:v>
                </c:pt>
                <c:pt idx="4950">
                  <c:v>8.7289875683346882E-2</c:v>
                </c:pt>
                <c:pt idx="4951">
                  <c:v>8.7291555225508813E-2</c:v>
                </c:pt>
                <c:pt idx="4952">
                  <c:v>8.7310250603225614E-2</c:v>
                </c:pt>
                <c:pt idx="4953">
                  <c:v>8.7315174013230523E-2</c:v>
                </c:pt>
                <c:pt idx="4954">
                  <c:v>8.7332249038447871E-2</c:v>
                </c:pt>
                <c:pt idx="4955">
                  <c:v>8.7338410978388112E-2</c:v>
                </c:pt>
                <c:pt idx="4956">
                  <c:v>8.7352073495499144E-2</c:v>
                </c:pt>
                <c:pt idx="4957">
                  <c:v>8.7358648825279064E-2</c:v>
                </c:pt>
                <c:pt idx="4958">
                  <c:v>8.7359261985316211E-2</c:v>
                </c:pt>
                <c:pt idx="4959">
                  <c:v>8.7369831108491558E-2</c:v>
                </c:pt>
                <c:pt idx="4960">
                  <c:v>8.7372921320382435E-2</c:v>
                </c:pt>
                <c:pt idx="4961">
                  <c:v>8.7382652709900324E-2</c:v>
                </c:pt>
                <c:pt idx="4962">
                  <c:v>8.7393139314023358E-2</c:v>
                </c:pt>
                <c:pt idx="4963">
                  <c:v>8.7396454966635534E-2</c:v>
                </c:pt>
                <c:pt idx="4964">
                  <c:v>8.7402677037983351E-2</c:v>
                </c:pt>
                <c:pt idx="4965">
                  <c:v>8.7410021811949096E-2</c:v>
                </c:pt>
                <c:pt idx="4966">
                  <c:v>8.7412183630547632E-2</c:v>
                </c:pt>
                <c:pt idx="4967">
                  <c:v>8.7416076661312889E-2</c:v>
                </c:pt>
                <c:pt idx="4968">
                  <c:v>8.7427541801347347E-2</c:v>
                </c:pt>
                <c:pt idx="4969">
                  <c:v>8.7432425948196266E-2</c:v>
                </c:pt>
                <c:pt idx="4970">
                  <c:v>8.7436051264188228E-2</c:v>
                </c:pt>
                <c:pt idx="4971">
                  <c:v>8.7445865189668362E-2</c:v>
                </c:pt>
                <c:pt idx="4972">
                  <c:v>8.7449236593876739E-2</c:v>
                </c:pt>
                <c:pt idx="4973">
                  <c:v>8.7466079793096257E-2</c:v>
                </c:pt>
                <c:pt idx="4974">
                  <c:v>8.7469544354592019E-2</c:v>
                </c:pt>
                <c:pt idx="4975">
                  <c:v>8.7476650094342509E-2</c:v>
                </c:pt>
                <c:pt idx="4976">
                  <c:v>8.7496955655833694E-2</c:v>
                </c:pt>
                <c:pt idx="4977">
                  <c:v>8.7500718168929542E-2</c:v>
                </c:pt>
                <c:pt idx="4978">
                  <c:v>8.7511096697805754E-2</c:v>
                </c:pt>
                <c:pt idx="4979">
                  <c:v>8.7560746071667209E-2</c:v>
                </c:pt>
                <c:pt idx="4980">
                  <c:v>8.7579110865076609E-2</c:v>
                </c:pt>
                <c:pt idx="4981">
                  <c:v>8.7579837159622781E-2</c:v>
                </c:pt>
                <c:pt idx="4982">
                  <c:v>8.7581869366586254E-2</c:v>
                </c:pt>
                <c:pt idx="4983">
                  <c:v>8.7610533444236291E-2</c:v>
                </c:pt>
                <c:pt idx="4984">
                  <c:v>8.7616141782147508E-2</c:v>
                </c:pt>
                <c:pt idx="4985">
                  <c:v>8.7643854946146557E-2</c:v>
                </c:pt>
                <c:pt idx="4986">
                  <c:v>8.7645681634304015E-2</c:v>
                </c:pt>
                <c:pt idx="4987">
                  <c:v>8.7665880188685388E-2</c:v>
                </c:pt>
                <c:pt idx="4988">
                  <c:v>8.7665960148221048E-2</c:v>
                </c:pt>
                <c:pt idx="4989">
                  <c:v>8.7672125210392096E-2</c:v>
                </c:pt>
                <c:pt idx="4990">
                  <c:v>8.7699429388229361E-2</c:v>
                </c:pt>
                <c:pt idx="4991">
                  <c:v>8.7716561141882671E-2</c:v>
                </c:pt>
                <c:pt idx="4992">
                  <c:v>8.7727525753670391E-2</c:v>
                </c:pt>
                <c:pt idx="4993">
                  <c:v>8.773112642998486E-2</c:v>
                </c:pt>
                <c:pt idx="4994">
                  <c:v>8.7737831129554147E-2</c:v>
                </c:pt>
                <c:pt idx="4995">
                  <c:v>8.774261987019176E-2</c:v>
                </c:pt>
                <c:pt idx="4996">
                  <c:v>8.7751121115187306E-2</c:v>
                </c:pt>
                <c:pt idx="4997">
                  <c:v>8.7751527388120545E-2</c:v>
                </c:pt>
                <c:pt idx="4998">
                  <c:v>8.7758635380086825E-2</c:v>
                </c:pt>
                <c:pt idx="4999">
                  <c:v>8.776704670501484E-2</c:v>
                </c:pt>
                <c:pt idx="5000">
                  <c:v>8.7774988959581079E-2</c:v>
                </c:pt>
                <c:pt idx="5001">
                  <c:v>8.7786943224590783E-2</c:v>
                </c:pt>
                <c:pt idx="5002">
                  <c:v>8.7787904120511726E-2</c:v>
                </c:pt>
                <c:pt idx="5003">
                  <c:v>8.7792392455236901E-2</c:v>
                </c:pt>
                <c:pt idx="5004">
                  <c:v>8.7799439587525216E-2</c:v>
                </c:pt>
                <c:pt idx="5005">
                  <c:v>8.7809947859404214E-2</c:v>
                </c:pt>
                <c:pt idx="5006">
                  <c:v>8.7812482834956782E-2</c:v>
                </c:pt>
                <c:pt idx="5007">
                  <c:v>8.7815655285682553E-2</c:v>
                </c:pt>
                <c:pt idx="5008">
                  <c:v>8.7819456274765478E-2</c:v>
                </c:pt>
                <c:pt idx="5009">
                  <c:v>8.7820416811330015E-2</c:v>
                </c:pt>
                <c:pt idx="5010">
                  <c:v>8.7830090909217312E-2</c:v>
                </c:pt>
                <c:pt idx="5011">
                  <c:v>8.7830288442784926E-2</c:v>
                </c:pt>
                <c:pt idx="5012">
                  <c:v>8.7832342518642928E-2</c:v>
                </c:pt>
                <c:pt idx="5013">
                  <c:v>8.7832530526189098E-2</c:v>
                </c:pt>
                <c:pt idx="5014">
                  <c:v>8.7835710876169523E-2</c:v>
                </c:pt>
                <c:pt idx="5015">
                  <c:v>8.7852092119249298E-2</c:v>
                </c:pt>
                <c:pt idx="5016">
                  <c:v>8.7873230493536847E-2</c:v>
                </c:pt>
                <c:pt idx="5017">
                  <c:v>8.787507051112127E-2</c:v>
                </c:pt>
                <c:pt idx="5018">
                  <c:v>8.789865585259829E-2</c:v>
                </c:pt>
                <c:pt idx="5019">
                  <c:v>8.7910737599191976E-2</c:v>
                </c:pt>
                <c:pt idx="5020">
                  <c:v>8.7926326987875267E-2</c:v>
                </c:pt>
                <c:pt idx="5021">
                  <c:v>8.7933442984784629E-2</c:v>
                </c:pt>
                <c:pt idx="5022">
                  <c:v>8.7947675027677974E-2</c:v>
                </c:pt>
                <c:pt idx="5023">
                  <c:v>8.7948545383729981E-2</c:v>
                </c:pt>
                <c:pt idx="5024">
                  <c:v>8.7960874783158602E-2</c:v>
                </c:pt>
                <c:pt idx="5025">
                  <c:v>8.7979083959742396E-2</c:v>
                </c:pt>
                <c:pt idx="5026">
                  <c:v>8.8007214231998782E-2</c:v>
                </c:pt>
                <c:pt idx="5027">
                  <c:v>8.8019553162477115E-2</c:v>
                </c:pt>
                <c:pt idx="5028">
                  <c:v>8.8025261946345967E-2</c:v>
                </c:pt>
                <c:pt idx="5029">
                  <c:v>8.8029200275040437E-2</c:v>
                </c:pt>
                <c:pt idx="5030">
                  <c:v>8.8035210445152029E-2</c:v>
                </c:pt>
                <c:pt idx="5031">
                  <c:v>8.8041377276478996E-2</c:v>
                </c:pt>
                <c:pt idx="5032">
                  <c:v>8.8045150395974964E-2</c:v>
                </c:pt>
                <c:pt idx="5033">
                  <c:v>8.8045195524230846E-2</c:v>
                </c:pt>
                <c:pt idx="5034">
                  <c:v>8.8048649579885549E-2</c:v>
                </c:pt>
                <c:pt idx="5035">
                  <c:v>8.8081741170118397E-2</c:v>
                </c:pt>
                <c:pt idx="5036">
                  <c:v>8.8086276557501564E-2</c:v>
                </c:pt>
                <c:pt idx="5037">
                  <c:v>8.8093094823577384E-2</c:v>
                </c:pt>
                <c:pt idx="5038">
                  <c:v>8.8121274549433262E-2</c:v>
                </c:pt>
                <c:pt idx="5039">
                  <c:v>8.8127399676603005E-2</c:v>
                </c:pt>
                <c:pt idx="5040">
                  <c:v>8.8129388363790945E-2</c:v>
                </c:pt>
                <c:pt idx="5041">
                  <c:v>8.8142228125300426E-2</c:v>
                </c:pt>
                <c:pt idx="5042">
                  <c:v>8.8147844340786666E-2</c:v>
                </c:pt>
                <c:pt idx="5043">
                  <c:v>8.8158947138549826E-2</c:v>
                </c:pt>
                <c:pt idx="5044">
                  <c:v>8.8163272835379475E-2</c:v>
                </c:pt>
                <c:pt idx="5045">
                  <c:v>8.8174246742466947E-2</c:v>
                </c:pt>
                <c:pt idx="5046">
                  <c:v>8.8174907214558701E-2</c:v>
                </c:pt>
                <c:pt idx="5047">
                  <c:v>8.8185672525164849E-2</c:v>
                </c:pt>
                <c:pt idx="5048">
                  <c:v>8.8209150601837455E-2</c:v>
                </c:pt>
                <c:pt idx="5049">
                  <c:v>8.8215500017269799E-2</c:v>
                </c:pt>
                <c:pt idx="5050">
                  <c:v>8.8225691940400447E-2</c:v>
                </c:pt>
                <c:pt idx="5051">
                  <c:v>8.8235639241705327E-2</c:v>
                </c:pt>
                <c:pt idx="5052">
                  <c:v>8.8249828908097613E-2</c:v>
                </c:pt>
                <c:pt idx="5053">
                  <c:v>8.8252112876860161E-2</c:v>
                </c:pt>
                <c:pt idx="5054">
                  <c:v>8.8269514710957814E-2</c:v>
                </c:pt>
                <c:pt idx="5055">
                  <c:v>8.8299216717089304E-2</c:v>
                </c:pt>
                <c:pt idx="5056">
                  <c:v>8.8306164992228764E-2</c:v>
                </c:pt>
                <c:pt idx="5057">
                  <c:v>8.8306184504242075E-2</c:v>
                </c:pt>
                <c:pt idx="5058">
                  <c:v>8.8327579626651317E-2</c:v>
                </c:pt>
                <c:pt idx="5059">
                  <c:v>8.8331469058611806E-2</c:v>
                </c:pt>
                <c:pt idx="5060">
                  <c:v>8.8334669004750774E-2</c:v>
                </c:pt>
                <c:pt idx="5061">
                  <c:v>8.8336008888094744E-2</c:v>
                </c:pt>
                <c:pt idx="5062">
                  <c:v>8.836618754211506E-2</c:v>
                </c:pt>
                <c:pt idx="5063">
                  <c:v>8.8397506101738077E-2</c:v>
                </c:pt>
                <c:pt idx="5064">
                  <c:v>8.8408870806704162E-2</c:v>
                </c:pt>
                <c:pt idx="5065">
                  <c:v>8.8415141052935423E-2</c:v>
                </c:pt>
                <c:pt idx="5066">
                  <c:v>8.84153079856769E-2</c:v>
                </c:pt>
                <c:pt idx="5067">
                  <c:v>8.8426875637513933E-2</c:v>
                </c:pt>
                <c:pt idx="5068">
                  <c:v>8.8432162720798707E-2</c:v>
                </c:pt>
                <c:pt idx="5069">
                  <c:v>8.8435173505206313E-2</c:v>
                </c:pt>
                <c:pt idx="5070">
                  <c:v>8.8436122828097818E-2</c:v>
                </c:pt>
                <c:pt idx="5071">
                  <c:v>8.8437847691127641E-2</c:v>
                </c:pt>
                <c:pt idx="5072">
                  <c:v>8.8440686368649726E-2</c:v>
                </c:pt>
                <c:pt idx="5073">
                  <c:v>8.8444449000195477E-2</c:v>
                </c:pt>
                <c:pt idx="5074">
                  <c:v>8.8446851351435471E-2</c:v>
                </c:pt>
                <c:pt idx="5075">
                  <c:v>8.8449457350324612E-2</c:v>
                </c:pt>
                <c:pt idx="5076">
                  <c:v>8.8477466245838868E-2</c:v>
                </c:pt>
                <c:pt idx="5077">
                  <c:v>8.8478918910614032E-2</c:v>
                </c:pt>
                <c:pt idx="5078">
                  <c:v>8.849129700628651E-2</c:v>
                </c:pt>
                <c:pt idx="5079">
                  <c:v>8.8493485071851147E-2</c:v>
                </c:pt>
                <c:pt idx="5080">
                  <c:v>8.8517853564569329E-2</c:v>
                </c:pt>
                <c:pt idx="5081">
                  <c:v>8.8524999737117527E-2</c:v>
                </c:pt>
                <c:pt idx="5082">
                  <c:v>8.8535950926847781E-2</c:v>
                </c:pt>
                <c:pt idx="5083">
                  <c:v>8.8544219643522007E-2</c:v>
                </c:pt>
                <c:pt idx="5084">
                  <c:v>8.8544616104451107E-2</c:v>
                </c:pt>
                <c:pt idx="5085">
                  <c:v>8.8552770529095479E-2</c:v>
                </c:pt>
                <c:pt idx="5086">
                  <c:v>8.8557499078993199E-2</c:v>
                </c:pt>
                <c:pt idx="5087">
                  <c:v>8.8568999916402658E-2</c:v>
                </c:pt>
                <c:pt idx="5088">
                  <c:v>8.8580771229844008E-2</c:v>
                </c:pt>
                <c:pt idx="5089">
                  <c:v>8.8589187374583572E-2</c:v>
                </c:pt>
                <c:pt idx="5090">
                  <c:v>8.8606416005419603E-2</c:v>
                </c:pt>
                <c:pt idx="5091">
                  <c:v>8.861158540849734E-2</c:v>
                </c:pt>
                <c:pt idx="5092">
                  <c:v>8.8614763521135648E-2</c:v>
                </c:pt>
                <c:pt idx="5093">
                  <c:v>8.8616740057373522E-2</c:v>
                </c:pt>
                <c:pt idx="5094">
                  <c:v>8.8621453580690623E-2</c:v>
                </c:pt>
                <c:pt idx="5095">
                  <c:v>8.8626002330456588E-2</c:v>
                </c:pt>
                <c:pt idx="5096">
                  <c:v>8.8650858868351071E-2</c:v>
                </c:pt>
                <c:pt idx="5097">
                  <c:v>8.8651980303022626E-2</c:v>
                </c:pt>
                <c:pt idx="5098">
                  <c:v>8.8660860452639143E-2</c:v>
                </c:pt>
                <c:pt idx="5099">
                  <c:v>8.8670134208188242E-2</c:v>
                </c:pt>
                <c:pt idx="5100">
                  <c:v>8.8696265446248021E-2</c:v>
                </c:pt>
                <c:pt idx="5101">
                  <c:v>8.8704803483415667E-2</c:v>
                </c:pt>
                <c:pt idx="5102">
                  <c:v>8.8710624172214841E-2</c:v>
                </c:pt>
                <c:pt idx="5103">
                  <c:v>8.8723187795741135E-2</c:v>
                </c:pt>
                <c:pt idx="5104">
                  <c:v>8.8743205301956007E-2</c:v>
                </c:pt>
                <c:pt idx="5105">
                  <c:v>8.8760630354705272E-2</c:v>
                </c:pt>
                <c:pt idx="5106">
                  <c:v>8.878331159060214E-2</c:v>
                </c:pt>
                <c:pt idx="5107">
                  <c:v>8.880153959068636E-2</c:v>
                </c:pt>
                <c:pt idx="5108">
                  <c:v>8.8802569513615953E-2</c:v>
                </c:pt>
                <c:pt idx="5109">
                  <c:v>8.8804733368547856E-2</c:v>
                </c:pt>
                <c:pt idx="5110">
                  <c:v>8.8804979851539928E-2</c:v>
                </c:pt>
                <c:pt idx="5111">
                  <c:v>8.8808370896542504E-2</c:v>
                </c:pt>
                <c:pt idx="5112">
                  <c:v>8.8813569667078041E-2</c:v>
                </c:pt>
                <c:pt idx="5113">
                  <c:v>8.8819113124257248E-2</c:v>
                </c:pt>
                <c:pt idx="5114">
                  <c:v>8.884322940548163E-2</c:v>
                </c:pt>
                <c:pt idx="5115">
                  <c:v>8.8850992290278291E-2</c:v>
                </c:pt>
                <c:pt idx="5116">
                  <c:v>8.8852523277334117E-2</c:v>
                </c:pt>
                <c:pt idx="5117">
                  <c:v>8.8864526142638442E-2</c:v>
                </c:pt>
                <c:pt idx="5118">
                  <c:v>8.8872349415065971E-2</c:v>
                </c:pt>
                <c:pt idx="5119">
                  <c:v>8.8902149524123758E-2</c:v>
                </c:pt>
                <c:pt idx="5120">
                  <c:v>8.8919438699955042E-2</c:v>
                </c:pt>
                <c:pt idx="5121">
                  <c:v>8.8931474288081111E-2</c:v>
                </c:pt>
                <c:pt idx="5122">
                  <c:v>8.8933930635269789E-2</c:v>
                </c:pt>
                <c:pt idx="5123">
                  <c:v>8.8946725014303424E-2</c:v>
                </c:pt>
                <c:pt idx="5124">
                  <c:v>8.8954815418515104E-2</c:v>
                </c:pt>
                <c:pt idx="5125">
                  <c:v>8.896057023739018E-2</c:v>
                </c:pt>
                <c:pt idx="5126">
                  <c:v>8.8962665654410231E-2</c:v>
                </c:pt>
                <c:pt idx="5127">
                  <c:v>8.8981736633769487E-2</c:v>
                </c:pt>
                <c:pt idx="5128">
                  <c:v>8.8984457564172947E-2</c:v>
                </c:pt>
                <c:pt idx="5129">
                  <c:v>8.9009727404642414E-2</c:v>
                </c:pt>
                <c:pt idx="5130">
                  <c:v>8.9011758902968918E-2</c:v>
                </c:pt>
                <c:pt idx="5131">
                  <c:v>8.9013332736016221E-2</c:v>
                </c:pt>
                <c:pt idx="5132">
                  <c:v>8.9025919211360924E-2</c:v>
                </c:pt>
                <c:pt idx="5133">
                  <c:v>8.9034658445709902E-2</c:v>
                </c:pt>
                <c:pt idx="5134">
                  <c:v>8.9036644687726527E-2</c:v>
                </c:pt>
                <c:pt idx="5135">
                  <c:v>8.9052007959707219E-2</c:v>
                </c:pt>
                <c:pt idx="5136">
                  <c:v>8.9055455841639083E-2</c:v>
                </c:pt>
                <c:pt idx="5137">
                  <c:v>8.9056232477128849E-2</c:v>
                </c:pt>
                <c:pt idx="5138">
                  <c:v>8.9058793184309051E-2</c:v>
                </c:pt>
                <c:pt idx="5139">
                  <c:v>8.9059410022110305E-2</c:v>
                </c:pt>
                <c:pt idx="5140">
                  <c:v>8.9062307573861854E-2</c:v>
                </c:pt>
                <c:pt idx="5141">
                  <c:v>8.9067939552157235E-2</c:v>
                </c:pt>
                <c:pt idx="5142">
                  <c:v>8.9074551260808293E-2</c:v>
                </c:pt>
                <c:pt idx="5143">
                  <c:v>8.9078949138731156E-2</c:v>
                </c:pt>
                <c:pt idx="5144">
                  <c:v>8.9085687079407977E-2</c:v>
                </c:pt>
                <c:pt idx="5145">
                  <c:v>8.9086316700342533E-2</c:v>
                </c:pt>
                <c:pt idx="5146">
                  <c:v>8.9088660713520645E-2</c:v>
                </c:pt>
                <c:pt idx="5147">
                  <c:v>8.9090931853051628E-2</c:v>
                </c:pt>
                <c:pt idx="5148">
                  <c:v>8.912331099025135E-2</c:v>
                </c:pt>
                <c:pt idx="5149">
                  <c:v>8.9144705811348771E-2</c:v>
                </c:pt>
                <c:pt idx="5150">
                  <c:v>8.9156329903352649E-2</c:v>
                </c:pt>
                <c:pt idx="5151">
                  <c:v>8.9157212108089329E-2</c:v>
                </c:pt>
                <c:pt idx="5152">
                  <c:v>8.9157644810064426E-2</c:v>
                </c:pt>
                <c:pt idx="5153">
                  <c:v>8.9159848826183385E-2</c:v>
                </c:pt>
                <c:pt idx="5154">
                  <c:v>8.9161091200076648E-2</c:v>
                </c:pt>
                <c:pt idx="5155">
                  <c:v>8.9183976815947488E-2</c:v>
                </c:pt>
                <c:pt idx="5156">
                  <c:v>8.9190662151599889E-2</c:v>
                </c:pt>
                <c:pt idx="5157">
                  <c:v>8.9190772039403329E-2</c:v>
                </c:pt>
                <c:pt idx="5158">
                  <c:v>8.9192528284551167E-2</c:v>
                </c:pt>
                <c:pt idx="5159">
                  <c:v>8.9198469591960261E-2</c:v>
                </c:pt>
                <c:pt idx="5160">
                  <c:v>8.9204986431700009E-2</c:v>
                </c:pt>
                <c:pt idx="5161">
                  <c:v>8.9213517446547194E-2</c:v>
                </c:pt>
                <c:pt idx="5162">
                  <c:v>8.92142788269705E-2</c:v>
                </c:pt>
                <c:pt idx="5163">
                  <c:v>8.9229495901326186E-2</c:v>
                </c:pt>
                <c:pt idx="5164">
                  <c:v>8.9247814780239049E-2</c:v>
                </c:pt>
                <c:pt idx="5165">
                  <c:v>8.9276413640437299E-2</c:v>
                </c:pt>
                <c:pt idx="5166">
                  <c:v>8.9303237995791637E-2</c:v>
                </c:pt>
                <c:pt idx="5167">
                  <c:v>8.9303256328503763E-2</c:v>
                </c:pt>
                <c:pt idx="5168">
                  <c:v>8.9315795875595225E-2</c:v>
                </c:pt>
                <c:pt idx="5169">
                  <c:v>8.9319915118318355E-2</c:v>
                </c:pt>
                <c:pt idx="5170">
                  <c:v>8.9343234305860469E-2</c:v>
                </c:pt>
                <c:pt idx="5171">
                  <c:v>8.9350999023864064E-2</c:v>
                </c:pt>
                <c:pt idx="5172">
                  <c:v>8.9356062554513255E-2</c:v>
                </c:pt>
                <c:pt idx="5173">
                  <c:v>8.9379728471560491E-2</c:v>
                </c:pt>
                <c:pt idx="5174">
                  <c:v>8.9415165943761393E-2</c:v>
                </c:pt>
                <c:pt idx="5175">
                  <c:v>8.9426955370971409E-2</c:v>
                </c:pt>
                <c:pt idx="5176">
                  <c:v>8.943269192486511E-2</c:v>
                </c:pt>
                <c:pt idx="5177">
                  <c:v>8.9433197146169707E-2</c:v>
                </c:pt>
                <c:pt idx="5178">
                  <c:v>8.9433669640764282E-2</c:v>
                </c:pt>
                <c:pt idx="5179">
                  <c:v>8.9435934488540078E-2</c:v>
                </c:pt>
                <c:pt idx="5180">
                  <c:v>8.9444192108778395E-2</c:v>
                </c:pt>
                <c:pt idx="5181">
                  <c:v>8.944626897294379E-2</c:v>
                </c:pt>
                <c:pt idx="5182">
                  <c:v>8.9453207680895708E-2</c:v>
                </c:pt>
                <c:pt idx="5183">
                  <c:v>8.9465131635946021E-2</c:v>
                </c:pt>
                <c:pt idx="5184">
                  <c:v>8.9474509920000209E-2</c:v>
                </c:pt>
                <c:pt idx="5185">
                  <c:v>8.9475355885922411E-2</c:v>
                </c:pt>
                <c:pt idx="5186">
                  <c:v>8.948410397598161E-2</c:v>
                </c:pt>
                <c:pt idx="5187">
                  <c:v>8.9500542927515428E-2</c:v>
                </c:pt>
                <c:pt idx="5188">
                  <c:v>8.9512369255692711E-2</c:v>
                </c:pt>
                <c:pt idx="5189">
                  <c:v>8.9518340554261902E-2</c:v>
                </c:pt>
                <c:pt idx="5190">
                  <c:v>8.9520151585210761E-2</c:v>
                </c:pt>
                <c:pt idx="5191">
                  <c:v>8.9522176761919467E-2</c:v>
                </c:pt>
                <c:pt idx="5192">
                  <c:v>8.9526470011285053E-2</c:v>
                </c:pt>
                <c:pt idx="5193">
                  <c:v>8.9527514928867263E-2</c:v>
                </c:pt>
                <c:pt idx="5194">
                  <c:v>8.953286703490114E-2</c:v>
                </c:pt>
                <c:pt idx="5195">
                  <c:v>8.9534386115884421E-2</c:v>
                </c:pt>
                <c:pt idx="5196">
                  <c:v>8.9535111302874351E-2</c:v>
                </c:pt>
                <c:pt idx="5197">
                  <c:v>8.9537086729128967E-2</c:v>
                </c:pt>
                <c:pt idx="5198">
                  <c:v>8.9542982606348631E-2</c:v>
                </c:pt>
                <c:pt idx="5199">
                  <c:v>8.9568633118012275E-2</c:v>
                </c:pt>
                <c:pt idx="5200">
                  <c:v>8.9584261567295889E-2</c:v>
                </c:pt>
                <c:pt idx="5201">
                  <c:v>8.958928411100886E-2</c:v>
                </c:pt>
                <c:pt idx="5202">
                  <c:v>8.959585829767433E-2</c:v>
                </c:pt>
                <c:pt idx="5203">
                  <c:v>8.9596947688453665E-2</c:v>
                </c:pt>
                <c:pt idx="5204">
                  <c:v>8.9603984631520875E-2</c:v>
                </c:pt>
                <c:pt idx="5205">
                  <c:v>8.9614785334367952E-2</c:v>
                </c:pt>
                <c:pt idx="5206">
                  <c:v>8.9623231927129801E-2</c:v>
                </c:pt>
                <c:pt idx="5207">
                  <c:v>8.9624204246078892E-2</c:v>
                </c:pt>
                <c:pt idx="5208">
                  <c:v>8.9636576570016099E-2</c:v>
                </c:pt>
                <c:pt idx="5209">
                  <c:v>8.9638934236849266E-2</c:v>
                </c:pt>
                <c:pt idx="5210">
                  <c:v>8.964465502096404E-2</c:v>
                </c:pt>
                <c:pt idx="5211">
                  <c:v>8.9648939805829983E-2</c:v>
                </c:pt>
                <c:pt idx="5212">
                  <c:v>8.9650200792361689E-2</c:v>
                </c:pt>
                <c:pt idx="5213">
                  <c:v>8.9655534369506323E-2</c:v>
                </c:pt>
                <c:pt idx="5214">
                  <c:v>8.9669022291850489E-2</c:v>
                </c:pt>
                <c:pt idx="5215">
                  <c:v>8.9684061860378916E-2</c:v>
                </c:pt>
                <c:pt idx="5216">
                  <c:v>8.9704216572322928E-2</c:v>
                </c:pt>
                <c:pt idx="5217">
                  <c:v>8.9722984768005984E-2</c:v>
                </c:pt>
                <c:pt idx="5218">
                  <c:v>8.9734575659733612E-2</c:v>
                </c:pt>
                <c:pt idx="5219">
                  <c:v>8.9743010788427363E-2</c:v>
                </c:pt>
                <c:pt idx="5220">
                  <c:v>8.9744056004938275E-2</c:v>
                </c:pt>
                <c:pt idx="5221">
                  <c:v>8.9758153664710461E-2</c:v>
                </c:pt>
                <c:pt idx="5222">
                  <c:v>8.9769982241641566E-2</c:v>
                </c:pt>
                <c:pt idx="5223">
                  <c:v>8.9777461096775771E-2</c:v>
                </c:pt>
                <c:pt idx="5224">
                  <c:v>8.9798657065277801E-2</c:v>
                </c:pt>
                <c:pt idx="5225">
                  <c:v>8.9817354630079518E-2</c:v>
                </c:pt>
                <c:pt idx="5226">
                  <c:v>8.9834098309297603E-2</c:v>
                </c:pt>
                <c:pt idx="5227">
                  <c:v>8.9835101518717972E-2</c:v>
                </c:pt>
                <c:pt idx="5228">
                  <c:v>8.9838584397946564E-2</c:v>
                </c:pt>
                <c:pt idx="5229">
                  <c:v>8.9848646858093739E-2</c:v>
                </c:pt>
                <c:pt idx="5230">
                  <c:v>8.9852477144553633E-2</c:v>
                </c:pt>
                <c:pt idx="5231">
                  <c:v>8.9856130736776618E-2</c:v>
                </c:pt>
                <c:pt idx="5232">
                  <c:v>8.9861291730598356E-2</c:v>
                </c:pt>
                <c:pt idx="5233">
                  <c:v>8.9864971982151001E-2</c:v>
                </c:pt>
                <c:pt idx="5234">
                  <c:v>8.9866772488220517E-2</c:v>
                </c:pt>
                <c:pt idx="5235">
                  <c:v>8.9874948415326866E-2</c:v>
                </c:pt>
                <c:pt idx="5236">
                  <c:v>8.9891954816225875E-2</c:v>
                </c:pt>
                <c:pt idx="5237">
                  <c:v>8.990507452108483E-2</c:v>
                </c:pt>
                <c:pt idx="5238">
                  <c:v>8.9920155957993589E-2</c:v>
                </c:pt>
                <c:pt idx="5239">
                  <c:v>8.9922439554506656E-2</c:v>
                </c:pt>
                <c:pt idx="5240">
                  <c:v>8.9924396857764391E-2</c:v>
                </c:pt>
                <c:pt idx="5241">
                  <c:v>8.9929273831719433E-2</c:v>
                </c:pt>
                <c:pt idx="5242">
                  <c:v>8.9931739535113145E-2</c:v>
                </c:pt>
                <c:pt idx="5243">
                  <c:v>8.9937846267018812E-2</c:v>
                </c:pt>
                <c:pt idx="5244">
                  <c:v>8.9938950004101195E-2</c:v>
                </c:pt>
                <c:pt idx="5245">
                  <c:v>8.9958201511401215E-2</c:v>
                </c:pt>
                <c:pt idx="5246">
                  <c:v>8.9973744188472538E-2</c:v>
                </c:pt>
                <c:pt idx="5247">
                  <c:v>8.9977304045189971E-2</c:v>
                </c:pt>
                <c:pt idx="5248">
                  <c:v>8.9980379221808515E-2</c:v>
                </c:pt>
                <c:pt idx="5249">
                  <c:v>9.0014817457344021E-2</c:v>
                </c:pt>
                <c:pt idx="5250">
                  <c:v>9.0025878205894735E-2</c:v>
                </c:pt>
                <c:pt idx="5251">
                  <c:v>9.0031932865236503E-2</c:v>
                </c:pt>
                <c:pt idx="5252">
                  <c:v>9.0035602273302914E-2</c:v>
                </c:pt>
                <c:pt idx="5253">
                  <c:v>9.0036618354292303E-2</c:v>
                </c:pt>
                <c:pt idx="5254">
                  <c:v>9.0036791099410443E-2</c:v>
                </c:pt>
                <c:pt idx="5255">
                  <c:v>9.0044195193060256E-2</c:v>
                </c:pt>
                <c:pt idx="5256">
                  <c:v>9.0051479893052316E-2</c:v>
                </c:pt>
                <c:pt idx="5257">
                  <c:v>9.0070670681156026E-2</c:v>
                </c:pt>
                <c:pt idx="5258">
                  <c:v>9.0080520011646653E-2</c:v>
                </c:pt>
                <c:pt idx="5259">
                  <c:v>9.0108404311653165E-2</c:v>
                </c:pt>
                <c:pt idx="5260">
                  <c:v>9.0110298646151055E-2</c:v>
                </c:pt>
                <c:pt idx="5261">
                  <c:v>9.0123441720131245E-2</c:v>
                </c:pt>
                <c:pt idx="5262">
                  <c:v>9.015022663085083E-2</c:v>
                </c:pt>
                <c:pt idx="5263">
                  <c:v>9.0151710337795815E-2</c:v>
                </c:pt>
                <c:pt idx="5264">
                  <c:v>9.0161845199017959E-2</c:v>
                </c:pt>
                <c:pt idx="5265">
                  <c:v>9.0162829863350266E-2</c:v>
                </c:pt>
                <c:pt idx="5266">
                  <c:v>9.0163924790372774E-2</c:v>
                </c:pt>
                <c:pt idx="5267">
                  <c:v>9.0169132153751871E-2</c:v>
                </c:pt>
                <c:pt idx="5268">
                  <c:v>9.0180107842961904E-2</c:v>
                </c:pt>
                <c:pt idx="5269">
                  <c:v>9.0204868890569251E-2</c:v>
                </c:pt>
                <c:pt idx="5270">
                  <c:v>9.0206929055150431E-2</c:v>
                </c:pt>
                <c:pt idx="5271">
                  <c:v>9.0213686934316334E-2</c:v>
                </c:pt>
                <c:pt idx="5272">
                  <c:v>9.0220353478300971E-2</c:v>
                </c:pt>
                <c:pt idx="5273">
                  <c:v>9.0236730329769144E-2</c:v>
                </c:pt>
                <c:pt idx="5274">
                  <c:v>9.0240469038949694E-2</c:v>
                </c:pt>
                <c:pt idx="5275">
                  <c:v>9.0248403815711697E-2</c:v>
                </c:pt>
                <c:pt idx="5276">
                  <c:v>9.0266938072065345E-2</c:v>
                </c:pt>
                <c:pt idx="5277">
                  <c:v>9.0268693040870124E-2</c:v>
                </c:pt>
                <c:pt idx="5278">
                  <c:v>9.0273184098033046E-2</c:v>
                </c:pt>
                <c:pt idx="5279">
                  <c:v>9.0277127974850893E-2</c:v>
                </c:pt>
                <c:pt idx="5280">
                  <c:v>9.0285706741628668E-2</c:v>
                </c:pt>
                <c:pt idx="5281">
                  <c:v>9.0287955203334158E-2</c:v>
                </c:pt>
                <c:pt idx="5282">
                  <c:v>9.0292915491551287E-2</c:v>
                </c:pt>
                <c:pt idx="5283">
                  <c:v>9.0308532515459713E-2</c:v>
                </c:pt>
                <c:pt idx="5284">
                  <c:v>9.0311318600723958E-2</c:v>
                </c:pt>
                <c:pt idx="5285">
                  <c:v>9.0314578287236186E-2</c:v>
                </c:pt>
                <c:pt idx="5286">
                  <c:v>9.0320344930952451E-2</c:v>
                </c:pt>
                <c:pt idx="5287">
                  <c:v>9.032225840195135E-2</c:v>
                </c:pt>
                <c:pt idx="5288">
                  <c:v>9.033890386698154E-2</c:v>
                </c:pt>
                <c:pt idx="5289">
                  <c:v>9.0339148454362639E-2</c:v>
                </c:pt>
                <c:pt idx="5290">
                  <c:v>9.0368990193635604E-2</c:v>
                </c:pt>
                <c:pt idx="5291">
                  <c:v>9.0376353203434581E-2</c:v>
                </c:pt>
                <c:pt idx="5292">
                  <c:v>9.0395510133290835E-2</c:v>
                </c:pt>
                <c:pt idx="5293">
                  <c:v>9.0400827364806022E-2</c:v>
                </c:pt>
                <c:pt idx="5294">
                  <c:v>9.0420467730837006E-2</c:v>
                </c:pt>
                <c:pt idx="5295">
                  <c:v>9.0430404640483852E-2</c:v>
                </c:pt>
                <c:pt idx="5296">
                  <c:v>9.0431411877261433E-2</c:v>
                </c:pt>
                <c:pt idx="5297">
                  <c:v>9.0433786112219861E-2</c:v>
                </c:pt>
                <c:pt idx="5298">
                  <c:v>9.0435969998883342E-2</c:v>
                </c:pt>
                <c:pt idx="5299">
                  <c:v>9.0441015444948356E-2</c:v>
                </c:pt>
                <c:pt idx="5300">
                  <c:v>9.04421342556226E-2</c:v>
                </c:pt>
                <c:pt idx="5301">
                  <c:v>9.0466389480747963E-2</c:v>
                </c:pt>
                <c:pt idx="5302">
                  <c:v>9.0476344638787704E-2</c:v>
                </c:pt>
                <c:pt idx="5303">
                  <c:v>9.0486959789261634E-2</c:v>
                </c:pt>
                <c:pt idx="5304">
                  <c:v>9.0500657201071588E-2</c:v>
                </c:pt>
                <c:pt idx="5305">
                  <c:v>9.0516082154251415E-2</c:v>
                </c:pt>
                <c:pt idx="5306">
                  <c:v>9.0520697884020188E-2</c:v>
                </c:pt>
                <c:pt idx="5307">
                  <c:v>9.0531442582527419E-2</c:v>
                </c:pt>
                <c:pt idx="5308">
                  <c:v>9.0539108306298952E-2</c:v>
                </c:pt>
                <c:pt idx="5309">
                  <c:v>9.0542235340109051E-2</c:v>
                </c:pt>
                <c:pt idx="5310">
                  <c:v>9.0543745303287557E-2</c:v>
                </c:pt>
                <c:pt idx="5311">
                  <c:v>9.0544060110604882E-2</c:v>
                </c:pt>
                <c:pt idx="5312">
                  <c:v>9.0553598701016411E-2</c:v>
                </c:pt>
                <c:pt idx="5313">
                  <c:v>9.0574968819675403E-2</c:v>
                </c:pt>
                <c:pt idx="5314">
                  <c:v>9.059569498542859E-2</c:v>
                </c:pt>
                <c:pt idx="5315">
                  <c:v>9.060436231244974E-2</c:v>
                </c:pt>
                <c:pt idx="5316">
                  <c:v>9.0606750533548511E-2</c:v>
                </c:pt>
                <c:pt idx="5317">
                  <c:v>9.0606816605205753E-2</c:v>
                </c:pt>
                <c:pt idx="5318">
                  <c:v>9.0607974342626907E-2</c:v>
                </c:pt>
                <c:pt idx="5319">
                  <c:v>9.0613011864934104E-2</c:v>
                </c:pt>
                <c:pt idx="5320">
                  <c:v>9.0619849117065637E-2</c:v>
                </c:pt>
                <c:pt idx="5321">
                  <c:v>9.0624054836419013E-2</c:v>
                </c:pt>
                <c:pt idx="5322">
                  <c:v>9.0625308812038508E-2</c:v>
                </c:pt>
                <c:pt idx="5323">
                  <c:v>9.0629235580566334E-2</c:v>
                </c:pt>
                <c:pt idx="5324">
                  <c:v>9.0633780245406165E-2</c:v>
                </c:pt>
                <c:pt idx="5325">
                  <c:v>9.0669730316999514E-2</c:v>
                </c:pt>
                <c:pt idx="5326">
                  <c:v>9.0685421932975643E-2</c:v>
                </c:pt>
                <c:pt idx="5327">
                  <c:v>9.0690582544085477E-2</c:v>
                </c:pt>
                <c:pt idx="5328">
                  <c:v>9.069179580040812E-2</c:v>
                </c:pt>
                <c:pt idx="5329">
                  <c:v>9.070059598105927E-2</c:v>
                </c:pt>
                <c:pt idx="5330">
                  <c:v>9.0720393712162326E-2</c:v>
                </c:pt>
                <c:pt idx="5331">
                  <c:v>9.072237007269876E-2</c:v>
                </c:pt>
                <c:pt idx="5332">
                  <c:v>9.0735988884186256E-2</c:v>
                </c:pt>
                <c:pt idx="5333">
                  <c:v>9.0737430620472903E-2</c:v>
                </c:pt>
                <c:pt idx="5334">
                  <c:v>9.0752419893318378E-2</c:v>
                </c:pt>
                <c:pt idx="5335">
                  <c:v>9.0760337688151171E-2</c:v>
                </c:pt>
                <c:pt idx="5336">
                  <c:v>9.076270051320047E-2</c:v>
                </c:pt>
                <c:pt idx="5337">
                  <c:v>9.0773290118230904E-2</c:v>
                </c:pt>
                <c:pt idx="5338">
                  <c:v>9.0774511012997106E-2</c:v>
                </c:pt>
                <c:pt idx="5339">
                  <c:v>9.0784950344421259E-2</c:v>
                </c:pt>
                <c:pt idx="5340">
                  <c:v>9.0789650183554824E-2</c:v>
                </c:pt>
                <c:pt idx="5341">
                  <c:v>9.0798159098294681E-2</c:v>
                </c:pt>
                <c:pt idx="5342">
                  <c:v>9.0802081591385697E-2</c:v>
                </c:pt>
                <c:pt idx="5343">
                  <c:v>9.082404740469488E-2</c:v>
                </c:pt>
                <c:pt idx="5344">
                  <c:v>9.0838523032700846E-2</c:v>
                </c:pt>
                <c:pt idx="5345">
                  <c:v>9.0851836752585152E-2</c:v>
                </c:pt>
                <c:pt idx="5346">
                  <c:v>9.086513726513766E-2</c:v>
                </c:pt>
                <c:pt idx="5347">
                  <c:v>9.0871930898399123E-2</c:v>
                </c:pt>
                <c:pt idx="5348">
                  <c:v>9.0876146870155813E-2</c:v>
                </c:pt>
                <c:pt idx="5349">
                  <c:v>9.0881889793950607E-2</c:v>
                </c:pt>
                <c:pt idx="5350">
                  <c:v>9.0905131365795117E-2</c:v>
                </c:pt>
                <c:pt idx="5351">
                  <c:v>9.091232327478227E-2</c:v>
                </c:pt>
                <c:pt idx="5352">
                  <c:v>9.0913836890868654E-2</c:v>
                </c:pt>
                <c:pt idx="5353">
                  <c:v>9.0925969526580344E-2</c:v>
                </c:pt>
                <c:pt idx="5354">
                  <c:v>9.0944509046118435E-2</c:v>
                </c:pt>
                <c:pt idx="5355">
                  <c:v>9.0945471739467459E-2</c:v>
                </c:pt>
                <c:pt idx="5356">
                  <c:v>9.0952247355830615E-2</c:v>
                </c:pt>
                <c:pt idx="5357">
                  <c:v>9.0963730505144835E-2</c:v>
                </c:pt>
                <c:pt idx="5358">
                  <c:v>9.0971004666936847E-2</c:v>
                </c:pt>
                <c:pt idx="5359">
                  <c:v>9.0991387854737468E-2</c:v>
                </c:pt>
                <c:pt idx="5360">
                  <c:v>9.1003073386430933E-2</c:v>
                </c:pt>
                <c:pt idx="5361">
                  <c:v>9.1009131328039325E-2</c:v>
                </c:pt>
                <c:pt idx="5362">
                  <c:v>9.10246333885769E-2</c:v>
                </c:pt>
                <c:pt idx="5363">
                  <c:v>9.1035547620187715E-2</c:v>
                </c:pt>
                <c:pt idx="5364">
                  <c:v>9.1041495316815102E-2</c:v>
                </c:pt>
                <c:pt idx="5365">
                  <c:v>9.1044881410552628E-2</c:v>
                </c:pt>
                <c:pt idx="5366">
                  <c:v>9.1061341313757108E-2</c:v>
                </c:pt>
                <c:pt idx="5367">
                  <c:v>9.107011653343372E-2</c:v>
                </c:pt>
                <c:pt idx="5368">
                  <c:v>9.1078064669214448E-2</c:v>
                </c:pt>
                <c:pt idx="5369">
                  <c:v>9.1078740568878699E-2</c:v>
                </c:pt>
                <c:pt idx="5370">
                  <c:v>9.1093584055034316E-2</c:v>
                </c:pt>
                <c:pt idx="5371">
                  <c:v>9.1097420766257806E-2</c:v>
                </c:pt>
                <c:pt idx="5372">
                  <c:v>9.1118709187100369E-2</c:v>
                </c:pt>
                <c:pt idx="5373">
                  <c:v>9.1165968811147996E-2</c:v>
                </c:pt>
                <c:pt idx="5374">
                  <c:v>9.1190454079932579E-2</c:v>
                </c:pt>
                <c:pt idx="5375">
                  <c:v>9.1215374203881205E-2</c:v>
                </c:pt>
                <c:pt idx="5376">
                  <c:v>9.1224379686927801E-2</c:v>
                </c:pt>
                <c:pt idx="5377">
                  <c:v>9.124408114879673E-2</c:v>
                </c:pt>
                <c:pt idx="5378">
                  <c:v>9.1247985760186515E-2</c:v>
                </c:pt>
                <c:pt idx="5379">
                  <c:v>9.1250877618247364E-2</c:v>
                </c:pt>
                <c:pt idx="5380">
                  <c:v>9.1260304488150423E-2</c:v>
                </c:pt>
                <c:pt idx="5381">
                  <c:v>9.1290660072584226E-2</c:v>
                </c:pt>
                <c:pt idx="5382">
                  <c:v>9.1304334013282376E-2</c:v>
                </c:pt>
                <c:pt idx="5383">
                  <c:v>9.1311447657775671E-2</c:v>
                </c:pt>
                <c:pt idx="5384">
                  <c:v>9.1321485132787331E-2</c:v>
                </c:pt>
                <c:pt idx="5385">
                  <c:v>9.1321500895267735E-2</c:v>
                </c:pt>
                <c:pt idx="5386">
                  <c:v>9.1328222472313661E-2</c:v>
                </c:pt>
                <c:pt idx="5387">
                  <c:v>9.1328725121260348E-2</c:v>
                </c:pt>
                <c:pt idx="5388">
                  <c:v>9.1337007301961426E-2</c:v>
                </c:pt>
                <c:pt idx="5389">
                  <c:v>9.1337229266147735E-2</c:v>
                </c:pt>
                <c:pt idx="5390">
                  <c:v>9.1349980875863671E-2</c:v>
                </c:pt>
                <c:pt idx="5391">
                  <c:v>9.1360715675959811E-2</c:v>
                </c:pt>
                <c:pt idx="5392">
                  <c:v>9.1360861031473894E-2</c:v>
                </c:pt>
                <c:pt idx="5393">
                  <c:v>9.1364956167704639E-2</c:v>
                </c:pt>
                <c:pt idx="5394">
                  <c:v>9.1378100154867276E-2</c:v>
                </c:pt>
                <c:pt idx="5395">
                  <c:v>9.1388948414260915E-2</c:v>
                </c:pt>
                <c:pt idx="5396">
                  <c:v>9.1391250984363265E-2</c:v>
                </c:pt>
                <c:pt idx="5397">
                  <c:v>9.1398137522635689E-2</c:v>
                </c:pt>
                <c:pt idx="5398">
                  <c:v>9.1413303605617238E-2</c:v>
                </c:pt>
                <c:pt idx="5399">
                  <c:v>9.1418673276840182E-2</c:v>
                </c:pt>
                <c:pt idx="5400">
                  <c:v>9.1420998677203033E-2</c:v>
                </c:pt>
                <c:pt idx="5401">
                  <c:v>9.1421122127180246E-2</c:v>
                </c:pt>
                <c:pt idx="5402">
                  <c:v>9.1433261763652365E-2</c:v>
                </c:pt>
                <c:pt idx="5403">
                  <c:v>9.1437619605980097E-2</c:v>
                </c:pt>
                <c:pt idx="5404">
                  <c:v>9.1441500149382002E-2</c:v>
                </c:pt>
                <c:pt idx="5405">
                  <c:v>9.1442500923875916E-2</c:v>
                </c:pt>
                <c:pt idx="5406">
                  <c:v>9.1444819302844024E-2</c:v>
                </c:pt>
                <c:pt idx="5407">
                  <c:v>9.1455076981833472E-2</c:v>
                </c:pt>
                <c:pt idx="5408">
                  <c:v>9.1464914215024659E-2</c:v>
                </c:pt>
                <c:pt idx="5409">
                  <c:v>9.1466331856730448E-2</c:v>
                </c:pt>
                <c:pt idx="5410">
                  <c:v>9.1467766746677892E-2</c:v>
                </c:pt>
                <c:pt idx="5411">
                  <c:v>9.1468215711881434E-2</c:v>
                </c:pt>
                <c:pt idx="5412">
                  <c:v>9.1477269489369545E-2</c:v>
                </c:pt>
                <c:pt idx="5413">
                  <c:v>9.1483885326503117E-2</c:v>
                </c:pt>
                <c:pt idx="5414">
                  <c:v>9.1489104154867495E-2</c:v>
                </c:pt>
                <c:pt idx="5415">
                  <c:v>9.1496549506708783E-2</c:v>
                </c:pt>
                <c:pt idx="5416">
                  <c:v>9.1513382428026979E-2</c:v>
                </c:pt>
                <c:pt idx="5417">
                  <c:v>9.151481479743398E-2</c:v>
                </c:pt>
                <c:pt idx="5418">
                  <c:v>9.1514934718961008E-2</c:v>
                </c:pt>
                <c:pt idx="5419">
                  <c:v>9.1520747248791889E-2</c:v>
                </c:pt>
                <c:pt idx="5420">
                  <c:v>9.1538364338693612E-2</c:v>
                </c:pt>
                <c:pt idx="5421">
                  <c:v>9.1538851567118357E-2</c:v>
                </c:pt>
                <c:pt idx="5422">
                  <c:v>9.1554166179631691E-2</c:v>
                </c:pt>
                <c:pt idx="5423">
                  <c:v>9.1566275657550114E-2</c:v>
                </c:pt>
                <c:pt idx="5424">
                  <c:v>9.1571076610226065E-2</c:v>
                </c:pt>
                <c:pt idx="5425">
                  <c:v>9.1573058573418367E-2</c:v>
                </c:pt>
                <c:pt idx="5426">
                  <c:v>9.1575484108020133E-2</c:v>
                </c:pt>
                <c:pt idx="5427">
                  <c:v>9.1598087350184265E-2</c:v>
                </c:pt>
                <c:pt idx="5428">
                  <c:v>9.1610384506732187E-2</c:v>
                </c:pt>
                <c:pt idx="5429">
                  <c:v>9.1620880162339977E-2</c:v>
                </c:pt>
                <c:pt idx="5430">
                  <c:v>9.1623569307422589E-2</c:v>
                </c:pt>
                <c:pt idx="5431">
                  <c:v>9.1632506900015814E-2</c:v>
                </c:pt>
                <c:pt idx="5432">
                  <c:v>9.1638599055710174E-2</c:v>
                </c:pt>
                <c:pt idx="5433">
                  <c:v>9.1640425505233963E-2</c:v>
                </c:pt>
                <c:pt idx="5434">
                  <c:v>9.1646140638592374E-2</c:v>
                </c:pt>
                <c:pt idx="5435">
                  <c:v>9.1647463418636416E-2</c:v>
                </c:pt>
                <c:pt idx="5436">
                  <c:v>9.1649909268484028E-2</c:v>
                </c:pt>
                <c:pt idx="5437">
                  <c:v>9.1653503838374784E-2</c:v>
                </c:pt>
                <c:pt idx="5438">
                  <c:v>9.1659339184011007E-2</c:v>
                </c:pt>
                <c:pt idx="5439">
                  <c:v>9.1660192688390776E-2</c:v>
                </c:pt>
                <c:pt idx="5440">
                  <c:v>9.1667489522099632E-2</c:v>
                </c:pt>
                <c:pt idx="5441">
                  <c:v>9.1671964197217279E-2</c:v>
                </c:pt>
                <c:pt idx="5442">
                  <c:v>9.1677895603763979E-2</c:v>
                </c:pt>
                <c:pt idx="5443">
                  <c:v>9.1686075721046992E-2</c:v>
                </c:pt>
                <c:pt idx="5444">
                  <c:v>9.169328846347638E-2</c:v>
                </c:pt>
                <c:pt idx="5445">
                  <c:v>9.1707728471143946E-2</c:v>
                </c:pt>
                <c:pt idx="5446">
                  <c:v>9.1711715843471334E-2</c:v>
                </c:pt>
                <c:pt idx="5447">
                  <c:v>9.1717994417406176E-2</c:v>
                </c:pt>
                <c:pt idx="5448">
                  <c:v>9.1725691510077909E-2</c:v>
                </c:pt>
                <c:pt idx="5449">
                  <c:v>9.1727286279406101E-2</c:v>
                </c:pt>
                <c:pt idx="5450">
                  <c:v>9.173396487103401E-2</c:v>
                </c:pt>
                <c:pt idx="5451">
                  <c:v>9.1737050000761614E-2</c:v>
                </c:pt>
                <c:pt idx="5452">
                  <c:v>9.1741189931827602E-2</c:v>
                </c:pt>
                <c:pt idx="5453">
                  <c:v>9.1747701437158866E-2</c:v>
                </c:pt>
                <c:pt idx="5454">
                  <c:v>9.1750096009138554E-2</c:v>
                </c:pt>
                <c:pt idx="5455">
                  <c:v>9.1754930848156419E-2</c:v>
                </c:pt>
                <c:pt idx="5456">
                  <c:v>9.1761102756434024E-2</c:v>
                </c:pt>
                <c:pt idx="5457">
                  <c:v>9.1763451017183806E-2</c:v>
                </c:pt>
                <c:pt idx="5458">
                  <c:v>9.1766377121502499E-2</c:v>
                </c:pt>
                <c:pt idx="5459">
                  <c:v>9.1783676264287323E-2</c:v>
                </c:pt>
                <c:pt idx="5460">
                  <c:v>9.1788932915978103E-2</c:v>
                </c:pt>
                <c:pt idx="5461">
                  <c:v>9.179042424503385E-2</c:v>
                </c:pt>
                <c:pt idx="5462">
                  <c:v>9.1792620106712616E-2</c:v>
                </c:pt>
                <c:pt idx="5463">
                  <c:v>9.1806565194290257E-2</c:v>
                </c:pt>
                <c:pt idx="5464">
                  <c:v>9.1819838619115163E-2</c:v>
                </c:pt>
                <c:pt idx="5465">
                  <c:v>9.182486728891337E-2</c:v>
                </c:pt>
                <c:pt idx="5466">
                  <c:v>9.1827367953485645E-2</c:v>
                </c:pt>
                <c:pt idx="5467">
                  <c:v>9.1832188397104497E-2</c:v>
                </c:pt>
                <c:pt idx="5468">
                  <c:v>9.1839289343329869E-2</c:v>
                </c:pt>
                <c:pt idx="5469">
                  <c:v>9.1854945863806381E-2</c:v>
                </c:pt>
                <c:pt idx="5470">
                  <c:v>9.1871932306442E-2</c:v>
                </c:pt>
                <c:pt idx="5471">
                  <c:v>9.1876693103282003E-2</c:v>
                </c:pt>
                <c:pt idx="5472">
                  <c:v>9.1879274127752625E-2</c:v>
                </c:pt>
                <c:pt idx="5473">
                  <c:v>9.1881314812297124E-2</c:v>
                </c:pt>
                <c:pt idx="5474">
                  <c:v>9.1882581326475712E-2</c:v>
                </c:pt>
                <c:pt idx="5475">
                  <c:v>9.1888612201433517E-2</c:v>
                </c:pt>
                <c:pt idx="5476">
                  <c:v>9.1889825902251324E-2</c:v>
                </c:pt>
                <c:pt idx="5477">
                  <c:v>9.1897432822489467E-2</c:v>
                </c:pt>
                <c:pt idx="5478">
                  <c:v>9.1913606223352276E-2</c:v>
                </c:pt>
                <c:pt idx="5479">
                  <c:v>9.1925107189932298E-2</c:v>
                </c:pt>
                <c:pt idx="5480">
                  <c:v>9.1949704471890978E-2</c:v>
                </c:pt>
                <c:pt idx="5481">
                  <c:v>9.1967674404313235E-2</c:v>
                </c:pt>
                <c:pt idx="5482">
                  <c:v>9.1986889313653952E-2</c:v>
                </c:pt>
                <c:pt idx="5483">
                  <c:v>9.1996555249784631E-2</c:v>
                </c:pt>
                <c:pt idx="5484">
                  <c:v>9.2041361908151501E-2</c:v>
                </c:pt>
                <c:pt idx="5485">
                  <c:v>9.2042771601566653E-2</c:v>
                </c:pt>
                <c:pt idx="5486">
                  <c:v>9.20472046213099E-2</c:v>
                </c:pt>
                <c:pt idx="5487">
                  <c:v>9.204848424771804E-2</c:v>
                </c:pt>
                <c:pt idx="5488">
                  <c:v>9.2048658310869946E-2</c:v>
                </c:pt>
                <c:pt idx="5489">
                  <c:v>9.2051483318368543E-2</c:v>
                </c:pt>
                <c:pt idx="5490">
                  <c:v>9.2053524068779799E-2</c:v>
                </c:pt>
                <c:pt idx="5491">
                  <c:v>9.2061736401338259E-2</c:v>
                </c:pt>
                <c:pt idx="5492">
                  <c:v>9.2070683750397939E-2</c:v>
                </c:pt>
                <c:pt idx="5493">
                  <c:v>9.2074315459776346E-2</c:v>
                </c:pt>
                <c:pt idx="5494">
                  <c:v>9.207808170374665E-2</c:v>
                </c:pt>
                <c:pt idx="5495">
                  <c:v>9.2081792490823891E-2</c:v>
                </c:pt>
                <c:pt idx="5496">
                  <c:v>9.2104750747568839E-2</c:v>
                </c:pt>
                <c:pt idx="5497">
                  <c:v>9.2108751100838424E-2</c:v>
                </c:pt>
                <c:pt idx="5498">
                  <c:v>9.2129901423452162E-2</c:v>
                </c:pt>
                <c:pt idx="5499">
                  <c:v>9.2135044069019831E-2</c:v>
                </c:pt>
                <c:pt idx="5500">
                  <c:v>9.2144008490039078E-2</c:v>
                </c:pt>
                <c:pt idx="5501">
                  <c:v>9.2151579879926948E-2</c:v>
                </c:pt>
                <c:pt idx="5502">
                  <c:v>9.2158748946912977E-2</c:v>
                </c:pt>
                <c:pt idx="5503">
                  <c:v>9.2166777904182429E-2</c:v>
                </c:pt>
                <c:pt idx="5504">
                  <c:v>9.2183461559425944E-2</c:v>
                </c:pt>
                <c:pt idx="5505">
                  <c:v>9.2183607303106152E-2</c:v>
                </c:pt>
                <c:pt idx="5506">
                  <c:v>9.2185369614675855E-2</c:v>
                </c:pt>
                <c:pt idx="5507">
                  <c:v>9.2186502398726763E-2</c:v>
                </c:pt>
                <c:pt idx="5508">
                  <c:v>9.2192570961039041E-2</c:v>
                </c:pt>
                <c:pt idx="5509">
                  <c:v>9.2192746423112495E-2</c:v>
                </c:pt>
                <c:pt idx="5510">
                  <c:v>9.2199166735783461E-2</c:v>
                </c:pt>
                <c:pt idx="5511">
                  <c:v>9.2204104653505217E-2</c:v>
                </c:pt>
                <c:pt idx="5512">
                  <c:v>9.2206715542688153E-2</c:v>
                </c:pt>
                <c:pt idx="5513">
                  <c:v>9.2218612326199892E-2</c:v>
                </c:pt>
                <c:pt idx="5514">
                  <c:v>9.2225098278279641E-2</c:v>
                </c:pt>
                <c:pt idx="5515">
                  <c:v>9.2242754164384821E-2</c:v>
                </c:pt>
                <c:pt idx="5516">
                  <c:v>9.2256797124193865E-2</c:v>
                </c:pt>
                <c:pt idx="5517">
                  <c:v>9.2257091224807908E-2</c:v>
                </c:pt>
                <c:pt idx="5518">
                  <c:v>9.226586385578546E-2</c:v>
                </c:pt>
                <c:pt idx="5519">
                  <c:v>9.2278486929439574E-2</c:v>
                </c:pt>
                <c:pt idx="5520">
                  <c:v>9.2291245889365811E-2</c:v>
                </c:pt>
                <c:pt idx="5521">
                  <c:v>9.230372256222584E-2</c:v>
                </c:pt>
                <c:pt idx="5522">
                  <c:v>9.2307842640825574E-2</c:v>
                </c:pt>
                <c:pt idx="5523">
                  <c:v>9.2312104875728176E-2</c:v>
                </c:pt>
                <c:pt idx="5524">
                  <c:v>9.231272304567717E-2</c:v>
                </c:pt>
                <c:pt idx="5525">
                  <c:v>9.2317388043094153E-2</c:v>
                </c:pt>
                <c:pt idx="5526">
                  <c:v>9.2319116184858371E-2</c:v>
                </c:pt>
                <c:pt idx="5527">
                  <c:v>9.2323144327027304E-2</c:v>
                </c:pt>
                <c:pt idx="5528">
                  <c:v>9.232884524832223E-2</c:v>
                </c:pt>
                <c:pt idx="5529">
                  <c:v>9.2361952819584522E-2</c:v>
                </c:pt>
                <c:pt idx="5530">
                  <c:v>9.236317630746467E-2</c:v>
                </c:pt>
                <c:pt idx="5531">
                  <c:v>9.2365746850624236E-2</c:v>
                </c:pt>
                <c:pt idx="5532">
                  <c:v>9.2380128912101858E-2</c:v>
                </c:pt>
                <c:pt idx="5533">
                  <c:v>9.2381203027596129E-2</c:v>
                </c:pt>
                <c:pt idx="5534">
                  <c:v>9.2394363193802578E-2</c:v>
                </c:pt>
                <c:pt idx="5535">
                  <c:v>9.2396510058379344E-2</c:v>
                </c:pt>
                <c:pt idx="5536">
                  <c:v>9.2404597767549182E-2</c:v>
                </c:pt>
                <c:pt idx="5537">
                  <c:v>9.2442929505973229E-2</c:v>
                </c:pt>
                <c:pt idx="5538">
                  <c:v>9.2445828333589289E-2</c:v>
                </c:pt>
                <c:pt idx="5539">
                  <c:v>9.2458947659727855E-2</c:v>
                </c:pt>
                <c:pt idx="5540">
                  <c:v>9.2474570034162609E-2</c:v>
                </c:pt>
                <c:pt idx="5541">
                  <c:v>9.2477174412060173E-2</c:v>
                </c:pt>
                <c:pt idx="5542">
                  <c:v>9.2504442906047896E-2</c:v>
                </c:pt>
                <c:pt idx="5543">
                  <c:v>9.2522097946913046E-2</c:v>
                </c:pt>
                <c:pt idx="5544">
                  <c:v>9.2527580543674243E-2</c:v>
                </c:pt>
                <c:pt idx="5545">
                  <c:v>9.2546663433330498E-2</c:v>
                </c:pt>
                <c:pt idx="5546">
                  <c:v>9.2550854023815549E-2</c:v>
                </c:pt>
                <c:pt idx="5547">
                  <c:v>9.2562249522575885E-2</c:v>
                </c:pt>
                <c:pt idx="5548">
                  <c:v>9.2573733780738396E-2</c:v>
                </c:pt>
                <c:pt idx="5549">
                  <c:v>9.2580542685119144E-2</c:v>
                </c:pt>
                <c:pt idx="5550">
                  <c:v>9.2584617401300806E-2</c:v>
                </c:pt>
                <c:pt idx="5551">
                  <c:v>9.2597050576936055E-2</c:v>
                </c:pt>
                <c:pt idx="5552">
                  <c:v>9.261131715755011E-2</c:v>
                </c:pt>
                <c:pt idx="5553">
                  <c:v>9.2614999696005174E-2</c:v>
                </c:pt>
                <c:pt idx="5554">
                  <c:v>9.2619625174135925E-2</c:v>
                </c:pt>
                <c:pt idx="5555">
                  <c:v>9.2619889573484049E-2</c:v>
                </c:pt>
                <c:pt idx="5556">
                  <c:v>9.2619937052048268E-2</c:v>
                </c:pt>
                <c:pt idx="5557">
                  <c:v>9.2644876640056426E-2</c:v>
                </c:pt>
                <c:pt idx="5558">
                  <c:v>9.264688205039244E-2</c:v>
                </c:pt>
                <c:pt idx="5559">
                  <c:v>9.265825916302825E-2</c:v>
                </c:pt>
                <c:pt idx="5560">
                  <c:v>9.2664876246986688E-2</c:v>
                </c:pt>
                <c:pt idx="5561">
                  <c:v>9.2668872491276935E-2</c:v>
                </c:pt>
                <c:pt idx="5562">
                  <c:v>9.2675887825307557E-2</c:v>
                </c:pt>
                <c:pt idx="5563">
                  <c:v>9.2677742142120684E-2</c:v>
                </c:pt>
                <c:pt idx="5564">
                  <c:v>9.2680884783232748E-2</c:v>
                </c:pt>
                <c:pt idx="5565">
                  <c:v>9.268816662578401E-2</c:v>
                </c:pt>
                <c:pt idx="5566">
                  <c:v>9.2703466738205537E-2</c:v>
                </c:pt>
                <c:pt idx="5567">
                  <c:v>9.2712015702724429E-2</c:v>
                </c:pt>
                <c:pt idx="5568">
                  <c:v>9.2721688978474492E-2</c:v>
                </c:pt>
                <c:pt idx="5569">
                  <c:v>9.277272204676322E-2</c:v>
                </c:pt>
                <c:pt idx="5570">
                  <c:v>9.2779809863429194E-2</c:v>
                </c:pt>
                <c:pt idx="5571">
                  <c:v>9.2783851502374295E-2</c:v>
                </c:pt>
                <c:pt idx="5572">
                  <c:v>9.2789027113630476E-2</c:v>
                </c:pt>
                <c:pt idx="5573">
                  <c:v>9.2797788942007173E-2</c:v>
                </c:pt>
                <c:pt idx="5574">
                  <c:v>9.2828059766949619E-2</c:v>
                </c:pt>
                <c:pt idx="5575">
                  <c:v>9.2828459144258246E-2</c:v>
                </c:pt>
                <c:pt idx="5576">
                  <c:v>9.283080992865872E-2</c:v>
                </c:pt>
                <c:pt idx="5577">
                  <c:v>9.2833332963035919E-2</c:v>
                </c:pt>
                <c:pt idx="5578">
                  <c:v>9.2854734666231717E-2</c:v>
                </c:pt>
                <c:pt idx="5579">
                  <c:v>9.2882346885213629E-2</c:v>
                </c:pt>
                <c:pt idx="5580">
                  <c:v>9.2888086301012279E-2</c:v>
                </c:pt>
                <c:pt idx="5581">
                  <c:v>9.2888757066211317E-2</c:v>
                </c:pt>
                <c:pt idx="5582">
                  <c:v>9.2891379287855166E-2</c:v>
                </c:pt>
                <c:pt idx="5583">
                  <c:v>9.2895599410766833E-2</c:v>
                </c:pt>
                <c:pt idx="5584">
                  <c:v>9.2901818242712347E-2</c:v>
                </c:pt>
                <c:pt idx="5585">
                  <c:v>9.292234101408274E-2</c:v>
                </c:pt>
                <c:pt idx="5586">
                  <c:v>9.2963073384190423E-2</c:v>
                </c:pt>
                <c:pt idx="5587">
                  <c:v>9.2966940867877129E-2</c:v>
                </c:pt>
                <c:pt idx="5588">
                  <c:v>9.2985814671751765E-2</c:v>
                </c:pt>
                <c:pt idx="5589">
                  <c:v>9.2990544033107067E-2</c:v>
                </c:pt>
                <c:pt idx="5590">
                  <c:v>9.300337347557526E-2</c:v>
                </c:pt>
                <c:pt idx="5591">
                  <c:v>9.3004780247155902E-2</c:v>
                </c:pt>
                <c:pt idx="5592">
                  <c:v>9.3018975145010535E-2</c:v>
                </c:pt>
                <c:pt idx="5593">
                  <c:v>9.3020315652278848E-2</c:v>
                </c:pt>
                <c:pt idx="5594">
                  <c:v>9.3020513724863557E-2</c:v>
                </c:pt>
                <c:pt idx="5595">
                  <c:v>9.3023799534115437E-2</c:v>
                </c:pt>
                <c:pt idx="5596">
                  <c:v>9.3028839422898219E-2</c:v>
                </c:pt>
                <c:pt idx="5597">
                  <c:v>9.3081553495851663E-2</c:v>
                </c:pt>
                <c:pt idx="5598">
                  <c:v>9.3085908937756534E-2</c:v>
                </c:pt>
                <c:pt idx="5599">
                  <c:v>9.3112645384178697E-2</c:v>
                </c:pt>
                <c:pt idx="5600">
                  <c:v>9.3115707579230517E-2</c:v>
                </c:pt>
                <c:pt idx="5601">
                  <c:v>9.3127166272447715E-2</c:v>
                </c:pt>
                <c:pt idx="5602">
                  <c:v>9.313821199504492E-2</c:v>
                </c:pt>
                <c:pt idx="5603">
                  <c:v>9.3139420537408604E-2</c:v>
                </c:pt>
                <c:pt idx="5604">
                  <c:v>9.3147909665948492E-2</c:v>
                </c:pt>
                <c:pt idx="5605">
                  <c:v>9.3171357441337019E-2</c:v>
                </c:pt>
                <c:pt idx="5606">
                  <c:v>9.3172716929318958E-2</c:v>
                </c:pt>
                <c:pt idx="5607">
                  <c:v>9.3173059046899806E-2</c:v>
                </c:pt>
                <c:pt idx="5608">
                  <c:v>9.3177855711771881E-2</c:v>
                </c:pt>
                <c:pt idx="5609">
                  <c:v>9.3210291141747365E-2</c:v>
                </c:pt>
                <c:pt idx="5610">
                  <c:v>9.3240232641880055E-2</c:v>
                </c:pt>
                <c:pt idx="5611">
                  <c:v>9.3240669603521176E-2</c:v>
                </c:pt>
                <c:pt idx="5612">
                  <c:v>9.3244817826495657E-2</c:v>
                </c:pt>
                <c:pt idx="5613">
                  <c:v>9.3245431422092226E-2</c:v>
                </c:pt>
                <c:pt idx="5614">
                  <c:v>9.3250983015869301E-2</c:v>
                </c:pt>
                <c:pt idx="5615">
                  <c:v>9.3257457892704468E-2</c:v>
                </c:pt>
                <c:pt idx="5616">
                  <c:v>9.3270688213520192E-2</c:v>
                </c:pt>
                <c:pt idx="5617">
                  <c:v>9.3275635086935524E-2</c:v>
                </c:pt>
                <c:pt idx="5618">
                  <c:v>9.3283821269213432E-2</c:v>
                </c:pt>
                <c:pt idx="5619">
                  <c:v>9.328392317344282E-2</c:v>
                </c:pt>
                <c:pt idx="5620">
                  <c:v>9.3287717611755222E-2</c:v>
                </c:pt>
                <c:pt idx="5621">
                  <c:v>9.3293869203251487E-2</c:v>
                </c:pt>
                <c:pt idx="5622">
                  <c:v>9.3294629538467594E-2</c:v>
                </c:pt>
                <c:pt idx="5623">
                  <c:v>9.3295295021131236E-2</c:v>
                </c:pt>
                <c:pt idx="5624">
                  <c:v>9.3316145027441399E-2</c:v>
                </c:pt>
                <c:pt idx="5625">
                  <c:v>9.3340320405203778E-2</c:v>
                </c:pt>
                <c:pt idx="5626">
                  <c:v>9.33552917832422E-2</c:v>
                </c:pt>
                <c:pt idx="5627">
                  <c:v>9.33604988028406E-2</c:v>
                </c:pt>
                <c:pt idx="5628">
                  <c:v>9.3360653995409354E-2</c:v>
                </c:pt>
                <c:pt idx="5629">
                  <c:v>9.3378886007946013E-2</c:v>
                </c:pt>
                <c:pt idx="5630">
                  <c:v>9.3380616828044979E-2</c:v>
                </c:pt>
                <c:pt idx="5631">
                  <c:v>9.338531310677986E-2</c:v>
                </c:pt>
                <c:pt idx="5632">
                  <c:v>9.3400300367080524E-2</c:v>
                </c:pt>
                <c:pt idx="5633">
                  <c:v>9.3404903100971534E-2</c:v>
                </c:pt>
                <c:pt idx="5634">
                  <c:v>9.3405203698215811E-2</c:v>
                </c:pt>
                <c:pt idx="5635">
                  <c:v>9.3411984256118158E-2</c:v>
                </c:pt>
                <c:pt idx="5636">
                  <c:v>9.3419165513963801E-2</c:v>
                </c:pt>
                <c:pt idx="5637">
                  <c:v>9.3427637729493418E-2</c:v>
                </c:pt>
                <c:pt idx="5638">
                  <c:v>9.3433721454590932E-2</c:v>
                </c:pt>
                <c:pt idx="5639">
                  <c:v>9.3436750941411892E-2</c:v>
                </c:pt>
                <c:pt idx="5640">
                  <c:v>9.3444220205395001E-2</c:v>
                </c:pt>
                <c:pt idx="5641">
                  <c:v>9.3448023620187448E-2</c:v>
                </c:pt>
                <c:pt idx="5642">
                  <c:v>9.3453002290515827E-2</c:v>
                </c:pt>
                <c:pt idx="5643">
                  <c:v>9.3465454139941423E-2</c:v>
                </c:pt>
                <c:pt idx="5644">
                  <c:v>9.3467989237672966E-2</c:v>
                </c:pt>
                <c:pt idx="5645">
                  <c:v>9.3490865258039887E-2</c:v>
                </c:pt>
                <c:pt idx="5646">
                  <c:v>9.3494290718022066E-2</c:v>
                </c:pt>
                <c:pt idx="5647">
                  <c:v>9.3507051600216884E-2</c:v>
                </c:pt>
                <c:pt idx="5648">
                  <c:v>9.3512410115451861E-2</c:v>
                </c:pt>
                <c:pt idx="5649">
                  <c:v>9.3514694713450155E-2</c:v>
                </c:pt>
                <c:pt idx="5650">
                  <c:v>9.3517617228071934E-2</c:v>
                </c:pt>
                <c:pt idx="5651">
                  <c:v>9.3525998260108711E-2</c:v>
                </c:pt>
                <c:pt idx="5652">
                  <c:v>9.3532847112847636E-2</c:v>
                </c:pt>
                <c:pt idx="5653">
                  <c:v>9.353604463384016E-2</c:v>
                </c:pt>
                <c:pt idx="5654">
                  <c:v>9.3549687087557148E-2</c:v>
                </c:pt>
                <c:pt idx="5655">
                  <c:v>9.3558491452141609E-2</c:v>
                </c:pt>
                <c:pt idx="5656">
                  <c:v>9.3567095072600359E-2</c:v>
                </c:pt>
                <c:pt idx="5657">
                  <c:v>9.3579018217603185E-2</c:v>
                </c:pt>
                <c:pt idx="5658">
                  <c:v>9.3583523040623631E-2</c:v>
                </c:pt>
                <c:pt idx="5659">
                  <c:v>9.3585690921906911E-2</c:v>
                </c:pt>
                <c:pt idx="5660">
                  <c:v>9.3586306599431235E-2</c:v>
                </c:pt>
                <c:pt idx="5661">
                  <c:v>9.3590133204220244E-2</c:v>
                </c:pt>
                <c:pt idx="5662">
                  <c:v>9.3608674241705922E-2</c:v>
                </c:pt>
                <c:pt idx="5663">
                  <c:v>9.3620209326790618E-2</c:v>
                </c:pt>
                <c:pt idx="5664">
                  <c:v>9.3623679186821754E-2</c:v>
                </c:pt>
                <c:pt idx="5665">
                  <c:v>9.3623731221064752E-2</c:v>
                </c:pt>
                <c:pt idx="5666">
                  <c:v>9.363464349664917E-2</c:v>
                </c:pt>
                <c:pt idx="5667">
                  <c:v>9.3655448519233866E-2</c:v>
                </c:pt>
                <c:pt idx="5668">
                  <c:v>9.3660373569095748E-2</c:v>
                </c:pt>
                <c:pt idx="5669">
                  <c:v>9.3679231630493631E-2</c:v>
                </c:pt>
                <c:pt idx="5670">
                  <c:v>9.3692010899272329E-2</c:v>
                </c:pt>
                <c:pt idx="5671">
                  <c:v>9.3693632863542223E-2</c:v>
                </c:pt>
                <c:pt idx="5672">
                  <c:v>9.3704832391817067E-2</c:v>
                </c:pt>
                <c:pt idx="5673">
                  <c:v>9.371580934739368E-2</c:v>
                </c:pt>
                <c:pt idx="5674">
                  <c:v>9.3739105818692478E-2</c:v>
                </c:pt>
                <c:pt idx="5675">
                  <c:v>9.3772408592673814E-2</c:v>
                </c:pt>
                <c:pt idx="5676">
                  <c:v>9.3796756475884493E-2</c:v>
                </c:pt>
                <c:pt idx="5677">
                  <c:v>9.3805035270798379E-2</c:v>
                </c:pt>
                <c:pt idx="5678">
                  <c:v>9.3805718811526009E-2</c:v>
                </c:pt>
                <c:pt idx="5679">
                  <c:v>9.3809327424244998E-2</c:v>
                </c:pt>
                <c:pt idx="5680">
                  <c:v>9.3834324877929753E-2</c:v>
                </c:pt>
                <c:pt idx="5681">
                  <c:v>9.3835333935364057E-2</c:v>
                </c:pt>
                <c:pt idx="5682">
                  <c:v>9.3849993189220382E-2</c:v>
                </c:pt>
                <c:pt idx="5683">
                  <c:v>9.3850772340931116E-2</c:v>
                </c:pt>
                <c:pt idx="5684">
                  <c:v>9.3854758996135157E-2</c:v>
                </c:pt>
                <c:pt idx="5685">
                  <c:v>9.3874725301036577E-2</c:v>
                </c:pt>
                <c:pt idx="5686">
                  <c:v>9.3906424996506532E-2</c:v>
                </c:pt>
                <c:pt idx="5687">
                  <c:v>9.3909982473645709E-2</c:v>
                </c:pt>
                <c:pt idx="5688">
                  <c:v>9.3929061194059887E-2</c:v>
                </c:pt>
                <c:pt idx="5689">
                  <c:v>9.3929385875501606E-2</c:v>
                </c:pt>
                <c:pt idx="5690">
                  <c:v>9.3941232861588661E-2</c:v>
                </c:pt>
                <c:pt idx="5691">
                  <c:v>9.3951776554410268E-2</c:v>
                </c:pt>
                <c:pt idx="5692">
                  <c:v>9.3955842396747064E-2</c:v>
                </c:pt>
                <c:pt idx="5693">
                  <c:v>9.3957874050642806E-2</c:v>
                </c:pt>
                <c:pt idx="5694">
                  <c:v>9.3958033261138177E-2</c:v>
                </c:pt>
                <c:pt idx="5695">
                  <c:v>9.3960199036448713E-2</c:v>
                </c:pt>
                <c:pt idx="5696">
                  <c:v>9.396887202899469E-2</c:v>
                </c:pt>
                <c:pt idx="5697">
                  <c:v>9.3971151887738719E-2</c:v>
                </c:pt>
                <c:pt idx="5698">
                  <c:v>9.3976661282894045E-2</c:v>
                </c:pt>
                <c:pt idx="5699">
                  <c:v>9.3984290451719549E-2</c:v>
                </c:pt>
                <c:pt idx="5700">
                  <c:v>9.3989312518760276E-2</c:v>
                </c:pt>
                <c:pt idx="5701">
                  <c:v>9.3990154235882056E-2</c:v>
                </c:pt>
                <c:pt idx="5702">
                  <c:v>9.3996525619631691E-2</c:v>
                </c:pt>
                <c:pt idx="5703">
                  <c:v>9.3997163309342976E-2</c:v>
                </c:pt>
                <c:pt idx="5704">
                  <c:v>9.3998961666153069E-2</c:v>
                </c:pt>
                <c:pt idx="5705">
                  <c:v>9.4017375998152797E-2</c:v>
                </c:pt>
                <c:pt idx="5706">
                  <c:v>9.4017703256204899E-2</c:v>
                </c:pt>
                <c:pt idx="5707">
                  <c:v>9.4019433103076921E-2</c:v>
                </c:pt>
                <c:pt idx="5708">
                  <c:v>9.4020592471435668E-2</c:v>
                </c:pt>
                <c:pt idx="5709">
                  <c:v>9.4021378377185369E-2</c:v>
                </c:pt>
                <c:pt idx="5710">
                  <c:v>9.4031055841002437E-2</c:v>
                </c:pt>
                <c:pt idx="5711">
                  <c:v>9.4053044093047308E-2</c:v>
                </c:pt>
                <c:pt idx="5712">
                  <c:v>9.4057399841841069E-2</c:v>
                </c:pt>
                <c:pt idx="5713">
                  <c:v>9.4063519545323257E-2</c:v>
                </c:pt>
                <c:pt idx="5714">
                  <c:v>9.4065260243094001E-2</c:v>
                </c:pt>
                <c:pt idx="5715">
                  <c:v>9.407497408827982E-2</c:v>
                </c:pt>
                <c:pt idx="5716">
                  <c:v>9.4091895811536902E-2</c:v>
                </c:pt>
                <c:pt idx="5717">
                  <c:v>9.4099828594830806E-2</c:v>
                </c:pt>
                <c:pt idx="5718">
                  <c:v>9.4115161264041E-2</c:v>
                </c:pt>
                <c:pt idx="5719">
                  <c:v>9.4116450380963446E-2</c:v>
                </c:pt>
                <c:pt idx="5720">
                  <c:v>9.4139008105805083E-2</c:v>
                </c:pt>
                <c:pt idx="5721">
                  <c:v>9.4142825403742095E-2</c:v>
                </c:pt>
                <c:pt idx="5722">
                  <c:v>9.4152859963096164E-2</c:v>
                </c:pt>
                <c:pt idx="5723">
                  <c:v>9.4154532064950947E-2</c:v>
                </c:pt>
                <c:pt idx="5724">
                  <c:v>9.4155839960409188E-2</c:v>
                </c:pt>
                <c:pt idx="5725">
                  <c:v>9.4162914606742532E-2</c:v>
                </c:pt>
                <c:pt idx="5726">
                  <c:v>9.4170942496514351E-2</c:v>
                </c:pt>
                <c:pt idx="5727">
                  <c:v>9.418128155722591E-2</c:v>
                </c:pt>
                <c:pt idx="5728">
                  <c:v>9.4185446613771776E-2</c:v>
                </c:pt>
                <c:pt idx="5729">
                  <c:v>9.4205517725311272E-2</c:v>
                </c:pt>
                <c:pt idx="5730">
                  <c:v>9.4208453983213286E-2</c:v>
                </c:pt>
                <c:pt idx="5731">
                  <c:v>9.4210633211408087E-2</c:v>
                </c:pt>
                <c:pt idx="5732">
                  <c:v>9.4251031966555959E-2</c:v>
                </c:pt>
                <c:pt idx="5733">
                  <c:v>9.4253475523446539E-2</c:v>
                </c:pt>
                <c:pt idx="5734">
                  <c:v>9.4257640859510522E-2</c:v>
                </c:pt>
                <c:pt idx="5735">
                  <c:v>9.426140492591488E-2</c:v>
                </c:pt>
                <c:pt idx="5736">
                  <c:v>9.4263522562294019E-2</c:v>
                </c:pt>
                <c:pt idx="5737">
                  <c:v>9.4270990206831121E-2</c:v>
                </c:pt>
                <c:pt idx="5738">
                  <c:v>9.4282985538330824E-2</c:v>
                </c:pt>
                <c:pt idx="5739">
                  <c:v>9.4289748923028424E-2</c:v>
                </c:pt>
                <c:pt idx="5740">
                  <c:v>9.4290854196911009E-2</c:v>
                </c:pt>
                <c:pt idx="5741">
                  <c:v>9.4290855513090285E-2</c:v>
                </c:pt>
                <c:pt idx="5742">
                  <c:v>9.4304920836693951E-2</c:v>
                </c:pt>
                <c:pt idx="5743">
                  <c:v>9.4305092362446427E-2</c:v>
                </c:pt>
                <c:pt idx="5744">
                  <c:v>9.4307692992705944E-2</c:v>
                </c:pt>
                <c:pt idx="5745">
                  <c:v>9.4316321307728379E-2</c:v>
                </c:pt>
                <c:pt idx="5746">
                  <c:v>9.4317890201424961E-2</c:v>
                </c:pt>
                <c:pt idx="5747">
                  <c:v>9.4318637129552269E-2</c:v>
                </c:pt>
                <c:pt idx="5748">
                  <c:v>9.433612812922626E-2</c:v>
                </c:pt>
                <c:pt idx="5749">
                  <c:v>9.4361868773850097E-2</c:v>
                </c:pt>
                <c:pt idx="5750">
                  <c:v>9.436251099317558E-2</c:v>
                </c:pt>
                <c:pt idx="5751">
                  <c:v>9.4390650486195327E-2</c:v>
                </c:pt>
                <c:pt idx="5752">
                  <c:v>9.4396758358331015E-2</c:v>
                </c:pt>
                <c:pt idx="5753">
                  <c:v>9.4402314492198519E-2</c:v>
                </c:pt>
                <c:pt idx="5754">
                  <c:v>9.4412213649769025E-2</c:v>
                </c:pt>
                <c:pt idx="5755">
                  <c:v>9.4419177180383576E-2</c:v>
                </c:pt>
                <c:pt idx="5756">
                  <c:v>9.4429761866070175E-2</c:v>
                </c:pt>
                <c:pt idx="5757">
                  <c:v>9.4448266302425615E-2</c:v>
                </c:pt>
                <c:pt idx="5758">
                  <c:v>9.4460257295938571E-2</c:v>
                </c:pt>
                <c:pt idx="5759">
                  <c:v>9.4472225631155732E-2</c:v>
                </c:pt>
                <c:pt idx="5760">
                  <c:v>9.4477761927643719E-2</c:v>
                </c:pt>
                <c:pt idx="5761">
                  <c:v>9.4484734899634007E-2</c:v>
                </c:pt>
                <c:pt idx="5762">
                  <c:v>9.4485799670548806E-2</c:v>
                </c:pt>
                <c:pt idx="5763">
                  <c:v>9.4486846564661622E-2</c:v>
                </c:pt>
                <c:pt idx="5764">
                  <c:v>9.4494598026928861E-2</c:v>
                </c:pt>
                <c:pt idx="5765">
                  <c:v>9.4498926658489552E-2</c:v>
                </c:pt>
                <c:pt idx="5766">
                  <c:v>9.4504551506458784E-2</c:v>
                </c:pt>
                <c:pt idx="5767">
                  <c:v>9.4530778058413728E-2</c:v>
                </c:pt>
                <c:pt idx="5768">
                  <c:v>9.4532917034623715E-2</c:v>
                </c:pt>
                <c:pt idx="5769">
                  <c:v>9.4547370579307288E-2</c:v>
                </c:pt>
                <c:pt idx="5770">
                  <c:v>9.4554544271878815E-2</c:v>
                </c:pt>
                <c:pt idx="5771">
                  <c:v>9.4587595091341972E-2</c:v>
                </c:pt>
                <c:pt idx="5772">
                  <c:v>9.4600189615164254E-2</c:v>
                </c:pt>
                <c:pt idx="5773">
                  <c:v>9.461010877855168E-2</c:v>
                </c:pt>
                <c:pt idx="5774">
                  <c:v>9.4620897171583118E-2</c:v>
                </c:pt>
                <c:pt idx="5775">
                  <c:v>9.4637201525908432E-2</c:v>
                </c:pt>
                <c:pt idx="5776">
                  <c:v>9.4638065912219502E-2</c:v>
                </c:pt>
                <c:pt idx="5777">
                  <c:v>9.4650228383160576E-2</c:v>
                </c:pt>
                <c:pt idx="5778">
                  <c:v>9.4660493743647059E-2</c:v>
                </c:pt>
                <c:pt idx="5779">
                  <c:v>9.4673207115475291E-2</c:v>
                </c:pt>
                <c:pt idx="5780">
                  <c:v>9.4698956438237017E-2</c:v>
                </c:pt>
                <c:pt idx="5781">
                  <c:v>9.4725237770184864E-2</c:v>
                </c:pt>
                <c:pt idx="5782">
                  <c:v>9.4726497595666703E-2</c:v>
                </c:pt>
                <c:pt idx="5783">
                  <c:v>9.4733940274053352E-2</c:v>
                </c:pt>
                <c:pt idx="5784">
                  <c:v>9.4734876430542778E-2</c:v>
                </c:pt>
                <c:pt idx="5785">
                  <c:v>9.4739779626703199E-2</c:v>
                </c:pt>
                <c:pt idx="5786">
                  <c:v>9.4741489248374111E-2</c:v>
                </c:pt>
                <c:pt idx="5787">
                  <c:v>9.476270523130316E-2</c:v>
                </c:pt>
                <c:pt idx="5788">
                  <c:v>9.477116863659063E-2</c:v>
                </c:pt>
                <c:pt idx="5789">
                  <c:v>9.4773777275584781E-2</c:v>
                </c:pt>
                <c:pt idx="5790">
                  <c:v>9.4780410280626129E-2</c:v>
                </c:pt>
                <c:pt idx="5791">
                  <c:v>9.4785033492872983E-2</c:v>
                </c:pt>
                <c:pt idx="5792">
                  <c:v>9.4798674932201496E-2</c:v>
                </c:pt>
                <c:pt idx="5793">
                  <c:v>9.481727078974421E-2</c:v>
                </c:pt>
                <c:pt idx="5794">
                  <c:v>9.4844123190471558E-2</c:v>
                </c:pt>
                <c:pt idx="5795">
                  <c:v>9.4869588647219269E-2</c:v>
                </c:pt>
                <c:pt idx="5796">
                  <c:v>9.4871730918069955E-2</c:v>
                </c:pt>
                <c:pt idx="5797">
                  <c:v>9.4881750047906374E-2</c:v>
                </c:pt>
                <c:pt idx="5798">
                  <c:v>9.4889232824216616E-2</c:v>
                </c:pt>
                <c:pt idx="5799">
                  <c:v>9.4890485475179032E-2</c:v>
                </c:pt>
                <c:pt idx="5800">
                  <c:v>9.4901734904892537E-2</c:v>
                </c:pt>
                <c:pt idx="5801">
                  <c:v>9.4904693093114986E-2</c:v>
                </c:pt>
                <c:pt idx="5802">
                  <c:v>9.4914812079984132E-2</c:v>
                </c:pt>
                <c:pt idx="5803">
                  <c:v>9.4917774789382667E-2</c:v>
                </c:pt>
                <c:pt idx="5804">
                  <c:v>9.4925384402068214E-2</c:v>
                </c:pt>
                <c:pt idx="5805">
                  <c:v>9.4938483231308712E-2</c:v>
                </c:pt>
                <c:pt idx="5806">
                  <c:v>9.494751940674033E-2</c:v>
                </c:pt>
                <c:pt idx="5807">
                  <c:v>9.4962654198370466E-2</c:v>
                </c:pt>
                <c:pt idx="5808">
                  <c:v>9.4963233526599036E-2</c:v>
                </c:pt>
                <c:pt idx="5809">
                  <c:v>9.4966952685872297E-2</c:v>
                </c:pt>
                <c:pt idx="5810">
                  <c:v>9.4970424577912896E-2</c:v>
                </c:pt>
                <c:pt idx="5811">
                  <c:v>9.4970761985335272E-2</c:v>
                </c:pt>
                <c:pt idx="5812">
                  <c:v>9.498651287874528E-2</c:v>
                </c:pt>
                <c:pt idx="5813">
                  <c:v>9.4992275871661314E-2</c:v>
                </c:pt>
                <c:pt idx="5814">
                  <c:v>9.4995027640481414E-2</c:v>
                </c:pt>
                <c:pt idx="5815">
                  <c:v>9.4996518489565668E-2</c:v>
                </c:pt>
                <c:pt idx="5816">
                  <c:v>9.5002299441143703E-2</c:v>
                </c:pt>
                <c:pt idx="5817">
                  <c:v>9.5006097988587349E-2</c:v>
                </c:pt>
                <c:pt idx="5818">
                  <c:v>9.5006839764024076E-2</c:v>
                </c:pt>
                <c:pt idx="5819">
                  <c:v>9.5011550833563829E-2</c:v>
                </c:pt>
                <c:pt idx="5820">
                  <c:v>9.5011727366485346E-2</c:v>
                </c:pt>
                <c:pt idx="5821">
                  <c:v>9.5011889612976089E-2</c:v>
                </c:pt>
                <c:pt idx="5822">
                  <c:v>9.5039266655302268E-2</c:v>
                </c:pt>
                <c:pt idx="5823">
                  <c:v>9.5057122948660339E-2</c:v>
                </c:pt>
                <c:pt idx="5824">
                  <c:v>9.5079237127513885E-2</c:v>
                </c:pt>
                <c:pt idx="5825">
                  <c:v>9.5089820028863445E-2</c:v>
                </c:pt>
                <c:pt idx="5826">
                  <c:v>9.5098540548062285E-2</c:v>
                </c:pt>
                <c:pt idx="5827">
                  <c:v>9.5098645709138493E-2</c:v>
                </c:pt>
                <c:pt idx="5828">
                  <c:v>9.5105053982599788E-2</c:v>
                </c:pt>
                <c:pt idx="5829">
                  <c:v>9.5105181062996605E-2</c:v>
                </c:pt>
                <c:pt idx="5830">
                  <c:v>9.5108757078203793E-2</c:v>
                </c:pt>
                <c:pt idx="5831">
                  <c:v>9.5117813921607661E-2</c:v>
                </c:pt>
                <c:pt idx="5832">
                  <c:v>9.5120199675060232E-2</c:v>
                </c:pt>
                <c:pt idx="5833">
                  <c:v>9.5129281237563312E-2</c:v>
                </c:pt>
                <c:pt idx="5834">
                  <c:v>9.5132645519756628E-2</c:v>
                </c:pt>
                <c:pt idx="5835">
                  <c:v>9.5138277348577008E-2</c:v>
                </c:pt>
                <c:pt idx="5836">
                  <c:v>9.5145431283406051E-2</c:v>
                </c:pt>
                <c:pt idx="5837">
                  <c:v>9.5149548364026337E-2</c:v>
                </c:pt>
                <c:pt idx="5838">
                  <c:v>9.5156517815447622E-2</c:v>
                </c:pt>
                <c:pt idx="5839">
                  <c:v>9.5195904697781303E-2</c:v>
                </c:pt>
                <c:pt idx="5840">
                  <c:v>9.5197400596962578E-2</c:v>
                </c:pt>
                <c:pt idx="5841">
                  <c:v>9.5211654256792261E-2</c:v>
                </c:pt>
                <c:pt idx="5842">
                  <c:v>9.521431410119599E-2</c:v>
                </c:pt>
                <c:pt idx="5843">
                  <c:v>9.522706947616838E-2</c:v>
                </c:pt>
                <c:pt idx="5844">
                  <c:v>9.523002287137923E-2</c:v>
                </c:pt>
                <c:pt idx="5845">
                  <c:v>9.5249480593836519E-2</c:v>
                </c:pt>
                <c:pt idx="5846">
                  <c:v>9.5262572096995832E-2</c:v>
                </c:pt>
                <c:pt idx="5847">
                  <c:v>9.5281575115628611E-2</c:v>
                </c:pt>
                <c:pt idx="5848">
                  <c:v>9.5292957933414274E-2</c:v>
                </c:pt>
                <c:pt idx="5849">
                  <c:v>9.5298654433756652E-2</c:v>
                </c:pt>
                <c:pt idx="5850">
                  <c:v>9.5304520712000268E-2</c:v>
                </c:pt>
                <c:pt idx="5851">
                  <c:v>9.5304684128109746E-2</c:v>
                </c:pt>
                <c:pt idx="5852">
                  <c:v>9.5308062934917975E-2</c:v>
                </c:pt>
                <c:pt idx="5853">
                  <c:v>9.5312933710237566E-2</c:v>
                </c:pt>
                <c:pt idx="5854">
                  <c:v>9.5332706653847646E-2</c:v>
                </c:pt>
                <c:pt idx="5855">
                  <c:v>9.5341050471022162E-2</c:v>
                </c:pt>
                <c:pt idx="5856">
                  <c:v>9.5349515744302948E-2</c:v>
                </c:pt>
                <c:pt idx="5857">
                  <c:v>9.5350277783866372E-2</c:v>
                </c:pt>
                <c:pt idx="5858">
                  <c:v>9.5350868252575369E-2</c:v>
                </c:pt>
                <c:pt idx="5859">
                  <c:v>9.5353663909704872E-2</c:v>
                </c:pt>
                <c:pt idx="5860">
                  <c:v>9.5376509265980972E-2</c:v>
                </c:pt>
                <c:pt idx="5861">
                  <c:v>9.5384986082755918E-2</c:v>
                </c:pt>
                <c:pt idx="5862">
                  <c:v>9.5404045369430562E-2</c:v>
                </c:pt>
                <c:pt idx="5863">
                  <c:v>9.5423354102413122E-2</c:v>
                </c:pt>
                <c:pt idx="5864">
                  <c:v>9.5433873143624143E-2</c:v>
                </c:pt>
                <c:pt idx="5865">
                  <c:v>9.5446776017849441E-2</c:v>
                </c:pt>
                <c:pt idx="5866">
                  <c:v>9.5474162645460353E-2</c:v>
                </c:pt>
                <c:pt idx="5867">
                  <c:v>9.548653088788886E-2</c:v>
                </c:pt>
                <c:pt idx="5868">
                  <c:v>9.5496349304837566E-2</c:v>
                </c:pt>
                <c:pt idx="5869">
                  <c:v>9.5512665053348988E-2</c:v>
                </c:pt>
                <c:pt idx="5870">
                  <c:v>9.5514555201081555E-2</c:v>
                </c:pt>
                <c:pt idx="5871">
                  <c:v>9.5516110661086159E-2</c:v>
                </c:pt>
                <c:pt idx="5872">
                  <c:v>9.5519632774319782E-2</c:v>
                </c:pt>
                <c:pt idx="5873">
                  <c:v>9.5546820287893922E-2</c:v>
                </c:pt>
                <c:pt idx="5874">
                  <c:v>9.5559424166949E-2</c:v>
                </c:pt>
                <c:pt idx="5875">
                  <c:v>9.5579789777678378E-2</c:v>
                </c:pt>
                <c:pt idx="5876">
                  <c:v>9.5590951619015777E-2</c:v>
                </c:pt>
                <c:pt idx="5877">
                  <c:v>9.559205340146322E-2</c:v>
                </c:pt>
                <c:pt idx="5878">
                  <c:v>9.5594274798132761E-2</c:v>
                </c:pt>
                <c:pt idx="5879">
                  <c:v>9.5596734851361317E-2</c:v>
                </c:pt>
                <c:pt idx="5880">
                  <c:v>9.5598778626728539E-2</c:v>
                </c:pt>
                <c:pt idx="5881">
                  <c:v>9.5600008940014372E-2</c:v>
                </c:pt>
                <c:pt idx="5882">
                  <c:v>9.5607512576976389E-2</c:v>
                </c:pt>
                <c:pt idx="5883">
                  <c:v>9.5622339573972093E-2</c:v>
                </c:pt>
                <c:pt idx="5884">
                  <c:v>9.5649143683303989E-2</c:v>
                </c:pt>
                <c:pt idx="5885">
                  <c:v>9.5657580743061299E-2</c:v>
                </c:pt>
                <c:pt idx="5886">
                  <c:v>9.5671846201523789E-2</c:v>
                </c:pt>
                <c:pt idx="5887">
                  <c:v>9.5689492844229632E-2</c:v>
                </c:pt>
                <c:pt idx="5888">
                  <c:v>9.5696434867499347E-2</c:v>
                </c:pt>
                <c:pt idx="5889">
                  <c:v>9.5698902872984923E-2</c:v>
                </c:pt>
                <c:pt idx="5890">
                  <c:v>9.5699416487327646E-2</c:v>
                </c:pt>
                <c:pt idx="5891">
                  <c:v>9.570083724182879E-2</c:v>
                </c:pt>
                <c:pt idx="5892">
                  <c:v>9.5717758893956076E-2</c:v>
                </c:pt>
                <c:pt idx="5893">
                  <c:v>9.5721584412931757E-2</c:v>
                </c:pt>
                <c:pt idx="5894">
                  <c:v>9.5727284064240192E-2</c:v>
                </c:pt>
                <c:pt idx="5895">
                  <c:v>9.5735982191848576E-2</c:v>
                </c:pt>
                <c:pt idx="5896">
                  <c:v>9.5738923773609347E-2</c:v>
                </c:pt>
                <c:pt idx="5897">
                  <c:v>9.5752278432644902E-2</c:v>
                </c:pt>
                <c:pt idx="5898">
                  <c:v>9.5753249010645872E-2</c:v>
                </c:pt>
                <c:pt idx="5899">
                  <c:v>9.5753321934203467E-2</c:v>
                </c:pt>
                <c:pt idx="5900">
                  <c:v>9.5762250580216729E-2</c:v>
                </c:pt>
                <c:pt idx="5901">
                  <c:v>9.5767577908750318E-2</c:v>
                </c:pt>
                <c:pt idx="5902">
                  <c:v>9.5812343715515114E-2</c:v>
                </c:pt>
                <c:pt idx="5903">
                  <c:v>9.583770189675217E-2</c:v>
                </c:pt>
                <c:pt idx="5904">
                  <c:v>9.5856683583050981E-2</c:v>
                </c:pt>
                <c:pt idx="5905">
                  <c:v>9.5857821684704483E-2</c:v>
                </c:pt>
                <c:pt idx="5906">
                  <c:v>9.5871251158398285E-2</c:v>
                </c:pt>
                <c:pt idx="5907">
                  <c:v>9.5875336475301345E-2</c:v>
                </c:pt>
                <c:pt idx="5908">
                  <c:v>9.5884444031526697E-2</c:v>
                </c:pt>
                <c:pt idx="5909">
                  <c:v>9.5886367277879428E-2</c:v>
                </c:pt>
                <c:pt idx="5910">
                  <c:v>9.5889260369840468E-2</c:v>
                </c:pt>
                <c:pt idx="5911">
                  <c:v>9.5890799615478167E-2</c:v>
                </c:pt>
                <c:pt idx="5912">
                  <c:v>9.5902292963036498E-2</c:v>
                </c:pt>
                <c:pt idx="5913">
                  <c:v>9.5909777608130506E-2</c:v>
                </c:pt>
                <c:pt idx="5914">
                  <c:v>9.5913298145459125E-2</c:v>
                </c:pt>
                <c:pt idx="5915">
                  <c:v>9.5917841842014837E-2</c:v>
                </c:pt>
                <c:pt idx="5916">
                  <c:v>9.5927063030674456E-2</c:v>
                </c:pt>
                <c:pt idx="5917">
                  <c:v>9.5930759789164599E-2</c:v>
                </c:pt>
                <c:pt idx="5918">
                  <c:v>9.5961344284619512E-2</c:v>
                </c:pt>
                <c:pt idx="5919">
                  <c:v>9.6014042791373252E-2</c:v>
                </c:pt>
                <c:pt idx="5920">
                  <c:v>9.6017478135407272E-2</c:v>
                </c:pt>
                <c:pt idx="5921">
                  <c:v>9.6034006921018975E-2</c:v>
                </c:pt>
                <c:pt idx="5922">
                  <c:v>9.6047840335167514E-2</c:v>
                </c:pt>
                <c:pt idx="5923">
                  <c:v>9.606339213098114E-2</c:v>
                </c:pt>
                <c:pt idx="5924">
                  <c:v>9.6074605588883977E-2</c:v>
                </c:pt>
                <c:pt idx="5925">
                  <c:v>9.6076827946849741E-2</c:v>
                </c:pt>
                <c:pt idx="5926">
                  <c:v>9.6091577995529059E-2</c:v>
                </c:pt>
                <c:pt idx="5927">
                  <c:v>9.6094613319420111E-2</c:v>
                </c:pt>
                <c:pt idx="5928">
                  <c:v>9.6095772483910505E-2</c:v>
                </c:pt>
                <c:pt idx="5929">
                  <c:v>9.6112671678346029E-2</c:v>
                </c:pt>
                <c:pt idx="5930">
                  <c:v>9.6135059567742376E-2</c:v>
                </c:pt>
                <c:pt idx="5931">
                  <c:v>9.6139767055036449E-2</c:v>
                </c:pt>
                <c:pt idx="5932">
                  <c:v>9.615684896372112E-2</c:v>
                </c:pt>
                <c:pt idx="5933">
                  <c:v>9.6160319737164379E-2</c:v>
                </c:pt>
                <c:pt idx="5934">
                  <c:v>9.6167790547217774E-2</c:v>
                </c:pt>
                <c:pt idx="5935">
                  <c:v>9.6168624192659743E-2</c:v>
                </c:pt>
                <c:pt idx="5936">
                  <c:v>9.6174027993686545E-2</c:v>
                </c:pt>
                <c:pt idx="5937">
                  <c:v>9.6177652317163465E-2</c:v>
                </c:pt>
                <c:pt idx="5938">
                  <c:v>9.6206163153349969E-2</c:v>
                </c:pt>
                <c:pt idx="5939">
                  <c:v>9.6206459232623651E-2</c:v>
                </c:pt>
                <c:pt idx="5940">
                  <c:v>9.6211345257646186E-2</c:v>
                </c:pt>
                <c:pt idx="5941">
                  <c:v>9.6252101864790801E-2</c:v>
                </c:pt>
                <c:pt idx="5942">
                  <c:v>9.6292077255302838E-2</c:v>
                </c:pt>
                <c:pt idx="5943">
                  <c:v>9.6292691441609457E-2</c:v>
                </c:pt>
                <c:pt idx="5944">
                  <c:v>9.62974468345065E-2</c:v>
                </c:pt>
                <c:pt idx="5945">
                  <c:v>9.6315057275674257E-2</c:v>
                </c:pt>
                <c:pt idx="5946">
                  <c:v>9.6315240519965831E-2</c:v>
                </c:pt>
                <c:pt idx="5947">
                  <c:v>9.6315590367106671E-2</c:v>
                </c:pt>
                <c:pt idx="5948">
                  <c:v>9.631886056434881E-2</c:v>
                </c:pt>
                <c:pt idx="5949">
                  <c:v>9.6320941501354659E-2</c:v>
                </c:pt>
                <c:pt idx="5950">
                  <c:v>9.6326417844404683E-2</c:v>
                </c:pt>
                <c:pt idx="5951">
                  <c:v>9.6330949641462327E-2</c:v>
                </c:pt>
                <c:pt idx="5952">
                  <c:v>9.6332423891916499E-2</c:v>
                </c:pt>
                <c:pt idx="5953">
                  <c:v>9.6343255364674377E-2</c:v>
                </c:pt>
                <c:pt idx="5954">
                  <c:v>9.6345663636335607E-2</c:v>
                </c:pt>
                <c:pt idx="5955">
                  <c:v>9.6351186167425537E-2</c:v>
                </c:pt>
                <c:pt idx="5956">
                  <c:v>9.6358374535326377E-2</c:v>
                </c:pt>
                <c:pt idx="5957">
                  <c:v>9.6367789771205553E-2</c:v>
                </c:pt>
                <c:pt idx="5958">
                  <c:v>9.6367923280605561E-2</c:v>
                </c:pt>
                <c:pt idx="5959">
                  <c:v>9.636995707494711E-2</c:v>
                </c:pt>
                <c:pt idx="5960">
                  <c:v>9.6377015774835664E-2</c:v>
                </c:pt>
                <c:pt idx="5961">
                  <c:v>9.6396508384501076E-2</c:v>
                </c:pt>
                <c:pt idx="5962">
                  <c:v>9.6400266962628184E-2</c:v>
                </c:pt>
                <c:pt idx="5963">
                  <c:v>9.6402463604780095E-2</c:v>
                </c:pt>
                <c:pt idx="5964">
                  <c:v>9.6411312463394197E-2</c:v>
                </c:pt>
                <c:pt idx="5965">
                  <c:v>9.6432157962611634E-2</c:v>
                </c:pt>
                <c:pt idx="5966">
                  <c:v>9.6432365017201135E-2</c:v>
                </c:pt>
                <c:pt idx="5967">
                  <c:v>9.6433968181335469E-2</c:v>
                </c:pt>
                <c:pt idx="5968">
                  <c:v>9.6451835922612583E-2</c:v>
                </c:pt>
                <c:pt idx="5969">
                  <c:v>9.6461215139316492E-2</c:v>
                </c:pt>
                <c:pt idx="5970">
                  <c:v>9.6470648070394599E-2</c:v>
                </c:pt>
                <c:pt idx="5971">
                  <c:v>9.6472390105400443E-2</c:v>
                </c:pt>
                <c:pt idx="5972">
                  <c:v>9.649192043337404E-2</c:v>
                </c:pt>
                <c:pt idx="5973">
                  <c:v>9.6502521641735325E-2</c:v>
                </c:pt>
                <c:pt idx="5974">
                  <c:v>9.6507552117408288E-2</c:v>
                </c:pt>
                <c:pt idx="5975">
                  <c:v>9.6508271580651991E-2</c:v>
                </c:pt>
                <c:pt idx="5976">
                  <c:v>9.6510867358484728E-2</c:v>
                </c:pt>
                <c:pt idx="5977">
                  <c:v>9.6513873020111496E-2</c:v>
                </c:pt>
                <c:pt idx="5978">
                  <c:v>9.6528003430455978E-2</c:v>
                </c:pt>
                <c:pt idx="5979">
                  <c:v>9.65487307517265E-2</c:v>
                </c:pt>
                <c:pt idx="5980">
                  <c:v>9.6548795908876925E-2</c:v>
                </c:pt>
                <c:pt idx="5981">
                  <c:v>9.65614005843696E-2</c:v>
                </c:pt>
                <c:pt idx="5982">
                  <c:v>9.6569127853087286E-2</c:v>
                </c:pt>
                <c:pt idx="5983">
                  <c:v>9.6580237732253216E-2</c:v>
                </c:pt>
                <c:pt idx="5984">
                  <c:v>9.6582168156678333E-2</c:v>
                </c:pt>
                <c:pt idx="5985">
                  <c:v>9.6586748061506342E-2</c:v>
                </c:pt>
                <c:pt idx="5986">
                  <c:v>9.6590743062164863E-2</c:v>
                </c:pt>
                <c:pt idx="5987">
                  <c:v>9.6594321382820675E-2</c:v>
                </c:pt>
                <c:pt idx="5988">
                  <c:v>9.6602999054168803E-2</c:v>
                </c:pt>
                <c:pt idx="5989">
                  <c:v>9.6606875748076415E-2</c:v>
                </c:pt>
                <c:pt idx="5990">
                  <c:v>9.6608276172014756E-2</c:v>
                </c:pt>
                <c:pt idx="5991">
                  <c:v>9.6615394928402668E-2</c:v>
                </c:pt>
                <c:pt idx="5992">
                  <c:v>9.6621780549818959E-2</c:v>
                </c:pt>
                <c:pt idx="5993">
                  <c:v>9.6642235372809707E-2</c:v>
                </c:pt>
                <c:pt idx="5994">
                  <c:v>9.6652240577403237E-2</c:v>
                </c:pt>
                <c:pt idx="5995">
                  <c:v>9.6658916384774862E-2</c:v>
                </c:pt>
                <c:pt idx="5996">
                  <c:v>9.666172904226901E-2</c:v>
                </c:pt>
                <c:pt idx="5997">
                  <c:v>9.6667485894139746E-2</c:v>
                </c:pt>
                <c:pt idx="5998">
                  <c:v>9.667086978061179E-2</c:v>
                </c:pt>
                <c:pt idx="5999">
                  <c:v>9.6677952400258088E-2</c:v>
                </c:pt>
                <c:pt idx="6000">
                  <c:v>9.6684778591152168E-2</c:v>
                </c:pt>
                <c:pt idx="6001">
                  <c:v>9.6702608799528189E-2</c:v>
                </c:pt>
                <c:pt idx="6002">
                  <c:v>9.6712716705167068E-2</c:v>
                </c:pt>
                <c:pt idx="6003">
                  <c:v>9.6713015250079026E-2</c:v>
                </c:pt>
                <c:pt idx="6004">
                  <c:v>9.6713968969230596E-2</c:v>
                </c:pt>
                <c:pt idx="6005">
                  <c:v>9.6715847689679654E-2</c:v>
                </c:pt>
                <c:pt idx="6006">
                  <c:v>9.6718065238972445E-2</c:v>
                </c:pt>
                <c:pt idx="6007">
                  <c:v>9.6720221522733157E-2</c:v>
                </c:pt>
                <c:pt idx="6008">
                  <c:v>9.6726266101032327E-2</c:v>
                </c:pt>
                <c:pt idx="6009">
                  <c:v>9.6731690556703998E-2</c:v>
                </c:pt>
                <c:pt idx="6010">
                  <c:v>9.6774266350037386E-2</c:v>
                </c:pt>
                <c:pt idx="6011">
                  <c:v>9.6783803856200598E-2</c:v>
                </c:pt>
                <c:pt idx="6012">
                  <c:v>9.6785215503435926E-2</c:v>
                </c:pt>
                <c:pt idx="6013">
                  <c:v>9.6795421212232752E-2</c:v>
                </c:pt>
                <c:pt idx="6014">
                  <c:v>9.6800003039350199E-2</c:v>
                </c:pt>
                <c:pt idx="6015">
                  <c:v>9.6800737200755119E-2</c:v>
                </c:pt>
                <c:pt idx="6016">
                  <c:v>9.6801703818079621E-2</c:v>
                </c:pt>
                <c:pt idx="6017">
                  <c:v>9.6804320976024691E-2</c:v>
                </c:pt>
                <c:pt idx="6018">
                  <c:v>9.6804721704149166E-2</c:v>
                </c:pt>
                <c:pt idx="6019">
                  <c:v>9.6805746965981557E-2</c:v>
                </c:pt>
                <c:pt idx="6020">
                  <c:v>9.6825249537994748E-2</c:v>
                </c:pt>
                <c:pt idx="6021">
                  <c:v>9.6830468582300003E-2</c:v>
                </c:pt>
                <c:pt idx="6022">
                  <c:v>9.6840510080983364E-2</c:v>
                </c:pt>
                <c:pt idx="6023">
                  <c:v>9.6842263266057715E-2</c:v>
                </c:pt>
                <c:pt idx="6024">
                  <c:v>9.684898084807371E-2</c:v>
                </c:pt>
                <c:pt idx="6025">
                  <c:v>9.6862731398665053E-2</c:v>
                </c:pt>
                <c:pt idx="6026">
                  <c:v>9.6891808341588906E-2</c:v>
                </c:pt>
                <c:pt idx="6027">
                  <c:v>9.6892677119639489E-2</c:v>
                </c:pt>
                <c:pt idx="6028">
                  <c:v>9.689278993050647E-2</c:v>
                </c:pt>
                <c:pt idx="6029">
                  <c:v>9.6894755050263251E-2</c:v>
                </c:pt>
                <c:pt idx="6030">
                  <c:v>9.691156253798773E-2</c:v>
                </c:pt>
                <c:pt idx="6031">
                  <c:v>9.6913252137851416E-2</c:v>
                </c:pt>
                <c:pt idx="6032">
                  <c:v>9.6923837016346895E-2</c:v>
                </c:pt>
                <c:pt idx="6033">
                  <c:v>9.6939518620724766E-2</c:v>
                </c:pt>
                <c:pt idx="6034">
                  <c:v>9.6950649263163782E-2</c:v>
                </c:pt>
                <c:pt idx="6035">
                  <c:v>9.6952284264714639E-2</c:v>
                </c:pt>
                <c:pt idx="6036">
                  <c:v>9.6972959975749923E-2</c:v>
                </c:pt>
                <c:pt idx="6037">
                  <c:v>9.6979116358002229E-2</c:v>
                </c:pt>
                <c:pt idx="6038">
                  <c:v>9.6982360826410055E-2</c:v>
                </c:pt>
                <c:pt idx="6039">
                  <c:v>9.6995292498091162E-2</c:v>
                </c:pt>
                <c:pt idx="6040">
                  <c:v>9.6997542922313551E-2</c:v>
                </c:pt>
                <c:pt idx="6041">
                  <c:v>9.7000118112623365E-2</c:v>
                </c:pt>
                <c:pt idx="6042">
                  <c:v>9.7014615913087951E-2</c:v>
                </c:pt>
                <c:pt idx="6043">
                  <c:v>9.7024270553002848E-2</c:v>
                </c:pt>
                <c:pt idx="6044">
                  <c:v>9.7036409889766778E-2</c:v>
                </c:pt>
                <c:pt idx="6045">
                  <c:v>9.703854714346731E-2</c:v>
                </c:pt>
                <c:pt idx="6046">
                  <c:v>9.7039959684858373E-2</c:v>
                </c:pt>
                <c:pt idx="6047">
                  <c:v>9.704629219494014E-2</c:v>
                </c:pt>
                <c:pt idx="6048">
                  <c:v>9.7046751707754245E-2</c:v>
                </c:pt>
                <c:pt idx="6049">
                  <c:v>9.7046802721989761E-2</c:v>
                </c:pt>
                <c:pt idx="6050">
                  <c:v>9.7059404042126068E-2</c:v>
                </c:pt>
                <c:pt idx="6051">
                  <c:v>9.7060728473708668E-2</c:v>
                </c:pt>
                <c:pt idx="6052">
                  <c:v>9.7061028253014089E-2</c:v>
                </c:pt>
                <c:pt idx="6053">
                  <c:v>9.706320213210437E-2</c:v>
                </c:pt>
                <c:pt idx="6054">
                  <c:v>9.7063454198396806E-2</c:v>
                </c:pt>
                <c:pt idx="6055">
                  <c:v>9.7083167159048786E-2</c:v>
                </c:pt>
                <c:pt idx="6056">
                  <c:v>9.7083573754526087E-2</c:v>
                </c:pt>
                <c:pt idx="6057">
                  <c:v>9.7102264341475217E-2</c:v>
                </c:pt>
                <c:pt idx="6058">
                  <c:v>9.7102612237462638E-2</c:v>
                </c:pt>
                <c:pt idx="6059">
                  <c:v>9.7104431995678711E-2</c:v>
                </c:pt>
                <c:pt idx="6060">
                  <c:v>9.7109707924012828E-2</c:v>
                </c:pt>
                <c:pt idx="6061">
                  <c:v>9.7112131646268696E-2</c:v>
                </c:pt>
                <c:pt idx="6062">
                  <c:v>9.7132124245277118E-2</c:v>
                </c:pt>
                <c:pt idx="6063">
                  <c:v>9.7142663530413217E-2</c:v>
                </c:pt>
                <c:pt idx="6064">
                  <c:v>9.7153898804617458E-2</c:v>
                </c:pt>
                <c:pt idx="6065">
                  <c:v>9.7167059160967961E-2</c:v>
                </c:pt>
                <c:pt idx="6066">
                  <c:v>9.7168099324660709E-2</c:v>
                </c:pt>
                <c:pt idx="6067">
                  <c:v>9.7171599436205389E-2</c:v>
                </c:pt>
                <c:pt idx="6068">
                  <c:v>9.7175395224621125E-2</c:v>
                </c:pt>
                <c:pt idx="6069">
                  <c:v>9.7177638544374195E-2</c:v>
                </c:pt>
                <c:pt idx="6070">
                  <c:v>9.7179600304696828E-2</c:v>
                </c:pt>
                <c:pt idx="6071">
                  <c:v>9.7181491663434191E-2</c:v>
                </c:pt>
                <c:pt idx="6072">
                  <c:v>9.7185199401694108E-2</c:v>
                </c:pt>
                <c:pt idx="6073">
                  <c:v>9.7195738926239339E-2</c:v>
                </c:pt>
                <c:pt idx="6074">
                  <c:v>9.7211868940512508E-2</c:v>
                </c:pt>
                <c:pt idx="6075">
                  <c:v>9.7228666353667226E-2</c:v>
                </c:pt>
                <c:pt idx="6076">
                  <c:v>9.723363122161581E-2</c:v>
                </c:pt>
                <c:pt idx="6077">
                  <c:v>9.7235419117562907E-2</c:v>
                </c:pt>
                <c:pt idx="6078">
                  <c:v>9.7239647565174725E-2</c:v>
                </c:pt>
                <c:pt idx="6079">
                  <c:v>9.7244130888693853E-2</c:v>
                </c:pt>
                <c:pt idx="6080">
                  <c:v>9.7254282131141914E-2</c:v>
                </c:pt>
                <c:pt idx="6081">
                  <c:v>9.7256972742008202E-2</c:v>
                </c:pt>
                <c:pt idx="6082">
                  <c:v>9.7270663763416407E-2</c:v>
                </c:pt>
                <c:pt idx="6083">
                  <c:v>9.7282525006152129E-2</c:v>
                </c:pt>
                <c:pt idx="6084">
                  <c:v>9.7287240588792678E-2</c:v>
                </c:pt>
                <c:pt idx="6085">
                  <c:v>9.7295048028347944E-2</c:v>
                </c:pt>
                <c:pt idx="6086">
                  <c:v>9.7306035283705433E-2</c:v>
                </c:pt>
                <c:pt idx="6087">
                  <c:v>9.7306460054284741E-2</c:v>
                </c:pt>
                <c:pt idx="6088">
                  <c:v>9.7308268329412875E-2</c:v>
                </c:pt>
                <c:pt idx="6089">
                  <c:v>9.7312099480337672E-2</c:v>
                </c:pt>
                <c:pt idx="6090">
                  <c:v>9.7319702571872516E-2</c:v>
                </c:pt>
                <c:pt idx="6091">
                  <c:v>9.732202437737271E-2</c:v>
                </c:pt>
                <c:pt idx="6092">
                  <c:v>9.7336765341764941E-2</c:v>
                </c:pt>
                <c:pt idx="6093">
                  <c:v>9.7346447525244198E-2</c:v>
                </c:pt>
                <c:pt idx="6094">
                  <c:v>9.734674215357926E-2</c:v>
                </c:pt>
                <c:pt idx="6095">
                  <c:v>9.7359990910418484E-2</c:v>
                </c:pt>
                <c:pt idx="6096">
                  <c:v>9.7364646423493309E-2</c:v>
                </c:pt>
                <c:pt idx="6097">
                  <c:v>9.7381228738544892E-2</c:v>
                </c:pt>
                <c:pt idx="6098">
                  <c:v>9.7395434163710826E-2</c:v>
                </c:pt>
                <c:pt idx="6099">
                  <c:v>9.7396822935729196E-2</c:v>
                </c:pt>
                <c:pt idx="6100">
                  <c:v>9.7405968377688293E-2</c:v>
                </c:pt>
                <c:pt idx="6101">
                  <c:v>9.7409010228752757E-2</c:v>
                </c:pt>
                <c:pt idx="6102">
                  <c:v>9.7431240410818784E-2</c:v>
                </c:pt>
                <c:pt idx="6103">
                  <c:v>9.7443301038837485E-2</c:v>
                </c:pt>
                <c:pt idx="6104">
                  <c:v>9.7448252400680363E-2</c:v>
                </c:pt>
                <c:pt idx="6105">
                  <c:v>9.7449830051040687E-2</c:v>
                </c:pt>
                <c:pt idx="6106">
                  <c:v>9.7507171058176273E-2</c:v>
                </c:pt>
                <c:pt idx="6107">
                  <c:v>9.7511083521348282E-2</c:v>
                </c:pt>
                <c:pt idx="6108">
                  <c:v>9.7522086918854292E-2</c:v>
                </c:pt>
                <c:pt idx="6109">
                  <c:v>9.7541293182279762E-2</c:v>
                </c:pt>
                <c:pt idx="6110">
                  <c:v>9.7555236132217227E-2</c:v>
                </c:pt>
                <c:pt idx="6111">
                  <c:v>9.7567125101695865E-2</c:v>
                </c:pt>
                <c:pt idx="6112">
                  <c:v>9.7574451595846101E-2</c:v>
                </c:pt>
                <c:pt idx="6113">
                  <c:v>9.7586934467081235E-2</c:v>
                </c:pt>
                <c:pt idx="6114">
                  <c:v>9.7586950173553205E-2</c:v>
                </c:pt>
                <c:pt idx="6115">
                  <c:v>9.7597936454865877E-2</c:v>
                </c:pt>
                <c:pt idx="6116">
                  <c:v>9.7605882727306817E-2</c:v>
                </c:pt>
                <c:pt idx="6117">
                  <c:v>9.7606096313252552E-2</c:v>
                </c:pt>
                <c:pt idx="6118">
                  <c:v>9.7606500291159679E-2</c:v>
                </c:pt>
                <c:pt idx="6119">
                  <c:v>9.7609379010224012E-2</c:v>
                </c:pt>
                <c:pt idx="6120">
                  <c:v>9.7619770149213955E-2</c:v>
                </c:pt>
                <c:pt idx="6121">
                  <c:v>9.7625461272360048E-2</c:v>
                </c:pt>
                <c:pt idx="6122">
                  <c:v>9.7634026829013176E-2</c:v>
                </c:pt>
                <c:pt idx="6123">
                  <c:v>9.7636135488702078E-2</c:v>
                </c:pt>
                <c:pt idx="6124">
                  <c:v>9.7640610515204979E-2</c:v>
                </c:pt>
                <c:pt idx="6125">
                  <c:v>9.7648064498240955E-2</c:v>
                </c:pt>
                <c:pt idx="6126">
                  <c:v>9.7650414957974288E-2</c:v>
                </c:pt>
                <c:pt idx="6127">
                  <c:v>9.7665850612147109E-2</c:v>
                </c:pt>
                <c:pt idx="6128">
                  <c:v>9.7669548135181888E-2</c:v>
                </c:pt>
                <c:pt idx="6129">
                  <c:v>9.7675385724888361E-2</c:v>
                </c:pt>
                <c:pt idx="6130">
                  <c:v>9.7675713715658974E-2</c:v>
                </c:pt>
                <c:pt idx="6131">
                  <c:v>9.7686297241621214E-2</c:v>
                </c:pt>
                <c:pt idx="6132">
                  <c:v>9.7687554173165644E-2</c:v>
                </c:pt>
                <c:pt idx="6133">
                  <c:v>9.771129820644231E-2</c:v>
                </c:pt>
                <c:pt idx="6134">
                  <c:v>9.7759915668696726E-2</c:v>
                </c:pt>
                <c:pt idx="6135">
                  <c:v>9.7773246501909855E-2</c:v>
                </c:pt>
                <c:pt idx="6136">
                  <c:v>9.7778435581722056E-2</c:v>
                </c:pt>
                <c:pt idx="6137">
                  <c:v>9.7791846494129989E-2</c:v>
                </c:pt>
                <c:pt idx="6138">
                  <c:v>9.7793185011162825E-2</c:v>
                </c:pt>
                <c:pt idx="6139">
                  <c:v>9.7796530456262354E-2</c:v>
                </c:pt>
                <c:pt idx="6140">
                  <c:v>9.7804579761653201E-2</c:v>
                </c:pt>
                <c:pt idx="6141">
                  <c:v>9.7808661304501637E-2</c:v>
                </c:pt>
                <c:pt idx="6142">
                  <c:v>9.7820653584580308E-2</c:v>
                </c:pt>
                <c:pt idx="6143">
                  <c:v>9.7825023547012738E-2</c:v>
                </c:pt>
                <c:pt idx="6144">
                  <c:v>9.7832546750752189E-2</c:v>
                </c:pt>
                <c:pt idx="6145">
                  <c:v>9.784148278928799E-2</c:v>
                </c:pt>
                <c:pt idx="6146">
                  <c:v>9.7847148005325874E-2</c:v>
                </c:pt>
                <c:pt idx="6147">
                  <c:v>9.7849257563996289E-2</c:v>
                </c:pt>
                <c:pt idx="6148">
                  <c:v>9.7858654175438334E-2</c:v>
                </c:pt>
                <c:pt idx="6149">
                  <c:v>9.7859199984942746E-2</c:v>
                </c:pt>
                <c:pt idx="6150">
                  <c:v>9.7859362956583762E-2</c:v>
                </c:pt>
                <c:pt idx="6151">
                  <c:v>9.7884887964579476E-2</c:v>
                </c:pt>
                <c:pt idx="6152">
                  <c:v>9.7893373554814769E-2</c:v>
                </c:pt>
                <c:pt idx="6153">
                  <c:v>9.7901830573372428E-2</c:v>
                </c:pt>
                <c:pt idx="6154">
                  <c:v>9.7904346124582292E-2</c:v>
                </c:pt>
                <c:pt idx="6155">
                  <c:v>9.79099900664646E-2</c:v>
                </c:pt>
                <c:pt idx="6156">
                  <c:v>9.7927297630676396E-2</c:v>
                </c:pt>
                <c:pt idx="6157">
                  <c:v>9.7936856029992567E-2</c:v>
                </c:pt>
                <c:pt idx="6158">
                  <c:v>9.7954426920938864E-2</c:v>
                </c:pt>
                <c:pt idx="6159">
                  <c:v>9.7964103686157392E-2</c:v>
                </c:pt>
                <c:pt idx="6160">
                  <c:v>9.7967193276520578E-2</c:v>
                </c:pt>
                <c:pt idx="6161">
                  <c:v>9.7967636411351797E-2</c:v>
                </c:pt>
                <c:pt idx="6162">
                  <c:v>9.7971297231755017E-2</c:v>
                </c:pt>
                <c:pt idx="6163">
                  <c:v>9.7985770240035311E-2</c:v>
                </c:pt>
                <c:pt idx="6164">
                  <c:v>9.7986198220104639E-2</c:v>
                </c:pt>
                <c:pt idx="6165">
                  <c:v>9.7988044496237853E-2</c:v>
                </c:pt>
                <c:pt idx="6166">
                  <c:v>9.8001584350414103E-2</c:v>
                </c:pt>
                <c:pt idx="6167">
                  <c:v>9.8004634689000003E-2</c:v>
                </c:pt>
                <c:pt idx="6168">
                  <c:v>9.8005904925571055E-2</c:v>
                </c:pt>
                <c:pt idx="6169">
                  <c:v>9.8028618617829494E-2</c:v>
                </c:pt>
                <c:pt idx="6170">
                  <c:v>9.8028865915166921E-2</c:v>
                </c:pt>
                <c:pt idx="6171">
                  <c:v>9.8040573534571698E-2</c:v>
                </c:pt>
                <c:pt idx="6172">
                  <c:v>9.804155170087718E-2</c:v>
                </c:pt>
                <c:pt idx="6173">
                  <c:v>9.8045691408446697E-2</c:v>
                </c:pt>
                <c:pt idx="6174">
                  <c:v>9.8046817314550741E-2</c:v>
                </c:pt>
                <c:pt idx="6175">
                  <c:v>9.8053950391873965E-2</c:v>
                </c:pt>
                <c:pt idx="6176">
                  <c:v>9.8076129637541837E-2</c:v>
                </c:pt>
                <c:pt idx="6177">
                  <c:v>9.8097984692485193E-2</c:v>
                </c:pt>
                <c:pt idx="6178">
                  <c:v>9.811775369083349E-2</c:v>
                </c:pt>
                <c:pt idx="6179">
                  <c:v>9.8130577797807234E-2</c:v>
                </c:pt>
                <c:pt idx="6180">
                  <c:v>9.8134294121693E-2</c:v>
                </c:pt>
                <c:pt idx="6181">
                  <c:v>9.8137906274098366E-2</c:v>
                </c:pt>
                <c:pt idx="6182">
                  <c:v>9.813861009641632E-2</c:v>
                </c:pt>
                <c:pt idx="6183">
                  <c:v>9.8144603267317804E-2</c:v>
                </c:pt>
                <c:pt idx="6184">
                  <c:v>9.8162908010773819E-2</c:v>
                </c:pt>
                <c:pt idx="6185">
                  <c:v>9.8177246947194721E-2</c:v>
                </c:pt>
                <c:pt idx="6186">
                  <c:v>9.818010535962117E-2</c:v>
                </c:pt>
                <c:pt idx="6187">
                  <c:v>9.8182539950434924E-2</c:v>
                </c:pt>
                <c:pt idx="6188">
                  <c:v>9.8202366503482214E-2</c:v>
                </c:pt>
                <c:pt idx="6189">
                  <c:v>9.8203666068894191E-2</c:v>
                </c:pt>
                <c:pt idx="6190">
                  <c:v>9.822562435971878E-2</c:v>
                </c:pt>
                <c:pt idx="6191">
                  <c:v>9.8232616393340383E-2</c:v>
                </c:pt>
                <c:pt idx="6192">
                  <c:v>9.8243025140107063E-2</c:v>
                </c:pt>
                <c:pt idx="6193">
                  <c:v>9.8249230398457621E-2</c:v>
                </c:pt>
                <c:pt idx="6194">
                  <c:v>9.825707885206944E-2</c:v>
                </c:pt>
                <c:pt idx="6195">
                  <c:v>9.8266204339520269E-2</c:v>
                </c:pt>
                <c:pt idx="6196">
                  <c:v>9.8275845676326523E-2</c:v>
                </c:pt>
                <c:pt idx="6197">
                  <c:v>9.8300557001157168E-2</c:v>
                </c:pt>
                <c:pt idx="6198">
                  <c:v>9.8310122527630203E-2</c:v>
                </c:pt>
                <c:pt idx="6199">
                  <c:v>9.8371917604768364E-2</c:v>
                </c:pt>
                <c:pt idx="6200">
                  <c:v>9.8372915674389633E-2</c:v>
                </c:pt>
                <c:pt idx="6201">
                  <c:v>9.8375571067993953E-2</c:v>
                </c:pt>
                <c:pt idx="6202">
                  <c:v>9.8407290324407939E-2</c:v>
                </c:pt>
                <c:pt idx="6203">
                  <c:v>9.8429623726701027E-2</c:v>
                </c:pt>
                <c:pt idx="6204">
                  <c:v>9.8449410132053147E-2</c:v>
                </c:pt>
                <c:pt idx="6205">
                  <c:v>9.8456943116259216E-2</c:v>
                </c:pt>
                <c:pt idx="6206">
                  <c:v>9.8476393316080796E-2</c:v>
                </c:pt>
                <c:pt idx="6207">
                  <c:v>9.8507203475380042E-2</c:v>
                </c:pt>
                <c:pt idx="6208">
                  <c:v>9.8526844814323486E-2</c:v>
                </c:pt>
                <c:pt idx="6209">
                  <c:v>9.8530020297941237E-2</c:v>
                </c:pt>
                <c:pt idx="6210">
                  <c:v>9.8533430096916202E-2</c:v>
                </c:pt>
                <c:pt idx="6211">
                  <c:v>9.8547870892763761E-2</c:v>
                </c:pt>
                <c:pt idx="6212">
                  <c:v>9.8548332390246407E-2</c:v>
                </c:pt>
                <c:pt idx="6213">
                  <c:v>9.8550545684841048E-2</c:v>
                </c:pt>
                <c:pt idx="6214">
                  <c:v>9.85509431809308E-2</c:v>
                </c:pt>
                <c:pt idx="6215">
                  <c:v>9.8571743867509193E-2</c:v>
                </c:pt>
                <c:pt idx="6216">
                  <c:v>9.8577909777707334E-2</c:v>
                </c:pt>
                <c:pt idx="6217">
                  <c:v>9.8596443309883194E-2</c:v>
                </c:pt>
                <c:pt idx="6218">
                  <c:v>9.8597129586912122E-2</c:v>
                </c:pt>
                <c:pt idx="6219">
                  <c:v>9.8599907269655521E-2</c:v>
                </c:pt>
                <c:pt idx="6220">
                  <c:v>9.8600685984283246E-2</c:v>
                </c:pt>
                <c:pt idx="6221">
                  <c:v>9.8628353870496704E-2</c:v>
                </c:pt>
                <c:pt idx="6222">
                  <c:v>9.8635379572641027E-2</c:v>
                </c:pt>
                <c:pt idx="6223">
                  <c:v>9.8647196068497936E-2</c:v>
                </c:pt>
                <c:pt idx="6224">
                  <c:v>9.8650445747850257E-2</c:v>
                </c:pt>
                <c:pt idx="6225">
                  <c:v>9.8673485806341013E-2</c:v>
                </c:pt>
                <c:pt idx="6226">
                  <c:v>9.8680003008618344E-2</c:v>
                </c:pt>
                <c:pt idx="6227">
                  <c:v>9.8690237507376224E-2</c:v>
                </c:pt>
                <c:pt idx="6228">
                  <c:v>9.8720881942942901E-2</c:v>
                </c:pt>
                <c:pt idx="6229">
                  <c:v>9.8730258472426238E-2</c:v>
                </c:pt>
                <c:pt idx="6230">
                  <c:v>9.8732499841331839E-2</c:v>
                </c:pt>
                <c:pt idx="6231">
                  <c:v>9.8737723040946579E-2</c:v>
                </c:pt>
                <c:pt idx="6232">
                  <c:v>9.8743858854781916E-2</c:v>
                </c:pt>
                <c:pt idx="6233">
                  <c:v>9.8762055788937292E-2</c:v>
                </c:pt>
                <c:pt idx="6234">
                  <c:v>9.8786869759663595E-2</c:v>
                </c:pt>
                <c:pt idx="6235">
                  <c:v>9.878961451779987E-2</c:v>
                </c:pt>
                <c:pt idx="6236">
                  <c:v>9.8794677000095921E-2</c:v>
                </c:pt>
                <c:pt idx="6237">
                  <c:v>9.8853670086701956E-2</c:v>
                </c:pt>
                <c:pt idx="6238">
                  <c:v>9.8865353930305142E-2</c:v>
                </c:pt>
                <c:pt idx="6239">
                  <c:v>9.8875142875830838E-2</c:v>
                </c:pt>
                <c:pt idx="6240">
                  <c:v>9.8877534917039572E-2</c:v>
                </c:pt>
                <c:pt idx="6241">
                  <c:v>9.8885209799988327E-2</c:v>
                </c:pt>
                <c:pt idx="6242">
                  <c:v>9.8886291243099653E-2</c:v>
                </c:pt>
                <c:pt idx="6243">
                  <c:v>9.8895533640595862E-2</c:v>
                </c:pt>
                <c:pt idx="6244">
                  <c:v>9.8895950299031393E-2</c:v>
                </c:pt>
                <c:pt idx="6245">
                  <c:v>9.8899626243923969E-2</c:v>
                </c:pt>
                <c:pt idx="6246">
                  <c:v>9.8935023201680711E-2</c:v>
                </c:pt>
                <c:pt idx="6247">
                  <c:v>9.8959292414202801E-2</c:v>
                </c:pt>
                <c:pt idx="6248">
                  <c:v>9.8964432026965393E-2</c:v>
                </c:pt>
                <c:pt idx="6249">
                  <c:v>9.8967050803144926E-2</c:v>
                </c:pt>
                <c:pt idx="6250">
                  <c:v>9.8973416941926837E-2</c:v>
                </c:pt>
                <c:pt idx="6251">
                  <c:v>9.8975295470689256E-2</c:v>
                </c:pt>
                <c:pt idx="6252">
                  <c:v>9.8978869137987771E-2</c:v>
                </c:pt>
                <c:pt idx="6253">
                  <c:v>9.8981583313833263E-2</c:v>
                </c:pt>
                <c:pt idx="6254">
                  <c:v>9.8982433790323981E-2</c:v>
                </c:pt>
                <c:pt idx="6255">
                  <c:v>9.8993231561818024E-2</c:v>
                </c:pt>
                <c:pt idx="6256">
                  <c:v>9.8994638984032449E-2</c:v>
                </c:pt>
                <c:pt idx="6257">
                  <c:v>9.9002594551584264E-2</c:v>
                </c:pt>
                <c:pt idx="6258">
                  <c:v>9.9008397473806228E-2</c:v>
                </c:pt>
                <c:pt idx="6259">
                  <c:v>9.9008888140184645E-2</c:v>
                </c:pt>
                <c:pt idx="6260">
                  <c:v>9.9011854009486741E-2</c:v>
                </c:pt>
                <c:pt idx="6261">
                  <c:v>9.9017532878111353E-2</c:v>
                </c:pt>
                <c:pt idx="6262">
                  <c:v>9.9018642846185181E-2</c:v>
                </c:pt>
                <c:pt idx="6263">
                  <c:v>9.9020277076603838E-2</c:v>
                </c:pt>
                <c:pt idx="6264">
                  <c:v>9.9025817770986402E-2</c:v>
                </c:pt>
                <c:pt idx="6265">
                  <c:v>9.9031353119293147E-2</c:v>
                </c:pt>
                <c:pt idx="6266">
                  <c:v>9.9051504270368518E-2</c:v>
                </c:pt>
                <c:pt idx="6267">
                  <c:v>9.9059031795650704E-2</c:v>
                </c:pt>
                <c:pt idx="6268">
                  <c:v>9.908074942607846E-2</c:v>
                </c:pt>
                <c:pt idx="6269">
                  <c:v>9.908878502493125E-2</c:v>
                </c:pt>
                <c:pt idx="6270">
                  <c:v>9.909043295364045E-2</c:v>
                </c:pt>
                <c:pt idx="6271">
                  <c:v>9.9103792461797943E-2</c:v>
                </c:pt>
                <c:pt idx="6272">
                  <c:v>9.9117130258051078E-2</c:v>
                </c:pt>
                <c:pt idx="6273">
                  <c:v>9.9128739933983911E-2</c:v>
                </c:pt>
                <c:pt idx="6274">
                  <c:v>9.9132560358551183E-2</c:v>
                </c:pt>
                <c:pt idx="6275">
                  <c:v>9.9133932967042163E-2</c:v>
                </c:pt>
                <c:pt idx="6276">
                  <c:v>9.9140495435070738E-2</c:v>
                </c:pt>
                <c:pt idx="6277">
                  <c:v>9.9158569082348463E-2</c:v>
                </c:pt>
                <c:pt idx="6278">
                  <c:v>9.9178600812958331E-2</c:v>
                </c:pt>
                <c:pt idx="6279">
                  <c:v>9.9200443277758704E-2</c:v>
                </c:pt>
                <c:pt idx="6280">
                  <c:v>9.9203498863641201E-2</c:v>
                </c:pt>
                <c:pt idx="6281">
                  <c:v>9.9205048779986552E-2</c:v>
                </c:pt>
                <c:pt idx="6282">
                  <c:v>9.9219928635793778E-2</c:v>
                </c:pt>
                <c:pt idx="6283">
                  <c:v>9.9233608562804776E-2</c:v>
                </c:pt>
                <c:pt idx="6284">
                  <c:v>9.9237432077392315E-2</c:v>
                </c:pt>
                <c:pt idx="6285">
                  <c:v>9.9244033259079961E-2</c:v>
                </c:pt>
                <c:pt idx="6286">
                  <c:v>9.9251507440468248E-2</c:v>
                </c:pt>
                <c:pt idx="6287">
                  <c:v>9.925230166657828E-2</c:v>
                </c:pt>
                <c:pt idx="6288">
                  <c:v>9.9256813715955378E-2</c:v>
                </c:pt>
                <c:pt idx="6289">
                  <c:v>9.9265738522181957E-2</c:v>
                </c:pt>
                <c:pt idx="6290">
                  <c:v>9.9274204440607181E-2</c:v>
                </c:pt>
                <c:pt idx="6291">
                  <c:v>9.9277918039757149E-2</c:v>
                </c:pt>
                <c:pt idx="6292">
                  <c:v>9.9289188438432291E-2</c:v>
                </c:pt>
                <c:pt idx="6293">
                  <c:v>9.9291048023232187E-2</c:v>
                </c:pt>
                <c:pt idx="6294">
                  <c:v>9.9329588262169949E-2</c:v>
                </c:pt>
                <c:pt idx="6295">
                  <c:v>9.9337008143983316E-2</c:v>
                </c:pt>
                <c:pt idx="6296">
                  <c:v>9.9338627928343429E-2</c:v>
                </c:pt>
                <c:pt idx="6297">
                  <c:v>9.9340915093315954E-2</c:v>
                </c:pt>
                <c:pt idx="6298">
                  <c:v>9.9344871938812501E-2</c:v>
                </c:pt>
                <c:pt idx="6299">
                  <c:v>9.9348245113483183E-2</c:v>
                </c:pt>
                <c:pt idx="6300">
                  <c:v>9.9349606664708517E-2</c:v>
                </c:pt>
                <c:pt idx="6301">
                  <c:v>9.936093155314607E-2</c:v>
                </c:pt>
                <c:pt idx="6302">
                  <c:v>9.9397810317307184E-2</c:v>
                </c:pt>
                <c:pt idx="6303">
                  <c:v>9.9400037429397153E-2</c:v>
                </c:pt>
                <c:pt idx="6304">
                  <c:v>9.9416140910257952E-2</c:v>
                </c:pt>
                <c:pt idx="6305">
                  <c:v>9.9420560708209135E-2</c:v>
                </c:pt>
                <c:pt idx="6306">
                  <c:v>9.9426376891949858E-2</c:v>
                </c:pt>
                <c:pt idx="6307">
                  <c:v>9.9427250515651738E-2</c:v>
                </c:pt>
                <c:pt idx="6308">
                  <c:v>9.942886691093257E-2</c:v>
                </c:pt>
                <c:pt idx="6309">
                  <c:v>9.9430315523875587E-2</c:v>
                </c:pt>
                <c:pt idx="6310">
                  <c:v>9.9433021824086476E-2</c:v>
                </c:pt>
                <c:pt idx="6311">
                  <c:v>9.9444964647646267E-2</c:v>
                </c:pt>
                <c:pt idx="6312">
                  <c:v>9.9447465842071411E-2</c:v>
                </c:pt>
                <c:pt idx="6313">
                  <c:v>9.9463088984762207E-2</c:v>
                </c:pt>
                <c:pt idx="6314">
                  <c:v>9.9469938431595864E-2</c:v>
                </c:pt>
                <c:pt idx="6315">
                  <c:v>9.9473707613916246E-2</c:v>
                </c:pt>
                <c:pt idx="6316">
                  <c:v>9.9483203011023702E-2</c:v>
                </c:pt>
                <c:pt idx="6317">
                  <c:v>9.9486853241943299E-2</c:v>
                </c:pt>
                <c:pt idx="6318">
                  <c:v>9.9488230556307886E-2</c:v>
                </c:pt>
                <c:pt idx="6319">
                  <c:v>9.9488778096558539E-2</c:v>
                </c:pt>
                <c:pt idx="6320">
                  <c:v>9.9493096097918621E-2</c:v>
                </c:pt>
                <c:pt idx="6321">
                  <c:v>9.9503053681703327E-2</c:v>
                </c:pt>
                <c:pt idx="6322">
                  <c:v>9.9507734755999708E-2</c:v>
                </c:pt>
                <c:pt idx="6323">
                  <c:v>9.9508045255593924E-2</c:v>
                </c:pt>
                <c:pt idx="6324">
                  <c:v>9.9536519718299923E-2</c:v>
                </c:pt>
                <c:pt idx="6325">
                  <c:v>9.9541450631494582E-2</c:v>
                </c:pt>
                <c:pt idx="6326">
                  <c:v>9.9542018763967385E-2</c:v>
                </c:pt>
                <c:pt idx="6327">
                  <c:v>9.9547873781646729E-2</c:v>
                </c:pt>
                <c:pt idx="6328">
                  <c:v>9.9556185525389557E-2</c:v>
                </c:pt>
                <c:pt idx="6329">
                  <c:v>9.9558905225850008E-2</c:v>
                </c:pt>
                <c:pt idx="6330">
                  <c:v>9.9562460731708713E-2</c:v>
                </c:pt>
                <c:pt idx="6331">
                  <c:v>9.9571021300755097E-2</c:v>
                </c:pt>
                <c:pt idx="6332">
                  <c:v>9.9578050808807744E-2</c:v>
                </c:pt>
                <c:pt idx="6333">
                  <c:v>9.9593957488702076E-2</c:v>
                </c:pt>
                <c:pt idx="6334">
                  <c:v>9.9610164813245972E-2</c:v>
                </c:pt>
                <c:pt idx="6335">
                  <c:v>9.9610985640254252E-2</c:v>
                </c:pt>
                <c:pt idx="6336">
                  <c:v>9.9633854352401713E-2</c:v>
                </c:pt>
                <c:pt idx="6337">
                  <c:v>9.9653547884245755E-2</c:v>
                </c:pt>
                <c:pt idx="6338">
                  <c:v>9.9673307442624801E-2</c:v>
                </c:pt>
                <c:pt idx="6339">
                  <c:v>9.9676150523233836E-2</c:v>
                </c:pt>
                <c:pt idx="6340">
                  <c:v>9.9702475009339597E-2</c:v>
                </c:pt>
                <c:pt idx="6341">
                  <c:v>9.9706009311973126E-2</c:v>
                </c:pt>
                <c:pt idx="6342">
                  <c:v>9.9719261812558399E-2</c:v>
                </c:pt>
                <c:pt idx="6343">
                  <c:v>9.9723354249363266E-2</c:v>
                </c:pt>
                <c:pt idx="6344">
                  <c:v>9.973741842734897E-2</c:v>
                </c:pt>
                <c:pt idx="6345">
                  <c:v>9.9743957099992925E-2</c:v>
                </c:pt>
                <c:pt idx="6346">
                  <c:v>9.97611662001959E-2</c:v>
                </c:pt>
                <c:pt idx="6347">
                  <c:v>9.9775768319142533E-2</c:v>
                </c:pt>
                <c:pt idx="6348">
                  <c:v>9.9777624654561664E-2</c:v>
                </c:pt>
                <c:pt idx="6349">
                  <c:v>9.9786302382811276E-2</c:v>
                </c:pt>
                <c:pt idx="6350">
                  <c:v>9.9807638624803435E-2</c:v>
                </c:pt>
                <c:pt idx="6351">
                  <c:v>9.981082468280765E-2</c:v>
                </c:pt>
                <c:pt idx="6352">
                  <c:v>9.9823113678863762E-2</c:v>
                </c:pt>
                <c:pt idx="6353">
                  <c:v>9.9831508124127985E-2</c:v>
                </c:pt>
                <c:pt idx="6354">
                  <c:v>9.9833233798885382E-2</c:v>
                </c:pt>
                <c:pt idx="6355">
                  <c:v>9.9851414295846402E-2</c:v>
                </c:pt>
                <c:pt idx="6356">
                  <c:v>9.9855124845373247E-2</c:v>
                </c:pt>
                <c:pt idx="6357">
                  <c:v>9.986474997341159E-2</c:v>
                </c:pt>
                <c:pt idx="6358">
                  <c:v>9.9874673337610673E-2</c:v>
                </c:pt>
                <c:pt idx="6359">
                  <c:v>9.9879053399603096E-2</c:v>
                </c:pt>
                <c:pt idx="6360">
                  <c:v>9.9888249776972277E-2</c:v>
                </c:pt>
                <c:pt idx="6361">
                  <c:v>9.9894724619025543E-2</c:v>
                </c:pt>
                <c:pt idx="6362">
                  <c:v>9.9894735321001585E-2</c:v>
                </c:pt>
                <c:pt idx="6363">
                  <c:v>9.9903732648605317E-2</c:v>
                </c:pt>
                <c:pt idx="6364">
                  <c:v>9.9904979814902317E-2</c:v>
                </c:pt>
                <c:pt idx="6365">
                  <c:v>9.9907768899718391E-2</c:v>
                </c:pt>
                <c:pt idx="6366">
                  <c:v>9.9910095897272663E-2</c:v>
                </c:pt>
                <c:pt idx="6367">
                  <c:v>9.9914388100818555E-2</c:v>
                </c:pt>
                <c:pt idx="6368">
                  <c:v>9.9918339339780046E-2</c:v>
                </c:pt>
                <c:pt idx="6369">
                  <c:v>9.9934370219914234E-2</c:v>
                </c:pt>
                <c:pt idx="6370">
                  <c:v>9.9940587686691854E-2</c:v>
                </c:pt>
                <c:pt idx="6371">
                  <c:v>9.9959253273688806E-2</c:v>
                </c:pt>
                <c:pt idx="6372">
                  <c:v>9.9974420347701431E-2</c:v>
                </c:pt>
                <c:pt idx="6373">
                  <c:v>9.9985187584032381E-2</c:v>
                </c:pt>
                <c:pt idx="6374">
                  <c:v>9.9995045790700579E-2</c:v>
                </c:pt>
                <c:pt idx="6375">
                  <c:v>9.9996970015328396E-2</c:v>
                </c:pt>
                <c:pt idx="6376">
                  <c:v>0.1000014677068139</c:v>
                </c:pt>
                <c:pt idx="6377">
                  <c:v>0.1000017011920601</c:v>
                </c:pt>
                <c:pt idx="6378">
                  <c:v>0.1000033460124324</c:v>
                </c:pt>
                <c:pt idx="6379">
                  <c:v>0.10001297280846916</c:v>
                </c:pt>
                <c:pt idx="6380">
                  <c:v>0.10002430914979298</c:v>
                </c:pt>
                <c:pt idx="6381">
                  <c:v>0.10002662908772521</c:v>
                </c:pt>
                <c:pt idx="6382">
                  <c:v>0.10004074950194941</c:v>
                </c:pt>
                <c:pt idx="6383">
                  <c:v>0.10004443371002893</c:v>
                </c:pt>
                <c:pt idx="6384">
                  <c:v>0.10005985795104828</c:v>
                </c:pt>
                <c:pt idx="6385">
                  <c:v>0.10008758564449272</c:v>
                </c:pt>
                <c:pt idx="6386">
                  <c:v>0.10008952588764304</c:v>
                </c:pt>
                <c:pt idx="6387">
                  <c:v>0.1000952143961327</c:v>
                </c:pt>
                <c:pt idx="6388">
                  <c:v>0.10010606744329235</c:v>
                </c:pt>
                <c:pt idx="6389">
                  <c:v>0.1001076851234268</c:v>
                </c:pt>
                <c:pt idx="6390">
                  <c:v>0.10012334948339591</c:v>
                </c:pt>
                <c:pt idx="6391">
                  <c:v>0.10013741898513204</c:v>
                </c:pt>
                <c:pt idx="6392">
                  <c:v>0.1001378599013361</c:v>
                </c:pt>
                <c:pt idx="6393">
                  <c:v>0.10013904204671478</c:v>
                </c:pt>
                <c:pt idx="6394">
                  <c:v>0.10016424574848293</c:v>
                </c:pt>
                <c:pt idx="6395">
                  <c:v>0.10016451351667012</c:v>
                </c:pt>
                <c:pt idx="6396">
                  <c:v>0.1001721662618467</c:v>
                </c:pt>
                <c:pt idx="6397">
                  <c:v>0.1001769934554326</c:v>
                </c:pt>
                <c:pt idx="6398">
                  <c:v>0.10019429766618664</c:v>
                </c:pt>
                <c:pt idx="6399">
                  <c:v>0.1002103378183531</c:v>
                </c:pt>
                <c:pt idx="6400">
                  <c:v>0.10021797910885723</c:v>
                </c:pt>
                <c:pt idx="6401">
                  <c:v>0.10021977433803093</c:v>
                </c:pt>
                <c:pt idx="6402">
                  <c:v>0.10022656923085627</c:v>
                </c:pt>
                <c:pt idx="6403">
                  <c:v>0.10022731618006372</c:v>
                </c:pt>
                <c:pt idx="6404">
                  <c:v>0.10023212795373387</c:v>
                </c:pt>
                <c:pt idx="6405">
                  <c:v>0.10023903560117049</c:v>
                </c:pt>
                <c:pt idx="6406">
                  <c:v>0.10025235140617321</c:v>
                </c:pt>
                <c:pt idx="6407">
                  <c:v>0.10028041704752186</c:v>
                </c:pt>
                <c:pt idx="6408">
                  <c:v>0.10028402732511779</c:v>
                </c:pt>
                <c:pt idx="6409">
                  <c:v>0.10028611858900641</c:v>
                </c:pt>
                <c:pt idx="6410">
                  <c:v>0.10028612321957467</c:v>
                </c:pt>
                <c:pt idx="6411">
                  <c:v>0.10028877058038385</c:v>
                </c:pt>
                <c:pt idx="6412">
                  <c:v>0.10030462440158215</c:v>
                </c:pt>
                <c:pt idx="6413">
                  <c:v>0.10031750238286054</c:v>
                </c:pt>
                <c:pt idx="6414">
                  <c:v>0.10032349098716563</c:v>
                </c:pt>
                <c:pt idx="6415">
                  <c:v>0.10032552175853135</c:v>
                </c:pt>
                <c:pt idx="6416">
                  <c:v>0.10033358038018914</c:v>
                </c:pt>
                <c:pt idx="6417">
                  <c:v>0.10033944895123906</c:v>
                </c:pt>
                <c:pt idx="6418">
                  <c:v>0.10034164804683567</c:v>
                </c:pt>
                <c:pt idx="6419">
                  <c:v>0.10034683588826916</c:v>
                </c:pt>
                <c:pt idx="6420">
                  <c:v>0.10034866131459447</c:v>
                </c:pt>
                <c:pt idx="6421">
                  <c:v>0.10034960886632693</c:v>
                </c:pt>
                <c:pt idx="6422">
                  <c:v>0.10035346564293057</c:v>
                </c:pt>
                <c:pt idx="6423">
                  <c:v>0.10038534378611631</c:v>
                </c:pt>
                <c:pt idx="6424">
                  <c:v>0.10038766586783708</c:v>
                </c:pt>
                <c:pt idx="6425">
                  <c:v>0.10040411270927414</c:v>
                </c:pt>
                <c:pt idx="6426">
                  <c:v>0.10042199292520174</c:v>
                </c:pt>
                <c:pt idx="6427">
                  <c:v>0.10042557890952189</c:v>
                </c:pt>
                <c:pt idx="6428">
                  <c:v>0.10042889651140401</c:v>
                </c:pt>
                <c:pt idx="6429">
                  <c:v>0.10042918091424254</c:v>
                </c:pt>
                <c:pt idx="6430">
                  <c:v>0.10043505739009492</c:v>
                </c:pt>
                <c:pt idx="6431">
                  <c:v>0.10044407103214843</c:v>
                </c:pt>
                <c:pt idx="6432">
                  <c:v>0.10045561539920703</c:v>
                </c:pt>
                <c:pt idx="6433">
                  <c:v>0.10045854455268093</c:v>
                </c:pt>
                <c:pt idx="6434">
                  <c:v>0.10049570375082381</c:v>
                </c:pt>
                <c:pt idx="6435">
                  <c:v>0.10049973972763147</c:v>
                </c:pt>
                <c:pt idx="6436">
                  <c:v>0.10053859247011861</c:v>
                </c:pt>
                <c:pt idx="6437">
                  <c:v>0.10054273156314589</c:v>
                </c:pt>
                <c:pt idx="6438">
                  <c:v>0.10055932559160682</c:v>
                </c:pt>
                <c:pt idx="6439">
                  <c:v>0.10057274171689733</c:v>
                </c:pt>
                <c:pt idx="6440">
                  <c:v>0.10057515635019156</c:v>
                </c:pt>
                <c:pt idx="6441">
                  <c:v>0.10058307501536351</c:v>
                </c:pt>
                <c:pt idx="6442">
                  <c:v>0.10058406832734966</c:v>
                </c:pt>
                <c:pt idx="6443">
                  <c:v>0.10059319927169132</c:v>
                </c:pt>
                <c:pt idx="6444">
                  <c:v>0.10062490303865008</c:v>
                </c:pt>
                <c:pt idx="6445">
                  <c:v>0.10066420690282193</c:v>
                </c:pt>
                <c:pt idx="6446">
                  <c:v>0.10066670175440492</c:v>
                </c:pt>
                <c:pt idx="6447">
                  <c:v>0.10067930948974609</c:v>
                </c:pt>
                <c:pt idx="6448">
                  <c:v>0.10068216255556232</c:v>
                </c:pt>
                <c:pt idx="6449">
                  <c:v>0.10068276846146272</c:v>
                </c:pt>
                <c:pt idx="6450">
                  <c:v>0.10069602550312801</c:v>
                </c:pt>
                <c:pt idx="6451">
                  <c:v>0.10069657951048308</c:v>
                </c:pt>
                <c:pt idx="6452">
                  <c:v>0.10071743679130189</c:v>
                </c:pt>
                <c:pt idx="6453">
                  <c:v>0.10071880460722142</c:v>
                </c:pt>
                <c:pt idx="6454">
                  <c:v>0.10072167046653943</c:v>
                </c:pt>
                <c:pt idx="6455">
                  <c:v>0.10073687417605304</c:v>
                </c:pt>
                <c:pt idx="6456">
                  <c:v>0.10075084460046162</c:v>
                </c:pt>
                <c:pt idx="6457">
                  <c:v>0.10075423156734743</c:v>
                </c:pt>
                <c:pt idx="6458">
                  <c:v>0.10075483936252022</c:v>
                </c:pt>
                <c:pt idx="6459">
                  <c:v>0.10076930098550541</c:v>
                </c:pt>
                <c:pt idx="6460">
                  <c:v>0.10078170205610187</c:v>
                </c:pt>
                <c:pt idx="6461">
                  <c:v>0.10079276197914598</c:v>
                </c:pt>
                <c:pt idx="6462">
                  <c:v>0.1007932229353336</c:v>
                </c:pt>
                <c:pt idx="6463">
                  <c:v>0.10079343780914123</c:v>
                </c:pt>
                <c:pt idx="6464">
                  <c:v>0.10080204410676072</c:v>
                </c:pt>
                <c:pt idx="6465">
                  <c:v>0.10081417757756428</c:v>
                </c:pt>
                <c:pt idx="6466">
                  <c:v>0.10081440211562435</c:v>
                </c:pt>
                <c:pt idx="6467">
                  <c:v>0.10081697160562972</c:v>
                </c:pt>
                <c:pt idx="6468">
                  <c:v>0.10085353839400711</c:v>
                </c:pt>
                <c:pt idx="6469">
                  <c:v>0.10086386409736536</c:v>
                </c:pt>
                <c:pt idx="6470">
                  <c:v>0.10086998700639166</c:v>
                </c:pt>
                <c:pt idx="6471">
                  <c:v>0.10087704573605338</c:v>
                </c:pt>
                <c:pt idx="6472">
                  <c:v>0.10089903948498442</c:v>
                </c:pt>
                <c:pt idx="6473">
                  <c:v>0.10091350400141304</c:v>
                </c:pt>
                <c:pt idx="6474">
                  <c:v>0.10092919516204774</c:v>
                </c:pt>
                <c:pt idx="6475">
                  <c:v>0.10093251054807903</c:v>
                </c:pt>
                <c:pt idx="6476">
                  <c:v>0.10096624213716118</c:v>
                </c:pt>
                <c:pt idx="6477">
                  <c:v>0.10097745233567644</c:v>
                </c:pt>
                <c:pt idx="6478">
                  <c:v>0.10098618337166029</c:v>
                </c:pt>
                <c:pt idx="6479">
                  <c:v>0.10101884274290768</c:v>
                </c:pt>
                <c:pt idx="6480">
                  <c:v>0.10103126811165047</c:v>
                </c:pt>
                <c:pt idx="6481">
                  <c:v>0.10103868290124259</c:v>
                </c:pt>
                <c:pt idx="6482">
                  <c:v>0.10104949946914928</c:v>
                </c:pt>
                <c:pt idx="6483">
                  <c:v>0.10105299812528708</c:v>
                </c:pt>
                <c:pt idx="6484">
                  <c:v>0.10105393901253902</c:v>
                </c:pt>
                <c:pt idx="6485">
                  <c:v>0.10105442979837863</c:v>
                </c:pt>
                <c:pt idx="6486">
                  <c:v>0.10108776042238217</c:v>
                </c:pt>
                <c:pt idx="6487">
                  <c:v>0.10110712075491513</c:v>
                </c:pt>
                <c:pt idx="6488">
                  <c:v>0.10112298868500405</c:v>
                </c:pt>
                <c:pt idx="6489">
                  <c:v>0.10113068139998642</c:v>
                </c:pt>
                <c:pt idx="6490">
                  <c:v>0.10113124745886276</c:v>
                </c:pt>
                <c:pt idx="6491">
                  <c:v>0.10113134780920374</c:v>
                </c:pt>
                <c:pt idx="6492">
                  <c:v>0.10113154478377512</c:v>
                </c:pt>
                <c:pt idx="6493">
                  <c:v>0.10114390164290298</c:v>
                </c:pt>
                <c:pt idx="6494">
                  <c:v>0.10117076750008758</c:v>
                </c:pt>
                <c:pt idx="6495">
                  <c:v>0.10120922980477406</c:v>
                </c:pt>
                <c:pt idx="6496">
                  <c:v>0.10122300712456551</c:v>
                </c:pt>
                <c:pt idx="6497">
                  <c:v>0.10123701782814566</c:v>
                </c:pt>
                <c:pt idx="6498">
                  <c:v>0.10124968760234075</c:v>
                </c:pt>
                <c:pt idx="6499">
                  <c:v>0.10125982687248483</c:v>
                </c:pt>
                <c:pt idx="6500">
                  <c:v>0.10127219158920174</c:v>
                </c:pt>
                <c:pt idx="6501">
                  <c:v>0.10127963712918361</c:v>
                </c:pt>
                <c:pt idx="6502">
                  <c:v>0.10128854499472467</c:v>
                </c:pt>
                <c:pt idx="6503">
                  <c:v>0.10128862989955047</c:v>
                </c:pt>
                <c:pt idx="6504">
                  <c:v>0.10130010118380579</c:v>
                </c:pt>
                <c:pt idx="6505">
                  <c:v>0.10130046134674366</c:v>
                </c:pt>
                <c:pt idx="6506">
                  <c:v>0.10130225085372982</c:v>
                </c:pt>
                <c:pt idx="6507">
                  <c:v>0.10130539670034013</c:v>
                </c:pt>
                <c:pt idx="6508">
                  <c:v>0.10131411443800122</c:v>
                </c:pt>
                <c:pt idx="6509">
                  <c:v>0.10132347892793137</c:v>
                </c:pt>
                <c:pt idx="6510">
                  <c:v>0.1013474242949796</c:v>
                </c:pt>
                <c:pt idx="6511">
                  <c:v>0.10136191222488077</c:v>
                </c:pt>
                <c:pt idx="6512">
                  <c:v>0.10138251424991304</c:v>
                </c:pt>
                <c:pt idx="6513">
                  <c:v>0.10138423220404046</c:v>
                </c:pt>
                <c:pt idx="6514">
                  <c:v>0.10139156253594107</c:v>
                </c:pt>
                <c:pt idx="6515">
                  <c:v>0.10139537926074416</c:v>
                </c:pt>
                <c:pt idx="6516">
                  <c:v>0.10139558226471236</c:v>
                </c:pt>
                <c:pt idx="6517">
                  <c:v>0.10142027811281075</c:v>
                </c:pt>
                <c:pt idx="6518">
                  <c:v>0.10143296339285637</c:v>
                </c:pt>
                <c:pt idx="6519">
                  <c:v>0.10146287226904674</c:v>
                </c:pt>
                <c:pt idx="6520">
                  <c:v>0.10146675858671736</c:v>
                </c:pt>
                <c:pt idx="6521">
                  <c:v>0.10147663357842016</c:v>
                </c:pt>
                <c:pt idx="6522">
                  <c:v>0.1014817175497688</c:v>
                </c:pt>
                <c:pt idx="6523">
                  <c:v>0.10148213977787043</c:v>
                </c:pt>
                <c:pt idx="6524">
                  <c:v>0.10149763195681283</c:v>
                </c:pt>
                <c:pt idx="6525">
                  <c:v>0.10149767715932666</c:v>
                </c:pt>
                <c:pt idx="6526">
                  <c:v>0.10150260432461511</c:v>
                </c:pt>
                <c:pt idx="6527">
                  <c:v>0.10150921875262078</c:v>
                </c:pt>
                <c:pt idx="6528">
                  <c:v>0.10152267564242146</c:v>
                </c:pt>
                <c:pt idx="6529">
                  <c:v>0.10152540781476423</c:v>
                </c:pt>
                <c:pt idx="6530">
                  <c:v>0.10152742373648059</c:v>
                </c:pt>
                <c:pt idx="6531">
                  <c:v>0.1015495266722318</c:v>
                </c:pt>
                <c:pt idx="6532">
                  <c:v>0.10155040562840069</c:v>
                </c:pt>
                <c:pt idx="6533">
                  <c:v>0.1015672894090557</c:v>
                </c:pt>
                <c:pt idx="6534">
                  <c:v>0.10156732734707521</c:v>
                </c:pt>
                <c:pt idx="6535">
                  <c:v>0.10156896616619174</c:v>
                </c:pt>
                <c:pt idx="6536">
                  <c:v>0.10158522387495403</c:v>
                </c:pt>
                <c:pt idx="6537">
                  <c:v>0.10158925754432047</c:v>
                </c:pt>
                <c:pt idx="6538">
                  <c:v>0.10160323336060605</c:v>
                </c:pt>
                <c:pt idx="6539">
                  <c:v>0.10164320324663696</c:v>
                </c:pt>
                <c:pt idx="6540">
                  <c:v>0.10164595916519484</c:v>
                </c:pt>
                <c:pt idx="6541">
                  <c:v>0.10166092304287144</c:v>
                </c:pt>
                <c:pt idx="6542">
                  <c:v>0.1016678286797762</c:v>
                </c:pt>
                <c:pt idx="6543">
                  <c:v>0.10171873048862796</c:v>
                </c:pt>
                <c:pt idx="6544">
                  <c:v>0.10171948972330563</c:v>
                </c:pt>
                <c:pt idx="6545">
                  <c:v>0.10172674622700037</c:v>
                </c:pt>
                <c:pt idx="6546">
                  <c:v>0.10173976006383816</c:v>
                </c:pt>
                <c:pt idx="6547">
                  <c:v>0.10174306379606882</c:v>
                </c:pt>
                <c:pt idx="6548">
                  <c:v>0.1017456305095177</c:v>
                </c:pt>
                <c:pt idx="6549">
                  <c:v>0.10175168011159696</c:v>
                </c:pt>
                <c:pt idx="6550">
                  <c:v>0.1017565292446387</c:v>
                </c:pt>
                <c:pt idx="6551">
                  <c:v>0.10178327047777525</c:v>
                </c:pt>
                <c:pt idx="6552">
                  <c:v>0.10178763439456757</c:v>
                </c:pt>
                <c:pt idx="6553">
                  <c:v>0.10178998539237251</c:v>
                </c:pt>
                <c:pt idx="6554">
                  <c:v>0.10179613700662664</c:v>
                </c:pt>
                <c:pt idx="6555">
                  <c:v>0.10180376065084425</c:v>
                </c:pt>
                <c:pt idx="6556">
                  <c:v>0.10181044924653031</c:v>
                </c:pt>
                <c:pt idx="6557">
                  <c:v>0.10182104161021789</c:v>
                </c:pt>
                <c:pt idx="6558">
                  <c:v>0.10182365398609053</c:v>
                </c:pt>
                <c:pt idx="6559">
                  <c:v>0.10182515723701285</c:v>
                </c:pt>
                <c:pt idx="6560">
                  <c:v>0.10182794804224635</c:v>
                </c:pt>
                <c:pt idx="6561">
                  <c:v>0.10183694801828953</c:v>
                </c:pt>
                <c:pt idx="6562">
                  <c:v>0.10183941991133594</c:v>
                </c:pt>
                <c:pt idx="6563">
                  <c:v>0.10185630570279186</c:v>
                </c:pt>
                <c:pt idx="6564">
                  <c:v>0.10186211100504301</c:v>
                </c:pt>
                <c:pt idx="6565">
                  <c:v>0.10189164220426361</c:v>
                </c:pt>
                <c:pt idx="6566">
                  <c:v>0.1019085022919827</c:v>
                </c:pt>
                <c:pt idx="6567">
                  <c:v>0.1019091303301926</c:v>
                </c:pt>
                <c:pt idx="6568">
                  <c:v>0.10196768086945608</c:v>
                </c:pt>
                <c:pt idx="6569">
                  <c:v>0.10196776049286713</c:v>
                </c:pt>
                <c:pt idx="6570">
                  <c:v>0.10197803279583147</c:v>
                </c:pt>
                <c:pt idx="6571">
                  <c:v>0.1019899886395277</c:v>
                </c:pt>
                <c:pt idx="6572">
                  <c:v>0.10199129397381278</c:v>
                </c:pt>
                <c:pt idx="6573">
                  <c:v>0.10199450797092165</c:v>
                </c:pt>
                <c:pt idx="6574">
                  <c:v>0.10199698396949894</c:v>
                </c:pt>
                <c:pt idx="6575">
                  <c:v>0.1020102232711573</c:v>
                </c:pt>
                <c:pt idx="6576">
                  <c:v>0.10201538549048958</c:v>
                </c:pt>
                <c:pt idx="6577">
                  <c:v>0.10203002239692814</c:v>
                </c:pt>
                <c:pt idx="6578">
                  <c:v>0.10203579555830566</c:v>
                </c:pt>
                <c:pt idx="6579">
                  <c:v>0.10204008054475208</c:v>
                </c:pt>
                <c:pt idx="6580">
                  <c:v>0.10204535248978668</c:v>
                </c:pt>
                <c:pt idx="6581">
                  <c:v>0.10204603145658135</c:v>
                </c:pt>
                <c:pt idx="6582">
                  <c:v>0.10204966470913143</c:v>
                </c:pt>
                <c:pt idx="6583">
                  <c:v>0.10207273652944768</c:v>
                </c:pt>
                <c:pt idx="6584">
                  <c:v>0.10208163694109519</c:v>
                </c:pt>
                <c:pt idx="6585">
                  <c:v>0.10208304181709196</c:v>
                </c:pt>
                <c:pt idx="6586">
                  <c:v>0.10211518965262471</c:v>
                </c:pt>
                <c:pt idx="6587">
                  <c:v>0.10212144996454528</c:v>
                </c:pt>
                <c:pt idx="6588">
                  <c:v>0.10213791177387413</c:v>
                </c:pt>
                <c:pt idx="6589">
                  <c:v>0.10214146444093272</c:v>
                </c:pt>
                <c:pt idx="6590">
                  <c:v>0.10214582570044936</c:v>
                </c:pt>
                <c:pt idx="6591">
                  <c:v>0.10214776260179916</c:v>
                </c:pt>
                <c:pt idx="6592">
                  <c:v>0.10215467015962436</c:v>
                </c:pt>
                <c:pt idx="6593">
                  <c:v>0.10216532485035498</c:v>
                </c:pt>
                <c:pt idx="6594">
                  <c:v>0.10217395638048749</c:v>
                </c:pt>
                <c:pt idx="6595">
                  <c:v>0.1021806337087688</c:v>
                </c:pt>
                <c:pt idx="6596">
                  <c:v>0.10218117883158298</c:v>
                </c:pt>
                <c:pt idx="6597">
                  <c:v>0.10218504399394517</c:v>
                </c:pt>
                <c:pt idx="6598">
                  <c:v>0.10218974032855345</c:v>
                </c:pt>
                <c:pt idx="6599">
                  <c:v>0.10219329315240008</c:v>
                </c:pt>
                <c:pt idx="6600">
                  <c:v>0.10219660357212841</c:v>
                </c:pt>
                <c:pt idx="6601">
                  <c:v>0.10219779278195849</c:v>
                </c:pt>
                <c:pt idx="6602">
                  <c:v>0.10222645400944939</c:v>
                </c:pt>
                <c:pt idx="6603">
                  <c:v>0.10223590291856283</c:v>
                </c:pt>
                <c:pt idx="6604">
                  <c:v>0.10224451255732696</c:v>
                </c:pt>
                <c:pt idx="6605">
                  <c:v>0.10225227165993443</c:v>
                </c:pt>
                <c:pt idx="6606">
                  <c:v>0.10225394787341098</c:v>
                </c:pt>
                <c:pt idx="6607">
                  <c:v>0.10226244064910625</c:v>
                </c:pt>
                <c:pt idx="6608">
                  <c:v>0.10226825357109207</c:v>
                </c:pt>
                <c:pt idx="6609">
                  <c:v>0.10227131212147104</c:v>
                </c:pt>
                <c:pt idx="6610">
                  <c:v>0.10231070678461586</c:v>
                </c:pt>
                <c:pt idx="6611">
                  <c:v>0.10231811824958136</c:v>
                </c:pt>
                <c:pt idx="6612">
                  <c:v>0.10232059804324442</c:v>
                </c:pt>
                <c:pt idx="6613">
                  <c:v>0.10232776804543477</c:v>
                </c:pt>
                <c:pt idx="6614">
                  <c:v>0.10232876652908827</c:v>
                </c:pt>
                <c:pt idx="6615">
                  <c:v>0.10233274694860761</c:v>
                </c:pt>
                <c:pt idx="6616">
                  <c:v>0.10233348860366777</c:v>
                </c:pt>
                <c:pt idx="6617">
                  <c:v>0.10233629280092069</c:v>
                </c:pt>
                <c:pt idx="6618">
                  <c:v>0.1023592591081376</c:v>
                </c:pt>
                <c:pt idx="6619">
                  <c:v>0.10237762071050087</c:v>
                </c:pt>
                <c:pt idx="6620">
                  <c:v>0.10238561772541793</c:v>
                </c:pt>
                <c:pt idx="6621">
                  <c:v>0.1023879881861018</c:v>
                </c:pt>
                <c:pt idx="6622">
                  <c:v>0.10239601093862039</c:v>
                </c:pt>
                <c:pt idx="6623">
                  <c:v>0.10239617729494938</c:v>
                </c:pt>
                <c:pt idx="6624">
                  <c:v>0.10240538603555012</c:v>
                </c:pt>
                <c:pt idx="6625">
                  <c:v>0.10240926849683105</c:v>
                </c:pt>
                <c:pt idx="6626">
                  <c:v>0.10241419410239259</c:v>
                </c:pt>
                <c:pt idx="6627">
                  <c:v>0.10243167514187691</c:v>
                </c:pt>
                <c:pt idx="6628">
                  <c:v>0.10243412498140493</c:v>
                </c:pt>
                <c:pt idx="6629">
                  <c:v>0.10244858075752308</c:v>
                </c:pt>
                <c:pt idx="6630">
                  <c:v>0.10245346210595618</c:v>
                </c:pt>
                <c:pt idx="6631">
                  <c:v>0.10245355935976062</c:v>
                </c:pt>
                <c:pt idx="6632">
                  <c:v>0.10245654123106057</c:v>
                </c:pt>
                <c:pt idx="6633">
                  <c:v>0.10246354958516836</c:v>
                </c:pt>
                <c:pt idx="6634">
                  <c:v>0.10246388600882464</c:v>
                </c:pt>
                <c:pt idx="6635">
                  <c:v>0.10248685235975967</c:v>
                </c:pt>
                <c:pt idx="6636">
                  <c:v>0.10250762438840504</c:v>
                </c:pt>
                <c:pt idx="6637">
                  <c:v>0.10250825941628487</c:v>
                </c:pt>
                <c:pt idx="6638">
                  <c:v>0.10251189404287697</c:v>
                </c:pt>
                <c:pt idx="6639">
                  <c:v>0.1025148522701568</c:v>
                </c:pt>
                <c:pt idx="6640">
                  <c:v>0.10251574858065685</c:v>
                </c:pt>
                <c:pt idx="6641">
                  <c:v>0.10251714710906526</c:v>
                </c:pt>
                <c:pt idx="6642">
                  <c:v>0.10251744894740146</c:v>
                </c:pt>
                <c:pt idx="6643">
                  <c:v>0.10252716084487426</c:v>
                </c:pt>
                <c:pt idx="6644">
                  <c:v>0.10253886686361216</c:v>
                </c:pt>
                <c:pt idx="6645">
                  <c:v>0.10254174154489022</c:v>
                </c:pt>
                <c:pt idx="6646">
                  <c:v>0.10256036775158951</c:v>
                </c:pt>
                <c:pt idx="6647">
                  <c:v>0.10256114972304645</c:v>
                </c:pt>
                <c:pt idx="6648">
                  <c:v>0.10259881962921708</c:v>
                </c:pt>
                <c:pt idx="6649">
                  <c:v>0.10260236916311138</c:v>
                </c:pt>
                <c:pt idx="6650">
                  <c:v>0.10260348169903093</c:v>
                </c:pt>
                <c:pt idx="6651">
                  <c:v>0.10264131208658098</c:v>
                </c:pt>
                <c:pt idx="6652">
                  <c:v>0.10264334514100962</c:v>
                </c:pt>
                <c:pt idx="6653">
                  <c:v>0.1026455646016825</c:v>
                </c:pt>
                <c:pt idx="6654">
                  <c:v>0.1026517693103287</c:v>
                </c:pt>
                <c:pt idx="6655">
                  <c:v>0.10265663373456498</c:v>
                </c:pt>
                <c:pt idx="6656">
                  <c:v>0.10269492514515213</c:v>
                </c:pt>
                <c:pt idx="6657">
                  <c:v>0.10273950130992394</c:v>
                </c:pt>
                <c:pt idx="6658">
                  <c:v>0.10275358660065298</c:v>
                </c:pt>
                <c:pt idx="6659">
                  <c:v>0.10278921979870601</c:v>
                </c:pt>
                <c:pt idx="6660">
                  <c:v>0.10279278151862752</c:v>
                </c:pt>
                <c:pt idx="6661">
                  <c:v>0.1027979140049556</c:v>
                </c:pt>
                <c:pt idx="6662">
                  <c:v>0.10280764215378264</c:v>
                </c:pt>
                <c:pt idx="6663">
                  <c:v>0.10282171924240574</c:v>
                </c:pt>
                <c:pt idx="6664">
                  <c:v>0.10282181885012945</c:v>
                </c:pt>
                <c:pt idx="6665">
                  <c:v>0.10282397958057027</c:v>
                </c:pt>
                <c:pt idx="6666">
                  <c:v>0.10282495529237706</c:v>
                </c:pt>
                <c:pt idx="6667">
                  <c:v>0.10283025461443998</c:v>
                </c:pt>
                <c:pt idx="6668">
                  <c:v>0.10285032610792394</c:v>
                </c:pt>
                <c:pt idx="6669">
                  <c:v>0.10286076699025834</c:v>
                </c:pt>
                <c:pt idx="6670">
                  <c:v>0.10286655846818647</c:v>
                </c:pt>
                <c:pt idx="6671">
                  <c:v>0.10287698142333009</c:v>
                </c:pt>
                <c:pt idx="6672">
                  <c:v>0.10288031640396184</c:v>
                </c:pt>
                <c:pt idx="6673">
                  <c:v>0.10289087554093396</c:v>
                </c:pt>
                <c:pt idx="6674">
                  <c:v>0.1029084207009075</c:v>
                </c:pt>
                <c:pt idx="6675">
                  <c:v>0.10292765182412003</c:v>
                </c:pt>
                <c:pt idx="6676">
                  <c:v>0.10292942022334632</c:v>
                </c:pt>
                <c:pt idx="6677">
                  <c:v>0.10296302115170156</c:v>
                </c:pt>
                <c:pt idx="6678">
                  <c:v>0.10296416943833553</c:v>
                </c:pt>
                <c:pt idx="6679">
                  <c:v>0.10296672117414618</c:v>
                </c:pt>
                <c:pt idx="6680">
                  <c:v>0.10297310009279194</c:v>
                </c:pt>
                <c:pt idx="6681">
                  <c:v>0.10298309080331702</c:v>
                </c:pt>
                <c:pt idx="6682">
                  <c:v>0.10298436752976227</c:v>
                </c:pt>
                <c:pt idx="6683">
                  <c:v>0.10298529036354627</c:v>
                </c:pt>
                <c:pt idx="6684">
                  <c:v>0.10298610484976491</c:v>
                </c:pt>
                <c:pt idx="6685">
                  <c:v>0.10299241188214305</c:v>
                </c:pt>
                <c:pt idx="6686">
                  <c:v>0.10299741800612872</c:v>
                </c:pt>
                <c:pt idx="6687">
                  <c:v>0.1029979196823546</c:v>
                </c:pt>
                <c:pt idx="6688">
                  <c:v>0.10300804300613234</c:v>
                </c:pt>
                <c:pt idx="6689">
                  <c:v>0.10300818877759084</c:v>
                </c:pt>
                <c:pt idx="6690">
                  <c:v>0.10302094652741391</c:v>
                </c:pt>
                <c:pt idx="6691">
                  <c:v>0.10302157000481287</c:v>
                </c:pt>
                <c:pt idx="6692">
                  <c:v>0.10303534737289773</c:v>
                </c:pt>
                <c:pt idx="6693">
                  <c:v>0.1030445233921633</c:v>
                </c:pt>
                <c:pt idx="6694">
                  <c:v>0.10304846444596291</c:v>
                </c:pt>
                <c:pt idx="6695">
                  <c:v>0.10306235386949243</c:v>
                </c:pt>
                <c:pt idx="6696">
                  <c:v>0.10306389934357381</c:v>
                </c:pt>
                <c:pt idx="6697">
                  <c:v>0.10307882709279562</c:v>
                </c:pt>
                <c:pt idx="6698">
                  <c:v>0.10309096311056033</c:v>
                </c:pt>
                <c:pt idx="6699">
                  <c:v>0.10310373027754764</c:v>
                </c:pt>
                <c:pt idx="6700">
                  <c:v>0.10312642626688034</c:v>
                </c:pt>
                <c:pt idx="6701">
                  <c:v>0.10314189639725298</c:v>
                </c:pt>
                <c:pt idx="6702">
                  <c:v>0.10314342199269612</c:v>
                </c:pt>
                <c:pt idx="6703">
                  <c:v>0.10314575721988037</c:v>
                </c:pt>
                <c:pt idx="6704">
                  <c:v>0.10315013161975728</c:v>
                </c:pt>
                <c:pt idx="6705">
                  <c:v>0.10316187451780791</c:v>
                </c:pt>
                <c:pt idx="6706">
                  <c:v>0.10316819866338664</c:v>
                </c:pt>
                <c:pt idx="6707">
                  <c:v>0.1031978710154204</c:v>
                </c:pt>
                <c:pt idx="6708">
                  <c:v>0.10319933650143967</c:v>
                </c:pt>
                <c:pt idx="6709">
                  <c:v>0.10320013042537114</c:v>
                </c:pt>
                <c:pt idx="6710">
                  <c:v>0.10321529262693967</c:v>
                </c:pt>
                <c:pt idx="6711">
                  <c:v>0.10322288838480655</c:v>
                </c:pt>
                <c:pt idx="6712">
                  <c:v>0.10325836683755682</c:v>
                </c:pt>
                <c:pt idx="6713">
                  <c:v>0.10326380813072254</c:v>
                </c:pt>
                <c:pt idx="6714">
                  <c:v>0.10326947894130678</c:v>
                </c:pt>
                <c:pt idx="6715">
                  <c:v>0.10327312854113244</c:v>
                </c:pt>
                <c:pt idx="6716">
                  <c:v>0.10327881647635594</c:v>
                </c:pt>
                <c:pt idx="6717">
                  <c:v>0.10330168101180313</c:v>
                </c:pt>
                <c:pt idx="6718">
                  <c:v>0.10332859541602132</c:v>
                </c:pt>
                <c:pt idx="6719">
                  <c:v>0.10333651177591618</c:v>
                </c:pt>
                <c:pt idx="6720">
                  <c:v>0.10334163377913506</c:v>
                </c:pt>
                <c:pt idx="6721">
                  <c:v>0.10334382083779405</c:v>
                </c:pt>
                <c:pt idx="6722">
                  <c:v>0.10334658566534265</c:v>
                </c:pt>
                <c:pt idx="6723">
                  <c:v>0.10335080712362418</c:v>
                </c:pt>
                <c:pt idx="6724">
                  <c:v>0.10336090777384187</c:v>
                </c:pt>
                <c:pt idx="6725">
                  <c:v>0.10336812178890052</c:v>
                </c:pt>
                <c:pt idx="6726">
                  <c:v>0.10337460540255888</c:v>
                </c:pt>
                <c:pt idx="6727">
                  <c:v>0.10337858387740032</c:v>
                </c:pt>
                <c:pt idx="6728">
                  <c:v>0.10339063573338947</c:v>
                </c:pt>
                <c:pt idx="6729">
                  <c:v>0.1033961812227403</c:v>
                </c:pt>
                <c:pt idx="6730">
                  <c:v>0.10340052639058926</c:v>
                </c:pt>
                <c:pt idx="6731">
                  <c:v>0.1034049184456078</c:v>
                </c:pt>
                <c:pt idx="6732">
                  <c:v>0.10341154309202277</c:v>
                </c:pt>
                <c:pt idx="6733">
                  <c:v>0.10342216812767156</c:v>
                </c:pt>
                <c:pt idx="6734">
                  <c:v>0.10347552508899786</c:v>
                </c:pt>
                <c:pt idx="6735">
                  <c:v>0.10347607663847527</c:v>
                </c:pt>
                <c:pt idx="6736">
                  <c:v>0.10348833752004143</c:v>
                </c:pt>
                <c:pt idx="6737">
                  <c:v>0.10349226871466825</c:v>
                </c:pt>
                <c:pt idx="6738">
                  <c:v>0.10349879228360317</c:v>
                </c:pt>
                <c:pt idx="6739">
                  <c:v>0.10350724661782179</c:v>
                </c:pt>
                <c:pt idx="6740">
                  <c:v>0.1035124936694042</c:v>
                </c:pt>
                <c:pt idx="6741">
                  <c:v>0.10352750655525886</c:v>
                </c:pt>
                <c:pt idx="6742">
                  <c:v>0.10353411159722367</c:v>
                </c:pt>
                <c:pt idx="6743">
                  <c:v>0.10353471325296061</c:v>
                </c:pt>
                <c:pt idx="6744">
                  <c:v>0.10355155723906843</c:v>
                </c:pt>
                <c:pt idx="6745">
                  <c:v>0.10356331351593155</c:v>
                </c:pt>
                <c:pt idx="6746">
                  <c:v>0.10356640384293087</c:v>
                </c:pt>
                <c:pt idx="6747">
                  <c:v>0.10356798148431354</c:v>
                </c:pt>
                <c:pt idx="6748">
                  <c:v>0.10356912175373445</c:v>
                </c:pt>
                <c:pt idx="6749">
                  <c:v>0.10361749692743574</c:v>
                </c:pt>
                <c:pt idx="6750">
                  <c:v>0.10362430422226489</c:v>
                </c:pt>
                <c:pt idx="6751">
                  <c:v>0.10363189143524426</c:v>
                </c:pt>
                <c:pt idx="6752">
                  <c:v>0.10364413875772376</c:v>
                </c:pt>
                <c:pt idx="6753">
                  <c:v>0.10364533811496247</c:v>
                </c:pt>
                <c:pt idx="6754">
                  <c:v>0.10365413565611238</c:v>
                </c:pt>
                <c:pt idx="6755">
                  <c:v>0.10366289387862278</c:v>
                </c:pt>
                <c:pt idx="6756">
                  <c:v>0.10366605593419362</c:v>
                </c:pt>
                <c:pt idx="6757">
                  <c:v>0.10366990510090206</c:v>
                </c:pt>
                <c:pt idx="6758">
                  <c:v>0.1036811367426895</c:v>
                </c:pt>
                <c:pt idx="6759">
                  <c:v>0.10368845353386044</c:v>
                </c:pt>
                <c:pt idx="6760">
                  <c:v>0.10368989783907863</c:v>
                </c:pt>
                <c:pt idx="6761">
                  <c:v>0.10370287991351952</c:v>
                </c:pt>
                <c:pt idx="6762">
                  <c:v>0.10371641528542701</c:v>
                </c:pt>
                <c:pt idx="6763">
                  <c:v>0.10372134745965816</c:v>
                </c:pt>
                <c:pt idx="6764">
                  <c:v>0.10373207611844787</c:v>
                </c:pt>
                <c:pt idx="6765">
                  <c:v>0.10374312187043712</c:v>
                </c:pt>
                <c:pt idx="6766">
                  <c:v>0.10374312958941527</c:v>
                </c:pt>
                <c:pt idx="6767">
                  <c:v>0.10377671120952853</c:v>
                </c:pt>
                <c:pt idx="6768">
                  <c:v>0.10378718517713841</c:v>
                </c:pt>
                <c:pt idx="6769">
                  <c:v>0.10379662089742983</c:v>
                </c:pt>
                <c:pt idx="6770">
                  <c:v>0.10380294930940587</c:v>
                </c:pt>
                <c:pt idx="6771">
                  <c:v>0.10380650480000415</c:v>
                </c:pt>
                <c:pt idx="6772">
                  <c:v>0.10381281257314853</c:v>
                </c:pt>
                <c:pt idx="6773">
                  <c:v>0.10381401319899766</c:v>
                </c:pt>
                <c:pt idx="6774">
                  <c:v>0.10383600203153233</c:v>
                </c:pt>
                <c:pt idx="6775">
                  <c:v>0.10383633774614817</c:v>
                </c:pt>
                <c:pt idx="6776">
                  <c:v>0.10386878708112257</c:v>
                </c:pt>
                <c:pt idx="6777">
                  <c:v>0.10386965240328755</c:v>
                </c:pt>
                <c:pt idx="6778">
                  <c:v>0.10387805413544313</c:v>
                </c:pt>
                <c:pt idx="6779">
                  <c:v>0.10389117239982228</c:v>
                </c:pt>
                <c:pt idx="6780">
                  <c:v>0.1038911912832939</c:v>
                </c:pt>
                <c:pt idx="6781">
                  <c:v>0.10389647636967823</c:v>
                </c:pt>
                <c:pt idx="6782">
                  <c:v>0.10389809100568627</c:v>
                </c:pt>
                <c:pt idx="6783">
                  <c:v>0.10390740857092864</c:v>
                </c:pt>
                <c:pt idx="6784">
                  <c:v>0.10391615157991801</c:v>
                </c:pt>
                <c:pt idx="6785">
                  <c:v>0.10391885803778657</c:v>
                </c:pt>
                <c:pt idx="6786">
                  <c:v>0.10394264839600439</c:v>
                </c:pt>
                <c:pt idx="6787">
                  <c:v>0.10394916975146985</c:v>
                </c:pt>
                <c:pt idx="6788">
                  <c:v>0.10395823594598082</c:v>
                </c:pt>
                <c:pt idx="6789">
                  <c:v>0.1039629397217704</c:v>
                </c:pt>
                <c:pt idx="6790">
                  <c:v>0.10396370914483766</c:v>
                </c:pt>
                <c:pt idx="6791">
                  <c:v>0.10397802533255225</c:v>
                </c:pt>
                <c:pt idx="6792">
                  <c:v>0.10398342461861684</c:v>
                </c:pt>
                <c:pt idx="6793">
                  <c:v>0.1039952981319088</c:v>
                </c:pt>
                <c:pt idx="6794">
                  <c:v>0.10402540564283012</c:v>
                </c:pt>
                <c:pt idx="6795">
                  <c:v>0.10402582189966236</c:v>
                </c:pt>
                <c:pt idx="6796">
                  <c:v>0.10402675219614448</c:v>
                </c:pt>
                <c:pt idx="6797">
                  <c:v>0.10403971953965598</c:v>
                </c:pt>
                <c:pt idx="6798">
                  <c:v>0.10404510061901691</c:v>
                </c:pt>
                <c:pt idx="6799">
                  <c:v>0.10406827569711527</c:v>
                </c:pt>
                <c:pt idx="6800">
                  <c:v>0.10406940023784698</c:v>
                </c:pt>
                <c:pt idx="6801">
                  <c:v>0.10406970576883201</c:v>
                </c:pt>
                <c:pt idx="6802">
                  <c:v>0.10412477277334098</c:v>
                </c:pt>
                <c:pt idx="6803">
                  <c:v>0.10412616803759575</c:v>
                </c:pt>
                <c:pt idx="6804">
                  <c:v>0.10413362901851295</c:v>
                </c:pt>
                <c:pt idx="6805">
                  <c:v>0.10413689081300032</c:v>
                </c:pt>
                <c:pt idx="6806">
                  <c:v>0.10414870294039465</c:v>
                </c:pt>
                <c:pt idx="6807">
                  <c:v>0.10415624535167287</c:v>
                </c:pt>
                <c:pt idx="6808">
                  <c:v>0.10416190501919494</c:v>
                </c:pt>
                <c:pt idx="6809">
                  <c:v>0.1041635808454314</c:v>
                </c:pt>
                <c:pt idx="6810">
                  <c:v>0.10418183067590649</c:v>
                </c:pt>
                <c:pt idx="6811">
                  <c:v>0.10418428144230138</c:v>
                </c:pt>
                <c:pt idx="6812">
                  <c:v>0.10419765319769049</c:v>
                </c:pt>
                <c:pt idx="6813">
                  <c:v>0.10420381450064051</c:v>
                </c:pt>
                <c:pt idx="6814">
                  <c:v>0.1042064604372173</c:v>
                </c:pt>
                <c:pt idx="6815">
                  <c:v>0.10421694511748807</c:v>
                </c:pt>
                <c:pt idx="6816">
                  <c:v>0.10422596872126487</c:v>
                </c:pt>
                <c:pt idx="6817">
                  <c:v>0.10425038540114349</c:v>
                </c:pt>
                <c:pt idx="6818">
                  <c:v>0.10425556625546013</c:v>
                </c:pt>
                <c:pt idx="6819">
                  <c:v>0.10425607062060489</c:v>
                </c:pt>
                <c:pt idx="6820">
                  <c:v>0.10425786930757359</c:v>
                </c:pt>
                <c:pt idx="6821">
                  <c:v>0.10426727430548451</c:v>
                </c:pt>
                <c:pt idx="6822">
                  <c:v>0.10427075096409776</c:v>
                </c:pt>
                <c:pt idx="6823">
                  <c:v>0.10428321574667637</c:v>
                </c:pt>
                <c:pt idx="6824">
                  <c:v>0.10428562261989462</c:v>
                </c:pt>
                <c:pt idx="6825">
                  <c:v>0.10430096430445791</c:v>
                </c:pt>
                <c:pt idx="6826">
                  <c:v>0.10432596078416267</c:v>
                </c:pt>
                <c:pt idx="6827">
                  <c:v>0.10433468314218212</c:v>
                </c:pt>
                <c:pt idx="6828">
                  <c:v>0.10433623809614588</c:v>
                </c:pt>
                <c:pt idx="6829">
                  <c:v>0.10434109450416212</c:v>
                </c:pt>
                <c:pt idx="6830">
                  <c:v>0.10434114685866525</c:v>
                </c:pt>
                <c:pt idx="6831">
                  <c:v>0.1043430641301859</c:v>
                </c:pt>
                <c:pt idx="6832">
                  <c:v>0.10435062622806525</c:v>
                </c:pt>
                <c:pt idx="6833">
                  <c:v>0.10436858624036301</c:v>
                </c:pt>
                <c:pt idx="6834">
                  <c:v>0.10437695121296031</c:v>
                </c:pt>
                <c:pt idx="6835">
                  <c:v>0.1043824683040447</c:v>
                </c:pt>
                <c:pt idx="6836">
                  <c:v>0.10438624784588567</c:v>
                </c:pt>
                <c:pt idx="6837">
                  <c:v>0.1044178454739797</c:v>
                </c:pt>
                <c:pt idx="6838">
                  <c:v>0.10443357679033397</c:v>
                </c:pt>
                <c:pt idx="6839">
                  <c:v>0.10443571151982256</c:v>
                </c:pt>
                <c:pt idx="6840">
                  <c:v>0.10443749796396798</c:v>
                </c:pt>
                <c:pt idx="6841">
                  <c:v>0.10443987367022466</c:v>
                </c:pt>
                <c:pt idx="6842">
                  <c:v>0.10446591908738465</c:v>
                </c:pt>
                <c:pt idx="6843">
                  <c:v>0.10447387934525477</c:v>
                </c:pt>
                <c:pt idx="6844">
                  <c:v>0.1044756921608698</c:v>
                </c:pt>
                <c:pt idx="6845">
                  <c:v>0.10452249348564195</c:v>
                </c:pt>
                <c:pt idx="6846">
                  <c:v>0.10452513757349809</c:v>
                </c:pt>
                <c:pt idx="6847">
                  <c:v>0.1045266557334235</c:v>
                </c:pt>
                <c:pt idx="6848">
                  <c:v>0.10453204393325231</c:v>
                </c:pt>
                <c:pt idx="6849">
                  <c:v>0.10453411827813996</c:v>
                </c:pt>
                <c:pt idx="6850">
                  <c:v>0.10453704793170657</c:v>
                </c:pt>
                <c:pt idx="6851">
                  <c:v>0.10453819117776375</c:v>
                </c:pt>
                <c:pt idx="6852">
                  <c:v>0.10456260633762351</c:v>
                </c:pt>
                <c:pt idx="6853">
                  <c:v>0.10457635929336888</c:v>
                </c:pt>
                <c:pt idx="6854">
                  <c:v>0.10457960673209425</c:v>
                </c:pt>
                <c:pt idx="6855">
                  <c:v>0.10458899204923712</c:v>
                </c:pt>
                <c:pt idx="6856">
                  <c:v>0.10459220763866782</c:v>
                </c:pt>
                <c:pt idx="6857">
                  <c:v>0.10459954719470632</c:v>
                </c:pt>
                <c:pt idx="6858">
                  <c:v>0.10460063039956272</c:v>
                </c:pt>
                <c:pt idx="6859">
                  <c:v>0.10461373743447981</c:v>
                </c:pt>
                <c:pt idx="6860">
                  <c:v>0.10461507450340843</c:v>
                </c:pt>
                <c:pt idx="6861">
                  <c:v>0.10463924758495788</c:v>
                </c:pt>
                <c:pt idx="6862">
                  <c:v>0.1046434376432125</c:v>
                </c:pt>
                <c:pt idx="6863">
                  <c:v>0.10466582310524819</c:v>
                </c:pt>
                <c:pt idx="6864">
                  <c:v>0.10468005140187087</c:v>
                </c:pt>
                <c:pt idx="6865">
                  <c:v>0.10468412053430598</c:v>
                </c:pt>
                <c:pt idx="6866">
                  <c:v>0.10470613063577645</c:v>
                </c:pt>
                <c:pt idx="6867">
                  <c:v>0.1047102879397563</c:v>
                </c:pt>
                <c:pt idx="6868">
                  <c:v>0.10472583488472362</c:v>
                </c:pt>
                <c:pt idx="6869">
                  <c:v>0.10472870043423378</c:v>
                </c:pt>
                <c:pt idx="6870">
                  <c:v>0.10473111774208131</c:v>
                </c:pt>
                <c:pt idx="6871">
                  <c:v>0.10473780830473664</c:v>
                </c:pt>
                <c:pt idx="6872">
                  <c:v>0.10474300492292726</c:v>
                </c:pt>
                <c:pt idx="6873">
                  <c:v>0.10474928576869894</c:v>
                </c:pt>
                <c:pt idx="6874">
                  <c:v>0.10475506112235532</c:v>
                </c:pt>
                <c:pt idx="6875">
                  <c:v>0.10476164875612735</c:v>
                </c:pt>
                <c:pt idx="6876">
                  <c:v>0.10477442543782396</c:v>
                </c:pt>
                <c:pt idx="6877">
                  <c:v>0.10479562746668278</c:v>
                </c:pt>
                <c:pt idx="6878">
                  <c:v>0.10480555115514383</c:v>
                </c:pt>
                <c:pt idx="6879">
                  <c:v>0.10480773978101512</c:v>
                </c:pt>
                <c:pt idx="6880">
                  <c:v>0.10480802699815744</c:v>
                </c:pt>
                <c:pt idx="6881">
                  <c:v>0.10481374267125547</c:v>
                </c:pt>
                <c:pt idx="6882">
                  <c:v>0.10482521344922481</c:v>
                </c:pt>
                <c:pt idx="6883">
                  <c:v>0.10482731318839801</c:v>
                </c:pt>
                <c:pt idx="6884">
                  <c:v>0.10483185421633331</c:v>
                </c:pt>
                <c:pt idx="6885">
                  <c:v>0.10483937548560288</c:v>
                </c:pt>
                <c:pt idx="6886">
                  <c:v>0.1048616543212145</c:v>
                </c:pt>
                <c:pt idx="6887">
                  <c:v>0.10487967255932884</c:v>
                </c:pt>
                <c:pt idx="6888">
                  <c:v>0.10489427588743787</c:v>
                </c:pt>
                <c:pt idx="6889">
                  <c:v>0.10489772309531042</c:v>
                </c:pt>
                <c:pt idx="6890">
                  <c:v>0.10489807432838245</c:v>
                </c:pt>
                <c:pt idx="6891">
                  <c:v>0.10493496605216192</c:v>
                </c:pt>
                <c:pt idx="6892">
                  <c:v>0.10494484958282151</c:v>
                </c:pt>
                <c:pt idx="6893">
                  <c:v>0.10496727734448662</c:v>
                </c:pt>
                <c:pt idx="6894">
                  <c:v>0.10497098742543953</c:v>
                </c:pt>
                <c:pt idx="6895">
                  <c:v>0.1049748851238748</c:v>
                </c:pt>
                <c:pt idx="6896">
                  <c:v>0.10497720639042082</c:v>
                </c:pt>
                <c:pt idx="6897">
                  <c:v>0.10498704071838012</c:v>
                </c:pt>
                <c:pt idx="6898">
                  <c:v>0.1049957317317035</c:v>
                </c:pt>
                <c:pt idx="6899">
                  <c:v>0.10499604735303439</c:v>
                </c:pt>
                <c:pt idx="6900">
                  <c:v>0.10502167312165725</c:v>
                </c:pt>
                <c:pt idx="6901">
                  <c:v>0.10503066420804449</c:v>
                </c:pt>
                <c:pt idx="6902">
                  <c:v>0.10505386734632988</c:v>
                </c:pt>
                <c:pt idx="6903">
                  <c:v>0.10505677295298044</c:v>
                </c:pt>
                <c:pt idx="6904">
                  <c:v>0.10506359386517686</c:v>
                </c:pt>
                <c:pt idx="6905">
                  <c:v>0.10506481085412302</c:v>
                </c:pt>
                <c:pt idx="6906">
                  <c:v>0.10507422896803076</c:v>
                </c:pt>
                <c:pt idx="6907">
                  <c:v>0.10507922107248144</c:v>
                </c:pt>
                <c:pt idx="6908">
                  <c:v>0.10509803667885317</c:v>
                </c:pt>
                <c:pt idx="6909">
                  <c:v>0.10510305516610374</c:v>
                </c:pt>
                <c:pt idx="6910">
                  <c:v>0.10510399461751184</c:v>
                </c:pt>
                <c:pt idx="6911">
                  <c:v>0.1051105028994415</c:v>
                </c:pt>
                <c:pt idx="6912">
                  <c:v>0.10512009059915835</c:v>
                </c:pt>
                <c:pt idx="6913">
                  <c:v>0.10513354439227254</c:v>
                </c:pt>
                <c:pt idx="6914">
                  <c:v>0.10513974972122343</c:v>
                </c:pt>
                <c:pt idx="6915">
                  <c:v>0.10514229558586431</c:v>
                </c:pt>
                <c:pt idx="6916">
                  <c:v>0.10516216778718382</c:v>
                </c:pt>
                <c:pt idx="6917">
                  <c:v>0.10516225758732115</c:v>
                </c:pt>
                <c:pt idx="6918">
                  <c:v>0.10517115655818914</c:v>
                </c:pt>
                <c:pt idx="6919">
                  <c:v>0.10517197057241219</c:v>
                </c:pt>
                <c:pt idx="6920">
                  <c:v>0.10517269854539668</c:v>
                </c:pt>
                <c:pt idx="6921">
                  <c:v>0.10517612444700153</c:v>
                </c:pt>
                <c:pt idx="6922">
                  <c:v>0.10517995252160951</c:v>
                </c:pt>
                <c:pt idx="6923">
                  <c:v>0.10518886592283574</c:v>
                </c:pt>
                <c:pt idx="6924">
                  <c:v>0.10520363745578422</c:v>
                </c:pt>
                <c:pt idx="6925">
                  <c:v>0.10521160625825321</c:v>
                </c:pt>
                <c:pt idx="6926">
                  <c:v>0.10522572046755709</c:v>
                </c:pt>
                <c:pt idx="6927">
                  <c:v>0.10523217509165625</c:v>
                </c:pt>
                <c:pt idx="6928">
                  <c:v>0.10523441411190398</c:v>
                </c:pt>
                <c:pt idx="6929">
                  <c:v>0.10524779518922403</c:v>
                </c:pt>
                <c:pt idx="6930">
                  <c:v>0.10525487400438648</c:v>
                </c:pt>
                <c:pt idx="6931">
                  <c:v>0.10526451090680239</c:v>
                </c:pt>
                <c:pt idx="6932">
                  <c:v>0.10526657078031036</c:v>
                </c:pt>
                <c:pt idx="6933">
                  <c:v>0.10529027500070116</c:v>
                </c:pt>
                <c:pt idx="6934">
                  <c:v>0.10530224754853265</c:v>
                </c:pt>
                <c:pt idx="6935">
                  <c:v>0.10531152436863132</c:v>
                </c:pt>
                <c:pt idx="6936">
                  <c:v>0.1053199227801752</c:v>
                </c:pt>
                <c:pt idx="6937">
                  <c:v>0.10532880716476628</c:v>
                </c:pt>
                <c:pt idx="6938">
                  <c:v>0.10533311065881354</c:v>
                </c:pt>
                <c:pt idx="6939">
                  <c:v>0.10534220004534539</c:v>
                </c:pt>
                <c:pt idx="6940">
                  <c:v>0.10534412480069574</c:v>
                </c:pt>
                <c:pt idx="6941">
                  <c:v>0.10534772519053363</c:v>
                </c:pt>
                <c:pt idx="6942">
                  <c:v>0.10536872213787819</c:v>
                </c:pt>
                <c:pt idx="6943">
                  <c:v>0.10537970946576243</c:v>
                </c:pt>
                <c:pt idx="6944">
                  <c:v>0.10538882922748512</c:v>
                </c:pt>
                <c:pt idx="6945">
                  <c:v>0.10539097355773248</c:v>
                </c:pt>
                <c:pt idx="6946">
                  <c:v>0.10539099836381392</c:v>
                </c:pt>
                <c:pt idx="6947">
                  <c:v>0.10540096552930392</c:v>
                </c:pt>
                <c:pt idx="6948">
                  <c:v>0.10540175269770172</c:v>
                </c:pt>
                <c:pt idx="6949">
                  <c:v>0.10540489101212901</c:v>
                </c:pt>
                <c:pt idx="6950">
                  <c:v>0.10541542490369407</c:v>
                </c:pt>
                <c:pt idx="6951">
                  <c:v>0.10543493662600026</c:v>
                </c:pt>
                <c:pt idx="6952">
                  <c:v>0.10544140264830809</c:v>
                </c:pt>
                <c:pt idx="6953">
                  <c:v>0.10544854354013274</c:v>
                </c:pt>
                <c:pt idx="6954">
                  <c:v>0.10545161314409805</c:v>
                </c:pt>
                <c:pt idx="6955">
                  <c:v>0.10545776395536823</c:v>
                </c:pt>
                <c:pt idx="6956">
                  <c:v>0.10546505200902224</c:v>
                </c:pt>
                <c:pt idx="6957">
                  <c:v>0.10547084030919797</c:v>
                </c:pt>
                <c:pt idx="6958">
                  <c:v>0.10547209313632511</c:v>
                </c:pt>
                <c:pt idx="6959">
                  <c:v>0.10547521048552412</c:v>
                </c:pt>
                <c:pt idx="6960">
                  <c:v>0.10547905875569795</c:v>
                </c:pt>
                <c:pt idx="6961">
                  <c:v>0.10549681907068492</c:v>
                </c:pt>
                <c:pt idx="6962">
                  <c:v>0.10550023951391667</c:v>
                </c:pt>
                <c:pt idx="6963">
                  <c:v>0.10550041828920664</c:v>
                </c:pt>
                <c:pt idx="6964">
                  <c:v>0.10551528042544704</c:v>
                </c:pt>
                <c:pt idx="6965">
                  <c:v>0.10555249890320448</c:v>
                </c:pt>
                <c:pt idx="6966">
                  <c:v>0.1055663412480351</c:v>
                </c:pt>
                <c:pt idx="6967">
                  <c:v>0.10556979267079408</c:v>
                </c:pt>
                <c:pt idx="6968">
                  <c:v>0.10557490890784738</c:v>
                </c:pt>
                <c:pt idx="6969">
                  <c:v>0.10557615345652878</c:v>
                </c:pt>
                <c:pt idx="6970">
                  <c:v>0.10558290728346785</c:v>
                </c:pt>
                <c:pt idx="6971">
                  <c:v>0.10559044073998977</c:v>
                </c:pt>
                <c:pt idx="6972">
                  <c:v>0.10559314897485454</c:v>
                </c:pt>
                <c:pt idx="6973">
                  <c:v>0.10559673474667819</c:v>
                </c:pt>
                <c:pt idx="6974">
                  <c:v>0.10560835626134045</c:v>
                </c:pt>
                <c:pt idx="6975">
                  <c:v>0.10561140279104621</c:v>
                </c:pt>
                <c:pt idx="6976">
                  <c:v>0.10561588019266537</c:v>
                </c:pt>
                <c:pt idx="6977">
                  <c:v>0.10563052668927793</c:v>
                </c:pt>
                <c:pt idx="6978">
                  <c:v>0.10563303888358984</c:v>
                </c:pt>
                <c:pt idx="6979">
                  <c:v>0.10565495711217376</c:v>
                </c:pt>
                <c:pt idx="6980">
                  <c:v>0.10565976777358167</c:v>
                </c:pt>
                <c:pt idx="6981">
                  <c:v>0.10566108758290157</c:v>
                </c:pt>
                <c:pt idx="6982">
                  <c:v>0.1056625156231549</c:v>
                </c:pt>
                <c:pt idx="6983">
                  <c:v>0.105666279033323</c:v>
                </c:pt>
                <c:pt idx="6984">
                  <c:v>0.10566843717008007</c:v>
                </c:pt>
                <c:pt idx="6985">
                  <c:v>0.10567089829519254</c:v>
                </c:pt>
                <c:pt idx="6986">
                  <c:v>0.10569016516211481</c:v>
                </c:pt>
                <c:pt idx="6987">
                  <c:v>0.10569350937028558</c:v>
                </c:pt>
                <c:pt idx="6988">
                  <c:v>0.10569663834451018</c:v>
                </c:pt>
                <c:pt idx="6989">
                  <c:v>0.10570963959123995</c:v>
                </c:pt>
                <c:pt idx="6990">
                  <c:v>0.10571129043609455</c:v>
                </c:pt>
                <c:pt idx="6991">
                  <c:v>0.10571482649920616</c:v>
                </c:pt>
                <c:pt idx="6992">
                  <c:v>0.10573393140546239</c:v>
                </c:pt>
                <c:pt idx="6993">
                  <c:v>0.10573585778488173</c:v>
                </c:pt>
                <c:pt idx="6994">
                  <c:v>0.10573632253057814</c:v>
                </c:pt>
                <c:pt idx="6995">
                  <c:v>0.10576996700832456</c:v>
                </c:pt>
                <c:pt idx="6996">
                  <c:v>0.10577428461349681</c:v>
                </c:pt>
                <c:pt idx="6997">
                  <c:v>0.10581235579139768</c:v>
                </c:pt>
                <c:pt idx="6998">
                  <c:v>0.10581543136026023</c:v>
                </c:pt>
                <c:pt idx="6999">
                  <c:v>0.10584820322960077</c:v>
                </c:pt>
                <c:pt idx="7000">
                  <c:v>0.1058531544938266</c:v>
                </c:pt>
                <c:pt idx="7001">
                  <c:v>0.10585949222137614</c:v>
                </c:pt>
                <c:pt idx="7002">
                  <c:v>0.10586470161194603</c:v>
                </c:pt>
                <c:pt idx="7003">
                  <c:v>0.10587353804620424</c:v>
                </c:pt>
                <c:pt idx="7004">
                  <c:v>0.10587953290946051</c:v>
                </c:pt>
                <c:pt idx="7005">
                  <c:v>0.1058874668605464</c:v>
                </c:pt>
                <c:pt idx="7006">
                  <c:v>0.10589632365849738</c:v>
                </c:pt>
                <c:pt idx="7007">
                  <c:v>0.1059412840055948</c:v>
                </c:pt>
                <c:pt idx="7008">
                  <c:v>0.10594311406839277</c:v>
                </c:pt>
                <c:pt idx="7009">
                  <c:v>0.10594354476512913</c:v>
                </c:pt>
                <c:pt idx="7010">
                  <c:v>0.10595279811782542</c:v>
                </c:pt>
                <c:pt idx="7011">
                  <c:v>0.10595844146504549</c:v>
                </c:pt>
                <c:pt idx="7012">
                  <c:v>0.10596095875909516</c:v>
                </c:pt>
                <c:pt idx="7013">
                  <c:v>0.10597223997353013</c:v>
                </c:pt>
                <c:pt idx="7014">
                  <c:v>0.10597568660100617</c:v>
                </c:pt>
                <c:pt idx="7015">
                  <c:v>0.1059838614841051</c:v>
                </c:pt>
                <c:pt idx="7016">
                  <c:v>0.10598781223594771</c:v>
                </c:pt>
                <c:pt idx="7017">
                  <c:v>0.10599556865869467</c:v>
                </c:pt>
                <c:pt idx="7018">
                  <c:v>0.10600639117663517</c:v>
                </c:pt>
                <c:pt idx="7019">
                  <c:v>0.10601564259460537</c:v>
                </c:pt>
                <c:pt idx="7020">
                  <c:v>0.10602101141927565</c:v>
                </c:pt>
                <c:pt idx="7021">
                  <c:v>0.10602722722692166</c:v>
                </c:pt>
                <c:pt idx="7022">
                  <c:v>0.10602817079973935</c:v>
                </c:pt>
                <c:pt idx="7023">
                  <c:v>0.1060409516419287</c:v>
                </c:pt>
                <c:pt idx="7024">
                  <c:v>0.1060565590801452</c:v>
                </c:pt>
                <c:pt idx="7025">
                  <c:v>0.10605712297816462</c:v>
                </c:pt>
                <c:pt idx="7026">
                  <c:v>0.10606059466183573</c:v>
                </c:pt>
                <c:pt idx="7027">
                  <c:v>0.10607000606043858</c:v>
                </c:pt>
                <c:pt idx="7028">
                  <c:v>0.10607744188029769</c:v>
                </c:pt>
                <c:pt idx="7029">
                  <c:v>0.10608704890780539</c:v>
                </c:pt>
                <c:pt idx="7030">
                  <c:v>0.1060968267001525</c:v>
                </c:pt>
                <c:pt idx="7031">
                  <c:v>0.10609761425974142</c:v>
                </c:pt>
                <c:pt idx="7032">
                  <c:v>0.10610317740580713</c:v>
                </c:pt>
                <c:pt idx="7033">
                  <c:v>0.10610370457446103</c:v>
                </c:pt>
                <c:pt idx="7034">
                  <c:v>0.10611902109539932</c:v>
                </c:pt>
                <c:pt idx="7035">
                  <c:v>0.10614779470785958</c:v>
                </c:pt>
                <c:pt idx="7036">
                  <c:v>0.10614974757213566</c:v>
                </c:pt>
                <c:pt idx="7037">
                  <c:v>0.10616235123652822</c:v>
                </c:pt>
                <c:pt idx="7038">
                  <c:v>0.10617870725883675</c:v>
                </c:pt>
                <c:pt idx="7039">
                  <c:v>0.10619918748494922</c:v>
                </c:pt>
                <c:pt idx="7040">
                  <c:v>0.10621289929799256</c:v>
                </c:pt>
                <c:pt idx="7041">
                  <c:v>0.10622407708601593</c:v>
                </c:pt>
                <c:pt idx="7042">
                  <c:v>0.10622468352256147</c:v>
                </c:pt>
                <c:pt idx="7043">
                  <c:v>0.10623238105627029</c:v>
                </c:pt>
                <c:pt idx="7044">
                  <c:v>0.10623582921639048</c:v>
                </c:pt>
                <c:pt idx="7045">
                  <c:v>0.10623803883514819</c:v>
                </c:pt>
                <c:pt idx="7046">
                  <c:v>0.1062447567548986</c:v>
                </c:pt>
                <c:pt idx="7047">
                  <c:v>0.10625340892963971</c:v>
                </c:pt>
                <c:pt idx="7048">
                  <c:v>0.10625353211701277</c:v>
                </c:pt>
                <c:pt idx="7049">
                  <c:v>0.10625843610035085</c:v>
                </c:pt>
                <c:pt idx="7050">
                  <c:v>0.10629482966305066</c:v>
                </c:pt>
                <c:pt idx="7051">
                  <c:v>0.10629776226342966</c:v>
                </c:pt>
                <c:pt idx="7052">
                  <c:v>0.10629910614025007</c:v>
                </c:pt>
                <c:pt idx="7053">
                  <c:v>0.10630953362927104</c:v>
                </c:pt>
                <c:pt idx="7054">
                  <c:v>0.10631012143772423</c:v>
                </c:pt>
                <c:pt idx="7055">
                  <c:v>0.10633743528740093</c:v>
                </c:pt>
                <c:pt idx="7056">
                  <c:v>0.10633830101977174</c:v>
                </c:pt>
                <c:pt idx="7057">
                  <c:v>0.10633948909431773</c:v>
                </c:pt>
                <c:pt idx="7058">
                  <c:v>0.10634134862300808</c:v>
                </c:pt>
                <c:pt idx="7059">
                  <c:v>0.10634570943189255</c:v>
                </c:pt>
                <c:pt idx="7060">
                  <c:v>0.1063553291308188</c:v>
                </c:pt>
                <c:pt idx="7061">
                  <c:v>0.10636843282381347</c:v>
                </c:pt>
                <c:pt idx="7062">
                  <c:v>0.10637360355763038</c:v>
                </c:pt>
                <c:pt idx="7063">
                  <c:v>0.10637625450204334</c:v>
                </c:pt>
                <c:pt idx="7064">
                  <c:v>0.10637726129503662</c:v>
                </c:pt>
                <c:pt idx="7065">
                  <c:v>0.1063890899037411</c:v>
                </c:pt>
                <c:pt idx="7066">
                  <c:v>0.10640351385681777</c:v>
                </c:pt>
                <c:pt idx="7067">
                  <c:v>0.10640534873724733</c:v>
                </c:pt>
                <c:pt idx="7068">
                  <c:v>0.10641215929380132</c:v>
                </c:pt>
                <c:pt idx="7069">
                  <c:v>0.10641364225376737</c:v>
                </c:pt>
                <c:pt idx="7070">
                  <c:v>0.10641854728941648</c:v>
                </c:pt>
                <c:pt idx="7071">
                  <c:v>0.1064262187870403</c:v>
                </c:pt>
                <c:pt idx="7072">
                  <c:v>0.10644080752116121</c:v>
                </c:pt>
                <c:pt idx="7073">
                  <c:v>0.10644168096200517</c:v>
                </c:pt>
                <c:pt idx="7074">
                  <c:v>0.10646553290227158</c:v>
                </c:pt>
                <c:pt idx="7075">
                  <c:v>0.10648021422042225</c:v>
                </c:pt>
                <c:pt idx="7076">
                  <c:v>0.10648301581188592</c:v>
                </c:pt>
                <c:pt idx="7077">
                  <c:v>0.10648408948925116</c:v>
                </c:pt>
                <c:pt idx="7078">
                  <c:v>0.10649497021058019</c:v>
                </c:pt>
                <c:pt idx="7079">
                  <c:v>0.1064992702781884</c:v>
                </c:pt>
                <c:pt idx="7080">
                  <c:v>0.10651513291461846</c:v>
                </c:pt>
                <c:pt idx="7081">
                  <c:v>0.10651657165230222</c:v>
                </c:pt>
                <c:pt idx="7082">
                  <c:v>0.10651884440360002</c:v>
                </c:pt>
                <c:pt idx="7083">
                  <c:v>0.10652315374641307</c:v>
                </c:pt>
                <c:pt idx="7084">
                  <c:v>0.10653656638355516</c:v>
                </c:pt>
                <c:pt idx="7085">
                  <c:v>0.10654341428543146</c:v>
                </c:pt>
                <c:pt idx="7086">
                  <c:v>0.10654483715569459</c:v>
                </c:pt>
                <c:pt idx="7087">
                  <c:v>0.10654911959924367</c:v>
                </c:pt>
                <c:pt idx="7088">
                  <c:v>0.10655722578876436</c:v>
                </c:pt>
                <c:pt idx="7089">
                  <c:v>0.106600992565847</c:v>
                </c:pt>
                <c:pt idx="7090">
                  <c:v>0.1066080016911152</c:v>
                </c:pt>
                <c:pt idx="7091">
                  <c:v>0.10662699497294265</c:v>
                </c:pt>
                <c:pt idx="7092">
                  <c:v>0.10663115559207882</c:v>
                </c:pt>
                <c:pt idx="7093">
                  <c:v>0.10663351764160621</c:v>
                </c:pt>
                <c:pt idx="7094">
                  <c:v>0.10663680776001054</c:v>
                </c:pt>
                <c:pt idx="7095">
                  <c:v>0.10663688769927795</c:v>
                </c:pt>
                <c:pt idx="7096">
                  <c:v>0.10663883708205324</c:v>
                </c:pt>
                <c:pt idx="7097">
                  <c:v>0.10665539851211027</c:v>
                </c:pt>
                <c:pt idx="7098">
                  <c:v>0.10665772341177543</c:v>
                </c:pt>
                <c:pt idx="7099">
                  <c:v>0.10667153584257461</c:v>
                </c:pt>
                <c:pt idx="7100">
                  <c:v>0.10667603739701315</c:v>
                </c:pt>
                <c:pt idx="7101">
                  <c:v>0.10669035651979526</c:v>
                </c:pt>
                <c:pt idx="7102">
                  <c:v>0.10669182594467183</c:v>
                </c:pt>
                <c:pt idx="7103">
                  <c:v>0.10670206453840925</c:v>
                </c:pt>
                <c:pt idx="7104">
                  <c:v>0.10670610315395633</c:v>
                </c:pt>
                <c:pt idx="7105">
                  <c:v>0.10672514542030868</c:v>
                </c:pt>
                <c:pt idx="7106">
                  <c:v>0.10672561093519804</c:v>
                </c:pt>
                <c:pt idx="7107">
                  <c:v>0.10673723214937392</c:v>
                </c:pt>
                <c:pt idx="7108">
                  <c:v>0.10673957055024429</c:v>
                </c:pt>
                <c:pt idx="7109">
                  <c:v>0.1067517797614365</c:v>
                </c:pt>
                <c:pt idx="7110">
                  <c:v>0.10675550500669226</c:v>
                </c:pt>
                <c:pt idx="7111">
                  <c:v>0.10675823752442634</c:v>
                </c:pt>
                <c:pt idx="7112">
                  <c:v>0.10677683792748667</c:v>
                </c:pt>
                <c:pt idx="7113">
                  <c:v>0.10681517653901396</c:v>
                </c:pt>
                <c:pt idx="7114">
                  <c:v>0.10681964319521402</c:v>
                </c:pt>
                <c:pt idx="7115">
                  <c:v>0.10683412270649943</c:v>
                </c:pt>
                <c:pt idx="7116">
                  <c:v>0.10683916803350077</c:v>
                </c:pt>
                <c:pt idx="7117">
                  <c:v>0.10683974599835454</c:v>
                </c:pt>
                <c:pt idx="7118">
                  <c:v>0.10684356993937549</c:v>
                </c:pt>
                <c:pt idx="7119">
                  <c:v>0.10684400179640814</c:v>
                </c:pt>
                <c:pt idx="7120">
                  <c:v>0.10684956795493547</c:v>
                </c:pt>
                <c:pt idx="7121">
                  <c:v>0.10685170162166885</c:v>
                </c:pt>
                <c:pt idx="7122">
                  <c:v>0.10687892438672479</c:v>
                </c:pt>
                <c:pt idx="7123">
                  <c:v>0.10690262782231426</c:v>
                </c:pt>
                <c:pt idx="7124">
                  <c:v>0.10690379874323426</c:v>
                </c:pt>
                <c:pt idx="7125">
                  <c:v>0.10690799995910297</c:v>
                </c:pt>
                <c:pt idx="7126">
                  <c:v>0.10691877432025633</c:v>
                </c:pt>
                <c:pt idx="7127">
                  <c:v>0.10693476315836982</c:v>
                </c:pt>
                <c:pt idx="7128">
                  <c:v>0.10693806555583994</c:v>
                </c:pt>
                <c:pt idx="7129">
                  <c:v>0.10694540095552482</c:v>
                </c:pt>
                <c:pt idx="7130">
                  <c:v>0.1069723118210102</c:v>
                </c:pt>
                <c:pt idx="7131">
                  <c:v>0.10698548906118756</c:v>
                </c:pt>
                <c:pt idx="7132">
                  <c:v>0.10700308751899591</c:v>
                </c:pt>
                <c:pt idx="7133">
                  <c:v>0.10700369437889663</c:v>
                </c:pt>
                <c:pt idx="7134">
                  <c:v>0.10700483004695122</c:v>
                </c:pt>
                <c:pt idx="7135">
                  <c:v>0.10705062240757122</c:v>
                </c:pt>
                <c:pt idx="7136">
                  <c:v>0.10708469034160896</c:v>
                </c:pt>
                <c:pt idx="7137">
                  <c:v>0.10708555150582966</c:v>
                </c:pt>
                <c:pt idx="7138">
                  <c:v>0.10712265282137819</c:v>
                </c:pt>
                <c:pt idx="7139">
                  <c:v>0.10713125166267352</c:v>
                </c:pt>
                <c:pt idx="7140">
                  <c:v>0.1071460168440227</c:v>
                </c:pt>
                <c:pt idx="7141">
                  <c:v>0.10714988051917643</c:v>
                </c:pt>
                <c:pt idx="7142">
                  <c:v>0.10715349413366496</c:v>
                </c:pt>
                <c:pt idx="7143">
                  <c:v>0.10715716795613708</c:v>
                </c:pt>
                <c:pt idx="7144">
                  <c:v>0.10716002385635548</c:v>
                </c:pt>
                <c:pt idx="7145">
                  <c:v>0.10716775781198701</c:v>
                </c:pt>
                <c:pt idx="7146">
                  <c:v>0.10716922344113473</c:v>
                </c:pt>
                <c:pt idx="7147">
                  <c:v>0.10717835696615927</c:v>
                </c:pt>
                <c:pt idx="7148">
                  <c:v>0.10717889591585425</c:v>
                </c:pt>
                <c:pt idx="7149">
                  <c:v>0.10718318801800912</c:v>
                </c:pt>
                <c:pt idx="7150">
                  <c:v>0.10718842491471101</c:v>
                </c:pt>
                <c:pt idx="7151">
                  <c:v>0.10720423349457296</c:v>
                </c:pt>
                <c:pt idx="7152">
                  <c:v>0.1072062953717384</c:v>
                </c:pt>
                <c:pt idx="7153">
                  <c:v>0.10720810007863592</c:v>
                </c:pt>
                <c:pt idx="7154">
                  <c:v>0.10720910304661473</c:v>
                </c:pt>
                <c:pt idx="7155">
                  <c:v>0.10723941052409171</c:v>
                </c:pt>
                <c:pt idx="7156">
                  <c:v>0.10724664160641656</c:v>
                </c:pt>
                <c:pt idx="7157">
                  <c:v>0.10725294053783127</c:v>
                </c:pt>
                <c:pt idx="7158">
                  <c:v>0.10726203221171471</c:v>
                </c:pt>
                <c:pt idx="7159">
                  <c:v>0.10727009175677182</c:v>
                </c:pt>
                <c:pt idx="7160">
                  <c:v>0.10727445696203378</c:v>
                </c:pt>
                <c:pt idx="7161">
                  <c:v>0.10729126686013184</c:v>
                </c:pt>
                <c:pt idx="7162">
                  <c:v>0.10732864618399397</c:v>
                </c:pt>
                <c:pt idx="7163">
                  <c:v>0.10733100122842092</c:v>
                </c:pt>
                <c:pt idx="7164">
                  <c:v>0.10734531117760368</c:v>
                </c:pt>
                <c:pt idx="7165">
                  <c:v>0.10734807872454712</c:v>
                </c:pt>
                <c:pt idx="7166">
                  <c:v>0.10736001654441309</c:v>
                </c:pt>
                <c:pt idx="7167">
                  <c:v>0.10736209597956134</c:v>
                </c:pt>
                <c:pt idx="7168">
                  <c:v>0.10736522477851852</c:v>
                </c:pt>
                <c:pt idx="7169">
                  <c:v>0.10737688025952399</c:v>
                </c:pt>
                <c:pt idx="7170">
                  <c:v>0.10737720285881847</c:v>
                </c:pt>
                <c:pt idx="7171">
                  <c:v>0.10738674240057934</c:v>
                </c:pt>
                <c:pt idx="7172">
                  <c:v>0.10739899959949159</c:v>
                </c:pt>
                <c:pt idx="7173">
                  <c:v>0.10740135319837867</c:v>
                </c:pt>
                <c:pt idx="7174">
                  <c:v>0.10740164058800221</c:v>
                </c:pt>
                <c:pt idx="7175">
                  <c:v>0.10741071298785819</c:v>
                </c:pt>
                <c:pt idx="7176">
                  <c:v>0.10741477364375374</c:v>
                </c:pt>
                <c:pt idx="7177">
                  <c:v>0.10741694102275175</c:v>
                </c:pt>
                <c:pt idx="7178">
                  <c:v>0.10742663768566162</c:v>
                </c:pt>
                <c:pt idx="7179">
                  <c:v>0.10743421380712513</c:v>
                </c:pt>
                <c:pt idx="7180">
                  <c:v>0.10745015893509702</c:v>
                </c:pt>
                <c:pt idx="7181">
                  <c:v>0.10745552264153611</c:v>
                </c:pt>
                <c:pt idx="7182">
                  <c:v>0.10747105128895731</c:v>
                </c:pt>
                <c:pt idx="7183">
                  <c:v>0.10749608560827686</c:v>
                </c:pt>
                <c:pt idx="7184">
                  <c:v>0.10751003340748895</c:v>
                </c:pt>
                <c:pt idx="7185">
                  <c:v>0.10753635447630014</c:v>
                </c:pt>
                <c:pt idx="7186">
                  <c:v>0.1075471008060758</c:v>
                </c:pt>
                <c:pt idx="7187">
                  <c:v>0.10754840508417411</c:v>
                </c:pt>
                <c:pt idx="7188">
                  <c:v>0.10755086817159064</c:v>
                </c:pt>
                <c:pt idx="7189">
                  <c:v>0.10759204910455999</c:v>
                </c:pt>
                <c:pt idx="7190">
                  <c:v>0.10759345840804931</c:v>
                </c:pt>
                <c:pt idx="7191">
                  <c:v>0.10761820301520664</c:v>
                </c:pt>
                <c:pt idx="7192">
                  <c:v>0.10762271052438013</c:v>
                </c:pt>
                <c:pt idx="7193">
                  <c:v>0.10763050492174579</c:v>
                </c:pt>
                <c:pt idx="7194">
                  <c:v>0.10763336052441867</c:v>
                </c:pt>
                <c:pt idx="7195">
                  <c:v>0.10764332096328633</c:v>
                </c:pt>
                <c:pt idx="7196">
                  <c:v>0.10765914119533983</c:v>
                </c:pt>
                <c:pt idx="7197">
                  <c:v>0.10766183567480278</c:v>
                </c:pt>
                <c:pt idx="7198">
                  <c:v>0.10767840081628453</c:v>
                </c:pt>
                <c:pt idx="7199">
                  <c:v>0.10768569797318903</c:v>
                </c:pt>
                <c:pt idx="7200">
                  <c:v>0.1076956418673157</c:v>
                </c:pt>
                <c:pt idx="7201">
                  <c:v>0.10770078529320666</c:v>
                </c:pt>
                <c:pt idx="7202">
                  <c:v>0.10771391949814706</c:v>
                </c:pt>
                <c:pt idx="7203">
                  <c:v>0.10771462236359305</c:v>
                </c:pt>
                <c:pt idx="7204">
                  <c:v>0.10775254279027115</c:v>
                </c:pt>
                <c:pt idx="7205">
                  <c:v>0.10775802875536879</c:v>
                </c:pt>
                <c:pt idx="7206">
                  <c:v>0.10776348559121809</c:v>
                </c:pt>
                <c:pt idx="7207">
                  <c:v>0.10777496810067219</c:v>
                </c:pt>
                <c:pt idx="7208">
                  <c:v>0.10778632527899396</c:v>
                </c:pt>
                <c:pt idx="7209">
                  <c:v>0.10778878538324783</c:v>
                </c:pt>
                <c:pt idx="7210">
                  <c:v>0.10779116254438158</c:v>
                </c:pt>
                <c:pt idx="7211">
                  <c:v>0.10779542484235545</c:v>
                </c:pt>
                <c:pt idx="7212">
                  <c:v>0.10779603989512301</c:v>
                </c:pt>
                <c:pt idx="7213">
                  <c:v>0.10784084571616251</c:v>
                </c:pt>
                <c:pt idx="7214">
                  <c:v>0.10786952578702065</c:v>
                </c:pt>
                <c:pt idx="7215">
                  <c:v>0.10787396706435626</c:v>
                </c:pt>
                <c:pt idx="7216">
                  <c:v>0.10787782148414479</c:v>
                </c:pt>
                <c:pt idx="7217">
                  <c:v>0.10788188494936024</c:v>
                </c:pt>
                <c:pt idx="7218">
                  <c:v>0.10790311122995558</c:v>
                </c:pt>
                <c:pt idx="7219">
                  <c:v>0.10793023087674038</c:v>
                </c:pt>
                <c:pt idx="7220">
                  <c:v>0.10793591686587906</c:v>
                </c:pt>
                <c:pt idx="7221">
                  <c:v>0.10794297241090865</c:v>
                </c:pt>
                <c:pt idx="7222">
                  <c:v>0.1079524420580678</c:v>
                </c:pt>
                <c:pt idx="7223">
                  <c:v>0.10796974712578208</c:v>
                </c:pt>
                <c:pt idx="7224">
                  <c:v>0.10797279248756858</c:v>
                </c:pt>
                <c:pt idx="7225">
                  <c:v>0.10798642668908542</c:v>
                </c:pt>
                <c:pt idx="7226">
                  <c:v>0.10799524702504908</c:v>
                </c:pt>
                <c:pt idx="7227">
                  <c:v>0.107995677173493</c:v>
                </c:pt>
                <c:pt idx="7228">
                  <c:v>0.10800824252467806</c:v>
                </c:pt>
                <c:pt idx="7229">
                  <c:v>0.1080107441841769</c:v>
                </c:pt>
                <c:pt idx="7230">
                  <c:v>0.10801211121845464</c:v>
                </c:pt>
                <c:pt idx="7231">
                  <c:v>0.10801288271118845</c:v>
                </c:pt>
                <c:pt idx="7232">
                  <c:v>0.10801710719800468</c:v>
                </c:pt>
                <c:pt idx="7233">
                  <c:v>0.10801951242117368</c:v>
                </c:pt>
                <c:pt idx="7234">
                  <c:v>0.10802599028744511</c:v>
                </c:pt>
                <c:pt idx="7235">
                  <c:v>0.10803094318427034</c:v>
                </c:pt>
                <c:pt idx="7236">
                  <c:v>0.10803381289429774</c:v>
                </c:pt>
                <c:pt idx="7237">
                  <c:v>0.10804864623205845</c:v>
                </c:pt>
                <c:pt idx="7238">
                  <c:v>0.10804955814761241</c:v>
                </c:pt>
                <c:pt idx="7239">
                  <c:v>0.10805169188203174</c:v>
                </c:pt>
                <c:pt idx="7240">
                  <c:v>0.10806340161836279</c:v>
                </c:pt>
                <c:pt idx="7241">
                  <c:v>0.1080691395895077</c:v>
                </c:pt>
                <c:pt idx="7242">
                  <c:v>0.10807411278142294</c:v>
                </c:pt>
                <c:pt idx="7243">
                  <c:v>0.10807732307343698</c:v>
                </c:pt>
                <c:pt idx="7244">
                  <c:v>0.10809449268440169</c:v>
                </c:pt>
                <c:pt idx="7245">
                  <c:v>0.10809601985766999</c:v>
                </c:pt>
                <c:pt idx="7246">
                  <c:v>0.10812160149408918</c:v>
                </c:pt>
                <c:pt idx="7247">
                  <c:v>0.10813869672523969</c:v>
                </c:pt>
                <c:pt idx="7248">
                  <c:v>0.108165790228839</c:v>
                </c:pt>
                <c:pt idx="7249">
                  <c:v>0.10817261215975932</c:v>
                </c:pt>
                <c:pt idx="7250">
                  <c:v>0.10818456495576026</c:v>
                </c:pt>
                <c:pt idx="7251">
                  <c:v>0.10820312530151979</c:v>
                </c:pt>
                <c:pt idx="7252">
                  <c:v>0.10820792280428332</c:v>
                </c:pt>
                <c:pt idx="7253">
                  <c:v>0.10820951105350116</c:v>
                </c:pt>
                <c:pt idx="7254">
                  <c:v>0.10821408497036941</c:v>
                </c:pt>
                <c:pt idx="7255">
                  <c:v>0.10822683365742081</c:v>
                </c:pt>
                <c:pt idx="7256">
                  <c:v>0.10822780448505863</c:v>
                </c:pt>
                <c:pt idx="7257">
                  <c:v>0.10822848378713076</c:v>
                </c:pt>
                <c:pt idx="7258">
                  <c:v>0.10823121821833277</c:v>
                </c:pt>
                <c:pt idx="7259">
                  <c:v>0.10823306744260926</c:v>
                </c:pt>
                <c:pt idx="7260">
                  <c:v>0.10824129078174602</c:v>
                </c:pt>
                <c:pt idx="7261">
                  <c:v>0.10824617734724433</c:v>
                </c:pt>
                <c:pt idx="7262">
                  <c:v>0.10824771355762006</c:v>
                </c:pt>
                <c:pt idx="7263">
                  <c:v>0.10824809454089165</c:v>
                </c:pt>
                <c:pt idx="7264">
                  <c:v>0.10825697576961354</c:v>
                </c:pt>
                <c:pt idx="7265">
                  <c:v>0.10826659442195727</c:v>
                </c:pt>
                <c:pt idx="7266">
                  <c:v>0.10827447823466113</c:v>
                </c:pt>
                <c:pt idx="7267">
                  <c:v>0.10827635199261496</c:v>
                </c:pt>
                <c:pt idx="7268">
                  <c:v>0.10827670163097823</c:v>
                </c:pt>
                <c:pt idx="7269">
                  <c:v>0.10829304415203853</c:v>
                </c:pt>
                <c:pt idx="7270">
                  <c:v>0.10830298395923958</c:v>
                </c:pt>
                <c:pt idx="7271">
                  <c:v>0.10835352584275233</c:v>
                </c:pt>
                <c:pt idx="7272">
                  <c:v>0.10836793396159979</c:v>
                </c:pt>
                <c:pt idx="7273">
                  <c:v>0.1083734083910894</c:v>
                </c:pt>
                <c:pt idx="7274">
                  <c:v>0.10839943821635964</c:v>
                </c:pt>
                <c:pt idx="7275">
                  <c:v>0.10840497468201875</c:v>
                </c:pt>
                <c:pt idx="7276">
                  <c:v>0.10841054562644739</c:v>
                </c:pt>
                <c:pt idx="7277">
                  <c:v>0.1084254527246486</c:v>
                </c:pt>
                <c:pt idx="7278">
                  <c:v>0.10842789400175649</c:v>
                </c:pt>
                <c:pt idx="7279">
                  <c:v>0.1084344495923905</c:v>
                </c:pt>
                <c:pt idx="7280">
                  <c:v>0.10844218267507444</c:v>
                </c:pt>
                <c:pt idx="7281">
                  <c:v>0.10845236928055176</c:v>
                </c:pt>
                <c:pt idx="7282">
                  <c:v>0.10845506018729884</c:v>
                </c:pt>
                <c:pt idx="7283">
                  <c:v>0.10846759363685747</c:v>
                </c:pt>
                <c:pt idx="7284">
                  <c:v>0.10846767439643201</c:v>
                </c:pt>
                <c:pt idx="7285">
                  <c:v>0.10846855421982574</c:v>
                </c:pt>
                <c:pt idx="7286">
                  <c:v>0.10847152548896778</c:v>
                </c:pt>
                <c:pt idx="7287">
                  <c:v>0.10847156588684795</c:v>
                </c:pt>
                <c:pt idx="7288">
                  <c:v>0.1085122151850951</c:v>
                </c:pt>
                <c:pt idx="7289">
                  <c:v>0.10852347739667577</c:v>
                </c:pt>
                <c:pt idx="7290">
                  <c:v>0.1085302363395962</c:v>
                </c:pt>
                <c:pt idx="7291">
                  <c:v>0.10853157210065176</c:v>
                </c:pt>
                <c:pt idx="7292">
                  <c:v>0.10854464017654543</c:v>
                </c:pt>
                <c:pt idx="7293">
                  <c:v>0.1085460029080903</c:v>
                </c:pt>
                <c:pt idx="7294">
                  <c:v>0.10855332561083965</c:v>
                </c:pt>
                <c:pt idx="7295">
                  <c:v>0.10855820824074204</c:v>
                </c:pt>
                <c:pt idx="7296">
                  <c:v>0.10856368578016493</c:v>
                </c:pt>
                <c:pt idx="7297">
                  <c:v>0.10856937990740881</c:v>
                </c:pt>
                <c:pt idx="7298">
                  <c:v>0.10857640533029439</c:v>
                </c:pt>
                <c:pt idx="7299">
                  <c:v>0.10857648271964093</c:v>
                </c:pt>
                <c:pt idx="7300">
                  <c:v>0.1085797090327117</c:v>
                </c:pt>
                <c:pt idx="7301">
                  <c:v>0.10858763485359897</c:v>
                </c:pt>
                <c:pt idx="7302">
                  <c:v>0.10859648038865796</c:v>
                </c:pt>
                <c:pt idx="7303">
                  <c:v>0.10859657215987899</c:v>
                </c:pt>
                <c:pt idx="7304">
                  <c:v>0.10859752003501708</c:v>
                </c:pt>
                <c:pt idx="7305">
                  <c:v>0.1085990596868021</c:v>
                </c:pt>
                <c:pt idx="7306">
                  <c:v>0.10861897834537927</c:v>
                </c:pt>
                <c:pt idx="7307">
                  <c:v>0.10862668293707831</c:v>
                </c:pt>
                <c:pt idx="7308">
                  <c:v>0.10864420933901439</c:v>
                </c:pt>
                <c:pt idx="7309">
                  <c:v>0.10865362131388294</c:v>
                </c:pt>
                <c:pt idx="7310">
                  <c:v>0.1086557842315804</c:v>
                </c:pt>
                <c:pt idx="7311">
                  <c:v>0.10868870654684396</c:v>
                </c:pt>
                <c:pt idx="7312">
                  <c:v>0.10869169781723009</c:v>
                </c:pt>
                <c:pt idx="7313">
                  <c:v>0.10873401704662317</c:v>
                </c:pt>
                <c:pt idx="7314">
                  <c:v>0.10873818635025446</c:v>
                </c:pt>
                <c:pt idx="7315">
                  <c:v>0.10874693254000047</c:v>
                </c:pt>
                <c:pt idx="7316">
                  <c:v>0.10876010000647551</c:v>
                </c:pt>
                <c:pt idx="7317">
                  <c:v>0.10879193664939565</c:v>
                </c:pt>
                <c:pt idx="7318">
                  <c:v>0.10879884289029884</c:v>
                </c:pt>
                <c:pt idx="7319">
                  <c:v>0.10880805485866438</c:v>
                </c:pt>
                <c:pt idx="7320">
                  <c:v>0.10882152499505965</c:v>
                </c:pt>
                <c:pt idx="7321">
                  <c:v>0.1088237913758445</c:v>
                </c:pt>
                <c:pt idx="7322">
                  <c:v>0.108825838086916</c:v>
                </c:pt>
                <c:pt idx="7323">
                  <c:v>0.10882714549193864</c:v>
                </c:pt>
                <c:pt idx="7324">
                  <c:v>0.10882806785384143</c:v>
                </c:pt>
                <c:pt idx="7325">
                  <c:v>0.10883563820460579</c:v>
                </c:pt>
                <c:pt idx="7326">
                  <c:v>0.10884043054347446</c:v>
                </c:pt>
                <c:pt idx="7327">
                  <c:v>0.1088521300402943</c:v>
                </c:pt>
                <c:pt idx="7328">
                  <c:v>0.10885491056417965</c:v>
                </c:pt>
                <c:pt idx="7329">
                  <c:v>0.10887387344093806</c:v>
                </c:pt>
                <c:pt idx="7330">
                  <c:v>0.10887788082670294</c:v>
                </c:pt>
                <c:pt idx="7331">
                  <c:v>0.10888675442244511</c:v>
                </c:pt>
                <c:pt idx="7332">
                  <c:v>0.10889860230657543</c:v>
                </c:pt>
                <c:pt idx="7333">
                  <c:v>0.10891092914032399</c:v>
                </c:pt>
                <c:pt idx="7334">
                  <c:v>0.10892022382966079</c:v>
                </c:pt>
                <c:pt idx="7335">
                  <c:v>0.10892348266504306</c:v>
                </c:pt>
                <c:pt idx="7336">
                  <c:v>0.10893880122097624</c:v>
                </c:pt>
                <c:pt idx="7337">
                  <c:v>0.10896185040833217</c:v>
                </c:pt>
                <c:pt idx="7338">
                  <c:v>0.10896876140938205</c:v>
                </c:pt>
                <c:pt idx="7339">
                  <c:v>0.10897208263844479</c:v>
                </c:pt>
                <c:pt idx="7340">
                  <c:v>0.10897454908753003</c:v>
                </c:pt>
                <c:pt idx="7341">
                  <c:v>0.10897913953242985</c:v>
                </c:pt>
                <c:pt idx="7342">
                  <c:v>0.10899131291916141</c:v>
                </c:pt>
                <c:pt idx="7343">
                  <c:v>0.10899495509872732</c:v>
                </c:pt>
                <c:pt idx="7344">
                  <c:v>0.10903219099405097</c:v>
                </c:pt>
                <c:pt idx="7345">
                  <c:v>0.10904561376920704</c:v>
                </c:pt>
                <c:pt idx="7346">
                  <c:v>0.10905874518326143</c:v>
                </c:pt>
                <c:pt idx="7347">
                  <c:v>0.10906830831838203</c:v>
                </c:pt>
                <c:pt idx="7348">
                  <c:v>0.109072342177749</c:v>
                </c:pt>
                <c:pt idx="7349">
                  <c:v>0.10907454784179839</c:v>
                </c:pt>
                <c:pt idx="7350">
                  <c:v>0.10908264100972022</c:v>
                </c:pt>
                <c:pt idx="7351">
                  <c:v>0.10910587181561703</c:v>
                </c:pt>
                <c:pt idx="7352">
                  <c:v>0.10912058681263785</c:v>
                </c:pt>
                <c:pt idx="7353">
                  <c:v>0.10913519505060343</c:v>
                </c:pt>
                <c:pt idx="7354">
                  <c:v>0.10913795998863077</c:v>
                </c:pt>
                <c:pt idx="7355">
                  <c:v>0.10915375351683738</c:v>
                </c:pt>
                <c:pt idx="7356">
                  <c:v>0.10916422582667511</c:v>
                </c:pt>
                <c:pt idx="7357">
                  <c:v>0.10917318037702649</c:v>
                </c:pt>
                <c:pt idx="7358">
                  <c:v>0.10917942123191984</c:v>
                </c:pt>
                <c:pt idx="7359">
                  <c:v>0.10918919310230764</c:v>
                </c:pt>
                <c:pt idx="7360">
                  <c:v>0.1091893416325133</c:v>
                </c:pt>
                <c:pt idx="7361">
                  <c:v>0.10919775295271827</c:v>
                </c:pt>
                <c:pt idx="7362">
                  <c:v>0.10919978709325467</c:v>
                </c:pt>
                <c:pt idx="7363">
                  <c:v>0.10920409175268624</c:v>
                </c:pt>
                <c:pt idx="7364">
                  <c:v>0.10921430739885345</c:v>
                </c:pt>
                <c:pt idx="7365">
                  <c:v>0.10921636260032692</c:v>
                </c:pt>
                <c:pt idx="7366">
                  <c:v>0.10922766370218649</c:v>
                </c:pt>
                <c:pt idx="7367">
                  <c:v>0.10923734058223836</c:v>
                </c:pt>
                <c:pt idx="7368">
                  <c:v>0.10924911107943044</c:v>
                </c:pt>
                <c:pt idx="7369">
                  <c:v>0.10925364037618968</c:v>
                </c:pt>
                <c:pt idx="7370">
                  <c:v>0.10925758441241959</c:v>
                </c:pt>
                <c:pt idx="7371">
                  <c:v>0.1092644499562839</c:v>
                </c:pt>
                <c:pt idx="7372">
                  <c:v>0.10926580797737732</c:v>
                </c:pt>
                <c:pt idx="7373">
                  <c:v>0.10929101146473245</c:v>
                </c:pt>
                <c:pt idx="7374">
                  <c:v>0.10929904549107392</c:v>
                </c:pt>
                <c:pt idx="7375">
                  <c:v>0.10930036792300718</c:v>
                </c:pt>
                <c:pt idx="7376">
                  <c:v>0.10930470123352806</c:v>
                </c:pt>
                <c:pt idx="7377">
                  <c:v>0.10932920645556492</c:v>
                </c:pt>
                <c:pt idx="7378">
                  <c:v>0.10933224754362794</c:v>
                </c:pt>
                <c:pt idx="7379">
                  <c:v>0.10934279049825252</c:v>
                </c:pt>
                <c:pt idx="7380">
                  <c:v>0.10934366806652937</c:v>
                </c:pt>
                <c:pt idx="7381">
                  <c:v>0.10937388480287952</c:v>
                </c:pt>
                <c:pt idx="7382">
                  <c:v>0.10941199704186721</c:v>
                </c:pt>
                <c:pt idx="7383">
                  <c:v>0.10941729929829704</c:v>
                </c:pt>
                <c:pt idx="7384">
                  <c:v>0.10942745353829678</c:v>
                </c:pt>
                <c:pt idx="7385">
                  <c:v>0.10943023057677013</c:v>
                </c:pt>
                <c:pt idx="7386">
                  <c:v>0.10944825129762116</c:v>
                </c:pt>
                <c:pt idx="7387">
                  <c:v>0.10946140312954028</c:v>
                </c:pt>
                <c:pt idx="7388">
                  <c:v>0.10946436680758098</c:v>
                </c:pt>
                <c:pt idx="7389">
                  <c:v>0.1094922867738379</c:v>
                </c:pt>
                <c:pt idx="7390">
                  <c:v>0.1094940109649688</c:v>
                </c:pt>
                <c:pt idx="7391">
                  <c:v>0.10949786874634758</c:v>
                </c:pt>
                <c:pt idx="7392">
                  <c:v>0.10950457819933063</c:v>
                </c:pt>
                <c:pt idx="7393">
                  <c:v>0.10952736815577077</c:v>
                </c:pt>
                <c:pt idx="7394">
                  <c:v>0.10952983837732655</c:v>
                </c:pt>
                <c:pt idx="7395">
                  <c:v>0.10953642927385943</c:v>
                </c:pt>
                <c:pt idx="7396">
                  <c:v>0.1095478398165854</c:v>
                </c:pt>
                <c:pt idx="7397">
                  <c:v>0.10955065629597585</c:v>
                </c:pt>
                <c:pt idx="7398">
                  <c:v>0.10955483586432918</c:v>
                </c:pt>
                <c:pt idx="7399">
                  <c:v>0.10955494078181365</c:v>
                </c:pt>
                <c:pt idx="7400">
                  <c:v>0.10955538326951086</c:v>
                </c:pt>
                <c:pt idx="7401">
                  <c:v>0.10955655720890235</c:v>
                </c:pt>
                <c:pt idx="7402">
                  <c:v>0.10956951874461952</c:v>
                </c:pt>
                <c:pt idx="7403">
                  <c:v>0.10957950967515044</c:v>
                </c:pt>
                <c:pt idx="7404">
                  <c:v>0.10958015350369378</c:v>
                </c:pt>
                <c:pt idx="7405">
                  <c:v>0.10958098743566365</c:v>
                </c:pt>
                <c:pt idx="7406">
                  <c:v>0.10959615094449464</c:v>
                </c:pt>
                <c:pt idx="7407">
                  <c:v>0.10960678525582211</c:v>
                </c:pt>
                <c:pt idx="7408">
                  <c:v>0.10961905279680283</c:v>
                </c:pt>
                <c:pt idx="7409">
                  <c:v>0.10964306595584927</c:v>
                </c:pt>
                <c:pt idx="7410">
                  <c:v>0.10964960274661949</c:v>
                </c:pt>
                <c:pt idx="7411">
                  <c:v>0.10965693985750471</c:v>
                </c:pt>
                <c:pt idx="7412">
                  <c:v>0.10967174053738245</c:v>
                </c:pt>
                <c:pt idx="7413">
                  <c:v>0.10969710677924785</c:v>
                </c:pt>
                <c:pt idx="7414">
                  <c:v>0.1096976527247296</c:v>
                </c:pt>
                <c:pt idx="7415">
                  <c:v>0.1096979764864939</c:v>
                </c:pt>
                <c:pt idx="7416">
                  <c:v>0.10970176190094987</c:v>
                </c:pt>
                <c:pt idx="7417">
                  <c:v>0.10971133818371727</c:v>
                </c:pt>
                <c:pt idx="7418">
                  <c:v>0.10972464697787744</c:v>
                </c:pt>
                <c:pt idx="7419">
                  <c:v>0.10972746001379981</c:v>
                </c:pt>
                <c:pt idx="7420">
                  <c:v>0.1097486168004919</c:v>
                </c:pt>
                <c:pt idx="7421">
                  <c:v>0.10974996070039338</c:v>
                </c:pt>
                <c:pt idx="7422">
                  <c:v>0.10975010580622908</c:v>
                </c:pt>
                <c:pt idx="7423">
                  <c:v>0.10975415743180626</c:v>
                </c:pt>
                <c:pt idx="7424">
                  <c:v>0.10975947653311775</c:v>
                </c:pt>
                <c:pt idx="7425">
                  <c:v>0.10976861737275355</c:v>
                </c:pt>
                <c:pt idx="7426">
                  <c:v>0.10978725913685849</c:v>
                </c:pt>
                <c:pt idx="7427">
                  <c:v>0.10982751487225381</c:v>
                </c:pt>
                <c:pt idx="7428">
                  <c:v>0.10983673452500591</c:v>
                </c:pt>
                <c:pt idx="7429">
                  <c:v>0.10984201414478717</c:v>
                </c:pt>
                <c:pt idx="7430">
                  <c:v>0.10984973989958055</c:v>
                </c:pt>
                <c:pt idx="7431">
                  <c:v>0.10985395759119954</c:v>
                </c:pt>
                <c:pt idx="7432">
                  <c:v>0.10985904063648554</c:v>
                </c:pt>
                <c:pt idx="7433">
                  <c:v>0.10988270797540677</c:v>
                </c:pt>
                <c:pt idx="7434">
                  <c:v>0.10990150096491857</c:v>
                </c:pt>
                <c:pt idx="7435">
                  <c:v>0.10990512110953322</c:v>
                </c:pt>
                <c:pt idx="7436">
                  <c:v>0.10992137767404635</c:v>
                </c:pt>
                <c:pt idx="7437">
                  <c:v>0.1099267671310744</c:v>
                </c:pt>
                <c:pt idx="7438">
                  <c:v>0.10994387372904427</c:v>
                </c:pt>
                <c:pt idx="7439">
                  <c:v>0.10995918341419415</c:v>
                </c:pt>
                <c:pt idx="7440">
                  <c:v>0.10997052774777424</c:v>
                </c:pt>
                <c:pt idx="7441">
                  <c:v>0.10997417737450313</c:v>
                </c:pt>
                <c:pt idx="7442">
                  <c:v>0.11000486571852582</c:v>
                </c:pt>
                <c:pt idx="7443">
                  <c:v>0.11001163336672831</c:v>
                </c:pt>
                <c:pt idx="7444">
                  <c:v>0.11002477664460052</c:v>
                </c:pt>
                <c:pt idx="7445">
                  <c:v>0.11002702757072369</c:v>
                </c:pt>
                <c:pt idx="7446">
                  <c:v>0.11002795665645086</c:v>
                </c:pt>
                <c:pt idx="7447">
                  <c:v>0.11003017496659935</c:v>
                </c:pt>
                <c:pt idx="7448">
                  <c:v>0.11003430949324888</c:v>
                </c:pt>
                <c:pt idx="7449">
                  <c:v>0.11003701812078576</c:v>
                </c:pt>
                <c:pt idx="7450">
                  <c:v>0.11004856599695854</c:v>
                </c:pt>
                <c:pt idx="7451">
                  <c:v>0.11004887726641208</c:v>
                </c:pt>
                <c:pt idx="7452">
                  <c:v>0.11005106211917796</c:v>
                </c:pt>
                <c:pt idx="7453">
                  <c:v>0.11005849354730811</c:v>
                </c:pt>
                <c:pt idx="7454">
                  <c:v>0.11005883609905173</c:v>
                </c:pt>
                <c:pt idx="7455">
                  <c:v>0.11007971117682853</c:v>
                </c:pt>
                <c:pt idx="7456">
                  <c:v>0.11008182051608842</c:v>
                </c:pt>
                <c:pt idx="7457">
                  <c:v>0.11009181748167732</c:v>
                </c:pt>
                <c:pt idx="7458">
                  <c:v>0.11009254675441479</c:v>
                </c:pt>
                <c:pt idx="7459">
                  <c:v>0.1100975444097365</c:v>
                </c:pt>
                <c:pt idx="7460">
                  <c:v>0.11011689625713958</c:v>
                </c:pt>
                <c:pt idx="7461">
                  <c:v>0.11013081383600096</c:v>
                </c:pt>
                <c:pt idx="7462">
                  <c:v>0.11014672329425011</c:v>
                </c:pt>
                <c:pt idx="7463">
                  <c:v>0.11015136805660639</c:v>
                </c:pt>
                <c:pt idx="7464">
                  <c:v>0.11015377851085743</c:v>
                </c:pt>
                <c:pt idx="7465">
                  <c:v>0.11015740643467054</c:v>
                </c:pt>
                <c:pt idx="7466">
                  <c:v>0.11016622344695159</c:v>
                </c:pt>
                <c:pt idx="7467">
                  <c:v>0.11018205602728506</c:v>
                </c:pt>
                <c:pt idx="7468">
                  <c:v>0.11018441512922013</c:v>
                </c:pt>
                <c:pt idx="7469">
                  <c:v>0.11020698706338142</c:v>
                </c:pt>
                <c:pt idx="7470">
                  <c:v>0.11021556093949512</c:v>
                </c:pt>
                <c:pt idx="7471">
                  <c:v>0.11021889093335521</c:v>
                </c:pt>
                <c:pt idx="7472">
                  <c:v>0.11023839170117293</c:v>
                </c:pt>
                <c:pt idx="7473">
                  <c:v>0.11024062266346149</c:v>
                </c:pt>
                <c:pt idx="7474">
                  <c:v>0.11027864707768698</c:v>
                </c:pt>
                <c:pt idx="7475">
                  <c:v>0.11028154482248861</c:v>
                </c:pt>
                <c:pt idx="7476">
                  <c:v>0.11028878753749007</c:v>
                </c:pt>
                <c:pt idx="7477">
                  <c:v>0.11029144916754237</c:v>
                </c:pt>
                <c:pt idx="7478">
                  <c:v>0.11030192210330404</c:v>
                </c:pt>
                <c:pt idx="7479">
                  <c:v>0.11030907136961553</c:v>
                </c:pt>
                <c:pt idx="7480">
                  <c:v>0.11030992195513734</c:v>
                </c:pt>
                <c:pt idx="7481">
                  <c:v>0.11031059739981273</c:v>
                </c:pt>
                <c:pt idx="7482">
                  <c:v>0.11032335892735061</c:v>
                </c:pt>
                <c:pt idx="7483">
                  <c:v>0.11033201632759838</c:v>
                </c:pt>
                <c:pt idx="7484">
                  <c:v>0.11033501117745241</c:v>
                </c:pt>
                <c:pt idx="7485">
                  <c:v>0.11034363620403242</c:v>
                </c:pt>
                <c:pt idx="7486">
                  <c:v>0.11034450078978501</c:v>
                </c:pt>
                <c:pt idx="7487">
                  <c:v>0.11035946738837263</c:v>
                </c:pt>
                <c:pt idx="7488">
                  <c:v>0.11036347279910531</c:v>
                </c:pt>
                <c:pt idx="7489">
                  <c:v>0.1103726332178656</c:v>
                </c:pt>
                <c:pt idx="7490">
                  <c:v>0.11037631052230347</c:v>
                </c:pt>
                <c:pt idx="7491">
                  <c:v>0.11037734242247085</c:v>
                </c:pt>
                <c:pt idx="7492">
                  <c:v>0.11038379392487285</c:v>
                </c:pt>
                <c:pt idx="7493">
                  <c:v>0.11040894966660689</c:v>
                </c:pt>
                <c:pt idx="7494">
                  <c:v>0.11042119121695029</c:v>
                </c:pt>
                <c:pt idx="7495">
                  <c:v>0.11043175942317102</c:v>
                </c:pt>
                <c:pt idx="7496">
                  <c:v>0.11044396632292328</c:v>
                </c:pt>
                <c:pt idx="7497">
                  <c:v>0.11046686786796951</c:v>
                </c:pt>
                <c:pt idx="7498">
                  <c:v>0.11046878785550288</c:v>
                </c:pt>
                <c:pt idx="7499">
                  <c:v>0.1104692252393753</c:v>
                </c:pt>
                <c:pt idx="7500">
                  <c:v>0.11048876828534911</c:v>
                </c:pt>
                <c:pt idx="7501">
                  <c:v>0.11052974872369865</c:v>
                </c:pt>
                <c:pt idx="7502">
                  <c:v>0.11053546976588359</c:v>
                </c:pt>
                <c:pt idx="7503">
                  <c:v>0.11054132857920497</c:v>
                </c:pt>
                <c:pt idx="7504">
                  <c:v>0.11055088050387857</c:v>
                </c:pt>
                <c:pt idx="7505">
                  <c:v>0.11055752726481426</c:v>
                </c:pt>
                <c:pt idx="7506">
                  <c:v>0.11057054532453582</c:v>
                </c:pt>
                <c:pt idx="7507">
                  <c:v>0.11058941594446225</c:v>
                </c:pt>
                <c:pt idx="7508">
                  <c:v>0.11060339036692425</c:v>
                </c:pt>
                <c:pt idx="7509">
                  <c:v>0.11060545127185387</c:v>
                </c:pt>
                <c:pt idx="7510">
                  <c:v>0.11060974262541286</c:v>
                </c:pt>
                <c:pt idx="7511">
                  <c:v>0.1106100003424626</c:v>
                </c:pt>
                <c:pt idx="7512">
                  <c:v>0.11061201489420461</c:v>
                </c:pt>
                <c:pt idx="7513">
                  <c:v>0.1106133217377786</c:v>
                </c:pt>
                <c:pt idx="7514">
                  <c:v>0.11061668120346034</c:v>
                </c:pt>
                <c:pt idx="7515">
                  <c:v>0.11062927089599739</c:v>
                </c:pt>
                <c:pt idx="7516">
                  <c:v>0.11063639346965946</c:v>
                </c:pt>
                <c:pt idx="7517">
                  <c:v>0.11064041739522039</c:v>
                </c:pt>
                <c:pt idx="7518">
                  <c:v>0.11064502890869625</c:v>
                </c:pt>
                <c:pt idx="7519">
                  <c:v>0.110646099629228</c:v>
                </c:pt>
                <c:pt idx="7520">
                  <c:v>0.11064813346043424</c:v>
                </c:pt>
                <c:pt idx="7521">
                  <c:v>0.11067178852844065</c:v>
                </c:pt>
                <c:pt idx="7522">
                  <c:v>0.11067289549754604</c:v>
                </c:pt>
                <c:pt idx="7523">
                  <c:v>0.11068264208635238</c:v>
                </c:pt>
                <c:pt idx="7524">
                  <c:v>0.11070262916646291</c:v>
                </c:pt>
                <c:pt idx="7525">
                  <c:v>0.11072117059615785</c:v>
                </c:pt>
                <c:pt idx="7526">
                  <c:v>0.11072193941447819</c:v>
                </c:pt>
                <c:pt idx="7527">
                  <c:v>0.11073422621028857</c:v>
                </c:pt>
                <c:pt idx="7528">
                  <c:v>0.11073732610322243</c:v>
                </c:pt>
                <c:pt idx="7529">
                  <c:v>0.11074290522707593</c:v>
                </c:pt>
                <c:pt idx="7530">
                  <c:v>0.11077021364524529</c:v>
                </c:pt>
                <c:pt idx="7531">
                  <c:v>0.11078246847949509</c:v>
                </c:pt>
                <c:pt idx="7532">
                  <c:v>0.11078250133379818</c:v>
                </c:pt>
                <c:pt idx="7533">
                  <c:v>0.11079105488731254</c:v>
                </c:pt>
                <c:pt idx="7534">
                  <c:v>0.11079817798155192</c:v>
                </c:pt>
                <c:pt idx="7535">
                  <c:v>0.11080669137490734</c:v>
                </c:pt>
                <c:pt idx="7536">
                  <c:v>0.11082491242493839</c:v>
                </c:pt>
                <c:pt idx="7537">
                  <c:v>0.11082961016738491</c:v>
                </c:pt>
                <c:pt idx="7538">
                  <c:v>0.1108319044477878</c:v>
                </c:pt>
                <c:pt idx="7539">
                  <c:v>0.11083959081900202</c:v>
                </c:pt>
                <c:pt idx="7540">
                  <c:v>0.11085554830215204</c:v>
                </c:pt>
                <c:pt idx="7541">
                  <c:v>0.11087570084139357</c:v>
                </c:pt>
                <c:pt idx="7542">
                  <c:v>0.11087976608125973</c:v>
                </c:pt>
                <c:pt idx="7543">
                  <c:v>0.11089399356573622</c:v>
                </c:pt>
                <c:pt idx="7544">
                  <c:v>0.11091285726462687</c:v>
                </c:pt>
                <c:pt idx="7545">
                  <c:v>0.11091782432061079</c:v>
                </c:pt>
                <c:pt idx="7546">
                  <c:v>0.11092072419754409</c:v>
                </c:pt>
                <c:pt idx="7547">
                  <c:v>0.11092303531934886</c:v>
                </c:pt>
                <c:pt idx="7548">
                  <c:v>0.11092669441534546</c:v>
                </c:pt>
                <c:pt idx="7549">
                  <c:v>0.11092742670428322</c:v>
                </c:pt>
                <c:pt idx="7550">
                  <c:v>0.11096442454254293</c:v>
                </c:pt>
                <c:pt idx="7551">
                  <c:v>0.11097782856855228</c:v>
                </c:pt>
                <c:pt idx="7552">
                  <c:v>0.11098005047467964</c:v>
                </c:pt>
                <c:pt idx="7553">
                  <c:v>0.11098062516731495</c:v>
                </c:pt>
                <c:pt idx="7554">
                  <c:v>0.11098880899371213</c:v>
                </c:pt>
                <c:pt idx="7555">
                  <c:v>0.11101914992584556</c:v>
                </c:pt>
                <c:pt idx="7556">
                  <c:v>0.11102331163542783</c:v>
                </c:pt>
                <c:pt idx="7557">
                  <c:v>0.11105493436893613</c:v>
                </c:pt>
                <c:pt idx="7558">
                  <c:v>0.11105502274329365</c:v>
                </c:pt>
                <c:pt idx="7559">
                  <c:v>0.11105610661702606</c:v>
                </c:pt>
                <c:pt idx="7560">
                  <c:v>0.11106427009412603</c:v>
                </c:pt>
                <c:pt idx="7561">
                  <c:v>0.111081479307406</c:v>
                </c:pt>
                <c:pt idx="7562">
                  <c:v>0.11108552308061276</c:v>
                </c:pt>
                <c:pt idx="7563">
                  <c:v>0.11108705279173196</c:v>
                </c:pt>
                <c:pt idx="7564">
                  <c:v>0.11109313522582079</c:v>
                </c:pt>
                <c:pt idx="7565">
                  <c:v>0.11110302122812978</c:v>
                </c:pt>
                <c:pt idx="7566">
                  <c:v>0.11110530400970373</c:v>
                </c:pt>
                <c:pt idx="7567">
                  <c:v>0.11110572012059061</c:v>
                </c:pt>
                <c:pt idx="7568">
                  <c:v>0.11111157519409945</c:v>
                </c:pt>
                <c:pt idx="7569">
                  <c:v>0.11112653943050549</c:v>
                </c:pt>
                <c:pt idx="7570">
                  <c:v>0.11113464026926138</c:v>
                </c:pt>
                <c:pt idx="7571">
                  <c:v>0.11113620710590948</c:v>
                </c:pt>
                <c:pt idx="7572">
                  <c:v>0.11114403041338958</c:v>
                </c:pt>
                <c:pt idx="7573">
                  <c:v>0.11115400376545632</c:v>
                </c:pt>
                <c:pt idx="7574">
                  <c:v>0.11115876111470514</c:v>
                </c:pt>
                <c:pt idx="7575">
                  <c:v>0.11116225816516398</c:v>
                </c:pt>
                <c:pt idx="7576">
                  <c:v>0.11116237715791101</c:v>
                </c:pt>
                <c:pt idx="7577">
                  <c:v>0.11116680283949112</c:v>
                </c:pt>
                <c:pt idx="7578">
                  <c:v>0.11117447671147941</c:v>
                </c:pt>
                <c:pt idx="7579">
                  <c:v>0.11117791062351892</c:v>
                </c:pt>
                <c:pt idx="7580">
                  <c:v>0.11117996035306134</c:v>
                </c:pt>
                <c:pt idx="7581">
                  <c:v>0.11120391674904376</c:v>
                </c:pt>
                <c:pt idx="7582">
                  <c:v>0.11120878096879246</c:v>
                </c:pt>
                <c:pt idx="7583">
                  <c:v>0.11120882606962341</c:v>
                </c:pt>
                <c:pt idx="7584">
                  <c:v>0.11121354064191637</c:v>
                </c:pt>
                <c:pt idx="7585">
                  <c:v>0.11121532173565543</c:v>
                </c:pt>
                <c:pt idx="7586">
                  <c:v>0.11123003216031649</c:v>
                </c:pt>
                <c:pt idx="7587">
                  <c:v>0.11124590565850721</c:v>
                </c:pt>
                <c:pt idx="7588">
                  <c:v>0.11124733988199478</c:v>
                </c:pt>
                <c:pt idx="7589">
                  <c:v>0.11125341438990677</c:v>
                </c:pt>
                <c:pt idx="7590">
                  <c:v>0.11126791893519626</c:v>
                </c:pt>
                <c:pt idx="7591">
                  <c:v>0.11128016305644418</c:v>
                </c:pt>
                <c:pt idx="7592">
                  <c:v>0.11128749504652435</c:v>
                </c:pt>
                <c:pt idx="7593">
                  <c:v>0.11129197646625247</c:v>
                </c:pt>
                <c:pt idx="7594">
                  <c:v>0.11130349936212247</c:v>
                </c:pt>
                <c:pt idx="7595">
                  <c:v>0.11130966465351723</c:v>
                </c:pt>
                <c:pt idx="7596">
                  <c:v>0.11131219010167072</c:v>
                </c:pt>
                <c:pt idx="7597">
                  <c:v>0.11131885382862187</c:v>
                </c:pt>
                <c:pt idx="7598">
                  <c:v>0.11132717923636624</c:v>
                </c:pt>
                <c:pt idx="7599">
                  <c:v>0.11133111649818873</c:v>
                </c:pt>
                <c:pt idx="7600">
                  <c:v>0.11133207247675628</c:v>
                </c:pt>
                <c:pt idx="7601">
                  <c:v>0.11133252946347168</c:v>
                </c:pt>
                <c:pt idx="7602">
                  <c:v>0.11134420006186817</c:v>
                </c:pt>
                <c:pt idx="7603">
                  <c:v>0.11134540079397094</c:v>
                </c:pt>
                <c:pt idx="7604">
                  <c:v>0.11136220772473103</c:v>
                </c:pt>
                <c:pt idx="7605">
                  <c:v>0.11137147304929421</c:v>
                </c:pt>
                <c:pt idx="7606">
                  <c:v>0.11137922583023428</c:v>
                </c:pt>
                <c:pt idx="7607">
                  <c:v>0.11138253852623124</c:v>
                </c:pt>
                <c:pt idx="7608">
                  <c:v>0.11139819519110011</c:v>
                </c:pt>
                <c:pt idx="7609">
                  <c:v>0.11141683113638619</c:v>
                </c:pt>
                <c:pt idx="7610">
                  <c:v>0.11142665851528821</c:v>
                </c:pt>
                <c:pt idx="7611">
                  <c:v>0.11142795321839281</c:v>
                </c:pt>
                <c:pt idx="7612">
                  <c:v>0.111431631877252</c:v>
                </c:pt>
                <c:pt idx="7613">
                  <c:v>0.11143654911519667</c:v>
                </c:pt>
                <c:pt idx="7614">
                  <c:v>0.11144277647936737</c:v>
                </c:pt>
                <c:pt idx="7615">
                  <c:v>0.11145179809470694</c:v>
                </c:pt>
                <c:pt idx="7616">
                  <c:v>0.11148275218689103</c:v>
                </c:pt>
                <c:pt idx="7617">
                  <c:v>0.11148802424819783</c:v>
                </c:pt>
                <c:pt idx="7618">
                  <c:v>0.11149767977772096</c:v>
                </c:pt>
                <c:pt idx="7619">
                  <c:v>0.11150082374152077</c:v>
                </c:pt>
                <c:pt idx="7620">
                  <c:v>0.11150148047665021</c:v>
                </c:pt>
                <c:pt idx="7621">
                  <c:v>0.1115395254136845</c:v>
                </c:pt>
                <c:pt idx="7622">
                  <c:v>0.11154607196812558</c:v>
                </c:pt>
                <c:pt idx="7623">
                  <c:v>0.11154997002928424</c:v>
                </c:pt>
                <c:pt idx="7624">
                  <c:v>0.11155629961121098</c:v>
                </c:pt>
                <c:pt idx="7625">
                  <c:v>0.11155795644094776</c:v>
                </c:pt>
                <c:pt idx="7626">
                  <c:v>0.1115597266379597</c:v>
                </c:pt>
                <c:pt idx="7627">
                  <c:v>0.1115709515460773</c:v>
                </c:pt>
                <c:pt idx="7628">
                  <c:v>0.11157421876622621</c:v>
                </c:pt>
                <c:pt idx="7629">
                  <c:v>0.11159867739210488</c:v>
                </c:pt>
                <c:pt idx="7630">
                  <c:v>0.11160479967671874</c:v>
                </c:pt>
                <c:pt idx="7631">
                  <c:v>0.11161682789155206</c:v>
                </c:pt>
                <c:pt idx="7632">
                  <c:v>0.11162162522808701</c:v>
                </c:pt>
                <c:pt idx="7633">
                  <c:v>0.11162671785273341</c:v>
                </c:pt>
                <c:pt idx="7634">
                  <c:v>0.11164411271840698</c:v>
                </c:pt>
                <c:pt idx="7635">
                  <c:v>0.11164422036268631</c:v>
                </c:pt>
                <c:pt idx="7636">
                  <c:v>0.11166479444031567</c:v>
                </c:pt>
                <c:pt idx="7637">
                  <c:v>0.11167013709473289</c:v>
                </c:pt>
                <c:pt idx="7638">
                  <c:v>0.11168791725445955</c:v>
                </c:pt>
                <c:pt idx="7639">
                  <c:v>0.11168999395998408</c:v>
                </c:pt>
                <c:pt idx="7640">
                  <c:v>0.11169309669430508</c:v>
                </c:pt>
                <c:pt idx="7641">
                  <c:v>0.11169539620387593</c:v>
                </c:pt>
                <c:pt idx="7642">
                  <c:v>0.11172221402410684</c:v>
                </c:pt>
                <c:pt idx="7643">
                  <c:v>0.11173801347016422</c:v>
                </c:pt>
                <c:pt idx="7644">
                  <c:v>0.11173910738049879</c:v>
                </c:pt>
                <c:pt idx="7645">
                  <c:v>0.11174378008017352</c:v>
                </c:pt>
                <c:pt idx="7646">
                  <c:v>0.11175250206614074</c:v>
                </c:pt>
                <c:pt idx="7647">
                  <c:v>0.11175881872575325</c:v>
                </c:pt>
                <c:pt idx="7648">
                  <c:v>0.11177664141414394</c:v>
                </c:pt>
                <c:pt idx="7649">
                  <c:v>0.111780327493642</c:v>
                </c:pt>
                <c:pt idx="7650">
                  <c:v>0.11178477327159392</c:v>
                </c:pt>
                <c:pt idx="7651">
                  <c:v>0.1117868013494278</c:v>
                </c:pt>
                <c:pt idx="7652">
                  <c:v>0.11179807666330349</c:v>
                </c:pt>
                <c:pt idx="7653">
                  <c:v>0.11180079702630855</c:v>
                </c:pt>
                <c:pt idx="7654">
                  <c:v>0.11180478578366403</c:v>
                </c:pt>
                <c:pt idx="7655">
                  <c:v>0.11182892431774354</c:v>
                </c:pt>
                <c:pt idx="7656">
                  <c:v>0.11183694903470354</c:v>
                </c:pt>
                <c:pt idx="7657">
                  <c:v>0.11185979070596344</c:v>
                </c:pt>
                <c:pt idx="7658">
                  <c:v>0.11186845698270641</c:v>
                </c:pt>
                <c:pt idx="7659">
                  <c:v>0.11187639959732387</c:v>
                </c:pt>
                <c:pt idx="7660">
                  <c:v>0.11188205483284921</c:v>
                </c:pt>
                <c:pt idx="7661">
                  <c:v>0.11189124754698429</c:v>
                </c:pt>
                <c:pt idx="7662">
                  <c:v>0.11189251334853559</c:v>
                </c:pt>
                <c:pt idx="7663">
                  <c:v>0.11189281639816932</c:v>
                </c:pt>
                <c:pt idx="7664">
                  <c:v>0.111909218988183</c:v>
                </c:pt>
                <c:pt idx="7665">
                  <c:v>0.11193095789760417</c:v>
                </c:pt>
                <c:pt idx="7666">
                  <c:v>0.11195778195262258</c:v>
                </c:pt>
                <c:pt idx="7667">
                  <c:v>0.11196571987858939</c:v>
                </c:pt>
                <c:pt idx="7668">
                  <c:v>0.1119746068306898</c:v>
                </c:pt>
                <c:pt idx="7669">
                  <c:v>0.11198694867885126</c:v>
                </c:pt>
                <c:pt idx="7670">
                  <c:v>0.11199323974241206</c:v>
                </c:pt>
                <c:pt idx="7671">
                  <c:v>0.1119946809427889</c:v>
                </c:pt>
                <c:pt idx="7672">
                  <c:v>0.11199574789937437</c:v>
                </c:pt>
                <c:pt idx="7673">
                  <c:v>0.11200682192592638</c:v>
                </c:pt>
                <c:pt idx="7674">
                  <c:v>0.11203183320439236</c:v>
                </c:pt>
                <c:pt idx="7675">
                  <c:v>0.1120384720839456</c:v>
                </c:pt>
                <c:pt idx="7676">
                  <c:v>0.11205114206976793</c:v>
                </c:pt>
                <c:pt idx="7677">
                  <c:v>0.11207176254598958</c:v>
                </c:pt>
                <c:pt idx="7678">
                  <c:v>0.11207237473700084</c:v>
                </c:pt>
                <c:pt idx="7679">
                  <c:v>0.11208395828317179</c:v>
                </c:pt>
                <c:pt idx="7680">
                  <c:v>0.11209198761628537</c:v>
                </c:pt>
                <c:pt idx="7681">
                  <c:v>0.11210540800049608</c:v>
                </c:pt>
                <c:pt idx="7682">
                  <c:v>0.11212778102948832</c:v>
                </c:pt>
                <c:pt idx="7683">
                  <c:v>0.11213405848438801</c:v>
                </c:pt>
                <c:pt idx="7684">
                  <c:v>0.11216290057541824</c:v>
                </c:pt>
                <c:pt idx="7685">
                  <c:v>0.11217248484834953</c:v>
                </c:pt>
                <c:pt idx="7686">
                  <c:v>0.1121730373319343</c:v>
                </c:pt>
                <c:pt idx="7687">
                  <c:v>0.1121957530732839</c:v>
                </c:pt>
                <c:pt idx="7688">
                  <c:v>0.1122001316350052</c:v>
                </c:pt>
                <c:pt idx="7689">
                  <c:v>0.11220055161411266</c:v>
                </c:pt>
                <c:pt idx="7690">
                  <c:v>0.11222159428276189</c:v>
                </c:pt>
                <c:pt idx="7691">
                  <c:v>0.11223061946264051</c:v>
                </c:pt>
                <c:pt idx="7692">
                  <c:v>0.11223160593962414</c:v>
                </c:pt>
                <c:pt idx="7693">
                  <c:v>0.1122411625483066</c:v>
                </c:pt>
                <c:pt idx="7694">
                  <c:v>0.11224641553952225</c:v>
                </c:pt>
                <c:pt idx="7695">
                  <c:v>0.11224888950479124</c:v>
                </c:pt>
                <c:pt idx="7696">
                  <c:v>0.1122599391693246</c:v>
                </c:pt>
                <c:pt idx="7697">
                  <c:v>0.1122604507209133</c:v>
                </c:pt>
                <c:pt idx="7698">
                  <c:v>0.11226595959368905</c:v>
                </c:pt>
                <c:pt idx="7699">
                  <c:v>0.11227449381890112</c:v>
                </c:pt>
                <c:pt idx="7700">
                  <c:v>0.11229142059760532</c:v>
                </c:pt>
                <c:pt idx="7701">
                  <c:v>0.11229210650998139</c:v>
                </c:pt>
                <c:pt idx="7702">
                  <c:v>0.1122967044019849</c:v>
                </c:pt>
                <c:pt idx="7703">
                  <c:v>0.11230120362504052</c:v>
                </c:pt>
                <c:pt idx="7704">
                  <c:v>0.11230154193923997</c:v>
                </c:pt>
                <c:pt idx="7705">
                  <c:v>0.11231193021223669</c:v>
                </c:pt>
                <c:pt idx="7706">
                  <c:v>0.11233607382786127</c:v>
                </c:pt>
                <c:pt idx="7707">
                  <c:v>0.11235307727004348</c:v>
                </c:pt>
                <c:pt idx="7708">
                  <c:v>0.11235996150068951</c:v>
                </c:pt>
                <c:pt idx="7709">
                  <c:v>0.11237485638517632</c:v>
                </c:pt>
                <c:pt idx="7710">
                  <c:v>0.11238162679512972</c:v>
                </c:pt>
                <c:pt idx="7711">
                  <c:v>0.11239021775610443</c:v>
                </c:pt>
                <c:pt idx="7712">
                  <c:v>0.11241598334722352</c:v>
                </c:pt>
                <c:pt idx="7713">
                  <c:v>0.11243129239683669</c:v>
                </c:pt>
                <c:pt idx="7714">
                  <c:v>0.112446336287491</c:v>
                </c:pt>
                <c:pt idx="7715">
                  <c:v>0.11248192129648167</c:v>
                </c:pt>
                <c:pt idx="7716">
                  <c:v>0.11248532153147237</c:v>
                </c:pt>
                <c:pt idx="7717">
                  <c:v>0.11248819301494632</c:v>
                </c:pt>
                <c:pt idx="7718">
                  <c:v>0.11248870605139866</c:v>
                </c:pt>
                <c:pt idx="7719">
                  <c:v>0.11249863178460238</c:v>
                </c:pt>
                <c:pt idx="7720">
                  <c:v>0.11250350441493626</c:v>
                </c:pt>
                <c:pt idx="7721">
                  <c:v>0.1125042135227579</c:v>
                </c:pt>
                <c:pt idx="7722">
                  <c:v>0.11251523640164059</c:v>
                </c:pt>
                <c:pt idx="7723">
                  <c:v>0.11251892460115308</c:v>
                </c:pt>
                <c:pt idx="7724">
                  <c:v>0.11253547459264064</c:v>
                </c:pt>
                <c:pt idx="7725">
                  <c:v>0.11253809616846006</c:v>
                </c:pt>
                <c:pt idx="7726">
                  <c:v>0.11256339901139806</c:v>
                </c:pt>
                <c:pt idx="7727">
                  <c:v>0.11256399797613767</c:v>
                </c:pt>
                <c:pt idx="7728">
                  <c:v>0.11257327553475695</c:v>
                </c:pt>
                <c:pt idx="7729">
                  <c:v>0.11263066944639437</c:v>
                </c:pt>
                <c:pt idx="7730">
                  <c:v>0.11265093460182364</c:v>
                </c:pt>
                <c:pt idx="7731">
                  <c:v>0.11265207048513419</c:v>
                </c:pt>
                <c:pt idx="7732">
                  <c:v>0.11265843946578444</c:v>
                </c:pt>
                <c:pt idx="7733">
                  <c:v>0.1126711931881156</c:v>
                </c:pt>
                <c:pt idx="7734">
                  <c:v>0.11267391510378079</c:v>
                </c:pt>
                <c:pt idx="7735">
                  <c:v>0.11268786438277893</c:v>
                </c:pt>
                <c:pt idx="7736">
                  <c:v>0.11269133172161999</c:v>
                </c:pt>
                <c:pt idx="7737">
                  <c:v>0.11269426764900502</c:v>
                </c:pt>
                <c:pt idx="7738">
                  <c:v>0.11269982051114047</c:v>
                </c:pt>
                <c:pt idx="7739">
                  <c:v>0.11270194338612397</c:v>
                </c:pt>
                <c:pt idx="7740">
                  <c:v>0.11270503619623638</c:v>
                </c:pt>
                <c:pt idx="7741">
                  <c:v>0.11270829608416749</c:v>
                </c:pt>
                <c:pt idx="7742">
                  <c:v>0.11270936859628634</c:v>
                </c:pt>
                <c:pt idx="7743">
                  <c:v>0.11272006365276634</c:v>
                </c:pt>
                <c:pt idx="7744">
                  <c:v>0.11272752706683199</c:v>
                </c:pt>
                <c:pt idx="7745">
                  <c:v>0.11272848345593815</c:v>
                </c:pt>
                <c:pt idx="7746">
                  <c:v>0.11274824986947243</c:v>
                </c:pt>
                <c:pt idx="7747">
                  <c:v>0.11275722658093147</c:v>
                </c:pt>
                <c:pt idx="7748">
                  <c:v>0.11276612861651558</c:v>
                </c:pt>
                <c:pt idx="7749">
                  <c:v>0.11276666256475058</c:v>
                </c:pt>
                <c:pt idx="7750">
                  <c:v>0.11277125052074666</c:v>
                </c:pt>
                <c:pt idx="7751">
                  <c:v>0.1127738811827264</c:v>
                </c:pt>
                <c:pt idx="7752">
                  <c:v>0.11278003930588264</c:v>
                </c:pt>
                <c:pt idx="7753">
                  <c:v>0.11278366383140229</c:v>
                </c:pt>
                <c:pt idx="7754">
                  <c:v>0.11279261571360677</c:v>
                </c:pt>
                <c:pt idx="7755">
                  <c:v>0.11279840197424164</c:v>
                </c:pt>
                <c:pt idx="7756">
                  <c:v>0.11280028248463791</c:v>
                </c:pt>
                <c:pt idx="7757">
                  <c:v>0.11282954115758605</c:v>
                </c:pt>
                <c:pt idx="7758">
                  <c:v>0.11285330006272475</c:v>
                </c:pt>
                <c:pt idx="7759">
                  <c:v>0.11285694249370325</c:v>
                </c:pt>
                <c:pt idx="7760">
                  <c:v>0.112859778584358</c:v>
                </c:pt>
                <c:pt idx="7761">
                  <c:v>0.11286874672825728</c:v>
                </c:pt>
                <c:pt idx="7762">
                  <c:v>0.11287020390380441</c:v>
                </c:pt>
                <c:pt idx="7763">
                  <c:v>0.1128797898154176</c:v>
                </c:pt>
                <c:pt idx="7764">
                  <c:v>0.11288600721641959</c:v>
                </c:pt>
                <c:pt idx="7765">
                  <c:v>0.11289370105429798</c:v>
                </c:pt>
                <c:pt idx="7766">
                  <c:v>0.11290921855276753</c:v>
                </c:pt>
                <c:pt idx="7767">
                  <c:v>0.11292505682750317</c:v>
                </c:pt>
                <c:pt idx="7768">
                  <c:v>0.11292684446986533</c:v>
                </c:pt>
                <c:pt idx="7769">
                  <c:v>0.11293158657459454</c:v>
                </c:pt>
                <c:pt idx="7770">
                  <c:v>0.11293270156142064</c:v>
                </c:pt>
                <c:pt idx="7771">
                  <c:v>0.11294458701773151</c:v>
                </c:pt>
                <c:pt idx="7772">
                  <c:v>0.11295828195205689</c:v>
                </c:pt>
                <c:pt idx="7773">
                  <c:v>0.11296849748381887</c:v>
                </c:pt>
                <c:pt idx="7774">
                  <c:v>0.11297785353182223</c:v>
                </c:pt>
                <c:pt idx="7775">
                  <c:v>0.11297804774665977</c:v>
                </c:pt>
                <c:pt idx="7776">
                  <c:v>0.11297998338415771</c:v>
                </c:pt>
                <c:pt idx="7777">
                  <c:v>0.11299317972323307</c:v>
                </c:pt>
                <c:pt idx="7778">
                  <c:v>0.11302174000703696</c:v>
                </c:pt>
                <c:pt idx="7779">
                  <c:v>0.11303406206004465</c:v>
                </c:pt>
                <c:pt idx="7780">
                  <c:v>0.1130394056983767</c:v>
                </c:pt>
                <c:pt idx="7781">
                  <c:v>0.11305194279436528</c:v>
                </c:pt>
                <c:pt idx="7782">
                  <c:v>0.11307387777309345</c:v>
                </c:pt>
                <c:pt idx="7783">
                  <c:v>0.11307845799314378</c:v>
                </c:pt>
                <c:pt idx="7784">
                  <c:v>0.11308924030797202</c:v>
                </c:pt>
                <c:pt idx="7785">
                  <c:v>0.1131167470732615</c:v>
                </c:pt>
                <c:pt idx="7786">
                  <c:v>0.11311682371518132</c:v>
                </c:pt>
                <c:pt idx="7787">
                  <c:v>0.11311823511561327</c:v>
                </c:pt>
                <c:pt idx="7788">
                  <c:v>0.11312509244576949</c:v>
                </c:pt>
                <c:pt idx="7789">
                  <c:v>0.11314424675865414</c:v>
                </c:pt>
                <c:pt idx="7790">
                  <c:v>0.11316302900702387</c:v>
                </c:pt>
                <c:pt idx="7791">
                  <c:v>0.11316497549455498</c:v>
                </c:pt>
                <c:pt idx="7792">
                  <c:v>0.11317073345989062</c:v>
                </c:pt>
                <c:pt idx="7793">
                  <c:v>0.11318778419525473</c:v>
                </c:pt>
                <c:pt idx="7794">
                  <c:v>0.11319003204436857</c:v>
                </c:pt>
                <c:pt idx="7795">
                  <c:v>0.11320232109068019</c:v>
                </c:pt>
                <c:pt idx="7796">
                  <c:v>0.11321559007243984</c:v>
                </c:pt>
                <c:pt idx="7797">
                  <c:v>0.11322119057045779</c:v>
                </c:pt>
                <c:pt idx="7798">
                  <c:v>0.11323780515929341</c:v>
                </c:pt>
                <c:pt idx="7799">
                  <c:v>0.11324168101308243</c:v>
                </c:pt>
                <c:pt idx="7800">
                  <c:v>0.11325546213479724</c:v>
                </c:pt>
                <c:pt idx="7801">
                  <c:v>0.11325943511960493</c:v>
                </c:pt>
                <c:pt idx="7802">
                  <c:v>0.11326330674920393</c:v>
                </c:pt>
                <c:pt idx="7803">
                  <c:v>0.11328713487939721</c:v>
                </c:pt>
                <c:pt idx="7804">
                  <c:v>0.11329935797171052</c:v>
                </c:pt>
                <c:pt idx="7805">
                  <c:v>0.11330201781673223</c:v>
                </c:pt>
                <c:pt idx="7806">
                  <c:v>0.11330570113622238</c:v>
                </c:pt>
                <c:pt idx="7807">
                  <c:v>0.11333904734737089</c:v>
                </c:pt>
                <c:pt idx="7808">
                  <c:v>0.11335887856562267</c:v>
                </c:pt>
                <c:pt idx="7809">
                  <c:v>0.11340387267736021</c:v>
                </c:pt>
                <c:pt idx="7810">
                  <c:v>0.11340393299415065</c:v>
                </c:pt>
                <c:pt idx="7811">
                  <c:v>0.11342510245910387</c:v>
                </c:pt>
                <c:pt idx="7812">
                  <c:v>0.1134575066051806</c:v>
                </c:pt>
                <c:pt idx="7813">
                  <c:v>0.11347233041374355</c:v>
                </c:pt>
                <c:pt idx="7814">
                  <c:v>0.11349527248697019</c:v>
                </c:pt>
                <c:pt idx="7815">
                  <c:v>0.1135028618047494</c:v>
                </c:pt>
                <c:pt idx="7816">
                  <c:v>0.113518371750868</c:v>
                </c:pt>
                <c:pt idx="7817">
                  <c:v>0.1135286052225076</c:v>
                </c:pt>
                <c:pt idx="7818">
                  <c:v>0.11354025740016084</c:v>
                </c:pt>
                <c:pt idx="7819">
                  <c:v>0.11354631547113794</c:v>
                </c:pt>
                <c:pt idx="7820">
                  <c:v>0.1135681744373005</c:v>
                </c:pt>
                <c:pt idx="7821">
                  <c:v>0.11357761635854552</c:v>
                </c:pt>
                <c:pt idx="7822">
                  <c:v>0.11357940757180576</c:v>
                </c:pt>
                <c:pt idx="7823">
                  <c:v>0.11358036703847177</c:v>
                </c:pt>
                <c:pt idx="7824">
                  <c:v>0.11359132149911748</c:v>
                </c:pt>
                <c:pt idx="7825">
                  <c:v>0.11359231885263329</c:v>
                </c:pt>
                <c:pt idx="7826">
                  <c:v>0.1135926659806762</c:v>
                </c:pt>
                <c:pt idx="7827">
                  <c:v>0.11359558497815239</c:v>
                </c:pt>
                <c:pt idx="7828">
                  <c:v>0.11359610237627285</c:v>
                </c:pt>
                <c:pt idx="7829">
                  <c:v>0.11361608983471826</c:v>
                </c:pt>
                <c:pt idx="7830">
                  <c:v>0.11362090620580123</c:v>
                </c:pt>
                <c:pt idx="7831">
                  <c:v>0.11362562392172962</c:v>
                </c:pt>
                <c:pt idx="7832">
                  <c:v>0.11363001723632039</c:v>
                </c:pt>
                <c:pt idx="7833">
                  <c:v>0.11363629636276495</c:v>
                </c:pt>
                <c:pt idx="7834">
                  <c:v>0.11368475648599473</c:v>
                </c:pt>
                <c:pt idx="7835">
                  <c:v>0.11369151653254991</c:v>
                </c:pt>
                <c:pt idx="7836">
                  <c:v>0.11369666509666179</c:v>
                </c:pt>
                <c:pt idx="7837">
                  <c:v>0.11370299556360423</c:v>
                </c:pt>
                <c:pt idx="7838">
                  <c:v>0.11370538746429347</c:v>
                </c:pt>
                <c:pt idx="7839">
                  <c:v>0.11372132118693727</c:v>
                </c:pt>
                <c:pt idx="7840">
                  <c:v>0.11372383288901235</c:v>
                </c:pt>
                <c:pt idx="7841">
                  <c:v>0.11373622482403803</c:v>
                </c:pt>
                <c:pt idx="7842">
                  <c:v>0.11374793527359786</c:v>
                </c:pt>
                <c:pt idx="7843">
                  <c:v>0.11376484496048662</c:v>
                </c:pt>
                <c:pt idx="7844">
                  <c:v>0.11377874294111953</c:v>
                </c:pt>
                <c:pt idx="7845">
                  <c:v>0.1137920437043074</c:v>
                </c:pt>
                <c:pt idx="7846">
                  <c:v>0.11379646925688464</c:v>
                </c:pt>
                <c:pt idx="7847">
                  <c:v>0.11380758909229442</c:v>
                </c:pt>
                <c:pt idx="7848">
                  <c:v>0.11381257132273835</c:v>
                </c:pt>
                <c:pt idx="7849">
                  <c:v>0.11381894846278497</c:v>
                </c:pt>
                <c:pt idx="7850">
                  <c:v>0.11381961809384297</c:v>
                </c:pt>
                <c:pt idx="7851">
                  <c:v>0.1138384963122832</c:v>
                </c:pt>
                <c:pt idx="7852">
                  <c:v>0.11384588360189912</c:v>
                </c:pt>
                <c:pt idx="7853">
                  <c:v>0.11384628692188867</c:v>
                </c:pt>
                <c:pt idx="7854">
                  <c:v>0.11386192595574082</c:v>
                </c:pt>
                <c:pt idx="7855">
                  <c:v>0.11388137412456692</c:v>
                </c:pt>
                <c:pt idx="7856">
                  <c:v>0.11388971166224189</c:v>
                </c:pt>
                <c:pt idx="7857">
                  <c:v>0.11388976376578432</c:v>
                </c:pt>
                <c:pt idx="7858">
                  <c:v>0.11388993766589793</c:v>
                </c:pt>
                <c:pt idx="7859">
                  <c:v>0.11390007817038487</c:v>
                </c:pt>
                <c:pt idx="7860">
                  <c:v>0.11390282033301788</c:v>
                </c:pt>
                <c:pt idx="7861">
                  <c:v>0.11392109502703096</c:v>
                </c:pt>
                <c:pt idx="7862">
                  <c:v>0.11393016245461257</c:v>
                </c:pt>
                <c:pt idx="7863">
                  <c:v>0.11394347051603688</c:v>
                </c:pt>
                <c:pt idx="7864">
                  <c:v>0.11395680254690818</c:v>
                </c:pt>
                <c:pt idx="7865">
                  <c:v>0.11397734004083471</c:v>
                </c:pt>
                <c:pt idx="7866">
                  <c:v>0.1139789006097397</c:v>
                </c:pt>
                <c:pt idx="7867">
                  <c:v>0.11398719720441187</c:v>
                </c:pt>
                <c:pt idx="7868">
                  <c:v>0.11400353042364425</c:v>
                </c:pt>
                <c:pt idx="7869">
                  <c:v>0.11401387555825739</c:v>
                </c:pt>
                <c:pt idx="7870">
                  <c:v>0.11401987836838481</c:v>
                </c:pt>
                <c:pt idx="7871">
                  <c:v>0.11403667973188693</c:v>
                </c:pt>
                <c:pt idx="7872">
                  <c:v>0.11403973868375777</c:v>
                </c:pt>
                <c:pt idx="7873">
                  <c:v>0.11404432197855119</c:v>
                </c:pt>
                <c:pt idx="7874">
                  <c:v>0.11405628394888144</c:v>
                </c:pt>
                <c:pt idx="7875">
                  <c:v>0.11407248175124601</c:v>
                </c:pt>
                <c:pt idx="7876">
                  <c:v>0.11407356560013064</c:v>
                </c:pt>
                <c:pt idx="7877">
                  <c:v>0.11407879001990141</c:v>
                </c:pt>
                <c:pt idx="7878">
                  <c:v>0.11408966657795733</c:v>
                </c:pt>
                <c:pt idx="7879">
                  <c:v>0.11410149550839446</c:v>
                </c:pt>
                <c:pt idx="7880">
                  <c:v>0.11410594585749281</c:v>
                </c:pt>
                <c:pt idx="7881">
                  <c:v>0.11410924372894954</c:v>
                </c:pt>
                <c:pt idx="7882">
                  <c:v>0.11411369758404281</c:v>
                </c:pt>
                <c:pt idx="7883">
                  <c:v>0.11412050912283485</c:v>
                </c:pt>
                <c:pt idx="7884">
                  <c:v>0.11413153938716562</c:v>
                </c:pt>
                <c:pt idx="7885">
                  <c:v>0.11413504950953801</c:v>
                </c:pt>
                <c:pt idx="7886">
                  <c:v>0.11415609591425073</c:v>
                </c:pt>
                <c:pt idx="7887">
                  <c:v>0.11417453621850183</c:v>
                </c:pt>
                <c:pt idx="7888">
                  <c:v>0.11419646422975745</c:v>
                </c:pt>
                <c:pt idx="7889">
                  <c:v>0.11419867927283493</c:v>
                </c:pt>
                <c:pt idx="7890">
                  <c:v>0.11420129037347075</c:v>
                </c:pt>
                <c:pt idx="7891">
                  <c:v>0.11420277902732193</c:v>
                </c:pt>
                <c:pt idx="7892">
                  <c:v>0.11422119352610278</c:v>
                </c:pt>
                <c:pt idx="7893">
                  <c:v>0.11423125348126922</c:v>
                </c:pt>
                <c:pt idx="7894">
                  <c:v>0.11423332338133881</c:v>
                </c:pt>
                <c:pt idx="7895">
                  <c:v>0.11423688544145415</c:v>
                </c:pt>
                <c:pt idx="7896">
                  <c:v>0.11423949536174785</c:v>
                </c:pt>
                <c:pt idx="7897">
                  <c:v>0.11424332210242229</c:v>
                </c:pt>
                <c:pt idx="7898">
                  <c:v>0.11424912313798075</c:v>
                </c:pt>
                <c:pt idx="7899">
                  <c:v>0.11425618858963846</c:v>
                </c:pt>
                <c:pt idx="7900">
                  <c:v>0.11425852882297852</c:v>
                </c:pt>
                <c:pt idx="7901">
                  <c:v>0.11427751364069574</c:v>
                </c:pt>
                <c:pt idx="7902">
                  <c:v>0.1143160622504337</c:v>
                </c:pt>
                <c:pt idx="7903">
                  <c:v>0.11432780369230346</c:v>
                </c:pt>
                <c:pt idx="7904">
                  <c:v>0.11433038546413773</c:v>
                </c:pt>
                <c:pt idx="7905">
                  <c:v>0.11435420780803721</c:v>
                </c:pt>
                <c:pt idx="7906">
                  <c:v>0.11435421268534915</c:v>
                </c:pt>
                <c:pt idx="7907">
                  <c:v>0.11435462030514652</c:v>
                </c:pt>
                <c:pt idx="7908">
                  <c:v>0.11435510273968727</c:v>
                </c:pt>
                <c:pt idx="7909">
                  <c:v>0.11437327033161855</c:v>
                </c:pt>
                <c:pt idx="7910">
                  <c:v>0.11438619523705776</c:v>
                </c:pt>
                <c:pt idx="7911">
                  <c:v>0.11438711196041089</c:v>
                </c:pt>
                <c:pt idx="7912">
                  <c:v>0.11439050406074794</c:v>
                </c:pt>
                <c:pt idx="7913">
                  <c:v>0.11439202622404564</c:v>
                </c:pt>
                <c:pt idx="7914">
                  <c:v>0.11439921552403083</c:v>
                </c:pt>
                <c:pt idx="7915">
                  <c:v>0.11442394404398745</c:v>
                </c:pt>
                <c:pt idx="7916">
                  <c:v>0.11442417794025594</c:v>
                </c:pt>
                <c:pt idx="7917">
                  <c:v>0.11442477553206534</c:v>
                </c:pt>
                <c:pt idx="7918">
                  <c:v>0.11443406390277268</c:v>
                </c:pt>
                <c:pt idx="7919">
                  <c:v>0.11444813320046072</c:v>
                </c:pt>
                <c:pt idx="7920">
                  <c:v>0.11445106288466179</c:v>
                </c:pt>
                <c:pt idx="7921">
                  <c:v>0.11445214939760219</c:v>
                </c:pt>
                <c:pt idx="7922">
                  <c:v>0.11446031009864484</c:v>
                </c:pt>
                <c:pt idx="7923">
                  <c:v>0.11446627107010587</c:v>
                </c:pt>
                <c:pt idx="7924">
                  <c:v>0.11446843892676138</c:v>
                </c:pt>
                <c:pt idx="7925">
                  <c:v>0.11447123432321013</c:v>
                </c:pt>
                <c:pt idx="7926">
                  <c:v>0.11449693672261928</c:v>
                </c:pt>
                <c:pt idx="7927">
                  <c:v>0.1144987100374919</c:v>
                </c:pt>
                <c:pt idx="7928">
                  <c:v>0.11449914489631359</c:v>
                </c:pt>
                <c:pt idx="7929">
                  <c:v>0.11453487519906494</c:v>
                </c:pt>
                <c:pt idx="7930">
                  <c:v>0.11454009995660352</c:v>
                </c:pt>
                <c:pt idx="7931">
                  <c:v>0.11454495800537427</c:v>
                </c:pt>
                <c:pt idx="7932">
                  <c:v>0.11455330710126183</c:v>
                </c:pt>
                <c:pt idx="7933">
                  <c:v>0.11457549367461163</c:v>
                </c:pt>
                <c:pt idx="7934">
                  <c:v>0.11458289248646218</c:v>
                </c:pt>
                <c:pt idx="7935">
                  <c:v>0.11458300814196869</c:v>
                </c:pt>
                <c:pt idx="7936">
                  <c:v>0.11459285582051153</c:v>
                </c:pt>
                <c:pt idx="7937">
                  <c:v>0.11461757928408023</c:v>
                </c:pt>
                <c:pt idx="7938">
                  <c:v>0.11462875499605818</c:v>
                </c:pt>
                <c:pt idx="7939">
                  <c:v>0.11464127781466198</c:v>
                </c:pt>
                <c:pt idx="7940">
                  <c:v>0.11464566714888627</c:v>
                </c:pt>
                <c:pt idx="7941">
                  <c:v>0.11464812593039697</c:v>
                </c:pt>
                <c:pt idx="7942">
                  <c:v>0.11465410559953473</c:v>
                </c:pt>
                <c:pt idx="7943">
                  <c:v>0.11467100961181516</c:v>
                </c:pt>
                <c:pt idx="7944">
                  <c:v>0.11468567915984731</c:v>
                </c:pt>
                <c:pt idx="7945">
                  <c:v>0.11472389180372997</c:v>
                </c:pt>
                <c:pt idx="7946">
                  <c:v>0.1147301684444248</c:v>
                </c:pt>
                <c:pt idx="7947">
                  <c:v>0.11473289881770884</c:v>
                </c:pt>
                <c:pt idx="7948">
                  <c:v>0.11473924943763078</c:v>
                </c:pt>
                <c:pt idx="7949">
                  <c:v>0.11474135613080168</c:v>
                </c:pt>
                <c:pt idx="7950">
                  <c:v>0.11474960635851456</c:v>
                </c:pt>
                <c:pt idx="7951">
                  <c:v>0.11474971374648262</c:v>
                </c:pt>
                <c:pt idx="7952">
                  <c:v>0.11475436267295762</c:v>
                </c:pt>
                <c:pt idx="7953">
                  <c:v>0.11477917693203546</c:v>
                </c:pt>
                <c:pt idx="7954">
                  <c:v>0.11478036998364291</c:v>
                </c:pt>
                <c:pt idx="7955">
                  <c:v>0.11479533704958231</c:v>
                </c:pt>
                <c:pt idx="7956">
                  <c:v>0.1148033738423663</c:v>
                </c:pt>
                <c:pt idx="7957">
                  <c:v>0.11481380801336191</c:v>
                </c:pt>
                <c:pt idx="7958">
                  <c:v>0.11481938038859808</c:v>
                </c:pt>
                <c:pt idx="7959">
                  <c:v>0.11483110330995257</c:v>
                </c:pt>
                <c:pt idx="7960">
                  <c:v>0.11483547481879278</c:v>
                </c:pt>
                <c:pt idx="7961">
                  <c:v>0.11484447506853504</c:v>
                </c:pt>
                <c:pt idx="7962">
                  <c:v>0.11485718530185926</c:v>
                </c:pt>
                <c:pt idx="7963">
                  <c:v>0.11486498995845006</c:v>
                </c:pt>
                <c:pt idx="7964">
                  <c:v>0.1148699449904219</c:v>
                </c:pt>
                <c:pt idx="7965">
                  <c:v>0.11488417642061242</c:v>
                </c:pt>
                <c:pt idx="7966">
                  <c:v>0.11488671538327115</c:v>
                </c:pt>
                <c:pt idx="7967">
                  <c:v>0.11489521720399896</c:v>
                </c:pt>
                <c:pt idx="7968">
                  <c:v>0.11490453432675354</c:v>
                </c:pt>
                <c:pt idx="7969">
                  <c:v>0.11492671686846131</c:v>
                </c:pt>
                <c:pt idx="7970">
                  <c:v>0.114933872908777</c:v>
                </c:pt>
                <c:pt idx="7971">
                  <c:v>0.11494428303860631</c:v>
                </c:pt>
                <c:pt idx="7972">
                  <c:v>0.11494669956612967</c:v>
                </c:pt>
                <c:pt idx="7973">
                  <c:v>0.11494914870535237</c:v>
                </c:pt>
                <c:pt idx="7974">
                  <c:v>0.11496524826118094</c:v>
                </c:pt>
                <c:pt idx="7975">
                  <c:v>0.11496989276156586</c:v>
                </c:pt>
                <c:pt idx="7976">
                  <c:v>0.11498009646222766</c:v>
                </c:pt>
                <c:pt idx="7977">
                  <c:v>0.11498747582830182</c:v>
                </c:pt>
                <c:pt idx="7978">
                  <c:v>0.11498848255929889</c:v>
                </c:pt>
                <c:pt idx="7979">
                  <c:v>0.11499654571934516</c:v>
                </c:pt>
                <c:pt idx="7980">
                  <c:v>0.11501728311195079</c:v>
                </c:pt>
                <c:pt idx="7981">
                  <c:v>0.11504144512201304</c:v>
                </c:pt>
                <c:pt idx="7982">
                  <c:v>0.11504416924268235</c:v>
                </c:pt>
                <c:pt idx="7983">
                  <c:v>0.11508378035705394</c:v>
                </c:pt>
                <c:pt idx="7984">
                  <c:v>0.1150945099586268</c:v>
                </c:pt>
                <c:pt idx="7985">
                  <c:v>0.11509647882143621</c:v>
                </c:pt>
                <c:pt idx="7986">
                  <c:v>0.11510078196946043</c:v>
                </c:pt>
                <c:pt idx="7987">
                  <c:v>0.1151114932046214</c:v>
                </c:pt>
                <c:pt idx="7988">
                  <c:v>0.11512869886658299</c:v>
                </c:pt>
                <c:pt idx="7989">
                  <c:v>0.11513738339451807</c:v>
                </c:pt>
                <c:pt idx="7990">
                  <c:v>0.11514595402132617</c:v>
                </c:pt>
                <c:pt idx="7991">
                  <c:v>0.11514838956549489</c:v>
                </c:pt>
                <c:pt idx="7992">
                  <c:v>0.11514864707140758</c:v>
                </c:pt>
                <c:pt idx="7993">
                  <c:v>0.11515661770803687</c:v>
                </c:pt>
                <c:pt idx="7994">
                  <c:v>0.11516305152329719</c:v>
                </c:pt>
                <c:pt idx="7995">
                  <c:v>0.11516520883785214</c:v>
                </c:pt>
                <c:pt idx="7996">
                  <c:v>0.11517097106709212</c:v>
                </c:pt>
                <c:pt idx="7997">
                  <c:v>0.11518607432027715</c:v>
                </c:pt>
                <c:pt idx="7998">
                  <c:v>0.11518918345028224</c:v>
                </c:pt>
                <c:pt idx="7999">
                  <c:v>0.11520097465453502</c:v>
                </c:pt>
                <c:pt idx="8000">
                  <c:v>0.11520355965437082</c:v>
                </c:pt>
                <c:pt idx="8001">
                  <c:v>0.11523007239272595</c:v>
                </c:pt>
                <c:pt idx="8002">
                  <c:v>0.11526673925364511</c:v>
                </c:pt>
                <c:pt idx="8003">
                  <c:v>0.11528874913176135</c:v>
                </c:pt>
                <c:pt idx="8004">
                  <c:v>0.11529055784705684</c:v>
                </c:pt>
                <c:pt idx="8005">
                  <c:v>0.11529324405543324</c:v>
                </c:pt>
                <c:pt idx="8006">
                  <c:v>0.1152960081093235</c:v>
                </c:pt>
                <c:pt idx="8007">
                  <c:v>0.1153073188770702</c:v>
                </c:pt>
                <c:pt idx="8008">
                  <c:v>0.11531248422906529</c:v>
                </c:pt>
                <c:pt idx="8009">
                  <c:v>0.11531805145751421</c:v>
                </c:pt>
                <c:pt idx="8010">
                  <c:v>0.11531921878293437</c:v>
                </c:pt>
                <c:pt idx="8011">
                  <c:v>0.11532580879685371</c:v>
                </c:pt>
                <c:pt idx="8012">
                  <c:v>0.11534933010819633</c:v>
                </c:pt>
                <c:pt idx="8013">
                  <c:v>0.11536056872304265</c:v>
                </c:pt>
                <c:pt idx="8014">
                  <c:v>0.11538228780981492</c:v>
                </c:pt>
                <c:pt idx="8015">
                  <c:v>0.11538437242085506</c:v>
                </c:pt>
                <c:pt idx="8016">
                  <c:v>0.11539378119807026</c:v>
                </c:pt>
                <c:pt idx="8017">
                  <c:v>0.11542236268731011</c:v>
                </c:pt>
                <c:pt idx="8018">
                  <c:v>0.11542384722404544</c:v>
                </c:pt>
                <c:pt idx="8019">
                  <c:v>0.1154269680859539</c:v>
                </c:pt>
                <c:pt idx="8020">
                  <c:v>0.11542822852046648</c:v>
                </c:pt>
                <c:pt idx="8021">
                  <c:v>0.11543573122101175</c:v>
                </c:pt>
                <c:pt idx="8022">
                  <c:v>0.11543685332625095</c:v>
                </c:pt>
                <c:pt idx="8023">
                  <c:v>0.11546107341964254</c:v>
                </c:pt>
                <c:pt idx="8024">
                  <c:v>0.11548505591556676</c:v>
                </c:pt>
                <c:pt idx="8025">
                  <c:v>0.11548529572351127</c:v>
                </c:pt>
                <c:pt idx="8026">
                  <c:v>0.11549052542906935</c:v>
                </c:pt>
                <c:pt idx="8027">
                  <c:v>0.11549225111632544</c:v>
                </c:pt>
                <c:pt idx="8028">
                  <c:v>0.11549365347121084</c:v>
                </c:pt>
                <c:pt idx="8029">
                  <c:v>0.11550545184926041</c:v>
                </c:pt>
                <c:pt idx="8030">
                  <c:v>0.11550846068708659</c:v>
                </c:pt>
                <c:pt idx="8031">
                  <c:v>0.11551155200504977</c:v>
                </c:pt>
                <c:pt idx="8032">
                  <c:v>0.11551731101251882</c:v>
                </c:pt>
                <c:pt idx="8033">
                  <c:v>0.11552015992052182</c:v>
                </c:pt>
                <c:pt idx="8034">
                  <c:v>0.1155246039799394</c:v>
                </c:pt>
                <c:pt idx="8035">
                  <c:v>0.11554465768419024</c:v>
                </c:pt>
                <c:pt idx="8036">
                  <c:v>0.11554650005738812</c:v>
                </c:pt>
                <c:pt idx="8037">
                  <c:v>0.11554990699883916</c:v>
                </c:pt>
                <c:pt idx="8038">
                  <c:v>0.11557949847144866</c:v>
                </c:pt>
                <c:pt idx="8039">
                  <c:v>0.11558461902587154</c:v>
                </c:pt>
                <c:pt idx="8040">
                  <c:v>0.11560066003895343</c:v>
                </c:pt>
                <c:pt idx="8041">
                  <c:v>0.11562055295196998</c:v>
                </c:pt>
                <c:pt idx="8042">
                  <c:v>0.11562205157050663</c:v>
                </c:pt>
                <c:pt idx="8043">
                  <c:v>0.11562499680687825</c:v>
                </c:pt>
                <c:pt idx="8044">
                  <c:v>0.11563780882722895</c:v>
                </c:pt>
                <c:pt idx="8045">
                  <c:v>0.11563798139146421</c:v>
                </c:pt>
                <c:pt idx="8046">
                  <c:v>0.11565338109211465</c:v>
                </c:pt>
                <c:pt idx="8047">
                  <c:v>0.11565611308745925</c:v>
                </c:pt>
                <c:pt idx="8048">
                  <c:v>0.11566272425361394</c:v>
                </c:pt>
                <c:pt idx="8049">
                  <c:v>0.11566452728380999</c:v>
                </c:pt>
                <c:pt idx="8050">
                  <c:v>0.11567828436147651</c:v>
                </c:pt>
                <c:pt idx="8051">
                  <c:v>0.11569181590338846</c:v>
                </c:pt>
                <c:pt idx="8052">
                  <c:v>0.11569236533882393</c:v>
                </c:pt>
                <c:pt idx="8053">
                  <c:v>0.11569374571839838</c:v>
                </c:pt>
                <c:pt idx="8054">
                  <c:v>0.11570545848931291</c:v>
                </c:pt>
                <c:pt idx="8055">
                  <c:v>0.11573718900122396</c:v>
                </c:pt>
                <c:pt idx="8056">
                  <c:v>0.11576236511398182</c:v>
                </c:pt>
                <c:pt idx="8057">
                  <c:v>0.11578562458585792</c:v>
                </c:pt>
                <c:pt idx="8058">
                  <c:v>0.11579314172853344</c:v>
                </c:pt>
                <c:pt idx="8059">
                  <c:v>0.11579483375029107</c:v>
                </c:pt>
                <c:pt idx="8060">
                  <c:v>0.11580093945406721</c:v>
                </c:pt>
                <c:pt idx="8061">
                  <c:v>0.11580360604873889</c:v>
                </c:pt>
                <c:pt idx="8062">
                  <c:v>0.11580653006024393</c:v>
                </c:pt>
                <c:pt idx="8063">
                  <c:v>0.11581484743846733</c:v>
                </c:pt>
                <c:pt idx="8064">
                  <c:v>0.11581547620564203</c:v>
                </c:pt>
                <c:pt idx="8065">
                  <c:v>0.11581777077695163</c:v>
                </c:pt>
                <c:pt idx="8066">
                  <c:v>0.11585077786811128</c:v>
                </c:pt>
                <c:pt idx="8067">
                  <c:v>0.11585101020910332</c:v>
                </c:pt>
                <c:pt idx="8068">
                  <c:v>0.11585241514462181</c:v>
                </c:pt>
                <c:pt idx="8069">
                  <c:v>0.1158623084237774</c:v>
                </c:pt>
                <c:pt idx="8070">
                  <c:v>0.11586282018794193</c:v>
                </c:pt>
                <c:pt idx="8071">
                  <c:v>0.1158685051164543</c:v>
                </c:pt>
                <c:pt idx="8072">
                  <c:v>0.1158955044781548</c:v>
                </c:pt>
                <c:pt idx="8073">
                  <c:v>0.11589817260644529</c:v>
                </c:pt>
                <c:pt idx="8074">
                  <c:v>0.11591307366262561</c:v>
                </c:pt>
                <c:pt idx="8075">
                  <c:v>0.11591540618792241</c:v>
                </c:pt>
                <c:pt idx="8076">
                  <c:v>0.1159160866784103</c:v>
                </c:pt>
                <c:pt idx="8077">
                  <c:v>0.11592014027247718</c:v>
                </c:pt>
                <c:pt idx="8078">
                  <c:v>0.11592086958571179</c:v>
                </c:pt>
                <c:pt idx="8079">
                  <c:v>0.11592366555704468</c:v>
                </c:pt>
                <c:pt idx="8080">
                  <c:v>0.11592510600301267</c:v>
                </c:pt>
                <c:pt idx="8081">
                  <c:v>0.11593097195036511</c:v>
                </c:pt>
                <c:pt idx="8082">
                  <c:v>0.11594024077080729</c:v>
                </c:pt>
                <c:pt idx="8083">
                  <c:v>0.11594488043389899</c:v>
                </c:pt>
                <c:pt idx="8084">
                  <c:v>0.1160052802199488</c:v>
                </c:pt>
                <c:pt idx="8085">
                  <c:v>0.11600872818195219</c:v>
                </c:pt>
                <c:pt idx="8086">
                  <c:v>0.11602500466408197</c:v>
                </c:pt>
                <c:pt idx="8087">
                  <c:v>0.11604809926960696</c:v>
                </c:pt>
                <c:pt idx="8088">
                  <c:v>0.1160494609032124</c:v>
                </c:pt>
                <c:pt idx="8089">
                  <c:v>0.11606709594938067</c:v>
                </c:pt>
                <c:pt idx="8090">
                  <c:v>0.11607468227453167</c:v>
                </c:pt>
                <c:pt idx="8091">
                  <c:v>0.11608041752098086</c:v>
                </c:pt>
                <c:pt idx="8092">
                  <c:v>0.11609953483867456</c:v>
                </c:pt>
                <c:pt idx="8093">
                  <c:v>0.11613846453680775</c:v>
                </c:pt>
                <c:pt idx="8094">
                  <c:v>0.11614955972824377</c:v>
                </c:pt>
                <c:pt idx="8095">
                  <c:v>0.11616922234491042</c:v>
                </c:pt>
                <c:pt idx="8096">
                  <c:v>0.11617349135152533</c:v>
                </c:pt>
                <c:pt idx="8097">
                  <c:v>0.11617440438855131</c:v>
                </c:pt>
                <c:pt idx="8098">
                  <c:v>0.11618502274466717</c:v>
                </c:pt>
                <c:pt idx="8099">
                  <c:v>0.11619326311708013</c:v>
                </c:pt>
                <c:pt idx="8100">
                  <c:v>0.11620805927048557</c:v>
                </c:pt>
                <c:pt idx="8101">
                  <c:v>0.11620957942960125</c:v>
                </c:pt>
                <c:pt idx="8102">
                  <c:v>0.11624866597319565</c:v>
                </c:pt>
                <c:pt idx="8103">
                  <c:v>0.11625148752435586</c:v>
                </c:pt>
                <c:pt idx="8104">
                  <c:v>0.11625282171284423</c:v>
                </c:pt>
                <c:pt idx="8105">
                  <c:v>0.1162606707654322</c:v>
                </c:pt>
                <c:pt idx="8106">
                  <c:v>0.1162610272619832</c:v>
                </c:pt>
                <c:pt idx="8107">
                  <c:v>0.11626109297400525</c:v>
                </c:pt>
                <c:pt idx="8108">
                  <c:v>0.1162846614329428</c:v>
                </c:pt>
                <c:pt idx="8109">
                  <c:v>0.11630520486793731</c:v>
                </c:pt>
                <c:pt idx="8110">
                  <c:v>0.11631722093146295</c:v>
                </c:pt>
                <c:pt idx="8111">
                  <c:v>0.11633911515194201</c:v>
                </c:pt>
                <c:pt idx="8112">
                  <c:v>0.11634719016402557</c:v>
                </c:pt>
                <c:pt idx="8113">
                  <c:v>0.11635999077128671</c:v>
                </c:pt>
                <c:pt idx="8114">
                  <c:v>0.11637820056899882</c:v>
                </c:pt>
                <c:pt idx="8115">
                  <c:v>0.11639272109944253</c:v>
                </c:pt>
                <c:pt idx="8116">
                  <c:v>0.11639450597829304</c:v>
                </c:pt>
                <c:pt idx="8117">
                  <c:v>0.11639849263248024</c:v>
                </c:pt>
                <c:pt idx="8118">
                  <c:v>0.11641119636243961</c:v>
                </c:pt>
                <c:pt idx="8119">
                  <c:v>0.11641255230968188</c:v>
                </c:pt>
                <c:pt idx="8120">
                  <c:v>0.11641879350512364</c:v>
                </c:pt>
                <c:pt idx="8121">
                  <c:v>0.116429744621365</c:v>
                </c:pt>
                <c:pt idx="8122">
                  <c:v>0.11643704886705271</c:v>
                </c:pt>
                <c:pt idx="8123">
                  <c:v>0.11643795645361921</c:v>
                </c:pt>
                <c:pt idx="8124">
                  <c:v>0.11644136044183517</c:v>
                </c:pt>
                <c:pt idx="8125">
                  <c:v>0.11647225049642908</c:v>
                </c:pt>
                <c:pt idx="8126">
                  <c:v>0.11647666941374403</c:v>
                </c:pt>
                <c:pt idx="8127">
                  <c:v>0.11648630834631177</c:v>
                </c:pt>
                <c:pt idx="8128">
                  <c:v>0.11649440862976082</c:v>
                </c:pt>
                <c:pt idx="8129">
                  <c:v>0.11649752492606229</c:v>
                </c:pt>
                <c:pt idx="8130">
                  <c:v>0.11650978195860932</c:v>
                </c:pt>
                <c:pt idx="8131">
                  <c:v>0.11651706067620748</c:v>
                </c:pt>
                <c:pt idx="8132">
                  <c:v>0.11652236070806229</c:v>
                </c:pt>
                <c:pt idx="8133">
                  <c:v>0.11652512427506909</c:v>
                </c:pt>
                <c:pt idx="8134">
                  <c:v>0.11653066503896968</c:v>
                </c:pt>
                <c:pt idx="8135">
                  <c:v>0.11654545670657949</c:v>
                </c:pt>
                <c:pt idx="8136">
                  <c:v>0.11655223023272676</c:v>
                </c:pt>
                <c:pt idx="8137">
                  <c:v>0.11656490779786197</c:v>
                </c:pt>
                <c:pt idx="8138">
                  <c:v>0.11656864380467201</c:v>
                </c:pt>
                <c:pt idx="8139">
                  <c:v>0.11658361066357888</c:v>
                </c:pt>
                <c:pt idx="8140">
                  <c:v>0.11658972924127006</c:v>
                </c:pt>
                <c:pt idx="8141">
                  <c:v>0.11659255358322713</c:v>
                </c:pt>
                <c:pt idx="8142">
                  <c:v>0.11659260898103897</c:v>
                </c:pt>
                <c:pt idx="8143">
                  <c:v>0.11659902002353828</c:v>
                </c:pt>
                <c:pt idx="8144">
                  <c:v>0.11661578621300785</c:v>
                </c:pt>
                <c:pt idx="8145">
                  <c:v>0.11662668514470799</c:v>
                </c:pt>
                <c:pt idx="8146">
                  <c:v>0.11663060264733881</c:v>
                </c:pt>
                <c:pt idx="8147">
                  <c:v>0.11664326335262228</c:v>
                </c:pt>
                <c:pt idx="8148">
                  <c:v>0.11665098911529116</c:v>
                </c:pt>
                <c:pt idx="8149">
                  <c:v>0.11665140904739647</c:v>
                </c:pt>
                <c:pt idx="8150">
                  <c:v>0.11665285631385873</c:v>
                </c:pt>
                <c:pt idx="8151">
                  <c:v>0.11666152260222246</c:v>
                </c:pt>
                <c:pt idx="8152">
                  <c:v>0.11666863651120005</c:v>
                </c:pt>
                <c:pt idx="8153">
                  <c:v>0.11666898018437109</c:v>
                </c:pt>
                <c:pt idx="8154">
                  <c:v>0.11668264298746564</c:v>
                </c:pt>
                <c:pt idx="8155">
                  <c:v>0.11669899068840753</c:v>
                </c:pt>
                <c:pt idx="8156">
                  <c:v>0.11670278181204705</c:v>
                </c:pt>
                <c:pt idx="8157">
                  <c:v>0.11670426443054509</c:v>
                </c:pt>
                <c:pt idx="8158">
                  <c:v>0.11670558149543458</c:v>
                </c:pt>
                <c:pt idx="8159">
                  <c:v>0.11671685129994816</c:v>
                </c:pt>
                <c:pt idx="8160">
                  <c:v>0.11672554049098012</c:v>
                </c:pt>
                <c:pt idx="8161">
                  <c:v>0.11676528714970723</c:v>
                </c:pt>
                <c:pt idx="8162">
                  <c:v>0.11678860749120686</c:v>
                </c:pt>
                <c:pt idx="8163">
                  <c:v>0.11679383323644719</c:v>
                </c:pt>
                <c:pt idx="8164">
                  <c:v>0.11681158652205456</c:v>
                </c:pt>
                <c:pt idx="8165">
                  <c:v>0.11684048050138354</c:v>
                </c:pt>
                <c:pt idx="8166">
                  <c:v>0.11684284093137952</c:v>
                </c:pt>
                <c:pt idx="8167">
                  <c:v>0.1168462638316437</c:v>
                </c:pt>
                <c:pt idx="8168">
                  <c:v>0.11685754551805032</c:v>
                </c:pt>
                <c:pt idx="8169">
                  <c:v>0.11687057658761849</c:v>
                </c:pt>
                <c:pt idx="8170">
                  <c:v>0.11687373377007847</c:v>
                </c:pt>
                <c:pt idx="8171">
                  <c:v>0.11688282279985483</c:v>
                </c:pt>
                <c:pt idx="8172">
                  <c:v>0.11688639666480176</c:v>
                </c:pt>
                <c:pt idx="8173">
                  <c:v>0.11689246769491193</c:v>
                </c:pt>
                <c:pt idx="8174">
                  <c:v>0.11689419584899313</c:v>
                </c:pt>
                <c:pt idx="8175">
                  <c:v>0.11689923493175405</c:v>
                </c:pt>
                <c:pt idx="8176">
                  <c:v>0.11690622799777499</c:v>
                </c:pt>
                <c:pt idx="8177">
                  <c:v>0.11690982414453414</c:v>
                </c:pt>
                <c:pt idx="8178">
                  <c:v>0.11691604021614996</c:v>
                </c:pt>
                <c:pt idx="8179">
                  <c:v>0.11692370451126038</c:v>
                </c:pt>
                <c:pt idx="8180">
                  <c:v>0.11692502345610821</c:v>
                </c:pt>
                <c:pt idx="8181">
                  <c:v>0.11692532347038392</c:v>
                </c:pt>
                <c:pt idx="8182">
                  <c:v>0.11693787897429198</c:v>
                </c:pt>
                <c:pt idx="8183">
                  <c:v>0.11694819579757232</c:v>
                </c:pt>
                <c:pt idx="8184">
                  <c:v>0.11695306567397891</c:v>
                </c:pt>
                <c:pt idx="8185">
                  <c:v>0.11695415939251783</c:v>
                </c:pt>
                <c:pt idx="8186">
                  <c:v>0.11695971396498317</c:v>
                </c:pt>
                <c:pt idx="8187">
                  <c:v>0.11696605530294163</c:v>
                </c:pt>
                <c:pt idx="8188">
                  <c:v>0.11696916931933528</c:v>
                </c:pt>
                <c:pt idx="8189">
                  <c:v>0.11698789547797177</c:v>
                </c:pt>
                <c:pt idx="8190">
                  <c:v>0.116988380495664</c:v>
                </c:pt>
                <c:pt idx="8191">
                  <c:v>0.11698881307873459</c:v>
                </c:pt>
                <c:pt idx="8192">
                  <c:v>0.11700331953557419</c:v>
                </c:pt>
                <c:pt idx="8193">
                  <c:v>0.1170061346517989</c:v>
                </c:pt>
                <c:pt idx="8194">
                  <c:v>0.11702259468474203</c:v>
                </c:pt>
                <c:pt idx="8195">
                  <c:v>0.11703050397194363</c:v>
                </c:pt>
                <c:pt idx="8196">
                  <c:v>0.1170367560393072</c:v>
                </c:pt>
                <c:pt idx="8197">
                  <c:v>0.11704656848639422</c:v>
                </c:pt>
                <c:pt idx="8198">
                  <c:v>0.11704783455030129</c:v>
                </c:pt>
                <c:pt idx="8199">
                  <c:v>0.11705244120815654</c:v>
                </c:pt>
                <c:pt idx="8200">
                  <c:v>0.11705974611296098</c:v>
                </c:pt>
                <c:pt idx="8201">
                  <c:v>0.11706444223599759</c:v>
                </c:pt>
                <c:pt idx="8202">
                  <c:v>0.11706519094983392</c:v>
                </c:pt>
                <c:pt idx="8203">
                  <c:v>0.11706930119921755</c:v>
                </c:pt>
                <c:pt idx="8204">
                  <c:v>0.1170830564079034</c:v>
                </c:pt>
                <c:pt idx="8205">
                  <c:v>0.11708353812515951</c:v>
                </c:pt>
                <c:pt idx="8206">
                  <c:v>0.1170888796996955</c:v>
                </c:pt>
                <c:pt idx="8207">
                  <c:v>0.11710651503194809</c:v>
                </c:pt>
                <c:pt idx="8208">
                  <c:v>0.1171179385491707</c:v>
                </c:pt>
                <c:pt idx="8209">
                  <c:v>0.11713033990989155</c:v>
                </c:pt>
                <c:pt idx="8210">
                  <c:v>0.11713209133097333</c:v>
                </c:pt>
                <c:pt idx="8211">
                  <c:v>0.11713353870126812</c:v>
                </c:pt>
                <c:pt idx="8212">
                  <c:v>0.11715601818699752</c:v>
                </c:pt>
                <c:pt idx="8213">
                  <c:v>0.1171755404884281</c:v>
                </c:pt>
                <c:pt idx="8214">
                  <c:v>0.11720480637312518</c:v>
                </c:pt>
                <c:pt idx="8215">
                  <c:v>0.11722334846285948</c:v>
                </c:pt>
                <c:pt idx="8216">
                  <c:v>0.11722481964449311</c:v>
                </c:pt>
                <c:pt idx="8217">
                  <c:v>0.11723548107490195</c:v>
                </c:pt>
                <c:pt idx="8218">
                  <c:v>0.11724465358919053</c:v>
                </c:pt>
                <c:pt idx="8219">
                  <c:v>0.1172692903757992</c:v>
                </c:pt>
                <c:pt idx="8220">
                  <c:v>0.11728486978566333</c:v>
                </c:pt>
                <c:pt idx="8221">
                  <c:v>0.11729480471864728</c:v>
                </c:pt>
                <c:pt idx="8222">
                  <c:v>0.11731589653979295</c:v>
                </c:pt>
                <c:pt idx="8223">
                  <c:v>0.11732432586475385</c:v>
                </c:pt>
                <c:pt idx="8224">
                  <c:v>0.1173599290334454</c:v>
                </c:pt>
                <c:pt idx="8225">
                  <c:v>0.11736391936939887</c:v>
                </c:pt>
                <c:pt idx="8226">
                  <c:v>0.11738753509068214</c:v>
                </c:pt>
                <c:pt idx="8227">
                  <c:v>0.1174036650591785</c:v>
                </c:pt>
                <c:pt idx="8228">
                  <c:v>0.11740887655135132</c:v>
                </c:pt>
                <c:pt idx="8229">
                  <c:v>0.11741635831869018</c:v>
                </c:pt>
                <c:pt idx="8230">
                  <c:v>0.11743481989890153</c:v>
                </c:pt>
                <c:pt idx="8231">
                  <c:v>0.11743768860441881</c:v>
                </c:pt>
                <c:pt idx="8232">
                  <c:v>0.11745543201097076</c:v>
                </c:pt>
                <c:pt idx="8233">
                  <c:v>0.11746070971147848</c:v>
                </c:pt>
                <c:pt idx="8234">
                  <c:v>0.11746344849631271</c:v>
                </c:pt>
                <c:pt idx="8235">
                  <c:v>0.11747632777021935</c:v>
                </c:pt>
                <c:pt idx="8236">
                  <c:v>0.11748436431540708</c:v>
                </c:pt>
                <c:pt idx="8237">
                  <c:v>0.11749123791507939</c:v>
                </c:pt>
                <c:pt idx="8238">
                  <c:v>0.11749305388671681</c:v>
                </c:pt>
                <c:pt idx="8239">
                  <c:v>0.11749643553239655</c:v>
                </c:pt>
                <c:pt idx="8240">
                  <c:v>0.11749691931338811</c:v>
                </c:pt>
                <c:pt idx="8241">
                  <c:v>0.11754062154746921</c:v>
                </c:pt>
                <c:pt idx="8242">
                  <c:v>0.11754585115350114</c:v>
                </c:pt>
                <c:pt idx="8243">
                  <c:v>0.1175684149982857</c:v>
                </c:pt>
                <c:pt idx="8244">
                  <c:v>0.11757710013975102</c:v>
                </c:pt>
                <c:pt idx="8245">
                  <c:v>0.11758972993791277</c:v>
                </c:pt>
                <c:pt idx="8246">
                  <c:v>0.11759736807325041</c:v>
                </c:pt>
                <c:pt idx="8247">
                  <c:v>0.11761635144819524</c:v>
                </c:pt>
                <c:pt idx="8248">
                  <c:v>0.11762954794821209</c:v>
                </c:pt>
                <c:pt idx="8249">
                  <c:v>0.11764286645779834</c:v>
                </c:pt>
                <c:pt idx="8250">
                  <c:v>0.11764868166233644</c:v>
                </c:pt>
                <c:pt idx="8251">
                  <c:v>0.1176650404890493</c:v>
                </c:pt>
                <c:pt idx="8252">
                  <c:v>0.11767040698803119</c:v>
                </c:pt>
                <c:pt idx="8253">
                  <c:v>0.11767461642357024</c:v>
                </c:pt>
                <c:pt idx="8254">
                  <c:v>0.11770124176419193</c:v>
                </c:pt>
                <c:pt idx="8255">
                  <c:v>0.11771608254449099</c:v>
                </c:pt>
                <c:pt idx="8256">
                  <c:v>0.11772148559873034</c:v>
                </c:pt>
                <c:pt idx="8257">
                  <c:v>0.11775271088990362</c:v>
                </c:pt>
                <c:pt idx="8258">
                  <c:v>0.11776927637978356</c:v>
                </c:pt>
                <c:pt idx="8259">
                  <c:v>0.11777895097631266</c:v>
                </c:pt>
                <c:pt idx="8260">
                  <c:v>0.11782227491525618</c:v>
                </c:pt>
                <c:pt idx="8261">
                  <c:v>0.11782403435238292</c:v>
                </c:pt>
                <c:pt idx="8262">
                  <c:v>0.11782542107136137</c:v>
                </c:pt>
                <c:pt idx="8263">
                  <c:v>0.1178569381742075</c:v>
                </c:pt>
                <c:pt idx="8264">
                  <c:v>0.11787033634641077</c:v>
                </c:pt>
                <c:pt idx="8265">
                  <c:v>0.11787156931739386</c:v>
                </c:pt>
                <c:pt idx="8266">
                  <c:v>0.11787729084766824</c:v>
                </c:pt>
                <c:pt idx="8267">
                  <c:v>0.11788181194246466</c:v>
                </c:pt>
                <c:pt idx="8268">
                  <c:v>0.11788256999508337</c:v>
                </c:pt>
                <c:pt idx="8269">
                  <c:v>0.11788939733928584</c:v>
                </c:pt>
                <c:pt idx="8270">
                  <c:v>0.11790213424740199</c:v>
                </c:pt>
                <c:pt idx="8271">
                  <c:v>0.11791762365714466</c:v>
                </c:pt>
                <c:pt idx="8272">
                  <c:v>0.11795223919237663</c:v>
                </c:pt>
                <c:pt idx="8273">
                  <c:v>0.11796592668474018</c:v>
                </c:pt>
                <c:pt idx="8274">
                  <c:v>0.11798461968626235</c:v>
                </c:pt>
                <c:pt idx="8275">
                  <c:v>0.11798575007545205</c:v>
                </c:pt>
                <c:pt idx="8276">
                  <c:v>0.11800415928667908</c:v>
                </c:pt>
                <c:pt idx="8277">
                  <c:v>0.11801933483075158</c:v>
                </c:pt>
                <c:pt idx="8278">
                  <c:v>0.11802519680784418</c:v>
                </c:pt>
                <c:pt idx="8279">
                  <c:v>0.118026285808482</c:v>
                </c:pt>
                <c:pt idx="8280">
                  <c:v>0.11802922513682859</c:v>
                </c:pt>
                <c:pt idx="8281">
                  <c:v>0.11803086923641677</c:v>
                </c:pt>
                <c:pt idx="8282">
                  <c:v>0.11803583759669159</c:v>
                </c:pt>
                <c:pt idx="8283">
                  <c:v>0.11805201092024907</c:v>
                </c:pt>
                <c:pt idx="8284">
                  <c:v>0.1180544492168514</c:v>
                </c:pt>
                <c:pt idx="8285">
                  <c:v>0.11805621467088674</c:v>
                </c:pt>
                <c:pt idx="8286">
                  <c:v>0.11807250683173334</c:v>
                </c:pt>
                <c:pt idx="8287">
                  <c:v>0.11808370783663147</c:v>
                </c:pt>
                <c:pt idx="8288">
                  <c:v>0.11808503028661194</c:v>
                </c:pt>
                <c:pt idx="8289">
                  <c:v>0.11809065090738496</c:v>
                </c:pt>
                <c:pt idx="8290">
                  <c:v>0.11809924811660039</c:v>
                </c:pt>
                <c:pt idx="8291">
                  <c:v>0.11810006121596195</c:v>
                </c:pt>
                <c:pt idx="8292">
                  <c:v>0.11810558562256458</c:v>
                </c:pt>
                <c:pt idx="8293">
                  <c:v>0.11814249255352363</c:v>
                </c:pt>
                <c:pt idx="8294">
                  <c:v>0.11818023001510787</c:v>
                </c:pt>
                <c:pt idx="8295">
                  <c:v>0.11820182183393302</c:v>
                </c:pt>
                <c:pt idx="8296">
                  <c:v>0.11823097159442995</c:v>
                </c:pt>
                <c:pt idx="8297">
                  <c:v>0.1182310769819187</c:v>
                </c:pt>
                <c:pt idx="8298">
                  <c:v>0.11825211515526779</c:v>
                </c:pt>
                <c:pt idx="8299">
                  <c:v>0.11825315308706966</c:v>
                </c:pt>
                <c:pt idx="8300">
                  <c:v>0.1183039415444495</c:v>
                </c:pt>
                <c:pt idx="8301">
                  <c:v>0.11830395639578653</c:v>
                </c:pt>
                <c:pt idx="8302">
                  <c:v>0.11830942117933455</c:v>
                </c:pt>
                <c:pt idx="8303">
                  <c:v>0.1183110089755961</c:v>
                </c:pt>
                <c:pt idx="8304">
                  <c:v>0.11834882804692703</c:v>
                </c:pt>
                <c:pt idx="8305">
                  <c:v>0.11836351381324632</c:v>
                </c:pt>
                <c:pt idx="8306">
                  <c:v>0.11837057839427048</c:v>
                </c:pt>
                <c:pt idx="8307">
                  <c:v>0.11837462442028777</c:v>
                </c:pt>
                <c:pt idx="8308">
                  <c:v>0.11839155238550748</c:v>
                </c:pt>
                <c:pt idx="8309">
                  <c:v>0.11840780863828576</c:v>
                </c:pt>
                <c:pt idx="8310">
                  <c:v>0.11843598516181321</c:v>
                </c:pt>
                <c:pt idx="8311">
                  <c:v>0.11844906234303534</c:v>
                </c:pt>
                <c:pt idx="8312">
                  <c:v>0.11845441161141812</c:v>
                </c:pt>
                <c:pt idx="8313">
                  <c:v>0.11845508435056672</c:v>
                </c:pt>
                <c:pt idx="8314">
                  <c:v>0.11846790513484384</c:v>
                </c:pt>
                <c:pt idx="8315">
                  <c:v>0.118476536820094</c:v>
                </c:pt>
                <c:pt idx="8316">
                  <c:v>0.11848253801381355</c:v>
                </c:pt>
                <c:pt idx="8317">
                  <c:v>0.11849314056942849</c:v>
                </c:pt>
                <c:pt idx="8318">
                  <c:v>0.11849500512159118</c:v>
                </c:pt>
                <c:pt idx="8319">
                  <c:v>0.11850078334818533</c:v>
                </c:pt>
                <c:pt idx="8320">
                  <c:v>0.11850855221172137</c:v>
                </c:pt>
                <c:pt idx="8321">
                  <c:v>0.11851366858976742</c:v>
                </c:pt>
                <c:pt idx="8322">
                  <c:v>0.11852402046824667</c:v>
                </c:pt>
                <c:pt idx="8323">
                  <c:v>0.11852590278289674</c:v>
                </c:pt>
                <c:pt idx="8324">
                  <c:v>0.11854210299304353</c:v>
                </c:pt>
                <c:pt idx="8325">
                  <c:v>0.11855636468172563</c:v>
                </c:pt>
                <c:pt idx="8326">
                  <c:v>0.11856847957016907</c:v>
                </c:pt>
                <c:pt idx="8327">
                  <c:v>0.11856962523475263</c:v>
                </c:pt>
                <c:pt idx="8328">
                  <c:v>0.11857478584126256</c:v>
                </c:pt>
                <c:pt idx="8329">
                  <c:v>0.11860037330723594</c:v>
                </c:pt>
                <c:pt idx="8330">
                  <c:v>0.11860441597580677</c:v>
                </c:pt>
                <c:pt idx="8331">
                  <c:v>0.11860996166619051</c:v>
                </c:pt>
                <c:pt idx="8332">
                  <c:v>0.11861773727535853</c:v>
                </c:pt>
                <c:pt idx="8333">
                  <c:v>0.11862520942031321</c:v>
                </c:pt>
                <c:pt idx="8334">
                  <c:v>0.11863498243328563</c:v>
                </c:pt>
                <c:pt idx="8335">
                  <c:v>0.11864513590172411</c:v>
                </c:pt>
                <c:pt idx="8336">
                  <c:v>0.11866603674634207</c:v>
                </c:pt>
                <c:pt idx="8337">
                  <c:v>0.11866657621807743</c:v>
                </c:pt>
                <c:pt idx="8338">
                  <c:v>0.11870748345160832</c:v>
                </c:pt>
                <c:pt idx="8339">
                  <c:v>0.11872292524332366</c:v>
                </c:pt>
                <c:pt idx="8340">
                  <c:v>0.11875323576780764</c:v>
                </c:pt>
                <c:pt idx="8341">
                  <c:v>0.11876488925332879</c:v>
                </c:pt>
                <c:pt idx="8342">
                  <c:v>0.11879039281830379</c:v>
                </c:pt>
                <c:pt idx="8343">
                  <c:v>0.11881220454006972</c:v>
                </c:pt>
                <c:pt idx="8344">
                  <c:v>0.11882234098224895</c:v>
                </c:pt>
                <c:pt idx="8345">
                  <c:v>0.1188314434461982</c:v>
                </c:pt>
                <c:pt idx="8346">
                  <c:v>0.11883357949742614</c:v>
                </c:pt>
                <c:pt idx="8347">
                  <c:v>0.11885004851323773</c:v>
                </c:pt>
                <c:pt idx="8348">
                  <c:v>0.11887299522190174</c:v>
                </c:pt>
                <c:pt idx="8349">
                  <c:v>0.11888416747049189</c:v>
                </c:pt>
                <c:pt idx="8350">
                  <c:v>0.1188995060164296</c:v>
                </c:pt>
                <c:pt idx="8351">
                  <c:v>0.11890817996756174</c:v>
                </c:pt>
                <c:pt idx="8352">
                  <c:v>0.1189122158510599</c:v>
                </c:pt>
                <c:pt idx="8353">
                  <c:v>0.11893065155182428</c:v>
                </c:pt>
                <c:pt idx="8354">
                  <c:v>0.11894265262650783</c:v>
                </c:pt>
                <c:pt idx="8355">
                  <c:v>0.11895729291650228</c:v>
                </c:pt>
                <c:pt idx="8356">
                  <c:v>0.11896089323919484</c:v>
                </c:pt>
                <c:pt idx="8357">
                  <c:v>0.11896179818243743</c:v>
                </c:pt>
                <c:pt idx="8358">
                  <c:v>0.11896685633469306</c:v>
                </c:pt>
                <c:pt idx="8359">
                  <c:v>0.1189679501922304</c:v>
                </c:pt>
                <c:pt idx="8360">
                  <c:v>0.11898647314600691</c:v>
                </c:pt>
                <c:pt idx="8361">
                  <c:v>0.11900670777683435</c:v>
                </c:pt>
                <c:pt idx="8362">
                  <c:v>0.11901961226458092</c:v>
                </c:pt>
                <c:pt idx="8363">
                  <c:v>0.11904165403855402</c:v>
                </c:pt>
                <c:pt idx="8364">
                  <c:v>0.1190486336464537</c:v>
                </c:pt>
                <c:pt idx="8365">
                  <c:v>0.11905890508215539</c:v>
                </c:pt>
                <c:pt idx="8366">
                  <c:v>0.11905970299193287</c:v>
                </c:pt>
                <c:pt idx="8367">
                  <c:v>0.1190684344956769</c:v>
                </c:pt>
                <c:pt idx="8368">
                  <c:v>0.11906878019746203</c:v>
                </c:pt>
                <c:pt idx="8369">
                  <c:v>0.11907277209825111</c:v>
                </c:pt>
                <c:pt idx="8370">
                  <c:v>0.11908690369220103</c:v>
                </c:pt>
                <c:pt idx="8371">
                  <c:v>0.11909644317655026</c:v>
                </c:pt>
                <c:pt idx="8372">
                  <c:v>0.11911364458274649</c:v>
                </c:pt>
                <c:pt idx="8373">
                  <c:v>0.11912251860483918</c:v>
                </c:pt>
                <c:pt idx="8374">
                  <c:v>0.11913063060574165</c:v>
                </c:pt>
                <c:pt idx="8375">
                  <c:v>0.11914494779118691</c:v>
                </c:pt>
                <c:pt idx="8376">
                  <c:v>0.11914791787234541</c:v>
                </c:pt>
                <c:pt idx="8377">
                  <c:v>0.11916586923620462</c:v>
                </c:pt>
                <c:pt idx="8378">
                  <c:v>0.11917933190390598</c:v>
                </c:pt>
                <c:pt idx="8379">
                  <c:v>0.11919548547648544</c:v>
                </c:pt>
                <c:pt idx="8380">
                  <c:v>0.11920103898510169</c:v>
                </c:pt>
                <c:pt idx="8381">
                  <c:v>0.1192127742009455</c:v>
                </c:pt>
                <c:pt idx="8382">
                  <c:v>0.11923599431494944</c:v>
                </c:pt>
                <c:pt idx="8383">
                  <c:v>0.11925542611119022</c:v>
                </c:pt>
                <c:pt idx="8384">
                  <c:v>0.11925981182618678</c:v>
                </c:pt>
                <c:pt idx="8385">
                  <c:v>0.11926414164516251</c:v>
                </c:pt>
                <c:pt idx="8386">
                  <c:v>0.11926467280309533</c:v>
                </c:pt>
                <c:pt idx="8387">
                  <c:v>0.11927809203200476</c:v>
                </c:pt>
                <c:pt idx="8388">
                  <c:v>0.11928973240243049</c:v>
                </c:pt>
                <c:pt idx="8389">
                  <c:v>0.11929933481947139</c:v>
                </c:pt>
                <c:pt idx="8390">
                  <c:v>0.11931715599689698</c:v>
                </c:pt>
                <c:pt idx="8391">
                  <c:v>0.11933958052087121</c:v>
                </c:pt>
                <c:pt idx="8392">
                  <c:v>0.11934963016252775</c:v>
                </c:pt>
                <c:pt idx="8393">
                  <c:v>0.11935159956735515</c:v>
                </c:pt>
                <c:pt idx="8394">
                  <c:v>0.11935771059424723</c:v>
                </c:pt>
                <c:pt idx="8395">
                  <c:v>0.11935794840948977</c:v>
                </c:pt>
                <c:pt idx="8396">
                  <c:v>0.11936717606489514</c:v>
                </c:pt>
                <c:pt idx="8397">
                  <c:v>0.1193835810809855</c:v>
                </c:pt>
                <c:pt idx="8398">
                  <c:v>0.11938710333006844</c:v>
                </c:pt>
                <c:pt idx="8399">
                  <c:v>0.119415491159444</c:v>
                </c:pt>
                <c:pt idx="8400">
                  <c:v>0.11941872010093134</c:v>
                </c:pt>
                <c:pt idx="8401">
                  <c:v>0.11942394793397472</c:v>
                </c:pt>
                <c:pt idx="8402">
                  <c:v>0.11942719220763891</c:v>
                </c:pt>
                <c:pt idx="8403">
                  <c:v>0.11943060603984175</c:v>
                </c:pt>
                <c:pt idx="8404">
                  <c:v>0.11943153815819776</c:v>
                </c:pt>
                <c:pt idx="8405">
                  <c:v>0.11943156141542617</c:v>
                </c:pt>
                <c:pt idx="8406">
                  <c:v>0.11943981098379276</c:v>
                </c:pt>
                <c:pt idx="8407">
                  <c:v>0.11945125738937992</c:v>
                </c:pt>
                <c:pt idx="8408">
                  <c:v>0.11947522754394557</c:v>
                </c:pt>
                <c:pt idx="8409">
                  <c:v>0.11947709867100845</c:v>
                </c:pt>
                <c:pt idx="8410">
                  <c:v>0.11948581129245395</c:v>
                </c:pt>
                <c:pt idx="8411">
                  <c:v>0.1194936471293644</c:v>
                </c:pt>
                <c:pt idx="8412">
                  <c:v>0.11949599504835655</c:v>
                </c:pt>
                <c:pt idx="8413">
                  <c:v>0.1195195212283091</c:v>
                </c:pt>
                <c:pt idx="8414">
                  <c:v>0.1195256078135993</c:v>
                </c:pt>
                <c:pt idx="8415">
                  <c:v>0.11953706868313602</c:v>
                </c:pt>
                <c:pt idx="8416">
                  <c:v>0.11954442014107275</c:v>
                </c:pt>
                <c:pt idx="8417">
                  <c:v>0.11955632984517836</c:v>
                </c:pt>
                <c:pt idx="8418">
                  <c:v>0.11957397046010389</c:v>
                </c:pt>
                <c:pt idx="8419">
                  <c:v>0.11957879806464559</c:v>
                </c:pt>
                <c:pt idx="8420">
                  <c:v>0.11960983989294725</c:v>
                </c:pt>
                <c:pt idx="8421">
                  <c:v>0.11962124273284348</c:v>
                </c:pt>
                <c:pt idx="8422">
                  <c:v>0.11962368570563336</c:v>
                </c:pt>
                <c:pt idx="8423">
                  <c:v>0.11962963824871793</c:v>
                </c:pt>
                <c:pt idx="8424">
                  <c:v>0.11963595601953542</c:v>
                </c:pt>
                <c:pt idx="8425">
                  <c:v>0.11964393276499646</c:v>
                </c:pt>
                <c:pt idx="8426">
                  <c:v>0.11966043737190633</c:v>
                </c:pt>
                <c:pt idx="8427">
                  <c:v>0.11966358965852873</c:v>
                </c:pt>
                <c:pt idx="8428">
                  <c:v>0.11967615380013399</c:v>
                </c:pt>
                <c:pt idx="8429">
                  <c:v>0.11968385379020786</c:v>
                </c:pt>
                <c:pt idx="8430">
                  <c:v>0.11970229052905781</c:v>
                </c:pt>
                <c:pt idx="8431">
                  <c:v>0.11970742924763426</c:v>
                </c:pt>
                <c:pt idx="8432">
                  <c:v>0.11972287997168758</c:v>
                </c:pt>
                <c:pt idx="8433">
                  <c:v>0.11973603137354755</c:v>
                </c:pt>
                <c:pt idx="8434">
                  <c:v>0.11973949643891357</c:v>
                </c:pt>
                <c:pt idx="8435">
                  <c:v>0.11975536453067452</c:v>
                </c:pt>
                <c:pt idx="8436">
                  <c:v>0.11977052987081883</c:v>
                </c:pt>
                <c:pt idx="8437">
                  <c:v>0.11977877671915485</c:v>
                </c:pt>
                <c:pt idx="8438">
                  <c:v>0.119787302360865</c:v>
                </c:pt>
                <c:pt idx="8439">
                  <c:v>0.1197873469698108</c:v>
                </c:pt>
                <c:pt idx="8440">
                  <c:v>0.11979172898548202</c:v>
                </c:pt>
                <c:pt idx="8441">
                  <c:v>0.11980370897446076</c:v>
                </c:pt>
                <c:pt idx="8442">
                  <c:v>0.11981780528839954</c:v>
                </c:pt>
                <c:pt idx="8443">
                  <c:v>0.11982207892335009</c:v>
                </c:pt>
                <c:pt idx="8444">
                  <c:v>0.11982962719568449</c:v>
                </c:pt>
                <c:pt idx="8445">
                  <c:v>0.11984381827897357</c:v>
                </c:pt>
                <c:pt idx="8446">
                  <c:v>0.11985093750732648</c:v>
                </c:pt>
                <c:pt idx="8447">
                  <c:v>0.11986456973386876</c:v>
                </c:pt>
                <c:pt idx="8448">
                  <c:v>0.11987667206296707</c:v>
                </c:pt>
                <c:pt idx="8449">
                  <c:v>0.11987991104626028</c:v>
                </c:pt>
                <c:pt idx="8450">
                  <c:v>0.11988590192478969</c:v>
                </c:pt>
                <c:pt idx="8451">
                  <c:v>0.11989448530794675</c:v>
                </c:pt>
                <c:pt idx="8452">
                  <c:v>0.1198960060558138</c:v>
                </c:pt>
                <c:pt idx="8453">
                  <c:v>0.11991052139152887</c:v>
                </c:pt>
                <c:pt idx="8454">
                  <c:v>0.11992820409022863</c:v>
                </c:pt>
                <c:pt idx="8455">
                  <c:v>0.11993909801199606</c:v>
                </c:pt>
                <c:pt idx="8456">
                  <c:v>0.11995069581755093</c:v>
                </c:pt>
                <c:pt idx="8457">
                  <c:v>0.11997759354042202</c:v>
                </c:pt>
                <c:pt idx="8458">
                  <c:v>0.11998624008507011</c:v>
                </c:pt>
                <c:pt idx="8459">
                  <c:v>0.11998772562911467</c:v>
                </c:pt>
                <c:pt idx="8460">
                  <c:v>0.11998954984581117</c:v>
                </c:pt>
                <c:pt idx="8461">
                  <c:v>0.11999186811594857</c:v>
                </c:pt>
                <c:pt idx="8462">
                  <c:v>0.1200345219175505</c:v>
                </c:pt>
                <c:pt idx="8463">
                  <c:v>0.12003498610411369</c:v>
                </c:pt>
                <c:pt idx="8464">
                  <c:v>0.12004128016530807</c:v>
                </c:pt>
                <c:pt idx="8465">
                  <c:v>0.12005281864678623</c:v>
                </c:pt>
                <c:pt idx="8466">
                  <c:v>0.1200771355881424</c:v>
                </c:pt>
                <c:pt idx="8467">
                  <c:v>0.12007829909955287</c:v>
                </c:pt>
                <c:pt idx="8468">
                  <c:v>0.12007840184612821</c:v>
                </c:pt>
                <c:pt idx="8469">
                  <c:v>0.12008015508303786</c:v>
                </c:pt>
                <c:pt idx="8470">
                  <c:v>0.12010926171159358</c:v>
                </c:pt>
                <c:pt idx="8471">
                  <c:v>0.12011591699209813</c:v>
                </c:pt>
                <c:pt idx="8472">
                  <c:v>0.12012182793195604</c:v>
                </c:pt>
                <c:pt idx="8473">
                  <c:v>0.1201221654992065</c:v>
                </c:pt>
                <c:pt idx="8474">
                  <c:v>0.12012361887671921</c:v>
                </c:pt>
                <c:pt idx="8475">
                  <c:v>0.12012827053919593</c:v>
                </c:pt>
                <c:pt idx="8476">
                  <c:v>0.12014786327837773</c:v>
                </c:pt>
                <c:pt idx="8477">
                  <c:v>0.12015760777647935</c:v>
                </c:pt>
                <c:pt idx="8478">
                  <c:v>0.12017487876582472</c:v>
                </c:pt>
                <c:pt idx="8479">
                  <c:v>0.12017881539559301</c:v>
                </c:pt>
                <c:pt idx="8480">
                  <c:v>0.12018335213164094</c:v>
                </c:pt>
                <c:pt idx="8481">
                  <c:v>0.12018578004635921</c:v>
                </c:pt>
                <c:pt idx="8482">
                  <c:v>0.12019237766153699</c:v>
                </c:pt>
                <c:pt idx="8483">
                  <c:v>0.12021517519197518</c:v>
                </c:pt>
                <c:pt idx="8484">
                  <c:v>0.12022080314575057</c:v>
                </c:pt>
                <c:pt idx="8485">
                  <c:v>0.12022821503763449</c:v>
                </c:pt>
                <c:pt idx="8486">
                  <c:v>0.12022987590024102</c:v>
                </c:pt>
                <c:pt idx="8487">
                  <c:v>0.12024710897201529</c:v>
                </c:pt>
                <c:pt idx="8488">
                  <c:v>0.1202919598892371</c:v>
                </c:pt>
                <c:pt idx="8489">
                  <c:v>0.12029211393161339</c:v>
                </c:pt>
                <c:pt idx="8490">
                  <c:v>0.12029455848170034</c:v>
                </c:pt>
                <c:pt idx="8491">
                  <c:v>0.12029589281321156</c:v>
                </c:pt>
                <c:pt idx="8492">
                  <c:v>0.12029620378370399</c:v>
                </c:pt>
                <c:pt idx="8493">
                  <c:v>0.12031416690411464</c:v>
                </c:pt>
                <c:pt idx="8494">
                  <c:v>0.12031631940187516</c:v>
                </c:pt>
                <c:pt idx="8495">
                  <c:v>0.12032806889891325</c:v>
                </c:pt>
                <c:pt idx="8496">
                  <c:v>0.12032972161992497</c:v>
                </c:pt>
                <c:pt idx="8497">
                  <c:v>0.12033829925703408</c:v>
                </c:pt>
                <c:pt idx="8498">
                  <c:v>0.1203396187422979</c:v>
                </c:pt>
                <c:pt idx="8499">
                  <c:v>0.12034821786302709</c:v>
                </c:pt>
                <c:pt idx="8500">
                  <c:v>0.12035675449164644</c:v>
                </c:pt>
                <c:pt idx="8501">
                  <c:v>0.12036916003879915</c:v>
                </c:pt>
                <c:pt idx="8502">
                  <c:v>0.12037282474776534</c:v>
                </c:pt>
                <c:pt idx="8503">
                  <c:v>0.12039103276113149</c:v>
                </c:pt>
                <c:pt idx="8504">
                  <c:v>0.12041263218460238</c:v>
                </c:pt>
                <c:pt idx="8505">
                  <c:v>0.12041536317555374</c:v>
                </c:pt>
                <c:pt idx="8506">
                  <c:v>0.12043970549509718</c:v>
                </c:pt>
                <c:pt idx="8507">
                  <c:v>0.12045243998081945</c:v>
                </c:pt>
                <c:pt idx="8508">
                  <c:v>0.12045261038430022</c:v>
                </c:pt>
                <c:pt idx="8509">
                  <c:v>0.12046197178915241</c:v>
                </c:pt>
                <c:pt idx="8510">
                  <c:v>0.12046943319923877</c:v>
                </c:pt>
                <c:pt idx="8511">
                  <c:v>0.12047242028317985</c:v>
                </c:pt>
                <c:pt idx="8512">
                  <c:v>0.12048273811629089</c:v>
                </c:pt>
                <c:pt idx="8513">
                  <c:v>0.1204927135916849</c:v>
                </c:pt>
                <c:pt idx="8514">
                  <c:v>0.12049276371274131</c:v>
                </c:pt>
                <c:pt idx="8515">
                  <c:v>0.12051195757324691</c:v>
                </c:pt>
                <c:pt idx="8516">
                  <c:v>0.12051400377384509</c:v>
                </c:pt>
                <c:pt idx="8517">
                  <c:v>0.12054227631018062</c:v>
                </c:pt>
                <c:pt idx="8518">
                  <c:v>0.1205494259727368</c:v>
                </c:pt>
                <c:pt idx="8519">
                  <c:v>0.12056522041326243</c:v>
                </c:pt>
                <c:pt idx="8520">
                  <c:v>0.12057176904666114</c:v>
                </c:pt>
                <c:pt idx="8521">
                  <c:v>0.1205957932978996</c:v>
                </c:pt>
                <c:pt idx="8522">
                  <c:v>0.12060590837777592</c:v>
                </c:pt>
                <c:pt idx="8523">
                  <c:v>0.12060751782545059</c:v>
                </c:pt>
                <c:pt idx="8524">
                  <c:v>0.12060889933487284</c:v>
                </c:pt>
                <c:pt idx="8525">
                  <c:v>0.1206219979632111</c:v>
                </c:pt>
                <c:pt idx="8526">
                  <c:v>0.12064206072129308</c:v>
                </c:pt>
                <c:pt idx="8527">
                  <c:v>0.12064283800908772</c:v>
                </c:pt>
                <c:pt idx="8528">
                  <c:v>0.12065112289647149</c:v>
                </c:pt>
                <c:pt idx="8529">
                  <c:v>0.12066072792926515</c:v>
                </c:pt>
                <c:pt idx="8530">
                  <c:v>0.12066446285776031</c:v>
                </c:pt>
                <c:pt idx="8531">
                  <c:v>0.12067848742693184</c:v>
                </c:pt>
                <c:pt idx="8532">
                  <c:v>0.12068266873109314</c:v>
                </c:pt>
                <c:pt idx="8533">
                  <c:v>0.12068674936714477</c:v>
                </c:pt>
                <c:pt idx="8534">
                  <c:v>0.12068867624763539</c:v>
                </c:pt>
                <c:pt idx="8535">
                  <c:v>0.12068868750119896</c:v>
                </c:pt>
                <c:pt idx="8536">
                  <c:v>0.1206924396634947</c:v>
                </c:pt>
                <c:pt idx="8537">
                  <c:v>0.12069813722994707</c:v>
                </c:pt>
                <c:pt idx="8538">
                  <c:v>0.12070603112031236</c:v>
                </c:pt>
                <c:pt idx="8539">
                  <c:v>0.12071457765918173</c:v>
                </c:pt>
                <c:pt idx="8540">
                  <c:v>0.12072401327200231</c:v>
                </c:pt>
                <c:pt idx="8541">
                  <c:v>0.12072806585183987</c:v>
                </c:pt>
                <c:pt idx="8542">
                  <c:v>0.12073853213169337</c:v>
                </c:pt>
                <c:pt idx="8543">
                  <c:v>0.12076323048330277</c:v>
                </c:pt>
                <c:pt idx="8544">
                  <c:v>0.12076495219918311</c:v>
                </c:pt>
                <c:pt idx="8545">
                  <c:v>0.12079159668222866</c:v>
                </c:pt>
                <c:pt idx="8546">
                  <c:v>0.1208094130135673</c:v>
                </c:pt>
                <c:pt idx="8547">
                  <c:v>0.12081544332601238</c:v>
                </c:pt>
                <c:pt idx="8548">
                  <c:v>0.12083543939056163</c:v>
                </c:pt>
                <c:pt idx="8549">
                  <c:v>0.12083660393027415</c:v>
                </c:pt>
                <c:pt idx="8550">
                  <c:v>0.12084333095016937</c:v>
                </c:pt>
                <c:pt idx="8551">
                  <c:v>0.12084675198268396</c:v>
                </c:pt>
                <c:pt idx="8552">
                  <c:v>0.12084796032864868</c:v>
                </c:pt>
                <c:pt idx="8553">
                  <c:v>0.12085314066268006</c:v>
                </c:pt>
                <c:pt idx="8554">
                  <c:v>0.12086401711379831</c:v>
                </c:pt>
                <c:pt idx="8555">
                  <c:v>0.12087856515210046</c:v>
                </c:pt>
                <c:pt idx="8556">
                  <c:v>0.12087936426030134</c:v>
                </c:pt>
                <c:pt idx="8557">
                  <c:v>0.12090678018357445</c:v>
                </c:pt>
                <c:pt idx="8558">
                  <c:v>0.12091472477326388</c:v>
                </c:pt>
                <c:pt idx="8559">
                  <c:v>0.12091598488363954</c:v>
                </c:pt>
                <c:pt idx="8560">
                  <c:v>0.12092313757437403</c:v>
                </c:pt>
                <c:pt idx="8561">
                  <c:v>0.12094588454303885</c:v>
                </c:pt>
                <c:pt idx="8562">
                  <c:v>0.12094680598799347</c:v>
                </c:pt>
                <c:pt idx="8563">
                  <c:v>0.12095774076165433</c:v>
                </c:pt>
                <c:pt idx="8564">
                  <c:v>0.12095916222446505</c:v>
                </c:pt>
                <c:pt idx="8565">
                  <c:v>0.12096434137957662</c:v>
                </c:pt>
                <c:pt idx="8566">
                  <c:v>0.12098710194884522</c:v>
                </c:pt>
                <c:pt idx="8567">
                  <c:v>0.12099369596691993</c:v>
                </c:pt>
                <c:pt idx="8568">
                  <c:v>0.12099598698919851</c:v>
                </c:pt>
                <c:pt idx="8569">
                  <c:v>0.12099664855380403</c:v>
                </c:pt>
                <c:pt idx="8570">
                  <c:v>0.12100749395312943</c:v>
                </c:pt>
                <c:pt idx="8571">
                  <c:v>0.12101150158501192</c:v>
                </c:pt>
                <c:pt idx="8572">
                  <c:v>0.12103182702468769</c:v>
                </c:pt>
                <c:pt idx="8573">
                  <c:v>0.12103813462238107</c:v>
                </c:pt>
                <c:pt idx="8574">
                  <c:v>0.12108237596922908</c:v>
                </c:pt>
                <c:pt idx="8575">
                  <c:v>0.12111916070982418</c:v>
                </c:pt>
                <c:pt idx="8576">
                  <c:v>0.12112933379222586</c:v>
                </c:pt>
                <c:pt idx="8577">
                  <c:v>0.12113254568890978</c:v>
                </c:pt>
                <c:pt idx="8578">
                  <c:v>0.1211389457357991</c:v>
                </c:pt>
                <c:pt idx="8579">
                  <c:v>0.12116523851184834</c:v>
                </c:pt>
                <c:pt idx="8580">
                  <c:v>0.1211723904337047</c:v>
                </c:pt>
                <c:pt idx="8581">
                  <c:v>0.12118087990283233</c:v>
                </c:pt>
                <c:pt idx="8582">
                  <c:v>0.12119746506935249</c:v>
                </c:pt>
                <c:pt idx="8583">
                  <c:v>0.12119832821757173</c:v>
                </c:pt>
                <c:pt idx="8584">
                  <c:v>0.12120472543045439</c:v>
                </c:pt>
                <c:pt idx="8585">
                  <c:v>0.12120504457113947</c:v>
                </c:pt>
                <c:pt idx="8586">
                  <c:v>0.12121580051747033</c:v>
                </c:pt>
                <c:pt idx="8587">
                  <c:v>0.12122547121773215</c:v>
                </c:pt>
                <c:pt idx="8588">
                  <c:v>0.12123707302687409</c:v>
                </c:pt>
                <c:pt idx="8589">
                  <c:v>0.12124159454057534</c:v>
                </c:pt>
                <c:pt idx="8590">
                  <c:v>0.12125018969441378</c:v>
                </c:pt>
                <c:pt idx="8591">
                  <c:v>0.12126309434996441</c:v>
                </c:pt>
                <c:pt idx="8592">
                  <c:v>0.12127618727730842</c:v>
                </c:pt>
                <c:pt idx="8593">
                  <c:v>0.12128654608410498</c:v>
                </c:pt>
                <c:pt idx="8594">
                  <c:v>0.12130957405151627</c:v>
                </c:pt>
                <c:pt idx="8595">
                  <c:v>0.12131427657059508</c:v>
                </c:pt>
                <c:pt idx="8596">
                  <c:v>0.12131432973592017</c:v>
                </c:pt>
                <c:pt idx="8597">
                  <c:v>0.1213143935671714</c:v>
                </c:pt>
                <c:pt idx="8598">
                  <c:v>0.12131909696733005</c:v>
                </c:pt>
                <c:pt idx="8599">
                  <c:v>0.12132959146137554</c:v>
                </c:pt>
                <c:pt idx="8600">
                  <c:v>0.12133094103003322</c:v>
                </c:pt>
                <c:pt idx="8601">
                  <c:v>0.12133705184401249</c:v>
                </c:pt>
                <c:pt idx="8602">
                  <c:v>0.12134009781343134</c:v>
                </c:pt>
                <c:pt idx="8603">
                  <c:v>0.12138003617625341</c:v>
                </c:pt>
                <c:pt idx="8604">
                  <c:v>0.12139501882993223</c:v>
                </c:pt>
                <c:pt idx="8605">
                  <c:v>0.12140755473987995</c:v>
                </c:pt>
                <c:pt idx="8606">
                  <c:v>0.1214853307359664</c:v>
                </c:pt>
                <c:pt idx="8607">
                  <c:v>0.12149610462240561</c:v>
                </c:pt>
                <c:pt idx="8608">
                  <c:v>0.12151281459989539</c:v>
                </c:pt>
                <c:pt idx="8609">
                  <c:v>0.12153394271358978</c:v>
                </c:pt>
                <c:pt idx="8610">
                  <c:v>0.12155248495363616</c:v>
                </c:pt>
                <c:pt idx="8611">
                  <c:v>0.12155373655435356</c:v>
                </c:pt>
                <c:pt idx="8612">
                  <c:v>0.12157472798984241</c:v>
                </c:pt>
                <c:pt idx="8613">
                  <c:v>0.1215859353209944</c:v>
                </c:pt>
                <c:pt idx="8614">
                  <c:v>0.1215875989086658</c:v>
                </c:pt>
                <c:pt idx="8615">
                  <c:v>0.12158920633485677</c:v>
                </c:pt>
                <c:pt idx="8616">
                  <c:v>0.12160123322058519</c:v>
                </c:pt>
                <c:pt idx="8617">
                  <c:v>0.12160759796059498</c:v>
                </c:pt>
                <c:pt idx="8618">
                  <c:v>0.12160903515688205</c:v>
                </c:pt>
                <c:pt idx="8619">
                  <c:v>0.12162011550999158</c:v>
                </c:pt>
                <c:pt idx="8620">
                  <c:v>0.12164861484252708</c:v>
                </c:pt>
                <c:pt idx="8621">
                  <c:v>0.12166425243411222</c:v>
                </c:pt>
                <c:pt idx="8622">
                  <c:v>0.12166744879226837</c:v>
                </c:pt>
                <c:pt idx="8623">
                  <c:v>0.12168541191395307</c:v>
                </c:pt>
                <c:pt idx="8624">
                  <c:v>0.12168935671552505</c:v>
                </c:pt>
                <c:pt idx="8625">
                  <c:v>0.12169118280624047</c:v>
                </c:pt>
                <c:pt idx="8626">
                  <c:v>0.12169555219692127</c:v>
                </c:pt>
                <c:pt idx="8627">
                  <c:v>0.12171840851927909</c:v>
                </c:pt>
                <c:pt idx="8628">
                  <c:v>0.12172370783940141</c:v>
                </c:pt>
                <c:pt idx="8629">
                  <c:v>0.12173128249369612</c:v>
                </c:pt>
                <c:pt idx="8630">
                  <c:v>0.12173247072036641</c:v>
                </c:pt>
                <c:pt idx="8631">
                  <c:v>0.12173278214296133</c:v>
                </c:pt>
                <c:pt idx="8632">
                  <c:v>0.12173470857914515</c:v>
                </c:pt>
                <c:pt idx="8633">
                  <c:v>0.12173531139271088</c:v>
                </c:pt>
                <c:pt idx="8634">
                  <c:v>0.12176189844079985</c:v>
                </c:pt>
                <c:pt idx="8635">
                  <c:v>0.12176599113766476</c:v>
                </c:pt>
                <c:pt idx="8636">
                  <c:v>0.12176783649237471</c:v>
                </c:pt>
                <c:pt idx="8637">
                  <c:v>0.12176880959359987</c:v>
                </c:pt>
                <c:pt idx="8638">
                  <c:v>0.12177345927204093</c:v>
                </c:pt>
                <c:pt idx="8639">
                  <c:v>0.1217904657280596</c:v>
                </c:pt>
                <c:pt idx="8640">
                  <c:v>0.1217920607704016</c:v>
                </c:pt>
                <c:pt idx="8641">
                  <c:v>0.12179224456130333</c:v>
                </c:pt>
                <c:pt idx="8642">
                  <c:v>0.12180266266920783</c:v>
                </c:pt>
                <c:pt idx="8643">
                  <c:v>0.12181289408887133</c:v>
                </c:pt>
                <c:pt idx="8644">
                  <c:v>0.12181715044096186</c:v>
                </c:pt>
                <c:pt idx="8645">
                  <c:v>0.12182366485611688</c:v>
                </c:pt>
                <c:pt idx="8646">
                  <c:v>0.12183288640841361</c:v>
                </c:pt>
                <c:pt idx="8647">
                  <c:v>0.12185374664443799</c:v>
                </c:pt>
                <c:pt idx="8648">
                  <c:v>0.12187987546463352</c:v>
                </c:pt>
                <c:pt idx="8649">
                  <c:v>0.12189687914599831</c:v>
                </c:pt>
                <c:pt idx="8650">
                  <c:v>0.12191283662826828</c:v>
                </c:pt>
                <c:pt idx="8651">
                  <c:v>0.121915562734807</c:v>
                </c:pt>
                <c:pt idx="8652">
                  <c:v>0.12192317220313835</c:v>
                </c:pt>
                <c:pt idx="8653">
                  <c:v>0.12192525232309731</c:v>
                </c:pt>
                <c:pt idx="8654">
                  <c:v>0.1219321030629045</c:v>
                </c:pt>
                <c:pt idx="8655">
                  <c:v>0.12193530593687373</c:v>
                </c:pt>
                <c:pt idx="8656">
                  <c:v>0.12194396207901313</c:v>
                </c:pt>
                <c:pt idx="8657">
                  <c:v>0.12194661795266534</c:v>
                </c:pt>
                <c:pt idx="8658">
                  <c:v>0.12194775568217023</c:v>
                </c:pt>
                <c:pt idx="8659">
                  <c:v>0.1219594099691115</c:v>
                </c:pt>
                <c:pt idx="8660">
                  <c:v>0.12197045261185004</c:v>
                </c:pt>
                <c:pt idx="8661">
                  <c:v>0.1220355464378951</c:v>
                </c:pt>
                <c:pt idx="8662">
                  <c:v>0.12206852847775043</c:v>
                </c:pt>
                <c:pt idx="8663">
                  <c:v>0.12207163289083753</c:v>
                </c:pt>
                <c:pt idx="8664">
                  <c:v>0.12207546721319591</c:v>
                </c:pt>
                <c:pt idx="8665">
                  <c:v>0.12209265010771593</c:v>
                </c:pt>
                <c:pt idx="8666">
                  <c:v>0.12211007048301628</c:v>
                </c:pt>
                <c:pt idx="8667">
                  <c:v>0.12211385432272125</c:v>
                </c:pt>
                <c:pt idx="8668">
                  <c:v>0.12213091128254332</c:v>
                </c:pt>
                <c:pt idx="8669">
                  <c:v>0.12214957763303885</c:v>
                </c:pt>
                <c:pt idx="8670">
                  <c:v>0.12215404823954658</c:v>
                </c:pt>
                <c:pt idx="8671">
                  <c:v>0.12216047672096657</c:v>
                </c:pt>
                <c:pt idx="8672">
                  <c:v>0.12217314785268749</c:v>
                </c:pt>
                <c:pt idx="8673">
                  <c:v>0.12217334216027118</c:v>
                </c:pt>
                <c:pt idx="8674">
                  <c:v>0.12217633293637906</c:v>
                </c:pt>
                <c:pt idx="8675">
                  <c:v>0.12217993728271126</c:v>
                </c:pt>
                <c:pt idx="8676">
                  <c:v>0.12218494833334724</c:v>
                </c:pt>
                <c:pt idx="8677">
                  <c:v>0.12219915903268817</c:v>
                </c:pt>
                <c:pt idx="8678">
                  <c:v>0.12221940621265766</c:v>
                </c:pt>
                <c:pt idx="8679">
                  <c:v>0.12222509342564385</c:v>
                </c:pt>
                <c:pt idx="8680">
                  <c:v>0.12222556012562547</c:v>
                </c:pt>
                <c:pt idx="8681">
                  <c:v>0.12224326585095455</c:v>
                </c:pt>
                <c:pt idx="8682">
                  <c:v>0.12224926691732875</c:v>
                </c:pt>
                <c:pt idx="8683">
                  <c:v>0.12226292455571244</c:v>
                </c:pt>
                <c:pt idx="8684">
                  <c:v>0.12226731273061719</c:v>
                </c:pt>
                <c:pt idx="8685">
                  <c:v>0.12226851190413748</c:v>
                </c:pt>
                <c:pt idx="8686">
                  <c:v>0.12227230738873721</c:v>
                </c:pt>
                <c:pt idx="8687">
                  <c:v>0.12228097429590673</c:v>
                </c:pt>
                <c:pt idx="8688">
                  <c:v>0.12228820057127129</c:v>
                </c:pt>
                <c:pt idx="8689">
                  <c:v>0.12228844005331073</c:v>
                </c:pt>
                <c:pt idx="8690">
                  <c:v>0.12229915170198744</c:v>
                </c:pt>
                <c:pt idx="8691">
                  <c:v>0.12230629098257735</c:v>
                </c:pt>
                <c:pt idx="8692">
                  <c:v>0.12230678820659699</c:v>
                </c:pt>
                <c:pt idx="8693">
                  <c:v>0.12230908570351125</c:v>
                </c:pt>
                <c:pt idx="8694">
                  <c:v>0.12231977614675683</c:v>
                </c:pt>
                <c:pt idx="8695">
                  <c:v>0.12233642000100528</c:v>
                </c:pt>
                <c:pt idx="8696">
                  <c:v>0.12234003165232164</c:v>
                </c:pt>
                <c:pt idx="8697">
                  <c:v>0.12234115917332226</c:v>
                </c:pt>
                <c:pt idx="8698">
                  <c:v>0.1223424415152051</c:v>
                </c:pt>
                <c:pt idx="8699">
                  <c:v>0.12234980593430195</c:v>
                </c:pt>
                <c:pt idx="8700">
                  <c:v>0.1223509472733606</c:v>
                </c:pt>
                <c:pt idx="8701">
                  <c:v>0.12235449251940037</c:v>
                </c:pt>
                <c:pt idx="8702">
                  <c:v>0.12236239127777912</c:v>
                </c:pt>
                <c:pt idx="8703">
                  <c:v>0.12237499037159934</c:v>
                </c:pt>
                <c:pt idx="8704">
                  <c:v>0.12237851470857532</c:v>
                </c:pt>
                <c:pt idx="8705">
                  <c:v>0.12237925972254497</c:v>
                </c:pt>
                <c:pt idx="8706">
                  <c:v>0.12239924564483889</c:v>
                </c:pt>
                <c:pt idx="8707">
                  <c:v>0.12241428130819099</c:v>
                </c:pt>
                <c:pt idx="8708">
                  <c:v>0.12242406169885815</c:v>
                </c:pt>
                <c:pt idx="8709">
                  <c:v>0.12243138874644686</c:v>
                </c:pt>
                <c:pt idx="8710">
                  <c:v>0.12244262730157512</c:v>
                </c:pt>
                <c:pt idx="8711">
                  <c:v>0.12245555842433936</c:v>
                </c:pt>
                <c:pt idx="8712">
                  <c:v>0.12246724701135947</c:v>
                </c:pt>
                <c:pt idx="8713">
                  <c:v>0.12246742423461003</c:v>
                </c:pt>
                <c:pt idx="8714">
                  <c:v>0.12247224037562901</c:v>
                </c:pt>
                <c:pt idx="8715">
                  <c:v>0.1224825053746664</c:v>
                </c:pt>
                <c:pt idx="8716">
                  <c:v>0.12248899218887042</c:v>
                </c:pt>
                <c:pt idx="8717">
                  <c:v>0.12249122680149255</c:v>
                </c:pt>
                <c:pt idx="8718">
                  <c:v>0.12250395981793606</c:v>
                </c:pt>
                <c:pt idx="8719">
                  <c:v>0.12250885251945166</c:v>
                </c:pt>
                <c:pt idx="8720">
                  <c:v>0.12251624148931835</c:v>
                </c:pt>
                <c:pt idx="8721">
                  <c:v>0.12252407047010413</c:v>
                </c:pt>
                <c:pt idx="8722">
                  <c:v>0.122529452802921</c:v>
                </c:pt>
                <c:pt idx="8723">
                  <c:v>0.12255015089111322</c:v>
                </c:pt>
                <c:pt idx="8724">
                  <c:v>0.12255926169472094</c:v>
                </c:pt>
                <c:pt idx="8725">
                  <c:v>0.12256177422333094</c:v>
                </c:pt>
                <c:pt idx="8726">
                  <c:v>0.12256593510622622</c:v>
                </c:pt>
                <c:pt idx="8727">
                  <c:v>0.12257169123749347</c:v>
                </c:pt>
                <c:pt idx="8728">
                  <c:v>0.12257417970889527</c:v>
                </c:pt>
                <c:pt idx="8729">
                  <c:v>0.12258719638823018</c:v>
                </c:pt>
                <c:pt idx="8730">
                  <c:v>0.12259229807342083</c:v>
                </c:pt>
                <c:pt idx="8731">
                  <c:v>0.12259273376055227</c:v>
                </c:pt>
                <c:pt idx="8732">
                  <c:v>0.12261444961932248</c:v>
                </c:pt>
                <c:pt idx="8733">
                  <c:v>0.12265454190324356</c:v>
                </c:pt>
                <c:pt idx="8734">
                  <c:v>0.12265538060812857</c:v>
                </c:pt>
                <c:pt idx="8735">
                  <c:v>0.12266862556594468</c:v>
                </c:pt>
                <c:pt idx="8736">
                  <c:v>0.12266890319028523</c:v>
                </c:pt>
                <c:pt idx="8737">
                  <c:v>0.12267037371251546</c:v>
                </c:pt>
                <c:pt idx="8738">
                  <c:v>0.12272306155194097</c:v>
                </c:pt>
                <c:pt idx="8739">
                  <c:v>0.12273353278550722</c:v>
                </c:pt>
                <c:pt idx="8740">
                  <c:v>0.12273520143439665</c:v>
                </c:pt>
                <c:pt idx="8741">
                  <c:v>0.1227353729916898</c:v>
                </c:pt>
                <c:pt idx="8742">
                  <c:v>0.12273761117003384</c:v>
                </c:pt>
                <c:pt idx="8743">
                  <c:v>0.12275979745663219</c:v>
                </c:pt>
                <c:pt idx="8744">
                  <c:v>0.12276230880235313</c:v>
                </c:pt>
                <c:pt idx="8745">
                  <c:v>0.12276545870230395</c:v>
                </c:pt>
                <c:pt idx="8746">
                  <c:v>0.12278110797701589</c:v>
                </c:pt>
                <c:pt idx="8747">
                  <c:v>0.1227983067402573</c:v>
                </c:pt>
                <c:pt idx="8748">
                  <c:v>0.12280153505449418</c:v>
                </c:pt>
                <c:pt idx="8749">
                  <c:v>0.12282479172441257</c:v>
                </c:pt>
                <c:pt idx="8750">
                  <c:v>0.12283172853698994</c:v>
                </c:pt>
                <c:pt idx="8751">
                  <c:v>0.12284398161132561</c:v>
                </c:pt>
                <c:pt idx="8752">
                  <c:v>0.12285833877222795</c:v>
                </c:pt>
                <c:pt idx="8753">
                  <c:v>0.12288164036889854</c:v>
                </c:pt>
                <c:pt idx="8754">
                  <c:v>0.12289060125681676</c:v>
                </c:pt>
                <c:pt idx="8755">
                  <c:v>0.12289372599791784</c:v>
                </c:pt>
                <c:pt idx="8756">
                  <c:v>0.1228960544572858</c:v>
                </c:pt>
                <c:pt idx="8757">
                  <c:v>0.12289666076642783</c:v>
                </c:pt>
                <c:pt idx="8758">
                  <c:v>0.12289902387621494</c:v>
                </c:pt>
                <c:pt idx="8759">
                  <c:v>0.12292197600366839</c:v>
                </c:pt>
                <c:pt idx="8760">
                  <c:v>0.1229247228517177</c:v>
                </c:pt>
                <c:pt idx="8761">
                  <c:v>0.1229308269887216</c:v>
                </c:pt>
                <c:pt idx="8762">
                  <c:v>0.12293120182919816</c:v>
                </c:pt>
                <c:pt idx="8763">
                  <c:v>0.12294035201133251</c:v>
                </c:pt>
                <c:pt idx="8764">
                  <c:v>0.12294151748535054</c:v>
                </c:pt>
                <c:pt idx="8765">
                  <c:v>0.12294808036021887</c:v>
                </c:pt>
                <c:pt idx="8766">
                  <c:v>0.12295845099965114</c:v>
                </c:pt>
                <c:pt idx="8767">
                  <c:v>0.12297643787350243</c:v>
                </c:pt>
                <c:pt idx="8768">
                  <c:v>0.12299673914154748</c:v>
                </c:pt>
                <c:pt idx="8769">
                  <c:v>0.12301005454483822</c:v>
                </c:pt>
                <c:pt idx="8770">
                  <c:v>0.12301416239223616</c:v>
                </c:pt>
                <c:pt idx="8771">
                  <c:v>0.12302517831096101</c:v>
                </c:pt>
                <c:pt idx="8772">
                  <c:v>0.12302549512754951</c:v>
                </c:pt>
                <c:pt idx="8773">
                  <c:v>0.12303051128211999</c:v>
                </c:pt>
                <c:pt idx="8774">
                  <c:v>0.12305141068514833</c:v>
                </c:pt>
                <c:pt idx="8775">
                  <c:v>0.12306322673618067</c:v>
                </c:pt>
                <c:pt idx="8776">
                  <c:v>0.12306760555173975</c:v>
                </c:pt>
                <c:pt idx="8777">
                  <c:v>0.12307388467006054</c:v>
                </c:pt>
                <c:pt idx="8778">
                  <c:v>0.12307928041138806</c:v>
                </c:pt>
                <c:pt idx="8779">
                  <c:v>0.12310184628982515</c:v>
                </c:pt>
                <c:pt idx="8780">
                  <c:v>0.12311722541916625</c:v>
                </c:pt>
                <c:pt idx="8781">
                  <c:v>0.12313034706756823</c:v>
                </c:pt>
                <c:pt idx="8782">
                  <c:v>0.1231394545818582</c:v>
                </c:pt>
                <c:pt idx="8783">
                  <c:v>0.1231550358645897</c:v>
                </c:pt>
                <c:pt idx="8784">
                  <c:v>0.12318654313823577</c:v>
                </c:pt>
                <c:pt idx="8785">
                  <c:v>0.12318978582787354</c:v>
                </c:pt>
                <c:pt idx="8786">
                  <c:v>0.12320348162104784</c:v>
                </c:pt>
                <c:pt idx="8787">
                  <c:v>0.12321964731367153</c:v>
                </c:pt>
                <c:pt idx="8788">
                  <c:v>0.12322136398341672</c:v>
                </c:pt>
                <c:pt idx="8789">
                  <c:v>0.12323335420690361</c:v>
                </c:pt>
                <c:pt idx="8790">
                  <c:v>0.12325919983507047</c:v>
                </c:pt>
                <c:pt idx="8791">
                  <c:v>0.12326188765197102</c:v>
                </c:pt>
                <c:pt idx="8792">
                  <c:v>0.12326426326428867</c:v>
                </c:pt>
                <c:pt idx="8793">
                  <c:v>0.12327702124506441</c:v>
                </c:pt>
                <c:pt idx="8794">
                  <c:v>0.12327973548209836</c:v>
                </c:pt>
                <c:pt idx="8795">
                  <c:v>0.1232870818447724</c:v>
                </c:pt>
                <c:pt idx="8796">
                  <c:v>0.12330589803089234</c:v>
                </c:pt>
                <c:pt idx="8797">
                  <c:v>0.12332468073869687</c:v>
                </c:pt>
                <c:pt idx="8798">
                  <c:v>0.12335432100975524</c:v>
                </c:pt>
                <c:pt idx="8799">
                  <c:v>0.12336686570776265</c:v>
                </c:pt>
                <c:pt idx="8800">
                  <c:v>0.12339378084710101</c:v>
                </c:pt>
                <c:pt idx="8801">
                  <c:v>0.12339410404932011</c:v>
                </c:pt>
                <c:pt idx="8802">
                  <c:v>0.1234046503608098</c:v>
                </c:pt>
                <c:pt idx="8803">
                  <c:v>0.12340987723620338</c:v>
                </c:pt>
                <c:pt idx="8804">
                  <c:v>0.12341594206288267</c:v>
                </c:pt>
                <c:pt idx="8805">
                  <c:v>0.12341974344155167</c:v>
                </c:pt>
                <c:pt idx="8806">
                  <c:v>0.12344362838687595</c:v>
                </c:pt>
                <c:pt idx="8807">
                  <c:v>0.12345135679822684</c:v>
                </c:pt>
                <c:pt idx="8808">
                  <c:v>0.12345480009169896</c:v>
                </c:pt>
                <c:pt idx="8809">
                  <c:v>0.12346928537699881</c:v>
                </c:pt>
                <c:pt idx="8810">
                  <c:v>0.12348416415546208</c:v>
                </c:pt>
                <c:pt idx="8811">
                  <c:v>0.12351966255984889</c:v>
                </c:pt>
                <c:pt idx="8812">
                  <c:v>0.12356196303520464</c:v>
                </c:pt>
                <c:pt idx="8813">
                  <c:v>0.12356476722095038</c:v>
                </c:pt>
                <c:pt idx="8814">
                  <c:v>0.12356571421900053</c:v>
                </c:pt>
                <c:pt idx="8815">
                  <c:v>0.12356604486138413</c:v>
                </c:pt>
                <c:pt idx="8816">
                  <c:v>0.12356909512162176</c:v>
                </c:pt>
                <c:pt idx="8817">
                  <c:v>0.12357490024378727</c:v>
                </c:pt>
                <c:pt idx="8818">
                  <c:v>0.1235983739084909</c:v>
                </c:pt>
                <c:pt idx="8819">
                  <c:v>0.12360353455953378</c:v>
                </c:pt>
                <c:pt idx="8820">
                  <c:v>0.12363848653989519</c:v>
                </c:pt>
                <c:pt idx="8821">
                  <c:v>0.12364519669683677</c:v>
                </c:pt>
                <c:pt idx="8822">
                  <c:v>0.12364617042718389</c:v>
                </c:pt>
                <c:pt idx="8823">
                  <c:v>0.12365621005487605</c:v>
                </c:pt>
                <c:pt idx="8824">
                  <c:v>0.12368267493567205</c:v>
                </c:pt>
                <c:pt idx="8825">
                  <c:v>0.12368650034644174</c:v>
                </c:pt>
                <c:pt idx="8826">
                  <c:v>0.12369955037596937</c:v>
                </c:pt>
                <c:pt idx="8827">
                  <c:v>0.1237158002565554</c:v>
                </c:pt>
                <c:pt idx="8828">
                  <c:v>0.12372056692842549</c:v>
                </c:pt>
                <c:pt idx="8829">
                  <c:v>0.12373195794146397</c:v>
                </c:pt>
                <c:pt idx="8830">
                  <c:v>0.12374568065214488</c:v>
                </c:pt>
                <c:pt idx="8831">
                  <c:v>0.12375430698567173</c:v>
                </c:pt>
                <c:pt idx="8832">
                  <c:v>0.1237656954670264</c:v>
                </c:pt>
                <c:pt idx="8833">
                  <c:v>0.12377496618188881</c:v>
                </c:pt>
                <c:pt idx="8834">
                  <c:v>0.12377552710930111</c:v>
                </c:pt>
                <c:pt idx="8835">
                  <c:v>0.12378274022358382</c:v>
                </c:pt>
                <c:pt idx="8836">
                  <c:v>0.12378409658645831</c:v>
                </c:pt>
                <c:pt idx="8837">
                  <c:v>0.12379055493722704</c:v>
                </c:pt>
                <c:pt idx="8838">
                  <c:v>0.12379174046487933</c:v>
                </c:pt>
                <c:pt idx="8839">
                  <c:v>0.1237989905151502</c:v>
                </c:pt>
                <c:pt idx="8840">
                  <c:v>0.12380034138290492</c:v>
                </c:pt>
                <c:pt idx="8841">
                  <c:v>0.12380209059561516</c:v>
                </c:pt>
                <c:pt idx="8842">
                  <c:v>0.12382071837490653</c:v>
                </c:pt>
                <c:pt idx="8843">
                  <c:v>0.12382653659720727</c:v>
                </c:pt>
                <c:pt idx="8844">
                  <c:v>0.12384135044520103</c:v>
                </c:pt>
                <c:pt idx="8845">
                  <c:v>0.12384548213747268</c:v>
                </c:pt>
                <c:pt idx="8846">
                  <c:v>0.12387439882013972</c:v>
                </c:pt>
                <c:pt idx="8847">
                  <c:v>0.12388926087121857</c:v>
                </c:pt>
                <c:pt idx="8848">
                  <c:v>0.12389285865542128</c:v>
                </c:pt>
                <c:pt idx="8849">
                  <c:v>0.12393958634661777</c:v>
                </c:pt>
                <c:pt idx="8850">
                  <c:v>0.12396687807033806</c:v>
                </c:pt>
                <c:pt idx="8851">
                  <c:v>0.12397055311614534</c:v>
                </c:pt>
                <c:pt idx="8852">
                  <c:v>0.12398147624526726</c:v>
                </c:pt>
                <c:pt idx="8853">
                  <c:v>0.12399197930491686</c:v>
                </c:pt>
                <c:pt idx="8854">
                  <c:v>0.12399540960829644</c:v>
                </c:pt>
                <c:pt idx="8855">
                  <c:v>0.12399978949469784</c:v>
                </c:pt>
                <c:pt idx="8856">
                  <c:v>0.12401622970052542</c:v>
                </c:pt>
                <c:pt idx="8857">
                  <c:v>0.12402300122877054</c:v>
                </c:pt>
                <c:pt idx="8858">
                  <c:v>0.12405606477204661</c:v>
                </c:pt>
                <c:pt idx="8859">
                  <c:v>0.12406352985790793</c:v>
                </c:pt>
                <c:pt idx="8860">
                  <c:v>0.1240652170087793</c:v>
                </c:pt>
                <c:pt idx="8861">
                  <c:v>0.12406742989735514</c:v>
                </c:pt>
                <c:pt idx="8862">
                  <c:v>0.12407509084650949</c:v>
                </c:pt>
                <c:pt idx="8863">
                  <c:v>0.12407717788376092</c:v>
                </c:pt>
                <c:pt idx="8864">
                  <c:v>0.12410420910493984</c:v>
                </c:pt>
                <c:pt idx="8865">
                  <c:v>0.1241074980071966</c:v>
                </c:pt>
                <c:pt idx="8866">
                  <c:v>0.12410754211491343</c:v>
                </c:pt>
                <c:pt idx="8867">
                  <c:v>0.12411377109972667</c:v>
                </c:pt>
                <c:pt idx="8868">
                  <c:v>0.12411654640287791</c:v>
                </c:pt>
                <c:pt idx="8869">
                  <c:v>0.12412310357708019</c:v>
                </c:pt>
                <c:pt idx="8870">
                  <c:v>0.12418238040734884</c:v>
                </c:pt>
                <c:pt idx="8871">
                  <c:v>0.12418444627780485</c:v>
                </c:pt>
                <c:pt idx="8872">
                  <c:v>0.12420843975316688</c:v>
                </c:pt>
                <c:pt idx="8873">
                  <c:v>0.12421031681330835</c:v>
                </c:pt>
                <c:pt idx="8874">
                  <c:v>0.1242192822004245</c:v>
                </c:pt>
                <c:pt idx="8875">
                  <c:v>0.12422258850209054</c:v>
                </c:pt>
                <c:pt idx="8876">
                  <c:v>0.1242335217972706</c:v>
                </c:pt>
                <c:pt idx="8877">
                  <c:v>0.12425129158152037</c:v>
                </c:pt>
                <c:pt idx="8878">
                  <c:v>0.12428565762034988</c:v>
                </c:pt>
                <c:pt idx="8879">
                  <c:v>0.12429069393941879</c:v>
                </c:pt>
                <c:pt idx="8880">
                  <c:v>0.1242995795848169</c:v>
                </c:pt>
                <c:pt idx="8881">
                  <c:v>0.12433596417483489</c:v>
                </c:pt>
                <c:pt idx="8882">
                  <c:v>0.12434122167492065</c:v>
                </c:pt>
                <c:pt idx="8883">
                  <c:v>0.12435143103924379</c:v>
                </c:pt>
                <c:pt idx="8884">
                  <c:v>0.12436215215643501</c:v>
                </c:pt>
                <c:pt idx="8885">
                  <c:v>0.12436666692561363</c:v>
                </c:pt>
                <c:pt idx="8886">
                  <c:v>0.12438629648580721</c:v>
                </c:pt>
                <c:pt idx="8887">
                  <c:v>0.12439754623574972</c:v>
                </c:pt>
                <c:pt idx="8888">
                  <c:v>0.12441337194565155</c:v>
                </c:pt>
                <c:pt idx="8889">
                  <c:v>0.12442350594537936</c:v>
                </c:pt>
                <c:pt idx="8890">
                  <c:v>0.12443254755954959</c:v>
                </c:pt>
                <c:pt idx="8891">
                  <c:v>0.12443995332260993</c:v>
                </c:pt>
                <c:pt idx="8892">
                  <c:v>0.12444511440743496</c:v>
                </c:pt>
                <c:pt idx="8893">
                  <c:v>0.1244479169375004</c:v>
                </c:pt>
                <c:pt idx="8894">
                  <c:v>0.12445901305277761</c:v>
                </c:pt>
                <c:pt idx="8895">
                  <c:v>0.12446087026125106</c:v>
                </c:pt>
                <c:pt idx="8896">
                  <c:v>0.12447182912405007</c:v>
                </c:pt>
                <c:pt idx="8897">
                  <c:v>0.12447198066315045</c:v>
                </c:pt>
                <c:pt idx="8898">
                  <c:v>0.12448096869736892</c:v>
                </c:pt>
                <c:pt idx="8899">
                  <c:v>0.12449925931458235</c:v>
                </c:pt>
                <c:pt idx="8900">
                  <c:v>0.1245029489243666</c:v>
                </c:pt>
                <c:pt idx="8901">
                  <c:v>0.12450631496699253</c:v>
                </c:pt>
                <c:pt idx="8902">
                  <c:v>0.12452498328260711</c:v>
                </c:pt>
                <c:pt idx="8903">
                  <c:v>0.1245338313341274</c:v>
                </c:pt>
                <c:pt idx="8904">
                  <c:v>0.12453488119623396</c:v>
                </c:pt>
                <c:pt idx="8905">
                  <c:v>0.12456345550836112</c:v>
                </c:pt>
                <c:pt idx="8906">
                  <c:v>0.12456632971316332</c:v>
                </c:pt>
                <c:pt idx="8907">
                  <c:v>0.12457637511609822</c:v>
                </c:pt>
                <c:pt idx="8908">
                  <c:v>0.12457788032114325</c:v>
                </c:pt>
                <c:pt idx="8909">
                  <c:v>0.12458826867267336</c:v>
                </c:pt>
                <c:pt idx="8910">
                  <c:v>0.12459764349096722</c:v>
                </c:pt>
                <c:pt idx="8911">
                  <c:v>0.12460707963686739</c:v>
                </c:pt>
                <c:pt idx="8912">
                  <c:v>0.12462127132478995</c:v>
                </c:pt>
                <c:pt idx="8913">
                  <c:v>0.12462328440134425</c:v>
                </c:pt>
                <c:pt idx="8914">
                  <c:v>0.12462580306144504</c:v>
                </c:pt>
                <c:pt idx="8915">
                  <c:v>0.12463114882694817</c:v>
                </c:pt>
                <c:pt idx="8916">
                  <c:v>0.12464063952263871</c:v>
                </c:pt>
                <c:pt idx="8917">
                  <c:v>0.12464266351057414</c:v>
                </c:pt>
                <c:pt idx="8918">
                  <c:v>0.12464773553773559</c:v>
                </c:pt>
                <c:pt idx="8919">
                  <c:v>0.12464894666761903</c:v>
                </c:pt>
                <c:pt idx="8920">
                  <c:v>0.12465023121492178</c:v>
                </c:pt>
                <c:pt idx="8921">
                  <c:v>0.12465298603039311</c:v>
                </c:pt>
                <c:pt idx="8922">
                  <c:v>0.12465797241738601</c:v>
                </c:pt>
                <c:pt idx="8923">
                  <c:v>0.12467712282944537</c:v>
                </c:pt>
                <c:pt idx="8924">
                  <c:v>0.1246777611156855</c:v>
                </c:pt>
                <c:pt idx="8925">
                  <c:v>0.1247075681499283</c:v>
                </c:pt>
                <c:pt idx="8926">
                  <c:v>0.12471314912007443</c:v>
                </c:pt>
                <c:pt idx="8927">
                  <c:v>0.12471779068938683</c:v>
                </c:pt>
                <c:pt idx="8928">
                  <c:v>0.12473035452424792</c:v>
                </c:pt>
                <c:pt idx="8929">
                  <c:v>0.12475380357679887</c:v>
                </c:pt>
                <c:pt idx="8930">
                  <c:v>0.12476911367923779</c:v>
                </c:pt>
                <c:pt idx="8931">
                  <c:v>0.12478630851390411</c:v>
                </c:pt>
                <c:pt idx="8932">
                  <c:v>0.1247865916610895</c:v>
                </c:pt>
                <c:pt idx="8933">
                  <c:v>0.12479932598062174</c:v>
                </c:pt>
                <c:pt idx="8934">
                  <c:v>0.12480569964390031</c:v>
                </c:pt>
                <c:pt idx="8935">
                  <c:v>0.12481224416122193</c:v>
                </c:pt>
                <c:pt idx="8936">
                  <c:v>0.12481415339807256</c:v>
                </c:pt>
                <c:pt idx="8937">
                  <c:v>0.12482132404236269</c:v>
                </c:pt>
                <c:pt idx="8938">
                  <c:v>0.12482904745517116</c:v>
                </c:pt>
                <c:pt idx="8939">
                  <c:v>0.12484128080204956</c:v>
                </c:pt>
                <c:pt idx="8940">
                  <c:v>0.12485934470718332</c:v>
                </c:pt>
                <c:pt idx="8941">
                  <c:v>0.1248618408592547</c:v>
                </c:pt>
                <c:pt idx="8942">
                  <c:v>0.12487947000863174</c:v>
                </c:pt>
                <c:pt idx="8943">
                  <c:v>0.12492246907138289</c:v>
                </c:pt>
                <c:pt idx="8944">
                  <c:v>0.12495093158984572</c:v>
                </c:pt>
                <c:pt idx="8945">
                  <c:v>0.12495190091100908</c:v>
                </c:pt>
                <c:pt idx="8946">
                  <c:v>0.12496293442512962</c:v>
                </c:pt>
                <c:pt idx="8947">
                  <c:v>0.12499002881752275</c:v>
                </c:pt>
                <c:pt idx="8948">
                  <c:v>0.12500030205849005</c:v>
                </c:pt>
                <c:pt idx="8949">
                  <c:v>0.12500844841430209</c:v>
                </c:pt>
                <c:pt idx="8950">
                  <c:v>0.12501098068115746</c:v>
                </c:pt>
                <c:pt idx="8951">
                  <c:v>0.12501704458383275</c:v>
                </c:pt>
                <c:pt idx="8952">
                  <c:v>0.12502481628087173</c:v>
                </c:pt>
                <c:pt idx="8953">
                  <c:v>0.12502602608266522</c:v>
                </c:pt>
                <c:pt idx="8954">
                  <c:v>0.12502631499970077</c:v>
                </c:pt>
                <c:pt idx="8955">
                  <c:v>0.12503170471329272</c:v>
                </c:pt>
                <c:pt idx="8956">
                  <c:v>0.12503969114831273</c:v>
                </c:pt>
                <c:pt idx="8957">
                  <c:v>0.12505111631218294</c:v>
                </c:pt>
                <c:pt idx="8958">
                  <c:v>0.12505468871285544</c:v>
                </c:pt>
                <c:pt idx="8959">
                  <c:v>0.12505573897846198</c:v>
                </c:pt>
                <c:pt idx="8960">
                  <c:v>0.12505931959732547</c:v>
                </c:pt>
                <c:pt idx="8961">
                  <c:v>0.1250621644612521</c:v>
                </c:pt>
                <c:pt idx="8962">
                  <c:v>0.1250686213964402</c:v>
                </c:pt>
                <c:pt idx="8963">
                  <c:v>0.12507508520481037</c:v>
                </c:pt>
                <c:pt idx="8964">
                  <c:v>0.12507568559890267</c:v>
                </c:pt>
                <c:pt idx="8965">
                  <c:v>0.12508074380323947</c:v>
                </c:pt>
                <c:pt idx="8966">
                  <c:v>0.12510912280980024</c:v>
                </c:pt>
                <c:pt idx="8967">
                  <c:v>0.12511947883636398</c:v>
                </c:pt>
                <c:pt idx="8968">
                  <c:v>0.12512292647447515</c:v>
                </c:pt>
                <c:pt idx="8969">
                  <c:v>0.12512920671513222</c:v>
                </c:pt>
                <c:pt idx="8970">
                  <c:v>0.12513106234463325</c:v>
                </c:pt>
                <c:pt idx="8971">
                  <c:v>0.12513183813626666</c:v>
                </c:pt>
                <c:pt idx="8972">
                  <c:v>0.12514065062853125</c:v>
                </c:pt>
                <c:pt idx="8973">
                  <c:v>0.12514885145563323</c:v>
                </c:pt>
                <c:pt idx="8974">
                  <c:v>0.12516261498530118</c:v>
                </c:pt>
                <c:pt idx="8975">
                  <c:v>0.1251656761899185</c:v>
                </c:pt>
                <c:pt idx="8976">
                  <c:v>0.12518499621701151</c:v>
                </c:pt>
                <c:pt idx="8977">
                  <c:v>0.12519869240382217</c:v>
                </c:pt>
                <c:pt idx="8978">
                  <c:v>0.12520025158507372</c:v>
                </c:pt>
                <c:pt idx="8979">
                  <c:v>0.12520629655099799</c:v>
                </c:pt>
                <c:pt idx="8980">
                  <c:v>0.12521817666551613</c:v>
                </c:pt>
                <c:pt idx="8981">
                  <c:v>0.12523185882672105</c:v>
                </c:pt>
                <c:pt idx="8982">
                  <c:v>0.12523587559537799</c:v>
                </c:pt>
                <c:pt idx="8983">
                  <c:v>0.12523771081693852</c:v>
                </c:pt>
                <c:pt idx="8984">
                  <c:v>0.12524833526102686</c:v>
                </c:pt>
                <c:pt idx="8985">
                  <c:v>0.12526231523060305</c:v>
                </c:pt>
                <c:pt idx="8986">
                  <c:v>0.1252671601725098</c:v>
                </c:pt>
                <c:pt idx="8987">
                  <c:v>0.12529214478184209</c:v>
                </c:pt>
                <c:pt idx="8988">
                  <c:v>0.12529538737236534</c:v>
                </c:pt>
                <c:pt idx="8989">
                  <c:v>0.12529769206381755</c:v>
                </c:pt>
                <c:pt idx="8990">
                  <c:v>0.12530492257045267</c:v>
                </c:pt>
                <c:pt idx="8991">
                  <c:v>0.12530734244008615</c:v>
                </c:pt>
                <c:pt idx="8992">
                  <c:v>0.12531404332286838</c:v>
                </c:pt>
                <c:pt idx="8993">
                  <c:v>0.12533573977559376</c:v>
                </c:pt>
                <c:pt idx="8994">
                  <c:v>0.1253578112856408</c:v>
                </c:pt>
                <c:pt idx="8995">
                  <c:v>0.12535822274488725</c:v>
                </c:pt>
                <c:pt idx="8996">
                  <c:v>0.12537155433377939</c:v>
                </c:pt>
                <c:pt idx="8997">
                  <c:v>0.12538154107450489</c:v>
                </c:pt>
                <c:pt idx="8998">
                  <c:v>0.12538189897905269</c:v>
                </c:pt>
                <c:pt idx="8999">
                  <c:v>0.12538313745192253</c:v>
                </c:pt>
                <c:pt idx="9000">
                  <c:v>0.12539628337315131</c:v>
                </c:pt>
                <c:pt idx="9001">
                  <c:v>0.12539704749403374</c:v>
                </c:pt>
                <c:pt idx="9002">
                  <c:v>0.1253977016471024</c:v>
                </c:pt>
                <c:pt idx="9003">
                  <c:v>0.12540770933400991</c:v>
                </c:pt>
                <c:pt idx="9004">
                  <c:v>0.12540834870240747</c:v>
                </c:pt>
                <c:pt idx="9005">
                  <c:v>0.12541394819287302</c:v>
                </c:pt>
                <c:pt idx="9006">
                  <c:v>0.12542019254308434</c:v>
                </c:pt>
                <c:pt idx="9007">
                  <c:v>0.12542822700588438</c:v>
                </c:pt>
                <c:pt idx="9008">
                  <c:v>0.12544407334939628</c:v>
                </c:pt>
                <c:pt idx="9009">
                  <c:v>0.12544764753461249</c:v>
                </c:pt>
                <c:pt idx="9010">
                  <c:v>0.12545070483786228</c:v>
                </c:pt>
                <c:pt idx="9011">
                  <c:v>0.12545207033007882</c:v>
                </c:pt>
                <c:pt idx="9012">
                  <c:v>0.12545984531137863</c:v>
                </c:pt>
                <c:pt idx="9013">
                  <c:v>0.12548485604844795</c:v>
                </c:pt>
                <c:pt idx="9014">
                  <c:v>0.12549694043429921</c:v>
                </c:pt>
                <c:pt idx="9015">
                  <c:v>0.12550369391579083</c:v>
                </c:pt>
                <c:pt idx="9016">
                  <c:v>0.12551883891104987</c:v>
                </c:pt>
                <c:pt idx="9017">
                  <c:v>0.12552602572791285</c:v>
                </c:pt>
                <c:pt idx="9018">
                  <c:v>0.1255306561849833</c:v>
                </c:pt>
                <c:pt idx="9019">
                  <c:v>0.12553211564189246</c:v>
                </c:pt>
                <c:pt idx="9020">
                  <c:v>0.12554768586060916</c:v>
                </c:pt>
                <c:pt idx="9021">
                  <c:v>0.12556264929002528</c:v>
                </c:pt>
                <c:pt idx="9022">
                  <c:v>0.12557491114518685</c:v>
                </c:pt>
                <c:pt idx="9023">
                  <c:v>0.12558287795642176</c:v>
                </c:pt>
                <c:pt idx="9024">
                  <c:v>0.1255895364111774</c:v>
                </c:pt>
                <c:pt idx="9025">
                  <c:v>0.12559335653796899</c:v>
                </c:pt>
                <c:pt idx="9026">
                  <c:v>0.12559527601689474</c:v>
                </c:pt>
                <c:pt idx="9027">
                  <c:v>0.12560188465958075</c:v>
                </c:pt>
                <c:pt idx="9028">
                  <c:v>0.12560431642406855</c:v>
                </c:pt>
                <c:pt idx="9029">
                  <c:v>0.12560516848069433</c:v>
                </c:pt>
                <c:pt idx="9030">
                  <c:v>0.12560644130313614</c:v>
                </c:pt>
                <c:pt idx="9031">
                  <c:v>0.12561257882660457</c:v>
                </c:pt>
                <c:pt idx="9032">
                  <c:v>0.12561395793453953</c:v>
                </c:pt>
                <c:pt idx="9033">
                  <c:v>0.12561727330279629</c:v>
                </c:pt>
                <c:pt idx="9034">
                  <c:v>0.12563734275443017</c:v>
                </c:pt>
                <c:pt idx="9035">
                  <c:v>0.12563776608693772</c:v>
                </c:pt>
                <c:pt idx="9036">
                  <c:v>0.12564074288093238</c:v>
                </c:pt>
                <c:pt idx="9037">
                  <c:v>0.12564436654794886</c:v>
                </c:pt>
                <c:pt idx="9038">
                  <c:v>0.12565268114855049</c:v>
                </c:pt>
                <c:pt idx="9039">
                  <c:v>0.12565452522478465</c:v>
                </c:pt>
                <c:pt idx="9040">
                  <c:v>0.12569557593298575</c:v>
                </c:pt>
                <c:pt idx="9041">
                  <c:v>0.1257095143633806</c:v>
                </c:pt>
                <c:pt idx="9042">
                  <c:v>0.12572673740353035</c:v>
                </c:pt>
                <c:pt idx="9043">
                  <c:v>0.12572750738178767</c:v>
                </c:pt>
                <c:pt idx="9044">
                  <c:v>0.1257401375078076</c:v>
                </c:pt>
                <c:pt idx="9045">
                  <c:v>0.12574108023676842</c:v>
                </c:pt>
                <c:pt idx="9046">
                  <c:v>0.12575068059298608</c:v>
                </c:pt>
                <c:pt idx="9047">
                  <c:v>0.12576253813452964</c:v>
                </c:pt>
                <c:pt idx="9048">
                  <c:v>0.1257700984815911</c:v>
                </c:pt>
                <c:pt idx="9049">
                  <c:v>0.12577070121829098</c:v>
                </c:pt>
                <c:pt idx="9050">
                  <c:v>0.12577387615498231</c:v>
                </c:pt>
                <c:pt idx="9051">
                  <c:v>0.12577621965443489</c:v>
                </c:pt>
                <c:pt idx="9052">
                  <c:v>0.12578428150289123</c:v>
                </c:pt>
                <c:pt idx="9053">
                  <c:v>0.12578787873587452</c:v>
                </c:pt>
                <c:pt idx="9054">
                  <c:v>0.12579026530185408</c:v>
                </c:pt>
                <c:pt idx="9055">
                  <c:v>0.1258082423611519</c:v>
                </c:pt>
                <c:pt idx="9056">
                  <c:v>0.12582350535412279</c:v>
                </c:pt>
                <c:pt idx="9057">
                  <c:v>0.12583861888747733</c:v>
                </c:pt>
                <c:pt idx="9058">
                  <c:v>0.12583964078609364</c:v>
                </c:pt>
                <c:pt idx="9059">
                  <c:v>0.1258714227793834</c:v>
                </c:pt>
                <c:pt idx="9060">
                  <c:v>0.12587906906425148</c:v>
                </c:pt>
                <c:pt idx="9061">
                  <c:v>0.12588008078314394</c:v>
                </c:pt>
                <c:pt idx="9062">
                  <c:v>0.1258813762437363</c:v>
                </c:pt>
                <c:pt idx="9063">
                  <c:v>0.12588433663502921</c:v>
                </c:pt>
                <c:pt idx="9064">
                  <c:v>0.12588682461920439</c:v>
                </c:pt>
                <c:pt idx="9065">
                  <c:v>0.12589654837386582</c:v>
                </c:pt>
                <c:pt idx="9066">
                  <c:v>0.12589658894294464</c:v>
                </c:pt>
                <c:pt idx="9067">
                  <c:v>0.12591356831506234</c:v>
                </c:pt>
                <c:pt idx="9068">
                  <c:v>0.1259192026875619</c:v>
                </c:pt>
                <c:pt idx="9069">
                  <c:v>0.12592009291058975</c:v>
                </c:pt>
                <c:pt idx="9070">
                  <c:v>0.12593332639550101</c:v>
                </c:pt>
                <c:pt idx="9071">
                  <c:v>0.1259341302005185</c:v>
                </c:pt>
                <c:pt idx="9072">
                  <c:v>0.12593574110312533</c:v>
                </c:pt>
                <c:pt idx="9073">
                  <c:v>0.125938820082729</c:v>
                </c:pt>
                <c:pt idx="9074">
                  <c:v>0.12594667487211489</c:v>
                </c:pt>
                <c:pt idx="9075">
                  <c:v>0.12595438868450989</c:v>
                </c:pt>
                <c:pt idx="9076">
                  <c:v>0.12595784477503036</c:v>
                </c:pt>
                <c:pt idx="9077">
                  <c:v>0.12597038659908691</c:v>
                </c:pt>
                <c:pt idx="9078">
                  <c:v>0.12598535883081038</c:v>
                </c:pt>
                <c:pt idx="9079">
                  <c:v>0.12599466748848057</c:v>
                </c:pt>
                <c:pt idx="9080">
                  <c:v>0.12599734062599302</c:v>
                </c:pt>
                <c:pt idx="9081">
                  <c:v>0.1260048466640448</c:v>
                </c:pt>
                <c:pt idx="9082">
                  <c:v>0.12601673346546691</c:v>
                </c:pt>
                <c:pt idx="9083">
                  <c:v>0.12602977629071968</c:v>
                </c:pt>
                <c:pt idx="9084">
                  <c:v>0.12605595114853804</c:v>
                </c:pt>
                <c:pt idx="9085">
                  <c:v>0.12605624421813896</c:v>
                </c:pt>
                <c:pt idx="9086">
                  <c:v>0.12609433140010745</c:v>
                </c:pt>
                <c:pt idx="9087">
                  <c:v>0.12611058948912796</c:v>
                </c:pt>
                <c:pt idx="9088">
                  <c:v>0.12612937581647132</c:v>
                </c:pt>
                <c:pt idx="9089">
                  <c:v>0.1261344189296765</c:v>
                </c:pt>
                <c:pt idx="9090">
                  <c:v>0.12614042310659154</c:v>
                </c:pt>
                <c:pt idx="9091">
                  <c:v>0.12616165973427157</c:v>
                </c:pt>
                <c:pt idx="9092">
                  <c:v>0.12616999261961273</c:v>
                </c:pt>
                <c:pt idx="9093">
                  <c:v>0.12618195845559518</c:v>
                </c:pt>
                <c:pt idx="9094">
                  <c:v>0.12619758456544303</c:v>
                </c:pt>
                <c:pt idx="9095">
                  <c:v>0.12619968091321079</c:v>
                </c:pt>
                <c:pt idx="9096">
                  <c:v>0.12620065679541945</c:v>
                </c:pt>
                <c:pt idx="9097">
                  <c:v>0.12620932461616524</c:v>
                </c:pt>
                <c:pt idx="9098">
                  <c:v>0.12621482175579535</c:v>
                </c:pt>
                <c:pt idx="9099">
                  <c:v>0.12621508607643733</c:v>
                </c:pt>
                <c:pt idx="9100">
                  <c:v>0.12621679890006671</c:v>
                </c:pt>
                <c:pt idx="9101">
                  <c:v>0.1262344195496162</c:v>
                </c:pt>
                <c:pt idx="9102">
                  <c:v>0.12623673966176541</c:v>
                </c:pt>
                <c:pt idx="9103">
                  <c:v>0.1262439757050606</c:v>
                </c:pt>
                <c:pt idx="9104">
                  <c:v>0.12624466954996108</c:v>
                </c:pt>
                <c:pt idx="9105">
                  <c:v>0.12624931259909877</c:v>
                </c:pt>
                <c:pt idx="9106">
                  <c:v>0.1262493555406663</c:v>
                </c:pt>
                <c:pt idx="9107">
                  <c:v>0.12626538582323951</c:v>
                </c:pt>
                <c:pt idx="9108">
                  <c:v>0.12627113959493563</c:v>
                </c:pt>
                <c:pt idx="9109">
                  <c:v>0.12627746592778544</c:v>
                </c:pt>
                <c:pt idx="9110">
                  <c:v>0.12632165625099726</c:v>
                </c:pt>
                <c:pt idx="9111">
                  <c:v>0.1263248914579472</c:v>
                </c:pt>
                <c:pt idx="9112">
                  <c:v>0.12634955995356914</c:v>
                </c:pt>
                <c:pt idx="9113">
                  <c:v>0.12634991831077461</c:v>
                </c:pt>
                <c:pt idx="9114">
                  <c:v>0.12635284730795462</c:v>
                </c:pt>
                <c:pt idx="9115">
                  <c:v>0.12635717351551801</c:v>
                </c:pt>
                <c:pt idx="9116">
                  <c:v>0.12635759243358841</c:v>
                </c:pt>
                <c:pt idx="9117">
                  <c:v>0.12635941049883997</c:v>
                </c:pt>
                <c:pt idx="9118">
                  <c:v>0.12636393720855513</c:v>
                </c:pt>
                <c:pt idx="9119">
                  <c:v>0.12637118006452755</c:v>
                </c:pt>
                <c:pt idx="9120">
                  <c:v>0.12638874494782051</c:v>
                </c:pt>
                <c:pt idx="9121">
                  <c:v>0.12639864706592271</c:v>
                </c:pt>
                <c:pt idx="9122">
                  <c:v>0.12640886830439471</c:v>
                </c:pt>
                <c:pt idx="9123">
                  <c:v>0.12641237583303921</c:v>
                </c:pt>
                <c:pt idx="9124">
                  <c:v>0.12642388004795094</c:v>
                </c:pt>
                <c:pt idx="9125">
                  <c:v>0.12643158392382478</c:v>
                </c:pt>
                <c:pt idx="9126">
                  <c:v>0.12643326700538673</c:v>
                </c:pt>
                <c:pt idx="9127">
                  <c:v>0.12643805760511626</c:v>
                </c:pt>
                <c:pt idx="9128">
                  <c:v>0.12644221560832075</c:v>
                </c:pt>
                <c:pt idx="9129">
                  <c:v>0.12646392779342552</c:v>
                </c:pt>
                <c:pt idx="9130">
                  <c:v>0.12646772030608325</c:v>
                </c:pt>
                <c:pt idx="9131">
                  <c:v>0.12649728239680147</c:v>
                </c:pt>
                <c:pt idx="9132">
                  <c:v>0.12650174940441636</c:v>
                </c:pt>
                <c:pt idx="9133">
                  <c:v>0.12650883169471863</c:v>
                </c:pt>
                <c:pt idx="9134">
                  <c:v>0.12652418423339398</c:v>
                </c:pt>
                <c:pt idx="9135">
                  <c:v>0.12652617919296513</c:v>
                </c:pt>
                <c:pt idx="9136">
                  <c:v>0.12652704551759061</c:v>
                </c:pt>
                <c:pt idx="9137">
                  <c:v>0.12654058698045981</c:v>
                </c:pt>
                <c:pt idx="9138">
                  <c:v>0.12656726021041573</c:v>
                </c:pt>
                <c:pt idx="9139">
                  <c:v>0.12657791852133926</c:v>
                </c:pt>
                <c:pt idx="9140">
                  <c:v>0.12660059761050257</c:v>
                </c:pt>
                <c:pt idx="9141">
                  <c:v>0.12660958539257472</c:v>
                </c:pt>
                <c:pt idx="9142">
                  <c:v>0.12661534631454879</c:v>
                </c:pt>
                <c:pt idx="9143">
                  <c:v>0.12662221032952198</c:v>
                </c:pt>
                <c:pt idx="9144">
                  <c:v>0.12663590034117203</c:v>
                </c:pt>
                <c:pt idx="9145">
                  <c:v>0.12663694394108976</c:v>
                </c:pt>
                <c:pt idx="9146">
                  <c:v>0.12665466889449037</c:v>
                </c:pt>
                <c:pt idx="9147">
                  <c:v>0.12665683111058712</c:v>
                </c:pt>
                <c:pt idx="9148">
                  <c:v>0.12665778435969666</c:v>
                </c:pt>
                <c:pt idx="9149">
                  <c:v>0.12669027318063761</c:v>
                </c:pt>
                <c:pt idx="9150">
                  <c:v>0.12670451573467614</c:v>
                </c:pt>
                <c:pt idx="9151">
                  <c:v>0.12670618010581447</c:v>
                </c:pt>
                <c:pt idx="9152">
                  <c:v>0.12672472349214781</c:v>
                </c:pt>
                <c:pt idx="9153">
                  <c:v>0.12672610871121495</c:v>
                </c:pt>
                <c:pt idx="9154">
                  <c:v>0.1267310853281795</c:v>
                </c:pt>
                <c:pt idx="9155">
                  <c:v>0.12674933586788478</c:v>
                </c:pt>
                <c:pt idx="9156">
                  <c:v>0.1267626547815254</c:v>
                </c:pt>
                <c:pt idx="9157">
                  <c:v>0.1267759165221308</c:v>
                </c:pt>
                <c:pt idx="9158">
                  <c:v>0.126778487358889</c:v>
                </c:pt>
                <c:pt idx="9159">
                  <c:v>0.1267837197102277</c:v>
                </c:pt>
                <c:pt idx="9160">
                  <c:v>0.12678587797696961</c:v>
                </c:pt>
                <c:pt idx="9161">
                  <c:v>0.12681074104583268</c:v>
                </c:pt>
                <c:pt idx="9162">
                  <c:v>0.12681571588475099</c:v>
                </c:pt>
                <c:pt idx="9163">
                  <c:v>0.12683643127912739</c:v>
                </c:pt>
                <c:pt idx="9164">
                  <c:v>0.12686469121666255</c:v>
                </c:pt>
                <c:pt idx="9165">
                  <c:v>0.12687052953572059</c:v>
                </c:pt>
                <c:pt idx="9166">
                  <c:v>0.12688121372134703</c:v>
                </c:pt>
                <c:pt idx="9167">
                  <c:v>0.1268816043524888</c:v>
                </c:pt>
                <c:pt idx="9168">
                  <c:v>0.12688247126682953</c:v>
                </c:pt>
                <c:pt idx="9169">
                  <c:v>0.126893700359682</c:v>
                </c:pt>
                <c:pt idx="9170">
                  <c:v>0.12689529864521037</c:v>
                </c:pt>
                <c:pt idx="9171">
                  <c:v>0.12689822408697493</c:v>
                </c:pt>
                <c:pt idx="9172">
                  <c:v>0.12690446414731357</c:v>
                </c:pt>
                <c:pt idx="9173">
                  <c:v>0.12690895383553044</c:v>
                </c:pt>
                <c:pt idx="9174">
                  <c:v>0.12691046378315116</c:v>
                </c:pt>
                <c:pt idx="9175">
                  <c:v>0.1269168450435984</c:v>
                </c:pt>
                <c:pt idx="9176">
                  <c:v>0.12693505201406755</c:v>
                </c:pt>
                <c:pt idx="9177">
                  <c:v>0.12693543941396473</c:v>
                </c:pt>
                <c:pt idx="9178">
                  <c:v>0.12693707670727383</c:v>
                </c:pt>
                <c:pt idx="9179">
                  <c:v>0.12694714258576728</c:v>
                </c:pt>
                <c:pt idx="9180">
                  <c:v>0.12695673071982086</c:v>
                </c:pt>
                <c:pt idx="9181">
                  <c:v>0.12696310357853319</c:v>
                </c:pt>
                <c:pt idx="9182">
                  <c:v>0.12696680544700267</c:v>
                </c:pt>
                <c:pt idx="9183">
                  <c:v>0.12696770627054355</c:v>
                </c:pt>
                <c:pt idx="9184">
                  <c:v>0.12699925744578652</c:v>
                </c:pt>
                <c:pt idx="9185">
                  <c:v>0.1270147623436497</c:v>
                </c:pt>
                <c:pt idx="9186">
                  <c:v>0.12701680631584836</c:v>
                </c:pt>
                <c:pt idx="9187">
                  <c:v>0.12702140881343824</c:v>
                </c:pt>
                <c:pt idx="9188">
                  <c:v>0.12702448279236028</c:v>
                </c:pt>
                <c:pt idx="9189">
                  <c:v>0.12705526847070864</c:v>
                </c:pt>
                <c:pt idx="9190">
                  <c:v>0.12706219900697641</c:v>
                </c:pt>
                <c:pt idx="9191">
                  <c:v>0.12706651698103247</c:v>
                </c:pt>
                <c:pt idx="9192">
                  <c:v>0.1270680641052174</c:v>
                </c:pt>
                <c:pt idx="9193">
                  <c:v>0.12707723670601798</c:v>
                </c:pt>
                <c:pt idx="9194">
                  <c:v>0.12711116638483713</c:v>
                </c:pt>
                <c:pt idx="9195">
                  <c:v>0.12711433870856362</c:v>
                </c:pt>
                <c:pt idx="9196">
                  <c:v>0.12712197975610218</c:v>
                </c:pt>
                <c:pt idx="9197">
                  <c:v>0.12712331238542324</c:v>
                </c:pt>
                <c:pt idx="9198">
                  <c:v>0.12713186422112066</c:v>
                </c:pt>
                <c:pt idx="9199">
                  <c:v>0.12713962695062153</c:v>
                </c:pt>
                <c:pt idx="9200">
                  <c:v>0.12717577887375531</c:v>
                </c:pt>
                <c:pt idx="9201">
                  <c:v>0.12718086111388183</c:v>
                </c:pt>
                <c:pt idx="9202">
                  <c:v>0.12719857803731122</c:v>
                </c:pt>
                <c:pt idx="9203">
                  <c:v>0.12719878491516914</c:v>
                </c:pt>
                <c:pt idx="9204">
                  <c:v>0.12720294757597772</c:v>
                </c:pt>
                <c:pt idx="9205">
                  <c:v>0.12720710124593396</c:v>
                </c:pt>
                <c:pt idx="9206">
                  <c:v>0.12722158366253203</c:v>
                </c:pt>
                <c:pt idx="9207">
                  <c:v>0.12722746917645761</c:v>
                </c:pt>
                <c:pt idx="9208">
                  <c:v>0.12723867587652324</c:v>
                </c:pt>
                <c:pt idx="9209">
                  <c:v>0.12724401614389674</c:v>
                </c:pt>
                <c:pt idx="9210">
                  <c:v>0.12727584806041414</c:v>
                </c:pt>
                <c:pt idx="9211">
                  <c:v>0.12728637573943202</c:v>
                </c:pt>
                <c:pt idx="9212">
                  <c:v>0.12729165480578453</c:v>
                </c:pt>
                <c:pt idx="9213">
                  <c:v>0.12729379207911543</c:v>
                </c:pt>
                <c:pt idx="9214">
                  <c:v>0.127298284323838</c:v>
                </c:pt>
                <c:pt idx="9215">
                  <c:v>0.12730426959633853</c:v>
                </c:pt>
                <c:pt idx="9216">
                  <c:v>0.12730742797735503</c:v>
                </c:pt>
                <c:pt idx="9217">
                  <c:v>0.12731152429632259</c:v>
                </c:pt>
                <c:pt idx="9218">
                  <c:v>0.1273216005793438</c:v>
                </c:pt>
                <c:pt idx="9219">
                  <c:v>0.1273225396966588</c:v>
                </c:pt>
                <c:pt idx="9220">
                  <c:v>0.12732683552669785</c:v>
                </c:pt>
                <c:pt idx="9221">
                  <c:v>0.12732693896129535</c:v>
                </c:pt>
                <c:pt idx="9222">
                  <c:v>0.1273384099369391</c:v>
                </c:pt>
                <c:pt idx="9223">
                  <c:v>0.12734931251815568</c:v>
                </c:pt>
                <c:pt idx="9224">
                  <c:v>0.12737047703598864</c:v>
                </c:pt>
                <c:pt idx="9225">
                  <c:v>0.12737367836742425</c:v>
                </c:pt>
                <c:pt idx="9226">
                  <c:v>0.12739360244311357</c:v>
                </c:pt>
                <c:pt idx="9227">
                  <c:v>0.12739670893713909</c:v>
                </c:pt>
                <c:pt idx="9228">
                  <c:v>0.12741537284406029</c:v>
                </c:pt>
                <c:pt idx="9229">
                  <c:v>0.12742026945618198</c:v>
                </c:pt>
                <c:pt idx="9230">
                  <c:v>0.12744423969019147</c:v>
                </c:pt>
                <c:pt idx="9231">
                  <c:v>0.12744680923489099</c:v>
                </c:pt>
                <c:pt idx="9232">
                  <c:v>0.1274751023124977</c:v>
                </c:pt>
                <c:pt idx="9233">
                  <c:v>0.12749177339078716</c:v>
                </c:pt>
                <c:pt idx="9234">
                  <c:v>0.1274947998529801</c:v>
                </c:pt>
                <c:pt idx="9235">
                  <c:v>0.12751308632622479</c:v>
                </c:pt>
                <c:pt idx="9236">
                  <c:v>0.12752059255373391</c:v>
                </c:pt>
                <c:pt idx="9237">
                  <c:v>0.12754514505842482</c:v>
                </c:pt>
                <c:pt idx="9238">
                  <c:v>0.12755069577477116</c:v>
                </c:pt>
                <c:pt idx="9239">
                  <c:v>0.12755818286580306</c:v>
                </c:pt>
                <c:pt idx="9240">
                  <c:v>0.127580575935094</c:v>
                </c:pt>
                <c:pt idx="9241">
                  <c:v>0.12759282842631534</c:v>
                </c:pt>
                <c:pt idx="9242">
                  <c:v>0.12760296362917967</c:v>
                </c:pt>
                <c:pt idx="9243">
                  <c:v>0.12761674821604094</c:v>
                </c:pt>
                <c:pt idx="9244">
                  <c:v>0.12763170632579177</c:v>
                </c:pt>
                <c:pt idx="9245">
                  <c:v>0.12763686238799046</c:v>
                </c:pt>
                <c:pt idx="9246">
                  <c:v>0.12764762030309584</c:v>
                </c:pt>
                <c:pt idx="9247">
                  <c:v>0.12765427151571182</c:v>
                </c:pt>
                <c:pt idx="9248">
                  <c:v>0.12767115737127577</c:v>
                </c:pt>
                <c:pt idx="9249">
                  <c:v>0.1276784069407628</c:v>
                </c:pt>
                <c:pt idx="9250">
                  <c:v>0.12769606746463535</c:v>
                </c:pt>
                <c:pt idx="9251">
                  <c:v>0.12772747177582719</c:v>
                </c:pt>
                <c:pt idx="9252">
                  <c:v>0.12772910716519587</c:v>
                </c:pt>
                <c:pt idx="9253">
                  <c:v>0.12773143584262286</c:v>
                </c:pt>
                <c:pt idx="9254">
                  <c:v>0.12773866921349236</c:v>
                </c:pt>
                <c:pt idx="9255">
                  <c:v>0.12775440323373358</c:v>
                </c:pt>
                <c:pt idx="9256">
                  <c:v>0.12775616272191612</c:v>
                </c:pt>
                <c:pt idx="9257">
                  <c:v>0.12776369366328122</c:v>
                </c:pt>
                <c:pt idx="9258">
                  <c:v>0.12776844550508742</c:v>
                </c:pt>
                <c:pt idx="9259">
                  <c:v>0.12777370391328691</c:v>
                </c:pt>
                <c:pt idx="9260">
                  <c:v>0.12778078298234202</c:v>
                </c:pt>
                <c:pt idx="9261">
                  <c:v>0.12778297875000219</c:v>
                </c:pt>
                <c:pt idx="9262">
                  <c:v>0.12779458251497627</c:v>
                </c:pt>
                <c:pt idx="9263">
                  <c:v>0.12780295557668167</c:v>
                </c:pt>
                <c:pt idx="9264">
                  <c:v>0.12784178224068621</c:v>
                </c:pt>
                <c:pt idx="9265">
                  <c:v>0.12784970611262797</c:v>
                </c:pt>
                <c:pt idx="9266">
                  <c:v>0.12785258717816431</c:v>
                </c:pt>
                <c:pt idx="9267">
                  <c:v>0.12785342203922903</c:v>
                </c:pt>
                <c:pt idx="9268">
                  <c:v>0.12786436759344591</c:v>
                </c:pt>
                <c:pt idx="9269">
                  <c:v>0.12787544584464788</c:v>
                </c:pt>
                <c:pt idx="9270">
                  <c:v>0.12789971031383934</c:v>
                </c:pt>
                <c:pt idx="9271">
                  <c:v>0.12789985117319552</c:v>
                </c:pt>
                <c:pt idx="9272">
                  <c:v>0.12790998627178937</c:v>
                </c:pt>
                <c:pt idx="9273">
                  <c:v>0.12791025559684871</c:v>
                </c:pt>
                <c:pt idx="9274">
                  <c:v>0.12791417358572546</c:v>
                </c:pt>
                <c:pt idx="9275">
                  <c:v>0.12791931232718903</c:v>
                </c:pt>
                <c:pt idx="9276">
                  <c:v>0.12794669207098708</c:v>
                </c:pt>
                <c:pt idx="9277">
                  <c:v>0.12795276584422902</c:v>
                </c:pt>
                <c:pt idx="9278">
                  <c:v>0.12797034009227595</c:v>
                </c:pt>
                <c:pt idx="9279">
                  <c:v>0.12797409065048881</c:v>
                </c:pt>
                <c:pt idx="9280">
                  <c:v>0.1279800100930191</c:v>
                </c:pt>
                <c:pt idx="9281">
                  <c:v>0.12800665023939134</c:v>
                </c:pt>
                <c:pt idx="9282">
                  <c:v>0.12801020958300155</c:v>
                </c:pt>
                <c:pt idx="9283">
                  <c:v>0.12801815380918763</c:v>
                </c:pt>
                <c:pt idx="9284">
                  <c:v>0.12802476335726093</c:v>
                </c:pt>
                <c:pt idx="9285">
                  <c:v>0.12802546182369537</c:v>
                </c:pt>
                <c:pt idx="9286">
                  <c:v>0.12807899119432944</c:v>
                </c:pt>
                <c:pt idx="9287">
                  <c:v>0.12808259427475646</c:v>
                </c:pt>
                <c:pt idx="9288">
                  <c:v>0.12809109371668123</c:v>
                </c:pt>
                <c:pt idx="9289">
                  <c:v>0.12809688655796231</c:v>
                </c:pt>
                <c:pt idx="9290">
                  <c:v>0.12810666680547167</c:v>
                </c:pt>
                <c:pt idx="9291">
                  <c:v>0.12811650018490892</c:v>
                </c:pt>
                <c:pt idx="9292">
                  <c:v>0.12812118947684234</c:v>
                </c:pt>
                <c:pt idx="9293">
                  <c:v>0.12812223827460403</c:v>
                </c:pt>
                <c:pt idx="9294">
                  <c:v>0.12813075007291261</c:v>
                </c:pt>
                <c:pt idx="9295">
                  <c:v>0.12814892880587922</c:v>
                </c:pt>
                <c:pt idx="9296">
                  <c:v>0.12815750540069604</c:v>
                </c:pt>
                <c:pt idx="9297">
                  <c:v>0.12817643419834462</c:v>
                </c:pt>
                <c:pt idx="9298">
                  <c:v>0.12817847619467942</c:v>
                </c:pt>
                <c:pt idx="9299">
                  <c:v>0.1281846437588561</c:v>
                </c:pt>
                <c:pt idx="9300">
                  <c:v>0.12819767163659221</c:v>
                </c:pt>
                <c:pt idx="9301">
                  <c:v>0.1282161100692728</c:v>
                </c:pt>
                <c:pt idx="9302">
                  <c:v>0.12824261825177508</c:v>
                </c:pt>
                <c:pt idx="9303">
                  <c:v>0.12824441533382525</c:v>
                </c:pt>
                <c:pt idx="9304">
                  <c:v>0.12825001925036747</c:v>
                </c:pt>
                <c:pt idx="9305">
                  <c:v>0.12825604358935389</c:v>
                </c:pt>
                <c:pt idx="9306">
                  <c:v>0.12825847539884908</c:v>
                </c:pt>
                <c:pt idx="9307">
                  <c:v>0.12826018084927029</c:v>
                </c:pt>
                <c:pt idx="9308">
                  <c:v>0.12827428789817885</c:v>
                </c:pt>
                <c:pt idx="9309">
                  <c:v>0.12827465225267298</c:v>
                </c:pt>
                <c:pt idx="9310">
                  <c:v>0.12827530630342002</c:v>
                </c:pt>
                <c:pt idx="9311">
                  <c:v>0.12829108339479414</c:v>
                </c:pt>
                <c:pt idx="9312">
                  <c:v>0.12831295174432725</c:v>
                </c:pt>
                <c:pt idx="9313">
                  <c:v>0.12831390880992966</c:v>
                </c:pt>
                <c:pt idx="9314">
                  <c:v>0.12832063438151886</c:v>
                </c:pt>
                <c:pt idx="9315">
                  <c:v>0.12832780115362907</c:v>
                </c:pt>
                <c:pt idx="9316">
                  <c:v>0.12833777389245915</c:v>
                </c:pt>
                <c:pt idx="9317">
                  <c:v>0.12834025266915364</c:v>
                </c:pt>
                <c:pt idx="9318">
                  <c:v>0.12835071261125253</c:v>
                </c:pt>
                <c:pt idx="9319">
                  <c:v>0.12835477854619551</c:v>
                </c:pt>
                <c:pt idx="9320">
                  <c:v>0.12836614143025402</c:v>
                </c:pt>
                <c:pt idx="9321">
                  <c:v>0.12837962896708274</c:v>
                </c:pt>
                <c:pt idx="9322">
                  <c:v>0.12840338758648959</c:v>
                </c:pt>
                <c:pt idx="9323">
                  <c:v>0.12840799775768832</c:v>
                </c:pt>
                <c:pt idx="9324">
                  <c:v>0.12841518898167248</c:v>
                </c:pt>
                <c:pt idx="9325">
                  <c:v>0.12842920116966783</c:v>
                </c:pt>
                <c:pt idx="9326">
                  <c:v>0.12843573027398167</c:v>
                </c:pt>
                <c:pt idx="9327">
                  <c:v>0.12843849028815485</c:v>
                </c:pt>
                <c:pt idx="9328">
                  <c:v>0.12844032745129971</c:v>
                </c:pt>
                <c:pt idx="9329">
                  <c:v>0.12844479985646559</c:v>
                </c:pt>
                <c:pt idx="9330">
                  <c:v>0.12845365689443539</c:v>
                </c:pt>
                <c:pt idx="9331">
                  <c:v>0.12846585725526374</c:v>
                </c:pt>
                <c:pt idx="9332">
                  <c:v>0.12849142697789318</c:v>
                </c:pt>
                <c:pt idx="9333">
                  <c:v>0.12850855299957256</c:v>
                </c:pt>
                <c:pt idx="9334">
                  <c:v>0.12853592706966066</c:v>
                </c:pt>
                <c:pt idx="9335">
                  <c:v>0.12853830702896993</c:v>
                </c:pt>
                <c:pt idx="9336">
                  <c:v>0.12853855099966416</c:v>
                </c:pt>
                <c:pt idx="9337">
                  <c:v>0.1285414071358684</c:v>
                </c:pt>
                <c:pt idx="9338">
                  <c:v>0.12854205673445701</c:v>
                </c:pt>
                <c:pt idx="9339">
                  <c:v>0.12856888218496115</c:v>
                </c:pt>
                <c:pt idx="9340">
                  <c:v>0.12857306537185881</c:v>
                </c:pt>
                <c:pt idx="9341">
                  <c:v>0.12857935562010731</c:v>
                </c:pt>
                <c:pt idx="9342">
                  <c:v>0.12860380625967283</c:v>
                </c:pt>
                <c:pt idx="9343">
                  <c:v>0.12863474619491086</c:v>
                </c:pt>
                <c:pt idx="9344">
                  <c:v>0.1286454095871756</c:v>
                </c:pt>
                <c:pt idx="9345">
                  <c:v>0.12866059815783684</c:v>
                </c:pt>
                <c:pt idx="9346">
                  <c:v>0.12867032795315128</c:v>
                </c:pt>
                <c:pt idx="9347">
                  <c:v>0.12867427375667143</c:v>
                </c:pt>
                <c:pt idx="9348">
                  <c:v>0.12868286569852416</c:v>
                </c:pt>
                <c:pt idx="9349">
                  <c:v>0.12869528255288565</c:v>
                </c:pt>
                <c:pt idx="9350">
                  <c:v>0.12869592705259358</c:v>
                </c:pt>
                <c:pt idx="9351">
                  <c:v>0.12874395202054448</c:v>
                </c:pt>
                <c:pt idx="9352">
                  <c:v>0.12874770155903287</c:v>
                </c:pt>
                <c:pt idx="9353">
                  <c:v>0.12874776265423307</c:v>
                </c:pt>
                <c:pt idx="9354">
                  <c:v>0.12875354616386084</c:v>
                </c:pt>
                <c:pt idx="9355">
                  <c:v>0.12876029848366752</c:v>
                </c:pt>
                <c:pt idx="9356">
                  <c:v>0.12876374407169316</c:v>
                </c:pt>
                <c:pt idx="9357">
                  <c:v>0.12876928009012123</c:v>
                </c:pt>
                <c:pt idx="9358">
                  <c:v>0.12877148593136342</c:v>
                </c:pt>
                <c:pt idx="9359">
                  <c:v>0.12877838024204888</c:v>
                </c:pt>
                <c:pt idx="9360">
                  <c:v>0.12878127469312584</c:v>
                </c:pt>
                <c:pt idx="9361">
                  <c:v>0.128783446077502</c:v>
                </c:pt>
                <c:pt idx="9362">
                  <c:v>0.12878954156329636</c:v>
                </c:pt>
                <c:pt idx="9363">
                  <c:v>0.1287899995551475</c:v>
                </c:pt>
                <c:pt idx="9364">
                  <c:v>0.12881027242155094</c:v>
                </c:pt>
                <c:pt idx="9365">
                  <c:v>0.12882794018305363</c:v>
                </c:pt>
                <c:pt idx="9366">
                  <c:v>0.12883415793060357</c:v>
                </c:pt>
                <c:pt idx="9367">
                  <c:v>0.12883768091253556</c:v>
                </c:pt>
                <c:pt idx="9368">
                  <c:v>0.12883997887211038</c:v>
                </c:pt>
                <c:pt idx="9369">
                  <c:v>0.12885088689135096</c:v>
                </c:pt>
                <c:pt idx="9370">
                  <c:v>0.12888170714945371</c:v>
                </c:pt>
                <c:pt idx="9371">
                  <c:v>0.1289044072613576</c:v>
                </c:pt>
                <c:pt idx="9372">
                  <c:v>0.12891036329995775</c:v>
                </c:pt>
                <c:pt idx="9373">
                  <c:v>0.12892110023666689</c:v>
                </c:pt>
                <c:pt idx="9374">
                  <c:v>0.12893658977118883</c:v>
                </c:pt>
                <c:pt idx="9375">
                  <c:v>0.12894184018803975</c:v>
                </c:pt>
                <c:pt idx="9376">
                  <c:v>0.12894944740782366</c:v>
                </c:pt>
                <c:pt idx="9377">
                  <c:v>0.12896582229771722</c:v>
                </c:pt>
                <c:pt idx="9378">
                  <c:v>0.1289697146205992</c:v>
                </c:pt>
                <c:pt idx="9379">
                  <c:v>0.12898039527447872</c:v>
                </c:pt>
                <c:pt idx="9380">
                  <c:v>0.12899393216807242</c:v>
                </c:pt>
                <c:pt idx="9381">
                  <c:v>0.12899511394572058</c:v>
                </c:pt>
                <c:pt idx="9382">
                  <c:v>0.12900030734251886</c:v>
                </c:pt>
                <c:pt idx="9383">
                  <c:v>0.12900238932938954</c:v>
                </c:pt>
                <c:pt idx="9384">
                  <c:v>0.12900313168358707</c:v>
                </c:pt>
                <c:pt idx="9385">
                  <c:v>0.12900645180489223</c:v>
                </c:pt>
                <c:pt idx="9386">
                  <c:v>0.12904619994216748</c:v>
                </c:pt>
                <c:pt idx="9387">
                  <c:v>0.12906766590689447</c:v>
                </c:pt>
                <c:pt idx="9388">
                  <c:v>0.12909468907619664</c:v>
                </c:pt>
                <c:pt idx="9389">
                  <c:v>0.12910058621058121</c:v>
                </c:pt>
                <c:pt idx="9390">
                  <c:v>0.12911750034964758</c:v>
                </c:pt>
                <c:pt idx="9391">
                  <c:v>0.12914861729679075</c:v>
                </c:pt>
                <c:pt idx="9392">
                  <c:v>0.12916302245526487</c:v>
                </c:pt>
                <c:pt idx="9393">
                  <c:v>0.12917801559423336</c:v>
                </c:pt>
                <c:pt idx="9394">
                  <c:v>0.12917874851069003</c:v>
                </c:pt>
                <c:pt idx="9395">
                  <c:v>0.12920896553583497</c:v>
                </c:pt>
                <c:pt idx="9396">
                  <c:v>0.12921783991372499</c:v>
                </c:pt>
                <c:pt idx="9397">
                  <c:v>0.12923097209831605</c:v>
                </c:pt>
                <c:pt idx="9398">
                  <c:v>0.12923769548380937</c:v>
                </c:pt>
                <c:pt idx="9399">
                  <c:v>0.12923983454612747</c:v>
                </c:pt>
                <c:pt idx="9400">
                  <c:v>0.12925261296481644</c:v>
                </c:pt>
                <c:pt idx="9401">
                  <c:v>0.12926131153225009</c:v>
                </c:pt>
                <c:pt idx="9402">
                  <c:v>0.1292817877023853</c:v>
                </c:pt>
                <c:pt idx="9403">
                  <c:v>0.1292875913711572</c:v>
                </c:pt>
                <c:pt idx="9404">
                  <c:v>0.12929491017647929</c:v>
                </c:pt>
                <c:pt idx="9405">
                  <c:v>0.12930999793920298</c:v>
                </c:pt>
                <c:pt idx="9406">
                  <c:v>0.12931254860232644</c:v>
                </c:pt>
                <c:pt idx="9407">
                  <c:v>0.12931872641938677</c:v>
                </c:pt>
                <c:pt idx="9408">
                  <c:v>0.1293240473013291</c:v>
                </c:pt>
                <c:pt idx="9409">
                  <c:v>0.12934861389988961</c:v>
                </c:pt>
                <c:pt idx="9410">
                  <c:v>0.12935069606038577</c:v>
                </c:pt>
                <c:pt idx="9411">
                  <c:v>0.12936494271407861</c:v>
                </c:pt>
                <c:pt idx="9412">
                  <c:v>0.12937463554046216</c:v>
                </c:pt>
                <c:pt idx="9413">
                  <c:v>0.1293929599435997</c:v>
                </c:pt>
                <c:pt idx="9414">
                  <c:v>0.12939882050683676</c:v>
                </c:pt>
                <c:pt idx="9415">
                  <c:v>0.12940369488048384</c:v>
                </c:pt>
                <c:pt idx="9416">
                  <c:v>0.12940812258253839</c:v>
                </c:pt>
                <c:pt idx="9417">
                  <c:v>0.12941157803082853</c:v>
                </c:pt>
                <c:pt idx="9418">
                  <c:v>0.12942891272527471</c:v>
                </c:pt>
                <c:pt idx="9419">
                  <c:v>0.12943183326311772</c:v>
                </c:pt>
                <c:pt idx="9420">
                  <c:v>0.12946960653394027</c:v>
                </c:pt>
                <c:pt idx="9421">
                  <c:v>0.12947527807174522</c:v>
                </c:pt>
                <c:pt idx="9422">
                  <c:v>0.12947956929579299</c:v>
                </c:pt>
                <c:pt idx="9423">
                  <c:v>0.12950934735006159</c:v>
                </c:pt>
                <c:pt idx="9424">
                  <c:v>0.12953730295868987</c:v>
                </c:pt>
                <c:pt idx="9425">
                  <c:v>0.12956024012603787</c:v>
                </c:pt>
                <c:pt idx="9426">
                  <c:v>0.12957166786174232</c:v>
                </c:pt>
                <c:pt idx="9427">
                  <c:v>0.12957669948776757</c:v>
                </c:pt>
                <c:pt idx="9428">
                  <c:v>0.12960453453148141</c:v>
                </c:pt>
                <c:pt idx="9429">
                  <c:v>0.1296169157290683</c:v>
                </c:pt>
                <c:pt idx="9430">
                  <c:v>0.12962939393638764</c:v>
                </c:pt>
                <c:pt idx="9431">
                  <c:v>0.12963024510597887</c:v>
                </c:pt>
                <c:pt idx="9432">
                  <c:v>0.12963699641571058</c:v>
                </c:pt>
                <c:pt idx="9433">
                  <c:v>0.12963899130798587</c:v>
                </c:pt>
                <c:pt idx="9434">
                  <c:v>0.12964284659081401</c:v>
                </c:pt>
                <c:pt idx="9435">
                  <c:v>0.12965027819386027</c:v>
                </c:pt>
                <c:pt idx="9436">
                  <c:v>0.12967622553737035</c:v>
                </c:pt>
                <c:pt idx="9437">
                  <c:v>0.12970156700468968</c:v>
                </c:pt>
                <c:pt idx="9438">
                  <c:v>0.12971076023371095</c:v>
                </c:pt>
                <c:pt idx="9439">
                  <c:v>0.12971418711987995</c:v>
                </c:pt>
                <c:pt idx="9440">
                  <c:v>0.12972984206542953</c:v>
                </c:pt>
                <c:pt idx="9441">
                  <c:v>0.12974887030082899</c:v>
                </c:pt>
                <c:pt idx="9442">
                  <c:v>0.12974956115332012</c:v>
                </c:pt>
                <c:pt idx="9443">
                  <c:v>0.12975054430894079</c:v>
                </c:pt>
                <c:pt idx="9444">
                  <c:v>0.1297829181154132</c:v>
                </c:pt>
                <c:pt idx="9445">
                  <c:v>0.12981508791701871</c:v>
                </c:pt>
                <c:pt idx="9446">
                  <c:v>0.12981824856919788</c:v>
                </c:pt>
                <c:pt idx="9447">
                  <c:v>0.1298205380402537</c:v>
                </c:pt>
                <c:pt idx="9448">
                  <c:v>0.12982504131348468</c:v>
                </c:pt>
                <c:pt idx="9449">
                  <c:v>0.12984575551710892</c:v>
                </c:pt>
                <c:pt idx="9450">
                  <c:v>0.12984713079007293</c:v>
                </c:pt>
                <c:pt idx="9451">
                  <c:v>0.129849389462597</c:v>
                </c:pt>
                <c:pt idx="9452">
                  <c:v>0.12985055684711752</c:v>
                </c:pt>
                <c:pt idx="9453">
                  <c:v>0.12987209382954182</c:v>
                </c:pt>
                <c:pt idx="9454">
                  <c:v>0.12987287998126151</c:v>
                </c:pt>
                <c:pt idx="9455">
                  <c:v>0.12988486183779444</c:v>
                </c:pt>
                <c:pt idx="9456">
                  <c:v>0.12988729358373405</c:v>
                </c:pt>
                <c:pt idx="9457">
                  <c:v>0.12991542848892926</c:v>
                </c:pt>
                <c:pt idx="9458">
                  <c:v>0.12991658941989534</c:v>
                </c:pt>
                <c:pt idx="9459">
                  <c:v>0.12992010389221348</c:v>
                </c:pt>
                <c:pt idx="9460">
                  <c:v>0.12992273090501297</c:v>
                </c:pt>
                <c:pt idx="9461">
                  <c:v>0.12994564282463167</c:v>
                </c:pt>
                <c:pt idx="9462">
                  <c:v>0.12997771029171679</c:v>
                </c:pt>
                <c:pt idx="9463">
                  <c:v>0.12998107266394907</c:v>
                </c:pt>
                <c:pt idx="9464">
                  <c:v>0.12998617409252303</c:v>
                </c:pt>
                <c:pt idx="9465">
                  <c:v>0.12998891838783161</c:v>
                </c:pt>
                <c:pt idx="9466">
                  <c:v>0.12999556571615575</c:v>
                </c:pt>
                <c:pt idx="9467">
                  <c:v>0.13000114555907619</c:v>
                </c:pt>
                <c:pt idx="9468">
                  <c:v>0.13000374085079813</c:v>
                </c:pt>
                <c:pt idx="9469">
                  <c:v>0.13002462770474457</c:v>
                </c:pt>
                <c:pt idx="9470">
                  <c:v>0.13002892392006019</c:v>
                </c:pt>
                <c:pt idx="9471">
                  <c:v>0.13003162093812753</c:v>
                </c:pt>
                <c:pt idx="9472">
                  <c:v>0.13003259168994227</c:v>
                </c:pt>
                <c:pt idx="9473">
                  <c:v>0.13004423154609038</c:v>
                </c:pt>
                <c:pt idx="9474">
                  <c:v>0.13005666568631705</c:v>
                </c:pt>
                <c:pt idx="9475">
                  <c:v>0.13006954369031584</c:v>
                </c:pt>
                <c:pt idx="9476">
                  <c:v>0.13007283691831323</c:v>
                </c:pt>
                <c:pt idx="9477">
                  <c:v>0.13007366477174873</c:v>
                </c:pt>
                <c:pt idx="9478">
                  <c:v>0.13007928265908986</c:v>
                </c:pt>
                <c:pt idx="9479">
                  <c:v>0.13009483145760176</c:v>
                </c:pt>
                <c:pt idx="9480">
                  <c:v>0.1301180805461854</c:v>
                </c:pt>
                <c:pt idx="9481">
                  <c:v>0.13011920335525487</c:v>
                </c:pt>
                <c:pt idx="9482">
                  <c:v>0.1301231935350908</c:v>
                </c:pt>
                <c:pt idx="9483">
                  <c:v>0.13013800402580081</c:v>
                </c:pt>
                <c:pt idx="9484">
                  <c:v>0.13015177142197809</c:v>
                </c:pt>
                <c:pt idx="9485">
                  <c:v>0.13016196094437188</c:v>
                </c:pt>
                <c:pt idx="9486">
                  <c:v>0.13016521377779905</c:v>
                </c:pt>
                <c:pt idx="9487">
                  <c:v>0.13017421026912965</c:v>
                </c:pt>
                <c:pt idx="9488">
                  <c:v>0.1301854371552342</c:v>
                </c:pt>
                <c:pt idx="9489">
                  <c:v>0.13019279960546354</c:v>
                </c:pt>
                <c:pt idx="9490">
                  <c:v>0.13019550991644169</c:v>
                </c:pt>
                <c:pt idx="9491">
                  <c:v>0.13019599714637231</c:v>
                </c:pt>
                <c:pt idx="9492">
                  <c:v>0.13021216903225252</c:v>
                </c:pt>
                <c:pt idx="9493">
                  <c:v>0.13023955482431232</c:v>
                </c:pt>
                <c:pt idx="9494">
                  <c:v>0.13024091950695327</c:v>
                </c:pt>
                <c:pt idx="9495">
                  <c:v>0.13024558708799724</c:v>
                </c:pt>
                <c:pt idx="9496">
                  <c:v>0.13025178582754657</c:v>
                </c:pt>
                <c:pt idx="9497">
                  <c:v>0.13025639441512432</c:v>
                </c:pt>
                <c:pt idx="9498">
                  <c:v>0.13025855138643314</c:v>
                </c:pt>
                <c:pt idx="9499">
                  <c:v>0.13026942912627679</c:v>
                </c:pt>
                <c:pt idx="9500">
                  <c:v>0.13027124777702434</c:v>
                </c:pt>
                <c:pt idx="9501">
                  <c:v>0.13028858981498712</c:v>
                </c:pt>
                <c:pt idx="9502">
                  <c:v>0.13029053041022248</c:v>
                </c:pt>
                <c:pt idx="9503">
                  <c:v>0.13029383620983201</c:v>
                </c:pt>
                <c:pt idx="9504">
                  <c:v>0.13029878314254575</c:v>
                </c:pt>
                <c:pt idx="9505">
                  <c:v>0.13032079453357515</c:v>
                </c:pt>
                <c:pt idx="9506">
                  <c:v>0.13032625929058231</c:v>
                </c:pt>
                <c:pt idx="9507">
                  <c:v>0.13032684524705321</c:v>
                </c:pt>
                <c:pt idx="9508">
                  <c:v>0.13032685617593107</c:v>
                </c:pt>
                <c:pt idx="9509">
                  <c:v>0.13034520065865932</c:v>
                </c:pt>
                <c:pt idx="9510">
                  <c:v>0.13036091176185655</c:v>
                </c:pt>
                <c:pt idx="9511">
                  <c:v>0.13037501217761141</c:v>
                </c:pt>
                <c:pt idx="9512">
                  <c:v>0.13037731181907158</c:v>
                </c:pt>
                <c:pt idx="9513">
                  <c:v>0.13037734935859885</c:v>
                </c:pt>
                <c:pt idx="9514">
                  <c:v>0.13038726541343787</c:v>
                </c:pt>
                <c:pt idx="9515">
                  <c:v>0.13039154171289083</c:v>
                </c:pt>
                <c:pt idx="9516">
                  <c:v>0.13040192740190654</c:v>
                </c:pt>
                <c:pt idx="9517">
                  <c:v>0.13041512172076247</c:v>
                </c:pt>
                <c:pt idx="9518">
                  <c:v>0.13042899505753108</c:v>
                </c:pt>
                <c:pt idx="9519">
                  <c:v>0.13042938978371976</c:v>
                </c:pt>
                <c:pt idx="9520">
                  <c:v>0.13043319136349935</c:v>
                </c:pt>
                <c:pt idx="9521">
                  <c:v>0.13043595392242327</c:v>
                </c:pt>
                <c:pt idx="9522">
                  <c:v>0.13043735870988485</c:v>
                </c:pt>
                <c:pt idx="9523">
                  <c:v>0.13045150213814519</c:v>
                </c:pt>
                <c:pt idx="9524">
                  <c:v>0.13045868819120082</c:v>
                </c:pt>
                <c:pt idx="9525">
                  <c:v>0.13045977401025574</c:v>
                </c:pt>
                <c:pt idx="9526">
                  <c:v>0.13046391483811956</c:v>
                </c:pt>
                <c:pt idx="9527">
                  <c:v>0.13048219379667494</c:v>
                </c:pt>
                <c:pt idx="9528">
                  <c:v>0.13048288270536162</c:v>
                </c:pt>
                <c:pt idx="9529">
                  <c:v>0.13048532084109382</c:v>
                </c:pt>
                <c:pt idx="9530">
                  <c:v>0.13049006101893887</c:v>
                </c:pt>
                <c:pt idx="9531">
                  <c:v>0.13049407411442643</c:v>
                </c:pt>
                <c:pt idx="9532">
                  <c:v>0.1304998872538741</c:v>
                </c:pt>
                <c:pt idx="9533">
                  <c:v>0.13049991364612817</c:v>
                </c:pt>
                <c:pt idx="9534">
                  <c:v>0.13050754914200965</c:v>
                </c:pt>
                <c:pt idx="9535">
                  <c:v>0.13050819204628569</c:v>
                </c:pt>
                <c:pt idx="9536">
                  <c:v>0.13050928191876521</c:v>
                </c:pt>
                <c:pt idx="9537">
                  <c:v>0.1305098663518364</c:v>
                </c:pt>
                <c:pt idx="9538">
                  <c:v>0.13052603802772883</c:v>
                </c:pt>
                <c:pt idx="9539">
                  <c:v>0.13053651012769085</c:v>
                </c:pt>
                <c:pt idx="9540">
                  <c:v>0.1305564602054046</c:v>
                </c:pt>
                <c:pt idx="9541">
                  <c:v>0.13055793506724506</c:v>
                </c:pt>
                <c:pt idx="9542">
                  <c:v>0.13055987978901867</c:v>
                </c:pt>
                <c:pt idx="9543">
                  <c:v>0.13057512663574528</c:v>
                </c:pt>
                <c:pt idx="9544">
                  <c:v>0.13058365756696089</c:v>
                </c:pt>
                <c:pt idx="9545">
                  <c:v>0.13062528548365882</c:v>
                </c:pt>
                <c:pt idx="9546">
                  <c:v>0.13062865482549604</c:v>
                </c:pt>
                <c:pt idx="9547">
                  <c:v>0.13063237951851922</c:v>
                </c:pt>
                <c:pt idx="9548">
                  <c:v>0.13064541073974709</c:v>
                </c:pt>
                <c:pt idx="9549">
                  <c:v>0.13067024030161115</c:v>
                </c:pt>
                <c:pt idx="9550">
                  <c:v>0.13069186506165978</c:v>
                </c:pt>
                <c:pt idx="9551">
                  <c:v>0.13070160699468411</c:v>
                </c:pt>
                <c:pt idx="9552">
                  <c:v>0.13070880345062069</c:v>
                </c:pt>
                <c:pt idx="9553">
                  <c:v>0.13072861079812767</c:v>
                </c:pt>
                <c:pt idx="9554">
                  <c:v>0.13072897679728876</c:v>
                </c:pt>
                <c:pt idx="9555">
                  <c:v>0.13074354967229604</c:v>
                </c:pt>
                <c:pt idx="9556">
                  <c:v>0.13075752125363194</c:v>
                </c:pt>
                <c:pt idx="9557">
                  <c:v>0.13076416059706503</c:v>
                </c:pt>
                <c:pt idx="9558">
                  <c:v>0.13076505083000656</c:v>
                </c:pt>
                <c:pt idx="9559">
                  <c:v>0.13080031564618586</c:v>
                </c:pt>
                <c:pt idx="9560">
                  <c:v>0.13080395343796103</c:v>
                </c:pt>
                <c:pt idx="9561">
                  <c:v>0.13088651420301042</c:v>
                </c:pt>
                <c:pt idx="9562">
                  <c:v>0.13088883836722087</c:v>
                </c:pt>
                <c:pt idx="9563">
                  <c:v>0.13090672778090923</c:v>
                </c:pt>
                <c:pt idx="9564">
                  <c:v>0.13091591217209092</c:v>
                </c:pt>
                <c:pt idx="9565">
                  <c:v>0.13096410341038905</c:v>
                </c:pt>
                <c:pt idx="9566">
                  <c:v>0.13096860663906984</c:v>
                </c:pt>
                <c:pt idx="9567">
                  <c:v>0.13097926922291109</c:v>
                </c:pt>
                <c:pt idx="9568">
                  <c:v>0.13098946073554538</c:v>
                </c:pt>
                <c:pt idx="9569">
                  <c:v>0.13099890348733315</c:v>
                </c:pt>
                <c:pt idx="9570">
                  <c:v>0.13101055794492625</c:v>
                </c:pt>
                <c:pt idx="9571">
                  <c:v>0.1310160117926491</c:v>
                </c:pt>
                <c:pt idx="9572">
                  <c:v>0.13104664292382201</c:v>
                </c:pt>
                <c:pt idx="9573">
                  <c:v>0.1310617319187854</c:v>
                </c:pt>
                <c:pt idx="9574">
                  <c:v>0.13106412256730723</c:v>
                </c:pt>
                <c:pt idx="9575">
                  <c:v>0.13107868016828042</c:v>
                </c:pt>
                <c:pt idx="9576">
                  <c:v>0.13108140714579483</c:v>
                </c:pt>
                <c:pt idx="9577">
                  <c:v>0.13108307247589857</c:v>
                </c:pt>
                <c:pt idx="9578">
                  <c:v>0.13108419186299405</c:v>
                </c:pt>
                <c:pt idx="9579">
                  <c:v>0.13109451408522846</c:v>
                </c:pt>
                <c:pt idx="9580">
                  <c:v>0.13110421582569889</c:v>
                </c:pt>
                <c:pt idx="9581">
                  <c:v>0.13110856407782345</c:v>
                </c:pt>
                <c:pt idx="9582">
                  <c:v>0.13111816201560489</c:v>
                </c:pt>
                <c:pt idx="9583">
                  <c:v>0.13112567289673033</c:v>
                </c:pt>
                <c:pt idx="9584">
                  <c:v>0.13114004673104684</c:v>
                </c:pt>
                <c:pt idx="9585">
                  <c:v>0.1311496199416107</c:v>
                </c:pt>
                <c:pt idx="9586">
                  <c:v>0.13118828582975842</c:v>
                </c:pt>
                <c:pt idx="9587">
                  <c:v>0.13119200307853934</c:v>
                </c:pt>
                <c:pt idx="9588">
                  <c:v>0.13120842298564694</c:v>
                </c:pt>
                <c:pt idx="9589">
                  <c:v>0.1312130936910732</c:v>
                </c:pt>
                <c:pt idx="9590">
                  <c:v>0.1312258194393274</c:v>
                </c:pt>
                <c:pt idx="9591">
                  <c:v>0.1312584607331625</c:v>
                </c:pt>
                <c:pt idx="9592">
                  <c:v>0.13126147749970182</c:v>
                </c:pt>
                <c:pt idx="9593">
                  <c:v>0.13127247234022754</c:v>
                </c:pt>
                <c:pt idx="9594">
                  <c:v>0.13127705831355962</c:v>
                </c:pt>
                <c:pt idx="9595">
                  <c:v>0.13128295208027199</c:v>
                </c:pt>
                <c:pt idx="9596">
                  <c:v>0.13128729598987846</c:v>
                </c:pt>
                <c:pt idx="9597">
                  <c:v>0.1312899799899514</c:v>
                </c:pt>
                <c:pt idx="9598">
                  <c:v>0.13129266328155226</c:v>
                </c:pt>
                <c:pt idx="9599">
                  <c:v>0.13129341962083566</c:v>
                </c:pt>
                <c:pt idx="9600">
                  <c:v>0.13129704532389358</c:v>
                </c:pt>
                <c:pt idx="9601">
                  <c:v>0.13130109678475074</c:v>
                </c:pt>
                <c:pt idx="9602">
                  <c:v>0.13130745936169727</c:v>
                </c:pt>
                <c:pt idx="9603">
                  <c:v>0.13130958168211357</c:v>
                </c:pt>
                <c:pt idx="9604">
                  <c:v>0.13132579845393011</c:v>
                </c:pt>
                <c:pt idx="9605">
                  <c:v>0.13132744243849076</c:v>
                </c:pt>
                <c:pt idx="9606">
                  <c:v>0.13133954800870543</c:v>
                </c:pt>
                <c:pt idx="9607">
                  <c:v>0.13135601142948405</c:v>
                </c:pt>
                <c:pt idx="9608">
                  <c:v>0.13135881090901827</c:v>
                </c:pt>
                <c:pt idx="9609">
                  <c:v>0.13137367074455991</c:v>
                </c:pt>
                <c:pt idx="9610">
                  <c:v>0.13138588809137672</c:v>
                </c:pt>
                <c:pt idx="9611">
                  <c:v>0.13138724174858007</c:v>
                </c:pt>
                <c:pt idx="9612">
                  <c:v>0.13139020990668784</c:v>
                </c:pt>
                <c:pt idx="9613">
                  <c:v>0.13140656049419769</c:v>
                </c:pt>
                <c:pt idx="9614">
                  <c:v>0.13142542345602362</c:v>
                </c:pt>
                <c:pt idx="9615">
                  <c:v>0.13143724408060053</c:v>
                </c:pt>
                <c:pt idx="9616">
                  <c:v>0.13143835266216983</c:v>
                </c:pt>
                <c:pt idx="9617">
                  <c:v>0.13145258067632812</c:v>
                </c:pt>
                <c:pt idx="9618">
                  <c:v>0.13146039618258015</c:v>
                </c:pt>
                <c:pt idx="9619">
                  <c:v>0.13147318405210998</c:v>
                </c:pt>
                <c:pt idx="9620">
                  <c:v>0.13147394897731804</c:v>
                </c:pt>
                <c:pt idx="9621">
                  <c:v>0.13148257638181818</c:v>
                </c:pt>
                <c:pt idx="9622">
                  <c:v>0.13149331007868781</c:v>
                </c:pt>
                <c:pt idx="9623">
                  <c:v>0.13151000673681848</c:v>
                </c:pt>
                <c:pt idx="9624">
                  <c:v>0.13152266743352412</c:v>
                </c:pt>
                <c:pt idx="9625">
                  <c:v>0.13153394270250024</c:v>
                </c:pt>
                <c:pt idx="9626">
                  <c:v>0.13153620128429186</c:v>
                </c:pt>
                <c:pt idx="9627">
                  <c:v>0.13155943808683632</c:v>
                </c:pt>
                <c:pt idx="9628">
                  <c:v>0.13157037439931538</c:v>
                </c:pt>
                <c:pt idx="9629">
                  <c:v>0.13157076565360074</c:v>
                </c:pt>
                <c:pt idx="9630">
                  <c:v>0.13157355632160653</c:v>
                </c:pt>
                <c:pt idx="9631">
                  <c:v>0.13157586697158224</c:v>
                </c:pt>
                <c:pt idx="9632">
                  <c:v>0.13158548683125906</c:v>
                </c:pt>
                <c:pt idx="9633">
                  <c:v>0.13159746280993814</c:v>
                </c:pt>
                <c:pt idx="9634">
                  <c:v>0.13160726303504516</c:v>
                </c:pt>
                <c:pt idx="9635">
                  <c:v>0.13160890881822859</c:v>
                </c:pt>
                <c:pt idx="9636">
                  <c:v>0.13160895324929589</c:v>
                </c:pt>
                <c:pt idx="9637">
                  <c:v>0.1316102298465878</c:v>
                </c:pt>
                <c:pt idx="9638">
                  <c:v>0.13161436378417021</c:v>
                </c:pt>
                <c:pt idx="9639">
                  <c:v>0.13162215398113153</c:v>
                </c:pt>
                <c:pt idx="9640">
                  <c:v>0.13163349445613828</c:v>
                </c:pt>
                <c:pt idx="9641">
                  <c:v>0.13163584858368241</c:v>
                </c:pt>
                <c:pt idx="9642">
                  <c:v>0.13165130343273476</c:v>
                </c:pt>
                <c:pt idx="9643">
                  <c:v>0.13165307764266765</c:v>
                </c:pt>
                <c:pt idx="9644">
                  <c:v>0.13165689225545471</c:v>
                </c:pt>
                <c:pt idx="9645">
                  <c:v>0.13167941832748337</c:v>
                </c:pt>
                <c:pt idx="9646">
                  <c:v>0.13168815830480055</c:v>
                </c:pt>
                <c:pt idx="9647">
                  <c:v>0.13169818161908467</c:v>
                </c:pt>
                <c:pt idx="9648">
                  <c:v>0.13170491506016291</c:v>
                </c:pt>
                <c:pt idx="9649">
                  <c:v>0.1317280719707401</c:v>
                </c:pt>
                <c:pt idx="9650">
                  <c:v>0.13173202408029391</c:v>
                </c:pt>
                <c:pt idx="9651">
                  <c:v>0.13174652376452578</c:v>
                </c:pt>
                <c:pt idx="9652">
                  <c:v>0.13174922377571852</c:v>
                </c:pt>
                <c:pt idx="9653">
                  <c:v>0.1317576985046755</c:v>
                </c:pt>
                <c:pt idx="9654">
                  <c:v>0.13176763202839079</c:v>
                </c:pt>
                <c:pt idx="9655">
                  <c:v>0.13179032820584644</c:v>
                </c:pt>
                <c:pt idx="9656">
                  <c:v>0.13182283016549959</c:v>
                </c:pt>
                <c:pt idx="9657">
                  <c:v>0.13182614693549305</c:v>
                </c:pt>
                <c:pt idx="9658">
                  <c:v>0.13187154661090256</c:v>
                </c:pt>
                <c:pt idx="9659">
                  <c:v>0.13188739951464937</c:v>
                </c:pt>
                <c:pt idx="9660">
                  <c:v>0.13189460492073601</c:v>
                </c:pt>
                <c:pt idx="9661">
                  <c:v>0.13189862122321827</c:v>
                </c:pt>
                <c:pt idx="9662">
                  <c:v>0.13190248010918132</c:v>
                </c:pt>
                <c:pt idx="9663">
                  <c:v>0.13192016654423561</c:v>
                </c:pt>
                <c:pt idx="9664">
                  <c:v>0.13192952901667737</c:v>
                </c:pt>
                <c:pt idx="9665">
                  <c:v>0.13194698144497369</c:v>
                </c:pt>
                <c:pt idx="9666">
                  <c:v>0.13196084952147039</c:v>
                </c:pt>
                <c:pt idx="9667">
                  <c:v>0.13197067276902677</c:v>
                </c:pt>
                <c:pt idx="9668">
                  <c:v>0.13197100325443589</c:v>
                </c:pt>
                <c:pt idx="9669">
                  <c:v>0.13198481827607217</c:v>
                </c:pt>
                <c:pt idx="9670">
                  <c:v>0.13199067206881698</c:v>
                </c:pt>
                <c:pt idx="9671">
                  <c:v>0.13199659977582298</c:v>
                </c:pt>
                <c:pt idx="9672">
                  <c:v>0.13201105194967333</c:v>
                </c:pt>
                <c:pt idx="9673">
                  <c:v>0.13201371586298935</c:v>
                </c:pt>
                <c:pt idx="9674">
                  <c:v>0.13202707625042301</c:v>
                </c:pt>
                <c:pt idx="9675">
                  <c:v>0.13202874838311834</c:v>
                </c:pt>
                <c:pt idx="9676">
                  <c:v>0.13203558968282908</c:v>
                </c:pt>
                <c:pt idx="9677">
                  <c:v>0.13203584813149433</c:v>
                </c:pt>
                <c:pt idx="9678">
                  <c:v>0.13206792451705621</c:v>
                </c:pt>
                <c:pt idx="9679">
                  <c:v>0.1320797913166106</c:v>
                </c:pt>
                <c:pt idx="9680">
                  <c:v>0.13208986967958034</c:v>
                </c:pt>
                <c:pt idx="9681">
                  <c:v>0.13209803138423251</c:v>
                </c:pt>
                <c:pt idx="9682">
                  <c:v>0.13210936485689986</c:v>
                </c:pt>
                <c:pt idx="9683">
                  <c:v>0.13213569914102447</c:v>
                </c:pt>
                <c:pt idx="9684">
                  <c:v>0.13216317614236206</c:v>
                </c:pt>
                <c:pt idx="9685">
                  <c:v>0.13216626055013475</c:v>
                </c:pt>
                <c:pt idx="9686">
                  <c:v>0.13217774867473922</c:v>
                </c:pt>
                <c:pt idx="9687">
                  <c:v>0.13222581041720227</c:v>
                </c:pt>
                <c:pt idx="9688">
                  <c:v>0.1322265567101075</c:v>
                </c:pt>
                <c:pt idx="9689">
                  <c:v>0.13223306870551604</c:v>
                </c:pt>
                <c:pt idx="9690">
                  <c:v>0.13223371705026585</c:v>
                </c:pt>
                <c:pt idx="9691">
                  <c:v>0.132239125371032</c:v>
                </c:pt>
                <c:pt idx="9692">
                  <c:v>0.13224470985470863</c:v>
                </c:pt>
                <c:pt idx="9693">
                  <c:v>0.13225001973344483</c:v>
                </c:pt>
                <c:pt idx="9694">
                  <c:v>0.13227322719350282</c:v>
                </c:pt>
                <c:pt idx="9695">
                  <c:v>0.13227682502924229</c:v>
                </c:pt>
                <c:pt idx="9696">
                  <c:v>0.13227764457726007</c:v>
                </c:pt>
                <c:pt idx="9697">
                  <c:v>0.13228435097881322</c:v>
                </c:pt>
                <c:pt idx="9698">
                  <c:v>0.13228563295701964</c:v>
                </c:pt>
                <c:pt idx="9699">
                  <c:v>0.13228790984909214</c:v>
                </c:pt>
                <c:pt idx="9700">
                  <c:v>0.13229587182092981</c:v>
                </c:pt>
                <c:pt idx="9701">
                  <c:v>0.13230304466094411</c:v>
                </c:pt>
                <c:pt idx="9702">
                  <c:v>0.13231039359309188</c:v>
                </c:pt>
                <c:pt idx="9703">
                  <c:v>0.13231188569952693</c:v>
                </c:pt>
                <c:pt idx="9704">
                  <c:v>0.13231511917337921</c:v>
                </c:pt>
                <c:pt idx="9705">
                  <c:v>0.13233154464488123</c:v>
                </c:pt>
                <c:pt idx="9706">
                  <c:v>0.13233676845520229</c:v>
                </c:pt>
                <c:pt idx="9707">
                  <c:v>0.132370477799966</c:v>
                </c:pt>
                <c:pt idx="9708">
                  <c:v>0.13239710071693703</c:v>
                </c:pt>
                <c:pt idx="9709">
                  <c:v>0.13241749121543239</c:v>
                </c:pt>
                <c:pt idx="9710">
                  <c:v>0.13242269187260061</c:v>
                </c:pt>
                <c:pt idx="9711">
                  <c:v>0.13242421990102715</c:v>
                </c:pt>
                <c:pt idx="9712">
                  <c:v>0.13245753011952047</c:v>
                </c:pt>
                <c:pt idx="9713">
                  <c:v>0.13248235355480489</c:v>
                </c:pt>
                <c:pt idx="9714">
                  <c:v>0.13248823859191233</c:v>
                </c:pt>
                <c:pt idx="9715">
                  <c:v>0.13249172723157893</c:v>
                </c:pt>
                <c:pt idx="9716">
                  <c:v>0.1325129609350926</c:v>
                </c:pt>
                <c:pt idx="9717">
                  <c:v>0.13252442767409953</c:v>
                </c:pt>
                <c:pt idx="9718">
                  <c:v>0.13252851222685694</c:v>
                </c:pt>
                <c:pt idx="9719">
                  <c:v>0.13253449246681412</c:v>
                </c:pt>
                <c:pt idx="9720">
                  <c:v>0.13253626401570989</c:v>
                </c:pt>
                <c:pt idx="9721">
                  <c:v>0.13254136508988534</c:v>
                </c:pt>
                <c:pt idx="9722">
                  <c:v>0.13254804179232893</c:v>
                </c:pt>
                <c:pt idx="9723">
                  <c:v>0.13254845821052516</c:v>
                </c:pt>
                <c:pt idx="9724">
                  <c:v>0.13256211836959655</c:v>
                </c:pt>
                <c:pt idx="9725">
                  <c:v>0.13256998868621359</c:v>
                </c:pt>
                <c:pt idx="9726">
                  <c:v>0.13257281189074996</c:v>
                </c:pt>
                <c:pt idx="9727">
                  <c:v>0.13261540848875553</c:v>
                </c:pt>
                <c:pt idx="9728">
                  <c:v>0.13265831637617431</c:v>
                </c:pt>
                <c:pt idx="9729">
                  <c:v>0.13267044917081594</c:v>
                </c:pt>
                <c:pt idx="9730">
                  <c:v>0.13267304344450737</c:v>
                </c:pt>
                <c:pt idx="9731">
                  <c:v>0.13267652757397025</c:v>
                </c:pt>
                <c:pt idx="9732">
                  <c:v>0.13268192849298238</c:v>
                </c:pt>
                <c:pt idx="9733">
                  <c:v>0.13268705057600441</c:v>
                </c:pt>
                <c:pt idx="9734">
                  <c:v>0.13268762531237832</c:v>
                </c:pt>
                <c:pt idx="9735">
                  <c:v>0.13270668649019676</c:v>
                </c:pt>
                <c:pt idx="9736">
                  <c:v>0.1327145869274656</c:v>
                </c:pt>
                <c:pt idx="9737">
                  <c:v>0.13271805870442641</c:v>
                </c:pt>
                <c:pt idx="9738">
                  <c:v>0.1327221701150221</c:v>
                </c:pt>
                <c:pt idx="9739">
                  <c:v>0.13272422328761727</c:v>
                </c:pt>
                <c:pt idx="9740">
                  <c:v>0.13272810985162872</c:v>
                </c:pt>
                <c:pt idx="9741">
                  <c:v>0.13272987557027252</c:v>
                </c:pt>
                <c:pt idx="9742">
                  <c:v>0.13273101806605894</c:v>
                </c:pt>
                <c:pt idx="9743">
                  <c:v>0.13274338549349898</c:v>
                </c:pt>
                <c:pt idx="9744">
                  <c:v>0.13274524154002321</c:v>
                </c:pt>
                <c:pt idx="9745">
                  <c:v>0.13275006551582441</c:v>
                </c:pt>
                <c:pt idx="9746">
                  <c:v>0.13275792082431964</c:v>
                </c:pt>
                <c:pt idx="9747">
                  <c:v>0.1327593222116013</c:v>
                </c:pt>
                <c:pt idx="9748">
                  <c:v>0.13276830183174851</c:v>
                </c:pt>
                <c:pt idx="9749">
                  <c:v>0.13277131585321805</c:v>
                </c:pt>
                <c:pt idx="9750">
                  <c:v>0.13278889386650375</c:v>
                </c:pt>
                <c:pt idx="9751">
                  <c:v>0.13279756181262445</c:v>
                </c:pt>
                <c:pt idx="9752">
                  <c:v>0.13280809769827367</c:v>
                </c:pt>
                <c:pt idx="9753">
                  <c:v>0.13281271343196355</c:v>
                </c:pt>
                <c:pt idx="9754">
                  <c:v>0.13281335902600411</c:v>
                </c:pt>
                <c:pt idx="9755">
                  <c:v>0.13282231370883302</c:v>
                </c:pt>
                <c:pt idx="9756">
                  <c:v>0.13282632284323595</c:v>
                </c:pt>
                <c:pt idx="9757">
                  <c:v>0.13284117727976016</c:v>
                </c:pt>
                <c:pt idx="9758">
                  <c:v>0.13285605451893695</c:v>
                </c:pt>
                <c:pt idx="9759">
                  <c:v>0.1328564135925743</c:v>
                </c:pt>
                <c:pt idx="9760">
                  <c:v>0.13287194653496154</c:v>
                </c:pt>
                <c:pt idx="9761">
                  <c:v>0.13288191206309716</c:v>
                </c:pt>
                <c:pt idx="9762">
                  <c:v>0.13288474496431871</c:v>
                </c:pt>
                <c:pt idx="9763">
                  <c:v>0.13289977175541454</c:v>
                </c:pt>
                <c:pt idx="9764">
                  <c:v>0.13290480680387995</c:v>
                </c:pt>
                <c:pt idx="9765">
                  <c:v>0.1329281559558888</c:v>
                </c:pt>
                <c:pt idx="9766">
                  <c:v>0.13293021197548965</c:v>
                </c:pt>
                <c:pt idx="9767">
                  <c:v>0.13293721101047751</c:v>
                </c:pt>
                <c:pt idx="9768">
                  <c:v>0.13293951915624075</c:v>
                </c:pt>
                <c:pt idx="9769">
                  <c:v>0.13294436314098113</c:v>
                </c:pt>
                <c:pt idx="9770">
                  <c:v>0.13295728833030207</c:v>
                </c:pt>
                <c:pt idx="9771">
                  <c:v>0.13296287022579006</c:v>
                </c:pt>
                <c:pt idx="9772">
                  <c:v>0.13296423583184294</c:v>
                </c:pt>
                <c:pt idx="9773">
                  <c:v>0.13297655086723356</c:v>
                </c:pt>
                <c:pt idx="9774">
                  <c:v>0.13298453750828462</c:v>
                </c:pt>
                <c:pt idx="9775">
                  <c:v>0.13299683665062298</c:v>
                </c:pt>
                <c:pt idx="9776">
                  <c:v>0.13300423052991539</c:v>
                </c:pt>
                <c:pt idx="9777">
                  <c:v>0.1330045104177332</c:v>
                </c:pt>
                <c:pt idx="9778">
                  <c:v>0.1330051719222626</c:v>
                </c:pt>
                <c:pt idx="9779">
                  <c:v>0.13302942237012311</c:v>
                </c:pt>
                <c:pt idx="9780">
                  <c:v>0.13303272000801966</c:v>
                </c:pt>
                <c:pt idx="9781">
                  <c:v>0.13303728786013194</c:v>
                </c:pt>
                <c:pt idx="9782">
                  <c:v>0.13304582498949741</c:v>
                </c:pt>
                <c:pt idx="9783">
                  <c:v>0.1330461940207868</c:v>
                </c:pt>
                <c:pt idx="9784">
                  <c:v>0.13305397739492097</c:v>
                </c:pt>
                <c:pt idx="9785">
                  <c:v>0.13306427099135315</c:v>
                </c:pt>
                <c:pt idx="9786">
                  <c:v>0.13307484351209373</c:v>
                </c:pt>
                <c:pt idx="9787">
                  <c:v>0.13307717152761031</c:v>
                </c:pt>
                <c:pt idx="9788">
                  <c:v>0.13307959686130932</c:v>
                </c:pt>
                <c:pt idx="9789">
                  <c:v>0.13308913545860357</c:v>
                </c:pt>
                <c:pt idx="9790">
                  <c:v>0.13310345833016149</c:v>
                </c:pt>
                <c:pt idx="9791">
                  <c:v>0.1331047497662978</c:v>
                </c:pt>
                <c:pt idx="9792">
                  <c:v>0.13310950048954853</c:v>
                </c:pt>
                <c:pt idx="9793">
                  <c:v>0.13312852612843909</c:v>
                </c:pt>
                <c:pt idx="9794">
                  <c:v>0.13313771152932788</c:v>
                </c:pt>
                <c:pt idx="9795">
                  <c:v>0.13315764026627278</c:v>
                </c:pt>
                <c:pt idx="9796">
                  <c:v>0.13317558475759253</c:v>
                </c:pt>
                <c:pt idx="9797">
                  <c:v>0.13320268525465861</c:v>
                </c:pt>
                <c:pt idx="9798">
                  <c:v>0.13322118851500434</c:v>
                </c:pt>
                <c:pt idx="9799">
                  <c:v>0.1332300445096086</c:v>
                </c:pt>
                <c:pt idx="9800">
                  <c:v>0.13323348752692682</c:v>
                </c:pt>
                <c:pt idx="9801">
                  <c:v>0.13324326785357907</c:v>
                </c:pt>
                <c:pt idx="9802">
                  <c:v>0.13326819459937617</c:v>
                </c:pt>
                <c:pt idx="9803">
                  <c:v>0.13327895420440838</c:v>
                </c:pt>
                <c:pt idx="9804">
                  <c:v>0.1332810828630325</c:v>
                </c:pt>
                <c:pt idx="9805">
                  <c:v>0.13329780668168406</c:v>
                </c:pt>
                <c:pt idx="9806">
                  <c:v>0.13329931977341533</c:v>
                </c:pt>
                <c:pt idx="9807">
                  <c:v>0.13330708860242596</c:v>
                </c:pt>
                <c:pt idx="9808">
                  <c:v>0.13331347574005015</c:v>
                </c:pt>
                <c:pt idx="9809">
                  <c:v>0.13331776292840308</c:v>
                </c:pt>
                <c:pt idx="9810">
                  <c:v>0.1333209738006248</c:v>
                </c:pt>
                <c:pt idx="9811">
                  <c:v>0.13332148381974898</c:v>
                </c:pt>
                <c:pt idx="9812">
                  <c:v>0.13332408476553911</c:v>
                </c:pt>
                <c:pt idx="9813">
                  <c:v>0.13333200782481819</c:v>
                </c:pt>
                <c:pt idx="9814">
                  <c:v>0.133339291212484</c:v>
                </c:pt>
                <c:pt idx="9815">
                  <c:v>0.13334059199873149</c:v>
                </c:pt>
                <c:pt idx="9816">
                  <c:v>0.13334691416632877</c:v>
                </c:pt>
                <c:pt idx="9817">
                  <c:v>0.13339256647418812</c:v>
                </c:pt>
                <c:pt idx="9818">
                  <c:v>0.13342971254978461</c:v>
                </c:pt>
                <c:pt idx="9819">
                  <c:v>0.13345176908369319</c:v>
                </c:pt>
                <c:pt idx="9820">
                  <c:v>0.13345663400156729</c:v>
                </c:pt>
                <c:pt idx="9821">
                  <c:v>0.13346048854954684</c:v>
                </c:pt>
                <c:pt idx="9822">
                  <c:v>0.13346693930959125</c:v>
                </c:pt>
                <c:pt idx="9823">
                  <c:v>0.13346833945815803</c:v>
                </c:pt>
                <c:pt idx="9824">
                  <c:v>0.13348245713647286</c:v>
                </c:pt>
                <c:pt idx="9825">
                  <c:v>0.13349864463269914</c:v>
                </c:pt>
                <c:pt idx="9826">
                  <c:v>0.13350636080466263</c:v>
                </c:pt>
                <c:pt idx="9827">
                  <c:v>0.1335195184727313</c:v>
                </c:pt>
                <c:pt idx="9828">
                  <c:v>0.13352362316795324</c:v>
                </c:pt>
                <c:pt idx="9829">
                  <c:v>0.13352936035210458</c:v>
                </c:pt>
                <c:pt idx="9830">
                  <c:v>0.1335298002396498</c:v>
                </c:pt>
                <c:pt idx="9831">
                  <c:v>0.13353088859983767</c:v>
                </c:pt>
                <c:pt idx="9832">
                  <c:v>0.13355417833815644</c:v>
                </c:pt>
                <c:pt idx="9833">
                  <c:v>0.13356002635574504</c:v>
                </c:pt>
                <c:pt idx="9834">
                  <c:v>0.13356259024043149</c:v>
                </c:pt>
                <c:pt idx="9835">
                  <c:v>0.13356417514429142</c:v>
                </c:pt>
                <c:pt idx="9836">
                  <c:v>0.13356925413220894</c:v>
                </c:pt>
                <c:pt idx="9837">
                  <c:v>0.13359099926446347</c:v>
                </c:pt>
                <c:pt idx="9838">
                  <c:v>0.13359884665576791</c:v>
                </c:pt>
                <c:pt idx="9839">
                  <c:v>0.13360143244620684</c:v>
                </c:pt>
                <c:pt idx="9840">
                  <c:v>0.13361310609597027</c:v>
                </c:pt>
                <c:pt idx="9841">
                  <c:v>0.13361434395883676</c:v>
                </c:pt>
                <c:pt idx="9842">
                  <c:v>0.1336144133575724</c:v>
                </c:pt>
                <c:pt idx="9843">
                  <c:v>0.13362142383365666</c:v>
                </c:pt>
                <c:pt idx="9844">
                  <c:v>0.13362978043424237</c:v>
                </c:pt>
                <c:pt idx="9845">
                  <c:v>0.13364943664958456</c:v>
                </c:pt>
                <c:pt idx="9846">
                  <c:v>0.13365798802990084</c:v>
                </c:pt>
                <c:pt idx="9847">
                  <c:v>0.13367261618410087</c:v>
                </c:pt>
                <c:pt idx="9848">
                  <c:v>0.13367284954197747</c:v>
                </c:pt>
                <c:pt idx="9849">
                  <c:v>0.13367386766076919</c:v>
                </c:pt>
                <c:pt idx="9850">
                  <c:v>0.13369039805275393</c:v>
                </c:pt>
                <c:pt idx="9851">
                  <c:v>0.13369304157275069</c:v>
                </c:pt>
                <c:pt idx="9852">
                  <c:v>0.13370092382278698</c:v>
                </c:pt>
                <c:pt idx="9853">
                  <c:v>0.13370629470113798</c:v>
                </c:pt>
                <c:pt idx="9854">
                  <c:v>0.13370872213387519</c:v>
                </c:pt>
                <c:pt idx="9855">
                  <c:v>0.13371122412680189</c:v>
                </c:pt>
                <c:pt idx="9856">
                  <c:v>0.13373825872960862</c:v>
                </c:pt>
                <c:pt idx="9857">
                  <c:v>0.13376830140217319</c:v>
                </c:pt>
                <c:pt idx="9858">
                  <c:v>0.13377430374044294</c:v>
                </c:pt>
                <c:pt idx="9859">
                  <c:v>0.13378180922619234</c:v>
                </c:pt>
                <c:pt idx="9860">
                  <c:v>0.13378985918558736</c:v>
                </c:pt>
                <c:pt idx="9861">
                  <c:v>0.13379784565764899</c:v>
                </c:pt>
                <c:pt idx="9862">
                  <c:v>0.13380245472454491</c:v>
                </c:pt>
                <c:pt idx="9863">
                  <c:v>0.13380354049786511</c:v>
                </c:pt>
                <c:pt idx="9864">
                  <c:v>0.13380425496070247</c:v>
                </c:pt>
                <c:pt idx="9865">
                  <c:v>0.13380910999109644</c:v>
                </c:pt>
                <c:pt idx="9866">
                  <c:v>0.13382364734062227</c:v>
                </c:pt>
                <c:pt idx="9867">
                  <c:v>0.13383535145912034</c:v>
                </c:pt>
                <c:pt idx="9868">
                  <c:v>0.13383609069932015</c:v>
                </c:pt>
                <c:pt idx="9869">
                  <c:v>0.13384488804178965</c:v>
                </c:pt>
                <c:pt idx="9870">
                  <c:v>0.13384536176391193</c:v>
                </c:pt>
                <c:pt idx="9871">
                  <c:v>0.13385069267110558</c:v>
                </c:pt>
                <c:pt idx="9872">
                  <c:v>0.13385658265035777</c:v>
                </c:pt>
                <c:pt idx="9873">
                  <c:v>0.13386278453911218</c:v>
                </c:pt>
                <c:pt idx="9874">
                  <c:v>0.13386689484724315</c:v>
                </c:pt>
                <c:pt idx="9875">
                  <c:v>0.13386791025444247</c:v>
                </c:pt>
                <c:pt idx="9876">
                  <c:v>0.13387191445949878</c:v>
                </c:pt>
                <c:pt idx="9877">
                  <c:v>0.1338781998697206</c:v>
                </c:pt>
                <c:pt idx="9878">
                  <c:v>0.13387924889806466</c:v>
                </c:pt>
                <c:pt idx="9879">
                  <c:v>0.1338817132557443</c:v>
                </c:pt>
                <c:pt idx="9880">
                  <c:v>0.13388238838268371</c:v>
                </c:pt>
                <c:pt idx="9881">
                  <c:v>0.13388691316292975</c:v>
                </c:pt>
                <c:pt idx="9882">
                  <c:v>0.13389355777855921</c:v>
                </c:pt>
                <c:pt idx="9883">
                  <c:v>0.13389585740681337</c:v>
                </c:pt>
                <c:pt idx="9884">
                  <c:v>0.13393980214557935</c:v>
                </c:pt>
                <c:pt idx="9885">
                  <c:v>0.13394381420192661</c:v>
                </c:pt>
                <c:pt idx="9886">
                  <c:v>0.13395178422371998</c:v>
                </c:pt>
                <c:pt idx="9887">
                  <c:v>0.13399200592546498</c:v>
                </c:pt>
                <c:pt idx="9888">
                  <c:v>0.13400317651649082</c:v>
                </c:pt>
                <c:pt idx="9889">
                  <c:v>0.13400354088877689</c:v>
                </c:pt>
                <c:pt idx="9890">
                  <c:v>0.13402204577858479</c:v>
                </c:pt>
                <c:pt idx="9891">
                  <c:v>0.13402322192622781</c:v>
                </c:pt>
                <c:pt idx="9892">
                  <c:v>0.13402655351308132</c:v>
                </c:pt>
                <c:pt idx="9893">
                  <c:v>0.13404928603246805</c:v>
                </c:pt>
                <c:pt idx="9894">
                  <c:v>0.1340718056758784</c:v>
                </c:pt>
                <c:pt idx="9895">
                  <c:v>0.13407980366753622</c:v>
                </c:pt>
                <c:pt idx="9896">
                  <c:v>0.13408368493652373</c:v>
                </c:pt>
                <c:pt idx="9897">
                  <c:v>0.13408912797214129</c:v>
                </c:pt>
                <c:pt idx="9898">
                  <c:v>0.13409515169033953</c:v>
                </c:pt>
                <c:pt idx="9899">
                  <c:v>0.13411181982911807</c:v>
                </c:pt>
                <c:pt idx="9900">
                  <c:v>0.13411217433019698</c:v>
                </c:pt>
                <c:pt idx="9901">
                  <c:v>0.13411944758853417</c:v>
                </c:pt>
                <c:pt idx="9902">
                  <c:v>0.13412636659744867</c:v>
                </c:pt>
                <c:pt idx="9903">
                  <c:v>0.13415282337499174</c:v>
                </c:pt>
                <c:pt idx="9904">
                  <c:v>0.13415849540852517</c:v>
                </c:pt>
                <c:pt idx="9905">
                  <c:v>0.13420952815553833</c:v>
                </c:pt>
                <c:pt idx="9906">
                  <c:v>0.13421294628465089</c:v>
                </c:pt>
                <c:pt idx="9907">
                  <c:v>0.13422055540552932</c:v>
                </c:pt>
                <c:pt idx="9908">
                  <c:v>0.13422078090946093</c:v>
                </c:pt>
                <c:pt idx="9909">
                  <c:v>0.13423427728701681</c:v>
                </c:pt>
                <c:pt idx="9910">
                  <c:v>0.13424032450746345</c:v>
                </c:pt>
                <c:pt idx="9911">
                  <c:v>0.13424164041987299</c:v>
                </c:pt>
                <c:pt idx="9912">
                  <c:v>0.1342452452547262</c:v>
                </c:pt>
                <c:pt idx="9913">
                  <c:v>0.13425617739958368</c:v>
                </c:pt>
                <c:pt idx="9914">
                  <c:v>0.13425997007287527</c:v>
                </c:pt>
                <c:pt idx="9915">
                  <c:v>0.13428232334656509</c:v>
                </c:pt>
                <c:pt idx="9916">
                  <c:v>0.13428600237045071</c:v>
                </c:pt>
                <c:pt idx="9917">
                  <c:v>0.13432162120727137</c:v>
                </c:pt>
                <c:pt idx="9918">
                  <c:v>0.13432169634172555</c:v>
                </c:pt>
                <c:pt idx="9919">
                  <c:v>0.13432176816611949</c:v>
                </c:pt>
                <c:pt idx="9920">
                  <c:v>0.13432533298591193</c:v>
                </c:pt>
                <c:pt idx="9921">
                  <c:v>0.13432760104698793</c:v>
                </c:pt>
                <c:pt idx="9922">
                  <c:v>0.13433668547998392</c:v>
                </c:pt>
                <c:pt idx="9923">
                  <c:v>0.13433687797422206</c:v>
                </c:pt>
                <c:pt idx="9924">
                  <c:v>0.13433742791015579</c:v>
                </c:pt>
                <c:pt idx="9925">
                  <c:v>0.13434273944932223</c:v>
                </c:pt>
                <c:pt idx="9926">
                  <c:v>0.13435395851865206</c:v>
                </c:pt>
                <c:pt idx="9927">
                  <c:v>0.13436717249688265</c:v>
                </c:pt>
                <c:pt idx="9928">
                  <c:v>0.1343704348510735</c:v>
                </c:pt>
                <c:pt idx="9929">
                  <c:v>0.13441324179062333</c:v>
                </c:pt>
                <c:pt idx="9930">
                  <c:v>0.13442094196509979</c:v>
                </c:pt>
                <c:pt idx="9931">
                  <c:v>0.13442919739374498</c:v>
                </c:pt>
                <c:pt idx="9932">
                  <c:v>0.13443618712392519</c:v>
                </c:pt>
                <c:pt idx="9933">
                  <c:v>0.13443720278747126</c:v>
                </c:pt>
                <c:pt idx="9934">
                  <c:v>0.13443817108257256</c:v>
                </c:pt>
                <c:pt idx="9935">
                  <c:v>0.13445386086380737</c:v>
                </c:pt>
                <c:pt idx="9936">
                  <c:v>0.13445417178860333</c:v>
                </c:pt>
                <c:pt idx="9937">
                  <c:v>0.13446306143568637</c:v>
                </c:pt>
                <c:pt idx="9938">
                  <c:v>0.1344714141170579</c:v>
                </c:pt>
                <c:pt idx="9939">
                  <c:v>0.13449621994567629</c:v>
                </c:pt>
                <c:pt idx="9940">
                  <c:v>0.13449664096452557</c:v>
                </c:pt>
                <c:pt idx="9941">
                  <c:v>0.13449677865471044</c:v>
                </c:pt>
                <c:pt idx="9942">
                  <c:v>0.13449827994106217</c:v>
                </c:pt>
                <c:pt idx="9943">
                  <c:v>0.13450593795330493</c:v>
                </c:pt>
                <c:pt idx="9944">
                  <c:v>0.13451565221284911</c:v>
                </c:pt>
                <c:pt idx="9945">
                  <c:v>0.13451922949475606</c:v>
                </c:pt>
                <c:pt idx="9946">
                  <c:v>0.13454474502491162</c:v>
                </c:pt>
                <c:pt idx="9947">
                  <c:v>0.13455513549558815</c:v>
                </c:pt>
                <c:pt idx="9948">
                  <c:v>0.1345648918454645</c:v>
                </c:pt>
                <c:pt idx="9949">
                  <c:v>0.13457424977386359</c:v>
                </c:pt>
                <c:pt idx="9950">
                  <c:v>0.13457508901388132</c:v>
                </c:pt>
                <c:pt idx="9951">
                  <c:v>0.13458211270570375</c:v>
                </c:pt>
                <c:pt idx="9952">
                  <c:v>0.13458234010404549</c:v>
                </c:pt>
                <c:pt idx="9953">
                  <c:v>0.13458342977282051</c:v>
                </c:pt>
                <c:pt idx="9954">
                  <c:v>0.13458426148358757</c:v>
                </c:pt>
                <c:pt idx="9955">
                  <c:v>0.13459535234264511</c:v>
                </c:pt>
                <c:pt idx="9956">
                  <c:v>0.13462704042846291</c:v>
                </c:pt>
                <c:pt idx="9957">
                  <c:v>0.13464803590265487</c:v>
                </c:pt>
                <c:pt idx="9958">
                  <c:v>0.13466490155937347</c:v>
                </c:pt>
                <c:pt idx="9959">
                  <c:v>0.1346651383008888</c:v>
                </c:pt>
                <c:pt idx="9960">
                  <c:v>0.13467300567343596</c:v>
                </c:pt>
                <c:pt idx="9961">
                  <c:v>0.1346846450822935</c:v>
                </c:pt>
                <c:pt idx="9962">
                  <c:v>0.13471949140061537</c:v>
                </c:pt>
                <c:pt idx="9963">
                  <c:v>0.13472142100109263</c:v>
                </c:pt>
                <c:pt idx="9964">
                  <c:v>0.134722872874873</c:v>
                </c:pt>
                <c:pt idx="9965">
                  <c:v>0.13472579647840477</c:v>
                </c:pt>
                <c:pt idx="9966">
                  <c:v>0.13472652151860859</c:v>
                </c:pt>
                <c:pt idx="9967">
                  <c:v>0.13475755776539466</c:v>
                </c:pt>
                <c:pt idx="9968">
                  <c:v>0.13477389799569336</c:v>
                </c:pt>
                <c:pt idx="9969">
                  <c:v>0.13477849437729822</c:v>
                </c:pt>
                <c:pt idx="9970">
                  <c:v>0.13478335315735682</c:v>
                </c:pt>
                <c:pt idx="9971">
                  <c:v>0.13478362012111048</c:v>
                </c:pt>
                <c:pt idx="9972">
                  <c:v>0.13478604183807341</c:v>
                </c:pt>
                <c:pt idx="9973">
                  <c:v>0.13480653882669849</c:v>
                </c:pt>
                <c:pt idx="9974">
                  <c:v>0.13481674241562983</c:v>
                </c:pt>
                <c:pt idx="9975">
                  <c:v>0.13482118777118504</c:v>
                </c:pt>
                <c:pt idx="9976">
                  <c:v>0.13483712281302429</c:v>
                </c:pt>
                <c:pt idx="9977">
                  <c:v>0.13485052701631453</c:v>
                </c:pt>
                <c:pt idx="9978">
                  <c:v>0.13486172195202592</c:v>
                </c:pt>
                <c:pt idx="9979">
                  <c:v>0.13488074707086045</c:v>
                </c:pt>
                <c:pt idx="9980">
                  <c:v>0.1348809992092464</c:v>
                </c:pt>
                <c:pt idx="9981">
                  <c:v>0.13488241626613073</c:v>
                </c:pt>
                <c:pt idx="9982">
                  <c:v>0.13489121165484147</c:v>
                </c:pt>
                <c:pt idx="9983">
                  <c:v>0.13490591006229677</c:v>
                </c:pt>
                <c:pt idx="9984">
                  <c:v>0.13490891802204508</c:v>
                </c:pt>
                <c:pt idx="9985">
                  <c:v>0.13491415226554943</c:v>
                </c:pt>
                <c:pt idx="9986">
                  <c:v>0.13493100692481702</c:v>
                </c:pt>
                <c:pt idx="9987">
                  <c:v>0.13493115399899736</c:v>
                </c:pt>
                <c:pt idx="9988">
                  <c:v>0.13494123531792121</c:v>
                </c:pt>
                <c:pt idx="9989">
                  <c:v>0.13496083173550916</c:v>
                </c:pt>
                <c:pt idx="9990">
                  <c:v>0.13497104370147864</c:v>
                </c:pt>
                <c:pt idx="9991">
                  <c:v>0.13500758757164527</c:v>
                </c:pt>
                <c:pt idx="9992">
                  <c:v>0.13501083328959368</c:v>
                </c:pt>
                <c:pt idx="9993">
                  <c:v>0.1350164417422054</c:v>
                </c:pt>
                <c:pt idx="9994">
                  <c:v>0.13502189449081756</c:v>
                </c:pt>
                <c:pt idx="9995">
                  <c:v>0.13504703446157587</c:v>
                </c:pt>
                <c:pt idx="9996">
                  <c:v>0.13505237162031522</c:v>
                </c:pt>
                <c:pt idx="9997">
                  <c:v>0.13506862512901605</c:v>
                </c:pt>
                <c:pt idx="9998">
                  <c:v>0.13507514790207351</c:v>
                </c:pt>
                <c:pt idx="9999">
                  <c:v>0.13507643871649772</c:v>
                </c:pt>
                <c:pt idx="10000">
                  <c:v>0.13508021328082023</c:v>
                </c:pt>
                <c:pt idx="10001">
                  <c:v>0.13509606354722586</c:v>
                </c:pt>
                <c:pt idx="10002">
                  <c:v>0.13509970022953033</c:v>
                </c:pt>
                <c:pt idx="10003">
                  <c:v>0.13511754230970438</c:v>
                </c:pt>
                <c:pt idx="10004">
                  <c:v>0.1351229932244499</c:v>
                </c:pt>
                <c:pt idx="10005">
                  <c:v>0.13512716103604169</c:v>
                </c:pt>
                <c:pt idx="10006">
                  <c:v>0.13513707013600385</c:v>
                </c:pt>
                <c:pt idx="10007">
                  <c:v>0.13514493235086658</c:v>
                </c:pt>
                <c:pt idx="10008">
                  <c:v>0.13514621751828876</c:v>
                </c:pt>
                <c:pt idx="10009">
                  <c:v>0.13514747604565733</c:v>
                </c:pt>
                <c:pt idx="10010">
                  <c:v>0.13515381512559152</c:v>
                </c:pt>
                <c:pt idx="10011">
                  <c:v>0.13517495037308688</c:v>
                </c:pt>
                <c:pt idx="10012">
                  <c:v>0.13517792719622701</c:v>
                </c:pt>
                <c:pt idx="10013">
                  <c:v>0.13518050950090538</c:v>
                </c:pt>
                <c:pt idx="10014">
                  <c:v>0.13518296382744163</c:v>
                </c:pt>
                <c:pt idx="10015">
                  <c:v>0.13518653533480873</c:v>
                </c:pt>
                <c:pt idx="10016">
                  <c:v>0.13518757987593949</c:v>
                </c:pt>
                <c:pt idx="10017">
                  <c:v>0.13519160441251513</c:v>
                </c:pt>
                <c:pt idx="10018">
                  <c:v>0.13523068240790667</c:v>
                </c:pt>
                <c:pt idx="10019">
                  <c:v>0.13523740221517466</c:v>
                </c:pt>
                <c:pt idx="10020">
                  <c:v>0.13525399847056177</c:v>
                </c:pt>
                <c:pt idx="10021">
                  <c:v>0.13527514005991248</c:v>
                </c:pt>
                <c:pt idx="10022">
                  <c:v>0.13528761775134779</c:v>
                </c:pt>
                <c:pt idx="10023">
                  <c:v>0.13528977108241902</c:v>
                </c:pt>
                <c:pt idx="10024">
                  <c:v>0.13529042004806968</c:v>
                </c:pt>
                <c:pt idx="10025">
                  <c:v>0.13529415442296611</c:v>
                </c:pt>
                <c:pt idx="10026">
                  <c:v>0.13531314834062302</c:v>
                </c:pt>
                <c:pt idx="10027">
                  <c:v>0.13531729266960016</c:v>
                </c:pt>
                <c:pt idx="10028">
                  <c:v>0.13531864818543513</c:v>
                </c:pt>
                <c:pt idx="10029">
                  <c:v>0.13532633606544714</c:v>
                </c:pt>
                <c:pt idx="10030">
                  <c:v>0.13532716132183181</c:v>
                </c:pt>
                <c:pt idx="10031">
                  <c:v>0.13533001155814381</c:v>
                </c:pt>
                <c:pt idx="10032">
                  <c:v>0.13533765593882113</c:v>
                </c:pt>
                <c:pt idx="10033">
                  <c:v>0.13534174786790371</c:v>
                </c:pt>
                <c:pt idx="10034">
                  <c:v>0.13535665451066872</c:v>
                </c:pt>
                <c:pt idx="10035">
                  <c:v>0.13536222024272587</c:v>
                </c:pt>
                <c:pt idx="10036">
                  <c:v>0.1353731093301524</c:v>
                </c:pt>
                <c:pt idx="10037">
                  <c:v>0.13538124844238833</c:v>
                </c:pt>
                <c:pt idx="10038">
                  <c:v>0.1354044810109126</c:v>
                </c:pt>
                <c:pt idx="10039">
                  <c:v>0.13541380321270735</c:v>
                </c:pt>
                <c:pt idx="10040">
                  <c:v>0.13541703265585478</c:v>
                </c:pt>
                <c:pt idx="10041">
                  <c:v>0.13542715709851905</c:v>
                </c:pt>
                <c:pt idx="10042">
                  <c:v>0.13544109264657184</c:v>
                </c:pt>
                <c:pt idx="10043">
                  <c:v>0.13544485784446927</c:v>
                </c:pt>
                <c:pt idx="10044">
                  <c:v>0.13546334649066374</c:v>
                </c:pt>
                <c:pt idx="10045">
                  <c:v>0.13546749184976892</c:v>
                </c:pt>
                <c:pt idx="10046">
                  <c:v>0.13547636207750235</c:v>
                </c:pt>
                <c:pt idx="10047">
                  <c:v>0.13547776290500557</c:v>
                </c:pt>
                <c:pt idx="10048">
                  <c:v>0.13548697709103022</c:v>
                </c:pt>
                <c:pt idx="10049">
                  <c:v>0.13549396118102691</c:v>
                </c:pt>
                <c:pt idx="10050">
                  <c:v>0.13549905430188661</c:v>
                </c:pt>
                <c:pt idx="10051">
                  <c:v>0.13550640300694181</c:v>
                </c:pt>
                <c:pt idx="10052">
                  <c:v>0.13550825066647523</c:v>
                </c:pt>
                <c:pt idx="10053">
                  <c:v>0.13551348783704234</c:v>
                </c:pt>
                <c:pt idx="10054">
                  <c:v>0.13553453373114252</c:v>
                </c:pt>
                <c:pt idx="10055">
                  <c:v>0.13557450522648606</c:v>
                </c:pt>
                <c:pt idx="10056">
                  <c:v>0.13557827009474971</c:v>
                </c:pt>
                <c:pt idx="10057">
                  <c:v>0.13560138608725561</c:v>
                </c:pt>
                <c:pt idx="10058">
                  <c:v>0.13560361258880996</c:v>
                </c:pt>
                <c:pt idx="10059">
                  <c:v>0.13560976618508946</c:v>
                </c:pt>
                <c:pt idx="10060">
                  <c:v>0.13561323932540365</c:v>
                </c:pt>
                <c:pt idx="10061">
                  <c:v>0.13563679393524905</c:v>
                </c:pt>
                <c:pt idx="10062">
                  <c:v>0.13565603065958831</c:v>
                </c:pt>
                <c:pt idx="10063">
                  <c:v>0.13565747034210179</c:v>
                </c:pt>
                <c:pt idx="10064">
                  <c:v>0.13566012215267401</c:v>
                </c:pt>
                <c:pt idx="10065">
                  <c:v>0.13567616549101127</c:v>
                </c:pt>
                <c:pt idx="10066">
                  <c:v>0.13571261346898703</c:v>
                </c:pt>
                <c:pt idx="10067">
                  <c:v>0.13572372046881598</c:v>
                </c:pt>
                <c:pt idx="10068">
                  <c:v>0.13573531072803854</c:v>
                </c:pt>
                <c:pt idx="10069">
                  <c:v>0.13574723798239474</c:v>
                </c:pt>
                <c:pt idx="10070">
                  <c:v>0.13576073860537485</c:v>
                </c:pt>
                <c:pt idx="10071">
                  <c:v>0.13576440402142484</c:v>
                </c:pt>
                <c:pt idx="10072">
                  <c:v>0.13576506907244465</c:v>
                </c:pt>
                <c:pt idx="10073">
                  <c:v>0.13576577237443266</c:v>
                </c:pt>
                <c:pt idx="10074">
                  <c:v>0.13577643904077849</c:v>
                </c:pt>
                <c:pt idx="10075">
                  <c:v>0.13578367756762036</c:v>
                </c:pt>
                <c:pt idx="10076">
                  <c:v>0.13578935852971499</c:v>
                </c:pt>
                <c:pt idx="10077">
                  <c:v>0.13579021724729839</c:v>
                </c:pt>
                <c:pt idx="10078">
                  <c:v>0.1357941109406563</c:v>
                </c:pt>
                <c:pt idx="10079">
                  <c:v>0.13581457017944815</c:v>
                </c:pt>
                <c:pt idx="10080">
                  <c:v>0.13581674495154272</c:v>
                </c:pt>
                <c:pt idx="10081">
                  <c:v>0.13582315428555491</c:v>
                </c:pt>
                <c:pt idx="10082">
                  <c:v>0.13582581426729942</c:v>
                </c:pt>
                <c:pt idx="10083">
                  <c:v>0.13584086005897419</c:v>
                </c:pt>
                <c:pt idx="10084">
                  <c:v>0.13584778420580967</c:v>
                </c:pt>
                <c:pt idx="10085">
                  <c:v>0.13584885597006316</c:v>
                </c:pt>
                <c:pt idx="10086">
                  <c:v>0.13585689385172414</c:v>
                </c:pt>
                <c:pt idx="10087">
                  <c:v>0.1358688243702223</c:v>
                </c:pt>
                <c:pt idx="10088">
                  <c:v>0.13586996157585871</c:v>
                </c:pt>
                <c:pt idx="10089">
                  <c:v>0.13587211132264188</c:v>
                </c:pt>
                <c:pt idx="10090">
                  <c:v>0.13588523120466781</c:v>
                </c:pt>
                <c:pt idx="10091">
                  <c:v>0.13589644336778189</c:v>
                </c:pt>
                <c:pt idx="10092">
                  <c:v>0.1358988609024106</c:v>
                </c:pt>
                <c:pt idx="10093">
                  <c:v>0.13590325845908802</c:v>
                </c:pt>
                <c:pt idx="10094">
                  <c:v>0.1359345606611285</c:v>
                </c:pt>
                <c:pt idx="10095">
                  <c:v>0.13593939206393507</c:v>
                </c:pt>
                <c:pt idx="10096">
                  <c:v>0.13594670798978659</c:v>
                </c:pt>
                <c:pt idx="10097">
                  <c:v>0.13595694972980132</c:v>
                </c:pt>
                <c:pt idx="10098">
                  <c:v>0.13596473447775487</c:v>
                </c:pt>
                <c:pt idx="10099">
                  <c:v>0.13596872973599142</c:v>
                </c:pt>
                <c:pt idx="10100">
                  <c:v>0.13597322967974418</c:v>
                </c:pt>
                <c:pt idx="10101">
                  <c:v>0.13598206375077984</c:v>
                </c:pt>
                <c:pt idx="10102">
                  <c:v>0.13599296221956167</c:v>
                </c:pt>
                <c:pt idx="10103">
                  <c:v>0.13600272435505761</c:v>
                </c:pt>
                <c:pt idx="10104">
                  <c:v>0.13600774377774216</c:v>
                </c:pt>
                <c:pt idx="10105">
                  <c:v>0.13602076601334986</c:v>
                </c:pt>
                <c:pt idx="10106">
                  <c:v>0.13603345810324455</c:v>
                </c:pt>
                <c:pt idx="10107">
                  <c:v>0.13604049883950778</c:v>
                </c:pt>
                <c:pt idx="10108">
                  <c:v>0.13604305461075014</c:v>
                </c:pt>
                <c:pt idx="10109">
                  <c:v>0.13606149806604889</c:v>
                </c:pt>
                <c:pt idx="10110">
                  <c:v>0.13607662979139437</c:v>
                </c:pt>
                <c:pt idx="10111">
                  <c:v>0.13609354061961507</c:v>
                </c:pt>
                <c:pt idx="10112">
                  <c:v>0.13609736579703557</c:v>
                </c:pt>
                <c:pt idx="10113">
                  <c:v>0.13611365849687013</c:v>
                </c:pt>
                <c:pt idx="10114">
                  <c:v>0.13611441333978172</c:v>
                </c:pt>
                <c:pt idx="10115">
                  <c:v>0.1361158826992733</c:v>
                </c:pt>
                <c:pt idx="10116">
                  <c:v>0.13612370994796125</c:v>
                </c:pt>
                <c:pt idx="10117">
                  <c:v>0.13613125596875211</c:v>
                </c:pt>
                <c:pt idx="10118">
                  <c:v>0.13613710497740122</c:v>
                </c:pt>
                <c:pt idx="10119">
                  <c:v>0.13615846673504792</c:v>
                </c:pt>
                <c:pt idx="10120">
                  <c:v>0.13616054814917911</c:v>
                </c:pt>
                <c:pt idx="10121">
                  <c:v>0.13618980331985395</c:v>
                </c:pt>
                <c:pt idx="10122">
                  <c:v>0.13620843052465445</c:v>
                </c:pt>
                <c:pt idx="10123">
                  <c:v>0.13621464421799037</c:v>
                </c:pt>
                <c:pt idx="10124">
                  <c:v>0.1362175613273697</c:v>
                </c:pt>
                <c:pt idx="10125">
                  <c:v>0.13622374647644928</c:v>
                </c:pt>
                <c:pt idx="10126">
                  <c:v>0.13622466969367256</c:v>
                </c:pt>
                <c:pt idx="10127">
                  <c:v>0.13623232748831776</c:v>
                </c:pt>
                <c:pt idx="10128">
                  <c:v>0.13626930382226085</c:v>
                </c:pt>
                <c:pt idx="10129">
                  <c:v>0.13627878469400628</c:v>
                </c:pt>
                <c:pt idx="10130">
                  <c:v>0.13628889607279099</c:v>
                </c:pt>
                <c:pt idx="10131">
                  <c:v>0.13628972130799313</c:v>
                </c:pt>
                <c:pt idx="10132">
                  <c:v>0.1363032517174812</c:v>
                </c:pt>
                <c:pt idx="10133">
                  <c:v>0.13630716324404149</c:v>
                </c:pt>
                <c:pt idx="10134">
                  <c:v>0.1363183921804127</c:v>
                </c:pt>
                <c:pt idx="10135">
                  <c:v>0.13632459545663383</c:v>
                </c:pt>
                <c:pt idx="10136">
                  <c:v>0.1363247761002018</c:v>
                </c:pt>
                <c:pt idx="10137">
                  <c:v>0.13632718101565613</c:v>
                </c:pt>
                <c:pt idx="10138">
                  <c:v>0.13633112157393501</c:v>
                </c:pt>
                <c:pt idx="10139">
                  <c:v>0.13634776511175764</c:v>
                </c:pt>
                <c:pt idx="10140">
                  <c:v>0.13634932689167212</c:v>
                </c:pt>
                <c:pt idx="10141">
                  <c:v>0.13635830168277518</c:v>
                </c:pt>
                <c:pt idx="10142">
                  <c:v>0.1363643421680383</c:v>
                </c:pt>
                <c:pt idx="10143">
                  <c:v>0.1363886226334402</c:v>
                </c:pt>
                <c:pt idx="10144">
                  <c:v>0.13638912828362651</c:v>
                </c:pt>
                <c:pt idx="10145">
                  <c:v>0.13641022259834701</c:v>
                </c:pt>
                <c:pt idx="10146">
                  <c:v>0.13642356462298855</c:v>
                </c:pt>
                <c:pt idx="10147">
                  <c:v>0.13642436910933126</c:v>
                </c:pt>
                <c:pt idx="10148">
                  <c:v>0.13644214117146927</c:v>
                </c:pt>
                <c:pt idx="10149">
                  <c:v>0.13645414059716204</c:v>
                </c:pt>
                <c:pt idx="10150">
                  <c:v>0.13650603564116517</c:v>
                </c:pt>
                <c:pt idx="10151">
                  <c:v>0.13651266393796277</c:v>
                </c:pt>
                <c:pt idx="10152">
                  <c:v>0.13651302473265428</c:v>
                </c:pt>
                <c:pt idx="10153">
                  <c:v>0.13651748694744004</c:v>
                </c:pt>
                <c:pt idx="10154">
                  <c:v>0.13654868540681778</c:v>
                </c:pt>
                <c:pt idx="10155">
                  <c:v>0.13655002533397786</c:v>
                </c:pt>
                <c:pt idx="10156">
                  <c:v>0.13655019786153924</c:v>
                </c:pt>
                <c:pt idx="10157">
                  <c:v>0.13655109619967729</c:v>
                </c:pt>
                <c:pt idx="10158">
                  <c:v>0.13655695827567696</c:v>
                </c:pt>
                <c:pt idx="10159">
                  <c:v>0.13656493348238097</c:v>
                </c:pt>
                <c:pt idx="10160">
                  <c:v>0.13658284080549998</c:v>
                </c:pt>
                <c:pt idx="10161">
                  <c:v>0.13660197481257433</c:v>
                </c:pt>
                <c:pt idx="10162">
                  <c:v>0.13662438443345615</c:v>
                </c:pt>
                <c:pt idx="10163">
                  <c:v>0.13664210756969525</c:v>
                </c:pt>
                <c:pt idx="10164">
                  <c:v>0.13667164707727134</c:v>
                </c:pt>
                <c:pt idx="10165">
                  <c:v>0.13669455318258353</c:v>
                </c:pt>
                <c:pt idx="10166">
                  <c:v>0.13673151058140179</c:v>
                </c:pt>
                <c:pt idx="10167">
                  <c:v>0.1367371925235272</c:v>
                </c:pt>
                <c:pt idx="10168">
                  <c:v>0.13674727980337334</c:v>
                </c:pt>
                <c:pt idx="10169">
                  <c:v>0.13674810141361221</c:v>
                </c:pt>
                <c:pt idx="10170">
                  <c:v>0.13675706769935531</c:v>
                </c:pt>
                <c:pt idx="10171">
                  <c:v>0.13675824115838739</c:v>
                </c:pt>
                <c:pt idx="10172">
                  <c:v>0.13676028779876481</c:v>
                </c:pt>
                <c:pt idx="10173">
                  <c:v>0.13678583318653489</c:v>
                </c:pt>
                <c:pt idx="10174">
                  <c:v>0.13679133573082949</c:v>
                </c:pt>
                <c:pt idx="10175">
                  <c:v>0.13679289518533883</c:v>
                </c:pt>
                <c:pt idx="10176">
                  <c:v>0.13681446504425063</c:v>
                </c:pt>
                <c:pt idx="10177">
                  <c:v>0.13681538063469154</c:v>
                </c:pt>
                <c:pt idx="10178">
                  <c:v>0.13681573786210435</c:v>
                </c:pt>
                <c:pt idx="10179">
                  <c:v>0.13683202124862306</c:v>
                </c:pt>
                <c:pt idx="10180">
                  <c:v>0.1368323702786213</c:v>
                </c:pt>
                <c:pt idx="10181">
                  <c:v>0.13685045174327701</c:v>
                </c:pt>
                <c:pt idx="10182">
                  <c:v>0.1368705649058426</c:v>
                </c:pt>
                <c:pt idx="10183">
                  <c:v>0.13687170352155592</c:v>
                </c:pt>
                <c:pt idx="10184">
                  <c:v>0.13687734025805881</c:v>
                </c:pt>
                <c:pt idx="10185">
                  <c:v>0.13691040325115567</c:v>
                </c:pt>
                <c:pt idx="10186">
                  <c:v>0.13691968441889726</c:v>
                </c:pt>
                <c:pt idx="10187">
                  <c:v>0.13692642791980461</c:v>
                </c:pt>
                <c:pt idx="10188">
                  <c:v>0.13693098913272553</c:v>
                </c:pt>
                <c:pt idx="10189">
                  <c:v>0.13693386605413937</c:v>
                </c:pt>
                <c:pt idx="10190">
                  <c:v>0.13694836165456262</c:v>
                </c:pt>
                <c:pt idx="10191">
                  <c:v>0.1369577867825508</c:v>
                </c:pt>
                <c:pt idx="10192">
                  <c:v>0.13697992324731212</c:v>
                </c:pt>
                <c:pt idx="10193">
                  <c:v>0.13698521438508754</c:v>
                </c:pt>
                <c:pt idx="10194">
                  <c:v>0.13699455534303981</c:v>
                </c:pt>
                <c:pt idx="10195">
                  <c:v>0.13699984643630667</c:v>
                </c:pt>
                <c:pt idx="10196">
                  <c:v>0.13702265073927219</c:v>
                </c:pt>
                <c:pt idx="10197">
                  <c:v>0.1370254782667942</c:v>
                </c:pt>
                <c:pt idx="10198">
                  <c:v>0.13704342980932685</c:v>
                </c:pt>
                <c:pt idx="10199">
                  <c:v>0.13705879503757368</c:v>
                </c:pt>
                <c:pt idx="10200">
                  <c:v>0.13706108080006663</c:v>
                </c:pt>
                <c:pt idx="10201">
                  <c:v>0.1370657885991137</c:v>
                </c:pt>
                <c:pt idx="10202">
                  <c:v>0.1370743710624123</c:v>
                </c:pt>
                <c:pt idx="10203">
                  <c:v>0.13707914261865531</c:v>
                </c:pt>
                <c:pt idx="10204">
                  <c:v>0.13709792817682648</c:v>
                </c:pt>
                <c:pt idx="10205">
                  <c:v>0.13710358928142749</c:v>
                </c:pt>
                <c:pt idx="10206">
                  <c:v>0.1371190433183872</c:v>
                </c:pt>
                <c:pt idx="10207">
                  <c:v>0.13712787302611207</c:v>
                </c:pt>
                <c:pt idx="10208">
                  <c:v>0.13713216352897206</c:v>
                </c:pt>
                <c:pt idx="10209">
                  <c:v>0.13714400882828495</c:v>
                </c:pt>
                <c:pt idx="10210">
                  <c:v>0.13714496409647567</c:v>
                </c:pt>
                <c:pt idx="10211">
                  <c:v>0.13716470621153862</c:v>
                </c:pt>
                <c:pt idx="10212">
                  <c:v>0.1371747037187909</c:v>
                </c:pt>
                <c:pt idx="10213">
                  <c:v>0.13718359698648333</c:v>
                </c:pt>
                <c:pt idx="10214">
                  <c:v>0.13719113220731016</c:v>
                </c:pt>
                <c:pt idx="10215">
                  <c:v>0.13720248446325428</c:v>
                </c:pt>
                <c:pt idx="10216">
                  <c:v>0.13721045143000496</c:v>
                </c:pt>
                <c:pt idx="10217">
                  <c:v>0.13722588645675368</c:v>
                </c:pt>
                <c:pt idx="10218">
                  <c:v>0.13722702664441755</c:v>
                </c:pt>
                <c:pt idx="10219">
                  <c:v>0.13722828779182489</c:v>
                </c:pt>
                <c:pt idx="10220">
                  <c:v>0.13723929862686551</c:v>
                </c:pt>
                <c:pt idx="10221">
                  <c:v>0.13724372809624974</c:v>
                </c:pt>
                <c:pt idx="10222">
                  <c:v>0.13727429708924963</c:v>
                </c:pt>
                <c:pt idx="10223">
                  <c:v>0.13727583520407927</c:v>
                </c:pt>
                <c:pt idx="10224">
                  <c:v>0.13733435371944983</c:v>
                </c:pt>
                <c:pt idx="10225">
                  <c:v>0.13733613773031406</c:v>
                </c:pt>
                <c:pt idx="10226">
                  <c:v>0.13734260540896073</c:v>
                </c:pt>
                <c:pt idx="10227">
                  <c:v>0.13735087364734888</c:v>
                </c:pt>
                <c:pt idx="10228">
                  <c:v>0.13735782941986502</c:v>
                </c:pt>
                <c:pt idx="10229">
                  <c:v>0.13735914180080794</c:v>
                </c:pt>
                <c:pt idx="10230">
                  <c:v>0.13736793486502319</c:v>
                </c:pt>
                <c:pt idx="10231">
                  <c:v>0.13737831501381609</c:v>
                </c:pt>
                <c:pt idx="10232">
                  <c:v>0.13738724085088821</c:v>
                </c:pt>
                <c:pt idx="10233">
                  <c:v>0.13738727387890023</c:v>
                </c:pt>
                <c:pt idx="10234">
                  <c:v>0.1374020280815606</c:v>
                </c:pt>
                <c:pt idx="10235">
                  <c:v>0.13741098463427132</c:v>
                </c:pt>
                <c:pt idx="10236">
                  <c:v>0.13741109807383384</c:v>
                </c:pt>
                <c:pt idx="10237">
                  <c:v>0.13742470672614104</c:v>
                </c:pt>
                <c:pt idx="10238">
                  <c:v>0.13742861934269016</c:v>
                </c:pt>
                <c:pt idx="10239">
                  <c:v>0.13743439506626626</c:v>
                </c:pt>
                <c:pt idx="10240">
                  <c:v>0.13744825437352137</c:v>
                </c:pt>
                <c:pt idx="10241">
                  <c:v>0.13744875073725044</c:v>
                </c:pt>
                <c:pt idx="10242">
                  <c:v>0.13745851666977363</c:v>
                </c:pt>
                <c:pt idx="10243">
                  <c:v>0.13748567616655372</c:v>
                </c:pt>
                <c:pt idx="10244">
                  <c:v>0.13748680397812424</c:v>
                </c:pt>
                <c:pt idx="10245">
                  <c:v>0.13749055443879915</c:v>
                </c:pt>
                <c:pt idx="10246">
                  <c:v>0.13750305716520464</c:v>
                </c:pt>
                <c:pt idx="10247">
                  <c:v>0.13750454379498453</c:v>
                </c:pt>
                <c:pt idx="10248">
                  <c:v>0.13751030659567542</c:v>
                </c:pt>
                <c:pt idx="10249">
                  <c:v>0.13751537211898612</c:v>
                </c:pt>
                <c:pt idx="10250">
                  <c:v>0.13753004414475709</c:v>
                </c:pt>
                <c:pt idx="10251">
                  <c:v>0.13754874784200705</c:v>
                </c:pt>
                <c:pt idx="10252">
                  <c:v>0.13755155295149235</c:v>
                </c:pt>
                <c:pt idx="10253">
                  <c:v>0.13755655652776019</c:v>
                </c:pt>
                <c:pt idx="10254">
                  <c:v>0.13757560852348305</c:v>
                </c:pt>
                <c:pt idx="10255">
                  <c:v>0.13757774666216332</c:v>
                </c:pt>
                <c:pt idx="10256">
                  <c:v>0.13757994509478449</c:v>
                </c:pt>
                <c:pt idx="10257">
                  <c:v>0.13760092407398575</c:v>
                </c:pt>
                <c:pt idx="10258">
                  <c:v>0.13760213230144969</c:v>
                </c:pt>
                <c:pt idx="10259">
                  <c:v>0.13762685737511085</c:v>
                </c:pt>
                <c:pt idx="10260">
                  <c:v>0.1376364647272646</c:v>
                </c:pt>
                <c:pt idx="10261">
                  <c:v>0.13765852824515101</c:v>
                </c:pt>
                <c:pt idx="10262">
                  <c:v>0.13766953892518366</c:v>
                </c:pt>
                <c:pt idx="10263">
                  <c:v>0.13767774934653221</c:v>
                </c:pt>
                <c:pt idx="10264">
                  <c:v>0.13768322960355697</c:v>
                </c:pt>
                <c:pt idx="10265">
                  <c:v>0.13768918673346087</c:v>
                </c:pt>
                <c:pt idx="10266">
                  <c:v>0.13770369023802534</c:v>
                </c:pt>
                <c:pt idx="10267">
                  <c:v>0.13771958547586849</c:v>
                </c:pt>
                <c:pt idx="10268">
                  <c:v>0.13772001772859796</c:v>
                </c:pt>
                <c:pt idx="10269">
                  <c:v>0.13772891882444768</c:v>
                </c:pt>
                <c:pt idx="10270">
                  <c:v>0.13773603658211461</c:v>
                </c:pt>
                <c:pt idx="10271">
                  <c:v>0.13773723331643953</c:v>
                </c:pt>
                <c:pt idx="10272">
                  <c:v>0.13775695759849263</c:v>
                </c:pt>
                <c:pt idx="10273">
                  <c:v>0.13776195287135473</c:v>
                </c:pt>
                <c:pt idx="10274">
                  <c:v>0.1377865679000653</c:v>
                </c:pt>
                <c:pt idx="10275">
                  <c:v>0.13780363412505492</c:v>
                </c:pt>
                <c:pt idx="10276">
                  <c:v>0.13780920376356831</c:v>
                </c:pt>
                <c:pt idx="10277">
                  <c:v>0.137821593002317</c:v>
                </c:pt>
                <c:pt idx="10278">
                  <c:v>0.13782813852953388</c:v>
                </c:pt>
                <c:pt idx="10279">
                  <c:v>0.13784442426285601</c:v>
                </c:pt>
                <c:pt idx="10280">
                  <c:v>0.13784703894716605</c:v>
                </c:pt>
                <c:pt idx="10281">
                  <c:v>0.13785383915515961</c:v>
                </c:pt>
                <c:pt idx="10282">
                  <c:v>0.13785473736105103</c:v>
                </c:pt>
                <c:pt idx="10283">
                  <c:v>0.13786181449983714</c:v>
                </c:pt>
                <c:pt idx="10284">
                  <c:v>0.13786357795887519</c:v>
                </c:pt>
                <c:pt idx="10285">
                  <c:v>0.13787056458867755</c:v>
                </c:pt>
                <c:pt idx="10286">
                  <c:v>0.13787155788316835</c:v>
                </c:pt>
                <c:pt idx="10287">
                  <c:v>0.13787623142887084</c:v>
                </c:pt>
                <c:pt idx="10288">
                  <c:v>0.13787809747738591</c:v>
                </c:pt>
                <c:pt idx="10289">
                  <c:v>0.13788087305959459</c:v>
                </c:pt>
                <c:pt idx="10290">
                  <c:v>0.13788890302893431</c:v>
                </c:pt>
                <c:pt idx="10291">
                  <c:v>0.1378999611285342</c:v>
                </c:pt>
                <c:pt idx="10292">
                  <c:v>0.13790288486861821</c:v>
                </c:pt>
                <c:pt idx="10293">
                  <c:v>0.13790464892108031</c:v>
                </c:pt>
                <c:pt idx="10294">
                  <c:v>0.13790725709868104</c:v>
                </c:pt>
                <c:pt idx="10295">
                  <c:v>0.13791785124738457</c:v>
                </c:pt>
                <c:pt idx="10296">
                  <c:v>0.13792603654340665</c:v>
                </c:pt>
                <c:pt idx="10297">
                  <c:v>0.13792955208868041</c:v>
                </c:pt>
                <c:pt idx="10298">
                  <c:v>0.13796771514867126</c:v>
                </c:pt>
                <c:pt idx="10299">
                  <c:v>0.13799248657438482</c:v>
                </c:pt>
                <c:pt idx="10300">
                  <c:v>0.13802528022885804</c:v>
                </c:pt>
                <c:pt idx="10301">
                  <c:v>0.13802609907419219</c:v>
                </c:pt>
                <c:pt idx="10302">
                  <c:v>0.13803701362112852</c:v>
                </c:pt>
                <c:pt idx="10303">
                  <c:v>0.13803917637215554</c:v>
                </c:pt>
                <c:pt idx="10304">
                  <c:v>0.1380505341530259</c:v>
                </c:pt>
                <c:pt idx="10305">
                  <c:v>0.13805113675803224</c:v>
                </c:pt>
                <c:pt idx="10306">
                  <c:v>0.13805259546869758</c:v>
                </c:pt>
                <c:pt idx="10307">
                  <c:v>0.13809605840934688</c:v>
                </c:pt>
                <c:pt idx="10308">
                  <c:v>0.13810261638289478</c:v>
                </c:pt>
                <c:pt idx="10309">
                  <c:v>0.1381100075075643</c:v>
                </c:pt>
                <c:pt idx="10310">
                  <c:v>0.13813913973683614</c:v>
                </c:pt>
                <c:pt idx="10311">
                  <c:v>0.13814330979828318</c:v>
                </c:pt>
                <c:pt idx="10312">
                  <c:v>0.13814601857324751</c:v>
                </c:pt>
                <c:pt idx="10313">
                  <c:v>0.13815762336440296</c:v>
                </c:pt>
                <c:pt idx="10314">
                  <c:v>0.13816060093221197</c:v>
                </c:pt>
                <c:pt idx="10315">
                  <c:v>0.13817784003715189</c:v>
                </c:pt>
                <c:pt idx="10316">
                  <c:v>0.13818011258003837</c:v>
                </c:pt>
                <c:pt idx="10317">
                  <c:v>0.13821476188088369</c:v>
                </c:pt>
                <c:pt idx="10318">
                  <c:v>0.13822842378775951</c:v>
                </c:pt>
                <c:pt idx="10319">
                  <c:v>0.13824343134980527</c:v>
                </c:pt>
                <c:pt idx="10320">
                  <c:v>0.13825284190009393</c:v>
                </c:pt>
                <c:pt idx="10321">
                  <c:v>0.1382546902637907</c:v>
                </c:pt>
                <c:pt idx="10322">
                  <c:v>0.138265309476167</c:v>
                </c:pt>
                <c:pt idx="10323">
                  <c:v>0.13827367283111974</c:v>
                </c:pt>
                <c:pt idx="10324">
                  <c:v>0.13827431325920311</c:v>
                </c:pt>
                <c:pt idx="10325">
                  <c:v>0.13828009461666069</c:v>
                </c:pt>
                <c:pt idx="10326">
                  <c:v>0.13828469089512849</c:v>
                </c:pt>
                <c:pt idx="10327">
                  <c:v>0.13828500301614338</c:v>
                </c:pt>
                <c:pt idx="10328">
                  <c:v>0.13830284172333657</c:v>
                </c:pt>
                <c:pt idx="10329">
                  <c:v>0.1383033040817</c:v>
                </c:pt>
                <c:pt idx="10330">
                  <c:v>0.13830781099347389</c:v>
                </c:pt>
                <c:pt idx="10331">
                  <c:v>0.13830847633522905</c:v>
                </c:pt>
                <c:pt idx="10332">
                  <c:v>0.1383142057800987</c:v>
                </c:pt>
                <c:pt idx="10333">
                  <c:v>0.13831815057663158</c:v>
                </c:pt>
                <c:pt idx="10334">
                  <c:v>0.1383488743140871</c:v>
                </c:pt>
                <c:pt idx="10335">
                  <c:v>0.13836897736909901</c:v>
                </c:pt>
                <c:pt idx="10336">
                  <c:v>0.13837413814870908</c:v>
                </c:pt>
                <c:pt idx="10337">
                  <c:v>0.13838521999347483</c:v>
                </c:pt>
                <c:pt idx="10338">
                  <c:v>0.13838551997492235</c:v>
                </c:pt>
                <c:pt idx="10339">
                  <c:v>0.13838967134960189</c:v>
                </c:pt>
                <c:pt idx="10340">
                  <c:v>0.13841653616155508</c:v>
                </c:pt>
                <c:pt idx="10341">
                  <c:v>0.1384235925879406</c:v>
                </c:pt>
                <c:pt idx="10342">
                  <c:v>0.13843364136569677</c:v>
                </c:pt>
                <c:pt idx="10343">
                  <c:v>0.13843682842811539</c:v>
                </c:pt>
                <c:pt idx="10344">
                  <c:v>0.13844551840827429</c:v>
                </c:pt>
                <c:pt idx="10345">
                  <c:v>0.13845387160973466</c:v>
                </c:pt>
                <c:pt idx="10346">
                  <c:v>0.13845579188061069</c:v>
                </c:pt>
                <c:pt idx="10347">
                  <c:v>0.13846654048074378</c:v>
                </c:pt>
                <c:pt idx="10348">
                  <c:v>0.13847327804150042</c:v>
                </c:pt>
                <c:pt idx="10349">
                  <c:v>0.13848129104410048</c:v>
                </c:pt>
                <c:pt idx="10350">
                  <c:v>0.1384851756367714</c:v>
                </c:pt>
                <c:pt idx="10351">
                  <c:v>0.13849255163020588</c:v>
                </c:pt>
                <c:pt idx="10352">
                  <c:v>0.13849632788188096</c:v>
                </c:pt>
                <c:pt idx="10353">
                  <c:v>0.13850896261555007</c:v>
                </c:pt>
                <c:pt idx="10354">
                  <c:v>0.13851318455851064</c:v>
                </c:pt>
                <c:pt idx="10355">
                  <c:v>0.13851325433741044</c:v>
                </c:pt>
                <c:pt idx="10356">
                  <c:v>0.13852353167107243</c:v>
                </c:pt>
                <c:pt idx="10357">
                  <c:v>0.13852461414152545</c:v>
                </c:pt>
                <c:pt idx="10358">
                  <c:v>0.13853379386645254</c:v>
                </c:pt>
                <c:pt idx="10359">
                  <c:v>0.13853469705856647</c:v>
                </c:pt>
                <c:pt idx="10360">
                  <c:v>0.13853967447336588</c:v>
                </c:pt>
                <c:pt idx="10361">
                  <c:v>0.13856299712285144</c:v>
                </c:pt>
                <c:pt idx="10362">
                  <c:v>0.13857600275704837</c:v>
                </c:pt>
                <c:pt idx="10363">
                  <c:v>0.13857825837640847</c:v>
                </c:pt>
                <c:pt idx="10364">
                  <c:v>0.13859257524069923</c:v>
                </c:pt>
                <c:pt idx="10365">
                  <c:v>0.13860455704463764</c:v>
                </c:pt>
                <c:pt idx="10366">
                  <c:v>0.1386139414444649</c:v>
                </c:pt>
                <c:pt idx="10367">
                  <c:v>0.13861982395203204</c:v>
                </c:pt>
                <c:pt idx="10368">
                  <c:v>0.13864163291467257</c:v>
                </c:pt>
                <c:pt idx="10369">
                  <c:v>0.13865104302855066</c:v>
                </c:pt>
                <c:pt idx="10370">
                  <c:v>0.13865211349781073</c:v>
                </c:pt>
                <c:pt idx="10371">
                  <c:v>0.13865738305931635</c:v>
                </c:pt>
                <c:pt idx="10372">
                  <c:v>0.13866842531422724</c:v>
                </c:pt>
                <c:pt idx="10373">
                  <c:v>0.13866876150632595</c:v>
                </c:pt>
                <c:pt idx="10374">
                  <c:v>0.13870032748937672</c:v>
                </c:pt>
                <c:pt idx="10375">
                  <c:v>0.13871019429631692</c:v>
                </c:pt>
                <c:pt idx="10376">
                  <c:v>0.13872585882469909</c:v>
                </c:pt>
                <c:pt idx="10377">
                  <c:v>0.1387276889793396</c:v>
                </c:pt>
                <c:pt idx="10378">
                  <c:v>0.13874412444292575</c:v>
                </c:pt>
                <c:pt idx="10379">
                  <c:v>0.13875498919441648</c:v>
                </c:pt>
                <c:pt idx="10380">
                  <c:v>0.13876308747811408</c:v>
                </c:pt>
                <c:pt idx="10381">
                  <c:v>0.1387651965002307</c:v>
                </c:pt>
                <c:pt idx="10382">
                  <c:v>0.13876982934456208</c:v>
                </c:pt>
                <c:pt idx="10383">
                  <c:v>0.13877905987780684</c:v>
                </c:pt>
                <c:pt idx="10384">
                  <c:v>0.1387795377308077</c:v>
                </c:pt>
                <c:pt idx="10385">
                  <c:v>0.1387863758961137</c:v>
                </c:pt>
                <c:pt idx="10386">
                  <c:v>0.13879270481813219</c:v>
                </c:pt>
                <c:pt idx="10387">
                  <c:v>0.13879277306039176</c:v>
                </c:pt>
                <c:pt idx="10388">
                  <c:v>0.13879769388251353</c:v>
                </c:pt>
                <c:pt idx="10389">
                  <c:v>0.13880789960444181</c:v>
                </c:pt>
                <c:pt idx="10390">
                  <c:v>0.13881616749983819</c:v>
                </c:pt>
                <c:pt idx="10391">
                  <c:v>0.13883174843981871</c:v>
                </c:pt>
                <c:pt idx="10392">
                  <c:v>0.13884429962402661</c:v>
                </c:pt>
                <c:pt idx="10393">
                  <c:v>0.13884438743989991</c:v>
                </c:pt>
                <c:pt idx="10394">
                  <c:v>0.13885281649400352</c:v>
                </c:pt>
                <c:pt idx="10395">
                  <c:v>0.13886563177848493</c:v>
                </c:pt>
                <c:pt idx="10396">
                  <c:v>0.138879198088562</c:v>
                </c:pt>
                <c:pt idx="10397">
                  <c:v>0.13888012454100512</c:v>
                </c:pt>
                <c:pt idx="10398">
                  <c:v>0.13888091140993983</c:v>
                </c:pt>
                <c:pt idx="10399">
                  <c:v>0.13889463980186934</c:v>
                </c:pt>
                <c:pt idx="10400">
                  <c:v>0.13892785976686706</c:v>
                </c:pt>
                <c:pt idx="10401">
                  <c:v>0.13894781229316178</c:v>
                </c:pt>
                <c:pt idx="10402">
                  <c:v>0.13897326026718748</c:v>
                </c:pt>
                <c:pt idx="10403">
                  <c:v>0.13897745535709105</c:v>
                </c:pt>
                <c:pt idx="10404">
                  <c:v>0.13898559660023108</c:v>
                </c:pt>
                <c:pt idx="10405">
                  <c:v>0.13900220966001553</c:v>
                </c:pt>
                <c:pt idx="10406">
                  <c:v>0.13902516530802705</c:v>
                </c:pt>
                <c:pt idx="10407">
                  <c:v>0.13904766147541586</c:v>
                </c:pt>
                <c:pt idx="10408">
                  <c:v>0.13906552524608989</c:v>
                </c:pt>
                <c:pt idx="10409">
                  <c:v>0.13906849945158631</c:v>
                </c:pt>
                <c:pt idx="10410">
                  <c:v>0.13908246437465091</c:v>
                </c:pt>
                <c:pt idx="10411">
                  <c:v>0.13909829718076208</c:v>
                </c:pt>
                <c:pt idx="10412">
                  <c:v>0.13910507405068423</c:v>
                </c:pt>
                <c:pt idx="10413">
                  <c:v>0.13911668368724153</c:v>
                </c:pt>
                <c:pt idx="10414">
                  <c:v>0.13912291519407155</c:v>
                </c:pt>
                <c:pt idx="10415">
                  <c:v>0.13912347873616093</c:v>
                </c:pt>
                <c:pt idx="10416">
                  <c:v>0.13913663097889631</c:v>
                </c:pt>
                <c:pt idx="10417">
                  <c:v>0.1391463330114015</c:v>
                </c:pt>
                <c:pt idx="10418">
                  <c:v>0.13915529553189776</c:v>
                </c:pt>
                <c:pt idx="10419">
                  <c:v>0.13919253887305516</c:v>
                </c:pt>
                <c:pt idx="10420">
                  <c:v>0.13919354725521241</c:v>
                </c:pt>
                <c:pt idx="10421">
                  <c:v>0.13920861870277029</c:v>
                </c:pt>
                <c:pt idx="10422">
                  <c:v>0.13920951526979153</c:v>
                </c:pt>
                <c:pt idx="10423">
                  <c:v>0.13921348330908798</c:v>
                </c:pt>
                <c:pt idx="10424">
                  <c:v>0.13921724210585068</c:v>
                </c:pt>
                <c:pt idx="10425">
                  <c:v>0.13921904494361481</c:v>
                </c:pt>
                <c:pt idx="10426">
                  <c:v>0.13926250712428911</c:v>
                </c:pt>
                <c:pt idx="10427">
                  <c:v>0.13927959976292428</c:v>
                </c:pt>
                <c:pt idx="10428">
                  <c:v>0.13928222842633384</c:v>
                </c:pt>
                <c:pt idx="10429">
                  <c:v>0.1392901465397359</c:v>
                </c:pt>
                <c:pt idx="10430">
                  <c:v>0.13929088915012583</c:v>
                </c:pt>
                <c:pt idx="10431">
                  <c:v>0.1392952215481143</c:v>
                </c:pt>
                <c:pt idx="10432">
                  <c:v>0.13929592784268224</c:v>
                </c:pt>
                <c:pt idx="10433">
                  <c:v>0.13929914576071728</c:v>
                </c:pt>
                <c:pt idx="10434">
                  <c:v>0.13932213376520672</c:v>
                </c:pt>
                <c:pt idx="10435">
                  <c:v>0.13932984500649745</c:v>
                </c:pt>
                <c:pt idx="10436">
                  <c:v>0.13933440563662761</c:v>
                </c:pt>
                <c:pt idx="10437">
                  <c:v>0.13936366089006513</c:v>
                </c:pt>
                <c:pt idx="10438">
                  <c:v>0.13936503197842454</c:v>
                </c:pt>
                <c:pt idx="10439">
                  <c:v>0.13936875221584863</c:v>
                </c:pt>
                <c:pt idx="10440">
                  <c:v>0.13937244075952826</c:v>
                </c:pt>
                <c:pt idx="10441">
                  <c:v>0.13937618444634642</c:v>
                </c:pt>
                <c:pt idx="10442">
                  <c:v>0.13939197669970749</c:v>
                </c:pt>
                <c:pt idx="10443">
                  <c:v>0.13940389138296755</c:v>
                </c:pt>
                <c:pt idx="10444">
                  <c:v>0.13942197717962232</c:v>
                </c:pt>
                <c:pt idx="10445">
                  <c:v>0.13942841002376463</c:v>
                </c:pt>
                <c:pt idx="10446">
                  <c:v>0.1394297872611639</c:v>
                </c:pt>
                <c:pt idx="10447">
                  <c:v>0.13943097585586914</c:v>
                </c:pt>
                <c:pt idx="10448">
                  <c:v>0.13944087230590921</c:v>
                </c:pt>
                <c:pt idx="10449">
                  <c:v>0.13945954460203513</c:v>
                </c:pt>
                <c:pt idx="10450">
                  <c:v>0.13949021362138839</c:v>
                </c:pt>
                <c:pt idx="10451">
                  <c:v>0.13949424005514813</c:v>
                </c:pt>
                <c:pt idx="10452">
                  <c:v>0.13950926327747443</c:v>
                </c:pt>
                <c:pt idx="10453">
                  <c:v>0.13951096074451957</c:v>
                </c:pt>
                <c:pt idx="10454">
                  <c:v>0.13951278405327475</c:v>
                </c:pt>
                <c:pt idx="10455">
                  <c:v>0.13952167568422796</c:v>
                </c:pt>
                <c:pt idx="10456">
                  <c:v>0.13952718177048029</c:v>
                </c:pt>
                <c:pt idx="10457">
                  <c:v>0.13953186884784802</c:v>
                </c:pt>
                <c:pt idx="10458">
                  <c:v>0.13954652791066338</c:v>
                </c:pt>
                <c:pt idx="10459">
                  <c:v>0.13955164894026015</c:v>
                </c:pt>
                <c:pt idx="10460">
                  <c:v>0.13955354235110612</c:v>
                </c:pt>
                <c:pt idx="10461">
                  <c:v>0.13956255880645699</c:v>
                </c:pt>
                <c:pt idx="10462">
                  <c:v>0.13957082756666075</c:v>
                </c:pt>
                <c:pt idx="10463">
                  <c:v>0.13957597408640354</c:v>
                </c:pt>
                <c:pt idx="10464">
                  <c:v>0.13961322371336315</c:v>
                </c:pt>
                <c:pt idx="10465">
                  <c:v>0.13962878215258662</c:v>
                </c:pt>
                <c:pt idx="10466">
                  <c:v>0.13963317475826034</c:v>
                </c:pt>
                <c:pt idx="10467">
                  <c:v>0.13963658584331615</c:v>
                </c:pt>
                <c:pt idx="10468">
                  <c:v>0.13963865279072998</c:v>
                </c:pt>
                <c:pt idx="10469">
                  <c:v>0.13963994864228593</c:v>
                </c:pt>
                <c:pt idx="10470">
                  <c:v>0.13964470250766234</c:v>
                </c:pt>
                <c:pt idx="10471">
                  <c:v>0.13965010599275474</c:v>
                </c:pt>
                <c:pt idx="10472">
                  <c:v>0.13966312164782219</c:v>
                </c:pt>
                <c:pt idx="10473">
                  <c:v>0.1396921609623428</c:v>
                </c:pt>
                <c:pt idx="10474">
                  <c:v>0.13970086521361438</c:v>
                </c:pt>
                <c:pt idx="10475">
                  <c:v>0.13970850238644233</c:v>
                </c:pt>
                <c:pt idx="10476">
                  <c:v>0.13971431042347587</c:v>
                </c:pt>
                <c:pt idx="10477">
                  <c:v>0.13972367714164735</c:v>
                </c:pt>
                <c:pt idx="10478">
                  <c:v>0.1397336646311709</c:v>
                </c:pt>
                <c:pt idx="10479">
                  <c:v>0.13975191611008708</c:v>
                </c:pt>
                <c:pt idx="10480">
                  <c:v>0.1397560180851255</c:v>
                </c:pt>
                <c:pt idx="10481">
                  <c:v>0.13977418084222346</c:v>
                </c:pt>
                <c:pt idx="10482">
                  <c:v>0.13977484734374226</c:v>
                </c:pt>
                <c:pt idx="10483">
                  <c:v>0.13979475945814904</c:v>
                </c:pt>
                <c:pt idx="10484">
                  <c:v>0.13983351168942459</c:v>
                </c:pt>
                <c:pt idx="10485">
                  <c:v>0.1398469246011233</c:v>
                </c:pt>
                <c:pt idx="10486">
                  <c:v>0.13985476051895179</c:v>
                </c:pt>
                <c:pt idx="10487">
                  <c:v>0.13985542534499815</c:v>
                </c:pt>
                <c:pt idx="10488">
                  <c:v>0.13986522963480913</c:v>
                </c:pt>
                <c:pt idx="10489">
                  <c:v>0.13988168221267863</c:v>
                </c:pt>
                <c:pt idx="10490">
                  <c:v>0.13989840557649319</c:v>
                </c:pt>
                <c:pt idx="10491">
                  <c:v>0.1398987682130757</c:v>
                </c:pt>
                <c:pt idx="10492">
                  <c:v>0.13991426224297615</c:v>
                </c:pt>
                <c:pt idx="10493">
                  <c:v>0.1399239367004316</c:v>
                </c:pt>
                <c:pt idx="10494">
                  <c:v>0.13993596120591925</c:v>
                </c:pt>
                <c:pt idx="10495">
                  <c:v>0.13995324189064592</c:v>
                </c:pt>
                <c:pt idx="10496">
                  <c:v>0.13997996421191941</c:v>
                </c:pt>
                <c:pt idx="10497">
                  <c:v>0.1400060177839568</c:v>
                </c:pt>
                <c:pt idx="10498">
                  <c:v>0.14001905012273405</c:v>
                </c:pt>
                <c:pt idx="10499">
                  <c:v>0.1400201666946721</c:v>
                </c:pt>
                <c:pt idx="10500">
                  <c:v>0.14002388879147032</c:v>
                </c:pt>
                <c:pt idx="10501">
                  <c:v>0.14002657038686522</c:v>
                </c:pt>
                <c:pt idx="10502">
                  <c:v>0.1400363407708359</c:v>
                </c:pt>
                <c:pt idx="10503">
                  <c:v>0.14005043492319386</c:v>
                </c:pt>
                <c:pt idx="10504">
                  <c:v>0.14005660349857901</c:v>
                </c:pt>
                <c:pt idx="10505">
                  <c:v>0.1400609285046199</c:v>
                </c:pt>
                <c:pt idx="10506">
                  <c:v>0.14006659396097246</c:v>
                </c:pt>
                <c:pt idx="10507">
                  <c:v>0.14007528183059353</c:v>
                </c:pt>
                <c:pt idx="10508">
                  <c:v>0.14009332025794657</c:v>
                </c:pt>
                <c:pt idx="10509">
                  <c:v>0.14010396471022424</c:v>
                </c:pt>
                <c:pt idx="10510">
                  <c:v>0.14012097481561109</c:v>
                </c:pt>
                <c:pt idx="10511">
                  <c:v>0.14012240210022198</c:v>
                </c:pt>
                <c:pt idx="10512">
                  <c:v>0.1401238506795629</c:v>
                </c:pt>
                <c:pt idx="10513">
                  <c:v>0.14014886551579039</c:v>
                </c:pt>
                <c:pt idx="10514">
                  <c:v>0.14017008175699042</c:v>
                </c:pt>
                <c:pt idx="10515">
                  <c:v>0.14019219415567533</c:v>
                </c:pt>
                <c:pt idx="10516">
                  <c:v>0.14021309948797364</c:v>
                </c:pt>
                <c:pt idx="10517">
                  <c:v>0.14022166946946413</c:v>
                </c:pt>
                <c:pt idx="10518">
                  <c:v>0.14022602211962296</c:v>
                </c:pt>
                <c:pt idx="10519">
                  <c:v>0.14024257989404637</c:v>
                </c:pt>
                <c:pt idx="10520">
                  <c:v>0.14024761876326702</c:v>
                </c:pt>
                <c:pt idx="10521">
                  <c:v>0.14026566618043487</c:v>
                </c:pt>
                <c:pt idx="10522">
                  <c:v>0.14026677796703294</c:v>
                </c:pt>
                <c:pt idx="10523">
                  <c:v>0.14026720326540218</c:v>
                </c:pt>
                <c:pt idx="10524">
                  <c:v>0.14027976709320428</c:v>
                </c:pt>
                <c:pt idx="10525">
                  <c:v>0.14028633980800595</c:v>
                </c:pt>
                <c:pt idx="10526">
                  <c:v>0.14030029142876757</c:v>
                </c:pt>
                <c:pt idx="10527">
                  <c:v>0.14030730746497616</c:v>
                </c:pt>
                <c:pt idx="10528">
                  <c:v>0.14030821100496288</c:v>
                </c:pt>
                <c:pt idx="10529">
                  <c:v>0.14031302584450028</c:v>
                </c:pt>
                <c:pt idx="10530">
                  <c:v>0.1403141227992655</c:v>
                </c:pt>
                <c:pt idx="10531">
                  <c:v>0.14032372702978477</c:v>
                </c:pt>
                <c:pt idx="10532">
                  <c:v>0.14032378299315887</c:v>
                </c:pt>
                <c:pt idx="10533">
                  <c:v>0.1403372747759771</c:v>
                </c:pt>
                <c:pt idx="10534">
                  <c:v>0.14035478845926372</c:v>
                </c:pt>
                <c:pt idx="10535">
                  <c:v>0.14035699033723026</c:v>
                </c:pt>
                <c:pt idx="10536">
                  <c:v>0.14037864348673124</c:v>
                </c:pt>
                <c:pt idx="10537">
                  <c:v>0.14038191418736759</c:v>
                </c:pt>
                <c:pt idx="10538">
                  <c:v>0.14038217780790874</c:v>
                </c:pt>
                <c:pt idx="10539">
                  <c:v>0.14038447990262784</c:v>
                </c:pt>
                <c:pt idx="10540">
                  <c:v>0.14039045782763221</c:v>
                </c:pt>
                <c:pt idx="10541">
                  <c:v>0.1403921935576205</c:v>
                </c:pt>
                <c:pt idx="10542">
                  <c:v>0.14040367288515676</c:v>
                </c:pt>
                <c:pt idx="10543">
                  <c:v>0.14041143459386857</c:v>
                </c:pt>
                <c:pt idx="10544">
                  <c:v>0.14043349844141756</c:v>
                </c:pt>
                <c:pt idx="10545">
                  <c:v>0.14044509653332729</c:v>
                </c:pt>
                <c:pt idx="10546">
                  <c:v>0.14044620740558295</c:v>
                </c:pt>
                <c:pt idx="10547">
                  <c:v>0.14045222170388458</c:v>
                </c:pt>
                <c:pt idx="10548">
                  <c:v>0.14046075781298895</c:v>
                </c:pt>
                <c:pt idx="10549">
                  <c:v>0.14046479643783905</c:v>
                </c:pt>
                <c:pt idx="10550">
                  <c:v>0.14046654399659486</c:v>
                </c:pt>
                <c:pt idx="10551">
                  <c:v>0.14047674707444971</c:v>
                </c:pt>
                <c:pt idx="10552">
                  <c:v>0.1404837069109614</c:v>
                </c:pt>
                <c:pt idx="10553">
                  <c:v>0.14050143662764755</c:v>
                </c:pt>
                <c:pt idx="10554">
                  <c:v>0.14051050040141985</c:v>
                </c:pt>
                <c:pt idx="10555">
                  <c:v>0.14051588403812484</c:v>
                </c:pt>
                <c:pt idx="10556">
                  <c:v>0.14052087543844574</c:v>
                </c:pt>
                <c:pt idx="10557">
                  <c:v>0.14053121942772426</c:v>
                </c:pt>
                <c:pt idx="10558">
                  <c:v>0.14056411507522074</c:v>
                </c:pt>
                <c:pt idx="10559">
                  <c:v>0.14056520129947145</c:v>
                </c:pt>
                <c:pt idx="10560">
                  <c:v>0.14056690114671272</c:v>
                </c:pt>
                <c:pt idx="10561">
                  <c:v>0.14058414812455267</c:v>
                </c:pt>
                <c:pt idx="10562">
                  <c:v>0.14058597464517567</c:v>
                </c:pt>
                <c:pt idx="10563">
                  <c:v>0.14059964513242187</c:v>
                </c:pt>
                <c:pt idx="10564">
                  <c:v>0.14061823922614702</c:v>
                </c:pt>
                <c:pt idx="10565">
                  <c:v>0.14063035842382507</c:v>
                </c:pt>
                <c:pt idx="10566">
                  <c:v>0.14063079184516963</c:v>
                </c:pt>
                <c:pt idx="10567">
                  <c:v>0.14064530803659056</c:v>
                </c:pt>
                <c:pt idx="10568">
                  <c:v>0.14065591548397449</c:v>
                </c:pt>
                <c:pt idx="10569">
                  <c:v>0.14066019109267588</c:v>
                </c:pt>
                <c:pt idx="10570">
                  <c:v>0.14067354035052132</c:v>
                </c:pt>
                <c:pt idx="10571">
                  <c:v>0.14068103838505225</c:v>
                </c:pt>
                <c:pt idx="10572">
                  <c:v>0.14068223109532538</c:v>
                </c:pt>
                <c:pt idx="10573">
                  <c:v>0.14068663743244844</c:v>
                </c:pt>
                <c:pt idx="10574">
                  <c:v>0.1407144151513943</c:v>
                </c:pt>
                <c:pt idx="10575">
                  <c:v>0.14072121699220674</c:v>
                </c:pt>
                <c:pt idx="10576">
                  <c:v>0.14072190897142947</c:v>
                </c:pt>
                <c:pt idx="10577">
                  <c:v>0.14073820842317467</c:v>
                </c:pt>
                <c:pt idx="10578">
                  <c:v>0.14074853249283129</c:v>
                </c:pt>
                <c:pt idx="10579">
                  <c:v>0.14075077111570439</c:v>
                </c:pt>
                <c:pt idx="10580">
                  <c:v>0.14076375461342572</c:v>
                </c:pt>
                <c:pt idx="10581">
                  <c:v>0.14077285431977862</c:v>
                </c:pt>
                <c:pt idx="10582">
                  <c:v>0.14077566916470893</c:v>
                </c:pt>
                <c:pt idx="10583">
                  <c:v>0.14078832187811585</c:v>
                </c:pt>
                <c:pt idx="10584">
                  <c:v>0.14081960474965649</c:v>
                </c:pt>
                <c:pt idx="10585">
                  <c:v>0.14085088793429285</c:v>
                </c:pt>
                <c:pt idx="10586">
                  <c:v>0.14085753803251683</c:v>
                </c:pt>
                <c:pt idx="10587">
                  <c:v>0.14086183477894568</c:v>
                </c:pt>
                <c:pt idx="10588">
                  <c:v>0.14086968410339226</c:v>
                </c:pt>
                <c:pt idx="10589">
                  <c:v>0.14086980754350523</c:v>
                </c:pt>
                <c:pt idx="10590">
                  <c:v>0.14087327922100792</c:v>
                </c:pt>
                <c:pt idx="10591">
                  <c:v>0.14088143766039277</c:v>
                </c:pt>
                <c:pt idx="10592">
                  <c:v>0.14088662114187817</c:v>
                </c:pt>
                <c:pt idx="10593">
                  <c:v>0.14090389425614896</c:v>
                </c:pt>
                <c:pt idx="10594">
                  <c:v>0.14093619758443449</c:v>
                </c:pt>
                <c:pt idx="10595">
                  <c:v>0.14095277049642346</c:v>
                </c:pt>
                <c:pt idx="10596">
                  <c:v>0.14095517922412876</c:v>
                </c:pt>
                <c:pt idx="10597">
                  <c:v>0.14095571380217206</c:v>
                </c:pt>
                <c:pt idx="10598">
                  <c:v>0.14095619776988816</c:v>
                </c:pt>
                <c:pt idx="10599">
                  <c:v>0.14096560857533616</c:v>
                </c:pt>
                <c:pt idx="10600">
                  <c:v>0.14099176950119643</c:v>
                </c:pt>
                <c:pt idx="10601">
                  <c:v>0.14099553644927573</c:v>
                </c:pt>
                <c:pt idx="10602">
                  <c:v>0.14100217273928989</c:v>
                </c:pt>
                <c:pt idx="10603">
                  <c:v>0.14100631286199308</c:v>
                </c:pt>
                <c:pt idx="10604">
                  <c:v>0.14101635773263821</c:v>
                </c:pt>
                <c:pt idx="10605">
                  <c:v>0.14102499935716503</c:v>
                </c:pt>
                <c:pt idx="10606">
                  <c:v>0.14102974622120504</c:v>
                </c:pt>
                <c:pt idx="10607">
                  <c:v>0.1410391179896659</c:v>
                </c:pt>
                <c:pt idx="10608">
                  <c:v>0.14104143369324054</c:v>
                </c:pt>
                <c:pt idx="10609">
                  <c:v>0.14105259177699422</c:v>
                </c:pt>
                <c:pt idx="10610">
                  <c:v>0.14107189280148005</c:v>
                </c:pt>
                <c:pt idx="10611">
                  <c:v>0.14107534224863555</c:v>
                </c:pt>
                <c:pt idx="10612">
                  <c:v>0.1410779734285896</c:v>
                </c:pt>
                <c:pt idx="10613">
                  <c:v>0.14108035385834286</c:v>
                </c:pt>
                <c:pt idx="10614">
                  <c:v>0.14110363031806056</c:v>
                </c:pt>
                <c:pt idx="10615">
                  <c:v>0.1411069748005078</c:v>
                </c:pt>
                <c:pt idx="10616">
                  <c:v>0.14111685969259699</c:v>
                </c:pt>
                <c:pt idx="10617">
                  <c:v>0.14111980236550639</c:v>
                </c:pt>
                <c:pt idx="10618">
                  <c:v>0.14112111717319406</c:v>
                </c:pt>
                <c:pt idx="10619">
                  <c:v>0.14112792024548862</c:v>
                </c:pt>
                <c:pt idx="10620">
                  <c:v>0.14114037477886174</c:v>
                </c:pt>
                <c:pt idx="10621">
                  <c:v>0.1411442643225683</c:v>
                </c:pt>
                <c:pt idx="10622">
                  <c:v>0.141153626427933</c:v>
                </c:pt>
                <c:pt idx="10623">
                  <c:v>0.14116618649818083</c:v>
                </c:pt>
                <c:pt idx="10624">
                  <c:v>0.14118351468244916</c:v>
                </c:pt>
                <c:pt idx="10625">
                  <c:v>0.14118728753825627</c:v>
                </c:pt>
                <c:pt idx="10626">
                  <c:v>0.14121787618730833</c:v>
                </c:pt>
                <c:pt idx="10627">
                  <c:v>0.14121819755304427</c:v>
                </c:pt>
                <c:pt idx="10628">
                  <c:v>0.14130266906448005</c:v>
                </c:pt>
                <c:pt idx="10629">
                  <c:v>0.14130908367641171</c:v>
                </c:pt>
                <c:pt idx="10630">
                  <c:v>0.14132777701212426</c:v>
                </c:pt>
                <c:pt idx="10631">
                  <c:v>0.14134272760744612</c:v>
                </c:pt>
                <c:pt idx="10632">
                  <c:v>0.14137209999273878</c:v>
                </c:pt>
                <c:pt idx="10633">
                  <c:v>0.14138118227049701</c:v>
                </c:pt>
                <c:pt idx="10634">
                  <c:v>0.14138656383357665</c:v>
                </c:pt>
                <c:pt idx="10635">
                  <c:v>0.14139661203207907</c:v>
                </c:pt>
                <c:pt idx="10636">
                  <c:v>0.14141822147548319</c:v>
                </c:pt>
                <c:pt idx="10637">
                  <c:v>0.14142258019328593</c:v>
                </c:pt>
                <c:pt idx="10638">
                  <c:v>0.14142354868784809</c:v>
                </c:pt>
                <c:pt idx="10639">
                  <c:v>0.14144530999915023</c:v>
                </c:pt>
                <c:pt idx="10640">
                  <c:v>0.14145559764216911</c:v>
                </c:pt>
                <c:pt idx="10641">
                  <c:v>0.14146805751332814</c:v>
                </c:pt>
                <c:pt idx="10642">
                  <c:v>0.14147724336880313</c:v>
                </c:pt>
                <c:pt idx="10643">
                  <c:v>0.14148122020311285</c:v>
                </c:pt>
                <c:pt idx="10644">
                  <c:v>0.14151145071582016</c:v>
                </c:pt>
                <c:pt idx="10645">
                  <c:v>0.1415126959692628</c:v>
                </c:pt>
                <c:pt idx="10646">
                  <c:v>0.14151680210734477</c:v>
                </c:pt>
                <c:pt idx="10647">
                  <c:v>0.1415204408944167</c:v>
                </c:pt>
                <c:pt idx="10648">
                  <c:v>0.14152204561380724</c:v>
                </c:pt>
                <c:pt idx="10649">
                  <c:v>0.14156565655263514</c:v>
                </c:pt>
                <c:pt idx="10650">
                  <c:v>0.14158536013424786</c:v>
                </c:pt>
                <c:pt idx="10651">
                  <c:v>0.14159389578672968</c:v>
                </c:pt>
                <c:pt idx="10652">
                  <c:v>0.14160006226347721</c:v>
                </c:pt>
                <c:pt idx="10653">
                  <c:v>0.14161243398044454</c:v>
                </c:pt>
                <c:pt idx="10654">
                  <c:v>0.14163180213968077</c:v>
                </c:pt>
                <c:pt idx="10655">
                  <c:v>0.14163399006998964</c:v>
                </c:pt>
                <c:pt idx="10656">
                  <c:v>0.14163943553802918</c:v>
                </c:pt>
                <c:pt idx="10657">
                  <c:v>0.14164318799708039</c:v>
                </c:pt>
                <c:pt idx="10658">
                  <c:v>0.14167796139196887</c:v>
                </c:pt>
                <c:pt idx="10659">
                  <c:v>0.14168138098407179</c:v>
                </c:pt>
                <c:pt idx="10660">
                  <c:v>0.14168886218330476</c:v>
                </c:pt>
                <c:pt idx="10661">
                  <c:v>0.14169217853635571</c:v>
                </c:pt>
                <c:pt idx="10662">
                  <c:v>0.14169484298718715</c:v>
                </c:pt>
                <c:pt idx="10663">
                  <c:v>0.1417353728468905</c:v>
                </c:pt>
                <c:pt idx="10664">
                  <c:v>0.14173680126993821</c:v>
                </c:pt>
                <c:pt idx="10665">
                  <c:v>0.14174005037824808</c:v>
                </c:pt>
                <c:pt idx="10666">
                  <c:v>0.14174476268336236</c:v>
                </c:pt>
                <c:pt idx="10667">
                  <c:v>0.14176068430158312</c:v>
                </c:pt>
                <c:pt idx="10668">
                  <c:v>0.14177283936777652</c:v>
                </c:pt>
                <c:pt idx="10669">
                  <c:v>0.14178607411688227</c:v>
                </c:pt>
                <c:pt idx="10670">
                  <c:v>0.14179339905888697</c:v>
                </c:pt>
                <c:pt idx="10671">
                  <c:v>0.14179620908518728</c:v>
                </c:pt>
                <c:pt idx="10672">
                  <c:v>0.14180461432150754</c:v>
                </c:pt>
                <c:pt idx="10673">
                  <c:v>0.14180924590192179</c:v>
                </c:pt>
                <c:pt idx="10674">
                  <c:v>0.14184415363876027</c:v>
                </c:pt>
                <c:pt idx="10675">
                  <c:v>0.14185216798804837</c:v>
                </c:pt>
                <c:pt idx="10676">
                  <c:v>0.14185390109852772</c:v>
                </c:pt>
                <c:pt idx="10677">
                  <c:v>0.14185606302220252</c:v>
                </c:pt>
                <c:pt idx="10678">
                  <c:v>0.1418683732156526</c:v>
                </c:pt>
                <c:pt idx="10679">
                  <c:v>0.14188262929287798</c:v>
                </c:pt>
                <c:pt idx="10680">
                  <c:v>0.14189022676326959</c:v>
                </c:pt>
                <c:pt idx="10681">
                  <c:v>0.14189795529985177</c:v>
                </c:pt>
                <c:pt idx="10682">
                  <c:v>0.14190499521950298</c:v>
                </c:pt>
                <c:pt idx="10683">
                  <c:v>0.14191496352912941</c:v>
                </c:pt>
                <c:pt idx="10684">
                  <c:v>0.14194711788393707</c:v>
                </c:pt>
                <c:pt idx="10685">
                  <c:v>0.14198290871079991</c:v>
                </c:pt>
                <c:pt idx="10686">
                  <c:v>0.14198307847279282</c:v>
                </c:pt>
                <c:pt idx="10687">
                  <c:v>0.14199953950466773</c:v>
                </c:pt>
                <c:pt idx="10688">
                  <c:v>0.14203007996162592</c:v>
                </c:pt>
                <c:pt idx="10689">
                  <c:v>0.14203447036785891</c:v>
                </c:pt>
                <c:pt idx="10690">
                  <c:v>0.14205306202060786</c:v>
                </c:pt>
                <c:pt idx="10691">
                  <c:v>0.14206447594607272</c:v>
                </c:pt>
                <c:pt idx="10692">
                  <c:v>0.14208790397045021</c:v>
                </c:pt>
                <c:pt idx="10693">
                  <c:v>0.14209135152852784</c:v>
                </c:pt>
                <c:pt idx="10694">
                  <c:v>0.14210898779571349</c:v>
                </c:pt>
                <c:pt idx="10695">
                  <c:v>0.14211078131561314</c:v>
                </c:pt>
                <c:pt idx="10696">
                  <c:v>0.14211272128781954</c:v>
                </c:pt>
                <c:pt idx="10697">
                  <c:v>0.14211344043760735</c:v>
                </c:pt>
                <c:pt idx="10698">
                  <c:v>0.14211857495725708</c:v>
                </c:pt>
                <c:pt idx="10699">
                  <c:v>0.14212726879447524</c:v>
                </c:pt>
                <c:pt idx="10700">
                  <c:v>0.14213177720680722</c:v>
                </c:pt>
                <c:pt idx="10701">
                  <c:v>0.14213343720933189</c:v>
                </c:pt>
                <c:pt idx="10702">
                  <c:v>0.14213530357991422</c:v>
                </c:pt>
                <c:pt idx="10703">
                  <c:v>0.14213809666146254</c:v>
                </c:pt>
                <c:pt idx="10704">
                  <c:v>0.14214055706000991</c:v>
                </c:pt>
                <c:pt idx="10705">
                  <c:v>0.14214408569040698</c:v>
                </c:pt>
                <c:pt idx="10706">
                  <c:v>0.14215348789823865</c:v>
                </c:pt>
                <c:pt idx="10707">
                  <c:v>0.14216394864624862</c:v>
                </c:pt>
                <c:pt idx="10708">
                  <c:v>0.14216412296699513</c:v>
                </c:pt>
                <c:pt idx="10709">
                  <c:v>0.14217372937666603</c:v>
                </c:pt>
                <c:pt idx="10710">
                  <c:v>0.14218973118096009</c:v>
                </c:pt>
                <c:pt idx="10711">
                  <c:v>0.14219041416002637</c:v>
                </c:pt>
                <c:pt idx="10712">
                  <c:v>0.1421973880298727</c:v>
                </c:pt>
                <c:pt idx="10713">
                  <c:v>0.14220059037241864</c:v>
                </c:pt>
                <c:pt idx="10714">
                  <c:v>0.14221936260103551</c:v>
                </c:pt>
                <c:pt idx="10715">
                  <c:v>0.14222717587702272</c:v>
                </c:pt>
                <c:pt idx="10716">
                  <c:v>0.14224255341090869</c:v>
                </c:pt>
                <c:pt idx="10717">
                  <c:v>0.14226878729599934</c:v>
                </c:pt>
                <c:pt idx="10718">
                  <c:v>0.14227352812582655</c:v>
                </c:pt>
                <c:pt idx="10719">
                  <c:v>0.14227757471582583</c:v>
                </c:pt>
                <c:pt idx="10720">
                  <c:v>0.1422798640477988</c:v>
                </c:pt>
                <c:pt idx="10721">
                  <c:v>0.14228049483842078</c:v>
                </c:pt>
                <c:pt idx="10722">
                  <c:v>0.14228231949334103</c:v>
                </c:pt>
                <c:pt idx="10723">
                  <c:v>0.14228824625832873</c:v>
                </c:pt>
                <c:pt idx="10724">
                  <c:v>0.14229769599425207</c:v>
                </c:pt>
                <c:pt idx="10725">
                  <c:v>0.14230268001967269</c:v>
                </c:pt>
                <c:pt idx="10726">
                  <c:v>0.14232063681954632</c:v>
                </c:pt>
                <c:pt idx="10727">
                  <c:v>0.14232930558506482</c:v>
                </c:pt>
                <c:pt idx="10728">
                  <c:v>0.14233317998882272</c:v>
                </c:pt>
                <c:pt idx="10729">
                  <c:v>0.14233573279732217</c:v>
                </c:pt>
                <c:pt idx="10730">
                  <c:v>0.14233633964560471</c:v>
                </c:pt>
                <c:pt idx="10731">
                  <c:v>0.14234188068699702</c:v>
                </c:pt>
                <c:pt idx="10732">
                  <c:v>0.14234450356139949</c:v>
                </c:pt>
                <c:pt idx="10733">
                  <c:v>0.14234768706409623</c:v>
                </c:pt>
                <c:pt idx="10734">
                  <c:v>0.14237715219188002</c:v>
                </c:pt>
                <c:pt idx="10735">
                  <c:v>0.14239255969085987</c:v>
                </c:pt>
                <c:pt idx="10736">
                  <c:v>0.14240419156105166</c:v>
                </c:pt>
                <c:pt idx="10737">
                  <c:v>0.14240909786277894</c:v>
                </c:pt>
                <c:pt idx="10738">
                  <c:v>0.14241614247435216</c:v>
                </c:pt>
                <c:pt idx="10739">
                  <c:v>0.14242437506019934</c:v>
                </c:pt>
                <c:pt idx="10740">
                  <c:v>0.14243133049212162</c:v>
                </c:pt>
                <c:pt idx="10741">
                  <c:v>0.1424336387824876</c:v>
                </c:pt>
                <c:pt idx="10742">
                  <c:v>0.14243834593493182</c:v>
                </c:pt>
                <c:pt idx="10743">
                  <c:v>0.14244753276664129</c:v>
                </c:pt>
                <c:pt idx="10744">
                  <c:v>0.14245458052982679</c:v>
                </c:pt>
                <c:pt idx="10745">
                  <c:v>0.14246533660582511</c:v>
                </c:pt>
                <c:pt idx="10746">
                  <c:v>0.1424733666157017</c:v>
                </c:pt>
                <c:pt idx="10747">
                  <c:v>0.14247632083336981</c:v>
                </c:pt>
                <c:pt idx="10748">
                  <c:v>0.14250205119093434</c:v>
                </c:pt>
                <c:pt idx="10749">
                  <c:v>0.14251084008480297</c:v>
                </c:pt>
                <c:pt idx="10750">
                  <c:v>0.1425164739549854</c:v>
                </c:pt>
                <c:pt idx="10751">
                  <c:v>0.14252503168565522</c:v>
                </c:pt>
                <c:pt idx="10752">
                  <c:v>0.14254716895662065</c:v>
                </c:pt>
                <c:pt idx="10753">
                  <c:v>0.1425737457512376</c:v>
                </c:pt>
                <c:pt idx="10754">
                  <c:v>0.14258620632103194</c:v>
                </c:pt>
                <c:pt idx="10755">
                  <c:v>0.14259077294263336</c:v>
                </c:pt>
                <c:pt idx="10756">
                  <c:v>0.142597622558815</c:v>
                </c:pt>
                <c:pt idx="10757">
                  <c:v>0.14259949449732667</c:v>
                </c:pt>
                <c:pt idx="10758">
                  <c:v>0.14259999104404367</c:v>
                </c:pt>
                <c:pt idx="10759">
                  <c:v>0.1426070036743266</c:v>
                </c:pt>
                <c:pt idx="10760">
                  <c:v>0.1426089571860947</c:v>
                </c:pt>
                <c:pt idx="10761">
                  <c:v>0.14261602434707854</c:v>
                </c:pt>
                <c:pt idx="10762">
                  <c:v>0.14262023795093129</c:v>
                </c:pt>
                <c:pt idx="10763">
                  <c:v>0.14263956002503395</c:v>
                </c:pt>
                <c:pt idx="10764">
                  <c:v>0.1426742482342063</c:v>
                </c:pt>
                <c:pt idx="10765">
                  <c:v>0.14268326375683965</c:v>
                </c:pt>
                <c:pt idx="10766">
                  <c:v>0.14268550204526076</c:v>
                </c:pt>
                <c:pt idx="10767">
                  <c:v>0.14269980588590056</c:v>
                </c:pt>
                <c:pt idx="10768">
                  <c:v>0.14270358561568094</c:v>
                </c:pt>
                <c:pt idx="10769">
                  <c:v>0.14271322747769441</c:v>
                </c:pt>
                <c:pt idx="10770">
                  <c:v>0.14274081649791717</c:v>
                </c:pt>
                <c:pt idx="10771">
                  <c:v>0.14274772798038579</c:v>
                </c:pt>
                <c:pt idx="10772">
                  <c:v>0.14275502900854201</c:v>
                </c:pt>
                <c:pt idx="10773">
                  <c:v>0.14276488801012013</c:v>
                </c:pt>
                <c:pt idx="10774">
                  <c:v>0.14276579001927617</c:v>
                </c:pt>
                <c:pt idx="10775">
                  <c:v>0.14277307063826183</c:v>
                </c:pt>
                <c:pt idx="10776">
                  <c:v>0.14277346137772495</c:v>
                </c:pt>
                <c:pt idx="10777">
                  <c:v>0.14277872598668701</c:v>
                </c:pt>
                <c:pt idx="10778">
                  <c:v>0.14278291596671758</c:v>
                </c:pt>
                <c:pt idx="10779">
                  <c:v>0.14278309326926758</c:v>
                </c:pt>
                <c:pt idx="10780">
                  <c:v>0.14278917371909963</c:v>
                </c:pt>
                <c:pt idx="10781">
                  <c:v>0.14281192829739975</c:v>
                </c:pt>
                <c:pt idx="10782">
                  <c:v>0.142823824988942</c:v>
                </c:pt>
                <c:pt idx="10783">
                  <c:v>0.14283016580452396</c:v>
                </c:pt>
                <c:pt idx="10784">
                  <c:v>0.14283346557147836</c:v>
                </c:pt>
                <c:pt idx="10785">
                  <c:v>0.14283637521971718</c:v>
                </c:pt>
                <c:pt idx="10786">
                  <c:v>0.1428579472264935</c:v>
                </c:pt>
                <c:pt idx="10787">
                  <c:v>0.142892627020382</c:v>
                </c:pt>
                <c:pt idx="10788">
                  <c:v>0.14290521977582976</c:v>
                </c:pt>
                <c:pt idx="10789">
                  <c:v>0.14292474936337715</c:v>
                </c:pt>
                <c:pt idx="10790">
                  <c:v>0.14293757548458205</c:v>
                </c:pt>
                <c:pt idx="10791">
                  <c:v>0.14294539580129875</c:v>
                </c:pt>
                <c:pt idx="10792">
                  <c:v>0.14294850982565999</c:v>
                </c:pt>
                <c:pt idx="10793">
                  <c:v>0.14296335527959636</c:v>
                </c:pt>
                <c:pt idx="10794">
                  <c:v>0.14296429308458466</c:v>
                </c:pt>
                <c:pt idx="10795">
                  <c:v>0.14297035095322949</c:v>
                </c:pt>
                <c:pt idx="10796">
                  <c:v>0.14297787409208818</c:v>
                </c:pt>
                <c:pt idx="10797">
                  <c:v>0.14299371051207693</c:v>
                </c:pt>
                <c:pt idx="10798">
                  <c:v>0.14300323230823936</c:v>
                </c:pt>
                <c:pt idx="10799">
                  <c:v>0.14300520719510229</c:v>
                </c:pt>
                <c:pt idx="10800">
                  <c:v>0.14303359553865835</c:v>
                </c:pt>
                <c:pt idx="10801">
                  <c:v>0.1430436189825775</c:v>
                </c:pt>
                <c:pt idx="10802">
                  <c:v>0.14304626785440891</c:v>
                </c:pt>
                <c:pt idx="10803">
                  <c:v>0.14305196215329727</c:v>
                </c:pt>
                <c:pt idx="10804">
                  <c:v>0.14305628784713723</c:v>
                </c:pt>
                <c:pt idx="10805">
                  <c:v>0.14305973126427052</c:v>
                </c:pt>
                <c:pt idx="10806">
                  <c:v>0.14306038779160909</c:v>
                </c:pt>
                <c:pt idx="10807">
                  <c:v>0.1430690106796027</c:v>
                </c:pt>
                <c:pt idx="10808">
                  <c:v>0.14307386355474838</c:v>
                </c:pt>
                <c:pt idx="10809">
                  <c:v>0.14309097118340813</c:v>
                </c:pt>
                <c:pt idx="10810">
                  <c:v>0.14309180461033535</c:v>
                </c:pt>
                <c:pt idx="10811">
                  <c:v>0.14311586351243169</c:v>
                </c:pt>
                <c:pt idx="10812">
                  <c:v>0.14311847139335587</c:v>
                </c:pt>
                <c:pt idx="10813">
                  <c:v>0.14314333831346146</c:v>
                </c:pt>
                <c:pt idx="10814">
                  <c:v>0.14317259435077065</c:v>
                </c:pt>
                <c:pt idx="10815">
                  <c:v>0.14323871726176562</c:v>
                </c:pt>
                <c:pt idx="10816">
                  <c:v>0.14324342951771671</c:v>
                </c:pt>
                <c:pt idx="10817">
                  <c:v>0.14325750746172991</c:v>
                </c:pt>
                <c:pt idx="10818">
                  <c:v>0.14326565942246733</c:v>
                </c:pt>
                <c:pt idx="10819">
                  <c:v>0.14331556075856755</c:v>
                </c:pt>
                <c:pt idx="10820">
                  <c:v>0.14335689631166812</c:v>
                </c:pt>
                <c:pt idx="10821">
                  <c:v>0.14336769774361025</c:v>
                </c:pt>
                <c:pt idx="10822">
                  <c:v>0.14337599483503374</c:v>
                </c:pt>
                <c:pt idx="10823">
                  <c:v>0.1433904200550187</c:v>
                </c:pt>
                <c:pt idx="10824">
                  <c:v>0.14339386113836133</c:v>
                </c:pt>
                <c:pt idx="10825">
                  <c:v>0.14341297039074449</c:v>
                </c:pt>
                <c:pt idx="10826">
                  <c:v>0.14341652184335829</c:v>
                </c:pt>
                <c:pt idx="10827">
                  <c:v>0.14342163623091417</c:v>
                </c:pt>
                <c:pt idx="10828">
                  <c:v>0.14342802267768964</c:v>
                </c:pt>
                <c:pt idx="10829">
                  <c:v>0.14342839135901742</c:v>
                </c:pt>
                <c:pt idx="10830">
                  <c:v>0.1434630981285249</c:v>
                </c:pt>
                <c:pt idx="10831">
                  <c:v>0.14346449239467679</c:v>
                </c:pt>
                <c:pt idx="10832">
                  <c:v>0.14346617713005944</c:v>
                </c:pt>
                <c:pt idx="10833">
                  <c:v>0.14350494208280168</c:v>
                </c:pt>
                <c:pt idx="10834">
                  <c:v>0.14350663362013333</c:v>
                </c:pt>
                <c:pt idx="10835">
                  <c:v>0.14350936653806032</c:v>
                </c:pt>
                <c:pt idx="10836">
                  <c:v>0.14351698786721934</c:v>
                </c:pt>
                <c:pt idx="10837">
                  <c:v>0.14351775957954863</c:v>
                </c:pt>
                <c:pt idx="10838">
                  <c:v>0.14352027185600616</c:v>
                </c:pt>
                <c:pt idx="10839">
                  <c:v>0.14353922434563418</c:v>
                </c:pt>
                <c:pt idx="10840">
                  <c:v>0.1435523365997261</c:v>
                </c:pt>
                <c:pt idx="10841">
                  <c:v>0.14355957416684728</c:v>
                </c:pt>
                <c:pt idx="10842">
                  <c:v>0.14356864058287877</c:v>
                </c:pt>
                <c:pt idx="10843">
                  <c:v>0.14358340743159889</c:v>
                </c:pt>
                <c:pt idx="10844">
                  <c:v>0.1435959440017181</c:v>
                </c:pt>
                <c:pt idx="10845">
                  <c:v>0.14360900503891297</c:v>
                </c:pt>
                <c:pt idx="10846">
                  <c:v>0.14361922005034991</c:v>
                </c:pt>
                <c:pt idx="10847">
                  <c:v>0.14362300957180957</c:v>
                </c:pt>
                <c:pt idx="10848">
                  <c:v>0.14362311822090648</c:v>
                </c:pt>
                <c:pt idx="10849">
                  <c:v>0.14362801977125186</c:v>
                </c:pt>
                <c:pt idx="10850">
                  <c:v>0.14365288040845856</c:v>
                </c:pt>
                <c:pt idx="10851">
                  <c:v>0.14368933275437529</c:v>
                </c:pt>
                <c:pt idx="10852">
                  <c:v>0.14369353877464947</c:v>
                </c:pt>
                <c:pt idx="10853">
                  <c:v>0.14369437787081937</c:v>
                </c:pt>
                <c:pt idx="10854">
                  <c:v>0.1437009694117681</c:v>
                </c:pt>
                <c:pt idx="10855">
                  <c:v>0.14370410428726099</c:v>
                </c:pt>
                <c:pt idx="10856">
                  <c:v>0.14371056776648153</c:v>
                </c:pt>
                <c:pt idx="10857">
                  <c:v>0.14371450500182262</c:v>
                </c:pt>
                <c:pt idx="10858">
                  <c:v>0.14372465307560939</c:v>
                </c:pt>
                <c:pt idx="10859">
                  <c:v>0.14374051078813246</c:v>
                </c:pt>
                <c:pt idx="10860">
                  <c:v>0.14375081807001625</c:v>
                </c:pt>
                <c:pt idx="10861">
                  <c:v>0.14376822050773311</c:v>
                </c:pt>
                <c:pt idx="10862">
                  <c:v>0.1437710993931049</c:v>
                </c:pt>
                <c:pt idx="10863">
                  <c:v>0.14377443973758378</c:v>
                </c:pt>
                <c:pt idx="10864">
                  <c:v>0.14379798093433718</c:v>
                </c:pt>
                <c:pt idx="10865">
                  <c:v>0.14381645153062414</c:v>
                </c:pt>
                <c:pt idx="10866">
                  <c:v>0.14381821603167969</c:v>
                </c:pt>
                <c:pt idx="10867">
                  <c:v>0.14383295907670393</c:v>
                </c:pt>
                <c:pt idx="10868">
                  <c:v>0.14384139603860441</c:v>
                </c:pt>
                <c:pt idx="10869">
                  <c:v>0.14385443559815</c:v>
                </c:pt>
                <c:pt idx="10870">
                  <c:v>0.14387168492786587</c:v>
                </c:pt>
                <c:pt idx="10871">
                  <c:v>0.14388523052760718</c:v>
                </c:pt>
                <c:pt idx="10872">
                  <c:v>0.14388645488043761</c:v>
                </c:pt>
                <c:pt idx="10873">
                  <c:v>0.14388987306432921</c:v>
                </c:pt>
                <c:pt idx="10874">
                  <c:v>0.14389445495031319</c:v>
                </c:pt>
                <c:pt idx="10875">
                  <c:v>0.14389824300391771</c:v>
                </c:pt>
                <c:pt idx="10876">
                  <c:v>0.14390552951907093</c:v>
                </c:pt>
                <c:pt idx="10877">
                  <c:v>0.14390761877618877</c:v>
                </c:pt>
                <c:pt idx="10878">
                  <c:v>0.14393000433389899</c:v>
                </c:pt>
                <c:pt idx="10879">
                  <c:v>0.14393421203955017</c:v>
                </c:pt>
                <c:pt idx="10880">
                  <c:v>0.14393520367731716</c:v>
                </c:pt>
                <c:pt idx="10881">
                  <c:v>0.14393873561976045</c:v>
                </c:pt>
                <c:pt idx="10882">
                  <c:v>0.14394709872655084</c:v>
                </c:pt>
                <c:pt idx="10883">
                  <c:v>0.14396229708556882</c:v>
                </c:pt>
                <c:pt idx="10884">
                  <c:v>0.14396673820797484</c:v>
                </c:pt>
                <c:pt idx="10885">
                  <c:v>0.14396807607018783</c:v>
                </c:pt>
                <c:pt idx="10886">
                  <c:v>0.14397440538293488</c:v>
                </c:pt>
                <c:pt idx="10887">
                  <c:v>0.14398842617560006</c:v>
                </c:pt>
                <c:pt idx="10888">
                  <c:v>0.14399226668821499</c:v>
                </c:pt>
                <c:pt idx="10889">
                  <c:v>0.14400034007703011</c:v>
                </c:pt>
                <c:pt idx="10890">
                  <c:v>0.14402996336888446</c:v>
                </c:pt>
                <c:pt idx="10891">
                  <c:v>0.14404377107750524</c:v>
                </c:pt>
                <c:pt idx="10892">
                  <c:v>0.144053672370411</c:v>
                </c:pt>
                <c:pt idx="10893">
                  <c:v>0.14405655495244868</c:v>
                </c:pt>
                <c:pt idx="10894">
                  <c:v>0.14406233431398779</c:v>
                </c:pt>
                <c:pt idx="10895">
                  <c:v>0.14407710938608914</c:v>
                </c:pt>
                <c:pt idx="10896">
                  <c:v>0.14408703363694497</c:v>
                </c:pt>
                <c:pt idx="10897">
                  <c:v>0.14408824792897984</c:v>
                </c:pt>
                <c:pt idx="10898">
                  <c:v>0.14409462739694565</c:v>
                </c:pt>
                <c:pt idx="10899">
                  <c:v>0.14409589400471279</c:v>
                </c:pt>
                <c:pt idx="10900">
                  <c:v>0.1440964039365841</c:v>
                </c:pt>
                <c:pt idx="10901">
                  <c:v>0.14409880433542746</c:v>
                </c:pt>
                <c:pt idx="10902">
                  <c:v>0.14410364182815913</c:v>
                </c:pt>
                <c:pt idx="10903">
                  <c:v>0.14410432939028323</c:v>
                </c:pt>
                <c:pt idx="10904">
                  <c:v>0.14411334578654023</c:v>
                </c:pt>
                <c:pt idx="10905">
                  <c:v>0.14411577229416184</c:v>
                </c:pt>
                <c:pt idx="10906">
                  <c:v>0.14411863441013267</c:v>
                </c:pt>
                <c:pt idx="10907">
                  <c:v>0.14412681270938268</c:v>
                </c:pt>
                <c:pt idx="10908">
                  <c:v>0.14413158028990794</c:v>
                </c:pt>
                <c:pt idx="10909">
                  <c:v>0.14413184961494818</c:v>
                </c:pt>
                <c:pt idx="10910">
                  <c:v>0.14414836968576669</c:v>
                </c:pt>
                <c:pt idx="10911">
                  <c:v>0.1441566499993869</c:v>
                </c:pt>
                <c:pt idx="10912">
                  <c:v>0.14416012122227054</c:v>
                </c:pt>
                <c:pt idx="10913">
                  <c:v>0.14416103102575886</c:v>
                </c:pt>
                <c:pt idx="10914">
                  <c:v>0.14416189400021479</c:v>
                </c:pt>
                <c:pt idx="10915">
                  <c:v>0.14417257803944564</c:v>
                </c:pt>
                <c:pt idx="10916">
                  <c:v>0.14418349948643652</c:v>
                </c:pt>
                <c:pt idx="10917">
                  <c:v>0.14420563721487978</c:v>
                </c:pt>
                <c:pt idx="10918">
                  <c:v>0.1442190390819815</c:v>
                </c:pt>
                <c:pt idx="10919">
                  <c:v>0.14423497303078539</c:v>
                </c:pt>
                <c:pt idx="10920">
                  <c:v>0.14424283261119258</c:v>
                </c:pt>
                <c:pt idx="10921">
                  <c:v>0.14426251478289268</c:v>
                </c:pt>
                <c:pt idx="10922">
                  <c:v>0.14426465819478507</c:v>
                </c:pt>
                <c:pt idx="10923">
                  <c:v>0.14426521765696662</c:v>
                </c:pt>
                <c:pt idx="10924">
                  <c:v>0.14426563133117951</c:v>
                </c:pt>
                <c:pt idx="10925">
                  <c:v>0.14427032916401691</c:v>
                </c:pt>
                <c:pt idx="10926">
                  <c:v>0.14427395622208616</c:v>
                </c:pt>
                <c:pt idx="10927">
                  <c:v>0.144276803896356</c:v>
                </c:pt>
                <c:pt idx="10928">
                  <c:v>0.14428463793279941</c:v>
                </c:pt>
                <c:pt idx="10929">
                  <c:v>0.14429408232758353</c:v>
                </c:pt>
                <c:pt idx="10930">
                  <c:v>0.14430008855960644</c:v>
                </c:pt>
                <c:pt idx="10931">
                  <c:v>0.1443036179593731</c:v>
                </c:pt>
                <c:pt idx="10932">
                  <c:v>0.14430957242674824</c:v>
                </c:pt>
                <c:pt idx="10933">
                  <c:v>0.14434355381978242</c:v>
                </c:pt>
                <c:pt idx="10934">
                  <c:v>0.14434600717448753</c:v>
                </c:pt>
                <c:pt idx="10935">
                  <c:v>0.14435013969504401</c:v>
                </c:pt>
                <c:pt idx="10936">
                  <c:v>0.14435759616039473</c:v>
                </c:pt>
                <c:pt idx="10937">
                  <c:v>0.14436072309213502</c:v>
                </c:pt>
                <c:pt idx="10938">
                  <c:v>0.14436874181487278</c:v>
                </c:pt>
                <c:pt idx="10939">
                  <c:v>0.14437602126537288</c:v>
                </c:pt>
                <c:pt idx="10940">
                  <c:v>0.14438693963916208</c:v>
                </c:pt>
                <c:pt idx="10941">
                  <c:v>0.14439249928868095</c:v>
                </c:pt>
                <c:pt idx="10942">
                  <c:v>0.1443933787917247</c:v>
                </c:pt>
                <c:pt idx="10943">
                  <c:v>0.14440162513050933</c:v>
                </c:pt>
                <c:pt idx="10944">
                  <c:v>0.14441106205148346</c:v>
                </c:pt>
                <c:pt idx="10945">
                  <c:v>0.14441948148516337</c:v>
                </c:pt>
                <c:pt idx="10946">
                  <c:v>0.14442704869149514</c:v>
                </c:pt>
                <c:pt idx="10947">
                  <c:v>0.1444334896054478</c:v>
                </c:pt>
                <c:pt idx="10948">
                  <c:v>0.14443413119583409</c:v>
                </c:pt>
                <c:pt idx="10949">
                  <c:v>0.14445560310961542</c:v>
                </c:pt>
                <c:pt idx="10950">
                  <c:v>0.1444583076471854</c:v>
                </c:pt>
                <c:pt idx="10951">
                  <c:v>0.1444712365027889</c:v>
                </c:pt>
                <c:pt idx="10952">
                  <c:v>0.14447932861632468</c:v>
                </c:pt>
                <c:pt idx="10953">
                  <c:v>0.14448395885223533</c:v>
                </c:pt>
                <c:pt idx="10954">
                  <c:v>0.14448717413441228</c:v>
                </c:pt>
                <c:pt idx="10955">
                  <c:v>0.14450683057697367</c:v>
                </c:pt>
                <c:pt idx="10956">
                  <c:v>0.1445220477691547</c:v>
                </c:pt>
                <c:pt idx="10957">
                  <c:v>0.14452204923112336</c:v>
                </c:pt>
                <c:pt idx="10958">
                  <c:v>0.14452430983365736</c:v>
                </c:pt>
                <c:pt idx="10959">
                  <c:v>0.14453357816963758</c:v>
                </c:pt>
                <c:pt idx="10960">
                  <c:v>0.14458544576655374</c:v>
                </c:pt>
                <c:pt idx="10961">
                  <c:v>0.14459418569915405</c:v>
                </c:pt>
                <c:pt idx="10962">
                  <c:v>0.14461175025049799</c:v>
                </c:pt>
                <c:pt idx="10963">
                  <c:v>0.1446118817696157</c:v>
                </c:pt>
                <c:pt idx="10964">
                  <c:v>0.14462474662831054</c:v>
                </c:pt>
                <c:pt idx="10965">
                  <c:v>0.14462814628544884</c:v>
                </c:pt>
                <c:pt idx="10966">
                  <c:v>0.14462832904071393</c:v>
                </c:pt>
                <c:pt idx="10967">
                  <c:v>0.14462860816762815</c:v>
                </c:pt>
                <c:pt idx="10968">
                  <c:v>0.1446296678854917</c:v>
                </c:pt>
                <c:pt idx="10969">
                  <c:v>0.14463207500318809</c:v>
                </c:pt>
                <c:pt idx="10970">
                  <c:v>0.14465013044201755</c:v>
                </c:pt>
                <c:pt idx="10971">
                  <c:v>0.14465108211167238</c:v>
                </c:pt>
                <c:pt idx="10972">
                  <c:v>0.14466422031429962</c:v>
                </c:pt>
                <c:pt idx="10973">
                  <c:v>0.14468254341646342</c:v>
                </c:pt>
                <c:pt idx="10974">
                  <c:v>0.14468344422221138</c:v>
                </c:pt>
                <c:pt idx="10975">
                  <c:v>0.1446921269620414</c:v>
                </c:pt>
                <c:pt idx="10976">
                  <c:v>0.14469618085448838</c:v>
                </c:pt>
                <c:pt idx="10977">
                  <c:v>0.14469993090894276</c:v>
                </c:pt>
                <c:pt idx="10978">
                  <c:v>0.14471250160416918</c:v>
                </c:pt>
                <c:pt idx="10979">
                  <c:v>0.14471741055396964</c:v>
                </c:pt>
                <c:pt idx="10980">
                  <c:v>0.14474325113014802</c:v>
                </c:pt>
                <c:pt idx="10981">
                  <c:v>0.14474835180785459</c:v>
                </c:pt>
                <c:pt idx="10982">
                  <c:v>0.14475375607049012</c:v>
                </c:pt>
                <c:pt idx="10983">
                  <c:v>0.14475435370750525</c:v>
                </c:pt>
                <c:pt idx="10984">
                  <c:v>0.14475503048289795</c:v>
                </c:pt>
                <c:pt idx="10985">
                  <c:v>0.14476350119910208</c:v>
                </c:pt>
                <c:pt idx="10986">
                  <c:v>0.14482392281437262</c:v>
                </c:pt>
                <c:pt idx="10987">
                  <c:v>0.14482625321194686</c:v>
                </c:pt>
                <c:pt idx="10988">
                  <c:v>0.14483084172305344</c:v>
                </c:pt>
                <c:pt idx="10989">
                  <c:v>0.14483157674999131</c:v>
                </c:pt>
                <c:pt idx="10990">
                  <c:v>0.14485121689868086</c:v>
                </c:pt>
                <c:pt idx="10991">
                  <c:v>0.14485766719467158</c:v>
                </c:pt>
                <c:pt idx="10992">
                  <c:v>0.14490156689193612</c:v>
                </c:pt>
                <c:pt idx="10993">
                  <c:v>0.14490886411753484</c:v>
                </c:pt>
                <c:pt idx="10994">
                  <c:v>0.14491044130115557</c:v>
                </c:pt>
                <c:pt idx="10995">
                  <c:v>0.14491133896084749</c:v>
                </c:pt>
                <c:pt idx="10996">
                  <c:v>0.14493473889132855</c:v>
                </c:pt>
                <c:pt idx="10997">
                  <c:v>0.14494640430095634</c:v>
                </c:pt>
                <c:pt idx="10998">
                  <c:v>0.14495388365272205</c:v>
                </c:pt>
                <c:pt idx="10999">
                  <c:v>0.14495559661758312</c:v>
                </c:pt>
                <c:pt idx="11000">
                  <c:v>0.14497193042329623</c:v>
                </c:pt>
                <c:pt idx="11001">
                  <c:v>0.14497486091720849</c:v>
                </c:pt>
                <c:pt idx="11002">
                  <c:v>0.14498327178295273</c:v>
                </c:pt>
                <c:pt idx="11003">
                  <c:v>0.14499797388666943</c:v>
                </c:pt>
                <c:pt idx="11004">
                  <c:v>0.14500163819323145</c:v>
                </c:pt>
                <c:pt idx="11005">
                  <c:v>0.14504119601011159</c:v>
                </c:pt>
                <c:pt idx="11006">
                  <c:v>0.1450588316534096</c:v>
                </c:pt>
                <c:pt idx="11007">
                  <c:v>0.14506266801108611</c:v>
                </c:pt>
                <c:pt idx="11008">
                  <c:v>0.14506328295111048</c:v>
                </c:pt>
                <c:pt idx="11009">
                  <c:v>0.14506713934700485</c:v>
                </c:pt>
                <c:pt idx="11010">
                  <c:v>0.14507582994342144</c:v>
                </c:pt>
                <c:pt idx="11011">
                  <c:v>0.14507961744726022</c:v>
                </c:pt>
                <c:pt idx="11012">
                  <c:v>0.14508105355526904</c:v>
                </c:pt>
                <c:pt idx="11013">
                  <c:v>0.14508474032708807</c:v>
                </c:pt>
                <c:pt idx="11014">
                  <c:v>0.14508963017962029</c:v>
                </c:pt>
                <c:pt idx="11015">
                  <c:v>0.14509165906079699</c:v>
                </c:pt>
                <c:pt idx="11016">
                  <c:v>0.14509811842266804</c:v>
                </c:pt>
                <c:pt idx="11017">
                  <c:v>0.14510583315068387</c:v>
                </c:pt>
                <c:pt idx="11018">
                  <c:v>0.14511073382284123</c:v>
                </c:pt>
                <c:pt idx="11019">
                  <c:v>0.14511609530577657</c:v>
                </c:pt>
                <c:pt idx="11020">
                  <c:v>0.14511657960332486</c:v>
                </c:pt>
                <c:pt idx="11021">
                  <c:v>0.14513865084199548</c:v>
                </c:pt>
                <c:pt idx="11022">
                  <c:v>0.14520085638183741</c:v>
                </c:pt>
                <c:pt idx="11023">
                  <c:v>0.14521427114279287</c:v>
                </c:pt>
                <c:pt idx="11024">
                  <c:v>0.14521957241729247</c:v>
                </c:pt>
                <c:pt idx="11025">
                  <c:v>0.14523135622920061</c:v>
                </c:pt>
                <c:pt idx="11026">
                  <c:v>0.14523555583331985</c:v>
                </c:pt>
                <c:pt idx="11027">
                  <c:v>0.14524130167576263</c:v>
                </c:pt>
                <c:pt idx="11028">
                  <c:v>0.14525621377580733</c:v>
                </c:pt>
                <c:pt idx="11029">
                  <c:v>0.14528748136224212</c:v>
                </c:pt>
                <c:pt idx="11030">
                  <c:v>0.14528813195795182</c:v>
                </c:pt>
                <c:pt idx="11031">
                  <c:v>0.1452896160981936</c:v>
                </c:pt>
                <c:pt idx="11032">
                  <c:v>0.14531044879404681</c:v>
                </c:pt>
                <c:pt idx="11033">
                  <c:v>0.14531539690655412</c:v>
                </c:pt>
                <c:pt idx="11034">
                  <c:v>0.14532018452428305</c:v>
                </c:pt>
                <c:pt idx="11035">
                  <c:v>0.14532589470286478</c:v>
                </c:pt>
                <c:pt idx="11036">
                  <c:v>0.14532706910524815</c:v>
                </c:pt>
                <c:pt idx="11037">
                  <c:v>0.14532706922754798</c:v>
                </c:pt>
                <c:pt idx="11038">
                  <c:v>0.14532824423388727</c:v>
                </c:pt>
                <c:pt idx="11039">
                  <c:v>0.14534930316959338</c:v>
                </c:pt>
                <c:pt idx="11040">
                  <c:v>0.14536382235632758</c:v>
                </c:pt>
                <c:pt idx="11041">
                  <c:v>0.1453643414757379</c:v>
                </c:pt>
                <c:pt idx="11042">
                  <c:v>0.14536665957298267</c:v>
                </c:pt>
                <c:pt idx="11043">
                  <c:v>0.14537834773052086</c:v>
                </c:pt>
                <c:pt idx="11044">
                  <c:v>0.14538331427465875</c:v>
                </c:pt>
                <c:pt idx="11045">
                  <c:v>0.14543595600376566</c:v>
                </c:pt>
                <c:pt idx="11046">
                  <c:v>0.14543679402869719</c:v>
                </c:pt>
                <c:pt idx="11047">
                  <c:v>0.14544655274111123</c:v>
                </c:pt>
                <c:pt idx="11048">
                  <c:v>0.14545755276371822</c:v>
                </c:pt>
                <c:pt idx="11049">
                  <c:v>0.1454610673487097</c:v>
                </c:pt>
                <c:pt idx="11050">
                  <c:v>0.14548351531024811</c:v>
                </c:pt>
                <c:pt idx="11051">
                  <c:v>0.1454900164134412</c:v>
                </c:pt>
                <c:pt idx="11052">
                  <c:v>0.14554216512394083</c:v>
                </c:pt>
                <c:pt idx="11053">
                  <c:v>0.14554584534943737</c:v>
                </c:pt>
                <c:pt idx="11054">
                  <c:v>0.14554918822062682</c:v>
                </c:pt>
                <c:pt idx="11055">
                  <c:v>0.14556280135976254</c:v>
                </c:pt>
                <c:pt idx="11056">
                  <c:v>0.14558325776686876</c:v>
                </c:pt>
                <c:pt idx="11057">
                  <c:v>0.14559485769367284</c:v>
                </c:pt>
                <c:pt idx="11058">
                  <c:v>0.14559897906714028</c:v>
                </c:pt>
                <c:pt idx="11059">
                  <c:v>0.14560141194899545</c:v>
                </c:pt>
                <c:pt idx="11060">
                  <c:v>0.14560191671184669</c:v>
                </c:pt>
                <c:pt idx="11061">
                  <c:v>0.14562464551961138</c:v>
                </c:pt>
                <c:pt idx="11062">
                  <c:v>0.14565218568151531</c:v>
                </c:pt>
                <c:pt idx="11063">
                  <c:v>0.14565470482241577</c:v>
                </c:pt>
                <c:pt idx="11064">
                  <c:v>0.14567367080758012</c:v>
                </c:pt>
                <c:pt idx="11065">
                  <c:v>0.14567802178493328</c:v>
                </c:pt>
                <c:pt idx="11066">
                  <c:v>0.14568398120714821</c:v>
                </c:pt>
                <c:pt idx="11067">
                  <c:v>0.14568640549266115</c:v>
                </c:pt>
                <c:pt idx="11068">
                  <c:v>0.14570130241990698</c:v>
                </c:pt>
                <c:pt idx="11069">
                  <c:v>0.14571871002220158</c:v>
                </c:pt>
                <c:pt idx="11070">
                  <c:v>0.14572569861864071</c:v>
                </c:pt>
                <c:pt idx="11071">
                  <c:v>0.14572575699081389</c:v>
                </c:pt>
                <c:pt idx="11072">
                  <c:v>0.14573430826795508</c:v>
                </c:pt>
                <c:pt idx="11073">
                  <c:v>0.14574559452095556</c:v>
                </c:pt>
                <c:pt idx="11074">
                  <c:v>0.14575345349494412</c:v>
                </c:pt>
                <c:pt idx="11075">
                  <c:v>0.14575840190880049</c:v>
                </c:pt>
                <c:pt idx="11076">
                  <c:v>0.14575880489968296</c:v>
                </c:pt>
                <c:pt idx="11077">
                  <c:v>0.14576591306683453</c:v>
                </c:pt>
                <c:pt idx="11078">
                  <c:v>0.1457841437304794</c:v>
                </c:pt>
                <c:pt idx="11079">
                  <c:v>0.14579742942733789</c:v>
                </c:pt>
                <c:pt idx="11080">
                  <c:v>0.14580813726435773</c:v>
                </c:pt>
                <c:pt idx="11081">
                  <c:v>0.14582310367923293</c:v>
                </c:pt>
                <c:pt idx="11082">
                  <c:v>0.14582740774995698</c:v>
                </c:pt>
                <c:pt idx="11083">
                  <c:v>0.14583335423005356</c:v>
                </c:pt>
                <c:pt idx="11084">
                  <c:v>0.14584892589777287</c:v>
                </c:pt>
                <c:pt idx="11085">
                  <c:v>0.14586776404523968</c:v>
                </c:pt>
                <c:pt idx="11086">
                  <c:v>0.14588303015137161</c:v>
                </c:pt>
                <c:pt idx="11087">
                  <c:v>0.14588995403373881</c:v>
                </c:pt>
                <c:pt idx="11088">
                  <c:v>0.14589928882036837</c:v>
                </c:pt>
                <c:pt idx="11089">
                  <c:v>0.14590041143839691</c:v>
                </c:pt>
                <c:pt idx="11090">
                  <c:v>0.14590311523239247</c:v>
                </c:pt>
                <c:pt idx="11091">
                  <c:v>0.14592639508603808</c:v>
                </c:pt>
                <c:pt idx="11092">
                  <c:v>0.1459287234271838</c:v>
                </c:pt>
                <c:pt idx="11093">
                  <c:v>0.14593802328476399</c:v>
                </c:pt>
                <c:pt idx="11094">
                  <c:v>0.14594535354047053</c:v>
                </c:pt>
                <c:pt idx="11095">
                  <c:v>0.14595223014428046</c:v>
                </c:pt>
                <c:pt idx="11096">
                  <c:v>0.14597008777680731</c:v>
                </c:pt>
                <c:pt idx="11097">
                  <c:v>0.14598492403282276</c:v>
                </c:pt>
                <c:pt idx="11098">
                  <c:v>0.14599351486165479</c:v>
                </c:pt>
                <c:pt idx="11099">
                  <c:v>0.14600111464662424</c:v>
                </c:pt>
                <c:pt idx="11100">
                  <c:v>0.14600751391925257</c:v>
                </c:pt>
                <c:pt idx="11101">
                  <c:v>0.14600790505002934</c:v>
                </c:pt>
                <c:pt idx="11102">
                  <c:v>0.1460148766322148</c:v>
                </c:pt>
                <c:pt idx="11103">
                  <c:v>0.14602522146026875</c:v>
                </c:pt>
                <c:pt idx="11104">
                  <c:v>0.14602947834121374</c:v>
                </c:pt>
                <c:pt idx="11105">
                  <c:v>0.14603342212772788</c:v>
                </c:pt>
                <c:pt idx="11106">
                  <c:v>0.14603682695592254</c:v>
                </c:pt>
                <c:pt idx="11107">
                  <c:v>0.14604839131642297</c:v>
                </c:pt>
                <c:pt idx="11108">
                  <c:v>0.14605377055568694</c:v>
                </c:pt>
                <c:pt idx="11109">
                  <c:v>0.14605551611290646</c:v>
                </c:pt>
                <c:pt idx="11110">
                  <c:v>0.14607862438198813</c:v>
                </c:pt>
                <c:pt idx="11111">
                  <c:v>0.14609871700641291</c:v>
                </c:pt>
                <c:pt idx="11112">
                  <c:v>0.14610812345008406</c:v>
                </c:pt>
                <c:pt idx="11113">
                  <c:v>0.14613633348274679</c:v>
                </c:pt>
                <c:pt idx="11114">
                  <c:v>0.14614622201437982</c:v>
                </c:pt>
                <c:pt idx="11115">
                  <c:v>0.14617035572296483</c:v>
                </c:pt>
                <c:pt idx="11116">
                  <c:v>0.14617278692984831</c:v>
                </c:pt>
                <c:pt idx="11117">
                  <c:v>0.14618993821598772</c:v>
                </c:pt>
                <c:pt idx="11118">
                  <c:v>0.14621142975456261</c:v>
                </c:pt>
                <c:pt idx="11119">
                  <c:v>0.1462396522408986</c:v>
                </c:pt>
                <c:pt idx="11120">
                  <c:v>0.14624475684939042</c:v>
                </c:pt>
                <c:pt idx="11121">
                  <c:v>0.14624870734102732</c:v>
                </c:pt>
                <c:pt idx="11122">
                  <c:v>0.14625886406946226</c:v>
                </c:pt>
                <c:pt idx="11123">
                  <c:v>0.14626266484203637</c:v>
                </c:pt>
                <c:pt idx="11124">
                  <c:v>0.14626753159090147</c:v>
                </c:pt>
                <c:pt idx="11125">
                  <c:v>0.14626909539966071</c:v>
                </c:pt>
                <c:pt idx="11126">
                  <c:v>0.1462793086260786</c:v>
                </c:pt>
                <c:pt idx="11127">
                  <c:v>0.14629295907430681</c:v>
                </c:pt>
                <c:pt idx="11128">
                  <c:v>0.14629822927355174</c:v>
                </c:pt>
                <c:pt idx="11129">
                  <c:v>0.14630449755428124</c:v>
                </c:pt>
                <c:pt idx="11130">
                  <c:v>0.14631186292352985</c:v>
                </c:pt>
                <c:pt idx="11131">
                  <c:v>0.14632041173007601</c:v>
                </c:pt>
                <c:pt idx="11132">
                  <c:v>0.14632061649748609</c:v>
                </c:pt>
                <c:pt idx="11133">
                  <c:v>0.14633900389942683</c:v>
                </c:pt>
                <c:pt idx="11134">
                  <c:v>0.1463489011553657</c:v>
                </c:pt>
                <c:pt idx="11135">
                  <c:v>0.14640197676056493</c:v>
                </c:pt>
                <c:pt idx="11136">
                  <c:v>0.14641708563613662</c:v>
                </c:pt>
                <c:pt idx="11137">
                  <c:v>0.1464212668583823</c:v>
                </c:pt>
                <c:pt idx="11138">
                  <c:v>0.14643666210196435</c:v>
                </c:pt>
                <c:pt idx="11139">
                  <c:v>0.14643980083323996</c:v>
                </c:pt>
                <c:pt idx="11140">
                  <c:v>0.14648905464681766</c:v>
                </c:pt>
                <c:pt idx="11141">
                  <c:v>0.14650002947272805</c:v>
                </c:pt>
                <c:pt idx="11142">
                  <c:v>0.14650523887545339</c:v>
                </c:pt>
                <c:pt idx="11143">
                  <c:v>0.14651629979564476</c:v>
                </c:pt>
                <c:pt idx="11144">
                  <c:v>0.14651863828673103</c:v>
                </c:pt>
                <c:pt idx="11145">
                  <c:v>0.14653921284736784</c:v>
                </c:pt>
                <c:pt idx="11146">
                  <c:v>0.14654085646052087</c:v>
                </c:pt>
                <c:pt idx="11147">
                  <c:v>0.14657352865504233</c:v>
                </c:pt>
                <c:pt idx="11148">
                  <c:v>0.14657541983010017</c:v>
                </c:pt>
                <c:pt idx="11149">
                  <c:v>0.14658497914813914</c:v>
                </c:pt>
                <c:pt idx="11150">
                  <c:v>0.14660444346825771</c:v>
                </c:pt>
                <c:pt idx="11151">
                  <c:v>0.14661832281462803</c:v>
                </c:pt>
                <c:pt idx="11152">
                  <c:v>0.14665106935692601</c:v>
                </c:pt>
                <c:pt idx="11153">
                  <c:v>0.14665887069519362</c:v>
                </c:pt>
                <c:pt idx="11154">
                  <c:v>0.14666853711532896</c:v>
                </c:pt>
                <c:pt idx="11155">
                  <c:v>0.14668740806881761</c:v>
                </c:pt>
                <c:pt idx="11156">
                  <c:v>0.14668881113088855</c:v>
                </c:pt>
                <c:pt idx="11157">
                  <c:v>0.14671315997282913</c:v>
                </c:pt>
                <c:pt idx="11158">
                  <c:v>0.14671538936758644</c:v>
                </c:pt>
                <c:pt idx="11159">
                  <c:v>0.1467181716857838</c:v>
                </c:pt>
                <c:pt idx="11160">
                  <c:v>0.14672802305244642</c:v>
                </c:pt>
                <c:pt idx="11161">
                  <c:v>0.14675232999634558</c:v>
                </c:pt>
                <c:pt idx="11162">
                  <c:v>0.14675374382260928</c:v>
                </c:pt>
                <c:pt idx="11163">
                  <c:v>0.14675901741222747</c:v>
                </c:pt>
                <c:pt idx="11164">
                  <c:v>0.14676504514389269</c:v>
                </c:pt>
                <c:pt idx="11165">
                  <c:v>0.14676768412780916</c:v>
                </c:pt>
                <c:pt idx="11166">
                  <c:v>0.14678583067300388</c:v>
                </c:pt>
                <c:pt idx="11167">
                  <c:v>0.14680137514557917</c:v>
                </c:pt>
                <c:pt idx="11168">
                  <c:v>0.14682386241656722</c:v>
                </c:pt>
                <c:pt idx="11169">
                  <c:v>0.14684929009488035</c:v>
                </c:pt>
                <c:pt idx="11170">
                  <c:v>0.14686169282898029</c:v>
                </c:pt>
                <c:pt idx="11171">
                  <c:v>0.14686543517432382</c:v>
                </c:pt>
                <c:pt idx="11172">
                  <c:v>0.1468793764989009</c:v>
                </c:pt>
                <c:pt idx="11173">
                  <c:v>0.14691560463843473</c:v>
                </c:pt>
                <c:pt idx="11174">
                  <c:v>0.14691631716020775</c:v>
                </c:pt>
                <c:pt idx="11175">
                  <c:v>0.14691895091894899</c:v>
                </c:pt>
                <c:pt idx="11176">
                  <c:v>0.14692265178479108</c:v>
                </c:pt>
                <c:pt idx="11177">
                  <c:v>0.14692402228806692</c:v>
                </c:pt>
                <c:pt idx="11178">
                  <c:v>0.14694406344957303</c:v>
                </c:pt>
                <c:pt idx="11179">
                  <c:v>0.14694829419549241</c:v>
                </c:pt>
                <c:pt idx="11180">
                  <c:v>0.14696459291006947</c:v>
                </c:pt>
                <c:pt idx="11181">
                  <c:v>0.14697286308144117</c:v>
                </c:pt>
                <c:pt idx="11182">
                  <c:v>0.14698890936732001</c:v>
                </c:pt>
                <c:pt idx="11183">
                  <c:v>0.14699083534020124</c:v>
                </c:pt>
                <c:pt idx="11184">
                  <c:v>0.14699568390152495</c:v>
                </c:pt>
                <c:pt idx="11185">
                  <c:v>0.14701399098136436</c:v>
                </c:pt>
                <c:pt idx="11186">
                  <c:v>0.1470160101092465</c:v>
                </c:pt>
                <c:pt idx="11187">
                  <c:v>0.1470168090768629</c:v>
                </c:pt>
                <c:pt idx="11188">
                  <c:v>0.14701734513916917</c:v>
                </c:pt>
                <c:pt idx="11189">
                  <c:v>0.14702828976445914</c:v>
                </c:pt>
                <c:pt idx="11190">
                  <c:v>0.14702943840836766</c:v>
                </c:pt>
                <c:pt idx="11191">
                  <c:v>0.14703066831273687</c:v>
                </c:pt>
                <c:pt idx="11192">
                  <c:v>0.14704354584973245</c:v>
                </c:pt>
                <c:pt idx="11193">
                  <c:v>0.1470454241173208</c:v>
                </c:pt>
                <c:pt idx="11194">
                  <c:v>0.14705092501049696</c:v>
                </c:pt>
                <c:pt idx="11195">
                  <c:v>0.14706283882440355</c:v>
                </c:pt>
                <c:pt idx="11196">
                  <c:v>0.14706352458035354</c:v>
                </c:pt>
                <c:pt idx="11197">
                  <c:v>0.14707445180653844</c:v>
                </c:pt>
                <c:pt idx="11198">
                  <c:v>0.14708237120993162</c:v>
                </c:pt>
                <c:pt idx="11199">
                  <c:v>0.14708668632225025</c:v>
                </c:pt>
                <c:pt idx="11200">
                  <c:v>0.14709967489929868</c:v>
                </c:pt>
                <c:pt idx="11201">
                  <c:v>0.14713509783470086</c:v>
                </c:pt>
                <c:pt idx="11202">
                  <c:v>0.14718417128341257</c:v>
                </c:pt>
                <c:pt idx="11203">
                  <c:v>0.14719338448587796</c:v>
                </c:pt>
                <c:pt idx="11204">
                  <c:v>0.1471938204912315</c:v>
                </c:pt>
                <c:pt idx="11205">
                  <c:v>0.14719502094625359</c:v>
                </c:pt>
                <c:pt idx="11206">
                  <c:v>0.14719885867784799</c:v>
                </c:pt>
                <c:pt idx="11207">
                  <c:v>0.14720645321880441</c:v>
                </c:pt>
                <c:pt idx="11208">
                  <c:v>0.14721723050332877</c:v>
                </c:pt>
                <c:pt idx="11209">
                  <c:v>0.1472463799133534</c:v>
                </c:pt>
                <c:pt idx="11210">
                  <c:v>0.14726892155088062</c:v>
                </c:pt>
                <c:pt idx="11211">
                  <c:v>0.14730100181961212</c:v>
                </c:pt>
                <c:pt idx="11212">
                  <c:v>0.14731614481610655</c:v>
                </c:pt>
                <c:pt idx="11213">
                  <c:v>0.14732684560369352</c:v>
                </c:pt>
                <c:pt idx="11214">
                  <c:v>0.14735553080811356</c:v>
                </c:pt>
                <c:pt idx="11215">
                  <c:v>0.14738350936641675</c:v>
                </c:pt>
                <c:pt idx="11216">
                  <c:v>0.14739198903683498</c:v>
                </c:pt>
                <c:pt idx="11217">
                  <c:v>0.14739507443433558</c:v>
                </c:pt>
                <c:pt idx="11218">
                  <c:v>0.14741092652876125</c:v>
                </c:pt>
                <c:pt idx="11219">
                  <c:v>0.14744528410299151</c:v>
                </c:pt>
                <c:pt idx="11220">
                  <c:v>0.14745426374141463</c:v>
                </c:pt>
                <c:pt idx="11221">
                  <c:v>0.14747567876305362</c:v>
                </c:pt>
                <c:pt idx="11222">
                  <c:v>0.14748165786374332</c:v>
                </c:pt>
                <c:pt idx="11223">
                  <c:v>0.14748852766602272</c:v>
                </c:pt>
                <c:pt idx="11224">
                  <c:v>0.14749083660638992</c:v>
                </c:pt>
                <c:pt idx="11225">
                  <c:v>0.14749843246370981</c:v>
                </c:pt>
                <c:pt idx="11226">
                  <c:v>0.14750194348300036</c:v>
                </c:pt>
                <c:pt idx="11227">
                  <c:v>0.14751270444607043</c:v>
                </c:pt>
                <c:pt idx="11228">
                  <c:v>0.14754098170736035</c:v>
                </c:pt>
                <c:pt idx="11229">
                  <c:v>0.14754424697981233</c:v>
                </c:pt>
                <c:pt idx="11230">
                  <c:v>0.14754637755073827</c:v>
                </c:pt>
                <c:pt idx="11231">
                  <c:v>0.14755760363034884</c:v>
                </c:pt>
                <c:pt idx="11232">
                  <c:v>0.14756176647159011</c:v>
                </c:pt>
                <c:pt idx="11233">
                  <c:v>0.14756891508527889</c:v>
                </c:pt>
                <c:pt idx="11234">
                  <c:v>0.14757716590103973</c:v>
                </c:pt>
                <c:pt idx="11235">
                  <c:v>0.14759516414680837</c:v>
                </c:pt>
                <c:pt idx="11236">
                  <c:v>0.14762753780368984</c:v>
                </c:pt>
                <c:pt idx="11237">
                  <c:v>0.14763542009969341</c:v>
                </c:pt>
                <c:pt idx="11238">
                  <c:v>0.14767009035570403</c:v>
                </c:pt>
                <c:pt idx="11239">
                  <c:v>0.14767356691422362</c:v>
                </c:pt>
                <c:pt idx="11240">
                  <c:v>0.14767442912297338</c:v>
                </c:pt>
                <c:pt idx="11241">
                  <c:v>0.14768135488198075</c:v>
                </c:pt>
                <c:pt idx="11242">
                  <c:v>0.14772569735351113</c:v>
                </c:pt>
                <c:pt idx="11243">
                  <c:v>0.14772822584925316</c:v>
                </c:pt>
                <c:pt idx="11244">
                  <c:v>0.14773880589034474</c:v>
                </c:pt>
                <c:pt idx="11245">
                  <c:v>0.14775562173090226</c:v>
                </c:pt>
                <c:pt idx="11246">
                  <c:v>0.14776117229040911</c:v>
                </c:pt>
                <c:pt idx="11247">
                  <c:v>0.14777430249391618</c:v>
                </c:pt>
                <c:pt idx="11248">
                  <c:v>0.14777764753847111</c:v>
                </c:pt>
                <c:pt idx="11249">
                  <c:v>0.14778517169762365</c:v>
                </c:pt>
                <c:pt idx="11250">
                  <c:v>0.14781444155443935</c:v>
                </c:pt>
                <c:pt idx="11251">
                  <c:v>0.14782573947335573</c:v>
                </c:pt>
                <c:pt idx="11252">
                  <c:v>0.14783624359627048</c:v>
                </c:pt>
                <c:pt idx="11253">
                  <c:v>0.14784934490957691</c:v>
                </c:pt>
                <c:pt idx="11254">
                  <c:v>0.14785173108377006</c:v>
                </c:pt>
                <c:pt idx="11255">
                  <c:v>0.14787430704798668</c:v>
                </c:pt>
                <c:pt idx="11256">
                  <c:v>0.14787745908097125</c:v>
                </c:pt>
                <c:pt idx="11257">
                  <c:v>0.14787807746877654</c:v>
                </c:pt>
                <c:pt idx="11258">
                  <c:v>0.14788431341020045</c:v>
                </c:pt>
                <c:pt idx="11259">
                  <c:v>0.14789033960689793</c:v>
                </c:pt>
                <c:pt idx="11260">
                  <c:v>0.14789553445986911</c:v>
                </c:pt>
                <c:pt idx="11261">
                  <c:v>0.14789654160006091</c:v>
                </c:pt>
                <c:pt idx="11262">
                  <c:v>0.14792149185152623</c:v>
                </c:pt>
                <c:pt idx="11263">
                  <c:v>0.1479227667079836</c:v>
                </c:pt>
                <c:pt idx="11264">
                  <c:v>0.14793319792565104</c:v>
                </c:pt>
                <c:pt idx="11265">
                  <c:v>0.1479428873629352</c:v>
                </c:pt>
                <c:pt idx="11266">
                  <c:v>0.14795635856641615</c:v>
                </c:pt>
                <c:pt idx="11267">
                  <c:v>0.14795995881523871</c:v>
                </c:pt>
                <c:pt idx="11268">
                  <c:v>0.1479717304996879</c:v>
                </c:pt>
                <c:pt idx="11269">
                  <c:v>0.14798449131288885</c:v>
                </c:pt>
                <c:pt idx="11270">
                  <c:v>0.14799451056478385</c:v>
                </c:pt>
                <c:pt idx="11271">
                  <c:v>0.14799673783459058</c:v>
                </c:pt>
                <c:pt idx="11272">
                  <c:v>0.14799830327489755</c:v>
                </c:pt>
                <c:pt idx="11273">
                  <c:v>0.14800028570959273</c:v>
                </c:pt>
                <c:pt idx="11274">
                  <c:v>0.14800381923908715</c:v>
                </c:pt>
                <c:pt idx="11275">
                  <c:v>0.14801906402862247</c:v>
                </c:pt>
                <c:pt idx="11276">
                  <c:v>0.14802397647602242</c:v>
                </c:pt>
                <c:pt idx="11277">
                  <c:v>0.14804847759557802</c:v>
                </c:pt>
                <c:pt idx="11278">
                  <c:v>0.14810101851042584</c:v>
                </c:pt>
                <c:pt idx="11279">
                  <c:v>0.1481046819543341</c:v>
                </c:pt>
                <c:pt idx="11280">
                  <c:v>0.14812992155185145</c:v>
                </c:pt>
                <c:pt idx="11281">
                  <c:v>0.14813630818895249</c:v>
                </c:pt>
                <c:pt idx="11282">
                  <c:v>0.14814415316299942</c:v>
                </c:pt>
                <c:pt idx="11283">
                  <c:v>0.14816001892560254</c:v>
                </c:pt>
                <c:pt idx="11284">
                  <c:v>0.14816954189832307</c:v>
                </c:pt>
                <c:pt idx="11285">
                  <c:v>0.14817258644429016</c:v>
                </c:pt>
                <c:pt idx="11286">
                  <c:v>0.14818414411941658</c:v>
                </c:pt>
                <c:pt idx="11287">
                  <c:v>0.14819318697316858</c:v>
                </c:pt>
                <c:pt idx="11288">
                  <c:v>0.14820629753428383</c:v>
                </c:pt>
                <c:pt idx="11289">
                  <c:v>0.14820651810136284</c:v>
                </c:pt>
                <c:pt idx="11290">
                  <c:v>0.14821046507407776</c:v>
                </c:pt>
                <c:pt idx="11291">
                  <c:v>0.14823479855092209</c:v>
                </c:pt>
                <c:pt idx="11292">
                  <c:v>0.14823928566602204</c:v>
                </c:pt>
                <c:pt idx="11293">
                  <c:v>0.14824279049420186</c:v>
                </c:pt>
                <c:pt idx="11294">
                  <c:v>0.14826593099918439</c:v>
                </c:pt>
                <c:pt idx="11295">
                  <c:v>0.1482813275153414</c:v>
                </c:pt>
                <c:pt idx="11296">
                  <c:v>0.14828510904303899</c:v>
                </c:pt>
                <c:pt idx="11297">
                  <c:v>0.14831069227303831</c:v>
                </c:pt>
                <c:pt idx="11298">
                  <c:v>0.1483425082448897</c:v>
                </c:pt>
                <c:pt idx="11299">
                  <c:v>0.14834425199528647</c:v>
                </c:pt>
                <c:pt idx="11300">
                  <c:v>0.14836733169622898</c:v>
                </c:pt>
                <c:pt idx="11301">
                  <c:v>0.14838758806423233</c:v>
                </c:pt>
                <c:pt idx="11302">
                  <c:v>0.14839753704131223</c:v>
                </c:pt>
                <c:pt idx="11303">
                  <c:v>0.14842627684922427</c:v>
                </c:pt>
                <c:pt idx="11304">
                  <c:v>0.14844322616345265</c:v>
                </c:pt>
                <c:pt idx="11305">
                  <c:v>0.1484756800976357</c:v>
                </c:pt>
                <c:pt idx="11306">
                  <c:v>0.14848950608337588</c:v>
                </c:pt>
                <c:pt idx="11307">
                  <c:v>0.14851042928219932</c:v>
                </c:pt>
                <c:pt idx="11308">
                  <c:v>0.1485394953562551</c:v>
                </c:pt>
                <c:pt idx="11309">
                  <c:v>0.14857584966700599</c:v>
                </c:pt>
                <c:pt idx="11310">
                  <c:v>0.14859738745683551</c:v>
                </c:pt>
                <c:pt idx="11311">
                  <c:v>0.14860884545588873</c:v>
                </c:pt>
                <c:pt idx="11312">
                  <c:v>0.14861116108399816</c:v>
                </c:pt>
                <c:pt idx="11313">
                  <c:v>0.14861274408471245</c:v>
                </c:pt>
                <c:pt idx="11314">
                  <c:v>0.14862744353425794</c:v>
                </c:pt>
                <c:pt idx="11315">
                  <c:v>0.14866081852655771</c:v>
                </c:pt>
                <c:pt idx="11316">
                  <c:v>0.14868275143656259</c:v>
                </c:pt>
                <c:pt idx="11317">
                  <c:v>0.14868904046715342</c:v>
                </c:pt>
                <c:pt idx="11318">
                  <c:v>0.14869151743405956</c:v>
                </c:pt>
                <c:pt idx="11319">
                  <c:v>0.14869166591147032</c:v>
                </c:pt>
                <c:pt idx="11320">
                  <c:v>0.14869731309884138</c:v>
                </c:pt>
                <c:pt idx="11321">
                  <c:v>0.14870689505916884</c:v>
                </c:pt>
                <c:pt idx="11322">
                  <c:v>0.14871094574807686</c:v>
                </c:pt>
                <c:pt idx="11323">
                  <c:v>0.14871297748779377</c:v>
                </c:pt>
                <c:pt idx="11324">
                  <c:v>0.14871873997313359</c:v>
                </c:pt>
                <c:pt idx="11325">
                  <c:v>0.14872295202173325</c:v>
                </c:pt>
                <c:pt idx="11326">
                  <c:v>0.14873075512721731</c:v>
                </c:pt>
                <c:pt idx="11327">
                  <c:v>0.14873236634654424</c:v>
                </c:pt>
                <c:pt idx="11328">
                  <c:v>0.14877129096928859</c:v>
                </c:pt>
                <c:pt idx="11329">
                  <c:v>0.14877301055964329</c:v>
                </c:pt>
                <c:pt idx="11330">
                  <c:v>0.14879448875853984</c:v>
                </c:pt>
                <c:pt idx="11331">
                  <c:v>0.14880439219864611</c:v>
                </c:pt>
                <c:pt idx="11332">
                  <c:v>0.14883094039389066</c:v>
                </c:pt>
                <c:pt idx="11333">
                  <c:v>0.14884979101128842</c:v>
                </c:pt>
                <c:pt idx="11334">
                  <c:v>0.14888169353352751</c:v>
                </c:pt>
                <c:pt idx="11335">
                  <c:v>0.14888246047372969</c:v>
                </c:pt>
                <c:pt idx="11336">
                  <c:v>0.14888534930313294</c:v>
                </c:pt>
                <c:pt idx="11337">
                  <c:v>0.14889895548500093</c:v>
                </c:pt>
                <c:pt idx="11338">
                  <c:v>0.1489121363901125</c:v>
                </c:pt>
                <c:pt idx="11339">
                  <c:v>0.14893264014108448</c:v>
                </c:pt>
                <c:pt idx="11340">
                  <c:v>0.14894100606742372</c:v>
                </c:pt>
                <c:pt idx="11341">
                  <c:v>0.14896147502663509</c:v>
                </c:pt>
                <c:pt idx="11342">
                  <c:v>0.14898013098689822</c:v>
                </c:pt>
                <c:pt idx="11343">
                  <c:v>0.14898014542181612</c:v>
                </c:pt>
                <c:pt idx="11344">
                  <c:v>0.14899696054800574</c:v>
                </c:pt>
                <c:pt idx="11345">
                  <c:v>0.14899782145614421</c:v>
                </c:pt>
                <c:pt idx="11346">
                  <c:v>0.14901060005093694</c:v>
                </c:pt>
                <c:pt idx="11347">
                  <c:v>0.14901419907274541</c:v>
                </c:pt>
                <c:pt idx="11348">
                  <c:v>0.1490146369307119</c:v>
                </c:pt>
                <c:pt idx="11349">
                  <c:v>0.14904896890877978</c:v>
                </c:pt>
                <c:pt idx="11350">
                  <c:v>0.14905131013753273</c:v>
                </c:pt>
                <c:pt idx="11351">
                  <c:v>0.14907018726189511</c:v>
                </c:pt>
                <c:pt idx="11352">
                  <c:v>0.14907185382719657</c:v>
                </c:pt>
                <c:pt idx="11353">
                  <c:v>0.14909092925634956</c:v>
                </c:pt>
                <c:pt idx="11354">
                  <c:v>0.14909645826801002</c:v>
                </c:pt>
                <c:pt idx="11355">
                  <c:v>0.14910607055268563</c:v>
                </c:pt>
                <c:pt idx="11356">
                  <c:v>0.14911167862335964</c:v>
                </c:pt>
                <c:pt idx="11357">
                  <c:v>0.14911442520620419</c:v>
                </c:pt>
                <c:pt idx="11358">
                  <c:v>0.14912763023739034</c:v>
                </c:pt>
                <c:pt idx="11359">
                  <c:v>0.14913266373543466</c:v>
                </c:pt>
                <c:pt idx="11360">
                  <c:v>0.14914261956659766</c:v>
                </c:pt>
                <c:pt idx="11361">
                  <c:v>0.1491426485975188</c:v>
                </c:pt>
                <c:pt idx="11362">
                  <c:v>0.14914358610064801</c:v>
                </c:pt>
                <c:pt idx="11363">
                  <c:v>0.1491607146616567</c:v>
                </c:pt>
                <c:pt idx="11364">
                  <c:v>0.14916749557706752</c:v>
                </c:pt>
                <c:pt idx="11365">
                  <c:v>0.1491722876164252</c:v>
                </c:pt>
                <c:pt idx="11366">
                  <c:v>0.14917558298731476</c:v>
                </c:pt>
                <c:pt idx="11367">
                  <c:v>0.14918462660226883</c:v>
                </c:pt>
                <c:pt idx="11368">
                  <c:v>0.14920470975231215</c:v>
                </c:pt>
                <c:pt idx="11369">
                  <c:v>0.14920770902501529</c:v>
                </c:pt>
                <c:pt idx="11370">
                  <c:v>0.14921323319385518</c:v>
                </c:pt>
                <c:pt idx="11371">
                  <c:v>0.14922553827684606</c:v>
                </c:pt>
                <c:pt idx="11372">
                  <c:v>0.14923667114696665</c:v>
                </c:pt>
                <c:pt idx="11373">
                  <c:v>0.14924309247125253</c:v>
                </c:pt>
                <c:pt idx="11374">
                  <c:v>0.14925126952062479</c:v>
                </c:pt>
                <c:pt idx="11375">
                  <c:v>0.14925840696588785</c:v>
                </c:pt>
                <c:pt idx="11376">
                  <c:v>0.14926411276450649</c:v>
                </c:pt>
                <c:pt idx="11377">
                  <c:v>0.14926436009444158</c:v>
                </c:pt>
                <c:pt idx="11378">
                  <c:v>0.14928996959376889</c:v>
                </c:pt>
                <c:pt idx="11379">
                  <c:v>0.14929075819884804</c:v>
                </c:pt>
                <c:pt idx="11380">
                  <c:v>0.14931104283024263</c:v>
                </c:pt>
                <c:pt idx="11381">
                  <c:v>0.14931465684418041</c:v>
                </c:pt>
                <c:pt idx="11382">
                  <c:v>0.14933279877334732</c:v>
                </c:pt>
                <c:pt idx="11383">
                  <c:v>0.14933440357457167</c:v>
                </c:pt>
                <c:pt idx="11384">
                  <c:v>0.14934268880116969</c:v>
                </c:pt>
                <c:pt idx="11385">
                  <c:v>0.14936912765594845</c:v>
                </c:pt>
                <c:pt idx="11386">
                  <c:v>0.14937419862916795</c:v>
                </c:pt>
                <c:pt idx="11387">
                  <c:v>0.14938153078166205</c:v>
                </c:pt>
                <c:pt idx="11388">
                  <c:v>0.14939664876850081</c:v>
                </c:pt>
                <c:pt idx="11389">
                  <c:v>0.14939851573366425</c:v>
                </c:pt>
                <c:pt idx="11390">
                  <c:v>0.14940515077286193</c:v>
                </c:pt>
                <c:pt idx="11391">
                  <c:v>0.14943368948357746</c:v>
                </c:pt>
                <c:pt idx="11392">
                  <c:v>0.14943667983113954</c:v>
                </c:pt>
                <c:pt idx="11393">
                  <c:v>0.14945499005254698</c:v>
                </c:pt>
                <c:pt idx="11394">
                  <c:v>0.14947011232357491</c:v>
                </c:pt>
                <c:pt idx="11395">
                  <c:v>0.14947042859791468</c:v>
                </c:pt>
                <c:pt idx="11396">
                  <c:v>0.14948180955158455</c:v>
                </c:pt>
                <c:pt idx="11397">
                  <c:v>0.14948247105650206</c:v>
                </c:pt>
                <c:pt idx="11398">
                  <c:v>0.14949587720629415</c:v>
                </c:pt>
                <c:pt idx="11399">
                  <c:v>0.14950035425627162</c:v>
                </c:pt>
                <c:pt idx="11400">
                  <c:v>0.14950109571154116</c:v>
                </c:pt>
                <c:pt idx="11401">
                  <c:v>0.14950185309449127</c:v>
                </c:pt>
                <c:pt idx="11402">
                  <c:v>0.14950892379417433</c:v>
                </c:pt>
                <c:pt idx="11403">
                  <c:v>0.14951105703160744</c:v>
                </c:pt>
                <c:pt idx="11404">
                  <c:v>0.14951191751935763</c:v>
                </c:pt>
                <c:pt idx="11405">
                  <c:v>0.14951700983560795</c:v>
                </c:pt>
                <c:pt idx="11406">
                  <c:v>0.14951853752715819</c:v>
                </c:pt>
                <c:pt idx="11407">
                  <c:v>0.14953148436382407</c:v>
                </c:pt>
                <c:pt idx="11408">
                  <c:v>0.14953179198326336</c:v>
                </c:pt>
                <c:pt idx="11409">
                  <c:v>0.14953407165369945</c:v>
                </c:pt>
                <c:pt idx="11410">
                  <c:v>0.14953514379399391</c:v>
                </c:pt>
                <c:pt idx="11411">
                  <c:v>0.14953985858713345</c:v>
                </c:pt>
                <c:pt idx="11412">
                  <c:v>0.1495457411011725</c:v>
                </c:pt>
                <c:pt idx="11413">
                  <c:v>0.14957735663264193</c:v>
                </c:pt>
                <c:pt idx="11414">
                  <c:v>0.14958657556615282</c:v>
                </c:pt>
                <c:pt idx="11415">
                  <c:v>0.14959520728318662</c:v>
                </c:pt>
                <c:pt idx="11416">
                  <c:v>0.14960983291146979</c:v>
                </c:pt>
                <c:pt idx="11417">
                  <c:v>0.14962058149868124</c:v>
                </c:pt>
                <c:pt idx="11418">
                  <c:v>0.14966598806138889</c:v>
                </c:pt>
                <c:pt idx="11419">
                  <c:v>0.14967252359884806</c:v>
                </c:pt>
                <c:pt idx="11420">
                  <c:v>0.14967827715336193</c:v>
                </c:pt>
                <c:pt idx="11421">
                  <c:v>0.14969717296910559</c:v>
                </c:pt>
                <c:pt idx="11422">
                  <c:v>0.14970262625724698</c:v>
                </c:pt>
                <c:pt idx="11423">
                  <c:v>0.14972543300359467</c:v>
                </c:pt>
                <c:pt idx="11424">
                  <c:v>0.14974020468791877</c:v>
                </c:pt>
                <c:pt idx="11425">
                  <c:v>0.14974211770458254</c:v>
                </c:pt>
                <c:pt idx="11426">
                  <c:v>0.14974222272035992</c:v>
                </c:pt>
                <c:pt idx="11427">
                  <c:v>0.1497724659571707</c:v>
                </c:pt>
                <c:pt idx="11428">
                  <c:v>0.14979342273797872</c:v>
                </c:pt>
                <c:pt idx="11429">
                  <c:v>0.14982153857556055</c:v>
                </c:pt>
                <c:pt idx="11430">
                  <c:v>0.14982350398041117</c:v>
                </c:pt>
                <c:pt idx="11431">
                  <c:v>0.14983310313864429</c:v>
                </c:pt>
                <c:pt idx="11432">
                  <c:v>0.14984145284307304</c:v>
                </c:pt>
                <c:pt idx="11433">
                  <c:v>0.14985388924820073</c:v>
                </c:pt>
                <c:pt idx="11434">
                  <c:v>0.14986306511227412</c:v>
                </c:pt>
                <c:pt idx="11435">
                  <c:v>0.14988314885551787</c:v>
                </c:pt>
                <c:pt idx="11436">
                  <c:v>0.14988766980604445</c:v>
                </c:pt>
                <c:pt idx="11437">
                  <c:v>0.14989854167122829</c:v>
                </c:pt>
                <c:pt idx="11438">
                  <c:v>0.14992171041964225</c:v>
                </c:pt>
                <c:pt idx="11439">
                  <c:v>0.14992398982418065</c:v>
                </c:pt>
                <c:pt idx="11440">
                  <c:v>0.14992883995404083</c:v>
                </c:pt>
                <c:pt idx="11441">
                  <c:v>0.14994816494324209</c:v>
                </c:pt>
                <c:pt idx="11442">
                  <c:v>0.15000592994190734</c:v>
                </c:pt>
                <c:pt idx="11443">
                  <c:v>0.15002342547934081</c:v>
                </c:pt>
                <c:pt idx="11444">
                  <c:v>0.1500395680734882</c:v>
                </c:pt>
                <c:pt idx="11445">
                  <c:v>0.15006353626772953</c:v>
                </c:pt>
                <c:pt idx="11446">
                  <c:v>0.15007777266745681</c:v>
                </c:pt>
                <c:pt idx="11447">
                  <c:v>0.15009477523375184</c:v>
                </c:pt>
                <c:pt idx="11448">
                  <c:v>0.15009951447081094</c:v>
                </c:pt>
                <c:pt idx="11449">
                  <c:v>0.15010020356651846</c:v>
                </c:pt>
                <c:pt idx="11450">
                  <c:v>0.15011295868915164</c:v>
                </c:pt>
                <c:pt idx="11451">
                  <c:v>0.15012885031374451</c:v>
                </c:pt>
                <c:pt idx="11452">
                  <c:v>0.15015886611900189</c:v>
                </c:pt>
                <c:pt idx="11453">
                  <c:v>0.15015886778484461</c:v>
                </c:pt>
                <c:pt idx="11454">
                  <c:v>0.15019454031746102</c:v>
                </c:pt>
                <c:pt idx="11455">
                  <c:v>0.15020257442484328</c:v>
                </c:pt>
                <c:pt idx="11456">
                  <c:v>0.15020684459771799</c:v>
                </c:pt>
                <c:pt idx="11457">
                  <c:v>0.15021467417479389</c:v>
                </c:pt>
                <c:pt idx="11458">
                  <c:v>0.15022968432907571</c:v>
                </c:pt>
                <c:pt idx="11459">
                  <c:v>0.15023401637237183</c:v>
                </c:pt>
                <c:pt idx="11460">
                  <c:v>0.15024088658454515</c:v>
                </c:pt>
                <c:pt idx="11461">
                  <c:v>0.15024647864704177</c:v>
                </c:pt>
                <c:pt idx="11462">
                  <c:v>0.15024786682400637</c:v>
                </c:pt>
                <c:pt idx="11463">
                  <c:v>0.15026141910687157</c:v>
                </c:pt>
                <c:pt idx="11464">
                  <c:v>0.15026179031006826</c:v>
                </c:pt>
                <c:pt idx="11465">
                  <c:v>0.15026679357237938</c:v>
                </c:pt>
                <c:pt idx="11466">
                  <c:v>0.15028339978184976</c:v>
                </c:pt>
                <c:pt idx="11467">
                  <c:v>0.15030245449308416</c:v>
                </c:pt>
                <c:pt idx="11468">
                  <c:v>0.15030797820758765</c:v>
                </c:pt>
                <c:pt idx="11469">
                  <c:v>0.15033394905322686</c:v>
                </c:pt>
                <c:pt idx="11470">
                  <c:v>0.15033477008473803</c:v>
                </c:pt>
                <c:pt idx="11471">
                  <c:v>0.15034086440771835</c:v>
                </c:pt>
                <c:pt idx="11472">
                  <c:v>0.15034753008799115</c:v>
                </c:pt>
                <c:pt idx="11473">
                  <c:v>0.15035366728569735</c:v>
                </c:pt>
                <c:pt idx="11474">
                  <c:v>0.15035663284015158</c:v>
                </c:pt>
                <c:pt idx="11475">
                  <c:v>0.15036399100720743</c:v>
                </c:pt>
                <c:pt idx="11476">
                  <c:v>0.15039859013512352</c:v>
                </c:pt>
                <c:pt idx="11477">
                  <c:v>0.15041475879558033</c:v>
                </c:pt>
                <c:pt idx="11478">
                  <c:v>0.15041532381148193</c:v>
                </c:pt>
                <c:pt idx="11479">
                  <c:v>0.15042314389994854</c:v>
                </c:pt>
                <c:pt idx="11480">
                  <c:v>0.15042667788473005</c:v>
                </c:pt>
                <c:pt idx="11481">
                  <c:v>0.1504315819212442</c:v>
                </c:pt>
                <c:pt idx="11482">
                  <c:v>0.15045431677258672</c:v>
                </c:pt>
                <c:pt idx="11483">
                  <c:v>0.15045928178361773</c:v>
                </c:pt>
                <c:pt idx="11484">
                  <c:v>0.15047022887912645</c:v>
                </c:pt>
                <c:pt idx="11485">
                  <c:v>0.15047118884693478</c:v>
                </c:pt>
                <c:pt idx="11486">
                  <c:v>0.15056977242814182</c:v>
                </c:pt>
                <c:pt idx="11487">
                  <c:v>0.15057949015397509</c:v>
                </c:pt>
                <c:pt idx="11488">
                  <c:v>0.15059209524467965</c:v>
                </c:pt>
                <c:pt idx="11489">
                  <c:v>0.15059641099949125</c:v>
                </c:pt>
                <c:pt idx="11490">
                  <c:v>0.15060817673631419</c:v>
                </c:pt>
                <c:pt idx="11491">
                  <c:v>0.15060836792147972</c:v>
                </c:pt>
                <c:pt idx="11492">
                  <c:v>0.15062200946808132</c:v>
                </c:pt>
                <c:pt idx="11493">
                  <c:v>0.15064537134959322</c:v>
                </c:pt>
                <c:pt idx="11494">
                  <c:v>0.15064539243217578</c:v>
                </c:pt>
                <c:pt idx="11495">
                  <c:v>0.1506538183628483</c:v>
                </c:pt>
                <c:pt idx="11496">
                  <c:v>0.1506540606270895</c:v>
                </c:pt>
                <c:pt idx="11497">
                  <c:v>0.15067672367558285</c:v>
                </c:pt>
                <c:pt idx="11498">
                  <c:v>0.1506824510235423</c:v>
                </c:pt>
                <c:pt idx="11499">
                  <c:v>0.15069505673355271</c:v>
                </c:pt>
                <c:pt idx="11500">
                  <c:v>0.15071146696306278</c:v>
                </c:pt>
                <c:pt idx="11501">
                  <c:v>0.15071530951381926</c:v>
                </c:pt>
                <c:pt idx="11502">
                  <c:v>0.15071795933344673</c:v>
                </c:pt>
                <c:pt idx="11503">
                  <c:v>0.15072255390848094</c:v>
                </c:pt>
                <c:pt idx="11504">
                  <c:v>0.15075044198350462</c:v>
                </c:pt>
                <c:pt idx="11505">
                  <c:v>0.15075477182066227</c:v>
                </c:pt>
                <c:pt idx="11506">
                  <c:v>0.15076885276230467</c:v>
                </c:pt>
                <c:pt idx="11507">
                  <c:v>0.15077539019406891</c:v>
                </c:pt>
                <c:pt idx="11508">
                  <c:v>0.15077904847946416</c:v>
                </c:pt>
                <c:pt idx="11509">
                  <c:v>0.15078238468683738</c:v>
                </c:pt>
                <c:pt idx="11510">
                  <c:v>0.15078682157815892</c:v>
                </c:pt>
                <c:pt idx="11511">
                  <c:v>0.15081482733947943</c:v>
                </c:pt>
                <c:pt idx="11512">
                  <c:v>0.15082352787417858</c:v>
                </c:pt>
                <c:pt idx="11513">
                  <c:v>0.15082480380485278</c:v>
                </c:pt>
                <c:pt idx="11514">
                  <c:v>0.15083820529383055</c:v>
                </c:pt>
                <c:pt idx="11515">
                  <c:v>0.15084374969109357</c:v>
                </c:pt>
                <c:pt idx="11516">
                  <c:v>0.15086408847318275</c:v>
                </c:pt>
                <c:pt idx="11517">
                  <c:v>0.15086457780093732</c:v>
                </c:pt>
                <c:pt idx="11518">
                  <c:v>0.15088453923917863</c:v>
                </c:pt>
                <c:pt idx="11519">
                  <c:v>0.15089013441018218</c:v>
                </c:pt>
                <c:pt idx="11520">
                  <c:v>0.15089297742685828</c:v>
                </c:pt>
                <c:pt idx="11521">
                  <c:v>0.1509106788170933</c:v>
                </c:pt>
                <c:pt idx="11522">
                  <c:v>0.15093603650675577</c:v>
                </c:pt>
                <c:pt idx="11523">
                  <c:v>0.1509437388607224</c:v>
                </c:pt>
                <c:pt idx="11524">
                  <c:v>0.15094931561862085</c:v>
                </c:pt>
                <c:pt idx="11525">
                  <c:v>0.15095025311021559</c:v>
                </c:pt>
                <c:pt idx="11526">
                  <c:v>0.15096954759197498</c:v>
                </c:pt>
                <c:pt idx="11527">
                  <c:v>0.15098535197600871</c:v>
                </c:pt>
                <c:pt idx="11528">
                  <c:v>0.15098897026151714</c:v>
                </c:pt>
                <c:pt idx="11529">
                  <c:v>0.15099704917587092</c:v>
                </c:pt>
                <c:pt idx="11530">
                  <c:v>0.15100923692067691</c:v>
                </c:pt>
                <c:pt idx="11531">
                  <c:v>0.15101214667228988</c:v>
                </c:pt>
                <c:pt idx="11532">
                  <c:v>0.1510377924712257</c:v>
                </c:pt>
                <c:pt idx="11533">
                  <c:v>0.15104546102952499</c:v>
                </c:pt>
                <c:pt idx="11534">
                  <c:v>0.15104764158883721</c:v>
                </c:pt>
                <c:pt idx="11535">
                  <c:v>0.1510598369274419</c:v>
                </c:pt>
                <c:pt idx="11536">
                  <c:v>0.15107470472594486</c:v>
                </c:pt>
                <c:pt idx="11537">
                  <c:v>0.15107853643633437</c:v>
                </c:pt>
                <c:pt idx="11538">
                  <c:v>0.15108889782406429</c:v>
                </c:pt>
                <c:pt idx="11539">
                  <c:v>0.15110302545049292</c:v>
                </c:pt>
                <c:pt idx="11540">
                  <c:v>0.15111508011553101</c:v>
                </c:pt>
                <c:pt idx="11541">
                  <c:v>0.15113565051707339</c:v>
                </c:pt>
                <c:pt idx="11542">
                  <c:v>0.15113626902720967</c:v>
                </c:pt>
                <c:pt idx="11543">
                  <c:v>0.151142927519194</c:v>
                </c:pt>
                <c:pt idx="11544">
                  <c:v>0.15116103194781247</c:v>
                </c:pt>
                <c:pt idx="11545">
                  <c:v>0.15116138703056228</c:v>
                </c:pt>
                <c:pt idx="11546">
                  <c:v>0.15116273071871289</c:v>
                </c:pt>
                <c:pt idx="11547">
                  <c:v>0.1511646011918443</c:v>
                </c:pt>
                <c:pt idx="11548">
                  <c:v>0.15117949329951</c:v>
                </c:pt>
                <c:pt idx="11549">
                  <c:v>0.15121658836865129</c:v>
                </c:pt>
                <c:pt idx="11550">
                  <c:v>0.15124768486361304</c:v>
                </c:pt>
                <c:pt idx="11551">
                  <c:v>0.1512477480048805</c:v>
                </c:pt>
                <c:pt idx="11552">
                  <c:v>0.15126680623206665</c:v>
                </c:pt>
                <c:pt idx="11553">
                  <c:v>0.1512737811807067</c:v>
                </c:pt>
                <c:pt idx="11554">
                  <c:v>0.15127934191698286</c:v>
                </c:pt>
                <c:pt idx="11555">
                  <c:v>0.15132229811487327</c:v>
                </c:pt>
                <c:pt idx="11556">
                  <c:v>0.15133760316957037</c:v>
                </c:pt>
                <c:pt idx="11557">
                  <c:v>0.15136462296583883</c:v>
                </c:pt>
                <c:pt idx="11558">
                  <c:v>0.15136948810817713</c:v>
                </c:pt>
                <c:pt idx="11559">
                  <c:v>0.15137343268713133</c:v>
                </c:pt>
                <c:pt idx="11560">
                  <c:v>0.15137837947345817</c:v>
                </c:pt>
                <c:pt idx="11561">
                  <c:v>0.15139525928179701</c:v>
                </c:pt>
                <c:pt idx="11562">
                  <c:v>0.1514230152840261</c:v>
                </c:pt>
                <c:pt idx="11563">
                  <c:v>0.15143809439751776</c:v>
                </c:pt>
                <c:pt idx="11564">
                  <c:v>0.15145491261041802</c:v>
                </c:pt>
                <c:pt idx="11565">
                  <c:v>0.15146071992516402</c:v>
                </c:pt>
                <c:pt idx="11566">
                  <c:v>0.15148885947585858</c:v>
                </c:pt>
                <c:pt idx="11567">
                  <c:v>0.15151443479817084</c:v>
                </c:pt>
                <c:pt idx="11568">
                  <c:v>0.15151792346011439</c:v>
                </c:pt>
                <c:pt idx="11569">
                  <c:v>0.1515190693761243</c:v>
                </c:pt>
                <c:pt idx="11570">
                  <c:v>0.15153829100077973</c:v>
                </c:pt>
                <c:pt idx="11571">
                  <c:v>0.15154280505023654</c:v>
                </c:pt>
                <c:pt idx="11572">
                  <c:v>0.15157776555014355</c:v>
                </c:pt>
                <c:pt idx="11573">
                  <c:v>0.15158859020023002</c:v>
                </c:pt>
                <c:pt idx="11574">
                  <c:v>0.15162169217037699</c:v>
                </c:pt>
                <c:pt idx="11575">
                  <c:v>0.15163752719850465</c:v>
                </c:pt>
                <c:pt idx="11576">
                  <c:v>0.15164553461358191</c:v>
                </c:pt>
                <c:pt idx="11577">
                  <c:v>0.15164956004263455</c:v>
                </c:pt>
                <c:pt idx="11578">
                  <c:v>0.15167065736945359</c:v>
                </c:pt>
                <c:pt idx="11579">
                  <c:v>0.15170009031957118</c:v>
                </c:pt>
                <c:pt idx="11580">
                  <c:v>0.15171960229193721</c:v>
                </c:pt>
                <c:pt idx="11581">
                  <c:v>0.15173497937432803</c:v>
                </c:pt>
                <c:pt idx="11582">
                  <c:v>0.15173785918353289</c:v>
                </c:pt>
                <c:pt idx="11583">
                  <c:v>0.15174986157904968</c:v>
                </c:pt>
                <c:pt idx="11584">
                  <c:v>0.15175781536142857</c:v>
                </c:pt>
                <c:pt idx="11585">
                  <c:v>0.15176297925088744</c:v>
                </c:pt>
                <c:pt idx="11586">
                  <c:v>0.15176429086322113</c:v>
                </c:pt>
                <c:pt idx="11587">
                  <c:v>0.15176613689605101</c:v>
                </c:pt>
                <c:pt idx="11588">
                  <c:v>0.15178604301694409</c:v>
                </c:pt>
                <c:pt idx="11589">
                  <c:v>0.15179498053429444</c:v>
                </c:pt>
                <c:pt idx="11590">
                  <c:v>0.15181388874649993</c:v>
                </c:pt>
                <c:pt idx="11591">
                  <c:v>0.15181572122533588</c:v>
                </c:pt>
                <c:pt idx="11592">
                  <c:v>0.15182941109204634</c:v>
                </c:pt>
                <c:pt idx="11593">
                  <c:v>0.15183544080317596</c:v>
                </c:pt>
                <c:pt idx="11594">
                  <c:v>0.15184966458927809</c:v>
                </c:pt>
                <c:pt idx="11595">
                  <c:v>0.15186087092762993</c:v>
                </c:pt>
                <c:pt idx="11596">
                  <c:v>0.15187508722739126</c:v>
                </c:pt>
                <c:pt idx="11597">
                  <c:v>0.15189196791153675</c:v>
                </c:pt>
                <c:pt idx="11598">
                  <c:v>0.15190112744439466</c:v>
                </c:pt>
                <c:pt idx="11599">
                  <c:v>0.15190742611783087</c:v>
                </c:pt>
                <c:pt idx="11600">
                  <c:v>0.15191366070008824</c:v>
                </c:pt>
                <c:pt idx="11601">
                  <c:v>0.15193204537962363</c:v>
                </c:pt>
                <c:pt idx="11602">
                  <c:v>0.15193714462636698</c:v>
                </c:pt>
                <c:pt idx="11603">
                  <c:v>0.15193752474051209</c:v>
                </c:pt>
                <c:pt idx="11604">
                  <c:v>0.15196175354959132</c:v>
                </c:pt>
                <c:pt idx="11605">
                  <c:v>0.15196646184249513</c:v>
                </c:pt>
                <c:pt idx="11606">
                  <c:v>0.15197721708408146</c:v>
                </c:pt>
                <c:pt idx="11607">
                  <c:v>0.15199367587346638</c:v>
                </c:pt>
                <c:pt idx="11608">
                  <c:v>0.15201021667550188</c:v>
                </c:pt>
                <c:pt idx="11609">
                  <c:v>0.15202103857726879</c:v>
                </c:pt>
                <c:pt idx="11610">
                  <c:v>0.15203250052970296</c:v>
                </c:pt>
                <c:pt idx="11611">
                  <c:v>0.1520479823012259</c:v>
                </c:pt>
                <c:pt idx="11612">
                  <c:v>0.1520564186761795</c:v>
                </c:pt>
                <c:pt idx="11613">
                  <c:v>0.15205841262053829</c:v>
                </c:pt>
                <c:pt idx="11614">
                  <c:v>0.15209535977002897</c:v>
                </c:pt>
                <c:pt idx="11615">
                  <c:v>0.15213658041530792</c:v>
                </c:pt>
                <c:pt idx="11616">
                  <c:v>0.1521512287367108</c:v>
                </c:pt>
                <c:pt idx="11617">
                  <c:v>0.15215224679295819</c:v>
                </c:pt>
                <c:pt idx="11618">
                  <c:v>0.15215408585450577</c:v>
                </c:pt>
                <c:pt idx="11619">
                  <c:v>0.15219881018815595</c:v>
                </c:pt>
                <c:pt idx="11620">
                  <c:v>0.15220168203382314</c:v>
                </c:pt>
                <c:pt idx="11621">
                  <c:v>0.15221045479518983</c:v>
                </c:pt>
                <c:pt idx="11622">
                  <c:v>0.15222498407623647</c:v>
                </c:pt>
                <c:pt idx="11623">
                  <c:v>0.15224201175282331</c:v>
                </c:pt>
                <c:pt idx="11624">
                  <c:v>0.15224950990825364</c:v>
                </c:pt>
                <c:pt idx="11625">
                  <c:v>0.15226157981798899</c:v>
                </c:pt>
                <c:pt idx="11626">
                  <c:v>0.15226953862708356</c:v>
                </c:pt>
                <c:pt idx="11627">
                  <c:v>0.15227403989680074</c:v>
                </c:pt>
                <c:pt idx="11628">
                  <c:v>0.15227416394159987</c:v>
                </c:pt>
                <c:pt idx="11629">
                  <c:v>0.152281215208599</c:v>
                </c:pt>
                <c:pt idx="11630">
                  <c:v>0.15233158103854705</c:v>
                </c:pt>
                <c:pt idx="11631">
                  <c:v>0.15234827010952728</c:v>
                </c:pt>
                <c:pt idx="11632">
                  <c:v>0.15237963516377445</c:v>
                </c:pt>
                <c:pt idx="11633">
                  <c:v>0.15238028830876116</c:v>
                </c:pt>
                <c:pt idx="11634">
                  <c:v>0.15238224524618427</c:v>
                </c:pt>
                <c:pt idx="11635">
                  <c:v>0.15238306522339984</c:v>
                </c:pt>
                <c:pt idx="11636">
                  <c:v>0.15238946503572093</c:v>
                </c:pt>
                <c:pt idx="11637">
                  <c:v>0.15241285074826869</c:v>
                </c:pt>
                <c:pt idx="11638">
                  <c:v>0.15242852822768013</c:v>
                </c:pt>
                <c:pt idx="11639">
                  <c:v>0.15243151364391655</c:v>
                </c:pt>
                <c:pt idx="11640">
                  <c:v>0.15245768618561495</c:v>
                </c:pt>
                <c:pt idx="11641">
                  <c:v>0.15252710310187587</c:v>
                </c:pt>
                <c:pt idx="11642">
                  <c:v>0.15253076785325606</c:v>
                </c:pt>
                <c:pt idx="11643">
                  <c:v>0.15253292783445721</c:v>
                </c:pt>
                <c:pt idx="11644">
                  <c:v>0.15253711103697684</c:v>
                </c:pt>
                <c:pt idx="11645">
                  <c:v>0.15254132352813815</c:v>
                </c:pt>
                <c:pt idx="11646">
                  <c:v>0.15256093689737524</c:v>
                </c:pt>
                <c:pt idx="11647">
                  <c:v>0.1525799239361981</c:v>
                </c:pt>
                <c:pt idx="11648">
                  <c:v>0.15258156479054305</c:v>
                </c:pt>
                <c:pt idx="11649">
                  <c:v>0.15258974958881549</c:v>
                </c:pt>
                <c:pt idx="11650">
                  <c:v>0.15260245385744506</c:v>
                </c:pt>
                <c:pt idx="11651">
                  <c:v>0.15260854936783816</c:v>
                </c:pt>
                <c:pt idx="11652">
                  <c:v>0.15261586286230591</c:v>
                </c:pt>
                <c:pt idx="11653">
                  <c:v>0.15262143305588913</c:v>
                </c:pt>
                <c:pt idx="11654">
                  <c:v>0.15263869317588324</c:v>
                </c:pt>
                <c:pt idx="11655">
                  <c:v>0.1526429027349418</c:v>
                </c:pt>
                <c:pt idx="11656">
                  <c:v>0.15264345362165074</c:v>
                </c:pt>
                <c:pt idx="11657">
                  <c:v>0.15267738579534965</c:v>
                </c:pt>
                <c:pt idx="11658">
                  <c:v>0.15269909921352387</c:v>
                </c:pt>
                <c:pt idx="11659">
                  <c:v>0.15270406057435046</c:v>
                </c:pt>
                <c:pt idx="11660">
                  <c:v>0.15275354513890954</c:v>
                </c:pt>
                <c:pt idx="11661">
                  <c:v>0.1527559986086687</c:v>
                </c:pt>
                <c:pt idx="11662">
                  <c:v>0.1527696429926389</c:v>
                </c:pt>
                <c:pt idx="11663">
                  <c:v>0.15278192480499833</c:v>
                </c:pt>
                <c:pt idx="11664">
                  <c:v>0.15280063211488862</c:v>
                </c:pt>
                <c:pt idx="11665">
                  <c:v>0.15281257262390405</c:v>
                </c:pt>
                <c:pt idx="11666">
                  <c:v>0.1528496906601845</c:v>
                </c:pt>
                <c:pt idx="11667">
                  <c:v>0.15286357626142666</c:v>
                </c:pt>
                <c:pt idx="11668">
                  <c:v>0.15291594862604377</c:v>
                </c:pt>
                <c:pt idx="11669">
                  <c:v>0.15291723790116246</c:v>
                </c:pt>
                <c:pt idx="11670">
                  <c:v>0.15292781074354544</c:v>
                </c:pt>
                <c:pt idx="11671">
                  <c:v>0.15293039494892632</c:v>
                </c:pt>
                <c:pt idx="11672">
                  <c:v>0.15293236898977841</c:v>
                </c:pt>
                <c:pt idx="11673">
                  <c:v>0.15294999644345761</c:v>
                </c:pt>
                <c:pt idx="11674">
                  <c:v>0.15296220712204034</c:v>
                </c:pt>
                <c:pt idx="11675">
                  <c:v>0.15296862101496447</c:v>
                </c:pt>
                <c:pt idx="11676">
                  <c:v>0.15296979746183328</c:v>
                </c:pt>
                <c:pt idx="11677">
                  <c:v>0.15297436737951742</c:v>
                </c:pt>
                <c:pt idx="11678">
                  <c:v>0.15299044328809222</c:v>
                </c:pt>
                <c:pt idx="11679">
                  <c:v>0.1530013104029177</c:v>
                </c:pt>
                <c:pt idx="11680">
                  <c:v>0.15301784973690322</c:v>
                </c:pt>
                <c:pt idx="11681">
                  <c:v>0.15302649028717047</c:v>
                </c:pt>
                <c:pt idx="11682">
                  <c:v>0.1530265798300795</c:v>
                </c:pt>
                <c:pt idx="11683">
                  <c:v>0.15309239477665226</c:v>
                </c:pt>
                <c:pt idx="11684">
                  <c:v>0.15309373207424257</c:v>
                </c:pt>
                <c:pt idx="11685">
                  <c:v>0.15311604332363804</c:v>
                </c:pt>
                <c:pt idx="11686">
                  <c:v>0.15313141759568502</c:v>
                </c:pt>
                <c:pt idx="11687">
                  <c:v>0.15315182891374704</c:v>
                </c:pt>
                <c:pt idx="11688">
                  <c:v>0.15315982977661835</c:v>
                </c:pt>
                <c:pt idx="11689">
                  <c:v>0.15317626306643228</c:v>
                </c:pt>
                <c:pt idx="11690">
                  <c:v>0.15317820710542518</c:v>
                </c:pt>
                <c:pt idx="11691">
                  <c:v>0.15319541108617679</c:v>
                </c:pt>
                <c:pt idx="11692">
                  <c:v>0.15319901755784007</c:v>
                </c:pt>
                <c:pt idx="11693">
                  <c:v>0.15322972715795821</c:v>
                </c:pt>
                <c:pt idx="11694">
                  <c:v>0.15324429071126444</c:v>
                </c:pt>
                <c:pt idx="11695">
                  <c:v>0.15324926900119146</c:v>
                </c:pt>
                <c:pt idx="11696">
                  <c:v>0.15325088811190438</c:v>
                </c:pt>
                <c:pt idx="11697">
                  <c:v>0.15327593364116709</c:v>
                </c:pt>
                <c:pt idx="11698">
                  <c:v>0.15327832655362247</c:v>
                </c:pt>
                <c:pt idx="11699">
                  <c:v>0.1532931130215012</c:v>
                </c:pt>
                <c:pt idx="11700">
                  <c:v>0.15332543570637477</c:v>
                </c:pt>
                <c:pt idx="11701">
                  <c:v>0.15335289600800006</c:v>
                </c:pt>
                <c:pt idx="11702">
                  <c:v>0.1533534603173185</c:v>
                </c:pt>
                <c:pt idx="11703">
                  <c:v>0.15335618434414486</c:v>
                </c:pt>
                <c:pt idx="11704">
                  <c:v>0.1533569021100693</c:v>
                </c:pt>
                <c:pt idx="11705">
                  <c:v>0.15336031361468577</c:v>
                </c:pt>
                <c:pt idx="11706">
                  <c:v>0.15339005878157186</c:v>
                </c:pt>
                <c:pt idx="11707">
                  <c:v>0.1534032743963531</c:v>
                </c:pt>
                <c:pt idx="11708">
                  <c:v>0.15341019835460334</c:v>
                </c:pt>
                <c:pt idx="11709">
                  <c:v>0.15341584152188401</c:v>
                </c:pt>
                <c:pt idx="11710">
                  <c:v>0.15341778337479209</c:v>
                </c:pt>
                <c:pt idx="11711">
                  <c:v>0.15343885179036834</c:v>
                </c:pt>
                <c:pt idx="11712">
                  <c:v>0.15345076172337407</c:v>
                </c:pt>
                <c:pt idx="11713">
                  <c:v>0.15345931325128315</c:v>
                </c:pt>
                <c:pt idx="11714">
                  <c:v>0.15346464281404476</c:v>
                </c:pt>
                <c:pt idx="11715">
                  <c:v>0.15347654707708727</c:v>
                </c:pt>
                <c:pt idx="11716">
                  <c:v>0.15349358570373972</c:v>
                </c:pt>
                <c:pt idx="11717">
                  <c:v>0.15351144098350103</c:v>
                </c:pt>
                <c:pt idx="11718">
                  <c:v>0.15351964780287874</c:v>
                </c:pt>
                <c:pt idx="11719">
                  <c:v>0.15352138892788647</c:v>
                </c:pt>
                <c:pt idx="11720">
                  <c:v>0.15354900895689014</c:v>
                </c:pt>
                <c:pt idx="11721">
                  <c:v>0.15355013546298937</c:v>
                </c:pt>
                <c:pt idx="11722">
                  <c:v>0.15355648169627373</c:v>
                </c:pt>
                <c:pt idx="11723">
                  <c:v>0.15358968079187491</c:v>
                </c:pt>
                <c:pt idx="11724">
                  <c:v>0.1536043736097788</c:v>
                </c:pt>
                <c:pt idx="11725">
                  <c:v>0.15360557422385784</c:v>
                </c:pt>
                <c:pt idx="11726">
                  <c:v>0.15361900317814628</c:v>
                </c:pt>
                <c:pt idx="11727">
                  <c:v>0.15362060247321485</c:v>
                </c:pt>
                <c:pt idx="11728">
                  <c:v>0.15362726015735087</c:v>
                </c:pt>
                <c:pt idx="11729">
                  <c:v>0.15362892954280288</c:v>
                </c:pt>
                <c:pt idx="11730">
                  <c:v>0.15363801294157228</c:v>
                </c:pt>
                <c:pt idx="11731">
                  <c:v>0.15364953539232043</c:v>
                </c:pt>
                <c:pt idx="11732">
                  <c:v>0.15365108449858345</c:v>
                </c:pt>
                <c:pt idx="11733">
                  <c:v>0.15365674904876472</c:v>
                </c:pt>
                <c:pt idx="11734">
                  <c:v>0.15366693746872417</c:v>
                </c:pt>
                <c:pt idx="11735">
                  <c:v>0.1536672854564764</c:v>
                </c:pt>
                <c:pt idx="11736">
                  <c:v>0.15370122915483064</c:v>
                </c:pt>
                <c:pt idx="11737">
                  <c:v>0.15373153684502663</c:v>
                </c:pt>
                <c:pt idx="11738">
                  <c:v>0.15375160661230042</c:v>
                </c:pt>
                <c:pt idx="11739">
                  <c:v>0.15375798282236941</c:v>
                </c:pt>
                <c:pt idx="11740">
                  <c:v>0.1537597327171662</c:v>
                </c:pt>
                <c:pt idx="11741">
                  <c:v>0.15376027969050604</c:v>
                </c:pt>
                <c:pt idx="11742">
                  <c:v>0.1537657287589296</c:v>
                </c:pt>
                <c:pt idx="11743">
                  <c:v>0.15376802987058208</c:v>
                </c:pt>
                <c:pt idx="11744">
                  <c:v>0.15377029285114518</c:v>
                </c:pt>
                <c:pt idx="11745">
                  <c:v>0.15385658110397563</c:v>
                </c:pt>
                <c:pt idx="11746">
                  <c:v>0.15386993982702896</c:v>
                </c:pt>
                <c:pt idx="11747">
                  <c:v>0.15388095138599769</c:v>
                </c:pt>
                <c:pt idx="11748">
                  <c:v>0.15388836884585919</c:v>
                </c:pt>
                <c:pt idx="11749">
                  <c:v>0.15390182499566663</c:v>
                </c:pt>
                <c:pt idx="11750">
                  <c:v>0.15392993899571794</c:v>
                </c:pt>
                <c:pt idx="11751">
                  <c:v>0.15394742072889697</c:v>
                </c:pt>
                <c:pt idx="11752">
                  <c:v>0.15395530187631509</c:v>
                </c:pt>
                <c:pt idx="11753">
                  <c:v>0.15396916584922937</c:v>
                </c:pt>
                <c:pt idx="11754">
                  <c:v>0.15397945418302114</c:v>
                </c:pt>
                <c:pt idx="11755">
                  <c:v>0.15398770363487674</c:v>
                </c:pt>
                <c:pt idx="11756">
                  <c:v>0.15402898701295695</c:v>
                </c:pt>
                <c:pt idx="11757">
                  <c:v>0.15403086817922867</c:v>
                </c:pt>
                <c:pt idx="11758">
                  <c:v>0.15404181257941144</c:v>
                </c:pt>
                <c:pt idx="11759">
                  <c:v>0.15409417233558947</c:v>
                </c:pt>
                <c:pt idx="11760">
                  <c:v>0.15410208727527133</c:v>
                </c:pt>
                <c:pt idx="11761">
                  <c:v>0.15411603825884984</c:v>
                </c:pt>
                <c:pt idx="11762">
                  <c:v>0.15413777075507565</c:v>
                </c:pt>
                <c:pt idx="11763">
                  <c:v>0.15413883187108776</c:v>
                </c:pt>
                <c:pt idx="11764">
                  <c:v>0.15415080480012205</c:v>
                </c:pt>
                <c:pt idx="11765">
                  <c:v>0.15415083452154918</c:v>
                </c:pt>
                <c:pt idx="11766">
                  <c:v>0.15415615380674894</c:v>
                </c:pt>
                <c:pt idx="11767">
                  <c:v>0.15416166533862682</c:v>
                </c:pt>
                <c:pt idx="11768">
                  <c:v>0.15419341170186546</c:v>
                </c:pt>
                <c:pt idx="11769">
                  <c:v>0.15422104404274078</c:v>
                </c:pt>
                <c:pt idx="11770">
                  <c:v>0.15424457134204342</c:v>
                </c:pt>
                <c:pt idx="11771">
                  <c:v>0.15425189234305534</c:v>
                </c:pt>
                <c:pt idx="11772">
                  <c:v>0.15426217557037633</c:v>
                </c:pt>
                <c:pt idx="11773">
                  <c:v>0.15426685746995975</c:v>
                </c:pt>
                <c:pt idx="11774">
                  <c:v>0.15429993381827503</c:v>
                </c:pt>
                <c:pt idx="11775">
                  <c:v>0.15432170342567689</c:v>
                </c:pt>
                <c:pt idx="11776">
                  <c:v>0.15434512338707701</c:v>
                </c:pt>
                <c:pt idx="11777">
                  <c:v>0.15438242052632262</c:v>
                </c:pt>
                <c:pt idx="11778">
                  <c:v>0.15438953398247499</c:v>
                </c:pt>
                <c:pt idx="11779">
                  <c:v>0.15439777778146507</c:v>
                </c:pt>
                <c:pt idx="11780">
                  <c:v>0.15440321522018377</c:v>
                </c:pt>
                <c:pt idx="11781">
                  <c:v>0.15440383972137067</c:v>
                </c:pt>
                <c:pt idx="11782">
                  <c:v>0.15440717645411886</c:v>
                </c:pt>
                <c:pt idx="11783">
                  <c:v>0.15441065144374191</c:v>
                </c:pt>
                <c:pt idx="11784">
                  <c:v>0.1544116119580573</c:v>
                </c:pt>
                <c:pt idx="11785">
                  <c:v>0.15441858110336265</c:v>
                </c:pt>
                <c:pt idx="11786">
                  <c:v>0.15442294637464374</c:v>
                </c:pt>
                <c:pt idx="11787">
                  <c:v>0.1544398326470095</c:v>
                </c:pt>
                <c:pt idx="11788">
                  <c:v>0.15444050861475692</c:v>
                </c:pt>
                <c:pt idx="11789">
                  <c:v>0.15444890510134576</c:v>
                </c:pt>
                <c:pt idx="11790">
                  <c:v>0.15446688815335954</c:v>
                </c:pt>
                <c:pt idx="11791">
                  <c:v>0.15448526619838851</c:v>
                </c:pt>
                <c:pt idx="11792">
                  <c:v>0.15448857633460311</c:v>
                </c:pt>
                <c:pt idx="11793">
                  <c:v>0.15448977900962368</c:v>
                </c:pt>
                <c:pt idx="11794">
                  <c:v>0.15449231636201469</c:v>
                </c:pt>
                <c:pt idx="11795">
                  <c:v>0.15449362380892021</c:v>
                </c:pt>
                <c:pt idx="11796">
                  <c:v>0.1544938757506891</c:v>
                </c:pt>
                <c:pt idx="11797">
                  <c:v>0.15449429475786053</c:v>
                </c:pt>
                <c:pt idx="11798">
                  <c:v>0.15450948674894488</c:v>
                </c:pt>
                <c:pt idx="11799">
                  <c:v>0.15451493139920519</c:v>
                </c:pt>
                <c:pt idx="11800">
                  <c:v>0.1545240679583989</c:v>
                </c:pt>
                <c:pt idx="11801">
                  <c:v>0.15452697920413405</c:v>
                </c:pt>
                <c:pt idx="11802">
                  <c:v>0.15453152321692357</c:v>
                </c:pt>
                <c:pt idx="11803">
                  <c:v>0.15453943108443413</c:v>
                </c:pt>
                <c:pt idx="11804">
                  <c:v>0.15454214591624085</c:v>
                </c:pt>
                <c:pt idx="11805">
                  <c:v>0.15456811135940374</c:v>
                </c:pt>
                <c:pt idx="11806">
                  <c:v>0.15459753709851992</c:v>
                </c:pt>
                <c:pt idx="11807">
                  <c:v>0.15460159472347912</c:v>
                </c:pt>
                <c:pt idx="11808">
                  <c:v>0.15464862876287319</c:v>
                </c:pt>
                <c:pt idx="11809">
                  <c:v>0.15465208792275076</c:v>
                </c:pt>
                <c:pt idx="11810">
                  <c:v>0.15465980667503115</c:v>
                </c:pt>
                <c:pt idx="11811">
                  <c:v>0.15468562472501673</c:v>
                </c:pt>
                <c:pt idx="11812">
                  <c:v>0.15469637762040539</c:v>
                </c:pt>
                <c:pt idx="11813">
                  <c:v>0.15470535021885179</c:v>
                </c:pt>
                <c:pt idx="11814">
                  <c:v>0.15471046283597409</c:v>
                </c:pt>
                <c:pt idx="11815">
                  <c:v>0.1547351788115183</c:v>
                </c:pt>
                <c:pt idx="11816">
                  <c:v>0.15475520833779974</c:v>
                </c:pt>
                <c:pt idx="11817">
                  <c:v>0.1547583538107736</c:v>
                </c:pt>
                <c:pt idx="11818">
                  <c:v>0.15476503069640288</c:v>
                </c:pt>
                <c:pt idx="11819">
                  <c:v>0.15478225365296336</c:v>
                </c:pt>
                <c:pt idx="11820">
                  <c:v>0.15479785375992938</c:v>
                </c:pt>
                <c:pt idx="11821">
                  <c:v>0.15481514662155293</c:v>
                </c:pt>
                <c:pt idx="11822">
                  <c:v>0.15483230554169466</c:v>
                </c:pt>
                <c:pt idx="11823">
                  <c:v>0.15486926067926476</c:v>
                </c:pt>
                <c:pt idx="11824">
                  <c:v>0.15487511522049235</c:v>
                </c:pt>
                <c:pt idx="11825">
                  <c:v>0.15490058054548583</c:v>
                </c:pt>
                <c:pt idx="11826">
                  <c:v>0.15492551081536476</c:v>
                </c:pt>
                <c:pt idx="11827">
                  <c:v>0.15493246877296232</c:v>
                </c:pt>
                <c:pt idx="11828">
                  <c:v>0.15494503093233172</c:v>
                </c:pt>
                <c:pt idx="11829">
                  <c:v>0.15496842011381159</c:v>
                </c:pt>
                <c:pt idx="11830">
                  <c:v>0.15498217997751898</c:v>
                </c:pt>
                <c:pt idx="11831">
                  <c:v>0.15500424860967085</c:v>
                </c:pt>
                <c:pt idx="11832">
                  <c:v>0.15503905473258636</c:v>
                </c:pt>
                <c:pt idx="11833">
                  <c:v>0.15505629638340812</c:v>
                </c:pt>
                <c:pt idx="11834">
                  <c:v>0.15507276081483276</c:v>
                </c:pt>
                <c:pt idx="11835">
                  <c:v>0.15507753126156296</c:v>
                </c:pt>
                <c:pt idx="11836">
                  <c:v>0.15509112363887637</c:v>
                </c:pt>
                <c:pt idx="11837">
                  <c:v>0.15511038514849793</c:v>
                </c:pt>
                <c:pt idx="11838">
                  <c:v>0.15511618811888758</c:v>
                </c:pt>
                <c:pt idx="11839">
                  <c:v>0.15512693584555348</c:v>
                </c:pt>
                <c:pt idx="11840">
                  <c:v>0.15512820622440723</c:v>
                </c:pt>
                <c:pt idx="11841">
                  <c:v>0.15516189092607408</c:v>
                </c:pt>
                <c:pt idx="11842">
                  <c:v>0.15516484747470816</c:v>
                </c:pt>
                <c:pt idx="11843">
                  <c:v>0.15517616757183689</c:v>
                </c:pt>
                <c:pt idx="11844">
                  <c:v>0.15521619358686062</c:v>
                </c:pt>
                <c:pt idx="11845">
                  <c:v>0.15521929217389657</c:v>
                </c:pt>
                <c:pt idx="11846">
                  <c:v>0.15522298175498339</c:v>
                </c:pt>
                <c:pt idx="11847">
                  <c:v>0.1552305720375616</c:v>
                </c:pt>
                <c:pt idx="11848">
                  <c:v>0.15523692430375177</c:v>
                </c:pt>
                <c:pt idx="11849">
                  <c:v>0.15524576282507699</c:v>
                </c:pt>
                <c:pt idx="11850">
                  <c:v>0.155248829872323</c:v>
                </c:pt>
                <c:pt idx="11851">
                  <c:v>0.15525107689398535</c:v>
                </c:pt>
                <c:pt idx="11852">
                  <c:v>0.15526242993391645</c:v>
                </c:pt>
                <c:pt idx="11853">
                  <c:v>0.15526743157005152</c:v>
                </c:pt>
                <c:pt idx="11854">
                  <c:v>0.15529591531550865</c:v>
                </c:pt>
                <c:pt idx="11855">
                  <c:v>0.15530195431789287</c:v>
                </c:pt>
                <c:pt idx="11856">
                  <c:v>0.15530720984449473</c:v>
                </c:pt>
                <c:pt idx="11857">
                  <c:v>0.1553088887286507</c:v>
                </c:pt>
                <c:pt idx="11858">
                  <c:v>0.15530916269720246</c:v>
                </c:pt>
                <c:pt idx="11859">
                  <c:v>0.15532667706373937</c:v>
                </c:pt>
                <c:pt idx="11860">
                  <c:v>0.15532862273748865</c:v>
                </c:pt>
                <c:pt idx="11861">
                  <c:v>0.1553310640378936</c:v>
                </c:pt>
                <c:pt idx="11862">
                  <c:v>0.15533832898901401</c:v>
                </c:pt>
                <c:pt idx="11863">
                  <c:v>0.15534238265626785</c:v>
                </c:pt>
                <c:pt idx="11864">
                  <c:v>0.15534785511307694</c:v>
                </c:pt>
                <c:pt idx="11865">
                  <c:v>0.15535838486563303</c:v>
                </c:pt>
                <c:pt idx="11866">
                  <c:v>0.1553616051476619</c:v>
                </c:pt>
                <c:pt idx="11867">
                  <c:v>0.1553705347495826</c:v>
                </c:pt>
                <c:pt idx="11868">
                  <c:v>0.15538502099788543</c:v>
                </c:pt>
                <c:pt idx="11869">
                  <c:v>0.15539243609880515</c:v>
                </c:pt>
                <c:pt idx="11870">
                  <c:v>0.15542405399508108</c:v>
                </c:pt>
                <c:pt idx="11871">
                  <c:v>0.15542715935000337</c:v>
                </c:pt>
                <c:pt idx="11872">
                  <c:v>0.15544355093468681</c:v>
                </c:pt>
                <c:pt idx="11873">
                  <c:v>0.15544398672334137</c:v>
                </c:pt>
                <c:pt idx="11874">
                  <c:v>0.15545373268530202</c:v>
                </c:pt>
                <c:pt idx="11875">
                  <c:v>0.15547307710166752</c:v>
                </c:pt>
                <c:pt idx="11876">
                  <c:v>0.15547926390924952</c:v>
                </c:pt>
                <c:pt idx="11877">
                  <c:v>0.1554856157074436</c:v>
                </c:pt>
                <c:pt idx="11878">
                  <c:v>0.15549311803108354</c:v>
                </c:pt>
                <c:pt idx="11879">
                  <c:v>0.15549830876055515</c:v>
                </c:pt>
                <c:pt idx="11880">
                  <c:v>0.15550817396469971</c:v>
                </c:pt>
                <c:pt idx="11881">
                  <c:v>0.15552261204605433</c:v>
                </c:pt>
                <c:pt idx="11882">
                  <c:v>0.15552669206677089</c:v>
                </c:pt>
                <c:pt idx="11883">
                  <c:v>0.15556425395596038</c:v>
                </c:pt>
                <c:pt idx="11884">
                  <c:v>0.15557839893021194</c:v>
                </c:pt>
                <c:pt idx="11885">
                  <c:v>0.15562819353518628</c:v>
                </c:pt>
                <c:pt idx="11886">
                  <c:v>0.15563459883809866</c:v>
                </c:pt>
                <c:pt idx="11887">
                  <c:v>0.15564731748935018</c:v>
                </c:pt>
                <c:pt idx="11888">
                  <c:v>0.15565686123347364</c:v>
                </c:pt>
                <c:pt idx="11889">
                  <c:v>0.15567026821645819</c:v>
                </c:pt>
                <c:pt idx="11890">
                  <c:v>0.1556959833325193</c:v>
                </c:pt>
                <c:pt idx="11891">
                  <c:v>0.15570846563283797</c:v>
                </c:pt>
                <c:pt idx="11892">
                  <c:v>0.15571106984702057</c:v>
                </c:pt>
                <c:pt idx="11893">
                  <c:v>0.15571426842820954</c:v>
                </c:pt>
                <c:pt idx="11894">
                  <c:v>0.15574109300472902</c:v>
                </c:pt>
                <c:pt idx="11895">
                  <c:v>0.1557419104619974</c:v>
                </c:pt>
                <c:pt idx="11896">
                  <c:v>0.15575439957603177</c:v>
                </c:pt>
                <c:pt idx="11897">
                  <c:v>0.15576396599809719</c:v>
                </c:pt>
                <c:pt idx="11898">
                  <c:v>0.15576681677808651</c:v>
                </c:pt>
                <c:pt idx="11899">
                  <c:v>0.15577918701624752</c:v>
                </c:pt>
                <c:pt idx="11900">
                  <c:v>0.1557971481340574</c:v>
                </c:pt>
                <c:pt idx="11901">
                  <c:v>0.15580025256890709</c:v>
                </c:pt>
                <c:pt idx="11902">
                  <c:v>0.1558068737923286</c:v>
                </c:pt>
                <c:pt idx="11903">
                  <c:v>0.15581154400510439</c:v>
                </c:pt>
                <c:pt idx="11904">
                  <c:v>0.15583366088632222</c:v>
                </c:pt>
                <c:pt idx="11905">
                  <c:v>0.1558360139464357</c:v>
                </c:pt>
                <c:pt idx="11906">
                  <c:v>0.15584278367704929</c:v>
                </c:pt>
                <c:pt idx="11907">
                  <c:v>0.15588627026884375</c:v>
                </c:pt>
                <c:pt idx="11908">
                  <c:v>0.15589100035650505</c:v>
                </c:pt>
                <c:pt idx="11909">
                  <c:v>0.15590931023113583</c:v>
                </c:pt>
                <c:pt idx="11910">
                  <c:v>0.15594887549496392</c:v>
                </c:pt>
                <c:pt idx="11911">
                  <c:v>0.15595525135933019</c:v>
                </c:pt>
                <c:pt idx="11912">
                  <c:v>0.15595694311902905</c:v>
                </c:pt>
                <c:pt idx="11913">
                  <c:v>0.15595700306606031</c:v>
                </c:pt>
                <c:pt idx="11914">
                  <c:v>0.15595861764620683</c:v>
                </c:pt>
                <c:pt idx="11915">
                  <c:v>0.15596320646471321</c:v>
                </c:pt>
                <c:pt idx="11916">
                  <c:v>0.15596373357741661</c:v>
                </c:pt>
                <c:pt idx="11917">
                  <c:v>0.15598886315878988</c:v>
                </c:pt>
                <c:pt idx="11918">
                  <c:v>0.15599854492896306</c:v>
                </c:pt>
                <c:pt idx="11919">
                  <c:v>0.1560188279807142</c:v>
                </c:pt>
                <c:pt idx="11920">
                  <c:v>0.15601948064027182</c:v>
                </c:pt>
                <c:pt idx="11921">
                  <c:v>0.15602577266210543</c:v>
                </c:pt>
                <c:pt idx="11922">
                  <c:v>0.15602830248859378</c:v>
                </c:pt>
                <c:pt idx="11923">
                  <c:v>0.156033627432837</c:v>
                </c:pt>
                <c:pt idx="11924">
                  <c:v>0.15603650470943717</c:v>
                </c:pt>
                <c:pt idx="11925">
                  <c:v>0.15604463950623845</c:v>
                </c:pt>
                <c:pt idx="11926">
                  <c:v>0.15606520122655734</c:v>
                </c:pt>
                <c:pt idx="11927">
                  <c:v>0.15607787874689302</c:v>
                </c:pt>
                <c:pt idx="11928">
                  <c:v>0.15610175148115943</c:v>
                </c:pt>
                <c:pt idx="11929">
                  <c:v>0.15611242356722455</c:v>
                </c:pt>
                <c:pt idx="11930">
                  <c:v>0.15611651445007865</c:v>
                </c:pt>
                <c:pt idx="11931">
                  <c:v>0.15611658009437476</c:v>
                </c:pt>
                <c:pt idx="11932">
                  <c:v>0.15614590415073409</c:v>
                </c:pt>
                <c:pt idx="11933">
                  <c:v>0.15614797971090111</c:v>
                </c:pt>
                <c:pt idx="11934">
                  <c:v>0.15615528513598753</c:v>
                </c:pt>
                <c:pt idx="11935">
                  <c:v>0.15617932051058975</c:v>
                </c:pt>
                <c:pt idx="11936">
                  <c:v>0.15622384535161846</c:v>
                </c:pt>
                <c:pt idx="11937">
                  <c:v>0.15626317182799673</c:v>
                </c:pt>
                <c:pt idx="11938">
                  <c:v>0.15627222849886843</c:v>
                </c:pt>
                <c:pt idx="11939">
                  <c:v>0.15629349221682218</c:v>
                </c:pt>
                <c:pt idx="11940">
                  <c:v>0.15630137521657908</c:v>
                </c:pt>
                <c:pt idx="11941">
                  <c:v>0.15630337122380536</c:v>
                </c:pt>
                <c:pt idx="11942">
                  <c:v>0.15632525437534511</c:v>
                </c:pt>
                <c:pt idx="11943">
                  <c:v>0.15633056599260739</c:v>
                </c:pt>
                <c:pt idx="11944">
                  <c:v>0.15633093716321558</c:v>
                </c:pt>
                <c:pt idx="11945">
                  <c:v>0.15633556218893865</c:v>
                </c:pt>
                <c:pt idx="11946">
                  <c:v>0.15634107566713859</c:v>
                </c:pt>
                <c:pt idx="11947">
                  <c:v>0.15634393134137048</c:v>
                </c:pt>
                <c:pt idx="11948">
                  <c:v>0.15635507143509025</c:v>
                </c:pt>
                <c:pt idx="11949">
                  <c:v>0.15637358029122558</c:v>
                </c:pt>
                <c:pt idx="11950">
                  <c:v>0.15638470001180743</c:v>
                </c:pt>
                <c:pt idx="11951">
                  <c:v>0.15639164280411413</c:v>
                </c:pt>
                <c:pt idx="11952">
                  <c:v>0.15644242886929491</c:v>
                </c:pt>
                <c:pt idx="11953">
                  <c:v>0.15644732039079864</c:v>
                </c:pt>
                <c:pt idx="11954">
                  <c:v>0.15646901454863468</c:v>
                </c:pt>
                <c:pt idx="11955">
                  <c:v>0.15646901832913088</c:v>
                </c:pt>
                <c:pt idx="11956">
                  <c:v>0.15647027755166429</c:v>
                </c:pt>
                <c:pt idx="11957">
                  <c:v>0.15647674888930529</c:v>
                </c:pt>
                <c:pt idx="11958">
                  <c:v>0.15649569319806636</c:v>
                </c:pt>
                <c:pt idx="11959">
                  <c:v>0.15650192895987017</c:v>
                </c:pt>
                <c:pt idx="11960">
                  <c:v>0.15650394058051453</c:v>
                </c:pt>
                <c:pt idx="11961">
                  <c:v>0.15652680924081397</c:v>
                </c:pt>
                <c:pt idx="11962">
                  <c:v>0.15652751209931651</c:v>
                </c:pt>
                <c:pt idx="11963">
                  <c:v>0.15653549106802936</c:v>
                </c:pt>
                <c:pt idx="11964">
                  <c:v>0.15654817687192804</c:v>
                </c:pt>
                <c:pt idx="11965">
                  <c:v>0.15655154697578577</c:v>
                </c:pt>
                <c:pt idx="11966">
                  <c:v>0.15655501718177822</c:v>
                </c:pt>
                <c:pt idx="11967">
                  <c:v>0.15659741877437722</c:v>
                </c:pt>
                <c:pt idx="11968">
                  <c:v>0.15659896646188159</c:v>
                </c:pt>
                <c:pt idx="11969">
                  <c:v>0.156609726022857</c:v>
                </c:pt>
                <c:pt idx="11970">
                  <c:v>0.15661205153670332</c:v>
                </c:pt>
                <c:pt idx="11971">
                  <c:v>0.15662966139762699</c:v>
                </c:pt>
                <c:pt idx="11972">
                  <c:v>0.15665383833198274</c:v>
                </c:pt>
                <c:pt idx="11973">
                  <c:v>0.15665861063147535</c:v>
                </c:pt>
                <c:pt idx="11974">
                  <c:v>0.15666678268866291</c:v>
                </c:pt>
                <c:pt idx="11975">
                  <c:v>0.1566821778289206</c:v>
                </c:pt>
                <c:pt idx="11976">
                  <c:v>0.15670042448937149</c:v>
                </c:pt>
                <c:pt idx="11977">
                  <c:v>0.15670437043012755</c:v>
                </c:pt>
                <c:pt idx="11978">
                  <c:v>0.15672136186341376</c:v>
                </c:pt>
                <c:pt idx="11979">
                  <c:v>0.15673409532847074</c:v>
                </c:pt>
                <c:pt idx="11980">
                  <c:v>0.15673750867788666</c:v>
                </c:pt>
                <c:pt idx="11981">
                  <c:v>0.1567605920841561</c:v>
                </c:pt>
                <c:pt idx="11982">
                  <c:v>0.15677212052188874</c:v>
                </c:pt>
                <c:pt idx="11983">
                  <c:v>0.15678491188815977</c:v>
                </c:pt>
                <c:pt idx="11984">
                  <c:v>0.15680103462765427</c:v>
                </c:pt>
                <c:pt idx="11985">
                  <c:v>0.15680512330835619</c:v>
                </c:pt>
                <c:pt idx="11986">
                  <c:v>0.1568162090413327</c:v>
                </c:pt>
                <c:pt idx="11987">
                  <c:v>0.15681892534937894</c:v>
                </c:pt>
                <c:pt idx="11988">
                  <c:v>0.15682841335777464</c:v>
                </c:pt>
                <c:pt idx="11989">
                  <c:v>0.15683472548060265</c:v>
                </c:pt>
                <c:pt idx="11990">
                  <c:v>0.15685178175490497</c:v>
                </c:pt>
                <c:pt idx="11991">
                  <c:v>0.15687285755508482</c:v>
                </c:pt>
                <c:pt idx="11992">
                  <c:v>0.15689440837477647</c:v>
                </c:pt>
                <c:pt idx="11993">
                  <c:v>0.15690772992153729</c:v>
                </c:pt>
                <c:pt idx="11994">
                  <c:v>0.1569111064708362</c:v>
                </c:pt>
                <c:pt idx="11995">
                  <c:v>0.15696734525768546</c:v>
                </c:pt>
                <c:pt idx="11996">
                  <c:v>0.15697512438189778</c:v>
                </c:pt>
                <c:pt idx="11997">
                  <c:v>0.15697579623413757</c:v>
                </c:pt>
                <c:pt idx="11998">
                  <c:v>0.15698590916300154</c:v>
                </c:pt>
                <c:pt idx="11999">
                  <c:v>0.15700166275710498</c:v>
                </c:pt>
                <c:pt idx="12000">
                  <c:v>0.1570093725068033</c:v>
                </c:pt>
                <c:pt idx="12001">
                  <c:v>0.15702550300532409</c:v>
                </c:pt>
                <c:pt idx="12002">
                  <c:v>0.1570280759786204</c:v>
                </c:pt>
                <c:pt idx="12003">
                  <c:v>0.15703934931723207</c:v>
                </c:pt>
                <c:pt idx="12004">
                  <c:v>0.15706061467400587</c:v>
                </c:pt>
                <c:pt idx="12005">
                  <c:v>0.15706601800574288</c:v>
                </c:pt>
                <c:pt idx="12006">
                  <c:v>0.15706849023673686</c:v>
                </c:pt>
                <c:pt idx="12007">
                  <c:v>0.15707151961917379</c:v>
                </c:pt>
                <c:pt idx="12008">
                  <c:v>0.15711355552936607</c:v>
                </c:pt>
                <c:pt idx="12009">
                  <c:v>0.15712514315437537</c:v>
                </c:pt>
                <c:pt idx="12010">
                  <c:v>0.15713962150378702</c:v>
                </c:pt>
                <c:pt idx="12011">
                  <c:v>0.15714191857871132</c:v>
                </c:pt>
                <c:pt idx="12012">
                  <c:v>0.15714841520771228</c:v>
                </c:pt>
                <c:pt idx="12013">
                  <c:v>0.15714953507737364</c:v>
                </c:pt>
                <c:pt idx="12014">
                  <c:v>0.15719109087911606</c:v>
                </c:pt>
                <c:pt idx="12015">
                  <c:v>0.15719370869640989</c:v>
                </c:pt>
                <c:pt idx="12016">
                  <c:v>0.15719544152443696</c:v>
                </c:pt>
                <c:pt idx="12017">
                  <c:v>0.15720295070896662</c:v>
                </c:pt>
                <c:pt idx="12018">
                  <c:v>0.1572156458853215</c:v>
                </c:pt>
                <c:pt idx="12019">
                  <c:v>0.15724199079777323</c:v>
                </c:pt>
                <c:pt idx="12020">
                  <c:v>0.15724787097407217</c:v>
                </c:pt>
                <c:pt idx="12021">
                  <c:v>0.15727420504417489</c:v>
                </c:pt>
                <c:pt idx="12022">
                  <c:v>0.15728903561651431</c:v>
                </c:pt>
                <c:pt idx="12023">
                  <c:v>0.15729345604619249</c:v>
                </c:pt>
                <c:pt idx="12024">
                  <c:v>0.15731808944268738</c:v>
                </c:pt>
                <c:pt idx="12025">
                  <c:v>0.15732253165680379</c:v>
                </c:pt>
                <c:pt idx="12026">
                  <c:v>0.157334273314543</c:v>
                </c:pt>
                <c:pt idx="12027">
                  <c:v>0.15734136814870128</c:v>
                </c:pt>
                <c:pt idx="12028">
                  <c:v>0.15734474935894818</c:v>
                </c:pt>
                <c:pt idx="12029">
                  <c:v>0.15735080607670382</c:v>
                </c:pt>
                <c:pt idx="12030">
                  <c:v>0.15735932817457715</c:v>
                </c:pt>
                <c:pt idx="12031">
                  <c:v>0.15735992628291201</c:v>
                </c:pt>
                <c:pt idx="12032">
                  <c:v>0.15740263938791862</c:v>
                </c:pt>
                <c:pt idx="12033">
                  <c:v>0.15740537047778957</c:v>
                </c:pt>
                <c:pt idx="12034">
                  <c:v>0.15741445275712357</c:v>
                </c:pt>
                <c:pt idx="12035">
                  <c:v>0.15742216666709408</c:v>
                </c:pt>
                <c:pt idx="12036">
                  <c:v>0.15743861266075504</c:v>
                </c:pt>
                <c:pt idx="12037">
                  <c:v>0.15744920367335546</c:v>
                </c:pt>
                <c:pt idx="12038">
                  <c:v>0.15745458580142116</c:v>
                </c:pt>
                <c:pt idx="12039">
                  <c:v>0.15745866530674985</c:v>
                </c:pt>
                <c:pt idx="12040">
                  <c:v>0.15746509129630024</c:v>
                </c:pt>
                <c:pt idx="12041">
                  <c:v>0.1574673022924471</c:v>
                </c:pt>
                <c:pt idx="12042">
                  <c:v>0.15747838137518766</c:v>
                </c:pt>
                <c:pt idx="12043">
                  <c:v>0.15751864154234604</c:v>
                </c:pt>
                <c:pt idx="12044">
                  <c:v>0.1575205960381251</c:v>
                </c:pt>
                <c:pt idx="12045">
                  <c:v>0.15752911562804367</c:v>
                </c:pt>
                <c:pt idx="12046">
                  <c:v>0.15753361387299303</c:v>
                </c:pt>
                <c:pt idx="12047">
                  <c:v>0.15753734740903985</c:v>
                </c:pt>
                <c:pt idx="12048">
                  <c:v>0.15754129864698932</c:v>
                </c:pt>
                <c:pt idx="12049">
                  <c:v>0.15754887866874939</c:v>
                </c:pt>
                <c:pt idx="12050">
                  <c:v>0.15755569856600724</c:v>
                </c:pt>
                <c:pt idx="12051">
                  <c:v>0.15755765704779651</c:v>
                </c:pt>
                <c:pt idx="12052">
                  <c:v>0.15757075581606267</c:v>
                </c:pt>
                <c:pt idx="12053">
                  <c:v>0.15757763594373</c:v>
                </c:pt>
                <c:pt idx="12054">
                  <c:v>0.15757810918612439</c:v>
                </c:pt>
                <c:pt idx="12055">
                  <c:v>0.15759043292196359</c:v>
                </c:pt>
                <c:pt idx="12056">
                  <c:v>0.15759376971361133</c:v>
                </c:pt>
                <c:pt idx="12057">
                  <c:v>0.15759851606597702</c:v>
                </c:pt>
                <c:pt idx="12058">
                  <c:v>0.15763082543112172</c:v>
                </c:pt>
                <c:pt idx="12059">
                  <c:v>0.15764519400972066</c:v>
                </c:pt>
                <c:pt idx="12060">
                  <c:v>0.15765116245603586</c:v>
                </c:pt>
                <c:pt idx="12061">
                  <c:v>0.1576513339415869</c:v>
                </c:pt>
                <c:pt idx="12062">
                  <c:v>0.15765793516550067</c:v>
                </c:pt>
                <c:pt idx="12063">
                  <c:v>0.15767060959124732</c:v>
                </c:pt>
                <c:pt idx="12064">
                  <c:v>0.15767380399653882</c:v>
                </c:pt>
                <c:pt idx="12065">
                  <c:v>0.15767467196722587</c:v>
                </c:pt>
                <c:pt idx="12066">
                  <c:v>0.15768942470896247</c:v>
                </c:pt>
                <c:pt idx="12067">
                  <c:v>0.15770365574282094</c:v>
                </c:pt>
                <c:pt idx="12068">
                  <c:v>0.15770501508215223</c:v>
                </c:pt>
                <c:pt idx="12069">
                  <c:v>0.15772249462017388</c:v>
                </c:pt>
                <c:pt idx="12070">
                  <c:v>0.15775117213640605</c:v>
                </c:pt>
                <c:pt idx="12071">
                  <c:v>0.15775142625828148</c:v>
                </c:pt>
                <c:pt idx="12072">
                  <c:v>0.15775642076545907</c:v>
                </c:pt>
                <c:pt idx="12073">
                  <c:v>0.157756801734975</c:v>
                </c:pt>
                <c:pt idx="12074">
                  <c:v>0.15775920990724476</c:v>
                </c:pt>
                <c:pt idx="12075">
                  <c:v>0.15777066520422875</c:v>
                </c:pt>
                <c:pt idx="12076">
                  <c:v>0.15779042131970591</c:v>
                </c:pt>
                <c:pt idx="12077">
                  <c:v>0.1578020641727341</c:v>
                </c:pt>
                <c:pt idx="12078">
                  <c:v>0.15780514525979356</c:v>
                </c:pt>
                <c:pt idx="12079">
                  <c:v>0.15782087213539436</c:v>
                </c:pt>
                <c:pt idx="12080">
                  <c:v>0.15782144311643057</c:v>
                </c:pt>
                <c:pt idx="12081">
                  <c:v>0.1578410582943498</c:v>
                </c:pt>
                <c:pt idx="12082">
                  <c:v>0.15787666385596771</c:v>
                </c:pt>
                <c:pt idx="12083">
                  <c:v>0.15789892798622709</c:v>
                </c:pt>
                <c:pt idx="12084">
                  <c:v>0.15792042166428033</c:v>
                </c:pt>
                <c:pt idx="12085">
                  <c:v>0.15792274739533627</c:v>
                </c:pt>
                <c:pt idx="12086">
                  <c:v>0.15792304864200266</c:v>
                </c:pt>
                <c:pt idx="12087">
                  <c:v>0.15794215412839802</c:v>
                </c:pt>
                <c:pt idx="12088">
                  <c:v>0.15794489328940023</c:v>
                </c:pt>
                <c:pt idx="12089">
                  <c:v>0.15794520707150933</c:v>
                </c:pt>
                <c:pt idx="12090">
                  <c:v>0.15795086726991919</c:v>
                </c:pt>
                <c:pt idx="12091">
                  <c:v>0.15795754516294236</c:v>
                </c:pt>
                <c:pt idx="12092">
                  <c:v>0.15796111283852848</c:v>
                </c:pt>
                <c:pt idx="12093">
                  <c:v>0.15796211657790035</c:v>
                </c:pt>
                <c:pt idx="12094">
                  <c:v>0.15796257113668746</c:v>
                </c:pt>
                <c:pt idx="12095">
                  <c:v>0.15796424939121037</c:v>
                </c:pt>
                <c:pt idx="12096">
                  <c:v>0.15797027606395017</c:v>
                </c:pt>
                <c:pt idx="12097">
                  <c:v>0.15799206377857303</c:v>
                </c:pt>
                <c:pt idx="12098">
                  <c:v>0.15799522935519666</c:v>
                </c:pt>
                <c:pt idx="12099">
                  <c:v>0.15800470057458679</c:v>
                </c:pt>
                <c:pt idx="12100">
                  <c:v>0.15802466895217152</c:v>
                </c:pt>
                <c:pt idx="12101">
                  <c:v>0.15803002316691209</c:v>
                </c:pt>
                <c:pt idx="12102">
                  <c:v>0.15803508534237032</c:v>
                </c:pt>
                <c:pt idx="12103">
                  <c:v>0.15804266464968095</c:v>
                </c:pt>
                <c:pt idx="12104">
                  <c:v>0.15805369280908524</c:v>
                </c:pt>
                <c:pt idx="12105">
                  <c:v>0.15805476722123482</c:v>
                </c:pt>
                <c:pt idx="12106">
                  <c:v>0.15806529222045151</c:v>
                </c:pt>
                <c:pt idx="12107">
                  <c:v>0.15807265391684028</c:v>
                </c:pt>
                <c:pt idx="12108">
                  <c:v>0.15807336485742615</c:v>
                </c:pt>
                <c:pt idx="12109">
                  <c:v>0.15812869667282428</c:v>
                </c:pt>
                <c:pt idx="12110">
                  <c:v>0.15813416234945954</c:v>
                </c:pt>
                <c:pt idx="12111">
                  <c:v>0.15814605394064699</c:v>
                </c:pt>
                <c:pt idx="12112">
                  <c:v>0.15815660616748567</c:v>
                </c:pt>
                <c:pt idx="12113">
                  <c:v>0.15818236480542294</c:v>
                </c:pt>
                <c:pt idx="12114">
                  <c:v>0.15819036783591425</c:v>
                </c:pt>
                <c:pt idx="12115">
                  <c:v>0.15820989421951362</c:v>
                </c:pt>
                <c:pt idx="12116">
                  <c:v>0.15823202786968688</c:v>
                </c:pt>
                <c:pt idx="12117">
                  <c:v>0.15824364406092273</c:v>
                </c:pt>
                <c:pt idx="12118">
                  <c:v>0.15824587336147128</c:v>
                </c:pt>
                <c:pt idx="12119">
                  <c:v>0.15824679504545794</c:v>
                </c:pt>
                <c:pt idx="12120">
                  <c:v>0.15825650113142364</c:v>
                </c:pt>
                <c:pt idx="12121">
                  <c:v>0.15825971243823503</c:v>
                </c:pt>
                <c:pt idx="12122">
                  <c:v>0.15826579929286794</c:v>
                </c:pt>
                <c:pt idx="12123">
                  <c:v>0.15828163986637123</c:v>
                </c:pt>
                <c:pt idx="12124">
                  <c:v>0.15829669044420253</c:v>
                </c:pt>
                <c:pt idx="12125">
                  <c:v>0.1583021828559627</c:v>
                </c:pt>
                <c:pt idx="12126">
                  <c:v>0.15838613694406098</c:v>
                </c:pt>
                <c:pt idx="12127">
                  <c:v>0.15838737637267819</c:v>
                </c:pt>
                <c:pt idx="12128">
                  <c:v>0.15840567058535107</c:v>
                </c:pt>
                <c:pt idx="12129">
                  <c:v>0.15840628085106859</c:v>
                </c:pt>
                <c:pt idx="12130">
                  <c:v>0.15840855871696832</c:v>
                </c:pt>
                <c:pt idx="12131">
                  <c:v>0.15841810466902562</c:v>
                </c:pt>
                <c:pt idx="12132">
                  <c:v>0.1584359866684964</c:v>
                </c:pt>
                <c:pt idx="12133">
                  <c:v>0.15843725334631895</c:v>
                </c:pt>
                <c:pt idx="12134">
                  <c:v>0.15847632277878793</c:v>
                </c:pt>
                <c:pt idx="12135">
                  <c:v>0.15847967366501586</c:v>
                </c:pt>
                <c:pt idx="12136">
                  <c:v>0.15848521546528446</c:v>
                </c:pt>
                <c:pt idx="12137">
                  <c:v>0.15848737022272733</c:v>
                </c:pt>
                <c:pt idx="12138">
                  <c:v>0.15848808388693381</c:v>
                </c:pt>
                <c:pt idx="12139">
                  <c:v>0.15851347454740489</c:v>
                </c:pt>
                <c:pt idx="12140">
                  <c:v>0.15853536505256977</c:v>
                </c:pt>
                <c:pt idx="12141">
                  <c:v>0.15853580627198102</c:v>
                </c:pt>
                <c:pt idx="12142">
                  <c:v>0.15853612835708655</c:v>
                </c:pt>
                <c:pt idx="12143">
                  <c:v>0.15853745999341834</c:v>
                </c:pt>
                <c:pt idx="12144">
                  <c:v>0.15853782413044074</c:v>
                </c:pt>
                <c:pt idx="12145">
                  <c:v>0.15856738825630085</c:v>
                </c:pt>
                <c:pt idx="12146">
                  <c:v>0.15856905010348976</c:v>
                </c:pt>
                <c:pt idx="12147">
                  <c:v>0.15857131286705078</c:v>
                </c:pt>
                <c:pt idx="12148">
                  <c:v>0.1585725276106833</c:v>
                </c:pt>
                <c:pt idx="12149">
                  <c:v>0.1585905653040332</c:v>
                </c:pt>
                <c:pt idx="12150">
                  <c:v>0.15859599228253954</c:v>
                </c:pt>
                <c:pt idx="12151">
                  <c:v>0.1586118862322814</c:v>
                </c:pt>
                <c:pt idx="12152">
                  <c:v>0.15861844902948621</c:v>
                </c:pt>
                <c:pt idx="12153">
                  <c:v>0.15863914657701844</c:v>
                </c:pt>
                <c:pt idx="12154">
                  <c:v>0.15864040827185596</c:v>
                </c:pt>
                <c:pt idx="12155">
                  <c:v>0.15867525031109281</c:v>
                </c:pt>
                <c:pt idx="12156">
                  <c:v>0.15868051513754275</c:v>
                </c:pt>
                <c:pt idx="12157">
                  <c:v>0.158683936266894</c:v>
                </c:pt>
                <c:pt idx="12158">
                  <c:v>0.15870074222850977</c:v>
                </c:pt>
                <c:pt idx="12159">
                  <c:v>0.15870801214229918</c:v>
                </c:pt>
                <c:pt idx="12160">
                  <c:v>0.15874957271802911</c:v>
                </c:pt>
                <c:pt idx="12161">
                  <c:v>0.15881949062197551</c:v>
                </c:pt>
                <c:pt idx="12162">
                  <c:v>0.15881985951860944</c:v>
                </c:pt>
                <c:pt idx="12163">
                  <c:v>0.15882012019904987</c:v>
                </c:pt>
                <c:pt idx="12164">
                  <c:v>0.15883013115529265</c:v>
                </c:pt>
                <c:pt idx="12165">
                  <c:v>0.15885658244144862</c:v>
                </c:pt>
                <c:pt idx="12166">
                  <c:v>0.15886368078063709</c:v>
                </c:pt>
                <c:pt idx="12167">
                  <c:v>0.15890740867595984</c:v>
                </c:pt>
                <c:pt idx="12168">
                  <c:v>0.15892498888509757</c:v>
                </c:pt>
                <c:pt idx="12169">
                  <c:v>0.15893424151559077</c:v>
                </c:pt>
                <c:pt idx="12170">
                  <c:v>0.15893526852999076</c:v>
                </c:pt>
                <c:pt idx="12171">
                  <c:v>0.15894686385674955</c:v>
                </c:pt>
                <c:pt idx="12172">
                  <c:v>0.1589673368849828</c:v>
                </c:pt>
                <c:pt idx="12173">
                  <c:v>0.15899085349994879</c:v>
                </c:pt>
                <c:pt idx="12174">
                  <c:v>0.15902171969916598</c:v>
                </c:pt>
                <c:pt idx="12175">
                  <c:v>0.15902307568040547</c:v>
                </c:pt>
                <c:pt idx="12176">
                  <c:v>0.15903007494464519</c:v>
                </c:pt>
                <c:pt idx="12177">
                  <c:v>0.15905128314763065</c:v>
                </c:pt>
                <c:pt idx="12178">
                  <c:v>0.15906929541930481</c:v>
                </c:pt>
                <c:pt idx="12179">
                  <c:v>0.15907600515759557</c:v>
                </c:pt>
                <c:pt idx="12180">
                  <c:v>0.15909333483198596</c:v>
                </c:pt>
                <c:pt idx="12181">
                  <c:v>0.15912518573611334</c:v>
                </c:pt>
                <c:pt idx="12182">
                  <c:v>0.15914370120691793</c:v>
                </c:pt>
                <c:pt idx="12183">
                  <c:v>0.15915564894106762</c:v>
                </c:pt>
                <c:pt idx="12184">
                  <c:v>0.15915567982346376</c:v>
                </c:pt>
                <c:pt idx="12185">
                  <c:v>0.15916463180716986</c:v>
                </c:pt>
                <c:pt idx="12186">
                  <c:v>0.15917274352844674</c:v>
                </c:pt>
                <c:pt idx="12187">
                  <c:v>0.15917610096469759</c:v>
                </c:pt>
                <c:pt idx="12188">
                  <c:v>0.15919953573093265</c:v>
                </c:pt>
                <c:pt idx="12189">
                  <c:v>0.15922730221066195</c:v>
                </c:pt>
                <c:pt idx="12190">
                  <c:v>0.1592381651349869</c:v>
                </c:pt>
                <c:pt idx="12191">
                  <c:v>0.1592461085357651</c:v>
                </c:pt>
                <c:pt idx="12192">
                  <c:v>0.15927435941294227</c:v>
                </c:pt>
                <c:pt idx="12193">
                  <c:v>0.15928376400963179</c:v>
                </c:pt>
                <c:pt idx="12194">
                  <c:v>0.15928696010119894</c:v>
                </c:pt>
                <c:pt idx="12195">
                  <c:v>0.15929708158399231</c:v>
                </c:pt>
                <c:pt idx="12196">
                  <c:v>0.15930625855074823</c:v>
                </c:pt>
                <c:pt idx="12197">
                  <c:v>0.15930628097879854</c:v>
                </c:pt>
                <c:pt idx="12198">
                  <c:v>0.15931645373118472</c:v>
                </c:pt>
                <c:pt idx="12199">
                  <c:v>0.15933066628120973</c:v>
                </c:pt>
                <c:pt idx="12200">
                  <c:v>0.15933950988510365</c:v>
                </c:pt>
                <c:pt idx="12201">
                  <c:v>0.15934715970101954</c:v>
                </c:pt>
                <c:pt idx="12202">
                  <c:v>0.15936105068027429</c:v>
                </c:pt>
                <c:pt idx="12203">
                  <c:v>0.15936857782626837</c:v>
                </c:pt>
                <c:pt idx="12204">
                  <c:v>0.15937670895800726</c:v>
                </c:pt>
                <c:pt idx="12205">
                  <c:v>0.15937942310175998</c:v>
                </c:pt>
                <c:pt idx="12206">
                  <c:v>0.15938130959026478</c:v>
                </c:pt>
                <c:pt idx="12207">
                  <c:v>0.15938419601605294</c:v>
                </c:pt>
                <c:pt idx="12208">
                  <c:v>0.15938571636326634</c:v>
                </c:pt>
                <c:pt idx="12209">
                  <c:v>0.15939190808232478</c:v>
                </c:pt>
                <c:pt idx="12210">
                  <c:v>0.15942946318028325</c:v>
                </c:pt>
                <c:pt idx="12211">
                  <c:v>0.15943496694935591</c:v>
                </c:pt>
                <c:pt idx="12212">
                  <c:v>0.15943579535106273</c:v>
                </c:pt>
                <c:pt idx="12213">
                  <c:v>0.15944334020657655</c:v>
                </c:pt>
                <c:pt idx="12214">
                  <c:v>0.15947671563257543</c:v>
                </c:pt>
                <c:pt idx="12215">
                  <c:v>0.1594818493039564</c:v>
                </c:pt>
                <c:pt idx="12216">
                  <c:v>0.15949241173703826</c:v>
                </c:pt>
                <c:pt idx="12217">
                  <c:v>0.15950042821247207</c:v>
                </c:pt>
                <c:pt idx="12218">
                  <c:v>0.15952693947620156</c:v>
                </c:pt>
                <c:pt idx="12219">
                  <c:v>0.15952811335586614</c:v>
                </c:pt>
                <c:pt idx="12220">
                  <c:v>0.15956129347236434</c:v>
                </c:pt>
                <c:pt idx="12221">
                  <c:v>0.15956832342411528</c:v>
                </c:pt>
                <c:pt idx="12222">
                  <c:v>0.15961112128654648</c:v>
                </c:pt>
                <c:pt idx="12223">
                  <c:v>0.15961166180012204</c:v>
                </c:pt>
                <c:pt idx="12224">
                  <c:v>0.15961376727594548</c:v>
                </c:pt>
                <c:pt idx="12225">
                  <c:v>0.15963041368818262</c:v>
                </c:pt>
                <c:pt idx="12226">
                  <c:v>0.15963428949312949</c:v>
                </c:pt>
                <c:pt idx="12227">
                  <c:v>0.15965125244743178</c:v>
                </c:pt>
                <c:pt idx="12228">
                  <c:v>0.1596766684141796</c:v>
                </c:pt>
                <c:pt idx="12229">
                  <c:v>0.15967689388520007</c:v>
                </c:pt>
                <c:pt idx="12230">
                  <c:v>0.15968332906542201</c:v>
                </c:pt>
                <c:pt idx="12231">
                  <c:v>0.15970956049349261</c:v>
                </c:pt>
                <c:pt idx="12232">
                  <c:v>0.15971749726423429</c:v>
                </c:pt>
                <c:pt idx="12233">
                  <c:v>0.15971768078290113</c:v>
                </c:pt>
                <c:pt idx="12234">
                  <c:v>0.15972180744209286</c:v>
                </c:pt>
                <c:pt idx="12235">
                  <c:v>0.15974338178483</c:v>
                </c:pt>
                <c:pt idx="12236">
                  <c:v>0.15974903789383046</c:v>
                </c:pt>
                <c:pt idx="12237">
                  <c:v>0.15977148161710245</c:v>
                </c:pt>
                <c:pt idx="12238">
                  <c:v>0.15978380163132608</c:v>
                </c:pt>
                <c:pt idx="12239">
                  <c:v>0.15979480061645521</c:v>
                </c:pt>
                <c:pt idx="12240">
                  <c:v>0.15980830712010338</c:v>
                </c:pt>
                <c:pt idx="12241">
                  <c:v>0.15983491402506866</c:v>
                </c:pt>
                <c:pt idx="12242">
                  <c:v>0.15984366712635464</c:v>
                </c:pt>
                <c:pt idx="12243">
                  <c:v>0.15984762765412233</c:v>
                </c:pt>
                <c:pt idx="12244">
                  <c:v>0.15985328840877075</c:v>
                </c:pt>
                <c:pt idx="12245">
                  <c:v>0.15985346994442468</c:v>
                </c:pt>
                <c:pt idx="12246">
                  <c:v>0.15987146434713487</c:v>
                </c:pt>
                <c:pt idx="12247">
                  <c:v>0.15987241641218417</c:v>
                </c:pt>
                <c:pt idx="12248">
                  <c:v>0.15990526699849542</c:v>
                </c:pt>
                <c:pt idx="12249">
                  <c:v>0.15990766190100253</c:v>
                </c:pt>
                <c:pt idx="12250">
                  <c:v>0.15991179956507595</c:v>
                </c:pt>
                <c:pt idx="12251">
                  <c:v>0.15991836007365268</c:v>
                </c:pt>
                <c:pt idx="12252">
                  <c:v>0.15993233773186694</c:v>
                </c:pt>
                <c:pt idx="12253">
                  <c:v>0.15993783899426048</c:v>
                </c:pt>
                <c:pt idx="12254">
                  <c:v>0.1599512192195395</c:v>
                </c:pt>
                <c:pt idx="12255">
                  <c:v>0.15995663181922731</c:v>
                </c:pt>
                <c:pt idx="12256">
                  <c:v>0.15995927645273536</c:v>
                </c:pt>
                <c:pt idx="12257">
                  <c:v>0.15997268577390611</c:v>
                </c:pt>
                <c:pt idx="12258">
                  <c:v>0.15999508647025165</c:v>
                </c:pt>
                <c:pt idx="12259">
                  <c:v>0.16000657809747695</c:v>
                </c:pt>
                <c:pt idx="12260">
                  <c:v>0.16001075481632354</c:v>
                </c:pt>
                <c:pt idx="12261">
                  <c:v>0.16003679535187196</c:v>
                </c:pt>
                <c:pt idx="12262">
                  <c:v>0.16004470167022727</c:v>
                </c:pt>
                <c:pt idx="12263">
                  <c:v>0.16006485630726836</c:v>
                </c:pt>
                <c:pt idx="12264">
                  <c:v>0.1600744942515398</c:v>
                </c:pt>
                <c:pt idx="12265">
                  <c:v>0.16009492649665094</c:v>
                </c:pt>
                <c:pt idx="12266">
                  <c:v>0.16011693116624415</c:v>
                </c:pt>
                <c:pt idx="12267">
                  <c:v>0.16012157383222481</c:v>
                </c:pt>
                <c:pt idx="12268">
                  <c:v>0.16012362148841319</c:v>
                </c:pt>
                <c:pt idx="12269">
                  <c:v>0.16015374197861473</c:v>
                </c:pt>
                <c:pt idx="12270">
                  <c:v>0.16015776073767388</c:v>
                </c:pt>
                <c:pt idx="12271">
                  <c:v>0.16017223166739611</c:v>
                </c:pt>
                <c:pt idx="12272">
                  <c:v>0.16018132756308329</c:v>
                </c:pt>
                <c:pt idx="12273">
                  <c:v>0.16018726510749576</c:v>
                </c:pt>
                <c:pt idx="12274">
                  <c:v>0.16019237334800115</c:v>
                </c:pt>
                <c:pt idx="12275">
                  <c:v>0.16020164475205198</c:v>
                </c:pt>
                <c:pt idx="12276">
                  <c:v>0.16020713042770932</c:v>
                </c:pt>
                <c:pt idx="12277">
                  <c:v>0.16020730415165677</c:v>
                </c:pt>
                <c:pt idx="12278">
                  <c:v>0.16021285511666392</c:v>
                </c:pt>
                <c:pt idx="12279">
                  <c:v>0.16021322339857125</c:v>
                </c:pt>
                <c:pt idx="12280">
                  <c:v>0.16021624247723909</c:v>
                </c:pt>
                <c:pt idx="12281">
                  <c:v>0.16022880442571558</c:v>
                </c:pt>
                <c:pt idx="12282">
                  <c:v>0.16023626323714998</c:v>
                </c:pt>
                <c:pt idx="12283">
                  <c:v>0.16024600645643822</c:v>
                </c:pt>
                <c:pt idx="12284">
                  <c:v>0.16024879806184295</c:v>
                </c:pt>
                <c:pt idx="12285">
                  <c:v>0.16025227549594745</c:v>
                </c:pt>
                <c:pt idx="12286">
                  <c:v>0.16026377145987605</c:v>
                </c:pt>
                <c:pt idx="12287">
                  <c:v>0.16027640514002656</c:v>
                </c:pt>
                <c:pt idx="12288">
                  <c:v>0.16029326233206853</c:v>
                </c:pt>
                <c:pt idx="12289">
                  <c:v>0.16030118096336468</c:v>
                </c:pt>
                <c:pt idx="12290">
                  <c:v>0.1603023037621924</c:v>
                </c:pt>
                <c:pt idx="12291">
                  <c:v>0.16030507166900457</c:v>
                </c:pt>
                <c:pt idx="12292">
                  <c:v>0.1603184678108959</c:v>
                </c:pt>
                <c:pt idx="12293">
                  <c:v>0.16032725353589591</c:v>
                </c:pt>
                <c:pt idx="12294">
                  <c:v>0.16033789766150366</c:v>
                </c:pt>
                <c:pt idx="12295">
                  <c:v>0.16035760717465841</c:v>
                </c:pt>
                <c:pt idx="12296">
                  <c:v>0.1603603130372841</c:v>
                </c:pt>
                <c:pt idx="12297">
                  <c:v>0.16036138389891408</c:v>
                </c:pt>
                <c:pt idx="12298">
                  <c:v>0.16036187535342386</c:v>
                </c:pt>
                <c:pt idx="12299">
                  <c:v>0.16036819470367064</c:v>
                </c:pt>
                <c:pt idx="12300">
                  <c:v>0.16039135137599086</c:v>
                </c:pt>
                <c:pt idx="12301">
                  <c:v>0.16039326945881813</c:v>
                </c:pt>
                <c:pt idx="12302">
                  <c:v>0.16039441172081095</c:v>
                </c:pt>
                <c:pt idx="12303">
                  <c:v>0.16040231430249643</c:v>
                </c:pt>
                <c:pt idx="12304">
                  <c:v>0.16042207872321551</c:v>
                </c:pt>
                <c:pt idx="12305">
                  <c:v>0.16042740146270687</c:v>
                </c:pt>
                <c:pt idx="12306">
                  <c:v>0.16043324147900651</c:v>
                </c:pt>
                <c:pt idx="12307">
                  <c:v>0.16043946618911986</c:v>
                </c:pt>
                <c:pt idx="12308">
                  <c:v>0.16046218452056166</c:v>
                </c:pt>
                <c:pt idx="12309">
                  <c:v>0.1604671449514446</c:v>
                </c:pt>
                <c:pt idx="12310">
                  <c:v>0.16047087542144858</c:v>
                </c:pt>
                <c:pt idx="12311">
                  <c:v>0.16047200484698826</c:v>
                </c:pt>
                <c:pt idx="12312">
                  <c:v>0.16047849156732527</c:v>
                </c:pt>
                <c:pt idx="12313">
                  <c:v>0.16048107113333085</c:v>
                </c:pt>
                <c:pt idx="12314">
                  <c:v>0.16048868949419634</c:v>
                </c:pt>
                <c:pt idx="12315">
                  <c:v>0.16050525335274354</c:v>
                </c:pt>
                <c:pt idx="12316">
                  <c:v>0.16051037457605158</c:v>
                </c:pt>
                <c:pt idx="12317">
                  <c:v>0.16052382008597751</c:v>
                </c:pt>
                <c:pt idx="12318">
                  <c:v>0.16053300135358539</c:v>
                </c:pt>
                <c:pt idx="12319">
                  <c:v>0.16053520223487067</c:v>
                </c:pt>
                <c:pt idx="12320">
                  <c:v>0.16053653444441715</c:v>
                </c:pt>
                <c:pt idx="12321">
                  <c:v>0.16054303044007012</c:v>
                </c:pt>
                <c:pt idx="12322">
                  <c:v>0.16057432736909466</c:v>
                </c:pt>
                <c:pt idx="12323">
                  <c:v>0.16058624607725744</c:v>
                </c:pt>
                <c:pt idx="12324">
                  <c:v>0.16059297801475853</c:v>
                </c:pt>
                <c:pt idx="12325">
                  <c:v>0.16059575693982031</c:v>
                </c:pt>
                <c:pt idx="12326">
                  <c:v>0.16060005408745834</c:v>
                </c:pt>
                <c:pt idx="12327">
                  <c:v>0.16060022829966628</c:v>
                </c:pt>
                <c:pt idx="12328">
                  <c:v>0.1606038243723335</c:v>
                </c:pt>
                <c:pt idx="12329">
                  <c:v>0.16060543785906206</c:v>
                </c:pt>
                <c:pt idx="12330">
                  <c:v>0.16061681913024212</c:v>
                </c:pt>
                <c:pt idx="12331">
                  <c:v>0.16062723147316804</c:v>
                </c:pt>
                <c:pt idx="12332">
                  <c:v>0.16062954179272221</c:v>
                </c:pt>
                <c:pt idx="12333">
                  <c:v>0.16063307714139549</c:v>
                </c:pt>
                <c:pt idx="12334">
                  <c:v>0.16064995470522309</c:v>
                </c:pt>
                <c:pt idx="12335">
                  <c:v>0.16065828972373686</c:v>
                </c:pt>
                <c:pt idx="12336">
                  <c:v>0.16067518244817186</c:v>
                </c:pt>
                <c:pt idx="12337">
                  <c:v>0.16072054626822804</c:v>
                </c:pt>
                <c:pt idx="12338">
                  <c:v>0.16072478097465731</c:v>
                </c:pt>
                <c:pt idx="12339">
                  <c:v>0.16072761955284845</c:v>
                </c:pt>
                <c:pt idx="12340">
                  <c:v>0.16074206158790608</c:v>
                </c:pt>
                <c:pt idx="12341">
                  <c:v>0.16074808230599702</c:v>
                </c:pt>
                <c:pt idx="12342">
                  <c:v>0.16075722412571961</c:v>
                </c:pt>
                <c:pt idx="12343">
                  <c:v>0.16077146397295156</c:v>
                </c:pt>
                <c:pt idx="12344">
                  <c:v>0.16077320537556439</c:v>
                </c:pt>
                <c:pt idx="12345">
                  <c:v>0.16079198358130475</c:v>
                </c:pt>
                <c:pt idx="12346">
                  <c:v>0.16079359293763013</c:v>
                </c:pt>
                <c:pt idx="12347">
                  <c:v>0.1607986049455056</c:v>
                </c:pt>
                <c:pt idx="12348">
                  <c:v>0.16084345851516207</c:v>
                </c:pt>
                <c:pt idx="12349">
                  <c:v>0.16084487896005228</c:v>
                </c:pt>
                <c:pt idx="12350">
                  <c:v>0.16085204798288893</c:v>
                </c:pt>
                <c:pt idx="12351">
                  <c:v>0.16087203740326839</c:v>
                </c:pt>
                <c:pt idx="12352">
                  <c:v>0.16087726317137879</c:v>
                </c:pt>
                <c:pt idx="12353">
                  <c:v>0.16087769437431437</c:v>
                </c:pt>
                <c:pt idx="12354">
                  <c:v>0.16088530813215279</c:v>
                </c:pt>
                <c:pt idx="12355">
                  <c:v>0.16089203796713353</c:v>
                </c:pt>
                <c:pt idx="12356">
                  <c:v>0.16089405537012391</c:v>
                </c:pt>
                <c:pt idx="12357">
                  <c:v>0.16089424305049707</c:v>
                </c:pt>
                <c:pt idx="12358">
                  <c:v>0.16090715042998746</c:v>
                </c:pt>
                <c:pt idx="12359">
                  <c:v>0.16090816808049932</c:v>
                </c:pt>
                <c:pt idx="12360">
                  <c:v>0.16091469976464171</c:v>
                </c:pt>
                <c:pt idx="12361">
                  <c:v>0.160936698432357</c:v>
                </c:pt>
                <c:pt idx="12362">
                  <c:v>0.1609422271633876</c:v>
                </c:pt>
                <c:pt idx="12363">
                  <c:v>0.16094975903782671</c:v>
                </c:pt>
                <c:pt idx="12364">
                  <c:v>0.16095187075554807</c:v>
                </c:pt>
                <c:pt idx="12365">
                  <c:v>0.16095458002966206</c:v>
                </c:pt>
                <c:pt idx="12366">
                  <c:v>0.160955962618715</c:v>
                </c:pt>
                <c:pt idx="12367">
                  <c:v>0.16098199791809822</c:v>
                </c:pt>
                <c:pt idx="12368">
                  <c:v>0.16100714395600862</c:v>
                </c:pt>
                <c:pt idx="12369">
                  <c:v>0.16101765669066162</c:v>
                </c:pt>
                <c:pt idx="12370">
                  <c:v>0.16101949850622177</c:v>
                </c:pt>
                <c:pt idx="12371">
                  <c:v>0.16103890719191719</c:v>
                </c:pt>
                <c:pt idx="12372">
                  <c:v>0.16104106681792116</c:v>
                </c:pt>
                <c:pt idx="12373">
                  <c:v>0.16104719709195153</c:v>
                </c:pt>
                <c:pt idx="12374">
                  <c:v>0.1610557459822845</c:v>
                </c:pt>
                <c:pt idx="12375">
                  <c:v>0.16105723556835547</c:v>
                </c:pt>
                <c:pt idx="12376">
                  <c:v>0.16106002587217955</c:v>
                </c:pt>
                <c:pt idx="12377">
                  <c:v>0.16106262969109192</c:v>
                </c:pt>
                <c:pt idx="12378">
                  <c:v>0.16107497926434294</c:v>
                </c:pt>
                <c:pt idx="12379">
                  <c:v>0.16109567586159637</c:v>
                </c:pt>
                <c:pt idx="12380">
                  <c:v>0.16109685660031614</c:v>
                </c:pt>
                <c:pt idx="12381">
                  <c:v>0.16111552047236738</c:v>
                </c:pt>
                <c:pt idx="12382">
                  <c:v>0.16111590336010248</c:v>
                </c:pt>
                <c:pt idx="12383">
                  <c:v>0.16113856919546779</c:v>
                </c:pt>
                <c:pt idx="12384">
                  <c:v>0.16115340023312066</c:v>
                </c:pt>
                <c:pt idx="12385">
                  <c:v>0.161174149538483</c:v>
                </c:pt>
                <c:pt idx="12386">
                  <c:v>0.16120352585301234</c:v>
                </c:pt>
                <c:pt idx="12387">
                  <c:v>0.1612076096271739</c:v>
                </c:pt>
                <c:pt idx="12388">
                  <c:v>0.16121017695978945</c:v>
                </c:pt>
                <c:pt idx="12389">
                  <c:v>0.16121289586340151</c:v>
                </c:pt>
                <c:pt idx="12390">
                  <c:v>0.16121360342350224</c:v>
                </c:pt>
                <c:pt idx="12391">
                  <c:v>0.16121361843665619</c:v>
                </c:pt>
                <c:pt idx="12392">
                  <c:v>0.16125311596810457</c:v>
                </c:pt>
                <c:pt idx="12393">
                  <c:v>0.16127012260379847</c:v>
                </c:pt>
                <c:pt idx="12394">
                  <c:v>0.16127099348681614</c:v>
                </c:pt>
                <c:pt idx="12395">
                  <c:v>0.16128435536814584</c:v>
                </c:pt>
                <c:pt idx="12396">
                  <c:v>0.16130007581232392</c:v>
                </c:pt>
                <c:pt idx="12397">
                  <c:v>0.16131618488442676</c:v>
                </c:pt>
                <c:pt idx="12398">
                  <c:v>0.16131650159959304</c:v>
                </c:pt>
                <c:pt idx="12399">
                  <c:v>0.16132052857270776</c:v>
                </c:pt>
                <c:pt idx="12400">
                  <c:v>0.16136945194514049</c:v>
                </c:pt>
                <c:pt idx="12401">
                  <c:v>0.16137988654369162</c:v>
                </c:pt>
                <c:pt idx="12402">
                  <c:v>0.1613887818053831</c:v>
                </c:pt>
                <c:pt idx="12403">
                  <c:v>0.16140464368182131</c:v>
                </c:pt>
                <c:pt idx="12404">
                  <c:v>0.16142753607226132</c:v>
                </c:pt>
                <c:pt idx="12405">
                  <c:v>0.16144133196956834</c:v>
                </c:pt>
                <c:pt idx="12406">
                  <c:v>0.16145907015886746</c:v>
                </c:pt>
                <c:pt idx="12407">
                  <c:v>0.1614713235353559</c:v>
                </c:pt>
                <c:pt idx="12408">
                  <c:v>0.16149251739476544</c:v>
                </c:pt>
                <c:pt idx="12409">
                  <c:v>0.16149457826160762</c:v>
                </c:pt>
                <c:pt idx="12410">
                  <c:v>0.16150079418837041</c:v>
                </c:pt>
                <c:pt idx="12411">
                  <c:v>0.16150899916278519</c:v>
                </c:pt>
                <c:pt idx="12412">
                  <c:v>0.16150944153302049</c:v>
                </c:pt>
                <c:pt idx="12413">
                  <c:v>0.16151802169130888</c:v>
                </c:pt>
                <c:pt idx="12414">
                  <c:v>0.16151919058751291</c:v>
                </c:pt>
                <c:pt idx="12415">
                  <c:v>0.16153245688635076</c:v>
                </c:pt>
                <c:pt idx="12416">
                  <c:v>0.16154766353079247</c:v>
                </c:pt>
                <c:pt idx="12417">
                  <c:v>0.16157078738483663</c:v>
                </c:pt>
                <c:pt idx="12418">
                  <c:v>0.16157342640734226</c:v>
                </c:pt>
                <c:pt idx="12419">
                  <c:v>0.16157783674401738</c:v>
                </c:pt>
                <c:pt idx="12420">
                  <c:v>0.16158044143549349</c:v>
                </c:pt>
                <c:pt idx="12421">
                  <c:v>0.16159260416235682</c:v>
                </c:pt>
                <c:pt idx="12422">
                  <c:v>0.16159475702420451</c:v>
                </c:pt>
                <c:pt idx="12423">
                  <c:v>0.16162526861335946</c:v>
                </c:pt>
                <c:pt idx="12424">
                  <c:v>0.16163173579336765</c:v>
                </c:pt>
                <c:pt idx="12425">
                  <c:v>0.16165076774158618</c:v>
                </c:pt>
                <c:pt idx="12426">
                  <c:v>0.16166803389868734</c:v>
                </c:pt>
                <c:pt idx="12427">
                  <c:v>0.16167913209909676</c:v>
                </c:pt>
                <c:pt idx="12428">
                  <c:v>0.1616817656197429</c:v>
                </c:pt>
                <c:pt idx="12429">
                  <c:v>0.16170807706608584</c:v>
                </c:pt>
                <c:pt idx="12430">
                  <c:v>0.16171149480619718</c:v>
                </c:pt>
                <c:pt idx="12431">
                  <c:v>0.16171883258084158</c:v>
                </c:pt>
                <c:pt idx="12432">
                  <c:v>0.1617196114745871</c:v>
                </c:pt>
                <c:pt idx="12433">
                  <c:v>0.16173722092645695</c:v>
                </c:pt>
                <c:pt idx="12434">
                  <c:v>0.1617555750027751</c:v>
                </c:pt>
                <c:pt idx="12435">
                  <c:v>0.16175599494155979</c:v>
                </c:pt>
                <c:pt idx="12436">
                  <c:v>0.1617597241254724</c:v>
                </c:pt>
                <c:pt idx="12437">
                  <c:v>0.16176076832755051</c:v>
                </c:pt>
                <c:pt idx="12438">
                  <c:v>0.16177493107235413</c:v>
                </c:pt>
                <c:pt idx="12439">
                  <c:v>0.1617851898810867</c:v>
                </c:pt>
                <c:pt idx="12440">
                  <c:v>0.16179538156683515</c:v>
                </c:pt>
                <c:pt idx="12441">
                  <c:v>0.16180043608335029</c:v>
                </c:pt>
                <c:pt idx="12442">
                  <c:v>0.16180375335226785</c:v>
                </c:pt>
                <c:pt idx="12443">
                  <c:v>0.16181109689925632</c:v>
                </c:pt>
                <c:pt idx="12444">
                  <c:v>0.16183928067926112</c:v>
                </c:pt>
                <c:pt idx="12445">
                  <c:v>0.16185920074176083</c:v>
                </c:pt>
                <c:pt idx="12446">
                  <c:v>0.16186503610739342</c:v>
                </c:pt>
                <c:pt idx="12447">
                  <c:v>0.1618682332639039</c:v>
                </c:pt>
                <c:pt idx="12448">
                  <c:v>0.16186916323284847</c:v>
                </c:pt>
                <c:pt idx="12449">
                  <c:v>0.16187214246513018</c:v>
                </c:pt>
                <c:pt idx="12450">
                  <c:v>0.1618766838021265</c:v>
                </c:pt>
                <c:pt idx="12451">
                  <c:v>0.1618885038969948</c:v>
                </c:pt>
                <c:pt idx="12452">
                  <c:v>0.1619215638257393</c:v>
                </c:pt>
                <c:pt idx="12453">
                  <c:v>0.16193530925464647</c:v>
                </c:pt>
                <c:pt idx="12454">
                  <c:v>0.16196684839444603</c:v>
                </c:pt>
                <c:pt idx="12455">
                  <c:v>0.16197148148866369</c:v>
                </c:pt>
                <c:pt idx="12456">
                  <c:v>0.16199417194609422</c:v>
                </c:pt>
                <c:pt idx="12457">
                  <c:v>0.16201144312710145</c:v>
                </c:pt>
                <c:pt idx="12458">
                  <c:v>0.16202742823973398</c:v>
                </c:pt>
                <c:pt idx="12459">
                  <c:v>0.16203739350375099</c:v>
                </c:pt>
                <c:pt idx="12460">
                  <c:v>0.16205020587889343</c:v>
                </c:pt>
                <c:pt idx="12461">
                  <c:v>0.1620574802841086</c:v>
                </c:pt>
                <c:pt idx="12462">
                  <c:v>0.16209159726087977</c:v>
                </c:pt>
                <c:pt idx="12463">
                  <c:v>0.16209486375638094</c:v>
                </c:pt>
                <c:pt idx="12464">
                  <c:v>0.16212983864167993</c:v>
                </c:pt>
                <c:pt idx="12465">
                  <c:v>0.16215082872684966</c:v>
                </c:pt>
                <c:pt idx="12466">
                  <c:v>0.16215793877567586</c:v>
                </c:pt>
                <c:pt idx="12467">
                  <c:v>0.16216564705076106</c:v>
                </c:pt>
                <c:pt idx="12468">
                  <c:v>0.16216626134942699</c:v>
                </c:pt>
                <c:pt idx="12469">
                  <c:v>0.16217051398001697</c:v>
                </c:pt>
                <c:pt idx="12470">
                  <c:v>0.16217403010807313</c:v>
                </c:pt>
                <c:pt idx="12471">
                  <c:v>0.1621837846023543</c:v>
                </c:pt>
                <c:pt idx="12472">
                  <c:v>0.16220621739693972</c:v>
                </c:pt>
                <c:pt idx="12473">
                  <c:v>0.16220982895542452</c:v>
                </c:pt>
                <c:pt idx="12474">
                  <c:v>0.16221303258075667</c:v>
                </c:pt>
                <c:pt idx="12475">
                  <c:v>0.16222893631658933</c:v>
                </c:pt>
                <c:pt idx="12476">
                  <c:v>0.1622459103651524</c:v>
                </c:pt>
                <c:pt idx="12477">
                  <c:v>0.16226766948111476</c:v>
                </c:pt>
                <c:pt idx="12478">
                  <c:v>0.16232153004701819</c:v>
                </c:pt>
                <c:pt idx="12479">
                  <c:v>0.16236869218274635</c:v>
                </c:pt>
                <c:pt idx="12480">
                  <c:v>0.16237767801698161</c:v>
                </c:pt>
                <c:pt idx="12481">
                  <c:v>0.16238908077244774</c:v>
                </c:pt>
                <c:pt idx="12482">
                  <c:v>0.16239981125776137</c:v>
                </c:pt>
                <c:pt idx="12483">
                  <c:v>0.16242505413205888</c:v>
                </c:pt>
                <c:pt idx="12484">
                  <c:v>0.16243269465811219</c:v>
                </c:pt>
                <c:pt idx="12485">
                  <c:v>0.16243541001591436</c:v>
                </c:pt>
                <c:pt idx="12486">
                  <c:v>0.16243738424406493</c:v>
                </c:pt>
                <c:pt idx="12487">
                  <c:v>0.16244739537264669</c:v>
                </c:pt>
                <c:pt idx="12488">
                  <c:v>0.1624575862733881</c:v>
                </c:pt>
                <c:pt idx="12489">
                  <c:v>0.16245945558434685</c:v>
                </c:pt>
                <c:pt idx="12490">
                  <c:v>0.16246431725801125</c:v>
                </c:pt>
                <c:pt idx="12491">
                  <c:v>0.16246634428459308</c:v>
                </c:pt>
                <c:pt idx="12492">
                  <c:v>0.16247036806790649</c:v>
                </c:pt>
                <c:pt idx="12493">
                  <c:v>0.16248321999476165</c:v>
                </c:pt>
                <c:pt idx="12494">
                  <c:v>0.16248963777329173</c:v>
                </c:pt>
                <c:pt idx="12495">
                  <c:v>0.16250961844444109</c:v>
                </c:pt>
                <c:pt idx="12496">
                  <c:v>0.16251415073462389</c:v>
                </c:pt>
                <c:pt idx="12497">
                  <c:v>0.16252171595922796</c:v>
                </c:pt>
                <c:pt idx="12498">
                  <c:v>0.16253794364451551</c:v>
                </c:pt>
                <c:pt idx="12499">
                  <c:v>0.16258456267995652</c:v>
                </c:pt>
                <c:pt idx="12500">
                  <c:v>0.16258741076362204</c:v>
                </c:pt>
                <c:pt idx="12501">
                  <c:v>0.16259391226640382</c:v>
                </c:pt>
                <c:pt idx="12502">
                  <c:v>0.16259940917074292</c:v>
                </c:pt>
                <c:pt idx="12503">
                  <c:v>0.16260197567752827</c:v>
                </c:pt>
                <c:pt idx="12504">
                  <c:v>0.16261133704878453</c:v>
                </c:pt>
                <c:pt idx="12505">
                  <c:v>0.16261242654467753</c:v>
                </c:pt>
                <c:pt idx="12506">
                  <c:v>0.16264159832258804</c:v>
                </c:pt>
                <c:pt idx="12507">
                  <c:v>0.16264697961482882</c:v>
                </c:pt>
                <c:pt idx="12508">
                  <c:v>0.16266746702477416</c:v>
                </c:pt>
                <c:pt idx="12509">
                  <c:v>0.16267993136639594</c:v>
                </c:pt>
                <c:pt idx="12510">
                  <c:v>0.16268135426123181</c:v>
                </c:pt>
                <c:pt idx="12511">
                  <c:v>0.16268403142272236</c:v>
                </c:pt>
                <c:pt idx="12512">
                  <c:v>0.16270566500954067</c:v>
                </c:pt>
                <c:pt idx="12513">
                  <c:v>0.16271758769907654</c:v>
                </c:pt>
                <c:pt idx="12514">
                  <c:v>0.16272008471238905</c:v>
                </c:pt>
                <c:pt idx="12515">
                  <c:v>0.16272687191891422</c:v>
                </c:pt>
                <c:pt idx="12516">
                  <c:v>0.16275621919986916</c:v>
                </c:pt>
                <c:pt idx="12517">
                  <c:v>0.16275793030333854</c:v>
                </c:pt>
                <c:pt idx="12518">
                  <c:v>0.16276036134316105</c:v>
                </c:pt>
                <c:pt idx="12519">
                  <c:v>0.16278050899449253</c:v>
                </c:pt>
                <c:pt idx="12520">
                  <c:v>0.16278569304758156</c:v>
                </c:pt>
                <c:pt idx="12521">
                  <c:v>0.16279360718908942</c:v>
                </c:pt>
                <c:pt idx="12522">
                  <c:v>0.16279834923552342</c:v>
                </c:pt>
                <c:pt idx="12523">
                  <c:v>0.16280872734806584</c:v>
                </c:pt>
                <c:pt idx="12524">
                  <c:v>0.16281901565804335</c:v>
                </c:pt>
                <c:pt idx="12525">
                  <c:v>0.16282626419793186</c:v>
                </c:pt>
                <c:pt idx="12526">
                  <c:v>0.162887500306409</c:v>
                </c:pt>
                <c:pt idx="12527">
                  <c:v>0.16289833370948598</c:v>
                </c:pt>
                <c:pt idx="12528">
                  <c:v>0.1629321062840805</c:v>
                </c:pt>
                <c:pt idx="12529">
                  <c:v>0.16294214319410805</c:v>
                </c:pt>
                <c:pt idx="12530">
                  <c:v>0.16294567384030986</c:v>
                </c:pt>
                <c:pt idx="12531">
                  <c:v>0.16294845100297153</c:v>
                </c:pt>
                <c:pt idx="12532">
                  <c:v>0.16297145841059624</c:v>
                </c:pt>
                <c:pt idx="12533">
                  <c:v>0.16299345293514267</c:v>
                </c:pt>
                <c:pt idx="12534">
                  <c:v>0.16302167802051587</c:v>
                </c:pt>
                <c:pt idx="12535">
                  <c:v>0.16302246923806776</c:v>
                </c:pt>
                <c:pt idx="12536">
                  <c:v>0.16302589038647705</c:v>
                </c:pt>
                <c:pt idx="12537">
                  <c:v>0.16303055784380124</c:v>
                </c:pt>
                <c:pt idx="12538">
                  <c:v>0.16307837332512895</c:v>
                </c:pt>
                <c:pt idx="12539">
                  <c:v>0.1630943162466213</c:v>
                </c:pt>
                <c:pt idx="12540">
                  <c:v>0.16312959445504821</c:v>
                </c:pt>
                <c:pt idx="12541">
                  <c:v>0.16313090751400114</c:v>
                </c:pt>
                <c:pt idx="12542">
                  <c:v>0.16314496091042013</c:v>
                </c:pt>
                <c:pt idx="12543">
                  <c:v>0.16316342345103493</c:v>
                </c:pt>
                <c:pt idx="12544">
                  <c:v>0.16316568044399729</c:v>
                </c:pt>
                <c:pt idx="12545">
                  <c:v>0.16318127851943895</c:v>
                </c:pt>
                <c:pt idx="12546">
                  <c:v>0.16318501006620001</c:v>
                </c:pt>
                <c:pt idx="12547">
                  <c:v>0.16318572634102871</c:v>
                </c:pt>
                <c:pt idx="12548">
                  <c:v>0.16318961721674896</c:v>
                </c:pt>
                <c:pt idx="12549">
                  <c:v>0.16320961342715443</c:v>
                </c:pt>
                <c:pt idx="12550">
                  <c:v>0.16321768360534328</c:v>
                </c:pt>
                <c:pt idx="12551">
                  <c:v>0.16323399274460099</c:v>
                </c:pt>
                <c:pt idx="12552">
                  <c:v>0.16323979553998788</c:v>
                </c:pt>
                <c:pt idx="12553">
                  <c:v>0.16324622678858819</c:v>
                </c:pt>
                <c:pt idx="12554">
                  <c:v>0.16325005359858646</c:v>
                </c:pt>
                <c:pt idx="12555">
                  <c:v>0.16326140588711108</c:v>
                </c:pt>
                <c:pt idx="12556">
                  <c:v>0.16326647619973519</c:v>
                </c:pt>
                <c:pt idx="12557">
                  <c:v>0.16326668162564614</c:v>
                </c:pt>
                <c:pt idx="12558">
                  <c:v>0.16327502710330966</c:v>
                </c:pt>
                <c:pt idx="12559">
                  <c:v>0.16328171612133405</c:v>
                </c:pt>
                <c:pt idx="12560">
                  <c:v>0.16328294147438235</c:v>
                </c:pt>
                <c:pt idx="12561">
                  <c:v>0.16328377306649541</c:v>
                </c:pt>
                <c:pt idx="12562">
                  <c:v>0.16329212836585216</c:v>
                </c:pt>
                <c:pt idx="12563">
                  <c:v>0.16330215055370367</c:v>
                </c:pt>
                <c:pt idx="12564">
                  <c:v>0.16330297068830432</c:v>
                </c:pt>
                <c:pt idx="12565">
                  <c:v>0.16331421947541447</c:v>
                </c:pt>
                <c:pt idx="12566">
                  <c:v>0.16332645441510457</c:v>
                </c:pt>
                <c:pt idx="12567">
                  <c:v>0.16333382986465439</c:v>
                </c:pt>
                <c:pt idx="12568">
                  <c:v>0.16333700895915368</c:v>
                </c:pt>
                <c:pt idx="12569">
                  <c:v>0.16334861450712035</c:v>
                </c:pt>
                <c:pt idx="12570">
                  <c:v>0.16336785457072853</c:v>
                </c:pt>
                <c:pt idx="12571">
                  <c:v>0.16338011806326916</c:v>
                </c:pt>
                <c:pt idx="12572">
                  <c:v>0.16338684123273145</c:v>
                </c:pt>
                <c:pt idx="12573">
                  <c:v>0.16339556864372254</c:v>
                </c:pt>
                <c:pt idx="12574">
                  <c:v>0.16340110069362129</c:v>
                </c:pt>
                <c:pt idx="12575">
                  <c:v>0.16340844989949077</c:v>
                </c:pt>
                <c:pt idx="12576">
                  <c:v>0.1634272444353991</c:v>
                </c:pt>
                <c:pt idx="12577">
                  <c:v>0.16343262481732349</c:v>
                </c:pt>
                <c:pt idx="12578">
                  <c:v>0.16346858766909481</c:v>
                </c:pt>
                <c:pt idx="12579">
                  <c:v>0.16347368409217686</c:v>
                </c:pt>
                <c:pt idx="12580">
                  <c:v>0.16347765136341985</c:v>
                </c:pt>
                <c:pt idx="12581">
                  <c:v>0.16348443780580935</c:v>
                </c:pt>
                <c:pt idx="12582">
                  <c:v>0.1634912231011813</c:v>
                </c:pt>
                <c:pt idx="12583">
                  <c:v>0.16349292820445172</c:v>
                </c:pt>
                <c:pt idx="12584">
                  <c:v>0.16351015623089252</c:v>
                </c:pt>
                <c:pt idx="12585">
                  <c:v>0.16351329736662706</c:v>
                </c:pt>
                <c:pt idx="12586">
                  <c:v>0.16352715112793606</c:v>
                </c:pt>
                <c:pt idx="12587">
                  <c:v>0.16353278794273787</c:v>
                </c:pt>
                <c:pt idx="12588">
                  <c:v>0.16353859620457428</c:v>
                </c:pt>
                <c:pt idx="12589">
                  <c:v>0.16355114337000318</c:v>
                </c:pt>
                <c:pt idx="12590">
                  <c:v>0.16355116349157137</c:v>
                </c:pt>
                <c:pt idx="12591">
                  <c:v>0.16356145798452365</c:v>
                </c:pt>
                <c:pt idx="12592">
                  <c:v>0.16356983774963194</c:v>
                </c:pt>
                <c:pt idx="12593">
                  <c:v>0.16358677091688945</c:v>
                </c:pt>
                <c:pt idx="12594">
                  <c:v>0.16358766715247525</c:v>
                </c:pt>
                <c:pt idx="12595">
                  <c:v>0.16359575273904103</c:v>
                </c:pt>
                <c:pt idx="12596">
                  <c:v>0.16360255774296614</c:v>
                </c:pt>
                <c:pt idx="12597">
                  <c:v>0.16360277710548193</c:v>
                </c:pt>
                <c:pt idx="12598">
                  <c:v>0.16360420456761735</c:v>
                </c:pt>
                <c:pt idx="12599">
                  <c:v>0.163606340476877</c:v>
                </c:pt>
                <c:pt idx="12600">
                  <c:v>0.16361270301453282</c:v>
                </c:pt>
                <c:pt idx="12601">
                  <c:v>0.16363424131435342</c:v>
                </c:pt>
                <c:pt idx="12602">
                  <c:v>0.16365859522761494</c:v>
                </c:pt>
                <c:pt idx="12603">
                  <c:v>0.16368136015529886</c:v>
                </c:pt>
                <c:pt idx="12604">
                  <c:v>0.16368845332547008</c:v>
                </c:pt>
                <c:pt idx="12605">
                  <c:v>0.16369537395037323</c:v>
                </c:pt>
                <c:pt idx="12606">
                  <c:v>0.16370349082381166</c:v>
                </c:pt>
                <c:pt idx="12607">
                  <c:v>0.16371327831070859</c:v>
                </c:pt>
                <c:pt idx="12608">
                  <c:v>0.1637247306831402</c:v>
                </c:pt>
                <c:pt idx="12609">
                  <c:v>0.16373776682097826</c:v>
                </c:pt>
                <c:pt idx="12610">
                  <c:v>0.16375093300458546</c:v>
                </c:pt>
                <c:pt idx="12611">
                  <c:v>0.16375532629118916</c:v>
                </c:pt>
                <c:pt idx="12612">
                  <c:v>0.16378280360800357</c:v>
                </c:pt>
                <c:pt idx="12613">
                  <c:v>0.16379089476365399</c:v>
                </c:pt>
                <c:pt idx="12614">
                  <c:v>0.16381772460623381</c:v>
                </c:pt>
                <c:pt idx="12615">
                  <c:v>0.16384390483453309</c:v>
                </c:pt>
                <c:pt idx="12616">
                  <c:v>0.16385714076823141</c:v>
                </c:pt>
                <c:pt idx="12617">
                  <c:v>0.16386378664095716</c:v>
                </c:pt>
                <c:pt idx="12618">
                  <c:v>0.16386466940049266</c:v>
                </c:pt>
                <c:pt idx="12619">
                  <c:v>0.16387002060387637</c:v>
                </c:pt>
                <c:pt idx="12620">
                  <c:v>0.16389672022097629</c:v>
                </c:pt>
                <c:pt idx="12621">
                  <c:v>0.16390466818217711</c:v>
                </c:pt>
                <c:pt idx="12622">
                  <c:v>0.16391465025328442</c:v>
                </c:pt>
                <c:pt idx="12623">
                  <c:v>0.1639218952684609</c:v>
                </c:pt>
                <c:pt idx="12624">
                  <c:v>0.16395217785670776</c:v>
                </c:pt>
                <c:pt idx="12625">
                  <c:v>0.1639579730053029</c:v>
                </c:pt>
                <c:pt idx="12626">
                  <c:v>0.16396429342049285</c:v>
                </c:pt>
                <c:pt idx="12627">
                  <c:v>0.16397952413890721</c:v>
                </c:pt>
                <c:pt idx="12628">
                  <c:v>0.16398119118370938</c:v>
                </c:pt>
                <c:pt idx="12629">
                  <c:v>0.16400136526298539</c:v>
                </c:pt>
                <c:pt idx="12630">
                  <c:v>0.16400641657371048</c:v>
                </c:pt>
                <c:pt idx="12631">
                  <c:v>0.1640089632632441</c:v>
                </c:pt>
                <c:pt idx="12632">
                  <c:v>0.16401755199182286</c:v>
                </c:pt>
                <c:pt idx="12633">
                  <c:v>0.16402238503408673</c:v>
                </c:pt>
                <c:pt idx="12634">
                  <c:v>0.16405914590816184</c:v>
                </c:pt>
                <c:pt idx="12635">
                  <c:v>0.1640716673062943</c:v>
                </c:pt>
                <c:pt idx="12636">
                  <c:v>0.16409118972167569</c:v>
                </c:pt>
                <c:pt idx="12637">
                  <c:v>0.1641085231752242</c:v>
                </c:pt>
                <c:pt idx="12638">
                  <c:v>0.16410989589999675</c:v>
                </c:pt>
                <c:pt idx="12639">
                  <c:v>0.16412614582039237</c:v>
                </c:pt>
                <c:pt idx="12640">
                  <c:v>0.16413358643741385</c:v>
                </c:pt>
                <c:pt idx="12641">
                  <c:v>0.16415333566853541</c:v>
                </c:pt>
                <c:pt idx="12642">
                  <c:v>0.16416635355606291</c:v>
                </c:pt>
                <c:pt idx="12643">
                  <c:v>0.16417858828566589</c:v>
                </c:pt>
                <c:pt idx="12644">
                  <c:v>0.16418433691018758</c:v>
                </c:pt>
                <c:pt idx="12645">
                  <c:v>0.16420728329024828</c:v>
                </c:pt>
                <c:pt idx="12646">
                  <c:v>0.16421744688368495</c:v>
                </c:pt>
                <c:pt idx="12647">
                  <c:v>0.16422894287157569</c:v>
                </c:pt>
                <c:pt idx="12648">
                  <c:v>0.16423120485404991</c:v>
                </c:pt>
                <c:pt idx="12649">
                  <c:v>0.16424283067896359</c:v>
                </c:pt>
                <c:pt idx="12650">
                  <c:v>0.16424478428197334</c:v>
                </c:pt>
                <c:pt idx="12651">
                  <c:v>0.16425252927216721</c:v>
                </c:pt>
                <c:pt idx="12652">
                  <c:v>0.16426620859723129</c:v>
                </c:pt>
                <c:pt idx="12653">
                  <c:v>0.16432777547874927</c:v>
                </c:pt>
                <c:pt idx="12654">
                  <c:v>0.16433544412266582</c:v>
                </c:pt>
                <c:pt idx="12655">
                  <c:v>0.16434295971258339</c:v>
                </c:pt>
                <c:pt idx="12656">
                  <c:v>0.16434525765437275</c:v>
                </c:pt>
                <c:pt idx="12657">
                  <c:v>0.1643730880011478</c:v>
                </c:pt>
                <c:pt idx="12658">
                  <c:v>0.16438003054261921</c:v>
                </c:pt>
                <c:pt idx="12659">
                  <c:v>0.16438616596344838</c:v>
                </c:pt>
                <c:pt idx="12660">
                  <c:v>0.16438961418471507</c:v>
                </c:pt>
                <c:pt idx="12661">
                  <c:v>0.16439191820820542</c:v>
                </c:pt>
                <c:pt idx="12662">
                  <c:v>0.16439866808171891</c:v>
                </c:pt>
                <c:pt idx="12663">
                  <c:v>0.164416250033175</c:v>
                </c:pt>
                <c:pt idx="12664">
                  <c:v>0.16442071010664708</c:v>
                </c:pt>
                <c:pt idx="12665">
                  <c:v>0.16443517112178388</c:v>
                </c:pt>
                <c:pt idx="12666">
                  <c:v>0.16444188207794239</c:v>
                </c:pt>
                <c:pt idx="12667">
                  <c:v>0.16447751364944688</c:v>
                </c:pt>
                <c:pt idx="12668">
                  <c:v>0.16447973676097694</c:v>
                </c:pt>
                <c:pt idx="12669">
                  <c:v>0.16450564594566039</c:v>
                </c:pt>
                <c:pt idx="12670">
                  <c:v>0.16450954689069788</c:v>
                </c:pt>
                <c:pt idx="12671">
                  <c:v>0.16452104835051443</c:v>
                </c:pt>
                <c:pt idx="12672">
                  <c:v>0.16453131520367251</c:v>
                </c:pt>
                <c:pt idx="12673">
                  <c:v>0.16453582788209592</c:v>
                </c:pt>
                <c:pt idx="12674">
                  <c:v>0.16454335614085333</c:v>
                </c:pt>
                <c:pt idx="12675">
                  <c:v>0.16454572066150891</c:v>
                </c:pt>
                <c:pt idx="12676">
                  <c:v>0.16454774792357604</c:v>
                </c:pt>
                <c:pt idx="12677">
                  <c:v>0.16456369552883657</c:v>
                </c:pt>
                <c:pt idx="12678">
                  <c:v>0.16457890653472776</c:v>
                </c:pt>
                <c:pt idx="12679">
                  <c:v>0.16458262590859238</c:v>
                </c:pt>
                <c:pt idx="12680">
                  <c:v>0.16459920320128976</c:v>
                </c:pt>
                <c:pt idx="12681">
                  <c:v>0.16460023711096397</c:v>
                </c:pt>
                <c:pt idx="12682">
                  <c:v>0.16460791338014985</c:v>
                </c:pt>
                <c:pt idx="12683">
                  <c:v>0.1646107121276528</c:v>
                </c:pt>
                <c:pt idx="12684">
                  <c:v>0.16461118139559641</c:v>
                </c:pt>
                <c:pt idx="12685">
                  <c:v>0.16461756158761065</c:v>
                </c:pt>
                <c:pt idx="12686">
                  <c:v>0.1646358874711944</c:v>
                </c:pt>
                <c:pt idx="12687">
                  <c:v>0.16464117597388581</c:v>
                </c:pt>
                <c:pt idx="12688">
                  <c:v>0.16464258792018036</c:v>
                </c:pt>
                <c:pt idx="12689">
                  <c:v>0.16464524578501782</c:v>
                </c:pt>
                <c:pt idx="12690">
                  <c:v>0.1646509489008042</c:v>
                </c:pt>
                <c:pt idx="12691">
                  <c:v>0.16470986774968052</c:v>
                </c:pt>
                <c:pt idx="12692">
                  <c:v>0.16471217798336724</c:v>
                </c:pt>
                <c:pt idx="12693">
                  <c:v>0.16471819466276832</c:v>
                </c:pt>
                <c:pt idx="12694">
                  <c:v>0.16472430545522712</c:v>
                </c:pt>
                <c:pt idx="12695">
                  <c:v>0.16473491338979759</c:v>
                </c:pt>
                <c:pt idx="12696">
                  <c:v>0.16475292426925014</c:v>
                </c:pt>
                <c:pt idx="12697">
                  <c:v>0.1647629800840763</c:v>
                </c:pt>
                <c:pt idx="12698">
                  <c:v>0.16477728732582009</c:v>
                </c:pt>
                <c:pt idx="12699">
                  <c:v>0.16477813911401509</c:v>
                </c:pt>
                <c:pt idx="12700">
                  <c:v>0.16478380099787013</c:v>
                </c:pt>
                <c:pt idx="12701">
                  <c:v>0.16479783868968775</c:v>
                </c:pt>
                <c:pt idx="12702">
                  <c:v>0.16484004269846386</c:v>
                </c:pt>
                <c:pt idx="12703">
                  <c:v>0.16484252266391985</c:v>
                </c:pt>
                <c:pt idx="12704">
                  <c:v>0.16486732513034236</c:v>
                </c:pt>
                <c:pt idx="12705">
                  <c:v>0.1648820997971068</c:v>
                </c:pt>
                <c:pt idx="12706">
                  <c:v>0.16488739493037577</c:v>
                </c:pt>
                <c:pt idx="12707">
                  <c:v>0.1648884172711747</c:v>
                </c:pt>
                <c:pt idx="12708">
                  <c:v>0.16492000443388324</c:v>
                </c:pt>
                <c:pt idx="12709">
                  <c:v>0.16493651659138539</c:v>
                </c:pt>
                <c:pt idx="12710">
                  <c:v>0.1649414133072066</c:v>
                </c:pt>
                <c:pt idx="12711">
                  <c:v>0.16495124107928505</c:v>
                </c:pt>
                <c:pt idx="12712">
                  <c:v>0.16496429676442137</c:v>
                </c:pt>
                <c:pt idx="12713">
                  <c:v>0.16496646401679857</c:v>
                </c:pt>
                <c:pt idx="12714">
                  <c:v>0.16497446268148214</c:v>
                </c:pt>
                <c:pt idx="12715">
                  <c:v>0.16500197142328754</c:v>
                </c:pt>
                <c:pt idx="12716">
                  <c:v>0.16500829900179143</c:v>
                </c:pt>
                <c:pt idx="12717">
                  <c:v>0.16500862160884255</c:v>
                </c:pt>
                <c:pt idx="12718">
                  <c:v>0.16500894402291549</c:v>
                </c:pt>
                <c:pt idx="12719">
                  <c:v>0.16501713398365694</c:v>
                </c:pt>
                <c:pt idx="12720">
                  <c:v>0.16501935251787575</c:v>
                </c:pt>
                <c:pt idx="12721">
                  <c:v>0.16502341544959467</c:v>
                </c:pt>
                <c:pt idx="12722">
                  <c:v>0.16503486485893698</c:v>
                </c:pt>
                <c:pt idx="12723">
                  <c:v>0.16503709945461892</c:v>
                </c:pt>
                <c:pt idx="12724">
                  <c:v>0.16503951184238982</c:v>
                </c:pt>
                <c:pt idx="12725">
                  <c:v>0.16504695345443077</c:v>
                </c:pt>
                <c:pt idx="12726">
                  <c:v>0.16507521804992803</c:v>
                </c:pt>
                <c:pt idx="12727">
                  <c:v>0.16507753372766532</c:v>
                </c:pt>
                <c:pt idx="12728">
                  <c:v>0.1650926377760564</c:v>
                </c:pt>
                <c:pt idx="12729">
                  <c:v>0.16510240582951352</c:v>
                </c:pt>
                <c:pt idx="12730">
                  <c:v>0.16512096969168424</c:v>
                </c:pt>
                <c:pt idx="12731">
                  <c:v>0.16515171026537898</c:v>
                </c:pt>
                <c:pt idx="12732">
                  <c:v>0.16515478875114786</c:v>
                </c:pt>
                <c:pt idx="12733">
                  <c:v>0.16516361720651115</c:v>
                </c:pt>
                <c:pt idx="12734">
                  <c:v>0.16516611127540298</c:v>
                </c:pt>
                <c:pt idx="12735">
                  <c:v>0.16517307345785112</c:v>
                </c:pt>
                <c:pt idx="12736">
                  <c:v>0.16520480952003322</c:v>
                </c:pt>
                <c:pt idx="12737">
                  <c:v>0.16520790159046472</c:v>
                </c:pt>
                <c:pt idx="12738">
                  <c:v>0.16521897113478615</c:v>
                </c:pt>
                <c:pt idx="12739">
                  <c:v>0.16524144363890053</c:v>
                </c:pt>
                <c:pt idx="12740">
                  <c:v>0.16524341832332476</c:v>
                </c:pt>
                <c:pt idx="12741">
                  <c:v>0.16524374499176162</c:v>
                </c:pt>
                <c:pt idx="12742">
                  <c:v>0.16524969699653735</c:v>
                </c:pt>
                <c:pt idx="12743">
                  <c:v>0.16525993490928059</c:v>
                </c:pt>
                <c:pt idx="12744">
                  <c:v>0.16526066223709243</c:v>
                </c:pt>
                <c:pt idx="12745">
                  <c:v>0.16527045699398216</c:v>
                </c:pt>
                <c:pt idx="12746">
                  <c:v>0.16527157143019564</c:v>
                </c:pt>
                <c:pt idx="12747">
                  <c:v>0.16527348252787219</c:v>
                </c:pt>
                <c:pt idx="12748">
                  <c:v>0.16528734412936913</c:v>
                </c:pt>
                <c:pt idx="12749">
                  <c:v>0.16529456099114748</c:v>
                </c:pt>
                <c:pt idx="12750">
                  <c:v>0.16531595957606038</c:v>
                </c:pt>
                <c:pt idx="12751">
                  <c:v>0.1653261788716994</c:v>
                </c:pt>
                <c:pt idx="12752">
                  <c:v>0.16534458473488256</c:v>
                </c:pt>
                <c:pt idx="12753">
                  <c:v>0.16535669820060969</c:v>
                </c:pt>
                <c:pt idx="12754">
                  <c:v>0.16535786446447487</c:v>
                </c:pt>
                <c:pt idx="12755">
                  <c:v>0.16536094750909733</c:v>
                </c:pt>
                <c:pt idx="12756">
                  <c:v>0.16537416302415994</c:v>
                </c:pt>
                <c:pt idx="12757">
                  <c:v>0.16539258103945217</c:v>
                </c:pt>
                <c:pt idx="12758">
                  <c:v>0.16542057748861741</c:v>
                </c:pt>
                <c:pt idx="12759">
                  <c:v>0.16545195879183316</c:v>
                </c:pt>
                <c:pt idx="12760">
                  <c:v>0.16545731726877633</c:v>
                </c:pt>
                <c:pt idx="12761">
                  <c:v>0.16546847944903945</c:v>
                </c:pt>
                <c:pt idx="12762">
                  <c:v>0.16547524036765127</c:v>
                </c:pt>
                <c:pt idx="12763">
                  <c:v>0.16551983107163504</c:v>
                </c:pt>
                <c:pt idx="12764">
                  <c:v>0.16555344431376112</c:v>
                </c:pt>
                <c:pt idx="12765">
                  <c:v>0.1655634653423865</c:v>
                </c:pt>
                <c:pt idx="12766">
                  <c:v>0.16557743013722478</c:v>
                </c:pt>
                <c:pt idx="12767">
                  <c:v>0.16559247443545869</c:v>
                </c:pt>
                <c:pt idx="12768">
                  <c:v>0.16560321695046964</c:v>
                </c:pt>
                <c:pt idx="12769">
                  <c:v>0.16561270085775198</c:v>
                </c:pt>
                <c:pt idx="12770">
                  <c:v>0.16562617918256178</c:v>
                </c:pt>
                <c:pt idx="12771">
                  <c:v>0.16563878345935157</c:v>
                </c:pt>
                <c:pt idx="12772">
                  <c:v>0.16564076992500884</c:v>
                </c:pt>
                <c:pt idx="12773">
                  <c:v>0.16565227865829921</c:v>
                </c:pt>
                <c:pt idx="12774">
                  <c:v>0.16569647954075623</c:v>
                </c:pt>
                <c:pt idx="12775">
                  <c:v>0.16570432876398375</c:v>
                </c:pt>
                <c:pt idx="12776">
                  <c:v>0.16571698305902216</c:v>
                </c:pt>
                <c:pt idx="12777">
                  <c:v>0.165725985468481</c:v>
                </c:pt>
                <c:pt idx="12778">
                  <c:v>0.16573288139242839</c:v>
                </c:pt>
                <c:pt idx="12779">
                  <c:v>0.16576723134492041</c:v>
                </c:pt>
                <c:pt idx="12780">
                  <c:v>0.16578033936673961</c:v>
                </c:pt>
                <c:pt idx="12781">
                  <c:v>0.16578103708927849</c:v>
                </c:pt>
                <c:pt idx="12782">
                  <c:v>0.16580347285123317</c:v>
                </c:pt>
                <c:pt idx="12783">
                  <c:v>0.16581029511706499</c:v>
                </c:pt>
                <c:pt idx="12784">
                  <c:v>0.1658122802936231</c:v>
                </c:pt>
                <c:pt idx="12785">
                  <c:v>0.16581404010788053</c:v>
                </c:pt>
                <c:pt idx="12786">
                  <c:v>0.16582603927182121</c:v>
                </c:pt>
                <c:pt idx="12787">
                  <c:v>0.16583884088852563</c:v>
                </c:pt>
                <c:pt idx="12788">
                  <c:v>0.16584032720997346</c:v>
                </c:pt>
                <c:pt idx="12789">
                  <c:v>0.16584270849562902</c:v>
                </c:pt>
                <c:pt idx="12790">
                  <c:v>0.16584414489789681</c:v>
                </c:pt>
                <c:pt idx="12791">
                  <c:v>0.16584700351303797</c:v>
                </c:pt>
                <c:pt idx="12792">
                  <c:v>0.16585295454050189</c:v>
                </c:pt>
                <c:pt idx="12793">
                  <c:v>0.16587094937126978</c:v>
                </c:pt>
                <c:pt idx="12794">
                  <c:v>0.16588132088849428</c:v>
                </c:pt>
                <c:pt idx="12795">
                  <c:v>0.1659076423543229</c:v>
                </c:pt>
                <c:pt idx="12796">
                  <c:v>0.16591312950922832</c:v>
                </c:pt>
                <c:pt idx="12797">
                  <c:v>0.16592696255136821</c:v>
                </c:pt>
                <c:pt idx="12798">
                  <c:v>0.16594894598825724</c:v>
                </c:pt>
                <c:pt idx="12799">
                  <c:v>0.16595674876487457</c:v>
                </c:pt>
                <c:pt idx="12800">
                  <c:v>0.16596275139328984</c:v>
                </c:pt>
                <c:pt idx="12801">
                  <c:v>0.16596331323042188</c:v>
                </c:pt>
                <c:pt idx="12802">
                  <c:v>0.16596860421667439</c:v>
                </c:pt>
                <c:pt idx="12803">
                  <c:v>0.16596962366875187</c:v>
                </c:pt>
                <c:pt idx="12804">
                  <c:v>0.16598114791555607</c:v>
                </c:pt>
                <c:pt idx="12805">
                  <c:v>0.16598480209040414</c:v>
                </c:pt>
                <c:pt idx="12806">
                  <c:v>0.16598711871791885</c:v>
                </c:pt>
                <c:pt idx="12807">
                  <c:v>0.16599052873474965</c:v>
                </c:pt>
                <c:pt idx="12808">
                  <c:v>0.16601363543628464</c:v>
                </c:pt>
                <c:pt idx="12809">
                  <c:v>0.1660349498728512</c:v>
                </c:pt>
                <c:pt idx="12810">
                  <c:v>0.16604686190354145</c:v>
                </c:pt>
                <c:pt idx="12811">
                  <c:v>0.16606624080133342</c:v>
                </c:pt>
                <c:pt idx="12812">
                  <c:v>0.16608315188430059</c:v>
                </c:pt>
                <c:pt idx="12813">
                  <c:v>0.16613314325636422</c:v>
                </c:pt>
                <c:pt idx="12814">
                  <c:v>0.16614355439970416</c:v>
                </c:pt>
                <c:pt idx="12815">
                  <c:v>0.16614566504980216</c:v>
                </c:pt>
                <c:pt idx="12816">
                  <c:v>0.1661508069224891</c:v>
                </c:pt>
                <c:pt idx="12817">
                  <c:v>0.16615108788298211</c:v>
                </c:pt>
                <c:pt idx="12818">
                  <c:v>0.16615527731146501</c:v>
                </c:pt>
                <c:pt idx="12819">
                  <c:v>0.16618409934978526</c:v>
                </c:pt>
                <c:pt idx="12820">
                  <c:v>0.16618920690277922</c:v>
                </c:pt>
                <c:pt idx="12821">
                  <c:v>0.16620348848553942</c:v>
                </c:pt>
                <c:pt idx="12822">
                  <c:v>0.1662164865387116</c:v>
                </c:pt>
                <c:pt idx="12823">
                  <c:v>0.16624783852152922</c:v>
                </c:pt>
                <c:pt idx="12824">
                  <c:v>0.16625035315302528</c:v>
                </c:pt>
                <c:pt idx="12825">
                  <c:v>0.16625155714993095</c:v>
                </c:pt>
                <c:pt idx="12826">
                  <c:v>0.1662561188629926</c:v>
                </c:pt>
                <c:pt idx="12827">
                  <c:v>0.16627131501288842</c:v>
                </c:pt>
                <c:pt idx="12828">
                  <c:v>0.16630997832441866</c:v>
                </c:pt>
                <c:pt idx="12829">
                  <c:v>0.16632271992966344</c:v>
                </c:pt>
                <c:pt idx="12830">
                  <c:v>0.16633174590889821</c:v>
                </c:pt>
                <c:pt idx="12831">
                  <c:v>0.16634040000141151</c:v>
                </c:pt>
                <c:pt idx="12832">
                  <c:v>0.16635044654935432</c:v>
                </c:pt>
                <c:pt idx="12833">
                  <c:v>0.16637813162841347</c:v>
                </c:pt>
                <c:pt idx="12834">
                  <c:v>0.16638415161390677</c:v>
                </c:pt>
                <c:pt idx="12835">
                  <c:v>0.16638456360758017</c:v>
                </c:pt>
                <c:pt idx="12836">
                  <c:v>0.16639373665969701</c:v>
                </c:pt>
                <c:pt idx="12837">
                  <c:v>0.16640197070915169</c:v>
                </c:pt>
                <c:pt idx="12838">
                  <c:v>0.1664049279793787</c:v>
                </c:pt>
                <c:pt idx="12839">
                  <c:v>0.16640560203727037</c:v>
                </c:pt>
                <c:pt idx="12840">
                  <c:v>0.16641776476954678</c:v>
                </c:pt>
                <c:pt idx="12841">
                  <c:v>0.16642337321668912</c:v>
                </c:pt>
                <c:pt idx="12842">
                  <c:v>0.16643947026593295</c:v>
                </c:pt>
                <c:pt idx="12843">
                  <c:v>0.16644137914917081</c:v>
                </c:pt>
                <c:pt idx="12844">
                  <c:v>0.16646049612636737</c:v>
                </c:pt>
                <c:pt idx="12845">
                  <c:v>0.16647827161643955</c:v>
                </c:pt>
                <c:pt idx="12846">
                  <c:v>0.16650548012099481</c:v>
                </c:pt>
                <c:pt idx="12847">
                  <c:v>0.16653697073744816</c:v>
                </c:pt>
                <c:pt idx="12848">
                  <c:v>0.16653934974196097</c:v>
                </c:pt>
                <c:pt idx="12849">
                  <c:v>0.16655844305387768</c:v>
                </c:pt>
                <c:pt idx="12850">
                  <c:v>0.16656297496323533</c:v>
                </c:pt>
                <c:pt idx="12851">
                  <c:v>0.16656696768221288</c:v>
                </c:pt>
                <c:pt idx="12852">
                  <c:v>0.16656917131551968</c:v>
                </c:pt>
                <c:pt idx="12853">
                  <c:v>0.16660100925317606</c:v>
                </c:pt>
                <c:pt idx="12854">
                  <c:v>0.1666136624113172</c:v>
                </c:pt>
                <c:pt idx="12855">
                  <c:v>0.16662872024385258</c:v>
                </c:pt>
                <c:pt idx="12856">
                  <c:v>0.16664751880457193</c:v>
                </c:pt>
                <c:pt idx="12857">
                  <c:v>0.16666355850623193</c:v>
                </c:pt>
                <c:pt idx="12858">
                  <c:v>0.166668669648559</c:v>
                </c:pt>
                <c:pt idx="12859">
                  <c:v>0.16667238512542179</c:v>
                </c:pt>
                <c:pt idx="12860">
                  <c:v>0.16668375651042402</c:v>
                </c:pt>
                <c:pt idx="12861">
                  <c:v>0.16669092434974614</c:v>
                </c:pt>
                <c:pt idx="12862">
                  <c:v>0.16669461384468748</c:v>
                </c:pt>
                <c:pt idx="12863">
                  <c:v>0.16669505215496006</c:v>
                </c:pt>
                <c:pt idx="12864">
                  <c:v>0.16671575247397316</c:v>
                </c:pt>
                <c:pt idx="12865">
                  <c:v>0.16673031585695289</c:v>
                </c:pt>
                <c:pt idx="12866">
                  <c:v>0.16674292159984308</c:v>
                </c:pt>
                <c:pt idx="12867">
                  <c:v>0.16675341083034545</c:v>
                </c:pt>
                <c:pt idx="12868">
                  <c:v>0.16675696283936248</c:v>
                </c:pt>
                <c:pt idx="12869">
                  <c:v>0.16676930218291416</c:v>
                </c:pt>
                <c:pt idx="12870">
                  <c:v>0.16676995581424284</c:v>
                </c:pt>
                <c:pt idx="12871">
                  <c:v>0.16677885338275997</c:v>
                </c:pt>
                <c:pt idx="12872">
                  <c:v>0.16677900050064867</c:v>
                </c:pt>
                <c:pt idx="12873">
                  <c:v>0.16678373967510385</c:v>
                </c:pt>
                <c:pt idx="12874">
                  <c:v>0.16678777400173325</c:v>
                </c:pt>
                <c:pt idx="12875">
                  <c:v>0.16680040315261985</c:v>
                </c:pt>
                <c:pt idx="12876">
                  <c:v>0.16680087605422245</c:v>
                </c:pt>
                <c:pt idx="12877">
                  <c:v>0.16680641853145803</c:v>
                </c:pt>
                <c:pt idx="12878">
                  <c:v>0.16681530387506341</c:v>
                </c:pt>
                <c:pt idx="12879">
                  <c:v>0.16681593712110993</c:v>
                </c:pt>
                <c:pt idx="12880">
                  <c:v>0.16683509992214912</c:v>
                </c:pt>
                <c:pt idx="12881">
                  <c:v>0.16683758294784309</c:v>
                </c:pt>
                <c:pt idx="12882">
                  <c:v>0.16684653541249139</c:v>
                </c:pt>
                <c:pt idx="12883">
                  <c:v>0.16686624764014971</c:v>
                </c:pt>
                <c:pt idx="12884">
                  <c:v>0.16687378710079639</c:v>
                </c:pt>
                <c:pt idx="12885">
                  <c:v>0.16691036603934387</c:v>
                </c:pt>
                <c:pt idx="12886">
                  <c:v>0.16693723567187263</c:v>
                </c:pt>
                <c:pt idx="12887">
                  <c:v>0.16694418433956082</c:v>
                </c:pt>
                <c:pt idx="12888">
                  <c:v>0.16696582556101297</c:v>
                </c:pt>
                <c:pt idx="12889">
                  <c:v>0.16698031577142475</c:v>
                </c:pt>
                <c:pt idx="12890">
                  <c:v>0.1670174804929348</c:v>
                </c:pt>
                <c:pt idx="12891">
                  <c:v>0.16702888808917929</c:v>
                </c:pt>
                <c:pt idx="12892">
                  <c:v>0.16704825573729568</c:v>
                </c:pt>
                <c:pt idx="12893">
                  <c:v>0.16705588932519233</c:v>
                </c:pt>
                <c:pt idx="12894">
                  <c:v>0.16705836168771296</c:v>
                </c:pt>
                <c:pt idx="12895">
                  <c:v>0.1670625247874232</c:v>
                </c:pt>
                <c:pt idx="12896">
                  <c:v>0.16708660342531792</c:v>
                </c:pt>
                <c:pt idx="12897">
                  <c:v>0.16710538008906556</c:v>
                </c:pt>
                <c:pt idx="12898">
                  <c:v>0.16710574303344722</c:v>
                </c:pt>
                <c:pt idx="12899">
                  <c:v>0.16710787834081778</c:v>
                </c:pt>
                <c:pt idx="12900">
                  <c:v>0.16711976245241078</c:v>
                </c:pt>
                <c:pt idx="12901">
                  <c:v>0.16712117310568964</c:v>
                </c:pt>
                <c:pt idx="12902">
                  <c:v>0.16712725291501179</c:v>
                </c:pt>
                <c:pt idx="12903">
                  <c:v>0.1671448327408285</c:v>
                </c:pt>
                <c:pt idx="12904">
                  <c:v>0.16714642648545874</c:v>
                </c:pt>
                <c:pt idx="12905">
                  <c:v>0.16717131980255859</c:v>
                </c:pt>
                <c:pt idx="12906">
                  <c:v>0.16717165219625815</c:v>
                </c:pt>
                <c:pt idx="12907">
                  <c:v>0.16717355877012247</c:v>
                </c:pt>
                <c:pt idx="12908">
                  <c:v>0.16717657681891929</c:v>
                </c:pt>
                <c:pt idx="12909">
                  <c:v>0.16718006002516664</c:v>
                </c:pt>
                <c:pt idx="12910">
                  <c:v>0.16719547845100755</c:v>
                </c:pt>
                <c:pt idx="12911">
                  <c:v>0.1672065297171233</c:v>
                </c:pt>
                <c:pt idx="12912">
                  <c:v>0.16720726949202361</c:v>
                </c:pt>
                <c:pt idx="12913">
                  <c:v>0.16722330587543061</c:v>
                </c:pt>
                <c:pt idx="12914">
                  <c:v>0.16722403172567377</c:v>
                </c:pt>
                <c:pt idx="12915">
                  <c:v>0.16722811504490501</c:v>
                </c:pt>
                <c:pt idx="12916">
                  <c:v>0.16724512094724281</c:v>
                </c:pt>
                <c:pt idx="12917">
                  <c:v>0.16724963666341416</c:v>
                </c:pt>
                <c:pt idx="12918">
                  <c:v>0.16726705680174772</c:v>
                </c:pt>
                <c:pt idx="12919">
                  <c:v>0.16727992786168755</c:v>
                </c:pt>
                <c:pt idx="12920">
                  <c:v>0.16729547708387035</c:v>
                </c:pt>
                <c:pt idx="12921">
                  <c:v>0.16732334265743812</c:v>
                </c:pt>
                <c:pt idx="12922">
                  <c:v>0.16733515493422499</c:v>
                </c:pt>
                <c:pt idx="12923">
                  <c:v>0.16736220838108468</c:v>
                </c:pt>
                <c:pt idx="12924">
                  <c:v>0.16736629625746038</c:v>
                </c:pt>
                <c:pt idx="12925">
                  <c:v>0.16740085509178432</c:v>
                </c:pt>
                <c:pt idx="12926">
                  <c:v>0.16740119156676103</c:v>
                </c:pt>
                <c:pt idx="12927">
                  <c:v>0.16740556598161727</c:v>
                </c:pt>
                <c:pt idx="12928">
                  <c:v>0.16740699918311777</c:v>
                </c:pt>
                <c:pt idx="12929">
                  <c:v>0.16740722228275803</c:v>
                </c:pt>
                <c:pt idx="12930">
                  <c:v>0.16740776715365033</c:v>
                </c:pt>
                <c:pt idx="12931">
                  <c:v>0.16743061637697615</c:v>
                </c:pt>
                <c:pt idx="12932">
                  <c:v>0.16743356351560409</c:v>
                </c:pt>
                <c:pt idx="12933">
                  <c:v>0.16744231397363951</c:v>
                </c:pt>
                <c:pt idx="12934">
                  <c:v>0.16744367432828255</c:v>
                </c:pt>
                <c:pt idx="12935">
                  <c:v>0.16745333593076334</c:v>
                </c:pt>
                <c:pt idx="12936">
                  <c:v>0.16745412038268881</c:v>
                </c:pt>
                <c:pt idx="12937">
                  <c:v>0.16746758108940699</c:v>
                </c:pt>
                <c:pt idx="12938">
                  <c:v>0.16748528550322511</c:v>
                </c:pt>
                <c:pt idx="12939">
                  <c:v>0.16749058303823816</c:v>
                </c:pt>
                <c:pt idx="12940">
                  <c:v>0.16749507314289055</c:v>
                </c:pt>
                <c:pt idx="12941">
                  <c:v>0.16749678273760624</c:v>
                </c:pt>
                <c:pt idx="12942">
                  <c:v>0.16751326039036124</c:v>
                </c:pt>
                <c:pt idx="12943">
                  <c:v>0.1675204942503207</c:v>
                </c:pt>
                <c:pt idx="12944">
                  <c:v>0.1675205729787364</c:v>
                </c:pt>
                <c:pt idx="12945">
                  <c:v>0.16752118498619933</c:v>
                </c:pt>
                <c:pt idx="12946">
                  <c:v>0.16752804722999509</c:v>
                </c:pt>
                <c:pt idx="12947">
                  <c:v>0.16753979066422822</c:v>
                </c:pt>
                <c:pt idx="12948">
                  <c:v>0.16755251826454481</c:v>
                </c:pt>
                <c:pt idx="12949">
                  <c:v>0.16755259801166961</c:v>
                </c:pt>
                <c:pt idx="12950">
                  <c:v>0.16755294320307157</c:v>
                </c:pt>
                <c:pt idx="12951">
                  <c:v>0.16758324441306899</c:v>
                </c:pt>
                <c:pt idx="12952">
                  <c:v>0.16758466053125748</c:v>
                </c:pt>
                <c:pt idx="12953">
                  <c:v>0.16758772076538012</c:v>
                </c:pt>
                <c:pt idx="12954">
                  <c:v>0.1675929328872014</c:v>
                </c:pt>
                <c:pt idx="12955">
                  <c:v>0.16759757289240118</c:v>
                </c:pt>
                <c:pt idx="12956">
                  <c:v>0.16759970205076027</c:v>
                </c:pt>
                <c:pt idx="12957">
                  <c:v>0.16760681741263669</c:v>
                </c:pt>
                <c:pt idx="12958">
                  <c:v>0.16760978328102621</c:v>
                </c:pt>
                <c:pt idx="12959">
                  <c:v>0.16761216485119648</c:v>
                </c:pt>
                <c:pt idx="12960">
                  <c:v>0.16764283753171377</c:v>
                </c:pt>
                <c:pt idx="12961">
                  <c:v>0.16765105232539129</c:v>
                </c:pt>
                <c:pt idx="12962">
                  <c:v>0.16765717550925169</c:v>
                </c:pt>
                <c:pt idx="12963">
                  <c:v>0.1676653965361049</c:v>
                </c:pt>
                <c:pt idx="12964">
                  <c:v>0.16767851977903592</c:v>
                </c:pt>
                <c:pt idx="12965">
                  <c:v>0.1676917661614627</c:v>
                </c:pt>
                <c:pt idx="12966">
                  <c:v>0.16769594558947384</c:v>
                </c:pt>
                <c:pt idx="12967">
                  <c:v>0.1677180299206894</c:v>
                </c:pt>
                <c:pt idx="12968">
                  <c:v>0.16772868330686441</c:v>
                </c:pt>
                <c:pt idx="12969">
                  <c:v>0.16773653325030613</c:v>
                </c:pt>
                <c:pt idx="12970">
                  <c:v>0.16773657566332745</c:v>
                </c:pt>
                <c:pt idx="12971">
                  <c:v>0.16773751758983893</c:v>
                </c:pt>
                <c:pt idx="12972">
                  <c:v>0.16775026067321705</c:v>
                </c:pt>
                <c:pt idx="12973">
                  <c:v>0.16775344478361681</c:v>
                </c:pt>
                <c:pt idx="12974">
                  <c:v>0.16777418159994587</c:v>
                </c:pt>
                <c:pt idx="12975">
                  <c:v>0.16778705423215748</c:v>
                </c:pt>
                <c:pt idx="12976">
                  <c:v>0.16779026009066761</c:v>
                </c:pt>
                <c:pt idx="12977">
                  <c:v>0.16779633685157966</c:v>
                </c:pt>
                <c:pt idx="12978">
                  <c:v>0.16781814036642478</c:v>
                </c:pt>
                <c:pt idx="12979">
                  <c:v>0.16782694417180011</c:v>
                </c:pt>
                <c:pt idx="12980">
                  <c:v>0.16784049024598907</c:v>
                </c:pt>
                <c:pt idx="12981">
                  <c:v>0.16784624748616089</c:v>
                </c:pt>
                <c:pt idx="12982">
                  <c:v>0.16785763353897393</c:v>
                </c:pt>
                <c:pt idx="12983">
                  <c:v>0.16786867436778352</c:v>
                </c:pt>
                <c:pt idx="12984">
                  <c:v>0.16787396060403079</c:v>
                </c:pt>
                <c:pt idx="12985">
                  <c:v>0.16787679962897503</c:v>
                </c:pt>
                <c:pt idx="12986">
                  <c:v>0.16788581673012767</c:v>
                </c:pt>
                <c:pt idx="12987">
                  <c:v>0.167911387180949</c:v>
                </c:pt>
                <c:pt idx="12988">
                  <c:v>0.16793426349720306</c:v>
                </c:pt>
                <c:pt idx="12989">
                  <c:v>0.16794519389564036</c:v>
                </c:pt>
                <c:pt idx="12990">
                  <c:v>0.16795301725476786</c:v>
                </c:pt>
                <c:pt idx="12991">
                  <c:v>0.16795904763013914</c:v>
                </c:pt>
                <c:pt idx="12992">
                  <c:v>0.16799664656770238</c:v>
                </c:pt>
                <c:pt idx="12993">
                  <c:v>0.16800384017394193</c:v>
                </c:pt>
                <c:pt idx="12994">
                  <c:v>0.16801358522796173</c:v>
                </c:pt>
                <c:pt idx="12995">
                  <c:v>0.1680184694714025</c:v>
                </c:pt>
                <c:pt idx="12996">
                  <c:v>0.16802940933787638</c:v>
                </c:pt>
                <c:pt idx="12997">
                  <c:v>0.16803034606167053</c:v>
                </c:pt>
                <c:pt idx="12998">
                  <c:v>0.16805854621211117</c:v>
                </c:pt>
                <c:pt idx="12999">
                  <c:v>0.16806935779558979</c:v>
                </c:pt>
                <c:pt idx="13000">
                  <c:v>0.16807715326388803</c:v>
                </c:pt>
                <c:pt idx="13001">
                  <c:v>0.16809020661751603</c:v>
                </c:pt>
                <c:pt idx="13002">
                  <c:v>0.16810256995794196</c:v>
                </c:pt>
                <c:pt idx="13003">
                  <c:v>0.16814080903158068</c:v>
                </c:pt>
                <c:pt idx="13004">
                  <c:v>0.16815130653031951</c:v>
                </c:pt>
                <c:pt idx="13005">
                  <c:v>0.16815971424079321</c:v>
                </c:pt>
                <c:pt idx="13006">
                  <c:v>0.1682106550083034</c:v>
                </c:pt>
                <c:pt idx="13007">
                  <c:v>0.16822426147269029</c:v>
                </c:pt>
                <c:pt idx="13008">
                  <c:v>0.16822567328373872</c:v>
                </c:pt>
                <c:pt idx="13009">
                  <c:v>0.1682349174310549</c:v>
                </c:pt>
                <c:pt idx="13010">
                  <c:v>0.16823979826891544</c:v>
                </c:pt>
                <c:pt idx="13011">
                  <c:v>0.16825434520461444</c:v>
                </c:pt>
                <c:pt idx="13012">
                  <c:v>0.16829290417304243</c:v>
                </c:pt>
                <c:pt idx="13013">
                  <c:v>0.16829319559674041</c:v>
                </c:pt>
                <c:pt idx="13014">
                  <c:v>0.16829486028230925</c:v>
                </c:pt>
                <c:pt idx="13015">
                  <c:v>0.16830062166882059</c:v>
                </c:pt>
                <c:pt idx="13016">
                  <c:v>0.16834936524132163</c:v>
                </c:pt>
                <c:pt idx="13017">
                  <c:v>0.16836055085710019</c:v>
                </c:pt>
                <c:pt idx="13018">
                  <c:v>0.16837014414946933</c:v>
                </c:pt>
                <c:pt idx="13019">
                  <c:v>0.16837548499724053</c:v>
                </c:pt>
                <c:pt idx="13020">
                  <c:v>0.16839748649041333</c:v>
                </c:pt>
                <c:pt idx="13021">
                  <c:v>0.16840262271480427</c:v>
                </c:pt>
                <c:pt idx="13022">
                  <c:v>0.16840866667800533</c:v>
                </c:pt>
                <c:pt idx="13023">
                  <c:v>0.16842216591665865</c:v>
                </c:pt>
                <c:pt idx="13024">
                  <c:v>0.16846266935022189</c:v>
                </c:pt>
                <c:pt idx="13025">
                  <c:v>0.16846514176244565</c:v>
                </c:pt>
                <c:pt idx="13026">
                  <c:v>0.16846532341279621</c:v>
                </c:pt>
                <c:pt idx="13027">
                  <c:v>0.16847452840493898</c:v>
                </c:pt>
                <c:pt idx="13028">
                  <c:v>0.16847909030216779</c:v>
                </c:pt>
                <c:pt idx="13029">
                  <c:v>0.16848560518228348</c:v>
                </c:pt>
                <c:pt idx="13030">
                  <c:v>0.16848922382534823</c:v>
                </c:pt>
                <c:pt idx="13031">
                  <c:v>0.16849703348618192</c:v>
                </c:pt>
                <c:pt idx="13032">
                  <c:v>0.16849760483358894</c:v>
                </c:pt>
                <c:pt idx="13033">
                  <c:v>0.16850813450627442</c:v>
                </c:pt>
                <c:pt idx="13034">
                  <c:v>0.16851516150476578</c:v>
                </c:pt>
                <c:pt idx="13035">
                  <c:v>0.16851698916970451</c:v>
                </c:pt>
                <c:pt idx="13036">
                  <c:v>0.1685256520989217</c:v>
                </c:pt>
                <c:pt idx="13037">
                  <c:v>0.1685288874508698</c:v>
                </c:pt>
                <c:pt idx="13038">
                  <c:v>0.16852925054881579</c:v>
                </c:pt>
                <c:pt idx="13039">
                  <c:v>0.16854258202893296</c:v>
                </c:pt>
                <c:pt idx="13040">
                  <c:v>0.16855320107091162</c:v>
                </c:pt>
                <c:pt idx="13041">
                  <c:v>0.16855358021343486</c:v>
                </c:pt>
                <c:pt idx="13042">
                  <c:v>0.168573650809973</c:v>
                </c:pt>
                <c:pt idx="13043">
                  <c:v>0.16857915981935298</c:v>
                </c:pt>
                <c:pt idx="13044">
                  <c:v>0.16858045603640273</c:v>
                </c:pt>
                <c:pt idx="13045">
                  <c:v>0.16859192933187203</c:v>
                </c:pt>
                <c:pt idx="13046">
                  <c:v>0.16861995392169804</c:v>
                </c:pt>
                <c:pt idx="13047">
                  <c:v>0.16863809914474914</c:v>
                </c:pt>
                <c:pt idx="13048">
                  <c:v>0.16864849757050768</c:v>
                </c:pt>
                <c:pt idx="13049">
                  <c:v>0.16867877747441021</c:v>
                </c:pt>
                <c:pt idx="13050">
                  <c:v>0.16869516060485221</c:v>
                </c:pt>
                <c:pt idx="13051">
                  <c:v>0.16870143076178129</c:v>
                </c:pt>
                <c:pt idx="13052">
                  <c:v>0.16870484095486343</c:v>
                </c:pt>
                <c:pt idx="13053">
                  <c:v>0.16872929802643863</c:v>
                </c:pt>
                <c:pt idx="13054">
                  <c:v>0.16873498097415568</c:v>
                </c:pt>
                <c:pt idx="13055">
                  <c:v>0.16873804741393733</c:v>
                </c:pt>
                <c:pt idx="13056">
                  <c:v>0.16875289462302073</c:v>
                </c:pt>
                <c:pt idx="13057">
                  <c:v>0.16875430521919937</c:v>
                </c:pt>
                <c:pt idx="13058">
                  <c:v>0.16876005924347276</c:v>
                </c:pt>
                <c:pt idx="13059">
                  <c:v>0.1687639470297834</c:v>
                </c:pt>
                <c:pt idx="13060">
                  <c:v>0.16876432693997478</c:v>
                </c:pt>
                <c:pt idx="13061">
                  <c:v>0.16876645048634892</c:v>
                </c:pt>
                <c:pt idx="13062">
                  <c:v>0.16880104266199819</c:v>
                </c:pt>
                <c:pt idx="13063">
                  <c:v>0.16881700965446911</c:v>
                </c:pt>
                <c:pt idx="13064">
                  <c:v>0.16885048590832927</c:v>
                </c:pt>
                <c:pt idx="13065">
                  <c:v>0.16885574571165385</c:v>
                </c:pt>
                <c:pt idx="13066">
                  <c:v>0.16888699137009111</c:v>
                </c:pt>
                <c:pt idx="13067">
                  <c:v>0.16892167905108976</c:v>
                </c:pt>
                <c:pt idx="13068">
                  <c:v>0.16893327174036002</c:v>
                </c:pt>
                <c:pt idx="13069">
                  <c:v>0.16893578580013446</c:v>
                </c:pt>
                <c:pt idx="13070">
                  <c:v>0.16893925170998969</c:v>
                </c:pt>
                <c:pt idx="13071">
                  <c:v>0.16894122826890876</c:v>
                </c:pt>
                <c:pt idx="13072">
                  <c:v>0.16895337600023114</c:v>
                </c:pt>
                <c:pt idx="13073">
                  <c:v>0.16896430437536231</c:v>
                </c:pt>
                <c:pt idx="13074">
                  <c:v>0.16899300619528143</c:v>
                </c:pt>
                <c:pt idx="13075">
                  <c:v>0.16902356358958759</c:v>
                </c:pt>
                <c:pt idx="13076">
                  <c:v>0.16904068054317789</c:v>
                </c:pt>
                <c:pt idx="13077">
                  <c:v>0.16906548135029389</c:v>
                </c:pt>
                <c:pt idx="13078">
                  <c:v>0.16907206289418628</c:v>
                </c:pt>
                <c:pt idx="13079">
                  <c:v>0.16907964028287836</c:v>
                </c:pt>
                <c:pt idx="13080">
                  <c:v>0.16909026690922599</c:v>
                </c:pt>
                <c:pt idx="13081">
                  <c:v>0.16911108217849377</c:v>
                </c:pt>
                <c:pt idx="13082">
                  <c:v>0.16912698670537638</c:v>
                </c:pt>
                <c:pt idx="13083">
                  <c:v>0.16912945686377126</c:v>
                </c:pt>
                <c:pt idx="13084">
                  <c:v>0.16916249604135694</c:v>
                </c:pt>
                <c:pt idx="13085">
                  <c:v>0.16916583167474089</c:v>
                </c:pt>
                <c:pt idx="13086">
                  <c:v>0.16918625739685839</c:v>
                </c:pt>
                <c:pt idx="13087">
                  <c:v>0.16920474723582707</c:v>
                </c:pt>
                <c:pt idx="13088">
                  <c:v>0.16920951697903938</c:v>
                </c:pt>
                <c:pt idx="13089">
                  <c:v>0.1692149123990507</c:v>
                </c:pt>
                <c:pt idx="13090">
                  <c:v>0.16922016444042184</c:v>
                </c:pt>
                <c:pt idx="13091">
                  <c:v>0.16923778726759656</c:v>
                </c:pt>
                <c:pt idx="13092">
                  <c:v>0.16924364525659394</c:v>
                </c:pt>
                <c:pt idx="13093">
                  <c:v>0.16925176010970502</c:v>
                </c:pt>
                <c:pt idx="13094">
                  <c:v>0.16929448904404951</c:v>
                </c:pt>
                <c:pt idx="13095">
                  <c:v>0.16931474187109607</c:v>
                </c:pt>
                <c:pt idx="13096">
                  <c:v>0.16932594180279092</c:v>
                </c:pt>
                <c:pt idx="13097">
                  <c:v>0.16936667230555341</c:v>
                </c:pt>
                <c:pt idx="13098">
                  <c:v>0.16939346750264586</c:v>
                </c:pt>
                <c:pt idx="13099">
                  <c:v>0.16940513244821762</c:v>
                </c:pt>
                <c:pt idx="13100">
                  <c:v>0.16945013216864874</c:v>
                </c:pt>
                <c:pt idx="13101">
                  <c:v>0.16945568873517763</c:v>
                </c:pt>
                <c:pt idx="13102">
                  <c:v>0.16946686626234736</c:v>
                </c:pt>
                <c:pt idx="13103">
                  <c:v>0.16946861680229</c:v>
                </c:pt>
                <c:pt idx="13104">
                  <c:v>0.16947904409426715</c:v>
                </c:pt>
                <c:pt idx="13105">
                  <c:v>0.16948702807094798</c:v>
                </c:pt>
                <c:pt idx="13106">
                  <c:v>0.16950162102602676</c:v>
                </c:pt>
                <c:pt idx="13107">
                  <c:v>0.16950302382586899</c:v>
                </c:pt>
                <c:pt idx="13108">
                  <c:v>0.16951720280532701</c:v>
                </c:pt>
                <c:pt idx="13109">
                  <c:v>0.16954032772296443</c:v>
                </c:pt>
                <c:pt idx="13110">
                  <c:v>0.16954139193408913</c:v>
                </c:pt>
                <c:pt idx="13111">
                  <c:v>0.16954377460934786</c:v>
                </c:pt>
                <c:pt idx="13112">
                  <c:v>0.16955454170519871</c:v>
                </c:pt>
                <c:pt idx="13113">
                  <c:v>0.16955826911482172</c:v>
                </c:pt>
                <c:pt idx="13114">
                  <c:v>0.16957101921170989</c:v>
                </c:pt>
                <c:pt idx="13115">
                  <c:v>0.16957694104430043</c:v>
                </c:pt>
                <c:pt idx="13116">
                  <c:v>0.16959742531097638</c:v>
                </c:pt>
                <c:pt idx="13117">
                  <c:v>0.16961820782673515</c:v>
                </c:pt>
                <c:pt idx="13118">
                  <c:v>0.16962993650550351</c:v>
                </c:pt>
                <c:pt idx="13119">
                  <c:v>0.16963524126960061</c:v>
                </c:pt>
                <c:pt idx="13120">
                  <c:v>0.16963885581227667</c:v>
                </c:pt>
                <c:pt idx="13121">
                  <c:v>0.16964757461353383</c:v>
                </c:pt>
                <c:pt idx="13122">
                  <c:v>0.16968102933059351</c:v>
                </c:pt>
                <c:pt idx="13123">
                  <c:v>0.16968619872406046</c:v>
                </c:pt>
                <c:pt idx="13124">
                  <c:v>0.16968741616667868</c:v>
                </c:pt>
                <c:pt idx="13125">
                  <c:v>0.1696950057268565</c:v>
                </c:pt>
                <c:pt idx="13126">
                  <c:v>0.16969875989328956</c:v>
                </c:pt>
                <c:pt idx="13127">
                  <c:v>0.16970432490994497</c:v>
                </c:pt>
                <c:pt idx="13128">
                  <c:v>0.16970893950481131</c:v>
                </c:pt>
                <c:pt idx="13129">
                  <c:v>0.16970999121252101</c:v>
                </c:pt>
                <c:pt idx="13130">
                  <c:v>0.16971992881886014</c:v>
                </c:pt>
                <c:pt idx="13131">
                  <c:v>0.16978274933359372</c:v>
                </c:pt>
                <c:pt idx="13132">
                  <c:v>0.16979271006371011</c:v>
                </c:pt>
                <c:pt idx="13133">
                  <c:v>0.1698211038023513</c:v>
                </c:pt>
                <c:pt idx="13134">
                  <c:v>0.16983128388078961</c:v>
                </c:pt>
                <c:pt idx="13135">
                  <c:v>0.16983240305853553</c:v>
                </c:pt>
                <c:pt idx="13136">
                  <c:v>0.16983648297073398</c:v>
                </c:pt>
                <c:pt idx="13137">
                  <c:v>0.16983937182126865</c:v>
                </c:pt>
                <c:pt idx="13138">
                  <c:v>0.1698455803124477</c:v>
                </c:pt>
                <c:pt idx="13139">
                  <c:v>0.16985499709489024</c:v>
                </c:pt>
                <c:pt idx="13140">
                  <c:v>0.16985804360414877</c:v>
                </c:pt>
                <c:pt idx="13141">
                  <c:v>0.16993626153645852</c:v>
                </c:pt>
                <c:pt idx="13142">
                  <c:v>0.16995112004927468</c:v>
                </c:pt>
                <c:pt idx="13143">
                  <c:v>0.1699700953934162</c:v>
                </c:pt>
                <c:pt idx="13144">
                  <c:v>0.16998141459724825</c:v>
                </c:pt>
                <c:pt idx="13145">
                  <c:v>0.16998732185396845</c:v>
                </c:pt>
                <c:pt idx="13146">
                  <c:v>0.16999418412801151</c:v>
                </c:pt>
                <c:pt idx="13147">
                  <c:v>0.17001274628871824</c:v>
                </c:pt>
                <c:pt idx="13148">
                  <c:v>0.17002201404691708</c:v>
                </c:pt>
                <c:pt idx="13149">
                  <c:v>0.17002747769955454</c:v>
                </c:pt>
                <c:pt idx="13150">
                  <c:v>0.17003089262166668</c:v>
                </c:pt>
                <c:pt idx="13151">
                  <c:v>0.17003631305801681</c:v>
                </c:pt>
                <c:pt idx="13152">
                  <c:v>0.17004742489679811</c:v>
                </c:pt>
                <c:pt idx="13153">
                  <c:v>0.17006099777055028</c:v>
                </c:pt>
                <c:pt idx="13154">
                  <c:v>0.17006544400227766</c:v>
                </c:pt>
                <c:pt idx="13155">
                  <c:v>0.17008428594492855</c:v>
                </c:pt>
                <c:pt idx="13156">
                  <c:v>0.17012104837049191</c:v>
                </c:pt>
                <c:pt idx="13157">
                  <c:v>0.17015534872640978</c:v>
                </c:pt>
                <c:pt idx="13158">
                  <c:v>0.17016573532478205</c:v>
                </c:pt>
                <c:pt idx="13159">
                  <c:v>0.17018919697174334</c:v>
                </c:pt>
                <c:pt idx="13160">
                  <c:v>0.17023102391987963</c:v>
                </c:pt>
                <c:pt idx="13161">
                  <c:v>0.17024547807794982</c:v>
                </c:pt>
                <c:pt idx="13162">
                  <c:v>0.17026582503783985</c:v>
                </c:pt>
                <c:pt idx="13163">
                  <c:v>0.1702672557571453</c:v>
                </c:pt>
                <c:pt idx="13164">
                  <c:v>0.17027063522439692</c:v>
                </c:pt>
                <c:pt idx="13165">
                  <c:v>0.17027597767223515</c:v>
                </c:pt>
                <c:pt idx="13166">
                  <c:v>0.17030566081751547</c:v>
                </c:pt>
                <c:pt idx="13167">
                  <c:v>0.17032283407884685</c:v>
                </c:pt>
                <c:pt idx="13168">
                  <c:v>0.17033708513033236</c:v>
                </c:pt>
                <c:pt idx="13169">
                  <c:v>0.17034299486678442</c:v>
                </c:pt>
                <c:pt idx="13170">
                  <c:v>0.17035373127697132</c:v>
                </c:pt>
                <c:pt idx="13171">
                  <c:v>0.17036194732380822</c:v>
                </c:pt>
                <c:pt idx="13172">
                  <c:v>0.17040510340908202</c:v>
                </c:pt>
                <c:pt idx="13173">
                  <c:v>0.17041506024575415</c:v>
                </c:pt>
                <c:pt idx="13174">
                  <c:v>0.17041858946772906</c:v>
                </c:pt>
                <c:pt idx="13175">
                  <c:v>0.17045893299024126</c:v>
                </c:pt>
                <c:pt idx="13176">
                  <c:v>0.17046364251742366</c:v>
                </c:pt>
                <c:pt idx="13177">
                  <c:v>0.17047628393069475</c:v>
                </c:pt>
                <c:pt idx="13178">
                  <c:v>0.17048015027944971</c:v>
                </c:pt>
                <c:pt idx="13179">
                  <c:v>0.17048989875748535</c:v>
                </c:pt>
                <c:pt idx="13180">
                  <c:v>0.17050126332880922</c:v>
                </c:pt>
                <c:pt idx="13181">
                  <c:v>0.17050720708598582</c:v>
                </c:pt>
                <c:pt idx="13182">
                  <c:v>0.1705098276761573</c:v>
                </c:pt>
                <c:pt idx="13183">
                  <c:v>0.17053346779417394</c:v>
                </c:pt>
                <c:pt idx="13184">
                  <c:v>0.17054190715546672</c:v>
                </c:pt>
                <c:pt idx="13185">
                  <c:v>0.17054247657311303</c:v>
                </c:pt>
                <c:pt idx="13186">
                  <c:v>0.17054431993122479</c:v>
                </c:pt>
                <c:pt idx="13187">
                  <c:v>0.17056475529287787</c:v>
                </c:pt>
                <c:pt idx="13188">
                  <c:v>0.17060006855165755</c:v>
                </c:pt>
                <c:pt idx="13189">
                  <c:v>0.17060832379590851</c:v>
                </c:pt>
                <c:pt idx="13190">
                  <c:v>0.1706096366686764</c:v>
                </c:pt>
                <c:pt idx="13191">
                  <c:v>0.17066484842887475</c:v>
                </c:pt>
                <c:pt idx="13192">
                  <c:v>0.17066614551546924</c:v>
                </c:pt>
                <c:pt idx="13193">
                  <c:v>0.17066708219530494</c:v>
                </c:pt>
                <c:pt idx="13194">
                  <c:v>0.17068143772504951</c:v>
                </c:pt>
                <c:pt idx="13195">
                  <c:v>0.17070896251676895</c:v>
                </c:pt>
                <c:pt idx="13196">
                  <c:v>0.17071700057308531</c:v>
                </c:pt>
                <c:pt idx="13197">
                  <c:v>0.17072082685693329</c:v>
                </c:pt>
                <c:pt idx="13198">
                  <c:v>0.17072533961034717</c:v>
                </c:pt>
                <c:pt idx="13199">
                  <c:v>0.17072836002383546</c:v>
                </c:pt>
                <c:pt idx="13200">
                  <c:v>0.17072861265388611</c:v>
                </c:pt>
                <c:pt idx="13201">
                  <c:v>0.17072867068284234</c:v>
                </c:pt>
                <c:pt idx="13202">
                  <c:v>0.17073176307962964</c:v>
                </c:pt>
                <c:pt idx="13203">
                  <c:v>0.17075124389468907</c:v>
                </c:pt>
                <c:pt idx="13204">
                  <c:v>0.17076266434868534</c:v>
                </c:pt>
                <c:pt idx="13205">
                  <c:v>0.17076299718500146</c:v>
                </c:pt>
                <c:pt idx="13206">
                  <c:v>0.17078092099745187</c:v>
                </c:pt>
                <c:pt idx="13207">
                  <c:v>0.17078391337487281</c:v>
                </c:pt>
                <c:pt idx="13208">
                  <c:v>0.17078498720393767</c:v>
                </c:pt>
                <c:pt idx="13209">
                  <c:v>0.17080846279318707</c:v>
                </c:pt>
                <c:pt idx="13210">
                  <c:v>0.17081278748572035</c:v>
                </c:pt>
                <c:pt idx="13211">
                  <c:v>0.17082262416967875</c:v>
                </c:pt>
                <c:pt idx="13212">
                  <c:v>0.17083708069152947</c:v>
                </c:pt>
                <c:pt idx="13213">
                  <c:v>0.17085282616793632</c:v>
                </c:pt>
                <c:pt idx="13214">
                  <c:v>0.17085381355777043</c:v>
                </c:pt>
                <c:pt idx="13215">
                  <c:v>0.17085792928474183</c:v>
                </c:pt>
                <c:pt idx="13216">
                  <c:v>0.17086627533997292</c:v>
                </c:pt>
                <c:pt idx="13217">
                  <c:v>0.17086826282764311</c:v>
                </c:pt>
                <c:pt idx="13218">
                  <c:v>0.17088810944336499</c:v>
                </c:pt>
                <c:pt idx="13219">
                  <c:v>0.17089268856080506</c:v>
                </c:pt>
                <c:pt idx="13220">
                  <c:v>0.17093994602249843</c:v>
                </c:pt>
                <c:pt idx="13221">
                  <c:v>0.17093996258727137</c:v>
                </c:pt>
                <c:pt idx="13222">
                  <c:v>0.17094573301499508</c:v>
                </c:pt>
                <c:pt idx="13223">
                  <c:v>0.17095915207374818</c:v>
                </c:pt>
                <c:pt idx="13224">
                  <c:v>0.17098859671414968</c:v>
                </c:pt>
                <c:pt idx="13225">
                  <c:v>0.17100411820396955</c:v>
                </c:pt>
                <c:pt idx="13226">
                  <c:v>0.17100564033473611</c:v>
                </c:pt>
                <c:pt idx="13227">
                  <c:v>0.17101191054683415</c:v>
                </c:pt>
                <c:pt idx="13228">
                  <c:v>0.17101883400808499</c:v>
                </c:pt>
                <c:pt idx="13229">
                  <c:v>0.17103989431375397</c:v>
                </c:pt>
                <c:pt idx="13230">
                  <c:v>0.1710549142076763</c:v>
                </c:pt>
                <c:pt idx="13231">
                  <c:v>0.17107499260642642</c:v>
                </c:pt>
                <c:pt idx="13232">
                  <c:v>0.17107550961304721</c:v>
                </c:pt>
                <c:pt idx="13233">
                  <c:v>0.17108018364909738</c:v>
                </c:pt>
                <c:pt idx="13234">
                  <c:v>0.17108793209140835</c:v>
                </c:pt>
                <c:pt idx="13235">
                  <c:v>0.17110049628705465</c:v>
                </c:pt>
                <c:pt idx="13236">
                  <c:v>0.17110581697923152</c:v>
                </c:pt>
                <c:pt idx="13237">
                  <c:v>0.17114204924146145</c:v>
                </c:pt>
                <c:pt idx="13238">
                  <c:v>0.17115758451637669</c:v>
                </c:pt>
                <c:pt idx="13239">
                  <c:v>0.17117274971109084</c:v>
                </c:pt>
                <c:pt idx="13240">
                  <c:v>0.17117495715263034</c:v>
                </c:pt>
                <c:pt idx="13241">
                  <c:v>0.17119375950089402</c:v>
                </c:pt>
                <c:pt idx="13242">
                  <c:v>0.17120382945344945</c:v>
                </c:pt>
                <c:pt idx="13243">
                  <c:v>0.17121024275314531</c:v>
                </c:pt>
                <c:pt idx="13244">
                  <c:v>0.17121575092884508</c:v>
                </c:pt>
                <c:pt idx="13245">
                  <c:v>0.1712203428932062</c:v>
                </c:pt>
                <c:pt idx="13246">
                  <c:v>0.17122921498996702</c:v>
                </c:pt>
                <c:pt idx="13247">
                  <c:v>0.17123189483760107</c:v>
                </c:pt>
                <c:pt idx="13248">
                  <c:v>0.17123776004743069</c:v>
                </c:pt>
                <c:pt idx="13249">
                  <c:v>0.17126060521778907</c:v>
                </c:pt>
                <c:pt idx="13250">
                  <c:v>0.17127852253910872</c:v>
                </c:pt>
                <c:pt idx="13251">
                  <c:v>0.17131645897888487</c:v>
                </c:pt>
                <c:pt idx="13252">
                  <c:v>0.17133871507851567</c:v>
                </c:pt>
                <c:pt idx="13253">
                  <c:v>0.17133972324855992</c:v>
                </c:pt>
                <c:pt idx="13254">
                  <c:v>0.17134092285289682</c:v>
                </c:pt>
                <c:pt idx="13255">
                  <c:v>0.17134403305139156</c:v>
                </c:pt>
                <c:pt idx="13256">
                  <c:v>0.17135901798480713</c:v>
                </c:pt>
                <c:pt idx="13257">
                  <c:v>0.17136723491800218</c:v>
                </c:pt>
                <c:pt idx="13258">
                  <c:v>0.17138848492499389</c:v>
                </c:pt>
                <c:pt idx="13259">
                  <c:v>0.17140196848790584</c:v>
                </c:pt>
                <c:pt idx="13260">
                  <c:v>0.17144333513559046</c:v>
                </c:pt>
                <c:pt idx="13261">
                  <c:v>0.17145506752180503</c:v>
                </c:pt>
                <c:pt idx="13262">
                  <c:v>0.17146010986546939</c:v>
                </c:pt>
                <c:pt idx="13263">
                  <c:v>0.17146163730007924</c:v>
                </c:pt>
                <c:pt idx="13264">
                  <c:v>0.1714626238917393</c:v>
                </c:pt>
                <c:pt idx="13265">
                  <c:v>0.17149666026019056</c:v>
                </c:pt>
                <c:pt idx="13266">
                  <c:v>0.17150104871995606</c:v>
                </c:pt>
                <c:pt idx="13267">
                  <c:v>0.17150908797695308</c:v>
                </c:pt>
                <c:pt idx="13268">
                  <c:v>0.17154998180878928</c:v>
                </c:pt>
                <c:pt idx="13269">
                  <c:v>0.17155464145769161</c:v>
                </c:pt>
                <c:pt idx="13270">
                  <c:v>0.17155979487396175</c:v>
                </c:pt>
                <c:pt idx="13271">
                  <c:v>0.17156303419703173</c:v>
                </c:pt>
                <c:pt idx="13272">
                  <c:v>0.17157597230429988</c:v>
                </c:pt>
                <c:pt idx="13273">
                  <c:v>0.17158153405897381</c:v>
                </c:pt>
                <c:pt idx="13274">
                  <c:v>0.17158728090675188</c:v>
                </c:pt>
                <c:pt idx="13275">
                  <c:v>0.17160642823618422</c:v>
                </c:pt>
                <c:pt idx="13276">
                  <c:v>0.17160805683688518</c:v>
                </c:pt>
                <c:pt idx="13277">
                  <c:v>0.17162373987595508</c:v>
                </c:pt>
                <c:pt idx="13278">
                  <c:v>0.17164683675813638</c:v>
                </c:pt>
                <c:pt idx="13279">
                  <c:v>0.17166728850296098</c:v>
                </c:pt>
                <c:pt idx="13280">
                  <c:v>0.17168421778161175</c:v>
                </c:pt>
                <c:pt idx="13281">
                  <c:v>0.17168608596125901</c:v>
                </c:pt>
                <c:pt idx="13282">
                  <c:v>0.17168745404257235</c:v>
                </c:pt>
                <c:pt idx="13283">
                  <c:v>0.17168828104263295</c:v>
                </c:pt>
                <c:pt idx="13284">
                  <c:v>0.17169275508543197</c:v>
                </c:pt>
                <c:pt idx="13285">
                  <c:v>0.1717145817314143</c:v>
                </c:pt>
                <c:pt idx="13286">
                  <c:v>0.17172267374135047</c:v>
                </c:pt>
                <c:pt idx="13287">
                  <c:v>0.17175519721352275</c:v>
                </c:pt>
                <c:pt idx="13288">
                  <c:v>0.17176012575794533</c:v>
                </c:pt>
                <c:pt idx="13289">
                  <c:v>0.1717644816785209</c:v>
                </c:pt>
                <c:pt idx="13290">
                  <c:v>0.1717666879132588</c:v>
                </c:pt>
                <c:pt idx="13291">
                  <c:v>0.17177894127264809</c:v>
                </c:pt>
                <c:pt idx="13292">
                  <c:v>0.17179633213565887</c:v>
                </c:pt>
                <c:pt idx="13293">
                  <c:v>0.17180982234125705</c:v>
                </c:pt>
                <c:pt idx="13294">
                  <c:v>0.17183101689160329</c:v>
                </c:pt>
                <c:pt idx="13295">
                  <c:v>0.17184028398733914</c:v>
                </c:pt>
                <c:pt idx="13296">
                  <c:v>0.17185828166191816</c:v>
                </c:pt>
                <c:pt idx="13297">
                  <c:v>0.17186597189209279</c:v>
                </c:pt>
                <c:pt idx="13298">
                  <c:v>0.17186889082609358</c:v>
                </c:pt>
                <c:pt idx="13299">
                  <c:v>0.17188255174159894</c:v>
                </c:pt>
                <c:pt idx="13300">
                  <c:v>0.17188539251569829</c:v>
                </c:pt>
                <c:pt idx="13301">
                  <c:v>0.17188581193525482</c:v>
                </c:pt>
                <c:pt idx="13302">
                  <c:v>0.17189178341662278</c:v>
                </c:pt>
                <c:pt idx="13303">
                  <c:v>0.17189206392536791</c:v>
                </c:pt>
                <c:pt idx="13304">
                  <c:v>0.17189403961228455</c:v>
                </c:pt>
                <c:pt idx="13305">
                  <c:v>0.17189549957605602</c:v>
                </c:pt>
                <c:pt idx="13306">
                  <c:v>0.1719068071309916</c:v>
                </c:pt>
                <c:pt idx="13307">
                  <c:v>0.17190829966516324</c:v>
                </c:pt>
                <c:pt idx="13308">
                  <c:v>0.17191440098241101</c:v>
                </c:pt>
                <c:pt idx="13309">
                  <c:v>0.17192693100635995</c:v>
                </c:pt>
                <c:pt idx="13310">
                  <c:v>0.17193701393675034</c:v>
                </c:pt>
                <c:pt idx="13311">
                  <c:v>0.17199593497980756</c:v>
                </c:pt>
                <c:pt idx="13312">
                  <c:v>0.17201885649009682</c:v>
                </c:pt>
                <c:pt idx="13313">
                  <c:v>0.17203752780905279</c:v>
                </c:pt>
                <c:pt idx="13314">
                  <c:v>0.17205054334967274</c:v>
                </c:pt>
                <c:pt idx="13315">
                  <c:v>0.17205430647063022</c:v>
                </c:pt>
                <c:pt idx="13316">
                  <c:v>0.17206339263142739</c:v>
                </c:pt>
                <c:pt idx="13317">
                  <c:v>0.17207037059920569</c:v>
                </c:pt>
                <c:pt idx="13318">
                  <c:v>0.17207751215098721</c:v>
                </c:pt>
                <c:pt idx="13319">
                  <c:v>0.17207802051297391</c:v>
                </c:pt>
                <c:pt idx="13320">
                  <c:v>0.17208060478808182</c:v>
                </c:pt>
                <c:pt idx="13321">
                  <c:v>0.17208637385035336</c:v>
                </c:pt>
                <c:pt idx="13322">
                  <c:v>0.1720898150169288</c:v>
                </c:pt>
                <c:pt idx="13323">
                  <c:v>0.17209643852744785</c:v>
                </c:pt>
                <c:pt idx="13324">
                  <c:v>0.17210281742717337</c:v>
                </c:pt>
                <c:pt idx="13325">
                  <c:v>0.17210498839281052</c:v>
                </c:pt>
                <c:pt idx="13326">
                  <c:v>0.17210645877904329</c:v>
                </c:pt>
                <c:pt idx="13327">
                  <c:v>0.17211385861291434</c:v>
                </c:pt>
                <c:pt idx="13328">
                  <c:v>0.17212612417809786</c:v>
                </c:pt>
                <c:pt idx="13329">
                  <c:v>0.17213504538430746</c:v>
                </c:pt>
                <c:pt idx="13330">
                  <c:v>0.17214773067513472</c:v>
                </c:pt>
                <c:pt idx="13331">
                  <c:v>0.17216846800067159</c:v>
                </c:pt>
                <c:pt idx="13332">
                  <c:v>0.17217311831554677</c:v>
                </c:pt>
                <c:pt idx="13333">
                  <c:v>0.17217526167870972</c:v>
                </c:pt>
                <c:pt idx="13334">
                  <c:v>0.17218436724676023</c:v>
                </c:pt>
                <c:pt idx="13335">
                  <c:v>0.17218902694989052</c:v>
                </c:pt>
                <c:pt idx="13336">
                  <c:v>0.1721944735875495</c:v>
                </c:pt>
                <c:pt idx="13337">
                  <c:v>0.17219839348233598</c:v>
                </c:pt>
                <c:pt idx="13338">
                  <c:v>0.17227480698344913</c:v>
                </c:pt>
                <c:pt idx="13339">
                  <c:v>0.17230713311171686</c:v>
                </c:pt>
                <c:pt idx="13340">
                  <c:v>0.17230765757077909</c:v>
                </c:pt>
                <c:pt idx="13341">
                  <c:v>0.17233592001777759</c:v>
                </c:pt>
                <c:pt idx="13342">
                  <c:v>0.17234356795837086</c:v>
                </c:pt>
                <c:pt idx="13343">
                  <c:v>0.17234455055860562</c:v>
                </c:pt>
                <c:pt idx="13344">
                  <c:v>0.17234667639717921</c:v>
                </c:pt>
                <c:pt idx="13345">
                  <c:v>0.17234689578253704</c:v>
                </c:pt>
                <c:pt idx="13346">
                  <c:v>0.17237416281455256</c:v>
                </c:pt>
                <c:pt idx="13347">
                  <c:v>0.17238059933916464</c:v>
                </c:pt>
                <c:pt idx="13348">
                  <c:v>0.17242474995109461</c:v>
                </c:pt>
                <c:pt idx="13349">
                  <c:v>0.17243634932108781</c:v>
                </c:pt>
                <c:pt idx="13350">
                  <c:v>0.17244581861838795</c:v>
                </c:pt>
                <c:pt idx="13351">
                  <c:v>0.1724480520814172</c:v>
                </c:pt>
                <c:pt idx="13352">
                  <c:v>0.17245551496479228</c:v>
                </c:pt>
                <c:pt idx="13353">
                  <c:v>0.17246008239561181</c:v>
                </c:pt>
                <c:pt idx="13354">
                  <c:v>0.17246420254937506</c:v>
                </c:pt>
                <c:pt idx="13355">
                  <c:v>0.17246695922090888</c:v>
                </c:pt>
                <c:pt idx="13356">
                  <c:v>0.17247341610036951</c:v>
                </c:pt>
                <c:pt idx="13357">
                  <c:v>0.17248048911152067</c:v>
                </c:pt>
                <c:pt idx="13358">
                  <c:v>0.17248941993421824</c:v>
                </c:pt>
                <c:pt idx="13359">
                  <c:v>0.17249187333717847</c:v>
                </c:pt>
                <c:pt idx="13360">
                  <c:v>0.17249230601775389</c:v>
                </c:pt>
                <c:pt idx="13361">
                  <c:v>0.17250568338715835</c:v>
                </c:pt>
                <c:pt idx="13362">
                  <c:v>0.17251611391685404</c:v>
                </c:pt>
                <c:pt idx="13363">
                  <c:v>0.17252085457593866</c:v>
                </c:pt>
                <c:pt idx="13364">
                  <c:v>0.17256508240681495</c:v>
                </c:pt>
                <c:pt idx="13365">
                  <c:v>0.17257580495479807</c:v>
                </c:pt>
                <c:pt idx="13366">
                  <c:v>0.17258982433033804</c:v>
                </c:pt>
                <c:pt idx="13367">
                  <c:v>0.17259253324446558</c:v>
                </c:pt>
                <c:pt idx="13368">
                  <c:v>0.17261275752503413</c:v>
                </c:pt>
                <c:pt idx="13369">
                  <c:v>0.17261350005761536</c:v>
                </c:pt>
                <c:pt idx="13370">
                  <c:v>0.17261515644483114</c:v>
                </c:pt>
                <c:pt idx="13371">
                  <c:v>0.17265433632285013</c:v>
                </c:pt>
                <c:pt idx="13372">
                  <c:v>0.17265479196762781</c:v>
                </c:pt>
                <c:pt idx="13373">
                  <c:v>0.17267122852656103</c:v>
                </c:pt>
                <c:pt idx="13374">
                  <c:v>0.17268116766627475</c:v>
                </c:pt>
                <c:pt idx="13375">
                  <c:v>0.17270648515455372</c:v>
                </c:pt>
                <c:pt idx="13376">
                  <c:v>0.17270738981761755</c:v>
                </c:pt>
                <c:pt idx="13377">
                  <c:v>0.17271656757829942</c:v>
                </c:pt>
                <c:pt idx="13378">
                  <c:v>0.17272643550585395</c:v>
                </c:pt>
                <c:pt idx="13379">
                  <c:v>0.17272666697376571</c:v>
                </c:pt>
                <c:pt idx="13380">
                  <c:v>0.17274002606959779</c:v>
                </c:pt>
                <c:pt idx="13381">
                  <c:v>0.17274237340053361</c:v>
                </c:pt>
                <c:pt idx="13382">
                  <c:v>0.17276903443663935</c:v>
                </c:pt>
                <c:pt idx="13383">
                  <c:v>0.17277189779172578</c:v>
                </c:pt>
                <c:pt idx="13384">
                  <c:v>0.17278863917012166</c:v>
                </c:pt>
                <c:pt idx="13385">
                  <c:v>0.1728168581622456</c:v>
                </c:pt>
                <c:pt idx="13386">
                  <c:v>0.17285812805664796</c:v>
                </c:pt>
                <c:pt idx="13387">
                  <c:v>0.17288725255116927</c:v>
                </c:pt>
                <c:pt idx="13388">
                  <c:v>0.17289443635281321</c:v>
                </c:pt>
                <c:pt idx="13389">
                  <c:v>0.17290667458658276</c:v>
                </c:pt>
                <c:pt idx="13390">
                  <c:v>0.17293956245024289</c:v>
                </c:pt>
                <c:pt idx="13391">
                  <c:v>0.17294964920472894</c:v>
                </c:pt>
                <c:pt idx="13392">
                  <c:v>0.17294983911267314</c:v>
                </c:pt>
                <c:pt idx="13393">
                  <c:v>0.17295822452878845</c:v>
                </c:pt>
                <c:pt idx="13394">
                  <c:v>0.17299044599648042</c:v>
                </c:pt>
                <c:pt idx="13395">
                  <c:v>0.1729926946016607</c:v>
                </c:pt>
                <c:pt idx="13396">
                  <c:v>0.17302529494752772</c:v>
                </c:pt>
                <c:pt idx="13397">
                  <c:v>0.17303613051313832</c:v>
                </c:pt>
                <c:pt idx="13398">
                  <c:v>0.17304744455899682</c:v>
                </c:pt>
                <c:pt idx="13399">
                  <c:v>0.17306772495718681</c:v>
                </c:pt>
                <c:pt idx="13400">
                  <c:v>0.17306832693987129</c:v>
                </c:pt>
                <c:pt idx="13401">
                  <c:v>0.17308201206215643</c:v>
                </c:pt>
                <c:pt idx="13402">
                  <c:v>0.17309717886363371</c:v>
                </c:pt>
                <c:pt idx="13403">
                  <c:v>0.17312682338659213</c:v>
                </c:pt>
                <c:pt idx="13404">
                  <c:v>0.17312945728673679</c:v>
                </c:pt>
                <c:pt idx="13405">
                  <c:v>0.17314002169858092</c:v>
                </c:pt>
                <c:pt idx="13406">
                  <c:v>0.1731449746332458</c:v>
                </c:pt>
                <c:pt idx="13407">
                  <c:v>0.17315369382998957</c:v>
                </c:pt>
                <c:pt idx="13408">
                  <c:v>0.17318922663941985</c:v>
                </c:pt>
                <c:pt idx="13409">
                  <c:v>0.17320771980045527</c:v>
                </c:pt>
                <c:pt idx="13410">
                  <c:v>0.17322276233915884</c:v>
                </c:pt>
                <c:pt idx="13411">
                  <c:v>0.17323342191557242</c:v>
                </c:pt>
                <c:pt idx="13412">
                  <c:v>0.17325069585524824</c:v>
                </c:pt>
                <c:pt idx="13413">
                  <c:v>0.17326480718326717</c:v>
                </c:pt>
                <c:pt idx="13414">
                  <c:v>0.17327639360687278</c:v>
                </c:pt>
                <c:pt idx="13415">
                  <c:v>0.17327660935115427</c:v>
                </c:pt>
                <c:pt idx="13416">
                  <c:v>0.17330136285955827</c:v>
                </c:pt>
                <c:pt idx="13417">
                  <c:v>0.17331413153002143</c:v>
                </c:pt>
                <c:pt idx="13418">
                  <c:v>0.17332297697506532</c:v>
                </c:pt>
                <c:pt idx="13419">
                  <c:v>0.17332372731125767</c:v>
                </c:pt>
                <c:pt idx="13420">
                  <c:v>0.17332436394676162</c:v>
                </c:pt>
                <c:pt idx="13421">
                  <c:v>0.17334378392307628</c:v>
                </c:pt>
                <c:pt idx="13422">
                  <c:v>0.17334567168882148</c:v>
                </c:pt>
                <c:pt idx="13423">
                  <c:v>0.17337260250598649</c:v>
                </c:pt>
                <c:pt idx="13424">
                  <c:v>0.17341761301778688</c:v>
                </c:pt>
                <c:pt idx="13425">
                  <c:v>0.17342279079889733</c:v>
                </c:pt>
                <c:pt idx="13426">
                  <c:v>0.17343812010300147</c:v>
                </c:pt>
                <c:pt idx="13427">
                  <c:v>0.17346297537355299</c:v>
                </c:pt>
                <c:pt idx="13428">
                  <c:v>0.17347134581907644</c:v>
                </c:pt>
                <c:pt idx="13429">
                  <c:v>0.17349035220610418</c:v>
                </c:pt>
                <c:pt idx="13430">
                  <c:v>0.17351705404678544</c:v>
                </c:pt>
                <c:pt idx="13431">
                  <c:v>0.17351860125993268</c:v>
                </c:pt>
                <c:pt idx="13432">
                  <c:v>0.17355039136554187</c:v>
                </c:pt>
                <c:pt idx="13433">
                  <c:v>0.17355529860823157</c:v>
                </c:pt>
                <c:pt idx="13434">
                  <c:v>0.17360020356583508</c:v>
                </c:pt>
                <c:pt idx="13435">
                  <c:v>0.17360748081593322</c:v>
                </c:pt>
                <c:pt idx="13436">
                  <c:v>0.17361569431713256</c:v>
                </c:pt>
                <c:pt idx="13437">
                  <c:v>0.17363712599158557</c:v>
                </c:pt>
                <c:pt idx="13438">
                  <c:v>0.17363925780212794</c:v>
                </c:pt>
                <c:pt idx="13439">
                  <c:v>0.17364191449047681</c:v>
                </c:pt>
                <c:pt idx="13440">
                  <c:v>0.1736463484314108</c:v>
                </c:pt>
                <c:pt idx="13441">
                  <c:v>0.17364718425078654</c:v>
                </c:pt>
                <c:pt idx="13442">
                  <c:v>0.17365082122292944</c:v>
                </c:pt>
                <c:pt idx="13443">
                  <c:v>0.17366290449633012</c:v>
                </c:pt>
                <c:pt idx="13444">
                  <c:v>0.17369193105975603</c:v>
                </c:pt>
                <c:pt idx="13445">
                  <c:v>0.1737118288463497</c:v>
                </c:pt>
                <c:pt idx="13446">
                  <c:v>0.17372221186834183</c:v>
                </c:pt>
                <c:pt idx="13447">
                  <c:v>0.17373969221473201</c:v>
                </c:pt>
                <c:pt idx="13448">
                  <c:v>0.17375196502077941</c:v>
                </c:pt>
                <c:pt idx="13449">
                  <c:v>0.17377210258179168</c:v>
                </c:pt>
                <c:pt idx="13450">
                  <c:v>0.17377476978981024</c:v>
                </c:pt>
                <c:pt idx="13451">
                  <c:v>0.17377988502496253</c:v>
                </c:pt>
                <c:pt idx="13452">
                  <c:v>0.17378844033135377</c:v>
                </c:pt>
                <c:pt idx="13453">
                  <c:v>0.17379643965000383</c:v>
                </c:pt>
                <c:pt idx="13454">
                  <c:v>0.17381200278124131</c:v>
                </c:pt>
                <c:pt idx="13455">
                  <c:v>0.17383943017803696</c:v>
                </c:pt>
                <c:pt idx="13456">
                  <c:v>0.1738404249975998</c:v>
                </c:pt>
                <c:pt idx="13457">
                  <c:v>0.17384622648687939</c:v>
                </c:pt>
                <c:pt idx="13458">
                  <c:v>0.17385451130099872</c:v>
                </c:pt>
                <c:pt idx="13459">
                  <c:v>0.17386791261342821</c:v>
                </c:pt>
                <c:pt idx="13460">
                  <c:v>0.17390677611083075</c:v>
                </c:pt>
                <c:pt idx="13461">
                  <c:v>0.17391882865407085</c:v>
                </c:pt>
                <c:pt idx="13462">
                  <c:v>0.17393258613352061</c:v>
                </c:pt>
                <c:pt idx="13463">
                  <c:v>0.17394163759363943</c:v>
                </c:pt>
                <c:pt idx="13464">
                  <c:v>0.17394745661561833</c:v>
                </c:pt>
                <c:pt idx="13465">
                  <c:v>0.17395246605494075</c:v>
                </c:pt>
                <c:pt idx="13466">
                  <c:v>0.17395930892643599</c:v>
                </c:pt>
                <c:pt idx="13467">
                  <c:v>0.17396342135378037</c:v>
                </c:pt>
                <c:pt idx="13468">
                  <c:v>0.17397791724054898</c:v>
                </c:pt>
                <c:pt idx="13469">
                  <c:v>0.17399297537466091</c:v>
                </c:pt>
                <c:pt idx="13470">
                  <c:v>0.17399838138625545</c:v>
                </c:pt>
                <c:pt idx="13471">
                  <c:v>0.17400031269971236</c:v>
                </c:pt>
                <c:pt idx="13472">
                  <c:v>0.17400093671033259</c:v>
                </c:pt>
                <c:pt idx="13473">
                  <c:v>0.17401318873362881</c:v>
                </c:pt>
                <c:pt idx="13474">
                  <c:v>0.1740209155587196</c:v>
                </c:pt>
                <c:pt idx="13475">
                  <c:v>0.17404554750197887</c:v>
                </c:pt>
                <c:pt idx="13476">
                  <c:v>0.17404659318447874</c:v>
                </c:pt>
                <c:pt idx="13477">
                  <c:v>0.17405063397667339</c:v>
                </c:pt>
                <c:pt idx="13478">
                  <c:v>0.17405560497284364</c:v>
                </c:pt>
                <c:pt idx="13479">
                  <c:v>0.17405627399162621</c:v>
                </c:pt>
                <c:pt idx="13480">
                  <c:v>0.17408643818009245</c:v>
                </c:pt>
                <c:pt idx="13481">
                  <c:v>0.17410437796630868</c:v>
                </c:pt>
                <c:pt idx="13482">
                  <c:v>0.1741080726607582</c:v>
                </c:pt>
                <c:pt idx="13483">
                  <c:v>0.17411769742249583</c:v>
                </c:pt>
                <c:pt idx="13484">
                  <c:v>0.17412342591191288</c:v>
                </c:pt>
                <c:pt idx="13485">
                  <c:v>0.17415488334865503</c:v>
                </c:pt>
                <c:pt idx="13486">
                  <c:v>0.1741595232623091</c:v>
                </c:pt>
                <c:pt idx="13487">
                  <c:v>0.17417029909872633</c:v>
                </c:pt>
                <c:pt idx="13488">
                  <c:v>0.17418165624013771</c:v>
                </c:pt>
                <c:pt idx="13489">
                  <c:v>0.17420976055321488</c:v>
                </c:pt>
                <c:pt idx="13490">
                  <c:v>0.17421421404241619</c:v>
                </c:pt>
                <c:pt idx="13491">
                  <c:v>0.17422945518077962</c:v>
                </c:pt>
                <c:pt idx="13492">
                  <c:v>0.17425698723824887</c:v>
                </c:pt>
                <c:pt idx="13493">
                  <c:v>0.17428779492236288</c:v>
                </c:pt>
                <c:pt idx="13494">
                  <c:v>0.17429070739350033</c:v>
                </c:pt>
                <c:pt idx="13495">
                  <c:v>0.17431130124409966</c:v>
                </c:pt>
                <c:pt idx="13496">
                  <c:v>0.17432911963694647</c:v>
                </c:pt>
                <c:pt idx="13497">
                  <c:v>0.17434739243114786</c:v>
                </c:pt>
                <c:pt idx="13498">
                  <c:v>0.17435182490502849</c:v>
                </c:pt>
                <c:pt idx="13499">
                  <c:v>0.17436604586160845</c:v>
                </c:pt>
                <c:pt idx="13500">
                  <c:v>0.17437627670339351</c:v>
                </c:pt>
                <c:pt idx="13501">
                  <c:v>0.1743795310011779</c:v>
                </c:pt>
                <c:pt idx="13502">
                  <c:v>0.17445807348861747</c:v>
                </c:pt>
                <c:pt idx="13503">
                  <c:v>0.1744658152065936</c:v>
                </c:pt>
                <c:pt idx="13504">
                  <c:v>0.17446894754407635</c:v>
                </c:pt>
                <c:pt idx="13505">
                  <c:v>0.17447793857624361</c:v>
                </c:pt>
                <c:pt idx="13506">
                  <c:v>0.17448148550021469</c:v>
                </c:pt>
                <c:pt idx="13507">
                  <c:v>0.17449114897412987</c:v>
                </c:pt>
                <c:pt idx="13508">
                  <c:v>0.17456151289748603</c:v>
                </c:pt>
                <c:pt idx="13509">
                  <c:v>0.1745631812256635</c:v>
                </c:pt>
                <c:pt idx="13510">
                  <c:v>0.17457783198107327</c:v>
                </c:pt>
                <c:pt idx="13511">
                  <c:v>0.17458312952523433</c:v>
                </c:pt>
                <c:pt idx="13512">
                  <c:v>0.17458518645699761</c:v>
                </c:pt>
                <c:pt idx="13513">
                  <c:v>0.1745877498756894</c:v>
                </c:pt>
                <c:pt idx="13514">
                  <c:v>0.17458823316501443</c:v>
                </c:pt>
                <c:pt idx="13515">
                  <c:v>0.17463558646084057</c:v>
                </c:pt>
                <c:pt idx="13516">
                  <c:v>0.17464287822879784</c:v>
                </c:pt>
                <c:pt idx="13517">
                  <c:v>0.17466264019693931</c:v>
                </c:pt>
                <c:pt idx="13518">
                  <c:v>0.17469503727816205</c:v>
                </c:pt>
                <c:pt idx="13519">
                  <c:v>0.17471427044043455</c:v>
                </c:pt>
                <c:pt idx="13520">
                  <c:v>0.17471443508409246</c:v>
                </c:pt>
                <c:pt idx="13521">
                  <c:v>0.17471629528672503</c:v>
                </c:pt>
                <c:pt idx="13522">
                  <c:v>0.17473172249023541</c:v>
                </c:pt>
                <c:pt idx="13523">
                  <c:v>0.17473431715223114</c:v>
                </c:pt>
                <c:pt idx="13524">
                  <c:v>0.17473997036158712</c:v>
                </c:pt>
                <c:pt idx="13525">
                  <c:v>0.17474165137998401</c:v>
                </c:pt>
                <c:pt idx="13526">
                  <c:v>0.1747438388399519</c:v>
                </c:pt>
                <c:pt idx="13527">
                  <c:v>0.17474602750164819</c:v>
                </c:pt>
                <c:pt idx="13528">
                  <c:v>0.1747540083598558</c:v>
                </c:pt>
                <c:pt idx="13529">
                  <c:v>0.17479388673019297</c:v>
                </c:pt>
                <c:pt idx="13530">
                  <c:v>0.17480823081836158</c:v>
                </c:pt>
                <c:pt idx="13531">
                  <c:v>0.17481062433872074</c:v>
                </c:pt>
                <c:pt idx="13532">
                  <c:v>0.1748424660900435</c:v>
                </c:pt>
                <c:pt idx="13533">
                  <c:v>0.17484445530030276</c:v>
                </c:pt>
                <c:pt idx="13534">
                  <c:v>0.17486746345527815</c:v>
                </c:pt>
                <c:pt idx="13535">
                  <c:v>0.17487475676767766</c:v>
                </c:pt>
                <c:pt idx="13536">
                  <c:v>0.17487731378398561</c:v>
                </c:pt>
                <c:pt idx="13537">
                  <c:v>0.17490247392456698</c:v>
                </c:pt>
                <c:pt idx="13538">
                  <c:v>0.17492285178857653</c:v>
                </c:pt>
                <c:pt idx="13539">
                  <c:v>0.17493020697646769</c:v>
                </c:pt>
                <c:pt idx="13540">
                  <c:v>0.17493810033314783</c:v>
                </c:pt>
                <c:pt idx="13541">
                  <c:v>0.17494740552498636</c:v>
                </c:pt>
                <c:pt idx="13542">
                  <c:v>0.17498916164889472</c:v>
                </c:pt>
                <c:pt idx="13543">
                  <c:v>0.1749894668947547</c:v>
                </c:pt>
                <c:pt idx="13544">
                  <c:v>0.17499155660994134</c:v>
                </c:pt>
                <c:pt idx="13545">
                  <c:v>0.17501728509597633</c:v>
                </c:pt>
                <c:pt idx="13546">
                  <c:v>0.17501824270704799</c:v>
                </c:pt>
                <c:pt idx="13547">
                  <c:v>0.17502654098901449</c:v>
                </c:pt>
                <c:pt idx="13548">
                  <c:v>0.17504703253579956</c:v>
                </c:pt>
                <c:pt idx="13549">
                  <c:v>0.17505204670310998</c:v>
                </c:pt>
                <c:pt idx="13550">
                  <c:v>0.17505919663122621</c:v>
                </c:pt>
                <c:pt idx="13551">
                  <c:v>0.17506121895275556</c:v>
                </c:pt>
                <c:pt idx="13552">
                  <c:v>0.1750649625371874</c:v>
                </c:pt>
                <c:pt idx="13553">
                  <c:v>0.17510772365209723</c:v>
                </c:pt>
                <c:pt idx="13554">
                  <c:v>0.17510990347280558</c:v>
                </c:pt>
                <c:pt idx="13555">
                  <c:v>0.17511791007396024</c:v>
                </c:pt>
                <c:pt idx="13556">
                  <c:v>0.17512128797477763</c:v>
                </c:pt>
                <c:pt idx="13557">
                  <c:v>0.17512186511964714</c:v>
                </c:pt>
                <c:pt idx="13558">
                  <c:v>0.17513938786648692</c:v>
                </c:pt>
                <c:pt idx="13559">
                  <c:v>0.17514152246061546</c:v>
                </c:pt>
                <c:pt idx="13560">
                  <c:v>0.17515145868629992</c:v>
                </c:pt>
                <c:pt idx="13561">
                  <c:v>0.17519385418349118</c:v>
                </c:pt>
                <c:pt idx="13562">
                  <c:v>0.17519681126627462</c:v>
                </c:pt>
                <c:pt idx="13563">
                  <c:v>0.17520405696343222</c:v>
                </c:pt>
                <c:pt idx="13564">
                  <c:v>0.17520438577393374</c:v>
                </c:pt>
                <c:pt idx="13565">
                  <c:v>0.1752463334646939</c:v>
                </c:pt>
                <c:pt idx="13566">
                  <c:v>0.17526708953341422</c:v>
                </c:pt>
                <c:pt idx="13567">
                  <c:v>0.17527084860529532</c:v>
                </c:pt>
                <c:pt idx="13568">
                  <c:v>0.17528330683888163</c:v>
                </c:pt>
                <c:pt idx="13569">
                  <c:v>0.17530972016190335</c:v>
                </c:pt>
                <c:pt idx="13570">
                  <c:v>0.1753113633938588</c:v>
                </c:pt>
                <c:pt idx="13571">
                  <c:v>0.17532462594532397</c:v>
                </c:pt>
                <c:pt idx="13572">
                  <c:v>0.17532496677693241</c:v>
                </c:pt>
                <c:pt idx="13573">
                  <c:v>0.17532749801975944</c:v>
                </c:pt>
                <c:pt idx="13574">
                  <c:v>0.17536134267372677</c:v>
                </c:pt>
                <c:pt idx="13575">
                  <c:v>0.17538429210568948</c:v>
                </c:pt>
                <c:pt idx="13576">
                  <c:v>0.175397136286053</c:v>
                </c:pt>
                <c:pt idx="13577">
                  <c:v>0.17540133373710387</c:v>
                </c:pt>
                <c:pt idx="13578">
                  <c:v>0.1754356330619119</c:v>
                </c:pt>
                <c:pt idx="13579">
                  <c:v>0.17544702225486053</c:v>
                </c:pt>
                <c:pt idx="13580">
                  <c:v>0.17546976178085844</c:v>
                </c:pt>
                <c:pt idx="13581">
                  <c:v>0.17547265341941493</c:v>
                </c:pt>
                <c:pt idx="13582">
                  <c:v>0.17549336488334283</c:v>
                </c:pt>
                <c:pt idx="13583">
                  <c:v>0.17549696805181375</c:v>
                </c:pt>
                <c:pt idx="13584">
                  <c:v>0.17551685951564089</c:v>
                </c:pt>
                <c:pt idx="13585">
                  <c:v>0.17556211455176557</c:v>
                </c:pt>
                <c:pt idx="13586">
                  <c:v>0.1755839421712066</c:v>
                </c:pt>
                <c:pt idx="13587">
                  <c:v>0.175602781638067</c:v>
                </c:pt>
                <c:pt idx="13588">
                  <c:v>0.17564999318769847</c:v>
                </c:pt>
                <c:pt idx="13589">
                  <c:v>0.17565710630323436</c:v>
                </c:pt>
                <c:pt idx="13590">
                  <c:v>0.17568014102654755</c:v>
                </c:pt>
                <c:pt idx="13591">
                  <c:v>0.17568091718187484</c:v>
                </c:pt>
                <c:pt idx="13592">
                  <c:v>0.17571498424898449</c:v>
                </c:pt>
                <c:pt idx="13593">
                  <c:v>0.17571878988601156</c:v>
                </c:pt>
                <c:pt idx="13594">
                  <c:v>0.1757358195919517</c:v>
                </c:pt>
                <c:pt idx="13595">
                  <c:v>0.17573696426855936</c:v>
                </c:pt>
                <c:pt idx="13596">
                  <c:v>0.17573955277641162</c:v>
                </c:pt>
                <c:pt idx="13597">
                  <c:v>0.17573963667696921</c:v>
                </c:pt>
                <c:pt idx="13598">
                  <c:v>0.1757505955181288</c:v>
                </c:pt>
                <c:pt idx="13599">
                  <c:v>0.17576540622380729</c:v>
                </c:pt>
                <c:pt idx="13600">
                  <c:v>0.17578334637076901</c:v>
                </c:pt>
                <c:pt idx="13601">
                  <c:v>0.17578345333080586</c:v>
                </c:pt>
                <c:pt idx="13602">
                  <c:v>0.17579048067728029</c:v>
                </c:pt>
                <c:pt idx="13603">
                  <c:v>0.17579088009871779</c:v>
                </c:pt>
                <c:pt idx="13604">
                  <c:v>0.17581663750964155</c:v>
                </c:pt>
                <c:pt idx="13605">
                  <c:v>0.1758287679393763</c:v>
                </c:pt>
                <c:pt idx="13606">
                  <c:v>0.17583809200938866</c:v>
                </c:pt>
                <c:pt idx="13607">
                  <c:v>0.1758471236178421</c:v>
                </c:pt>
                <c:pt idx="13608">
                  <c:v>0.17585887850615495</c:v>
                </c:pt>
                <c:pt idx="13609">
                  <c:v>0.17585981195597786</c:v>
                </c:pt>
                <c:pt idx="13610">
                  <c:v>0.17587633184897172</c:v>
                </c:pt>
                <c:pt idx="13611">
                  <c:v>0.17589776352953299</c:v>
                </c:pt>
                <c:pt idx="13612">
                  <c:v>0.17592955652977343</c:v>
                </c:pt>
                <c:pt idx="13613">
                  <c:v>0.17595075859401099</c:v>
                </c:pt>
                <c:pt idx="13614">
                  <c:v>0.17595198092586847</c:v>
                </c:pt>
                <c:pt idx="13615">
                  <c:v>0.17599570771290235</c:v>
                </c:pt>
                <c:pt idx="13616">
                  <c:v>0.17601814392684431</c:v>
                </c:pt>
                <c:pt idx="13617">
                  <c:v>0.17601825673697019</c:v>
                </c:pt>
                <c:pt idx="13618">
                  <c:v>0.17602628735454318</c:v>
                </c:pt>
                <c:pt idx="13619">
                  <c:v>0.17604247425312294</c:v>
                </c:pt>
                <c:pt idx="13620">
                  <c:v>0.17604521113110488</c:v>
                </c:pt>
                <c:pt idx="13621">
                  <c:v>0.17607693569092889</c:v>
                </c:pt>
                <c:pt idx="13622">
                  <c:v>0.17607890385194694</c:v>
                </c:pt>
                <c:pt idx="13623">
                  <c:v>0.17608105078876446</c:v>
                </c:pt>
                <c:pt idx="13624">
                  <c:v>0.17610438818766183</c:v>
                </c:pt>
                <c:pt idx="13625">
                  <c:v>0.17614488641559545</c:v>
                </c:pt>
                <c:pt idx="13626">
                  <c:v>0.17615698177079372</c:v>
                </c:pt>
                <c:pt idx="13627">
                  <c:v>0.17616780560773609</c:v>
                </c:pt>
                <c:pt idx="13628">
                  <c:v>0.17618258240862325</c:v>
                </c:pt>
                <c:pt idx="13629">
                  <c:v>0.17620624641685539</c:v>
                </c:pt>
                <c:pt idx="13630">
                  <c:v>0.17621619924370324</c:v>
                </c:pt>
                <c:pt idx="13631">
                  <c:v>0.17622278815766873</c:v>
                </c:pt>
                <c:pt idx="13632">
                  <c:v>0.1762341523973836</c:v>
                </c:pt>
                <c:pt idx="13633">
                  <c:v>0.17623467861306261</c:v>
                </c:pt>
                <c:pt idx="13634">
                  <c:v>0.17623772426129145</c:v>
                </c:pt>
                <c:pt idx="13635">
                  <c:v>0.17624069153082941</c:v>
                </c:pt>
                <c:pt idx="13636">
                  <c:v>0.1762519791571969</c:v>
                </c:pt>
                <c:pt idx="13637">
                  <c:v>0.17625207459715711</c:v>
                </c:pt>
                <c:pt idx="13638">
                  <c:v>0.17625441887023252</c:v>
                </c:pt>
                <c:pt idx="13639">
                  <c:v>0.17625664099947266</c:v>
                </c:pt>
                <c:pt idx="13640">
                  <c:v>0.17631099785563797</c:v>
                </c:pt>
                <c:pt idx="13641">
                  <c:v>0.17635596746810689</c:v>
                </c:pt>
                <c:pt idx="13642">
                  <c:v>0.1763598034281387</c:v>
                </c:pt>
                <c:pt idx="13643">
                  <c:v>0.17637195250828414</c:v>
                </c:pt>
                <c:pt idx="13644">
                  <c:v>0.17637716463912773</c:v>
                </c:pt>
                <c:pt idx="13645">
                  <c:v>0.17638350733250116</c:v>
                </c:pt>
                <c:pt idx="13646">
                  <c:v>0.17639106178285241</c:v>
                </c:pt>
                <c:pt idx="13647">
                  <c:v>0.17640827575698517</c:v>
                </c:pt>
                <c:pt idx="13648">
                  <c:v>0.17643566610960809</c:v>
                </c:pt>
                <c:pt idx="13649">
                  <c:v>0.17647552765214092</c:v>
                </c:pt>
                <c:pt idx="13650">
                  <c:v>0.17648657604340237</c:v>
                </c:pt>
                <c:pt idx="13651">
                  <c:v>0.1765201462761137</c:v>
                </c:pt>
                <c:pt idx="13652">
                  <c:v>0.17652459939892229</c:v>
                </c:pt>
                <c:pt idx="13653">
                  <c:v>0.17653424335055073</c:v>
                </c:pt>
                <c:pt idx="13654">
                  <c:v>0.17658432600472812</c:v>
                </c:pt>
                <c:pt idx="13655">
                  <c:v>0.17659273884642274</c:v>
                </c:pt>
                <c:pt idx="13656">
                  <c:v>0.1765997662117921</c:v>
                </c:pt>
                <c:pt idx="13657">
                  <c:v>0.17660975857065073</c:v>
                </c:pt>
                <c:pt idx="13658">
                  <c:v>0.17665273186291322</c:v>
                </c:pt>
                <c:pt idx="13659">
                  <c:v>0.17665353187241611</c:v>
                </c:pt>
                <c:pt idx="13660">
                  <c:v>0.17665525139427399</c:v>
                </c:pt>
                <c:pt idx="13661">
                  <c:v>0.17667717920806358</c:v>
                </c:pt>
                <c:pt idx="13662">
                  <c:v>0.17669293082972815</c:v>
                </c:pt>
                <c:pt idx="13663">
                  <c:v>0.17671022115069604</c:v>
                </c:pt>
                <c:pt idx="13664">
                  <c:v>0.17671500503483034</c:v>
                </c:pt>
                <c:pt idx="13665">
                  <c:v>0.17674735811433795</c:v>
                </c:pt>
                <c:pt idx="13666">
                  <c:v>0.17675103835780423</c:v>
                </c:pt>
                <c:pt idx="13667">
                  <c:v>0.17675830559659947</c:v>
                </c:pt>
                <c:pt idx="13668">
                  <c:v>0.17675871129116047</c:v>
                </c:pt>
                <c:pt idx="13669">
                  <c:v>0.17676333824387871</c:v>
                </c:pt>
                <c:pt idx="13670">
                  <c:v>0.1767641918881106</c:v>
                </c:pt>
                <c:pt idx="13671">
                  <c:v>0.17682276865146362</c:v>
                </c:pt>
                <c:pt idx="13672">
                  <c:v>0.17684631430275127</c:v>
                </c:pt>
                <c:pt idx="13673">
                  <c:v>0.17685369060709477</c:v>
                </c:pt>
                <c:pt idx="13674">
                  <c:v>0.17685988894920066</c:v>
                </c:pt>
                <c:pt idx="13675">
                  <c:v>0.1768652155119903</c:v>
                </c:pt>
                <c:pt idx="13676">
                  <c:v>0.17686531689173249</c:v>
                </c:pt>
                <c:pt idx="13677">
                  <c:v>0.17689451701322498</c:v>
                </c:pt>
                <c:pt idx="13678">
                  <c:v>0.17689573163016106</c:v>
                </c:pt>
                <c:pt idx="13679">
                  <c:v>0.17689886963399745</c:v>
                </c:pt>
                <c:pt idx="13680">
                  <c:v>0.17689923802342122</c:v>
                </c:pt>
                <c:pt idx="13681">
                  <c:v>0.17690418314900527</c:v>
                </c:pt>
                <c:pt idx="13682">
                  <c:v>0.17693008508137745</c:v>
                </c:pt>
                <c:pt idx="13683">
                  <c:v>0.17693554988282234</c:v>
                </c:pt>
                <c:pt idx="13684">
                  <c:v>0.17695326879295667</c:v>
                </c:pt>
                <c:pt idx="13685">
                  <c:v>0.17696484562108203</c:v>
                </c:pt>
                <c:pt idx="13686">
                  <c:v>0.17701314166122675</c:v>
                </c:pt>
                <c:pt idx="13687">
                  <c:v>0.1770272560997421</c:v>
                </c:pt>
                <c:pt idx="13688">
                  <c:v>0.17704627716508661</c:v>
                </c:pt>
                <c:pt idx="13689">
                  <c:v>0.17706684973397602</c:v>
                </c:pt>
                <c:pt idx="13690">
                  <c:v>0.17707205492400124</c:v>
                </c:pt>
                <c:pt idx="13691">
                  <c:v>0.17707208918904679</c:v>
                </c:pt>
                <c:pt idx="13692">
                  <c:v>0.17708716737082003</c:v>
                </c:pt>
                <c:pt idx="13693">
                  <c:v>0.17712069113697446</c:v>
                </c:pt>
                <c:pt idx="13694">
                  <c:v>0.17713044083744056</c:v>
                </c:pt>
                <c:pt idx="13695">
                  <c:v>0.17713265585230301</c:v>
                </c:pt>
                <c:pt idx="13696">
                  <c:v>0.17713298140069947</c:v>
                </c:pt>
                <c:pt idx="13697">
                  <c:v>0.17714427104358324</c:v>
                </c:pt>
                <c:pt idx="13698">
                  <c:v>0.17715803039546904</c:v>
                </c:pt>
                <c:pt idx="13699">
                  <c:v>0.17717658144089779</c:v>
                </c:pt>
                <c:pt idx="13700">
                  <c:v>0.17720460150571576</c:v>
                </c:pt>
                <c:pt idx="13701">
                  <c:v>0.17723484127131034</c:v>
                </c:pt>
                <c:pt idx="13702">
                  <c:v>0.17723664167543096</c:v>
                </c:pt>
                <c:pt idx="13703">
                  <c:v>0.17724066072342601</c:v>
                </c:pt>
                <c:pt idx="13704">
                  <c:v>0.17724511059949488</c:v>
                </c:pt>
                <c:pt idx="13705">
                  <c:v>0.17727562519891793</c:v>
                </c:pt>
                <c:pt idx="13706">
                  <c:v>0.17727686839404888</c:v>
                </c:pt>
                <c:pt idx="13707">
                  <c:v>0.17732866369920386</c:v>
                </c:pt>
                <c:pt idx="13708">
                  <c:v>0.17733553489407169</c:v>
                </c:pt>
                <c:pt idx="13709">
                  <c:v>0.17734722038943077</c:v>
                </c:pt>
                <c:pt idx="13710">
                  <c:v>0.17735218454139975</c:v>
                </c:pt>
                <c:pt idx="13711">
                  <c:v>0.17736051576582396</c:v>
                </c:pt>
                <c:pt idx="13712">
                  <c:v>0.17736161607651357</c:v>
                </c:pt>
                <c:pt idx="13713">
                  <c:v>0.17741017278479423</c:v>
                </c:pt>
                <c:pt idx="13714">
                  <c:v>0.17741371285548341</c:v>
                </c:pt>
                <c:pt idx="13715">
                  <c:v>0.17742183229476871</c:v>
                </c:pt>
                <c:pt idx="13716">
                  <c:v>0.17742693363995468</c:v>
                </c:pt>
                <c:pt idx="13717">
                  <c:v>0.17743087543033845</c:v>
                </c:pt>
                <c:pt idx="13718">
                  <c:v>0.17744105086377937</c:v>
                </c:pt>
                <c:pt idx="13719">
                  <c:v>0.1774519283048106</c:v>
                </c:pt>
                <c:pt idx="13720">
                  <c:v>0.17746318015870244</c:v>
                </c:pt>
                <c:pt idx="13721">
                  <c:v>0.17749888742668557</c:v>
                </c:pt>
                <c:pt idx="13722">
                  <c:v>0.17752222052122024</c:v>
                </c:pt>
                <c:pt idx="13723">
                  <c:v>0.17752440899770969</c:v>
                </c:pt>
                <c:pt idx="13724">
                  <c:v>0.17752783311791751</c:v>
                </c:pt>
                <c:pt idx="13725">
                  <c:v>0.17754004305911023</c:v>
                </c:pt>
                <c:pt idx="13726">
                  <c:v>0.1775512617258799</c:v>
                </c:pt>
                <c:pt idx="13727">
                  <c:v>0.17756070956635259</c:v>
                </c:pt>
                <c:pt idx="13728">
                  <c:v>0.17761435375961679</c:v>
                </c:pt>
                <c:pt idx="13729">
                  <c:v>0.17761698647197952</c:v>
                </c:pt>
                <c:pt idx="13730">
                  <c:v>0.17762095593272884</c:v>
                </c:pt>
                <c:pt idx="13731">
                  <c:v>0.17763117173660606</c:v>
                </c:pt>
                <c:pt idx="13732">
                  <c:v>0.17763527900279397</c:v>
                </c:pt>
                <c:pt idx="13733">
                  <c:v>0.17763867148003346</c:v>
                </c:pt>
                <c:pt idx="13734">
                  <c:v>0.17764251249988483</c:v>
                </c:pt>
                <c:pt idx="13735">
                  <c:v>0.17765131483401403</c:v>
                </c:pt>
                <c:pt idx="13736">
                  <c:v>0.17765783875378785</c:v>
                </c:pt>
                <c:pt idx="13737">
                  <c:v>0.17766121358220785</c:v>
                </c:pt>
                <c:pt idx="13738">
                  <c:v>0.17768119292281212</c:v>
                </c:pt>
                <c:pt idx="13739">
                  <c:v>0.17768571045765319</c:v>
                </c:pt>
                <c:pt idx="13740">
                  <c:v>0.17769790280180628</c:v>
                </c:pt>
                <c:pt idx="13741">
                  <c:v>0.17772151334356034</c:v>
                </c:pt>
                <c:pt idx="13742">
                  <c:v>0.17773523340177202</c:v>
                </c:pt>
                <c:pt idx="13743">
                  <c:v>0.17776030942214091</c:v>
                </c:pt>
                <c:pt idx="13744">
                  <c:v>0.17776601826567601</c:v>
                </c:pt>
                <c:pt idx="13745">
                  <c:v>0.17776611884164514</c:v>
                </c:pt>
                <c:pt idx="13746">
                  <c:v>0.17778661689909578</c:v>
                </c:pt>
                <c:pt idx="13747">
                  <c:v>0.17779257345744551</c:v>
                </c:pt>
                <c:pt idx="13748">
                  <c:v>0.17779454309560846</c:v>
                </c:pt>
                <c:pt idx="13749">
                  <c:v>0.17781700023370639</c:v>
                </c:pt>
                <c:pt idx="13750">
                  <c:v>0.17782050976722946</c:v>
                </c:pt>
                <c:pt idx="13751">
                  <c:v>0.17782527563453887</c:v>
                </c:pt>
                <c:pt idx="13752">
                  <c:v>0.17782941271908281</c:v>
                </c:pt>
                <c:pt idx="13753">
                  <c:v>0.17783012887899216</c:v>
                </c:pt>
                <c:pt idx="13754">
                  <c:v>0.1778332943240867</c:v>
                </c:pt>
                <c:pt idx="13755">
                  <c:v>0.17784358985402551</c:v>
                </c:pt>
                <c:pt idx="13756">
                  <c:v>0.17784501827319801</c:v>
                </c:pt>
                <c:pt idx="13757">
                  <c:v>0.17785548193807876</c:v>
                </c:pt>
                <c:pt idx="13758">
                  <c:v>0.17785867799304958</c:v>
                </c:pt>
                <c:pt idx="13759">
                  <c:v>0.17787305311973678</c:v>
                </c:pt>
                <c:pt idx="13760">
                  <c:v>0.17787702895903904</c:v>
                </c:pt>
                <c:pt idx="13761">
                  <c:v>0.17787880817222915</c:v>
                </c:pt>
                <c:pt idx="13762">
                  <c:v>0.17788005796518847</c:v>
                </c:pt>
                <c:pt idx="13763">
                  <c:v>0.17788008895381252</c:v>
                </c:pt>
                <c:pt idx="13764">
                  <c:v>0.17788718409719029</c:v>
                </c:pt>
                <c:pt idx="13765">
                  <c:v>0.17789431468430766</c:v>
                </c:pt>
                <c:pt idx="13766">
                  <c:v>0.17789667920229366</c:v>
                </c:pt>
                <c:pt idx="13767">
                  <c:v>0.17791451141383624</c:v>
                </c:pt>
                <c:pt idx="13768">
                  <c:v>0.17793104893344105</c:v>
                </c:pt>
                <c:pt idx="13769">
                  <c:v>0.17793907085995894</c:v>
                </c:pt>
                <c:pt idx="13770">
                  <c:v>0.17795022291284213</c:v>
                </c:pt>
                <c:pt idx="13771">
                  <c:v>0.17798124750542796</c:v>
                </c:pt>
                <c:pt idx="13772">
                  <c:v>0.17798767033263285</c:v>
                </c:pt>
                <c:pt idx="13773">
                  <c:v>0.17802226138302624</c:v>
                </c:pt>
                <c:pt idx="13774">
                  <c:v>0.17802727928235015</c:v>
                </c:pt>
                <c:pt idx="13775">
                  <c:v>0.17803189627933019</c:v>
                </c:pt>
                <c:pt idx="13776">
                  <c:v>0.17804558446501056</c:v>
                </c:pt>
                <c:pt idx="13777">
                  <c:v>0.17807769817137065</c:v>
                </c:pt>
                <c:pt idx="13778">
                  <c:v>0.17811169326833665</c:v>
                </c:pt>
                <c:pt idx="13779">
                  <c:v>0.17811509505051776</c:v>
                </c:pt>
                <c:pt idx="13780">
                  <c:v>0.17811999519948771</c:v>
                </c:pt>
                <c:pt idx="13781">
                  <c:v>0.17814965690288517</c:v>
                </c:pt>
                <c:pt idx="13782">
                  <c:v>0.17815639170977526</c:v>
                </c:pt>
                <c:pt idx="13783">
                  <c:v>0.17817012321747741</c:v>
                </c:pt>
                <c:pt idx="13784">
                  <c:v>0.17818011876864703</c:v>
                </c:pt>
                <c:pt idx="13785">
                  <c:v>0.1781872505948017</c:v>
                </c:pt>
                <c:pt idx="13786">
                  <c:v>0.17819384985865117</c:v>
                </c:pt>
                <c:pt idx="13787">
                  <c:v>0.17820254390641241</c:v>
                </c:pt>
                <c:pt idx="13788">
                  <c:v>0.17822371230953687</c:v>
                </c:pt>
                <c:pt idx="13789">
                  <c:v>0.17824454451603977</c:v>
                </c:pt>
                <c:pt idx="13790">
                  <c:v>0.17827863705045835</c:v>
                </c:pt>
                <c:pt idx="13791">
                  <c:v>0.17829239274716988</c:v>
                </c:pt>
                <c:pt idx="13792">
                  <c:v>0.17829659874511494</c:v>
                </c:pt>
                <c:pt idx="13793">
                  <c:v>0.1782990509013373</c:v>
                </c:pt>
                <c:pt idx="13794">
                  <c:v>0.17831315582085952</c:v>
                </c:pt>
                <c:pt idx="13795">
                  <c:v>0.17831493152919214</c:v>
                </c:pt>
                <c:pt idx="13796">
                  <c:v>0.17835220240311764</c:v>
                </c:pt>
                <c:pt idx="13797">
                  <c:v>0.17836488168292847</c:v>
                </c:pt>
                <c:pt idx="13798">
                  <c:v>0.17836696970957966</c:v>
                </c:pt>
                <c:pt idx="13799">
                  <c:v>0.17838107373389556</c:v>
                </c:pt>
                <c:pt idx="13800">
                  <c:v>0.17839825398382872</c:v>
                </c:pt>
                <c:pt idx="13801">
                  <c:v>0.17842488627673267</c:v>
                </c:pt>
                <c:pt idx="13802">
                  <c:v>0.17843025227615553</c:v>
                </c:pt>
                <c:pt idx="13803">
                  <c:v>0.17844230759785223</c:v>
                </c:pt>
                <c:pt idx="13804">
                  <c:v>0.17845980208382967</c:v>
                </c:pt>
                <c:pt idx="13805">
                  <c:v>0.17846058580624327</c:v>
                </c:pt>
                <c:pt idx="13806">
                  <c:v>0.17849329250501775</c:v>
                </c:pt>
                <c:pt idx="13807">
                  <c:v>0.17850788670232356</c:v>
                </c:pt>
                <c:pt idx="13808">
                  <c:v>0.17850893782540003</c:v>
                </c:pt>
                <c:pt idx="13809">
                  <c:v>0.17851321350423277</c:v>
                </c:pt>
                <c:pt idx="13810">
                  <c:v>0.17851324283048378</c:v>
                </c:pt>
                <c:pt idx="13811">
                  <c:v>0.17852948754054268</c:v>
                </c:pt>
                <c:pt idx="13812">
                  <c:v>0.17853280618108516</c:v>
                </c:pt>
                <c:pt idx="13813">
                  <c:v>0.17855551338067507</c:v>
                </c:pt>
                <c:pt idx="13814">
                  <c:v>0.17855772987767601</c:v>
                </c:pt>
                <c:pt idx="13815">
                  <c:v>0.17855819183289362</c:v>
                </c:pt>
                <c:pt idx="13816">
                  <c:v>0.17856691836855923</c:v>
                </c:pt>
                <c:pt idx="13817">
                  <c:v>0.17857928103996715</c:v>
                </c:pt>
                <c:pt idx="13818">
                  <c:v>0.17858012675886142</c:v>
                </c:pt>
                <c:pt idx="13819">
                  <c:v>0.17858679682852729</c:v>
                </c:pt>
                <c:pt idx="13820">
                  <c:v>0.17860361375645356</c:v>
                </c:pt>
                <c:pt idx="13821">
                  <c:v>0.17860563797207921</c:v>
                </c:pt>
                <c:pt idx="13822">
                  <c:v>0.17861230699151806</c:v>
                </c:pt>
                <c:pt idx="13823">
                  <c:v>0.17862187698510068</c:v>
                </c:pt>
                <c:pt idx="13824">
                  <c:v>0.17864013163718606</c:v>
                </c:pt>
                <c:pt idx="13825">
                  <c:v>0.17866044658149319</c:v>
                </c:pt>
                <c:pt idx="13826">
                  <c:v>0.17866839083059297</c:v>
                </c:pt>
                <c:pt idx="13827">
                  <c:v>0.17867386792743292</c:v>
                </c:pt>
                <c:pt idx="13828">
                  <c:v>0.17869356008688214</c:v>
                </c:pt>
                <c:pt idx="13829">
                  <c:v>0.17872155755792643</c:v>
                </c:pt>
                <c:pt idx="13830">
                  <c:v>0.17873369411786866</c:v>
                </c:pt>
                <c:pt idx="13831">
                  <c:v>0.17873598562151272</c:v>
                </c:pt>
                <c:pt idx="13832">
                  <c:v>0.17873824829068721</c:v>
                </c:pt>
                <c:pt idx="13833">
                  <c:v>0.17875003329075911</c:v>
                </c:pt>
                <c:pt idx="13834">
                  <c:v>0.17877429331154471</c:v>
                </c:pt>
                <c:pt idx="13835">
                  <c:v>0.17877492821256696</c:v>
                </c:pt>
                <c:pt idx="13836">
                  <c:v>0.1787855294628857</c:v>
                </c:pt>
                <c:pt idx="13837">
                  <c:v>0.17878913570506072</c:v>
                </c:pt>
                <c:pt idx="13838">
                  <c:v>0.17880709861835581</c:v>
                </c:pt>
                <c:pt idx="13839">
                  <c:v>0.17881373089623803</c:v>
                </c:pt>
                <c:pt idx="13840">
                  <c:v>0.17882781399680925</c:v>
                </c:pt>
                <c:pt idx="13841">
                  <c:v>0.17884519956383033</c:v>
                </c:pt>
                <c:pt idx="13842">
                  <c:v>0.17884538753008322</c:v>
                </c:pt>
                <c:pt idx="13843">
                  <c:v>0.17885722591443035</c:v>
                </c:pt>
                <c:pt idx="13844">
                  <c:v>0.17886484893129659</c:v>
                </c:pt>
                <c:pt idx="13845">
                  <c:v>0.1788720485525474</c:v>
                </c:pt>
                <c:pt idx="13846">
                  <c:v>0.17887608240895761</c:v>
                </c:pt>
                <c:pt idx="13847">
                  <c:v>0.17889164395586321</c:v>
                </c:pt>
                <c:pt idx="13848">
                  <c:v>0.17890420433721982</c:v>
                </c:pt>
                <c:pt idx="13849">
                  <c:v>0.17890462707370322</c:v>
                </c:pt>
                <c:pt idx="13850">
                  <c:v>0.17892016004790454</c:v>
                </c:pt>
                <c:pt idx="13851">
                  <c:v>0.17893202910470848</c:v>
                </c:pt>
                <c:pt idx="13852">
                  <c:v>0.17895679821907742</c:v>
                </c:pt>
                <c:pt idx="13853">
                  <c:v>0.17898874699557549</c:v>
                </c:pt>
                <c:pt idx="13854">
                  <c:v>0.1790103529835656</c:v>
                </c:pt>
                <c:pt idx="13855">
                  <c:v>0.17902310034948984</c:v>
                </c:pt>
                <c:pt idx="13856">
                  <c:v>0.17903066877650237</c:v>
                </c:pt>
                <c:pt idx="13857">
                  <c:v>0.17904050669821042</c:v>
                </c:pt>
                <c:pt idx="13858">
                  <c:v>0.17904112374774672</c:v>
                </c:pt>
                <c:pt idx="13859">
                  <c:v>0.17904149389465196</c:v>
                </c:pt>
                <c:pt idx="13860">
                  <c:v>0.17907558697441261</c:v>
                </c:pt>
                <c:pt idx="13861">
                  <c:v>0.17907565652740531</c:v>
                </c:pt>
                <c:pt idx="13862">
                  <c:v>0.17908174510460398</c:v>
                </c:pt>
                <c:pt idx="13863">
                  <c:v>0.1790843276803071</c:v>
                </c:pt>
                <c:pt idx="13864">
                  <c:v>0.17913288523570947</c:v>
                </c:pt>
                <c:pt idx="13865">
                  <c:v>0.17915025401229132</c:v>
                </c:pt>
                <c:pt idx="13866">
                  <c:v>0.17917455063144219</c:v>
                </c:pt>
                <c:pt idx="13867">
                  <c:v>0.17918447733761012</c:v>
                </c:pt>
                <c:pt idx="13868">
                  <c:v>0.17919473162389279</c:v>
                </c:pt>
                <c:pt idx="13869">
                  <c:v>0.17920891765970937</c:v>
                </c:pt>
                <c:pt idx="13870">
                  <c:v>0.17923469446522061</c:v>
                </c:pt>
                <c:pt idx="13871">
                  <c:v>0.17923710380228539</c:v>
                </c:pt>
                <c:pt idx="13872">
                  <c:v>0.17924500039441887</c:v>
                </c:pt>
                <c:pt idx="13873">
                  <c:v>0.1792506803283834</c:v>
                </c:pt>
                <c:pt idx="13874">
                  <c:v>0.17927280829962752</c:v>
                </c:pt>
                <c:pt idx="13875">
                  <c:v>0.17928219835681874</c:v>
                </c:pt>
                <c:pt idx="13876">
                  <c:v>0.17932068475187157</c:v>
                </c:pt>
                <c:pt idx="13877">
                  <c:v>0.1793414808898964</c:v>
                </c:pt>
                <c:pt idx="13878">
                  <c:v>0.1793683244429464</c:v>
                </c:pt>
                <c:pt idx="13879">
                  <c:v>0.17942236122876878</c:v>
                </c:pt>
                <c:pt idx="13880">
                  <c:v>0.17946105794544345</c:v>
                </c:pt>
                <c:pt idx="13881">
                  <c:v>0.17946629242411513</c:v>
                </c:pt>
                <c:pt idx="13882">
                  <c:v>0.17946739721730456</c:v>
                </c:pt>
                <c:pt idx="13883">
                  <c:v>0.17948256972879606</c:v>
                </c:pt>
                <c:pt idx="13884">
                  <c:v>0.17951131153803518</c:v>
                </c:pt>
                <c:pt idx="13885">
                  <c:v>0.17951602580702875</c:v>
                </c:pt>
                <c:pt idx="13886">
                  <c:v>0.17951742136592352</c:v>
                </c:pt>
                <c:pt idx="13887">
                  <c:v>0.17951910521701728</c:v>
                </c:pt>
                <c:pt idx="13888">
                  <c:v>0.17952260048279919</c:v>
                </c:pt>
                <c:pt idx="13889">
                  <c:v>0.17954047968461073</c:v>
                </c:pt>
                <c:pt idx="13890">
                  <c:v>0.17955799449193621</c:v>
                </c:pt>
                <c:pt idx="13891">
                  <c:v>0.1795640306512174</c:v>
                </c:pt>
                <c:pt idx="13892">
                  <c:v>0.17957883072565969</c:v>
                </c:pt>
                <c:pt idx="13893">
                  <c:v>0.17961507062033483</c:v>
                </c:pt>
                <c:pt idx="13894">
                  <c:v>0.17961771158050827</c:v>
                </c:pt>
                <c:pt idx="13895">
                  <c:v>0.17962445001694977</c:v>
                </c:pt>
                <c:pt idx="13896">
                  <c:v>0.17963012563293015</c:v>
                </c:pt>
                <c:pt idx="13897">
                  <c:v>0.17965526892557526</c:v>
                </c:pt>
                <c:pt idx="13898">
                  <c:v>0.17965576410020659</c:v>
                </c:pt>
                <c:pt idx="13899">
                  <c:v>0.17966483737083427</c:v>
                </c:pt>
                <c:pt idx="13900">
                  <c:v>0.17967940343157018</c:v>
                </c:pt>
                <c:pt idx="13901">
                  <c:v>0.17970313657840845</c:v>
                </c:pt>
                <c:pt idx="13902">
                  <c:v>0.17971040598652224</c:v>
                </c:pt>
                <c:pt idx="13903">
                  <c:v>0.17972385242085304</c:v>
                </c:pt>
                <c:pt idx="13904">
                  <c:v>0.17974351607966937</c:v>
                </c:pt>
                <c:pt idx="13905">
                  <c:v>0.1797499163927655</c:v>
                </c:pt>
                <c:pt idx="13906">
                  <c:v>0.17976702399188629</c:v>
                </c:pt>
                <c:pt idx="13907">
                  <c:v>0.17980118992322691</c:v>
                </c:pt>
                <c:pt idx="13908">
                  <c:v>0.17980376552621069</c:v>
                </c:pt>
                <c:pt idx="13909">
                  <c:v>0.17983411256228146</c:v>
                </c:pt>
                <c:pt idx="13910">
                  <c:v>0.17983773368182604</c:v>
                </c:pt>
                <c:pt idx="13911">
                  <c:v>0.17985027333815254</c:v>
                </c:pt>
                <c:pt idx="13912">
                  <c:v>0.17987725438438504</c:v>
                </c:pt>
                <c:pt idx="13913">
                  <c:v>0.17989466879166652</c:v>
                </c:pt>
                <c:pt idx="13914">
                  <c:v>0.17991740669384332</c:v>
                </c:pt>
                <c:pt idx="13915">
                  <c:v>0.1799383813276432</c:v>
                </c:pt>
                <c:pt idx="13916">
                  <c:v>0.17994965162722323</c:v>
                </c:pt>
                <c:pt idx="13917">
                  <c:v>0.17995138340436403</c:v>
                </c:pt>
                <c:pt idx="13918">
                  <c:v>0.17997312527297848</c:v>
                </c:pt>
                <c:pt idx="13919">
                  <c:v>0.17998487041906003</c:v>
                </c:pt>
                <c:pt idx="13920">
                  <c:v>0.18001172877828692</c:v>
                </c:pt>
                <c:pt idx="13921">
                  <c:v>0.18004544587727656</c:v>
                </c:pt>
                <c:pt idx="13922">
                  <c:v>0.18005139762301448</c:v>
                </c:pt>
                <c:pt idx="13923">
                  <c:v>0.1800590228849788</c:v>
                </c:pt>
                <c:pt idx="13924">
                  <c:v>0.18005923449382888</c:v>
                </c:pt>
                <c:pt idx="13925">
                  <c:v>0.18006652716357441</c:v>
                </c:pt>
                <c:pt idx="13926">
                  <c:v>0.18009146609087973</c:v>
                </c:pt>
                <c:pt idx="13927">
                  <c:v>0.18010984993570053</c:v>
                </c:pt>
                <c:pt idx="13928">
                  <c:v>0.18011791236613009</c:v>
                </c:pt>
                <c:pt idx="13929">
                  <c:v>0.1801202476720008</c:v>
                </c:pt>
                <c:pt idx="13930">
                  <c:v>0.18012155795354889</c:v>
                </c:pt>
                <c:pt idx="13931">
                  <c:v>0.1801284565794673</c:v>
                </c:pt>
                <c:pt idx="13932">
                  <c:v>0.18016174878168753</c:v>
                </c:pt>
                <c:pt idx="13933">
                  <c:v>0.18016298902830194</c:v>
                </c:pt>
                <c:pt idx="13934">
                  <c:v>0.18017263174022954</c:v>
                </c:pt>
                <c:pt idx="13935">
                  <c:v>0.18018910751471651</c:v>
                </c:pt>
                <c:pt idx="13936">
                  <c:v>0.1801970384102255</c:v>
                </c:pt>
                <c:pt idx="13937">
                  <c:v>0.1801990705006403</c:v>
                </c:pt>
                <c:pt idx="13938">
                  <c:v>0.1802020141396721</c:v>
                </c:pt>
                <c:pt idx="13939">
                  <c:v>0.18020664018787477</c:v>
                </c:pt>
                <c:pt idx="13940">
                  <c:v>0.180211493546825</c:v>
                </c:pt>
                <c:pt idx="13941">
                  <c:v>0.18021753515252403</c:v>
                </c:pt>
                <c:pt idx="13942">
                  <c:v>0.18021816468848945</c:v>
                </c:pt>
                <c:pt idx="13943">
                  <c:v>0.18022010288903392</c:v>
                </c:pt>
                <c:pt idx="13944">
                  <c:v>0.1802575942256518</c:v>
                </c:pt>
                <c:pt idx="13945">
                  <c:v>0.18028779706932554</c:v>
                </c:pt>
                <c:pt idx="13946">
                  <c:v>0.18029264742510262</c:v>
                </c:pt>
                <c:pt idx="13947">
                  <c:v>0.18030016399777637</c:v>
                </c:pt>
                <c:pt idx="13948">
                  <c:v>0.18030970635386601</c:v>
                </c:pt>
                <c:pt idx="13949">
                  <c:v>0.18031236146162227</c:v>
                </c:pt>
                <c:pt idx="13950">
                  <c:v>0.18031681321430015</c:v>
                </c:pt>
                <c:pt idx="13951">
                  <c:v>0.18032706787892849</c:v>
                </c:pt>
                <c:pt idx="13952">
                  <c:v>0.1803695716063026</c:v>
                </c:pt>
                <c:pt idx="13953">
                  <c:v>0.18037607904955677</c:v>
                </c:pt>
                <c:pt idx="13954">
                  <c:v>0.18038861563353692</c:v>
                </c:pt>
                <c:pt idx="13955">
                  <c:v>0.18041291104937771</c:v>
                </c:pt>
                <c:pt idx="13956">
                  <c:v>0.18043188258133905</c:v>
                </c:pt>
                <c:pt idx="13957">
                  <c:v>0.18046921101768645</c:v>
                </c:pt>
                <c:pt idx="13958">
                  <c:v>0.18048114900633722</c:v>
                </c:pt>
                <c:pt idx="13959">
                  <c:v>0.18048172616931785</c:v>
                </c:pt>
                <c:pt idx="13960">
                  <c:v>0.18048565418231693</c:v>
                </c:pt>
                <c:pt idx="13961">
                  <c:v>0.18049268978569349</c:v>
                </c:pt>
                <c:pt idx="13962">
                  <c:v>0.18050194670804978</c:v>
                </c:pt>
                <c:pt idx="13963">
                  <c:v>0.18050562750519134</c:v>
                </c:pt>
                <c:pt idx="13964">
                  <c:v>0.18054362433569501</c:v>
                </c:pt>
                <c:pt idx="13965">
                  <c:v>0.18054724754673238</c:v>
                </c:pt>
                <c:pt idx="13966">
                  <c:v>0.1805551214134278</c:v>
                </c:pt>
                <c:pt idx="13967">
                  <c:v>0.18056080899279561</c:v>
                </c:pt>
                <c:pt idx="13968">
                  <c:v>0.18056529559265774</c:v>
                </c:pt>
                <c:pt idx="13969">
                  <c:v>0.18057745247278353</c:v>
                </c:pt>
                <c:pt idx="13970">
                  <c:v>0.18058476909767299</c:v>
                </c:pt>
                <c:pt idx="13971">
                  <c:v>0.18059077377979371</c:v>
                </c:pt>
                <c:pt idx="13972">
                  <c:v>0.18060088537057908</c:v>
                </c:pt>
                <c:pt idx="13973">
                  <c:v>0.18063447546727379</c:v>
                </c:pt>
                <c:pt idx="13974">
                  <c:v>0.18064680288199617</c:v>
                </c:pt>
                <c:pt idx="13975">
                  <c:v>0.18065544471038986</c:v>
                </c:pt>
                <c:pt idx="13976">
                  <c:v>0.18066253091672052</c:v>
                </c:pt>
                <c:pt idx="13977">
                  <c:v>0.18066690567625254</c:v>
                </c:pt>
                <c:pt idx="13978">
                  <c:v>0.18068578312114345</c:v>
                </c:pt>
                <c:pt idx="13979">
                  <c:v>0.18068643085856512</c:v>
                </c:pt>
                <c:pt idx="13980">
                  <c:v>0.18069437140852559</c:v>
                </c:pt>
                <c:pt idx="13981">
                  <c:v>0.18070101682311016</c:v>
                </c:pt>
                <c:pt idx="13982">
                  <c:v>0.18072388954410096</c:v>
                </c:pt>
                <c:pt idx="13983">
                  <c:v>0.18075585711722106</c:v>
                </c:pt>
                <c:pt idx="13984">
                  <c:v>0.18078903151391046</c:v>
                </c:pt>
                <c:pt idx="13985">
                  <c:v>0.18079944897309833</c:v>
                </c:pt>
                <c:pt idx="13986">
                  <c:v>0.18082227542843943</c:v>
                </c:pt>
                <c:pt idx="13987">
                  <c:v>0.18083808953938421</c:v>
                </c:pt>
                <c:pt idx="13988">
                  <c:v>0.18084139310134367</c:v>
                </c:pt>
                <c:pt idx="13989">
                  <c:v>0.18084549890892487</c:v>
                </c:pt>
                <c:pt idx="13990">
                  <c:v>0.18086214822615224</c:v>
                </c:pt>
                <c:pt idx="13991">
                  <c:v>0.18087575902173125</c:v>
                </c:pt>
                <c:pt idx="13992">
                  <c:v>0.18089436894872166</c:v>
                </c:pt>
                <c:pt idx="13993">
                  <c:v>0.18094102766864273</c:v>
                </c:pt>
                <c:pt idx="13994">
                  <c:v>0.1809428101141462</c:v>
                </c:pt>
                <c:pt idx="13995">
                  <c:v>0.18099416497378407</c:v>
                </c:pt>
                <c:pt idx="13996">
                  <c:v>0.1810007845491314</c:v>
                </c:pt>
                <c:pt idx="13997">
                  <c:v>0.18101330871545473</c:v>
                </c:pt>
                <c:pt idx="13998">
                  <c:v>0.1810368720752506</c:v>
                </c:pt>
                <c:pt idx="13999">
                  <c:v>0.18103982938421229</c:v>
                </c:pt>
                <c:pt idx="14000">
                  <c:v>0.18105084620875583</c:v>
                </c:pt>
                <c:pt idx="14001">
                  <c:v>0.18110838783316482</c:v>
                </c:pt>
                <c:pt idx="14002">
                  <c:v>0.18119168663009613</c:v>
                </c:pt>
                <c:pt idx="14003">
                  <c:v>0.18120652016847291</c:v>
                </c:pt>
                <c:pt idx="14004">
                  <c:v>0.18120967987355857</c:v>
                </c:pt>
                <c:pt idx="14005">
                  <c:v>0.18123640143309128</c:v>
                </c:pt>
                <c:pt idx="14006">
                  <c:v>0.18124277230255426</c:v>
                </c:pt>
                <c:pt idx="14007">
                  <c:v>0.18125508869112866</c:v>
                </c:pt>
                <c:pt idx="14008">
                  <c:v>0.18126379530572378</c:v>
                </c:pt>
                <c:pt idx="14009">
                  <c:v>0.1812984438916293</c:v>
                </c:pt>
                <c:pt idx="14010">
                  <c:v>0.18130009836633906</c:v>
                </c:pt>
                <c:pt idx="14011">
                  <c:v>0.18131113276327876</c:v>
                </c:pt>
                <c:pt idx="14012">
                  <c:v>0.18132023962285321</c:v>
                </c:pt>
                <c:pt idx="14013">
                  <c:v>0.18133168587163717</c:v>
                </c:pt>
                <c:pt idx="14014">
                  <c:v>0.18135771376223672</c:v>
                </c:pt>
                <c:pt idx="14015">
                  <c:v>0.18138444003340456</c:v>
                </c:pt>
                <c:pt idx="14016">
                  <c:v>0.18139941399228959</c:v>
                </c:pt>
                <c:pt idx="14017">
                  <c:v>0.18140795631579598</c:v>
                </c:pt>
                <c:pt idx="14018">
                  <c:v>0.18142340282423808</c:v>
                </c:pt>
                <c:pt idx="14019">
                  <c:v>0.18142462794748085</c:v>
                </c:pt>
                <c:pt idx="14020">
                  <c:v>0.18144078803593786</c:v>
                </c:pt>
                <c:pt idx="14021">
                  <c:v>0.18144128576945634</c:v>
                </c:pt>
                <c:pt idx="14022">
                  <c:v>0.18144165923395686</c:v>
                </c:pt>
                <c:pt idx="14023">
                  <c:v>0.18144238349957256</c:v>
                </c:pt>
                <c:pt idx="14024">
                  <c:v>0.18145171067811933</c:v>
                </c:pt>
                <c:pt idx="14025">
                  <c:v>0.18147145226042122</c:v>
                </c:pt>
                <c:pt idx="14026">
                  <c:v>0.18147497973057261</c:v>
                </c:pt>
                <c:pt idx="14027">
                  <c:v>0.18148961798912147</c:v>
                </c:pt>
                <c:pt idx="14028">
                  <c:v>0.18149322306425991</c:v>
                </c:pt>
                <c:pt idx="14029">
                  <c:v>0.18152660406176679</c:v>
                </c:pt>
                <c:pt idx="14030">
                  <c:v>0.18153674735503098</c:v>
                </c:pt>
                <c:pt idx="14031">
                  <c:v>0.18156883339708393</c:v>
                </c:pt>
                <c:pt idx="14032">
                  <c:v>0.18158779518086562</c:v>
                </c:pt>
                <c:pt idx="14033">
                  <c:v>0.18160698225425706</c:v>
                </c:pt>
                <c:pt idx="14034">
                  <c:v>0.18161225470179618</c:v>
                </c:pt>
                <c:pt idx="14035">
                  <c:v>0.1816367238119832</c:v>
                </c:pt>
                <c:pt idx="14036">
                  <c:v>0.18165577947858352</c:v>
                </c:pt>
                <c:pt idx="14037">
                  <c:v>0.18172066510135126</c:v>
                </c:pt>
                <c:pt idx="14038">
                  <c:v>0.18175931499215775</c:v>
                </c:pt>
                <c:pt idx="14039">
                  <c:v>0.18177491330240572</c:v>
                </c:pt>
                <c:pt idx="14040">
                  <c:v>0.18177760967217829</c:v>
                </c:pt>
                <c:pt idx="14041">
                  <c:v>0.18178013014461855</c:v>
                </c:pt>
                <c:pt idx="14042">
                  <c:v>0.18182280653642621</c:v>
                </c:pt>
                <c:pt idx="14043">
                  <c:v>0.18182435337677338</c:v>
                </c:pt>
                <c:pt idx="14044">
                  <c:v>0.18183157996348517</c:v>
                </c:pt>
                <c:pt idx="14045">
                  <c:v>0.18183796290212578</c:v>
                </c:pt>
                <c:pt idx="14046">
                  <c:v>0.18186966354911896</c:v>
                </c:pt>
                <c:pt idx="14047">
                  <c:v>0.18187093149913525</c:v>
                </c:pt>
                <c:pt idx="14048">
                  <c:v>0.18189393829599934</c:v>
                </c:pt>
                <c:pt idx="14049">
                  <c:v>0.18191492194172917</c:v>
                </c:pt>
                <c:pt idx="14050">
                  <c:v>0.18192386593920701</c:v>
                </c:pt>
                <c:pt idx="14051">
                  <c:v>0.18193349355036059</c:v>
                </c:pt>
                <c:pt idx="14052">
                  <c:v>0.18195865291210941</c:v>
                </c:pt>
                <c:pt idx="14053">
                  <c:v>0.18198422609331191</c:v>
                </c:pt>
                <c:pt idx="14054">
                  <c:v>0.18199491185202282</c:v>
                </c:pt>
                <c:pt idx="14055">
                  <c:v>0.18201881567131831</c:v>
                </c:pt>
                <c:pt idx="14056">
                  <c:v>0.18202983188426292</c:v>
                </c:pt>
                <c:pt idx="14057">
                  <c:v>0.18205840849915797</c:v>
                </c:pt>
                <c:pt idx="14058">
                  <c:v>0.18206865341130443</c:v>
                </c:pt>
                <c:pt idx="14059">
                  <c:v>0.18208779648559179</c:v>
                </c:pt>
                <c:pt idx="14060">
                  <c:v>0.18208882639499058</c:v>
                </c:pt>
                <c:pt idx="14061">
                  <c:v>0.18210988014652013</c:v>
                </c:pt>
                <c:pt idx="14062">
                  <c:v>0.18212605951180588</c:v>
                </c:pt>
                <c:pt idx="14063">
                  <c:v>0.18212850371832121</c:v>
                </c:pt>
                <c:pt idx="14064">
                  <c:v>0.18213567167142822</c:v>
                </c:pt>
                <c:pt idx="14065">
                  <c:v>0.18215659433046402</c:v>
                </c:pt>
                <c:pt idx="14066">
                  <c:v>0.18219112508323385</c:v>
                </c:pt>
                <c:pt idx="14067">
                  <c:v>0.1821926261503774</c:v>
                </c:pt>
                <c:pt idx="14068">
                  <c:v>0.18219612416170761</c:v>
                </c:pt>
                <c:pt idx="14069">
                  <c:v>0.18222616515657314</c:v>
                </c:pt>
                <c:pt idx="14070">
                  <c:v>0.18224644423768291</c:v>
                </c:pt>
                <c:pt idx="14071">
                  <c:v>0.18225949426109417</c:v>
                </c:pt>
                <c:pt idx="14072">
                  <c:v>0.18226905979206318</c:v>
                </c:pt>
                <c:pt idx="14073">
                  <c:v>0.18227336870037575</c:v>
                </c:pt>
                <c:pt idx="14074">
                  <c:v>0.18229549642147475</c:v>
                </c:pt>
                <c:pt idx="14075">
                  <c:v>0.18229817970153531</c:v>
                </c:pt>
                <c:pt idx="14076">
                  <c:v>0.182309941120257</c:v>
                </c:pt>
                <c:pt idx="14077">
                  <c:v>0.18231386569089569</c:v>
                </c:pt>
                <c:pt idx="14078">
                  <c:v>0.18231489766593614</c:v>
                </c:pt>
                <c:pt idx="14079">
                  <c:v>0.18232541538906757</c:v>
                </c:pt>
                <c:pt idx="14080">
                  <c:v>0.18234898873769786</c:v>
                </c:pt>
                <c:pt idx="14081">
                  <c:v>0.18235523566615283</c:v>
                </c:pt>
                <c:pt idx="14082">
                  <c:v>0.18237530027611629</c:v>
                </c:pt>
                <c:pt idx="14083">
                  <c:v>0.18238270750837537</c:v>
                </c:pt>
                <c:pt idx="14084">
                  <c:v>0.18240972055498758</c:v>
                </c:pt>
                <c:pt idx="14085">
                  <c:v>0.18241125968541411</c:v>
                </c:pt>
                <c:pt idx="14086">
                  <c:v>0.18241467132762457</c:v>
                </c:pt>
                <c:pt idx="14087">
                  <c:v>0.18243202358368596</c:v>
                </c:pt>
                <c:pt idx="14088">
                  <c:v>0.18243341036153579</c:v>
                </c:pt>
                <c:pt idx="14089">
                  <c:v>0.18248542676261517</c:v>
                </c:pt>
                <c:pt idx="14090">
                  <c:v>0.18249061245135978</c:v>
                </c:pt>
                <c:pt idx="14091">
                  <c:v>0.18250565851158335</c:v>
                </c:pt>
                <c:pt idx="14092">
                  <c:v>0.18250585095055924</c:v>
                </c:pt>
                <c:pt idx="14093">
                  <c:v>0.18251199162602388</c:v>
                </c:pt>
                <c:pt idx="14094">
                  <c:v>0.18251229624913021</c:v>
                </c:pt>
                <c:pt idx="14095">
                  <c:v>0.18256945006566039</c:v>
                </c:pt>
                <c:pt idx="14096">
                  <c:v>0.18256970614466372</c:v>
                </c:pt>
                <c:pt idx="14097">
                  <c:v>0.18257830771729011</c:v>
                </c:pt>
                <c:pt idx="14098">
                  <c:v>0.1825821414540886</c:v>
                </c:pt>
                <c:pt idx="14099">
                  <c:v>0.1825976338864374</c:v>
                </c:pt>
                <c:pt idx="14100">
                  <c:v>0.18261616038109479</c:v>
                </c:pt>
                <c:pt idx="14101">
                  <c:v>0.18262503462439744</c:v>
                </c:pt>
                <c:pt idx="14102">
                  <c:v>0.18265356577431716</c:v>
                </c:pt>
                <c:pt idx="14103">
                  <c:v>0.18265617839073303</c:v>
                </c:pt>
                <c:pt idx="14104">
                  <c:v>0.18265908542456355</c:v>
                </c:pt>
                <c:pt idx="14105">
                  <c:v>0.18266512937605994</c:v>
                </c:pt>
                <c:pt idx="14106">
                  <c:v>0.18267794228802156</c:v>
                </c:pt>
                <c:pt idx="14107">
                  <c:v>0.18268209582534861</c:v>
                </c:pt>
                <c:pt idx="14108">
                  <c:v>0.18268316243463523</c:v>
                </c:pt>
                <c:pt idx="14109">
                  <c:v>0.18269544068924939</c:v>
                </c:pt>
                <c:pt idx="14110">
                  <c:v>0.18270565959359694</c:v>
                </c:pt>
                <c:pt idx="14111">
                  <c:v>0.18273497219001439</c:v>
                </c:pt>
                <c:pt idx="14112">
                  <c:v>0.18273558348973232</c:v>
                </c:pt>
                <c:pt idx="14113">
                  <c:v>0.18274977163625125</c:v>
                </c:pt>
                <c:pt idx="14114">
                  <c:v>0.18276559488947361</c:v>
                </c:pt>
                <c:pt idx="14115">
                  <c:v>0.18277692752876007</c:v>
                </c:pt>
                <c:pt idx="14116">
                  <c:v>0.18278198099343029</c:v>
                </c:pt>
                <c:pt idx="14117">
                  <c:v>0.18278255523392412</c:v>
                </c:pt>
                <c:pt idx="14118">
                  <c:v>0.18278472443990912</c:v>
                </c:pt>
                <c:pt idx="14119">
                  <c:v>0.18279461761962321</c:v>
                </c:pt>
                <c:pt idx="14120">
                  <c:v>0.18280064243059163</c:v>
                </c:pt>
                <c:pt idx="14121">
                  <c:v>0.18280615033748426</c:v>
                </c:pt>
                <c:pt idx="14122">
                  <c:v>0.1828130969605907</c:v>
                </c:pt>
                <c:pt idx="14123">
                  <c:v>0.18281610697965894</c:v>
                </c:pt>
                <c:pt idx="14124">
                  <c:v>0.18282935536656203</c:v>
                </c:pt>
                <c:pt idx="14125">
                  <c:v>0.18283269485627832</c:v>
                </c:pt>
                <c:pt idx="14126">
                  <c:v>0.18289492972067137</c:v>
                </c:pt>
                <c:pt idx="14127">
                  <c:v>0.18289931455628203</c:v>
                </c:pt>
                <c:pt idx="14128">
                  <c:v>0.1828999303848127</c:v>
                </c:pt>
                <c:pt idx="14129">
                  <c:v>0.1829079640612328</c:v>
                </c:pt>
                <c:pt idx="14130">
                  <c:v>0.1829220994400676</c:v>
                </c:pt>
                <c:pt idx="14131">
                  <c:v>0.18294638796079452</c:v>
                </c:pt>
                <c:pt idx="14132">
                  <c:v>0.18295920156030321</c:v>
                </c:pt>
                <c:pt idx="14133">
                  <c:v>0.18295945477240605</c:v>
                </c:pt>
                <c:pt idx="14134">
                  <c:v>0.1829878243495722</c:v>
                </c:pt>
                <c:pt idx="14135">
                  <c:v>0.18299021329808651</c:v>
                </c:pt>
                <c:pt idx="14136">
                  <c:v>0.18299384868202964</c:v>
                </c:pt>
                <c:pt idx="14137">
                  <c:v>0.18299528330320627</c:v>
                </c:pt>
                <c:pt idx="14138">
                  <c:v>0.18302494757335686</c:v>
                </c:pt>
                <c:pt idx="14139">
                  <c:v>0.18302558757046267</c:v>
                </c:pt>
                <c:pt idx="14140">
                  <c:v>0.18305490509800687</c:v>
                </c:pt>
                <c:pt idx="14141">
                  <c:v>0.18310336459176688</c:v>
                </c:pt>
                <c:pt idx="14142">
                  <c:v>0.1831078977307373</c:v>
                </c:pt>
                <c:pt idx="14143">
                  <c:v>0.18310830999618888</c:v>
                </c:pt>
                <c:pt idx="14144">
                  <c:v>0.18311997356082821</c:v>
                </c:pt>
                <c:pt idx="14145">
                  <c:v>0.18313482673160761</c:v>
                </c:pt>
                <c:pt idx="14146">
                  <c:v>0.18318464832899223</c:v>
                </c:pt>
                <c:pt idx="14147">
                  <c:v>0.18322748555650495</c:v>
                </c:pt>
                <c:pt idx="14148">
                  <c:v>0.18325107571781407</c:v>
                </c:pt>
                <c:pt idx="14149">
                  <c:v>0.18325424161862089</c:v>
                </c:pt>
                <c:pt idx="14150">
                  <c:v>0.1832578489566582</c:v>
                </c:pt>
                <c:pt idx="14151">
                  <c:v>0.18325864015160584</c:v>
                </c:pt>
                <c:pt idx="14152">
                  <c:v>0.18326308803197541</c:v>
                </c:pt>
                <c:pt idx="14153">
                  <c:v>0.18326441990640077</c:v>
                </c:pt>
                <c:pt idx="14154">
                  <c:v>0.18327567973820857</c:v>
                </c:pt>
                <c:pt idx="14155">
                  <c:v>0.18330193138547288</c:v>
                </c:pt>
                <c:pt idx="14156">
                  <c:v>0.18330369715688657</c:v>
                </c:pt>
                <c:pt idx="14157">
                  <c:v>0.18332631437206046</c:v>
                </c:pt>
                <c:pt idx="14158">
                  <c:v>0.18333120760866067</c:v>
                </c:pt>
                <c:pt idx="14159">
                  <c:v>0.18333832447397613</c:v>
                </c:pt>
                <c:pt idx="14160">
                  <c:v>0.18335853016383813</c:v>
                </c:pt>
                <c:pt idx="14161">
                  <c:v>0.18336257434571876</c:v>
                </c:pt>
                <c:pt idx="14162">
                  <c:v>0.18337348589939453</c:v>
                </c:pt>
                <c:pt idx="14163">
                  <c:v>0.18337823339503748</c:v>
                </c:pt>
                <c:pt idx="14164">
                  <c:v>0.18338320461350424</c:v>
                </c:pt>
                <c:pt idx="14165">
                  <c:v>0.18341411212562839</c:v>
                </c:pt>
                <c:pt idx="14166">
                  <c:v>0.18341797181157624</c:v>
                </c:pt>
                <c:pt idx="14167">
                  <c:v>0.18342912311084036</c:v>
                </c:pt>
                <c:pt idx="14168">
                  <c:v>0.18343108439319833</c:v>
                </c:pt>
                <c:pt idx="14169">
                  <c:v>0.18345211088679522</c:v>
                </c:pt>
                <c:pt idx="14170">
                  <c:v>0.18346727717800337</c:v>
                </c:pt>
                <c:pt idx="14171">
                  <c:v>0.18346777541764045</c:v>
                </c:pt>
                <c:pt idx="14172">
                  <c:v>0.18346863893993404</c:v>
                </c:pt>
                <c:pt idx="14173">
                  <c:v>0.18348070324874313</c:v>
                </c:pt>
                <c:pt idx="14174">
                  <c:v>0.18349837043729547</c:v>
                </c:pt>
                <c:pt idx="14175">
                  <c:v>0.18350006085550213</c:v>
                </c:pt>
                <c:pt idx="14176">
                  <c:v>0.18352877285967859</c:v>
                </c:pt>
                <c:pt idx="14177">
                  <c:v>0.18354262123715898</c:v>
                </c:pt>
                <c:pt idx="14178">
                  <c:v>0.18355705950691303</c:v>
                </c:pt>
                <c:pt idx="14179">
                  <c:v>0.1836181338132071</c:v>
                </c:pt>
                <c:pt idx="14180">
                  <c:v>0.18364987158388063</c:v>
                </c:pt>
                <c:pt idx="14181">
                  <c:v>0.18365865565534198</c:v>
                </c:pt>
                <c:pt idx="14182">
                  <c:v>0.18368115276668004</c:v>
                </c:pt>
                <c:pt idx="14183">
                  <c:v>0.18371202740519338</c:v>
                </c:pt>
                <c:pt idx="14184">
                  <c:v>0.1837207676534364</c:v>
                </c:pt>
                <c:pt idx="14185">
                  <c:v>0.1837322213404517</c:v>
                </c:pt>
                <c:pt idx="14186">
                  <c:v>0.1837473726206012</c:v>
                </c:pt>
                <c:pt idx="14187">
                  <c:v>0.18376690955673788</c:v>
                </c:pt>
                <c:pt idx="14188">
                  <c:v>0.18377006465689244</c:v>
                </c:pt>
                <c:pt idx="14189">
                  <c:v>0.18377213365537737</c:v>
                </c:pt>
                <c:pt idx="14190">
                  <c:v>0.18378810967730239</c:v>
                </c:pt>
                <c:pt idx="14191">
                  <c:v>0.18380130645444848</c:v>
                </c:pt>
                <c:pt idx="14192">
                  <c:v>0.18380274231912866</c:v>
                </c:pt>
                <c:pt idx="14193">
                  <c:v>0.18382398500055433</c:v>
                </c:pt>
                <c:pt idx="14194">
                  <c:v>0.18386716804900063</c:v>
                </c:pt>
                <c:pt idx="14195">
                  <c:v>0.18387488270734104</c:v>
                </c:pt>
                <c:pt idx="14196">
                  <c:v>0.18391548796190674</c:v>
                </c:pt>
                <c:pt idx="14197">
                  <c:v>0.18393790292212278</c:v>
                </c:pt>
                <c:pt idx="14198">
                  <c:v>0.18393914088778143</c:v>
                </c:pt>
                <c:pt idx="14199">
                  <c:v>0.18394015925021168</c:v>
                </c:pt>
                <c:pt idx="14200">
                  <c:v>0.18394340303488901</c:v>
                </c:pt>
                <c:pt idx="14201">
                  <c:v>0.18394906153056978</c:v>
                </c:pt>
                <c:pt idx="14202">
                  <c:v>0.1839531707802354</c:v>
                </c:pt>
                <c:pt idx="14203">
                  <c:v>0.18397683059411291</c:v>
                </c:pt>
                <c:pt idx="14204">
                  <c:v>0.18397851150423214</c:v>
                </c:pt>
                <c:pt idx="14205">
                  <c:v>0.18398060553370807</c:v>
                </c:pt>
                <c:pt idx="14206">
                  <c:v>0.18398876388162644</c:v>
                </c:pt>
                <c:pt idx="14207">
                  <c:v>0.18402517548056199</c:v>
                </c:pt>
                <c:pt idx="14208">
                  <c:v>0.1840349580423622</c:v>
                </c:pt>
                <c:pt idx="14209">
                  <c:v>0.18404043417700597</c:v>
                </c:pt>
                <c:pt idx="14210">
                  <c:v>0.18406348450525947</c:v>
                </c:pt>
                <c:pt idx="14211">
                  <c:v>0.18408997028556859</c:v>
                </c:pt>
                <c:pt idx="14212">
                  <c:v>0.18409062913471738</c:v>
                </c:pt>
                <c:pt idx="14213">
                  <c:v>0.18409918422465585</c:v>
                </c:pt>
                <c:pt idx="14214">
                  <c:v>0.18410409732329996</c:v>
                </c:pt>
                <c:pt idx="14215">
                  <c:v>0.18410751007680115</c:v>
                </c:pt>
                <c:pt idx="14216">
                  <c:v>0.18412512922792945</c:v>
                </c:pt>
                <c:pt idx="14217">
                  <c:v>0.18414677303563834</c:v>
                </c:pt>
                <c:pt idx="14218">
                  <c:v>0.18414902430181979</c:v>
                </c:pt>
                <c:pt idx="14219">
                  <c:v>0.18415657357578877</c:v>
                </c:pt>
                <c:pt idx="14220">
                  <c:v>0.18416646783391991</c:v>
                </c:pt>
                <c:pt idx="14221">
                  <c:v>0.1841714879187025</c:v>
                </c:pt>
                <c:pt idx="14222">
                  <c:v>0.18419737004215522</c:v>
                </c:pt>
                <c:pt idx="14223">
                  <c:v>0.18419787573431584</c:v>
                </c:pt>
                <c:pt idx="14224">
                  <c:v>0.18419987526053277</c:v>
                </c:pt>
                <c:pt idx="14225">
                  <c:v>0.18420232120003069</c:v>
                </c:pt>
                <c:pt idx="14226">
                  <c:v>0.18420780069463782</c:v>
                </c:pt>
                <c:pt idx="14227">
                  <c:v>0.1842144211100406</c:v>
                </c:pt>
                <c:pt idx="14228">
                  <c:v>0.18424009314457127</c:v>
                </c:pt>
                <c:pt idx="14229">
                  <c:v>0.18424465827684677</c:v>
                </c:pt>
                <c:pt idx="14230">
                  <c:v>0.18426643554767105</c:v>
                </c:pt>
                <c:pt idx="14231">
                  <c:v>0.18426951093858029</c:v>
                </c:pt>
                <c:pt idx="14232">
                  <c:v>0.18427049789884933</c:v>
                </c:pt>
                <c:pt idx="14233">
                  <c:v>0.18427972158838524</c:v>
                </c:pt>
                <c:pt idx="14234">
                  <c:v>0.18429422629938447</c:v>
                </c:pt>
                <c:pt idx="14235">
                  <c:v>0.18429723228433509</c:v>
                </c:pt>
                <c:pt idx="14236">
                  <c:v>0.18429775443653687</c:v>
                </c:pt>
                <c:pt idx="14237">
                  <c:v>0.18430213351244606</c:v>
                </c:pt>
                <c:pt idx="14238">
                  <c:v>0.18430487385086666</c:v>
                </c:pt>
                <c:pt idx="14239">
                  <c:v>0.184329333846874</c:v>
                </c:pt>
                <c:pt idx="14240">
                  <c:v>0.18433420337889328</c:v>
                </c:pt>
                <c:pt idx="14241">
                  <c:v>0.18433679740243739</c:v>
                </c:pt>
                <c:pt idx="14242">
                  <c:v>0.18436938876972303</c:v>
                </c:pt>
                <c:pt idx="14243">
                  <c:v>0.18437971456577137</c:v>
                </c:pt>
                <c:pt idx="14244">
                  <c:v>0.18438420199117075</c:v>
                </c:pt>
                <c:pt idx="14245">
                  <c:v>0.1844117754177439</c:v>
                </c:pt>
                <c:pt idx="14246">
                  <c:v>0.18442798142494934</c:v>
                </c:pt>
                <c:pt idx="14247">
                  <c:v>0.18445604674050281</c:v>
                </c:pt>
                <c:pt idx="14248">
                  <c:v>0.18445988848361269</c:v>
                </c:pt>
                <c:pt idx="14249">
                  <c:v>0.18448107381233217</c:v>
                </c:pt>
                <c:pt idx="14250">
                  <c:v>0.18448197610625228</c:v>
                </c:pt>
                <c:pt idx="14251">
                  <c:v>0.18451156367266755</c:v>
                </c:pt>
                <c:pt idx="14252">
                  <c:v>0.18451776421870592</c:v>
                </c:pt>
                <c:pt idx="14253">
                  <c:v>0.18452584380248455</c:v>
                </c:pt>
                <c:pt idx="14254">
                  <c:v>0.18454209362996962</c:v>
                </c:pt>
                <c:pt idx="14255">
                  <c:v>0.1845629758674108</c:v>
                </c:pt>
                <c:pt idx="14256">
                  <c:v>0.18457956227995648</c:v>
                </c:pt>
                <c:pt idx="14257">
                  <c:v>0.18458136904152808</c:v>
                </c:pt>
                <c:pt idx="14258">
                  <c:v>0.18458563310833473</c:v>
                </c:pt>
                <c:pt idx="14259">
                  <c:v>0.18462022465151084</c:v>
                </c:pt>
                <c:pt idx="14260">
                  <c:v>0.1846283691295873</c:v>
                </c:pt>
                <c:pt idx="14261">
                  <c:v>0.18464070949170175</c:v>
                </c:pt>
                <c:pt idx="14262">
                  <c:v>0.18464147526427949</c:v>
                </c:pt>
                <c:pt idx="14263">
                  <c:v>0.18464282004675703</c:v>
                </c:pt>
                <c:pt idx="14264">
                  <c:v>0.18465814649136905</c:v>
                </c:pt>
                <c:pt idx="14265">
                  <c:v>0.18466686101328816</c:v>
                </c:pt>
                <c:pt idx="14266">
                  <c:v>0.18468391695854647</c:v>
                </c:pt>
                <c:pt idx="14267">
                  <c:v>0.18470177463218462</c:v>
                </c:pt>
                <c:pt idx="14268">
                  <c:v>0.18472085315363546</c:v>
                </c:pt>
                <c:pt idx="14269">
                  <c:v>0.18472173212248991</c:v>
                </c:pt>
                <c:pt idx="14270">
                  <c:v>0.18473219047780312</c:v>
                </c:pt>
                <c:pt idx="14271">
                  <c:v>0.18475188574732648</c:v>
                </c:pt>
                <c:pt idx="14272">
                  <c:v>0.18475237018819274</c:v>
                </c:pt>
                <c:pt idx="14273">
                  <c:v>0.18475419850522537</c:v>
                </c:pt>
                <c:pt idx="14274">
                  <c:v>0.18478599387969763</c:v>
                </c:pt>
                <c:pt idx="14275">
                  <c:v>0.18480538610536354</c:v>
                </c:pt>
                <c:pt idx="14276">
                  <c:v>0.18480580417846537</c:v>
                </c:pt>
                <c:pt idx="14277">
                  <c:v>0.18484371408607464</c:v>
                </c:pt>
                <c:pt idx="14278">
                  <c:v>0.18484785332367065</c:v>
                </c:pt>
                <c:pt idx="14279">
                  <c:v>0.18485776903823276</c:v>
                </c:pt>
                <c:pt idx="14280">
                  <c:v>0.1848794547552387</c:v>
                </c:pt>
                <c:pt idx="14281">
                  <c:v>0.18488401425648188</c:v>
                </c:pt>
                <c:pt idx="14282">
                  <c:v>0.18491771425712919</c:v>
                </c:pt>
                <c:pt idx="14283">
                  <c:v>0.18492329809975019</c:v>
                </c:pt>
                <c:pt idx="14284">
                  <c:v>0.18492989381026442</c:v>
                </c:pt>
                <c:pt idx="14285">
                  <c:v>0.18493094759432063</c:v>
                </c:pt>
                <c:pt idx="14286">
                  <c:v>0.18493456041175943</c:v>
                </c:pt>
                <c:pt idx="14287">
                  <c:v>0.18496343710036342</c:v>
                </c:pt>
                <c:pt idx="14288">
                  <c:v>0.18496444862544573</c:v>
                </c:pt>
                <c:pt idx="14289">
                  <c:v>0.18498925527364038</c:v>
                </c:pt>
                <c:pt idx="14290">
                  <c:v>0.18499113614266949</c:v>
                </c:pt>
                <c:pt idx="14291">
                  <c:v>0.18499728981414448</c:v>
                </c:pt>
                <c:pt idx="14292">
                  <c:v>0.1850051078609197</c:v>
                </c:pt>
                <c:pt idx="14293">
                  <c:v>0.1850167977909965</c:v>
                </c:pt>
                <c:pt idx="14294">
                  <c:v>0.18502301581481398</c:v>
                </c:pt>
                <c:pt idx="14295">
                  <c:v>0.18502429495409445</c:v>
                </c:pt>
                <c:pt idx="14296">
                  <c:v>0.18507049041419096</c:v>
                </c:pt>
                <c:pt idx="14297">
                  <c:v>0.18509013098897012</c:v>
                </c:pt>
                <c:pt idx="14298">
                  <c:v>0.18509719694576635</c:v>
                </c:pt>
                <c:pt idx="14299">
                  <c:v>0.18511398413531427</c:v>
                </c:pt>
                <c:pt idx="14300">
                  <c:v>0.18518297167649414</c:v>
                </c:pt>
                <c:pt idx="14301">
                  <c:v>0.18519441882020704</c:v>
                </c:pt>
                <c:pt idx="14302">
                  <c:v>0.18519844132217153</c:v>
                </c:pt>
                <c:pt idx="14303">
                  <c:v>0.18519872373957619</c:v>
                </c:pt>
                <c:pt idx="14304">
                  <c:v>0.18522859553447996</c:v>
                </c:pt>
                <c:pt idx="14305">
                  <c:v>0.18525406002840797</c:v>
                </c:pt>
                <c:pt idx="14306">
                  <c:v>0.18525965883042866</c:v>
                </c:pt>
                <c:pt idx="14307">
                  <c:v>0.18526591697421224</c:v>
                </c:pt>
                <c:pt idx="14308">
                  <c:v>0.18528028482295478</c:v>
                </c:pt>
                <c:pt idx="14309">
                  <c:v>0.18534211616174706</c:v>
                </c:pt>
                <c:pt idx="14310">
                  <c:v>0.18535480885140918</c:v>
                </c:pt>
                <c:pt idx="14311">
                  <c:v>0.18536121308974995</c:v>
                </c:pt>
                <c:pt idx="14312">
                  <c:v>0.18536658154980407</c:v>
                </c:pt>
                <c:pt idx="14313">
                  <c:v>0.18537006264398467</c:v>
                </c:pt>
                <c:pt idx="14314">
                  <c:v>0.18537774637331147</c:v>
                </c:pt>
                <c:pt idx="14315">
                  <c:v>0.18539022365141589</c:v>
                </c:pt>
                <c:pt idx="14316">
                  <c:v>0.18539968061824635</c:v>
                </c:pt>
                <c:pt idx="14317">
                  <c:v>0.1854178321775887</c:v>
                </c:pt>
                <c:pt idx="14318">
                  <c:v>0.18544349953530687</c:v>
                </c:pt>
                <c:pt idx="14319">
                  <c:v>0.18546098723790397</c:v>
                </c:pt>
                <c:pt idx="14320">
                  <c:v>0.18548272131536642</c:v>
                </c:pt>
                <c:pt idx="14321">
                  <c:v>0.18549349601604459</c:v>
                </c:pt>
                <c:pt idx="14322">
                  <c:v>0.18552435680410748</c:v>
                </c:pt>
                <c:pt idx="14323">
                  <c:v>0.18552575505589153</c:v>
                </c:pt>
                <c:pt idx="14324">
                  <c:v>0.18553378380651178</c:v>
                </c:pt>
                <c:pt idx="14325">
                  <c:v>0.18555505277220485</c:v>
                </c:pt>
                <c:pt idx="14326">
                  <c:v>0.18555928906579658</c:v>
                </c:pt>
                <c:pt idx="14327">
                  <c:v>0.18556700520203517</c:v>
                </c:pt>
                <c:pt idx="14328">
                  <c:v>0.18557335785619711</c:v>
                </c:pt>
                <c:pt idx="14329">
                  <c:v>0.18558918687094389</c:v>
                </c:pt>
                <c:pt idx="14330">
                  <c:v>0.18559603448100906</c:v>
                </c:pt>
                <c:pt idx="14331">
                  <c:v>0.18559684691009257</c:v>
                </c:pt>
                <c:pt idx="14332">
                  <c:v>0.18559787739633643</c:v>
                </c:pt>
                <c:pt idx="14333">
                  <c:v>0.18561384753240315</c:v>
                </c:pt>
                <c:pt idx="14334">
                  <c:v>0.18562766902688793</c:v>
                </c:pt>
                <c:pt idx="14335">
                  <c:v>0.18564355084725664</c:v>
                </c:pt>
                <c:pt idx="14336">
                  <c:v>0.18565414699856411</c:v>
                </c:pt>
                <c:pt idx="14337">
                  <c:v>0.1856588431825606</c:v>
                </c:pt>
                <c:pt idx="14338">
                  <c:v>0.18566161407202644</c:v>
                </c:pt>
                <c:pt idx="14339">
                  <c:v>0.18569802076548667</c:v>
                </c:pt>
                <c:pt idx="14340">
                  <c:v>0.18570551830631238</c:v>
                </c:pt>
                <c:pt idx="14341">
                  <c:v>0.18572083554599514</c:v>
                </c:pt>
                <c:pt idx="14342">
                  <c:v>0.18573070551045034</c:v>
                </c:pt>
                <c:pt idx="14343">
                  <c:v>0.1857318620070415</c:v>
                </c:pt>
                <c:pt idx="14344">
                  <c:v>0.18576549575289864</c:v>
                </c:pt>
                <c:pt idx="14345">
                  <c:v>0.18576795177862496</c:v>
                </c:pt>
                <c:pt idx="14346">
                  <c:v>0.18576818502572279</c:v>
                </c:pt>
                <c:pt idx="14347">
                  <c:v>0.1857765233313704</c:v>
                </c:pt>
                <c:pt idx="14348">
                  <c:v>0.18578195660158914</c:v>
                </c:pt>
                <c:pt idx="14349">
                  <c:v>0.18578826718808605</c:v>
                </c:pt>
                <c:pt idx="14350">
                  <c:v>0.18581613879314501</c:v>
                </c:pt>
                <c:pt idx="14351">
                  <c:v>0.18582256738865782</c:v>
                </c:pt>
                <c:pt idx="14352">
                  <c:v>0.18584898425407059</c:v>
                </c:pt>
                <c:pt idx="14353">
                  <c:v>0.1858686978700142</c:v>
                </c:pt>
                <c:pt idx="14354">
                  <c:v>0.18587811648299005</c:v>
                </c:pt>
                <c:pt idx="14355">
                  <c:v>0.18588589017955878</c:v>
                </c:pt>
                <c:pt idx="14356">
                  <c:v>0.18590028020131064</c:v>
                </c:pt>
                <c:pt idx="14357">
                  <c:v>0.18590265498530872</c:v>
                </c:pt>
                <c:pt idx="14358">
                  <c:v>0.18592054230760408</c:v>
                </c:pt>
                <c:pt idx="14359">
                  <c:v>0.18594437449637086</c:v>
                </c:pt>
                <c:pt idx="14360">
                  <c:v>0.18595206901654571</c:v>
                </c:pt>
                <c:pt idx="14361">
                  <c:v>0.18596974653299594</c:v>
                </c:pt>
                <c:pt idx="14362">
                  <c:v>0.18599370318584391</c:v>
                </c:pt>
                <c:pt idx="14363">
                  <c:v>0.18599561439982157</c:v>
                </c:pt>
                <c:pt idx="14364">
                  <c:v>0.18600306372910527</c:v>
                </c:pt>
                <c:pt idx="14365">
                  <c:v>0.18602716857531854</c:v>
                </c:pt>
                <c:pt idx="14366">
                  <c:v>0.18607923328034154</c:v>
                </c:pt>
                <c:pt idx="14367">
                  <c:v>0.18608010544300757</c:v>
                </c:pt>
                <c:pt idx="14368">
                  <c:v>0.18609381495593924</c:v>
                </c:pt>
                <c:pt idx="14369">
                  <c:v>0.18609986857844127</c:v>
                </c:pt>
                <c:pt idx="14370">
                  <c:v>0.18611657054815026</c:v>
                </c:pt>
                <c:pt idx="14371">
                  <c:v>0.18612103067049338</c:v>
                </c:pt>
                <c:pt idx="14372">
                  <c:v>0.18614665747407688</c:v>
                </c:pt>
                <c:pt idx="14373">
                  <c:v>0.18619473144487866</c:v>
                </c:pt>
                <c:pt idx="14374">
                  <c:v>0.18619864736106681</c:v>
                </c:pt>
                <c:pt idx="14375">
                  <c:v>0.18621665410901167</c:v>
                </c:pt>
                <c:pt idx="14376">
                  <c:v>0.18622055249220901</c:v>
                </c:pt>
                <c:pt idx="14377">
                  <c:v>0.18623331506322269</c:v>
                </c:pt>
                <c:pt idx="14378">
                  <c:v>0.186235089600856</c:v>
                </c:pt>
                <c:pt idx="14379">
                  <c:v>0.1862364014046701</c:v>
                </c:pt>
                <c:pt idx="14380">
                  <c:v>0.18623827490290215</c:v>
                </c:pt>
                <c:pt idx="14381">
                  <c:v>0.18624504473241926</c:v>
                </c:pt>
                <c:pt idx="14382">
                  <c:v>0.18624905747227821</c:v>
                </c:pt>
                <c:pt idx="14383">
                  <c:v>0.18625351436094886</c:v>
                </c:pt>
                <c:pt idx="14384">
                  <c:v>0.18626330488223314</c:v>
                </c:pt>
                <c:pt idx="14385">
                  <c:v>0.18629012318097948</c:v>
                </c:pt>
                <c:pt idx="14386">
                  <c:v>0.18630621565098918</c:v>
                </c:pt>
                <c:pt idx="14387">
                  <c:v>0.18631060815545539</c:v>
                </c:pt>
                <c:pt idx="14388">
                  <c:v>0.18633560095274027</c:v>
                </c:pt>
                <c:pt idx="14389">
                  <c:v>0.18633680128031546</c:v>
                </c:pt>
                <c:pt idx="14390">
                  <c:v>0.18633761470122046</c:v>
                </c:pt>
                <c:pt idx="14391">
                  <c:v>0.18634108496711832</c:v>
                </c:pt>
                <c:pt idx="14392">
                  <c:v>0.18634572454018553</c:v>
                </c:pt>
                <c:pt idx="14393">
                  <c:v>0.18635675241971858</c:v>
                </c:pt>
                <c:pt idx="14394">
                  <c:v>0.18636662038048105</c:v>
                </c:pt>
                <c:pt idx="14395">
                  <c:v>0.1863715884794441</c:v>
                </c:pt>
                <c:pt idx="14396">
                  <c:v>0.18638106403893992</c:v>
                </c:pt>
                <c:pt idx="14397">
                  <c:v>0.18642232128023678</c:v>
                </c:pt>
                <c:pt idx="14398">
                  <c:v>0.18643196430272271</c:v>
                </c:pt>
                <c:pt idx="14399">
                  <c:v>0.18644892313110217</c:v>
                </c:pt>
                <c:pt idx="14400">
                  <c:v>0.18647628231118826</c:v>
                </c:pt>
                <c:pt idx="14401">
                  <c:v>0.18649133249903213</c:v>
                </c:pt>
                <c:pt idx="14402">
                  <c:v>0.18649389929230706</c:v>
                </c:pt>
                <c:pt idx="14403">
                  <c:v>0.18650555636112975</c:v>
                </c:pt>
                <c:pt idx="14404">
                  <c:v>0.18650681587899803</c:v>
                </c:pt>
                <c:pt idx="14405">
                  <c:v>0.18650810544121729</c:v>
                </c:pt>
                <c:pt idx="14406">
                  <c:v>0.18652417244711872</c:v>
                </c:pt>
                <c:pt idx="14407">
                  <c:v>0.18655446507905424</c:v>
                </c:pt>
                <c:pt idx="14408">
                  <c:v>0.18655622218238319</c:v>
                </c:pt>
                <c:pt idx="14409">
                  <c:v>0.18656029983515768</c:v>
                </c:pt>
                <c:pt idx="14410">
                  <c:v>0.18657179791876627</c:v>
                </c:pt>
                <c:pt idx="14411">
                  <c:v>0.18658549512813555</c:v>
                </c:pt>
                <c:pt idx="14412">
                  <c:v>0.18658979931684277</c:v>
                </c:pt>
                <c:pt idx="14413">
                  <c:v>0.18659587585267701</c:v>
                </c:pt>
                <c:pt idx="14414">
                  <c:v>0.18659859883509697</c:v>
                </c:pt>
                <c:pt idx="14415">
                  <c:v>0.18662681068712994</c:v>
                </c:pt>
                <c:pt idx="14416">
                  <c:v>0.18663710398806879</c:v>
                </c:pt>
                <c:pt idx="14417">
                  <c:v>0.18665919528953395</c:v>
                </c:pt>
                <c:pt idx="14418">
                  <c:v>0.1866853653639734</c:v>
                </c:pt>
                <c:pt idx="14419">
                  <c:v>0.18670934416257515</c:v>
                </c:pt>
                <c:pt idx="14420">
                  <c:v>0.18671621756647094</c:v>
                </c:pt>
                <c:pt idx="14421">
                  <c:v>0.18673372327267784</c:v>
                </c:pt>
                <c:pt idx="14422">
                  <c:v>0.1867399770503993</c:v>
                </c:pt>
                <c:pt idx="14423">
                  <c:v>0.18674755257801898</c:v>
                </c:pt>
                <c:pt idx="14424">
                  <c:v>0.18675147526578931</c:v>
                </c:pt>
                <c:pt idx="14425">
                  <c:v>0.1867517073581122</c:v>
                </c:pt>
                <c:pt idx="14426">
                  <c:v>0.18676883365300548</c:v>
                </c:pt>
                <c:pt idx="14427">
                  <c:v>0.18676938052365463</c:v>
                </c:pt>
                <c:pt idx="14428">
                  <c:v>0.1867734730471006</c:v>
                </c:pt>
                <c:pt idx="14429">
                  <c:v>0.18679717250395356</c:v>
                </c:pt>
                <c:pt idx="14430">
                  <c:v>0.1868225319136087</c:v>
                </c:pt>
                <c:pt idx="14431">
                  <c:v>0.18686628970937019</c:v>
                </c:pt>
                <c:pt idx="14432">
                  <c:v>0.18690169387196431</c:v>
                </c:pt>
                <c:pt idx="14433">
                  <c:v>0.18691506726466742</c:v>
                </c:pt>
                <c:pt idx="14434">
                  <c:v>0.1869249659253886</c:v>
                </c:pt>
                <c:pt idx="14435">
                  <c:v>0.18694445810376276</c:v>
                </c:pt>
                <c:pt idx="14436">
                  <c:v>0.18698503541620726</c:v>
                </c:pt>
                <c:pt idx="14437">
                  <c:v>0.18700062504943579</c:v>
                </c:pt>
                <c:pt idx="14438">
                  <c:v>0.1870291701532793</c:v>
                </c:pt>
                <c:pt idx="14439">
                  <c:v>0.18703636561213902</c:v>
                </c:pt>
                <c:pt idx="14440">
                  <c:v>0.18704607229056164</c:v>
                </c:pt>
                <c:pt idx="14441">
                  <c:v>0.18706580746142537</c:v>
                </c:pt>
                <c:pt idx="14442">
                  <c:v>0.18707276471899856</c:v>
                </c:pt>
                <c:pt idx="14443">
                  <c:v>0.18708093498362346</c:v>
                </c:pt>
                <c:pt idx="14444">
                  <c:v>0.18709070934815283</c:v>
                </c:pt>
                <c:pt idx="14445">
                  <c:v>0.18710463667283117</c:v>
                </c:pt>
                <c:pt idx="14446">
                  <c:v>0.18710526587876949</c:v>
                </c:pt>
                <c:pt idx="14447">
                  <c:v>0.18713110490230647</c:v>
                </c:pt>
                <c:pt idx="14448">
                  <c:v>0.18717275059763969</c:v>
                </c:pt>
                <c:pt idx="14449">
                  <c:v>0.18717362623484077</c:v>
                </c:pt>
                <c:pt idx="14450">
                  <c:v>0.1872059647200752</c:v>
                </c:pt>
                <c:pt idx="14451">
                  <c:v>0.18721343478675548</c:v>
                </c:pt>
                <c:pt idx="14452">
                  <c:v>0.18722007915805167</c:v>
                </c:pt>
                <c:pt idx="14453">
                  <c:v>0.18723390629409201</c:v>
                </c:pt>
                <c:pt idx="14454">
                  <c:v>0.18724404863654934</c:v>
                </c:pt>
                <c:pt idx="14455">
                  <c:v>0.18724669958290077</c:v>
                </c:pt>
                <c:pt idx="14456">
                  <c:v>0.18724757629546576</c:v>
                </c:pt>
                <c:pt idx="14457">
                  <c:v>0.18726021203057758</c:v>
                </c:pt>
                <c:pt idx="14458">
                  <c:v>0.18728015991863839</c:v>
                </c:pt>
                <c:pt idx="14459">
                  <c:v>0.18728711474845694</c:v>
                </c:pt>
                <c:pt idx="14460">
                  <c:v>0.18731504085521206</c:v>
                </c:pt>
                <c:pt idx="14461">
                  <c:v>0.18732436019100088</c:v>
                </c:pt>
                <c:pt idx="14462">
                  <c:v>0.18732473714821865</c:v>
                </c:pt>
                <c:pt idx="14463">
                  <c:v>0.18735492007617666</c:v>
                </c:pt>
                <c:pt idx="14464">
                  <c:v>0.18735551868391515</c:v>
                </c:pt>
                <c:pt idx="14465">
                  <c:v>0.18735867191810443</c:v>
                </c:pt>
                <c:pt idx="14466">
                  <c:v>0.18738338425906409</c:v>
                </c:pt>
                <c:pt idx="14467">
                  <c:v>0.18738710945748577</c:v>
                </c:pt>
                <c:pt idx="14468">
                  <c:v>0.18740171061116781</c:v>
                </c:pt>
                <c:pt idx="14469">
                  <c:v>0.18741380443756794</c:v>
                </c:pt>
                <c:pt idx="14470">
                  <c:v>0.18742067025325454</c:v>
                </c:pt>
                <c:pt idx="14471">
                  <c:v>0.18743200928160078</c:v>
                </c:pt>
                <c:pt idx="14472">
                  <c:v>0.18743923185228523</c:v>
                </c:pt>
                <c:pt idx="14473">
                  <c:v>0.18745332111750174</c:v>
                </c:pt>
                <c:pt idx="14474">
                  <c:v>0.18746480836208212</c:v>
                </c:pt>
                <c:pt idx="14475">
                  <c:v>0.18746922251683243</c:v>
                </c:pt>
                <c:pt idx="14476">
                  <c:v>0.18747487877325858</c:v>
                </c:pt>
                <c:pt idx="14477">
                  <c:v>0.18747872588714729</c:v>
                </c:pt>
                <c:pt idx="14478">
                  <c:v>0.18748211426049866</c:v>
                </c:pt>
                <c:pt idx="14479">
                  <c:v>0.18748713605892778</c:v>
                </c:pt>
                <c:pt idx="14480">
                  <c:v>0.18749124589073332</c:v>
                </c:pt>
                <c:pt idx="14481">
                  <c:v>0.18749518663155967</c:v>
                </c:pt>
                <c:pt idx="14482">
                  <c:v>0.18751189079404704</c:v>
                </c:pt>
                <c:pt idx="14483">
                  <c:v>0.18753542769395051</c:v>
                </c:pt>
                <c:pt idx="14484">
                  <c:v>0.18753743509757256</c:v>
                </c:pt>
                <c:pt idx="14485">
                  <c:v>0.18755679672601477</c:v>
                </c:pt>
                <c:pt idx="14486">
                  <c:v>0.18757586047552957</c:v>
                </c:pt>
                <c:pt idx="14487">
                  <c:v>0.18757766424775033</c:v>
                </c:pt>
                <c:pt idx="14488">
                  <c:v>0.18758011403563118</c:v>
                </c:pt>
                <c:pt idx="14489">
                  <c:v>0.1875899473659921</c:v>
                </c:pt>
                <c:pt idx="14490">
                  <c:v>0.18759366405511613</c:v>
                </c:pt>
                <c:pt idx="14491">
                  <c:v>0.18762748149538211</c:v>
                </c:pt>
                <c:pt idx="14492">
                  <c:v>0.18763665644516589</c:v>
                </c:pt>
                <c:pt idx="14493">
                  <c:v>0.18764312732374572</c:v>
                </c:pt>
                <c:pt idx="14494">
                  <c:v>0.18766670518464754</c:v>
                </c:pt>
                <c:pt idx="14495">
                  <c:v>0.18767045807050389</c:v>
                </c:pt>
                <c:pt idx="14496">
                  <c:v>0.18767179337182335</c:v>
                </c:pt>
                <c:pt idx="14497">
                  <c:v>0.18770851976594369</c:v>
                </c:pt>
                <c:pt idx="14498">
                  <c:v>0.18772378836436052</c:v>
                </c:pt>
                <c:pt idx="14499">
                  <c:v>0.18773280894144306</c:v>
                </c:pt>
                <c:pt idx="14500">
                  <c:v>0.18776587917539184</c:v>
                </c:pt>
                <c:pt idx="14501">
                  <c:v>0.18776593072053915</c:v>
                </c:pt>
                <c:pt idx="14502">
                  <c:v>0.18776734672613912</c:v>
                </c:pt>
                <c:pt idx="14503">
                  <c:v>0.18779808930161346</c:v>
                </c:pt>
                <c:pt idx="14504">
                  <c:v>0.18783548380101162</c:v>
                </c:pt>
                <c:pt idx="14505">
                  <c:v>0.18784683245447178</c:v>
                </c:pt>
                <c:pt idx="14506">
                  <c:v>0.18784775114297389</c:v>
                </c:pt>
                <c:pt idx="14507">
                  <c:v>0.18788956786676364</c:v>
                </c:pt>
                <c:pt idx="14508">
                  <c:v>0.18789057777549795</c:v>
                </c:pt>
                <c:pt idx="14509">
                  <c:v>0.18790500444886432</c:v>
                </c:pt>
                <c:pt idx="14510">
                  <c:v>0.18792410384388827</c:v>
                </c:pt>
                <c:pt idx="14511">
                  <c:v>0.18792514282474182</c:v>
                </c:pt>
                <c:pt idx="14512">
                  <c:v>0.1879445967278805</c:v>
                </c:pt>
                <c:pt idx="14513">
                  <c:v>0.1879579739941051</c:v>
                </c:pt>
                <c:pt idx="14514">
                  <c:v>0.18797097421083639</c:v>
                </c:pt>
                <c:pt idx="14515">
                  <c:v>0.18798051554417308</c:v>
                </c:pt>
                <c:pt idx="14516">
                  <c:v>0.1879884505562785</c:v>
                </c:pt>
                <c:pt idx="14517">
                  <c:v>0.18799425663890376</c:v>
                </c:pt>
                <c:pt idx="14518">
                  <c:v>0.18800075378317629</c:v>
                </c:pt>
                <c:pt idx="14519">
                  <c:v>0.18800099392934241</c:v>
                </c:pt>
                <c:pt idx="14520">
                  <c:v>0.18804530838001748</c:v>
                </c:pt>
                <c:pt idx="14521">
                  <c:v>0.18804718847777063</c:v>
                </c:pt>
                <c:pt idx="14522">
                  <c:v>0.18805101006518588</c:v>
                </c:pt>
                <c:pt idx="14523">
                  <c:v>0.18805366963177236</c:v>
                </c:pt>
                <c:pt idx="14524">
                  <c:v>0.18805622180365544</c:v>
                </c:pt>
                <c:pt idx="14525">
                  <c:v>0.18806300894864231</c:v>
                </c:pt>
                <c:pt idx="14526">
                  <c:v>0.18807433229413364</c:v>
                </c:pt>
                <c:pt idx="14527">
                  <c:v>0.18807727950174097</c:v>
                </c:pt>
                <c:pt idx="14528">
                  <c:v>0.18807748585042317</c:v>
                </c:pt>
                <c:pt idx="14529">
                  <c:v>0.18808689755207539</c:v>
                </c:pt>
                <c:pt idx="14530">
                  <c:v>0.18811109736485734</c:v>
                </c:pt>
                <c:pt idx="14531">
                  <c:v>0.18815568398730928</c:v>
                </c:pt>
                <c:pt idx="14532">
                  <c:v>0.18819436538141449</c:v>
                </c:pt>
                <c:pt idx="14533">
                  <c:v>0.18822080283885406</c:v>
                </c:pt>
                <c:pt idx="14534">
                  <c:v>0.1882303494531358</c:v>
                </c:pt>
                <c:pt idx="14535">
                  <c:v>0.18824397261399833</c:v>
                </c:pt>
                <c:pt idx="14536">
                  <c:v>0.18824759808718924</c:v>
                </c:pt>
                <c:pt idx="14537">
                  <c:v>0.18825527031218356</c:v>
                </c:pt>
                <c:pt idx="14538">
                  <c:v>0.18827354105595059</c:v>
                </c:pt>
                <c:pt idx="14539">
                  <c:v>0.18828294106078969</c:v>
                </c:pt>
                <c:pt idx="14540">
                  <c:v>0.18831314066496715</c:v>
                </c:pt>
                <c:pt idx="14541">
                  <c:v>0.1883282455822472</c:v>
                </c:pt>
                <c:pt idx="14542">
                  <c:v>0.18835063961108045</c:v>
                </c:pt>
                <c:pt idx="14543">
                  <c:v>0.18835178004475392</c:v>
                </c:pt>
                <c:pt idx="14544">
                  <c:v>0.18837943210524791</c:v>
                </c:pt>
                <c:pt idx="14545">
                  <c:v>0.18839264929546062</c:v>
                </c:pt>
                <c:pt idx="14546">
                  <c:v>0.18841659147777409</c:v>
                </c:pt>
                <c:pt idx="14547">
                  <c:v>0.18842457113939873</c:v>
                </c:pt>
                <c:pt idx="14548">
                  <c:v>0.18843101066124385</c:v>
                </c:pt>
                <c:pt idx="14549">
                  <c:v>0.18843182983563295</c:v>
                </c:pt>
                <c:pt idx="14550">
                  <c:v>0.1884351873108186</c:v>
                </c:pt>
                <c:pt idx="14551">
                  <c:v>0.18844042395307031</c:v>
                </c:pt>
                <c:pt idx="14552">
                  <c:v>0.1884606245863743</c:v>
                </c:pt>
                <c:pt idx="14553">
                  <c:v>0.18846207805686407</c:v>
                </c:pt>
                <c:pt idx="14554">
                  <c:v>0.18849078809603567</c:v>
                </c:pt>
                <c:pt idx="14555">
                  <c:v>0.18849726372385614</c:v>
                </c:pt>
                <c:pt idx="14556">
                  <c:v>0.18851123069418615</c:v>
                </c:pt>
                <c:pt idx="14557">
                  <c:v>0.18856928195794997</c:v>
                </c:pt>
                <c:pt idx="14558">
                  <c:v>0.18858228569584226</c:v>
                </c:pt>
                <c:pt idx="14559">
                  <c:v>0.18858702050942366</c:v>
                </c:pt>
                <c:pt idx="14560">
                  <c:v>0.18858985272828424</c:v>
                </c:pt>
                <c:pt idx="14561">
                  <c:v>0.1886019125966861</c:v>
                </c:pt>
                <c:pt idx="14562">
                  <c:v>0.18860209446177048</c:v>
                </c:pt>
                <c:pt idx="14563">
                  <c:v>0.18861188223305994</c:v>
                </c:pt>
                <c:pt idx="14564">
                  <c:v>0.18861214630133238</c:v>
                </c:pt>
                <c:pt idx="14565">
                  <c:v>0.18861444764319843</c:v>
                </c:pt>
                <c:pt idx="14566">
                  <c:v>0.18863269541549682</c:v>
                </c:pt>
                <c:pt idx="14567">
                  <c:v>0.18863867815173316</c:v>
                </c:pt>
                <c:pt idx="14568">
                  <c:v>0.18864369087324998</c:v>
                </c:pt>
                <c:pt idx="14569">
                  <c:v>0.18865252999242851</c:v>
                </c:pt>
                <c:pt idx="14570">
                  <c:v>0.18865679099432131</c:v>
                </c:pt>
                <c:pt idx="14571">
                  <c:v>0.18865814425646044</c:v>
                </c:pt>
                <c:pt idx="14572">
                  <c:v>0.18867826712407629</c:v>
                </c:pt>
                <c:pt idx="14573">
                  <c:v>0.18867859964079955</c:v>
                </c:pt>
                <c:pt idx="14574">
                  <c:v>0.188715423394544</c:v>
                </c:pt>
                <c:pt idx="14575">
                  <c:v>0.18873219341472516</c:v>
                </c:pt>
                <c:pt idx="14576">
                  <c:v>0.18875678433250273</c:v>
                </c:pt>
                <c:pt idx="14577">
                  <c:v>0.18877890118346802</c:v>
                </c:pt>
                <c:pt idx="14578">
                  <c:v>0.18878683666655827</c:v>
                </c:pt>
                <c:pt idx="14579">
                  <c:v>0.18879129125675045</c:v>
                </c:pt>
                <c:pt idx="14580">
                  <c:v>0.18880842583198176</c:v>
                </c:pt>
                <c:pt idx="14581">
                  <c:v>0.18882391395672074</c:v>
                </c:pt>
                <c:pt idx="14582">
                  <c:v>0.18882643175054939</c:v>
                </c:pt>
                <c:pt idx="14583">
                  <c:v>0.18882710423810686</c:v>
                </c:pt>
                <c:pt idx="14584">
                  <c:v>0.18885053201691182</c:v>
                </c:pt>
                <c:pt idx="14585">
                  <c:v>0.18885466637010062</c:v>
                </c:pt>
                <c:pt idx="14586">
                  <c:v>0.18886390345376636</c:v>
                </c:pt>
                <c:pt idx="14587">
                  <c:v>0.18886995774905563</c:v>
                </c:pt>
                <c:pt idx="14588">
                  <c:v>0.1888703257630604</c:v>
                </c:pt>
                <c:pt idx="14589">
                  <c:v>0.18888305592348328</c:v>
                </c:pt>
                <c:pt idx="14590">
                  <c:v>0.18888381423835049</c:v>
                </c:pt>
                <c:pt idx="14591">
                  <c:v>0.18891733572184874</c:v>
                </c:pt>
                <c:pt idx="14592">
                  <c:v>0.18892635748269843</c:v>
                </c:pt>
                <c:pt idx="14593">
                  <c:v>0.18893824851544863</c:v>
                </c:pt>
                <c:pt idx="14594">
                  <c:v>0.18897611308660084</c:v>
                </c:pt>
                <c:pt idx="14595">
                  <c:v>0.18897679185464966</c:v>
                </c:pt>
                <c:pt idx="14596">
                  <c:v>0.18900134584967526</c:v>
                </c:pt>
                <c:pt idx="14597">
                  <c:v>0.18901830018563393</c:v>
                </c:pt>
                <c:pt idx="14598">
                  <c:v>0.18903001210930473</c:v>
                </c:pt>
                <c:pt idx="14599">
                  <c:v>0.18905628285014134</c:v>
                </c:pt>
                <c:pt idx="14600">
                  <c:v>0.18908692625307455</c:v>
                </c:pt>
                <c:pt idx="14601">
                  <c:v>0.18909070540052209</c:v>
                </c:pt>
                <c:pt idx="14602">
                  <c:v>0.18909352696356629</c:v>
                </c:pt>
                <c:pt idx="14603">
                  <c:v>0.18910553259375454</c:v>
                </c:pt>
                <c:pt idx="14604">
                  <c:v>0.1891375195364513</c:v>
                </c:pt>
                <c:pt idx="14605">
                  <c:v>0.18915178749956221</c:v>
                </c:pt>
                <c:pt idx="14606">
                  <c:v>0.18915527187005032</c:v>
                </c:pt>
                <c:pt idx="14607">
                  <c:v>0.18916732678028994</c:v>
                </c:pt>
                <c:pt idx="14608">
                  <c:v>0.18916785712498982</c:v>
                </c:pt>
                <c:pt idx="14609">
                  <c:v>0.18918253822724335</c:v>
                </c:pt>
                <c:pt idx="14610">
                  <c:v>0.189201689144125</c:v>
                </c:pt>
                <c:pt idx="14611">
                  <c:v>0.1892098227014227</c:v>
                </c:pt>
                <c:pt idx="14612">
                  <c:v>0.18921204209933279</c:v>
                </c:pt>
                <c:pt idx="14613">
                  <c:v>0.18921889728962119</c:v>
                </c:pt>
                <c:pt idx="14614">
                  <c:v>0.18923130946073224</c:v>
                </c:pt>
                <c:pt idx="14615">
                  <c:v>0.18924042819861361</c:v>
                </c:pt>
                <c:pt idx="14616">
                  <c:v>0.18926819731906369</c:v>
                </c:pt>
                <c:pt idx="14617">
                  <c:v>0.18928705107634516</c:v>
                </c:pt>
                <c:pt idx="14618">
                  <c:v>0.18929241592233428</c:v>
                </c:pt>
                <c:pt idx="14619">
                  <c:v>0.18929659912710356</c:v>
                </c:pt>
                <c:pt idx="14620">
                  <c:v>0.18935431865161992</c:v>
                </c:pt>
                <c:pt idx="14621">
                  <c:v>0.18936438048768864</c:v>
                </c:pt>
                <c:pt idx="14622">
                  <c:v>0.18937470585462945</c:v>
                </c:pt>
                <c:pt idx="14623">
                  <c:v>0.18938223865444359</c:v>
                </c:pt>
                <c:pt idx="14624">
                  <c:v>0.18938790055203694</c:v>
                </c:pt>
                <c:pt idx="14625">
                  <c:v>0.18941762528431072</c:v>
                </c:pt>
                <c:pt idx="14626">
                  <c:v>0.18943431831345342</c:v>
                </c:pt>
                <c:pt idx="14627">
                  <c:v>0.18945735407722566</c:v>
                </c:pt>
                <c:pt idx="14628">
                  <c:v>0.1894788871821465</c:v>
                </c:pt>
                <c:pt idx="14629">
                  <c:v>0.18949062817030088</c:v>
                </c:pt>
                <c:pt idx="14630">
                  <c:v>0.18949876166455157</c:v>
                </c:pt>
                <c:pt idx="14631">
                  <c:v>0.18950542475413182</c:v>
                </c:pt>
                <c:pt idx="14632">
                  <c:v>0.18950925067284102</c:v>
                </c:pt>
                <c:pt idx="14633">
                  <c:v>0.18952468381748397</c:v>
                </c:pt>
                <c:pt idx="14634">
                  <c:v>0.1895406388282746</c:v>
                </c:pt>
                <c:pt idx="14635">
                  <c:v>0.18955900987026111</c:v>
                </c:pt>
                <c:pt idx="14636">
                  <c:v>0.18956036019820385</c:v>
                </c:pt>
                <c:pt idx="14637">
                  <c:v>0.189600546912361</c:v>
                </c:pt>
                <c:pt idx="14638">
                  <c:v>0.18961271561357201</c:v>
                </c:pt>
                <c:pt idx="14639">
                  <c:v>0.1896205436089286</c:v>
                </c:pt>
                <c:pt idx="14640">
                  <c:v>0.18962074494769041</c:v>
                </c:pt>
                <c:pt idx="14641">
                  <c:v>0.18962452699910612</c:v>
                </c:pt>
                <c:pt idx="14642">
                  <c:v>0.18963408327763118</c:v>
                </c:pt>
                <c:pt idx="14643">
                  <c:v>0.18964758800144133</c:v>
                </c:pt>
                <c:pt idx="14644">
                  <c:v>0.18965888374837295</c:v>
                </c:pt>
                <c:pt idx="14645">
                  <c:v>0.18966455713773839</c:v>
                </c:pt>
                <c:pt idx="14646">
                  <c:v>0.18967899552176989</c:v>
                </c:pt>
                <c:pt idx="14647">
                  <c:v>0.18968527932511101</c:v>
                </c:pt>
                <c:pt idx="14648">
                  <c:v>0.18969015833120784</c:v>
                </c:pt>
                <c:pt idx="14649">
                  <c:v>0.189721781686471</c:v>
                </c:pt>
                <c:pt idx="14650">
                  <c:v>0.18972712762608898</c:v>
                </c:pt>
                <c:pt idx="14651">
                  <c:v>0.18973041900439894</c:v>
                </c:pt>
                <c:pt idx="14652">
                  <c:v>0.18974339972080759</c:v>
                </c:pt>
                <c:pt idx="14653">
                  <c:v>0.18975163033079454</c:v>
                </c:pt>
                <c:pt idx="14654">
                  <c:v>0.18975228102259961</c:v>
                </c:pt>
                <c:pt idx="14655">
                  <c:v>0.18975432782573881</c:v>
                </c:pt>
                <c:pt idx="14656">
                  <c:v>0.18976044334051925</c:v>
                </c:pt>
                <c:pt idx="14657">
                  <c:v>0.18978240909980301</c:v>
                </c:pt>
                <c:pt idx="14658">
                  <c:v>0.18984399200927563</c:v>
                </c:pt>
                <c:pt idx="14659">
                  <c:v>0.1898504953850374</c:v>
                </c:pt>
                <c:pt idx="14660">
                  <c:v>0.18986844504704284</c:v>
                </c:pt>
                <c:pt idx="14661">
                  <c:v>0.18991509532288639</c:v>
                </c:pt>
                <c:pt idx="14662">
                  <c:v>0.1899235843886089</c:v>
                </c:pt>
                <c:pt idx="14663">
                  <c:v>0.18992390319825839</c:v>
                </c:pt>
                <c:pt idx="14664">
                  <c:v>0.1899496086823626</c:v>
                </c:pt>
                <c:pt idx="14665">
                  <c:v>0.18994984865304221</c:v>
                </c:pt>
                <c:pt idx="14666">
                  <c:v>0.18995171511951872</c:v>
                </c:pt>
                <c:pt idx="14667">
                  <c:v>0.18995657240947098</c:v>
                </c:pt>
                <c:pt idx="14668">
                  <c:v>0.18997760304890868</c:v>
                </c:pt>
                <c:pt idx="14669">
                  <c:v>0.18997963644359694</c:v>
                </c:pt>
                <c:pt idx="14670">
                  <c:v>0.18999329364975892</c:v>
                </c:pt>
                <c:pt idx="14671">
                  <c:v>0.19002148265452756</c:v>
                </c:pt>
                <c:pt idx="14672">
                  <c:v>0.19003325878072969</c:v>
                </c:pt>
                <c:pt idx="14673">
                  <c:v>0.19009704779907141</c:v>
                </c:pt>
                <c:pt idx="14674">
                  <c:v>0.19011357748506133</c:v>
                </c:pt>
                <c:pt idx="14675">
                  <c:v>0.19013022504535204</c:v>
                </c:pt>
                <c:pt idx="14676">
                  <c:v>0.19016497087194403</c:v>
                </c:pt>
                <c:pt idx="14677">
                  <c:v>0.1901990612625768</c:v>
                </c:pt>
                <c:pt idx="14678">
                  <c:v>0.19021379285701884</c:v>
                </c:pt>
                <c:pt idx="14679">
                  <c:v>0.19021774928062132</c:v>
                </c:pt>
                <c:pt idx="14680">
                  <c:v>0.19022129100334031</c:v>
                </c:pt>
                <c:pt idx="14681">
                  <c:v>0.19023634177079018</c:v>
                </c:pt>
                <c:pt idx="14682">
                  <c:v>0.19026374175279231</c:v>
                </c:pt>
                <c:pt idx="14683">
                  <c:v>0.19030337380843276</c:v>
                </c:pt>
                <c:pt idx="14684">
                  <c:v>0.19032381783333358</c:v>
                </c:pt>
                <c:pt idx="14685">
                  <c:v>0.19033604292382481</c:v>
                </c:pt>
                <c:pt idx="14686">
                  <c:v>0.19033604496662088</c:v>
                </c:pt>
                <c:pt idx="14687">
                  <c:v>0.19034777870163655</c:v>
                </c:pt>
                <c:pt idx="14688">
                  <c:v>0.19035450920272776</c:v>
                </c:pt>
                <c:pt idx="14689">
                  <c:v>0.19035809600691841</c:v>
                </c:pt>
                <c:pt idx="14690">
                  <c:v>0.1903714755748408</c:v>
                </c:pt>
                <c:pt idx="14691">
                  <c:v>0.19037281899378139</c:v>
                </c:pt>
                <c:pt idx="14692">
                  <c:v>0.19037534378542764</c:v>
                </c:pt>
                <c:pt idx="14693">
                  <c:v>0.19038722752091716</c:v>
                </c:pt>
                <c:pt idx="14694">
                  <c:v>0.19040283862542223</c:v>
                </c:pt>
                <c:pt idx="14695">
                  <c:v>0.19041035240759635</c:v>
                </c:pt>
                <c:pt idx="14696">
                  <c:v>0.19043278612654019</c:v>
                </c:pt>
                <c:pt idx="14697">
                  <c:v>0.19044105569149578</c:v>
                </c:pt>
                <c:pt idx="14698">
                  <c:v>0.19045499420209322</c:v>
                </c:pt>
                <c:pt idx="14699">
                  <c:v>0.19045777030880606</c:v>
                </c:pt>
                <c:pt idx="14700">
                  <c:v>0.19047971884867734</c:v>
                </c:pt>
                <c:pt idx="14701">
                  <c:v>0.19047984938310417</c:v>
                </c:pt>
                <c:pt idx="14702">
                  <c:v>0.19048463498969251</c:v>
                </c:pt>
                <c:pt idx="14703">
                  <c:v>0.19051595173917668</c:v>
                </c:pt>
                <c:pt idx="14704">
                  <c:v>0.19052420384209953</c:v>
                </c:pt>
                <c:pt idx="14705">
                  <c:v>0.19053674794010481</c:v>
                </c:pt>
                <c:pt idx="14706">
                  <c:v>0.19053690810571239</c:v>
                </c:pt>
                <c:pt idx="14707">
                  <c:v>0.19054890095834259</c:v>
                </c:pt>
                <c:pt idx="14708">
                  <c:v>0.19055092253058656</c:v>
                </c:pt>
                <c:pt idx="14709">
                  <c:v>0.19055356837856874</c:v>
                </c:pt>
                <c:pt idx="14710">
                  <c:v>0.19056015280175376</c:v>
                </c:pt>
                <c:pt idx="14711">
                  <c:v>0.19057643959926363</c:v>
                </c:pt>
                <c:pt idx="14712">
                  <c:v>0.19060722822382417</c:v>
                </c:pt>
                <c:pt idx="14713">
                  <c:v>0.19062015827950624</c:v>
                </c:pt>
                <c:pt idx="14714">
                  <c:v>0.1906309049668479</c:v>
                </c:pt>
                <c:pt idx="14715">
                  <c:v>0.19063476471328028</c:v>
                </c:pt>
                <c:pt idx="14716">
                  <c:v>0.19064694905978377</c:v>
                </c:pt>
                <c:pt idx="14717">
                  <c:v>0.19066032133363453</c:v>
                </c:pt>
                <c:pt idx="14718">
                  <c:v>0.19068376292717676</c:v>
                </c:pt>
                <c:pt idx="14719">
                  <c:v>0.19071281540230153</c:v>
                </c:pt>
                <c:pt idx="14720">
                  <c:v>0.19071911704440875</c:v>
                </c:pt>
                <c:pt idx="14721">
                  <c:v>0.19072014721585639</c:v>
                </c:pt>
                <c:pt idx="14722">
                  <c:v>0.19072810951022717</c:v>
                </c:pt>
                <c:pt idx="14723">
                  <c:v>0.1907438045848113</c:v>
                </c:pt>
                <c:pt idx="14724">
                  <c:v>0.19074882676846733</c:v>
                </c:pt>
                <c:pt idx="14725">
                  <c:v>0.19075952757568398</c:v>
                </c:pt>
                <c:pt idx="14726">
                  <c:v>0.19076589634804633</c:v>
                </c:pt>
                <c:pt idx="14727">
                  <c:v>0.19078702328150995</c:v>
                </c:pt>
                <c:pt idx="14728">
                  <c:v>0.19079043693775052</c:v>
                </c:pt>
                <c:pt idx="14729">
                  <c:v>0.19081719729517532</c:v>
                </c:pt>
                <c:pt idx="14730">
                  <c:v>0.19082392855456923</c:v>
                </c:pt>
                <c:pt idx="14731">
                  <c:v>0.19082413885379745</c:v>
                </c:pt>
                <c:pt idx="14732">
                  <c:v>0.19083331435723508</c:v>
                </c:pt>
                <c:pt idx="14733">
                  <c:v>0.19084522321332675</c:v>
                </c:pt>
                <c:pt idx="14734">
                  <c:v>0.19086412416474707</c:v>
                </c:pt>
                <c:pt idx="14735">
                  <c:v>0.19086697676827835</c:v>
                </c:pt>
                <c:pt idx="14736">
                  <c:v>0.19087160478530973</c:v>
                </c:pt>
                <c:pt idx="14737">
                  <c:v>0.19087766068614592</c:v>
                </c:pt>
                <c:pt idx="14738">
                  <c:v>0.19088330909726128</c:v>
                </c:pt>
                <c:pt idx="14739">
                  <c:v>0.19089474555556885</c:v>
                </c:pt>
                <c:pt idx="14740">
                  <c:v>0.19096157485503784</c:v>
                </c:pt>
                <c:pt idx="14741">
                  <c:v>0.19098701934704229</c:v>
                </c:pt>
                <c:pt idx="14742">
                  <c:v>0.19098702024073042</c:v>
                </c:pt>
                <c:pt idx="14743">
                  <c:v>0.19098843881608907</c:v>
                </c:pt>
                <c:pt idx="14744">
                  <c:v>0.19100006032860453</c:v>
                </c:pt>
                <c:pt idx="14745">
                  <c:v>0.1910068820744639</c:v>
                </c:pt>
                <c:pt idx="14746">
                  <c:v>0.19101133538068132</c:v>
                </c:pt>
                <c:pt idx="14747">
                  <c:v>0.1910143733755921</c:v>
                </c:pt>
                <c:pt idx="14748">
                  <c:v>0.19101611815253114</c:v>
                </c:pt>
                <c:pt idx="14749">
                  <c:v>0.19106797478639476</c:v>
                </c:pt>
                <c:pt idx="14750">
                  <c:v>0.19107077941299852</c:v>
                </c:pt>
                <c:pt idx="14751">
                  <c:v>0.19107604492114749</c:v>
                </c:pt>
                <c:pt idx="14752">
                  <c:v>0.19110005054013368</c:v>
                </c:pt>
                <c:pt idx="14753">
                  <c:v>0.19110192776519466</c:v>
                </c:pt>
                <c:pt idx="14754">
                  <c:v>0.19111263685791838</c:v>
                </c:pt>
                <c:pt idx="14755">
                  <c:v>0.19112561961411501</c:v>
                </c:pt>
                <c:pt idx="14756">
                  <c:v>0.19112841684055992</c:v>
                </c:pt>
                <c:pt idx="14757">
                  <c:v>0.19113704501597659</c:v>
                </c:pt>
                <c:pt idx="14758">
                  <c:v>0.19115468671360777</c:v>
                </c:pt>
                <c:pt idx="14759">
                  <c:v>0.19115571082289343</c:v>
                </c:pt>
                <c:pt idx="14760">
                  <c:v>0.19115781168700685</c:v>
                </c:pt>
                <c:pt idx="14761">
                  <c:v>0.19117079731318365</c:v>
                </c:pt>
                <c:pt idx="14762">
                  <c:v>0.19118032435611274</c:v>
                </c:pt>
                <c:pt idx="14763">
                  <c:v>0.19119223812357136</c:v>
                </c:pt>
                <c:pt idx="14764">
                  <c:v>0.19122350176642097</c:v>
                </c:pt>
                <c:pt idx="14765">
                  <c:v>0.19122548073190884</c:v>
                </c:pt>
                <c:pt idx="14766">
                  <c:v>0.19123059887905888</c:v>
                </c:pt>
                <c:pt idx="14767">
                  <c:v>0.19124140745418747</c:v>
                </c:pt>
                <c:pt idx="14768">
                  <c:v>0.19126304907623348</c:v>
                </c:pt>
                <c:pt idx="14769">
                  <c:v>0.19126350256875405</c:v>
                </c:pt>
                <c:pt idx="14770">
                  <c:v>0.19130117982142256</c:v>
                </c:pt>
                <c:pt idx="14771">
                  <c:v>0.19130350181578901</c:v>
                </c:pt>
                <c:pt idx="14772">
                  <c:v>0.191319108780799</c:v>
                </c:pt>
                <c:pt idx="14773">
                  <c:v>0.19131999156723775</c:v>
                </c:pt>
                <c:pt idx="14774">
                  <c:v>0.19135523814272487</c:v>
                </c:pt>
                <c:pt idx="14775">
                  <c:v>0.19135805489173197</c:v>
                </c:pt>
                <c:pt idx="14776">
                  <c:v>0.19138428265859697</c:v>
                </c:pt>
                <c:pt idx="14777">
                  <c:v>0.1913864964305288</c:v>
                </c:pt>
                <c:pt idx="14778">
                  <c:v>0.19143020291473034</c:v>
                </c:pt>
                <c:pt idx="14779">
                  <c:v>0.19143154524637193</c:v>
                </c:pt>
                <c:pt idx="14780">
                  <c:v>0.19143214188873556</c:v>
                </c:pt>
                <c:pt idx="14781">
                  <c:v>0.19143328497573128</c:v>
                </c:pt>
                <c:pt idx="14782">
                  <c:v>0.19144839264340224</c:v>
                </c:pt>
                <c:pt idx="14783">
                  <c:v>0.19146107997486192</c:v>
                </c:pt>
                <c:pt idx="14784">
                  <c:v>0.19146365315294045</c:v>
                </c:pt>
                <c:pt idx="14785">
                  <c:v>0.19147876545816708</c:v>
                </c:pt>
                <c:pt idx="14786">
                  <c:v>0.19148867429818606</c:v>
                </c:pt>
                <c:pt idx="14787">
                  <c:v>0.19152209743559603</c:v>
                </c:pt>
                <c:pt idx="14788">
                  <c:v>0.19155097311090336</c:v>
                </c:pt>
                <c:pt idx="14789">
                  <c:v>0.19155374768233702</c:v>
                </c:pt>
                <c:pt idx="14790">
                  <c:v>0.19156076570102426</c:v>
                </c:pt>
                <c:pt idx="14791">
                  <c:v>0.19156157343848948</c:v>
                </c:pt>
                <c:pt idx="14792">
                  <c:v>0.19158077530062886</c:v>
                </c:pt>
                <c:pt idx="14793">
                  <c:v>0.19158896664514455</c:v>
                </c:pt>
                <c:pt idx="14794">
                  <c:v>0.19160939644433764</c:v>
                </c:pt>
                <c:pt idx="14795">
                  <c:v>0.19161904964116841</c:v>
                </c:pt>
                <c:pt idx="14796">
                  <c:v>0.19162866205548718</c:v>
                </c:pt>
                <c:pt idx="14797">
                  <c:v>0.19162880287539416</c:v>
                </c:pt>
                <c:pt idx="14798">
                  <c:v>0.19165051325281862</c:v>
                </c:pt>
                <c:pt idx="14799">
                  <c:v>0.19166118606294255</c:v>
                </c:pt>
                <c:pt idx="14800">
                  <c:v>0.19167675998425973</c:v>
                </c:pt>
                <c:pt idx="14801">
                  <c:v>0.19168307744470636</c:v>
                </c:pt>
                <c:pt idx="14802">
                  <c:v>0.19168883334940257</c:v>
                </c:pt>
                <c:pt idx="14803">
                  <c:v>0.19175213568625002</c:v>
                </c:pt>
                <c:pt idx="14804">
                  <c:v>0.19176122431889753</c:v>
                </c:pt>
                <c:pt idx="14805">
                  <c:v>0.19178876276791493</c:v>
                </c:pt>
                <c:pt idx="14806">
                  <c:v>0.19181039030979277</c:v>
                </c:pt>
                <c:pt idx="14807">
                  <c:v>0.19183793458040596</c:v>
                </c:pt>
                <c:pt idx="14808">
                  <c:v>0.19184957156873847</c:v>
                </c:pt>
                <c:pt idx="14809">
                  <c:v>0.19188325309704718</c:v>
                </c:pt>
                <c:pt idx="14810">
                  <c:v>0.19190124742940937</c:v>
                </c:pt>
                <c:pt idx="14811">
                  <c:v>0.19191244388640213</c:v>
                </c:pt>
                <c:pt idx="14812">
                  <c:v>0.19192675551137947</c:v>
                </c:pt>
                <c:pt idx="14813">
                  <c:v>0.19194070064178856</c:v>
                </c:pt>
                <c:pt idx="14814">
                  <c:v>0.19194244972168131</c:v>
                </c:pt>
                <c:pt idx="14815">
                  <c:v>0.1919437552749404</c:v>
                </c:pt>
                <c:pt idx="14816">
                  <c:v>0.19199952762926525</c:v>
                </c:pt>
                <c:pt idx="14817">
                  <c:v>0.19201210038689784</c:v>
                </c:pt>
                <c:pt idx="14818">
                  <c:v>0.19202550328767856</c:v>
                </c:pt>
                <c:pt idx="14819">
                  <c:v>0.19203431753847708</c:v>
                </c:pt>
                <c:pt idx="14820">
                  <c:v>0.19203837793922796</c:v>
                </c:pt>
                <c:pt idx="14821">
                  <c:v>0.19204211808294122</c:v>
                </c:pt>
                <c:pt idx="14822">
                  <c:v>0.1920731527245913</c:v>
                </c:pt>
                <c:pt idx="14823">
                  <c:v>0.19208110940389456</c:v>
                </c:pt>
                <c:pt idx="14824">
                  <c:v>0.19213819466603507</c:v>
                </c:pt>
                <c:pt idx="14825">
                  <c:v>0.19215409110668302</c:v>
                </c:pt>
                <c:pt idx="14826">
                  <c:v>0.19218298587935922</c:v>
                </c:pt>
                <c:pt idx="14827">
                  <c:v>0.19221281105208815</c:v>
                </c:pt>
                <c:pt idx="14828">
                  <c:v>0.19222230683620087</c:v>
                </c:pt>
                <c:pt idx="14829">
                  <c:v>0.19223631185369833</c:v>
                </c:pt>
                <c:pt idx="14830">
                  <c:v>0.19223989418728066</c:v>
                </c:pt>
                <c:pt idx="14831">
                  <c:v>0.19228003702355864</c:v>
                </c:pt>
                <c:pt idx="14832">
                  <c:v>0.19228875776363361</c:v>
                </c:pt>
                <c:pt idx="14833">
                  <c:v>0.19229860597395337</c:v>
                </c:pt>
                <c:pt idx="14834">
                  <c:v>0.19230194853972696</c:v>
                </c:pt>
                <c:pt idx="14835">
                  <c:v>0.19231696307764082</c:v>
                </c:pt>
                <c:pt idx="14836">
                  <c:v>0.19231903113069351</c:v>
                </c:pt>
                <c:pt idx="14837">
                  <c:v>0.19232162603058692</c:v>
                </c:pt>
                <c:pt idx="14838">
                  <c:v>0.1923296279487435</c:v>
                </c:pt>
                <c:pt idx="14839">
                  <c:v>0.19233388568220572</c:v>
                </c:pt>
                <c:pt idx="14840">
                  <c:v>0.19233863921084182</c:v>
                </c:pt>
                <c:pt idx="14841">
                  <c:v>0.19235643249444478</c:v>
                </c:pt>
                <c:pt idx="14842">
                  <c:v>0.19236259388505675</c:v>
                </c:pt>
                <c:pt idx="14843">
                  <c:v>0.19236317943268777</c:v>
                </c:pt>
                <c:pt idx="14844">
                  <c:v>0.19238117625383885</c:v>
                </c:pt>
                <c:pt idx="14845">
                  <c:v>0.19239666053829704</c:v>
                </c:pt>
                <c:pt idx="14846">
                  <c:v>0.19243220861998639</c:v>
                </c:pt>
                <c:pt idx="14847">
                  <c:v>0.19244344115506226</c:v>
                </c:pt>
                <c:pt idx="14848">
                  <c:v>0.19244405304387835</c:v>
                </c:pt>
                <c:pt idx="14849">
                  <c:v>0.19245096577391954</c:v>
                </c:pt>
                <c:pt idx="14850">
                  <c:v>0.19246403032432111</c:v>
                </c:pt>
                <c:pt idx="14851">
                  <c:v>0.19248101624794731</c:v>
                </c:pt>
                <c:pt idx="14852">
                  <c:v>0.19248218289082086</c:v>
                </c:pt>
                <c:pt idx="14853">
                  <c:v>0.19255656347511022</c:v>
                </c:pt>
                <c:pt idx="14854">
                  <c:v>0.1925669497809292</c:v>
                </c:pt>
                <c:pt idx="14855">
                  <c:v>0.19257603611815072</c:v>
                </c:pt>
                <c:pt idx="14856">
                  <c:v>0.19259611653131892</c:v>
                </c:pt>
                <c:pt idx="14857">
                  <c:v>0.19261540506300942</c:v>
                </c:pt>
                <c:pt idx="14858">
                  <c:v>0.19264112556412311</c:v>
                </c:pt>
                <c:pt idx="14859">
                  <c:v>0.1926496907641802</c:v>
                </c:pt>
                <c:pt idx="14860">
                  <c:v>0.19265799763536537</c:v>
                </c:pt>
                <c:pt idx="14861">
                  <c:v>0.19266265741816174</c:v>
                </c:pt>
                <c:pt idx="14862">
                  <c:v>0.19266991431483343</c:v>
                </c:pt>
                <c:pt idx="14863">
                  <c:v>0.1926765378350532</c:v>
                </c:pt>
                <c:pt idx="14864">
                  <c:v>0.19267917230918627</c:v>
                </c:pt>
                <c:pt idx="14865">
                  <c:v>0.19272538933183866</c:v>
                </c:pt>
                <c:pt idx="14866">
                  <c:v>0.19274041150498009</c:v>
                </c:pt>
                <c:pt idx="14867">
                  <c:v>0.19274158784376227</c:v>
                </c:pt>
                <c:pt idx="14868">
                  <c:v>0.19274661050966152</c:v>
                </c:pt>
                <c:pt idx="14869">
                  <c:v>0.192749623898234</c:v>
                </c:pt>
                <c:pt idx="14870">
                  <c:v>0.19277057726797767</c:v>
                </c:pt>
                <c:pt idx="14871">
                  <c:v>0.19279976516584207</c:v>
                </c:pt>
                <c:pt idx="14872">
                  <c:v>0.19280354385431953</c:v>
                </c:pt>
                <c:pt idx="14873">
                  <c:v>0.19281772779985334</c:v>
                </c:pt>
                <c:pt idx="14874">
                  <c:v>0.19281878565731267</c:v>
                </c:pt>
                <c:pt idx="14875">
                  <c:v>0.19282110452522916</c:v>
                </c:pt>
                <c:pt idx="14876">
                  <c:v>0.19282273301661712</c:v>
                </c:pt>
                <c:pt idx="14877">
                  <c:v>0.19282640229992495</c:v>
                </c:pt>
                <c:pt idx="14878">
                  <c:v>0.19283389295049205</c:v>
                </c:pt>
                <c:pt idx="14879">
                  <c:v>0.1928603164210064</c:v>
                </c:pt>
                <c:pt idx="14880">
                  <c:v>0.19286535425367698</c:v>
                </c:pt>
                <c:pt idx="14881">
                  <c:v>0.19286773118306008</c:v>
                </c:pt>
                <c:pt idx="14882">
                  <c:v>0.19287483230246658</c:v>
                </c:pt>
                <c:pt idx="14883">
                  <c:v>0.19289481542266967</c:v>
                </c:pt>
                <c:pt idx="14884">
                  <c:v>0.19290914555823893</c:v>
                </c:pt>
                <c:pt idx="14885">
                  <c:v>0.19292509256144699</c:v>
                </c:pt>
                <c:pt idx="14886">
                  <c:v>0.19293734198546086</c:v>
                </c:pt>
                <c:pt idx="14887">
                  <c:v>0.19293892028453871</c:v>
                </c:pt>
                <c:pt idx="14888">
                  <c:v>0.19294235122845749</c:v>
                </c:pt>
                <c:pt idx="14889">
                  <c:v>0.1929662417260789</c:v>
                </c:pt>
                <c:pt idx="14890">
                  <c:v>0.19296955635555785</c:v>
                </c:pt>
                <c:pt idx="14891">
                  <c:v>0.1929869958010165</c:v>
                </c:pt>
                <c:pt idx="14892">
                  <c:v>0.19300297285667051</c:v>
                </c:pt>
                <c:pt idx="14893">
                  <c:v>0.19300592690570417</c:v>
                </c:pt>
                <c:pt idx="14894">
                  <c:v>0.19300768501663912</c:v>
                </c:pt>
                <c:pt idx="14895">
                  <c:v>0.19301720757889149</c:v>
                </c:pt>
                <c:pt idx="14896">
                  <c:v>0.19302214319502231</c:v>
                </c:pt>
                <c:pt idx="14897">
                  <c:v>0.19302603710959668</c:v>
                </c:pt>
                <c:pt idx="14898">
                  <c:v>0.19302624982079838</c:v>
                </c:pt>
                <c:pt idx="14899">
                  <c:v>0.19303129950342085</c:v>
                </c:pt>
                <c:pt idx="14900">
                  <c:v>0.19304468722319673</c:v>
                </c:pt>
                <c:pt idx="14901">
                  <c:v>0.19306318652188945</c:v>
                </c:pt>
                <c:pt idx="14902">
                  <c:v>0.19307595647096026</c:v>
                </c:pt>
                <c:pt idx="14903">
                  <c:v>0.19308441464707971</c:v>
                </c:pt>
                <c:pt idx="14904">
                  <c:v>0.19309272447371512</c:v>
                </c:pt>
                <c:pt idx="14905">
                  <c:v>0.1930969225538631</c:v>
                </c:pt>
                <c:pt idx="14906">
                  <c:v>0.19312646018198754</c:v>
                </c:pt>
                <c:pt idx="14907">
                  <c:v>0.1931373308433299</c:v>
                </c:pt>
                <c:pt idx="14908">
                  <c:v>0.19314141015314223</c:v>
                </c:pt>
                <c:pt idx="14909">
                  <c:v>0.19314408075696862</c:v>
                </c:pt>
                <c:pt idx="14910">
                  <c:v>0.19315204362866922</c:v>
                </c:pt>
                <c:pt idx="14911">
                  <c:v>0.19315961087771386</c:v>
                </c:pt>
                <c:pt idx="14912">
                  <c:v>0.19316857211211788</c:v>
                </c:pt>
                <c:pt idx="14913">
                  <c:v>0.19318768297414107</c:v>
                </c:pt>
                <c:pt idx="14914">
                  <c:v>0.19319090012603179</c:v>
                </c:pt>
                <c:pt idx="14915">
                  <c:v>0.19321440578280408</c:v>
                </c:pt>
                <c:pt idx="14916">
                  <c:v>0.19321561639326376</c:v>
                </c:pt>
                <c:pt idx="14917">
                  <c:v>0.19324728586131013</c:v>
                </c:pt>
                <c:pt idx="14918">
                  <c:v>0.1932550252182462</c:v>
                </c:pt>
                <c:pt idx="14919">
                  <c:v>0.19325644130309713</c:v>
                </c:pt>
                <c:pt idx="14920">
                  <c:v>0.19325666221743704</c:v>
                </c:pt>
                <c:pt idx="14921">
                  <c:v>0.19332151521294738</c:v>
                </c:pt>
                <c:pt idx="14922">
                  <c:v>0.19334132529919254</c:v>
                </c:pt>
                <c:pt idx="14923">
                  <c:v>0.19334139848826259</c:v>
                </c:pt>
                <c:pt idx="14924">
                  <c:v>0.19334177220608564</c:v>
                </c:pt>
                <c:pt idx="14925">
                  <c:v>0.19335227602829569</c:v>
                </c:pt>
                <c:pt idx="14926">
                  <c:v>0.19335716745474407</c:v>
                </c:pt>
                <c:pt idx="14927">
                  <c:v>0.19336625752979145</c:v>
                </c:pt>
                <c:pt idx="14928">
                  <c:v>0.19337081659878624</c:v>
                </c:pt>
                <c:pt idx="14929">
                  <c:v>0.19337520230666577</c:v>
                </c:pt>
                <c:pt idx="14930">
                  <c:v>0.19338329650376096</c:v>
                </c:pt>
                <c:pt idx="14931">
                  <c:v>0.19339185921282603</c:v>
                </c:pt>
                <c:pt idx="14932">
                  <c:v>0.19340958524975768</c:v>
                </c:pt>
                <c:pt idx="14933">
                  <c:v>0.1934105243037863</c:v>
                </c:pt>
                <c:pt idx="14934">
                  <c:v>0.19341490209327034</c:v>
                </c:pt>
                <c:pt idx="14935">
                  <c:v>0.19342908325607572</c:v>
                </c:pt>
                <c:pt idx="14936">
                  <c:v>0.19344105368558159</c:v>
                </c:pt>
                <c:pt idx="14937">
                  <c:v>0.19346986988371689</c:v>
                </c:pt>
                <c:pt idx="14938">
                  <c:v>0.19347448559917019</c:v>
                </c:pt>
                <c:pt idx="14939">
                  <c:v>0.19350042100980913</c:v>
                </c:pt>
                <c:pt idx="14940">
                  <c:v>0.19350103530129009</c:v>
                </c:pt>
                <c:pt idx="14941">
                  <c:v>0.1935162182324846</c:v>
                </c:pt>
                <c:pt idx="14942">
                  <c:v>0.19351768105183434</c:v>
                </c:pt>
                <c:pt idx="14943">
                  <c:v>0.19352624078653974</c:v>
                </c:pt>
                <c:pt idx="14944">
                  <c:v>0.19352799632251524</c:v>
                </c:pt>
                <c:pt idx="14945">
                  <c:v>0.19353747695452092</c:v>
                </c:pt>
                <c:pt idx="14946">
                  <c:v>0.19355342864076763</c:v>
                </c:pt>
                <c:pt idx="14947">
                  <c:v>0.19355857083379013</c:v>
                </c:pt>
                <c:pt idx="14948">
                  <c:v>0.19356177941575511</c:v>
                </c:pt>
                <c:pt idx="14949">
                  <c:v>0.1935992770043139</c:v>
                </c:pt>
                <c:pt idx="14950">
                  <c:v>0.19361256626253309</c:v>
                </c:pt>
                <c:pt idx="14951">
                  <c:v>0.19364426299701043</c:v>
                </c:pt>
                <c:pt idx="14952">
                  <c:v>0.193645013973402</c:v>
                </c:pt>
                <c:pt idx="14953">
                  <c:v>0.19367079997184419</c:v>
                </c:pt>
                <c:pt idx="14954">
                  <c:v>0.19367566566761107</c:v>
                </c:pt>
                <c:pt idx="14955">
                  <c:v>0.19368887763652806</c:v>
                </c:pt>
                <c:pt idx="14956">
                  <c:v>0.19369183795147449</c:v>
                </c:pt>
                <c:pt idx="14957">
                  <c:v>0.19370185817297428</c:v>
                </c:pt>
                <c:pt idx="14958">
                  <c:v>0.19370669297358031</c:v>
                </c:pt>
                <c:pt idx="14959">
                  <c:v>0.19371502515027103</c:v>
                </c:pt>
                <c:pt idx="14960">
                  <c:v>0.19372315265824266</c:v>
                </c:pt>
                <c:pt idx="14961">
                  <c:v>0.19374279908794484</c:v>
                </c:pt>
                <c:pt idx="14962">
                  <c:v>0.19374484896825689</c:v>
                </c:pt>
                <c:pt idx="14963">
                  <c:v>0.19378028606048073</c:v>
                </c:pt>
                <c:pt idx="14964">
                  <c:v>0.19378094699151804</c:v>
                </c:pt>
                <c:pt idx="14965">
                  <c:v>0.1937875551565936</c:v>
                </c:pt>
                <c:pt idx="14966">
                  <c:v>0.1937919115064225</c:v>
                </c:pt>
                <c:pt idx="14967">
                  <c:v>0.19379750644927632</c:v>
                </c:pt>
                <c:pt idx="14968">
                  <c:v>0.19379754361790777</c:v>
                </c:pt>
                <c:pt idx="14969">
                  <c:v>0.19380886824700749</c:v>
                </c:pt>
                <c:pt idx="14970">
                  <c:v>0.19380999051688325</c:v>
                </c:pt>
                <c:pt idx="14971">
                  <c:v>0.19381467806425676</c:v>
                </c:pt>
                <c:pt idx="14972">
                  <c:v>0.19381645510735127</c:v>
                </c:pt>
                <c:pt idx="14973">
                  <c:v>0.19381654158961395</c:v>
                </c:pt>
                <c:pt idx="14974">
                  <c:v>0.19381798880177503</c:v>
                </c:pt>
                <c:pt idx="14975">
                  <c:v>0.19382164739293614</c:v>
                </c:pt>
                <c:pt idx="14976">
                  <c:v>0.19383559956842011</c:v>
                </c:pt>
                <c:pt idx="14977">
                  <c:v>0.19383642507138801</c:v>
                </c:pt>
                <c:pt idx="14978">
                  <c:v>0.19385126151198204</c:v>
                </c:pt>
                <c:pt idx="14979">
                  <c:v>0.19388284875031231</c:v>
                </c:pt>
                <c:pt idx="14980">
                  <c:v>0.19388843682589998</c:v>
                </c:pt>
                <c:pt idx="14981">
                  <c:v>0.19390074000013921</c:v>
                </c:pt>
                <c:pt idx="14982">
                  <c:v>0.19393740970204457</c:v>
                </c:pt>
                <c:pt idx="14983">
                  <c:v>0.19396690494268143</c:v>
                </c:pt>
                <c:pt idx="14984">
                  <c:v>0.19398494478318515</c:v>
                </c:pt>
                <c:pt idx="14985">
                  <c:v>0.1939917764916286</c:v>
                </c:pt>
                <c:pt idx="14986">
                  <c:v>0.19399766082021067</c:v>
                </c:pt>
                <c:pt idx="14987">
                  <c:v>0.19400785330969461</c:v>
                </c:pt>
                <c:pt idx="14988">
                  <c:v>0.1940235435906594</c:v>
                </c:pt>
                <c:pt idx="14989">
                  <c:v>0.19402642192446232</c:v>
                </c:pt>
                <c:pt idx="14990">
                  <c:v>0.19404610369898581</c:v>
                </c:pt>
                <c:pt idx="14991">
                  <c:v>0.19404835814332089</c:v>
                </c:pt>
                <c:pt idx="14992">
                  <c:v>0.19406149616525778</c:v>
                </c:pt>
                <c:pt idx="14993">
                  <c:v>0.19406613537080886</c:v>
                </c:pt>
                <c:pt idx="14994">
                  <c:v>0.1940829831523386</c:v>
                </c:pt>
                <c:pt idx="14995">
                  <c:v>0.19408563904170792</c:v>
                </c:pt>
                <c:pt idx="14996">
                  <c:v>0.19408866499434432</c:v>
                </c:pt>
                <c:pt idx="14997">
                  <c:v>0.19409129891727875</c:v>
                </c:pt>
                <c:pt idx="14998">
                  <c:v>0.1941255789411801</c:v>
                </c:pt>
                <c:pt idx="14999">
                  <c:v>0.19413867328590034</c:v>
                </c:pt>
                <c:pt idx="15000">
                  <c:v>0.19416741382486793</c:v>
                </c:pt>
                <c:pt idx="15001">
                  <c:v>0.19417177499241892</c:v>
                </c:pt>
                <c:pt idx="15002">
                  <c:v>0.19419285542033277</c:v>
                </c:pt>
                <c:pt idx="15003">
                  <c:v>0.19419797376552694</c:v>
                </c:pt>
                <c:pt idx="15004">
                  <c:v>0.1942041853712671</c:v>
                </c:pt>
                <c:pt idx="15005">
                  <c:v>0.19424573130925865</c:v>
                </c:pt>
                <c:pt idx="15006">
                  <c:v>0.19425149520414656</c:v>
                </c:pt>
                <c:pt idx="15007">
                  <c:v>0.19425631029484933</c:v>
                </c:pt>
                <c:pt idx="15008">
                  <c:v>0.19426948108761741</c:v>
                </c:pt>
                <c:pt idx="15009">
                  <c:v>0.19429025732727878</c:v>
                </c:pt>
                <c:pt idx="15010">
                  <c:v>0.19429079647793113</c:v>
                </c:pt>
                <c:pt idx="15011">
                  <c:v>0.19429644887791039</c:v>
                </c:pt>
                <c:pt idx="15012">
                  <c:v>0.19430410948250779</c:v>
                </c:pt>
                <c:pt idx="15013">
                  <c:v>0.19431221379054428</c:v>
                </c:pt>
                <c:pt idx="15014">
                  <c:v>0.19434047106495114</c:v>
                </c:pt>
                <c:pt idx="15015">
                  <c:v>0.19434778825216306</c:v>
                </c:pt>
                <c:pt idx="15016">
                  <c:v>0.19435660648717179</c:v>
                </c:pt>
                <c:pt idx="15017">
                  <c:v>0.19440927160350288</c:v>
                </c:pt>
                <c:pt idx="15018">
                  <c:v>0.19441761887722689</c:v>
                </c:pt>
                <c:pt idx="15019">
                  <c:v>0.19442046167626631</c:v>
                </c:pt>
                <c:pt idx="15020">
                  <c:v>0.19446289452755749</c:v>
                </c:pt>
                <c:pt idx="15021">
                  <c:v>0.19447052747652946</c:v>
                </c:pt>
                <c:pt idx="15022">
                  <c:v>0.19448637851782749</c:v>
                </c:pt>
                <c:pt idx="15023">
                  <c:v>0.19453058186375513</c:v>
                </c:pt>
                <c:pt idx="15024">
                  <c:v>0.19453917504451451</c:v>
                </c:pt>
                <c:pt idx="15025">
                  <c:v>0.194548565805225</c:v>
                </c:pt>
                <c:pt idx="15026">
                  <c:v>0.19455318030634278</c:v>
                </c:pt>
                <c:pt idx="15027">
                  <c:v>0.19456466925120577</c:v>
                </c:pt>
                <c:pt idx="15028">
                  <c:v>0.1945683090367604</c:v>
                </c:pt>
                <c:pt idx="15029">
                  <c:v>0.19457810256335917</c:v>
                </c:pt>
                <c:pt idx="15030">
                  <c:v>0.1945911944360223</c:v>
                </c:pt>
                <c:pt idx="15031">
                  <c:v>0.19460317037849739</c:v>
                </c:pt>
                <c:pt idx="15032">
                  <c:v>0.19463230327458594</c:v>
                </c:pt>
                <c:pt idx="15033">
                  <c:v>0.19463635742689345</c:v>
                </c:pt>
                <c:pt idx="15034">
                  <c:v>0.19465928709569974</c:v>
                </c:pt>
                <c:pt idx="15035">
                  <c:v>0.19467074030935574</c:v>
                </c:pt>
                <c:pt idx="15036">
                  <c:v>0.19468615508590228</c:v>
                </c:pt>
                <c:pt idx="15037">
                  <c:v>0.19469053517629933</c:v>
                </c:pt>
                <c:pt idx="15038">
                  <c:v>0.19470194851872538</c:v>
                </c:pt>
                <c:pt idx="15039">
                  <c:v>0.19471574816969475</c:v>
                </c:pt>
                <c:pt idx="15040">
                  <c:v>0.1947256200931369</c:v>
                </c:pt>
                <c:pt idx="15041">
                  <c:v>0.19473268605011348</c:v>
                </c:pt>
                <c:pt idx="15042">
                  <c:v>0.19473969718336734</c:v>
                </c:pt>
                <c:pt idx="15043">
                  <c:v>0.19473996843755909</c:v>
                </c:pt>
                <c:pt idx="15044">
                  <c:v>0.19478519060351829</c:v>
                </c:pt>
                <c:pt idx="15045">
                  <c:v>0.19479639594974915</c:v>
                </c:pt>
                <c:pt idx="15046">
                  <c:v>0.19482058619233508</c:v>
                </c:pt>
                <c:pt idx="15047">
                  <c:v>0.19482699096052677</c:v>
                </c:pt>
                <c:pt idx="15048">
                  <c:v>0.19484611457784443</c:v>
                </c:pt>
                <c:pt idx="15049">
                  <c:v>0.19485890252703286</c:v>
                </c:pt>
                <c:pt idx="15050">
                  <c:v>0.19486047445221411</c:v>
                </c:pt>
                <c:pt idx="15051">
                  <c:v>0.19486179607604731</c:v>
                </c:pt>
                <c:pt idx="15052">
                  <c:v>0.19486334557429699</c:v>
                </c:pt>
                <c:pt idx="15053">
                  <c:v>0.19486685675759582</c:v>
                </c:pt>
                <c:pt idx="15054">
                  <c:v>0.19487671121292377</c:v>
                </c:pt>
                <c:pt idx="15055">
                  <c:v>0.19488959743071632</c:v>
                </c:pt>
                <c:pt idx="15056">
                  <c:v>0.19489134429853028</c:v>
                </c:pt>
                <c:pt idx="15057">
                  <c:v>0.19492752341215352</c:v>
                </c:pt>
                <c:pt idx="15058">
                  <c:v>0.19494193226457793</c:v>
                </c:pt>
                <c:pt idx="15059">
                  <c:v>0.19495544813343954</c:v>
                </c:pt>
                <c:pt idx="15060">
                  <c:v>0.19496592267869936</c:v>
                </c:pt>
                <c:pt idx="15061">
                  <c:v>0.19500635590463367</c:v>
                </c:pt>
                <c:pt idx="15062">
                  <c:v>0.19500658936127774</c:v>
                </c:pt>
                <c:pt idx="15063">
                  <c:v>0.19501596205113483</c:v>
                </c:pt>
                <c:pt idx="15064">
                  <c:v>0.19503473937104798</c:v>
                </c:pt>
                <c:pt idx="15065">
                  <c:v>0.19506735912757464</c:v>
                </c:pt>
                <c:pt idx="15066">
                  <c:v>0.19507112841933053</c:v>
                </c:pt>
                <c:pt idx="15067">
                  <c:v>0.19507674480303122</c:v>
                </c:pt>
                <c:pt idx="15068">
                  <c:v>0.19508185543074352</c:v>
                </c:pt>
                <c:pt idx="15069">
                  <c:v>0.19510130109081228</c:v>
                </c:pt>
                <c:pt idx="15070">
                  <c:v>0.19511974120958878</c:v>
                </c:pt>
                <c:pt idx="15071">
                  <c:v>0.19513384988797677</c:v>
                </c:pt>
                <c:pt idx="15072">
                  <c:v>0.1951685252442906</c:v>
                </c:pt>
                <c:pt idx="15073">
                  <c:v>0.19518190770879368</c:v>
                </c:pt>
                <c:pt idx="15074">
                  <c:v>0.19520244100952747</c:v>
                </c:pt>
                <c:pt idx="15075">
                  <c:v>0.19520336616641787</c:v>
                </c:pt>
                <c:pt idx="15076">
                  <c:v>0.19521527129974281</c:v>
                </c:pt>
                <c:pt idx="15077">
                  <c:v>0.19522592844720391</c:v>
                </c:pt>
                <c:pt idx="15078">
                  <c:v>0.19524543314768358</c:v>
                </c:pt>
                <c:pt idx="15079">
                  <c:v>0.19524693254391737</c:v>
                </c:pt>
                <c:pt idx="15080">
                  <c:v>0.19528298383392842</c:v>
                </c:pt>
                <c:pt idx="15081">
                  <c:v>0.19530300737639494</c:v>
                </c:pt>
                <c:pt idx="15082">
                  <c:v>0.19532092014755795</c:v>
                </c:pt>
                <c:pt idx="15083">
                  <c:v>0.19532767093924649</c:v>
                </c:pt>
                <c:pt idx="15084">
                  <c:v>0.19535779986045446</c:v>
                </c:pt>
                <c:pt idx="15085">
                  <c:v>0.19539807270995993</c:v>
                </c:pt>
                <c:pt idx="15086">
                  <c:v>0.19539972473915568</c:v>
                </c:pt>
                <c:pt idx="15087">
                  <c:v>0.19540239379803906</c:v>
                </c:pt>
                <c:pt idx="15088">
                  <c:v>0.19541546687304892</c:v>
                </c:pt>
                <c:pt idx="15089">
                  <c:v>0.19542230210305542</c:v>
                </c:pt>
                <c:pt idx="15090">
                  <c:v>0.19543101567423668</c:v>
                </c:pt>
                <c:pt idx="15091">
                  <c:v>0.19543372019383742</c:v>
                </c:pt>
                <c:pt idx="15092">
                  <c:v>0.1954457743858817</c:v>
                </c:pt>
                <c:pt idx="15093">
                  <c:v>0.19547311941004558</c:v>
                </c:pt>
                <c:pt idx="15094">
                  <c:v>0.19548072161782923</c:v>
                </c:pt>
                <c:pt idx="15095">
                  <c:v>0.19548983867482367</c:v>
                </c:pt>
                <c:pt idx="15096">
                  <c:v>0.19551355819749724</c:v>
                </c:pt>
                <c:pt idx="15097">
                  <c:v>0.19553237838974907</c:v>
                </c:pt>
                <c:pt idx="15098">
                  <c:v>0.19553894630900051</c:v>
                </c:pt>
                <c:pt idx="15099">
                  <c:v>0.19554616146953382</c:v>
                </c:pt>
                <c:pt idx="15100">
                  <c:v>0.19555568178892416</c:v>
                </c:pt>
                <c:pt idx="15101">
                  <c:v>0.19557430626977887</c:v>
                </c:pt>
                <c:pt idx="15102">
                  <c:v>0.1955868654314642</c:v>
                </c:pt>
                <c:pt idx="15103">
                  <c:v>0.19558760857220159</c:v>
                </c:pt>
                <c:pt idx="15104">
                  <c:v>0.1956315067392371</c:v>
                </c:pt>
                <c:pt idx="15105">
                  <c:v>0.19564373687114997</c:v>
                </c:pt>
                <c:pt idx="15106">
                  <c:v>0.19565634997113232</c:v>
                </c:pt>
                <c:pt idx="15107">
                  <c:v>0.19565639778968758</c:v>
                </c:pt>
                <c:pt idx="15108">
                  <c:v>0.19567290563234596</c:v>
                </c:pt>
                <c:pt idx="15109">
                  <c:v>0.19569943922170413</c:v>
                </c:pt>
                <c:pt idx="15110">
                  <c:v>0.19570610645720168</c:v>
                </c:pt>
                <c:pt idx="15111">
                  <c:v>0.19572612526099709</c:v>
                </c:pt>
                <c:pt idx="15112">
                  <c:v>0.19576472113764581</c:v>
                </c:pt>
                <c:pt idx="15113">
                  <c:v>0.19576647459561178</c:v>
                </c:pt>
                <c:pt idx="15114">
                  <c:v>0.19576957355587929</c:v>
                </c:pt>
                <c:pt idx="15115">
                  <c:v>0.19578293250022497</c:v>
                </c:pt>
                <c:pt idx="15116">
                  <c:v>0.19581102770513156</c:v>
                </c:pt>
                <c:pt idx="15117">
                  <c:v>0.19581358174762015</c:v>
                </c:pt>
                <c:pt idx="15118">
                  <c:v>0.19581508708523812</c:v>
                </c:pt>
                <c:pt idx="15119">
                  <c:v>0.19582238639806457</c:v>
                </c:pt>
                <c:pt idx="15120">
                  <c:v>0.19582534970942528</c:v>
                </c:pt>
                <c:pt idx="15121">
                  <c:v>0.19582816260988151</c:v>
                </c:pt>
                <c:pt idx="15122">
                  <c:v>0.19584678777178735</c:v>
                </c:pt>
                <c:pt idx="15123">
                  <c:v>0.19585003912970886</c:v>
                </c:pt>
                <c:pt idx="15124">
                  <c:v>0.19586783667900318</c:v>
                </c:pt>
                <c:pt idx="15125">
                  <c:v>0.19587578677876666</c:v>
                </c:pt>
                <c:pt idx="15126">
                  <c:v>0.19589201194503467</c:v>
                </c:pt>
                <c:pt idx="15127">
                  <c:v>0.1958954807879654</c:v>
                </c:pt>
                <c:pt idx="15128">
                  <c:v>0.19589804891022999</c:v>
                </c:pt>
                <c:pt idx="15129">
                  <c:v>0.1959142680284712</c:v>
                </c:pt>
                <c:pt idx="15130">
                  <c:v>0.19591678846400976</c:v>
                </c:pt>
                <c:pt idx="15131">
                  <c:v>0.19592968955664974</c:v>
                </c:pt>
                <c:pt idx="15132">
                  <c:v>0.1959437609547956</c:v>
                </c:pt>
                <c:pt idx="15133">
                  <c:v>0.19595577366735215</c:v>
                </c:pt>
                <c:pt idx="15134">
                  <c:v>0.19596095103070665</c:v>
                </c:pt>
                <c:pt idx="15135">
                  <c:v>0.19597394944648133</c:v>
                </c:pt>
                <c:pt idx="15136">
                  <c:v>0.19598896657902878</c:v>
                </c:pt>
                <c:pt idx="15137">
                  <c:v>0.1960198403739104</c:v>
                </c:pt>
                <c:pt idx="15138">
                  <c:v>0.19606492666838179</c:v>
                </c:pt>
                <c:pt idx="15139">
                  <c:v>0.19609751706856887</c:v>
                </c:pt>
                <c:pt idx="15140">
                  <c:v>0.19610863861697317</c:v>
                </c:pt>
                <c:pt idx="15141">
                  <c:v>0.19611502011686885</c:v>
                </c:pt>
                <c:pt idx="15142">
                  <c:v>0.19612091996753556</c:v>
                </c:pt>
                <c:pt idx="15143">
                  <c:v>0.19614345802929534</c:v>
                </c:pt>
                <c:pt idx="15144">
                  <c:v>0.19615418319340183</c:v>
                </c:pt>
                <c:pt idx="15145">
                  <c:v>0.19619839646445764</c:v>
                </c:pt>
                <c:pt idx="15146">
                  <c:v>0.19621364715980283</c:v>
                </c:pt>
                <c:pt idx="15147">
                  <c:v>0.19621880986065435</c:v>
                </c:pt>
                <c:pt idx="15148">
                  <c:v>0.19623636543247633</c:v>
                </c:pt>
                <c:pt idx="15149">
                  <c:v>0.1962375397486481</c:v>
                </c:pt>
                <c:pt idx="15150">
                  <c:v>0.19625057525142495</c:v>
                </c:pt>
                <c:pt idx="15151">
                  <c:v>0.1962710126155984</c:v>
                </c:pt>
                <c:pt idx="15152">
                  <c:v>0.19627391138872755</c:v>
                </c:pt>
                <c:pt idx="15153">
                  <c:v>0.19627786881807768</c:v>
                </c:pt>
                <c:pt idx="15154">
                  <c:v>0.19627982865661331</c:v>
                </c:pt>
                <c:pt idx="15155">
                  <c:v>0.1962979359327266</c:v>
                </c:pt>
                <c:pt idx="15156">
                  <c:v>0.19630231777670443</c:v>
                </c:pt>
                <c:pt idx="15157">
                  <c:v>0.19630475401863726</c:v>
                </c:pt>
                <c:pt idx="15158">
                  <c:v>0.19630964409139143</c:v>
                </c:pt>
                <c:pt idx="15159">
                  <c:v>0.19633130789426273</c:v>
                </c:pt>
                <c:pt idx="15160">
                  <c:v>0.19633327514632479</c:v>
                </c:pt>
                <c:pt idx="15161">
                  <c:v>0.19634078244766118</c:v>
                </c:pt>
                <c:pt idx="15162">
                  <c:v>0.19634488310572029</c:v>
                </c:pt>
                <c:pt idx="15163">
                  <c:v>0.19635224817782643</c:v>
                </c:pt>
                <c:pt idx="15164">
                  <c:v>0.19638404073637247</c:v>
                </c:pt>
                <c:pt idx="15165">
                  <c:v>0.19640003222189262</c:v>
                </c:pt>
                <c:pt idx="15166">
                  <c:v>0.19640784961005464</c:v>
                </c:pt>
                <c:pt idx="15167">
                  <c:v>0.19643128519439373</c:v>
                </c:pt>
                <c:pt idx="15168">
                  <c:v>0.19643760993738607</c:v>
                </c:pt>
                <c:pt idx="15169">
                  <c:v>0.19644463465195441</c:v>
                </c:pt>
                <c:pt idx="15170">
                  <c:v>0.19645300375042854</c:v>
                </c:pt>
                <c:pt idx="15171">
                  <c:v>0.19645996791124345</c:v>
                </c:pt>
                <c:pt idx="15172">
                  <c:v>0.19649995115101168</c:v>
                </c:pt>
                <c:pt idx="15173">
                  <c:v>0.19650300115543745</c:v>
                </c:pt>
                <c:pt idx="15174">
                  <c:v>0.19653816411177283</c:v>
                </c:pt>
                <c:pt idx="15175">
                  <c:v>0.19654117604521734</c:v>
                </c:pt>
                <c:pt idx="15176">
                  <c:v>0.19657350363478904</c:v>
                </c:pt>
                <c:pt idx="15177">
                  <c:v>0.19657732093151661</c:v>
                </c:pt>
                <c:pt idx="15178">
                  <c:v>0.1965812508526763</c:v>
                </c:pt>
                <c:pt idx="15179">
                  <c:v>0.19659556427310201</c:v>
                </c:pt>
                <c:pt idx="15180">
                  <c:v>0.19662032900458579</c:v>
                </c:pt>
                <c:pt idx="15181">
                  <c:v>0.19663650325338267</c:v>
                </c:pt>
                <c:pt idx="15182">
                  <c:v>0.19663694116781069</c:v>
                </c:pt>
                <c:pt idx="15183">
                  <c:v>0.19663818501832889</c:v>
                </c:pt>
                <c:pt idx="15184">
                  <c:v>0.19664735403115291</c:v>
                </c:pt>
                <c:pt idx="15185">
                  <c:v>0.19665774602360947</c:v>
                </c:pt>
                <c:pt idx="15186">
                  <c:v>0.19666320206916493</c:v>
                </c:pt>
                <c:pt idx="15187">
                  <c:v>0.19666401113825746</c:v>
                </c:pt>
                <c:pt idx="15188">
                  <c:v>0.19668670604534572</c:v>
                </c:pt>
                <c:pt idx="15189">
                  <c:v>0.19669187651707842</c:v>
                </c:pt>
                <c:pt idx="15190">
                  <c:v>0.19669771812876677</c:v>
                </c:pt>
                <c:pt idx="15191">
                  <c:v>0.1967069315666575</c:v>
                </c:pt>
                <c:pt idx="15192">
                  <c:v>0.19670880433271798</c:v>
                </c:pt>
                <c:pt idx="15193">
                  <c:v>0.19671676185866244</c:v>
                </c:pt>
                <c:pt idx="15194">
                  <c:v>0.19677079629115746</c:v>
                </c:pt>
                <c:pt idx="15195">
                  <c:v>0.19677630022622525</c:v>
                </c:pt>
                <c:pt idx="15196">
                  <c:v>0.19678332543398699</c:v>
                </c:pt>
                <c:pt idx="15197">
                  <c:v>0.19682609431681247</c:v>
                </c:pt>
                <c:pt idx="15198">
                  <c:v>0.19685599269351564</c:v>
                </c:pt>
                <c:pt idx="15199">
                  <c:v>0.19686620893177401</c:v>
                </c:pt>
                <c:pt idx="15200">
                  <c:v>0.19688743683576079</c:v>
                </c:pt>
                <c:pt idx="15201">
                  <c:v>0.19691169009651976</c:v>
                </c:pt>
                <c:pt idx="15202">
                  <c:v>0.19692032205368609</c:v>
                </c:pt>
                <c:pt idx="15203">
                  <c:v>0.19692099719416353</c:v>
                </c:pt>
                <c:pt idx="15204">
                  <c:v>0.19693185933393922</c:v>
                </c:pt>
                <c:pt idx="15205">
                  <c:v>0.19695247352401005</c:v>
                </c:pt>
                <c:pt idx="15206">
                  <c:v>0.19695813197755493</c:v>
                </c:pt>
                <c:pt idx="15207">
                  <c:v>0.19696915592166192</c:v>
                </c:pt>
                <c:pt idx="15208">
                  <c:v>0.1969765715552487</c:v>
                </c:pt>
                <c:pt idx="15209">
                  <c:v>0.19699768697457268</c:v>
                </c:pt>
                <c:pt idx="15210">
                  <c:v>0.19702726231606224</c:v>
                </c:pt>
                <c:pt idx="15211">
                  <c:v>0.19705773477885277</c:v>
                </c:pt>
                <c:pt idx="15212">
                  <c:v>0.19706183877080416</c:v>
                </c:pt>
                <c:pt idx="15213">
                  <c:v>0.19707214016601904</c:v>
                </c:pt>
                <c:pt idx="15214">
                  <c:v>0.19707221264591954</c:v>
                </c:pt>
                <c:pt idx="15215">
                  <c:v>0.19708061132037244</c:v>
                </c:pt>
                <c:pt idx="15216">
                  <c:v>0.197095678973434</c:v>
                </c:pt>
                <c:pt idx="15217">
                  <c:v>0.19710786672772326</c:v>
                </c:pt>
                <c:pt idx="15218">
                  <c:v>0.19711444979235659</c:v>
                </c:pt>
                <c:pt idx="15219">
                  <c:v>0.19712385784074618</c:v>
                </c:pt>
                <c:pt idx="15220">
                  <c:v>0.19712854994380516</c:v>
                </c:pt>
                <c:pt idx="15221">
                  <c:v>0.19712898376345642</c:v>
                </c:pt>
                <c:pt idx="15222">
                  <c:v>0.19713652744591001</c:v>
                </c:pt>
                <c:pt idx="15223">
                  <c:v>0.1971678950688312</c:v>
                </c:pt>
                <c:pt idx="15224">
                  <c:v>0.19717054043630278</c:v>
                </c:pt>
                <c:pt idx="15225">
                  <c:v>0.19718693992171027</c:v>
                </c:pt>
                <c:pt idx="15226">
                  <c:v>0.19719371939576694</c:v>
                </c:pt>
                <c:pt idx="15227">
                  <c:v>0.1972166195662961</c:v>
                </c:pt>
                <c:pt idx="15228">
                  <c:v>0.19721977504683519</c:v>
                </c:pt>
                <c:pt idx="15229">
                  <c:v>0.19724377218175657</c:v>
                </c:pt>
                <c:pt idx="15230">
                  <c:v>0.19727310075755011</c:v>
                </c:pt>
                <c:pt idx="15231">
                  <c:v>0.19731323634119521</c:v>
                </c:pt>
                <c:pt idx="15232">
                  <c:v>0.19732154174421135</c:v>
                </c:pt>
                <c:pt idx="15233">
                  <c:v>0.19733419677374192</c:v>
                </c:pt>
                <c:pt idx="15234">
                  <c:v>0.19734028869432738</c:v>
                </c:pt>
                <c:pt idx="15235">
                  <c:v>0.1973509081684319</c:v>
                </c:pt>
                <c:pt idx="15236">
                  <c:v>0.19737017581114122</c:v>
                </c:pt>
                <c:pt idx="15237">
                  <c:v>0.19738614213868605</c:v>
                </c:pt>
                <c:pt idx="15238">
                  <c:v>0.19739288834849811</c:v>
                </c:pt>
                <c:pt idx="15239">
                  <c:v>0.19739923086153224</c:v>
                </c:pt>
                <c:pt idx="15240">
                  <c:v>0.19745414843879919</c:v>
                </c:pt>
                <c:pt idx="15241">
                  <c:v>0.1974674262060126</c:v>
                </c:pt>
                <c:pt idx="15242">
                  <c:v>0.19746749385852294</c:v>
                </c:pt>
                <c:pt idx="15243">
                  <c:v>0.19747132934674635</c:v>
                </c:pt>
                <c:pt idx="15244">
                  <c:v>0.19750225505780333</c:v>
                </c:pt>
                <c:pt idx="15245">
                  <c:v>0.19750421341533006</c:v>
                </c:pt>
                <c:pt idx="15246">
                  <c:v>0.19751132895855947</c:v>
                </c:pt>
                <c:pt idx="15247">
                  <c:v>0.19751647678683482</c:v>
                </c:pt>
                <c:pt idx="15248">
                  <c:v>0.1975227727384308</c:v>
                </c:pt>
                <c:pt idx="15249">
                  <c:v>0.19752747244780788</c:v>
                </c:pt>
                <c:pt idx="15250">
                  <c:v>0.19757929018330442</c:v>
                </c:pt>
                <c:pt idx="15251">
                  <c:v>0.19758538196702619</c:v>
                </c:pt>
                <c:pt idx="15252">
                  <c:v>0.19758838374405852</c:v>
                </c:pt>
                <c:pt idx="15253">
                  <c:v>0.19758870104236903</c:v>
                </c:pt>
                <c:pt idx="15254">
                  <c:v>0.19759986476834945</c:v>
                </c:pt>
                <c:pt idx="15255">
                  <c:v>0.19760149761583942</c:v>
                </c:pt>
                <c:pt idx="15256">
                  <c:v>0.19760313150995942</c:v>
                </c:pt>
                <c:pt idx="15257">
                  <c:v>0.19760462269361137</c:v>
                </c:pt>
                <c:pt idx="15258">
                  <c:v>0.19760686668974156</c:v>
                </c:pt>
                <c:pt idx="15259">
                  <c:v>0.19763918667387162</c:v>
                </c:pt>
                <c:pt idx="15260">
                  <c:v>0.19763957631557647</c:v>
                </c:pt>
                <c:pt idx="15261">
                  <c:v>0.19764492927615468</c:v>
                </c:pt>
                <c:pt idx="15262">
                  <c:v>0.1976494761835019</c:v>
                </c:pt>
                <c:pt idx="15263">
                  <c:v>0.19765232165427918</c:v>
                </c:pt>
                <c:pt idx="15264">
                  <c:v>0.19768724042407279</c:v>
                </c:pt>
                <c:pt idx="15265">
                  <c:v>0.19769863550797193</c:v>
                </c:pt>
                <c:pt idx="15266">
                  <c:v>0.19769993673734229</c:v>
                </c:pt>
                <c:pt idx="15267">
                  <c:v>0.19775044799118072</c:v>
                </c:pt>
                <c:pt idx="15268">
                  <c:v>0.19775713897233163</c:v>
                </c:pt>
                <c:pt idx="15269">
                  <c:v>0.19776033080032682</c:v>
                </c:pt>
                <c:pt idx="15270">
                  <c:v>0.19777630331515389</c:v>
                </c:pt>
                <c:pt idx="15271">
                  <c:v>0.19779777230264114</c:v>
                </c:pt>
                <c:pt idx="15272">
                  <c:v>0.19780975337078943</c:v>
                </c:pt>
                <c:pt idx="15273">
                  <c:v>0.19781613922733871</c:v>
                </c:pt>
                <c:pt idx="15274">
                  <c:v>0.19783448904505971</c:v>
                </c:pt>
                <c:pt idx="15275">
                  <c:v>0.1978467436817252</c:v>
                </c:pt>
                <c:pt idx="15276">
                  <c:v>0.19786099848298724</c:v>
                </c:pt>
                <c:pt idx="15277">
                  <c:v>0.1978917569426823</c:v>
                </c:pt>
                <c:pt idx="15278">
                  <c:v>0.19789420296671922</c:v>
                </c:pt>
                <c:pt idx="15279">
                  <c:v>0.19790726297521119</c:v>
                </c:pt>
                <c:pt idx="15280">
                  <c:v>0.19790902761417761</c:v>
                </c:pt>
                <c:pt idx="15281">
                  <c:v>0.19792264168402912</c:v>
                </c:pt>
                <c:pt idx="15282">
                  <c:v>0.19794069132936548</c:v>
                </c:pt>
                <c:pt idx="15283">
                  <c:v>0.19799443106213965</c:v>
                </c:pt>
                <c:pt idx="15284">
                  <c:v>0.19800447014559117</c:v>
                </c:pt>
                <c:pt idx="15285">
                  <c:v>0.19800584063070081</c:v>
                </c:pt>
                <c:pt idx="15286">
                  <c:v>0.19802661575222472</c:v>
                </c:pt>
                <c:pt idx="15287">
                  <c:v>0.19808833611260027</c:v>
                </c:pt>
                <c:pt idx="15288">
                  <c:v>0.19810035993213335</c:v>
                </c:pt>
                <c:pt idx="15289">
                  <c:v>0.19810142124171415</c:v>
                </c:pt>
                <c:pt idx="15290">
                  <c:v>0.1981342592352438</c:v>
                </c:pt>
                <c:pt idx="15291">
                  <c:v>0.19815379665232077</c:v>
                </c:pt>
                <c:pt idx="15292">
                  <c:v>0.19816021497888847</c:v>
                </c:pt>
                <c:pt idx="15293">
                  <c:v>0.19816246074777361</c:v>
                </c:pt>
                <c:pt idx="15294">
                  <c:v>0.19816468311281762</c:v>
                </c:pt>
                <c:pt idx="15295">
                  <c:v>0.19819778994147561</c:v>
                </c:pt>
                <c:pt idx="15296">
                  <c:v>0.19820995112156356</c:v>
                </c:pt>
                <c:pt idx="15297">
                  <c:v>0.19822222298997605</c:v>
                </c:pt>
                <c:pt idx="15298">
                  <c:v>0.19822318411513129</c:v>
                </c:pt>
                <c:pt idx="15299">
                  <c:v>0.19822657824693662</c:v>
                </c:pt>
                <c:pt idx="15300">
                  <c:v>0.19823325206925524</c:v>
                </c:pt>
                <c:pt idx="15301">
                  <c:v>0.19826946800281539</c:v>
                </c:pt>
                <c:pt idx="15302">
                  <c:v>0.1982872038339282</c:v>
                </c:pt>
                <c:pt idx="15303">
                  <c:v>0.19834878394722305</c:v>
                </c:pt>
                <c:pt idx="15304">
                  <c:v>0.19836705239896879</c:v>
                </c:pt>
                <c:pt idx="15305">
                  <c:v>0.19838193385723399</c:v>
                </c:pt>
                <c:pt idx="15306">
                  <c:v>0.1983845998403998</c:v>
                </c:pt>
                <c:pt idx="15307">
                  <c:v>0.1984987180450335</c:v>
                </c:pt>
                <c:pt idx="15308">
                  <c:v>0.19851547660358382</c:v>
                </c:pt>
                <c:pt idx="15309">
                  <c:v>0.19852125332225179</c:v>
                </c:pt>
                <c:pt idx="15310">
                  <c:v>0.19855032820207208</c:v>
                </c:pt>
                <c:pt idx="15311">
                  <c:v>0.19855609828443144</c:v>
                </c:pt>
                <c:pt idx="15312">
                  <c:v>0.19855945787687043</c:v>
                </c:pt>
                <c:pt idx="15313">
                  <c:v>0.1986214972094405</c:v>
                </c:pt>
                <c:pt idx="15314">
                  <c:v>0.19863159586008891</c:v>
                </c:pt>
                <c:pt idx="15315">
                  <c:v>0.19863314862877071</c:v>
                </c:pt>
                <c:pt idx="15316">
                  <c:v>0.19863888843098332</c:v>
                </c:pt>
                <c:pt idx="15317">
                  <c:v>0.19868139665359427</c:v>
                </c:pt>
                <c:pt idx="15318">
                  <c:v>0.19868154048530581</c:v>
                </c:pt>
                <c:pt idx="15319">
                  <c:v>0.19868317233761656</c:v>
                </c:pt>
                <c:pt idx="15320">
                  <c:v>0.19869103682292263</c:v>
                </c:pt>
                <c:pt idx="15321">
                  <c:v>0.19870371285667016</c:v>
                </c:pt>
                <c:pt idx="15322">
                  <c:v>0.19870900776218919</c:v>
                </c:pt>
                <c:pt idx="15323">
                  <c:v>0.1987164658991166</c:v>
                </c:pt>
                <c:pt idx="15324">
                  <c:v>0.19871832360195671</c:v>
                </c:pt>
                <c:pt idx="15325">
                  <c:v>0.19872211512585786</c:v>
                </c:pt>
                <c:pt idx="15326">
                  <c:v>0.19873612627569798</c:v>
                </c:pt>
                <c:pt idx="15327">
                  <c:v>0.19874481468554792</c:v>
                </c:pt>
                <c:pt idx="15328">
                  <c:v>0.19876124569663337</c:v>
                </c:pt>
                <c:pt idx="15329">
                  <c:v>0.19877762479936284</c:v>
                </c:pt>
                <c:pt idx="15330">
                  <c:v>0.19881015029597432</c:v>
                </c:pt>
                <c:pt idx="15331">
                  <c:v>0.19881677774413398</c:v>
                </c:pt>
                <c:pt idx="15332">
                  <c:v>0.19883123509354006</c:v>
                </c:pt>
                <c:pt idx="15333">
                  <c:v>0.19883541944202035</c:v>
                </c:pt>
                <c:pt idx="15334">
                  <c:v>0.19885981543002937</c:v>
                </c:pt>
                <c:pt idx="15335">
                  <c:v>0.19886335247064882</c:v>
                </c:pt>
                <c:pt idx="15336">
                  <c:v>0.19888188090553052</c:v>
                </c:pt>
                <c:pt idx="15337">
                  <c:v>0.19890438133620034</c:v>
                </c:pt>
                <c:pt idx="15338">
                  <c:v>0.19891246203135468</c:v>
                </c:pt>
                <c:pt idx="15339">
                  <c:v>0.19893306356105309</c:v>
                </c:pt>
                <c:pt idx="15340">
                  <c:v>0.19894388397069107</c:v>
                </c:pt>
                <c:pt idx="15341">
                  <c:v>0.19895174546474065</c:v>
                </c:pt>
                <c:pt idx="15342">
                  <c:v>0.19895680537986773</c:v>
                </c:pt>
                <c:pt idx="15343">
                  <c:v>0.19896283125251626</c:v>
                </c:pt>
                <c:pt idx="15344">
                  <c:v>0.19897896063899631</c:v>
                </c:pt>
                <c:pt idx="15345">
                  <c:v>0.19898435399886036</c:v>
                </c:pt>
                <c:pt idx="15346">
                  <c:v>0.19899020631909131</c:v>
                </c:pt>
                <c:pt idx="15347">
                  <c:v>0.19903218904854841</c:v>
                </c:pt>
                <c:pt idx="15348">
                  <c:v>0.19904176867926737</c:v>
                </c:pt>
                <c:pt idx="15349">
                  <c:v>0.19904534733071363</c:v>
                </c:pt>
                <c:pt idx="15350">
                  <c:v>0.19904758370632125</c:v>
                </c:pt>
                <c:pt idx="15351">
                  <c:v>0.19905114026005352</c:v>
                </c:pt>
                <c:pt idx="15352">
                  <c:v>0.19906211935380475</c:v>
                </c:pt>
                <c:pt idx="15353">
                  <c:v>0.19906223135849402</c:v>
                </c:pt>
                <c:pt idx="15354">
                  <c:v>0.19907194389892593</c:v>
                </c:pt>
                <c:pt idx="15355">
                  <c:v>0.19907890033292436</c:v>
                </c:pt>
                <c:pt idx="15356">
                  <c:v>0.19912587203306659</c:v>
                </c:pt>
                <c:pt idx="15357">
                  <c:v>0.19912743210593717</c:v>
                </c:pt>
                <c:pt idx="15358">
                  <c:v>0.19912947132792125</c:v>
                </c:pt>
                <c:pt idx="15359">
                  <c:v>0.19913970396083186</c:v>
                </c:pt>
                <c:pt idx="15360">
                  <c:v>0.19914577450135276</c:v>
                </c:pt>
                <c:pt idx="15361">
                  <c:v>0.19915189756457199</c:v>
                </c:pt>
                <c:pt idx="15362">
                  <c:v>0.19916791025210603</c:v>
                </c:pt>
                <c:pt idx="15363">
                  <c:v>0.19918286680849745</c:v>
                </c:pt>
                <c:pt idx="15364">
                  <c:v>0.19918447810951745</c:v>
                </c:pt>
                <c:pt idx="15365">
                  <c:v>0.19919902799555758</c:v>
                </c:pt>
                <c:pt idx="15366">
                  <c:v>0.19920746767799624</c:v>
                </c:pt>
                <c:pt idx="15367">
                  <c:v>0.19921632612993037</c:v>
                </c:pt>
                <c:pt idx="15368">
                  <c:v>0.19922078734028992</c:v>
                </c:pt>
                <c:pt idx="15369">
                  <c:v>0.19922819863384086</c:v>
                </c:pt>
                <c:pt idx="15370">
                  <c:v>0.19924733922437216</c:v>
                </c:pt>
                <c:pt idx="15371">
                  <c:v>0.19926320329767847</c:v>
                </c:pt>
                <c:pt idx="15372">
                  <c:v>0.19929627068496375</c:v>
                </c:pt>
                <c:pt idx="15373">
                  <c:v>0.19930007406879077</c:v>
                </c:pt>
                <c:pt idx="15374">
                  <c:v>0.19930510294488837</c:v>
                </c:pt>
                <c:pt idx="15375">
                  <c:v>0.19930573369431029</c:v>
                </c:pt>
                <c:pt idx="15376">
                  <c:v>0.19934947102952899</c:v>
                </c:pt>
                <c:pt idx="15377">
                  <c:v>0.19935860931157695</c:v>
                </c:pt>
                <c:pt idx="15378">
                  <c:v>0.1993793788107093</c:v>
                </c:pt>
                <c:pt idx="15379">
                  <c:v>0.19938308554794087</c:v>
                </c:pt>
                <c:pt idx="15380">
                  <c:v>0.19938511943029746</c:v>
                </c:pt>
                <c:pt idx="15381">
                  <c:v>0.19940548919001036</c:v>
                </c:pt>
                <c:pt idx="15382">
                  <c:v>0.19942118411045706</c:v>
                </c:pt>
                <c:pt idx="15383">
                  <c:v>0.19946966682473768</c:v>
                </c:pt>
                <c:pt idx="15384">
                  <c:v>0.19948585538445826</c:v>
                </c:pt>
                <c:pt idx="15385">
                  <c:v>0.19951802658522097</c:v>
                </c:pt>
                <c:pt idx="15386">
                  <c:v>0.19952352692528963</c:v>
                </c:pt>
                <c:pt idx="15387">
                  <c:v>0.19953823756744826</c:v>
                </c:pt>
                <c:pt idx="15388">
                  <c:v>0.19954701140632403</c:v>
                </c:pt>
                <c:pt idx="15389">
                  <c:v>0.19954828736655081</c:v>
                </c:pt>
                <c:pt idx="15390">
                  <c:v>0.19954953616870907</c:v>
                </c:pt>
                <c:pt idx="15391">
                  <c:v>0.19955260283257581</c:v>
                </c:pt>
                <c:pt idx="15392">
                  <c:v>0.19955555591764756</c:v>
                </c:pt>
                <c:pt idx="15393">
                  <c:v>0.19956401354803119</c:v>
                </c:pt>
                <c:pt idx="15394">
                  <c:v>0.19957059076054814</c:v>
                </c:pt>
                <c:pt idx="15395">
                  <c:v>0.19960428237344841</c:v>
                </c:pt>
                <c:pt idx="15396">
                  <c:v>0.19960677393269374</c:v>
                </c:pt>
                <c:pt idx="15397">
                  <c:v>0.19962777052914554</c:v>
                </c:pt>
                <c:pt idx="15398">
                  <c:v>0.19963950466788805</c:v>
                </c:pt>
                <c:pt idx="15399">
                  <c:v>0.19964579931085535</c:v>
                </c:pt>
                <c:pt idx="15400">
                  <c:v>0.19966177757900272</c:v>
                </c:pt>
                <c:pt idx="15401">
                  <c:v>0.19966815678253</c:v>
                </c:pt>
                <c:pt idx="15402">
                  <c:v>0.19970426802524116</c:v>
                </c:pt>
                <c:pt idx="15403">
                  <c:v>0.1997058482904189</c:v>
                </c:pt>
                <c:pt idx="15404">
                  <c:v>0.19970968151433607</c:v>
                </c:pt>
                <c:pt idx="15405">
                  <c:v>0.19973259589483822</c:v>
                </c:pt>
                <c:pt idx="15406">
                  <c:v>0.19983915079844355</c:v>
                </c:pt>
                <c:pt idx="15407">
                  <c:v>0.19984814259707487</c:v>
                </c:pt>
                <c:pt idx="15408">
                  <c:v>0.19985580139942641</c:v>
                </c:pt>
                <c:pt idx="15409">
                  <c:v>0.19986971827362349</c:v>
                </c:pt>
                <c:pt idx="15410">
                  <c:v>0.19988457231386739</c:v>
                </c:pt>
                <c:pt idx="15411">
                  <c:v>0.19993255017142303</c:v>
                </c:pt>
                <c:pt idx="15412">
                  <c:v>0.19995344879627572</c:v>
                </c:pt>
                <c:pt idx="15413">
                  <c:v>0.19996459216099466</c:v>
                </c:pt>
                <c:pt idx="15414">
                  <c:v>0.19996799483047772</c:v>
                </c:pt>
                <c:pt idx="15415">
                  <c:v>0.20000353729005863</c:v>
                </c:pt>
                <c:pt idx="15416">
                  <c:v>0.20001284891434876</c:v>
                </c:pt>
                <c:pt idx="15417">
                  <c:v>0.20001339212999561</c:v>
                </c:pt>
                <c:pt idx="15418">
                  <c:v>0.20001372336221024</c:v>
                </c:pt>
                <c:pt idx="15419">
                  <c:v>0.20002878820553016</c:v>
                </c:pt>
                <c:pt idx="15420">
                  <c:v>0.2000312346295221</c:v>
                </c:pt>
                <c:pt idx="15421">
                  <c:v>0.20003166415233095</c:v>
                </c:pt>
                <c:pt idx="15422">
                  <c:v>0.20004330203841519</c:v>
                </c:pt>
                <c:pt idx="15423">
                  <c:v>0.20005431177605806</c:v>
                </c:pt>
                <c:pt idx="15424">
                  <c:v>0.2000635310601459</c:v>
                </c:pt>
                <c:pt idx="15425">
                  <c:v>0.20007172173343041</c:v>
                </c:pt>
                <c:pt idx="15426">
                  <c:v>0.20010007368184235</c:v>
                </c:pt>
                <c:pt idx="15427">
                  <c:v>0.20010803765440741</c:v>
                </c:pt>
                <c:pt idx="15428">
                  <c:v>0.20011191068902581</c:v>
                </c:pt>
                <c:pt idx="15429">
                  <c:v>0.20011532723989511</c:v>
                </c:pt>
                <c:pt idx="15430">
                  <c:v>0.20011764467563886</c:v>
                </c:pt>
                <c:pt idx="15431">
                  <c:v>0.20011852812519501</c:v>
                </c:pt>
                <c:pt idx="15432">
                  <c:v>0.20012002927824496</c:v>
                </c:pt>
                <c:pt idx="15433">
                  <c:v>0.20013658237051563</c:v>
                </c:pt>
                <c:pt idx="15434">
                  <c:v>0.20014315806823962</c:v>
                </c:pt>
                <c:pt idx="15435">
                  <c:v>0.20014393994979426</c:v>
                </c:pt>
                <c:pt idx="15436">
                  <c:v>0.20015007943637039</c:v>
                </c:pt>
                <c:pt idx="15437">
                  <c:v>0.20017290494822382</c:v>
                </c:pt>
                <c:pt idx="15438">
                  <c:v>0.20018665372608371</c:v>
                </c:pt>
                <c:pt idx="15439">
                  <c:v>0.20019557464636131</c:v>
                </c:pt>
                <c:pt idx="15440">
                  <c:v>0.2002033263786249</c:v>
                </c:pt>
                <c:pt idx="15441">
                  <c:v>0.20020837765557761</c:v>
                </c:pt>
                <c:pt idx="15442">
                  <c:v>0.20023153489437309</c:v>
                </c:pt>
                <c:pt idx="15443">
                  <c:v>0.20025034251113966</c:v>
                </c:pt>
                <c:pt idx="15444">
                  <c:v>0.20025048645875612</c:v>
                </c:pt>
                <c:pt idx="15445">
                  <c:v>0.20027909234159411</c:v>
                </c:pt>
                <c:pt idx="15446">
                  <c:v>0.2003037069237078</c:v>
                </c:pt>
                <c:pt idx="15447">
                  <c:v>0.20032548108686618</c:v>
                </c:pt>
                <c:pt idx="15448">
                  <c:v>0.20032954351357343</c:v>
                </c:pt>
                <c:pt idx="15449">
                  <c:v>0.20033871230318936</c:v>
                </c:pt>
                <c:pt idx="15450">
                  <c:v>0.20034485821086886</c:v>
                </c:pt>
                <c:pt idx="15451">
                  <c:v>0.20034857036223683</c:v>
                </c:pt>
                <c:pt idx="15452">
                  <c:v>0.20037109222657187</c:v>
                </c:pt>
                <c:pt idx="15453">
                  <c:v>0.20037325018623442</c:v>
                </c:pt>
                <c:pt idx="15454">
                  <c:v>0.20037361034046844</c:v>
                </c:pt>
                <c:pt idx="15455">
                  <c:v>0.20038015888784755</c:v>
                </c:pt>
                <c:pt idx="15456">
                  <c:v>0.20039149630434108</c:v>
                </c:pt>
                <c:pt idx="15457">
                  <c:v>0.20040223664289888</c:v>
                </c:pt>
                <c:pt idx="15458">
                  <c:v>0.20040846619650129</c:v>
                </c:pt>
                <c:pt idx="15459">
                  <c:v>0.20043618331661875</c:v>
                </c:pt>
                <c:pt idx="15460">
                  <c:v>0.20047997858769898</c:v>
                </c:pt>
                <c:pt idx="15461">
                  <c:v>0.20049086291845555</c:v>
                </c:pt>
                <c:pt idx="15462">
                  <c:v>0.20050148589991876</c:v>
                </c:pt>
                <c:pt idx="15463">
                  <c:v>0.20051531250428725</c:v>
                </c:pt>
                <c:pt idx="15464">
                  <c:v>0.20053542766270241</c:v>
                </c:pt>
                <c:pt idx="15465">
                  <c:v>0.20054716517127419</c:v>
                </c:pt>
                <c:pt idx="15466">
                  <c:v>0.20054921684118984</c:v>
                </c:pt>
                <c:pt idx="15467">
                  <c:v>0.20057740231799781</c:v>
                </c:pt>
                <c:pt idx="15468">
                  <c:v>0.20057840502567917</c:v>
                </c:pt>
                <c:pt idx="15469">
                  <c:v>0.20058292699334598</c:v>
                </c:pt>
                <c:pt idx="15470">
                  <c:v>0.20060329248295575</c:v>
                </c:pt>
                <c:pt idx="15471">
                  <c:v>0.20060503073440411</c:v>
                </c:pt>
                <c:pt idx="15472">
                  <c:v>0.20063625320330145</c:v>
                </c:pt>
                <c:pt idx="15473">
                  <c:v>0.20065690325431351</c:v>
                </c:pt>
                <c:pt idx="15474">
                  <c:v>0.20067220648846534</c:v>
                </c:pt>
                <c:pt idx="15475">
                  <c:v>0.20067288456918633</c:v>
                </c:pt>
                <c:pt idx="15476">
                  <c:v>0.20069664995482647</c:v>
                </c:pt>
                <c:pt idx="15477">
                  <c:v>0.2007015307767048</c:v>
                </c:pt>
                <c:pt idx="15478">
                  <c:v>0.20072518146139062</c:v>
                </c:pt>
                <c:pt idx="15479">
                  <c:v>0.20072641335211916</c:v>
                </c:pt>
                <c:pt idx="15480">
                  <c:v>0.20073741743854423</c:v>
                </c:pt>
                <c:pt idx="15481">
                  <c:v>0.20075431577358649</c:v>
                </c:pt>
                <c:pt idx="15482">
                  <c:v>0.20076734296477841</c:v>
                </c:pt>
                <c:pt idx="15483">
                  <c:v>0.20076936491943026</c:v>
                </c:pt>
                <c:pt idx="15484">
                  <c:v>0.20077200754207106</c:v>
                </c:pt>
                <c:pt idx="15485">
                  <c:v>0.20078138528910183</c:v>
                </c:pt>
                <c:pt idx="15486">
                  <c:v>0.20079721085120331</c:v>
                </c:pt>
                <c:pt idx="15487">
                  <c:v>0.2008386399292893</c:v>
                </c:pt>
                <c:pt idx="15488">
                  <c:v>0.20084320134158226</c:v>
                </c:pt>
                <c:pt idx="15489">
                  <c:v>0.20084762339121701</c:v>
                </c:pt>
                <c:pt idx="15490">
                  <c:v>0.20086249815721102</c:v>
                </c:pt>
                <c:pt idx="15491">
                  <c:v>0.20086972779124104</c:v>
                </c:pt>
                <c:pt idx="15492">
                  <c:v>0.20089886914226199</c:v>
                </c:pt>
                <c:pt idx="15493">
                  <c:v>0.20090076702319223</c:v>
                </c:pt>
                <c:pt idx="15494">
                  <c:v>0.20090178575232412</c:v>
                </c:pt>
                <c:pt idx="15495">
                  <c:v>0.20093331009825338</c:v>
                </c:pt>
                <c:pt idx="15496">
                  <c:v>0.20093932915438439</c:v>
                </c:pt>
                <c:pt idx="15497">
                  <c:v>0.20093943687444024</c:v>
                </c:pt>
                <c:pt idx="15498">
                  <c:v>0.20095044432711931</c:v>
                </c:pt>
                <c:pt idx="15499">
                  <c:v>0.2009523476231066</c:v>
                </c:pt>
                <c:pt idx="15500">
                  <c:v>0.20097968760239765</c:v>
                </c:pt>
                <c:pt idx="15501">
                  <c:v>0.20099477886898792</c:v>
                </c:pt>
                <c:pt idx="15502">
                  <c:v>0.20100344958351327</c:v>
                </c:pt>
                <c:pt idx="15503">
                  <c:v>0.20101335408632975</c:v>
                </c:pt>
                <c:pt idx="15504">
                  <c:v>0.20101480359460194</c:v>
                </c:pt>
                <c:pt idx="15505">
                  <c:v>0.20104022009201458</c:v>
                </c:pt>
                <c:pt idx="15506">
                  <c:v>0.20107091784215936</c:v>
                </c:pt>
                <c:pt idx="15507">
                  <c:v>0.20107816938448478</c:v>
                </c:pt>
                <c:pt idx="15508">
                  <c:v>0.20108146803678456</c:v>
                </c:pt>
                <c:pt idx="15509">
                  <c:v>0.20109135076452125</c:v>
                </c:pt>
                <c:pt idx="15510">
                  <c:v>0.20109340516972168</c:v>
                </c:pt>
                <c:pt idx="15511">
                  <c:v>0.2011062561662422</c:v>
                </c:pt>
                <c:pt idx="15512">
                  <c:v>0.20111467912780162</c:v>
                </c:pt>
                <c:pt idx="15513">
                  <c:v>0.20111756890539567</c:v>
                </c:pt>
                <c:pt idx="15514">
                  <c:v>0.20111902105148211</c:v>
                </c:pt>
                <c:pt idx="15515">
                  <c:v>0.20113022466638247</c:v>
                </c:pt>
                <c:pt idx="15516">
                  <c:v>0.20115817152872417</c:v>
                </c:pt>
                <c:pt idx="15517">
                  <c:v>0.20119240855622211</c:v>
                </c:pt>
                <c:pt idx="15518">
                  <c:v>0.20120098196540084</c:v>
                </c:pt>
                <c:pt idx="15519">
                  <c:v>0.20120693896202618</c:v>
                </c:pt>
                <c:pt idx="15520">
                  <c:v>0.20120796584288039</c:v>
                </c:pt>
                <c:pt idx="15521">
                  <c:v>0.20123215096313032</c:v>
                </c:pt>
                <c:pt idx="15522">
                  <c:v>0.20123930281151248</c:v>
                </c:pt>
                <c:pt idx="15523">
                  <c:v>0.20123971734966628</c:v>
                </c:pt>
                <c:pt idx="15524">
                  <c:v>0.20124129764934393</c:v>
                </c:pt>
                <c:pt idx="15525">
                  <c:v>0.20124325862465828</c:v>
                </c:pt>
                <c:pt idx="15526">
                  <c:v>0.20124925522700088</c:v>
                </c:pt>
                <c:pt idx="15527">
                  <c:v>0.20125075424404895</c:v>
                </c:pt>
                <c:pt idx="15528">
                  <c:v>0.20125841790473534</c:v>
                </c:pt>
                <c:pt idx="15529">
                  <c:v>0.20127553973712153</c:v>
                </c:pt>
                <c:pt idx="15530">
                  <c:v>0.20127779159567877</c:v>
                </c:pt>
                <c:pt idx="15531">
                  <c:v>0.20127950719767654</c:v>
                </c:pt>
                <c:pt idx="15532">
                  <c:v>0.20128122194170314</c:v>
                </c:pt>
                <c:pt idx="15533">
                  <c:v>0.20128300129670304</c:v>
                </c:pt>
                <c:pt idx="15534">
                  <c:v>0.20129071725363862</c:v>
                </c:pt>
                <c:pt idx="15535">
                  <c:v>0.20130101360009706</c:v>
                </c:pt>
                <c:pt idx="15536">
                  <c:v>0.20130109331950294</c:v>
                </c:pt>
                <c:pt idx="15537">
                  <c:v>0.20133567558213347</c:v>
                </c:pt>
                <c:pt idx="15538">
                  <c:v>0.20137491524515136</c:v>
                </c:pt>
                <c:pt idx="15539">
                  <c:v>0.2014091552380268</c:v>
                </c:pt>
                <c:pt idx="15540">
                  <c:v>0.20141176155865448</c:v>
                </c:pt>
                <c:pt idx="15541">
                  <c:v>0.20141273072679075</c:v>
                </c:pt>
                <c:pt idx="15542">
                  <c:v>0.20144997411828858</c:v>
                </c:pt>
                <c:pt idx="15543">
                  <c:v>0.20145414340508214</c:v>
                </c:pt>
                <c:pt idx="15544">
                  <c:v>0.20146329121608231</c:v>
                </c:pt>
                <c:pt idx="15545">
                  <c:v>0.20148992555422107</c:v>
                </c:pt>
                <c:pt idx="15546">
                  <c:v>0.20150449756475569</c:v>
                </c:pt>
                <c:pt idx="15547">
                  <c:v>0.20152919465105046</c:v>
                </c:pt>
                <c:pt idx="15548">
                  <c:v>0.20155877665293509</c:v>
                </c:pt>
                <c:pt idx="15549">
                  <c:v>0.20156812810515967</c:v>
                </c:pt>
                <c:pt idx="15550">
                  <c:v>0.20157050402433166</c:v>
                </c:pt>
                <c:pt idx="15551">
                  <c:v>0.20157572654926206</c:v>
                </c:pt>
                <c:pt idx="15552">
                  <c:v>0.20158470229094513</c:v>
                </c:pt>
                <c:pt idx="15553">
                  <c:v>0.20160864209889776</c:v>
                </c:pt>
                <c:pt idx="15554">
                  <c:v>0.20161357056802581</c:v>
                </c:pt>
                <c:pt idx="15555">
                  <c:v>0.20162198164555725</c:v>
                </c:pt>
                <c:pt idx="15556">
                  <c:v>0.20162820250318875</c:v>
                </c:pt>
                <c:pt idx="15557">
                  <c:v>0.20165366310991581</c:v>
                </c:pt>
                <c:pt idx="15558">
                  <c:v>0.20167584347193596</c:v>
                </c:pt>
                <c:pt idx="15559">
                  <c:v>0.20169119863913626</c:v>
                </c:pt>
                <c:pt idx="15560">
                  <c:v>0.20171474756539554</c:v>
                </c:pt>
                <c:pt idx="15561">
                  <c:v>0.20172433079121613</c:v>
                </c:pt>
                <c:pt idx="15562">
                  <c:v>0.2017377832242799</c:v>
                </c:pt>
                <c:pt idx="15563">
                  <c:v>0.20175104830228877</c:v>
                </c:pt>
                <c:pt idx="15564">
                  <c:v>0.20175275859118544</c:v>
                </c:pt>
                <c:pt idx="15565">
                  <c:v>0.20175770398160214</c:v>
                </c:pt>
                <c:pt idx="15566">
                  <c:v>0.2017870671554553</c:v>
                </c:pt>
                <c:pt idx="15567">
                  <c:v>0.20178826361555072</c:v>
                </c:pt>
                <c:pt idx="15568">
                  <c:v>0.20181936177487497</c:v>
                </c:pt>
                <c:pt idx="15569">
                  <c:v>0.20182621895613398</c:v>
                </c:pt>
                <c:pt idx="15570">
                  <c:v>0.20182736640711427</c:v>
                </c:pt>
                <c:pt idx="15571">
                  <c:v>0.20183693312623782</c:v>
                </c:pt>
                <c:pt idx="15572">
                  <c:v>0.20184375786298203</c:v>
                </c:pt>
                <c:pt idx="15573">
                  <c:v>0.20184454425773288</c:v>
                </c:pt>
                <c:pt idx="15574">
                  <c:v>0.20185940795021692</c:v>
                </c:pt>
                <c:pt idx="15575">
                  <c:v>0.20186714519385374</c:v>
                </c:pt>
                <c:pt idx="15576">
                  <c:v>0.20189852686839455</c:v>
                </c:pt>
                <c:pt idx="15577">
                  <c:v>0.20190649195486909</c:v>
                </c:pt>
                <c:pt idx="15578">
                  <c:v>0.2019076722944857</c:v>
                </c:pt>
                <c:pt idx="15579">
                  <c:v>0.2019291939327274</c:v>
                </c:pt>
                <c:pt idx="15580">
                  <c:v>0.20200124822593729</c:v>
                </c:pt>
                <c:pt idx="15581">
                  <c:v>0.20201444000679114</c:v>
                </c:pt>
                <c:pt idx="15582">
                  <c:v>0.20203430293702834</c:v>
                </c:pt>
                <c:pt idx="15583">
                  <c:v>0.2020349899675036</c:v>
                </c:pt>
                <c:pt idx="15584">
                  <c:v>0.20204056649661337</c:v>
                </c:pt>
                <c:pt idx="15585">
                  <c:v>0.20207423358173177</c:v>
                </c:pt>
                <c:pt idx="15586">
                  <c:v>0.20208124579816267</c:v>
                </c:pt>
                <c:pt idx="15587">
                  <c:v>0.20213790771042683</c:v>
                </c:pt>
                <c:pt idx="15588">
                  <c:v>0.20213966758199803</c:v>
                </c:pt>
                <c:pt idx="15589">
                  <c:v>0.20218015077416265</c:v>
                </c:pt>
                <c:pt idx="15590">
                  <c:v>0.20221618627321467</c:v>
                </c:pt>
                <c:pt idx="15591">
                  <c:v>0.20222258658466319</c:v>
                </c:pt>
                <c:pt idx="15592">
                  <c:v>0.20222813946996351</c:v>
                </c:pt>
                <c:pt idx="15593">
                  <c:v>0.20223565820032571</c:v>
                </c:pt>
                <c:pt idx="15594">
                  <c:v>0.20224355097768487</c:v>
                </c:pt>
                <c:pt idx="15595">
                  <c:v>0.20224501479598236</c:v>
                </c:pt>
                <c:pt idx="15596">
                  <c:v>0.20226603449072345</c:v>
                </c:pt>
                <c:pt idx="15597">
                  <c:v>0.20228251836692843</c:v>
                </c:pt>
                <c:pt idx="15598">
                  <c:v>0.20229353133523242</c:v>
                </c:pt>
                <c:pt idx="15599">
                  <c:v>0.20232897481503917</c:v>
                </c:pt>
                <c:pt idx="15600">
                  <c:v>0.20234929402147045</c:v>
                </c:pt>
                <c:pt idx="15601">
                  <c:v>0.20236602934990769</c:v>
                </c:pt>
                <c:pt idx="15602">
                  <c:v>0.20236691659119665</c:v>
                </c:pt>
                <c:pt idx="15603">
                  <c:v>0.20236777748963325</c:v>
                </c:pt>
                <c:pt idx="15604">
                  <c:v>0.2023696395985633</c:v>
                </c:pt>
                <c:pt idx="15605">
                  <c:v>0.20239330341261363</c:v>
                </c:pt>
                <c:pt idx="15606">
                  <c:v>0.20246228977012898</c:v>
                </c:pt>
                <c:pt idx="15607">
                  <c:v>0.20247407195524322</c:v>
                </c:pt>
                <c:pt idx="15608">
                  <c:v>0.20251355334640714</c:v>
                </c:pt>
                <c:pt idx="15609">
                  <c:v>0.20256045104582709</c:v>
                </c:pt>
                <c:pt idx="15610">
                  <c:v>0.20262932068744999</c:v>
                </c:pt>
                <c:pt idx="15611">
                  <c:v>0.20264361211304177</c:v>
                </c:pt>
                <c:pt idx="15612">
                  <c:v>0.20264517921684319</c:v>
                </c:pt>
                <c:pt idx="15613">
                  <c:v>0.20271566414060663</c:v>
                </c:pt>
                <c:pt idx="15614">
                  <c:v>0.20274048957208504</c:v>
                </c:pt>
                <c:pt idx="15615">
                  <c:v>0.20274382861036297</c:v>
                </c:pt>
                <c:pt idx="15616">
                  <c:v>0.20274468456696071</c:v>
                </c:pt>
                <c:pt idx="15617">
                  <c:v>0.20275147155666529</c:v>
                </c:pt>
                <c:pt idx="15618">
                  <c:v>0.20277424367260344</c:v>
                </c:pt>
                <c:pt idx="15619">
                  <c:v>0.2028078564910625</c:v>
                </c:pt>
                <c:pt idx="15620">
                  <c:v>0.20281188592316626</c:v>
                </c:pt>
                <c:pt idx="15621">
                  <c:v>0.20281225923192228</c:v>
                </c:pt>
                <c:pt idx="15622">
                  <c:v>0.20283947777178016</c:v>
                </c:pt>
                <c:pt idx="15623">
                  <c:v>0.20284361381173854</c:v>
                </c:pt>
                <c:pt idx="15624">
                  <c:v>0.20285896458309272</c:v>
                </c:pt>
                <c:pt idx="15625">
                  <c:v>0.20287936840787618</c:v>
                </c:pt>
                <c:pt idx="15626">
                  <c:v>0.20292870161110282</c:v>
                </c:pt>
                <c:pt idx="15627">
                  <c:v>0.20296219799248916</c:v>
                </c:pt>
                <c:pt idx="15628">
                  <c:v>0.20296365025763244</c:v>
                </c:pt>
                <c:pt idx="15629">
                  <c:v>0.20296365951412237</c:v>
                </c:pt>
                <c:pt idx="15630">
                  <c:v>0.20299189596711645</c:v>
                </c:pt>
                <c:pt idx="15631">
                  <c:v>0.20301448563637201</c:v>
                </c:pt>
                <c:pt idx="15632">
                  <c:v>0.20302421275768973</c:v>
                </c:pt>
                <c:pt idx="15633">
                  <c:v>0.20302631987808045</c:v>
                </c:pt>
                <c:pt idx="15634">
                  <c:v>0.20310737515378169</c:v>
                </c:pt>
                <c:pt idx="15635">
                  <c:v>0.20311164103284229</c:v>
                </c:pt>
                <c:pt idx="15636">
                  <c:v>0.20311503932278599</c:v>
                </c:pt>
                <c:pt idx="15637">
                  <c:v>0.20312426073581519</c:v>
                </c:pt>
                <c:pt idx="15638">
                  <c:v>0.20312725951233662</c:v>
                </c:pt>
                <c:pt idx="15639">
                  <c:v>0.20312737370240752</c:v>
                </c:pt>
                <c:pt idx="15640">
                  <c:v>0.20313191874826164</c:v>
                </c:pt>
                <c:pt idx="15641">
                  <c:v>0.20313747185455786</c:v>
                </c:pt>
                <c:pt idx="15642">
                  <c:v>0.20319034073855993</c:v>
                </c:pt>
                <c:pt idx="15643">
                  <c:v>0.20320649633530261</c:v>
                </c:pt>
                <c:pt idx="15644">
                  <c:v>0.20321716566270023</c:v>
                </c:pt>
                <c:pt idx="15645">
                  <c:v>0.20325469582485528</c:v>
                </c:pt>
                <c:pt idx="15646">
                  <c:v>0.2032564965494284</c:v>
                </c:pt>
                <c:pt idx="15647">
                  <c:v>0.20325916047926548</c:v>
                </c:pt>
                <c:pt idx="15648">
                  <c:v>0.20328257318694903</c:v>
                </c:pt>
                <c:pt idx="15649">
                  <c:v>0.20329837376226223</c:v>
                </c:pt>
                <c:pt idx="15650">
                  <c:v>0.20330593540998826</c:v>
                </c:pt>
                <c:pt idx="15651">
                  <c:v>0.20331010131750624</c:v>
                </c:pt>
                <c:pt idx="15652">
                  <c:v>0.20332302065484395</c:v>
                </c:pt>
                <c:pt idx="15653">
                  <c:v>0.20334011651801331</c:v>
                </c:pt>
                <c:pt idx="15654">
                  <c:v>0.20335778863859214</c:v>
                </c:pt>
                <c:pt idx="15655">
                  <c:v>0.20336341538787184</c:v>
                </c:pt>
                <c:pt idx="15656">
                  <c:v>0.20336455829890801</c:v>
                </c:pt>
                <c:pt idx="15657">
                  <c:v>0.20336777997844266</c:v>
                </c:pt>
                <c:pt idx="15658">
                  <c:v>0.20337639437224839</c:v>
                </c:pt>
                <c:pt idx="15659">
                  <c:v>0.20338476641959227</c:v>
                </c:pt>
                <c:pt idx="15660">
                  <c:v>0.20339485044508004</c:v>
                </c:pt>
                <c:pt idx="15661">
                  <c:v>0.20340497051404846</c:v>
                </c:pt>
                <c:pt idx="15662">
                  <c:v>0.20341174853289978</c:v>
                </c:pt>
                <c:pt idx="15663">
                  <c:v>0.20345267817561868</c:v>
                </c:pt>
                <c:pt idx="15664">
                  <c:v>0.20345270518289776</c:v>
                </c:pt>
                <c:pt idx="15665">
                  <c:v>0.20345593357233657</c:v>
                </c:pt>
                <c:pt idx="15666">
                  <c:v>0.20347007135673828</c:v>
                </c:pt>
                <c:pt idx="15667">
                  <c:v>0.20347568992100037</c:v>
                </c:pt>
                <c:pt idx="15668">
                  <c:v>0.20350161533438876</c:v>
                </c:pt>
                <c:pt idx="15669">
                  <c:v>0.20350183810291497</c:v>
                </c:pt>
                <c:pt idx="15670">
                  <c:v>0.20351347128155112</c:v>
                </c:pt>
                <c:pt idx="15671">
                  <c:v>0.203529910786139</c:v>
                </c:pt>
                <c:pt idx="15672">
                  <c:v>0.20353647407724818</c:v>
                </c:pt>
                <c:pt idx="15673">
                  <c:v>0.20357329449125841</c:v>
                </c:pt>
                <c:pt idx="15674">
                  <c:v>0.20357613895481244</c:v>
                </c:pt>
                <c:pt idx="15675">
                  <c:v>0.20357811692313083</c:v>
                </c:pt>
                <c:pt idx="15676">
                  <c:v>0.20359482832484185</c:v>
                </c:pt>
                <c:pt idx="15677">
                  <c:v>0.20359943959730709</c:v>
                </c:pt>
                <c:pt idx="15678">
                  <c:v>0.20363277149145004</c:v>
                </c:pt>
                <c:pt idx="15679">
                  <c:v>0.20364221530410995</c:v>
                </c:pt>
                <c:pt idx="15680">
                  <c:v>0.20364519368764258</c:v>
                </c:pt>
                <c:pt idx="15681">
                  <c:v>0.20366534422152266</c:v>
                </c:pt>
                <c:pt idx="15682">
                  <c:v>0.20373096228323145</c:v>
                </c:pt>
                <c:pt idx="15683">
                  <c:v>0.20374300187274333</c:v>
                </c:pt>
                <c:pt idx="15684">
                  <c:v>0.20374671249291457</c:v>
                </c:pt>
                <c:pt idx="15685">
                  <c:v>0.2037527743517884</c:v>
                </c:pt>
                <c:pt idx="15686">
                  <c:v>0.20377763101651855</c:v>
                </c:pt>
                <c:pt idx="15687">
                  <c:v>0.20377959083047942</c:v>
                </c:pt>
                <c:pt idx="15688">
                  <c:v>0.20379657811937738</c:v>
                </c:pt>
                <c:pt idx="15689">
                  <c:v>0.20381833385977169</c:v>
                </c:pt>
                <c:pt idx="15690">
                  <c:v>0.20382613177616338</c:v>
                </c:pt>
                <c:pt idx="15691">
                  <c:v>0.20385134341117772</c:v>
                </c:pt>
                <c:pt idx="15692">
                  <c:v>0.20385711933252129</c:v>
                </c:pt>
                <c:pt idx="15693">
                  <c:v>0.20388959965508019</c:v>
                </c:pt>
                <c:pt idx="15694">
                  <c:v>0.20393397418521134</c:v>
                </c:pt>
                <c:pt idx="15695">
                  <c:v>0.20396647632267401</c:v>
                </c:pt>
                <c:pt idx="15696">
                  <c:v>0.20398327993256274</c:v>
                </c:pt>
                <c:pt idx="15697">
                  <c:v>0.20402284554364147</c:v>
                </c:pt>
                <c:pt idx="15698">
                  <c:v>0.20404657458578618</c:v>
                </c:pt>
                <c:pt idx="15699">
                  <c:v>0.20409373442583578</c:v>
                </c:pt>
                <c:pt idx="15700">
                  <c:v>0.2041222830320116</c:v>
                </c:pt>
                <c:pt idx="15701">
                  <c:v>0.20413111916985055</c:v>
                </c:pt>
                <c:pt idx="15702">
                  <c:v>0.20413265445030676</c:v>
                </c:pt>
                <c:pt idx="15703">
                  <c:v>0.2041335137767411</c:v>
                </c:pt>
                <c:pt idx="15704">
                  <c:v>0.20414117599430956</c:v>
                </c:pt>
                <c:pt idx="15705">
                  <c:v>0.20416608991131033</c:v>
                </c:pt>
                <c:pt idx="15706">
                  <c:v>0.20418412039039474</c:v>
                </c:pt>
                <c:pt idx="15707">
                  <c:v>0.20418792210365314</c:v>
                </c:pt>
                <c:pt idx="15708">
                  <c:v>0.20419548459899839</c:v>
                </c:pt>
                <c:pt idx="15709">
                  <c:v>0.20420366976760909</c:v>
                </c:pt>
                <c:pt idx="15710">
                  <c:v>0.20422811940791005</c:v>
                </c:pt>
                <c:pt idx="15711">
                  <c:v>0.20428638581239089</c:v>
                </c:pt>
                <c:pt idx="15712">
                  <c:v>0.20429482874284863</c:v>
                </c:pt>
                <c:pt idx="15713">
                  <c:v>0.20437030647976678</c:v>
                </c:pt>
                <c:pt idx="15714">
                  <c:v>0.20437783359222778</c:v>
                </c:pt>
                <c:pt idx="15715">
                  <c:v>0.20437864083291243</c:v>
                </c:pt>
                <c:pt idx="15716">
                  <c:v>0.20438468038982074</c:v>
                </c:pt>
                <c:pt idx="15717">
                  <c:v>0.20439152835998156</c:v>
                </c:pt>
                <c:pt idx="15718">
                  <c:v>0.2043926357843521</c:v>
                </c:pt>
                <c:pt idx="15719">
                  <c:v>0.20442337766928159</c:v>
                </c:pt>
                <c:pt idx="15720">
                  <c:v>0.2044238560391147</c:v>
                </c:pt>
                <c:pt idx="15721">
                  <c:v>0.20443645735396057</c:v>
                </c:pt>
                <c:pt idx="15722">
                  <c:v>0.20445924592157644</c:v>
                </c:pt>
                <c:pt idx="15723">
                  <c:v>0.20447026072213528</c:v>
                </c:pt>
                <c:pt idx="15724">
                  <c:v>0.20448805016756513</c:v>
                </c:pt>
                <c:pt idx="15725">
                  <c:v>0.20449895565877216</c:v>
                </c:pt>
                <c:pt idx="15726">
                  <c:v>0.20450841087942476</c:v>
                </c:pt>
                <c:pt idx="15727">
                  <c:v>0.20451674531793582</c:v>
                </c:pt>
                <c:pt idx="15728">
                  <c:v>0.20453943846879924</c:v>
                </c:pt>
                <c:pt idx="15729">
                  <c:v>0.20454048482435561</c:v>
                </c:pt>
                <c:pt idx="15730">
                  <c:v>0.20458023999438191</c:v>
                </c:pt>
                <c:pt idx="15731">
                  <c:v>0.20458686535578827</c:v>
                </c:pt>
                <c:pt idx="15732">
                  <c:v>0.20459949762631827</c:v>
                </c:pt>
                <c:pt idx="15733">
                  <c:v>0.20461413584151414</c:v>
                </c:pt>
                <c:pt idx="15734">
                  <c:v>0.20467120658277149</c:v>
                </c:pt>
                <c:pt idx="15735">
                  <c:v>0.20472537009886344</c:v>
                </c:pt>
                <c:pt idx="15736">
                  <c:v>0.20472744574878113</c:v>
                </c:pt>
                <c:pt idx="15737">
                  <c:v>0.20476014713991458</c:v>
                </c:pt>
                <c:pt idx="15738">
                  <c:v>0.20479331312065222</c:v>
                </c:pt>
                <c:pt idx="15739">
                  <c:v>0.2048029233400501</c:v>
                </c:pt>
                <c:pt idx="15740">
                  <c:v>0.20482038406942391</c:v>
                </c:pt>
                <c:pt idx="15741">
                  <c:v>0.20482670000095396</c:v>
                </c:pt>
                <c:pt idx="15742">
                  <c:v>0.20482996139243781</c:v>
                </c:pt>
                <c:pt idx="15743">
                  <c:v>0.20490306563822688</c:v>
                </c:pt>
                <c:pt idx="15744">
                  <c:v>0.20492574634823171</c:v>
                </c:pt>
                <c:pt idx="15745">
                  <c:v>0.20493508338486327</c:v>
                </c:pt>
                <c:pt idx="15746">
                  <c:v>0.20494627175804758</c:v>
                </c:pt>
                <c:pt idx="15747">
                  <c:v>0.20495017011377081</c:v>
                </c:pt>
                <c:pt idx="15748">
                  <c:v>0.20496388043425726</c:v>
                </c:pt>
                <c:pt idx="15749">
                  <c:v>0.20499572515934594</c:v>
                </c:pt>
                <c:pt idx="15750">
                  <c:v>0.20501208582822733</c:v>
                </c:pt>
                <c:pt idx="15751">
                  <c:v>0.20503326784069947</c:v>
                </c:pt>
                <c:pt idx="15752">
                  <c:v>0.20507029741049373</c:v>
                </c:pt>
                <c:pt idx="15753">
                  <c:v>0.20509093072209511</c:v>
                </c:pt>
                <c:pt idx="15754">
                  <c:v>0.20509324458774869</c:v>
                </c:pt>
                <c:pt idx="15755">
                  <c:v>0.20512087909462037</c:v>
                </c:pt>
                <c:pt idx="15756">
                  <c:v>0.20513644551131349</c:v>
                </c:pt>
                <c:pt idx="15757">
                  <c:v>0.20514476924956956</c:v>
                </c:pt>
                <c:pt idx="15758">
                  <c:v>0.20518845412213327</c:v>
                </c:pt>
                <c:pt idx="15759">
                  <c:v>0.2052139607678147</c:v>
                </c:pt>
                <c:pt idx="15760">
                  <c:v>0.20524077445896977</c:v>
                </c:pt>
                <c:pt idx="15761">
                  <c:v>0.20524391607368064</c:v>
                </c:pt>
                <c:pt idx="15762">
                  <c:v>0.20524944731500699</c:v>
                </c:pt>
                <c:pt idx="15763">
                  <c:v>0.20525628945288626</c:v>
                </c:pt>
                <c:pt idx="15764">
                  <c:v>0.2052587931652145</c:v>
                </c:pt>
                <c:pt idx="15765">
                  <c:v>0.20528677741010756</c:v>
                </c:pt>
                <c:pt idx="15766">
                  <c:v>0.20530351767493271</c:v>
                </c:pt>
                <c:pt idx="15767">
                  <c:v>0.2053104216513997</c:v>
                </c:pt>
                <c:pt idx="15768">
                  <c:v>0.20534986107405054</c:v>
                </c:pt>
                <c:pt idx="15769">
                  <c:v>0.20535288504253491</c:v>
                </c:pt>
                <c:pt idx="15770">
                  <c:v>0.20536876852905761</c:v>
                </c:pt>
                <c:pt idx="15771">
                  <c:v>0.20536901088490897</c:v>
                </c:pt>
                <c:pt idx="15772">
                  <c:v>0.20537059942771732</c:v>
                </c:pt>
                <c:pt idx="15773">
                  <c:v>0.20537909756579503</c:v>
                </c:pt>
                <c:pt idx="15774">
                  <c:v>0.20539062881603895</c:v>
                </c:pt>
                <c:pt idx="15775">
                  <c:v>0.2053923146981845</c:v>
                </c:pt>
                <c:pt idx="15776">
                  <c:v>0.20539971950044245</c:v>
                </c:pt>
                <c:pt idx="15777">
                  <c:v>0.20540418116277176</c:v>
                </c:pt>
                <c:pt idx="15778">
                  <c:v>0.20542523109314914</c:v>
                </c:pt>
                <c:pt idx="15779">
                  <c:v>0.20543009628422113</c:v>
                </c:pt>
                <c:pt idx="15780">
                  <c:v>0.2054621158716449</c:v>
                </c:pt>
                <c:pt idx="15781">
                  <c:v>0.20546560069203751</c:v>
                </c:pt>
                <c:pt idx="15782">
                  <c:v>0.20547585342139091</c:v>
                </c:pt>
                <c:pt idx="15783">
                  <c:v>0.20550508676546392</c:v>
                </c:pt>
                <c:pt idx="15784">
                  <c:v>0.20550719569067599</c:v>
                </c:pt>
                <c:pt idx="15785">
                  <c:v>0.20551069356687873</c:v>
                </c:pt>
                <c:pt idx="15786">
                  <c:v>0.20552033476536119</c:v>
                </c:pt>
                <c:pt idx="15787">
                  <c:v>0.20556714513014823</c:v>
                </c:pt>
                <c:pt idx="15788">
                  <c:v>0.20556849862156795</c:v>
                </c:pt>
                <c:pt idx="15789">
                  <c:v>0.20559066290275874</c:v>
                </c:pt>
                <c:pt idx="15790">
                  <c:v>0.2055939358078514</c:v>
                </c:pt>
                <c:pt idx="15791">
                  <c:v>0.20564383734319586</c:v>
                </c:pt>
                <c:pt idx="15792">
                  <c:v>0.20565483244630683</c:v>
                </c:pt>
                <c:pt idx="15793">
                  <c:v>0.20568208344256125</c:v>
                </c:pt>
                <c:pt idx="15794">
                  <c:v>0.2056845784559358</c:v>
                </c:pt>
                <c:pt idx="15795">
                  <c:v>0.20573832409490661</c:v>
                </c:pt>
                <c:pt idx="15796">
                  <c:v>0.20574117441103953</c:v>
                </c:pt>
                <c:pt idx="15797">
                  <c:v>0.20575532247532294</c:v>
                </c:pt>
                <c:pt idx="15798">
                  <c:v>0.20576928236556871</c:v>
                </c:pt>
                <c:pt idx="15799">
                  <c:v>0.20577466597819208</c:v>
                </c:pt>
                <c:pt idx="15800">
                  <c:v>0.20581750144275207</c:v>
                </c:pt>
                <c:pt idx="15801">
                  <c:v>0.20583954301185528</c:v>
                </c:pt>
                <c:pt idx="15802">
                  <c:v>0.20585314426394863</c:v>
                </c:pt>
                <c:pt idx="15803">
                  <c:v>0.20585653338886747</c:v>
                </c:pt>
                <c:pt idx="15804">
                  <c:v>0.20585715894747333</c:v>
                </c:pt>
                <c:pt idx="15805">
                  <c:v>0.20586879830758414</c:v>
                </c:pt>
                <c:pt idx="15806">
                  <c:v>0.20588677817685516</c:v>
                </c:pt>
                <c:pt idx="15807">
                  <c:v>0.20589509737827646</c:v>
                </c:pt>
                <c:pt idx="15808">
                  <c:v>0.20593273184494351</c:v>
                </c:pt>
                <c:pt idx="15809">
                  <c:v>0.20595166445783722</c:v>
                </c:pt>
                <c:pt idx="15810">
                  <c:v>0.20597298165417544</c:v>
                </c:pt>
                <c:pt idx="15811">
                  <c:v>0.20597523262471398</c:v>
                </c:pt>
                <c:pt idx="15812">
                  <c:v>0.20597580621328598</c:v>
                </c:pt>
                <c:pt idx="15813">
                  <c:v>0.20598664216109461</c:v>
                </c:pt>
                <c:pt idx="15814">
                  <c:v>0.20601136280855772</c:v>
                </c:pt>
                <c:pt idx="15815">
                  <c:v>0.20602506581526692</c:v>
                </c:pt>
                <c:pt idx="15816">
                  <c:v>0.20602535035737324</c:v>
                </c:pt>
                <c:pt idx="15817">
                  <c:v>0.20603574238274988</c:v>
                </c:pt>
                <c:pt idx="15818">
                  <c:v>0.20605654024255196</c:v>
                </c:pt>
                <c:pt idx="15819">
                  <c:v>0.20605921943426353</c:v>
                </c:pt>
                <c:pt idx="15820">
                  <c:v>0.2060704822244131</c:v>
                </c:pt>
                <c:pt idx="15821">
                  <c:v>0.20609265768730153</c:v>
                </c:pt>
                <c:pt idx="15822">
                  <c:v>0.20609453153939308</c:v>
                </c:pt>
                <c:pt idx="15823">
                  <c:v>0.20611477943716786</c:v>
                </c:pt>
                <c:pt idx="15824">
                  <c:v>0.20612648208132781</c:v>
                </c:pt>
                <c:pt idx="15825">
                  <c:v>0.20615235790998784</c:v>
                </c:pt>
                <c:pt idx="15826">
                  <c:v>0.2061738820424634</c:v>
                </c:pt>
                <c:pt idx="15827">
                  <c:v>0.20618136673697918</c:v>
                </c:pt>
                <c:pt idx="15828">
                  <c:v>0.20618977203426253</c:v>
                </c:pt>
                <c:pt idx="15829">
                  <c:v>0.20619865984337865</c:v>
                </c:pt>
                <c:pt idx="15830">
                  <c:v>0.20620651681470123</c:v>
                </c:pt>
                <c:pt idx="15831">
                  <c:v>0.20621049127894892</c:v>
                </c:pt>
                <c:pt idx="15832">
                  <c:v>0.20621374048592986</c:v>
                </c:pt>
                <c:pt idx="15833">
                  <c:v>0.2062597863828694</c:v>
                </c:pt>
                <c:pt idx="15834">
                  <c:v>0.20628944236517943</c:v>
                </c:pt>
                <c:pt idx="15835">
                  <c:v>0.20630485793758066</c:v>
                </c:pt>
                <c:pt idx="15836">
                  <c:v>0.20632734760187776</c:v>
                </c:pt>
                <c:pt idx="15837">
                  <c:v>0.20633881743513671</c:v>
                </c:pt>
                <c:pt idx="15838">
                  <c:v>0.2063950083694932</c:v>
                </c:pt>
                <c:pt idx="15839">
                  <c:v>0.20639677942254914</c:v>
                </c:pt>
                <c:pt idx="15840">
                  <c:v>0.20640436278567495</c:v>
                </c:pt>
                <c:pt idx="15841">
                  <c:v>0.2064136713988943</c:v>
                </c:pt>
                <c:pt idx="15842">
                  <c:v>0.2064194259724145</c:v>
                </c:pt>
                <c:pt idx="15843">
                  <c:v>0.20644928360534254</c:v>
                </c:pt>
                <c:pt idx="15844">
                  <c:v>0.20646016224847089</c:v>
                </c:pt>
                <c:pt idx="15845">
                  <c:v>0.20648679472116482</c:v>
                </c:pt>
                <c:pt idx="15846">
                  <c:v>0.20648850261405038</c:v>
                </c:pt>
                <c:pt idx="15847">
                  <c:v>0.20648955625032889</c:v>
                </c:pt>
                <c:pt idx="15848">
                  <c:v>0.20649530163617807</c:v>
                </c:pt>
                <c:pt idx="15849">
                  <c:v>0.20651103059478312</c:v>
                </c:pt>
                <c:pt idx="15850">
                  <c:v>0.20651458264320885</c:v>
                </c:pt>
                <c:pt idx="15851">
                  <c:v>0.20653147403836367</c:v>
                </c:pt>
                <c:pt idx="15852">
                  <c:v>0.20658174131568052</c:v>
                </c:pt>
                <c:pt idx="15853">
                  <c:v>0.20658373707680155</c:v>
                </c:pt>
                <c:pt idx="15854">
                  <c:v>0.20663535821916271</c:v>
                </c:pt>
                <c:pt idx="15855">
                  <c:v>0.20664541824523869</c:v>
                </c:pt>
                <c:pt idx="15856">
                  <c:v>0.20665867265131765</c:v>
                </c:pt>
                <c:pt idx="15857">
                  <c:v>0.20667128274133037</c:v>
                </c:pt>
                <c:pt idx="15858">
                  <c:v>0.20668355212885561</c:v>
                </c:pt>
                <c:pt idx="15859">
                  <c:v>0.20669179682163921</c:v>
                </c:pt>
                <c:pt idx="15860">
                  <c:v>0.20669819998628658</c:v>
                </c:pt>
                <c:pt idx="15861">
                  <c:v>0.20672806455518414</c:v>
                </c:pt>
                <c:pt idx="15862">
                  <c:v>0.20672875784005879</c:v>
                </c:pt>
                <c:pt idx="15863">
                  <c:v>0.2067571039891786</c:v>
                </c:pt>
                <c:pt idx="15864">
                  <c:v>0.20678634467027257</c:v>
                </c:pt>
                <c:pt idx="15865">
                  <c:v>0.20680885714284106</c:v>
                </c:pt>
                <c:pt idx="15866">
                  <c:v>0.2068135492463202</c:v>
                </c:pt>
                <c:pt idx="15867">
                  <c:v>0.20682956933306965</c:v>
                </c:pt>
                <c:pt idx="15868">
                  <c:v>0.20690907455351934</c:v>
                </c:pt>
                <c:pt idx="15869">
                  <c:v>0.20693607097161393</c:v>
                </c:pt>
                <c:pt idx="15870">
                  <c:v>0.20694166362345995</c:v>
                </c:pt>
                <c:pt idx="15871">
                  <c:v>0.2069425187607469</c:v>
                </c:pt>
                <c:pt idx="15872">
                  <c:v>0.20695156550663044</c:v>
                </c:pt>
                <c:pt idx="15873">
                  <c:v>0.20695720915376475</c:v>
                </c:pt>
                <c:pt idx="15874">
                  <c:v>0.20695774331499842</c:v>
                </c:pt>
                <c:pt idx="15875">
                  <c:v>0.20697595604107019</c:v>
                </c:pt>
                <c:pt idx="15876">
                  <c:v>0.20699606339088455</c:v>
                </c:pt>
                <c:pt idx="15877">
                  <c:v>0.20700901174865041</c:v>
                </c:pt>
                <c:pt idx="15878">
                  <c:v>0.20701064938015939</c:v>
                </c:pt>
                <c:pt idx="15879">
                  <c:v>0.20703472402846115</c:v>
                </c:pt>
                <c:pt idx="15880">
                  <c:v>0.20705268581097236</c:v>
                </c:pt>
                <c:pt idx="15881">
                  <c:v>0.20705367468945346</c:v>
                </c:pt>
                <c:pt idx="15882">
                  <c:v>0.20706150979839485</c:v>
                </c:pt>
                <c:pt idx="15883">
                  <c:v>0.20707986451868793</c:v>
                </c:pt>
                <c:pt idx="15884">
                  <c:v>0.20707988314208142</c:v>
                </c:pt>
                <c:pt idx="15885">
                  <c:v>0.20709002097124954</c:v>
                </c:pt>
                <c:pt idx="15886">
                  <c:v>0.2070912431293685</c:v>
                </c:pt>
                <c:pt idx="15887">
                  <c:v>0.20709351631756776</c:v>
                </c:pt>
                <c:pt idx="15888">
                  <c:v>0.20711047152321183</c:v>
                </c:pt>
                <c:pt idx="15889">
                  <c:v>0.207120845161197</c:v>
                </c:pt>
                <c:pt idx="15890">
                  <c:v>0.20713744303025533</c:v>
                </c:pt>
                <c:pt idx="15891">
                  <c:v>0.20716180781560364</c:v>
                </c:pt>
                <c:pt idx="15892">
                  <c:v>0.20716829845174994</c:v>
                </c:pt>
                <c:pt idx="15893">
                  <c:v>0.20716881648471017</c:v>
                </c:pt>
                <c:pt idx="15894">
                  <c:v>0.20718999370211158</c:v>
                </c:pt>
                <c:pt idx="15895">
                  <c:v>0.20720821636779879</c:v>
                </c:pt>
                <c:pt idx="15896">
                  <c:v>0.20723219071169108</c:v>
                </c:pt>
                <c:pt idx="15897">
                  <c:v>0.207256394902255</c:v>
                </c:pt>
                <c:pt idx="15898">
                  <c:v>0.20726271643895477</c:v>
                </c:pt>
                <c:pt idx="15899">
                  <c:v>0.20727196921743923</c:v>
                </c:pt>
                <c:pt idx="15900">
                  <c:v>0.20727995135309615</c:v>
                </c:pt>
                <c:pt idx="15901">
                  <c:v>0.20728056289881969</c:v>
                </c:pt>
                <c:pt idx="15902">
                  <c:v>0.20729451957281639</c:v>
                </c:pt>
                <c:pt idx="15903">
                  <c:v>0.20729884256677225</c:v>
                </c:pt>
                <c:pt idx="15904">
                  <c:v>0.20730117193685341</c:v>
                </c:pt>
                <c:pt idx="15905">
                  <c:v>0.2073095086862399</c:v>
                </c:pt>
                <c:pt idx="15906">
                  <c:v>0.2073183897475856</c:v>
                </c:pt>
                <c:pt idx="15907">
                  <c:v>0.20732244254838486</c:v>
                </c:pt>
                <c:pt idx="15908">
                  <c:v>0.20735170969403058</c:v>
                </c:pt>
                <c:pt idx="15909">
                  <c:v>0.20735371163214442</c:v>
                </c:pt>
                <c:pt idx="15910">
                  <c:v>0.20736595743530711</c:v>
                </c:pt>
                <c:pt idx="15911">
                  <c:v>0.20738815493397172</c:v>
                </c:pt>
                <c:pt idx="15912">
                  <c:v>0.2074117289611945</c:v>
                </c:pt>
                <c:pt idx="15913">
                  <c:v>0.2074361475043339</c:v>
                </c:pt>
                <c:pt idx="15914">
                  <c:v>0.20745457974938311</c:v>
                </c:pt>
                <c:pt idx="15915">
                  <c:v>0.20750842290958571</c:v>
                </c:pt>
                <c:pt idx="15916">
                  <c:v>0.20751686373031925</c:v>
                </c:pt>
                <c:pt idx="15917">
                  <c:v>0.20753137570415048</c:v>
                </c:pt>
                <c:pt idx="15918">
                  <c:v>0.20754873257715134</c:v>
                </c:pt>
                <c:pt idx="15919">
                  <c:v>0.20757196054189761</c:v>
                </c:pt>
                <c:pt idx="15920">
                  <c:v>0.20757600834104681</c:v>
                </c:pt>
                <c:pt idx="15921">
                  <c:v>0.20765336045366972</c:v>
                </c:pt>
                <c:pt idx="15922">
                  <c:v>0.20769076183857615</c:v>
                </c:pt>
                <c:pt idx="15923">
                  <c:v>0.20770180136491823</c:v>
                </c:pt>
                <c:pt idx="15924">
                  <c:v>0.20770430206312304</c:v>
                </c:pt>
                <c:pt idx="15925">
                  <c:v>0.20772395272874794</c:v>
                </c:pt>
                <c:pt idx="15926">
                  <c:v>0.20772505589741297</c:v>
                </c:pt>
                <c:pt idx="15927">
                  <c:v>0.20774850747813345</c:v>
                </c:pt>
                <c:pt idx="15928">
                  <c:v>0.20775928962092677</c:v>
                </c:pt>
                <c:pt idx="15929">
                  <c:v>0.20779564398030892</c:v>
                </c:pt>
                <c:pt idx="15930">
                  <c:v>0.20784702931343058</c:v>
                </c:pt>
                <c:pt idx="15931">
                  <c:v>0.2078613225674287</c:v>
                </c:pt>
                <c:pt idx="15932">
                  <c:v>0.20787975000361777</c:v>
                </c:pt>
                <c:pt idx="15933">
                  <c:v>0.20791152561578943</c:v>
                </c:pt>
                <c:pt idx="15934">
                  <c:v>0.20791182023198387</c:v>
                </c:pt>
                <c:pt idx="15935">
                  <c:v>0.20791643376425561</c:v>
                </c:pt>
                <c:pt idx="15936">
                  <c:v>0.20794644066347054</c:v>
                </c:pt>
                <c:pt idx="15937">
                  <c:v>0.20796110732930786</c:v>
                </c:pt>
                <c:pt idx="15938">
                  <c:v>0.20797327153017486</c:v>
                </c:pt>
                <c:pt idx="15939">
                  <c:v>0.20797681878020974</c:v>
                </c:pt>
                <c:pt idx="15940">
                  <c:v>0.20801125821756172</c:v>
                </c:pt>
                <c:pt idx="15941">
                  <c:v>0.20801344310848999</c:v>
                </c:pt>
                <c:pt idx="15942">
                  <c:v>0.20802010526805792</c:v>
                </c:pt>
                <c:pt idx="15943">
                  <c:v>0.2080468296787987</c:v>
                </c:pt>
                <c:pt idx="15944">
                  <c:v>0.20811448082039261</c:v>
                </c:pt>
                <c:pt idx="15945">
                  <c:v>0.20811830588243777</c:v>
                </c:pt>
                <c:pt idx="15946">
                  <c:v>0.20812180243678075</c:v>
                </c:pt>
                <c:pt idx="15947">
                  <c:v>0.20814367410349011</c:v>
                </c:pt>
                <c:pt idx="15948">
                  <c:v>0.20814510086075477</c:v>
                </c:pt>
                <c:pt idx="15949">
                  <c:v>0.20815470057319196</c:v>
                </c:pt>
                <c:pt idx="15950">
                  <c:v>0.20816269460504477</c:v>
                </c:pt>
                <c:pt idx="15951">
                  <c:v>0.20818631168334109</c:v>
                </c:pt>
                <c:pt idx="15952">
                  <c:v>0.20818771115522691</c:v>
                </c:pt>
                <c:pt idx="15953">
                  <c:v>0.20819266564552566</c:v>
                </c:pt>
                <c:pt idx="15954">
                  <c:v>0.208205162263078</c:v>
                </c:pt>
                <c:pt idx="15955">
                  <c:v>0.20823485641005565</c:v>
                </c:pt>
                <c:pt idx="15956">
                  <c:v>0.20824945367808362</c:v>
                </c:pt>
                <c:pt idx="15957">
                  <c:v>0.20825264809748018</c:v>
                </c:pt>
                <c:pt idx="15958">
                  <c:v>0.20826268195892003</c:v>
                </c:pt>
                <c:pt idx="15959">
                  <c:v>0.2082707728379162</c:v>
                </c:pt>
                <c:pt idx="15960">
                  <c:v>0.20831892186474626</c:v>
                </c:pt>
                <c:pt idx="15961">
                  <c:v>0.20832593400832525</c:v>
                </c:pt>
                <c:pt idx="15962">
                  <c:v>0.20833109948593564</c:v>
                </c:pt>
                <c:pt idx="15963">
                  <c:v>0.20833965501310633</c:v>
                </c:pt>
                <c:pt idx="15964">
                  <c:v>0.20834861211553038</c:v>
                </c:pt>
                <c:pt idx="15965">
                  <c:v>0.2083548873168741</c:v>
                </c:pt>
                <c:pt idx="15966">
                  <c:v>0.20840848792492858</c:v>
                </c:pt>
                <c:pt idx="15967">
                  <c:v>0.20841231055367246</c:v>
                </c:pt>
                <c:pt idx="15968">
                  <c:v>0.20842775346810438</c:v>
                </c:pt>
                <c:pt idx="15969">
                  <c:v>0.20842932025582087</c:v>
                </c:pt>
                <c:pt idx="15970">
                  <c:v>0.20843269140556997</c:v>
                </c:pt>
                <c:pt idx="15971">
                  <c:v>0.20844487951025906</c:v>
                </c:pt>
                <c:pt idx="15972">
                  <c:v>0.20849884361328189</c:v>
                </c:pt>
                <c:pt idx="15973">
                  <c:v>0.20851294614295976</c:v>
                </c:pt>
                <c:pt idx="15974">
                  <c:v>0.2085329132062663</c:v>
                </c:pt>
                <c:pt idx="15975">
                  <c:v>0.20854368268841555</c:v>
                </c:pt>
                <c:pt idx="15976">
                  <c:v>0.20856281963858964</c:v>
                </c:pt>
                <c:pt idx="15977">
                  <c:v>0.20856305849624091</c:v>
                </c:pt>
                <c:pt idx="15978">
                  <c:v>0.20856887625946113</c:v>
                </c:pt>
                <c:pt idx="15979">
                  <c:v>0.20857676074950213</c:v>
                </c:pt>
                <c:pt idx="15980">
                  <c:v>0.20859139625085957</c:v>
                </c:pt>
                <c:pt idx="15981">
                  <c:v>0.20859184289850027</c:v>
                </c:pt>
                <c:pt idx="15982">
                  <c:v>0.20865683686760145</c:v>
                </c:pt>
                <c:pt idx="15983">
                  <c:v>0.20866522864806827</c:v>
                </c:pt>
                <c:pt idx="15984">
                  <c:v>0.20866859811285371</c:v>
                </c:pt>
                <c:pt idx="15985">
                  <c:v>0.20873306155001128</c:v>
                </c:pt>
                <c:pt idx="15986">
                  <c:v>0.20874899333458002</c:v>
                </c:pt>
                <c:pt idx="15987">
                  <c:v>0.20875328814054137</c:v>
                </c:pt>
                <c:pt idx="15988">
                  <c:v>0.20875376400319764</c:v>
                </c:pt>
                <c:pt idx="15989">
                  <c:v>0.20877555977313617</c:v>
                </c:pt>
                <c:pt idx="15990">
                  <c:v>0.20878292235316714</c:v>
                </c:pt>
                <c:pt idx="15991">
                  <c:v>0.20879237270944076</c:v>
                </c:pt>
                <c:pt idx="15992">
                  <c:v>0.20880348048576447</c:v>
                </c:pt>
                <c:pt idx="15993">
                  <c:v>0.20880371685138027</c:v>
                </c:pt>
                <c:pt idx="15994">
                  <c:v>0.20880535211779205</c:v>
                </c:pt>
                <c:pt idx="15995">
                  <c:v>0.20881411934958052</c:v>
                </c:pt>
                <c:pt idx="15996">
                  <c:v>0.20884234483513225</c:v>
                </c:pt>
                <c:pt idx="15997">
                  <c:v>0.2088563857920557</c:v>
                </c:pt>
                <c:pt idx="15998">
                  <c:v>0.20885952395836327</c:v>
                </c:pt>
                <c:pt idx="15999">
                  <c:v>0.20891707307698407</c:v>
                </c:pt>
                <c:pt idx="16000">
                  <c:v>0.20892210212521078</c:v>
                </c:pt>
                <c:pt idx="16001">
                  <c:v>0.2089645357034261</c:v>
                </c:pt>
                <c:pt idx="16002">
                  <c:v>0.20899138650494906</c:v>
                </c:pt>
                <c:pt idx="16003">
                  <c:v>0.20900255519009656</c:v>
                </c:pt>
                <c:pt idx="16004">
                  <c:v>0.20900594348940474</c:v>
                </c:pt>
                <c:pt idx="16005">
                  <c:v>0.20900788058414707</c:v>
                </c:pt>
                <c:pt idx="16006">
                  <c:v>0.20902059304010898</c:v>
                </c:pt>
                <c:pt idx="16007">
                  <c:v>0.20905802310008592</c:v>
                </c:pt>
                <c:pt idx="16008">
                  <c:v>0.20907733613768961</c:v>
                </c:pt>
                <c:pt idx="16009">
                  <c:v>0.20907863927736356</c:v>
                </c:pt>
                <c:pt idx="16010">
                  <c:v>0.20908599946066395</c:v>
                </c:pt>
                <c:pt idx="16011">
                  <c:v>0.20909141618430718</c:v>
                </c:pt>
                <c:pt idx="16012">
                  <c:v>0.2090994113915538</c:v>
                </c:pt>
                <c:pt idx="16013">
                  <c:v>0.20910518722909219</c:v>
                </c:pt>
                <c:pt idx="16014">
                  <c:v>0.20915702013521659</c:v>
                </c:pt>
                <c:pt idx="16015">
                  <c:v>0.20916112690344843</c:v>
                </c:pt>
                <c:pt idx="16016">
                  <c:v>0.20916715608674175</c:v>
                </c:pt>
                <c:pt idx="16017">
                  <c:v>0.20917211116378198</c:v>
                </c:pt>
                <c:pt idx="16018">
                  <c:v>0.20918556415958209</c:v>
                </c:pt>
                <c:pt idx="16019">
                  <c:v>0.20920277788230501</c:v>
                </c:pt>
                <c:pt idx="16020">
                  <c:v>0.2092319146466613</c:v>
                </c:pt>
                <c:pt idx="16021">
                  <c:v>0.20924207985094687</c:v>
                </c:pt>
                <c:pt idx="16022">
                  <c:v>0.20925036602943187</c:v>
                </c:pt>
                <c:pt idx="16023">
                  <c:v>0.20926049043447079</c:v>
                </c:pt>
                <c:pt idx="16024">
                  <c:v>0.20929115117801733</c:v>
                </c:pt>
                <c:pt idx="16025">
                  <c:v>0.20929538820089283</c:v>
                </c:pt>
                <c:pt idx="16026">
                  <c:v>0.20930759680339817</c:v>
                </c:pt>
                <c:pt idx="16027">
                  <c:v>0.20932985335180324</c:v>
                </c:pt>
                <c:pt idx="16028">
                  <c:v>0.20933003989721652</c:v>
                </c:pt>
                <c:pt idx="16029">
                  <c:v>0.20934894041570051</c:v>
                </c:pt>
                <c:pt idx="16030">
                  <c:v>0.209388575989473</c:v>
                </c:pt>
                <c:pt idx="16031">
                  <c:v>0.20939444498730159</c:v>
                </c:pt>
                <c:pt idx="16032">
                  <c:v>0.2094083290998206</c:v>
                </c:pt>
                <c:pt idx="16033">
                  <c:v>0.20941423342280868</c:v>
                </c:pt>
                <c:pt idx="16034">
                  <c:v>0.20942013962682499</c:v>
                </c:pt>
                <c:pt idx="16035">
                  <c:v>0.2094252071503496</c:v>
                </c:pt>
                <c:pt idx="16036">
                  <c:v>0.20943354374319612</c:v>
                </c:pt>
                <c:pt idx="16037">
                  <c:v>0.20945965245638246</c:v>
                </c:pt>
                <c:pt idx="16038">
                  <c:v>0.20946712187761637</c:v>
                </c:pt>
                <c:pt idx="16039">
                  <c:v>0.2094899771755431</c:v>
                </c:pt>
                <c:pt idx="16040">
                  <c:v>0.20951827023154046</c:v>
                </c:pt>
                <c:pt idx="16041">
                  <c:v>0.2095451711578995</c:v>
                </c:pt>
                <c:pt idx="16042">
                  <c:v>0.20954801339169871</c:v>
                </c:pt>
                <c:pt idx="16043">
                  <c:v>0.20958884158479921</c:v>
                </c:pt>
                <c:pt idx="16044">
                  <c:v>0.20959604173050334</c:v>
                </c:pt>
                <c:pt idx="16045">
                  <c:v>0.20961096292737344</c:v>
                </c:pt>
                <c:pt idx="16046">
                  <c:v>0.20963710516866646</c:v>
                </c:pt>
                <c:pt idx="16047">
                  <c:v>0.20963780322574779</c:v>
                </c:pt>
                <c:pt idx="16048">
                  <c:v>0.20966288906781305</c:v>
                </c:pt>
                <c:pt idx="16049">
                  <c:v>0.2096790497105816</c:v>
                </c:pt>
                <c:pt idx="16050">
                  <c:v>0.20970880119661831</c:v>
                </c:pt>
                <c:pt idx="16051">
                  <c:v>0.20971240271744604</c:v>
                </c:pt>
                <c:pt idx="16052">
                  <c:v>0.20975779321301818</c:v>
                </c:pt>
                <c:pt idx="16053">
                  <c:v>0.20977377071428427</c:v>
                </c:pt>
                <c:pt idx="16054">
                  <c:v>0.20978109512180892</c:v>
                </c:pt>
                <c:pt idx="16055">
                  <c:v>0.20979855770200423</c:v>
                </c:pt>
                <c:pt idx="16056">
                  <c:v>0.20980326999203758</c:v>
                </c:pt>
                <c:pt idx="16057">
                  <c:v>0.20980332368014992</c:v>
                </c:pt>
                <c:pt idx="16058">
                  <c:v>0.20980983137841047</c:v>
                </c:pt>
                <c:pt idx="16059">
                  <c:v>0.20981465401727728</c:v>
                </c:pt>
                <c:pt idx="16060">
                  <c:v>0.20981541252212438</c:v>
                </c:pt>
                <c:pt idx="16061">
                  <c:v>0.20983129779994567</c:v>
                </c:pt>
                <c:pt idx="16062">
                  <c:v>0.20983766375136009</c:v>
                </c:pt>
                <c:pt idx="16063">
                  <c:v>0.2098505228142265</c:v>
                </c:pt>
                <c:pt idx="16064">
                  <c:v>0.20989175321973416</c:v>
                </c:pt>
                <c:pt idx="16065">
                  <c:v>0.2098960757871213</c:v>
                </c:pt>
                <c:pt idx="16066">
                  <c:v>0.2099101742356187</c:v>
                </c:pt>
                <c:pt idx="16067">
                  <c:v>0.20991070093503339</c:v>
                </c:pt>
                <c:pt idx="16068">
                  <c:v>0.20996745633539124</c:v>
                </c:pt>
                <c:pt idx="16069">
                  <c:v>0.20997802748391478</c:v>
                </c:pt>
                <c:pt idx="16070">
                  <c:v>0.20998619185991871</c:v>
                </c:pt>
                <c:pt idx="16071">
                  <c:v>0.21002591902373569</c:v>
                </c:pt>
                <c:pt idx="16072">
                  <c:v>0.21003424908816606</c:v>
                </c:pt>
                <c:pt idx="16073">
                  <c:v>0.21003595587505697</c:v>
                </c:pt>
                <c:pt idx="16074">
                  <c:v>0.21005281696819506</c:v>
                </c:pt>
                <c:pt idx="16075">
                  <c:v>0.21007918989130328</c:v>
                </c:pt>
                <c:pt idx="16076">
                  <c:v>0.21009098750380392</c:v>
                </c:pt>
                <c:pt idx="16077">
                  <c:v>0.21009502765943788</c:v>
                </c:pt>
                <c:pt idx="16078">
                  <c:v>0.21010403873186545</c:v>
                </c:pt>
                <c:pt idx="16079">
                  <c:v>0.21012083180716437</c:v>
                </c:pt>
                <c:pt idx="16080">
                  <c:v>0.21012187689321674</c:v>
                </c:pt>
                <c:pt idx="16081">
                  <c:v>0.21014190475024164</c:v>
                </c:pt>
                <c:pt idx="16082">
                  <c:v>0.2101705843941418</c:v>
                </c:pt>
                <c:pt idx="16083">
                  <c:v>0.21017889922480584</c:v>
                </c:pt>
                <c:pt idx="16084">
                  <c:v>0.21018633855358854</c:v>
                </c:pt>
                <c:pt idx="16085">
                  <c:v>0.21020420809194201</c:v>
                </c:pt>
                <c:pt idx="16086">
                  <c:v>0.21021144948502896</c:v>
                </c:pt>
                <c:pt idx="16087">
                  <c:v>0.21024250108229103</c:v>
                </c:pt>
                <c:pt idx="16088">
                  <c:v>0.21026872651232464</c:v>
                </c:pt>
                <c:pt idx="16089">
                  <c:v>0.21029768282471195</c:v>
                </c:pt>
                <c:pt idx="16090">
                  <c:v>0.21031458906291095</c:v>
                </c:pt>
                <c:pt idx="16091">
                  <c:v>0.21032518007920731</c:v>
                </c:pt>
                <c:pt idx="16092">
                  <c:v>0.21033102337619006</c:v>
                </c:pt>
                <c:pt idx="16093">
                  <c:v>0.21033826668353078</c:v>
                </c:pt>
                <c:pt idx="16094">
                  <c:v>0.21035299812687283</c:v>
                </c:pt>
                <c:pt idx="16095">
                  <c:v>0.21036644855909253</c:v>
                </c:pt>
                <c:pt idx="16096">
                  <c:v>0.2103964567747664</c:v>
                </c:pt>
                <c:pt idx="16097">
                  <c:v>0.21039729165377774</c:v>
                </c:pt>
                <c:pt idx="16098">
                  <c:v>0.21041412728843942</c:v>
                </c:pt>
                <c:pt idx="16099">
                  <c:v>0.2104156810600582</c:v>
                </c:pt>
                <c:pt idx="16100">
                  <c:v>0.21047484571951983</c:v>
                </c:pt>
                <c:pt idx="16101">
                  <c:v>0.21048701072413281</c:v>
                </c:pt>
                <c:pt idx="16102">
                  <c:v>0.21052288757089341</c:v>
                </c:pt>
                <c:pt idx="16103">
                  <c:v>0.21055442789642825</c:v>
                </c:pt>
                <c:pt idx="16104">
                  <c:v>0.21055487918473592</c:v>
                </c:pt>
                <c:pt idx="16105">
                  <c:v>0.21058367809304698</c:v>
                </c:pt>
                <c:pt idx="16106">
                  <c:v>0.21062005509077164</c:v>
                </c:pt>
                <c:pt idx="16107">
                  <c:v>0.21062533501764938</c:v>
                </c:pt>
                <c:pt idx="16108">
                  <c:v>0.21063202955229829</c:v>
                </c:pt>
                <c:pt idx="16109">
                  <c:v>0.21063554337661181</c:v>
                </c:pt>
                <c:pt idx="16110">
                  <c:v>0.21063712754001115</c:v>
                </c:pt>
                <c:pt idx="16111">
                  <c:v>0.21064549964375137</c:v>
                </c:pt>
                <c:pt idx="16112">
                  <c:v>0.21065096788199891</c:v>
                </c:pt>
                <c:pt idx="16113">
                  <c:v>0.21066703518028118</c:v>
                </c:pt>
                <c:pt idx="16114">
                  <c:v>0.21066786863252271</c:v>
                </c:pt>
                <c:pt idx="16115">
                  <c:v>0.21068142655910918</c:v>
                </c:pt>
                <c:pt idx="16116">
                  <c:v>0.2106870162046669</c:v>
                </c:pt>
                <c:pt idx="16117">
                  <c:v>0.21068920389514109</c:v>
                </c:pt>
                <c:pt idx="16118">
                  <c:v>0.21071860190913896</c:v>
                </c:pt>
                <c:pt idx="16119">
                  <c:v>0.21072663378096829</c:v>
                </c:pt>
                <c:pt idx="16120">
                  <c:v>0.21075015114296541</c:v>
                </c:pt>
                <c:pt idx="16121">
                  <c:v>0.21078214590489822</c:v>
                </c:pt>
                <c:pt idx="16122">
                  <c:v>0.21079466860721605</c:v>
                </c:pt>
                <c:pt idx="16123">
                  <c:v>0.21081075990847897</c:v>
                </c:pt>
                <c:pt idx="16124">
                  <c:v>0.21082365261866765</c:v>
                </c:pt>
                <c:pt idx="16125">
                  <c:v>0.21084198297398191</c:v>
                </c:pt>
                <c:pt idx="16126">
                  <c:v>0.21084489622211866</c:v>
                </c:pt>
                <c:pt idx="16127">
                  <c:v>0.21084768659562816</c:v>
                </c:pt>
                <c:pt idx="16128">
                  <c:v>0.21088445702074377</c:v>
                </c:pt>
                <c:pt idx="16129">
                  <c:v>0.21089321279782675</c:v>
                </c:pt>
                <c:pt idx="16130">
                  <c:v>0.21090179310706894</c:v>
                </c:pt>
                <c:pt idx="16131">
                  <c:v>0.21092654587562376</c:v>
                </c:pt>
                <c:pt idx="16132">
                  <c:v>0.21099018985601944</c:v>
                </c:pt>
                <c:pt idx="16133">
                  <c:v>0.21099803079293139</c:v>
                </c:pt>
                <c:pt idx="16134">
                  <c:v>0.2110170791927771</c:v>
                </c:pt>
                <c:pt idx="16135">
                  <c:v>0.21106886651872309</c:v>
                </c:pt>
                <c:pt idx="16136">
                  <c:v>0.21107286270345749</c:v>
                </c:pt>
                <c:pt idx="16137">
                  <c:v>0.21112352085396677</c:v>
                </c:pt>
                <c:pt idx="16138">
                  <c:v>0.21113907141008831</c:v>
                </c:pt>
                <c:pt idx="16139">
                  <c:v>0.21114505741082298</c:v>
                </c:pt>
                <c:pt idx="16140">
                  <c:v>0.21114649508415434</c:v>
                </c:pt>
                <c:pt idx="16141">
                  <c:v>0.21114863604074968</c:v>
                </c:pt>
                <c:pt idx="16142">
                  <c:v>0.21118122279365745</c:v>
                </c:pt>
                <c:pt idx="16143">
                  <c:v>0.21118259748167414</c:v>
                </c:pt>
                <c:pt idx="16144">
                  <c:v>0.21118862697257926</c:v>
                </c:pt>
                <c:pt idx="16145">
                  <c:v>0.21123045763392509</c:v>
                </c:pt>
                <c:pt idx="16146">
                  <c:v>0.21126815254465212</c:v>
                </c:pt>
                <c:pt idx="16147">
                  <c:v>0.21126980162773024</c:v>
                </c:pt>
                <c:pt idx="16148">
                  <c:v>0.2112822317628911</c:v>
                </c:pt>
                <c:pt idx="16149">
                  <c:v>0.211316457429787</c:v>
                </c:pt>
                <c:pt idx="16150">
                  <c:v>0.21133046279673029</c:v>
                </c:pt>
                <c:pt idx="16151">
                  <c:v>0.21133384946034481</c:v>
                </c:pt>
                <c:pt idx="16152">
                  <c:v>0.21134959657670438</c:v>
                </c:pt>
                <c:pt idx="16153">
                  <c:v>0.21139768740252707</c:v>
                </c:pt>
                <c:pt idx="16154">
                  <c:v>0.21140289675634433</c:v>
                </c:pt>
                <c:pt idx="16155">
                  <c:v>0.21140953759376399</c:v>
                </c:pt>
                <c:pt idx="16156">
                  <c:v>0.21141155916612614</c:v>
                </c:pt>
                <c:pt idx="16157">
                  <c:v>0.21141313091458769</c:v>
                </c:pt>
                <c:pt idx="16158">
                  <c:v>0.21142234877666313</c:v>
                </c:pt>
                <c:pt idx="16159">
                  <c:v>0.21143343084392877</c:v>
                </c:pt>
                <c:pt idx="16160">
                  <c:v>0.2114633712197117</c:v>
                </c:pt>
                <c:pt idx="16161">
                  <c:v>0.21147889739948217</c:v>
                </c:pt>
                <c:pt idx="16162">
                  <c:v>0.21150124054460137</c:v>
                </c:pt>
                <c:pt idx="16163">
                  <c:v>0.21150980019523358</c:v>
                </c:pt>
                <c:pt idx="16164">
                  <c:v>0.21152730615714097</c:v>
                </c:pt>
                <c:pt idx="16165">
                  <c:v>0.21152824192257264</c:v>
                </c:pt>
                <c:pt idx="16166">
                  <c:v>0.21153368568285461</c:v>
                </c:pt>
                <c:pt idx="16167">
                  <c:v>0.21154114781738098</c:v>
                </c:pt>
                <c:pt idx="16168">
                  <c:v>0.2115516239603176</c:v>
                </c:pt>
                <c:pt idx="16169">
                  <c:v>0.21155215942636654</c:v>
                </c:pt>
                <c:pt idx="16170">
                  <c:v>0.2115694433127828</c:v>
                </c:pt>
                <c:pt idx="16171">
                  <c:v>0.21158146710630388</c:v>
                </c:pt>
                <c:pt idx="16172">
                  <c:v>0.21159798955618006</c:v>
                </c:pt>
                <c:pt idx="16173">
                  <c:v>0.21162644518292478</c:v>
                </c:pt>
                <c:pt idx="16174">
                  <c:v>0.21162830768190116</c:v>
                </c:pt>
                <c:pt idx="16175">
                  <c:v>0.21164819325832782</c:v>
                </c:pt>
                <c:pt idx="16176">
                  <c:v>0.21170339687720716</c:v>
                </c:pt>
                <c:pt idx="16177">
                  <c:v>0.21171439955268631</c:v>
                </c:pt>
                <c:pt idx="16178">
                  <c:v>0.21173977608822847</c:v>
                </c:pt>
                <c:pt idx="16179">
                  <c:v>0.21174839933494932</c:v>
                </c:pt>
                <c:pt idx="16180">
                  <c:v>0.21176820071992111</c:v>
                </c:pt>
                <c:pt idx="16181">
                  <c:v>0.21177736192249308</c:v>
                </c:pt>
                <c:pt idx="16182">
                  <c:v>0.21178273966478461</c:v>
                </c:pt>
                <c:pt idx="16183">
                  <c:v>0.21181268608315704</c:v>
                </c:pt>
                <c:pt idx="16184">
                  <c:v>0.21183904673626963</c:v>
                </c:pt>
                <c:pt idx="16185">
                  <c:v>0.21186714305375998</c:v>
                </c:pt>
                <c:pt idx="16186">
                  <c:v>0.21186981844448802</c:v>
                </c:pt>
                <c:pt idx="16187">
                  <c:v>0.21189655892483489</c:v>
                </c:pt>
                <c:pt idx="16188">
                  <c:v>0.21192524961618153</c:v>
                </c:pt>
                <c:pt idx="16189">
                  <c:v>0.21199138942337351</c:v>
                </c:pt>
                <c:pt idx="16190">
                  <c:v>0.21199547487843726</c:v>
                </c:pt>
                <c:pt idx="16191">
                  <c:v>0.21199687753083818</c:v>
                </c:pt>
                <c:pt idx="16192">
                  <c:v>0.21201236570946472</c:v>
                </c:pt>
                <c:pt idx="16193">
                  <c:v>0.21201573670363422</c:v>
                </c:pt>
                <c:pt idx="16194">
                  <c:v>0.21201743235859385</c:v>
                </c:pt>
                <c:pt idx="16195">
                  <c:v>0.21202283275045417</c:v>
                </c:pt>
                <c:pt idx="16196">
                  <c:v>0.21202305556292494</c:v>
                </c:pt>
                <c:pt idx="16197">
                  <c:v>0.21203551432474899</c:v>
                </c:pt>
                <c:pt idx="16198">
                  <c:v>0.2120378600313573</c:v>
                </c:pt>
                <c:pt idx="16199">
                  <c:v>0.21209110925707556</c:v>
                </c:pt>
                <c:pt idx="16200">
                  <c:v>0.21212216834878234</c:v>
                </c:pt>
                <c:pt idx="16201">
                  <c:v>0.21214606279806453</c:v>
                </c:pt>
                <c:pt idx="16202">
                  <c:v>0.21215402178006987</c:v>
                </c:pt>
                <c:pt idx="16203">
                  <c:v>0.21218892816782353</c:v>
                </c:pt>
                <c:pt idx="16204">
                  <c:v>0.21219806191450283</c:v>
                </c:pt>
                <c:pt idx="16205">
                  <c:v>0.212234549961372</c:v>
                </c:pt>
                <c:pt idx="16206">
                  <c:v>0.2122408843547717</c:v>
                </c:pt>
                <c:pt idx="16207">
                  <c:v>0.21224858821416945</c:v>
                </c:pt>
                <c:pt idx="16208">
                  <c:v>0.21228518200816845</c:v>
                </c:pt>
                <c:pt idx="16209">
                  <c:v>0.2123007847112168</c:v>
                </c:pt>
                <c:pt idx="16210">
                  <c:v>0.21231505893436306</c:v>
                </c:pt>
                <c:pt idx="16211">
                  <c:v>0.21231757299255014</c:v>
                </c:pt>
                <c:pt idx="16212">
                  <c:v>0.212319298911742</c:v>
                </c:pt>
                <c:pt idx="16213">
                  <c:v>0.21233114734568415</c:v>
                </c:pt>
                <c:pt idx="16214">
                  <c:v>0.21233815784139201</c:v>
                </c:pt>
                <c:pt idx="16215">
                  <c:v>0.2123777052411687</c:v>
                </c:pt>
                <c:pt idx="16216">
                  <c:v>0.21243352110256436</c:v>
                </c:pt>
                <c:pt idx="16217">
                  <c:v>0.21243930661209848</c:v>
                </c:pt>
                <c:pt idx="16218">
                  <c:v>0.21244538772615509</c:v>
                </c:pt>
                <c:pt idx="16219">
                  <c:v>0.21245142809159898</c:v>
                </c:pt>
                <c:pt idx="16220">
                  <c:v>0.21247512790790307</c:v>
                </c:pt>
                <c:pt idx="16221">
                  <c:v>0.21248045228458701</c:v>
                </c:pt>
                <c:pt idx="16222">
                  <c:v>0.21249116332733367</c:v>
                </c:pt>
                <c:pt idx="16223">
                  <c:v>0.21251387263450872</c:v>
                </c:pt>
                <c:pt idx="16224">
                  <c:v>0.21256382265636689</c:v>
                </c:pt>
                <c:pt idx="16225">
                  <c:v>0.21257224622804297</c:v>
                </c:pt>
                <c:pt idx="16226">
                  <c:v>0.21261526125833433</c:v>
                </c:pt>
                <c:pt idx="16227">
                  <c:v>0.21263508562737327</c:v>
                </c:pt>
                <c:pt idx="16228">
                  <c:v>0.21266528834853429</c:v>
                </c:pt>
                <c:pt idx="16229">
                  <c:v>0.21267717783487952</c:v>
                </c:pt>
                <c:pt idx="16230">
                  <c:v>0.21267802578935507</c:v>
                </c:pt>
                <c:pt idx="16231">
                  <c:v>0.21268110406866803</c:v>
                </c:pt>
                <c:pt idx="16232">
                  <c:v>0.2127063571926715</c:v>
                </c:pt>
                <c:pt idx="16233">
                  <c:v>0.21271106115841251</c:v>
                </c:pt>
                <c:pt idx="16234">
                  <c:v>0.21272327058853283</c:v>
                </c:pt>
                <c:pt idx="16235">
                  <c:v>0.21277482717770785</c:v>
                </c:pt>
                <c:pt idx="16236">
                  <c:v>0.21277663154951926</c:v>
                </c:pt>
                <c:pt idx="16237">
                  <c:v>0.21278464112230408</c:v>
                </c:pt>
                <c:pt idx="16238">
                  <c:v>0.21282763924744832</c:v>
                </c:pt>
                <c:pt idx="16239">
                  <c:v>0.21285090451376573</c:v>
                </c:pt>
                <c:pt idx="16240">
                  <c:v>0.21285803974282738</c:v>
                </c:pt>
                <c:pt idx="16241">
                  <c:v>0.21286007263909443</c:v>
                </c:pt>
                <c:pt idx="16242">
                  <c:v>0.21286008481897012</c:v>
                </c:pt>
                <c:pt idx="16243">
                  <c:v>0.21288767605198108</c:v>
                </c:pt>
                <c:pt idx="16244">
                  <c:v>0.21290159675680562</c:v>
                </c:pt>
                <c:pt idx="16245">
                  <c:v>0.21292980129446235</c:v>
                </c:pt>
                <c:pt idx="16246">
                  <c:v>0.21293226086809647</c:v>
                </c:pt>
                <c:pt idx="16247">
                  <c:v>0.21296806463542023</c:v>
                </c:pt>
                <c:pt idx="16248">
                  <c:v>0.21299019822648019</c:v>
                </c:pt>
                <c:pt idx="16249">
                  <c:v>0.21299313788094648</c:v>
                </c:pt>
                <c:pt idx="16250">
                  <c:v>0.21300499084539601</c:v>
                </c:pt>
                <c:pt idx="16251">
                  <c:v>0.21301235906417229</c:v>
                </c:pt>
                <c:pt idx="16252">
                  <c:v>0.21301439935916502</c:v>
                </c:pt>
                <c:pt idx="16253">
                  <c:v>0.21302646139137507</c:v>
                </c:pt>
                <c:pt idx="16254">
                  <c:v>0.21302863593703814</c:v>
                </c:pt>
                <c:pt idx="16255">
                  <c:v>0.21307108118558621</c:v>
                </c:pt>
                <c:pt idx="16256">
                  <c:v>0.21309952216231048</c:v>
                </c:pt>
                <c:pt idx="16257">
                  <c:v>0.21310821685986098</c:v>
                </c:pt>
                <c:pt idx="16258">
                  <c:v>0.21317336116674593</c:v>
                </c:pt>
                <c:pt idx="16259">
                  <c:v>0.21318735862120425</c:v>
                </c:pt>
                <c:pt idx="16260">
                  <c:v>0.21325472370146212</c:v>
                </c:pt>
                <c:pt idx="16261">
                  <c:v>0.21326504028656079</c:v>
                </c:pt>
                <c:pt idx="16262">
                  <c:v>0.21327870331570475</c:v>
                </c:pt>
                <c:pt idx="16263">
                  <c:v>0.21328378976662329</c:v>
                </c:pt>
                <c:pt idx="16264">
                  <c:v>0.21332251445259243</c:v>
                </c:pt>
                <c:pt idx="16265">
                  <c:v>0.21332253664740114</c:v>
                </c:pt>
                <c:pt idx="16266">
                  <c:v>0.21333232250726766</c:v>
                </c:pt>
                <c:pt idx="16267">
                  <c:v>0.21333296121481646</c:v>
                </c:pt>
                <c:pt idx="16268">
                  <c:v>0.21334771673837186</c:v>
                </c:pt>
                <c:pt idx="16269">
                  <c:v>0.21335702517888638</c:v>
                </c:pt>
                <c:pt idx="16270">
                  <c:v>0.2133624469719011</c:v>
                </c:pt>
                <c:pt idx="16271">
                  <c:v>0.21339386612068156</c:v>
                </c:pt>
                <c:pt idx="16272">
                  <c:v>0.21343956622627333</c:v>
                </c:pt>
                <c:pt idx="16273">
                  <c:v>0.21346643530494275</c:v>
                </c:pt>
                <c:pt idx="16274">
                  <c:v>0.21346695260568141</c:v>
                </c:pt>
                <c:pt idx="16275">
                  <c:v>0.21347256733042325</c:v>
                </c:pt>
                <c:pt idx="16276">
                  <c:v>0.21347826087571856</c:v>
                </c:pt>
                <c:pt idx="16277">
                  <c:v>0.21350896780249715</c:v>
                </c:pt>
                <c:pt idx="16278">
                  <c:v>0.21353840482725395</c:v>
                </c:pt>
                <c:pt idx="16279">
                  <c:v>0.21354278854600711</c:v>
                </c:pt>
                <c:pt idx="16280">
                  <c:v>0.21354400683131877</c:v>
                </c:pt>
                <c:pt idx="16281">
                  <c:v>0.21355602237530341</c:v>
                </c:pt>
                <c:pt idx="16282">
                  <c:v>0.21357269431611728</c:v>
                </c:pt>
                <c:pt idx="16283">
                  <c:v>0.21358169615853939</c:v>
                </c:pt>
                <c:pt idx="16284">
                  <c:v>0.21361024792706276</c:v>
                </c:pt>
                <c:pt idx="16285">
                  <c:v>0.21364061885477409</c:v>
                </c:pt>
                <c:pt idx="16286">
                  <c:v>0.21366676515844221</c:v>
                </c:pt>
                <c:pt idx="16287">
                  <c:v>0.2136668169062039</c:v>
                </c:pt>
                <c:pt idx="16288">
                  <c:v>0.2136692904794342</c:v>
                </c:pt>
                <c:pt idx="16289">
                  <c:v>0.21368486774834655</c:v>
                </c:pt>
                <c:pt idx="16290">
                  <c:v>0.21369463298877725</c:v>
                </c:pt>
                <c:pt idx="16291">
                  <c:v>0.21369809707722207</c:v>
                </c:pt>
                <c:pt idx="16292">
                  <c:v>0.21371297522624688</c:v>
                </c:pt>
                <c:pt idx="16293">
                  <c:v>0.21374442525433404</c:v>
                </c:pt>
                <c:pt idx="16294">
                  <c:v>0.21375029020602726</c:v>
                </c:pt>
                <c:pt idx="16295">
                  <c:v>0.21376667640227087</c:v>
                </c:pt>
                <c:pt idx="16296">
                  <c:v>0.21378633456665627</c:v>
                </c:pt>
                <c:pt idx="16297">
                  <c:v>0.21378679370861475</c:v>
                </c:pt>
                <c:pt idx="16298">
                  <c:v>0.21379858230791671</c:v>
                </c:pt>
                <c:pt idx="16299">
                  <c:v>0.21381638742169426</c:v>
                </c:pt>
                <c:pt idx="16300">
                  <c:v>0.21383062948846518</c:v>
                </c:pt>
                <c:pt idx="16301">
                  <c:v>0.21383670246124523</c:v>
                </c:pt>
                <c:pt idx="16302">
                  <c:v>0.21383796641937838</c:v>
                </c:pt>
                <c:pt idx="16303">
                  <c:v>0.21385048996824685</c:v>
                </c:pt>
                <c:pt idx="16304">
                  <c:v>0.21386091195311346</c:v>
                </c:pt>
                <c:pt idx="16305">
                  <c:v>0.21390834161321412</c:v>
                </c:pt>
                <c:pt idx="16306">
                  <c:v>0.21392092967779541</c:v>
                </c:pt>
                <c:pt idx="16307">
                  <c:v>0.21392132985437254</c:v>
                </c:pt>
                <c:pt idx="16308">
                  <c:v>0.21392791099935093</c:v>
                </c:pt>
                <c:pt idx="16309">
                  <c:v>0.21395570171047354</c:v>
                </c:pt>
                <c:pt idx="16310">
                  <c:v>0.21403030056502562</c:v>
                </c:pt>
                <c:pt idx="16311">
                  <c:v>0.21403478836941275</c:v>
                </c:pt>
                <c:pt idx="16312">
                  <c:v>0.21404668066533059</c:v>
                </c:pt>
                <c:pt idx="16313">
                  <c:v>0.21407476318892829</c:v>
                </c:pt>
                <c:pt idx="16314">
                  <c:v>0.21408548450898199</c:v>
                </c:pt>
                <c:pt idx="16315">
                  <c:v>0.21409607534328778</c:v>
                </c:pt>
                <c:pt idx="16316">
                  <c:v>0.21410194997296886</c:v>
                </c:pt>
                <c:pt idx="16317">
                  <c:v>0.21412087434461369</c:v>
                </c:pt>
                <c:pt idx="16318">
                  <c:v>0.21412662580643871</c:v>
                </c:pt>
                <c:pt idx="16319">
                  <c:v>0.21413551537736819</c:v>
                </c:pt>
                <c:pt idx="16320">
                  <c:v>0.21414415701163117</c:v>
                </c:pt>
                <c:pt idx="16321">
                  <c:v>0.21416813432659981</c:v>
                </c:pt>
                <c:pt idx="16322">
                  <c:v>0.21418197327154243</c:v>
                </c:pt>
                <c:pt idx="16323">
                  <c:v>0.21418849117658129</c:v>
                </c:pt>
                <c:pt idx="16324">
                  <c:v>0.21420780586409699</c:v>
                </c:pt>
                <c:pt idx="16325">
                  <c:v>0.21423278142027941</c:v>
                </c:pt>
                <c:pt idx="16326">
                  <c:v>0.21423650832991176</c:v>
                </c:pt>
                <c:pt idx="16327">
                  <c:v>0.21423840434392494</c:v>
                </c:pt>
                <c:pt idx="16328">
                  <c:v>0.21423939440449238</c:v>
                </c:pt>
                <c:pt idx="16329">
                  <c:v>0.21424377470031561</c:v>
                </c:pt>
                <c:pt idx="16330">
                  <c:v>0.21426119803357271</c:v>
                </c:pt>
                <c:pt idx="16331">
                  <c:v>0.21427161204300135</c:v>
                </c:pt>
                <c:pt idx="16332">
                  <c:v>0.21429213880138029</c:v>
                </c:pt>
                <c:pt idx="16333">
                  <c:v>0.21429548535265713</c:v>
                </c:pt>
                <c:pt idx="16334">
                  <c:v>0.21430861133054863</c:v>
                </c:pt>
                <c:pt idx="16335">
                  <c:v>0.2143153259695722</c:v>
                </c:pt>
                <c:pt idx="16336">
                  <c:v>0.21432066272919276</c:v>
                </c:pt>
                <c:pt idx="16337">
                  <c:v>0.21432478285000525</c:v>
                </c:pt>
                <c:pt idx="16338">
                  <c:v>0.21433711074401285</c:v>
                </c:pt>
                <c:pt idx="16339">
                  <c:v>0.21435702078856028</c:v>
                </c:pt>
                <c:pt idx="16340">
                  <c:v>0.21437069284378862</c:v>
                </c:pt>
                <c:pt idx="16341">
                  <c:v>0.21437789242648578</c:v>
                </c:pt>
                <c:pt idx="16342">
                  <c:v>0.21438036353644682</c:v>
                </c:pt>
                <c:pt idx="16343">
                  <c:v>0.21438387012672716</c:v>
                </c:pt>
                <c:pt idx="16344">
                  <c:v>0.21438586227091988</c:v>
                </c:pt>
                <c:pt idx="16345">
                  <c:v>0.21438721607030514</c:v>
                </c:pt>
                <c:pt idx="16346">
                  <c:v>0.21439542861027736</c:v>
                </c:pt>
                <c:pt idx="16347">
                  <c:v>0.21440382717129905</c:v>
                </c:pt>
                <c:pt idx="16348">
                  <c:v>0.21440448814969396</c:v>
                </c:pt>
                <c:pt idx="16349">
                  <c:v>0.21441736223450292</c:v>
                </c:pt>
                <c:pt idx="16350">
                  <c:v>0.21442124285388026</c:v>
                </c:pt>
                <c:pt idx="16351">
                  <c:v>0.21443003173022965</c:v>
                </c:pt>
                <c:pt idx="16352">
                  <c:v>0.21443512706494239</c:v>
                </c:pt>
                <c:pt idx="16353">
                  <c:v>0.21444852989450131</c:v>
                </c:pt>
                <c:pt idx="16354">
                  <c:v>0.2144995606924309</c:v>
                </c:pt>
                <c:pt idx="16355">
                  <c:v>0.21450371539538904</c:v>
                </c:pt>
                <c:pt idx="16356">
                  <c:v>0.21450922489287735</c:v>
                </c:pt>
                <c:pt idx="16357">
                  <c:v>0.2145092430702018</c:v>
                </c:pt>
                <c:pt idx="16358">
                  <c:v>0.2145259852786689</c:v>
                </c:pt>
                <c:pt idx="16359">
                  <c:v>0.2145404329903744</c:v>
                </c:pt>
                <c:pt idx="16360">
                  <c:v>0.21455577333235179</c:v>
                </c:pt>
                <c:pt idx="16361">
                  <c:v>0.21457520058981552</c:v>
                </c:pt>
                <c:pt idx="16362">
                  <c:v>0.21458718321549619</c:v>
                </c:pt>
                <c:pt idx="16363">
                  <c:v>0.21459977201718591</c:v>
                </c:pt>
                <c:pt idx="16364">
                  <c:v>0.21461863577599086</c:v>
                </c:pt>
                <c:pt idx="16365">
                  <c:v>0.21463930749807689</c:v>
                </c:pt>
                <c:pt idx="16366">
                  <c:v>0.21464664353793944</c:v>
                </c:pt>
                <c:pt idx="16367">
                  <c:v>0.2146619331912438</c:v>
                </c:pt>
                <c:pt idx="16368">
                  <c:v>0.21468325623271212</c:v>
                </c:pt>
                <c:pt idx="16369">
                  <c:v>0.21469569323046825</c:v>
                </c:pt>
                <c:pt idx="16370">
                  <c:v>0.21472582929765066</c:v>
                </c:pt>
                <c:pt idx="16371">
                  <c:v>0.21473216132390263</c:v>
                </c:pt>
                <c:pt idx="16372">
                  <c:v>0.21473435678718736</c:v>
                </c:pt>
                <c:pt idx="16373">
                  <c:v>0.21473483282429853</c:v>
                </c:pt>
                <c:pt idx="16374">
                  <c:v>0.21474726723480231</c:v>
                </c:pt>
                <c:pt idx="16375">
                  <c:v>0.21475450926717018</c:v>
                </c:pt>
                <c:pt idx="16376">
                  <c:v>0.21477592244589724</c:v>
                </c:pt>
                <c:pt idx="16377">
                  <c:v>0.21478235880392907</c:v>
                </c:pt>
                <c:pt idx="16378">
                  <c:v>0.214821864787267</c:v>
                </c:pt>
                <c:pt idx="16379">
                  <c:v>0.21486918674858155</c:v>
                </c:pt>
                <c:pt idx="16380">
                  <c:v>0.21487084006522883</c:v>
                </c:pt>
                <c:pt idx="16381">
                  <c:v>0.21487371487179444</c:v>
                </c:pt>
                <c:pt idx="16382">
                  <c:v>0.21490358425812217</c:v>
                </c:pt>
                <c:pt idx="16383">
                  <c:v>0.21491775023681936</c:v>
                </c:pt>
                <c:pt idx="16384">
                  <c:v>0.21496821092732349</c:v>
                </c:pt>
                <c:pt idx="16385">
                  <c:v>0.21496984743134179</c:v>
                </c:pt>
                <c:pt idx="16386">
                  <c:v>0.21498316025015679</c:v>
                </c:pt>
                <c:pt idx="16387">
                  <c:v>0.21498988625735127</c:v>
                </c:pt>
                <c:pt idx="16388">
                  <c:v>0.2150073603175828</c:v>
                </c:pt>
                <c:pt idx="16389">
                  <c:v>0.21502046129320987</c:v>
                </c:pt>
                <c:pt idx="16390">
                  <c:v>0.21502076155250871</c:v>
                </c:pt>
                <c:pt idx="16391">
                  <c:v>0.21502207496329201</c:v>
                </c:pt>
                <c:pt idx="16392">
                  <c:v>0.21502482384790686</c:v>
                </c:pt>
                <c:pt idx="16393">
                  <c:v>0.21503408639443011</c:v>
                </c:pt>
                <c:pt idx="16394">
                  <c:v>0.21504626284184178</c:v>
                </c:pt>
                <c:pt idx="16395">
                  <c:v>0.21505906908706612</c:v>
                </c:pt>
                <c:pt idx="16396">
                  <c:v>0.21509307314505963</c:v>
                </c:pt>
                <c:pt idx="16397">
                  <c:v>0.21513830039744891</c:v>
                </c:pt>
                <c:pt idx="16398">
                  <c:v>0.21514748315622367</c:v>
                </c:pt>
                <c:pt idx="16399">
                  <c:v>0.21516314779814474</c:v>
                </c:pt>
                <c:pt idx="16400">
                  <c:v>0.21519548995938595</c:v>
                </c:pt>
                <c:pt idx="16401">
                  <c:v>0.21528526101790849</c:v>
                </c:pt>
                <c:pt idx="16402">
                  <c:v>0.21529194451255967</c:v>
                </c:pt>
                <c:pt idx="16403">
                  <c:v>0.21531007803882041</c:v>
                </c:pt>
                <c:pt idx="16404">
                  <c:v>0.21534003950928621</c:v>
                </c:pt>
                <c:pt idx="16405">
                  <c:v>0.21535006883728</c:v>
                </c:pt>
                <c:pt idx="16406">
                  <c:v>0.21538346877029496</c:v>
                </c:pt>
                <c:pt idx="16407">
                  <c:v>0.21540618473092613</c:v>
                </c:pt>
                <c:pt idx="16408">
                  <c:v>0.21542617128998676</c:v>
                </c:pt>
                <c:pt idx="16409">
                  <c:v>0.21542692831178367</c:v>
                </c:pt>
                <c:pt idx="16410">
                  <c:v>0.21543617381615063</c:v>
                </c:pt>
                <c:pt idx="16411">
                  <c:v>0.21544096597264226</c:v>
                </c:pt>
                <c:pt idx="16412">
                  <c:v>0.21545162520487915</c:v>
                </c:pt>
                <c:pt idx="16413">
                  <c:v>0.21548322424888311</c:v>
                </c:pt>
                <c:pt idx="16414">
                  <c:v>0.21549621292705803</c:v>
                </c:pt>
                <c:pt idx="16415">
                  <c:v>0.21550350139029234</c:v>
                </c:pt>
                <c:pt idx="16416">
                  <c:v>0.21551670671447573</c:v>
                </c:pt>
                <c:pt idx="16417">
                  <c:v>0.21551967503446443</c:v>
                </c:pt>
                <c:pt idx="16418">
                  <c:v>0.21552863392828062</c:v>
                </c:pt>
                <c:pt idx="16419">
                  <c:v>0.21556640255107934</c:v>
                </c:pt>
                <c:pt idx="16420">
                  <c:v>0.21557912581946509</c:v>
                </c:pt>
                <c:pt idx="16421">
                  <c:v>0.21561765450995155</c:v>
                </c:pt>
                <c:pt idx="16422">
                  <c:v>0.21562670082844848</c:v>
                </c:pt>
                <c:pt idx="16423">
                  <c:v>0.21563655399098497</c:v>
                </c:pt>
                <c:pt idx="16424">
                  <c:v>0.21568401840945486</c:v>
                </c:pt>
                <c:pt idx="16425">
                  <c:v>0.21571901394136531</c:v>
                </c:pt>
                <c:pt idx="16426">
                  <c:v>0.21573456936052926</c:v>
                </c:pt>
                <c:pt idx="16427">
                  <c:v>0.21573591372338086</c:v>
                </c:pt>
                <c:pt idx="16428">
                  <c:v>0.21578706604956266</c:v>
                </c:pt>
                <c:pt idx="16429">
                  <c:v>0.21579018159078503</c:v>
                </c:pt>
                <c:pt idx="16430">
                  <c:v>0.21580038796014225</c:v>
                </c:pt>
                <c:pt idx="16431">
                  <c:v>0.21580688881009788</c:v>
                </c:pt>
                <c:pt idx="16432">
                  <c:v>0.21582870178150196</c:v>
                </c:pt>
                <c:pt idx="16433">
                  <c:v>0.21584099138316887</c:v>
                </c:pt>
                <c:pt idx="16434">
                  <c:v>0.2158465833758747</c:v>
                </c:pt>
                <c:pt idx="16435">
                  <c:v>0.21585068931733273</c:v>
                </c:pt>
                <c:pt idx="16436">
                  <c:v>0.21585363662949753</c:v>
                </c:pt>
                <c:pt idx="16437">
                  <c:v>0.21585907638593335</c:v>
                </c:pt>
                <c:pt idx="16438">
                  <c:v>0.21586565205828717</c:v>
                </c:pt>
                <c:pt idx="16439">
                  <c:v>0.21588243491084422</c:v>
                </c:pt>
                <c:pt idx="16440">
                  <c:v>0.21591241525879648</c:v>
                </c:pt>
                <c:pt idx="16441">
                  <c:v>0.21600060767490648</c:v>
                </c:pt>
                <c:pt idx="16442">
                  <c:v>0.21601136926663664</c:v>
                </c:pt>
                <c:pt idx="16443">
                  <c:v>0.21603618006112429</c:v>
                </c:pt>
                <c:pt idx="16444">
                  <c:v>0.21606641476643432</c:v>
                </c:pt>
                <c:pt idx="16445">
                  <c:v>0.21606775528522937</c:v>
                </c:pt>
                <c:pt idx="16446">
                  <c:v>0.21607375517753782</c:v>
                </c:pt>
                <c:pt idx="16447">
                  <c:v>0.21608550668448304</c:v>
                </c:pt>
                <c:pt idx="16448">
                  <c:v>0.21609245316984135</c:v>
                </c:pt>
                <c:pt idx="16449">
                  <c:v>0.21612342326733905</c:v>
                </c:pt>
                <c:pt idx="16450">
                  <c:v>0.21613210749861253</c:v>
                </c:pt>
                <c:pt idx="16451">
                  <c:v>0.21614617184068971</c:v>
                </c:pt>
                <c:pt idx="16452">
                  <c:v>0.2161614111833586</c:v>
                </c:pt>
                <c:pt idx="16453">
                  <c:v>0.21616402039101046</c:v>
                </c:pt>
                <c:pt idx="16454">
                  <c:v>0.2161777744096966</c:v>
                </c:pt>
                <c:pt idx="16455">
                  <c:v>0.21618267164085414</c:v>
                </c:pt>
                <c:pt idx="16456">
                  <c:v>0.21620299604327062</c:v>
                </c:pt>
                <c:pt idx="16457">
                  <c:v>0.21621118462514041</c:v>
                </c:pt>
                <c:pt idx="16458">
                  <c:v>0.21623540709614683</c:v>
                </c:pt>
                <c:pt idx="16459">
                  <c:v>0.21623828802304923</c:v>
                </c:pt>
                <c:pt idx="16460">
                  <c:v>0.21626231501772333</c:v>
                </c:pt>
                <c:pt idx="16461">
                  <c:v>0.21627549127511966</c:v>
                </c:pt>
                <c:pt idx="16462">
                  <c:v>0.21629055950156956</c:v>
                </c:pt>
                <c:pt idx="16463">
                  <c:v>0.21629574858789169</c:v>
                </c:pt>
                <c:pt idx="16464">
                  <c:v>0.21630084985420678</c:v>
                </c:pt>
                <c:pt idx="16465">
                  <c:v>0.21630528659707682</c:v>
                </c:pt>
                <c:pt idx="16466">
                  <c:v>0.2163116285783096</c:v>
                </c:pt>
                <c:pt idx="16467">
                  <c:v>0.21632298998915606</c:v>
                </c:pt>
                <c:pt idx="16468">
                  <c:v>0.21632684437947591</c:v>
                </c:pt>
                <c:pt idx="16469">
                  <c:v>0.21632830817341836</c:v>
                </c:pt>
                <c:pt idx="16470">
                  <c:v>0.21635964581159492</c:v>
                </c:pt>
                <c:pt idx="16471">
                  <c:v>0.21642304034317572</c:v>
                </c:pt>
                <c:pt idx="16472">
                  <c:v>0.2164428467871852</c:v>
                </c:pt>
                <c:pt idx="16473">
                  <c:v>0.21650034701229454</c:v>
                </c:pt>
                <c:pt idx="16474">
                  <c:v>0.21655285585435324</c:v>
                </c:pt>
                <c:pt idx="16475">
                  <c:v>0.216580870623652</c:v>
                </c:pt>
                <c:pt idx="16476">
                  <c:v>0.21658186519144015</c:v>
                </c:pt>
                <c:pt idx="16477">
                  <c:v>0.21661444131496399</c:v>
                </c:pt>
                <c:pt idx="16478">
                  <c:v>0.21662676919608426</c:v>
                </c:pt>
                <c:pt idx="16479">
                  <c:v>0.21663398304164871</c:v>
                </c:pt>
                <c:pt idx="16480">
                  <c:v>0.21663856313466837</c:v>
                </c:pt>
                <c:pt idx="16481">
                  <c:v>0.21665611315092395</c:v>
                </c:pt>
                <c:pt idx="16482">
                  <c:v>0.21669563600090475</c:v>
                </c:pt>
                <c:pt idx="16483">
                  <c:v>0.21671905890156815</c:v>
                </c:pt>
                <c:pt idx="16484">
                  <c:v>0.21672520293393607</c:v>
                </c:pt>
                <c:pt idx="16485">
                  <c:v>0.21673128389229993</c:v>
                </c:pt>
                <c:pt idx="16486">
                  <c:v>0.21678538568944608</c:v>
                </c:pt>
                <c:pt idx="16487">
                  <c:v>0.21680109117643664</c:v>
                </c:pt>
                <c:pt idx="16488">
                  <c:v>0.21680225335450634</c:v>
                </c:pt>
                <c:pt idx="16489">
                  <c:v>0.21683065397621601</c:v>
                </c:pt>
                <c:pt idx="16490">
                  <c:v>0.21683711296979152</c:v>
                </c:pt>
                <c:pt idx="16491">
                  <c:v>0.2168430494209756</c:v>
                </c:pt>
                <c:pt idx="16492">
                  <c:v>0.21685461765487865</c:v>
                </c:pt>
                <c:pt idx="16493">
                  <c:v>0.21686075850312883</c:v>
                </c:pt>
                <c:pt idx="16494">
                  <c:v>0.21690974080755362</c:v>
                </c:pt>
                <c:pt idx="16495">
                  <c:v>0.21691021791177623</c:v>
                </c:pt>
                <c:pt idx="16496">
                  <c:v>0.21691595856954346</c:v>
                </c:pt>
                <c:pt idx="16497">
                  <c:v>0.21693380873402976</c:v>
                </c:pt>
                <c:pt idx="16498">
                  <c:v>0.21693827764788157</c:v>
                </c:pt>
                <c:pt idx="16499">
                  <c:v>0.21694442340898423</c:v>
                </c:pt>
                <c:pt idx="16500">
                  <c:v>0.21695905709308166</c:v>
                </c:pt>
                <c:pt idx="16501">
                  <c:v>0.216983215214409</c:v>
                </c:pt>
                <c:pt idx="16502">
                  <c:v>0.21699951772446588</c:v>
                </c:pt>
                <c:pt idx="16503">
                  <c:v>0.21700266252077391</c:v>
                </c:pt>
                <c:pt idx="16504">
                  <c:v>0.21700380818516538</c:v>
                </c:pt>
                <c:pt idx="16505">
                  <c:v>0.21700966633496171</c:v>
                </c:pt>
                <c:pt idx="16506">
                  <c:v>0.21705913729082171</c:v>
                </c:pt>
                <c:pt idx="16507">
                  <c:v>0.21706152942406448</c:v>
                </c:pt>
                <c:pt idx="16508">
                  <c:v>0.21706550784822118</c:v>
                </c:pt>
                <c:pt idx="16509">
                  <c:v>0.21706749228293798</c:v>
                </c:pt>
                <c:pt idx="16510">
                  <c:v>0.21707034808077116</c:v>
                </c:pt>
                <c:pt idx="16511">
                  <c:v>0.21710989768053721</c:v>
                </c:pt>
                <c:pt idx="16512">
                  <c:v>0.21712897622632976</c:v>
                </c:pt>
                <c:pt idx="16513">
                  <c:v>0.21719063501204072</c:v>
                </c:pt>
                <c:pt idx="16514">
                  <c:v>0.21719727754663806</c:v>
                </c:pt>
                <c:pt idx="16515">
                  <c:v>0.21720003446740635</c:v>
                </c:pt>
                <c:pt idx="16516">
                  <c:v>0.21721005527272813</c:v>
                </c:pt>
                <c:pt idx="16517">
                  <c:v>0.21721922801290727</c:v>
                </c:pt>
                <c:pt idx="16518">
                  <c:v>0.21723073614359067</c:v>
                </c:pt>
                <c:pt idx="16519">
                  <c:v>0.2172432411073042</c:v>
                </c:pt>
                <c:pt idx="16520">
                  <c:v>0.21727029462557515</c:v>
                </c:pt>
                <c:pt idx="16521">
                  <c:v>0.21727683533347553</c:v>
                </c:pt>
                <c:pt idx="16522">
                  <c:v>0.21728958346808253</c:v>
                </c:pt>
                <c:pt idx="16523">
                  <c:v>0.2172934151796001</c:v>
                </c:pt>
                <c:pt idx="16524">
                  <c:v>0.21729345448085305</c:v>
                </c:pt>
                <c:pt idx="16525">
                  <c:v>0.2173008519697055</c:v>
                </c:pt>
                <c:pt idx="16526">
                  <c:v>0.21733419372791662</c:v>
                </c:pt>
                <c:pt idx="16527">
                  <c:v>0.21736543240762862</c:v>
                </c:pt>
                <c:pt idx="16528">
                  <c:v>0.21737139308036316</c:v>
                </c:pt>
                <c:pt idx="16529">
                  <c:v>0.21737570649476137</c:v>
                </c:pt>
                <c:pt idx="16530">
                  <c:v>0.21739956480106554</c:v>
                </c:pt>
                <c:pt idx="16531">
                  <c:v>0.21742594824015135</c:v>
                </c:pt>
                <c:pt idx="16532">
                  <c:v>0.21742830041507075</c:v>
                </c:pt>
                <c:pt idx="16533">
                  <c:v>0.21743652848263975</c:v>
                </c:pt>
                <c:pt idx="16534">
                  <c:v>0.21744274912537362</c:v>
                </c:pt>
                <c:pt idx="16535">
                  <c:v>0.21745179508236256</c:v>
                </c:pt>
                <c:pt idx="16536">
                  <c:v>0.21745486417485979</c:v>
                </c:pt>
                <c:pt idx="16537">
                  <c:v>0.21748329298704336</c:v>
                </c:pt>
                <c:pt idx="16538">
                  <c:v>0.21753367367640453</c:v>
                </c:pt>
                <c:pt idx="16539">
                  <c:v>0.2175410768375084</c:v>
                </c:pt>
                <c:pt idx="16540">
                  <c:v>0.21756867671142355</c:v>
                </c:pt>
                <c:pt idx="16541">
                  <c:v>0.2175847707920977</c:v>
                </c:pt>
                <c:pt idx="16542">
                  <c:v>0.21758675459373603</c:v>
                </c:pt>
                <c:pt idx="16543">
                  <c:v>0.2175892707777502</c:v>
                </c:pt>
                <c:pt idx="16544">
                  <c:v>0.21761675485444948</c:v>
                </c:pt>
                <c:pt idx="16545">
                  <c:v>0.2176212617283356</c:v>
                </c:pt>
                <c:pt idx="16546">
                  <c:v>0.21762344990529883</c:v>
                </c:pt>
                <c:pt idx="16547">
                  <c:v>0.21763391699405663</c:v>
                </c:pt>
                <c:pt idx="16548">
                  <c:v>0.2176395933500522</c:v>
                </c:pt>
                <c:pt idx="16549">
                  <c:v>0.21764022037954439</c:v>
                </c:pt>
                <c:pt idx="16550">
                  <c:v>0.21764266845516317</c:v>
                </c:pt>
                <c:pt idx="16551">
                  <c:v>0.21764556353340364</c:v>
                </c:pt>
                <c:pt idx="16552">
                  <c:v>0.2176495822262885</c:v>
                </c:pt>
                <c:pt idx="16553">
                  <c:v>0.21765435555848728</c:v>
                </c:pt>
                <c:pt idx="16554">
                  <c:v>0.2176555537580363</c:v>
                </c:pt>
                <c:pt idx="16555">
                  <c:v>0.21767146404790078</c:v>
                </c:pt>
                <c:pt idx="16556">
                  <c:v>0.21767182643061175</c:v>
                </c:pt>
                <c:pt idx="16557">
                  <c:v>0.21767969510817406</c:v>
                </c:pt>
                <c:pt idx="16558">
                  <c:v>0.21771421606192737</c:v>
                </c:pt>
                <c:pt idx="16559">
                  <c:v>0.21773842542376648</c:v>
                </c:pt>
                <c:pt idx="16560">
                  <c:v>0.21775760267468758</c:v>
                </c:pt>
                <c:pt idx="16561">
                  <c:v>0.21784383965221277</c:v>
                </c:pt>
                <c:pt idx="16562">
                  <c:v>0.21787267240122571</c:v>
                </c:pt>
                <c:pt idx="16563">
                  <c:v>0.21790577788841364</c:v>
                </c:pt>
                <c:pt idx="16564">
                  <c:v>0.21798511040111843</c:v>
                </c:pt>
                <c:pt idx="16565">
                  <c:v>0.21799637601176644</c:v>
                </c:pt>
                <c:pt idx="16566">
                  <c:v>0.21804137383025199</c:v>
                </c:pt>
                <c:pt idx="16567">
                  <c:v>0.21806308353787318</c:v>
                </c:pt>
                <c:pt idx="16568">
                  <c:v>0.2180677821995573</c:v>
                </c:pt>
                <c:pt idx="16569">
                  <c:v>0.21815099387254833</c:v>
                </c:pt>
                <c:pt idx="16570">
                  <c:v>0.2181529674209689</c:v>
                </c:pt>
                <c:pt idx="16571">
                  <c:v>0.21816145306177767</c:v>
                </c:pt>
                <c:pt idx="16572">
                  <c:v>0.21819023509005342</c:v>
                </c:pt>
                <c:pt idx="16573">
                  <c:v>0.2182094570103488</c:v>
                </c:pt>
                <c:pt idx="16574">
                  <c:v>0.21821278670662084</c:v>
                </c:pt>
                <c:pt idx="16575">
                  <c:v>0.21821294124985313</c:v>
                </c:pt>
                <c:pt idx="16576">
                  <c:v>0.21822363431305436</c:v>
                </c:pt>
                <c:pt idx="16577">
                  <c:v>0.2182593609948151</c:v>
                </c:pt>
                <c:pt idx="16578">
                  <c:v>0.21826046514958963</c:v>
                </c:pt>
                <c:pt idx="16579">
                  <c:v>0.21826178034046037</c:v>
                </c:pt>
                <c:pt idx="16580">
                  <c:v>0.21828024598295664</c:v>
                </c:pt>
                <c:pt idx="16581">
                  <c:v>0.21829077700934557</c:v>
                </c:pt>
                <c:pt idx="16582">
                  <c:v>0.21832624602995251</c:v>
                </c:pt>
                <c:pt idx="16583">
                  <c:v>0.21835127930557613</c:v>
                </c:pt>
                <c:pt idx="16584">
                  <c:v>0.21837244276035947</c:v>
                </c:pt>
                <c:pt idx="16585">
                  <c:v>0.21837312627712144</c:v>
                </c:pt>
                <c:pt idx="16586">
                  <c:v>0.21837593568667277</c:v>
                </c:pt>
                <c:pt idx="16587">
                  <c:v>0.21840094990427514</c:v>
                </c:pt>
                <c:pt idx="16588">
                  <c:v>0.21842194073263854</c:v>
                </c:pt>
                <c:pt idx="16589">
                  <c:v>0.21843359529900735</c:v>
                </c:pt>
                <c:pt idx="16590">
                  <c:v>0.21844574731553384</c:v>
                </c:pt>
                <c:pt idx="16591">
                  <c:v>0.21845006492707708</c:v>
                </c:pt>
                <c:pt idx="16592">
                  <c:v>0.21848458698628179</c:v>
                </c:pt>
                <c:pt idx="16593">
                  <c:v>0.21853211015227439</c:v>
                </c:pt>
                <c:pt idx="16594">
                  <c:v>0.21856780986516575</c:v>
                </c:pt>
                <c:pt idx="16595">
                  <c:v>0.21858931001004858</c:v>
                </c:pt>
                <c:pt idx="16596">
                  <c:v>0.21859459992425795</c:v>
                </c:pt>
                <c:pt idx="16597">
                  <c:v>0.21860133212488397</c:v>
                </c:pt>
                <c:pt idx="16598">
                  <c:v>0.21861862424649472</c:v>
                </c:pt>
                <c:pt idx="16599">
                  <c:v>0.2186187285182557</c:v>
                </c:pt>
                <c:pt idx="16600">
                  <c:v>0.21862131446383556</c:v>
                </c:pt>
                <c:pt idx="16601">
                  <c:v>0.21862270863293301</c:v>
                </c:pt>
                <c:pt idx="16602">
                  <c:v>0.21865639915469906</c:v>
                </c:pt>
                <c:pt idx="16603">
                  <c:v>0.21868899951493276</c:v>
                </c:pt>
                <c:pt idx="16604">
                  <c:v>0.2186955780034506</c:v>
                </c:pt>
                <c:pt idx="16605">
                  <c:v>0.21869637981867565</c:v>
                </c:pt>
                <c:pt idx="16606">
                  <c:v>0.21872846882580146</c:v>
                </c:pt>
                <c:pt idx="16607">
                  <c:v>0.21872869224836358</c:v>
                </c:pt>
                <c:pt idx="16608">
                  <c:v>0.21876346829340315</c:v>
                </c:pt>
                <c:pt idx="16609">
                  <c:v>0.21883335850588376</c:v>
                </c:pt>
                <c:pt idx="16610">
                  <c:v>0.21883832272825979</c:v>
                </c:pt>
                <c:pt idx="16611">
                  <c:v>0.21885511954942422</c:v>
                </c:pt>
                <c:pt idx="16612">
                  <c:v>0.21886336243185592</c:v>
                </c:pt>
                <c:pt idx="16613">
                  <c:v>0.21887395236187085</c:v>
                </c:pt>
                <c:pt idx="16614">
                  <c:v>0.21887961940669487</c:v>
                </c:pt>
                <c:pt idx="16615">
                  <c:v>0.21889075413350859</c:v>
                </c:pt>
                <c:pt idx="16616">
                  <c:v>0.21889931620848357</c:v>
                </c:pt>
                <c:pt idx="16617">
                  <c:v>0.21890332429806306</c:v>
                </c:pt>
                <c:pt idx="16618">
                  <c:v>0.21890939335789361</c:v>
                </c:pt>
                <c:pt idx="16619">
                  <c:v>0.2189731503432282</c:v>
                </c:pt>
                <c:pt idx="16620">
                  <c:v>0.2189768460581108</c:v>
                </c:pt>
                <c:pt idx="16621">
                  <c:v>0.21898859100384932</c:v>
                </c:pt>
                <c:pt idx="16622">
                  <c:v>0.21900030741896057</c:v>
                </c:pt>
                <c:pt idx="16623">
                  <c:v>0.21902857178645399</c:v>
                </c:pt>
                <c:pt idx="16624">
                  <c:v>0.21904820360414515</c:v>
                </c:pt>
                <c:pt idx="16625">
                  <c:v>0.21904948439704647</c:v>
                </c:pt>
                <c:pt idx="16626">
                  <c:v>0.21906266567024271</c:v>
                </c:pt>
                <c:pt idx="16627">
                  <c:v>0.21907040964712413</c:v>
                </c:pt>
                <c:pt idx="16628">
                  <c:v>0.21908785608558093</c:v>
                </c:pt>
                <c:pt idx="16629">
                  <c:v>0.21909746013872961</c:v>
                </c:pt>
                <c:pt idx="16630">
                  <c:v>0.21910373005599065</c:v>
                </c:pt>
                <c:pt idx="16631">
                  <c:v>0.21912521852231817</c:v>
                </c:pt>
                <c:pt idx="16632">
                  <c:v>0.21913831365202349</c:v>
                </c:pt>
                <c:pt idx="16633">
                  <c:v>0.21914585330174635</c:v>
                </c:pt>
                <c:pt idx="16634">
                  <c:v>0.21921108395551001</c:v>
                </c:pt>
                <c:pt idx="16635">
                  <c:v>0.21922160673268845</c:v>
                </c:pt>
                <c:pt idx="16636">
                  <c:v>0.21926563149161232</c:v>
                </c:pt>
                <c:pt idx="16637">
                  <c:v>0.21927158370291261</c:v>
                </c:pt>
                <c:pt idx="16638">
                  <c:v>0.21927700516344362</c:v>
                </c:pt>
                <c:pt idx="16639">
                  <c:v>0.21928576333110203</c:v>
                </c:pt>
                <c:pt idx="16640">
                  <c:v>0.21930887309282746</c:v>
                </c:pt>
                <c:pt idx="16641">
                  <c:v>0.21936703204201721</c:v>
                </c:pt>
                <c:pt idx="16642">
                  <c:v>0.21937656311381873</c:v>
                </c:pt>
                <c:pt idx="16643">
                  <c:v>0.21938595670810623</c:v>
                </c:pt>
                <c:pt idx="16644">
                  <c:v>0.21943652338045988</c:v>
                </c:pt>
                <c:pt idx="16645">
                  <c:v>0.21948378493143778</c:v>
                </c:pt>
                <c:pt idx="16646">
                  <c:v>0.21948483532513186</c:v>
                </c:pt>
                <c:pt idx="16647">
                  <c:v>0.21949067463709956</c:v>
                </c:pt>
                <c:pt idx="16648">
                  <c:v>0.21951314210212391</c:v>
                </c:pt>
                <c:pt idx="16649">
                  <c:v>0.219514017452348</c:v>
                </c:pt>
                <c:pt idx="16650">
                  <c:v>0.2195186455665786</c:v>
                </c:pt>
                <c:pt idx="16651">
                  <c:v>0.2195339915809264</c:v>
                </c:pt>
                <c:pt idx="16652">
                  <c:v>0.21960831965137514</c:v>
                </c:pt>
                <c:pt idx="16653">
                  <c:v>0.21961750445786818</c:v>
                </c:pt>
                <c:pt idx="16654">
                  <c:v>0.21961824375756112</c:v>
                </c:pt>
                <c:pt idx="16655">
                  <c:v>0.21961891806458733</c:v>
                </c:pt>
                <c:pt idx="16656">
                  <c:v>0.21962628080001803</c:v>
                </c:pt>
                <c:pt idx="16657">
                  <c:v>0.21967315477764976</c:v>
                </c:pt>
                <c:pt idx="16658">
                  <c:v>0.21970854548470939</c:v>
                </c:pt>
                <c:pt idx="16659">
                  <c:v>0.2197308926109231</c:v>
                </c:pt>
                <c:pt idx="16660">
                  <c:v>0.21974999314780264</c:v>
                </c:pt>
                <c:pt idx="16661">
                  <c:v>0.21975146711795202</c:v>
                </c:pt>
                <c:pt idx="16662">
                  <c:v>0.21975990496411174</c:v>
                </c:pt>
                <c:pt idx="16663">
                  <c:v>0.21976019703778243</c:v>
                </c:pt>
                <c:pt idx="16664">
                  <c:v>0.21979026638729049</c:v>
                </c:pt>
                <c:pt idx="16665">
                  <c:v>0.21981767250854267</c:v>
                </c:pt>
                <c:pt idx="16666">
                  <c:v>0.21984549890612309</c:v>
                </c:pt>
                <c:pt idx="16667">
                  <c:v>0.21985284576392836</c:v>
                </c:pt>
                <c:pt idx="16668">
                  <c:v>0.219879593200587</c:v>
                </c:pt>
                <c:pt idx="16669">
                  <c:v>0.21992400947144355</c:v>
                </c:pt>
                <c:pt idx="16670">
                  <c:v>0.2199444936766887</c:v>
                </c:pt>
                <c:pt idx="16671">
                  <c:v>0.21995243488083735</c:v>
                </c:pt>
                <c:pt idx="16672">
                  <c:v>0.21996265867986564</c:v>
                </c:pt>
                <c:pt idx="16673">
                  <c:v>0.21998253652860134</c:v>
                </c:pt>
                <c:pt idx="16674">
                  <c:v>0.22002157926793683</c:v>
                </c:pt>
                <c:pt idx="16675">
                  <c:v>0.22004938793750656</c:v>
                </c:pt>
                <c:pt idx="16676">
                  <c:v>0.22005305850832127</c:v>
                </c:pt>
                <c:pt idx="16677">
                  <c:v>0.22010959710213357</c:v>
                </c:pt>
                <c:pt idx="16678">
                  <c:v>0.22012121327259199</c:v>
                </c:pt>
                <c:pt idx="16679">
                  <c:v>0.22015081628611485</c:v>
                </c:pt>
                <c:pt idx="16680">
                  <c:v>0.22015481243665255</c:v>
                </c:pt>
                <c:pt idx="16681">
                  <c:v>0.22020166962780635</c:v>
                </c:pt>
                <c:pt idx="16682">
                  <c:v>0.22022179310164733</c:v>
                </c:pt>
                <c:pt idx="16683">
                  <c:v>0.22024109453998642</c:v>
                </c:pt>
                <c:pt idx="16684">
                  <c:v>0.22024625589410218</c:v>
                </c:pt>
                <c:pt idx="16685">
                  <c:v>0.22027541749183202</c:v>
                </c:pt>
                <c:pt idx="16686">
                  <c:v>0.22027696988249545</c:v>
                </c:pt>
                <c:pt idx="16687">
                  <c:v>0.22028532727354094</c:v>
                </c:pt>
                <c:pt idx="16688">
                  <c:v>0.22029196600496062</c:v>
                </c:pt>
                <c:pt idx="16689">
                  <c:v>0.22030379114939375</c:v>
                </c:pt>
                <c:pt idx="16690">
                  <c:v>0.22031546375078834</c:v>
                </c:pt>
                <c:pt idx="16691">
                  <c:v>0.22036250241092331</c:v>
                </c:pt>
                <c:pt idx="16692">
                  <c:v>0.22036729215685136</c:v>
                </c:pt>
                <c:pt idx="16693">
                  <c:v>0.22037569579137248</c:v>
                </c:pt>
                <c:pt idx="16694">
                  <c:v>0.22039988767076216</c:v>
                </c:pt>
                <c:pt idx="16695">
                  <c:v>0.22040374678647354</c:v>
                </c:pt>
                <c:pt idx="16696">
                  <c:v>0.22044965685163637</c:v>
                </c:pt>
                <c:pt idx="16697">
                  <c:v>0.22046345947923368</c:v>
                </c:pt>
                <c:pt idx="16698">
                  <c:v>0.22048384278142846</c:v>
                </c:pt>
                <c:pt idx="16699">
                  <c:v>0.22048542200055399</c:v>
                </c:pt>
                <c:pt idx="16700">
                  <c:v>0.22052682115201211</c:v>
                </c:pt>
                <c:pt idx="16701">
                  <c:v>0.22052756078934818</c:v>
                </c:pt>
                <c:pt idx="16702">
                  <c:v>0.22053167524477185</c:v>
                </c:pt>
                <c:pt idx="16703">
                  <c:v>0.2205371844581889</c:v>
                </c:pt>
                <c:pt idx="16704">
                  <c:v>0.22055668039230056</c:v>
                </c:pt>
                <c:pt idx="16705">
                  <c:v>0.220624688010324</c:v>
                </c:pt>
                <c:pt idx="16706">
                  <c:v>0.22062507058590755</c:v>
                </c:pt>
                <c:pt idx="16707">
                  <c:v>0.22062519282039722</c:v>
                </c:pt>
                <c:pt idx="16708">
                  <c:v>0.22062996189055345</c:v>
                </c:pt>
                <c:pt idx="16709">
                  <c:v>0.22063350312170793</c:v>
                </c:pt>
                <c:pt idx="16710">
                  <c:v>0.22065411235412527</c:v>
                </c:pt>
                <c:pt idx="16711">
                  <c:v>0.22067133906410175</c:v>
                </c:pt>
                <c:pt idx="16712">
                  <c:v>0.22069225638446538</c:v>
                </c:pt>
                <c:pt idx="16713">
                  <c:v>0.22072819474399225</c:v>
                </c:pt>
                <c:pt idx="16714">
                  <c:v>0.22076846168633468</c:v>
                </c:pt>
                <c:pt idx="16715">
                  <c:v>0.22076995181179868</c:v>
                </c:pt>
                <c:pt idx="16716">
                  <c:v>0.22078693071170033</c:v>
                </c:pt>
                <c:pt idx="16717">
                  <c:v>0.22080986287790094</c:v>
                </c:pt>
                <c:pt idx="16718">
                  <c:v>0.22081470749108451</c:v>
                </c:pt>
                <c:pt idx="16719">
                  <c:v>0.22082423311863963</c:v>
                </c:pt>
                <c:pt idx="16720">
                  <c:v>0.22082598571331746</c:v>
                </c:pt>
                <c:pt idx="16721">
                  <c:v>0.22083122752744969</c:v>
                </c:pt>
                <c:pt idx="16722">
                  <c:v>0.22083197258109405</c:v>
                </c:pt>
                <c:pt idx="16723">
                  <c:v>0.22086797721627346</c:v>
                </c:pt>
                <c:pt idx="16724">
                  <c:v>0.22089757186001632</c:v>
                </c:pt>
                <c:pt idx="16725">
                  <c:v>0.22092944698825601</c:v>
                </c:pt>
                <c:pt idx="16726">
                  <c:v>0.22096751076793417</c:v>
                </c:pt>
                <c:pt idx="16727">
                  <c:v>0.22100120254561242</c:v>
                </c:pt>
                <c:pt idx="16728">
                  <c:v>0.22100332596946154</c:v>
                </c:pt>
                <c:pt idx="16729">
                  <c:v>0.22102727808562356</c:v>
                </c:pt>
                <c:pt idx="16730">
                  <c:v>0.22104219893180288</c:v>
                </c:pt>
                <c:pt idx="16731">
                  <c:v>0.22104704051893495</c:v>
                </c:pt>
                <c:pt idx="16732">
                  <c:v>0.22106567049680506</c:v>
                </c:pt>
                <c:pt idx="16733">
                  <c:v>0.22108273081524346</c:v>
                </c:pt>
                <c:pt idx="16734">
                  <c:v>0.22111882525490564</c:v>
                </c:pt>
                <c:pt idx="16735">
                  <c:v>0.22114726182840985</c:v>
                </c:pt>
                <c:pt idx="16736">
                  <c:v>0.22118598397686853</c:v>
                </c:pt>
                <c:pt idx="16737">
                  <c:v>0.22120550915440124</c:v>
                </c:pt>
                <c:pt idx="16738">
                  <c:v>0.22124234374978044</c:v>
                </c:pt>
                <c:pt idx="16739">
                  <c:v>0.22125547885319388</c:v>
                </c:pt>
                <c:pt idx="16740">
                  <c:v>0.22126224871745317</c:v>
                </c:pt>
                <c:pt idx="16741">
                  <c:v>0.22127437860204652</c:v>
                </c:pt>
                <c:pt idx="16742">
                  <c:v>0.22129547764089158</c:v>
                </c:pt>
                <c:pt idx="16743">
                  <c:v>0.22129986549966632</c:v>
                </c:pt>
                <c:pt idx="16744">
                  <c:v>0.22130021284433843</c:v>
                </c:pt>
                <c:pt idx="16745">
                  <c:v>0.22130361232554938</c:v>
                </c:pt>
                <c:pt idx="16746">
                  <c:v>0.22132886847734037</c:v>
                </c:pt>
                <c:pt idx="16747">
                  <c:v>0.22132940890494474</c:v>
                </c:pt>
                <c:pt idx="16748">
                  <c:v>0.22134053124391886</c:v>
                </c:pt>
                <c:pt idx="16749">
                  <c:v>0.2213459377339668</c:v>
                </c:pt>
                <c:pt idx="16750">
                  <c:v>0.22134610385671472</c:v>
                </c:pt>
                <c:pt idx="16751">
                  <c:v>0.22134756481943124</c:v>
                </c:pt>
                <c:pt idx="16752">
                  <c:v>0.22135250018958416</c:v>
                </c:pt>
                <c:pt idx="16753">
                  <c:v>0.22135679104618181</c:v>
                </c:pt>
                <c:pt idx="16754">
                  <c:v>0.22137205055253198</c:v>
                </c:pt>
                <c:pt idx="16755">
                  <c:v>0.22137928673727003</c:v>
                </c:pt>
                <c:pt idx="16756">
                  <c:v>0.2213892113779132</c:v>
                </c:pt>
                <c:pt idx="16757">
                  <c:v>0.22140577206133313</c:v>
                </c:pt>
                <c:pt idx="16758">
                  <c:v>0.22142930738245389</c:v>
                </c:pt>
                <c:pt idx="16759">
                  <c:v>0.22145794991138074</c:v>
                </c:pt>
                <c:pt idx="16760">
                  <c:v>0.22147785975969989</c:v>
                </c:pt>
                <c:pt idx="16761">
                  <c:v>0.22148042240798257</c:v>
                </c:pt>
                <c:pt idx="16762">
                  <c:v>0.22149608601370738</c:v>
                </c:pt>
                <c:pt idx="16763">
                  <c:v>0.22150044828298426</c:v>
                </c:pt>
                <c:pt idx="16764">
                  <c:v>0.22150173131892809</c:v>
                </c:pt>
                <c:pt idx="16765">
                  <c:v>0.22150615127175519</c:v>
                </c:pt>
                <c:pt idx="16766">
                  <c:v>0.22152253720201062</c:v>
                </c:pt>
                <c:pt idx="16767">
                  <c:v>0.2215284847221686</c:v>
                </c:pt>
                <c:pt idx="16768">
                  <c:v>0.22153375440863787</c:v>
                </c:pt>
                <c:pt idx="16769">
                  <c:v>0.22153833397121864</c:v>
                </c:pt>
                <c:pt idx="16770">
                  <c:v>0.22155534433956428</c:v>
                </c:pt>
                <c:pt idx="16771">
                  <c:v>0.2215561965214061</c:v>
                </c:pt>
                <c:pt idx="16772">
                  <c:v>0.22158049587217377</c:v>
                </c:pt>
                <c:pt idx="16773">
                  <c:v>0.22158399376561688</c:v>
                </c:pt>
                <c:pt idx="16774">
                  <c:v>0.2215868738063817</c:v>
                </c:pt>
                <c:pt idx="16775">
                  <c:v>0.22159918523894775</c:v>
                </c:pt>
                <c:pt idx="16776">
                  <c:v>0.22161060971075555</c:v>
                </c:pt>
                <c:pt idx="16777">
                  <c:v>0.22161827189760508</c:v>
                </c:pt>
                <c:pt idx="16778">
                  <c:v>0.22163774533846253</c:v>
                </c:pt>
                <c:pt idx="16779">
                  <c:v>0.22165686196646844</c:v>
                </c:pt>
                <c:pt idx="16780">
                  <c:v>0.2216617371075407</c:v>
                </c:pt>
                <c:pt idx="16781">
                  <c:v>0.22168336456350687</c:v>
                </c:pt>
                <c:pt idx="16782">
                  <c:v>0.22169003786015032</c:v>
                </c:pt>
                <c:pt idx="16783">
                  <c:v>0.22169572086140896</c:v>
                </c:pt>
                <c:pt idx="16784">
                  <c:v>0.22169636578331964</c:v>
                </c:pt>
                <c:pt idx="16785">
                  <c:v>0.22171635357375508</c:v>
                </c:pt>
                <c:pt idx="16786">
                  <c:v>0.22172163566647926</c:v>
                </c:pt>
                <c:pt idx="16787">
                  <c:v>0.22172282537746596</c:v>
                </c:pt>
                <c:pt idx="16788">
                  <c:v>0.22173438736702683</c:v>
                </c:pt>
                <c:pt idx="16789">
                  <c:v>0.22177115090112526</c:v>
                </c:pt>
                <c:pt idx="16790">
                  <c:v>0.22177675152363499</c:v>
                </c:pt>
                <c:pt idx="16791">
                  <c:v>0.22177899592322697</c:v>
                </c:pt>
                <c:pt idx="16792">
                  <c:v>0.22180582884664926</c:v>
                </c:pt>
                <c:pt idx="16793">
                  <c:v>0.22180803459351031</c:v>
                </c:pt>
                <c:pt idx="16794">
                  <c:v>0.22181408394595492</c:v>
                </c:pt>
                <c:pt idx="16795">
                  <c:v>0.2218399242790586</c:v>
                </c:pt>
                <c:pt idx="16796">
                  <c:v>0.22185042712444308</c:v>
                </c:pt>
                <c:pt idx="16797">
                  <c:v>0.22185995803355751</c:v>
                </c:pt>
                <c:pt idx="16798">
                  <c:v>0.22187153632921311</c:v>
                </c:pt>
                <c:pt idx="16799">
                  <c:v>0.22187747554415946</c:v>
                </c:pt>
                <c:pt idx="16800">
                  <c:v>0.22188991912436698</c:v>
                </c:pt>
                <c:pt idx="16801">
                  <c:v>0.2218969911010362</c:v>
                </c:pt>
                <c:pt idx="16802">
                  <c:v>0.22192334782193576</c:v>
                </c:pt>
                <c:pt idx="16803">
                  <c:v>0.22194377351063041</c:v>
                </c:pt>
                <c:pt idx="16804">
                  <c:v>0.22195252623697581</c:v>
                </c:pt>
                <c:pt idx="16805">
                  <c:v>0.22195993032960856</c:v>
                </c:pt>
                <c:pt idx="16806">
                  <c:v>0.22196858755985346</c:v>
                </c:pt>
                <c:pt idx="16807">
                  <c:v>0.22198712935241535</c:v>
                </c:pt>
                <c:pt idx="16808">
                  <c:v>0.2219931256839083</c:v>
                </c:pt>
                <c:pt idx="16809">
                  <c:v>0.22200098965887513</c:v>
                </c:pt>
                <c:pt idx="16810">
                  <c:v>0.22204602747538504</c:v>
                </c:pt>
                <c:pt idx="16811">
                  <c:v>0.22208012155229276</c:v>
                </c:pt>
                <c:pt idx="16812">
                  <c:v>0.22214625887540909</c:v>
                </c:pt>
                <c:pt idx="16813">
                  <c:v>0.22218638531194565</c:v>
                </c:pt>
                <c:pt idx="16814">
                  <c:v>0.22219562970060902</c:v>
                </c:pt>
                <c:pt idx="16815">
                  <c:v>0.22221803683803143</c:v>
                </c:pt>
                <c:pt idx="16816">
                  <c:v>0.22224745684214092</c:v>
                </c:pt>
                <c:pt idx="16817">
                  <c:v>0.22227375837999541</c:v>
                </c:pt>
                <c:pt idx="16818">
                  <c:v>0.22232418846503535</c:v>
                </c:pt>
                <c:pt idx="16819">
                  <c:v>0.22235902585255571</c:v>
                </c:pt>
                <c:pt idx="16820">
                  <c:v>0.22237774769029725</c:v>
                </c:pt>
                <c:pt idx="16821">
                  <c:v>0.22238221970344418</c:v>
                </c:pt>
                <c:pt idx="16822">
                  <c:v>0.22238862976757165</c:v>
                </c:pt>
                <c:pt idx="16823">
                  <c:v>0.2223920720595628</c:v>
                </c:pt>
                <c:pt idx="16824">
                  <c:v>0.22239794826773124</c:v>
                </c:pt>
                <c:pt idx="16825">
                  <c:v>0.22241333283579287</c:v>
                </c:pt>
                <c:pt idx="16826">
                  <c:v>0.22243200312817771</c:v>
                </c:pt>
                <c:pt idx="16827">
                  <c:v>0.22243281074699114</c:v>
                </c:pt>
                <c:pt idx="16828">
                  <c:v>0.22243514251466437</c:v>
                </c:pt>
                <c:pt idx="16829">
                  <c:v>0.22243649448818686</c:v>
                </c:pt>
                <c:pt idx="16830">
                  <c:v>0.2224490528717197</c:v>
                </c:pt>
                <c:pt idx="16831">
                  <c:v>0.22246331206512202</c:v>
                </c:pt>
                <c:pt idx="16832">
                  <c:v>0.22247002234291369</c:v>
                </c:pt>
                <c:pt idx="16833">
                  <c:v>0.2224739382554618</c:v>
                </c:pt>
                <c:pt idx="16834">
                  <c:v>0.22248030603212376</c:v>
                </c:pt>
                <c:pt idx="16835">
                  <c:v>0.22248522148310707</c:v>
                </c:pt>
                <c:pt idx="16836">
                  <c:v>0.22249647092764707</c:v>
                </c:pt>
                <c:pt idx="16837">
                  <c:v>0.22251459565838572</c:v>
                </c:pt>
                <c:pt idx="16838">
                  <c:v>0.22255606906024109</c:v>
                </c:pt>
                <c:pt idx="16839">
                  <c:v>0.22258050485734904</c:v>
                </c:pt>
                <c:pt idx="16840">
                  <c:v>0.22258093852643385</c:v>
                </c:pt>
                <c:pt idx="16841">
                  <c:v>0.22261504621765127</c:v>
                </c:pt>
                <c:pt idx="16842">
                  <c:v>0.2226162406293857</c:v>
                </c:pt>
                <c:pt idx="16843">
                  <c:v>0.22262015925068815</c:v>
                </c:pt>
                <c:pt idx="16844">
                  <c:v>0.22264450071599221</c:v>
                </c:pt>
                <c:pt idx="16845">
                  <c:v>0.22264623641298437</c:v>
                </c:pt>
                <c:pt idx="16846">
                  <c:v>0.22267355187906318</c:v>
                </c:pt>
                <c:pt idx="16847">
                  <c:v>0.22268257990058554</c:v>
                </c:pt>
                <c:pt idx="16848">
                  <c:v>0.22268395522113182</c:v>
                </c:pt>
                <c:pt idx="16849">
                  <c:v>0.2227022665862263</c:v>
                </c:pt>
                <c:pt idx="16850">
                  <c:v>0.22271932151994558</c:v>
                </c:pt>
                <c:pt idx="16851">
                  <c:v>0.22273210894509601</c:v>
                </c:pt>
                <c:pt idx="16852">
                  <c:v>0.22275448876493303</c:v>
                </c:pt>
                <c:pt idx="16853">
                  <c:v>0.22278017283096643</c:v>
                </c:pt>
                <c:pt idx="16854">
                  <c:v>0.22279468816678849</c:v>
                </c:pt>
                <c:pt idx="16855">
                  <c:v>0.22281694539380142</c:v>
                </c:pt>
                <c:pt idx="16856">
                  <c:v>0.22282887247591013</c:v>
                </c:pt>
                <c:pt idx="16857">
                  <c:v>0.2228538782366267</c:v>
                </c:pt>
                <c:pt idx="16858">
                  <c:v>0.22288584634199687</c:v>
                </c:pt>
                <c:pt idx="16859">
                  <c:v>0.22288749389054743</c:v>
                </c:pt>
                <c:pt idx="16860">
                  <c:v>0.22292330269774058</c:v>
                </c:pt>
                <c:pt idx="16861">
                  <c:v>0.22292379310343485</c:v>
                </c:pt>
                <c:pt idx="16862">
                  <c:v>0.22293025016019144</c:v>
                </c:pt>
                <c:pt idx="16863">
                  <c:v>0.22293473842528685</c:v>
                </c:pt>
                <c:pt idx="16864">
                  <c:v>0.22296206683570283</c:v>
                </c:pt>
                <c:pt idx="16865">
                  <c:v>0.2230580492757529</c:v>
                </c:pt>
                <c:pt idx="16866">
                  <c:v>0.2230581706187422</c:v>
                </c:pt>
                <c:pt idx="16867">
                  <c:v>0.22308121597757952</c:v>
                </c:pt>
                <c:pt idx="16868">
                  <c:v>0.22314383362312157</c:v>
                </c:pt>
                <c:pt idx="16869">
                  <c:v>0.22314621268222382</c:v>
                </c:pt>
                <c:pt idx="16870">
                  <c:v>0.22314930387685603</c:v>
                </c:pt>
                <c:pt idx="16871">
                  <c:v>0.22318183959585625</c:v>
                </c:pt>
                <c:pt idx="16872">
                  <c:v>0.22321834698454449</c:v>
                </c:pt>
                <c:pt idx="16873">
                  <c:v>0.2232196574881824</c:v>
                </c:pt>
                <c:pt idx="16874">
                  <c:v>0.22322201610927006</c:v>
                </c:pt>
                <c:pt idx="16875">
                  <c:v>0.22323637538528832</c:v>
                </c:pt>
                <c:pt idx="16876">
                  <c:v>0.2232396625965633</c:v>
                </c:pt>
                <c:pt idx="16877">
                  <c:v>0.22324074170764324</c:v>
                </c:pt>
                <c:pt idx="16878">
                  <c:v>0.22325010479001473</c:v>
                </c:pt>
                <c:pt idx="16879">
                  <c:v>0.22326745760268737</c:v>
                </c:pt>
                <c:pt idx="16880">
                  <c:v>0.22328122224851588</c:v>
                </c:pt>
                <c:pt idx="16881">
                  <c:v>0.22329009407460604</c:v>
                </c:pt>
                <c:pt idx="16882">
                  <c:v>0.22331782580126464</c:v>
                </c:pt>
                <c:pt idx="16883">
                  <c:v>0.22333723402399897</c:v>
                </c:pt>
                <c:pt idx="16884">
                  <c:v>0.22335899096915784</c:v>
                </c:pt>
                <c:pt idx="16885">
                  <c:v>0.22335985584799109</c:v>
                </c:pt>
                <c:pt idx="16886">
                  <c:v>0.22336318443788133</c:v>
                </c:pt>
                <c:pt idx="16887">
                  <c:v>0.22337054764697478</c:v>
                </c:pt>
                <c:pt idx="16888">
                  <c:v>0.22338743240920428</c:v>
                </c:pt>
                <c:pt idx="16889">
                  <c:v>0.22342391024227284</c:v>
                </c:pt>
                <c:pt idx="16890">
                  <c:v>0.22342622497939477</c:v>
                </c:pt>
                <c:pt idx="16891">
                  <c:v>0.22347764383744159</c:v>
                </c:pt>
                <c:pt idx="16892">
                  <c:v>0.2234849185371956</c:v>
                </c:pt>
                <c:pt idx="16893">
                  <c:v>0.22349066764737063</c:v>
                </c:pt>
                <c:pt idx="16894">
                  <c:v>0.22349118834600445</c:v>
                </c:pt>
                <c:pt idx="16895">
                  <c:v>0.22349140218623642</c:v>
                </c:pt>
                <c:pt idx="16896">
                  <c:v>0.22349383418426949</c:v>
                </c:pt>
                <c:pt idx="16897">
                  <c:v>0.22349643853547166</c:v>
                </c:pt>
                <c:pt idx="16898">
                  <c:v>0.22355109513340993</c:v>
                </c:pt>
                <c:pt idx="16899">
                  <c:v>0.22357900576708703</c:v>
                </c:pt>
                <c:pt idx="16900">
                  <c:v>0.22359221717400704</c:v>
                </c:pt>
                <c:pt idx="16901">
                  <c:v>0.22359942130761135</c:v>
                </c:pt>
                <c:pt idx="16902">
                  <c:v>0.22360587036936141</c:v>
                </c:pt>
                <c:pt idx="16903">
                  <c:v>0.22363365755675263</c:v>
                </c:pt>
                <c:pt idx="16904">
                  <c:v>0.2236410699181938</c:v>
                </c:pt>
                <c:pt idx="16905">
                  <c:v>0.22365372531667313</c:v>
                </c:pt>
                <c:pt idx="16906">
                  <c:v>0.22366388277172469</c:v>
                </c:pt>
                <c:pt idx="16907">
                  <c:v>0.22367705114360745</c:v>
                </c:pt>
                <c:pt idx="16908">
                  <c:v>0.22369052996301586</c:v>
                </c:pt>
                <c:pt idx="16909">
                  <c:v>0.22371052019554521</c:v>
                </c:pt>
                <c:pt idx="16910">
                  <c:v>0.22372531791861031</c:v>
                </c:pt>
                <c:pt idx="16911">
                  <c:v>0.22373274660558479</c:v>
                </c:pt>
                <c:pt idx="16912">
                  <c:v>0.2237425754304673</c:v>
                </c:pt>
                <c:pt idx="16913">
                  <c:v>0.22375298960954121</c:v>
                </c:pt>
                <c:pt idx="16914">
                  <c:v>0.2237655646521523</c:v>
                </c:pt>
                <c:pt idx="16915">
                  <c:v>0.22377401776525563</c:v>
                </c:pt>
                <c:pt idx="16916">
                  <c:v>0.22378591070650436</c:v>
                </c:pt>
                <c:pt idx="16917">
                  <c:v>0.2237935167754822</c:v>
                </c:pt>
                <c:pt idx="16918">
                  <c:v>0.22380105712599954</c:v>
                </c:pt>
                <c:pt idx="16919">
                  <c:v>0.22381453818795208</c:v>
                </c:pt>
                <c:pt idx="16920">
                  <c:v>0.22383509050217246</c:v>
                </c:pt>
                <c:pt idx="16921">
                  <c:v>0.22384265443860463</c:v>
                </c:pt>
                <c:pt idx="16922">
                  <c:v>0.22384466607120862</c:v>
                </c:pt>
                <c:pt idx="16923">
                  <c:v>0.22385915554006769</c:v>
                </c:pt>
                <c:pt idx="16924">
                  <c:v>0.22387146278257655</c:v>
                </c:pt>
                <c:pt idx="16925">
                  <c:v>0.22389413372350428</c:v>
                </c:pt>
                <c:pt idx="16926">
                  <c:v>0.22389653515417204</c:v>
                </c:pt>
                <c:pt idx="16927">
                  <c:v>0.22390397531787115</c:v>
                </c:pt>
                <c:pt idx="16928">
                  <c:v>0.22390638937785584</c:v>
                </c:pt>
                <c:pt idx="16929">
                  <c:v>0.2239330383799899</c:v>
                </c:pt>
                <c:pt idx="16930">
                  <c:v>0.2239357280224839</c:v>
                </c:pt>
                <c:pt idx="16931">
                  <c:v>0.22395851174996975</c:v>
                </c:pt>
                <c:pt idx="16932">
                  <c:v>0.22397926076099775</c:v>
                </c:pt>
                <c:pt idx="16933">
                  <c:v>0.22398242140414173</c:v>
                </c:pt>
                <c:pt idx="16934">
                  <c:v>0.22399834843798849</c:v>
                </c:pt>
                <c:pt idx="16935">
                  <c:v>0.22400990864236375</c:v>
                </c:pt>
                <c:pt idx="16936">
                  <c:v>0.22401070684878291</c:v>
                </c:pt>
                <c:pt idx="16937">
                  <c:v>0.22406372167254424</c:v>
                </c:pt>
                <c:pt idx="16938">
                  <c:v>0.22406983157532451</c:v>
                </c:pt>
                <c:pt idx="16939">
                  <c:v>0.22407437736657318</c:v>
                </c:pt>
                <c:pt idx="16940">
                  <c:v>0.22410345209689736</c:v>
                </c:pt>
                <c:pt idx="16941">
                  <c:v>0.22410437731093436</c:v>
                </c:pt>
                <c:pt idx="16942">
                  <c:v>0.22411651744710948</c:v>
                </c:pt>
                <c:pt idx="16943">
                  <c:v>0.22412243622915415</c:v>
                </c:pt>
                <c:pt idx="16944">
                  <c:v>0.2241260436098389</c:v>
                </c:pt>
                <c:pt idx="16945">
                  <c:v>0.22413396642441008</c:v>
                </c:pt>
                <c:pt idx="16946">
                  <c:v>0.22413947851067367</c:v>
                </c:pt>
                <c:pt idx="16947">
                  <c:v>0.22415061560876992</c:v>
                </c:pt>
                <c:pt idx="16948">
                  <c:v>0.22417734168920278</c:v>
                </c:pt>
                <c:pt idx="16949">
                  <c:v>0.22418226665192736</c:v>
                </c:pt>
                <c:pt idx="16950">
                  <c:v>0.22419858582777644</c:v>
                </c:pt>
                <c:pt idx="16951">
                  <c:v>0.22421652615853169</c:v>
                </c:pt>
                <c:pt idx="16952">
                  <c:v>0.22423194127364837</c:v>
                </c:pt>
                <c:pt idx="16953">
                  <c:v>0.22424049460146742</c:v>
                </c:pt>
                <c:pt idx="16954">
                  <c:v>0.22425562093857951</c:v>
                </c:pt>
                <c:pt idx="16955">
                  <c:v>0.22430484913131707</c:v>
                </c:pt>
                <c:pt idx="16956">
                  <c:v>0.2243111879756976</c:v>
                </c:pt>
                <c:pt idx="16957">
                  <c:v>0.22431742677557698</c:v>
                </c:pt>
                <c:pt idx="16958">
                  <c:v>0.22434202091506772</c:v>
                </c:pt>
                <c:pt idx="16959">
                  <c:v>0.22436961174775991</c:v>
                </c:pt>
                <c:pt idx="16960">
                  <c:v>0.22437214607780165</c:v>
                </c:pt>
                <c:pt idx="16961">
                  <c:v>0.22439250453537327</c:v>
                </c:pt>
                <c:pt idx="16962">
                  <c:v>0.22439291657633767</c:v>
                </c:pt>
                <c:pt idx="16963">
                  <c:v>0.22443327782346398</c:v>
                </c:pt>
                <c:pt idx="16964">
                  <c:v>0.22445474847818372</c:v>
                </c:pt>
                <c:pt idx="16965">
                  <c:v>0.22445512311953369</c:v>
                </c:pt>
                <c:pt idx="16966">
                  <c:v>0.2244570946396349</c:v>
                </c:pt>
                <c:pt idx="16967">
                  <c:v>0.22446780799775065</c:v>
                </c:pt>
                <c:pt idx="16968">
                  <c:v>0.22448279758623774</c:v>
                </c:pt>
                <c:pt idx="16969">
                  <c:v>0.2245401781155443</c:v>
                </c:pt>
                <c:pt idx="16970">
                  <c:v>0.22458535568706267</c:v>
                </c:pt>
                <c:pt idx="16971">
                  <c:v>0.22458914112026571</c:v>
                </c:pt>
                <c:pt idx="16972">
                  <c:v>0.22459653323776277</c:v>
                </c:pt>
                <c:pt idx="16973">
                  <c:v>0.22459683844016465</c:v>
                </c:pt>
                <c:pt idx="16974">
                  <c:v>0.22461191992267754</c:v>
                </c:pt>
                <c:pt idx="16975">
                  <c:v>0.22461419059385815</c:v>
                </c:pt>
                <c:pt idx="16976">
                  <c:v>0.22462966578967639</c:v>
                </c:pt>
                <c:pt idx="16977">
                  <c:v>0.22463772177961527</c:v>
                </c:pt>
                <c:pt idx="16978">
                  <c:v>0.22463950826096735</c:v>
                </c:pt>
                <c:pt idx="16979">
                  <c:v>0.22464222159664585</c:v>
                </c:pt>
                <c:pt idx="16980">
                  <c:v>0.22464596120778491</c:v>
                </c:pt>
                <c:pt idx="16981">
                  <c:v>0.22465301389511397</c:v>
                </c:pt>
                <c:pt idx="16982">
                  <c:v>0.22465832678256165</c:v>
                </c:pt>
                <c:pt idx="16983">
                  <c:v>0.22468547429181149</c:v>
                </c:pt>
                <c:pt idx="16984">
                  <c:v>0.22468819885256827</c:v>
                </c:pt>
                <c:pt idx="16985">
                  <c:v>0.22469059690951479</c:v>
                </c:pt>
                <c:pt idx="16986">
                  <c:v>0.22470291012181234</c:v>
                </c:pt>
                <c:pt idx="16987">
                  <c:v>0.22472866948253778</c:v>
                </c:pt>
                <c:pt idx="16988">
                  <c:v>0.22475506569495929</c:v>
                </c:pt>
                <c:pt idx="16989">
                  <c:v>0.22478546238506431</c:v>
                </c:pt>
                <c:pt idx="16990">
                  <c:v>0.22479769683682641</c:v>
                </c:pt>
                <c:pt idx="16991">
                  <c:v>0.22480603295307072</c:v>
                </c:pt>
                <c:pt idx="16992">
                  <c:v>0.22480668136995854</c:v>
                </c:pt>
                <c:pt idx="16993">
                  <c:v>0.22484062580307479</c:v>
                </c:pt>
                <c:pt idx="16994">
                  <c:v>0.22484326689924378</c:v>
                </c:pt>
                <c:pt idx="16995">
                  <c:v>0.22484632366650611</c:v>
                </c:pt>
                <c:pt idx="16996">
                  <c:v>0.22487641646820541</c:v>
                </c:pt>
                <c:pt idx="16997">
                  <c:v>0.22487765272733107</c:v>
                </c:pt>
                <c:pt idx="16998">
                  <c:v>0.22487885384858125</c:v>
                </c:pt>
                <c:pt idx="16999">
                  <c:v>0.22489655654129126</c:v>
                </c:pt>
                <c:pt idx="17000">
                  <c:v>0.22492161944976741</c:v>
                </c:pt>
                <c:pt idx="17001">
                  <c:v>0.22493278443975551</c:v>
                </c:pt>
                <c:pt idx="17002">
                  <c:v>0.22493968413893706</c:v>
                </c:pt>
                <c:pt idx="17003">
                  <c:v>0.22494207416689702</c:v>
                </c:pt>
                <c:pt idx="17004">
                  <c:v>0.22494282155985321</c:v>
                </c:pt>
                <c:pt idx="17005">
                  <c:v>0.22498362133893102</c:v>
                </c:pt>
                <c:pt idx="17006">
                  <c:v>0.22503568356506329</c:v>
                </c:pt>
                <c:pt idx="17007">
                  <c:v>0.22503903606974365</c:v>
                </c:pt>
                <c:pt idx="17008">
                  <c:v>0.22504295557312964</c:v>
                </c:pt>
                <c:pt idx="17009">
                  <c:v>0.2250620222654994</c:v>
                </c:pt>
                <c:pt idx="17010">
                  <c:v>0.22506565416819846</c:v>
                </c:pt>
                <c:pt idx="17011">
                  <c:v>0.225069298661117</c:v>
                </c:pt>
                <c:pt idx="17012">
                  <c:v>0.22508314380715796</c:v>
                </c:pt>
                <c:pt idx="17013">
                  <c:v>0.22508777436012192</c:v>
                </c:pt>
                <c:pt idx="17014">
                  <c:v>0.22509092785639129</c:v>
                </c:pt>
                <c:pt idx="17015">
                  <c:v>0.22512639526653705</c:v>
                </c:pt>
                <c:pt idx="17016">
                  <c:v>0.22513086114379519</c:v>
                </c:pt>
                <c:pt idx="17017">
                  <c:v>0.22513141277875121</c:v>
                </c:pt>
                <c:pt idx="17018">
                  <c:v>0.22513167738383003</c:v>
                </c:pt>
                <c:pt idx="17019">
                  <c:v>0.22514792379410473</c:v>
                </c:pt>
                <c:pt idx="17020">
                  <c:v>0.22514806229461631</c:v>
                </c:pt>
                <c:pt idx="17021">
                  <c:v>0.22515269842708691</c:v>
                </c:pt>
                <c:pt idx="17022">
                  <c:v>0.22515993155597153</c:v>
                </c:pt>
                <c:pt idx="17023">
                  <c:v>0.2251701752977282</c:v>
                </c:pt>
                <c:pt idx="17024">
                  <c:v>0.22521242356869184</c:v>
                </c:pt>
                <c:pt idx="17025">
                  <c:v>0.225219975156631</c:v>
                </c:pt>
                <c:pt idx="17026">
                  <c:v>0.22523730932507627</c:v>
                </c:pt>
                <c:pt idx="17027">
                  <c:v>0.22530074559496321</c:v>
                </c:pt>
                <c:pt idx="17028">
                  <c:v>0.22533047809785303</c:v>
                </c:pt>
                <c:pt idx="17029">
                  <c:v>0.22533395358875352</c:v>
                </c:pt>
                <c:pt idx="17030">
                  <c:v>0.22534170192516054</c:v>
                </c:pt>
                <c:pt idx="17031">
                  <c:v>0.22535165656595663</c:v>
                </c:pt>
                <c:pt idx="17032">
                  <c:v>0.22535944654635462</c:v>
                </c:pt>
                <c:pt idx="17033">
                  <c:v>0.22536133199850583</c:v>
                </c:pt>
                <c:pt idx="17034">
                  <c:v>0.22538950469164884</c:v>
                </c:pt>
                <c:pt idx="17035">
                  <c:v>0.22540798245647928</c:v>
                </c:pt>
                <c:pt idx="17036">
                  <c:v>0.22542264268544759</c:v>
                </c:pt>
                <c:pt idx="17037">
                  <c:v>0.2254915876177912</c:v>
                </c:pt>
                <c:pt idx="17038">
                  <c:v>0.22549347624328742</c:v>
                </c:pt>
                <c:pt idx="17039">
                  <c:v>0.22549435163922274</c:v>
                </c:pt>
                <c:pt idx="17040">
                  <c:v>0.22551757422103325</c:v>
                </c:pt>
                <c:pt idx="17041">
                  <c:v>0.22552429577490132</c:v>
                </c:pt>
                <c:pt idx="17042">
                  <c:v>0.22558650829979729</c:v>
                </c:pt>
                <c:pt idx="17043">
                  <c:v>0.2256056351309069</c:v>
                </c:pt>
                <c:pt idx="17044">
                  <c:v>0.22561056309342403</c:v>
                </c:pt>
                <c:pt idx="17045">
                  <c:v>0.22565220603999828</c:v>
                </c:pt>
                <c:pt idx="17046">
                  <c:v>0.22565660121045386</c:v>
                </c:pt>
                <c:pt idx="17047">
                  <c:v>0.22568967575953827</c:v>
                </c:pt>
                <c:pt idx="17048">
                  <c:v>0.22574919148724648</c:v>
                </c:pt>
                <c:pt idx="17049">
                  <c:v>0.22575241045563058</c:v>
                </c:pt>
                <c:pt idx="17050">
                  <c:v>0.22577138313025286</c:v>
                </c:pt>
                <c:pt idx="17051">
                  <c:v>0.22577502776068489</c:v>
                </c:pt>
                <c:pt idx="17052">
                  <c:v>0.22577843967234407</c:v>
                </c:pt>
                <c:pt idx="17053">
                  <c:v>0.22578006223304894</c:v>
                </c:pt>
                <c:pt idx="17054">
                  <c:v>0.2257849843910158</c:v>
                </c:pt>
                <c:pt idx="17055">
                  <c:v>0.22578672787998771</c:v>
                </c:pt>
                <c:pt idx="17056">
                  <c:v>0.2257950722792253</c:v>
                </c:pt>
                <c:pt idx="17057">
                  <c:v>0.22580525006201269</c:v>
                </c:pt>
                <c:pt idx="17058">
                  <c:v>0.22581135248563428</c:v>
                </c:pt>
                <c:pt idx="17059">
                  <c:v>0.2258158508823622</c:v>
                </c:pt>
                <c:pt idx="17060">
                  <c:v>0.22582221172279049</c:v>
                </c:pt>
                <c:pt idx="17061">
                  <c:v>0.22583144840348499</c:v>
                </c:pt>
                <c:pt idx="17062">
                  <c:v>0.22589760069816642</c:v>
                </c:pt>
                <c:pt idx="17063">
                  <c:v>0.22592221346191857</c:v>
                </c:pt>
                <c:pt idx="17064">
                  <c:v>0.22597877381572792</c:v>
                </c:pt>
                <c:pt idx="17065">
                  <c:v>0.22597945044809492</c:v>
                </c:pt>
                <c:pt idx="17066">
                  <c:v>0.2259988084660032</c:v>
                </c:pt>
                <c:pt idx="17067">
                  <c:v>0.22601055092642822</c:v>
                </c:pt>
                <c:pt idx="17068">
                  <c:v>0.22602505591494651</c:v>
                </c:pt>
                <c:pt idx="17069">
                  <c:v>0.22603995449148523</c:v>
                </c:pt>
                <c:pt idx="17070">
                  <c:v>0.22605554091791502</c:v>
                </c:pt>
                <c:pt idx="17071">
                  <c:v>0.22606942057203672</c:v>
                </c:pt>
                <c:pt idx="17072">
                  <c:v>0.22607834036653146</c:v>
                </c:pt>
                <c:pt idx="17073">
                  <c:v>0.22607922569912531</c:v>
                </c:pt>
                <c:pt idx="17074">
                  <c:v>0.22609791070579158</c:v>
                </c:pt>
                <c:pt idx="17075">
                  <c:v>0.22609838368458113</c:v>
                </c:pt>
                <c:pt idx="17076">
                  <c:v>0.22610016366748348</c:v>
                </c:pt>
                <c:pt idx="17077">
                  <c:v>0.22610500219395838</c:v>
                </c:pt>
                <c:pt idx="17078">
                  <c:v>0.22611500936308765</c:v>
                </c:pt>
                <c:pt idx="17079">
                  <c:v>0.22612109456652224</c:v>
                </c:pt>
                <c:pt idx="17080">
                  <c:v>0.22612739972248366</c:v>
                </c:pt>
                <c:pt idx="17081">
                  <c:v>0.22623301240165111</c:v>
                </c:pt>
                <c:pt idx="17082">
                  <c:v>0.22626607587983483</c:v>
                </c:pt>
                <c:pt idx="17083">
                  <c:v>0.22626707674748583</c:v>
                </c:pt>
                <c:pt idx="17084">
                  <c:v>0.22626861573784071</c:v>
                </c:pt>
                <c:pt idx="17085">
                  <c:v>0.22628996389240585</c:v>
                </c:pt>
                <c:pt idx="17086">
                  <c:v>0.22630548096391923</c:v>
                </c:pt>
                <c:pt idx="17087">
                  <c:v>0.22633131872273465</c:v>
                </c:pt>
                <c:pt idx="17088">
                  <c:v>0.22637002839732401</c:v>
                </c:pt>
                <c:pt idx="17089">
                  <c:v>0.22637061068375419</c:v>
                </c:pt>
                <c:pt idx="17090">
                  <c:v>0.2263898883326671</c:v>
                </c:pt>
                <c:pt idx="17091">
                  <c:v>0.22639512748763044</c:v>
                </c:pt>
                <c:pt idx="17092">
                  <c:v>0.22642094637709159</c:v>
                </c:pt>
                <c:pt idx="17093">
                  <c:v>0.22642432800900342</c:v>
                </c:pt>
                <c:pt idx="17094">
                  <c:v>0.22645203562459304</c:v>
                </c:pt>
                <c:pt idx="17095">
                  <c:v>0.22645553852248021</c:v>
                </c:pt>
                <c:pt idx="17096">
                  <c:v>0.22645743922075948</c:v>
                </c:pt>
                <c:pt idx="17097">
                  <c:v>0.22646373758835869</c:v>
                </c:pt>
                <c:pt idx="17098">
                  <c:v>0.22646691860808768</c:v>
                </c:pt>
                <c:pt idx="17099">
                  <c:v>0.22648736363394617</c:v>
                </c:pt>
                <c:pt idx="17100">
                  <c:v>0.22650617762750466</c:v>
                </c:pt>
                <c:pt idx="17101">
                  <c:v>0.22652475273317096</c:v>
                </c:pt>
                <c:pt idx="17102">
                  <c:v>0.22653600299217475</c:v>
                </c:pt>
                <c:pt idx="17103">
                  <c:v>0.22657208264727055</c:v>
                </c:pt>
                <c:pt idx="17104">
                  <c:v>0.22658253850298096</c:v>
                </c:pt>
                <c:pt idx="17105">
                  <c:v>0.22660137282895251</c:v>
                </c:pt>
                <c:pt idx="17106">
                  <c:v>0.22660650252943443</c:v>
                </c:pt>
                <c:pt idx="17107">
                  <c:v>0.22661011343992996</c:v>
                </c:pt>
                <c:pt idx="17108">
                  <c:v>0.22661309392055873</c:v>
                </c:pt>
                <c:pt idx="17109">
                  <c:v>0.2266202341272274</c:v>
                </c:pt>
                <c:pt idx="17110">
                  <c:v>0.22663782310864508</c:v>
                </c:pt>
                <c:pt idx="17111">
                  <c:v>0.22664341113909567</c:v>
                </c:pt>
                <c:pt idx="17112">
                  <c:v>0.22665529946660101</c:v>
                </c:pt>
                <c:pt idx="17113">
                  <c:v>0.22666922162974751</c:v>
                </c:pt>
                <c:pt idx="17114">
                  <c:v>0.22668182846989446</c:v>
                </c:pt>
                <c:pt idx="17115">
                  <c:v>0.22670499905953606</c:v>
                </c:pt>
                <c:pt idx="17116">
                  <c:v>0.22672645939951816</c:v>
                </c:pt>
                <c:pt idx="17117">
                  <c:v>0.2267398331648233</c:v>
                </c:pt>
                <c:pt idx="17118">
                  <c:v>0.22677223536658275</c:v>
                </c:pt>
                <c:pt idx="17119">
                  <c:v>0.22677853724510888</c:v>
                </c:pt>
                <c:pt idx="17120">
                  <c:v>0.22682306168920888</c:v>
                </c:pt>
                <c:pt idx="17121">
                  <c:v>0.22683226671723952</c:v>
                </c:pt>
                <c:pt idx="17122">
                  <c:v>0.22683795750214109</c:v>
                </c:pt>
                <c:pt idx="17123">
                  <c:v>0.22686873410830299</c:v>
                </c:pt>
                <c:pt idx="17124">
                  <c:v>0.22688562176556898</c:v>
                </c:pt>
                <c:pt idx="17125">
                  <c:v>0.22689741344250455</c:v>
                </c:pt>
                <c:pt idx="17126">
                  <c:v>0.22691138811359704</c:v>
                </c:pt>
                <c:pt idx="17127">
                  <c:v>0.22691489492810846</c:v>
                </c:pt>
                <c:pt idx="17128">
                  <c:v>0.22693664502997574</c:v>
                </c:pt>
                <c:pt idx="17129">
                  <c:v>0.22697101558151966</c:v>
                </c:pt>
                <c:pt idx="17130">
                  <c:v>0.2269956358660889</c:v>
                </c:pt>
                <c:pt idx="17131">
                  <c:v>0.22700917623308306</c:v>
                </c:pt>
                <c:pt idx="17132">
                  <c:v>0.2270421042145937</c:v>
                </c:pt>
                <c:pt idx="17133">
                  <c:v>0.2270667264709762</c:v>
                </c:pt>
                <c:pt idx="17134">
                  <c:v>0.22707248629145624</c:v>
                </c:pt>
                <c:pt idx="17135">
                  <c:v>0.22710594430580991</c:v>
                </c:pt>
                <c:pt idx="17136">
                  <c:v>0.22712063825004564</c:v>
                </c:pt>
                <c:pt idx="17137">
                  <c:v>0.22712328840879001</c:v>
                </c:pt>
                <c:pt idx="17138">
                  <c:v>0.22716484636047063</c:v>
                </c:pt>
                <c:pt idx="17139">
                  <c:v>0.22716855932908139</c:v>
                </c:pt>
                <c:pt idx="17140">
                  <c:v>0.22718336122821703</c:v>
                </c:pt>
                <c:pt idx="17141">
                  <c:v>0.22719805499385629</c:v>
                </c:pt>
                <c:pt idx="17142">
                  <c:v>0.2272052154199416</c:v>
                </c:pt>
                <c:pt idx="17143">
                  <c:v>0.2272222831462371</c:v>
                </c:pt>
                <c:pt idx="17144">
                  <c:v>0.22723171662265856</c:v>
                </c:pt>
                <c:pt idx="17145">
                  <c:v>0.22724271903006718</c:v>
                </c:pt>
                <c:pt idx="17146">
                  <c:v>0.22725004076126284</c:v>
                </c:pt>
                <c:pt idx="17147">
                  <c:v>0.22726911247036241</c:v>
                </c:pt>
                <c:pt idx="17148">
                  <c:v>0.22727362081481972</c:v>
                </c:pt>
                <c:pt idx="17149">
                  <c:v>0.22727654965114641</c:v>
                </c:pt>
                <c:pt idx="17150">
                  <c:v>0.22730828259388924</c:v>
                </c:pt>
                <c:pt idx="17151">
                  <c:v>0.22732418585474062</c:v>
                </c:pt>
                <c:pt idx="17152">
                  <c:v>0.22733231044022495</c:v>
                </c:pt>
                <c:pt idx="17153">
                  <c:v>0.22733724706593558</c:v>
                </c:pt>
                <c:pt idx="17154">
                  <c:v>0.22741559941003434</c:v>
                </c:pt>
                <c:pt idx="17155">
                  <c:v>0.22742244752942506</c:v>
                </c:pt>
                <c:pt idx="17156">
                  <c:v>0.22747447180679697</c:v>
                </c:pt>
                <c:pt idx="17157">
                  <c:v>0.22749056731023484</c:v>
                </c:pt>
                <c:pt idx="17158">
                  <c:v>0.22750748169456503</c:v>
                </c:pt>
                <c:pt idx="17159">
                  <c:v>0.22755152647891075</c:v>
                </c:pt>
                <c:pt idx="17160">
                  <c:v>0.22757423043186817</c:v>
                </c:pt>
                <c:pt idx="17161">
                  <c:v>0.22758610639456914</c:v>
                </c:pt>
                <c:pt idx="17162">
                  <c:v>0.22759713320803135</c:v>
                </c:pt>
                <c:pt idx="17163">
                  <c:v>0.22761755820176169</c:v>
                </c:pt>
                <c:pt idx="17164">
                  <c:v>0.22762205022150742</c:v>
                </c:pt>
                <c:pt idx="17165">
                  <c:v>0.22762739725427661</c:v>
                </c:pt>
                <c:pt idx="17166">
                  <c:v>0.22765523505283294</c:v>
                </c:pt>
                <c:pt idx="17167">
                  <c:v>0.22769678586683337</c:v>
                </c:pt>
                <c:pt idx="17168">
                  <c:v>0.22770488436242386</c:v>
                </c:pt>
                <c:pt idx="17169">
                  <c:v>0.22770668747758702</c:v>
                </c:pt>
                <c:pt idx="17170">
                  <c:v>0.22771006008091732</c:v>
                </c:pt>
                <c:pt idx="17171">
                  <c:v>0.22774519037152424</c:v>
                </c:pt>
                <c:pt idx="17172">
                  <c:v>0.22775881636543824</c:v>
                </c:pt>
                <c:pt idx="17173">
                  <c:v>0.22778990053962164</c:v>
                </c:pt>
                <c:pt idx="17174">
                  <c:v>0.22780616240762588</c:v>
                </c:pt>
                <c:pt idx="17175">
                  <c:v>0.22781504061281097</c:v>
                </c:pt>
                <c:pt idx="17176">
                  <c:v>0.22783281696333821</c:v>
                </c:pt>
                <c:pt idx="17177">
                  <c:v>0.22783518381266671</c:v>
                </c:pt>
                <c:pt idx="17178">
                  <c:v>0.22789806392929962</c:v>
                </c:pt>
                <c:pt idx="17179">
                  <c:v>0.22789883232157646</c:v>
                </c:pt>
                <c:pt idx="17180">
                  <c:v>0.22790838939977276</c:v>
                </c:pt>
                <c:pt idx="17181">
                  <c:v>0.2279248100537489</c:v>
                </c:pt>
                <c:pt idx="17182">
                  <c:v>0.22795261133395331</c:v>
                </c:pt>
                <c:pt idx="17183">
                  <c:v>0.22796542010601364</c:v>
                </c:pt>
                <c:pt idx="17184">
                  <c:v>0.2279899720488224</c:v>
                </c:pt>
                <c:pt idx="17185">
                  <c:v>0.22799164961144308</c:v>
                </c:pt>
                <c:pt idx="17186">
                  <c:v>0.22804139539633242</c:v>
                </c:pt>
                <c:pt idx="17187">
                  <c:v>0.22804759943928665</c:v>
                </c:pt>
                <c:pt idx="17188">
                  <c:v>0.22804928191858892</c:v>
                </c:pt>
                <c:pt idx="17189">
                  <c:v>0.22805278047539496</c:v>
                </c:pt>
                <c:pt idx="17190">
                  <c:v>0.22805991565259176</c:v>
                </c:pt>
                <c:pt idx="17191">
                  <c:v>0.22809245247113294</c:v>
                </c:pt>
                <c:pt idx="17192">
                  <c:v>0.22810476510553701</c:v>
                </c:pt>
                <c:pt idx="17193">
                  <c:v>0.22811343511704452</c:v>
                </c:pt>
                <c:pt idx="17194">
                  <c:v>0.22813461868146809</c:v>
                </c:pt>
                <c:pt idx="17195">
                  <c:v>0.22814582731062613</c:v>
                </c:pt>
                <c:pt idx="17196">
                  <c:v>0.22820372118676535</c:v>
                </c:pt>
                <c:pt idx="17197">
                  <c:v>0.22822428238215656</c:v>
                </c:pt>
                <c:pt idx="17198">
                  <c:v>0.22823223281872845</c:v>
                </c:pt>
                <c:pt idx="17199">
                  <c:v>0.22826613757611894</c:v>
                </c:pt>
                <c:pt idx="17200">
                  <c:v>0.22833384344897381</c:v>
                </c:pt>
                <c:pt idx="17201">
                  <c:v>0.22833672102610461</c:v>
                </c:pt>
                <c:pt idx="17202">
                  <c:v>0.2283571884419219</c:v>
                </c:pt>
                <c:pt idx="17203">
                  <c:v>0.22837483742600448</c:v>
                </c:pt>
                <c:pt idx="17204">
                  <c:v>0.22838901642441556</c:v>
                </c:pt>
                <c:pt idx="17205">
                  <c:v>0.2284144448970287</c:v>
                </c:pt>
                <c:pt idx="17206">
                  <c:v>0.22841757838174459</c:v>
                </c:pt>
                <c:pt idx="17207">
                  <c:v>0.22842145928399205</c:v>
                </c:pt>
                <c:pt idx="17208">
                  <c:v>0.22842670419500663</c:v>
                </c:pt>
                <c:pt idx="17209">
                  <c:v>0.22846147045434489</c:v>
                </c:pt>
                <c:pt idx="17210">
                  <c:v>0.22846524458369036</c:v>
                </c:pt>
                <c:pt idx="17211">
                  <c:v>0.22849784935443698</c:v>
                </c:pt>
                <c:pt idx="17212">
                  <c:v>0.22852143772848901</c:v>
                </c:pt>
                <c:pt idx="17213">
                  <c:v>0.22855087573917085</c:v>
                </c:pt>
                <c:pt idx="17214">
                  <c:v>0.2285609616416972</c:v>
                </c:pt>
                <c:pt idx="17215">
                  <c:v>0.22861578722102849</c:v>
                </c:pt>
                <c:pt idx="17216">
                  <c:v>0.2286463697973512</c:v>
                </c:pt>
                <c:pt idx="17217">
                  <c:v>0.22867376333883815</c:v>
                </c:pt>
                <c:pt idx="17218">
                  <c:v>0.22867911148558159</c:v>
                </c:pt>
                <c:pt idx="17219">
                  <c:v>0.22869969857877478</c:v>
                </c:pt>
                <c:pt idx="17220">
                  <c:v>0.22870744189563952</c:v>
                </c:pt>
                <c:pt idx="17221">
                  <c:v>0.22871977932202736</c:v>
                </c:pt>
                <c:pt idx="17222">
                  <c:v>0.22873843296955049</c:v>
                </c:pt>
                <c:pt idx="17223">
                  <c:v>0.22880280109747522</c:v>
                </c:pt>
                <c:pt idx="17224">
                  <c:v>0.22880820496959614</c:v>
                </c:pt>
                <c:pt idx="17225">
                  <c:v>0.22881708478530516</c:v>
                </c:pt>
                <c:pt idx="17226">
                  <c:v>0.22885731206692378</c:v>
                </c:pt>
                <c:pt idx="17227">
                  <c:v>0.22887582862544195</c:v>
                </c:pt>
                <c:pt idx="17228">
                  <c:v>0.22887930682754795</c:v>
                </c:pt>
                <c:pt idx="17229">
                  <c:v>0.22888318892790951</c:v>
                </c:pt>
                <c:pt idx="17230">
                  <c:v>0.22889421013127814</c:v>
                </c:pt>
                <c:pt idx="17231">
                  <c:v>0.22895348718862107</c:v>
                </c:pt>
                <c:pt idx="17232">
                  <c:v>0.22895400721034137</c:v>
                </c:pt>
                <c:pt idx="17233">
                  <c:v>0.22895421137508382</c:v>
                </c:pt>
                <c:pt idx="17234">
                  <c:v>0.22897826128466547</c:v>
                </c:pt>
                <c:pt idx="17235">
                  <c:v>0.22899312143959175</c:v>
                </c:pt>
                <c:pt idx="17236">
                  <c:v>0.2290022541854046</c:v>
                </c:pt>
                <c:pt idx="17237">
                  <c:v>0.22903204116817097</c:v>
                </c:pt>
                <c:pt idx="17238">
                  <c:v>0.22903470020350777</c:v>
                </c:pt>
                <c:pt idx="17239">
                  <c:v>0.22904608179107602</c:v>
                </c:pt>
                <c:pt idx="17240">
                  <c:v>0.22907857602920734</c:v>
                </c:pt>
                <c:pt idx="17241">
                  <c:v>0.22908495524766181</c:v>
                </c:pt>
                <c:pt idx="17242">
                  <c:v>0.22910002090600759</c:v>
                </c:pt>
                <c:pt idx="17243">
                  <c:v>0.22913394849500113</c:v>
                </c:pt>
                <c:pt idx="17244">
                  <c:v>0.2291710650212635</c:v>
                </c:pt>
                <c:pt idx="17245">
                  <c:v>0.22919765239485124</c:v>
                </c:pt>
                <c:pt idx="17246">
                  <c:v>0.22920542411783176</c:v>
                </c:pt>
                <c:pt idx="17247">
                  <c:v>0.22923122823572403</c:v>
                </c:pt>
                <c:pt idx="17248">
                  <c:v>0.22927218369874744</c:v>
                </c:pt>
                <c:pt idx="17249">
                  <c:v>0.22931346201171962</c:v>
                </c:pt>
                <c:pt idx="17250">
                  <c:v>0.229322165121878</c:v>
                </c:pt>
                <c:pt idx="17251">
                  <c:v>0.22934667314806101</c:v>
                </c:pt>
                <c:pt idx="17252">
                  <c:v>0.22940419005854315</c:v>
                </c:pt>
                <c:pt idx="17253">
                  <c:v>0.22941548339943793</c:v>
                </c:pt>
                <c:pt idx="17254">
                  <c:v>0.22942414694360452</c:v>
                </c:pt>
                <c:pt idx="17255">
                  <c:v>0.22943891215626119</c:v>
                </c:pt>
                <c:pt idx="17256">
                  <c:v>0.22944892448010451</c:v>
                </c:pt>
                <c:pt idx="17257">
                  <c:v>0.22948233190520156</c:v>
                </c:pt>
                <c:pt idx="17258">
                  <c:v>0.2295148615449957</c:v>
                </c:pt>
                <c:pt idx="17259">
                  <c:v>0.22951567996093877</c:v>
                </c:pt>
                <c:pt idx="17260">
                  <c:v>0.22952532328663464</c:v>
                </c:pt>
                <c:pt idx="17261">
                  <c:v>0.22952583341671112</c:v>
                </c:pt>
                <c:pt idx="17262">
                  <c:v>0.2295331161579027</c:v>
                </c:pt>
                <c:pt idx="17263">
                  <c:v>0.22959120766697941</c:v>
                </c:pt>
                <c:pt idx="17264">
                  <c:v>0.22960527559376523</c:v>
                </c:pt>
                <c:pt idx="17265">
                  <c:v>0.22963258264628733</c:v>
                </c:pt>
                <c:pt idx="17266">
                  <c:v>0.22963847007595597</c:v>
                </c:pt>
                <c:pt idx="17267">
                  <c:v>0.22963912428607108</c:v>
                </c:pt>
                <c:pt idx="17268">
                  <c:v>0.22968684917977328</c:v>
                </c:pt>
                <c:pt idx="17269">
                  <c:v>0.22971632693689165</c:v>
                </c:pt>
                <c:pt idx="17270">
                  <c:v>0.22972627560141926</c:v>
                </c:pt>
                <c:pt idx="17271">
                  <c:v>0.22972724458834104</c:v>
                </c:pt>
                <c:pt idx="17272">
                  <c:v>0.22977660055469731</c:v>
                </c:pt>
                <c:pt idx="17273">
                  <c:v>0.22979529647287952</c:v>
                </c:pt>
                <c:pt idx="17274">
                  <c:v>0.22980706079634786</c:v>
                </c:pt>
                <c:pt idx="17275">
                  <c:v>0.22982723438085917</c:v>
                </c:pt>
                <c:pt idx="17276">
                  <c:v>0.22983156591998913</c:v>
                </c:pt>
                <c:pt idx="17277">
                  <c:v>0.2298403602119824</c:v>
                </c:pt>
                <c:pt idx="17278">
                  <c:v>0.22986587206775122</c:v>
                </c:pt>
                <c:pt idx="17279">
                  <c:v>0.22986753136872964</c:v>
                </c:pt>
                <c:pt idx="17280">
                  <c:v>0.2299036396295881</c:v>
                </c:pt>
                <c:pt idx="17281">
                  <c:v>0.22990746184146277</c:v>
                </c:pt>
                <c:pt idx="17282">
                  <c:v>0.22991586878718662</c:v>
                </c:pt>
                <c:pt idx="17283">
                  <c:v>0.22995444691452527</c:v>
                </c:pt>
                <c:pt idx="17284">
                  <c:v>0.22996166353723033</c:v>
                </c:pt>
                <c:pt idx="17285">
                  <c:v>0.22997884457188864</c:v>
                </c:pt>
                <c:pt idx="17286">
                  <c:v>0.23000013633131258</c:v>
                </c:pt>
                <c:pt idx="17287">
                  <c:v>0.23001189987468001</c:v>
                </c:pt>
                <c:pt idx="17288">
                  <c:v>0.2300345662292996</c:v>
                </c:pt>
                <c:pt idx="17289">
                  <c:v>0.23004245091954487</c:v>
                </c:pt>
                <c:pt idx="17290">
                  <c:v>0.23004660722818795</c:v>
                </c:pt>
                <c:pt idx="17291">
                  <c:v>0.23005366307610803</c:v>
                </c:pt>
                <c:pt idx="17292">
                  <c:v>0.23010178749322252</c:v>
                </c:pt>
                <c:pt idx="17293">
                  <c:v>0.23010455007421787</c:v>
                </c:pt>
                <c:pt idx="17294">
                  <c:v>0.23012933089643556</c:v>
                </c:pt>
                <c:pt idx="17295">
                  <c:v>0.23014633613888838</c:v>
                </c:pt>
                <c:pt idx="17296">
                  <c:v>0.23015218752976033</c:v>
                </c:pt>
                <c:pt idx="17297">
                  <c:v>0.23015743491642693</c:v>
                </c:pt>
                <c:pt idx="17298">
                  <c:v>0.23017019964861798</c:v>
                </c:pt>
                <c:pt idx="17299">
                  <c:v>0.23017997060533901</c:v>
                </c:pt>
                <c:pt idx="17300">
                  <c:v>0.23018371901102797</c:v>
                </c:pt>
                <c:pt idx="17301">
                  <c:v>0.23019050723857548</c:v>
                </c:pt>
                <c:pt idx="17302">
                  <c:v>0.23019240752460909</c:v>
                </c:pt>
                <c:pt idx="17303">
                  <c:v>0.23022451588805903</c:v>
                </c:pt>
                <c:pt idx="17304">
                  <c:v>0.23022838505511073</c:v>
                </c:pt>
                <c:pt idx="17305">
                  <c:v>0.23024749621718621</c:v>
                </c:pt>
                <c:pt idx="17306">
                  <c:v>0.23025797006761267</c:v>
                </c:pt>
                <c:pt idx="17307">
                  <c:v>0.2302965775413591</c:v>
                </c:pt>
                <c:pt idx="17308">
                  <c:v>0.2303022782207205</c:v>
                </c:pt>
                <c:pt idx="17309">
                  <c:v>0.23031506080078243</c:v>
                </c:pt>
                <c:pt idx="17310">
                  <c:v>0.23032276398786161</c:v>
                </c:pt>
                <c:pt idx="17311">
                  <c:v>0.23033382759221646</c:v>
                </c:pt>
                <c:pt idx="17312">
                  <c:v>0.230337634482982</c:v>
                </c:pt>
                <c:pt idx="17313">
                  <c:v>0.23033956839048517</c:v>
                </c:pt>
                <c:pt idx="17314">
                  <c:v>0.23034612260437923</c:v>
                </c:pt>
                <c:pt idx="17315">
                  <c:v>0.23035942437186888</c:v>
                </c:pt>
                <c:pt idx="17316">
                  <c:v>0.23036995654717896</c:v>
                </c:pt>
                <c:pt idx="17317">
                  <c:v>0.23037482624317149</c:v>
                </c:pt>
                <c:pt idx="17318">
                  <c:v>0.23039073205370891</c:v>
                </c:pt>
                <c:pt idx="17319">
                  <c:v>0.23040557047854301</c:v>
                </c:pt>
                <c:pt idx="17320">
                  <c:v>0.23040688138391388</c:v>
                </c:pt>
                <c:pt idx="17321">
                  <c:v>0.23043389360526711</c:v>
                </c:pt>
                <c:pt idx="17322">
                  <c:v>0.23043521340461676</c:v>
                </c:pt>
                <c:pt idx="17323">
                  <c:v>0.2304640341249122</c:v>
                </c:pt>
                <c:pt idx="17324">
                  <c:v>0.23047453091413481</c:v>
                </c:pt>
                <c:pt idx="17325">
                  <c:v>0.23050601612828031</c:v>
                </c:pt>
                <c:pt idx="17326">
                  <c:v>0.23051492240091129</c:v>
                </c:pt>
                <c:pt idx="17327">
                  <c:v>0.23057166271906485</c:v>
                </c:pt>
                <c:pt idx="17328">
                  <c:v>0.23057340392332715</c:v>
                </c:pt>
                <c:pt idx="17329">
                  <c:v>0.230577630144329</c:v>
                </c:pt>
                <c:pt idx="17330">
                  <c:v>0.2305850920613112</c:v>
                </c:pt>
                <c:pt idx="17331">
                  <c:v>0.23058732887037611</c:v>
                </c:pt>
                <c:pt idx="17332">
                  <c:v>0.23062145602720177</c:v>
                </c:pt>
                <c:pt idx="17333">
                  <c:v>0.23063321314317306</c:v>
                </c:pt>
                <c:pt idx="17334">
                  <c:v>0.23063411800418049</c:v>
                </c:pt>
                <c:pt idx="17335">
                  <c:v>0.23063867832432214</c:v>
                </c:pt>
                <c:pt idx="17336">
                  <c:v>0.23064187909152481</c:v>
                </c:pt>
                <c:pt idx="17337">
                  <c:v>0.23065839620104947</c:v>
                </c:pt>
                <c:pt idx="17338">
                  <c:v>0.23066140495471629</c:v>
                </c:pt>
                <c:pt idx="17339">
                  <c:v>0.23067344167320877</c:v>
                </c:pt>
                <c:pt idx="17340">
                  <c:v>0.23067924278451787</c:v>
                </c:pt>
                <c:pt idx="17341">
                  <c:v>0.23069527967954928</c:v>
                </c:pt>
                <c:pt idx="17342">
                  <c:v>0.23070097144422022</c:v>
                </c:pt>
                <c:pt idx="17343">
                  <c:v>0.23070259886363786</c:v>
                </c:pt>
                <c:pt idx="17344">
                  <c:v>0.2307243426812462</c:v>
                </c:pt>
                <c:pt idx="17345">
                  <c:v>0.230732131732828</c:v>
                </c:pt>
                <c:pt idx="17346">
                  <c:v>0.23079190543993836</c:v>
                </c:pt>
                <c:pt idx="17347">
                  <c:v>0.23080671263018201</c:v>
                </c:pt>
                <c:pt idx="17348">
                  <c:v>0.23081319268105732</c:v>
                </c:pt>
                <c:pt idx="17349">
                  <c:v>0.23087095732069951</c:v>
                </c:pt>
                <c:pt idx="17350">
                  <c:v>0.23087361974764667</c:v>
                </c:pt>
                <c:pt idx="17351">
                  <c:v>0.23087826635853156</c:v>
                </c:pt>
                <c:pt idx="17352">
                  <c:v>0.23088268096206477</c:v>
                </c:pt>
                <c:pt idx="17353">
                  <c:v>0.23089223080110555</c:v>
                </c:pt>
                <c:pt idx="17354">
                  <c:v>0.23089458186177753</c:v>
                </c:pt>
                <c:pt idx="17355">
                  <c:v>0.23096869738460737</c:v>
                </c:pt>
                <c:pt idx="17356">
                  <c:v>0.23100023266593889</c:v>
                </c:pt>
                <c:pt idx="17357">
                  <c:v>0.23100356051207985</c:v>
                </c:pt>
                <c:pt idx="17358">
                  <c:v>0.23101044383662561</c:v>
                </c:pt>
                <c:pt idx="17359">
                  <c:v>0.23101612673409738</c:v>
                </c:pt>
                <c:pt idx="17360">
                  <c:v>0.23102927714007931</c:v>
                </c:pt>
                <c:pt idx="17361">
                  <c:v>0.23103300317356751</c:v>
                </c:pt>
                <c:pt idx="17362">
                  <c:v>0.23108437782369906</c:v>
                </c:pt>
                <c:pt idx="17363">
                  <c:v>0.23109780918557388</c:v>
                </c:pt>
                <c:pt idx="17364">
                  <c:v>0.23111511765819806</c:v>
                </c:pt>
                <c:pt idx="17365">
                  <c:v>0.23113521746166088</c:v>
                </c:pt>
                <c:pt idx="17366">
                  <c:v>0.23113765891179586</c:v>
                </c:pt>
                <c:pt idx="17367">
                  <c:v>0.23118258738247663</c:v>
                </c:pt>
                <c:pt idx="17368">
                  <c:v>0.23122353137384516</c:v>
                </c:pt>
                <c:pt idx="17369">
                  <c:v>0.23122866881664447</c:v>
                </c:pt>
                <c:pt idx="17370">
                  <c:v>0.23123268145519971</c:v>
                </c:pt>
                <c:pt idx="17371">
                  <c:v>0.23123386516352479</c:v>
                </c:pt>
                <c:pt idx="17372">
                  <c:v>0.23124450575522024</c:v>
                </c:pt>
                <c:pt idx="17373">
                  <c:v>0.23125502347722987</c:v>
                </c:pt>
                <c:pt idx="17374">
                  <c:v>0.23127299716414165</c:v>
                </c:pt>
                <c:pt idx="17375">
                  <c:v>0.23128338455049019</c:v>
                </c:pt>
                <c:pt idx="17376">
                  <c:v>0.23131918311344171</c:v>
                </c:pt>
                <c:pt idx="17377">
                  <c:v>0.23131951409232898</c:v>
                </c:pt>
                <c:pt idx="17378">
                  <c:v>0.23138045038153351</c:v>
                </c:pt>
                <c:pt idx="17379">
                  <c:v>0.23139120925487433</c:v>
                </c:pt>
                <c:pt idx="17380">
                  <c:v>0.23142854865804083</c:v>
                </c:pt>
                <c:pt idx="17381">
                  <c:v>0.2314528219848318</c:v>
                </c:pt>
                <c:pt idx="17382">
                  <c:v>0.23148108425153779</c:v>
                </c:pt>
                <c:pt idx="17383">
                  <c:v>0.23148263317846382</c:v>
                </c:pt>
                <c:pt idx="17384">
                  <c:v>0.23149793087774179</c:v>
                </c:pt>
                <c:pt idx="17385">
                  <c:v>0.23154636515608701</c:v>
                </c:pt>
                <c:pt idx="17386">
                  <c:v>0.23162141472789971</c:v>
                </c:pt>
                <c:pt idx="17387">
                  <c:v>0.23165820099370543</c:v>
                </c:pt>
                <c:pt idx="17388">
                  <c:v>0.23168180537236244</c:v>
                </c:pt>
                <c:pt idx="17389">
                  <c:v>0.2316895935089637</c:v>
                </c:pt>
                <c:pt idx="17390">
                  <c:v>0.23169338922228297</c:v>
                </c:pt>
                <c:pt idx="17391">
                  <c:v>0.2317116661351987</c:v>
                </c:pt>
                <c:pt idx="17392">
                  <c:v>0.23172137155210459</c:v>
                </c:pt>
                <c:pt idx="17393">
                  <c:v>0.23175750997456351</c:v>
                </c:pt>
                <c:pt idx="17394">
                  <c:v>0.23177588460347504</c:v>
                </c:pt>
                <c:pt idx="17395">
                  <c:v>0.23183192073121522</c:v>
                </c:pt>
                <c:pt idx="17396">
                  <c:v>0.23186475520190342</c:v>
                </c:pt>
                <c:pt idx="17397">
                  <c:v>0.23190674141289813</c:v>
                </c:pt>
                <c:pt idx="17398">
                  <c:v>0.23190707172656966</c:v>
                </c:pt>
                <c:pt idx="17399">
                  <c:v>0.23192712785327296</c:v>
                </c:pt>
                <c:pt idx="17400">
                  <c:v>0.23192963441454609</c:v>
                </c:pt>
                <c:pt idx="17401">
                  <c:v>0.23194148658455005</c:v>
                </c:pt>
                <c:pt idx="17402">
                  <c:v>0.23197079074029545</c:v>
                </c:pt>
                <c:pt idx="17403">
                  <c:v>0.23198603531699477</c:v>
                </c:pt>
                <c:pt idx="17404">
                  <c:v>0.23199825119618811</c:v>
                </c:pt>
                <c:pt idx="17405">
                  <c:v>0.23200364879076879</c:v>
                </c:pt>
                <c:pt idx="17406">
                  <c:v>0.2320162463452928</c:v>
                </c:pt>
                <c:pt idx="17407">
                  <c:v>0.23202247953542746</c:v>
                </c:pt>
                <c:pt idx="17408">
                  <c:v>0.23203068526651849</c:v>
                </c:pt>
                <c:pt idx="17409">
                  <c:v>0.23206269338408125</c:v>
                </c:pt>
                <c:pt idx="17410">
                  <c:v>0.23206541595936436</c:v>
                </c:pt>
                <c:pt idx="17411">
                  <c:v>0.23210406908787573</c:v>
                </c:pt>
                <c:pt idx="17412">
                  <c:v>0.23212075687417705</c:v>
                </c:pt>
                <c:pt idx="17413">
                  <c:v>0.23212519216117736</c:v>
                </c:pt>
                <c:pt idx="17414">
                  <c:v>0.23215030911087661</c:v>
                </c:pt>
                <c:pt idx="17415">
                  <c:v>0.23217545056896094</c:v>
                </c:pt>
                <c:pt idx="17416">
                  <c:v>0.23217613316626379</c:v>
                </c:pt>
                <c:pt idx="17417">
                  <c:v>0.23219296577479653</c:v>
                </c:pt>
                <c:pt idx="17418">
                  <c:v>0.23221929748682957</c:v>
                </c:pt>
                <c:pt idx="17419">
                  <c:v>0.23222706587579561</c:v>
                </c:pt>
                <c:pt idx="17420">
                  <c:v>0.23224320871907095</c:v>
                </c:pt>
                <c:pt idx="17421">
                  <c:v>0.23224641437626861</c:v>
                </c:pt>
                <c:pt idx="17422">
                  <c:v>0.23226061842895263</c:v>
                </c:pt>
                <c:pt idx="17423">
                  <c:v>0.23229953246154278</c:v>
                </c:pt>
                <c:pt idx="17424">
                  <c:v>0.23230706847496096</c:v>
                </c:pt>
                <c:pt idx="17425">
                  <c:v>0.23231039109876345</c:v>
                </c:pt>
                <c:pt idx="17426">
                  <c:v>0.23231570641385896</c:v>
                </c:pt>
                <c:pt idx="17427">
                  <c:v>0.23233206818215379</c:v>
                </c:pt>
                <c:pt idx="17428">
                  <c:v>0.23233836549697759</c:v>
                </c:pt>
                <c:pt idx="17429">
                  <c:v>0.23236058459682898</c:v>
                </c:pt>
                <c:pt idx="17430">
                  <c:v>0.23239465532421053</c:v>
                </c:pt>
                <c:pt idx="17431">
                  <c:v>0.23240678431850278</c:v>
                </c:pt>
                <c:pt idx="17432">
                  <c:v>0.23241219029984964</c:v>
                </c:pt>
                <c:pt idx="17433">
                  <c:v>0.23248513030254639</c:v>
                </c:pt>
                <c:pt idx="17434">
                  <c:v>0.23255000498116801</c:v>
                </c:pt>
                <c:pt idx="17435">
                  <c:v>0.23255810070025071</c:v>
                </c:pt>
                <c:pt idx="17436">
                  <c:v>0.23255835984971568</c:v>
                </c:pt>
                <c:pt idx="17437">
                  <c:v>0.23256694673476</c:v>
                </c:pt>
                <c:pt idx="17438">
                  <c:v>0.23258091407785994</c:v>
                </c:pt>
                <c:pt idx="17439">
                  <c:v>0.23258521864453255</c:v>
                </c:pt>
                <c:pt idx="17440">
                  <c:v>0.23261441250170936</c:v>
                </c:pt>
                <c:pt idx="17441">
                  <c:v>0.23262317071758151</c:v>
                </c:pt>
                <c:pt idx="17442">
                  <c:v>0.23262427340651301</c:v>
                </c:pt>
                <c:pt idx="17443">
                  <c:v>0.2326285870540617</c:v>
                </c:pt>
                <c:pt idx="17444">
                  <c:v>0.2326493237474429</c:v>
                </c:pt>
                <c:pt idx="17445">
                  <c:v>0.23266272836379046</c:v>
                </c:pt>
                <c:pt idx="17446">
                  <c:v>0.23267604268307943</c:v>
                </c:pt>
                <c:pt idx="17447">
                  <c:v>0.23268326458141683</c:v>
                </c:pt>
                <c:pt idx="17448">
                  <c:v>0.23268974027644287</c:v>
                </c:pt>
                <c:pt idx="17449">
                  <c:v>0.23270838938911489</c:v>
                </c:pt>
                <c:pt idx="17450">
                  <c:v>0.23271213457930429</c:v>
                </c:pt>
                <c:pt idx="17451">
                  <c:v>0.23271933438016146</c:v>
                </c:pt>
                <c:pt idx="17452">
                  <c:v>0.23275947376560244</c:v>
                </c:pt>
                <c:pt idx="17453">
                  <c:v>0.23276955513109124</c:v>
                </c:pt>
                <c:pt idx="17454">
                  <c:v>0.23280339610063855</c:v>
                </c:pt>
                <c:pt idx="17455">
                  <c:v>0.23282049419886136</c:v>
                </c:pt>
                <c:pt idx="17456">
                  <c:v>0.23285159994972754</c:v>
                </c:pt>
                <c:pt idx="17457">
                  <c:v>0.23286805705600519</c:v>
                </c:pt>
                <c:pt idx="17458">
                  <c:v>0.23288416956052543</c:v>
                </c:pt>
                <c:pt idx="17459">
                  <c:v>0.23289224814518009</c:v>
                </c:pt>
                <c:pt idx="17460">
                  <c:v>0.23293370379489634</c:v>
                </c:pt>
                <c:pt idx="17461">
                  <c:v>0.23296529160642102</c:v>
                </c:pt>
                <c:pt idx="17462">
                  <c:v>0.2329999488664469</c:v>
                </c:pt>
                <c:pt idx="17463">
                  <c:v>0.23304911209173737</c:v>
                </c:pt>
                <c:pt idx="17464">
                  <c:v>0.23306170317502561</c:v>
                </c:pt>
                <c:pt idx="17465">
                  <c:v>0.23307409192750267</c:v>
                </c:pt>
                <c:pt idx="17466">
                  <c:v>0.23307608269545269</c:v>
                </c:pt>
                <c:pt idx="17467">
                  <c:v>0.23308867993299573</c:v>
                </c:pt>
                <c:pt idx="17468">
                  <c:v>0.23311031363093182</c:v>
                </c:pt>
                <c:pt idx="17469">
                  <c:v>0.23311799230345656</c:v>
                </c:pt>
                <c:pt idx="17470">
                  <c:v>0.23313618815060921</c:v>
                </c:pt>
                <c:pt idx="17471">
                  <c:v>0.23316954559722922</c:v>
                </c:pt>
                <c:pt idx="17472">
                  <c:v>0.23318375016831341</c:v>
                </c:pt>
                <c:pt idx="17473">
                  <c:v>0.23318677168890786</c:v>
                </c:pt>
                <c:pt idx="17474">
                  <c:v>0.23318693050608252</c:v>
                </c:pt>
                <c:pt idx="17475">
                  <c:v>0.23319575036100229</c:v>
                </c:pt>
                <c:pt idx="17476">
                  <c:v>0.23321683476660771</c:v>
                </c:pt>
                <c:pt idx="17477">
                  <c:v>0.23323803968727919</c:v>
                </c:pt>
                <c:pt idx="17478">
                  <c:v>0.23324435712145172</c:v>
                </c:pt>
                <c:pt idx="17479">
                  <c:v>0.23326351705114337</c:v>
                </c:pt>
                <c:pt idx="17480">
                  <c:v>0.23331008252916632</c:v>
                </c:pt>
                <c:pt idx="17481">
                  <c:v>0.23333596756389327</c:v>
                </c:pt>
                <c:pt idx="17482">
                  <c:v>0.23333627630503848</c:v>
                </c:pt>
                <c:pt idx="17483">
                  <c:v>0.23336968802106997</c:v>
                </c:pt>
                <c:pt idx="17484">
                  <c:v>0.23342378138135431</c:v>
                </c:pt>
                <c:pt idx="17485">
                  <c:v>0.23343153979920375</c:v>
                </c:pt>
                <c:pt idx="17486">
                  <c:v>0.23348697099938706</c:v>
                </c:pt>
                <c:pt idx="17487">
                  <c:v>0.23349162690059605</c:v>
                </c:pt>
                <c:pt idx="17488">
                  <c:v>0.23349363886437291</c:v>
                </c:pt>
                <c:pt idx="17489">
                  <c:v>0.23350695327345497</c:v>
                </c:pt>
                <c:pt idx="17490">
                  <c:v>0.23355197095604971</c:v>
                </c:pt>
                <c:pt idx="17491">
                  <c:v>0.23357647645275884</c:v>
                </c:pt>
                <c:pt idx="17492">
                  <c:v>0.23358025181649966</c:v>
                </c:pt>
                <c:pt idx="17493">
                  <c:v>0.23362238492877924</c:v>
                </c:pt>
                <c:pt idx="17494">
                  <c:v>0.2336621916343446</c:v>
                </c:pt>
                <c:pt idx="17495">
                  <c:v>0.23370018726431924</c:v>
                </c:pt>
                <c:pt idx="17496">
                  <c:v>0.23372650369313841</c:v>
                </c:pt>
                <c:pt idx="17497">
                  <c:v>0.23372848618239261</c:v>
                </c:pt>
                <c:pt idx="17498">
                  <c:v>0.23372992210382498</c:v>
                </c:pt>
                <c:pt idx="17499">
                  <c:v>0.23374209904257398</c:v>
                </c:pt>
                <c:pt idx="17500">
                  <c:v>0.23375623451841038</c:v>
                </c:pt>
                <c:pt idx="17501">
                  <c:v>0.23375838483626576</c:v>
                </c:pt>
                <c:pt idx="17502">
                  <c:v>0.2337653114925565</c:v>
                </c:pt>
                <c:pt idx="17503">
                  <c:v>0.23376586265806362</c:v>
                </c:pt>
                <c:pt idx="17504">
                  <c:v>0.23381425285860996</c:v>
                </c:pt>
                <c:pt idx="17505">
                  <c:v>0.23384213570903276</c:v>
                </c:pt>
                <c:pt idx="17506">
                  <c:v>0.23385146273183546</c:v>
                </c:pt>
                <c:pt idx="17507">
                  <c:v>0.23386390004106863</c:v>
                </c:pt>
                <c:pt idx="17508">
                  <c:v>0.23388211389854752</c:v>
                </c:pt>
                <c:pt idx="17509">
                  <c:v>0.23389447921822307</c:v>
                </c:pt>
                <c:pt idx="17510">
                  <c:v>0.23390394321330923</c:v>
                </c:pt>
                <c:pt idx="17511">
                  <c:v>0.23390809869754822</c:v>
                </c:pt>
                <c:pt idx="17512">
                  <c:v>0.23391634593159233</c:v>
                </c:pt>
                <c:pt idx="17513">
                  <c:v>0.23391753432189583</c:v>
                </c:pt>
                <c:pt idx="17514">
                  <c:v>0.23392263517657241</c:v>
                </c:pt>
                <c:pt idx="17515">
                  <c:v>0.23393542986534391</c:v>
                </c:pt>
                <c:pt idx="17516">
                  <c:v>0.2339626019653992</c:v>
                </c:pt>
                <c:pt idx="17517">
                  <c:v>0.23398267998715963</c:v>
                </c:pt>
                <c:pt idx="17518">
                  <c:v>0.23398358367701252</c:v>
                </c:pt>
                <c:pt idx="17519">
                  <c:v>0.23398656825323919</c:v>
                </c:pt>
                <c:pt idx="17520">
                  <c:v>0.23401780910412254</c:v>
                </c:pt>
                <c:pt idx="17521">
                  <c:v>0.23402056995185228</c:v>
                </c:pt>
                <c:pt idx="17522">
                  <c:v>0.23404346166586446</c:v>
                </c:pt>
                <c:pt idx="17523">
                  <c:v>0.23405815635632379</c:v>
                </c:pt>
                <c:pt idx="17524">
                  <c:v>0.23407314484636974</c:v>
                </c:pt>
                <c:pt idx="17525">
                  <c:v>0.23408593808295453</c:v>
                </c:pt>
                <c:pt idx="17526">
                  <c:v>0.23410070236880504</c:v>
                </c:pt>
                <c:pt idx="17527">
                  <c:v>0.23412627101960598</c:v>
                </c:pt>
                <c:pt idx="17528">
                  <c:v>0.23415144020338347</c:v>
                </c:pt>
                <c:pt idx="17529">
                  <c:v>0.23419285148883687</c:v>
                </c:pt>
                <c:pt idx="17530">
                  <c:v>0.23422031168528951</c:v>
                </c:pt>
                <c:pt idx="17531">
                  <c:v>0.23424344591009935</c:v>
                </c:pt>
                <c:pt idx="17532">
                  <c:v>0.23424760831531286</c:v>
                </c:pt>
                <c:pt idx="17533">
                  <c:v>0.23425661204776241</c:v>
                </c:pt>
                <c:pt idx="17534">
                  <c:v>0.23427532697517434</c:v>
                </c:pt>
                <c:pt idx="17535">
                  <c:v>0.23429288563358955</c:v>
                </c:pt>
                <c:pt idx="17536">
                  <c:v>0.23429441913683027</c:v>
                </c:pt>
                <c:pt idx="17537">
                  <c:v>0.23431343201967494</c:v>
                </c:pt>
                <c:pt idx="17538">
                  <c:v>0.23432289275670082</c:v>
                </c:pt>
                <c:pt idx="17539">
                  <c:v>0.2343301673319145</c:v>
                </c:pt>
                <c:pt idx="17540">
                  <c:v>0.23433464442192151</c:v>
                </c:pt>
                <c:pt idx="17541">
                  <c:v>0.23434641301565864</c:v>
                </c:pt>
                <c:pt idx="17542">
                  <c:v>0.23434754101947922</c:v>
                </c:pt>
                <c:pt idx="17543">
                  <c:v>0.23435822344859653</c:v>
                </c:pt>
                <c:pt idx="17544">
                  <c:v>0.23437614388009245</c:v>
                </c:pt>
                <c:pt idx="17545">
                  <c:v>0.23438330393205378</c:v>
                </c:pt>
                <c:pt idx="17546">
                  <c:v>0.23441360545992687</c:v>
                </c:pt>
                <c:pt idx="17547">
                  <c:v>0.2344615738129486</c:v>
                </c:pt>
                <c:pt idx="17548">
                  <c:v>0.23447504521548307</c:v>
                </c:pt>
                <c:pt idx="17549">
                  <c:v>0.23451317624772669</c:v>
                </c:pt>
                <c:pt idx="17550">
                  <c:v>0.23452754207121737</c:v>
                </c:pt>
                <c:pt idx="17551">
                  <c:v>0.23456705134963379</c:v>
                </c:pt>
                <c:pt idx="17552">
                  <c:v>0.23457523371346972</c:v>
                </c:pt>
                <c:pt idx="17553">
                  <c:v>0.2345925863379294</c:v>
                </c:pt>
                <c:pt idx="17554">
                  <c:v>0.23461673965142868</c:v>
                </c:pt>
                <c:pt idx="17555">
                  <c:v>0.23464536101428504</c:v>
                </c:pt>
                <c:pt idx="17556">
                  <c:v>0.23467468251897336</c:v>
                </c:pt>
                <c:pt idx="17557">
                  <c:v>0.23468943110465224</c:v>
                </c:pt>
                <c:pt idx="17558">
                  <c:v>0.23470458772808825</c:v>
                </c:pt>
                <c:pt idx="17559">
                  <c:v>0.23473357413378362</c:v>
                </c:pt>
                <c:pt idx="17560">
                  <c:v>0.23474941786943387</c:v>
                </c:pt>
                <c:pt idx="17561">
                  <c:v>0.23477631922682538</c:v>
                </c:pt>
                <c:pt idx="17562">
                  <c:v>0.23477972464834299</c:v>
                </c:pt>
                <c:pt idx="17563">
                  <c:v>0.23479926636341678</c:v>
                </c:pt>
                <c:pt idx="17564">
                  <c:v>0.23482532493759098</c:v>
                </c:pt>
                <c:pt idx="17565">
                  <c:v>0.23482610818228236</c:v>
                </c:pt>
                <c:pt idx="17566">
                  <c:v>0.2348280869124178</c:v>
                </c:pt>
                <c:pt idx="17567">
                  <c:v>0.23482959126190101</c:v>
                </c:pt>
                <c:pt idx="17568">
                  <c:v>0.23488754451576521</c:v>
                </c:pt>
                <c:pt idx="17569">
                  <c:v>0.2348907435843709</c:v>
                </c:pt>
                <c:pt idx="17570">
                  <c:v>0.23489568447243159</c:v>
                </c:pt>
                <c:pt idx="17571">
                  <c:v>0.23492715439065523</c:v>
                </c:pt>
                <c:pt idx="17572">
                  <c:v>0.23494108025256943</c:v>
                </c:pt>
                <c:pt idx="17573">
                  <c:v>0.23498144268331647</c:v>
                </c:pt>
                <c:pt idx="17574">
                  <c:v>0.23498489490818381</c:v>
                </c:pt>
                <c:pt idx="17575">
                  <c:v>0.2349912346568255</c:v>
                </c:pt>
                <c:pt idx="17576">
                  <c:v>0.23500004216673817</c:v>
                </c:pt>
                <c:pt idx="17577">
                  <c:v>0.23500439501498932</c:v>
                </c:pt>
                <c:pt idx="17578">
                  <c:v>0.23508248999098788</c:v>
                </c:pt>
                <c:pt idx="17579">
                  <c:v>0.23509577843230808</c:v>
                </c:pt>
                <c:pt idx="17580">
                  <c:v>0.23511059858953481</c:v>
                </c:pt>
                <c:pt idx="17581">
                  <c:v>0.23511272886867665</c:v>
                </c:pt>
                <c:pt idx="17582">
                  <c:v>0.23511344154866987</c:v>
                </c:pt>
                <c:pt idx="17583">
                  <c:v>0.23513752881098338</c:v>
                </c:pt>
                <c:pt idx="17584">
                  <c:v>0.23515439416901077</c:v>
                </c:pt>
                <c:pt idx="17585">
                  <c:v>0.2351725479328774</c:v>
                </c:pt>
                <c:pt idx="17586">
                  <c:v>0.23517341731737856</c:v>
                </c:pt>
                <c:pt idx="17587">
                  <c:v>0.23517539141709787</c:v>
                </c:pt>
                <c:pt idx="17588">
                  <c:v>0.2351966872913652</c:v>
                </c:pt>
                <c:pt idx="17589">
                  <c:v>0.23523069994271245</c:v>
                </c:pt>
                <c:pt idx="17590">
                  <c:v>0.23523280179286998</c:v>
                </c:pt>
                <c:pt idx="17591">
                  <c:v>0.23524746466144503</c:v>
                </c:pt>
                <c:pt idx="17592">
                  <c:v>0.23528122800236889</c:v>
                </c:pt>
                <c:pt idx="17593">
                  <c:v>0.23529118173965194</c:v>
                </c:pt>
                <c:pt idx="17594">
                  <c:v>0.235316785110913</c:v>
                </c:pt>
                <c:pt idx="17595">
                  <c:v>0.23536049703136522</c:v>
                </c:pt>
                <c:pt idx="17596">
                  <c:v>0.23537033826736681</c:v>
                </c:pt>
                <c:pt idx="17597">
                  <c:v>0.23538331373148175</c:v>
                </c:pt>
                <c:pt idx="17598">
                  <c:v>0.23539766177959295</c:v>
                </c:pt>
                <c:pt idx="17599">
                  <c:v>0.23541429846751702</c:v>
                </c:pt>
                <c:pt idx="17600">
                  <c:v>0.23541698425123131</c:v>
                </c:pt>
                <c:pt idx="17601">
                  <c:v>0.23545085122924517</c:v>
                </c:pt>
                <c:pt idx="17602">
                  <c:v>0.23548370663250387</c:v>
                </c:pt>
                <c:pt idx="17603">
                  <c:v>0.23552852208014322</c:v>
                </c:pt>
                <c:pt idx="17604">
                  <c:v>0.23553685451006473</c:v>
                </c:pt>
                <c:pt idx="17605">
                  <c:v>0.23555374190983949</c:v>
                </c:pt>
                <c:pt idx="17606">
                  <c:v>0.23555811839166127</c:v>
                </c:pt>
                <c:pt idx="17607">
                  <c:v>0.2355703786943959</c:v>
                </c:pt>
                <c:pt idx="17608">
                  <c:v>0.23557449244222547</c:v>
                </c:pt>
                <c:pt idx="17609">
                  <c:v>0.23557935789521117</c:v>
                </c:pt>
                <c:pt idx="17610">
                  <c:v>0.23568210237715556</c:v>
                </c:pt>
                <c:pt idx="17611">
                  <c:v>0.23569515679981806</c:v>
                </c:pt>
                <c:pt idx="17612">
                  <c:v>0.23571303789407566</c:v>
                </c:pt>
                <c:pt idx="17613">
                  <c:v>0.23571485973765674</c:v>
                </c:pt>
                <c:pt idx="17614">
                  <c:v>0.23574049330026103</c:v>
                </c:pt>
                <c:pt idx="17615">
                  <c:v>0.23574690439355578</c:v>
                </c:pt>
                <c:pt idx="17616">
                  <c:v>0.23576051793615121</c:v>
                </c:pt>
                <c:pt idx="17617">
                  <c:v>0.2357954387514416</c:v>
                </c:pt>
                <c:pt idx="17618">
                  <c:v>0.2358553411005733</c:v>
                </c:pt>
                <c:pt idx="17619">
                  <c:v>0.23586524995597122</c:v>
                </c:pt>
                <c:pt idx="17620">
                  <c:v>0.23586906905884994</c:v>
                </c:pt>
                <c:pt idx="17621">
                  <c:v>0.235875886838735</c:v>
                </c:pt>
                <c:pt idx="17622">
                  <c:v>0.23588432666542045</c:v>
                </c:pt>
                <c:pt idx="17623">
                  <c:v>0.23588696020755953</c:v>
                </c:pt>
                <c:pt idx="17624">
                  <c:v>0.23590351036000035</c:v>
                </c:pt>
                <c:pt idx="17625">
                  <c:v>0.2359393651713759</c:v>
                </c:pt>
                <c:pt idx="17626">
                  <c:v>0.23594611626825104</c:v>
                </c:pt>
                <c:pt idx="17627">
                  <c:v>0.23596336063470269</c:v>
                </c:pt>
                <c:pt idx="17628">
                  <c:v>0.23597059262843911</c:v>
                </c:pt>
                <c:pt idx="17629">
                  <c:v>0.23598116449448017</c:v>
                </c:pt>
                <c:pt idx="17630">
                  <c:v>0.23602415774708765</c:v>
                </c:pt>
                <c:pt idx="17631">
                  <c:v>0.23604655594941457</c:v>
                </c:pt>
                <c:pt idx="17632">
                  <c:v>0.23605533347745689</c:v>
                </c:pt>
                <c:pt idx="17633">
                  <c:v>0.23606036806709077</c:v>
                </c:pt>
                <c:pt idx="17634">
                  <c:v>0.23615558989141358</c:v>
                </c:pt>
                <c:pt idx="17635">
                  <c:v>0.23616144958932742</c:v>
                </c:pt>
                <c:pt idx="17636">
                  <c:v>0.23618320052380032</c:v>
                </c:pt>
                <c:pt idx="17637">
                  <c:v>0.23620264424189408</c:v>
                </c:pt>
                <c:pt idx="17638">
                  <c:v>0.2362283822363235</c:v>
                </c:pt>
                <c:pt idx="17639">
                  <c:v>0.23622863646658954</c:v>
                </c:pt>
                <c:pt idx="17640">
                  <c:v>0.23625046084053725</c:v>
                </c:pt>
                <c:pt idx="17641">
                  <c:v>0.23631628944695404</c:v>
                </c:pt>
                <c:pt idx="17642">
                  <c:v>0.2363275625186286</c:v>
                </c:pt>
                <c:pt idx="17643">
                  <c:v>0.23633754754792324</c:v>
                </c:pt>
                <c:pt idx="17644">
                  <c:v>0.23637232100079866</c:v>
                </c:pt>
                <c:pt idx="17645">
                  <c:v>0.23638055096637828</c:v>
                </c:pt>
                <c:pt idx="17646">
                  <c:v>0.23639448456385304</c:v>
                </c:pt>
                <c:pt idx="17647">
                  <c:v>0.23640096559112528</c:v>
                </c:pt>
                <c:pt idx="17648">
                  <c:v>0.23640177708971205</c:v>
                </c:pt>
                <c:pt idx="17649">
                  <c:v>0.23640190761730856</c:v>
                </c:pt>
                <c:pt idx="17650">
                  <c:v>0.23645708686121381</c:v>
                </c:pt>
                <c:pt idx="17651">
                  <c:v>0.23646121605122339</c:v>
                </c:pt>
                <c:pt idx="17652">
                  <c:v>0.23650761887728236</c:v>
                </c:pt>
                <c:pt idx="17653">
                  <c:v>0.23663127495568881</c:v>
                </c:pt>
                <c:pt idx="17654">
                  <c:v>0.23665416556194444</c:v>
                </c:pt>
                <c:pt idx="17655">
                  <c:v>0.23666467157157897</c:v>
                </c:pt>
                <c:pt idx="17656">
                  <c:v>0.23666494721553835</c:v>
                </c:pt>
                <c:pt idx="17657">
                  <c:v>0.23667699601499534</c:v>
                </c:pt>
                <c:pt idx="17658">
                  <c:v>0.2366833600790253</c:v>
                </c:pt>
                <c:pt idx="17659">
                  <c:v>0.23669183133199315</c:v>
                </c:pt>
                <c:pt idx="17660">
                  <c:v>0.23670182575444959</c:v>
                </c:pt>
                <c:pt idx="17661">
                  <c:v>0.23670941310542831</c:v>
                </c:pt>
                <c:pt idx="17662">
                  <c:v>0.23673023482562658</c:v>
                </c:pt>
                <c:pt idx="17663">
                  <c:v>0.2367304241800256</c:v>
                </c:pt>
                <c:pt idx="17664">
                  <c:v>0.23676348126062177</c:v>
                </c:pt>
                <c:pt idx="17665">
                  <c:v>0.23676383529054096</c:v>
                </c:pt>
                <c:pt idx="17666">
                  <c:v>0.2367706160217713</c:v>
                </c:pt>
                <c:pt idx="17667">
                  <c:v>0.23680369312706903</c:v>
                </c:pt>
                <c:pt idx="17668">
                  <c:v>0.23681001671532667</c:v>
                </c:pt>
                <c:pt idx="17669">
                  <c:v>0.23681023467513346</c:v>
                </c:pt>
                <c:pt idx="17670">
                  <c:v>0.23683589623872975</c:v>
                </c:pt>
                <c:pt idx="17671">
                  <c:v>0.23684236875989673</c:v>
                </c:pt>
                <c:pt idx="17672">
                  <c:v>0.23684343774897676</c:v>
                </c:pt>
                <c:pt idx="17673">
                  <c:v>0.23684790458110916</c:v>
                </c:pt>
                <c:pt idx="17674">
                  <c:v>0.23685596644963935</c:v>
                </c:pt>
                <c:pt idx="17675">
                  <c:v>0.23690723146962184</c:v>
                </c:pt>
                <c:pt idx="17676">
                  <c:v>0.23699866328112235</c:v>
                </c:pt>
                <c:pt idx="17677">
                  <c:v>0.23701278532537273</c:v>
                </c:pt>
                <c:pt idx="17678">
                  <c:v>0.23701292310881278</c:v>
                </c:pt>
                <c:pt idx="17679">
                  <c:v>0.23704623855573986</c:v>
                </c:pt>
                <c:pt idx="17680">
                  <c:v>0.23709033841700214</c:v>
                </c:pt>
                <c:pt idx="17681">
                  <c:v>0.23709197486455916</c:v>
                </c:pt>
                <c:pt idx="17682">
                  <c:v>0.23710832174547367</c:v>
                </c:pt>
                <c:pt idx="17683">
                  <c:v>0.23714942158119023</c:v>
                </c:pt>
                <c:pt idx="17684">
                  <c:v>0.23718524265339888</c:v>
                </c:pt>
                <c:pt idx="17685">
                  <c:v>0.23718621563688486</c:v>
                </c:pt>
                <c:pt idx="17686">
                  <c:v>0.23718723941178321</c:v>
                </c:pt>
                <c:pt idx="17687">
                  <c:v>0.2372040776723367</c:v>
                </c:pt>
                <c:pt idx="17688">
                  <c:v>0.23721153240280632</c:v>
                </c:pt>
                <c:pt idx="17689">
                  <c:v>0.23722426965958959</c:v>
                </c:pt>
                <c:pt idx="17690">
                  <c:v>0.23722672004356782</c:v>
                </c:pt>
                <c:pt idx="17691">
                  <c:v>0.23722897952179897</c:v>
                </c:pt>
                <c:pt idx="17692">
                  <c:v>0.23723005700031888</c:v>
                </c:pt>
                <c:pt idx="17693">
                  <c:v>0.23723090895518184</c:v>
                </c:pt>
                <c:pt idx="17694">
                  <c:v>0.23724150250165843</c:v>
                </c:pt>
                <c:pt idx="17695">
                  <c:v>0.23725286587515929</c:v>
                </c:pt>
                <c:pt idx="17696">
                  <c:v>0.23727070389745061</c:v>
                </c:pt>
                <c:pt idx="17697">
                  <c:v>0.23730365761829622</c:v>
                </c:pt>
                <c:pt idx="17698">
                  <c:v>0.23733255200970366</c:v>
                </c:pt>
                <c:pt idx="17699">
                  <c:v>0.23736039859850538</c:v>
                </c:pt>
                <c:pt idx="17700">
                  <c:v>0.23742668364667291</c:v>
                </c:pt>
                <c:pt idx="17701">
                  <c:v>0.23743474241084736</c:v>
                </c:pt>
                <c:pt idx="17702">
                  <c:v>0.23746217034258515</c:v>
                </c:pt>
                <c:pt idx="17703">
                  <c:v>0.2374634205793289</c:v>
                </c:pt>
                <c:pt idx="17704">
                  <c:v>0.23749361815748404</c:v>
                </c:pt>
                <c:pt idx="17705">
                  <c:v>0.23749695995950224</c:v>
                </c:pt>
                <c:pt idx="17706">
                  <c:v>0.2375254960440103</c:v>
                </c:pt>
                <c:pt idx="17707">
                  <c:v>0.23758672480284534</c:v>
                </c:pt>
                <c:pt idx="17708">
                  <c:v>0.23763685294080136</c:v>
                </c:pt>
                <c:pt idx="17709">
                  <c:v>0.23764941457436736</c:v>
                </c:pt>
                <c:pt idx="17710">
                  <c:v>0.23765050705205579</c:v>
                </c:pt>
                <c:pt idx="17711">
                  <c:v>0.23766539129707587</c:v>
                </c:pt>
                <c:pt idx="17712">
                  <c:v>0.23769618026184533</c:v>
                </c:pt>
                <c:pt idx="17713">
                  <c:v>0.23770482285510638</c:v>
                </c:pt>
                <c:pt idx="17714">
                  <c:v>0.23774953228483797</c:v>
                </c:pt>
                <c:pt idx="17715">
                  <c:v>0.23775214665888941</c:v>
                </c:pt>
                <c:pt idx="17716">
                  <c:v>0.23775402254603856</c:v>
                </c:pt>
                <c:pt idx="17717">
                  <c:v>0.23776842047224525</c:v>
                </c:pt>
                <c:pt idx="17718">
                  <c:v>0.23781736576834792</c:v>
                </c:pt>
                <c:pt idx="17719">
                  <c:v>0.23782171855099499</c:v>
                </c:pt>
                <c:pt idx="17720">
                  <c:v>0.23788109527492807</c:v>
                </c:pt>
                <c:pt idx="17721">
                  <c:v>0.23788904650451678</c:v>
                </c:pt>
                <c:pt idx="17722">
                  <c:v>0.2379209570082543</c:v>
                </c:pt>
                <c:pt idx="17723">
                  <c:v>0.23792536365178155</c:v>
                </c:pt>
                <c:pt idx="17724">
                  <c:v>0.2379422035166644</c:v>
                </c:pt>
                <c:pt idx="17725">
                  <c:v>0.23794431565193164</c:v>
                </c:pt>
                <c:pt idx="17726">
                  <c:v>0.23794616515456266</c:v>
                </c:pt>
                <c:pt idx="17727">
                  <c:v>0.23796097927580451</c:v>
                </c:pt>
                <c:pt idx="17728">
                  <c:v>0.2379929885347008</c:v>
                </c:pt>
                <c:pt idx="17729">
                  <c:v>0.23804548463308689</c:v>
                </c:pt>
                <c:pt idx="17730">
                  <c:v>0.23805309313745357</c:v>
                </c:pt>
                <c:pt idx="17731">
                  <c:v>0.23805458665683768</c:v>
                </c:pt>
                <c:pt idx="17732">
                  <c:v>0.23805572885399329</c:v>
                </c:pt>
                <c:pt idx="17733">
                  <c:v>0.23812573117686966</c:v>
                </c:pt>
                <c:pt idx="17734">
                  <c:v>0.23814863875480241</c:v>
                </c:pt>
                <c:pt idx="17735">
                  <c:v>0.23821966302617212</c:v>
                </c:pt>
                <c:pt idx="17736">
                  <c:v>0.23822466009624424</c:v>
                </c:pt>
                <c:pt idx="17737">
                  <c:v>0.23823089128916461</c:v>
                </c:pt>
                <c:pt idx="17738">
                  <c:v>0.2382313572289112</c:v>
                </c:pt>
                <c:pt idx="17739">
                  <c:v>0.23825722580272071</c:v>
                </c:pt>
                <c:pt idx="17740">
                  <c:v>0.23828468633267005</c:v>
                </c:pt>
                <c:pt idx="17741">
                  <c:v>0.23832545239146999</c:v>
                </c:pt>
                <c:pt idx="17742">
                  <c:v>0.23833059435976323</c:v>
                </c:pt>
                <c:pt idx="17743">
                  <c:v>0.23834524311290187</c:v>
                </c:pt>
                <c:pt idx="17744">
                  <c:v>0.23836379348541548</c:v>
                </c:pt>
                <c:pt idx="17745">
                  <c:v>0.23837231269115491</c:v>
                </c:pt>
                <c:pt idx="17746">
                  <c:v>0.23839071217887819</c:v>
                </c:pt>
                <c:pt idx="17747">
                  <c:v>0.23839612493256718</c:v>
                </c:pt>
                <c:pt idx="17748">
                  <c:v>0.2384036373102949</c:v>
                </c:pt>
                <c:pt idx="17749">
                  <c:v>0.23841902583013044</c:v>
                </c:pt>
                <c:pt idx="17750">
                  <c:v>0.23842018309804042</c:v>
                </c:pt>
                <c:pt idx="17751">
                  <c:v>0.23844371502361711</c:v>
                </c:pt>
                <c:pt idx="17752">
                  <c:v>0.23847900455875365</c:v>
                </c:pt>
                <c:pt idx="17753">
                  <c:v>0.23848171335131516</c:v>
                </c:pt>
                <c:pt idx="17754">
                  <c:v>0.23851239108836964</c:v>
                </c:pt>
                <c:pt idx="17755">
                  <c:v>0.23851971944992875</c:v>
                </c:pt>
                <c:pt idx="17756">
                  <c:v>0.23852642062508184</c:v>
                </c:pt>
                <c:pt idx="17757">
                  <c:v>0.23853947931189165</c:v>
                </c:pt>
                <c:pt idx="17758">
                  <c:v>0.23863687547008813</c:v>
                </c:pt>
                <c:pt idx="17759">
                  <c:v>0.2386566045384397</c:v>
                </c:pt>
                <c:pt idx="17760">
                  <c:v>0.23866422888715164</c:v>
                </c:pt>
                <c:pt idx="17761">
                  <c:v>0.23867408795032094</c:v>
                </c:pt>
                <c:pt idx="17762">
                  <c:v>0.23870457385681373</c:v>
                </c:pt>
                <c:pt idx="17763">
                  <c:v>0.23871222041618614</c:v>
                </c:pt>
                <c:pt idx="17764">
                  <c:v>0.23873786746990633</c:v>
                </c:pt>
                <c:pt idx="17765">
                  <c:v>0.23875037091793302</c:v>
                </c:pt>
                <c:pt idx="17766">
                  <c:v>0.23875390229716212</c:v>
                </c:pt>
                <c:pt idx="17767">
                  <c:v>0.23877216501858248</c:v>
                </c:pt>
                <c:pt idx="17768">
                  <c:v>0.23877846445082776</c:v>
                </c:pt>
                <c:pt idx="17769">
                  <c:v>0.23879840534205765</c:v>
                </c:pt>
                <c:pt idx="17770">
                  <c:v>0.23879900698303722</c:v>
                </c:pt>
                <c:pt idx="17771">
                  <c:v>0.23881211132359356</c:v>
                </c:pt>
                <c:pt idx="17772">
                  <c:v>0.23888679383810382</c:v>
                </c:pt>
                <c:pt idx="17773">
                  <c:v>0.23890061299059329</c:v>
                </c:pt>
                <c:pt idx="17774">
                  <c:v>0.23892740443065738</c:v>
                </c:pt>
                <c:pt idx="17775">
                  <c:v>0.23893520288375591</c:v>
                </c:pt>
                <c:pt idx="17776">
                  <c:v>0.23894850639158127</c:v>
                </c:pt>
                <c:pt idx="17777">
                  <c:v>0.238968738616675</c:v>
                </c:pt>
                <c:pt idx="17778">
                  <c:v>0.23897125217292445</c:v>
                </c:pt>
                <c:pt idx="17779">
                  <c:v>0.2389809612706694</c:v>
                </c:pt>
                <c:pt idx="17780">
                  <c:v>0.23900602104918506</c:v>
                </c:pt>
                <c:pt idx="17781">
                  <c:v>0.23903256975308632</c:v>
                </c:pt>
                <c:pt idx="17782">
                  <c:v>0.23904223464115562</c:v>
                </c:pt>
                <c:pt idx="17783">
                  <c:v>0.23909382906125487</c:v>
                </c:pt>
                <c:pt idx="17784">
                  <c:v>0.2391341367998103</c:v>
                </c:pt>
                <c:pt idx="17785">
                  <c:v>0.23915436320355782</c:v>
                </c:pt>
                <c:pt idx="17786">
                  <c:v>0.23918742630143935</c:v>
                </c:pt>
                <c:pt idx="17787">
                  <c:v>0.23919482855439397</c:v>
                </c:pt>
                <c:pt idx="17788">
                  <c:v>0.23922795892734544</c:v>
                </c:pt>
                <c:pt idx="17789">
                  <c:v>0.23925941418791566</c:v>
                </c:pt>
                <c:pt idx="17790">
                  <c:v>0.23929003259143958</c:v>
                </c:pt>
                <c:pt idx="17791">
                  <c:v>0.23934034319755659</c:v>
                </c:pt>
                <c:pt idx="17792">
                  <c:v>0.23936925397253611</c:v>
                </c:pt>
                <c:pt idx="17793">
                  <c:v>0.23937377702832316</c:v>
                </c:pt>
                <c:pt idx="17794">
                  <c:v>0.23939701218093548</c:v>
                </c:pt>
                <c:pt idx="17795">
                  <c:v>0.23940507486942017</c:v>
                </c:pt>
                <c:pt idx="17796">
                  <c:v>0.23942804195805487</c:v>
                </c:pt>
                <c:pt idx="17797">
                  <c:v>0.2394581884212916</c:v>
                </c:pt>
                <c:pt idx="17798">
                  <c:v>0.23949791860287503</c:v>
                </c:pt>
                <c:pt idx="17799">
                  <c:v>0.23951228081149301</c:v>
                </c:pt>
                <c:pt idx="17800">
                  <c:v>0.2395385018641801</c:v>
                </c:pt>
                <c:pt idx="17801">
                  <c:v>0.23954679958497757</c:v>
                </c:pt>
                <c:pt idx="17802">
                  <c:v>0.23955686457127495</c:v>
                </c:pt>
                <c:pt idx="17803">
                  <c:v>0.23960102280560838</c:v>
                </c:pt>
                <c:pt idx="17804">
                  <c:v>0.23960318692159571</c:v>
                </c:pt>
                <c:pt idx="17805">
                  <c:v>0.23962513369795929</c:v>
                </c:pt>
                <c:pt idx="17806">
                  <c:v>0.23963969225117351</c:v>
                </c:pt>
                <c:pt idx="17807">
                  <c:v>0.23964676049727701</c:v>
                </c:pt>
                <c:pt idx="17808">
                  <c:v>0.23969124392084681</c:v>
                </c:pt>
                <c:pt idx="17809">
                  <c:v>0.23971117016373863</c:v>
                </c:pt>
                <c:pt idx="17810">
                  <c:v>0.23973655558577989</c:v>
                </c:pt>
                <c:pt idx="17811">
                  <c:v>0.23973879641278698</c:v>
                </c:pt>
                <c:pt idx="17812">
                  <c:v>0.23974130499056848</c:v>
                </c:pt>
                <c:pt idx="17813">
                  <c:v>0.2397467371500058</c:v>
                </c:pt>
                <c:pt idx="17814">
                  <c:v>0.23975992442234881</c:v>
                </c:pt>
                <c:pt idx="17815">
                  <c:v>0.23979231838619816</c:v>
                </c:pt>
                <c:pt idx="17816">
                  <c:v>0.23984400798699382</c:v>
                </c:pt>
                <c:pt idx="17817">
                  <c:v>0.23985196974754985</c:v>
                </c:pt>
                <c:pt idx="17818">
                  <c:v>0.23992686702708041</c:v>
                </c:pt>
                <c:pt idx="17819">
                  <c:v>0.23993894674418986</c:v>
                </c:pt>
                <c:pt idx="17820">
                  <c:v>0.23996417078589682</c:v>
                </c:pt>
                <c:pt idx="17821">
                  <c:v>0.23997049641939358</c:v>
                </c:pt>
                <c:pt idx="17822">
                  <c:v>0.23997240896609653</c:v>
                </c:pt>
                <c:pt idx="17823">
                  <c:v>0.23997503602226719</c:v>
                </c:pt>
                <c:pt idx="17824">
                  <c:v>0.24000228801870283</c:v>
                </c:pt>
                <c:pt idx="17825">
                  <c:v>0.24000963746781909</c:v>
                </c:pt>
                <c:pt idx="17826">
                  <c:v>0.2400154438768603</c:v>
                </c:pt>
                <c:pt idx="17827">
                  <c:v>0.2400344050150913</c:v>
                </c:pt>
                <c:pt idx="17828">
                  <c:v>0.24004824579845602</c:v>
                </c:pt>
                <c:pt idx="17829">
                  <c:v>0.24007882896355637</c:v>
                </c:pt>
                <c:pt idx="17830">
                  <c:v>0.24008920821658078</c:v>
                </c:pt>
                <c:pt idx="17831">
                  <c:v>0.24013063850018615</c:v>
                </c:pt>
                <c:pt idx="17832">
                  <c:v>0.24015862725474046</c:v>
                </c:pt>
                <c:pt idx="17833">
                  <c:v>0.24016949472294255</c:v>
                </c:pt>
                <c:pt idx="17834">
                  <c:v>0.24017725931986153</c:v>
                </c:pt>
                <c:pt idx="17835">
                  <c:v>0.24019886763494144</c:v>
                </c:pt>
                <c:pt idx="17836">
                  <c:v>0.24022102887963781</c:v>
                </c:pt>
                <c:pt idx="17837">
                  <c:v>0.24025461073702095</c:v>
                </c:pt>
                <c:pt idx="17838">
                  <c:v>0.2403261406980714</c:v>
                </c:pt>
                <c:pt idx="17839">
                  <c:v>0.24033601252258319</c:v>
                </c:pt>
                <c:pt idx="17840">
                  <c:v>0.24036277608508819</c:v>
                </c:pt>
                <c:pt idx="17841">
                  <c:v>0.24036748374905725</c:v>
                </c:pt>
                <c:pt idx="17842">
                  <c:v>0.24037982374711347</c:v>
                </c:pt>
                <c:pt idx="17843">
                  <c:v>0.24040893589994908</c:v>
                </c:pt>
                <c:pt idx="17844">
                  <c:v>0.24041595380137376</c:v>
                </c:pt>
                <c:pt idx="17845">
                  <c:v>0.24042729971598145</c:v>
                </c:pt>
                <c:pt idx="17846">
                  <c:v>0.24044288922328252</c:v>
                </c:pt>
                <c:pt idx="17847">
                  <c:v>0.24047339122874034</c:v>
                </c:pt>
                <c:pt idx="17848">
                  <c:v>0.24048681921908868</c:v>
                </c:pt>
                <c:pt idx="17849">
                  <c:v>0.24050207019407521</c:v>
                </c:pt>
                <c:pt idx="17850">
                  <c:v>0.24051681589289983</c:v>
                </c:pt>
                <c:pt idx="17851">
                  <c:v>0.24052799284966217</c:v>
                </c:pt>
                <c:pt idx="17852">
                  <c:v>0.24053590871250652</c:v>
                </c:pt>
                <c:pt idx="17853">
                  <c:v>0.24053673718827395</c:v>
                </c:pt>
                <c:pt idx="17854">
                  <c:v>0.24053867446201319</c:v>
                </c:pt>
                <c:pt idx="17855">
                  <c:v>0.24054106295286987</c:v>
                </c:pt>
                <c:pt idx="17856">
                  <c:v>0.24054666503667296</c:v>
                </c:pt>
                <c:pt idx="17857">
                  <c:v>0.24054666519580403</c:v>
                </c:pt>
                <c:pt idx="17858">
                  <c:v>0.2405916726145593</c:v>
                </c:pt>
                <c:pt idx="17859">
                  <c:v>0.24060495673963378</c:v>
                </c:pt>
                <c:pt idx="17860">
                  <c:v>0.24061854726215939</c:v>
                </c:pt>
                <c:pt idx="17861">
                  <c:v>0.24063382619927259</c:v>
                </c:pt>
                <c:pt idx="17862">
                  <c:v>0.24065329253260007</c:v>
                </c:pt>
                <c:pt idx="17863">
                  <c:v>0.24065548483347665</c:v>
                </c:pt>
                <c:pt idx="17864">
                  <c:v>0.24066406499721599</c:v>
                </c:pt>
                <c:pt idx="17865">
                  <c:v>0.24067416864988864</c:v>
                </c:pt>
                <c:pt idx="17866">
                  <c:v>0.24069718778322058</c:v>
                </c:pt>
                <c:pt idx="17867">
                  <c:v>0.24070264217098561</c:v>
                </c:pt>
                <c:pt idx="17868">
                  <c:v>0.24072393955715246</c:v>
                </c:pt>
                <c:pt idx="17869">
                  <c:v>0.2407340841909103</c:v>
                </c:pt>
                <c:pt idx="17870">
                  <c:v>0.24074085942820531</c:v>
                </c:pt>
                <c:pt idx="17871">
                  <c:v>0.24074490251874014</c:v>
                </c:pt>
                <c:pt idx="17872">
                  <c:v>0.24080056670640979</c:v>
                </c:pt>
                <c:pt idx="17873">
                  <c:v>0.24081283503738782</c:v>
                </c:pt>
                <c:pt idx="17874">
                  <c:v>0.240859988743822</c:v>
                </c:pt>
                <c:pt idx="17875">
                  <c:v>0.24086113936462777</c:v>
                </c:pt>
                <c:pt idx="17876">
                  <c:v>0.24087886367987663</c:v>
                </c:pt>
                <c:pt idx="17877">
                  <c:v>0.24091693737869346</c:v>
                </c:pt>
                <c:pt idx="17878">
                  <c:v>0.24094451614893819</c:v>
                </c:pt>
                <c:pt idx="17879">
                  <c:v>0.2409637124834266</c:v>
                </c:pt>
                <c:pt idx="17880">
                  <c:v>0.24104721574539476</c:v>
                </c:pt>
                <c:pt idx="17881">
                  <c:v>0.24104815393214674</c:v>
                </c:pt>
                <c:pt idx="17882">
                  <c:v>0.24106181160843626</c:v>
                </c:pt>
                <c:pt idx="17883">
                  <c:v>0.24109184077591617</c:v>
                </c:pt>
                <c:pt idx="17884">
                  <c:v>0.24110119167677521</c:v>
                </c:pt>
                <c:pt idx="17885">
                  <c:v>0.24113189175848582</c:v>
                </c:pt>
                <c:pt idx="17886">
                  <c:v>0.24113268283026579</c:v>
                </c:pt>
                <c:pt idx="17887">
                  <c:v>0.24113915260654351</c:v>
                </c:pt>
                <c:pt idx="17888">
                  <c:v>0.24114304750922486</c:v>
                </c:pt>
                <c:pt idx="17889">
                  <c:v>0.24114384498232611</c:v>
                </c:pt>
                <c:pt idx="17890">
                  <c:v>0.24116538818631869</c:v>
                </c:pt>
                <c:pt idx="17891">
                  <c:v>0.24116634822987662</c:v>
                </c:pt>
                <c:pt idx="17892">
                  <c:v>0.24116950540255239</c:v>
                </c:pt>
                <c:pt idx="17893">
                  <c:v>0.24117662926140684</c:v>
                </c:pt>
                <c:pt idx="17894">
                  <c:v>0.24120801622743548</c:v>
                </c:pt>
                <c:pt idx="17895">
                  <c:v>0.24123623481766224</c:v>
                </c:pt>
                <c:pt idx="17896">
                  <c:v>0.24126855653052837</c:v>
                </c:pt>
                <c:pt idx="17897">
                  <c:v>0.24127224846704828</c:v>
                </c:pt>
                <c:pt idx="17898">
                  <c:v>0.24130964065248264</c:v>
                </c:pt>
                <c:pt idx="17899">
                  <c:v>0.2413260486797183</c:v>
                </c:pt>
                <c:pt idx="17900">
                  <c:v>0.24133870991198941</c:v>
                </c:pt>
                <c:pt idx="17901">
                  <c:v>0.24134943393035121</c:v>
                </c:pt>
                <c:pt idx="17902">
                  <c:v>0.24135159438129367</c:v>
                </c:pt>
                <c:pt idx="17903">
                  <c:v>0.24138776242408652</c:v>
                </c:pt>
                <c:pt idx="17904">
                  <c:v>0.24140110367667431</c:v>
                </c:pt>
                <c:pt idx="17905">
                  <c:v>0.24142802979498371</c:v>
                </c:pt>
                <c:pt idx="17906">
                  <c:v>0.24145816851416996</c:v>
                </c:pt>
                <c:pt idx="17907">
                  <c:v>0.24145866233374755</c:v>
                </c:pt>
                <c:pt idx="17908">
                  <c:v>0.24146052011887395</c:v>
                </c:pt>
                <c:pt idx="17909">
                  <c:v>0.2414633726553751</c:v>
                </c:pt>
                <c:pt idx="17910">
                  <c:v>0.2414655408260786</c:v>
                </c:pt>
                <c:pt idx="17911">
                  <c:v>0.24147270143961413</c:v>
                </c:pt>
                <c:pt idx="17912">
                  <c:v>0.24148336840115711</c:v>
                </c:pt>
                <c:pt idx="17913">
                  <c:v>0.24157253725448993</c:v>
                </c:pt>
                <c:pt idx="17914">
                  <c:v>0.24157911413208663</c:v>
                </c:pt>
                <c:pt idx="17915">
                  <c:v>0.24160776413478757</c:v>
                </c:pt>
                <c:pt idx="17916">
                  <c:v>0.24165294478324278</c:v>
                </c:pt>
                <c:pt idx="17917">
                  <c:v>0.24165638936093953</c:v>
                </c:pt>
                <c:pt idx="17918">
                  <c:v>0.24166512841674867</c:v>
                </c:pt>
                <c:pt idx="17919">
                  <c:v>0.24166547053794366</c:v>
                </c:pt>
                <c:pt idx="17920">
                  <c:v>0.24168971465776584</c:v>
                </c:pt>
                <c:pt idx="17921">
                  <c:v>0.24169779855015044</c:v>
                </c:pt>
                <c:pt idx="17922">
                  <c:v>0.24171089687071109</c:v>
                </c:pt>
                <c:pt idx="17923">
                  <c:v>0.24173329443033675</c:v>
                </c:pt>
                <c:pt idx="17924">
                  <c:v>0.24178686691669182</c:v>
                </c:pt>
                <c:pt idx="17925">
                  <c:v>0.24178768523339861</c:v>
                </c:pt>
                <c:pt idx="17926">
                  <c:v>0.24180407719359034</c:v>
                </c:pt>
                <c:pt idx="17927">
                  <c:v>0.24181470800126575</c:v>
                </c:pt>
                <c:pt idx="17928">
                  <c:v>0.24182678243968456</c:v>
                </c:pt>
                <c:pt idx="17929">
                  <c:v>0.24185911356230677</c:v>
                </c:pt>
                <c:pt idx="17930">
                  <c:v>0.24186088227190508</c:v>
                </c:pt>
                <c:pt idx="17931">
                  <c:v>0.24186541569238995</c:v>
                </c:pt>
                <c:pt idx="17932">
                  <c:v>0.24188289727080495</c:v>
                </c:pt>
                <c:pt idx="17933">
                  <c:v>0.2418960330044975</c:v>
                </c:pt>
                <c:pt idx="17934">
                  <c:v>0.24191244064655121</c:v>
                </c:pt>
                <c:pt idx="17935">
                  <c:v>0.24191361701361988</c:v>
                </c:pt>
                <c:pt idx="17936">
                  <c:v>0.24192740854576769</c:v>
                </c:pt>
                <c:pt idx="17937">
                  <c:v>0.2419414729295048</c:v>
                </c:pt>
                <c:pt idx="17938">
                  <c:v>0.24194864752817982</c:v>
                </c:pt>
                <c:pt idx="17939">
                  <c:v>0.24195017609835962</c:v>
                </c:pt>
                <c:pt idx="17940">
                  <c:v>0.24195287890235151</c:v>
                </c:pt>
                <c:pt idx="17941">
                  <c:v>0.24195547169939971</c:v>
                </c:pt>
                <c:pt idx="17942">
                  <c:v>0.24197831141117374</c:v>
                </c:pt>
                <c:pt idx="17943">
                  <c:v>0.24198076527734064</c:v>
                </c:pt>
                <c:pt idx="17944">
                  <c:v>0.24198866570584443</c:v>
                </c:pt>
                <c:pt idx="17945">
                  <c:v>0.24199255235761929</c:v>
                </c:pt>
                <c:pt idx="17946">
                  <c:v>0.24199336325467818</c:v>
                </c:pt>
                <c:pt idx="17947">
                  <c:v>0.24201418316087508</c:v>
                </c:pt>
                <c:pt idx="17948">
                  <c:v>0.24203276105704968</c:v>
                </c:pt>
                <c:pt idx="17949">
                  <c:v>0.24204045252132805</c:v>
                </c:pt>
                <c:pt idx="17950">
                  <c:v>0.24205165803728074</c:v>
                </c:pt>
                <c:pt idx="17951">
                  <c:v>0.24213895320917375</c:v>
                </c:pt>
                <c:pt idx="17952">
                  <c:v>0.24213979447512124</c:v>
                </c:pt>
                <c:pt idx="17953">
                  <c:v>0.2421430121941742</c:v>
                </c:pt>
                <c:pt idx="17954">
                  <c:v>0.24215476109148248</c:v>
                </c:pt>
                <c:pt idx="17955">
                  <c:v>0.24217207901496624</c:v>
                </c:pt>
                <c:pt idx="17956">
                  <c:v>0.24219550617505475</c:v>
                </c:pt>
                <c:pt idx="17957">
                  <c:v>0.24221032343560209</c:v>
                </c:pt>
                <c:pt idx="17958">
                  <c:v>0.24221636571908062</c:v>
                </c:pt>
                <c:pt idx="17959">
                  <c:v>0.24223876339341238</c:v>
                </c:pt>
                <c:pt idx="17960">
                  <c:v>0.24224438732197687</c:v>
                </c:pt>
                <c:pt idx="17961">
                  <c:v>0.24227939168889367</c:v>
                </c:pt>
                <c:pt idx="17962">
                  <c:v>0.24229228964201668</c:v>
                </c:pt>
                <c:pt idx="17963">
                  <c:v>0.24229961020023896</c:v>
                </c:pt>
                <c:pt idx="17964">
                  <c:v>0.24229988418289949</c:v>
                </c:pt>
                <c:pt idx="17965">
                  <c:v>0.24231258997011232</c:v>
                </c:pt>
                <c:pt idx="17966">
                  <c:v>0.2423318346803035</c:v>
                </c:pt>
                <c:pt idx="17967">
                  <c:v>0.24235886541491153</c:v>
                </c:pt>
                <c:pt idx="17968">
                  <c:v>0.24236821721207372</c:v>
                </c:pt>
                <c:pt idx="17969">
                  <c:v>0.24237878121781053</c:v>
                </c:pt>
                <c:pt idx="17970">
                  <c:v>0.24239136065811748</c:v>
                </c:pt>
                <c:pt idx="17971">
                  <c:v>0.24243411950005403</c:v>
                </c:pt>
                <c:pt idx="17972">
                  <c:v>0.24243464668650491</c:v>
                </c:pt>
                <c:pt idx="17973">
                  <c:v>0.24245508202693569</c:v>
                </c:pt>
                <c:pt idx="17974">
                  <c:v>0.24248076937317892</c:v>
                </c:pt>
                <c:pt idx="17975">
                  <c:v>0.24248232486244886</c:v>
                </c:pt>
                <c:pt idx="17976">
                  <c:v>0.24249948987029604</c:v>
                </c:pt>
                <c:pt idx="17977">
                  <c:v>0.24249981584951052</c:v>
                </c:pt>
                <c:pt idx="17978">
                  <c:v>0.24252514799355934</c:v>
                </c:pt>
                <c:pt idx="17979">
                  <c:v>0.24252606787345485</c:v>
                </c:pt>
                <c:pt idx="17980">
                  <c:v>0.24252619424089611</c:v>
                </c:pt>
                <c:pt idx="17981">
                  <c:v>0.2425263307431135</c:v>
                </c:pt>
                <c:pt idx="17982">
                  <c:v>0.24254104202062596</c:v>
                </c:pt>
                <c:pt idx="17983">
                  <c:v>0.24263183187945195</c:v>
                </c:pt>
                <c:pt idx="17984">
                  <c:v>0.24264226434488098</c:v>
                </c:pt>
                <c:pt idx="17985">
                  <c:v>0.24264261080741847</c:v>
                </c:pt>
                <c:pt idx="17986">
                  <c:v>0.24265579040970045</c:v>
                </c:pt>
                <c:pt idx="17987">
                  <c:v>0.24267672231312759</c:v>
                </c:pt>
                <c:pt idx="17988">
                  <c:v>0.24268669959771527</c:v>
                </c:pt>
                <c:pt idx="17989">
                  <c:v>0.24270677856567541</c:v>
                </c:pt>
                <c:pt idx="17990">
                  <c:v>0.24275644115339981</c:v>
                </c:pt>
                <c:pt idx="17991">
                  <c:v>0.24276240642195634</c:v>
                </c:pt>
                <c:pt idx="17992">
                  <c:v>0.24276441310859176</c:v>
                </c:pt>
                <c:pt idx="17993">
                  <c:v>0.24278875464231442</c:v>
                </c:pt>
                <c:pt idx="17994">
                  <c:v>0.24279691941419917</c:v>
                </c:pt>
                <c:pt idx="17995">
                  <c:v>0.24281194199773173</c:v>
                </c:pt>
                <c:pt idx="17996">
                  <c:v>0.24281499278267854</c:v>
                </c:pt>
                <c:pt idx="17997">
                  <c:v>0.24282423780719312</c:v>
                </c:pt>
                <c:pt idx="17998">
                  <c:v>0.24285962713399989</c:v>
                </c:pt>
                <c:pt idx="17999">
                  <c:v>0.24286036648432241</c:v>
                </c:pt>
                <c:pt idx="18000">
                  <c:v>0.24288216090295142</c:v>
                </c:pt>
                <c:pt idx="18001">
                  <c:v>0.24288636949865611</c:v>
                </c:pt>
                <c:pt idx="18002">
                  <c:v>0.24288834113851895</c:v>
                </c:pt>
                <c:pt idx="18003">
                  <c:v>0.24288865929398545</c:v>
                </c:pt>
                <c:pt idx="18004">
                  <c:v>0.24289092453532818</c:v>
                </c:pt>
                <c:pt idx="18005">
                  <c:v>0.24290784089952822</c:v>
                </c:pt>
                <c:pt idx="18006">
                  <c:v>0.2429152256197388</c:v>
                </c:pt>
                <c:pt idx="18007">
                  <c:v>0.24292532444950382</c:v>
                </c:pt>
                <c:pt idx="18008">
                  <c:v>0.24293229835239785</c:v>
                </c:pt>
                <c:pt idx="18009">
                  <c:v>0.2429418932908923</c:v>
                </c:pt>
                <c:pt idx="18010">
                  <c:v>0.24294724145155649</c:v>
                </c:pt>
                <c:pt idx="18011">
                  <c:v>0.24296569321669348</c:v>
                </c:pt>
                <c:pt idx="18012">
                  <c:v>0.24296638639334259</c:v>
                </c:pt>
                <c:pt idx="18013">
                  <c:v>0.24299014712902409</c:v>
                </c:pt>
                <c:pt idx="18014">
                  <c:v>0.24299288527973997</c:v>
                </c:pt>
                <c:pt idx="18015">
                  <c:v>0.24300455576736046</c:v>
                </c:pt>
                <c:pt idx="18016">
                  <c:v>0.24300492420592415</c:v>
                </c:pt>
                <c:pt idx="18017">
                  <c:v>0.24304330220624426</c:v>
                </c:pt>
                <c:pt idx="18018">
                  <c:v>0.24305678442956333</c:v>
                </c:pt>
                <c:pt idx="18019">
                  <c:v>0.24306609407397964</c:v>
                </c:pt>
                <c:pt idx="18020">
                  <c:v>0.24309662928809259</c:v>
                </c:pt>
                <c:pt idx="18021">
                  <c:v>0.24312779057009232</c:v>
                </c:pt>
                <c:pt idx="18022">
                  <c:v>0.24316857292473401</c:v>
                </c:pt>
                <c:pt idx="18023">
                  <c:v>0.24322095449755241</c:v>
                </c:pt>
                <c:pt idx="18024">
                  <c:v>0.24327747888275064</c:v>
                </c:pt>
                <c:pt idx="18025">
                  <c:v>0.24335817445172592</c:v>
                </c:pt>
                <c:pt idx="18026">
                  <c:v>0.24343188286910369</c:v>
                </c:pt>
                <c:pt idx="18027">
                  <c:v>0.2434356339151664</c:v>
                </c:pt>
                <c:pt idx="18028">
                  <c:v>0.2434645205537366</c:v>
                </c:pt>
                <c:pt idx="18029">
                  <c:v>0.24350220914432152</c:v>
                </c:pt>
                <c:pt idx="18030">
                  <c:v>0.24352318964530753</c:v>
                </c:pt>
                <c:pt idx="18031">
                  <c:v>0.24355035635241001</c:v>
                </c:pt>
                <c:pt idx="18032">
                  <c:v>0.24360659746264618</c:v>
                </c:pt>
                <c:pt idx="18033">
                  <c:v>0.24361658182224677</c:v>
                </c:pt>
                <c:pt idx="18034">
                  <c:v>0.24361959368930711</c:v>
                </c:pt>
                <c:pt idx="18035">
                  <c:v>0.24366763062034277</c:v>
                </c:pt>
                <c:pt idx="18036">
                  <c:v>0.24373806953692143</c:v>
                </c:pt>
                <c:pt idx="18037">
                  <c:v>0.24374090784525826</c:v>
                </c:pt>
                <c:pt idx="18038">
                  <c:v>0.24378093850125312</c:v>
                </c:pt>
                <c:pt idx="18039">
                  <c:v>0.24381058334042532</c:v>
                </c:pt>
                <c:pt idx="18040">
                  <c:v>0.24384411466264266</c:v>
                </c:pt>
                <c:pt idx="18041">
                  <c:v>0.24385678611838077</c:v>
                </c:pt>
                <c:pt idx="18042">
                  <c:v>0.24387103190438467</c:v>
                </c:pt>
                <c:pt idx="18043">
                  <c:v>0.24387260560423119</c:v>
                </c:pt>
                <c:pt idx="18044">
                  <c:v>0.24388254638229662</c:v>
                </c:pt>
                <c:pt idx="18045">
                  <c:v>0.24390378093451567</c:v>
                </c:pt>
                <c:pt idx="18046">
                  <c:v>0.24392437170882386</c:v>
                </c:pt>
                <c:pt idx="18047">
                  <c:v>0.24395194329235975</c:v>
                </c:pt>
                <c:pt idx="18048">
                  <c:v>0.24404967960351123</c:v>
                </c:pt>
                <c:pt idx="18049">
                  <c:v>0.24407735272112974</c:v>
                </c:pt>
                <c:pt idx="18050">
                  <c:v>0.24410757375275721</c:v>
                </c:pt>
                <c:pt idx="18051">
                  <c:v>0.24412006890987609</c:v>
                </c:pt>
                <c:pt idx="18052">
                  <c:v>0.24412438116987528</c:v>
                </c:pt>
                <c:pt idx="18053">
                  <c:v>0.24413039513219284</c:v>
                </c:pt>
                <c:pt idx="18054">
                  <c:v>0.24414975589287347</c:v>
                </c:pt>
                <c:pt idx="18055">
                  <c:v>0.24417509421840211</c:v>
                </c:pt>
                <c:pt idx="18056">
                  <c:v>0.24418454962896899</c:v>
                </c:pt>
                <c:pt idx="18057">
                  <c:v>0.24418690812814597</c:v>
                </c:pt>
                <c:pt idx="18058">
                  <c:v>0.24420310299232051</c:v>
                </c:pt>
                <c:pt idx="18059">
                  <c:v>0.24421837506257069</c:v>
                </c:pt>
                <c:pt idx="18060">
                  <c:v>0.24427778365967279</c:v>
                </c:pt>
                <c:pt idx="18061">
                  <c:v>0.24430172682966628</c:v>
                </c:pt>
                <c:pt idx="18062">
                  <c:v>0.24435162364368962</c:v>
                </c:pt>
                <c:pt idx="18063">
                  <c:v>0.24435621716040806</c:v>
                </c:pt>
                <c:pt idx="18064">
                  <c:v>0.24437242190607289</c:v>
                </c:pt>
                <c:pt idx="18065">
                  <c:v>0.24438975092206036</c:v>
                </c:pt>
                <c:pt idx="18066">
                  <c:v>0.24441706187711179</c:v>
                </c:pt>
                <c:pt idx="18067">
                  <c:v>0.24443351113212336</c:v>
                </c:pt>
                <c:pt idx="18068">
                  <c:v>0.24444757887623225</c:v>
                </c:pt>
                <c:pt idx="18069">
                  <c:v>0.24447824873152393</c:v>
                </c:pt>
                <c:pt idx="18070">
                  <c:v>0.24448439210435549</c:v>
                </c:pt>
                <c:pt idx="18071">
                  <c:v>0.24449645888048085</c:v>
                </c:pt>
                <c:pt idx="18072">
                  <c:v>0.24450901898564889</c:v>
                </c:pt>
                <c:pt idx="18073">
                  <c:v>0.24452217639623947</c:v>
                </c:pt>
                <c:pt idx="18074">
                  <c:v>0.24455276508135251</c:v>
                </c:pt>
                <c:pt idx="18075">
                  <c:v>0.24455704148658078</c:v>
                </c:pt>
                <c:pt idx="18076">
                  <c:v>0.24465299947133939</c:v>
                </c:pt>
                <c:pt idx="18077">
                  <c:v>0.24466724463965067</c:v>
                </c:pt>
                <c:pt idx="18078">
                  <c:v>0.24467301757312437</c:v>
                </c:pt>
                <c:pt idx="18079">
                  <c:v>0.24468841533216898</c:v>
                </c:pt>
                <c:pt idx="18080">
                  <c:v>0.24469875738441721</c:v>
                </c:pt>
                <c:pt idx="18081">
                  <c:v>0.24472481846649102</c:v>
                </c:pt>
                <c:pt idx="18082">
                  <c:v>0.24472623458509801</c:v>
                </c:pt>
                <c:pt idx="18083">
                  <c:v>0.24476052236536905</c:v>
                </c:pt>
                <c:pt idx="18084">
                  <c:v>0.24483890900139255</c:v>
                </c:pt>
                <c:pt idx="18085">
                  <c:v>0.24484877088888607</c:v>
                </c:pt>
                <c:pt idx="18086">
                  <c:v>0.24485930840902148</c:v>
                </c:pt>
                <c:pt idx="18087">
                  <c:v>0.24488168583091022</c:v>
                </c:pt>
                <c:pt idx="18088">
                  <c:v>0.24490902189817546</c:v>
                </c:pt>
                <c:pt idx="18089">
                  <c:v>0.24491355944833593</c:v>
                </c:pt>
                <c:pt idx="18090">
                  <c:v>0.2449200434280594</c:v>
                </c:pt>
                <c:pt idx="18091">
                  <c:v>0.24495390711462864</c:v>
                </c:pt>
                <c:pt idx="18092">
                  <c:v>0.24495609581617456</c:v>
                </c:pt>
                <c:pt idx="18093">
                  <c:v>0.24496954613807978</c:v>
                </c:pt>
                <c:pt idx="18094">
                  <c:v>0.2449810263657615</c:v>
                </c:pt>
                <c:pt idx="18095">
                  <c:v>0.24500886688906001</c:v>
                </c:pt>
                <c:pt idx="18096">
                  <c:v>0.24500893837947391</c:v>
                </c:pt>
                <c:pt idx="18097">
                  <c:v>0.2450459783974869</c:v>
                </c:pt>
                <c:pt idx="18098">
                  <c:v>0.24504759420400934</c:v>
                </c:pt>
                <c:pt idx="18099">
                  <c:v>0.24505339049702513</c:v>
                </c:pt>
                <c:pt idx="18100">
                  <c:v>0.24506641935306805</c:v>
                </c:pt>
                <c:pt idx="18101">
                  <c:v>0.24509012062468949</c:v>
                </c:pt>
                <c:pt idx="18102">
                  <c:v>0.24510597462849409</c:v>
                </c:pt>
                <c:pt idx="18103">
                  <c:v>0.24512285734283532</c:v>
                </c:pt>
                <c:pt idx="18104">
                  <c:v>0.24519466213190827</c:v>
                </c:pt>
                <c:pt idx="18105">
                  <c:v>0.24523734796786706</c:v>
                </c:pt>
                <c:pt idx="18106">
                  <c:v>0.24525184110327367</c:v>
                </c:pt>
                <c:pt idx="18107">
                  <c:v>0.24525989872650097</c:v>
                </c:pt>
                <c:pt idx="18108">
                  <c:v>0.24526175512042989</c:v>
                </c:pt>
                <c:pt idx="18109">
                  <c:v>0.24526502928684507</c:v>
                </c:pt>
                <c:pt idx="18110">
                  <c:v>0.2452733927781971</c:v>
                </c:pt>
                <c:pt idx="18111">
                  <c:v>0.24527447500902638</c:v>
                </c:pt>
                <c:pt idx="18112">
                  <c:v>0.24528030372056581</c:v>
                </c:pt>
                <c:pt idx="18113">
                  <c:v>0.24528269606046857</c:v>
                </c:pt>
                <c:pt idx="18114">
                  <c:v>0.24530883277546617</c:v>
                </c:pt>
                <c:pt idx="18115">
                  <c:v>0.24534168667882861</c:v>
                </c:pt>
                <c:pt idx="18116">
                  <c:v>0.24535538039946181</c:v>
                </c:pt>
                <c:pt idx="18117">
                  <c:v>0.24538017302264173</c:v>
                </c:pt>
                <c:pt idx="18118">
                  <c:v>0.24539158982319714</c:v>
                </c:pt>
                <c:pt idx="18119">
                  <c:v>0.24543879517775977</c:v>
                </c:pt>
                <c:pt idx="18120">
                  <c:v>0.2454450273245361</c:v>
                </c:pt>
                <c:pt idx="18121">
                  <c:v>0.24548908622065926</c:v>
                </c:pt>
                <c:pt idx="18122">
                  <c:v>0.24552443652693495</c:v>
                </c:pt>
                <c:pt idx="18123">
                  <c:v>0.24556214462414777</c:v>
                </c:pt>
                <c:pt idx="18124">
                  <c:v>0.24557006912082707</c:v>
                </c:pt>
                <c:pt idx="18125">
                  <c:v>0.24557730799868349</c:v>
                </c:pt>
                <c:pt idx="18126">
                  <c:v>0.245608431724402</c:v>
                </c:pt>
                <c:pt idx="18127">
                  <c:v>0.2456325110804371</c:v>
                </c:pt>
                <c:pt idx="18128">
                  <c:v>0.24564440235114463</c:v>
                </c:pt>
                <c:pt idx="18129">
                  <c:v>0.24564762775181243</c:v>
                </c:pt>
                <c:pt idx="18130">
                  <c:v>0.24567370782860748</c:v>
                </c:pt>
                <c:pt idx="18131">
                  <c:v>0.24567789133765119</c:v>
                </c:pt>
                <c:pt idx="18132">
                  <c:v>0.24570133097218932</c:v>
                </c:pt>
                <c:pt idx="18133">
                  <c:v>0.2457073635043652</c:v>
                </c:pt>
                <c:pt idx="18134">
                  <c:v>0.24571640859421673</c:v>
                </c:pt>
                <c:pt idx="18135">
                  <c:v>0.24573300854980148</c:v>
                </c:pt>
                <c:pt idx="18136">
                  <c:v>0.24575619916145539</c:v>
                </c:pt>
                <c:pt idx="18137">
                  <c:v>0.24580811991155163</c:v>
                </c:pt>
                <c:pt idx="18138">
                  <c:v>0.24584099726000147</c:v>
                </c:pt>
                <c:pt idx="18139">
                  <c:v>0.24584624927718979</c:v>
                </c:pt>
                <c:pt idx="18140">
                  <c:v>0.24586323010574015</c:v>
                </c:pt>
                <c:pt idx="18141">
                  <c:v>0.24593745078157359</c:v>
                </c:pt>
                <c:pt idx="18142">
                  <c:v>0.24594807158414173</c:v>
                </c:pt>
                <c:pt idx="18143">
                  <c:v>0.24606176540872088</c:v>
                </c:pt>
                <c:pt idx="18144">
                  <c:v>0.24608021853971845</c:v>
                </c:pt>
                <c:pt idx="18145">
                  <c:v>0.24610502898154688</c:v>
                </c:pt>
                <c:pt idx="18146">
                  <c:v>0.24611241737473569</c:v>
                </c:pt>
                <c:pt idx="18147">
                  <c:v>0.24611268700208505</c:v>
                </c:pt>
                <c:pt idx="18148">
                  <c:v>0.2461995534967539</c:v>
                </c:pt>
                <c:pt idx="18149">
                  <c:v>0.24621553766390877</c:v>
                </c:pt>
                <c:pt idx="18150">
                  <c:v>0.24622121963404192</c:v>
                </c:pt>
                <c:pt idx="18151">
                  <c:v>0.24623014568110874</c:v>
                </c:pt>
                <c:pt idx="18152">
                  <c:v>0.24623015447602115</c:v>
                </c:pt>
                <c:pt idx="18153">
                  <c:v>0.2462399816964973</c:v>
                </c:pt>
                <c:pt idx="18154">
                  <c:v>0.24626767812973424</c:v>
                </c:pt>
                <c:pt idx="18155">
                  <c:v>0.24628448035661576</c:v>
                </c:pt>
                <c:pt idx="18156">
                  <c:v>0.2462987402621917</c:v>
                </c:pt>
                <c:pt idx="18157">
                  <c:v>0.24630242758331519</c:v>
                </c:pt>
                <c:pt idx="18158">
                  <c:v>0.24631391201857952</c:v>
                </c:pt>
                <c:pt idx="18159">
                  <c:v>0.24631518537466826</c:v>
                </c:pt>
                <c:pt idx="18160">
                  <c:v>0.24631737352983801</c:v>
                </c:pt>
                <c:pt idx="18161">
                  <c:v>0.24634468640369803</c:v>
                </c:pt>
                <c:pt idx="18162">
                  <c:v>0.24634656765003557</c:v>
                </c:pt>
                <c:pt idx="18163">
                  <c:v>0.24636393792366937</c:v>
                </c:pt>
                <c:pt idx="18164">
                  <c:v>0.24639378644143492</c:v>
                </c:pt>
                <c:pt idx="18165">
                  <c:v>0.24641366042720608</c:v>
                </c:pt>
                <c:pt idx="18166">
                  <c:v>0.24647527442898187</c:v>
                </c:pt>
                <c:pt idx="18167">
                  <c:v>0.24649497311153412</c:v>
                </c:pt>
                <c:pt idx="18168">
                  <c:v>0.24650076893017608</c:v>
                </c:pt>
                <c:pt idx="18169">
                  <c:v>0.24651805889119593</c:v>
                </c:pt>
                <c:pt idx="18170">
                  <c:v>0.24653548050383475</c:v>
                </c:pt>
                <c:pt idx="18171">
                  <c:v>0.24653924825884185</c:v>
                </c:pt>
                <c:pt idx="18172">
                  <c:v>0.24660373602765645</c:v>
                </c:pt>
                <c:pt idx="18173">
                  <c:v>0.24662183469911353</c:v>
                </c:pt>
                <c:pt idx="18174">
                  <c:v>0.24664458762949074</c:v>
                </c:pt>
                <c:pt idx="18175">
                  <c:v>0.24666274982668043</c:v>
                </c:pt>
                <c:pt idx="18176">
                  <c:v>0.24666650664039311</c:v>
                </c:pt>
                <c:pt idx="18177">
                  <c:v>0.24666870933564503</c:v>
                </c:pt>
                <c:pt idx="18178">
                  <c:v>0.24669297605885604</c:v>
                </c:pt>
                <c:pt idx="18179">
                  <c:v>0.24669405286144247</c:v>
                </c:pt>
                <c:pt idx="18180">
                  <c:v>0.24671272138837178</c:v>
                </c:pt>
                <c:pt idx="18181">
                  <c:v>0.24672235659662894</c:v>
                </c:pt>
                <c:pt idx="18182">
                  <c:v>0.24674374355028195</c:v>
                </c:pt>
                <c:pt idx="18183">
                  <c:v>0.24680281119188979</c:v>
                </c:pt>
                <c:pt idx="18184">
                  <c:v>0.2468279771939132</c:v>
                </c:pt>
                <c:pt idx="18185">
                  <c:v>0.2468286025390849</c:v>
                </c:pt>
                <c:pt idx="18186">
                  <c:v>0.24683382324947817</c:v>
                </c:pt>
                <c:pt idx="18187">
                  <c:v>0.24683928754624385</c:v>
                </c:pt>
                <c:pt idx="18188">
                  <c:v>0.24684887707579112</c:v>
                </c:pt>
                <c:pt idx="18189">
                  <c:v>0.24694379589360374</c:v>
                </c:pt>
                <c:pt idx="18190">
                  <c:v>0.24695399538513843</c:v>
                </c:pt>
                <c:pt idx="18191">
                  <c:v>0.24698066240219729</c:v>
                </c:pt>
                <c:pt idx="18192">
                  <c:v>0.24698491879809206</c:v>
                </c:pt>
                <c:pt idx="18193">
                  <c:v>0.24699141048378956</c:v>
                </c:pt>
                <c:pt idx="18194">
                  <c:v>0.24700534147287653</c:v>
                </c:pt>
                <c:pt idx="18195">
                  <c:v>0.24701657491879542</c:v>
                </c:pt>
                <c:pt idx="18196">
                  <c:v>0.24702203791918156</c:v>
                </c:pt>
                <c:pt idx="18197">
                  <c:v>0.24705127840618851</c:v>
                </c:pt>
                <c:pt idx="18198">
                  <c:v>0.24708275621529668</c:v>
                </c:pt>
                <c:pt idx="18199">
                  <c:v>0.2470828145004936</c:v>
                </c:pt>
                <c:pt idx="18200">
                  <c:v>0.24709562683721112</c:v>
                </c:pt>
                <c:pt idx="18201">
                  <c:v>0.2471005466913786</c:v>
                </c:pt>
                <c:pt idx="18202">
                  <c:v>0.24711130102176965</c:v>
                </c:pt>
                <c:pt idx="18203">
                  <c:v>0.24715603918268619</c:v>
                </c:pt>
                <c:pt idx="18204">
                  <c:v>0.24717444971545263</c:v>
                </c:pt>
                <c:pt idx="18205">
                  <c:v>0.24718898323016175</c:v>
                </c:pt>
                <c:pt idx="18206">
                  <c:v>0.24720154095157584</c:v>
                </c:pt>
                <c:pt idx="18207">
                  <c:v>0.2472725981528579</c:v>
                </c:pt>
                <c:pt idx="18208">
                  <c:v>0.24727402242314858</c:v>
                </c:pt>
                <c:pt idx="18209">
                  <c:v>0.24730770976371172</c:v>
                </c:pt>
                <c:pt idx="18210">
                  <c:v>0.24733263645202075</c:v>
                </c:pt>
                <c:pt idx="18211">
                  <c:v>0.24739086308336475</c:v>
                </c:pt>
                <c:pt idx="18212">
                  <c:v>0.2473923251255013</c:v>
                </c:pt>
                <c:pt idx="18213">
                  <c:v>0.24742583719857034</c:v>
                </c:pt>
                <c:pt idx="18214">
                  <c:v>0.24743007775713127</c:v>
                </c:pt>
                <c:pt idx="18215">
                  <c:v>0.24747540747856894</c:v>
                </c:pt>
                <c:pt idx="18216">
                  <c:v>0.24747555348128877</c:v>
                </c:pt>
                <c:pt idx="18217">
                  <c:v>0.24750792808610192</c:v>
                </c:pt>
                <c:pt idx="18218">
                  <c:v>0.24751112198837788</c:v>
                </c:pt>
                <c:pt idx="18219">
                  <c:v>0.24753554557334279</c:v>
                </c:pt>
                <c:pt idx="18220">
                  <c:v>0.24753651214929959</c:v>
                </c:pt>
                <c:pt idx="18221">
                  <c:v>0.24758203277885543</c:v>
                </c:pt>
                <c:pt idx="18222">
                  <c:v>0.2475976883062477</c:v>
                </c:pt>
                <c:pt idx="18223">
                  <c:v>0.24761773985204508</c:v>
                </c:pt>
                <c:pt idx="18224">
                  <c:v>0.24762085864259425</c:v>
                </c:pt>
                <c:pt idx="18225">
                  <c:v>0.2476216307594474</c:v>
                </c:pt>
                <c:pt idx="18226">
                  <c:v>0.24763036922097498</c:v>
                </c:pt>
                <c:pt idx="18227">
                  <c:v>0.24764109544340776</c:v>
                </c:pt>
                <c:pt idx="18228">
                  <c:v>0.2476552231156097</c:v>
                </c:pt>
                <c:pt idx="18229">
                  <c:v>0.24769655894006984</c:v>
                </c:pt>
                <c:pt idx="18230">
                  <c:v>0.24770675266959671</c:v>
                </c:pt>
                <c:pt idx="18231">
                  <c:v>0.2477092707797581</c:v>
                </c:pt>
                <c:pt idx="18232">
                  <c:v>0.24771936448884349</c:v>
                </c:pt>
                <c:pt idx="18233">
                  <c:v>0.24772129338805024</c:v>
                </c:pt>
                <c:pt idx="18234">
                  <c:v>0.24773998188597673</c:v>
                </c:pt>
                <c:pt idx="18235">
                  <c:v>0.24778056873027848</c:v>
                </c:pt>
                <c:pt idx="18236">
                  <c:v>0.24778285935562255</c:v>
                </c:pt>
                <c:pt idx="18237">
                  <c:v>0.24778957583707439</c:v>
                </c:pt>
                <c:pt idx="18238">
                  <c:v>0.24785199742219705</c:v>
                </c:pt>
                <c:pt idx="18239">
                  <c:v>0.2478694501126576</c:v>
                </c:pt>
                <c:pt idx="18240">
                  <c:v>0.24787899341280303</c:v>
                </c:pt>
                <c:pt idx="18241">
                  <c:v>0.24788110263406002</c:v>
                </c:pt>
                <c:pt idx="18242">
                  <c:v>0.24788697233151938</c:v>
                </c:pt>
                <c:pt idx="18243">
                  <c:v>0.24788831206846387</c:v>
                </c:pt>
                <c:pt idx="18244">
                  <c:v>0.24792157810744711</c:v>
                </c:pt>
                <c:pt idx="18245">
                  <c:v>0.24794958300111228</c:v>
                </c:pt>
                <c:pt idx="18246">
                  <c:v>0.24796676596039458</c:v>
                </c:pt>
                <c:pt idx="18247">
                  <c:v>0.24799187394182498</c:v>
                </c:pt>
                <c:pt idx="18248">
                  <c:v>0.24801794786471756</c:v>
                </c:pt>
                <c:pt idx="18249">
                  <c:v>0.2480556286758904</c:v>
                </c:pt>
                <c:pt idx="18250">
                  <c:v>0.24807608440523188</c:v>
                </c:pt>
                <c:pt idx="18251">
                  <c:v>0.24807681185593169</c:v>
                </c:pt>
                <c:pt idx="18252">
                  <c:v>0.24808439902608503</c:v>
                </c:pt>
                <c:pt idx="18253">
                  <c:v>0.24809047196416575</c:v>
                </c:pt>
                <c:pt idx="18254">
                  <c:v>0.24810311944461677</c:v>
                </c:pt>
                <c:pt idx="18255">
                  <c:v>0.24812341274200919</c:v>
                </c:pt>
                <c:pt idx="18256">
                  <c:v>0.24818461167817468</c:v>
                </c:pt>
                <c:pt idx="18257">
                  <c:v>0.24820085179601242</c:v>
                </c:pt>
                <c:pt idx="18258">
                  <c:v>0.24820184164344097</c:v>
                </c:pt>
                <c:pt idx="18259">
                  <c:v>0.24821405609135047</c:v>
                </c:pt>
                <c:pt idx="18260">
                  <c:v>0.24828467576030525</c:v>
                </c:pt>
                <c:pt idx="18261">
                  <c:v>0.24829632258083834</c:v>
                </c:pt>
                <c:pt idx="18262">
                  <c:v>0.24829997768522163</c:v>
                </c:pt>
                <c:pt idx="18263">
                  <c:v>0.24831679663471667</c:v>
                </c:pt>
                <c:pt idx="18264">
                  <c:v>0.24831735572634991</c:v>
                </c:pt>
                <c:pt idx="18265">
                  <c:v>0.24839220532919712</c:v>
                </c:pt>
                <c:pt idx="18266">
                  <c:v>0.24840740265076378</c:v>
                </c:pt>
                <c:pt idx="18267">
                  <c:v>0.24841356011030047</c:v>
                </c:pt>
                <c:pt idx="18268">
                  <c:v>0.24843969432787064</c:v>
                </c:pt>
                <c:pt idx="18269">
                  <c:v>0.24847137714160489</c:v>
                </c:pt>
                <c:pt idx="18270">
                  <c:v>0.24851638287130365</c:v>
                </c:pt>
                <c:pt idx="18271">
                  <c:v>0.24851742917527755</c:v>
                </c:pt>
                <c:pt idx="18272">
                  <c:v>0.2485448648816535</c:v>
                </c:pt>
                <c:pt idx="18273">
                  <c:v>0.24855862501331427</c:v>
                </c:pt>
                <c:pt idx="18274">
                  <c:v>0.24855975567703528</c:v>
                </c:pt>
                <c:pt idx="18275">
                  <c:v>0.24860279321280937</c:v>
                </c:pt>
                <c:pt idx="18276">
                  <c:v>0.24864161104968527</c:v>
                </c:pt>
                <c:pt idx="18277">
                  <c:v>0.24865123264479408</c:v>
                </c:pt>
                <c:pt idx="18278">
                  <c:v>0.2486657893782831</c:v>
                </c:pt>
                <c:pt idx="18279">
                  <c:v>0.24872001656174819</c:v>
                </c:pt>
                <c:pt idx="18280">
                  <c:v>0.2487205076545303</c:v>
                </c:pt>
                <c:pt idx="18281">
                  <c:v>0.24883679643979434</c:v>
                </c:pt>
                <c:pt idx="18282">
                  <c:v>0.24886991238871481</c:v>
                </c:pt>
                <c:pt idx="18283">
                  <c:v>0.24891284646767228</c:v>
                </c:pt>
                <c:pt idx="18284">
                  <c:v>0.24896859705553112</c:v>
                </c:pt>
                <c:pt idx="18285">
                  <c:v>0.24897514132793122</c:v>
                </c:pt>
                <c:pt idx="18286">
                  <c:v>0.24899271283456978</c:v>
                </c:pt>
                <c:pt idx="18287">
                  <c:v>0.24899609027490574</c:v>
                </c:pt>
                <c:pt idx="18288">
                  <c:v>0.24899614378105892</c:v>
                </c:pt>
                <c:pt idx="18289">
                  <c:v>0.24900898842281083</c:v>
                </c:pt>
                <c:pt idx="18290">
                  <c:v>0.24904289783509406</c:v>
                </c:pt>
                <c:pt idx="18291">
                  <c:v>0.24905080849760031</c:v>
                </c:pt>
                <c:pt idx="18292">
                  <c:v>0.24906009238445614</c:v>
                </c:pt>
                <c:pt idx="18293">
                  <c:v>0.24906115571968043</c:v>
                </c:pt>
                <c:pt idx="18294">
                  <c:v>0.24907081247665919</c:v>
                </c:pt>
                <c:pt idx="18295">
                  <c:v>0.24909387070297648</c:v>
                </c:pt>
                <c:pt idx="18296">
                  <c:v>0.2490976903863166</c:v>
                </c:pt>
                <c:pt idx="18297">
                  <c:v>0.24911354488961726</c:v>
                </c:pt>
                <c:pt idx="18298">
                  <c:v>0.24911559893878582</c:v>
                </c:pt>
                <c:pt idx="18299">
                  <c:v>0.24914408225519344</c:v>
                </c:pt>
                <c:pt idx="18300">
                  <c:v>0.24915556845346279</c:v>
                </c:pt>
                <c:pt idx="18301">
                  <c:v>0.2491676346214044</c:v>
                </c:pt>
                <c:pt idx="18302">
                  <c:v>0.24918115472614541</c:v>
                </c:pt>
                <c:pt idx="18303">
                  <c:v>0.24923214843054894</c:v>
                </c:pt>
                <c:pt idx="18304">
                  <c:v>0.24923644331617792</c:v>
                </c:pt>
                <c:pt idx="18305">
                  <c:v>0.2492535821890777</c:v>
                </c:pt>
                <c:pt idx="18306">
                  <c:v>0.24927650582462912</c:v>
                </c:pt>
                <c:pt idx="18307">
                  <c:v>0.24928048841713263</c:v>
                </c:pt>
                <c:pt idx="18308">
                  <c:v>0.24929276603875572</c:v>
                </c:pt>
                <c:pt idx="18309">
                  <c:v>0.24931907704533743</c:v>
                </c:pt>
                <c:pt idx="18310">
                  <c:v>0.24933740808076932</c:v>
                </c:pt>
                <c:pt idx="18311">
                  <c:v>0.24934676511290688</c:v>
                </c:pt>
                <c:pt idx="18312">
                  <c:v>0.24940873177797038</c:v>
                </c:pt>
                <c:pt idx="18313">
                  <c:v>0.24942126032783538</c:v>
                </c:pt>
                <c:pt idx="18314">
                  <c:v>0.24943888955413837</c:v>
                </c:pt>
                <c:pt idx="18315">
                  <c:v>0.24949252976697936</c:v>
                </c:pt>
                <c:pt idx="18316">
                  <c:v>0.24949406761315743</c:v>
                </c:pt>
                <c:pt idx="18317">
                  <c:v>0.24956066537492189</c:v>
                </c:pt>
                <c:pt idx="18318">
                  <c:v>0.24959628102200829</c:v>
                </c:pt>
                <c:pt idx="18319">
                  <c:v>0.24961929234954219</c:v>
                </c:pt>
                <c:pt idx="18320">
                  <c:v>0.24962131416356614</c:v>
                </c:pt>
                <c:pt idx="18321">
                  <c:v>0.24963937471177666</c:v>
                </c:pt>
                <c:pt idx="18322">
                  <c:v>0.24964065532437843</c:v>
                </c:pt>
                <c:pt idx="18323">
                  <c:v>0.24965358197880186</c:v>
                </c:pt>
                <c:pt idx="18324">
                  <c:v>0.24968492483923213</c:v>
                </c:pt>
                <c:pt idx="18325">
                  <c:v>0.24969228870020602</c:v>
                </c:pt>
                <c:pt idx="18326">
                  <c:v>0.24969445755155151</c:v>
                </c:pt>
                <c:pt idx="18327">
                  <c:v>0.24969877282559019</c:v>
                </c:pt>
                <c:pt idx="18328">
                  <c:v>0.24970215698283216</c:v>
                </c:pt>
                <c:pt idx="18329">
                  <c:v>0.24971032177995856</c:v>
                </c:pt>
                <c:pt idx="18330">
                  <c:v>0.24975077185481331</c:v>
                </c:pt>
                <c:pt idx="18331">
                  <c:v>0.24975662150688621</c:v>
                </c:pt>
                <c:pt idx="18332">
                  <c:v>0.24978882447729722</c:v>
                </c:pt>
                <c:pt idx="18333">
                  <c:v>0.24981177797459683</c:v>
                </c:pt>
                <c:pt idx="18334">
                  <c:v>0.24982509496930677</c:v>
                </c:pt>
                <c:pt idx="18335">
                  <c:v>0.24988130035133474</c:v>
                </c:pt>
                <c:pt idx="18336">
                  <c:v>0.24988244797770087</c:v>
                </c:pt>
                <c:pt idx="18337">
                  <c:v>0.24991968761284894</c:v>
                </c:pt>
                <c:pt idx="18338">
                  <c:v>0.24991972113337521</c:v>
                </c:pt>
                <c:pt idx="18339">
                  <c:v>0.24992577273996924</c:v>
                </c:pt>
                <c:pt idx="18340">
                  <c:v>0.24998602147923879</c:v>
                </c:pt>
                <c:pt idx="18341">
                  <c:v>0.24999812585178585</c:v>
                </c:pt>
                <c:pt idx="18342">
                  <c:v>0.25002541954952684</c:v>
                </c:pt>
                <c:pt idx="18343">
                  <c:v>0.25007638574348262</c:v>
                </c:pt>
                <c:pt idx="18344">
                  <c:v>0.25007987659326891</c:v>
                </c:pt>
                <c:pt idx="18345">
                  <c:v>0.25011457799153386</c:v>
                </c:pt>
                <c:pt idx="18346">
                  <c:v>0.25011483849047872</c:v>
                </c:pt>
                <c:pt idx="18347">
                  <c:v>0.25012332884587457</c:v>
                </c:pt>
                <c:pt idx="18348">
                  <c:v>0.25013984274497975</c:v>
                </c:pt>
                <c:pt idx="18349">
                  <c:v>0.25016395825849752</c:v>
                </c:pt>
                <c:pt idx="18350">
                  <c:v>0.25017242307807808</c:v>
                </c:pt>
                <c:pt idx="18351">
                  <c:v>0.25019947080579275</c:v>
                </c:pt>
                <c:pt idx="18352">
                  <c:v>0.2502320699263112</c:v>
                </c:pt>
                <c:pt idx="18353">
                  <c:v>0.25023464261920297</c:v>
                </c:pt>
                <c:pt idx="18354">
                  <c:v>0.25023993854418813</c:v>
                </c:pt>
                <c:pt idx="18355">
                  <c:v>0.25024113589652625</c:v>
                </c:pt>
                <c:pt idx="18356">
                  <c:v>0.25025104313599061</c:v>
                </c:pt>
                <c:pt idx="18357">
                  <c:v>0.25030842476111004</c:v>
                </c:pt>
                <c:pt idx="18358">
                  <c:v>0.25032299099371452</c:v>
                </c:pt>
                <c:pt idx="18359">
                  <c:v>0.25033725466385359</c:v>
                </c:pt>
                <c:pt idx="18360">
                  <c:v>0.25033844819865497</c:v>
                </c:pt>
                <c:pt idx="18361">
                  <c:v>0.2503459233857</c:v>
                </c:pt>
                <c:pt idx="18362">
                  <c:v>0.25037180433335304</c:v>
                </c:pt>
                <c:pt idx="18363">
                  <c:v>0.25038379347503492</c:v>
                </c:pt>
                <c:pt idx="18364">
                  <c:v>0.25040889896732116</c:v>
                </c:pt>
                <c:pt idx="18365">
                  <c:v>0.25041305993810681</c:v>
                </c:pt>
                <c:pt idx="18366">
                  <c:v>0.25042975867111933</c:v>
                </c:pt>
                <c:pt idx="18367">
                  <c:v>0.25043771053596958</c:v>
                </c:pt>
                <c:pt idx="18368">
                  <c:v>0.25044049219228376</c:v>
                </c:pt>
                <c:pt idx="18369">
                  <c:v>0.25044994187058051</c:v>
                </c:pt>
                <c:pt idx="18370">
                  <c:v>0.25045514170124883</c:v>
                </c:pt>
                <c:pt idx="18371">
                  <c:v>0.25046292918119173</c:v>
                </c:pt>
                <c:pt idx="18372">
                  <c:v>0.25046490995130116</c:v>
                </c:pt>
                <c:pt idx="18373">
                  <c:v>0.25048151192232276</c:v>
                </c:pt>
                <c:pt idx="18374">
                  <c:v>0.25048244230109484</c:v>
                </c:pt>
                <c:pt idx="18375">
                  <c:v>0.2505356581094636</c:v>
                </c:pt>
                <c:pt idx="18376">
                  <c:v>0.25054976765328801</c:v>
                </c:pt>
                <c:pt idx="18377">
                  <c:v>0.25055069453180367</c:v>
                </c:pt>
                <c:pt idx="18378">
                  <c:v>0.25055272591986288</c:v>
                </c:pt>
                <c:pt idx="18379">
                  <c:v>0.25060336634926667</c:v>
                </c:pt>
                <c:pt idx="18380">
                  <c:v>0.25061075255338972</c:v>
                </c:pt>
                <c:pt idx="18381">
                  <c:v>0.25061565001616881</c:v>
                </c:pt>
                <c:pt idx="18382">
                  <c:v>0.25062593454244025</c:v>
                </c:pt>
                <c:pt idx="18383">
                  <c:v>0.25063066089347341</c:v>
                </c:pt>
                <c:pt idx="18384">
                  <c:v>0.25063737659852514</c:v>
                </c:pt>
                <c:pt idx="18385">
                  <c:v>0.2506484802657053</c:v>
                </c:pt>
                <c:pt idx="18386">
                  <c:v>0.25065128463977132</c:v>
                </c:pt>
                <c:pt idx="18387">
                  <c:v>0.25065950284566463</c:v>
                </c:pt>
                <c:pt idx="18388">
                  <c:v>0.25067055619507245</c:v>
                </c:pt>
                <c:pt idx="18389">
                  <c:v>0.250741759331706</c:v>
                </c:pt>
                <c:pt idx="18390">
                  <c:v>0.25078966402484132</c:v>
                </c:pt>
                <c:pt idx="18391">
                  <c:v>0.25079150558164659</c:v>
                </c:pt>
                <c:pt idx="18392">
                  <c:v>0.25079688720898347</c:v>
                </c:pt>
                <c:pt idx="18393">
                  <c:v>0.25084210528410683</c:v>
                </c:pt>
                <c:pt idx="18394">
                  <c:v>0.25085314559582217</c:v>
                </c:pt>
                <c:pt idx="18395">
                  <c:v>0.2508741441206766</c:v>
                </c:pt>
                <c:pt idx="18396">
                  <c:v>0.25090174862350473</c:v>
                </c:pt>
                <c:pt idx="18397">
                  <c:v>0.25092514766490304</c:v>
                </c:pt>
                <c:pt idx="18398">
                  <c:v>0.25094906655445587</c:v>
                </c:pt>
                <c:pt idx="18399">
                  <c:v>0.25095001663750532</c:v>
                </c:pt>
                <c:pt idx="18400">
                  <c:v>0.25095225401741078</c:v>
                </c:pt>
                <c:pt idx="18401">
                  <c:v>0.25098483498634905</c:v>
                </c:pt>
                <c:pt idx="18402">
                  <c:v>0.25109143365604519</c:v>
                </c:pt>
                <c:pt idx="18403">
                  <c:v>0.25112072747478148</c:v>
                </c:pt>
                <c:pt idx="18404">
                  <c:v>0.25115301177994187</c:v>
                </c:pt>
                <c:pt idx="18405">
                  <c:v>0.25116721303376133</c:v>
                </c:pt>
                <c:pt idx="18406">
                  <c:v>0.25118499195770921</c:v>
                </c:pt>
                <c:pt idx="18407">
                  <c:v>0.25119976139860567</c:v>
                </c:pt>
                <c:pt idx="18408">
                  <c:v>0.2512112079977567</c:v>
                </c:pt>
                <c:pt idx="18409">
                  <c:v>0.25121224771342648</c:v>
                </c:pt>
                <c:pt idx="18410">
                  <c:v>0.25121898433694939</c:v>
                </c:pt>
                <c:pt idx="18411">
                  <c:v>0.25122028963461401</c:v>
                </c:pt>
                <c:pt idx="18412">
                  <c:v>0.25122305286806018</c:v>
                </c:pt>
                <c:pt idx="18413">
                  <c:v>0.25122748939964956</c:v>
                </c:pt>
                <c:pt idx="18414">
                  <c:v>0.25123388149699244</c:v>
                </c:pt>
                <c:pt idx="18415">
                  <c:v>0.25123633317197086</c:v>
                </c:pt>
                <c:pt idx="18416">
                  <c:v>0.25127203353348926</c:v>
                </c:pt>
                <c:pt idx="18417">
                  <c:v>0.25127807129407381</c:v>
                </c:pt>
                <c:pt idx="18418">
                  <c:v>0.25128045497759466</c:v>
                </c:pt>
                <c:pt idx="18419">
                  <c:v>0.25128490630533978</c:v>
                </c:pt>
                <c:pt idx="18420">
                  <c:v>0.25129184116356457</c:v>
                </c:pt>
                <c:pt idx="18421">
                  <c:v>0.25131016088257141</c:v>
                </c:pt>
                <c:pt idx="18422">
                  <c:v>0.2513530337398886</c:v>
                </c:pt>
                <c:pt idx="18423">
                  <c:v>0.25142046164128812</c:v>
                </c:pt>
                <c:pt idx="18424">
                  <c:v>0.2514289687843087</c:v>
                </c:pt>
                <c:pt idx="18425">
                  <c:v>0.25145799941484437</c:v>
                </c:pt>
                <c:pt idx="18426">
                  <c:v>0.25152445395406214</c:v>
                </c:pt>
                <c:pt idx="18427">
                  <c:v>0.2515322515514285</c:v>
                </c:pt>
                <c:pt idx="18428">
                  <c:v>0.25157325447067441</c:v>
                </c:pt>
                <c:pt idx="18429">
                  <c:v>0.25157932204066613</c:v>
                </c:pt>
                <c:pt idx="18430">
                  <c:v>0.25159318089618332</c:v>
                </c:pt>
                <c:pt idx="18431">
                  <c:v>0.25161404388419117</c:v>
                </c:pt>
                <c:pt idx="18432">
                  <c:v>0.25162827937140919</c:v>
                </c:pt>
                <c:pt idx="18433">
                  <c:v>0.25166294561857216</c:v>
                </c:pt>
                <c:pt idx="18434">
                  <c:v>0.25168476935258338</c:v>
                </c:pt>
                <c:pt idx="18435">
                  <c:v>0.25169814149660646</c:v>
                </c:pt>
                <c:pt idx="18436">
                  <c:v>0.25170556130818922</c:v>
                </c:pt>
                <c:pt idx="18437">
                  <c:v>0.25171521360063559</c:v>
                </c:pt>
                <c:pt idx="18438">
                  <c:v>0.25171852566282282</c:v>
                </c:pt>
                <c:pt idx="18439">
                  <c:v>0.25172558304033649</c:v>
                </c:pt>
                <c:pt idx="18440">
                  <c:v>0.25172930679839417</c:v>
                </c:pt>
                <c:pt idx="18441">
                  <c:v>0.2517494696834538</c:v>
                </c:pt>
                <c:pt idx="18442">
                  <c:v>0.25175475407019371</c:v>
                </c:pt>
                <c:pt idx="18443">
                  <c:v>0.25176999504234288</c:v>
                </c:pt>
                <c:pt idx="18444">
                  <c:v>0.25178112400483493</c:v>
                </c:pt>
                <c:pt idx="18445">
                  <c:v>0.2517820794676261</c:v>
                </c:pt>
                <c:pt idx="18446">
                  <c:v>0.25182358377768005</c:v>
                </c:pt>
                <c:pt idx="18447">
                  <c:v>0.25182520761088889</c:v>
                </c:pt>
                <c:pt idx="18448">
                  <c:v>0.25182692541664725</c:v>
                </c:pt>
                <c:pt idx="18449">
                  <c:v>0.25184444319513472</c:v>
                </c:pt>
                <c:pt idx="18450">
                  <c:v>0.25186909525836265</c:v>
                </c:pt>
                <c:pt idx="18451">
                  <c:v>0.2518805458400471</c:v>
                </c:pt>
                <c:pt idx="18452">
                  <c:v>0.25190379775778104</c:v>
                </c:pt>
                <c:pt idx="18453">
                  <c:v>0.25192154360364583</c:v>
                </c:pt>
                <c:pt idx="18454">
                  <c:v>0.25192912811155072</c:v>
                </c:pt>
                <c:pt idx="18455">
                  <c:v>0.25195496897151554</c:v>
                </c:pt>
                <c:pt idx="18456">
                  <c:v>0.25195741992413212</c:v>
                </c:pt>
                <c:pt idx="18457">
                  <c:v>0.25197803575396749</c:v>
                </c:pt>
                <c:pt idx="18458">
                  <c:v>0.25198432737399795</c:v>
                </c:pt>
                <c:pt idx="18459">
                  <c:v>0.25198975576508026</c:v>
                </c:pt>
                <c:pt idx="18460">
                  <c:v>0.25203342228512388</c:v>
                </c:pt>
                <c:pt idx="18461">
                  <c:v>0.25207170818358565</c:v>
                </c:pt>
                <c:pt idx="18462">
                  <c:v>0.25212064468511458</c:v>
                </c:pt>
                <c:pt idx="18463">
                  <c:v>0.25214036504805498</c:v>
                </c:pt>
                <c:pt idx="18464">
                  <c:v>0.25218399017972959</c:v>
                </c:pt>
                <c:pt idx="18465">
                  <c:v>0.25218778138927511</c:v>
                </c:pt>
                <c:pt idx="18466">
                  <c:v>0.25224175321124936</c:v>
                </c:pt>
                <c:pt idx="18467">
                  <c:v>0.2522644009885795</c:v>
                </c:pt>
                <c:pt idx="18468">
                  <c:v>0.25227003076305932</c:v>
                </c:pt>
                <c:pt idx="18469">
                  <c:v>0.25228648852284447</c:v>
                </c:pt>
                <c:pt idx="18470">
                  <c:v>0.25231284170191526</c:v>
                </c:pt>
                <c:pt idx="18471">
                  <c:v>0.2523334486063098</c:v>
                </c:pt>
                <c:pt idx="18472">
                  <c:v>0.25235898584821187</c:v>
                </c:pt>
                <c:pt idx="18473">
                  <c:v>0.25238459231353438</c:v>
                </c:pt>
                <c:pt idx="18474">
                  <c:v>0.25239789432772902</c:v>
                </c:pt>
                <c:pt idx="18475">
                  <c:v>0.25240505073440078</c:v>
                </c:pt>
                <c:pt idx="18476">
                  <c:v>0.2524077987254752</c:v>
                </c:pt>
                <c:pt idx="18477">
                  <c:v>0.25241811385147189</c:v>
                </c:pt>
                <c:pt idx="18478">
                  <c:v>0.25243175742496088</c:v>
                </c:pt>
                <c:pt idx="18479">
                  <c:v>0.25243349817204158</c:v>
                </c:pt>
                <c:pt idx="18480">
                  <c:v>0.25245468962152079</c:v>
                </c:pt>
                <c:pt idx="18481">
                  <c:v>0.2524565491336771</c:v>
                </c:pt>
                <c:pt idx="18482">
                  <c:v>0.25248942845613448</c:v>
                </c:pt>
                <c:pt idx="18483">
                  <c:v>0.25249457478668097</c:v>
                </c:pt>
                <c:pt idx="18484">
                  <c:v>0.2524971072478035</c:v>
                </c:pt>
                <c:pt idx="18485">
                  <c:v>0.25250129617832417</c:v>
                </c:pt>
                <c:pt idx="18486">
                  <c:v>0.25255500949527193</c:v>
                </c:pt>
                <c:pt idx="18487">
                  <c:v>0.25255814274944244</c:v>
                </c:pt>
                <c:pt idx="18488">
                  <c:v>0.25261601043089632</c:v>
                </c:pt>
                <c:pt idx="18489">
                  <c:v>0.25266453226023911</c:v>
                </c:pt>
                <c:pt idx="18490">
                  <c:v>0.25270351422579312</c:v>
                </c:pt>
                <c:pt idx="18491">
                  <c:v>0.25273746014896553</c:v>
                </c:pt>
                <c:pt idx="18492">
                  <c:v>0.25274293336130277</c:v>
                </c:pt>
                <c:pt idx="18493">
                  <c:v>0.25274355683465971</c:v>
                </c:pt>
                <c:pt idx="18494">
                  <c:v>0.25274682401439069</c:v>
                </c:pt>
                <c:pt idx="18495">
                  <c:v>0.25275532840309373</c:v>
                </c:pt>
                <c:pt idx="18496">
                  <c:v>0.25278256630328727</c:v>
                </c:pt>
                <c:pt idx="18497">
                  <c:v>0.25278752682091915</c:v>
                </c:pt>
                <c:pt idx="18498">
                  <c:v>0.25279161979123382</c:v>
                </c:pt>
                <c:pt idx="18499">
                  <c:v>0.25280796550047885</c:v>
                </c:pt>
                <c:pt idx="18500">
                  <c:v>0.25284538195880146</c:v>
                </c:pt>
                <c:pt idx="18501">
                  <c:v>0.25287010735218107</c:v>
                </c:pt>
                <c:pt idx="18502">
                  <c:v>0.25289286417444767</c:v>
                </c:pt>
                <c:pt idx="18503">
                  <c:v>0.25298554105953763</c:v>
                </c:pt>
                <c:pt idx="18504">
                  <c:v>0.25300514016154607</c:v>
                </c:pt>
                <c:pt idx="18505">
                  <c:v>0.25302042610347614</c:v>
                </c:pt>
                <c:pt idx="18506">
                  <c:v>0.25302064539678432</c:v>
                </c:pt>
                <c:pt idx="18507">
                  <c:v>0.25306023980139708</c:v>
                </c:pt>
                <c:pt idx="18508">
                  <c:v>0.25306452750170388</c:v>
                </c:pt>
                <c:pt idx="18509">
                  <c:v>0.25306985828321882</c:v>
                </c:pt>
                <c:pt idx="18510">
                  <c:v>0.25308621823708749</c:v>
                </c:pt>
                <c:pt idx="18511">
                  <c:v>0.25311030444697347</c:v>
                </c:pt>
                <c:pt idx="18512">
                  <c:v>0.25311052347207597</c:v>
                </c:pt>
                <c:pt idx="18513">
                  <c:v>0.25314890086364428</c:v>
                </c:pt>
                <c:pt idx="18514">
                  <c:v>0.25317531529183102</c:v>
                </c:pt>
                <c:pt idx="18515">
                  <c:v>0.25321276029590001</c:v>
                </c:pt>
                <c:pt idx="18516">
                  <c:v>0.25323697511229398</c:v>
                </c:pt>
                <c:pt idx="18517">
                  <c:v>0.25324588904069351</c:v>
                </c:pt>
                <c:pt idx="18518">
                  <c:v>0.25327380841893243</c:v>
                </c:pt>
                <c:pt idx="18519">
                  <c:v>0.25328361769000696</c:v>
                </c:pt>
                <c:pt idx="18520">
                  <c:v>0.25329082254926799</c:v>
                </c:pt>
                <c:pt idx="18521">
                  <c:v>0.25329331119797732</c:v>
                </c:pt>
                <c:pt idx="18522">
                  <c:v>0.25330996643024006</c:v>
                </c:pt>
                <c:pt idx="18523">
                  <c:v>0.25341205467279226</c:v>
                </c:pt>
                <c:pt idx="18524">
                  <c:v>0.25345808152942495</c:v>
                </c:pt>
                <c:pt idx="18525">
                  <c:v>0.25350366596662971</c:v>
                </c:pt>
                <c:pt idx="18526">
                  <c:v>0.25356905718096084</c:v>
                </c:pt>
                <c:pt idx="18527">
                  <c:v>0.25357741198894584</c:v>
                </c:pt>
                <c:pt idx="18528">
                  <c:v>0.2535795168178781</c:v>
                </c:pt>
                <c:pt idx="18529">
                  <c:v>0.25358705335547793</c:v>
                </c:pt>
                <c:pt idx="18530">
                  <c:v>0.25359373204207702</c:v>
                </c:pt>
                <c:pt idx="18531">
                  <c:v>0.25359751854058177</c:v>
                </c:pt>
                <c:pt idx="18532">
                  <c:v>0.25360038664558576</c:v>
                </c:pt>
                <c:pt idx="18533">
                  <c:v>0.25363938413117365</c:v>
                </c:pt>
                <c:pt idx="18534">
                  <c:v>0.25367624962080637</c:v>
                </c:pt>
                <c:pt idx="18535">
                  <c:v>0.25376379586664799</c:v>
                </c:pt>
                <c:pt idx="18536">
                  <c:v>0.25376827813993907</c:v>
                </c:pt>
                <c:pt idx="18537">
                  <c:v>0.25379838688801365</c:v>
                </c:pt>
                <c:pt idx="18538">
                  <c:v>0.2538049135030484</c:v>
                </c:pt>
                <c:pt idx="18539">
                  <c:v>0.25385995797035454</c:v>
                </c:pt>
                <c:pt idx="18540">
                  <c:v>0.25388354402884616</c:v>
                </c:pt>
                <c:pt idx="18541">
                  <c:v>0.25388670586055551</c:v>
                </c:pt>
                <c:pt idx="18542">
                  <c:v>0.25389706672162055</c:v>
                </c:pt>
                <c:pt idx="18543">
                  <c:v>0.25390405042388048</c:v>
                </c:pt>
                <c:pt idx="18544">
                  <c:v>0.25394181250877851</c:v>
                </c:pt>
                <c:pt idx="18545">
                  <c:v>0.25394237810146325</c:v>
                </c:pt>
                <c:pt idx="18546">
                  <c:v>0.2539450814794002</c:v>
                </c:pt>
                <c:pt idx="18547">
                  <c:v>0.25395150049298171</c:v>
                </c:pt>
                <c:pt idx="18548">
                  <c:v>0.25402295246477741</c:v>
                </c:pt>
                <c:pt idx="18549">
                  <c:v>0.25405957573852861</c:v>
                </c:pt>
                <c:pt idx="18550">
                  <c:v>0.25408925325480214</c:v>
                </c:pt>
                <c:pt idx="18551">
                  <c:v>0.25410007284466124</c:v>
                </c:pt>
                <c:pt idx="18552">
                  <c:v>0.2541001501308281</c:v>
                </c:pt>
                <c:pt idx="18553">
                  <c:v>0.25410206504566896</c:v>
                </c:pt>
                <c:pt idx="18554">
                  <c:v>0.25412885180461403</c:v>
                </c:pt>
                <c:pt idx="18555">
                  <c:v>0.25413080920753228</c:v>
                </c:pt>
                <c:pt idx="18556">
                  <c:v>0.25422016936577713</c:v>
                </c:pt>
                <c:pt idx="18557">
                  <c:v>0.25423394299142693</c:v>
                </c:pt>
                <c:pt idx="18558">
                  <c:v>0.25423532840484447</c:v>
                </c:pt>
                <c:pt idx="18559">
                  <c:v>0.25424051283315824</c:v>
                </c:pt>
                <c:pt idx="18560">
                  <c:v>0.25426853451487968</c:v>
                </c:pt>
                <c:pt idx="18561">
                  <c:v>0.25434956473638221</c:v>
                </c:pt>
                <c:pt idx="18562">
                  <c:v>0.25435054787542105</c:v>
                </c:pt>
                <c:pt idx="18563">
                  <c:v>0.25438019893848451</c:v>
                </c:pt>
                <c:pt idx="18564">
                  <c:v>0.25438253045026732</c:v>
                </c:pt>
                <c:pt idx="18565">
                  <c:v>0.25446766175497487</c:v>
                </c:pt>
                <c:pt idx="18566">
                  <c:v>0.2544711637678867</c:v>
                </c:pt>
                <c:pt idx="18567">
                  <c:v>0.25447311414300672</c:v>
                </c:pt>
                <c:pt idx="18568">
                  <c:v>0.25448779764246465</c:v>
                </c:pt>
                <c:pt idx="18569">
                  <c:v>0.25450041222159964</c:v>
                </c:pt>
                <c:pt idx="18570">
                  <c:v>0.2545359958002546</c:v>
                </c:pt>
                <c:pt idx="18571">
                  <c:v>0.25456807067700649</c:v>
                </c:pt>
                <c:pt idx="18572">
                  <c:v>0.25457007203758708</c:v>
                </c:pt>
                <c:pt idx="18573">
                  <c:v>0.25459863673105437</c:v>
                </c:pt>
                <c:pt idx="18574">
                  <c:v>0.25465921996027308</c:v>
                </c:pt>
                <c:pt idx="18575">
                  <c:v>0.25467643560972097</c:v>
                </c:pt>
                <c:pt idx="18576">
                  <c:v>0.25468112652578229</c:v>
                </c:pt>
                <c:pt idx="18577">
                  <c:v>0.25468652105589823</c:v>
                </c:pt>
                <c:pt idx="18578">
                  <c:v>0.2547123703241238</c:v>
                </c:pt>
                <c:pt idx="18579">
                  <c:v>0.25472152271859738</c:v>
                </c:pt>
                <c:pt idx="18580">
                  <c:v>0.25476358781949204</c:v>
                </c:pt>
                <c:pt idx="18581">
                  <c:v>0.25479148197223245</c:v>
                </c:pt>
                <c:pt idx="18582">
                  <c:v>0.25480274719479867</c:v>
                </c:pt>
                <c:pt idx="18583">
                  <c:v>0.25483229246660627</c:v>
                </c:pt>
                <c:pt idx="18584">
                  <c:v>0.25490922246845032</c:v>
                </c:pt>
                <c:pt idx="18585">
                  <c:v>0.25492263570764806</c:v>
                </c:pt>
                <c:pt idx="18586">
                  <c:v>0.25496585705655522</c:v>
                </c:pt>
                <c:pt idx="18587">
                  <c:v>0.25498866950152893</c:v>
                </c:pt>
                <c:pt idx="18588">
                  <c:v>0.25502813909038369</c:v>
                </c:pt>
                <c:pt idx="18589">
                  <c:v>0.25504957730715183</c:v>
                </c:pt>
                <c:pt idx="18590">
                  <c:v>0.25506378528924639</c:v>
                </c:pt>
                <c:pt idx="18591">
                  <c:v>0.25506784361402379</c:v>
                </c:pt>
                <c:pt idx="18592">
                  <c:v>0.25511996734695697</c:v>
                </c:pt>
                <c:pt idx="18593">
                  <c:v>0.25514817332727507</c:v>
                </c:pt>
                <c:pt idx="18594">
                  <c:v>0.25515999174459597</c:v>
                </c:pt>
                <c:pt idx="18595">
                  <c:v>0.25519128418268111</c:v>
                </c:pt>
                <c:pt idx="18596">
                  <c:v>0.2551914203393249</c:v>
                </c:pt>
                <c:pt idx="18597">
                  <c:v>0.2552017838509143</c:v>
                </c:pt>
                <c:pt idx="18598">
                  <c:v>0.2552103441706946</c:v>
                </c:pt>
                <c:pt idx="18599">
                  <c:v>0.2552164248215999</c:v>
                </c:pt>
                <c:pt idx="18600">
                  <c:v>0.25522037658557417</c:v>
                </c:pt>
                <c:pt idx="18601">
                  <c:v>0.2552489166673475</c:v>
                </c:pt>
                <c:pt idx="18602">
                  <c:v>0.25525457324689976</c:v>
                </c:pt>
                <c:pt idx="18603">
                  <c:v>0.25526056197566493</c:v>
                </c:pt>
                <c:pt idx="18604">
                  <c:v>0.2553007118998904</c:v>
                </c:pt>
                <c:pt idx="18605">
                  <c:v>0.25530132070988254</c:v>
                </c:pt>
                <c:pt idx="18606">
                  <c:v>0.25534647479687866</c:v>
                </c:pt>
                <c:pt idx="18607">
                  <c:v>0.25538101793986623</c:v>
                </c:pt>
                <c:pt idx="18608">
                  <c:v>0.25541621198687581</c:v>
                </c:pt>
                <c:pt idx="18609">
                  <c:v>0.25546297338767104</c:v>
                </c:pt>
                <c:pt idx="18610">
                  <c:v>0.25549965500842498</c:v>
                </c:pt>
                <c:pt idx="18611">
                  <c:v>0.25556058960055256</c:v>
                </c:pt>
                <c:pt idx="18612">
                  <c:v>0.25556901213330668</c:v>
                </c:pt>
                <c:pt idx="18613">
                  <c:v>0.255583351789341</c:v>
                </c:pt>
                <c:pt idx="18614">
                  <c:v>0.25560898737069748</c:v>
                </c:pt>
                <c:pt idx="18615">
                  <c:v>0.25563485248319828</c:v>
                </c:pt>
                <c:pt idx="18616">
                  <c:v>0.25563495289036819</c:v>
                </c:pt>
                <c:pt idx="18617">
                  <c:v>0.25568399551313198</c:v>
                </c:pt>
                <c:pt idx="18618">
                  <c:v>0.25570758825582568</c:v>
                </c:pt>
                <c:pt idx="18619">
                  <c:v>0.25571843529347932</c:v>
                </c:pt>
                <c:pt idx="18620">
                  <c:v>0.2557216955650054</c:v>
                </c:pt>
                <c:pt idx="18621">
                  <c:v>0.25578221394505396</c:v>
                </c:pt>
                <c:pt idx="18622">
                  <c:v>0.25580223067627811</c:v>
                </c:pt>
                <c:pt idx="18623">
                  <c:v>0.25581418423347113</c:v>
                </c:pt>
                <c:pt idx="18624">
                  <c:v>0.25585737882702408</c:v>
                </c:pt>
                <c:pt idx="18625">
                  <c:v>0.25587003529578761</c:v>
                </c:pt>
                <c:pt idx="18626">
                  <c:v>0.25589435084762113</c:v>
                </c:pt>
                <c:pt idx="18627">
                  <c:v>0.25589504222887355</c:v>
                </c:pt>
                <c:pt idx="18628">
                  <c:v>0.25594329858344883</c:v>
                </c:pt>
                <c:pt idx="18629">
                  <c:v>0.25595699457183624</c:v>
                </c:pt>
                <c:pt idx="18630">
                  <c:v>0.25596298512111815</c:v>
                </c:pt>
                <c:pt idx="18631">
                  <c:v>0.25597989049238901</c:v>
                </c:pt>
                <c:pt idx="18632">
                  <c:v>0.25599270986241562</c:v>
                </c:pt>
                <c:pt idx="18633">
                  <c:v>0.25602528616742326</c:v>
                </c:pt>
                <c:pt idx="18634">
                  <c:v>0.25602782718839429</c:v>
                </c:pt>
                <c:pt idx="18635">
                  <c:v>0.2560661151505757</c:v>
                </c:pt>
                <c:pt idx="18636">
                  <c:v>0.25607798904171564</c:v>
                </c:pt>
                <c:pt idx="18637">
                  <c:v>0.25612118755351504</c:v>
                </c:pt>
                <c:pt idx="18638">
                  <c:v>0.25612785143595879</c:v>
                </c:pt>
                <c:pt idx="18639">
                  <c:v>0.25613880493929125</c:v>
                </c:pt>
                <c:pt idx="18640">
                  <c:v>0.2561719610243437</c:v>
                </c:pt>
                <c:pt idx="18641">
                  <c:v>0.25617949532884787</c:v>
                </c:pt>
                <c:pt idx="18642">
                  <c:v>0.25618695251483276</c:v>
                </c:pt>
                <c:pt idx="18643">
                  <c:v>0.25621130432782807</c:v>
                </c:pt>
                <c:pt idx="18644">
                  <c:v>0.25621594131881764</c:v>
                </c:pt>
                <c:pt idx="18645">
                  <c:v>0.25621872593974843</c:v>
                </c:pt>
                <c:pt idx="18646">
                  <c:v>0.25622506110549453</c:v>
                </c:pt>
                <c:pt idx="18647">
                  <c:v>0.25626875602147764</c:v>
                </c:pt>
                <c:pt idx="18648">
                  <c:v>0.25633516644834042</c:v>
                </c:pt>
                <c:pt idx="18649">
                  <c:v>0.25634099524658788</c:v>
                </c:pt>
                <c:pt idx="18650">
                  <c:v>0.25635940425638404</c:v>
                </c:pt>
                <c:pt idx="18651">
                  <c:v>0.25636070884487944</c:v>
                </c:pt>
                <c:pt idx="18652">
                  <c:v>0.25636187559914581</c:v>
                </c:pt>
                <c:pt idx="18653">
                  <c:v>0.25636300065260181</c:v>
                </c:pt>
                <c:pt idx="18654">
                  <c:v>0.25638787952300957</c:v>
                </c:pt>
                <c:pt idx="18655">
                  <c:v>0.25641753669869904</c:v>
                </c:pt>
                <c:pt idx="18656">
                  <c:v>0.2564200373555186</c:v>
                </c:pt>
                <c:pt idx="18657">
                  <c:v>0.25643953359207983</c:v>
                </c:pt>
                <c:pt idx="18658">
                  <c:v>0.2564482933320863</c:v>
                </c:pt>
                <c:pt idx="18659">
                  <c:v>0.25647971969830646</c:v>
                </c:pt>
                <c:pt idx="18660">
                  <c:v>0.25649950296198382</c:v>
                </c:pt>
                <c:pt idx="18661">
                  <c:v>0.25652407897233215</c:v>
                </c:pt>
                <c:pt idx="18662">
                  <c:v>0.25653118902203964</c:v>
                </c:pt>
                <c:pt idx="18663">
                  <c:v>0.25655715670474799</c:v>
                </c:pt>
                <c:pt idx="18664">
                  <c:v>0.25656850841421863</c:v>
                </c:pt>
                <c:pt idx="18665">
                  <c:v>0.25662348052440537</c:v>
                </c:pt>
                <c:pt idx="18666">
                  <c:v>0.25663485207631243</c:v>
                </c:pt>
                <c:pt idx="18667">
                  <c:v>0.2566703825200965</c:v>
                </c:pt>
                <c:pt idx="18668">
                  <c:v>0.25672127154642016</c:v>
                </c:pt>
                <c:pt idx="18669">
                  <c:v>0.25685040631522332</c:v>
                </c:pt>
                <c:pt idx="18670">
                  <c:v>0.25685054200472213</c:v>
                </c:pt>
                <c:pt idx="18671">
                  <c:v>0.25685416037664244</c:v>
                </c:pt>
                <c:pt idx="18672">
                  <c:v>0.2568618292288859</c:v>
                </c:pt>
                <c:pt idx="18673">
                  <c:v>0.25691024491027886</c:v>
                </c:pt>
                <c:pt idx="18674">
                  <c:v>0.25691166135545745</c:v>
                </c:pt>
                <c:pt idx="18675">
                  <c:v>0.25691506627928207</c:v>
                </c:pt>
                <c:pt idx="18676">
                  <c:v>0.25692329827013211</c:v>
                </c:pt>
                <c:pt idx="18677">
                  <c:v>0.25692590837401702</c:v>
                </c:pt>
                <c:pt idx="18678">
                  <c:v>0.25694609357685139</c:v>
                </c:pt>
                <c:pt idx="18679">
                  <c:v>0.25694957528401019</c:v>
                </c:pt>
                <c:pt idx="18680">
                  <c:v>0.25698667197318353</c:v>
                </c:pt>
                <c:pt idx="18681">
                  <c:v>0.25703091061915101</c:v>
                </c:pt>
                <c:pt idx="18682">
                  <c:v>0.25705664288328411</c:v>
                </c:pt>
                <c:pt idx="18683">
                  <c:v>0.25707454249877099</c:v>
                </c:pt>
                <c:pt idx="18684">
                  <c:v>0.25709993042063439</c:v>
                </c:pt>
                <c:pt idx="18685">
                  <c:v>0.25710330983787777</c:v>
                </c:pt>
                <c:pt idx="18686">
                  <c:v>0.25712862522920682</c:v>
                </c:pt>
                <c:pt idx="18687">
                  <c:v>0.25713446910592885</c:v>
                </c:pt>
                <c:pt idx="18688">
                  <c:v>0.25714593534012542</c:v>
                </c:pt>
                <c:pt idx="18689">
                  <c:v>0.25714608346039791</c:v>
                </c:pt>
                <c:pt idx="18690">
                  <c:v>0.25714809371609765</c:v>
                </c:pt>
                <c:pt idx="18691">
                  <c:v>0.25715491842935045</c:v>
                </c:pt>
                <c:pt idx="18692">
                  <c:v>0.25719016585731252</c:v>
                </c:pt>
                <c:pt idx="18693">
                  <c:v>0.25721046600246816</c:v>
                </c:pt>
                <c:pt idx="18694">
                  <c:v>0.25721770480115452</c:v>
                </c:pt>
                <c:pt idx="18695">
                  <c:v>0.25722001285960083</c:v>
                </c:pt>
                <c:pt idx="18696">
                  <c:v>0.25728973797236754</c:v>
                </c:pt>
                <c:pt idx="18697">
                  <c:v>0.25741322638116459</c:v>
                </c:pt>
                <c:pt idx="18698">
                  <c:v>0.25745576016122984</c:v>
                </c:pt>
                <c:pt idx="18699">
                  <c:v>0.25746028260981496</c:v>
                </c:pt>
                <c:pt idx="18700">
                  <c:v>0.2574688133912556</c:v>
                </c:pt>
                <c:pt idx="18701">
                  <c:v>0.25747063168885709</c:v>
                </c:pt>
                <c:pt idx="18702">
                  <c:v>0.25747094639232238</c:v>
                </c:pt>
                <c:pt idx="18703">
                  <c:v>0.25750203668571231</c:v>
                </c:pt>
                <c:pt idx="18704">
                  <c:v>0.25751049871021198</c:v>
                </c:pt>
                <c:pt idx="18705">
                  <c:v>0.25756835564944836</c:v>
                </c:pt>
                <c:pt idx="18706">
                  <c:v>0.25758301209885071</c:v>
                </c:pt>
                <c:pt idx="18707">
                  <c:v>0.25763322104413949</c:v>
                </c:pt>
                <c:pt idx="18708">
                  <c:v>0.25765662975524495</c:v>
                </c:pt>
                <c:pt idx="18709">
                  <c:v>0.25768898550375119</c:v>
                </c:pt>
                <c:pt idx="18710">
                  <c:v>0.25770289492288195</c:v>
                </c:pt>
                <c:pt idx="18711">
                  <c:v>0.25772457244678482</c:v>
                </c:pt>
                <c:pt idx="18712">
                  <c:v>0.25777158613207285</c:v>
                </c:pt>
                <c:pt idx="18713">
                  <c:v>0.25777713658618012</c:v>
                </c:pt>
                <c:pt idx="18714">
                  <c:v>0.25779728873531604</c:v>
                </c:pt>
                <c:pt idx="18715">
                  <c:v>0.25781796064452206</c:v>
                </c:pt>
                <c:pt idx="18716">
                  <c:v>0.25785318033141574</c:v>
                </c:pt>
                <c:pt idx="18717">
                  <c:v>0.25790912294445678</c:v>
                </c:pt>
                <c:pt idx="18718">
                  <c:v>0.2579363479958483</c:v>
                </c:pt>
                <c:pt idx="18719">
                  <c:v>0.25795119215099033</c:v>
                </c:pt>
                <c:pt idx="18720">
                  <c:v>0.25797063012127036</c:v>
                </c:pt>
                <c:pt idx="18721">
                  <c:v>0.25798465652426178</c:v>
                </c:pt>
                <c:pt idx="18722">
                  <c:v>0.25801117038008853</c:v>
                </c:pt>
                <c:pt idx="18723">
                  <c:v>0.25802172904626441</c:v>
                </c:pt>
                <c:pt idx="18724">
                  <c:v>0.25802515904205353</c:v>
                </c:pt>
                <c:pt idx="18725">
                  <c:v>0.2580290678846841</c:v>
                </c:pt>
                <c:pt idx="18726">
                  <c:v>0.25805761734040439</c:v>
                </c:pt>
                <c:pt idx="18727">
                  <c:v>0.25805816071737003</c:v>
                </c:pt>
                <c:pt idx="18728">
                  <c:v>0.25806048591878594</c:v>
                </c:pt>
                <c:pt idx="18729">
                  <c:v>0.2580614546511471</c:v>
                </c:pt>
                <c:pt idx="18730">
                  <c:v>0.25810449674190189</c:v>
                </c:pt>
                <c:pt idx="18731">
                  <c:v>0.25813923310161679</c:v>
                </c:pt>
                <c:pt idx="18732">
                  <c:v>0.25816834184695736</c:v>
                </c:pt>
                <c:pt idx="18733">
                  <c:v>0.25828150490752666</c:v>
                </c:pt>
                <c:pt idx="18734">
                  <c:v>0.25829085009108382</c:v>
                </c:pt>
                <c:pt idx="18735">
                  <c:v>0.25831319430847072</c:v>
                </c:pt>
                <c:pt idx="18736">
                  <c:v>0.25835455079054598</c:v>
                </c:pt>
                <c:pt idx="18737">
                  <c:v>0.25837770800738458</c:v>
                </c:pt>
                <c:pt idx="18738">
                  <c:v>0.25839157135225627</c:v>
                </c:pt>
                <c:pt idx="18739">
                  <c:v>0.25840287503302017</c:v>
                </c:pt>
                <c:pt idx="18740">
                  <c:v>0.25842217396826589</c:v>
                </c:pt>
                <c:pt idx="18741">
                  <c:v>0.25842583015591131</c:v>
                </c:pt>
                <c:pt idx="18742">
                  <c:v>0.25843874204429046</c:v>
                </c:pt>
                <c:pt idx="18743">
                  <c:v>0.25845723884698374</c:v>
                </c:pt>
                <c:pt idx="18744">
                  <c:v>0.25846786068493377</c:v>
                </c:pt>
                <c:pt idx="18745">
                  <c:v>0.25847337513974411</c:v>
                </c:pt>
                <c:pt idx="18746">
                  <c:v>0.25849001382299663</c:v>
                </c:pt>
                <c:pt idx="18747">
                  <c:v>0.25851459302138713</c:v>
                </c:pt>
                <c:pt idx="18748">
                  <c:v>0.25853296580755442</c:v>
                </c:pt>
                <c:pt idx="18749">
                  <c:v>0.25853580850702584</c:v>
                </c:pt>
                <c:pt idx="18750">
                  <c:v>0.25854035949524679</c:v>
                </c:pt>
                <c:pt idx="18751">
                  <c:v>0.25855460018003529</c:v>
                </c:pt>
                <c:pt idx="18752">
                  <c:v>0.25856715068644626</c:v>
                </c:pt>
                <c:pt idx="18753">
                  <c:v>0.25858144319038529</c:v>
                </c:pt>
                <c:pt idx="18754">
                  <c:v>0.25866524405041902</c:v>
                </c:pt>
                <c:pt idx="18755">
                  <c:v>0.25871007975996119</c:v>
                </c:pt>
                <c:pt idx="18756">
                  <c:v>0.25872754909310397</c:v>
                </c:pt>
                <c:pt idx="18757">
                  <c:v>0.25874325629935557</c:v>
                </c:pt>
                <c:pt idx="18758">
                  <c:v>0.25875498912418093</c:v>
                </c:pt>
                <c:pt idx="18759">
                  <c:v>0.25882211692622437</c:v>
                </c:pt>
                <c:pt idx="18760">
                  <c:v>0.25882413464447029</c:v>
                </c:pt>
                <c:pt idx="18761">
                  <c:v>0.25887697722897501</c:v>
                </c:pt>
                <c:pt idx="18762">
                  <c:v>0.2589001365515447</c:v>
                </c:pt>
                <c:pt idx="18763">
                  <c:v>0.25890673289507826</c:v>
                </c:pt>
                <c:pt idx="18764">
                  <c:v>0.25890828529476978</c:v>
                </c:pt>
                <c:pt idx="18765">
                  <c:v>0.25890874778585238</c:v>
                </c:pt>
                <c:pt idx="18766">
                  <c:v>0.25891503959444939</c:v>
                </c:pt>
                <c:pt idx="18767">
                  <c:v>0.25896695586752461</c:v>
                </c:pt>
                <c:pt idx="18768">
                  <c:v>0.25900305307415494</c:v>
                </c:pt>
                <c:pt idx="18769">
                  <c:v>0.25900743149263894</c:v>
                </c:pt>
                <c:pt idx="18770">
                  <c:v>0.25904712030326843</c:v>
                </c:pt>
                <c:pt idx="18771">
                  <c:v>0.25904838911601347</c:v>
                </c:pt>
                <c:pt idx="18772">
                  <c:v>0.25909561083824856</c:v>
                </c:pt>
                <c:pt idx="18773">
                  <c:v>0.25922972339001232</c:v>
                </c:pt>
                <c:pt idx="18774">
                  <c:v>0.25925283313373571</c:v>
                </c:pt>
                <c:pt idx="18775">
                  <c:v>0.2592963951171755</c:v>
                </c:pt>
                <c:pt idx="18776">
                  <c:v>0.25930118369738858</c:v>
                </c:pt>
                <c:pt idx="18777">
                  <c:v>0.25930195079423607</c:v>
                </c:pt>
                <c:pt idx="18778">
                  <c:v>0.25930791287806659</c:v>
                </c:pt>
                <c:pt idx="18779">
                  <c:v>0.25934657082138368</c:v>
                </c:pt>
                <c:pt idx="18780">
                  <c:v>0.25949199412673818</c:v>
                </c:pt>
                <c:pt idx="18781">
                  <c:v>0.25954593999663383</c:v>
                </c:pt>
                <c:pt idx="18782">
                  <c:v>0.25954894402143303</c:v>
                </c:pt>
                <c:pt idx="18783">
                  <c:v>0.25955605120881187</c:v>
                </c:pt>
                <c:pt idx="18784">
                  <c:v>0.25956808765098938</c:v>
                </c:pt>
                <c:pt idx="18785">
                  <c:v>0.25957267480769275</c:v>
                </c:pt>
                <c:pt idx="18786">
                  <c:v>0.25959067838268635</c:v>
                </c:pt>
                <c:pt idx="18787">
                  <c:v>0.2596053094592764</c:v>
                </c:pt>
                <c:pt idx="18788">
                  <c:v>0.25961520571749536</c:v>
                </c:pt>
                <c:pt idx="18789">
                  <c:v>0.25969027678549711</c:v>
                </c:pt>
                <c:pt idx="18790">
                  <c:v>0.25969927258408299</c:v>
                </c:pt>
                <c:pt idx="18791">
                  <c:v>0.25971262010300777</c:v>
                </c:pt>
                <c:pt idx="18792">
                  <c:v>0.25972815823205275</c:v>
                </c:pt>
                <c:pt idx="18793">
                  <c:v>0.25972926492391912</c:v>
                </c:pt>
                <c:pt idx="18794">
                  <c:v>0.2597362402169146</c:v>
                </c:pt>
                <c:pt idx="18795">
                  <c:v>0.2597615843790283</c:v>
                </c:pt>
                <c:pt idx="18796">
                  <c:v>0.25976511879415842</c:v>
                </c:pt>
                <c:pt idx="18797">
                  <c:v>0.25979228101794194</c:v>
                </c:pt>
                <c:pt idx="18798">
                  <c:v>0.25985803762098536</c:v>
                </c:pt>
                <c:pt idx="18799">
                  <c:v>0.25987407205840091</c:v>
                </c:pt>
                <c:pt idx="18800">
                  <c:v>0.25992044343538845</c:v>
                </c:pt>
                <c:pt idx="18801">
                  <c:v>0.25993158070344197</c:v>
                </c:pt>
                <c:pt idx="18802">
                  <c:v>0.25994011456048571</c:v>
                </c:pt>
                <c:pt idx="18803">
                  <c:v>0.25994460404493913</c:v>
                </c:pt>
                <c:pt idx="18804">
                  <c:v>0.25998075852714497</c:v>
                </c:pt>
                <c:pt idx="18805">
                  <c:v>0.25998791371969782</c:v>
                </c:pt>
                <c:pt idx="18806">
                  <c:v>0.26004462719156524</c:v>
                </c:pt>
                <c:pt idx="18807">
                  <c:v>0.2600506608492773</c:v>
                </c:pt>
                <c:pt idx="18808">
                  <c:v>0.2600747280790402</c:v>
                </c:pt>
                <c:pt idx="18809">
                  <c:v>0.26012110982891357</c:v>
                </c:pt>
                <c:pt idx="18810">
                  <c:v>0.26016244514019249</c:v>
                </c:pt>
                <c:pt idx="18811">
                  <c:v>0.26016313356918114</c:v>
                </c:pt>
                <c:pt idx="18812">
                  <c:v>0.2601982925267759</c:v>
                </c:pt>
                <c:pt idx="18813">
                  <c:v>0.26019883267585542</c:v>
                </c:pt>
                <c:pt idx="18814">
                  <c:v>0.26020277956336318</c:v>
                </c:pt>
                <c:pt idx="18815">
                  <c:v>0.26022478094174945</c:v>
                </c:pt>
                <c:pt idx="18816">
                  <c:v>0.26023586436900698</c:v>
                </c:pt>
                <c:pt idx="18817">
                  <c:v>0.2602496163176094</c:v>
                </c:pt>
                <c:pt idx="18818">
                  <c:v>0.2602508156401333</c:v>
                </c:pt>
                <c:pt idx="18819">
                  <c:v>0.26025287159884947</c:v>
                </c:pt>
                <c:pt idx="18820">
                  <c:v>0.26027127964281138</c:v>
                </c:pt>
                <c:pt idx="18821">
                  <c:v>0.26028434848820869</c:v>
                </c:pt>
                <c:pt idx="18822">
                  <c:v>0.26029707626031856</c:v>
                </c:pt>
                <c:pt idx="18823">
                  <c:v>0.26031827268665447</c:v>
                </c:pt>
                <c:pt idx="18824">
                  <c:v>0.26036400165213147</c:v>
                </c:pt>
                <c:pt idx="18825">
                  <c:v>0.26037674001351607</c:v>
                </c:pt>
                <c:pt idx="18826">
                  <c:v>0.26043225683750898</c:v>
                </c:pt>
                <c:pt idx="18827">
                  <c:v>0.26045982101667359</c:v>
                </c:pt>
                <c:pt idx="18828">
                  <c:v>0.2604812413106935</c:v>
                </c:pt>
                <c:pt idx="18829">
                  <c:v>0.26049956848960276</c:v>
                </c:pt>
                <c:pt idx="18830">
                  <c:v>0.26051144958438127</c:v>
                </c:pt>
                <c:pt idx="18831">
                  <c:v>0.26051687443750315</c:v>
                </c:pt>
                <c:pt idx="18832">
                  <c:v>0.26056721359916324</c:v>
                </c:pt>
                <c:pt idx="18833">
                  <c:v>0.26056754583358444</c:v>
                </c:pt>
                <c:pt idx="18834">
                  <c:v>0.26057777415404854</c:v>
                </c:pt>
                <c:pt idx="18835">
                  <c:v>0.26059100500515214</c:v>
                </c:pt>
                <c:pt idx="18836">
                  <c:v>0.26060544944429215</c:v>
                </c:pt>
                <c:pt idx="18837">
                  <c:v>0.26067655760180558</c:v>
                </c:pt>
                <c:pt idx="18838">
                  <c:v>0.2606789830733498</c:v>
                </c:pt>
                <c:pt idx="18839">
                  <c:v>0.26068574670837913</c:v>
                </c:pt>
                <c:pt idx="18840">
                  <c:v>0.26070067938904717</c:v>
                </c:pt>
                <c:pt idx="18841">
                  <c:v>0.26073716223879007</c:v>
                </c:pt>
                <c:pt idx="18842">
                  <c:v>0.26077454210978351</c:v>
                </c:pt>
                <c:pt idx="18843">
                  <c:v>0.26077919633379354</c:v>
                </c:pt>
                <c:pt idx="18844">
                  <c:v>0.26081346285105306</c:v>
                </c:pt>
                <c:pt idx="18845">
                  <c:v>0.26082751995755599</c:v>
                </c:pt>
                <c:pt idx="18846">
                  <c:v>0.26084201014139352</c:v>
                </c:pt>
                <c:pt idx="18847">
                  <c:v>0.26084811200068586</c:v>
                </c:pt>
                <c:pt idx="18848">
                  <c:v>0.26085498975271926</c:v>
                </c:pt>
                <c:pt idx="18849">
                  <c:v>0.26085701672017542</c:v>
                </c:pt>
                <c:pt idx="18850">
                  <c:v>0.26089059863939001</c:v>
                </c:pt>
                <c:pt idx="18851">
                  <c:v>0.26091314675245575</c:v>
                </c:pt>
                <c:pt idx="18852">
                  <c:v>0.26091357732270476</c:v>
                </c:pt>
                <c:pt idx="18853">
                  <c:v>0.26097341945189684</c:v>
                </c:pt>
                <c:pt idx="18854">
                  <c:v>0.26099245272666705</c:v>
                </c:pt>
                <c:pt idx="18855">
                  <c:v>0.2610198551448592</c:v>
                </c:pt>
                <c:pt idx="18856">
                  <c:v>0.26103251245803782</c:v>
                </c:pt>
                <c:pt idx="18857">
                  <c:v>0.26103782417770105</c:v>
                </c:pt>
                <c:pt idx="18858">
                  <c:v>0.2610407541814862</c:v>
                </c:pt>
                <c:pt idx="18859">
                  <c:v>0.26109300933450325</c:v>
                </c:pt>
                <c:pt idx="18860">
                  <c:v>0.26110882080161807</c:v>
                </c:pt>
                <c:pt idx="18861">
                  <c:v>0.26113659251953003</c:v>
                </c:pt>
                <c:pt idx="18862">
                  <c:v>0.26116329030697516</c:v>
                </c:pt>
                <c:pt idx="18863">
                  <c:v>0.26118203883990193</c:v>
                </c:pt>
                <c:pt idx="18864">
                  <c:v>0.26119997580318344</c:v>
                </c:pt>
                <c:pt idx="18865">
                  <c:v>0.26123684793781043</c:v>
                </c:pt>
                <c:pt idx="18866">
                  <c:v>0.26126371255915448</c:v>
                </c:pt>
                <c:pt idx="18867">
                  <c:v>0.26128500102890273</c:v>
                </c:pt>
                <c:pt idx="18868">
                  <c:v>0.26137098521313545</c:v>
                </c:pt>
                <c:pt idx="18869">
                  <c:v>0.26137698378308383</c:v>
                </c:pt>
                <c:pt idx="18870">
                  <c:v>0.26137949366690222</c:v>
                </c:pt>
                <c:pt idx="18871">
                  <c:v>0.26139279297687662</c:v>
                </c:pt>
                <c:pt idx="18872">
                  <c:v>0.26143460936767926</c:v>
                </c:pt>
                <c:pt idx="18873">
                  <c:v>0.26144606789365182</c:v>
                </c:pt>
                <c:pt idx="18874">
                  <c:v>0.26147263354857797</c:v>
                </c:pt>
                <c:pt idx="18875">
                  <c:v>0.2614992755160872</c:v>
                </c:pt>
                <c:pt idx="18876">
                  <c:v>0.26150936410468667</c:v>
                </c:pt>
                <c:pt idx="18877">
                  <c:v>0.26157033963902537</c:v>
                </c:pt>
                <c:pt idx="18878">
                  <c:v>0.2615770946772018</c:v>
                </c:pt>
                <c:pt idx="18879">
                  <c:v>0.26157745799126902</c:v>
                </c:pt>
                <c:pt idx="18880">
                  <c:v>0.26162416354600043</c:v>
                </c:pt>
                <c:pt idx="18881">
                  <c:v>0.26164229418634333</c:v>
                </c:pt>
                <c:pt idx="18882">
                  <c:v>0.26166021767357772</c:v>
                </c:pt>
                <c:pt idx="18883">
                  <c:v>0.26166459949828025</c:v>
                </c:pt>
                <c:pt idx="18884">
                  <c:v>0.26167591663284778</c:v>
                </c:pt>
                <c:pt idx="18885">
                  <c:v>0.26168167263284786</c:v>
                </c:pt>
                <c:pt idx="18886">
                  <c:v>0.26169227273829726</c:v>
                </c:pt>
                <c:pt idx="18887">
                  <c:v>0.26178523536974657</c:v>
                </c:pt>
                <c:pt idx="18888">
                  <c:v>0.26183557533040491</c:v>
                </c:pt>
                <c:pt idx="18889">
                  <c:v>0.26185145706705121</c:v>
                </c:pt>
                <c:pt idx="18890">
                  <c:v>0.26185506076355247</c:v>
                </c:pt>
                <c:pt idx="18891">
                  <c:v>0.26186698727461299</c:v>
                </c:pt>
                <c:pt idx="18892">
                  <c:v>0.26187020489908536</c:v>
                </c:pt>
                <c:pt idx="18893">
                  <c:v>0.26187309284950172</c:v>
                </c:pt>
                <c:pt idx="18894">
                  <c:v>0.26191943139616075</c:v>
                </c:pt>
                <c:pt idx="18895">
                  <c:v>0.2619263746430423</c:v>
                </c:pt>
                <c:pt idx="18896">
                  <c:v>0.26197367138877153</c:v>
                </c:pt>
                <c:pt idx="18897">
                  <c:v>0.26197926343953737</c:v>
                </c:pt>
                <c:pt idx="18898">
                  <c:v>0.26198567308532333</c:v>
                </c:pt>
                <c:pt idx="18899">
                  <c:v>0.26199680232764211</c:v>
                </c:pt>
                <c:pt idx="18900">
                  <c:v>0.26206607066711307</c:v>
                </c:pt>
                <c:pt idx="18901">
                  <c:v>0.26207619756220191</c:v>
                </c:pt>
                <c:pt idx="18902">
                  <c:v>0.26207939162658928</c:v>
                </c:pt>
                <c:pt idx="18903">
                  <c:v>0.26209692114836675</c:v>
                </c:pt>
                <c:pt idx="18904">
                  <c:v>0.26210236195036174</c:v>
                </c:pt>
                <c:pt idx="18905">
                  <c:v>0.26211881919564312</c:v>
                </c:pt>
                <c:pt idx="18906">
                  <c:v>0.26212478928765015</c:v>
                </c:pt>
                <c:pt idx="18907">
                  <c:v>0.26213129891860359</c:v>
                </c:pt>
                <c:pt idx="18908">
                  <c:v>0.26214869353867259</c:v>
                </c:pt>
                <c:pt idx="18909">
                  <c:v>0.26219609609404182</c:v>
                </c:pt>
                <c:pt idx="18910">
                  <c:v>0.26220179856426207</c:v>
                </c:pt>
                <c:pt idx="18911">
                  <c:v>0.26223367932978819</c:v>
                </c:pt>
                <c:pt idx="18912">
                  <c:v>0.26224414723073353</c:v>
                </c:pt>
                <c:pt idx="18913">
                  <c:v>0.26225555990754873</c:v>
                </c:pt>
                <c:pt idx="18914">
                  <c:v>0.26228078929593984</c:v>
                </c:pt>
                <c:pt idx="18915">
                  <c:v>0.2622871065589446</c:v>
                </c:pt>
                <c:pt idx="18916">
                  <c:v>0.26240466798176632</c:v>
                </c:pt>
                <c:pt idx="18917">
                  <c:v>0.26240527963829918</c:v>
                </c:pt>
                <c:pt idx="18918">
                  <c:v>0.26242515203223565</c:v>
                </c:pt>
                <c:pt idx="18919">
                  <c:v>0.26243207557895021</c:v>
                </c:pt>
                <c:pt idx="18920">
                  <c:v>0.2624505203180057</c:v>
                </c:pt>
                <c:pt idx="18921">
                  <c:v>0.26245593152497892</c:v>
                </c:pt>
                <c:pt idx="18922">
                  <c:v>0.26245665998909318</c:v>
                </c:pt>
                <c:pt idx="18923">
                  <c:v>0.26246087682305014</c:v>
                </c:pt>
                <c:pt idx="18924">
                  <c:v>0.26248941261785874</c:v>
                </c:pt>
                <c:pt idx="18925">
                  <c:v>0.2624971816684763</c:v>
                </c:pt>
                <c:pt idx="18926">
                  <c:v>0.2625108984382632</c:v>
                </c:pt>
                <c:pt idx="18927">
                  <c:v>0.26251803431860959</c:v>
                </c:pt>
                <c:pt idx="18928">
                  <c:v>0.26260512245836282</c:v>
                </c:pt>
                <c:pt idx="18929">
                  <c:v>0.26261215955105505</c:v>
                </c:pt>
                <c:pt idx="18930">
                  <c:v>0.26262047198763749</c:v>
                </c:pt>
                <c:pt idx="18931">
                  <c:v>0.26272503576756367</c:v>
                </c:pt>
                <c:pt idx="18932">
                  <c:v>0.2627676107531573</c:v>
                </c:pt>
                <c:pt idx="18933">
                  <c:v>0.26278255909961917</c:v>
                </c:pt>
                <c:pt idx="18934">
                  <c:v>0.26278831195704788</c:v>
                </c:pt>
                <c:pt idx="18935">
                  <c:v>0.26279017460822868</c:v>
                </c:pt>
                <c:pt idx="18936">
                  <c:v>0.26280802839240996</c:v>
                </c:pt>
                <c:pt idx="18937">
                  <c:v>0.26288821628541353</c:v>
                </c:pt>
                <c:pt idx="18938">
                  <c:v>0.26289696384396888</c:v>
                </c:pt>
                <c:pt idx="18939">
                  <c:v>0.26294891244853852</c:v>
                </c:pt>
                <c:pt idx="18940">
                  <c:v>0.26294906866915296</c:v>
                </c:pt>
                <c:pt idx="18941">
                  <c:v>0.26295854335993307</c:v>
                </c:pt>
                <c:pt idx="18942">
                  <c:v>0.26296504642267454</c:v>
                </c:pt>
                <c:pt idx="18943">
                  <c:v>0.26296991302416312</c:v>
                </c:pt>
                <c:pt idx="18944">
                  <c:v>0.26298298561730005</c:v>
                </c:pt>
                <c:pt idx="18945">
                  <c:v>0.26298376577881244</c:v>
                </c:pt>
                <c:pt idx="18946">
                  <c:v>0.26303137717950681</c:v>
                </c:pt>
                <c:pt idx="18947">
                  <c:v>0.26304699883238836</c:v>
                </c:pt>
                <c:pt idx="18948">
                  <c:v>0.26306477263461869</c:v>
                </c:pt>
                <c:pt idx="18949">
                  <c:v>0.26311716793534101</c:v>
                </c:pt>
                <c:pt idx="18950">
                  <c:v>0.26313542591126898</c:v>
                </c:pt>
                <c:pt idx="18951">
                  <c:v>0.26316295397767681</c:v>
                </c:pt>
                <c:pt idx="18952">
                  <c:v>0.26323584232144515</c:v>
                </c:pt>
                <c:pt idx="18953">
                  <c:v>0.26325390975537777</c:v>
                </c:pt>
                <c:pt idx="18954">
                  <c:v>0.26338653354401809</c:v>
                </c:pt>
                <c:pt idx="18955">
                  <c:v>0.2633884600099104</c:v>
                </c:pt>
                <c:pt idx="18956">
                  <c:v>0.26339457669796335</c:v>
                </c:pt>
                <c:pt idx="18957">
                  <c:v>0.26341930413608172</c:v>
                </c:pt>
                <c:pt idx="18958">
                  <c:v>0.26342966853710204</c:v>
                </c:pt>
                <c:pt idx="18959">
                  <c:v>0.26347405969167853</c:v>
                </c:pt>
                <c:pt idx="18960">
                  <c:v>0.2634981826032583</c:v>
                </c:pt>
                <c:pt idx="18961">
                  <c:v>0.26355437410280586</c:v>
                </c:pt>
                <c:pt idx="18962">
                  <c:v>0.26356825981068271</c:v>
                </c:pt>
                <c:pt idx="18963">
                  <c:v>0.26362469251313625</c:v>
                </c:pt>
                <c:pt idx="18964">
                  <c:v>0.2636518757609716</c:v>
                </c:pt>
                <c:pt idx="18965">
                  <c:v>0.26369597326558875</c:v>
                </c:pt>
                <c:pt idx="18966">
                  <c:v>0.26370389710691355</c:v>
                </c:pt>
                <c:pt idx="18967">
                  <c:v>0.26370416165275462</c:v>
                </c:pt>
                <c:pt idx="18968">
                  <c:v>0.263716432617983</c:v>
                </c:pt>
                <c:pt idx="18969">
                  <c:v>0.2637999967448289</c:v>
                </c:pt>
                <c:pt idx="18970">
                  <c:v>0.26382421655800264</c:v>
                </c:pt>
                <c:pt idx="18971">
                  <c:v>0.26383257061274501</c:v>
                </c:pt>
                <c:pt idx="18972">
                  <c:v>0.26385437072538831</c:v>
                </c:pt>
                <c:pt idx="18973">
                  <c:v>0.26389540518930671</c:v>
                </c:pt>
                <c:pt idx="18974">
                  <c:v>0.26390785340348488</c:v>
                </c:pt>
                <c:pt idx="18975">
                  <c:v>0.26393967514913991</c:v>
                </c:pt>
                <c:pt idx="18976">
                  <c:v>0.26397120709711369</c:v>
                </c:pt>
                <c:pt idx="18977">
                  <c:v>0.26406173803166105</c:v>
                </c:pt>
                <c:pt idx="18978">
                  <c:v>0.26410218823713744</c:v>
                </c:pt>
                <c:pt idx="18979">
                  <c:v>0.26412026343481515</c:v>
                </c:pt>
                <c:pt idx="18980">
                  <c:v>0.26413024333626617</c:v>
                </c:pt>
                <c:pt idx="18981">
                  <c:v>0.26414272556817137</c:v>
                </c:pt>
                <c:pt idx="18982">
                  <c:v>0.26419389131064691</c:v>
                </c:pt>
                <c:pt idx="18983">
                  <c:v>0.26421669691866834</c:v>
                </c:pt>
                <c:pt idx="18984">
                  <c:v>0.26424516772128215</c:v>
                </c:pt>
                <c:pt idx="18985">
                  <c:v>0.26425299282029957</c:v>
                </c:pt>
                <c:pt idx="18986">
                  <c:v>0.26425880694899423</c:v>
                </c:pt>
                <c:pt idx="18987">
                  <c:v>0.26426402005338151</c:v>
                </c:pt>
                <c:pt idx="18988">
                  <c:v>0.26427298117712716</c:v>
                </c:pt>
                <c:pt idx="18989">
                  <c:v>0.2642856895695152</c:v>
                </c:pt>
                <c:pt idx="18990">
                  <c:v>0.26430756508355824</c:v>
                </c:pt>
                <c:pt idx="18991">
                  <c:v>0.26432705364730635</c:v>
                </c:pt>
                <c:pt idx="18992">
                  <c:v>0.26433920953405882</c:v>
                </c:pt>
                <c:pt idx="18993">
                  <c:v>0.26441182530048329</c:v>
                </c:pt>
                <c:pt idx="18994">
                  <c:v>0.26441443652299623</c:v>
                </c:pt>
                <c:pt idx="18995">
                  <c:v>0.26450334647124779</c:v>
                </c:pt>
                <c:pt idx="18996">
                  <c:v>0.26450965687059669</c:v>
                </c:pt>
                <c:pt idx="18997">
                  <c:v>0.2645231465571331</c:v>
                </c:pt>
                <c:pt idx="18998">
                  <c:v>0.26456660473539623</c:v>
                </c:pt>
                <c:pt idx="18999">
                  <c:v>0.26462714946046956</c:v>
                </c:pt>
                <c:pt idx="19000">
                  <c:v>0.26463697328384694</c:v>
                </c:pt>
                <c:pt idx="19001">
                  <c:v>0.26464162160897081</c:v>
                </c:pt>
                <c:pt idx="19002">
                  <c:v>0.26465027238989075</c:v>
                </c:pt>
                <c:pt idx="19003">
                  <c:v>0.26466327166467007</c:v>
                </c:pt>
                <c:pt idx="19004">
                  <c:v>0.26470632490472351</c:v>
                </c:pt>
                <c:pt idx="19005">
                  <c:v>0.26470656239317608</c:v>
                </c:pt>
                <c:pt idx="19006">
                  <c:v>0.2647174342424452</c:v>
                </c:pt>
                <c:pt idx="19007">
                  <c:v>0.26474282394873055</c:v>
                </c:pt>
                <c:pt idx="19008">
                  <c:v>0.26477531084490713</c:v>
                </c:pt>
                <c:pt idx="19009">
                  <c:v>0.26478969912740685</c:v>
                </c:pt>
                <c:pt idx="19010">
                  <c:v>0.26482512287120064</c:v>
                </c:pt>
                <c:pt idx="19011">
                  <c:v>0.26483348302396631</c:v>
                </c:pt>
                <c:pt idx="19012">
                  <c:v>0.26489339153206437</c:v>
                </c:pt>
                <c:pt idx="19013">
                  <c:v>0.26490847967593767</c:v>
                </c:pt>
                <c:pt idx="19014">
                  <c:v>0.26501445587170175</c:v>
                </c:pt>
                <c:pt idx="19015">
                  <c:v>0.26503200637706975</c:v>
                </c:pt>
                <c:pt idx="19016">
                  <c:v>0.26503376614283614</c:v>
                </c:pt>
                <c:pt idx="19017">
                  <c:v>0.2650598306518584</c:v>
                </c:pt>
                <c:pt idx="19018">
                  <c:v>0.26509584969890443</c:v>
                </c:pt>
                <c:pt idx="19019">
                  <c:v>0.26509671398760398</c:v>
                </c:pt>
                <c:pt idx="19020">
                  <c:v>0.26513757720533471</c:v>
                </c:pt>
                <c:pt idx="19021">
                  <c:v>0.26514237036222515</c:v>
                </c:pt>
                <c:pt idx="19022">
                  <c:v>0.2651527122277661</c:v>
                </c:pt>
                <c:pt idx="19023">
                  <c:v>0.26517326901415239</c:v>
                </c:pt>
                <c:pt idx="19024">
                  <c:v>0.26519164567834291</c:v>
                </c:pt>
                <c:pt idx="19025">
                  <c:v>0.26519414030037231</c:v>
                </c:pt>
                <c:pt idx="19026">
                  <c:v>0.26521977172726602</c:v>
                </c:pt>
                <c:pt idx="19027">
                  <c:v>0.26524791951582527</c:v>
                </c:pt>
                <c:pt idx="19028">
                  <c:v>0.26525298176372336</c:v>
                </c:pt>
                <c:pt idx="19029">
                  <c:v>0.26526588637520249</c:v>
                </c:pt>
                <c:pt idx="19030">
                  <c:v>0.26527566650115597</c:v>
                </c:pt>
                <c:pt idx="19031">
                  <c:v>0.26528473744322623</c:v>
                </c:pt>
                <c:pt idx="19032">
                  <c:v>0.26529941287596431</c:v>
                </c:pt>
                <c:pt idx="19033">
                  <c:v>0.26534360908047394</c:v>
                </c:pt>
                <c:pt idx="19034">
                  <c:v>0.26534916465126157</c:v>
                </c:pt>
                <c:pt idx="19035">
                  <c:v>0.265360054007796</c:v>
                </c:pt>
                <c:pt idx="19036">
                  <c:v>0.26536306055292863</c:v>
                </c:pt>
                <c:pt idx="19037">
                  <c:v>0.26541248865144285</c:v>
                </c:pt>
                <c:pt idx="19038">
                  <c:v>0.26544859576056296</c:v>
                </c:pt>
                <c:pt idx="19039">
                  <c:v>0.26546353455624394</c:v>
                </c:pt>
                <c:pt idx="19040">
                  <c:v>0.26547443710277729</c:v>
                </c:pt>
                <c:pt idx="19041">
                  <c:v>0.26547535733508992</c:v>
                </c:pt>
                <c:pt idx="19042">
                  <c:v>0.2654879985210285</c:v>
                </c:pt>
                <c:pt idx="19043">
                  <c:v>0.26549873899809362</c:v>
                </c:pt>
                <c:pt idx="19044">
                  <c:v>0.26550579002476837</c:v>
                </c:pt>
                <c:pt idx="19045">
                  <c:v>0.26553089609631148</c:v>
                </c:pt>
                <c:pt idx="19046">
                  <c:v>0.26553275624398953</c:v>
                </c:pt>
                <c:pt idx="19047">
                  <c:v>0.26555320725026643</c:v>
                </c:pt>
                <c:pt idx="19048">
                  <c:v>0.26556594817132945</c:v>
                </c:pt>
                <c:pt idx="19049">
                  <c:v>0.26560839126348595</c:v>
                </c:pt>
                <c:pt idx="19050">
                  <c:v>0.26561242367454085</c:v>
                </c:pt>
                <c:pt idx="19051">
                  <c:v>0.26565703703459853</c:v>
                </c:pt>
                <c:pt idx="19052">
                  <c:v>0.26567090473304861</c:v>
                </c:pt>
                <c:pt idx="19053">
                  <c:v>0.26568431123369579</c:v>
                </c:pt>
                <c:pt idx="19054">
                  <c:v>0.26569811975010998</c:v>
                </c:pt>
                <c:pt idx="19055">
                  <c:v>0.26578222935139811</c:v>
                </c:pt>
                <c:pt idx="19056">
                  <c:v>0.26581156443133025</c:v>
                </c:pt>
                <c:pt idx="19057">
                  <c:v>0.26582249252397849</c:v>
                </c:pt>
                <c:pt idx="19058">
                  <c:v>0.26587017770450805</c:v>
                </c:pt>
                <c:pt idx="19059">
                  <c:v>0.26587130037082424</c:v>
                </c:pt>
                <c:pt idx="19060">
                  <c:v>0.26587303605717422</c:v>
                </c:pt>
                <c:pt idx="19061">
                  <c:v>0.26588138843228487</c:v>
                </c:pt>
                <c:pt idx="19062">
                  <c:v>0.26599764831685324</c:v>
                </c:pt>
                <c:pt idx="19063">
                  <c:v>0.26600255335784356</c:v>
                </c:pt>
                <c:pt idx="19064">
                  <c:v>0.2660262093361534</c:v>
                </c:pt>
                <c:pt idx="19065">
                  <c:v>0.26604199477359686</c:v>
                </c:pt>
                <c:pt idx="19066">
                  <c:v>0.26608616147400049</c:v>
                </c:pt>
                <c:pt idx="19067">
                  <c:v>0.26608761832173017</c:v>
                </c:pt>
                <c:pt idx="19068">
                  <c:v>0.2660876289547221</c:v>
                </c:pt>
                <c:pt idx="19069">
                  <c:v>0.26615293377773525</c:v>
                </c:pt>
                <c:pt idx="19070">
                  <c:v>0.26618415648600036</c:v>
                </c:pt>
                <c:pt idx="19071">
                  <c:v>0.26618537740607984</c:v>
                </c:pt>
                <c:pt idx="19072">
                  <c:v>0.26621439880905517</c:v>
                </c:pt>
                <c:pt idx="19073">
                  <c:v>0.2662207416710935</c:v>
                </c:pt>
                <c:pt idx="19074">
                  <c:v>0.26622520185402693</c:v>
                </c:pt>
                <c:pt idx="19075">
                  <c:v>0.26625350401080877</c:v>
                </c:pt>
                <c:pt idx="19076">
                  <c:v>0.26625502575770127</c:v>
                </c:pt>
                <c:pt idx="19077">
                  <c:v>0.26626879298032413</c:v>
                </c:pt>
                <c:pt idx="19078">
                  <c:v>0.26628223833884512</c:v>
                </c:pt>
                <c:pt idx="19079">
                  <c:v>0.26628445687469349</c:v>
                </c:pt>
                <c:pt idx="19080">
                  <c:v>0.26629664448407508</c:v>
                </c:pt>
                <c:pt idx="19081">
                  <c:v>0.26630609947717565</c:v>
                </c:pt>
                <c:pt idx="19082">
                  <c:v>0.26633204534814064</c:v>
                </c:pt>
                <c:pt idx="19083">
                  <c:v>0.2664383424461827</c:v>
                </c:pt>
                <c:pt idx="19084">
                  <c:v>0.26644832717104272</c:v>
                </c:pt>
                <c:pt idx="19085">
                  <c:v>0.26646368483774485</c:v>
                </c:pt>
                <c:pt idx="19086">
                  <c:v>0.26646830202360305</c:v>
                </c:pt>
                <c:pt idx="19087">
                  <c:v>0.2664844577616976</c:v>
                </c:pt>
                <c:pt idx="19088">
                  <c:v>0.26648817502573718</c:v>
                </c:pt>
                <c:pt idx="19089">
                  <c:v>0.26652327483480831</c:v>
                </c:pt>
                <c:pt idx="19090">
                  <c:v>0.26652366686646217</c:v>
                </c:pt>
                <c:pt idx="19091">
                  <c:v>0.26653473198401717</c:v>
                </c:pt>
                <c:pt idx="19092">
                  <c:v>0.26655596916786861</c:v>
                </c:pt>
                <c:pt idx="19093">
                  <c:v>0.26657559372810369</c:v>
                </c:pt>
                <c:pt idx="19094">
                  <c:v>0.26665221350741319</c:v>
                </c:pt>
                <c:pt idx="19095">
                  <c:v>0.26670825429532141</c:v>
                </c:pt>
                <c:pt idx="19096">
                  <c:v>0.26672847704578367</c:v>
                </c:pt>
                <c:pt idx="19097">
                  <c:v>0.26673942776642651</c:v>
                </c:pt>
                <c:pt idx="19098">
                  <c:v>0.26675496948049415</c:v>
                </c:pt>
                <c:pt idx="19099">
                  <c:v>0.26676135353560937</c:v>
                </c:pt>
                <c:pt idx="19100">
                  <c:v>0.26677774582870145</c:v>
                </c:pt>
                <c:pt idx="19101">
                  <c:v>0.26678817089584295</c:v>
                </c:pt>
                <c:pt idx="19102">
                  <c:v>0.26680711029459747</c:v>
                </c:pt>
                <c:pt idx="19103">
                  <c:v>0.26688984060403459</c:v>
                </c:pt>
                <c:pt idx="19104">
                  <c:v>0.26689112627625483</c:v>
                </c:pt>
                <c:pt idx="19105">
                  <c:v>0.26689294841313999</c:v>
                </c:pt>
                <c:pt idx="19106">
                  <c:v>0.26690936042724089</c:v>
                </c:pt>
                <c:pt idx="19107">
                  <c:v>0.26691354074422596</c:v>
                </c:pt>
                <c:pt idx="19108">
                  <c:v>0.26693636139790916</c:v>
                </c:pt>
                <c:pt idx="19109">
                  <c:v>0.26693919692915019</c:v>
                </c:pt>
                <c:pt idx="19110">
                  <c:v>0.26699237181084151</c:v>
                </c:pt>
                <c:pt idx="19111">
                  <c:v>0.26701125277584314</c:v>
                </c:pt>
                <c:pt idx="19112">
                  <c:v>0.26705430581011558</c:v>
                </c:pt>
                <c:pt idx="19113">
                  <c:v>0.2670839873753646</c:v>
                </c:pt>
                <c:pt idx="19114">
                  <c:v>0.26712527467543568</c:v>
                </c:pt>
                <c:pt idx="19115">
                  <c:v>0.26715853802106115</c:v>
                </c:pt>
                <c:pt idx="19116">
                  <c:v>0.26719544254302985</c:v>
                </c:pt>
                <c:pt idx="19117">
                  <c:v>0.26719627017169711</c:v>
                </c:pt>
                <c:pt idx="19118">
                  <c:v>0.2672026556669449</c:v>
                </c:pt>
                <c:pt idx="19119">
                  <c:v>0.26729574633912545</c:v>
                </c:pt>
                <c:pt idx="19120">
                  <c:v>0.26734874558498833</c:v>
                </c:pt>
                <c:pt idx="19121">
                  <c:v>0.2673600682886012</c:v>
                </c:pt>
                <c:pt idx="19122">
                  <c:v>0.26736790229219376</c:v>
                </c:pt>
                <c:pt idx="19123">
                  <c:v>0.26738057769915191</c:v>
                </c:pt>
                <c:pt idx="19124">
                  <c:v>0.26738617923986746</c:v>
                </c:pt>
                <c:pt idx="19125">
                  <c:v>0.26738682795103558</c:v>
                </c:pt>
                <c:pt idx="19126">
                  <c:v>0.26741525297533802</c:v>
                </c:pt>
                <c:pt idx="19127">
                  <c:v>0.26742309651050866</c:v>
                </c:pt>
                <c:pt idx="19128">
                  <c:v>0.26743127106629416</c:v>
                </c:pt>
                <c:pt idx="19129">
                  <c:v>0.26743565492195581</c:v>
                </c:pt>
                <c:pt idx="19130">
                  <c:v>0.2674508627177668</c:v>
                </c:pt>
                <c:pt idx="19131">
                  <c:v>0.26759853886342327</c:v>
                </c:pt>
                <c:pt idx="19132">
                  <c:v>0.26765690654256624</c:v>
                </c:pt>
                <c:pt idx="19133">
                  <c:v>0.26765714318081835</c:v>
                </c:pt>
                <c:pt idx="19134">
                  <c:v>0.26769622903636314</c:v>
                </c:pt>
                <c:pt idx="19135">
                  <c:v>0.2677391598439755</c:v>
                </c:pt>
                <c:pt idx="19136">
                  <c:v>0.26774899025015325</c:v>
                </c:pt>
                <c:pt idx="19137">
                  <c:v>0.26776975016817767</c:v>
                </c:pt>
                <c:pt idx="19138">
                  <c:v>0.26780201188418806</c:v>
                </c:pt>
                <c:pt idx="19139">
                  <c:v>0.26781600337958983</c:v>
                </c:pt>
                <c:pt idx="19140">
                  <c:v>0.26781874218359325</c:v>
                </c:pt>
                <c:pt idx="19141">
                  <c:v>0.26792578275419909</c:v>
                </c:pt>
                <c:pt idx="19142">
                  <c:v>0.26795501350560125</c:v>
                </c:pt>
                <c:pt idx="19143">
                  <c:v>0.26800926361832306</c:v>
                </c:pt>
                <c:pt idx="19144">
                  <c:v>0.26801183779820803</c:v>
                </c:pt>
                <c:pt idx="19145">
                  <c:v>0.26805494799680452</c:v>
                </c:pt>
                <c:pt idx="19146">
                  <c:v>0.26807022081101628</c:v>
                </c:pt>
                <c:pt idx="19147">
                  <c:v>0.26809234723398107</c:v>
                </c:pt>
                <c:pt idx="19148">
                  <c:v>0.26809243536700439</c:v>
                </c:pt>
                <c:pt idx="19149">
                  <c:v>0.26812537826152461</c:v>
                </c:pt>
                <c:pt idx="19150">
                  <c:v>0.2681713701698033</c:v>
                </c:pt>
                <c:pt idx="19151">
                  <c:v>0.2682381895924239</c:v>
                </c:pt>
                <c:pt idx="19152">
                  <c:v>0.26826221802083544</c:v>
                </c:pt>
                <c:pt idx="19153">
                  <c:v>0.26829461582440628</c:v>
                </c:pt>
                <c:pt idx="19154">
                  <c:v>0.26834881254877729</c:v>
                </c:pt>
                <c:pt idx="19155">
                  <c:v>0.26835905919259617</c:v>
                </c:pt>
                <c:pt idx="19156">
                  <c:v>0.26836505892055534</c:v>
                </c:pt>
                <c:pt idx="19157">
                  <c:v>0.26838362433623369</c:v>
                </c:pt>
                <c:pt idx="19158">
                  <c:v>0.26841726791688664</c:v>
                </c:pt>
                <c:pt idx="19159">
                  <c:v>0.26843371753672068</c:v>
                </c:pt>
                <c:pt idx="19160">
                  <c:v>0.26847099459477464</c:v>
                </c:pt>
                <c:pt idx="19161">
                  <c:v>0.26847731573347527</c:v>
                </c:pt>
                <c:pt idx="19162">
                  <c:v>0.26848401466894734</c:v>
                </c:pt>
                <c:pt idx="19163">
                  <c:v>0.26851620722816449</c:v>
                </c:pt>
                <c:pt idx="19164">
                  <c:v>0.2685186767275462</c:v>
                </c:pt>
                <c:pt idx="19165">
                  <c:v>0.26853243125993032</c:v>
                </c:pt>
                <c:pt idx="19166">
                  <c:v>0.26853686419349715</c:v>
                </c:pt>
                <c:pt idx="19167">
                  <c:v>0.26854315542326873</c:v>
                </c:pt>
                <c:pt idx="19168">
                  <c:v>0.26855832118520095</c:v>
                </c:pt>
                <c:pt idx="19169">
                  <c:v>0.26856660912881725</c:v>
                </c:pt>
                <c:pt idx="19170">
                  <c:v>0.26865071109339911</c:v>
                </c:pt>
                <c:pt idx="19171">
                  <c:v>0.2686606648684734</c:v>
                </c:pt>
                <c:pt idx="19172">
                  <c:v>0.26868514129945381</c:v>
                </c:pt>
                <c:pt idx="19173">
                  <c:v>0.26870287755241301</c:v>
                </c:pt>
                <c:pt idx="19174">
                  <c:v>0.26871978591967877</c:v>
                </c:pt>
                <c:pt idx="19175">
                  <c:v>0.26873106188437779</c:v>
                </c:pt>
                <c:pt idx="19176">
                  <c:v>0.26875412526184617</c:v>
                </c:pt>
                <c:pt idx="19177">
                  <c:v>0.26875581780929397</c:v>
                </c:pt>
                <c:pt idx="19178">
                  <c:v>0.26876130476945048</c:v>
                </c:pt>
                <c:pt idx="19179">
                  <c:v>0.2687777448284327</c:v>
                </c:pt>
                <c:pt idx="19180">
                  <c:v>0.26879043325744861</c:v>
                </c:pt>
                <c:pt idx="19181">
                  <c:v>0.26882467103003793</c:v>
                </c:pt>
                <c:pt idx="19182">
                  <c:v>0.26887991299282143</c:v>
                </c:pt>
                <c:pt idx="19183">
                  <c:v>0.26888870757166028</c:v>
                </c:pt>
                <c:pt idx="19184">
                  <c:v>0.26892400505157393</c:v>
                </c:pt>
                <c:pt idx="19185">
                  <c:v>0.26893426134649639</c:v>
                </c:pt>
                <c:pt idx="19186">
                  <c:v>0.26893640933573604</c:v>
                </c:pt>
                <c:pt idx="19187">
                  <c:v>0.26894400141673702</c:v>
                </c:pt>
                <c:pt idx="19188">
                  <c:v>0.26904538388052029</c:v>
                </c:pt>
                <c:pt idx="19189">
                  <c:v>0.26905719275911344</c:v>
                </c:pt>
                <c:pt idx="19190">
                  <c:v>0.2690574886190305</c:v>
                </c:pt>
                <c:pt idx="19191">
                  <c:v>0.26907629016881668</c:v>
                </c:pt>
                <c:pt idx="19192">
                  <c:v>0.26908848971822896</c:v>
                </c:pt>
                <c:pt idx="19193">
                  <c:v>0.26913112882547247</c:v>
                </c:pt>
                <c:pt idx="19194">
                  <c:v>0.26915434822796019</c:v>
                </c:pt>
                <c:pt idx="19195">
                  <c:v>0.2692304331010742</c:v>
                </c:pt>
                <c:pt idx="19196">
                  <c:v>0.26924103083077638</c:v>
                </c:pt>
                <c:pt idx="19197">
                  <c:v>0.26924293368229307</c:v>
                </c:pt>
                <c:pt idx="19198">
                  <c:v>0.26929622928606134</c:v>
                </c:pt>
                <c:pt idx="19199">
                  <c:v>0.26932989887910458</c:v>
                </c:pt>
                <c:pt idx="19200">
                  <c:v>0.26934654138762809</c:v>
                </c:pt>
                <c:pt idx="19201">
                  <c:v>0.26934740394482354</c:v>
                </c:pt>
                <c:pt idx="19202">
                  <c:v>0.26937565995317259</c:v>
                </c:pt>
                <c:pt idx="19203">
                  <c:v>0.2693774855489795</c:v>
                </c:pt>
                <c:pt idx="19204">
                  <c:v>0.26942243956434353</c:v>
                </c:pt>
                <c:pt idx="19205">
                  <c:v>0.26948134161927173</c:v>
                </c:pt>
                <c:pt idx="19206">
                  <c:v>0.26948781030633434</c:v>
                </c:pt>
                <c:pt idx="19207">
                  <c:v>0.2695016736817416</c:v>
                </c:pt>
                <c:pt idx="19208">
                  <c:v>0.26951272472372373</c:v>
                </c:pt>
                <c:pt idx="19209">
                  <c:v>0.26953287106329149</c:v>
                </c:pt>
                <c:pt idx="19210">
                  <c:v>0.26954152524274355</c:v>
                </c:pt>
                <c:pt idx="19211">
                  <c:v>0.26954625655415831</c:v>
                </c:pt>
                <c:pt idx="19212">
                  <c:v>0.26958856485550459</c:v>
                </c:pt>
                <c:pt idx="19213">
                  <c:v>0.26965773777961027</c:v>
                </c:pt>
                <c:pt idx="19214">
                  <c:v>0.26966787994161984</c:v>
                </c:pt>
                <c:pt idx="19215">
                  <c:v>0.26967153948622852</c:v>
                </c:pt>
                <c:pt idx="19216">
                  <c:v>0.26974401207596449</c:v>
                </c:pt>
                <c:pt idx="19217">
                  <c:v>0.26975303706151399</c:v>
                </c:pt>
                <c:pt idx="19218">
                  <c:v>0.26976193704855173</c:v>
                </c:pt>
                <c:pt idx="19219">
                  <c:v>0.26976680193964092</c:v>
                </c:pt>
                <c:pt idx="19220">
                  <c:v>0.2697740215897021</c:v>
                </c:pt>
                <c:pt idx="19221">
                  <c:v>0.26978879588232979</c:v>
                </c:pt>
                <c:pt idx="19222">
                  <c:v>0.26982182122081921</c:v>
                </c:pt>
                <c:pt idx="19223">
                  <c:v>0.26982774331117865</c:v>
                </c:pt>
                <c:pt idx="19224">
                  <c:v>0.26983306534142193</c:v>
                </c:pt>
                <c:pt idx="19225">
                  <c:v>0.2698359629264428</c:v>
                </c:pt>
                <c:pt idx="19226">
                  <c:v>0.26986080092532433</c:v>
                </c:pt>
                <c:pt idx="19227">
                  <c:v>0.26988440292905419</c:v>
                </c:pt>
                <c:pt idx="19228">
                  <c:v>0.27006823430289362</c:v>
                </c:pt>
                <c:pt idx="19229">
                  <c:v>0.27009253108047943</c:v>
                </c:pt>
                <c:pt idx="19230">
                  <c:v>0.27009400017567692</c:v>
                </c:pt>
                <c:pt idx="19231">
                  <c:v>0.27009860024458421</c:v>
                </c:pt>
                <c:pt idx="19232">
                  <c:v>0.27010049983279644</c:v>
                </c:pt>
                <c:pt idx="19233">
                  <c:v>0.27010947844904631</c:v>
                </c:pt>
                <c:pt idx="19234">
                  <c:v>0.27011530604597561</c:v>
                </c:pt>
                <c:pt idx="19235">
                  <c:v>0.27011603290129704</c:v>
                </c:pt>
                <c:pt idx="19236">
                  <c:v>0.27013722800132584</c:v>
                </c:pt>
                <c:pt idx="19237">
                  <c:v>0.27014479025793514</c:v>
                </c:pt>
                <c:pt idx="19238">
                  <c:v>0.27014701889204318</c:v>
                </c:pt>
                <c:pt idx="19239">
                  <c:v>0.27017158005508934</c:v>
                </c:pt>
                <c:pt idx="19240">
                  <c:v>0.27017218221888195</c:v>
                </c:pt>
                <c:pt idx="19241">
                  <c:v>0.27021706921078198</c:v>
                </c:pt>
                <c:pt idx="19242">
                  <c:v>0.2702591387567233</c:v>
                </c:pt>
                <c:pt idx="19243">
                  <c:v>0.2702594454337382</c:v>
                </c:pt>
                <c:pt idx="19244">
                  <c:v>0.27030021360507772</c:v>
                </c:pt>
                <c:pt idx="19245">
                  <c:v>0.2703077439233082</c:v>
                </c:pt>
                <c:pt idx="19246">
                  <c:v>0.27031244073038496</c:v>
                </c:pt>
                <c:pt idx="19247">
                  <c:v>0.27032239472838554</c:v>
                </c:pt>
                <c:pt idx="19248">
                  <c:v>0.27036231393480903</c:v>
                </c:pt>
                <c:pt idx="19249">
                  <c:v>0.27037955422458121</c:v>
                </c:pt>
                <c:pt idx="19250">
                  <c:v>0.2704175608304209</c:v>
                </c:pt>
                <c:pt idx="19251">
                  <c:v>0.27041968424416263</c:v>
                </c:pt>
                <c:pt idx="19252">
                  <c:v>0.27044206224873646</c:v>
                </c:pt>
                <c:pt idx="19253">
                  <c:v>0.27046570616377758</c:v>
                </c:pt>
                <c:pt idx="19254">
                  <c:v>0.27048266164114027</c:v>
                </c:pt>
                <c:pt idx="19255">
                  <c:v>0.27048808378105421</c:v>
                </c:pt>
                <c:pt idx="19256">
                  <c:v>0.27049600725336359</c:v>
                </c:pt>
                <c:pt idx="19257">
                  <c:v>0.27052445174281509</c:v>
                </c:pt>
                <c:pt idx="19258">
                  <c:v>0.2705540676522733</c:v>
                </c:pt>
                <c:pt idx="19259">
                  <c:v>0.27064934290804965</c:v>
                </c:pt>
                <c:pt idx="19260">
                  <c:v>0.27065226022170807</c:v>
                </c:pt>
                <c:pt idx="19261">
                  <c:v>0.27065581413541678</c:v>
                </c:pt>
                <c:pt idx="19262">
                  <c:v>0.27074633403264364</c:v>
                </c:pt>
                <c:pt idx="19263">
                  <c:v>0.2707607708184111</c:v>
                </c:pt>
                <c:pt idx="19264">
                  <c:v>0.27077291988124647</c:v>
                </c:pt>
                <c:pt idx="19265">
                  <c:v>0.27077381913425747</c:v>
                </c:pt>
                <c:pt idx="19266">
                  <c:v>0.27078245773904003</c:v>
                </c:pt>
                <c:pt idx="19267">
                  <c:v>0.27080847147389991</c:v>
                </c:pt>
                <c:pt idx="19268">
                  <c:v>0.27080882665344935</c:v>
                </c:pt>
                <c:pt idx="19269">
                  <c:v>0.27081121452113094</c:v>
                </c:pt>
                <c:pt idx="19270">
                  <c:v>0.27081310415758647</c:v>
                </c:pt>
                <c:pt idx="19271">
                  <c:v>0.27082134707109745</c:v>
                </c:pt>
                <c:pt idx="19272">
                  <c:v>0.270833566057049</c:v>
                </c:pt>
                <c:pt idx="19273">
                  <c:v>0.27083515351624732</c:v>
                </c:pt>
                <c:pt idx="19274">
                  <c:v>0.27085411196235126</c:v>
                </c:pt>
                <c:pt idx="19275">
                  <c:v>0.27088136628433718</c:v>
                </c:pt>
                <c:pt idx="19276">
                  <c:v>0.2709095076938739</c:v>
                </c:pt>
                <c:pt idx="19277">
                  <c:v>0.27092929114492148</c:v>
                </c:pt>
                <c:pt idx="19278">
                  <c:v>0.27094005359453688</c:v>
                </c:pt>
                <c:pt idx="19279">
                  <c:v>0.27097680402246155</c:v>
                </c:pt>
                <c:pt idx="19280">
                  <c:v>0.2710504297809001</c:v>
                </c:pt>
                <c:pt idx="19281">
                  <c:v>0.27106860160056656</c:v>
                </c:pt>
                <c:pt idx="19282">
                  <c:v>0.27108446969980887</c:v>
                </c:pt>
                <c:pt idx="19283">
                  <c:v>0.2711237767824452</c:v>
                </c:pt>
                <c:pt idx="19284">
                  <c:v>0.27116381318545729</c:v>
                </c:pt>
                <c:pt idx="19285">
                  <c:v>0.2711892685708347</c:v>
                </c:pt>
                <c:pt idx="19286">
                  <c:v>0.27121968244885275</c:v>
                </c:pt>
                <c:pt idx="19287">
                  <c:v>0.27125220357430263</c:v>
                </c:pt>
                <c:pt idx="19288">
                  <c:v>0.27126242805723028</c:v>
                </c:pt>
                <c:pt idx="19289">
                  <c:v>0.2712703147174198</c:v>
                </c:pt>
                <c:pt idx="19290">
                  <c:v>0.271391061888897</c:v>
                </c:pt>
                <c:pt idx="19291">
                  <c:v>0.27142023429291534</c:v>
                </c:pt>
                <c:pt idx="19292">
                  <c:v>0.2714324431991782</c:v>
                </c:pt>
                <c:pt idx="19293">
                  <c:v>0.27143981189453092</c:v>
                </c:pt>
                <c:pt idx="19294">
                  <c:v>0.27147880757166942</c:v>
                </c:pt>
                <c:pt idx="19295">
                  <c:v>0.27148198856824851</c:v>
                </c:pt>
                <c:pt idx="19296">
                  <c:v>0.27150286141435559</c:v>
                </c:pt>
                <c:pt idx="19297">
                  <c:v>0.27152090828534414</c:v>
                </c:pt>
                <c:pt idx="19298">
                  <c:v>0.27153376628303361</c:v>
                </c:pt>
                <c:pt idx="19299">
                  <c:v>0.27154261618970471</c:v>
                </c:pt>
                <c:pt idx="19300">
                  <c:v>0.27155841676190778</c:v>
                </c:pt>
                <c:pt idx="19301">
                  <c:v>0.27156281993996495</c:v>
                </c:pt>
                <c:pt idx="19302">
                  <c:v>0.27156570288292387</c:v>
                </c:pt>
                <c:pt idx="19303">
                  <c:v>0.27158146148230072</c:v>
                </c:pt>
                <c:pt idx="19304">
                  <c:v>0.27160941858001103</c:v>
                </c:pt>
                <c:pt idx="19305">
                  <c:v>0.27163560639516499</c:v>
                </c:pt>
                <c:pt idx="19306">
                  <c:v>0.2717191341764309</c:v>
                </c:pt>
                <c:pt idx="19307">
                  <c:v>0.27172734192722864</c:v>
                </c:pt>
                <c:pt idx="19308">
                  <c:v>0.27173689155607378</c:v>
                </c:pt>
                <c:pt idx="19309">
                  <c:v>0.27178828973061769</c:v>
                </c:pt>
                <c:pt idx="19310">
                  <c:v>0.27180904460274863</c:v>
                </c:pt>
                <c:pt idx="19311">
                  <c:v>0.27181617704942374</c:v>
                </c:pt>
                <c:pt idx="19312">
                  <c:v>0.27181800179626792</c:v>
                </c:pt>
                <c:pt idx="19313">
                  <c:v>0.27185665703383638</c:v>
                </c:pt>
                <c:pt idx="19314">
                  <c:v>0.27187771309296394</c:v>
                </c:pt>
                <c:pt idx="19315">
                  <c:v>0.27188658943594457</c:v>
                </c:pt>
                <c:pt idx="19316">
                  <c:v>0.27189108597915901</c:v>
                </c:pt>
                <c:pt idx="19317">
                  <c:v>0.27189342741962058</c:v>
                </c:pt>
                <c:pt idx="19318">
                  <c:v>0.27190864233823714</c:v>
                </c:pt>
                <c:pt idx="19319">
                  <c:v>0.27191634431722195</c:v>
                </c:pt>
                <c:pt idx="19320">
                  <c:v>0.27194176679069665</c:v>
                </c:pt>
                <c:pt idx="19321">
                  <c:v>0.27194311051410819</c:v>
                </c:pt>
                <c:pt idx="19322">
                  <c:v>0.271949719755401</c:v>
                </c:pt>
                <c:pt idx="19323">
                  <c:v>0.27197963225632843</c:v>
                </c:pt>
                <c:pt idx="19324">
                  <c:v>0.27207972784998397</c:v>
                </c:pt>
                <c:pt idx="19325">
                  <c:v>0.27214466526454206</c:v>
                </c:pt>
                <c:pt idx="19326">
                  <c:v>0.27214665866381693</c:v>
                </c:pt>
                <c:pt idx="19327">
                  <c:v>0.27215396905670058</c:v>
                </c:pt>
                <c:pt idx="19328">
                  <c:v>0.27221744780524398</c:v>
                </c:pt>
                <c:pt idx="19329">
                  <c:v>0.27227035941911415</c:v>
                </c:pt>
                <c:pt idx="19330">
                  <c:v>0.27228259765674734</c:v>
                </c:pt>
                <c:pt idx="19331">
                  <c:v>0.27232665004348738</c:v>
                </c:pt>
                <c:pt idx="19332">
                  <c:v>0.27234737108465584</c:v>
                </c:pt>
                <c:pt idx="19333">
                  <c:v>0.27245113822311812</c:v>
                </c:pt>
                <c:pt idx="19334">
                  <c:v>0.27250531081614621</c:v>
                </c:pt>
                <c:pt idx="19335">
                  <c:v>0.27253736876386936</c:v>
                </c:pt>
                <c:pt idx="19336">
                  <c:v>0.272552484086031</c:v>
                </c:pt>
                <c:pt idx="19337">
                  <c:v>0.27255692927755532</c:v>
                </c:pt>
                <c:pt idx="19338">
                  <c:v>0.27260338108724458</c:v>
                </c:pt>
                <c:pt idx="19339">
                  <c:v>0.27263616495800702</c:v>
                </c:pt>
                <c:pt idx="19340">
                  <c:v>0.27268827269492057</c:v>
                </c:pt>
                <c:pt idx="19341">
                  <c:v>0.27276508705796776</c:v>
                </c:pt>
                <c:pt idx="19342">
                  <c:v>0.27276845826791574</c:v>
                </c:pt>
                <c:pt idx="19343">
                  <c:v>0.27278207259201154</c:v>
                </c:pt>
                <c:pt idx="19344">
                  <c:v>0.27284570940361474</c:v>
                </c:pt>
                <c:pt idx="19345">
                  <c:v>0.272855033275133</c:v>
                </c:pt>
                <c:pt idx="19346">
                  <c:v>0.27289696200047431</c:v>
                </c:pt>
                <c:pt idx="19347">
                  <c:v>0.27295429970236779</c:v>
                </c:pt>
                <c:pt idx="19348">
                  <c:v>0.27296456437939182</c:v>
                </c:pt>
                <c:pt idx="19349">
                  <c:v>0.27303485605293415</c:v>
                </c:pt>
                <c:pt idx="19350">
                  <c:v>0.27304010640800042</c:v>
                </c:pt>
                <c:pt idx="19351">
                  <c:v>0.27307851104992931</c:v>
                </c:pt>
                <c:pt idx="19352">
                  <c:v>0.27309133077052822</c:v>
                </c:pt>
                <c:pt idx="19353">
                  <c:v>0.27317554996034848</c:v>
                </c:pt>
                <c:pt idx="19354">
                  <c:v>0.27320957971382254</c:v>
                </c:pt>
                <c:pt idx="19355">
                  <c:v>0.27321650765575767</c:v>
                </c:pt>
                <c:pt idx="19356">
                  <c:v>0.27327259888141503</c:v>
                </c:pt>
                <c:pt idx="19357">
                  <c:v>0.27331289490719263</c:v>
                </c:pt>
                <c:pt idx="19358">
                  <c:v>0.2733173353150703</c:v>
                </c:pt>
                <c:pt idx="19359">
                  <c:v>0.27332843157209263</c:v>
                </c:pt>
                <c:pt idx="19360">
                  <c:v>0.27334611812346188</c:v>
                </c:pt>
                <c:pt idx="19361">
                  <c:v>0.27336540701205236</c:v>
                </c:pt>
                <c:pt idx="19362">
                  <c:v>0.27337143629220073</c:v>
                </c:pt>
                <c:pt idx="19363">
                  <c:v>0.27338124417684351</c:v>
                </c:pt>
                <c:pt idx="19364">
                  <c:v>0.27343780765382025</c:v>
                </c:pt>
                <c:pt idx="19365">
                  <c:v>0.27350810126005881</c:v>
                </c:pt>
                <c:pt idx="19366">
                  <c:v>0.27355418118872621</c:v>
                </c:pt>
                <c:pt idx="19367">
                  <c:v>0.27356533262050425</c:v>
                </c:pt>
                <c:pt idx="19368">
                  <c:v>0.2735701802469101</c:v>
                </c:pt>
                <c:pt idx="19369">
                  <c:v>0.27361415375226988</c:v>
                </c:pt>
                <c:pt idx="19370">
                  <c:v>0.27362957871876431</c:v>
                </c:pt>
                <c:pt idx="19371">
                  <c:v>0.27364498886104605</c:v>
                </c:pt>
                <c:pt idx="19372">
                  <c:v>0.27370994718473007</c:v>
                </c:pt>
                <c:pt idx="19373">
                  <c:v>0.27378414027833642</c:v>
                </c:pt>
                <c:pt idx="19374">
                  <c:v>0.27378593806282292</c:v>
                </c:pt>
                <c:pt idx="19375">
                  <c:v>0.27379835779406336</c:v>
                </c:pt>
                <c:pt idx="19376">
                  <c:v>0.27381754623308363</c:v>
                </c:pt>
                <c:pt idx="19377">
                  <c:v>0.27383017769955309</c:v>
                </c:pt>
                <c:pt idx="19378">
                  <c:v>0.27383212687989877</c:v>
                </c:pt>
                <c:pt idx="19379">
                  <c:v>0.27388950501986736</c:v>
                </c:pt>
                <c:pt idx="19380">
                  <c:v>0.27389590800426833</c:v>
                </c:pt>
                <c:pt idx="19381">
                  <c:v>0.27391923368904691</c:v>
                </c:pt>
                <c:pt idx="19382">
                  <c:v>0.27393569645275606</c:v>
                </c:pt>
                <c:pt idx="19383">
                  <c:v>0.27393858646905911</c:v>
                </c:pt>
                <c:pt idx="19384">
                  <c:v>0.27394258988488901</c:v>
                </c:pt>
                <c:pt idx="19385">
                  <c:v>0.27396635125469698</c:v>
                </c:pt>
                <c:pt idx="19386">
                  <c:v>0.27396650748711665</c:v>
                </c:pt>
                <c:pt idx="19387">
                  <c:v>0.27397461079124164</c:v>
                </c:pt>
                <c:pt idx="19388">
                  <c:v>0.27397881264452512</c:v>
                </c:pt>
                <c:pt idx="19389">
                  <c:v>0.27410067756113154</c:v>
                </c:pt>
                <c:pt idx="19390">
                  <c:v>0.27413555453549143</c:v>
                </c:pt>
                <c:pt idx="19391">
                  <c:v>0.27417399942976195</c:v>
                </c:pt>
                <c:pt idx="19392">
                  <c:v>0.27421729593985139</c:v>
                </c:pt>
                <c:pt idx="19393">
                  <c:v>0.27421933018416045</c:v>
                </c:pt>
                <c:pt idx="19394">
                  <c:v>0.27422046023199553</c:v>
                </c:pt>
                <c:pt idx="19395">
                  <c:v>0.27424359255609354</c:v>
                </c:pt>
                <c:pt idx="19396">
                  <c:v>0.27424610173303526</c:v>
                </c:pt>
                <c:pt idx="19397">
                  <c:v>0.27425561492812106</c:v>
                </c:pt>
                <c:pt idx="19398">
                  <c:v>0.27430042274470168</c:v>
                </c:pt>
                <c:pt idx="19399">
                  <c:v>0.27431546326357792</c:v>
                </c:pt>
                <c:pt idx="19400">
                  <c:v>0.27438697987113203</c:v>
                </c:pt>
                <c:pt idx="19401">
                  <c:v>0.27441539093685285</c:v>
                </c:pt>
                <c:pt idx="19402">
                  <c:v>0.27441914631419784</c:v>
                </c:pt>
                <c:pt idx="19403">
                  <c:v>0.27442852698634079</c:v>
                </c:pt>
                <c:pt idx="19404">
                  <c:v>0.27443206590865615</c:v>
                </c:pt>
                <c:pt idx="19405">
                  <c:v>0.27444460960851047</c:v>
                </c:pt>
                <c:pt idx="19406">
                  <c:v>0.27452807330024409</c:v>
                </c:pt>
                <c:pt idx="19407">
                  <c:v>0.27460321404057725</c:v>
                </c:pt>
                <c:pt idx="19408">
                  <c:v>0.27461040102241285</c:v>
                </c:pt>
                <c:pt idx="19409">
                  <c:v>0.27464679264311198</c:v>
                </c:pt>
                <c:pt idx="19410">
                  <c:v>0.27467756779816216</c:v>
                </c:pt>
                <c:pt idx="19411">
                  <c:v>0.27468845166924988</c:v>
                </c:pt>
                <c:pt idx="19412">
                  <c:v>0.27469367430476072</c:v>
                </c:pt>
                <c:pt idx="19413">
                  <c:v>0.27469982063704756</c:v>
                </c:pt>
                <c:pt idx="19414">
                  <c:v>0.2747983531312766</c:v>
                </c:pt>
                <c:pt idx="19415">
                  <c:v>0.27488860693032258</c:v>
                </c:pt>
                <c:pt idx="19416">
                  <c:v>0.27498130775799418</c:v>
                </c:pt>
                <c:pt idx="19417">
                  <c:v>0.27504320256211079</c:v>
                </c:pt>
                <c:pt idx="19418">
                  <c:v>0.27504421869364198</c:v>
                </c:pt>
                <c:pt idx="19419">
                  <c:v>0.27506804697612786</c:v>
                </c:pt>
                <c:pt idx="19420">
                  <c:v>0.27511515390361291</c:v>
                </c:pt>
                <c:pt idx="19421">
                  <c:v>0.27513528050778474</c:v>
                </c:pt>
                <c:pt idx="19422">
                  <c:v>0.27513572073148013</c:v>
                </c:pt>
                <c:pt idx="19423">
                  <c:v>0.2751778673142507</c:v>
                </c:pt>
                <c:pt idx="19424">
                  <c:v>0.27520240686826142</c:v>
                </c:pt>
                <c:pt idx="19425">
                  <c:v>0.27521189721558809</c:v>
                </c:pt>
                <c:pt idx="19426">
                  <c:v>0.27522360551802838</c:v>
                </c:pt>
                <c:pt idx="19427">
                  <c:v>0.2752316767458704</c:v>
                </c:pt>
                <c:pt idx="19428">
                  <c:v>0.27523735526631971</c:v>
                </c:pt>
                <c:pt idx="19429">
                  <c:v>0.27528902068159061</c:v>
                </c:pt>
                <c:pt idx="19430">
                  <c:v>0.27529833528178782</c:v>
                </c:pt>
                <c:pt idx="19431">
                  <c:v>0.27534955660863014</c:v>
                </c:pt>
                <c:pt idx="19432">
                  <c:v>0.27535280488224861</c:v>
                </c:pt>
                <c:pt idx="19433">
                  <c:v>0.27538258436928659</c:v>
                </c:pt>
                <c:pt idx="19434">
                  <c:v>0.27540315698689066</c:v>
                </c:pt>
                <c:pt idx="19435">
                  <c:v>0.27540388622234602</c:v>
                </c:pt>
                <c:pt idx="19436">
                  <c:v>0.27542134210246777</c:v>
                </c:pt>
                <c:pt idx="19437">
                  <c:v>0.27544976746119371</c:v>
                </c:pt>
                <c:pt idx="19438">
                  <c:v>0.27545712038066661</c:v>
                </c:pt>
                <c:pt idx="19439">
                  <c:v>0.27546412302651013</c:v>
                </c:pt>
                <c:pt idx="19440">
                  <c:v>0.27548449186929436</c:v>
                </c:pt>
                <c:pt idx="19441">
                  <c:v>0.2754936498420244</c:v>
                </c:pt>
                <c:pt idx="19442">
                  <c:v>0.27550141480161239</c:v>
                </c:pt>
                <c:pt idx="19443">
                  <c:v>0.27551249015691565</c:v>
                </c:pt>
                <c:pt idx="19444">
                  <c:v>0.27552107939391446</c:v>
                </c:pt>
                <c:pt idx="19445">
                  <c:v>0.27553822498762642</c:v>
                </c:pt>
                <c:pt idx="19446">
                  <c:v>0.27555137619820436</c:v>
                </c:pt>
                <c:pt idx="19447">
                  <c:v>0.27556402983077849</c:v>
                </c:pt>
                <c:pt idx="19448">
                  <c:v>0.2756031642401372</c:v>
                </c:pt>
                <c:pt idx="19449">
                  <c:v>0.27560953844185393</c:v>
                </c:pt>
                <c:pt idx="19450">
                  <c:v>0.27568027932115036</c:v>
                </c:pt>
                <c:pt idx="19451">
                  <c:v>0.27568109111382744</c:v>
                </c:pt>
                <c:pt idx="19452">
                  <c:v>0.27568380388674152</c:v>
                </c:pt>
                <c:pt idx="19453">
                  <c:v>0.27570379865805172</c:v>
                </c:pt>
                <c:pt idx="19454">
                  <c:v>0.27570766052102086</c:v>
                </c:pt>
                <c:pt idx="19455">
                  <c:v>0.27571868931109</c:v>
                </c:pt>
                <c:pt idx="19456">
                  <c:v>0.27572117812524083</c:v>
                </c:pt>
                <c:pt idx="19457">
                  <c:v>0.27573311524907446</c:v>
                </c:pt>
                <c:pt idx="19458">
                  <c:v>0.27580273137064731</c:v>
                </c:pt>
                <c:pt idx="19459">
                  <c:v>0.27580984654533713</c:v>
                </c:pt>
                <c:pt idx="19460">
                  <c:v>0.2758601013170211</c:v>
                </c:pt>
                <c:pt idx="19461">
                  <c:v>0.27587786606054227</c:v>
                </c:pt>
                <c:pt idx="19462">
                  <c:v>0.27589207786093778</c:v>
                </c:pt>
                <c:pt idx="19463">
                  <c:v>0.27591782849719027</c:v>
                </c:pt>
                <c:pt idx="19464">
                  <c:v>0.27594598079682126</c:v>
                </c:pt>
                <c:pt idx="19465">
                  <c:v>0.27595554530134853</c:v>
                </c:pt>
                <c:pt idx="19466">
                  <c:v>0.27596192620075277</c:v>
                </c:pt>
                <c:pt idx="19467">
                  <c:v>0.27603533442970324</c:v>
                </c:pt>
                <c:pt idx="19468">
                  <c:v>0.27603553355961774</c:v>
                </c:pt>
                <c:pt idx="19469">
                  <c:v>0.27606323619929418</c:v>
                </c:pt>
                <c:pt idx="19470">
                  <c:v>0.27607311344993102</c:v>
                </c:pt>
                <c:pt idx="19471">
                  <c:v>0.27607524880780748</c:v>
                </c:pt>
                <c:pt idx="19472">
                  <c:v>0.27610791542528557</c:v>
                </c:pt>
                <c:pt idx="19473">
                  <c:v>0.27611114876207865</c:v>
                </c:pt>
                <c:pt idx="19474">
                  <c:v>0.27617652330662296</c:v>
                </c:pt>
                <c:pt idx="19475">
                  <c:v>0.27621376797077951</c:v>
                </c:pt>
                <c:pt idx="19476">
                  <c:v>0.27624752661123969</c:v>
                </c:pt>
                <c:pt idx="19477">
                  <c:v>0.27625238652090933</c:v>
                </c:pt>
                <c:pt idx="19478">
                  <c:v>0.27630605041090084</c:v>
                </c:pt>
                <c:pt idx="19479">
                  <c:v>0.27630778763648034</c:v>
                </c:pt>
                <c:pt idx="19480">
                  <c:v>0.27637824393334592</c:v>
                </c:pt>
                <c:pt idx="19481">
                  <c:v>0.27637864206639134</c:v>
                </c:pt>
                <c:pt idx="19482">
                  <c:v>0.27638342400409738</c:v>
                </c:pt>
                <c:pt idx="19483">
                  <c:v>0.27647568572995751</c:v>
                </c:pt>
                <c:pt idx="19484">
                  <c:v>0.27649123270367487</c:v>
                </c:pt>
                <c:pt idx="19485">
                  <c:v>0.27649443044856936</c:v>
                </c:pt>
                <c:pt idx="19486">
                  <c:v>0.27650506628352178</c:v>
                </c:pt>
                <c:pt idx="19487">
                  <c:v>0.27654618354258353</c:v>
                </c:pt>
                <c:pt idx="19488">
                  <c:v>0.27656526683704441</c:v>
                </c:pt>
                <c:pt idx="19489">
                  <c:v>0.2766324083772036</c:v>
                </c:pt>
                <c:pt idx="19490">
                  <c:v>0.27666353217670714</c:v>
                </c:pt>
                <c:pt idx="19491">
                  <c:v>0.2766807901656117</c:v>
                </c:pt>
                <c:pt idx="19492">
                  <c:v>0.27672968409388898</c:v>
                </c:pt>
                <c:pt idx="19493">
                  <c:v>0.27678142533956862</c:v>
                </c:pt>
                <c:pt idx="19494">
                  <c:v>0.27679523296081948</c:v>
                </c:pt>
                <c:pt idx="19495">
                  <c:v>0.27679911342505126</c:v>
                </c:pt>
                <c:pt idx="19496">
                  <c:v>0.27682452514091532</c:v>
                </c:pt>
                <c:pt idx="19497">
                  <c:v>0.27683064754689435</c:v>
                </c:pt>
                <c:pt idx="19498">
                  <c:v>0.27683764581139214</c:v>
                </c:pt>
                <c:pt idx="19499">
                  <c:v>0.27683805845718507</c:v>
                </c:pt>
                <c:pt idx="19500">
                  <c:v>0.27684247801702061</c:v>
                </c:pt>
                <c:pt idx="19501">
                  <c:v>0.27688937721955426</c:v>
                </c:pt>
                <c:pt idx="19502">
                  <c:v>0.27693845971697101</c:v>
                </c:pt>
                <c:pt idx="19503">
                  <c:v>0.27694215183204829</c:v>
                </c:pt>
                <c:pt idx="19504">
                  <c:v>0.27696128726276331</c:v>
                </c:pt>
                <c:pt idx="19505">
                  <c:v>0.27696186622938263</c:v>
                </c:pt>
                <c:pt idx="19506">
                  <c:v>0.27696911799925916</c:v>
                </c:pt>
                <c:pt idx="19507">
                  <c:v>0.27703899781602831</c:v>
                </c:pt>
                <c:pt idx="19508">
                  <c:v>0.27705979568295525</c:v>
                </c:pt>
                <c:pt idx="19509">
                  <c:v>0.27711048392812426</c:v>
                </c:pt>
                <c:pt idx="19510">
                  <c:v>0.277146192011332</c:v>
                </c:pt>
                <c:pt idx="19511">
                  <c:v>0.27715176856988738</c:v>
                </c:pt>
                <c:pt idx="19512">
                  <c:v>0.27717317383226536</c:v>
                </c:pt>
                <c:pt idx="19513">
                  <c:v>0.27730968091404629</c:v>
                </c:pt>
                <c:pt idx="19514">
                  <c:v>0.27731213070201766</c:v>
                </c:pt>
                <c:pt idx="19515">
                  <c:v>0.27740238511452453</c:v>
                </c:pt>
                <c:pt idx="19516">
                  <c:v>0.27743127652738597</c:v>
                </c:pt>
                <c:pt idx="19517">
                  <c:v>0.27743870645680918</c:v>
                </c:pt>
                <c:pt idx="19518">
                  <c:v>0.27747254056049181</c:v>
                </c:pt>
                <c:pt idx="19519">
                  <c:v>0.27748007907523686</c:v>
                </c:pt>
                <c:pt idx="19520">
                  <c:v>0.27748849204155324</c:v>
                </c:pt>
                <c:pt idx="19521">
                  <c:v>0.27749089380685787</c:v>
                </c:pt>
                <c:pt idx="19522">
                  <c:v>0.27759257972970935</c:v>
                </c:pt>
                <c:pt idx="19523">
                  <c:v>0.27764697997131776</c:v>
                </c:pt>
                <c:pt idx="19524">
                  <c:v>0.27766879605592248</c:v>
                </c:pt>
                <c:pt idx="19525">
                  <c:v>0.27767345928633314</c:v>
                </c:pt>
                <c:pt idx="19526">
                  <c:v>0.27768744207136542</c:v>
                </c:pt>
                <c:pt idx="19527">
                  <c:v>0.27774231936134558</c:v>
                </c:pt>
                <c:pt idx="19528">
                  <c:v>0.27776861040677775</c:v>
                </c:pt>
                <c:pt idx="19529">
                  <c:v>0.27788898614829644</c:v>
                </c:pt>
                <c:pt idx="19530">
                  <c:v>0.27793811507849275</c:v>
                </c:pt>
                <c:pt idx="19531">
                  <c:v>0.27795228889449525</c:v>
                </c:pt>
                <c:pt idx="19532">
                  <c:v>0.27799077414154999</c:v>
                </c:pt>
                <c:pt idx="19533">
                  <c:v>0.27800284694261451</c:v>
                </c:pt>
                <c:pt idx="19534">
                  <c:v>0.27800446044609162</c:v>
                </c:pt>
                <c:pt idx="19535">
                  <c:v>0.27800469183438958</c:v>
                </c:pt>
                <c:pt idx="19536">
                  <c:v>0.27801496246866769</c:v>
                </c:pt>
                <c:pt idx="19537">
                  <c:v>0.27801612118703556</c:v>
                </c:pt>
                <c:pt idx="19538">
                  <c:v>0.27803413996835052</c:v>
                </c:pt>
                <c:pt idx="19539">
                  <c:v>0.27803889828842071</c:v>
                </c:pt>
                <c:pt idx="19540">
                  <c:v>0.27809526009436514</c:v>
                </c:pt>
                <c:pt idx="19541">
                  <c:v>0.27810354636243823</c:v>
                </c:pt>
                <c:pt idx="19542">
                  <c:v>0.27810754000536647</c:v>
                </c:pt>
                <c:pt idx="19543">
                  <c:v>0.27812496968407191</c:v>
                </c:pt>
                <c:pt idx="19544">
                  <c:v>0.27813956471843043</c:v>
                </c:pt>
                <c:pt idx="19545">
                  <c:v>0.27815368322914347</c:v>
                </c:pt>
                <c:pt idx="19546">
                  <c:v>0.27815449428187305</c:v>
                </c:pt>
                <c:pt idx="19547">
                  <c:v>0.27817926936700121</c:v>
                </c:pt>
                <c:pt idx="19548">
                  <c:v>0.27819358022763502</c:v>
                </c:pt>
                <c:pt idx="19549">
                  <c:v>0.27821745975394996</c:v>
                </c:pt>
                <c:pt idx="19550">
                  <c:v>0.27823755147504525</c:v>
                </c:pt>
                <c:pt idx="19551">
                  <c:v>0.27828492996818316</c:v>
                </c:pt>
                <c:pt idx="19552">
                  <c:v>0.27830513485456299</c:v>
                </c:pt>
                <c:pt idx="19553">
                  <c:v>0.27831571095654606</c:v>
                </c:pt>
                <c:pt idx="19554">
                  <c:v>0.27837432360155051</c:v>
                </c:pt>
                <c:pt idx="19555">
                  <c:v>0.27842770280095774</c:v>
                </c:pt>
                <c:pt idx="19556">
                  <c:v>0.27843678062081362</c:v>
                </c:pt>
                <c:pt idx="19557">
                  <c:v>0.27844880873633954</c:v>
                </c:pt>
                <c:pt idx="19558">
                  <c:v>0.27845058309263004</c:v>
                </c:pt>
                <c:pt idx="19559">
                  <c:v>0.27846153180521682</c:v>
                </c:pt>
                <c:pt idx="19560">
                  <c:v>0.27848649829581473</c:v>
                </c:pt>
                <c:pt idx="19561">
                  <c:v>0.27849702729039133</c:v>
                </c:pt>
                <c:pt idx="19562">
                  <c:v>0.2785067171431207</c:v>
                </c:pt>
                <c:pt idx="19563">
                  <c:v>0.27851013872069169</c:v>
                </c:pt>
                <c:pt idx="19564">
                  <c:v>0.27852041496594909</c:v>
                </c:pt>
                <c:pt idx="19565">
                  <c:v>0.27855890291118224</c:v>
                </c:pt>
                <c:pt idx="19566">
                  <c:v>0.27855913019667256</c:v>
                </c:pt>
                <c:pt idx="19567">
                  <c:v>0.27857973360290644</c:v>
                </c:pt>
                <c:pt idx="19568">
                  <c:v>0.27859696701698583</c:v>
                </c:pt>
                <c:pt idx="19569">
                  <c:v>0.27861340566955872</c:v>
                </c:pt>
                <c:pt idx="19570">
                  <c:v>0.27862021298917389</c:v>
                </c:pt>
                <c:pt idx="19571">
                  <c:v>0.27862095911445089</c:v>
                </c:pt>
                <c:pt idx="19572">
                  <c:v>0.27862982718257412</c:v>
                </c:pt>
                <c:pt idx="19573">
                  <c:v>0.27863565311229965</c:v>
                </c:pt>
                <c:pt idx="19574">
                  <c:v>0.27866211827854359</c:v>
                </c:pt>
                <c:pt idx="19575">
                  <c:v>0.27867478754391528</c:v>
                </c:pt>
                <c:pt idx="19576">
                  <c:v>0.278796186828911</c:v>
                </c:pt>
                <c:pt idx="19577">
                  <c:v>0.27885012055246622</c:v>
                </c:pt>
                <c:pt idx="19578">
                  <c:v>0.27887830283614051</c:v>
                </c:pt>
                <c:pt idx="19579">
                  <c:v>0.27890193835876287</c:v>
                </c:pt>
                <c:pt idx="19580">
                  <c:v>0.27892481334312119</c:v>
                </c:pt>
                <c:pt idx="19581">
                  <c:v>0.27896453573722607</c:v>
                </c:pt>
                <c:pt idx="19582">
                  <c:v>0.27897708613597461</c:v>
                </c:pt>
                <c:pt idx="19583">
                  <c:v>0.27898081561148047</c:v>
                </c:pt>
                <c:pt idx="19584">
                  <c:v>0.2790962916009847</c:v>
                </c:pt>
                <c:pt idx="19585">
                  <c:v>0.27910151468829864</c:v>
                </c:pt>
                <c:pt idx="19586">
                  <c:v>0.27912214777343552</c:v>
                </c:pt>
                <c:pt idx="19587">
                  <c:v>0.2791542080932905</c:v>
                </c:pt>
                <c:pt idx="19588">
                  <c:v>0.27915450577863221</c:v>
                </c:pt>
                <c:pt idx="19589">
                  <c:v>0.27915674640502314</c:v>
                </c:pt>
                <c:pt idx="19590">
                  <c:v>0.27915846871961991</c:v>
                </c:pt>
                <c:pt idx="19591">
                  <c:v>0.27917468313555538</c:v>
                </c:pt>
                <c:pt idx="19592">
                  <c:v>0.2791790609234216</c:v>
                </c:pt>
                <c:pt idx="19593">
                  <c:v>0.2792177795585285</c:v>
                </c:pt>
                <c:pt idx="19594">
                  <c:v>0.27926619276683556</c:v>
                </c:pt>
                <c:pt idx="19595">
                  <c:v>0.27927928878204072</c:v>
                </c:pt>
                <c:pt idx="19596">
                  <c:v>0.27928346735920395</c:v>
                </c:pt>
                <c:pt idx="19597">
                  <c:v>0.27929608099315967</c:v>
                </c:pt>
                <c:pt idx="19598">
                  <c:v>0.27935817656586204</c:v>
                </c:pt>
                <c:pt idx="19599">
                  <c:v>0.27937171881155576</c:v>
                </c:pt>
                <c:pt idx="19600">
                  <c:v>0.27938874905873318</c:v>
                </c:pt>
                <c:pt idx="19601">
                  <c:v>0.27943369308664928</c:v>
                </c:pt>
                <c:pt idx="19602">
                  <c:v>0.27943601508574617</c:v>
                </c:pt>
                <c:pt idx="19603">
                  <c:v>0.27945058093302438</c:v>
                </c:pt>
                <c:pt idx="19604">
                  <c:v>0.27945819858322318</c:v>
                </c:pt>
                <c:pt idx="19605">
                  <c:v>0.27948006774620077</c:v>
                </c:pt>
                <c:pt idx="19606">
                  <c:v>0.27948656974791208</c:v>
                </c:pt>
                <c:pt idx="19607">
                  <c:v>0.27952191603491838</c:v>
                </c:pt>
                <c:pt idx="19608">
                  <c:v>0.27953561205145788</c:v>
                </c:pt>
                <c:pt idx="19609">
                  <c:v>0.27957599599999966</c:v>
                </c:pt>
                <c:pt idx="19610">
                  <c:v>0.27957875679312372</c:v>
                </c:pt>
                <c:pt idx="19611">
                  <c:v>0.27958216205246039</c:v>
                </c:pt>
                <c:pt idx="19612">
                  <c:v>0.27962567796920251</c:v>
                </c:pt>
                <c:pt idx="19613">
                  <c:v>0.27966345944186777</c:v>
                </c:pt>
                <c:pt idx="19614">
                  <c:v>0.27968735088953395</c:v>
                </c:pt>
                <c:pt idx="19615">
                  <c:v>0.27971762018127916</c:v>
                </c:pt>
                <c:pt idx="19616">
                  <c:v>0.27974096621367778</c:v>
                </c:pt>
                <c:pt idx="19617">
                  <c:v>0.27979518865380709</c:v>
                </c:pt>
                <c:pt idx="19618">
                  <c:v>0.27983208135565629</c:v>
                </c:pt>
                <c:pt idx="19619">
                  <c:v>0.27983277586375105</c:v>
                </c:pt>
                <c:pt idx="19620">
                  <c:v>0.27984185414933282</c:v>
                </c:pt>
                <c:pt idx="19621">
                  <c:v>0.27986299316420821</c:v>
                </c:pt>
                <c:pt idx="19622">
                  <c:v>0.2799017551865855</c:v>
                </c:pt>
                <c:pt idx="19623">
                  <c:v>0.27991562468029829</c:v>
                </c:pt>
                <c:pt idx="19624">
                  <c:v>0.27994035436211467</c:v>
                </c:pt>
                <c:pt idx="19625">
                  <c:v>0.28000107155092319</c:v>
                </c:pt>
                <c:pt idx="19626">
                  <c:v>0.28000132948075063</c:v>
                </c:pt>
                <c:pt idx="19627">
                  <c:v>0.28001119306412808</c:v>
                </c:pt>
                <c:pt idx="19628">
                  <c:v>0.2800621514100331</c:v>
                </c:pt>
                <c:pt idx="19629">
                  <c:v>0.28008572581161878</c:v>
                </c:pt>
                <c:pt idx="19630">
                  <c:v>0.28009407683133913</c:v>
                </c:pt>
                <c:pt idx="19631">
                  <c:v>0.28013695780224712</c:v>
                </c:pt>
                <c:pt idx="19632">
                  <c:v>0.28021911795978904</c:v>
                </c:pt>
                <c:pt idx="19633">
                  <c:v>0.28027155770647277</c:v>
                </c:pt>
                <c:pt idx="19634">
                  <c:v>0.28029322045498517</c:v>
                </c:pt>
                <c:pt idx="19635">
                  <c:v>0.28030374868827468</c:v>
                </c:pt>
                <c:pt idx="19636">
                  <c:v>0.28032520544437545</c:v>
                </c:pt>
                <c:pt idx="19637">
                  <c:v>0.28033585054505511</c:v>
                </c:pt>
                <c:pt idx="19638">
                  <c:v>0.28035654825483075</c:v>
                </c:pt>
                <c:pt idx="19639">
                  <c:v>0.28040444649831531</c:v>
                </c:pt>
                <c:pt idx="19640">
                  <c:v>0.28041986496545024</c:v>
                </c:pt>
                <c:pt idx="19641">
                  <c:v>0.28050563155079949</c:v>
                </c:pt>
                <c:pt idx="19642">
                  <c:v>0.2805364597436612</c:v>
                </c:pt>
                <c:pt idx="19643">
                  <c:v>0.28054622347644448</c:v>
                </c:pt>
                <c:pt idx="19644">
                  <c:v>0.28055577295508666</c:v>
                </c:pt>
                <c:pt idx="19645">
                  <c:v>0.28056043302191341</c:v>
                </c:pt>
                <c:pt idx="19646">
                  <c:v>0.28056513036853525</c:v>
                </c:pt>
                <c:pt idx="19647">
                  <c:v>0.28057125535781119</c:v>
                </c:pt>
                <c:pt idx="19648">
                  <c:v>0.28059936009017922</c:v>
                </c:pt>
                <c:pt idx="19649">
                  <c:v>0.28060150830644637</c:v>
                </c:pt>
                <c:pt idx="19650">
                  <c:v>0.28063284484203893</c:v>
                </c:pt>
                <c:pt idx="19651">
                  <c:v>0.28067161574571109</c:v>
                </c:pt>
                <c:pt idx="19652">
                  <c:v>0.28073132171534715</c:v>
                </c:pt>
                <c:pt idx="19653">
                  <c:v>0.28073596988719429</c:v>
                </c:pt>
                <c:pt idx="19654">
                  <c:v>0.28076385304212831</c:v>
                </c:pt>
                <c:pt idx="19655">
                  <c:v>0.28077544090005008</c:v>
                </c:pt>
                <c:pt idx="19656">
                  <c:v>0.28080324797168904</c:v>
                </c:pt>
                <c:pt idx="19657">
                  <c:v>0.28080423715338854</c:v>
                </c:pt>
                <c:pt idx="19658">
                  <c:v>0.28081938819230901</c:v>
                </c:pt>
                <c:pt idx="19659">
                  <c:v>0.28081942117691522</c:v>
                </c:pt>
                <c:pt idx="19660">
                  <c:v>0.28086597308026812</c:v>
                </c:pt>
                <c:pt idx="19661">
                  <c:v>0.28087225588023168</c:v>
                </c:pt>
                <c:pt idx="19662">
                  <c:v>0.28088535372134876</c:v>
                </c:pt>
                <c:pt idx="19663">
                  <c:v>0.28090018278469386</c:v>
                </c:pt>
                <c:pt idx="19664">
                  <c:v>0.28091658949292625</c:v>
                </c:pt>
                <c:pt idx="19665">
                  <c:v>0.2809515750420653</c:v>
                </c:pt>
                <c:pt idx="19666">
                  <c:v>0.2809965810072696</c:v>
                </c:pt>
                <c:pt idx="19667">
                  <c:v>0.28100567595450354</c:v>
                </c:pt>
                <c:pt idx="19668">
                  <c:v>0.28101995625812598</c:v>
                </c:pt>
                <c:pt idx="19669">
                  <c:v>0.2810502866136193</c:v>
                </c:pt>
                <c:pt idx="19670">
                  <c:v>0.2810672277872126</c:v>
                </c:pt>
                <c:pt idx="19671">
                  <c:v>0.28106732582561994</c:v>
                </c:pt>
                <c:pt idx="19672">
                  <c:v>0.28108065262660203</c:v>
                </c:pt>
                <c:pt idx="19673">
                  <c:v>0.28111603194377033</c:v>
                </c:pt>
                <c:pt idx="19674">
                  <c:v>0.28114744420283039</c:v>
                </c:pt>
                <c:pt idx="19675">
                  <c:v>0.28120521769493967</c:v>
                </c:pt>
                <c:pt idx="19676">
                  <c:v>0.28126404661773086</c:v>
                </c:pt>
                <c:pt idx="19677">
                  <c:v>0.28133021772824263</c:v>
                </c:pt>
                <c:pt idx="19678">
                  <c:v>0.28134514692603718</c:v>
                </c:pt>
                <c:pt idx="19679">
                  <c:v>0.28137546829519405</c:v>
                </c:pt>
                <c:pt idx="19680">
                  <c:v>0.28143287020635982</c:v>
                </c:pt>
                <c:pt idx="19681">
                  <c:v>0.28145609567250662</c:v>
                </c:pt>
                <c:pt idx="19682">
                  <c:v>0.2814736659511809</c:v>
                </c:pt>
                <c:pt idx="19683">
                  <c:v>0.2814919872644629</c:v>
                </c:pt>
                <c:pt idx="19684">
                  <c:v>0.28151150560039834</c:v>
                </c:pt>
                <c:pt idx="19685">
                  <c:v>0.28153196255983315</c:v>
                </c:pt>
                <c:pt idx="19686">
                  <c:v>0.28153877935493604</c:v>
                </c:pt>
                <c:pt idx="19687">
                  <c:v>0.28153901577691753</c:v>
                </c:pt>
                <c:pt idx="19688">
                  <c:v>0.28156391783283269</c:v>
                </c:pt>
                <c:pt idx="19689">
                  <c:v>0.28160456875686424</c:v>
                </c:pt>
                <c:pt idx="19690">
                  <c:v>0.28161581770255439</c:v>
                </c:pt>
                <c:pt idx="19691">
                  <c:v>0.28163564663731327</c:v>
                </c:pt>
                <c:pt idx="19692">
                  <c:v>0.28163603769885687</c:v>
                </c:pt>
                <c:pt idx="19693">
                  <c:v>0.28166519591722738</c:v>
                </c:pt>
                <c:pt idx="19694">
                  <c:v>0.28170722056681441</c:v>
                </c:pt>
                <c:pt idx="19695">
                  <c:v>0.28176888315318288</c:v>
                </c:pt>
                <c:pt idx="19696">
                  <c:v>0.28177569389342361</c:v>
                </c:pt>
                <c:pt idx="19697">
                  <c:v>0.28180077620455962</c:v>
                </c:pt>
                <c:pt idx="19698">
                  <c:v>0.28182880925000708</c:v>
                </c:pt>
                <c:pt idx="19699">
                  <c:v>0.28184803921857432</c:v>
                </c:pt>
                <c:pt idx="19700">
                  <c:v>0.28184882577001125</c:v>
                </c:pt>
                <c:pt idx="19701">
                  <c:v>0.28186121855809493</c:v>
                </c:pt>
                <c:pt idx="19702">
                  <c:v>0.28188309304305453</c:v>
                </c:pt>
                <c:pt idx="19703">
                  <c:v>0.28191572420488592</c:v>
                </c:pt>
                <c:pt idx="19704">
                  <c:v>0.28195197236484665</c:v>
                </c:pt>
                <c:pt idx="19705">
                  <c:v>0.28197846127366127</c:v>
                </c:pt>
                <c:pt idx="19706">
                  <c:v>0.28211969483343846</c:v>
                </c:pt>
                <c:pt idx="19707">
                  <c:v>0.28213398893184649</c:v>
                </c:pt>
                <c:pt idx="19708">
                  <c:v>0.2821480299587299</c:v>
                </c:pt>
                <c:pt idx="19709">
                  <c:v>0.28217039215175388</c:v>
                </c:pt>
                <c:pt idx="19710">
                  <c:v>0.28217722990690869</c:v>
                </c:pt>
                <c:pt idx="19711">
                  <c:v>0.28220218772400307</c:v>
                </c:pt>
                <c:pt idx="19712">
                  <c:v>0.28220538259043271</c:v>
                </c:pt>
                <c:pt idx="19713">
                  <c:v>0.28222424284962216</c:v>
                </c:pt>
                <c:pt idx="19714">
                  <c:v>0.28236566705912614</c:v>
                </c:pt>
                <c:pt idx="19715">
                  <c:v>0.28238109638175091</c:v>
                </c:pt>
                <c:pt idx="19716">
                  <c:v>0.28239281109228004</c:v>
                </c:pt>
                <c:pt idx="19717">
                  <c:v>0.28241553751262655</c:v>
                </c:pt>
                <c:pt idx="19718">
                  <c:v>0.28244381816626307</c:v>
                </c:pt>
                <c:pt idx="19719">
                  <c:v>0.2824456332574164</c:v>
                </c:pt>
                <c:pt idx="19720">
                  <c:v>0.28246054113556035</c:v>
                </c:pt>
                <c:pt idx="19721">
                  <c:v>0.28246666152259331</c:v>
                </c:pt>
                <c:pt idx="19722">
                  <c:v>0.28252402076463601</c:v>
                </c:pt>
                <c:pt idx="19723">
                  <c:v>0.28254154546413235</c:v>
                </c:pt>
                <c:pt idx="19724">
                  <c:v>0.2825703536334932</c:v>
                </c:pt>
                <c:pt idx="19725">
                  <c:v>0.28259314498018917</c:v>
                </c:pt>
                <c:pt idx="19726">
                  <c:v>0.28260133926423786</c:v>
                </c:pt>
                <c:pt idx="19727">
                  <c:v>0.28270851072140446</c:v>
                </c:pt>
                <c:pt idx="19728">
                  <c:v>0.28276338570577786</c:v>
                </c:pt>
                <c:pt idx="19729">
                  <c:v>0.28278911926730349</c:v>
                </c:pt>
                <c:pt idx="19730">
                  <c:v>0.28284949737127513</c:v>
                </c:pt>
                <c:pt idx="19731">
                  <c:v>0.28285108428342076</c:v>
                </c:pt>
                <c:pt idx="19732">
                  <c:v>0.28290399334458965</c:v>
                </c:pt>
                <c:pt idx="19733">
                  <c:v>0.28290558682238098</c:v>
                </c:pt>
                <c:pt idx="19734">
                  <c:v>0.2829103018106176</c:v>
                </c:pt>
                <c:pt idx="19735">
                  <c:v>0.28292166516010903</c:v>
                </c:pt>
                <c:pt idx="19736">
                  <c:v>0.28297975853745427</c:v>
                </c:pt>
                <c:pt idx="19737">
                  <c:v>0.28300085865624075</c:v>
                </c:pt>
                <c:pt idx="19738">
                  <c:v>0.28303478379161928</c:v>
                </c:pt>
                <c:pt idx="19739">
                  <c:v>0.28304187779010098</c:v>
                </c:pt>
                <c:pt idx="19740">
                  <c:v>0.28306840803770911</c:v>
                </c:pt>
                <c:pt idx="19741">
                  <c:v>0.28307749235715246</c:v>
                </c:pt>
                <c:pt idx="19742">
                  <c:v>0.28309802925793442</c:v>
                </c:pt>
                <c:pt idx="19743">
                  <c:v>0.28312048343266905</c:v>
                </c:pt>
                <c:pt idx="19744">
                  <c:v>0.28313733321823698</c:v>
                </c:pt>
                <c:pt idx="19745">
                  <c:v>0.28316499913076948</c:v>
                </c:pt>
                <c:pt idx="19746">
                  <c:v>0.28322245740977287</c:v>
                </c:pt>
                <c:pt idx="19747">
                  <c:v>0.28327448893420654</c:v>
                </c:pt>
                <c:pt idx="19748">
                  <c:v>0.28331745992981899</c:v>
                </c:pt>
                <c:pt idx="19749">
                  <c:v>0.28337864260617013</c:v>
                </c:pt>
                <c:pt idx="19750">
                  <c:v>0.28339677792052131</c:v>
                </c:pt>
                <c:pt idx="19751">
                  <c:v>0.28345438942734086</c:v>
                </c:pt>
                <c:pt idx="19752">
                  <c:v>0.28350519547806685</c:v>
                </c:pt>
                <c:pt idx="19753">
                  <c:v>0.28355371426759524</c:v>
                </c:pt>
                <c:pt idx="19754">
                  <c:v>0.28358256479989313</c:v>
                </c:pt>
                <c:pt idx="19755">
                  <c:v>0.28360409136286929</c:v>
                </c:pt>
                <c:pt idx="19756">
                  <c:v>0.28361730281037523</c:v>
                </c:pt>
                <c:pt idx="19757">
                  <c:v>0.28362541032396266</c:v>
                </c:pt>
                <c:pt idx="19758">
                  <c:v>0.28362616189454842</c:v>
                </c:pt>
                <c:pt idx="19759">
                  <c:v>0.28363224326121866</c:v>
                </c:pt>
                <c:pt idx="19760">
                  <c:v>0.28366634772243055</c:v>
                </c:pt>
                <c:pt idx="19761">
                  <c:v>0.28369094573012732</c:v>
                </c:pt>
                <c:pt idx="19762">
                  <c:v>0.28371762442481657</c:v>
                </c:pt>
                <c:pt idx="19763">
                  <c:v>0.28376174675393262</c:v>
                </c:pt>
                <c:pt idx="19764">
                  <c:v>0.28376936002211517</c:v>
                </c:pt>
                <c:pt idx="19765">
                  <c:v>0.28377709447043747</c:v>
                </c:pt>
                <c:pt idx="19766">
                  <c:v>0.28378584277278412</c:v>
                </c:pt>
                <c:pt idx="19767">
                  <c:v>0.28379709871653586</c:v>
                </c:pt>
                <c:pt idx="19768">
                  <c:v>0.28380512980921907</c:v>
                </c:pt>
                <c:pt idx="19769">
                  <c:v>0.28386593769450846</c:v>
                </c:pt>
                <c:pt idx="19770">
                  <c:v>0.28386943909326989</c:v>
                </c:pt>
                <c:pt idx="19771">
                  <c:v>0.28389772581807909</c:v>
                </c:pt>
                <c:pt idx="19772">
                  <c:v>0.28391567258698319</c:v>
                </c:pt>
                <c:pt idx="19773">
                  <c:v>0.28396156973087261</c:v>
                </c:pt>
                <c:pt idx="19774">
                  <c:v>0.28396289428287791</c:v>
                </c:pt>
                <c:pt idx="19775">
                  <c:v>0.28398431102171873</c:v>
                </c:pt>
                <c:pt idx="19776">
                  <c:v>0.28399551143523999</c:v>
                </c:pt>
                <c:pt idx="19777">
                  <c:v>0.28402376767314896</c:v>
                </c:pt>
                <c:pt idx="19778">
                  <c:v>0.28404601821614722</c:v>
                </c:pt>
                <c:pt idx="19779">
                  <c:v>0.28408649805053215</c:v>
                </c:pt>
                <c:pt idx="19780">
                  <c:v>0.28414562848100122</c:v>
                </c:pt>
                <c:pt idx="19781">
                  <c:v>0.28417244455866014</c:v>
                </c:pt>
                <c:pt idx="19782">
                  <c:v>0.28420731439241548</c:v>
                </c:pt>
                <c:pt idx="19783">
                  <c:v>0.28420895397523049</c:v>
                </c:pt>
                <c:pt idx="19784">
                  <c:v>0.28422033362391619</c:v>
                </c:pt>
                <c:pt idx="19785">
                  <c:v>0.28425862143644737</c:v>
                </c:pt>
                <c:pt idx="19786">
                  <c:v>0.28428766573970238</c:v>
                </c:pt>
                <c:pt idx="19787">
                  <c:v>0.2842998957666325</c:v>
                </c:pt>
                <c:pt idx="19788">
                  <c:v>0.28431287218264517</c:v>
                </c:pt>
                <c:pt idx="19789">
                  <c:v>0.28435724917763583</c:v>
                </c:pt>
                <c:pt idx="19790">
                  <c:v>0.28439273483238908</c:v>
                </c:pt>
                <c:pt idx="19791">
                  <c:v>0.28440581467496662</c:v>
                </c:pt>
                <c:pt idx="19792">
                  <c:v>0.28442824741020539</c:v>
                </c:pt>
                <c:pt idx="19793">
                  <c:v>0.2844466779312454</c:v>
                </c:pt>
                <c:pt idx="19794">
                  <c:v>0.28450364877562911</c:v>
                </c:pt>
                <c:pt idx="19795">
                  <c:v>0.28450836537959434</c:v>
                </c:pt>
                <c:pt idx="19796">
                  <c:v>0.28458382288045431</c:v>
                </c:pt>
                <c:pt idx="19797">
                  <c:v>0.28459117522996952</c:v>
                </c:pt>
                <c:pt idx="19798">
                  <c:v>0.28461927729890707</c:v>
                </c:pt>
                <c:pt idx="19799">
                  <c:v>0.28467146330146986</c:v>
                </c:pt>
                <c:pt idx="19800">
                  <c:v>0.28468385321017681</c:v>
                </c:pt>
                <c:pt idx="19801">
                  <c:v>0.28470269179318358</c:v>
                </c:pt>
                <c:pt idx="19802">
                  <c:v>0.28470537113285305</c:v>
                </c:pt>
                <c:pt idx="19803">
                  <c:v>0.28476591375100618</c:v>
                </c:pt>
                <c:pt idx="19804">
                  <c:v>0.28478113013852657</c:v>
                </c:pt>
                <c:pt idx="19805">
                  <c:v>0.2848203499176285</c:v>
                </c:pt>
                <c:pt idx="19806">
                  <c:v>0.28487498130372413</c:v>
                </c:pt>
                <c:pt idx="19807">
                  <c:v>0.28488897736738722</c:v>
                </c:pt>
                <c:pt idx="19808">
                  <c:v>0.28489120964346698</c:v>
                </c:pt>
                <c:pt idx="19809">
                  <c:v>0.28489739997697661</c:v>
                </c:pt>
                <c:pt idx="19810">
                  <c:v>0.28495790040392194</c:v>
                </c:pt>
                <c:pt idx="19811">
                  <c:v>0.28506042539666604</c:v>
                </c:pt>
                <c:pt idx="19812">
                  <c:v>0.28506360159565919</c:v>
                </c:pt>
                <c:pt idx="19813">
                  <c:v>0.28507910568214101</c:v>
                </c:pt>
                <c:pt idx="19814">
                  <c:v>0.28508183224151029</c:v>
                </c:pt>
                <c:pt idx="19815">
                  <c:v>0.28508634311415199</c:v>
                </c:pt>
                <c:pt idx="19816">
                  <c:v>0.28509682269627584</c:v>
                </c:pt>
                <c:pt idx="19817">
                  <c:v>0.28511111528815675</c:v>
                </c:pt>
                <c:pt idx="19818">
                  <c:v>0.28514387490326543</c:v>
                </c:pt>
                <c:pt idx="19819">
                  <c:v>0.2851459055859234</c:v>
                </c:pt>
                <c:pt idx="19820">
                  <c:v>0.28515963357351093</c:v>
                </c:pt>
                <c:pt idx="19821">
                  <c:v>0.28517088581110506</c:v>
                </c:pt>
                <c:pt idx="19822">
                  <c:v>0.28521007456048997</c:v>
                </c:pt>
                <c:pt idx="19823">
                  <c:v>0.28521696211876657</c:v>
                </c:pt>
                <c:pt idx="19824">
                  <c:v>0.28524361706334456</c:v>
                </c:pt>
                <c:pt idx="19825">
                  <c:v>0.28524693385229738</c:v>
                </c:pt>
                <c:pt idx="19826">
                  <c:v>0.28525354379143869</c:v>
                </c:pt>
                <c:pt idx="19827">
                  <c:v>0.28528853636664259</c:v>
                </c:pt>
                <c:pt idx="19828">
                  <c:v>0.28529623026384421</c:v>
                </c:pt>
                <c:pt idx="19829">
                  <c:v>0.28531343721823194</c:v>
                </c:pt>
                <c:pt idx="19830">
                  <c:v>0.28533795562464487</c:v>
                </c:pt>
                <c:pt idx="19831">
                  <c:v>0.28534426451415573</c:v>
                </c:pt>
                <c:pt idx="19832">
                  <c:v>0.28536258690773331</c:v>
                </c:pt>
                <c:pt idx="19833">
                  <c:v>0.28536517703733749</c:v>
                </c:pt>
                <c:pt idx="19834">
                  <c:v>0.28537383800087507</c:v>
                </c:pt>
                <c:pt idx="19835">
                  <c:v>0.28537685271061136</c:v>
                </c:pt>
                <c:pt idx="19836">
                  <c:v>0.28543024069822992</c:v>
                </c:pt>
                <c:pt idx="19837">
                  <c:v>0.285439502759613</c:v>
                </c:pt>
                <c:pt idx="19838">
                  <c:v>0.28550997654028953</c:v>
                </c:pt>
                <c:pt idx="19839">
                  <c:v>0.28554361294414932</c:v>
                </c:pt>
                <c:pt idx="19840">
                  <c:v>0.28562646556046228</c:v>
                </c:pt>
                <c:pt idx="19841">
                  <c:v>0.28566225369931791</c:v>
                </c:pt>
                <c:pt idx="19842">
                  <c:v>0.28567172257254031</c:v>
                </c:pt>
                <c:pt idx="19843">
                  <c:v>0.28567292059473964</c:v>
                </c:pt>
                <c:pt idx="19844">
                  <c:v>0.28568697891554101</c:v>
                </c:pt>
                <c:pt idx="19845">
                  <c:v>0.28570820179303569</c:v>
                </c:pt>
                <c:pt idx="19846">
                  <c:v>0.28575042869728873</c:v>
                </c:pt>
                <c:pt idx="19847">
                  <c:v>0.28576147895928516</c:v>
                </c:pt>
                <c:pt idx="19848">
                  <c:v>0.28576218196138553</c:v>
                </c:pt>
                <c:pt idx="19849">
                  <c:v>0.28576638646756281</c:v>
                </c:pt>
                <c:pt idx="19850">
                  <c:v>0.2857862724023339</c:v>
                </c:pt>
                <c:pt idx="19851">
                  <c:v>0.28578725306030422</c:v>
                </c:pt>
                <c:pt idx="19852">
                  <c:v>0.28579438472903074</c:v>
                </c:pt>
                <c:pt idx="19853">
                  <c:v>0.28580725960250103</c:v>
                </c:pt>
                <c:pt idx="19854">
                  <c:v>0.28586753340933685</c:v>
                </c:pt>
                <c:pt idx="19855">
                  <c:v>0.28588863676726783</c:v>
                </c:pt>
                <c:pt idx="19856">
                  <c:v>0.28590936909042935</c:v>
                </c:pt>
                <c:pt idx="19857">
                  <c:v>0.28591907258526827</c:v>
                </c:pt>
                <c:pt idx="19858">
                  <c:v>0.28593908808077434</c:v>
                </c:pt>
                <c:pt idx="19859">
                  <c:v>0.28596555494679621</c:v>
                </c:pt>
                <c:pt idx="19860">
                  <c:v>0.28597558474685225</c:v>
                </c:pt>
                <c:pt idx="19861">
                  <c:v>0.28597777681243336</c:v>
                </c:pt>
                <c:pt idx="19862">
                  <c:v>0.28600880038055188</c:v>
                </c:pt>
                <c:pt idx="19863">
                  <c:v>0.28609342533411591</c:v>
                </c:pt>
                <c:pt idx="19864">
                  <c:v>0.28612207996405503</c:v>
                </c:pt>
                <c:pt idx="19865">
                  <c:v>0.2861381328791272</c:v>
                </c:pt>
                <c:pt idx="19866">
                  <c:v>0.28614598954829529</c:v>
                </c:pt>
                <c:pt idx="19867">
                  <c:v>0.28615544994955699</c:v>
                </c:pt>
                <c:pt idx="19868">
                  <c:v>0.28617400994489001</c:v>
                </c:pt>
                <c:pt idx="19869">
                  <c:v>0.28621626041368425</c:v>
                </c:pt>
                <c:pt idx="19870">
                  <c:v>0.28622446020781001</c:v>
                </c:pt>
                <c:pt idx="19871">
                  <c:v>0.2862303369615668</c:v>
                </c:pt>
                <c:pt idx="19872">
                  <c:v>0.28624201222466977</c:v>
                </c:pt>
                <c:pt idx="19873">
                  <c:v>0.28626142505678398</c:v>
                </c:pt>
                <c:pt idx="19874">
                  <c:v>0.28626422734774992</c:v>
                </c:pt>
                <c:pt idx="19875">
                  <c:v>0.28626969384211598</c:v>
                </c:pt>
                <c:pt idx="19876">
                  <c:v>0.28632563859259619</c:v>
                </c:pt>
                <c:pt idx="19877">
                  <c:v>0.28634301604955675</c:v>
                </c:pt>
                <c:pt idx="19878">
                  <c:v>0.28637655994487804</c:v>
                </c:pt>
                <c:pt idx="19879">
                  <c:v>0.28638776581077874</c:v>
                </c:pt>
                <c:pt idx="19880">
                  <c:v>0.28639517110239104</c:v>
                </c:pt>
                <c:pt idx="19881">
                  <c:v>0.28640341670008851</c:v>
                </c:pt>
                <c:pt idx="19882">
                  <c:v>0.28640862089765268</c:v>
                </c:pt>
                <c:pt idx="19883">
                  <c:v>0.28641041165334907</c:v>
                </c:pt>
                <c:pt idx="19884">
                  <c:v>0.28642988234668276</c:v>
                </c:pt>
                <c:pt idx="19885">
                  <c:v>0.28653054227746744</c:v>
                </c:pt>
                <c:pt idx="19886">
                  <c:v>0.28659099537607186</c:v>
                </c:pt>
                <c:pt idx="19887">
                  <c:v>0.28661920705024008</c:v>
                </c:pt>
                <c:pt idx="19888">
                  <c:v>0.28663345668074602</c:v>
                </c:pt>
                <c:pt idx="19889">
                  <c:v>0.2866646086330249</c:v>
                </c:pt>
                <c:pt idx="19890">
                  <c:v>0.28671157496149496</c:v>
                </c:pt>
                <c:pt idx="19891">
                  <c:v>0.28674328943977789</c:v>
                </c:pt>
                <c:pt idx="19892">
                  <c:v>0.28685960374052544</c:v>
                </c:pt>
                <c:pt idx="19893">
                  <c:v>0.28690276171465884</c:v>
                </c:pt>
                <c:pt idx="19894">
                  <c:v>0.28699932490600921</c:v>
                </c:pt>
                <c:pt idx="19895">
                  <c:v>0.28700736348117284</c:v>
                </c:pt>
                <c:pt idx="19896">
                  <c:v>0.28704756238617701</c:v>
                </c:pt>
                <c:pt idx="19897">
                  <c:v>0.28704923783835484</c:v>
                </c:pt>
                <c:pt idx="19898">
                  <c:v>0.28707740466142861</c:v>
                </c:pt>
                <c:pt idx="19899">
                  <c:v>0.28711327064120046</c:v>
                </c:pt>
                <c:pt idx="19900">
                  <c:v>0.28713984023487638</c:v>
                </c:pt>
                <c:pt idx="19901">
                  <c:v>0.28717624533760278</c:v>
                </c:pt>
                <c:pt idx="19902">
                  <c:v>0.28726780645532518</c:v>
                </c:pt>
                <c:pt idx="19903">
                  <c:v>0.28730856850297187</c:v>
                </c:pt>
                <c:pt idx="19904">
                  <c:v>0.28731983921028209</c:v>
                </c:pt>
                <c:pt idx="19905">
                  <c:v>0.28734910524155349</c:v>
                </c:pt>
                <c:pt idx="19906">
                  <c:v>0.28739417940027234</c:v>
                </c:pt>
                <c:pt idx="19907">
                  <c:v>0.2875254383382887</c:v>
                </c:pt>
                <c:pt idx="19908">
                  <c:v>0.28755162978091448</c:v>
                </c:pt>
                <c:pt idx="19909">
                  <c:v>0.28757731557549404</c:v>
                </c:pt>
                <c:pt idx="19910">
                  <c:v>0.28757768729952693</c:v>
                </c:pt>
                <c:pt idx="19911">
                  <c:v>0.28758484381769567</c:v>
                </c:pt>
                <c:pt idx="19912">
                  <c:v>0.28769513965056459</c:v>
                </c:pt>
                <c:pt idx="19913">
                  <c:v>0.28771279545648099</c:v>
                </c:pt>
                <c:pt idx="19914">
                  <c:v>0.28773615963682447</c:v>
                </c:pt>
                <c:pt idx="19915">
                  <c:v>0.28773866003589399</c:v>
                </c:pt>
                <c:pt idx="19916">
                  <c:v>0.28778025425310233</c:v>
                </c:pt>
                <c:pt idx="19917">
                  <c:v>0.28780506064413514</c:v>
                </c:pt>
                <c:pt idx="19918">
                  <c:v>0.28788140540658735</c:v>
                </c:pt>
                <c:pt idx="19919">
                  <c:v>0.28788282800826731</c:v>
                </c:pt>
                <c:pt idx="19920">
                  <c:v>0.28791612841612896</c:v>
                </c:pt>
                <c:pt idx="19921">
                  <c:v>0.28796183366601663</c:v>
                </c:pt>
                <c:pt idx="19922">
                  <c:v>0.28796801785971227</c:v>
                </c:pt>
                <c:pt idx="19923">
                  <c:v>0.28798001474567697</c:v>
                </c:pt>
                <c:pt idx="19924">
                  <c:v>0.28798234347543017</c:v>
                </c:pt>
                <c:pt idx="19925">
                  <c:v>0.2879961224623025</c:v>
                </c:pt>
                <c:pt idx="19926">
                  <c:v>0.28799853694784378</c:v>
                </c:pt>
                <c:pt idx="19927">
                  <c:v>0.28803949847414545</c:v>
                </c:pt>
                <c:pt idx="19928">
                  <c:v>0.28809451629038679</c:v>
                </c:pt>
                <c:pt idx="19929">
                  <c:v>0.28811973721347356</c:v>
                </c:pt>
                <c:pt idx="19930">
                  <c:v>0.28814000870522427</c:v>
                </c:pt>
                <c:pt idx="19931">
                  <c:v>0.28816328749701681</c:v>
                </c:pt>
                <c:pt idx="19932">
                  <c:v>0.28819805870599063</c:v>
                </c:pt>
                <c:pt idx="19933">
                  <c:v>0.28822662257634341</c:v>
                </c:pt>
                <c:pt idx="19934">
                  <c:v>0.28825829156846627</c:v>
                </c:pt>
                <c:pt idx="19935">
                  <c:v>0.28827099337694728</c:v>
                </c:pt>
                <c:pt idx="19936">
                  <c:v>0.28829089135347952</c:v>
                </c:pt>
                <c:pt idx="19937">
                  <c:v>0.28830268593165048</c:v>
                </c:pt>
                <c:pt idx="19938">
                  <c:v>0.28836410307473498</c:v>
                </c:pt>
                <c:pt idx="19939">
                  <c:v>0.28839504863626697</c:v>
                </c:pt>
                <c:pt idx="19940">
                  <c:v>0.28840888623678113</c:v>
                </c:pt>
                <c:pt idx="19941">
                  <c:v>0.28853255292716018</c:v>
                </c:pt>
                <c:pt idx="19942">
                  <c:v>0.288589541859957</c:v>
                </c:pt>
                <c:pt idx="19943">
                  <c:v>0.28867022595122299</c:v>
                </c:pt>
                <c:pt idx="19944">
                  <c:v>0.28873907534575916</c:v>
                </c:pt>
                <c:pt idx="19945">
                  <c:v>0.28874980212090118</c:v>
                </c:pt>
                <c:pt idx="19946">
                  <c:v>0.28875364796777986</c:v>
                </c:pt>
                <c:pt idx="19947">
                  <c:v>0.2887882914841981</c:v>
                </c:pt>
                <c:pt idx="19948">
                  <c:v>0.28882623036973626</c:v>
                </c:pt>
                <c:pt idx="19949">
                  <c:v>0.2888523735551744</c:v>
                </c:pt>
                <c:pt idx="19950">
                  <c:v>0.28886212429274494</c:v>
                </c:pt>
                <c:pt idx="19951">
                  <c:v>0.28889495836680285</c:v>
                </c:pt>
                <c:pt idx="19952">
                  <c:v>0.28889551020204657</c:v>
                </c:pt>
                <c:pt idx="19953">
                  <c:v>0.2888962116944761</c:v>
                </c:pt>
                <c:pt idx="19954">
                  <c:v>0.28891374142405724</c:v>
                </c:pt>
                <c:pt idx="19955">
                  <c:v>0.28892623180110322</c:v>
                </c:pt>
                <c:pt idx="19956">
                  <c:v>0.28893085922542128</c:v>
                </c:pt>
                <c:pt idx="19957">
                  <c:v>0.28894524742006727</c:v>
                </c:pt>
                <c:pt idx="19958">
                  <c:v>0.28895337810394583</c:v>
                </c:pt>
                <c:pt idx="19959">
                  <c:v>0.28898044174657328</c:v>
                </c:pt>
                <c:pt idx="19960">
                  <c:v>0.28900079677923679</c:v>
                </c:pt>
                <c:pt idx="19961">
                  <c:v>0.2890022773262822</c:v>
                </c:pt>
                <c:pt idx="19962">
                  <c:v>0.28900576592312716</c:v>
                </c:pt>
                <c:pt idx="19963">
                  <c:v>0.28900791724719471</c:v>
                </c:pt>
                <c:pt idx="19964">
                  <c:v>0.28902380043008313</c:v>
                </c:pt>
                <c:pt idx="19965">
                  <c:v>0.28904956057502285</c:v>
                </c:pt>
                <c:pt idx="19966">
                  <c:v>0.28905301825210583</c:v>
                </c:pt>
                <c:pt idx="19967">
                  <c:v>0.28908351639753554</c:v>
                </c:pt>
                <c:pt idx="19968">
                  <c:v>0.28908900055358389</c:v>
                </c:pt>
                <c:pt idx="19969">
                  <c:v>0.28909686587188749</c:v>
                </c:pt>
                <c:pt idx="19970">
                  <c:v>0.28911629614615819</c:v>
                </c:pt>
                <c:pt idx="19971">
                  <c:v>0.28913309629942074</c:v>
                </c:pt>
                <c:pt idx="19972">
                  <c:v>0.28915845544861024</c:v>
                </c:pt>
                <c:pt idx="19973">
                  <c:v>0.28916232764613325</c:v>
                </c:pt>
                <c:pt idx="19974">
                  <c:v>0.28916793562216481</c:v>
                </c:pt>
                <c:pt idx="19975">
                  <c:v>0.28918884496910569</c:v>
                </c:pt>
                <c:pt idx="19976">
                  <c:v>0.2892101584744558</c:v>
                </c:pt>
                <c:pt idx="19977">
                  <c:v>0.28926302700615614</c:v>
                </c:pt>
                <c:pt idx="19978">
                  <c:v>0.28933154345919071</c:v>
                </c:pt>
                <c:pt idx="19979">
                  <c:v>0.28933485017730426</c:v>
                </c:pt>
                <c:pt idx="19980">
                  <c:v>0.28935225304857848</c:v>
                </c:pt>
                <c:pt idx="19981">
                  <c:v>0.28938562820337621</c:v>
                </c:pt>
                <c:pt idx="19982">
                  <c:v>0.28946692332471202</c:v>
                </c:pt>
                <c:pt idx="19983">
                  <c:v>0.28948682806636095</c:v>
                </c:pt>
                <c:pt idx="19984">
                  <c:v>0.28950733917602312</c:v>
                </c:pt>
                <c:pt idx="19985">
                  <c:v>0.28952920183805597</c:v>
                </c:pt>
                <c:pt idx="19986">
                  <c:v>0.2895735936862659</c:v>
                </c:pt>
                <c:pt idx="19987">
                  <c:v>0.2895848653076708</c:v>
                </c:pt>
                <c:pt idx="19988">
                  <c:v>0.28961790050202796</c:v>
                </c:pt>
                <c:pt idx="19989">
                  <c:v>0.28962268894201681</c:v>
                </c:pt>
                <c:pt idx="19990">
                  <c:v>0.28967117995118269</c:v>
                </c:pt>
                <c:pt idx="19991">
                  <c:v>0.28969415663898684</c:v>
                </c:pt>
                <c:pt idx="19992">
                  <c:v>0.28969484903337583</c:v>
                </c:pt>
                <c:pt idx="19993">
                  <c:v>0.28974128802635313</c:v>
                </c:pt>
                <c:pt idx="19994">
                  <c:v>0.28974442765154546</c:v>
                </c:pt>
                <c:pt idx="19995">
                  <c:v>0.28974993374774632</c:v>
                </c:pt>
                <c:pt idx="19996">
                  <c:v>0.2897608091616834</c:v>
                </c:pt>
                <c:pt idx="19997">
                  <c:v>0.28976247790494092</c:v>
                </c:pt>
                <c:pt idx="19998">
                  <c:v>0.28978030940963195</c:v>
                </c:pt>
                <c:pt idx="19999">
                  <c:v>0.28986069853031243</c:v>
                </c:pt>
                <c:pt idx="20000">
                  <c:v>0.28990382189530262</c:v>
                </c:pt>
                <c:pt idx="20001">
                  <c:v>0.28992028426874217</c:v>
                </c:pt>
                <c:pt idx="20002">
                  <c:v>0.28995212322783265</c:v>
                </c:pt>
                <c:pt idx="20003">
                  <c:v>0.28996045391094677</c:v>
                </c:pt>
                <c:pt idx="20004">
                  <c:v>0.28997303514749573</c:v>
                </c:pt>
                <c:pt idx="20005">
                  <c:v>0.28999722471781625</c:v>
                </c:pt>
                <c:pt idx="20006">
                  <c:v>0.2900292394731292</c:v>
                </c:pt>
                <c:pt idx="20007">
                  <c:v>0.2900331428268752</c:v>
                </c:pt>
                <c:pt idx="20008">
                  <c:v>0.29008465715401621</c:v>
                </c:pt>
                <c:pt idx="20009">
                  <c:v>0.29013970661711797</c:v>
                </c:pt>
                <c:pt idx="20010">
                  <c:v>0.29015494954292992</c:v>
                </c:pt>
                <c:pt idx="20011">
                  <c:v>0.29018409237493648</c:v>
                </c:pt>
                <c:pt idx="20012">
                  <c:v>0.29018671089807735</c:v>
                </c:pt>
                <c:pt idx="20013">
                  <c:v>0.29023634516785557</c:v>
                </c:pt>
                <c:pt idx="20014">
                  <c:v>0.29028819522763993</c:v>
                </c:pt>
                <c:pt idx="20015">
                  <c:v>0.29031461504723927</c:v>
                </c:pt>
                <c:pt idx="20016">
                  <c:v>0.29036320257165804</c:v>
                </c:pt>
                <c:pt idx="20017">
                  <c:v>0.2903811160476894</c:v>
                </c:pt>
                <c:pt idx="20018">
                  <c:v>0.29040733108087924</c:v>
                </c:pt>
                <c:pt idx="20019">
                  <c:v>0.29040853152772095</c:v>
                </c:pt>
                <c:pt idx="20020">
                  <c:v>0.29048892724309172</c:v>
                </c:pt>
                <c:pt idx="20021">
                  <c:v>0.29049286891313736</c:v>
                </c:pt>
                <c:pt idx="20022">
                  <c:v>0.2905103178649483</c:v>
                </c:pt>
                <c:pt idx="20023">
                  <c:v>0.29051778212324125</c:v>
                </c:pt>
                <c:pt idx="20024">
                  <c:v>0.29054724952617733</c:v>
                </c:pt>
                <c:pt idx="20025">
                  <c:v>0.29057759200633515</c:v>
                </c:pt>
                <c:pt idx="20026">
                  <c:v>0.29060018766228302</c:v>
                </c:pt>
                <c:pt idx="20027">
                  <c:v>0.29063995025263401</c:v>
                </c:pt>
                <c:pt idx="20028">
                  <c:v>0.29065603011181429</c:v>
                </c:pt>
                <c:pt idx="20029">
                  <c:v>0.29069334535419028</c:v>
                </c:pt>
                <c:pt idx="20030">
                  <c:v>0.29071265101971266</c:v>
                </c:pt>
                <c:pt idx="20031">
                  <c:v>0.29072006915290433</c:v>
                </c:pt>
                <c:pt idx="20032">
                  <c:v>0.29073045620228577</c:v>
                </c:pt>
                <c:pt idx="20033">
                  <c:v>0.2907509324720588</c:v>
                </c:pt>
                <c:pt idx="20034">
                  <c:v>0.29076291018266415</c:v>
                </c:pt>
                <c:pt idx="20035">
                  <c:v>0.29078187823041962</c:v>
                </c:pt>
                <c:pt idx="20036">
                  <c:v>0.29078843720195308</c:v>
                </c:pt>
                <c:pt idx="20037">
                  <c:v>0.29079120869630154</c:v>
                </c:pt>
                <c:pt idx="20038">
                  <c:v>0.29080178350536362</c:v>
                </c:pt>
                <c:pt idx="20039">
                  <c:v>0.29081811533616286</c:v>
                </c:pt>
                <c:pt idx="20040">
                  <c:v>0.29082047048852272</c:v>
                </c:pt>
                <c:pt idx="20041">
                  <c:v>0.29082227298137497</c:v>
                </c:pt>
                <c:pt idx="20042">
                  <c:v>0.29084925545449186</c:v>
                </c:pt>
                <c:pt idx="20043">
                  <c:v>0.29085707006003025</c:v>
                </c:pt>
                <c:pt idx="20044">
                  <c:v>0.2908621507895533</c:v>
                </c:pt>
                <c:pt idx="20045">
                  <c:v>0.29086218043211909</c:v>
                </c:pt>
                <c:pt idx="20046">
                  <c:v>0.29086878465023314</c:v>
                </c:pt>
                <c:pt idx="20047">
                  <c:v>0.29095317803276893</c:v>
                </c:pt>
                <c:pt idx="20048">
                  <c:v>0.29095526033154145</c:v>
                </c:pt>
                <c:pt idx="20049">
                  <c:v>0.29097715686247777</c:v>
                </c:pt>
                <c:pt idx="20050">
                  <c:v>0.29100909930788477</c:v>
                </c:pt>
                <c:pt idx="20051">
                  <c:v>0.29114338270944518</c:v>
                </c:pt>
                <c:pt idx="20052">
                  <c:v>0.29119430322512346</c:v>
                </c:pt>
                <c:pt idx="20053">
                  <c:v>0.29121861237030461</c:v>
                </c:pt>
                <c:pt idx="20054">
                  <c:v>0.29122649748759483</c:v>
                </c:pt>
                <c:pt idx="20055">
                  <c:v>0.29124631302973775</c:v>
                </c:pt>
                <c:pt idx="20056">
                  <c:v>0.29135573448311541</c:v>
                </c:pt>
                <c:pt idx="20057">
                  <c:v>0.29136384956262407</c:v>
                </c:pt>
                <c:pt idx="20058">
                  <c:v>0.29142829397014663</c:v>
                </c:pt>
                <c:pt idx="20059">
                  <c:v>0.29144303857907056</c:v>
                </c:pt>
                <c:pt idx="20060">
                  <c:v>0.29144426597231521</c:v>
                </c:pt>
                <c:pt idx="20061">
                  <c:v>0.29151952796191166</c:v>
                </c:pt>
                <c:pt idx="20062">
                  <c:v>0.2915298799863158</c:v>
                </c:pt>
                <c:pt idx="20063">
                  <c:v>0.29154892290400325</c:v>
                </c:pt>
                <c:pt idx="20064">
                  <c:v>0.29156671613674984</c:v>
                </c:pt>
                <c:pt idx="20065">
                  <c:v>0.29160547187147096</c:v>
                </c:pt>
                <c:pt idx="20066">
                  <c:v>0.29161214704009109</c:v>
                </c:pt>
                <c:pt idx="20067">
                  <c:v>0.29170447015713502</c:v>
                </c:pt>
                <c:pt idx="20068">
                  <c:v>0.29171083158010686</c:v>
                </c:pt>
                <c:pt idx="20069">
                  <c:v>0.29171444181179346</c:v>
                </c:pt>
                <c:pt idx="20070">
                  <c:v>0.29174353979343837</c:v>
                </c:pt>
                <c:pt idx="20071">
                  <c:v>0.29174573217609989</c:v>
                </c:pt>
                <c:pt idx="20072">
                  <c:v>0.29176753442575354</c:v>
                </c:pt>
                <c:pt idx="20073">
                  <c:v>0.29177152690819774</c:v>
                </c:pt>
                <c:pt idx="20074">
                  <c:v>0.29177689093760539</c:v>
                </c:pt>
                <c:pt idx="20075">
                  <c:v>0.29179488738850129</c:v>
                </c:pt>
                <c:pt idx="20076">
                  <c:v>0.29184877966601364</c:v>
                </c:pt>
                <c:pt idx="20077">
                  <c:v>0.29188257057593059</c:v>
                </c:pt>
                <c:pt idx="20078">
                  <c:v>0.29189585571609894</c:v>
                </c:pt>
                <c:pt idx="20079">
                  <c:v>0.29195434100665041</c:v>
                </c:pt>
                <c:pt idx="20080">
                  <c:v>0.2919790373896734</c:v>
                </c:pt>
                <c:pt idx="20081">
                  <c:v>0.2920217869435292</c:v>
                </c:pt>
                <c:pt idx="20082">
                  <c:v>0.29204542662666572</c:v>
                </c:pt>
                <c:pt idx="20083">
                  <c:v>0.29206964878989827</c:v>
                </c:pt>
                <c:pt idx="20084">
                  <c:v>0.29207980232720071</c:v>
                </c:pt>
                <c:pt idx="20085">
                  <c:v>0.29208691343208004</c:v>
                </c:pt>
                <c:pt idx="20086">
                  <c:v>0.29209446439939585</c:v>
                </c:pt>
                <c:pt idx="20087">
                  <c:v>0.29212216489627696</c:v>
                </c:pt>
                <c:pt idx="20088">
                  <c:v>0.29215301242124037</c:v>
                </c:pt>
                <c:pt idx="20089">
                  <c:v>0.29220302027103584</c:v>
                </c:pt>
                <c:pt idx="20090">
                  <c:v>0.29224426484067928</c:v>
                </c:pt>
                <c:pt idx="20091">
                  <c:v>0.29226753063780581</c:v>
                </c:pt>
                <c:pt idx="20092">
                  <c:v>0.29233280678036139</c:v>
                </c:pt>
                <c:pt idx="20093">
                  <c:v>0.29241378597591233</c:v>
                </c:pt>
                <c:pt idx="20094">
                  <c:v>0.29242601616434843</c:v>
                </c:pt>
                <c:pt idx="20095">
                  <c:v>0.29245921860043095</c:v>
                </c:pt>
                <c:pt idx="20096">
                  <c:v>0.29246113708451588</c:v>
                </c:pt>
                <c:pt idx="20097">
                  <c:v>0.29249097540222158</c:v>
                </c:pt>
                <c:pt idx="20098">
                  <c:v>0.29261263548001049</c:v>
                </c:pt>
                <c:pt idx="20099">
                  <c:v>0.29263030001995144</c:v>
                </c:pt>
                <c:pt idx="20100">
                  <c:v>0.29264942430754304</c:v>
                </c:pt>
                <c:pt idx="20101">
                  <c:v>0.29266873900741308</c:v>
                </c:pt>
                <c:pt idx="20102">
                  <c:v>0.29270416198670762</c:v>
                </c:pt>
                <c:pt idx="20103">
                  <c:v>0.29272523831832564</c:v>
                </c:pt>
                <c:pt idx="20104">
                  <c:v>0.2927282649227424</c:v>
                </c:pt>
                <c:pt idx="20105">
                  <c:v>0.29272835835323546</c:v>
                </c:pt>
                <c:pt idx="20106">
                  <c:v>0.29274445865925652</c:v>
                </c:pt>
                <c:pt idx="20107">
                  <c:v>0.29287408086697087</c:v>
                </c:pt>
                <c:pt idx="20108">
                  <c:v>0.29288044343833802</c:v>
                </c:pt>
                <c:pt idx="20109">
                  <c:v>0.29291272940065566</c:v>
                </c:pt>
                <c:pt idx="20110">
                  <c:v>0.29292231416989079</c:v>
                </c:pt>
                <c:pt idx="20111">
                  <c:v>0.29292825287476965</c:v>
                </c:pt>
                <c:pt idx="20112">
                  <c:v>0.29295735770784131</c:v>
                </c:pt>
                <c:pt idx="20113">
                  <c:v>0.29300704533546434</c:v>
                </c:pt>
                <c:pt idx="20114">
                  <c:v>0.29304499991324379</c:v>
                </c:pt>
                <c:pt idx="20115">
                  <c:v>0.29306572296148187</c:v>
                </c:pt>
                <c:pt idx="20116">
                  <c:v>0.29307002464743609</c:v>
                </c:pt>
                <c:pt idx="20117">
                  <c:v>0.29308115622444975</c:v>
                </c:pt>
                <c:pt idx="20118">
                  <c:v>0.29308323104813749</c:v>
                </c:pt>
                <c:pt idx="20119">
                  <c:v>0.2931105899789801</c:v>
                </c:pt>
                <c:pt idx="20120">
                  <c:v>0.29311698376705458</c:v>
                </c:pt>
                <c:pt idx="20121">
                  <c:v>0.29312306164459162</c:v>
                </c:pt>
                <c:pt idx="20122">
                  <c:v>0.29314354363470668</c:v>
                </c:pt>
                <c:pt idx="20123">
                  <c:v>0.29315671900365692</c:v>
                </c:pt>
                <c:pt idx="20124">
                  <c:v>0.29316304914386843</c:v>
                </c:pt>
                <c:pt idx="20125">
                  <c:v>0.29316655210252679</c:v>
                </c:pt>
                <c:pt idx="20126">
                  <c:v>0.2931971879763085</c:v>
                </c:pt>
                <c:pt idx="20127">
                  <c:v>0.29320028907770379</c:v>
                </c:pt>
                <c:pt idx="20128">
                  <c:v>0.29321377472762389</c:v>
                </c:pt>
                <c:pt idx="20129">
                  <c:v>0.29328874891594725</c:v>
                </c:pt>
                <c:pt idx="20130">
                  <c:v>0.29331027277083571</c:v>
                </c:pt>
                <c:pt idx="20131">
                  <c:v>0.29334997936128804</c:v>
                </c:pt>
                <c:pt idx="20132">
                  <c:v>0.29338122670223299</c:v>
                </c:pt>
                <c:pt idx="20133">
                  <c:v>0.29340436773380796</c:v>
                </c:pt>
                <c:pt idx="20134">
                  <c:v>0.29341643975408083</c:v>
                </c:pt>
                <c:pt idx="20135">
                  <c:v>0.29341843507441989</c:v>
                </c:pt>
                <c:pt idx="20136">
                  <c:v>0.29342910203371109</c:v>
                </c:pt>
                <c:pt idx="20137">
                  <c:v>0.29344049404759776</c:v>
                </c:pt>
                <c:pt idx="20138">
                  <c:v>0.29344410127728587</c:v>
                </c:pt>
                <c:pt idx="20139">
                  <c:v>0.293459153015317</c:v>
                </c:pt>
                <c:pt idx="20140">
                  <c:v>0.2934668290183956</c:v>
                </c:pt>
                <c:pt idx="20141">
                  <c:v>0.29346835659545883</c:v>
                </c:pt>
                <c:pt idx="20142">
                  <c:v>0.29349403259886275</c:v>
                </c:pt>
                <c:pt idx="20143">
                  <c:v>0.29354550946423452</c:v>
                </c:pt>
                <c:pt idx="20144">
                  <c:v>0.29356827275066166</c:v>
                </c:pt>
                <c:pt idx="20145">
                  <c:v>0.29357241249198252</c:v>
                </c:pt>
                <c:pt idx="20146">
                  <c:v>0.2935731561845647</c:v>
                </c:pt>
                <c:pt idx="20147">
                  <c:v>0.29361937425268886</c:v>
                </c:pt>
                <c:pt idx="20148">
                  <c:v>0.29373993256551523</c:v>
                </c:pt>
                <c:pt idx="20149">
                  <c:v>0.29379350506308727</c:v>
                </c:pt>
                <c:pt idx="20150">
                  <c:v>0.29380816239258889</c:v>
                </c:pt>
                <c:pt idx="20151">
                  <c:v>0.29384463356886975</c:v>
                </c:pt>
                <c:pt idx="20152">
                  <c:v>0.29391272687941083</c:v>
                </c:pt>
                <c:pt idx="20153">
                  <c:v>0.29394291548450985</c:v>
                </c:pt>
                <c:pt idx="20154">
                  <c:v>0.29397615249951065</c:v>
                </c:pt>
                <c:pt idx="20155">
                  <c:v>0.29398625212435114</c:v>
                </c:pt>
                <c:pt idx="20156">
                  <c:v>0.2939908638729104</c:v>
                </c:pt>
                <c:pt idx="20157">
                  <c:v>0.29399787729625837</c:v>
                </c:pt>
                <c:pt idx="20158">
                  <c:v>0.29400107817506044</c:v>
                </c:pt>
                <c:pt idx="20159">
                  <c:v>0.29403666741931522</c:v>
                </c:pt>
                <c:pt idx="20160">
                  <c:v>0.29407801320900817</c:v>
                </c:pt>
                <c:pt idx="20161">
                  <c:v>0.29409118752337438</c:v>
                </c:pt>
                <c:pt idx="20162">
                  <c:v>0.29411420579524283</c:v>
                </c:pt>
                <c:pt idx="20163">
                  <c:v>0.29412165715422828</c:v>
                </c:pt>
                <c:pt idx="20164">
                  <c:v>0.29413468220057515</c:v>
                </c:pt>
                <c:pt idx="20165">
                  <c:v>0.29415301658634524</c:v>
                </c:pt>
                <c:pt idx="20166">
                  <c:v>0.29416790959152217</c:v>
                </c:pt>
                <c:pt idx="20167">
                  <c:v>0.29422520431674071</c:v>
                </c:pt>
                <c:pt idx="20168">
                  <c:v>0.29423798563042031</c:v>
                </c:pt>
                <c:pt idx="20169">
                  <c:v>0.29429231476598056</c:v>
                </c:pt>
                <c:pt idx="20170">
                  <c:v>0.29439477089843724</c:v>
                </c:pt>
                <c:pt idx="20171">
                  <c:v>0.29443799909024038</c:v>
                </c:pt>
                <c:pt idx="20172">
                  <c:v>0.29444320178526528</c:v>
                </c:pt>
                <c:pt idx="20173">
                  <c:v>0.29446444850204245</c:v>
                </c:pt>
                <c:pt idx="20174">
                  <c:v>0.29446712278070675</c:v>
                </c:pt>
                <c:pt idx="20175">
                  <c:v>0.29450567566194596</c:v>
                </c:pt>
                <c:pt idx="20176">
                  <c:v>0.29456857859882568</c:v>
                </c:pt>
                <c:pt idx="20177">
                  <c:v>0.29458798643194384</c:v>
                </c:pt>
                <c:pt idx="20178">
                  <c:v>0.29473020333870642</c:v>
                </c:pt>
                <c:pt idx="20179">
                  <c:v>0.29480268922087294</c:v>
                </c:pt>
                <c:pt idx="20180">
                  <c:v>0.29482531975181064</c:v>
                </c:pt>
                <c:pt idx="20181">
                  <c:v>0.29483636067137853</c:v>
                </c:pt>
                <c:pt idx="20182">
                  <c:v>0.29484707743827632</c:v>
                </c:pt>
                <c:pt idx="20183">
                  <c:v>0.29486263786036498</c:v>
                </c:pt>
                <c:pt idx="20184">
                  <c:v>0.29486578136955349</c:v>
                </c:pt>
                <c:pt idx="20185">
                  <c:v>0.29494876109371237</c:v>
                </c:pt>
                <c:pt idx="20186">
                  <c:v>0.29495927359289853</c:v>
                </c:pt>
                <c:pt idx="20187">
                  <c:v>0.29496136654517091</c:v>
                </c:pt>
                <c:pt idx="20188">
                  <c:v>0.29496615714956909</c:v>
                </c:pt>
                <c:pt idx="20189">
                  <c:v>0.29497331236384527</c:v>
                </c:pt>
                <c:pt idx="20190">
                  <c:v>0.29500881694437447</c:v>
                </c:pt>
                <c:pt idx="20191">
                  <c:v>0.29501119699690292</c:v>
                </c:pt>
                <c:pt idx="20192">
                  <c:v>0.29502561285598494</c:v>
                </c:pt>
                <c:pt idx="20193">
                  <c:v>0.29506043633441281</c:v>
                </c:pt>
                <c:pt idx="20194">
                  <c:v>0.29506330604982911</c:v>
                </c:pt>
                <c:pt idx="20195">
                  <c:v>0.29510031870925235</c:v>
                </c:pt>
                <c:pt idx="20196">
                  <c:v>0.29514453671869056</c:v>
                </c:pt>
                <c:pt idx="20197">
                  <c:v>0.29517390893917994</c:v>
                </c:pt>
                <c:pt idx="20198">
                  <c:v>0.29520634684067282</c:v>
                </c:pt>
                <c:pt idx="20199">
                  <c:v>0.29521509654787031</c:v>
                </c:pt>
                <c:pt idx="20200">
                  <c:v>0.29526122362562579</c:v>
                </c:pt>
                <c:pt idx="20201">
                  <c:v>0.29529611294006014</c:v>
                </c:pt>
                <c:pt idx="20202">
                  <c:v>0.29530313622529075</c:v>
                </c:pt>
                <c:pt idx="20203">
                  <c:v>0.29531873648457524</c:v>
                </c:pt>
                <c:pt idx="20204">
                  <c:v>0.29538822894995997</c:v>
                </c:pt>
                <c:pt idx="20205">
                  <c:v>0.29541150604837269</c:v>
                </c:pt>
                <c:pt idx="20206">
                  <c:v>0.29542390192173101</c:v>
                </c:pt>
                <c:pt idx="20207">
                  <c:v>0.29544513347327728</c:v>
                </c:pt>
                <c:pt idx="20208">
                  <c:v>0.29564615758184448</c:v>
                </c:pt>
                <c:pt idx="20209">
                  <c:v>0.29564827613836964</c:v>
                </c:pt>
                <c:pt idx="20210">
                  <c:v>0.29565940890852233</c:v>
                </c:pt>
                <c:pt idx="20211">
                  <c:v>0.2957156225673323</c:v>
                </c:pt>
                <c:pt idx="20212">
                  <c:v>0.29571702813051953</c:v>
                </c:pt>
                <c:pt idx="20213">
                  <c:v>0.29574743022146815</c:v>
                </c:pt>
                <c:pt idx="20214">
                  <c:v>0.29576896957761767</c:v>
                </c:pt>
                <c:pt idx="20215">
                  <c:v>0.29577106945194304</c:v>
                </c:pt>
                <c:pt idx="20216">
                  <c:v>0.29579103811382784</c:v>
                </c:pt>
                <c:pt idx="20217">
                  <c:v>0.2958207705559045</c:v>
                </c:pt>
                <c:pt idx="20218">
                  <c:v>0.29583001850319518</c:v>
                </c:pt>
                <c:pt idx="20219">
                  <c:v>0.29585555463688518</c:v>
                </c:pt>
                <c:pt idx="20220">
                  <c:v>0.29586405498022683</c:v>
                </c:pt>
                <c:pt idx="20221">
                  <c:v>0.29586454541464563</c:v>
                </c:pt>
                <c:pt idx="20222">
                  <c:v>0.29587090945879385</c:v>
                </c:pt>
                <c:pt idx="20223">
                  <c:v>0.295893780604495</c:v>
                </c:pt>
                <c:pt idx="20224">
                  <c:v>0.29593512743148975</c:v>
                </c:pt>
                <c:pt idx="20225">
                  <c:v>0.29596874188828604</c:v>
                </c:pt>
                <c:pt idx="20226">
                  <c:v>0.29603242989515755</c:v>
                </c:pt>
                <c:pt idx="20227">
                  <c:v>0.2960554571224997</c:v>
                </c:pt>
                <c:pt idx="20228">
                  <c:v>0.29608019513762351</c:v>
                </c:pt>
                <c:pt idx="20229">
                  <c:v>0.29608248731898501</c:v>
                </c:pt>
                <c:pt idx="20230">
                  <c:v>0.29609623877653812</c:v>
                </c:pt>
                <c:pt idx="20231">
                  <c:v>0.29610513035613878</c:v>
                </c:pt>
                <c:pt idx="20232">
                  <c:v>0.29612328754077977</c:v>
                </c:pt>
                <c:pt idx="20233">
                  <c:v>0.29612945368548549</c:v>
                </c:pt>
                <c:pt idx="20234">
                  <c:v>0.29616480528514993</c:v>
                </c:pt>
                <c:pt idx="20235">
                  <c:v>0.29618854732685018</c:v>
                </c:pt>
                <c:pt idx="20236">
                  <c:v>0.29625994992778837</c:v>
                </c:pt>
                <c:pt idx="20237">
                  <c:v>0.29626487766408949</c:v>
                </c:pt>
                <c:pt idx="20238">
                  <c:v>0.29627810602478855</c:v>
                </c:pt>
                <c:pt idx="20239">
                  <c:v>0.29629768067111689</c:v>
                </c:pt>
                <c:pt idx="20240">
                  <c:v>0.29631543919841485</c:v>
                </c:pt>
                <c:pt idx="20241">
                  <c:v>0.29636451276723541</c:v>
                </c:pt>
                <c:pt idx="20242">
                  <c:v>0.29637746569026086</c:v>
                </c:pt>
                <c:pt idx="20243">
                  <c:v>0.29640735456322082</c:v>
                </c:pt>
                <c:pt idx="20244">
                  <c:v>0.29641317716286691</c:v>
                </c:pt>
                <c:pt idx="20245">
                  <c:v>0.29642347547326042</c:v>
                </c:pt>
                <c:pt idx="20246">
                  <c:v>0.29642411899542548</c:v>
                </c:pt>
                <c:pt idx="20247">
                  <c:v>0.29651929467922211</c:v>
                </c:pt>
                <c:pt idx="20248">
                  <c:v>0.29652611676097124</c:v>
                </c:pt>
                <c:pt idx="20249">
                  <c:v>0.29661644215994598</c:v>
                </c:pt>
                <c:pt idx="20250">
                  <c:v>0.29662063192678206</c:v>
                </c:pt>
                <c:pt idx="20251">
                  <c:v>0.29663742086610306</c:v>
                </c:pt>
                <c:pt idx="20252">
                  <c:v>0.29667153342802455</c:v>
                </c:pt>
                <c:pt idx="20253">
                  <c:v>0.29668987354259696</c:v>
                </c:pt>
                <c:pt idx="20254">
                  <c:v>0.29671716702229545</c:v>
                </c:pt>
                <c:pt idx="20255">
                  <c:v>0.29673270613901576</c:v>
                </c:pt>
                <c:pt idx="20256">
                  <c:v>0.29682330754261782</c:v>
                </c:pt>
                <c:pt idx="20257">
                  <c:v>0.29683228929729499</c:v>
                </c:pt>
                <c:pt idx="20258">
                  <c:v>0.2969357825831424</c:v>
                </c:pt>
                <c:pt idx="20259">
                  <c:v>0.29694281888456342</c:v>
                </c:pt>
                <c:pt idx="20260">
                  <c:v>0.29699399566561469</c:v>
                </c:pt>
                <c:pt idx="20261">
                  <c:v>0.29703062673063702</c:v>
                </c:pt>
                <c:pt idx="20262">
                  <c:v>0.29707314714207311</c:v>
                </c:pt>
                <c:pt idx="20263">
                  <c:v>0.29709803590935868</c:v>
                </c:pt>
                <c:pt idx="20264">
                  <c:v>0.29711966606513901</c:v>
                </c:pt>
                <c:pt idx="20265">
                  <c:v>0.29717001003338761</c:v>
                </c:pt>
                <c:pt idx="20266">
                  <c:v>0.29718102057864354</c:v>
                </c:pt>
                <c:pt idx="20267">
                  <c:v>0.29719886791374039</c:v>
                </c:pt>
                <c:pt idx="20268">
                  <c:v>0.29720714391633524</c:v>
                </c:pt>
                <c:pt idx="20269">
                  <c:v>0.2972107336553268</c:v>
                </c:pt>
                <c:pt idx="20270">
                  <c:v>0.29721281205023015</c:v>
                </c:pt>
                <c:pt idx="20271">
                  <c:v>0.29721721000917706</c:v>
                </c:pt>
                <c:pt idx="20272">
                  <c:v>0.29723538539437555</c:v>
                </c:pt>
                <c:pt idx="20273">
                  <c:v>0.29725631904094296</c:v>
                </c:pt>
                <c:pt idx="20274">
                  <c:v>0.29732477015013842</c:v>
                </c:pt>
                <c:pt idx="20275">
                  <c:v>0.29737514565132728</c:v>
                </c:pt>
                <c:pt idx="20276">
                  <c:v>0.2974093449335094</c:v>
                </c:pt>
                <c:pt idx="20277">
                  <c:v>0.29743325733469966</c:v>
                </c:pt>
                <c:pt idx="20278">
                  <c:v>0.29745738807495881</c:v>
                </c:pt>
                <c:pt idx="20279">
                  <c:v>0.29746586999478791</c:v>
                </c:pt>
                <c:pt idx="20280">
                  <c:v>0.29746709032364355</c:v>
                </c:pt>
                <c:pt idx="20281">
                  <c:v>0.2975240849255259</c:v>
                </c:pt>
                <c:pt idx="20282">
                  <c:v>0.29754919818755554</c:v>
                </c:pt>
                <c:pt idx="20283">
                  <c:v>0.29765934757950441</c:v>
                </c:pt>
                <c:pt idx="20284">
                  <c:v>0.29768348419599533</c:v>
                </c:pt>
                <c:pt idx="20285">
                  <c:v>0.29775047566737861</c:v>
                </c:pt>
                <c:pt idx="20286">
                  <c:v>0.29777553914614763</c:v>
                </c:pt>
                <c:pt idx="20287">
                  <c:v>0.29785284144616286</c:v>
                </c:pt>
                <c:pt idx="20288">
                  <c:v>0.29800017001396967</c:v>
                </c:pt>
                <c:pt idx="20289">
                  <c:v>0.29800802487764599</c:v>
                </c:pt>
                <c:pt idx="20290">
                  <c:v>0.29802307852969695</c:v>
                </c:pt>
                <c:pt idx="20291">
                  <c:v>0.29805816076960046</c:v>
                </c:pt>
                <c:pt idx="20292">
                  <c:v>0.2980695876236531</c:v>
                </c:pt>
                <c:pt idx="20293">
                  <c:v>0.29815663045513691</c:v>
                </c:pt>
                <c:pt idx="20294">
                  <c:v>0.29817483344736434</c:v>
                </c:pt>
                <c:pt idx="20295">
                  <c:v>0.29817821530886646</c:v>
                </c:pt>
                <c:pt idx="20296">
                  <c:v>0.29818227911048478</c:v>
                </c:pt>
                <c:pt idx="20297">
                  <c:v>0.29818452670764545</c:v>
                </c:pt>
                <c:pt idx="20298">
                  <c:v>0.29819789339102382</c:v>
                </c:pt>
                <c:pt idx="20299">
                  <c:v>0.29822407635308262</c:v>
                </c:pt>
                <c:pt idx="20300">
                  <c:v>0.29822772463863467</c:v>
                </c:pt>
                <c:pt idx="20301">
                  <c:v>0.29824086473673705</c:v>
                </c:pt>
                <c:pt idx="20302">
                  <c:v>0.29831199327006558</c:v>
                </c:pt>
                <c:pt idx="20303">
                  <c:v>0.29831812073441183</c:v>
                </c:pt>
                <c:pt idx="20304">
                  <c:v>0.29832934001642136</c:v>
                </c:pt>
                <c:pt idx="20305">
                  <c:v>0.29836193398778865</c:v>
                </c:pt>
                <c:pt idx="20306">
                  <c:v>0.29836570355833225</c:v>
                </c:pt>
                <c:pt idx="20307">
                  <c:v>0.29845136873490863</c:v>
                </c:pt>
                <c:pt idx="20308">
                  <c:v>0.29848434159325232</c:v>
                </c:pt>
                <c:pt idx="20309">
                  <c:v>0.29853442747155828</c:v>
                </c:pt>
                <c:pt idx="20310">
                  <c:v>0.29854552585556393</c:v>
                </c:pt>
                <c:pt idx="20311">
                  <c:v>0.29856771870647703</c:v>
                </c:pt>
                <c:pt idx="20312">
                  <c:v>0.29859951124894596</c:v>
                </c:pt>
                <c:pt idx="20313">
                  <c:v>0.29870118977952143</c:v>
                </c:pt>
                <c:pt idx="20314">
                  <c:v>0.29872502803479306</c:v>
                </c:pt>
                <c:pt idx="20315">
                  <c:v>0.29875562630674035</c:v>
                </c:pt>
                <c:pt idx="20316">
                  <c:v>0.29878780117902931</c:v>
                </c:pt>
                <c:pt idx="20317">
                  <c:v>0.29885661338094616</c:v>
                </c:pt>
                <c:pt idx="20318">
                  <c:v>0.29892487665811207</c:v>
                </c:pt>
                <c:pt idx="20319">
                  <c:v>0.29897141174020614</c:v>
                </c:pt>
                <c:pt idx="20320">
                  <c:v>0.29897472608577458</c:v>
                </c:pt>
                <c:pt idx="20321">
                  <c:v>0.29899560821703569</c:v>
                </c:pt>
                <c:pt idx="20322">
                  <c:v>0.29901575430188138</c:v>
                </c:pt>
                <c:pt idx="20323">
                  <c:v>0.29904721236622406</c:v>
                </c:pt>
                <c:pt idx="20324">
                  <c:v>0.29905363455106837</c:v>
                </c:pt>
                <c:pt idx="20325">
                  <c:v>0.29907462843267174</c:v>
                </c:pt>
                <c:pt idx="20326">
                  <c:v>0.29907561480383682</c:v>
                </c:pt>
                <c:pt idx="20327">
                  <c:v>0.29907753504546991</c:v>
                </c:pt>
                <c:pt idx="20328">
                  <c:v>0.29908675431960974</c:v>
                </c:pt>
                <c:pt idx="20329">
                  <c:v>0.29912431803084477</c:v>
                </c:pt>
                <c:pt idx="20330">
                  <c:v>0.29915539789461637</c:v>
                </c:pt>
                <c:pt idx="20331">
                  <c:v>0.2991842251044593</c:v>
                </c:pt>
                <c:pt idx="20332">
                  <c:v>0.29918951573768438</c:v>
                </c:pt>
                <c:pt idx="20333">
                  <c:v>0.29920832366481975</c:v>
                </c:pt>
                <c:pt idx="20334">
                  <c:v>0.29922257558005827</c:v>
                </c:pt>
                <c:pt idx="20335">
                  <c:v>0.29927295168628559</c:v>
                </c:pt>
                <c:pt idx="20336">
                  <c:v>0.29929622225256225</c:v>
                </c:pt>
                <c:pt idx="20337">
                  <c:v>0.29930674730272461</c:v>
                </c:pt>
                <c:pt idx="20338">
                  <c:v>0.29934130250560204</c:v>
                </c:pt>
                <c:pt idx="20339">
                  <c:v>0.29934374681925269</c:v>
                </c:pt>
                <c:pt idx="20340">
                  <c:v>0.29939280580554939</c:v>
                </c:pt>
                <c:pt idx="20341">
                  <c:v>0.29948900412928658</c:v>
                </c:pt>
                <c:pt idx="20342">
                  <c:v>0.29949895431253587</c:v>
                </c:pt>
                <c:pt idx="20343">
                  <c:v>0.29957154436644795</c:v>
                </c:pt>
                <c:pt idx="20344">
                  <c:v>0.29957870792196867</c:v>
                </c:pt>
                <c:pt idx="20345">
                  <c:v>0.29959905155611333</c:v>
                </c:pt>
                <c:pt idx="20346">
                  <c:v>0.29960081140483613</c:v>
                </c:pt>
                <c:pt idx="20347">
                  <c:v>0.29961910214550602</c:v>
                </c:pt>
                <c:pt idx="20348">
                  <c:v>0.29963415750638561</c:v>
                </c:pt>
                <c:pt idx="20349">
                  <c:v>0.29976963573719567</c:v>
                </c:pt>
                <c:pt idx="20350">
                  <c:v>0.29977812365367068</c:v>
                </c:pt>
                <c:pt idx="20351">
                  <c:v>0.29978187574251347</c:v>
                </c:pt>
                <c:pt idx="20352">
                  <c:v>0.29978195455282303</c:v>
                </c:pt>
                <c:pt idx="20353">
                  <c:v>0.29978391239338353</c:v>
                </c:pt>
                <c:pt idx="20354">
                  <c:v>0.29978610101958503</c:v>
                </c:pt>
                <c:pt idx="20355">
                  <c:v>0.29982202062630614</c:v>
                </c:pt>
                <c:pt idx="20356">
                  <c:v>0.2998601990129845</c:v>
                </c:pt>
                <c:pt idx="20357">
                  <c:v>0.29988933303098564</c:v>
                </c:pt>
                <c:pt idx="20358">
                  <c:v>0.29993048689742363</c:v>
                </c:pt>
                <c:pt idx="20359">
                  <c:v>0.29993356777159724</c:v>
                </c:pt>
                <c:pt idx="20360">
                  <c:v>0.29993616137497836</c:v>
                </c:pt>
                <c:pt idx="20361">
                  <c:v>0.29994587770848019</c:v>
                </c:pt>
                <c:pt idx="20362">
                  <c:v>0.29995240832896924</c:v>
                </c:pt>
                <c:pt idx="20363">
                  <c:v>0.2999539494122751</c:v>
                </c:pt>
                <c:pt idx="20364">
                  <c:v>0.29999161339982355</c:v>
                </c:pt>
                <c:pt idx="20365">
                  <c:v>0.29999319803582647</c:v>
                </c:pt>
                <c:pt idx="20366">
                  <c:v>0.29999640989375087</c:v>
                </c:pt>
                <c:pt idx="20367">
                  <c:v>0.30003699176861742</c:v>
                </c:pt>
                <c:pt idx="20368">
                  <c:v>0.30003798890193595</c:v>
                </c:pt>
                <c:pt idx="20369">
                  <c:v>0.3000504265954676</c:v>
                </c:pt>
                <c:pt idx="20370">
                  <c:v>0.30014300579709557</c:v>
                </c:pt>
                <c:pt idx="20371">
                  <c:v>0.30014655049187056</c:v>
                </c:pt>
                <c:pt idx="20372">
                  <c:v>0.30022523834633158</c:v>
                </c:pt>
                <c:pt idx="20373">
                  <c:v>0.30025022646723964</c:v>
                </c:pt>
                <c:pt idx="20374">
                  <c:v>0.30032981742091175</c:v>
                </c:pt>
                <c:pt idx="20375">
                  <c:v>0.30036319703076214</c:v>
                </c:pt>
                <c:pt idx="20376">
                  <c:v>0.30036520543020895</c:v>
                </c:pt>
                <c:pt idx="20377">
                  <c:v>0.30039991081313988</c:v>
                </c:pt>
                <c:pt idx="20378">
                  <c:v>0.30049248571439108</c:v>
                </c:pt>
                <c:pt idx="20379">
                  <c:v>0.30049595771369675</c:v>
                </c:pt>
                <c:pt idx="20380">
                  <c:v>0.30058569159488213</c:v>
                </c:pt>
                <c:pt idx="20381">
                  <c:v>0.30059493734806769</c:v>
                </c:pt>
                <c:pt idx="20382">
                  <c:v>0.30060205755651126</c:v>
                </c:pt>
                <c:pt idx="20383">
                  <c:v>0.300626947083031</c:v>
                </c:pt>
                <c:pt idx="20384">
                  <c:v>0.30064068179607611</c:v>
                </c:pt>
                <c:pt idx="20385">
                  <c:v>0.30067334474907426</c:v>
                </c:pt>
                <c:pt idx="20386">
                  <c:v>0.30069895044308304</c:v>
                </c:pt>
                <c:pt idx="20387">
                  <c:v>0.30071425557162995</c:v>
                </c:pt>
                <c:pt idx="20388">
                  <c:v>0.30072558348767725</c:v>
                </c:pt>
                <c:pt idx="20389">
                  <c:v>0.30072802043724223</c:v>
                </c:pt>
                <c:pt idx="20390">
                  <c:v>0.30076231890510097</c:v>
                </c:pt>
                <c:pt idx="20391">
                  <c:v>0.3007717759594225</c:v>
                </c:pt>
                <c:pt idx="20392">
                  <c:v>0.30085823124250127</c:v>
                </c:pt>
                <c:pt idx="20393">
                  <c:v>0.30086409063861125</c:v>
                </c:pt>
                <c:pt idx="20394">
                  <c:v>0.30092815901533759</c:v>
                </c:pt>
                <c:pt idx="20395">
                  <c:v>0.30094597835834547</c:v>
                </c:pt>
                <c:pt idx="20396">
                  <c:v>0.30106498133432763</c:v>
                </c:pt>
                <c:pt idx="20397">
                  <c:v>0.30108338220134445</c:v>
                </c:pt>
                <c:pt idx="20398">
                  <c:v>0.30111359566527945</c:v>
                </c:pt>
                <c:pt idx="20399">
                  <c:v>0.30112128816173767</c:v>
                </c:pt>
                <c:pt idx="20400">
                  <c:v>0.3011291180095344</c:v>
                </c:pt>
                <c:pt idx="20401">
                  <c:v>0.30117772050596536</c:v>
                </c:pt>
                <c:pt idx="20402">
                  <c:v>0.30117890816131077</c:v>
                </c:pt>
                <c:pt idx="20403">
                  <c:v>0.30122323081885177</c:v>
                </c:pt>
                <c:pt idx="20404">
                  <c:v>0.30122729943145204</c:v>
                </c:pt>
                <c:pt idx="20405">
                  <c:v>0.30125211862086504</c:v>
                </c:pt>
                <c:pt idx="20406">
                  <c:v>0.30127213715750151</c:v>
                </c:pt>
                <c:pt idx="20407">
                  <c:v>0.30134200589191518</c:v>
                </c:pt>
                <c:pt idx="20408">
                  <c:v>0.30135046152345146</c:v>
                </c:pt>
                <c:pt idx="20409">
                  <c:v>0.30145335425129222</c:v>
                </c:pt>
                <c:pt idx="20410">
                  <c:v>0.30145570020504497</c:v>
                </c:pt>
                <c:pt idx="20411">
                  <c:v>0.3015502404948569</c:v>
                </c:pt>
                <c:pt idx="20412">
                  <c:v>0.3015651518463926</c:v>
                </c:pt>
                <c:pt idx="20413">
                  <c:v>0.30157251698137194</c:v>
                </c:pt>
                <c:pt idx="20414">
                  <c:v>0.30159031486010746</c:v>
                </c:pt>
                <c:pt idx="20415">
                  <c:v>0.30174054544754464</c:v>
                </c:pt>
                <c:pt idx="20416">
                  <c:v>0.30175668559561836</c:v>
                </c:pt>
                <c:pt idx="20417">
                  <c:v>0.30177840603069456</c:v>
                </c:pt>
                <c:pt idx="20418">
                  <c:v>0.30180748571669991</c:v>
                </c:pt>
                <c:pt idx="20419">
                  <c:v>0.30183227500829257</c:v>
                </c:pt>
                <c:pt idx="20420">
                  <c:v>0.30183720373675199</c:v>
                </c:pt>
                <c:pt idx="20421">
                  <c:v>0.30187736935705367</c:v>
                </c:pt>
                <c:pt idx="20422">
                  <c:v>0.30193835445615375</c:v>
                </c:pt>
                <c:pt idx="20423">
                  <c:v>0.3019421708526171</c:v>
                </c:pt>
                <c:pt idx="20424">
                  <c:v>0.30198292559114587</c:v>
                </c:pt>
                <c:pt idx="20425">
                  <c:v>0.30201097564557389</c:v>
                </c:pt>
                <c:pt idx="20426">
                  <c:v>0.30203329636719789</c:v>
                </c:pt>
                <c:pt idx="20427">
                  <c:v>0.30203948991819185</c:v>
                </c:pt>
                <c:pt idx="20428">
                  <c:v>0.30205099682169384</c:v>
                </c:pt>
                <c:pt idx="20429">
                  <c:v>0.30205622548015065</c:v>
                </c:pt>
                <c:pt idx="20430">
                  <c:v>0.30205703894016456</c:v>
                </c:pt>
                <c:pt idx="20431">
                  <c:v>0.30210480797792111</c:v>
                </c:pt>
                <c:pt idx="20432">
                  <c:v>0.30210742351723696</c:v>
                </c:pt>
                <c:pt idx="20433">
                  <c:v>0.30213176882278198</c:v>
                </c:pt>
                <c:pt idx="20434">
                  <c:v>0.30216502520747207</c:v>
                </c:pt>
                <c:pt idx="20435">
                  <c:v>0.30216685202654947</c:v>
                </c:pt>
                <c:pt idx="20436">
                  <c:v>0.30216897766129314</c:v>
                </c:pt>
                <c:pt idx="20437">
                  <c:v>0.30217332196341185</c:v>
                </c:pt>
                <c:pt idx="20438">
                  <c:v>0.30217930096980045</c:v>
                </c:pt>
                <c:pt idx="20439">
                  <c:v>0.30218562716777803</c:v>
                </c:pt>
                <c:pt idx="20440">
                  <c:v>0.30224094020718895</c:v>
                </c:pt>
                <c:pt idx="20441">
                  <c:v>0.30228610543353729</c:v>
                </c:pt>
                <c:pt idx="20442">
                  <c:v>0.30228882584355837</c:v>
                </c:pt>
                <c:pt idx="20443">
                  <c:v>0.3022892065111043</c:v>
                </c:pt>
                <c:pt idx="20444">
                  <c:v>0.30231429859271824</c:v>
                </c:pt>
                <c:pt idx="20445">
                  <c:v>0.30232051563071843</c:v>
                </c:pt>
                <c:pt idx="20446">
                  <c:v>0.30234161412510352</c:v>
                </c:pt>
                <c:pt idx="20447">
                  <c:v>0.30234355595552659</c:v>
                </c:pt>
                <c:pt idx="20448">
                  <c:v>0.30235233354677593</c:v>
                </c:pt>
                <c:pt idx="20449">
                  <c:v>0.3023655175109789</c:v>
                </c:pt>
                <c:pt idx="20450">
                  <c:v>0.30239194940814723</c:v>
                </c:pt>
                <c:pt idx="20451">
                  <c:v>0.30239947951878376</c:v>
                </c:pt>
                <c:pt idx="20452">
                  <c:v>0.30242374598935484</c:v>
                </c:pt>
                <c:pt idx="20453">
                  <c:v>0.30243590110941854</c:v>
                </c:pt>
                <c:pt idx="20454">
                  <c:v>0.30243854012913618</c:v>
                </c:pt>
                <c:pt idx="20455">
                  <c:v>0.30247313075055993</c:v>
                </c:pt>
                <c:pt idx="20456">
                  <c:v>0.30247945753205796</c:v>
                </c:pt>
                <c:pt idx="20457">
                  <c:v>0.30249456647106482</c:v>
                </c:pt>
                <c:pt idx="20458">
                  <c:v>0.30249980454433206</c:v>
                </c:pt>
                <c:pt idx="20459">
                  <c:v>0.30250251174595189</c:v>
                </c:pt>
                <c:pt idx="20460">
                  <c:v>0.30252660210349985</c:v>
                </c:pt>
                <c:pt idx="20461">
                  <c:v>0.30252873134437563</c:v>
                </c:pt>
                <c:pt idx="20462">
                  <c:v>0.30254601865830721</c:v>
                </c:pt>
                <c:pt idx="20463">
                  <c:v>0.30256872222507092</c:v>
                </c:pt>
                <c:pt idx="20464">
                  <c:v>0.30258336493943561</c:v>
                </c:pt>
                <c:pt idx="20465">
                  <c:v>0.30258990588152951</c:v>
                </c:pt>
                <c:pt idx="20466">
                  <c:v>0.30261362473726022</c:v>
                </c:pt>
                <c:pt idx="20467">
                  <c:v>0.30261507774814222</c:v>
                </c:pt>
                <c:pt idx="20468">
                  <c:v>0.30263020304103161</c:v>
                </c:pt>
                <c:pt idx="20469">
                  <c:v>0.30266480045424476</c:v>
                </c:pt>
                <c:pt idx="20470">
                  <c:v>0.30268326789415156</c:v>
                </c:pt>
                <c:pt idx="20471">
                  <c:v>0.30268772168799762</c:v>
                </c:pt>
                <c:pt idx="20472">
                  <c:v>0.30270600106250101</c:v>
                </c:pt>
                <c:pt idx="20473">
                  <c:v>0.30273348947072393</c:v>
                </c:pt>
                <c:pt idx="20474">
                  <c:v>0.30273375516540812</c:v>
                </c:pt>
                <c:pt idx="20475">
                  <c:v>0.30279225194958376</c:v>
                </c:pt>
                <c:pt idx="20476">
                  <c:v>0.30279434939162225</c:v>
                </c:pt>
                <c:pt idx="20477">
                  <c:v>0.30281246060208644</c:v>
                </c:pt>
                <c:pt idx="20478">
                  <c:v>0.30281705942170556</c:v>
                </c:pt>
                <c:pt idx="20479">
                  <c:v>0.30286822709030953</c:v>
                </c:pt>
                <c:pt idx="20480">
                  <c:v>0.30289703363893333</c:v>
                </c:pt>
                <c:pt idx="20481">
                  <c:v>0.30290666520314052</c:v>
                </c:pt>
                <c:pt idx="20482">
                  <c:v>0.30296764119557917</c:v>
                </c:pt>
                <c:pt idx="20483">
                  <c:v>0.30299550379234952</c:v>
                </c:pt>
                <c:pt idx="20484">
                  <c:v>0.30300138582446362</c:v>
                </c:pt>
                <c:pt idx="20485">
                  <c:v>0.30300829815804048</c:v>
                </c:pt>
                <c:pt idx="20486">
                  <c:v>0.30302364824725131</c:v>
                </c:pt>
                <c:pt idx="20487">
                  <c:v>0.30304203518959827</c:v>
                </c:pt>
                <c:pt idx="20488">
                  <c:v>0.30318332451032576</c:v>
                </c:pt>
                <c:pt idx="20489">
                  <c:v>0.30318759657093119</c:v>
                </c:pt>
                <c:pt idx="20490">
                  <c:v>0.30318991174516446</c:v>
                </c:pt>
                <c:pt idx="20491">
                  <c:v>0.30319687686700741</c:v>
                </c:pt>
                <c:pt idx="20492">
                  <c:v>0.30322122901223819</c:v>
                </c:pt>
                <c:pt idx="20493">
                  <c:v>0.30329326160133813</c:v>
                </c:pt>
                <c:pt idx="20494">
                  <c:v>0.30330070790434199</c:v>
                </c:pt>
                <c:pt idx="20495">
                  <c:v>0.30335404204705574</c:v>
                </c:pt>
                <c:pt idx="20496">
                  <c:v>0.30337089164279729</c:v>
                </c:pt>
                <c:pt idx="20497">
                  <c:v>0.30341579258405199</c:v>
                </c:pt>
                <c:pt idx="20498">
                  <c:v>0.30346947925690038</c:v>
                </c:pt>
                <c:pt idx="20499">
                  <c:v>0.30348587451158204</c:v>
                </c:pt>
                <c:pt idx="20500">
                  <c:v>0.30354974806952995</c:v>
                </c:pt>
                <c:pt idx="20501">
                  <c:v>0.30357462624762566</c:v>
                </c:pt>
                <c:pt idx="20502">
                  <c:v>0.30358125470893621</c:v>
                </c:pt>
                <c:pt idx="20503">
                  <c:v>0.30364062291845506</c:v>
                </c:pt>
                <c:pt idx="20504">
                  <c:v>0.30366738931377174</c:v>
                </c:pt>
                <c:pt idx="20505">
                  <c:v>0.30368550633138247</c:v>
                </c:pt>
                <c:pt idx="20506">
                  <c:v>0.30371101938424788</c:v>
                </c:pt>
                <c:pt idx="20507">
                  <c:v>0.30372911002535052</c:v>
                </c:pt>
                <c:pt idx="20508">
                  <c:v>0.30375633709575972</c:v>
                </c:pt>
                <c:pt idx="20509">
                  <c:v>0.30386694842175876</c:v>
                </c:pt>
                <c:pt idx="20510">
                  <c:v>0.30387414780772365</c:v>
                </c:pt>
                <c:pt idx="20511">
                  <c:v>0.30394966964721354</c:v>
                </c:pt>
                <c:pt idx="20512">
                  <c:v>0.3039500563136362</c:v>
                </c:pt>
                <c:pt idx="20513">
                  <c:v>0.30401777140681807</c:v>
                </c:pt>
                <c:pt idx="20514">
                  <c:v>0.30409007776797431</c:v>
                </c:pt>
                <c:pt idx="20515">
                  <c:v>0.30411357383616006</c:v>
                </c:pt>
                <c:pt idx="20516">
                  <c:v>0.30415694935918153</c:v>
                </c:pt>
                <c:pt idx="20517">
                  <c:v>0.30417195765892729</c:v>
                </c:pt>
                <c:pt idx="20518">
                  <c:v>0.30417492911074845</c:v>
                </c:pt>
                <c:pt idx="20519">
                  <c:v>0.3041853696690458</c:v>
                </c:pt>
                <c:pt idx="20520">
                  <c:v>0.30420078883558699</c:v>
                </c:pt>
                <c:pt idx="20521">
                  <c:v>0.30425193742567969</c:v>
                </c:pt>
                <c:pt idx="20522">
                  <c:v>0.30425224048832245</c:v>
                </c:pt>
                <c:pt idx="20523">
                  <c:v>0.30428099649130186</c:v>
                </c:pt>
                <c:pt idx="20524">
                  <c:v>0.30428577159693643</c:v>
                </c:pt>
                <c:pt idx="20525">
                  <c:v>0.30430370382949024</c:v>
                </c:pt>
                <c:pt idx="20526">
                  <c:v>0.3043082765164577</c:v>
                </c:pt>
                <c:pt idx="20527">
                  <c:v>0.30436665461333551</c:v>
                </c:pt>
                <c:pt idx="20528">
                  <c:v>0.30437705919194413</c:v>
                </c:pt>
                <c:pt idx="20529">
                  <c:v>0.30439721350842747</c:v>
                </c:pt>
                <c:pt idx="20530">
                  <c:v>0.30441067745977557</c:v>
                </c:pt>
                <c:pt idx="20531">
                  <c:v>0.30446194014074757</c:v>
                </c:pt>
                <c:pt idx="20532">
                  <c:v>0.30448820567638563</c:v>
                </c:pt>
                <c:pt idx="20533">
                  <c:v>0.30455175146498598</c:v>
                </c:pt>
                <c:pt idx="20534">
                  <c:v>0.30455372421067239</c:v>
                </c:pt>
                <c:pt idx="20535">
                  <c:v>0.3047064244057282</c:v>
                </c:pt>
                <c:pt idx="20536">
                  <c:v>0.30471267285904224</c:v>
                </c:pt>
                <c:pt idx="20537">
                  <c:v>0.30472462756328722</c:v>
                </c:pt>
                <c:pt idx="20538">
                  <c:v>0.30475287889924502</c:v>
                </c:pt>
                <c:pt idx="20539">
                  <c:v>0.30479704357556958</c:v>
                </c:pt>
                <c:pt idx="20540">
                  <c:v>0.3048026976904738</c:v>
                </c:pt>
                <c:pt idx="20541">
                  <c:v>0.30481716896969036</c:v>
                </c:pt>
                <c:pt idx="20542">
                  <c:v>0.30482919336276687</c:v>
                </c:pt>
                <c:pt idx="20543">
                  <c:v>0.3048529931354001</c:v>
                </c:pt>
                <c:pt idx="20544">
                  <c:v>0.30485936882581149</c:v>
                </c:pt>
                <c:pt idx="20545">
                  <c:v>0.30487052543362353</c:v>
                </c:pt>
                <c:pt idx="20546">
                  <c:v>0.30492959589487795</c:v>
                </c:pt>
                <c:pt idx="20547">
                  <c:v>0.30494580241808489</c:v>
                </c:pt>
                <c:pt idx="20548">
                  <c:v>0.30498347228419515</c:v>
                </c:pt>
                <c:pt idx="20549">
                  <c:v>0.30500031096413033</c:v>
                </c:pt>
                <c:pt idx="20550">
                  <c:v>0.30500179015107814</c:v>
                </c:pt>
                <c:pt idx="20551">
                  <c:v>0.30500796337603708</c:v>
                </c:pt>
                <c:pt idx="20552">
                  <c:v>0.30501932480414362</c:v>
                </c:pt>
                <c:pt idx="20553">
                  <c:v>0.30503648638901426</c:v>
                </c:pt>
                <c:pt idx="20554">
                  <c:v>0.30505193193489638</c:v>
                </c:pt>
                <c:pt idx="20555">
                  <c:v>0.30506546559143038</c:v>
                </c:pt>
                <c:pt idx="20556">
                  <c:v>0.30507459109787471</c:v>
                </c:pt>
                <c:pt idx="20557">
                  <c:v>0.305106375955494</c:v>
                </c:pt>
                <c:pt idx="20558">
                  <c:v>0.3051294187479664</c:v>
                </c:pt>
                <c:pt idx="20559">
                  <c:v>0.30518396824782063</c:v>
                </c:pt>
                <c:pt idx="20560">
                  <c:v>0.30522176950672736</c:v>
                </c:pt>
                <c:pt idx="20561">
                  <c:v>0.30524399830814258</c:v>
                </c:pt>
                <c:pt idx="20562">
                  <c:v>0.30527490026848042</c:v>
                </c:pt>
                <c:pt idx="20563">
                  <c:v>0.3052922289032422</c:v>
                </c:pt>
                <c:pt idx="20564">
                  <c:v>0.3053375596638917</c:v>
                </c:pt>
                <c:pt idx="20565">
                  <c:v>0.30536642751655296</c:v>
                </c:pt>
                <c:pt idx="20566">
                  <c:v>0.30547360392899287</c:v>
                </c:pt>
                <c:pt idx="20567">
                  <c:v>0.30553784791860822</c:v>
                </c:pt>
                <c:pt idx="20568">
                  <c:v>0.30556040370221965</c:v>
                </c:pt>
                <c:pt idx="20569">
                  <c:v>0.30556136649275278</c:v>
                </c:pt>
                <c:pt idx="20570">
                  <c:v>0.30557682715145762</c:v>
                </c:pt>
                <c:pt idx="20571">
                  <c:v>0.30563361889841167</c:v>
                </c:pt>
                <c:pt idx="20572">
                  <c:v>0.30564979935482817</c:v>
                </c:pt>
                <c:pt idx="20573">
                  <c:v>0.30568651914323886</c:v>
                </c:pt>
                <c:pt idx="20574">
                  <c:v>0.30571655345011362</c:v>
                </c:pt>
                <c:pt idx="20575">
                  <c:v>0.30572560692565764</c:v>
                </c:pt>
                <c:pt idx="20576">
                  <c:v>0.30572722842151862</c:v>
                </c:pt>
                <c:pt idx="20577">
                  <c:v>0.30573559563408886</c:v>
                </c:pt>
                <c:pt idx="20578">
                  <c:v>0.30574140142554596</c:v>
                </c:pt>
                <c:pt idx="20579">
                  <c:v>0.30575708104803673</c:v>
                </c:pt>
                <c:pt idx="20580">
                  <c:v>0.30580382988460997</c:v>
                </c:pt>
                <c:pt idx="20581">
                  <c:v>0.30582981151413097</c:v>
                </c:pt>
                <c:pt idx="20582">
                  <c:v>0.30583002311476282</c:v>
                </c:pt>
                <c:pt idx="20583">
                  <c:v>0.30587190449204238</c:v>
                </c:pt>
                <c:pt idx="20584">
                  <c:v>0.30591605136736133</c:v>
                </c:pt>
                <c:pt idx="20585">
                  <c:v>0.30593349604825271</c:v>
                </c:pt>
                <c:pt idx="20586">
                  <c:v>0.30593786438746068</c:v>
                </c:pt>
                <c:pt idx="20587">
                  <c:v>0.30593920579282308</c:v>
                </c:pt>
                <c:pt idx="20588">
                  <c:v>0.30595459345887382</c:v>
                </c:pt>
                <c:pt idx="20589">
                  <c:v>0.30595605364861816</c:v>
                </c:pt>
                <c:pt idx="20590">
                  <c:v>0.30598561604879115</c:v>
                </c:pt>
                <c:pt idx="20591">
                  <c:v>0.30598849085986551</c:v>
                </c:pt>
                <c:pt idx="20592">
                  <c:v>0.30599179584778929</c:v>
                </c:pt>
                <c:pt idx="20593">
                  <c:v>0.305995107736654</c:v>
                </c:pt>
                <c:pt idx="20594">
                  <c:v>0.30600928155521923</c:v>
                </c:pt>
                <c:pt idx="20595">
                  <c:v>0.30606192958283152</c:v>
                </c:pt>
                <c:pt idx="20596">
                  <c:v>0.30606958916874699</c:v>
                </c:pt>
                <c:pt idx="20597">
                  <c:v>0.30611766936585605</c:v>
                </c:pt>
                <c:pt idx="20598">
                  <c:v>0.30620032108539835</c:v>
                </c:pt>
                <c:pt idx="20599">
                  <c:v>0.30621242026645812</c:v>
                </c:pt>
                <c:pt idx="20600">
                  <c:v>0.30633356154665736</c:v>
                </c:pt>
                <c:pt idx="20601">
                  <c:v>0.30638437257628653</c:v>
                </c:pt>
                <c:pt idx="20602">
                  <c:v>0.30643814765209021</c:v>
                </c:pt>
                <c:pt idx="20603">
                  <c:v>0.30649353525887968</c:v>
                </c:pt>
                <c:pt idx="20604">
                  <c:v>0.30652829698400563</c:v>
                </c:pt>
                <c:pt idx="20605">
                  <c:v>0.30659019067638876</c:v>
                </c:pt>
                <c:pt idx="20606">
                  <c:v>0.30670094310033164</c:v>
                </c:pt>
                <c:pt idx="20607">
                  <c:v>0.30675315029475891</c:v>
                </c:pt>
                <c:pt idx="20608">
                  <c:v>0.30677176794801997</c:v>
                </c:pt>
                <c:pt idx="20609">
                  <c:v>0.30679851757351723</c:v>
                </c:pt>
                <c:pt idx="20610">
                  <c:v>0.30681173049398092</c:v>
                </c:pt>
                <c:pt idx="20611">
                  <c:v>0.30683175038159738</c:v>
                </c:pt>
                <c:pt idx="20612">
                  <c:v>0.30686737445456863</c:v>
                </c:pt>
                <c:pt idx="20613">
                  <c:v>0.306888370950199</c:v>
                </c:pt>
                <c:pt idx="20614">
                  <c:v>0.30690744093041267</c:v>
                </c:pt>
                <c:pt idx="20615">
                  <c:v>0.30691081988905972</c:v>
                </c:pt>
                <c:pt idx="20616">
                  <c:v>0.30691151072967904</c:v>
                </c:pt>
                <c:pt idx="20617">
                  <c:v>0.30697525252084384</c:v>
                </c:pt>
                <c:pt idx="20618">
                  <c:v>0.30701934938555026</c:v>
                </c:pt>
                <c:pt idx="20619">
                  <c:v>0.3070337435954546</c:v>
                </c:pt>
                <c:pt idx="20620">
                  <c:v>0.30707650339831732</c:v>
                </c:pt>
                <c:pt idx="20621">
                  <c:v>0.30708031348556325</c:v>
                </c:pt>
                <c:pt idx="20622">
                  <c:v>0.30708865630290677</c:v>
                </c:pt>
                <c:pt idx="20623">
                  <c:v>0.30711349287079776</c:v>
                </c:pt>
                <c:pt idx="20624">
                  <c:v>0.30715477026034527</c:v>
                </c:pt>
                <c:pt idx="20625">
                  <c:v>0.30720960004963138</c:v>
                </c:pt>
                <c:pt idx="20626">
                  <c:v>0.3072410268438992</c:v>
                </c:pt>
                <c:pt idx="20627">
                  <c:v>0.30726614672529667</c:v>
                </c:pt>
                <c:pt idx="20628">
                  <c:v>0.30728226040773576</c:v>
                </c:pt>
                <c:pt idx="20629">
                  <c:v>0.30728698287091188</c:v>
                </c:pt>
                <c:pt idx="20630">
                  <c:v>0.3073114130104061</c:v>
                </c:pt>
                <c:pt idx="20631">
                  <c:v>0.3073563923294737</c:v>
                </c:pt>
                <c:pt idx="20632">
                  <c:v>0.30738546996044541</c:v>
                </c:pt>
                <c:pt idx="20633">
                  <c:v>0.30739749939822186</c:v>
                </c:pt>
                <c:pt idx="20634">
                  <c:v>0.3074018794228226</c:v>
                </c:pt>
                <c:pt idx="20635">
                  <c:v>0.30741679082230722</c:v>
                </c:pt>
                <c:pt idx="20636">
                  <c:v>0.30744354830961235</c:v>
                </c:pt>
                <c:pt idx="20637">
                  <c:v>0.30748193687529829</c:v>
                </c:pt>
                <c:pt idx="20638">
                  <c:v>0.3075100786526398</c:v>
                </c:pt>
                <c:pt idx="20639">
                  <c:v>0.30752409918788431</c:v>
                </c:pt>
                <c:pt idx="20640">
                  <c:v>0.30752517528745615</c:v>
                </c:pt>
                <c:pt idx="20641">
                  <c:v>0.3075362387891582</c:v>
                </c:pt>
                <c:pt idx="20642">
                  <c:v>0.30758231282795212</c:v>
                </c:pt>
                <c:pt idx="20643">
                  <c:v>0.30762061350039716</c:v>
                </c:pt>
                <c:pt idx="20644">
                  <c:v>0.30763978462924602</c:v>
                </c:pt>
                <c:pt idx="20645">
                  <c:v>0.30764138651255235</c:v>
                </c:pt>
                <c:pt idx="20646">
                  <c:v>0.30765513646384701</c:v>
                </c:pt>
                <c:pt idx="20647">
                  <c:v>0.30777926749007317</c:v>
                </c:pt>
                <c:pt idx="20648">
                  <c:v>0.30778163337061021</c:v>
                </c:pt>
                <c:pt idx="20649">
                  <c:v>0.30786448491748203</c:v>
                </c:pt>
                <c:pt idx="20650">
                  <c:v>0.30788841125507971</c:v>
                </c:pt>
                <c:pt idx="20651">
                  <c:v>0.30793770385809727</c:v>
                </c:pt>
                <c:pt idx="20652">
                  <c:v>0.30796634134633555</c:v>
                </c:pt>
                <c:pt idx="20653">
                  <c:v>0.30802075938668994</c:v>
                </c:pt>
                <c:pt idx="20654">
                  <c:v>0.30806026977202505</c:v>
                </c:pt>
                <c:pt idx="20655">
                  <c:v>0.30814027469426075</c:v>
                </c:pt>
                <c:pt idx="20656">
                  <c:v>0.30815642753824091</c:v>
                </c:pt>
                <c:pt idx="20657">
                  <c:v>0.30816935077113727</c:v>
                </c:pt>
                <c:pt idx="20658">
                  <c:v>0.30823293762793386</c:v>
                </c:pt>
                <c:pt idx="20659">
                  <c:v>0.30829763425993845</c:v>
                </c:pt>
                <c:pt idx="20660">
                  <c:v>0.30832020365581186</c:v>
                </c:pt>
                <c:pt idx="20661">
                  <c:v>0.3083407574032897</c:v>
                </c:pt>
                <c:pt idx="20662">
                  <c:v>0.30846688262331801</c:v>
                </c:pt>
                <c:pt idx="20663">
                  <c:v>0.30850920162697643</c:v>
                </c:pt>
                <c:pt idx="20664">
                  <c:v>0.30852708765720038</c:v>
                </c:pt>
                <c:pt idx="20665">
                  <c:v>0.30856749627854607</c:v>
                </c:pt>
                <c:pt idx="20666">
                  <c:v>0.30859809841779468</c:v>
                </c:pt>
                <c:pt idx="20667">
                  <c:v>0.30860894641724712</c:v>
                </c:pt>
                <c:pt idx="20668">
                  <c:v>0.30863932850722109</c:v>
                </c:pt>
                <c:pt idx="20669">
                  <c:v>0.30876321904633114</c:v>
                </c:pt>
                <c:pt idx="20670">
                  <c:v>0.30876744108494736</c:v>
                </c:pt>
                <c:pt idx="20671">
                  <c:v>0.30877594588904267</c:v>
                </c:pt>
                <c:pt idx="20672">
                  <c:v>0.30878616178646612</c:v>
                </c:pt>
                <c:pt idx="20673">
                  <c:v>0.30879671510240975</c:v>
                </c:pt>
                <c:pt idx="20674">
                  <c:v>0.30887690050899036</c:v>
                </c:pt>
                <c:pt idx="20675">
                  <c:v>0.30891179005740577</c:v>
                </c:pt>
                <c:pt idx="20676">
                  <c:v>0.30892265719388062</c:v>
                </c:pt>
                <c:pt idx="20677">
                  <c:v>0.30896406022734046</c:v>
                </c:pt>
                <c:pt idx="20678">
                  <c:v>0.30899534526238887</c:v>
                </c:pt>
                <c:pt idx="20679">
                  <c:v>0.30902682978447249</c:v>
                </c:pt>
                <c:pt idx="20680">
                  <c:v>0.30908581905195837</c:v>
                </c:pt>
                <c:pt idx="20681">
                  <c:v>0.30909002290737941</c:v>
                </c:pt>
                <c:pt idx="20682">
                  <c:v>0.3090940898815307</c:v>
                </c:pt>
                <c:pt idx="20683">
                  <c:v>0.30914877895642828</c:v>
                </c:pt>
                <c:pt idx="20684">
                  <c:v>0.30924594807814143</c:v>
                </c:pt>
                <c:pt idx="20685">
                  <c:v>0.30926257624961589</c:v>
                </c:pt>
                <c:pt idx="20686">
                  <c:v>0.30929749016152303</c:v>
                </c:pt>
                <c:pt idx="20687">
                  <c:v>0.3092994638642968</c:v>
                </c:pt>
                <c:pt idx="20688">
                  <c:v>0.30932016350724406</c:v>
                </c:pt>
                <c:pt idx="20689">
                  <c:v>0.30932066079452863</c:v>
                </c:pt>
                <c:pt idx="20690">
                  <c:v>0.30938800457958199</c:v>
                </c:pt>
                <c:pt idx="20691">
                  <c:v>0.30939043640984787</c:v>
                </c:pt>
                <c:pt idx="20692">
                  <c:v>0.30942528844188782</c:v>
                </c:pt>
                <c:pt idx="20693">
                  <c:v>0.30944974287989391</c:v>
                </c:pt>
                <c:pt idx="20694">
                  <c:v>0.30948856897999283</c:v>
                </c:pt>
                <c:pt idx="20695">
                  <c:v>0.30949147159310059</c:v>
                </c:pt>
                <c:pt idx="20696">
                  <c:v>0.30949715706830738</c:v>
                </c:pt>
                <c:pt idx="20697">
                  <c:v>0.30951507299731068</c:v>
                </c:pt>
                <c:pt idx="20698">
                  <c:v>0.30954440032060676</c:v>
                </c:pt>
                <c:pt idx="20699">
                  <c:v>0.30955451935814382</c:v>
                </c:pt>
                <c:pt idx="20700">
                  <c:v>0.30963317789130551</c:v>
                </c:pt>
                <c:pt idx="20701">
                  <c:v>0.30967118528666404</c:v>
                </c:pt>
                <c:pt idx="20702">
                  <c:v>0.30968461863071917</c:v>
                </c:pt>
                <c:pt idx="20703">
                  <c:v>0.30978280314351397</c:v>
                </c:pt>
                <c:pt idx="20704">
                  <c:v>0.30978518046162956</c:v>
                </c:pt>
                <c:pt idx="20705">
                  <c:v>0.3097995084907324</c:v>
                </c:pt>
                <c:pt idx="20706">
                  <c:v>0.30980092742899928</c:v>
                </c:pt>
                <c:pt idx="20707">
                  <c:v>0.30980344156509354</c:v>
                </c:pt>
                <c:pt idx="20708">
                  <c:v>0.30981469295606479</c:v>
                </c:pt>
                <c:pt idx="20709">
                  <c:v>0.30985959909965388</c:v>
                </c:pt>
                <c:pt idx="20710">
                  <c:v>0.30987572929928531</c:v>
                </c:pt>
                <c:pt idx="20711">
                  <c:v>0.30988583361134547</c:v>
                </c:pt>
                <c:pt idx="20712">
                  <c:v>0.30991843640125943</c:v>
                </c:pt>
                <c:pt idx="20713">
                  <c:v>0.30992824325066254</c:v>
                </c:pt>
                <c:pt idx="20714">
                  <c:v>0.31010221835368995</c:v>
                </c:pt>
                <c:pt idx="20715">
                  <c:v>0.31010908134767362</c:v>
                </c:pt>
                <c:pt idx="20716">
                  <c:v>0.3101118302121717</c:v>
                </c:pt>
                <c:pt idx="20717">
                  <c:v>0.3101338557571684</c:v>
                </c:pt>
                <c:pt idx="20718">
                  <c:v>0.31015366837284392</c:v>
                </c:pt>
                <c:pt idx="20719">
                  <c:v>0.31016029117261323</c:v>
                </c:pt>
                <c:pt idx="20720">
                  <c:v>0.31018209379689071</c:v>
                </c:pt>
                <c:pt idx="20721">
                  <c:v>0.31022181262440901</c:v>
                </c:pt>
                <c:pt idx="20722">
                  <c:v>0.31022860765422805</c:v>
                </c:pt>
                <c:pt idx="20723">
                  <c:v>0.31028143732197627</c:v>
                </c:pt>
                <c:pt idx="20724">
                  <c:v>0.31028312271237612</c:v>
                </c:pt>
                <c:pt idx="20725">
                  <c:v>0.31032447862755352</c:v>
                </c:pt>
                <c:pt idx="20726">
                  <c:v>0.31036729357144127</c:v>
                </c:pt>
                <c:pt idx="20727">
                  <c:v>0.31037241499482981</c:v>
                </c:pt>
                <c:pt idx="20728">
                  <c:v>0.31045476024915264</c:v>
                </c:pt>
                <c:pt idx="20729">
                  <c:v>0.31048839468943096</c:v>
                </c:pt>
                <c:pt idx="20730">
                  <c:v>0.31058872625577832</c:v>
                </c:pt>
                <c:pt idx="20731">
                  <c:v>0.3106227350224538</c:v>
                </c:pt>
                <c:pt idx="20732">
                  <c:v>0.31064038412335887</c:v>
                </c:pt>
                <c:pt idx="20733">
                  <c:v>0.31069746641195056</c:v>
                </c:pt>
                <c:pt idx="20734">
                  <c:v>0.31070393571636229</c:v>
                </c:pt>
                <c:pt idx="20735">
                  <c:v>0.31078401014032275</c:v>
                </c:pt>
                <c:pt idx="20736">
                  <c:v>0.31079928369361987</c:v>
                </c:pt>
                <c:pt idx="20737">
                  <c:v>0.31083262072251178</c:v>
                </c:pt>
                <c:pt idx="20738">
                  <c:v>0.31086525665859399</c:v>
                </c:pt>
                <c:pt idx="20739">
                  <c:v>0.31091702283535499</c:v>
                </c:pt>
                <c:pt idx="20740">
                  <c:v>0.31092923507513198</c:v>
                </c:pt>
                <c:pt idx="20741">
                  <c:v>0.31097509849159188</c:v>
                </c:pt>
                <c:pt idx="20742">
                  <c:v>0.31101442287008929</c:v>
                </c:pt>
                <c:pt idx="20743">
                  <c:v>0.3110657352412417</c:v>
                </c:pt>
                <c:pt idx="20744">
                  <c:v>0.31107576408395399</c:v>
                </c:pt>
                <c:pt idx="20745">
                  <c:v>0.31114627242161674</c:v>
                </c:pt>
                <c:pt idx="20746">
                  <c:v>0.31119607021089685</c:v>
                </c:pt>
                <c:pt idx="20747">
                  <c:v>0.31120928193645719</c:v>
                </c:pt>
                <c:pt idx="20748">
                  <c:v>0.31131486501970229</c:v>
                </c:pt>
                <c:pt idx="20749">
                  <c:v>0.31132770802512383</c:v>
                </c:pt>
                <c:pt idx="20750">
                  <c:v>0.31140154349785748</c:v>
                </c:pt>
                <c:pt idx="20751">
                  <c:v>0.31140697031071068</c:v>
                </c:pt>
                <c:pt idx="20752">
                  <c:v>0.31141468623562074</c:v>
                </c:pt>
                <c:pt idx="20753">
                  <c:v>0.31142175559730617</c:v>
                </c:pt>
                <c:pt idx="20754">
                  <c:v>0.31143078076129199</c:v>
                </c:pt>
                <c:pt idx="20755">
                  <c:v>0.31144972882688932</c:v>
                </c:pt>
                <c:pt idx="20756">
                  <c:v>0.31151380517239985</c:v>
                </c:pt>
                <c:pt idx="20757">
                  <c:v>0.31152010929454466</c:v>
                </c:pt>
                <c:pt idx="20758">
                  <c:v>0.31156488798225268</c:v>
                </c:pt>
                <c:pt idx="20759">
                  <c:v>0.31156782034366753</c:v>
                </c:pt>
                <c:pt idx="20760">
                  <c:v>0.31158711662545796</c:v>
                </c:pt>
                <c:pt idx="20761">
                  <c:v>0.3116474485666863</c:v>
                </c:pt>
                <c:pt idx="20762">
                  <c:v>0.31168238545232191</c:v>
                </c:pt>
                <c:pt idx="20763">
                  <c:v>0.31170761230401473</c:v>
                </c:pt>
                <c:pt idx="20764">
                  <c:v>0.31172507992708864</c:v>
                </c:pt>
                <c:pt idx="20765">
                  <c:v>0.31172884008246454</c:v>
                </c:pt>
                <c:pt idx="20766">
                  <c:v>0.31172988066442414</c:v>
                </c:pt>
                <c:pt idx="20767">
                  <c:v>0.31175611503561806</c:v>
                </c:pt>
                <c:pt idx="20768">
                  <c:v>0.31177185493796988</c:v>
                </c:pt>
                <c:pt idx="20769">
                  <c:v>0.31177496254591958</c:v>
                </c:pt>
                <c:pt idx="20770">
                  <c:v>0.31186163682256407</c:v>
                </c:pt>
                <c:pt idx="20771">
                  <c:v>0.31186259238067027</c:v>
                </c:pt>
                <c:pt idx="20772">
                  <c:v>0.31193133993750238</c:v>
                </c:pt>
                <c:pt idx="20773">
                  <c:v>0.31197236559790525</c:v>
                </c:pt>
                <c:pt idx="20774">
                  <c:v>0.31197879362291936</c:v>
                </c:pt>
                <c:pt idx="20775">
                  <c:v>0.31198020933457921</c:v>
                </c:pt>
                <c:pt idx="20776">
                  <c:v>0.31198315051092546</c:v>
                </c:pt>
                <c:pt idx="20777">
                  <c:v>0.31200622152322605</c:v>
                </c:pt>
                <c:pt idx="20778">
                  <c:v>0.3120234205875565</c:v>
                </c:pt>
                <c:pt idx="20779">
                  <c:v>0.31204616720060524</c:v>
                </c:pt>
                <c:pt idx="20780">
                  <c:v>0.31206063116711424</c:v>
                </c:pt>
                <c:pt idx="20781">
                  <c:v>0.31209678131382457</c:v>
                </c:pt>
                <c:pt idx="20782">
                  <c:v>0.31213633759343107</c:v>
                </c:pt>
                <c:pt idx="20783">
                  <c:v>0.31217312301827177</c:v>
                </c:pt>
                <c:pt idx="20784">
                  <c:v>0.31218361727195504</c:v>
                </c:pt>
                <c:pt idx="20785">
                  <c:v>0.31228527702129855</c:v>
                </c:pt>
                <c:pt idx="20786">
                  <c:v>0.31233787811382513</c:v>
                </c:pt>
                <c:pt idx="20787">
                  <c:v>0.31234623861562882</c:v>
                </c:pt>
                <c:pt idx="20788">
                  <c:v>0.31239612429272007</c:v>
                </c:pt>
                <c:pt idx="20789">
                  <c:v>0.31239963386290048</c:v>
                </c:pt>
                <c:pt idx="20790">
                  <c:v>0.31242264642967438</c:v>
                </c:pt>
                <c:pt idx="20791">
                  <c:v>0.31246086374696574</c:v>
                </c:pt>
                <c:pt idx="20792">
                  <c:v>0.31252438240705593</c:v>
                </c:pt>
                <c:pt idx="20793">
                  <c:v>0.31254674211561856</c:v>
                </c:pt>
                <c:pt idx="20794">
                  <c:v>0.31255315732031991</c:v>
                </c:pt>
                <c:pt idx="20795">
                  <c:v>0.31255907992926063</c:v>
                </c:pt>
                <c:pt idx="20796">
                  <c:v>0.31256617231030759</c:v>
                </c:pt>
                <c:pt idx="20797">
                  <c:v>0.31257910894512997</c:v>
                </c:pt>
                <c:pt idx="20798">
                  <c:v>0.31261206632998667</c:v>
                </c:pt>
                <c:pt idx="20799">
                  <c:v>0.31266442741356343</c:v>
                </c:pt>
                <c:pt idx="20800">
                  <c:v>0.31271144543661988</c:v>
                </c:pt>
                <c:pt idx="20801">
                  <c:v>0.31271388151129903</c:v>
                </c:pt>
                <c:pt idx="20802">
                  <c:v>0.31274516492563054</c:v>
                </c:pt>
                <c:pt idx="20803">
                  <c:v>0.31279677170586895</c:v>
                </c:pt>
                <c:pt idx="20804">
                  <c:v>0.31284216055412739</c:v>
                </c:pt>
                <c:pt idx="20805">
                  <c:v>0.31286903569877206</c:v>
                </c:pt>
                <c:pt idx="20806">
                  <c:v>0.31290772136345835</c:v>
                </c:pt>
                <c:pt idx="20807">
                  <c:v>0.31291333406866489</c:v>
                </c:pt>
                <c:pt idx="20808">
                  <c:v>0.31294828808733416</c:v>
                </c:pt>
                <c:pt idx="20809">
                  <c:v>0.31296154865406989</c:v>
                </c:pt>
                <c:pt idx="20810">
                  <c:v>0.31298638276153384</c:v>
                </c:pt>
                <c:pt idx="20811">
                  <c:v>0.31300075783067349</c:v>
                </c:pt>
                <c:pt idx="20812">
                  <c:v>0.31302762433470943</c:v>
                </c:pt>
                <c:pt idx="20813">
                  <c:v>0.31303560380809631</c:v>
                </c:pt>
                <c:pt idx="20814">
                  <c:v>0.31307965183826453</c:v>
                </c:pt>
                <c:pt idx="20815">
                  <c:v>0.31308876749916009</c:v>
                </c:pt>
                <c:pt idx="20816">
                  <c:v>0.31310090022033688</c:v>
                </c:pt>
                <c:pt idx="20817">
                  <c:v>0.31316379211352591</c:v>
                </c:pt>
                <c:pt idx="20818">
                  <c:v>0.31320466749699816</c:v>
                </c:pt>
                <c:pt idx="20819">
                  <c:v>0.31324899964765396</c:v>
                </c:pt>
                <c:pt idx="20820">
                  <c:v>0.31325456589776457</c:v>
                </c:pt>
                <c:pt idx="20821">
                  <c:v>0.3132563499612166</c:v>
                </c:pt>
                <c:pt idx="20822">
                  <c:v>0.31325830681973699</c:v>
                </c:pt>
                <c:pt idx="20823">
                  <c:v>0.31329877892327718</c:v>
                </c:pt>
                <c:pt idx="20824">
                  <c:v>0.31331536711908453</c:v>
                </c:pt>
                <c:pt idx="20825">
                  <c:v>0.31333449275174147</c:v>
                </c:pt>
                <c:pt idx="20826">
                  <c:v>0.31340509753181406</c:v>
                </c:pt>
                <c:pt idx="20827">
                  <c:v>0.31349546290806862</c:v>
                </c:pt>
                <c:pt idx="20828">
                  <c:v>0.31353857771622701</c:v>
                </c:pt>
                <c:pt idx="20829">
                  <c:v>0.31357263661534529</c:v>
                </c:pt>
                <c:pt idx="20830">
                  <c:v>0.3136264079339392</c:v>
                </c:pt>
                <c:pt idx="20831">
                  <c:v>0.31365598270665851</c:v>
                </c:pt>
                <c:pt idx="20832">
                  <c:v>0.31373204945655953</c:v>
                </c:pt>
                <c:pt idx="20833">
                  <c:v>0.3137452958723046</c:v>
                </c:pt>
                <c:pt idx="20834">
                  <c:v>0.31377245123906117</c:v>
                </c:pt>
                <c:pt idx="20835">
                  <c:v>0.31377463402292005</c:v>
                </c:pt>
                <c:pt idx="20836">
                  <c:v>0.31378412064214345</c:v>
                </c:pt>
                <c:pt idx="20837">
                  <c:v>0.31380251730093112</c:v>
                </c:pt>
                <c:pt idx="20838">
                  <c:v>0.31385132990135928</c:v>
                </c:pt>
                <c:pt idx="20839">
                  <c:v>0.31385194676451089</c:v>
                </c:pt>
                <c:pt idx="20840">
                  <c:v>0.31389184830666128</c:v>
                </c:pt>
                <c:pt idx="20841">
                  <c:v>0.31390635835736802</c:v>
                </c:pt>
                <c:pt idx="20842">
                  <c:v>0.31395562902202068</c:v>
                </c:pt>
                <c:pt idx="20843">
                  <c:v>0.31396823503903648</c:v>
                </c:pt>
                <c:pt idx="20844">
                  <c:v>0.31402910573831816</c:v>
                </c:pt>
                <c:pt idx="20845">
                  <c:v>0.31403157341194687</c:v>
                </c:pt>
                <c:pt idx="20846">
                  <c:v>0.31407270851221947</c:v>
                </c:pt>
                <c:pt idx="20847">
                  <c:v>0.31408134665581544</c:v>
                </c:pt>
                <c:pt idx="20848">
                  <c:v>0.3141696919597205</c:v>
                </c:pt>
                <c:pt idx="20849">
                  <c:v>0.31419257801785022</c:v>
                </c:pt>
                <c:pt idx="20850">
                  <c:v>0.31425026346632329</c:v>
                </c:pt>
                <c:pt idx="20851">
                  <c:v>0.31426096463270231</c:v>
                </c:pt>
                <c:pt idx="20852">
                  <c:v>0.31429159612916696</c:v>
                </c:pt>
                <c:pt idx="20853">
                  <c:v>0.31429806399205501</c:v>
                </c:pt>
                <c:pt idx="20854">
                  <c:v>0.31431611450628522</c:v>
                </c:pt>
                <c:pt idx="20855">
                  <c:v>0.31437889169182798</c:v>
                </c:pt>
                <c:pt idx="20856">
                  <c:v>0.31439549344035606</c:v>
                </c:pt>
                <c:pt idx="20857">
                  <c:v>0.31441262226432742</c:v>
                </c:pt>
                <c:pt idx="20858">
                  <c:v>0.31442344969253772</c:v>
                </c:pt>
                <c:pt idx="20859">
                  <c:v>0.31442429059231031</c:v>
                </c:pt>
                <c:pt idx="20860">
                  <c:v>0.31444795385202168</c:v>
                </c:pt>
                <c:pt idx="20861">
                  <c:v>0.31449094176814352</c:v>
                </c:pt>
                <c:pt idx="20862">
                  <c:v>0.31449890612120146</c:v>
                </c:pt>
                <c:pt idx="20863">
                  <c:v>0.31452258290028812</c:v>
                </c:pt>
                <c:pt idx="20864">
                  <c:v>0.31453728868113257</c:v>
                </c:pt>
                <c:pt idx="20865">
                  <c:v>0.31455596269310743</c:v>
                </c:pt>
                <c:pt idx="20866">
                  <c:v>0.31455683783844846</c:v>
                </c:pt>
                <c:pt idx="20867">
                  <c:v>0.31459125360001411</c:v>
                </c:pt>
                <c:pt idx="20868">
                  <c:v>0.31459267850653733</c:v>
                </c:pt>
                <c:pt idx="20869">
                  <c:v>0.314647827170285</c:v>
                </c:pt>
                <c:pt idx="20870">
                  <c:v>0.3146667032448438</c:v>
                </c:pt>
                <c:pt idx="20871">
                  <c:v>0.3147139706215259</c:v>
                </c:pt>
                <c:pt idx="20872">
                  <c:v>0.31471992112515157</c:v>
                </c:pt>
                <c:pt idx="20873">
                  <c:v>0.31481321807095403</c:v>
                </c:pt>
                <c:pt idx="20874">
                  <c:v>0.31484917246622529</c:v>
                </c:pt>
                <c:pt idx="20875">
                  <c:v>0.3148556117096723</c:v>
                </c:pt>
                <c:pt idx="20876">
                  <c:v>0.31486312753558787</c:v>
                </c:pt>
                <c:pt idx="20877">
                  <c:v>0.31492783719951001</c:v>
                </c:pt>
                <c:pt idx="20878">
                  <c:v>0.31496998760205924</c:v>
                </c:pt>
                <c:pt idx="20879">
                  <c:v>0.31503967705551561</c:v>
                </c:pt>
                <c:pt idx="20880">
                  <c:v>0.31512284449841099</c:v>
                </c:pt>
                <c:pt idx="20881">
                  <c:v>0.31514710022136549</c:v>
                </c:pt>
                <c:pt idx="20882">
                  <c:v>0.3151708618938267</c:v>
                </c:pt>
                <c:pt idx="20883">
                  <c:v>0.31524909892175135</c:v>
                </c:pt>
                <c:pt idx="20884">
                  <c:v>0.31524957381207708</c:v>
                </c:pt>
                <c:pt idx="20885">
                  <c:v>0.31525911176133836</c:v>
                </c:pt>
                <c:pt idx="20886">
                  <c:v>0.31525963853930589</c:v>
                </c:pt>
                <c:pt idx="20887">
                  <c:v>0.31528599390889139</c:v>
                </c:pt>
                <c:pt idx="20888">
                  <c:v>0.31531673278977695</c:v>
                </c:pt>
                <c:pt idx="20889">
                  <c:v>0.31534917339110946</c:v>
                </c:pt>
                <c:pt idx="20890">
                  <c:v>0.3153752648532232</c:v>
                </c:pt>
                <c:pt idx="20891">
                  <c:v>0.31540284419125691</c:v>
                </c:pt>
                <c:pt idx="20892">
                  <c:v>0.31543465223371819</c:v>
                </c:pt>
                <c:pt idx="20893">
                  <c:v>0.31543743170528388</c:v>
                </c:pt>
                <c:pt idx="20894">
                  <c:v>0.31544838003101422</c:v>
                </c:pt>
                <c:pt idx="20895">
                  <c:v>0.31545147284512692</c:v>
                </c:pt>
                <c:pt idx="20896">
                  <c:v>0.31545484436238275</c:v>
                </c:pt>
                <c:pt idx="20897">
                  <c:v>0.31551049107048756</c:v>
                </c:pt>
                <c:pt idx="20898">
                  <c:v>0.31551540512667903</c:v>
                </c:pt>
                <c:pt idx="20899">
                  <c:v>0.31552329749136337</c:v>
                </c:pt>
                <c:pt idx="20900">
                  <c:v>0.31553404524826212</c:v>
                </c:pt>
                <c:pt idx="20901">
                  <c:v>0.31553853929871323</c:v>
                </c:pt>
                <c:pt idx="20902">
                  <c:v>0.31561027953513227</c:v>
                </c:pt>
                <c:pt idx="20903">
                  <c:v>0.31561788261371104</c:v>
                </c:pt>
                <c:pt idx="20904">
                  <c:v>0.31563449383859532</c:v>
                </c:pt>
                <c:pt idx="20905">
                  <c:v>0.31569206260307553</c:v>
                </c:pt>
                <c:pt idx="20906">
                  <c:v>0.31569726329695241</c:v>
                </c:pt>
                <c:pt idx="20907">
                  <c:v>0.31571168031726266</c:v>
                </c:pt>
                <c:pt idx="20908">
                  <c:v>0.31577593225867684</c:v>
                </c:pt>
                <c:pt idx="20909">
                  <c:v>0.31578309936113252</c:v>
                </c:pt>
                <c:pt idx="20910">
                  <c:v>0.31579888775500958</c:v>
                </c:pt>
                <c:pt idx="20911">
                  <c:v>0.31580872287209222</c:v>
                </c:pt>
                <c:pt idx="20912">
                  <c:v>0.31584232234547743</c:v>
                </c:pt>
                <c:pt idx="20913">
                  <c:v>0.31588734240380228</c:v>
                </c:pt>
                <c:pt idx="20914">
                  <c:v>0.31588883472393858</c:v>
                </c:pt>
                <c:pt idx="20915">
                  <c:v>0.31599887083084993</c:v>
                </c:pt>
                <c:pt idx="20916">
                  <c:v>0.31602060967423634</c:v>
                </c:pt>
                <c:pt idx="20917">
                  <c:v>0.31605947245255234</c:v>
                </c:pt>
                <c:pt idx="20918">
                  <c:v>0.3160728379511662</c:v>
                </c:pt>
                <c:pt idx="20919">
                  <c:v>0.31611052976297521</c:v>
                </c:pt>
                <c:pt idx="20920">
                  <c:v>0.31611641988833389</c:v>
                </c:pt>
                <c:pt idx="20921">
                  <c:v>0.31617287887375717</c:v>
                </c:pt>
                <c:pt idx="20922">
                  <c:v>0.31625597687222451</c:v>
                </c:pt>
                <c:pt idx="20923">
                  <c:v>0.31636674338292264</c:v>
                </c:pt>
                <c:pt idx="20924">
                  <c:v>0.31637248586070754</c:v>
                </c:pt>
                <c:pt idx="20925">
                  <c:v>0.31642643748564453</c:v>
                </c:pt>
                <c:pt idx="20926">
                  <c:v>0.31643211112220676</c:v>
                </c:pt>
                <c:pt idx="20927">
                  <c:v>0.3164542089310069</c:v>
                </c:pt>
                <c:pt idx="20928">
                  <c:v>0.31647679861049371</c:v>
                </c:pt>
                <c:pt idx="20929">
                  <c:v>0.31650210528175432</c:v>
                </c:pt>
                <c:pt idx="20930">
                  <c:v>0.3165219774046511</c:v>
                </c:pt>
                <c:pt idx="20931">
                  <c:v>0.31652421096927236</c:v>
                </c:pt>
                <c:pt idx="20932">
                  <c:v>0.31658269932375876</c:v>
                </c:pt>
                <c:pt idx="20933">
                  <c:v>0.31660313861099482</c:v>
                </c:pt>
                <c:pt idx="20934">
                  <c:v>0.31660806016938947</c:v>
                </c:pt>
                <c:pt idx="20935">
                  <c:v>0.31663147236470929</c:v>
                </c:pt>
                <c:pt idx="20936">
                  <c:v>0.31667733556763811</c:v>
                </c:pt>
                <c:pt idx="20937">
                  <c:v>0.31670276210124876</c:v>
                </c:pt>
                <c:pt idx="20938">
                  <c:v>0.3167143931664102</c:v>
                </c:pt>
                <c:pt idx="20939">
                  <c:v>0.31675903563394248</c:v>
                </c:pt>
                <c:pt idx="20940">
                  <c:v>0.31678186966303867</c:v>
                </c:pt>
                <c:pt idx="20941">
                  <c:v>0.31678727353956054</c:v>
                </c:pt>
                <c:pt idx="20942">
                  <c:v>0.31682633917594455</c:v>
                </c:pt>
                <c:pt idx="20943">
                  <c:v>0.31682692050840716</c:v>
                </c:pt>
                <c:pt idx="20944">
                  <c:v>0.31691779862285707</c:v>
                </c:pt>
                <c:pt idx="20945">
                  <c:v>0.31692063048895863</c:v>
                </c:pt>
                <c:pt idx="20946">
                  <c:v>0.31699682782521615</c:v>
                </c:pt>
                <c:pt idx="20947">
                  <c:v>0.3170081772835458</c:v>
                </c:pt>
                <c:pt idx="20948">
                  <c:v>0.31704728795276599</c:v>
                </c:pt>
                <c:pt idx="20949">
                  <c:v>0.3170669582260483</c:v>
                </c:pt>
                <c:pt idx="20950">
                  <c:v>0.31706979536851648</c:v>
                </c:pt>
                <c:pt idx="20951">
                  <c:v>0.31711911058357017</c:v>
                </c:pt>
                <c:pt idx="20952">
                  <c:v>0.31717604087598</c:v>
                </c:pt>
                <c:pt idx="20953">
                  <c:v>0.31719148783493772</c:v>
                </c:pt>
                <c:pt idx="20954">
                  <c:v>0.31719478850881316</c:v>
                </c:pt>
                <c:pt idx="20955">
                  <c:v>0.31720383470796842</c:v>
                </c:pt>
                <c:pt idx="20956">
                  <c:v>0.3172673040625178</c:v>
                </c:pt>
                <c:pt idx="20957">
                  <c:v>0.31727648165318117</c:v>
                </c:pt>
                <c:pt idx="20958">
                  <c:v>0.31739708320081828</c:v>
                </c:pt>
                <c:pt idx="20959">
                  <c:v>0.317405329444017</c:v>
                </c:pt>
                <c:pt idx="20960">
                  <c:v>0.31744666532570992</c:v>
                </c:pt>
                <c:pt idx="20961">
                  <c:v>0.31745699425497614</c:v>
                </c:pt>
                <c:pt idx="20962">
                  <c:v>0.31748055010972331</c:v>
                </c:pt>
                <c:pt idx="20963">
                  <c:v>0.31755032846774095</c:v>
                </c:pt>
                <c:pt idx="20964">
                  <c:v>0.31755353167226902</c:v>
                </c:pt>
                <c:pt idx="20965">
                  <c:v>0.317583934344911</c:v>
                </c:pt>
                <c:pt idx="20966">
                  <c:v>0.31760170186692621</c:v>
                </c:pt>
                <c:pt idx="20967">
                  <c:v>0.31763153160654933</c:v>
                </c:pt>
                <c:pt idx="20968">
                  <c:v>0.31763962168180676</c:v>
                </c:pt>
                <c:pt idx="20969">
                  <c:v>0.31768376257247655</c:v>
                </c:pt>
                <c:pt idx="20970">
                  <c:v>0.31774834679989628</c:v>
                </c:pt>
                <c:pt idx="20971">
                  <c:v>0.31776172192457453</c:v>
                </c:pt>
                <c:pt idx="20972">
                  <c:v>0.31780005771877845</c:v>
                </c:pt>
                <c:pt idx="20973">
                  <c:v>0.31780863902925938</c:v>
                </c:pt>
                <c:pt idx="20974">
                  <c:v>0.3178802916424433</c:v>
                </c:pt>
                <c:pt idx="20975">
                  <c:v>0.31798382272090941</c:v>
                </c:pt>
                <c:pt idx="20976">
                  <c:v>0.31800581568194891</c:v>
                </c:pt>
                <c:pt idx="20977">
                  <c:v>0.31803628528209804</c:v>
                </c:pt>
                <c:pt idx="20978">
                  <c:v>0.31804305367038416</c:v>
                </c:pt>
                <c:pt idx="20979">
                  <c:v>0.31804809076972135</c:v>
                </c:pt>
                <c:pt idx="20980">
                  <c:v>0.3180520692200412</c:v>
                </c:pt>
                <c:pt idx="20981">
                  <c:v>0.31805307528589072</c:v>
                </c:pt>
                <c:pt idx="20982">
                  <c:v>0.31811142270255377</c:v>
                </c:pt>
                <c:pt idx="20983">
                  <c:v>0.31812845636407461</c:v>
                </c:pt>
                <c:pt idx="20984">
                  <c:v>0.31815650688709934</c:v>
                </c:pt>
                <c:pt idx="20985">
                  <c:v>0.3181586443118336</c:v>
                </c:pt>
                <c:pt idx="20986">
                  <c:v>0.31818057576327702</c:v>
                </c:pt>
                <c:pt idx="20987">
                  <c:v>0.31818142769022717</c:v>
                </c:pt>
                <c:pt idx="20988">
                  <c:v>0.31818152279940903</c:v>
                </c:pt>
                <c:pt idx="20989">
                  <c:v>0.31830291342582628</c:v>
                </c:pt>
                <c:pt idx="20990">
                  <c:v>0.31841527667960773</c:v>
                </c:pt>
                <c:pt idx="20991">
                  <c:v>0.31842268242033833</c:v>
                </c:pt>
                <c:pt idx="20992">
                  <c:v>0.31842523367116149</c:v>
                </c:pt>
                <c:pt idx="20993">
                  <c:v>0.3184889852674867</c:v>
                </c:pt>
                <c:pt idx="20994">
                  <c:v>0.31850327122137317</c:v>
                </c:pt>
                <c:pt idx="20995">
                  <c:v>0.31861944503499923</c:v>
                </c:pt>
                <c:pt idx="20996">
                  <c:v>0.31864543226301445</c:v>
                </c:pt>
                <c:pt idx="20997">
                  <c:v>0.31865962979595969</c:v>
                </c:pt>
                <c:pt idx="20998">
                  <c:v>0.31869502035707714</c:v>
                </c:pt>
                <c:pt idx="20999">
                  <c:v>0.3187720066266248</c:v>
                </c:pt>
                <c:pt idx="21000">
                  <c:v>0.31877964316777391</c:v>
                </c:pt>
                <c:pt idx="21001">
                  <c:v>0.31879176629862721</c:v>
                </c:pt>
                <c:pt idx="21002">
                  <c:v>0.31883948320167366</c:v>
                </c:pt>
                <c:pt idx="21003">
                  <c:v>0.31887302644942445</c:v>
                </c:pt>
                <c:pt idx="21004">
                  <c:v>0.31891091804037874</c:v>
                </c:pt>
                <c:pt idx="21005">
                  <c:v>0.31896416300117358</c:v>
                </c:pt>
                <c:pt idx="21006">
                  <c:v>0.31896732667594135</c:v>
                </c:pt>
                <c:pt idx="21007">
                  <c:v>0.3189986912967146</c:v>
                </c:pt>
                <c:pt idx="21008">
                  <c:v>0.31904685209957667</c:v>
                </c:pt>
                <c:pt idx="21009">
                  <c:v>0.3190565751403508</c:v>
                </c:pt>
                <c:pt idx="21010">
                  <c:v>0.31910109859448904</c:v>
                </c:pt>
                <c:pt idx="21011">
                  <c:v>0.3192136040872276</c:v>
                </c:pt>
                <c:pt idx="21012">
                  <c:v>0.31928492499801958</c:v>
                </c:pt>
                <c:pt idx="21013">
                  <c:v>0.31928724837775102</c:v>
                </c:pt>
                <c:pt idx="21014">
                  <c:v>0.31928988084121834</c:v>
                </c:pt>
                <c:pt idx="21015">
                  <c:v>0.31933052712272619</c:v>
                </c:pt>
                <c:pt idx="21016">
                  <c:v>0.31939342260173009</c:v>
                </c:pt>
                <c:pt idx="21017">
                  <c:v>0.31940600983974055</c:v>
                </c:pt>
                <c:pt idx="21018">
                  <c:v>0.31950189024003783</c:v>
                </c:pt>
                <c:pt idx="21019">
                  <c:v>0.31974244691563353</c:v>
                </c:pt>
                <c:pt idx="21020">
                  <c:v>0.31974794584478067</c:v>
                </c:pt>
                <c:pt idx="21021">
                  <c:v>0.31977322455272272</c:v>
                </c:pt>
                <c:pt idx="21022">
                  <c:v>0.31977596616547116</c:v>
                </c:pt>
                <c:pt idx="21023">
                  <c:v>0.31978944879252497</c:v>
                </c:pt>
                <c:pt idx="21024">
                  <c:v>0.32000235475731925</c:v>
                </c:pt>
                <c:pt idx="21025">
                  <c:v>0.32004280859187317</c:v>
                </c:pt>
                <c:pt idx="21026">
                  <c:v>0.3200889097434208</c:v>
                </c:pt>
                <c:pt idx="21027">
                  <c:v>0.32010159836698981</c:v>
                </c:pt>
                <c:pt idx="21028">
                  <c:v>0.32013089806024175</c:v>
                </c:pt>
                <c:pt idx="21029">
                  <c:v>0.32014286746389481</c:v>
                </c:pt>
                <c:pt idx="21030">
                  <c:v>0.32016962147934247</c:v>
                </c:pt>
                <c:pt idx="21031">
                  <c:v>0.32018027005262878</c:v>
                </c:pt>
                <c:pt idx="21032">
                  <c:v>0.32018523239122032</c:v>
                </c:pt>
                <c:pt idx="21033">
                  <c:v>0.32025745220906748</c:v>
                </c:pt>
                <c:pt idx="21034">
                  <c:v>0.32036067119024297</c:v>
                </c:pt>
                <c:pt idx="21035">
                  <c:v>0.32036859476467766</c:v>
                </c:pt>
                <c:pt idx="21036">
                  <c:v>0.32037133777328825</c:v>
                </c:pt>
                <c:pt idx="21037">
                  <c:v>0.32045022914074761</c:v>
                </c:pt>
                <c:pt idx="21038">
                  <c:v>0.32045134686420967</c:v>
                </c:pt>
                <c:pt idx="21039">
                  <c:v>0.32045337228587106</c:v>
                </c:pt>
                <c:pt idx="21040">
                  <c:v>0.32056008076880649</c:v>
                </c:pt>
                <c:pt idx="21041">
                  <c:v>0.3205668271356098</c:v>
                </c:pt>
                <c:pt idx="21042">
                  <c:v>0.32057796666381627</c:v>
                </c:pt>
                <c:pt idx="21043">
                  <c:v>0.32057981906921873</c:v>
                </c:pt>
                <c:pt idx="21044">
                  <c:v>0.32058233734500463</c:v>
                </c:pt>
                <c:pt idx="21045">
                  <c:v>0.32064077833313354</c:v>
                </c:pt>
                <c:pt idx="21046">
                  <c:v>0.32065097667749892</c:v>
                </c:pt>
                <c:pt idx="21047">
                  <c:v>0.32067917772266308</c:v>
                </c:pt>
                <c:pt idx="21048">
                  <c:v>0.32067996657884046</c:v>
                </c:pt>
                <c:pt idx="21049">
                  <c:v>0.32069585271218776</c:v>
                </c:pt>
                <c:pt idx="21050">
                  <c:v>0.32074669046000387</c:v>
                </c:pt>
                <c:pt idx="21051">
                  <c:v>0.32077928527700061</c:v>
                </c:pt>
                <c:pt idx="21052">
                  <c:v>0.32079000638972771</c:v>
                </c:pt>
                <c:pt idx="21053">
                  <c:v>0.32083200472209183</c:v>
                </c:pt>
                <c:pt idx="21054">
                  <c:v>0.32083892045749629</c:v>
                </c:pt>
                <c:pt idx="21055">
                  <c:v>0.32084352987382436</c:v>
                </c:pt>
                <c:pt idx="21056">
                  <c:v>0.3208493331152798</c:v>
                </c:pt>
                <c:pt idx="21057">
                  <c:v>0.32085324468272564</c:v>
                </c:pt>
                <c:pt idx="21058">
                  <c:v>0.32094818298719846</c:v>
                </c:pt>
                <c:pt idx="21059">
                  <c:v>0.32097645065705116</c:v>
                </c:pt>
                <c:pt idx="21060">
                  <c:v>0.32100382317648973</c:v>
                </c:pt>
                <c:pt idx="21061">
                  <c:v>0.32104706968920715</c:v>
                </c:pt>
                <c:pt idx="21062">
                  <c:v>0.32107014793366728</c:v>
                </c:pt>
                <c:pt idx="21063">
                  <c:v>0.32111002339805833</c:v>
                </c:pt>
                <c:pt idx="21064">
                  <c:v>0.32111541798041698</c:v>
                </c:pt>
                <c:pt idx="21065">
                  <c:v>0.32111691204112347</c:v>
                </c:pt>
                <c:pt idx="21066">
                  <c:v>0.32114726212017036</c:v>
                </c:pt>
                <c:pt idx="21067">
                  <c:v>0.32117483803202324</c:v>
                </c:pt>
                <c:pt idx="21068">
                  <c:v>0.32117989149980314</c:v>
                </c:pt>
                <c:pt idx="21069">
                  <c:v>0.32119424629032267</c:v>
                </c:pt>
                <c:pt idx="21070">
                  <c:v>0.32121503589135181</c:v>
                </c:pt>
                <c:pt idx="21071">
                  <c:v>0.32122991595245848</c:v>
                </c:pt>
                <c:pt idx="21072">
                  <c:v>0.32131886497090073</c:v>
                </c:pt>
                <c:pt idx="21073">
                  <c:v>0.32132975868405811</c:v>
                </c:pt>
                <c:pt idx="21074">
                  <c:v>0.32134636802352157</c:v>
                </c:pt>
                <c:pt idx="21075">
                  <c:v>0.32135758043410245</c:v>
                </c:pt>
                <c:pt idx="21076">
                  <c:v>0.32139867584487769</c:v>
                </c:pt>
                <c:pt idx="21077">
                  <c:v>0.32140654933124829</c:v>
                </c:pt>
                <c:pt idx="21078">
                  <c:v>0.32143871905323446</c:v>
                </c:pt>
                <c:pt idx="21079">
                  <c:v>0.32144295443231763</c:v>
                </c:pt>
                <c:pt idx="21080">
                  <c:v>0.32144648556314181</c:v>
                </c:pt>
                <c:pt idx="21081">
                  <c:v>0.32148512924000544</c:v>
                </c:pt>
                <c:pt idx="21082">
                  <c:v>0.32148833943153454</c:v>
                </c:pt>
                <c:pt idx="21083">
                  <c:v>0.32150109635420721</c:v>
                </c:pt>
                <c:pt idx="21084">
                  <c:v>0.32160730775640012</c:v>
                </c:pt>
                <c:pt idx="21085">
                  <c:v>0.32165608349216102</c:v>
                </c:pt>
                <c:pt idx="21086">
                  <c:v>0.32171879233006423</c:v>
                </c:pt>
                <c:pt idx="21087">
                  <c:v>0.32174051388866892</c:v>
                </c:pt>
                <c:pt idx="21088">
                  <c:v>0.32177170471692207</c:v>
                </c:pt>
                <c:pt idx="21089">
                  <c:v>0.32184713383453772</c:v>
                </c:pt>
                <c:pt idx="21090">
                  <c:v>0.32186113104825287</c:v>
                </c:pt>
                <c:pt idx="21091">
                  <c:v>0.32187092191257438</c:v>
                </c:pt>
                <c:pt idx="21092">
                  <c:v>0.32192953174638089</c:v>
                </c:pt>
                <c:pt idx="21093">
                  <c:v>0.32194006154164712</c:v>
                </c:pt>
                <c:pt idx="21094">
                  <c:v>0.32194623364394942</c:v>
                </c:pt>
                <c:pt idx="21095">
                  <c:v>0.32198748506440789</c:v>
                </c:pt>
                <c:pt idx="21096">
                  <c:v>0.32201855079140174</c:v>
                </c:pt>
                <c:pt idx="21097">
                  <c:v>0.32202575516783088</c:v>
                </c:pt>
                <c:pt idx="21098">
                  <c:v>0.32205063962138303</c:v>
                </c:pt>
                <c:pt idx="21099">
                  <c:v>0.32205642745555857</c:v>
                </c:pt>
                <c:pt idx="21100">
                  <c:v>0.32206815794378368</c:v>
                </c:pt>
                <c:pt idx="21101">
                  <c:v>0.32212719762979619</c:v>
                </c:pt>
                <c:pt idx="21102">
                  <c:v>0.32213028775480496</c:v>
                </c:pt>
                <c:pt idx="21103">
                  <c:v>0.32215407444517596</c:v>
                </c:pt>
                <c:pt idx="21104">
                  <c:v>0.32217400006053926</c:v>
                </c:pt>
                <c:pt idx="21105">
                  <c:v>0.32224227766308272</c:v>
                </c:pt>
                <c:pt idx="21106">
                  <c:v>0.32228434953486201</c:v>
                </c:pt>
                <c:pt idx="21107">
                  <c:v>0.32229661583885388</c:v>
                </c:pt>
                <c:pt idx="21108">
                  <c:v>0.32237048538871793</c:v>
                </c:pt>
                <c:pt idx="21109">
                  <c:v>0.32237261982010362</c:v>
                </c:pt>
                <c:pt idx="21110">
                  <c:v>0.32238688608997612</c:v>
                </c:pt>
                <c:pt idx="21111">
                  <c:v>0.32240519938266415</c:v>
                </c:pt>
                <c:pt idx="21112">
                  <c:v>0.32247727684296734</c:v>
                </c:pt>
                <c:pt idx="21113">
                  <c:v>0.32250386052278907</c:v>
                </c:pt>
                <c:pt idx="21114">
                  <c:v>0.32251835014222413</c:v>
                </c:pt>
                <c:pt idx="21115">
                  <c:v>0.32258588827161461</c:v>
                </c:pt>
                <c:pt idx="21116">
                  <c:v>0.32269120458721262</c:v>
                </c:pt>
                <c:pt idx="21117">
                  <c:v>0.32274108471594848</c:v>
                </c:pt>
                <c:pt idx="21118">
                  <c:v>0.32274111224816349</c:v>
                </c:pt>
                <c:pt idx="21119">
                  <c:v>0.32277832643859111</c:v>
                </c:pt>
                <c:pt idx="21120">
                  <c:v>0.32278237314662073</c:v>
                </c:pt>
                <c:pt idx="21121">
                  <c:v>0.32279371099524762</c:v>
                </c:pt>
                <c:pt idx="21122">
                  <c:v>0.32280711828251896</c:v>
                </c:pt>
                <c:pt idx="21123">
                  <c:v>0.32282982613004046</c:v>
                </c:pt>
                <c:pt idx="21124">
                  <c:v>0.32286957531569122</c:v>
                </c:pt>
                <c:pt idx="21125">
                  <c:v>0.32290165493189288</c:v>
                </c:pt>
                <c:pt idx="21126">
                  <c:v>0.32292364578267635</c:v>
                </c:pt>
                <c:pt idx="21127">
                  <c:v>0.32296151897308428</c:v>
                </c:pt>
                <c:pt idx="21128">
                  <c:v>0.3229684755324761</c:v>
                </c:pt>
                <c:pt idx="21129">
                  <c:v>0.32302515037876417</c:v>
                </c:pt>
                <c:pt idx="21130">
                  <c:v>0.32303958932959326</c:v>
                </c:pt>
                <c:pt idx="21131">
                  <c:v>0.32314869169590071</c:v>
                </c:pt>
                <c:pt idx="21132">
                  <c:v>0.32319360013102061</c:v>
                </c:pt>
                <c:pt idx="21133">
                  <c:v>0.32325155532897676</c:v>
                </c:pt>
                <c:pt idx="21134">
                  <c:v>0.32326888631265133</c:v>
                </c:pt>
                <c:pt idx="21135">
                  <c:v>0.32328695935550733</c:v>
                </c:pt>
                <c:pt idx="21136">
                  <c:v>0.32328933455199715</c:v>
                </c:pt>
                <c:pt idx="21137">
                  <c:v>0.32329990370217754</c:v>
                </c:pt>
                <c:pt idx="21138">
                  <c:v>0.32332802079546136</c:v>
                </c:pt>
                <c:pt idx="21139">
                  <c:v>0.32334192952291552</c:v>
                </c:pt>
                <c:pt idx="21140">
                  <c:v>0.32335163907610809</c:v>
                </c:pt>
                <c:pt idx="21141">
                  <c:v>0.32335264888778026</c:v>
                </c:pt>
                <c:pt idx="21142">
                  <c:v>0.32337734917892164</c:v>
                </c:pt>
                <c:pt idx="21143">
                  <c:v>0.32341524275045719</c:v>
                </c:pt>
                <c:pt idx="21144">
                  <c:v>0.32343297105817886</c:v>
                </c:pt>
                <c:pt idx="21145">
                  <c:v>0.32351102897821543</c:v>
                </c:pt>
                <c:pt idx="21146">
                  <c:v>0.32360239167274274</c:v>
                </c:pt>
                <c:pt idx="21147">
                  <c:v>0.32360800080746643</c:v>
                </c:pt>
                <c:pt idx="21148">
                  <c:v>0.32360953998531466</c:v>
                </c:pt>
                <c:pt idx="21149">
                  <c:v>0.32362192699599329</c:v>
                </c:pt>
                <c:pt idx="21150">
                  <c:v>0.32362490671250732</c:v>
                </c:pt>
                <c:pt idx="21151">
                  <c:v>0.32367085635110848</c:v>
                </c:pt>
                <c:pt idx="21152">
                  <c:v>0.32376853497502578</c:v>
                </c:pt>
                <c:pt idx="21153">
                  <c:v>0.32377211274156498</c:v>
                </c:pt>
                <c:pt idx="21154">
                  <c:v>0.32386917619433447</c:v>
                </c:pt>
                <c:pt idx="21155">
                  <c:v>0.32388003324657438</c:v>
                </c:pt>
                <c:pt idx="21156">
                  <c:v>0.32389017034062378</c:v>
                </c:pt>
                <c:pt idx="21157">
                  <c:v>0.32389020185935258</c:v>
                </c:pt>
                <c:pt idx="21158">
                  <c:v>0.32400026809985932</c:v>
                </c:pt>
                <c:pt idx="21159">
                  <c:v>0.32405676886512741</c:v>
                </c:pt>
                <c:pt idx="21160">
                  <c:v>0.32405764678450438</c:v>
                </c:pt>
                <c:pt idx="21161">
                  <c:v>0.32408302421596474</c:v>
                </c:pt>
                <c:pt idx="21162">
                  <c:v>0.3240883812365089</c:v>
                </c:pt>
                <c:pt idx="21163">
                  <c:v>0.32409335168208575</c:v>
                </c:pt>
                <c:pt idx="21164">
                  <c:v>0.32413888675900915</c:v>
                </c:pt>
                <c:pt idx="21165">
                  <c:v>0.3241479306357829</c:v>
                </c:pt>
                <c:pt idx="21166">
                  <c:v>0.32417619510636181</c:v>
                </c:pt>
                <c:pt idx="21167">
                  <c:v>0.32422526385317718</c:v>
                </c:pt>
                <c:pt idx="21168">
                  <c:v>0.32424482358628004</c:v>
                </c:pt>
                <c:pt idx="21169">
                  <c:v>0.32424981337684811</c:v>
                </c:pt>
                <c:pt idx="21170">
                  <c:v>0.32428109290673773</c:v>
                </c:pt>
                <c:pt idx="21171">
                  <c:v>0.32434728480697406</c:v>
                </c:pt>
                <c:pt idx="21172">
                  <c:v>0.32437771091249146</c:v>
                </c:pt>
                <c:pt idx="21173">
                  <c:v>0.32440907710964711</c:v>
                </c:pt>
                <c:pt idx="21174">
                  <c:v>0.32445688875507328</c:v>
                </c:pt>
                <c:pt idx="21175">
                  <c:v>0.32450631965125742</c:v>
                </c:pt>
                <c:pt idx="21176">
                  <c:v>0.32457839560003299</c:v>
                </c:pt>
                <c:pt idx="21177">
                  <c:v>0.32458399032366653</c:v>
                </c:pt>
                <c:pt idx="21178">
                  <c:v>0.3245935328413812</c:v>
                </c:pt>
                <c:pt idx="21179">
                  <c:v>0.32468485702555311</c:v>
                </c:pt>
                <c:pt idx="21180">
                  <c:v>0.32471038830173898</c:v>
                </c:pt>
                <c:pt idx="21181">
                  <c:v>0.32474454690671678</c:v>
                </c:pt>
                <c:pt idx="21182">
                  <c:v>0.32477584594145087</c:v>
                </c:pt>
                <c:pt idx="21183">
                  <c:v>0.32478183179482056</c:v>
                </c:pt>
                <c:pt idx="21184">
                  <c:v>0.32484844205700286</c:v>
                </c:pt>
                <c:pt idx="21185">
                  <c:v>0.32489887103127324</c:v>
                </c:pt>
                <c:pt idx="21186">
                  <c:v>0.32490485380928463</c:v>
                </c:pt>
                <c:pt idx="21187">
                  <c:v>0.32492055525740426</c:v>
                </c:pt>
                <c:pt idx="21188">
                  <c:v>0.32493204943426945</c:v>
                </c:pt>
                <c:pt idx="21189">
                  <c:v>0.32493455833706847</c:v>
                </c:pt>
                <c:pt idx="21190">
                  <c:v>0.32493996807218378</c:v>
                </c:pt>
                <c:pt idx="21191">
                  <c:v>0.32495563892272983</c:v>
                </c:pt>
                <c:pt idx="21192">
                  <c:v>0.3249749646791974</c:v>
                </c:pt>
                <c:pt idx="21193">
                  <c:v>0.32501050515488733</c:v>
                </c:pt>
                <c:pt idx="21194">
                  <c:v>0.3250379646829345</c:v>
                </c:pt>
                <c:pt idx="21195">
                  <c:v>0.3250430623603206</c:v>
                </c:pt>
                <c:pt idx="21196">
                  <c:v>0.32510422539271011</c:v>
                </c:pt>
                <c:pt idx="21197">
                  <c:v>0.32514945692388414</c:v>
                </c:pt>
                <c:pt idx="21198">
                  <c:v>0.32518476304686128</c:v>
                </c:pt>
                <c:pt idx="21199">
                  <c:v>0.32519373532873186</c:v>
                </c:pt>
                <c:pt idx="21200">
                  <c:v>0.32529712129773064</c:v>
                </c:pt>
                <c:pt idx="21201">
                  <c:v>0.32542115260802401</c:v>
                </c:pt>
                <c:pt idx="21202">
                  <c:v>0.325448081952882</c:v>
                </c:pt>
                <c:pt idx="21203">
                  <c:v>0.32547860581655264</c:v>
                </c:pt>
                <c:pt idx="21204">
                  <c:v>0.32547873451568748</c:v>
                </c:pt>
                <c:pt idx="21205">
                  <c:v>0.32557435953243841</c:v>
                </c:pt>
                <c:pt idx="21206">
                  <c:v>0.32558258583375771</c:v>
                </c:pt>
                <c:pt idx="21207">
                  <c:v>0.32560105709740705</c:v>
                </c:pt>
                <c:pt idx="21208">
                  <c:v>0.32564705813815514</c:v>
                </c:pt>
                <c:pt idx="21209">
                  <c:v>0.32566537568979426</c:v>
                </c:pt>
                <c:pt idx="21210">
                  <c:v>0.3257616775788591</c:v>
                </c:pt>
                <c:pt idx="21211">
                  <c:v>0.32579429346444388</c:v>
                </c:pt>
                <c:pt idx="21212">
                  <c:v>0.32590339512884786</c:v>
                </c:pt>
                <c:pt idx="21213">
                  <c:v>0.32593301017909987</c:v>
                </c:pt>
                <c:pt idx="21214">
                  <c:v>0.32596646732946938</c:v>
                </c:pt>
                <c:pt idx="21215">
                  <c:v>0.32598109886267862</c:v>
                </c:pt>
                <c:pt idx="21216">
                  <c:v>0.32599165379892081</c:v>
                </c:pt>
                <c:pt idx="21217">
                  <c:v>0.32600762017798268</c:v>
                </c:pt>
                <c:pt idx="21218">
                  <c:v>0.32601324947859783</c:v>
                </c:pt>
                <c:pt idx="21219">
                  <c:v>0.32604427282935</c:v>
                </c:pt>
                <c:pt idx="21220">
                  <c:v>0.32607696546474463</c:v>
                </c:pt>
                <c:pt idx="21221">
                  <c:v>0.32607975102037667</c:v>
                </c:pt>
                <c:pt idx="21222">
                  <c:v>0.32610316228898262</c:v>
                </c:pt>
                <c:pt idx="21223">
                  <c:v>0.32612675355352821</c:v>
                </c:pt>
                <c:pt idx="21224">
                  <c:v>0.32612708563644072</c:v>
                </c:pt>
                <c:pt idx="21225">
                  <c:v>0.32617864885699099</c:v>
                </c:pt>
                <c:pt idx="21226">
                  <c:v>0.32619612362161715</c:v>
                </c:pt>
                <c:pt idx="21227">
                  <c:v>0.32634836334822431</c:v>
                </c:pt>
                <c:pt idx="21228">
                  <c:v>0.32635811137812704</c:v>
                </c:pt>
                <c:pt idx="21229">
                  <c:v>0.32639286548911151</c:v>
                </c:pt>
                <c:pt idx="21230">
                  <c:v>0.32640454430171872</c:v>
                </c:pt>
                <c:pt idx="21231">
                  <c:v>0.32640967418897415</c:v>
                </c:pt>
                <c:pt idx="21232">
                  <c:v>0.32645597779418617</c:v>
                </c:pt>
                <c:pt idx="21233">
                  <c:v>0.32649471659925672</c:v>
                </c:pt>
                <c:pt idx="21234">
                  <c:v>0.32656406900944285</c:v>
                </c:pt>
                <c:pt idx="21235">
                  <c:v>0.32658835837230094</c:v>
                </c:pt>
                <c:pt idx="21236">
                  <c:v>0.32659178935282951</c:v>
                </c:pt>
                <c:pt idx="21237">
                  <c:v>0.32660605418069877</c:v>
                </c:pt>
                <c:pt idx="21238">
                  <c:v>0.32661468434662227</c:v>
                </c:pt>
                <c:pt idx="21239">
                  <c:v>0.32669089996975298</c:v>
                </c:pt>
                <c:pt idx="21240">
                  <c:v>0.3267101595046415</c:v>
                </c:pt>
                <c:pt idx="21241">
                  <c:v>0.32673808437484408</c:v>
                </c:pt>
                <c:pt idx="21242">
                  <c:v>0.32685083476931998</c:v>
                </c:pt>
                <c:pt idx="21243">
                  <c:v>0.32691288283046194</c:v>
                </c:pt>
                <c:pt idx="21244">
                  <c:v>0.32692019434728675</c:v>
                </c:pt>
                <c:pt idx="21245">
                  <c:v>0.32692131227863264</c:v>
                </c:pt>
                <c:pt idx="21246">
                  <c:v>0.3269568096546569</c:v>
                </c:pt>
                <c:pt idx="21247">
                  <c:v>0.32705281013399251</c:v>
                </c:pt>
                <c:pt idx="21248">
                  <c:v>0.3270600504196553</c:v>
                </c:pt>
                <c:pt idx="21249">
                  <c:v>0.32706466626258984</c:v>
                </c:pt>
                <c:pt idx="21250">
                  <c:v>0.32707121669646089</c:v>
                </c:pt>
                <c:pt idx="21251">
                  <c:v>0.32708111190769051</c:v>
                </c:pt>
                <c:pt idx="21252">
                  <c:v>0.32709555665090345</c:v>
                </c:pt>
                <c:pt idx="21253">
                  <c:v>0.32718676146028025</c:v>
                </c:pt>
                <c:pt idx="21254">
                  <c:v>0.32720856736307641</c:v>
                </c:pt>
                <c:pt idx="21255">
                  <c:v>0.32728264991975436</c:v>
                </c:pt>
                <c:pt idx="21256">
                  <c:v>0.32729524572653929</c:v>
                </c:pt>
                <c:pt idx="21257">
                  <c:v>0.32738815044384884</c:v>
                </c:pt>
                <c:pt idx="21258">
                  <c:v>0.32739087341967071</c:v>
                </c:pt>
                <c:pt idx="21259">
                  <c:v>0.32745617554323847</c:v>
                </c:pt>
                <c:pt idx="21260">
                  <c:v>0.32745924808873972</c:v>
                </c:pt>
                <c:pt idx="21261">
                  <c:v>0.32746636127959283</c:v>
                </c:pt>
                <c:pt idx="21262">
                  <c:v>0.32748643829434954</c:v>
                </c:pt>
                <c:pt idx="21263">
                  <c:v>0.32758707746464555</c:v>
                </c:pt>
                <c:pt idx="21264">
                  <c:v>0.32763991303934897</c:v>
                </c:pt>
                <c:pt idx="21265">
                  <c:v>0.32766165915179163</c:v>
                </c:pt>
                <c:pt idx="21266">
                  <c:v>0.32772612517287059</c:v>
                </c:pt>
                <c:pt idx="21267">
                  <c:v>0.32773053447444922</c:v>
                </c:pt>
                <c:pt idx="21268">
                  <c:v>0.32782610056852657</c:v>
                </c:pt>
                <c:pt idx="21269">
                  <c:v>0.32786175228232117</c:v>
                </c:pt>
                <c:pt idx="21270">
                  <c:v>0.32786976780742177</c:v>
                </c:pt>
                <c:pt idx="21271">
                  <c:v>0.32788171109975461</c:v>
                </c:pt>
                <c:pt idx="21272">
                  <c:v>0.32789051730920493</c:v>
                </c:pt>
                <c:pt idx="21273">
                  <c:v>0.32791764185343142</c:v>
                </c:pt>
                <c:pt idx="21274">
                  <c:v>0.32792303451084082</c:v>
                </c:pt>
                <c:pt idx="21275">
                  <c:v>0.32796708211242093</c:v>
                </c:pt>
                <c:pt idx="21276">
                  <c:v>0.32797241697516555</c:v>
                </c:pt>
                <c:pt idx="21277">
                  <c:v>0.32801229870299731</c:v>
                </c:pt>
                <c:pt idx="21278">
                  <c:v>0.32802457989733952</c:v>
                </c:pt>
                <c:pt idx="21279">
                  <c:v>0.32810772956153994</c:v>
                </c:pt>
                <c:pt idx="21280">
                  <c:v>0.32823686542761316</c:v>
                </c:pt>
                <c:pt idx="21281">
                  <c:v>0.32825869116071854</c:v>
                </c:pt>
                <c:pt idx="21282">
                  <c:v>0.32827928928372535</c:v>
                </c:pt>
                <c:pt idx="21283">
                  <c:v>0.32829114508459389</c:v>
                </c:pt>
                <c:pt idx="21284">
                  <c:v>0.32831382306518864</c:v>
                </c:pt>
                <c:pt idx="21285">
                  <c:v>0.32834298476482832</c:v>
                </c:pt>
                <c:pt idx="21286">
                  <c:v>0.32835965400948169</c:v>
                </c:pt>
                <c:pt idx="21287">
                  <c:v>0.32837370412764</c:v>
                </c:pt>
                <c:pt idx="21288">
                  <c:v>0.32838717588436384</c:v>
                </c:pt>
                <c:pt idx="21289">
                  <c:v>0.32839041928020202</c:v>
                </c:pt>
                <c:pt idx="21290">
                  <c:v>0.32843272695495085</c:v>
                </c:pt>
                <c:pt idx="21291">
                  <c:v>0.32844406654833147</c:v>
                </c:pt>
                <c:pt idx="21292">
                  <c:v>0.3284894100394945</c:v>
                </c:pt>
                <c:pt idx="21293">
                  <c:v>0.32849000503260967</c:v>
                </c:pt>
                <c:pt idx="21294">
                  <c:v>0.32854046458001096</c:v>
                </c:pt>
                <c:pt idx="21295">
                  <c:v>0.32854049962530019</c:v>
                </c:pt>
                <c:pt idx="21296">
                  <c:v>0.32858182405777647</c:v>
                </c:pt>
                <c:pt idx="21297">
                  <c:v>0.32858394082678744</c:v>
                </c:pt>
                <c:pt idx="21298">
                  <c:v>0.32865531326618808</c:v>
                </c:pt>
                <c:pt idx="21299">
                  <c:v>0.32868057346792823</c:v>
                </c:pt>
                <c:pt idx="21300">
                  <c:v>0.32868918235661593</c:v>
                </c:pt>
                <c:pt idx="21301">
                  <c:v>0.3287232563225333</c:v>
                </c:pt>
                <c:pt idx="21302">
                  <c:v>0.32873722057870386</c:v>
                </c:pt>
                <c:pt idx="21303">
                  <c:v>0.32880900691903875</c:v>
                </c:pt>
                <c:pt idx="21304">
                  <c:v>0.32887296421877155</c:v>
                </c:pt>
                <c:pt idx="21305">
                  <c:v>0.32888096156763391</c:v>
                </c:pt>
                <c:pt idx="21306">
                  <c:v>0.32888281741357722</c:v>
                </c:pt>
                <c:pt idx="21307">
                  <c:v>0.32888706987472599</c:v>
                </c:pt>
                <c:pt idx="21308">
                  <c:v>0.32897584540452585</c:v>
                </c:pt>
                <c:pt idx="21309">
                  <c:v>0.32898710516278185</c:v>
                </c:pt>
                <c:pt idx="21310">
                  <c:v>0.32900574083448408</c:v>
                </c:pt>
                <c:pt idx="21311">
                  <c:v>0.32905289600065457</c:v>
                </c:pt>
                <c:pt idx="21312">
                  <c:v>0.32910518817964191</c:v>
                </c:pt>
                <c:pt idx="21313">
                  <c:v>0.32917753466782207</c:v>
                </c:pt>
                <c:pt idx="21314">
                  <c:v>0.329183224837304</c:v>
                </c:pt>
                <c:pt idx="21315">
                  <c:v>0.32921315603055068</c:v>
                </c:pt>
                <c:pt idx="21316">
                  <c:v>0.32921436395851544</c:v>
                </c:pt>
                <c:pt idx="21317">
                  <c:v>0.32922099143000233</c:v>
                </c:pt>
                <c:pt idx="21318">
                  <c:v>0.32925628853452865</c:v>
                </c:pt>
                <c:pt idx="21319">
                  <c:v>0.32925793002068909</c:v>
                </c:pt>
                <c:pt idx="21320">
                  <c:v>0.32935811668648368</c:v>
                </c:pt>
                <c:pt idx="21321">
                  <c:v>0.32944616132447996</c:v>
                </c:pt>
                <c:pt idx="21322">
                  <c:v>0.32945758248268098</c:v>
                </c:pt>
                <c:pt idx="21323">
                  <c:v>0.32946616483182722</c:v>
                </c:pt>
                <c:pt idx="21324">
                  <c:v>0.32948435083789795</c:v>
                </c:pt>
                <c:pt idx="21325">
                  <c:v>0.3295779028811604</c:v>
                </c:pt>
                <c:pt idx="21326">
                  <c:v>0.32960131464803544</c:v>
                </c:pt>
                <c:pt idx="21327">
                  <c:v>0.32962031273734332</c:v>
                </c:pt>
                <c:pt idx="21328">
                  <c:v>0.32965353883657772</c:v>
                </c:pt>
                <c:pt idx="21329">
                  <c:v>0.3296600501440507</c:v>
                </c:pt>
                <c:pt idx="21330">
                  <c:v>0.3296825902645612</c:v>
                </c:pt>
                <c:pt idx="21331">
                  <c:v>0.32975738094885138</c:v>
                </c:pt>
                <c:pt idx="21332">
                  <c:v>0.32979038426680557</c:v>
                </c:pt>
                <c:pt idx="21333">
                  <c:v>0.32979688351678427</c:v>
                </c:pt>
                <c:pt idx="21334">
                  <c:v>0.32981234831827239</c:v>
                </c:pt>
                <c:pt idx="21335">
                  <c:v>0.32995478976757536</c:v>
                </c:pt>
                <c:pt idx="21336">
                  <c:v>0.33000978513507612</c:v>
                </c:pt>
                <c:pt idx="21337">
                  <c:v>0.33001711761732555</c:v>
                </c:pt>
                <c:pt idx="21338">
                  <c:v>0.33006574773860031</c:v>
                </c:pt>
                <c:pt idx="21339">
                  <c:v>0.33011927010687159</c:v>
                </c:pt>
                <c:pt idx="21340">
                  <c:v>0.33013833527809155</c:v>
                </c:pt>
                <c:pt idx="21341">
                  <c:v>0.33014599425860192</c:v>
                </c:pt>
                <c:pt idx="21342">
                  <c:v>0.33016114132121199</c:v>
                </c:pt>
                <c:pt idx="21343">
                  <c:v>0.33017027057950066</c:v>
                </c:pt>
                <c:pt idx="21344">
                  <c:v>0.3302452062911429</c:v>
                </c:pt>
                <c:pt idx="21345">
                  <c:v>0.33029214235308391</c:v>
                </c:pt>
                <c:pt idx="21346">
                  <c:v>0.33029451294315215</c:v>
                </c:pt>
                <c:pt idx="21347">
                  <c:v>0.33032929771650055</c:v>
                </c:pt>
                <c:pt idx="21348">
                  <c:v>0.33034332961911433</c:v>
                </c:pt>
                <c:pt idx="21349">
                  <c:v>0.33037573195374376</c:v>
                </c:pt>
                <c:pt idx="21350">
                  <c:v>0.33040658146645357</c:v>
                </c:pt>
                <c:pt idx="21351">
                  <c:v>0.33042144095521819</c:v>
                </c:pt>
                <c:pt idx="21352">
                  <c:v>0.33042801270116939</c:v>
                </c:pt>
                <c:pt idx="21353">
                  <c:v>0.33042841811742835</c:v>
                </c:pt>
                <c:pt idx="21354">
                  <c:v>0.33043282398799528</c:v>
                </c:pt>
                <c:pt idx="21355">
                  <c:v>0.33043680563043126</c:v>
                </c:pt>
                <c:pt idx="21356">
                  <c:v>0.33043754127620295</c:v>
                </c:pt>
                <c:pt idx="21357">
                  <c:v>0.33044631520274359</c:v>
                </c:pt>
                <c:pt idx="21358">
                  <c:v>0.33046254341430403</c:v>
                </c:pt>
                <c:pt idx="21359">
                  <c:v>0.33047257838512289</c:v>
                </c:pt>
                <c:pt idx="21360">
                  <c:v>0.33051224700769694</c:v>
                </c:pt>
                <c:pt idx="21361">
                  <c:v>0.33052165330439409</c:v>
                </c:pt>
                <c:pt idx="21362">
                  <c:v>0.33052407479018941</c:v>
                </c:pt>
                <c:pt idx="21363">
                  <c:v>0.33059931862965203</c:v>
                </c:pt>
                <c:pt idx="21364">
                  <c:v>0.33067414053819588</c:v>
                </c:pt>
                <c:pt idx="21365">
                  <c:v>0.33071728073879031</c:v>
                </c:pt>
                <c:pt idx="21366">
                  <c:v>0.33077563700405566</c:v>
                </c:pt>
                <c:pt idx="21367">
                  <c:v>0.33079666781878569</c:v>
                </c:pt>
                <c:pt idx="21368">
                  <c:v>0.33080627613766583</c:v>
                </c:pt>
                <c:pt idx="21369">
                  <c:v>0.33080660539281126</c:v>
                </c:pt>
                <c:pt idx="21370">
                  <c:v>0.33084626704534242</c:v>
                </c:pt>
                <c:pt idx="21371">
                  <c:v>0.33086764576448763</c:v>
                </c:pt>
                <c:pt idx="21372">
                  <c:v>0.33092220605508638</c:v>
                </c:pt>
                <c:pt idx="21373">
                  <c:v>0.33093976457947988</c:v>
                </c:pt>
                <c:pt idx="21374">
                  <c:v>0.33094308302197489</c:v>
                </c:pt>
                <c:pt idx="21375">
                  <c:v>0.33094955107736601</c:v>
                </c:pt>
                <c:pt idx="21376">
                  <c:v>0.33103191674297738</c:v>
                </c:pt>
                <c:pt idx="21377">
                  <c:v>0.33107531296242659</c:v>
                </c:pt>
                <c:pt idx="21378">
                  <c:v>0.33109804424868666</c:v>
                </c:pt>
                <c:pt idx="21379">
                  <c:v>0.33115527185373339</c:v>
                </c:pt>
                <c:pt idx="21380">
                  <c:v>0.33119875341016075</c:v>
                </c:pt>
                <c:pt idx="21381">
                  <c:v>0.33138077195618132</c:v>
                </c:pt>
                <c:pt idx="21382">
                  <c:v>0.33138194818921302</c:v>
                </c:pt>
                <c:pt idx="21383">
                  <c:v>0.33152708223653526</c:v>
                </c:pt>
                <c:pt idx="21384">
                  <c:v>0.33153726881078505</c:v>
                </c:pt>
                <c:pt idx="21385">
                  <c:v>0.33154674465983769</c:v>
                </c:pt>
                <c:pt idx="21386">
                  <c:v>0.33158338638077101</c:v>
                </c:pt>
                <c:pt idx="21387">
                  <c:v>0.33159371360071477</c:v>
                </c:pt>
                <c:pt idx="21388">
                  <c:v>0.33167472462216568</c:v>
                </c:pt>
                <c:pt idx="21389">
                  <c:v>0.33167489757677099</c:v>
                </c:pt>
                <c:pt idx="21390">
                  <c:v>0.33172217209249205</c:v>
                </c:pt>
                <c:pt idx="21391">
                  <c:v>0.33181848649148854</c:v>
                </c:pt>
                <c:pt idx="21392">
                  <c:v>0.33181860213407116</c:v>
                </c:pt>
                <c:pt idx="21393">
                  <c:v>0.33185624529422164</c:v>
                </c:pt>
                <c:pt idx="21394">
                  <c:v>0.33186274409434707</c:v>
                </c:pt>
                <c:pt idx="21395">
                  <c:v>0.33186322250911143</c:v>
                </c:pt>
                <c:pt idx="21396">
                  <c:v>0.33192082988184723</c:v>
                </c:pt>
                <c:pt idx="21397">
                  <c:v>0.33196010036398793</c:v>
                </c:pt>
                <c:pt idx="21398">
                  <c:v>0.33203190554699347</c:v>
                </c:pt>
                <c:pt idx="21399">
                  <c:v>0.33206287894742725</c:v>
                </c:pt>
                <c:pt idx="21400">
                  <c:v>0.3321069593536935</c:v>
                </c:pt>
                <c:pt idx="21401">
                  <c:v>0.33217453558030285</c:v>
                </c:pt>
                <c:pt idx="21402">
                  <c:v>0.33229543322298188</c:v>
                </c:pt>
                <c:pt idx="21403">
                  <c:v>0.33229914246435621</c:v>
                </c:pt>
                <c:pt idx="21404">
                  <c:v>0.33237533100198702</c:v>
                </c:pt>
                <c:pt idx="21405">
                  <c:v>0.33238891812202359</c:v>
                </c:pt>
                <c:pt idx="21406">
                  <c:v>0.33248919397979659</c:v>
                </c:pt>
                <c:pt idx="21407">
                  <c:v>0.33249846330021643</c:v>
                </c:pt>
                <c:pt idx="21408">
                  <c:v>0.33252762306050054</c:v>
                </c:pt>
                <c:pt idx="21409">
                  <c:v>0.33253521252946017</c:v>
                </c:pt>
                <c:pt idx="21410">
                  <c:v>0.33260368163923576</c:v>
                </c:pt>
                <c:pt idx="21411">
                  <c:v>0.33260507361504771</c:v>
                </c:pt>
                <c:pt idx="21412">
                  <c:v>0.33269861620835206</c:v>
                </c:pt>
                <c:pt idx="21413">
                  <c:v>0.33272130422904983</c:v>
                </c:pt>
                <c:pt idx="21414">
                  <c:v>0.33273910646977306</c:v>
                </c:pt>
                <c:pt idx="21415">
                  <c:v>0.33274016051346039</c:v>
                </c:pt>
                <c:pt idx="21416">
                  <c:v>0.3327648676687161</c:v>
                </c:pt>
                <c:pt idx="21417">
                  <c:v>0.33277902279106875</c:v>
                </c:pt>
                <c:pt idx="21418">
                  <c:v>0.33278573525123151</c:v>
                </c:pt>
                <c:pt idx="21419">
                  <c:v>0.33278908914843686</c:v>
                </c:pt>
                <c:pt idx="21420">
                  <c:v>0.33286853261507299</c:v>
                </c:pt>
                <c:pt idx="21421">
                  <c:v>0.33288902008997079</c:v>
                </c:pt>
                <c:pt idx="21422">
                  <c:v>0.33293414256032505</c:v>
                </c:pt>
                <c:pt idx="21423">
                  <c:v>0.33302028473110956</c:v>
                </c:pt>
                <c:pt idx="21424">
                  <c:v>0.3330232728404719</c:v>
                </c:pt>
                <c:pt idx="21425">
                  <c:v>0.33306004979873671</c:v>
                </c:pt>
                <c:pt idx="21426">
                  <c:v>0.33311126331543084</c:v>
                </c:pt>
                <c:pt idx="21427">
                  <c:v>0.33311197131843523</c:v>
                </c:pt>
                <c:pt idx="21428">
                  <c:v>0.33314758221141549</c:v>
                </c:pt>
                <c:pt idx="21429">
                  <c:v>0.33318922366694681</c:v>
                </c:pt>
                <c:pt idx="21430">
                  <c:v>0.33322452975952732</c:v>
                </c:pt>
                <c:pt idx="21431">
                  <c:v>0.33336615467783071</c:v>
                </c:pt>
                <c:pt idx="21432">
                  <c:v>0.33343144064607699</c:v>
                </c:pt>
                <c:pt idx="21433">
                  <c:v>0.33343632537589102</c:v>
                </c:pt>
                <c:pt idx="21434">
                  <c:v>0.33344211921189065</c:v>
                </c:pt>
                <c:pt idx="21435">
                  <c:v>0.33349246119356352</c:v>
                </c:pt>
                <c:pt idx="21436">
                  <c:v>0.3335024789087373</c:v>
                </c:pt>
                <c:pt idx="21437">
                  <c:v>0.33355486792523675</c:v>
                </c:pt>
                <c:pt idx="21438">
                  <c:v>0.33371589699917875</c:v>
                </c:pt>
                <c:pt idx="21439">
                  <c:v>0.33372002896674879</c:v>
                </c:pt>
                <c:pt idx="21440">
                  <c:v>0.33373547273481297</c:v>
                </c:pt>
                <c:pt idx="21441">
                  <c:v>0.33374160044448109</c:v>
                </c:pt>
                <c:pt idx="21442">
                  <c:v>0.33374404918241746</c:v>
                </c:pt>
                <c:pt idx="21443">
                  <c:v>0.33374520687223985</c:v>
                </c:pt>
                <c:pt idx="21444">
                  <c:v>0.33379019244395858</c:v>
                </c:pt>
                <c:pt idx="21445">
                  <c:v>0.33382129880960237</c:v>
                </c:pt>
                <c:pt idx="21446">
                  <c:v>0.33383049924410479</c:v>
                </c:pt>
                <c:pt idx="21447">
                  <c:v>0.33384499901673659</c:v>
                </c:pt>
                <c:pt idx="21448">
                  <c:v>0.33388057510597602</c:v>
                </c:pt>
                <c:pt idx="21449">
                  <c:v>0.33389018777384044</c:v>
                </c:pt>
                <c:pt idx="21450">
                  <c:v>0.3339417792152779</c:v>
                </c:pt>
                <c:pt idx="21451">
                  <c:v>0.33394640405564435</c:v>
                </c:pt>
                <c:pt idx="21452">
                  <c:v>0.33395601954238241</c:v>
                </c:pt>
                <c:pt idx="21453">
                  <c:v>0.33396519327023261</c:v>
                </c:pt>
                <c:pt idx="21454">
                  <c:v>0.33396931430389637</c:v>
                </c:pt>
                <c:pt idx="21455">
                  <c:v>0.33397847961355059</c:v>
                </c:pt>
                <c:pt idx="21456">
                  <c:v>0.3340100198264383</c:v>
                </c:pt>
                <c:pt idx="21457">
                  <c:v>0.33409269005816272</c:v>
                </c:pt>
                <c:pt idx="21458">
                  <c:v>0.33412749784497614</c:v>
                </c:pt>
                <c:pt idx="21459">
                  <c:v>0.33413244996074848</c:v>
                </c:pt>
                <c:pt idx="21460">
                  <c:v>0.33419143150234376</c:v>
                </c:pt>
                <c:pt idx="21461">
                  <c:v>0.3342486823453647</c:v>
                </c:pt>
                <c:pt idx="21462">
                  <c:v>0.33427799616729953</c:v>
                </c:pt>
                <c:pt idx="21463">
                  <c:v>0.33429702798525057</c:v>
                </c:pt>
                <c:pt idx="21464">
                  <c:v>0.33429969731877551</c:v>
                </c:pt>
                <c:pt idx="21465">
                  <c:v>0.33430127818050187</c:v>
                </c:pt>
                <c:pt idx="21466">
                  <c:v>0.33431790957945634</c:v>
                </c:pt>
                <c:pt idx="21467">
                  <c:v>0.33432479533869103</c:v>
                </c:pt>
                <c:pt idx="21468">
                  <c:v>0.33435799924955228</c:v>
                </c:pt>
                <c:pt idx="21469">
                  <c:v>0.3343907775335756</c:v>
                </c:pt>
                <c:pt idx="21470">
                  <c:v>0.33445393734399226</c:v>
                </c:pt>
                <c:pt idx="21471">
                  <c:v>0.33446397899954394</c:v>
                </c:pt>
                <c:pt idx="21472">
                  <c:v>0.33449045977206054</c:v>
                </c:pt>
                <c:pt idx="21473">
                  <c:v>0.33455813181340344</c:v>
                </c:pt>
                <c:pt idx="21474">
                  <c:v>0.33456832283365551</c:v>
                </c:pt>
                <c:pt idx="21475">
                  <c:v>0.33462880753154517</c:v>
                </c:pt>
                <c:pt idx="21476">
                  <c:v>0.33487015836371231</c:v>
                </c:pt>
                <c:pt idx="21477">
                  <c:v>0.33489937141199194</c:v>
                </c:pt>
                <c:pt idx="21478">
                  <c:v>0.33493914091356375</c:v>
                </c:pt>
                <c:pt idx="21479">
                  <c:v>0.33495000550195725</c:v>
                </c:pt>
                <c:pt idx="21480">
                  <c:v>0.33497244992379255</c:v>
                </c:pt>
                <c:pt idx="21481">
                  <c:v>0.33497513260747547</c:v>
                </c:pt>
                <c:pt idx="21482">
                  <c:v>0.33501502674810696</c:v>
                </c:pt>
                <c:pt idx="21483">
                  <c:v>0.33505118731176037</c:v>
                </c:pt>
                <c:pt idx="21484">
                  <c:v>0.3350776309424518</c:v>
                </c:pt>
                <c:pt idx="21485">
                  <c:v>0.33514752670696552</c:v>
                </c:pt>
                <c:pt idx="21486">
                  <c:v>0.33515498912704877</c:v>
                </c:pt>
                <c:pt idx="21487">
                  <c:v>0.33517218225491902</c:v>
                </c:pt>
                <c:pt idx="21488">
                  <c:v>0.33520459190061902</c:v>
                </c:pt>
                <c:pt idx="21489">
                  <c:v>0.33524868300596233</c:v>
                </c:pt>
                <c:pt idx="21490">
                  <c:v>0.33527829416479471</c:v>
                </c:pt>
                <c:pt idx="21491">
                  <c:v>0.33533043943534085</c:v>
                </c:pt>
                <c:pt idx="21492">
                  <c:v>0.33533081123114733</c:v>
                </c:pt>
                <c:pt idx="21493">
                  <c:v>0.33534997974091479</c:v>
                </c:pt>
                <c:pt idx="21494">
                  <c:v>0.33536978700447578</c:v>
                </c:pt>
                <c:pt idx="21495">
                  <c:v>0.33540023002319036</c:v>
                </c:pt>
                <c:pt idx="21496">
                  <c:v>0.33544748602729163</c:v>
                </c:pt>
                <c:pt idx="21497">
                  <c:v>0.33546570363843936</c:v>
                </c:pt>
                <c:pt idx="21498">
                  <c:v>0.33549424846252157</c:v>
                </c:pt>
                <c:pt idx="21499">
                  <c:v>0.33550867267788581</c:v>
                </c:pt>
                <c:pt idx="21500">
                  <c:v>0.33554165225183957</c:v>
                </c:pt>
                <c:pt idx="21501">
                  <c:v>0.3355485862427921</c:v>
                </c:pt>
                <c:pt idx="21502">
                  <c:v>0.33557217104027098</c:v>
                </c:pt>
                <c:pt idx="21503">
                  <c:v>0.33558778742339002</c:v>
                </c:pt>
                <c:pt idx="21504">
                  <c:v>0.33560267874931765</c:v>
                </c:pt>
                <c:pt idx="21505">
                  <c:v>0.33562689297699294</c:v>
                </c:pt>
                <c:pt idx="21506">
                  <c:v>0.33567363708760467</c:v>
                </c:pt>
                <c:pt idx="21507">
                  <c:v>0.33571045909162428</c:v>
                </c:pt>
                <c:pt idx="21508">
                  <c:v>0.33575471606242341</c:v>
                </c:pt>
                <c:pt idx="21509">
                  <c:v>0.33577158160430481</c:v>
                </c:pt>
                <c:pt idx="21510">
                  <c:v>0.33577215510103997</c:v>
                </c:pt>
                <c:pt idx="21511">
                  <c:v>0.33591030552616652</c:v>
                </c:pt>
                <c:pt idx="21512">
                  <c:v>0.33591689709106753</c:v>
                </c:pt>
                <c:pt idx="21513">
                  <c:v>0.33591883773550457</c:v>
                </c:pt>
                <c:pt idx="21514">
                  <c:v>0.33600513597967491</c:v>
                </c:pt>
                <c:pt idx="21515">
                  <c:v>0.33602416142370267</c:v>
                </c:pt>
                <c:pt idx="21516">
                  <c:v>0.33611645182917366</c:v>
                </c:pt>
                <c:pt idx="21517">
                  <c:v>0.336142215953459</c:v>
                </c:pt>
                <c:pt idx="21518">
                  <c:v>0.33617336912248219</c:v>
                </c:pt>
                <c:pt idx="21519">
                  <c:v>0.33617928943038888</c:v>
                </c:pt>
                <c:pt idx="21520">
                  <c:v>0.3362054254584812</c:v>
                </c:pt>
                <c:pt idx="21521">
                  <c:v>0.33620564395067998</c:v>
                </c:pt>
                <c:pt idx="21522">
                  <c:v>0.33628597987952136</c:v>
                </c:pt>
                <c:pt idx="21523">
                  <c:v>0.33629003194357288</c:v>
                </c:pt>
                <c:pt idx="21524">
                  <c:v>0.33629963168829474</c:v>
                </c:pt>
                <c:pt idx="21525">
                  <c:v>0.33634120609273177</c:v>
                </c:pt>
                <c:pt idx="21526">
                  <c:v>0.33649483069370245</c:v>
                </c:pt>
                <c:pt idx="21527">
                  <c:v>0.33651342055844374</c:v>
                </c:pt>
                <c:pt idx="21528">
                  <c:v>0.33658998850437888</c:v>
                </c:pt>
                <c:pt idx="21529">
                  <c:v>0.33661117546476454</c:v>
                </c:pt>
                <c:pt idx="21530">
                  <c:v>0.33668774680324953</c:v>
                </c:pt>
                <c:pt idx="21531">
                  <c:v>0.33678777626599271</c:v>
                </c:pt>
                <c:pt idx="21532">
                  <c:v>0.33686891552715997</c:v>
                </c:pt>
                <c:pt idx="21533">
                  <c:v>0.33688898544247575</c:v>
                </c:pt>
                <c:pt idx="21534">
                  <c:v>0.33691084854698733</c:v>
                </c:pt>
                <c:pt idx="21535">
                  <c:v>0.33693901829886147</c:v>
                </c:pt>
                <c:pt idx="21536">
                  <c:v>0.33696207218819924</c:v>
                </c:pt>
                <c:pt idx="21537">
                  <c:v>0.33697100897302873</c:v>
                </c:pt>
                <c:pt idx="21538">
                  <c:v>0.33697423483550393</c:v>
                </c:pt>
                <c:pt idx="21539">
                  <c:v>0.33702577332073386</c:v>
                </c:pt>
                <c:pt idx="21540">
                  <c:v>0.33705582739208872</c:v>
                </c:pt>
                <c:pt idx="21541">
                  <c:v>0.33716558610687292</c:v>
                </c:pt>
                <c:pt idx="21542">
                  <c:v>0.33725765334357494</c:v>
                </c:pt>
                <c:pt idx="21543">
                  <c:v>0.33727876385214617</c:v>
                </c:pt>
                <c:pt idx="21544">
                  <c:v>0.33731698341550337</c:v>
                </c:pt>
                <c:pt idx="21545">
                  <c:v>0.33733237728848042</c:v>
                </c:pt>
                <c:pt idx="21546">
                  <c:v>0.33737239708455247</c:v>
                </c:pt>
                <c:pt idx="21547">
                  <c:v>0.33739704705568935</c:v>
                </c:pt>
                <c:pt idx="21548">
                  <c:v>0.33740227302965475</c:v>
                </c:pt>
                <c:pt idx="21549">
                  <c:v>0.33741617324673295</c:v>
                </c:pt>
                <c:pt idx="21550">
                  <c:v>0.33742490216546983</c:v>
                </c:pt>
                <c:pt idx="21551">
                  <c:v>0.33746352620499603</c:v>
                </c:pt>
                <c:pt idx="21552">
                  <c:v>0.33749832140780989</c:v>
                </c:pt>
                <c:pt idx="21553">
                  <c:v>0.33751777448745734</c:v>
                </c:pt>
                <c:pt idx="21554">
                  <c:v>0.33752696190449882</c:v>
                </c:pt>
                <c:pt idx="21555">
                  <c:v>0.33756661348087802</c:v>
                </c:pt>
                <c:pt idx="21556">
                  <c:v>0.3375946898291729</c:v>
                </c:pt>
                <c:pt idx="21557">
                  <c:v>0.33759956235457828</c:v>
                </c:pt>
                <c:pt idx="21558">
                  <c:v>0.33761109873640865</c:v>
                </c:pt>
                <c:pt idx="21559">
                  <c:v>0.33762188958874317</c:v>
                </c:pt>
                <c:pt idx="21560">
                  <c:v>0.33763002124079144</c:v>
                </c:pt>
                <c:pt idx="21561">
                  <c:v>0.33764483860615074</c:v>
                </c:pt>
                <c:pt idx="21562">
                  <c:v>0.33773793320290446</c:v>
                </c:pt>
                <c:pt idx="21563">
                  <c:v>0.33778235098133075</c:v>
                </c:pt>
                <c:pt idx="21564">
                  <c:v>0.33784841207466981</c:v>
                </c:pt>
                <c:pt idx="21565">
                  <c:v>0.33786191990627529</c:v>
                </c:pt>
                <c:pt idx="21566">
                  <c:v>0.3379091511283891</c:v>
                </c:pt>
                <c:pt idx="21567">
                  <c:v>0.33803745109437872</c:v>
                </c:pt>
                <c:pt idx="21568">
                  <c:v>0.33809094519460997</c:v>
                </c:pt>
                <c:pt idx="21569">
                  <c:v>0.33809667630213913</c:v>
                </c:pt>
                <c:pt idx="21570">
                  <c:v>0.33812607380364501</c:v>
                </c:pt>
                <c:pt idx="21571">
                  <c:v>0.33814646327274706</c:v>
                </c:pt>
                <c:pt idx="21572">
                  <c:v>0.33818348367015533</c:v>
                </c:pt>
                <c:pt idx="21573">
                  <c:v>0.33818852002925531</c:v>
                </c:pt>
                <c:pt idx="21574">
                  <c:v>0.33823923870621092</c:v>
                </c:pt>
                <c:pt idx="21575">
                  <c:v>0.3383443534634421</c:v>
                </c:pt>
                <c:pt idx="21576">
                  <c:v>0.33838888569383407</c:v>
                </c:pt>
                <c:pt idx="21577">
                  <c:v>0.33839087073710833</c:v>
                </c:pt>
                <c:pt idx="21578">
                  <c:v>0.33843064978704351</c:v>
                </c:pt>
                <c:pt idx="21579">
                  <c:v>0.3384389266428271</c:v>
                </c:pt>
                <c:pt idx="21580">
                  <c:v>0.33845691615300522</c:v>
                </c:pt>
                <c:pt idx="21581">
                  <c:v>0.33848231817327878</c:v>
                </c:pt>
                <c:pt idx="21582">
                  <c:v>0.33855737320027063</c:v>
                </c:pt>
                <c:pt idx="21583">
                  <c:v>0.33855879374471504</c:v>
                </c:pt>
                <c:pt idx="21584">
                  <c:v>0.33856057510181237</c:v>
                </c:pt>
                <c:pt idx="21585">
                  <c:v>0.33861002228495735</c:v>
                </c:pt>
                <c:pt idx="21586">
                  <c:v>0.3386509482752722</c:v>
                </c:pt>
                <c:pt idx="21587">
                  <c:v>0.33867828305549375</c:v>
                </c:pt>
                <c:pt idx="21588">
                  <c:v>0.33870412815143836</c:v>
                </c:pt>
                <c:pt idx="21589">
                  <c:v>0.33878263946190512</c:v>
                </c:pt>
                <c:pt idx="21590">
                  <c:v>0.33879851299428465</c:v>
                </c:pt>
                <c:pt idx="21591">
                  <c:v>0.33882065005568923</c:v>
                </c:pt>
                <c:pt idx="21592">
                  <c:v>0.33882569291899223</c:v>
                </c:pt>
                <c:pt idx="21593">
                  <c:v>0.33884461906058899</c:v>
                </c:pt>
                <c:pt idx="21594">
                  <c:v>0.33886969946519874</c:v>
                </c:pt>
                <c:pt idx="21595">
                  <c:v>0.33896974139371694</c:v>
                </c:pt>
                <c:pt idx="21596">
                  <c:v>0.33897759922490495</c:v>
                </c:pt>
                <c:pt idx="21597">
                  <c:v>0.33902768944465589</c:v>
                </c:pt>
                <c:pt idx="21598">
                  <c:v>0.33902868624784344</c:v>
                </c:pt>
                <c:pt idx="21599">
                  <c:v>0.33906090985561527</c:v>
                </c:pt>
                <c:pt idx="21600">
                  <c:v>0.33915073618189034</c:v>
                </c:pt>
                <c:pt idx="21601">
                  <c:v>0.33916021710385424</c:v>
                </c:pt>
                <c:pt idx="21602">
                  <c:v>0.33916306766084015</c:v>
                </c:pt>
                <c:pt idx="21603">
                  <c:v>0.339230634661842</c:v>
                </c:pt>
                <c:pt idx="21604">
                  <c:v>0.33924824967151218</c:v>
                </c:pt>
                <c:pt idx="21605">
                  <c:v>0.33927499391088028</c:v>
                </c:pt>
                <c:pt idx="21606">
                  <c:v>0.33928174692964957</c:v>
                </c:pt>
                <c:pt idx="21607">
                  <c:v>0.33929294192072396</c:v>
                </c:pt>
                <c:pt idx="21608">
                  <c:v>0.3392957425800574</c:v>
                </c:pt>
                <c:pt idx="21609">
                  <c:v>0.33936673472171702</c:v>
                </c:pt>
                <c:pt idx="21610">
                  <c:v>0.33937194802370341</c:v>
                </c:pt>
                <c:pt idx="21611">
                  <c:v>0.33941913490140535</c:v>
                </c:pt>
                <c:pt idx="21612">
                  <c:v>0.33946298483914755</c:v>
                </c:pt>
                <c:pt idx="21613">
                  <c:v>0.33948852176396527</c:v>
                </c:pt>
                <c:pt idx="21614">
                  <c:v>0.33955625470351786</c:v>
                </c:pt>
                <c:pt idx="21615">
                  <c:v>0.33961208377488311</c:v>
                </c:pt>
                <c:pt idx="21616">
                  <c:v>0.33964565464279384</c:v>
                </c:pt>
                <c:pt idx="21617">
                  <c:v>0.33975812161212821</c:v>
                </c:pt>
                <c:pt idx="21618">
                  <c:v>0.33977636006168593</c:v>
                </c:pt>
                <c:pt idx="21619">
                  <c:v>0.33978063171835149</c:v>
                </c:pt>
                <c:pt idx="21620">
                  <c:v>0.33978464745230569</c:v>
                </c:pt>
                <c:pt idx="21621">
                  <c:v>0.33978710885404778</c:v>
                </c:pt>
                <c:pt idx="21622">
                  <c:v>0.33979313254513205</c:v>
                </c:pt>
                <c:pt idx="21623">
                  <c:v>0.33984849016610597</c:v>
                </c:pt>
                <c:pt idx="21624">
                  <c:v>0.33986254236331803</c:v>
                </c:pt>
                <c:pt idx="21625">
                  <c:v>0.33999476357547204</c:v>
                </c:pt>
                <c:pt idx="21626">
                  <c:v>0.33999756278705562</c:v>
                </c:pt>
                <c:pt idx="21627">
                  <c:v>0.34000740097623028</c:v>
                </c:pt>
                <c:pt idx="21628">
                  <c:v>0.34002209759831586</c:v>
                </c:pt>
                <c:pt idx="21629">
                  <c:v>0.34004388294865495</c:v>
                </c:pt>
                <c:pt idx="21630">
                  <c:v>0.34007216639792126</c:v>
                </c:pt>
                <c:pt idx="21631">
                  <c:v>0.34008607860926549</c:v>
                </c:pt>
                <c:pt idx="21632">
                  <c:v>0.34010185835352141</c:v>
                </c:pt>
                <c:pt idx="21633">
                  <c:v>0.34021273153881104</c:v>
                </c:pt>
                <c:pt idx="21634">
                  <c:v>0.34022931781518562</c:v>
                </c:pt>
                <c:pt idx="21635">
                  <c:v>0.34025349617606049</c:v>
                </c:pt>
                <c:pt idx="21636">
                  <c:v>0.34027613778190891</c:v>
                </c:pt>
                <c:pt idx="21637">
                  <c:v>0.34028915813152272</c:v>
                </c:pt>
                <c:pt idx="21638">
                  <c:v>0.34043942495664264</c:v>
                </c:pt>
                <c:pt idx="21639">
                  <c:v>0.3405038517150954</c:v>
                </c:pt>
                <c:pt idx="21640">
                  <c:v>0.34057802454635611</c:v>
                </c:pt>
                <c:pt idx="21641">
                  <c:v>0.34060361124115385</c:v>
                </c:pt>
                <c:pt idx="21642">
                  <c:v>0.34074769445085035</c:v>
                </c:pt>
                <c:pt idx="21643">
                  <c:v>0.34081501938149233</c:v>
                </c:pt>
                <c:pt idx="21644">
                  <c:v>0.34086112844944089</c:v>
                </c:pt>
                <c:pt idx="21645">
                  <c:v>0.34088536916209483</c:v>
                </c:pt>
                <c:pt idx="21646">
                  <c:v>0.34091699587604485</c:v>
                </c:pt>
                <c:pt idx="21647">
                  <c:v>0.34093730883564038</c:v>
                </c:pt>
                <c:pt idx="21648">
                  <c:v>0.34096142955910425</c:v>
                </c:pt>
                <c:pt idx="21649">
                  <c:v>0.34102051852843296</c:v>
                </c:pt>
                <c:pt idx="21650">
                  <c:v>0.341027059300545</c:v>
                </c:pt>
                <c:pt idx="21651">
                  <c:v>0.34105502733982634</c:v>
                </c:pt>
                <c:pt idx="21652">
                  <c:v>0.34109391004845496</c:v>
                </c:pt>
                <c:pt idx="21653">
                  <c:v>0.34115227421199767</c:v>
                </c:pt>
                <c:pt idx="21654">
                  <c:v>0.3411552947481839</c:v>
                </c:pt>
                <c:pt idx="21655">
                  <c:v>0.3411890242867322</c:v>
                </c:pt>
                <c:pt idx="21656">
                  <c:v>0.34125182758047068</c:v>
                </c:pt>
                <c:pt idx="21657">
                  <c:v>0.34134133703459646</c:v>
                </c:pt>
                <c:pt idx="21658">
                  <c:v>0.34137205274629479</c:v>
                </c:pt>
                <c:pt idx="21659">
                  <c:v>0.34139583958652597</c:v>
                </c:pt>
                <c:pt idx="21660">
                  <c:v>0.34139843309952511</c:v>
                </c:pt>
                <c:pt idx="21661">
                  <c:v>0.341404283914513</c:v>
                </c:pt>
                <c:pt idx="21662">
                  <c:v>0.34144681231872304</c:v>
                </c:pt>
                <c:pt idx="21663">
                  <c:v>0.34146688203618325</c:v>
                </c:pt>
                <c:pt idx="21664">
                  <c:v>0.34155335601966924</c:v>
                </c:pt>
                <c:pt idx="21665">
                  <c:v>0.34155888622428138</c:v>
                </c:pt>
                <c:pt idx="21666">
                  <c:v>0.34157554787595573</c:v>
                </c:pt>
                <c:pt idx="21667">
                  <c:v>0.34164816653177638</c:v>
                </c:pt>
                <c:pt idx="21668">
                  <c:v>0.34166979623190652</c:v>
                </c:pt>
                <c:pt idx="21669">
                  <c:v>0.34167624166492683</c:v>
                </c:pt>
                <c:pt idx="21670">
                  <c:v>0.34178597717100223</c:v>
                </c:pt>
                <c:pt idx="21671">
                  <c:v>0.34182524774455458</c:v>
                </c:pt>
                <c:pt idx="21672">
                  <c:v>0.34185525403731665</c:v>
                </c:pt>
                <c:pt idx="21673">
                  <c:v>0.34190023636921729</c:v>
                </c:pt>
                <c:pt idx="21674">
                  <c:v>0.34191200909837899</c:v>
                </c:pt>
                <c:pt idx="21675">
                  <c:v>0.34193771238491094</c:v>
                </c:pt>
                <c:pt idx="21676">
                  <c:v>0.3420038597289739</c:v>
                </c:pt>
                <c:pt idx="21677">
                  <c:v>0.34201728132874798</c:v>
                </c:pt>
                <c:pt idx="21678">
                  <c:v>0.34212653024584561</c:v>
                </c:pt>
                <c:pt idx="21679">
                  <c:v>0.34216220159186517</c:v>
                </c:pt>
                <c:pt idx="21680">
                  <c:v>0.34217034892188292</c:v>
                </c:pt>
                <c:pt idx="21681">
                  <c:v>0.34221846036999615</c:v>
                </c:pt>
                <c:pt idx="21682">
                  <c:v>0.34229428839813963</c:v>
                </c:pt>
                <c:pt idx="21683">
                  <c:v>0.34229950502051609</c:v>
                </c:pt>
                <c:pt idx="21684">
                  <c:v>0.34233754172724407</c:v>
                </c:pt>
                <c:pt idx="21685">
                  <c:v>0.34233785942840417</c:v>
                </c:pt>
                <c:pt idx="21686">
                  <c:v>0.34235136593953774</c:v>
                </c:pt>
                <c:pt idx="21687">
                  <c:v>0.3423520538752759</c:v>
                </c:pt>
                <c:pt idx="21688">
                  <c:v>0.34235894811925249</c:v>
                </c:pt>
                <c:pt idx="21689">
                  <c:v>0.34236303685567121</c:v>
                </c:pt>
                <c:pt idx="21690">
                  <c:v>0.34242117706953878</c:v>
                </c:pt>
                <c:pt idx="21691">
                  <c:v>0.34242177316277433</c:v>
                </c:pt>
                <c:pt idx="21692">
                  <c:v>0.34244153105375791</c:v>
                </c:pt>
                <c:pt idx="21693">
                  <c:v>0.34252211183173009</c:v>
                </c:pt>
                <c:pt idx="21694">
                  <c:v>0.3426485473117058</c:v>
                </c:pt>
                <c:pt idx="21695">
                  <c:v>0.34265239248651569</c:v>
                </c:pt>
                <c:pt idx="21696">
                  <c:v>0.34267512661983834</c:v>
                </c:pt>
                <c:pt idx="21697">
                  <c:v>0.34269383324506331</c:v>
                </c:pt>
                <c:pt idx="21698">
                  <c:v>0.34269995621828686</c:v>
                </c:pt>
                <c:pt idx="21699">
                  <c:v>0.34273077109342143</c:v>
                </c:pt>
                <c:pt idx="21700">
                  <c:v>0.34284308049670825</c:v>
                </c:pt>
                <c:pt idx="21701">
                  <c:v>0.34294259976815716</c:v>
                </c:pt>
                <c:pt idx="21702">
                  <c:v>0.34295382016017295</c:v>
                </c:pt>
                <c:pt idx="21703">
                  <c:v>0.34295756101555358</c:v>
                </c:pt>
                <c:pt idx="21704">
                  <c:v>0.34305093501222494</c:v>
                </c:pt>
                <c:pt idx="21705">
                  <c:v>0.34305763186169613</c:v>
                </c:pt>
                <c:pt idx="21706">
                  <c:v>0.34311092982053026</c:v>
                </c:pt>
                <c:pt idx="21707">
                  <c:v>0.3431585254513842</c:v>
                </c:pt>
                <c:pt idx="21708">
                  <c:v>0.34317212087421406</c:v>
                </c:pt>
                <c:pt idx="21709">
                  <c:v>0.34318605173717687</c:v>
                </c:pt>
                <c:pt idx="21710">
                  <c:v>0.3432571716777747</c:v>
                </c:pt>
                <c:pt idx="21711">
                  <c:v>0.34326743005525151</c:v>
                </c:pt>
                <c:pt idx="21712">
                  <c:v>0.34329284882951949</c:v>
                </c:pt>
                <c:pt idx="21713">
                  <c:v>0.34346959314760989</c:v>
                </c:pt>
                <c:pt idx="21714">
                  <c:v>0.34348906173463989</c:v>
                </c:pt>
                <c:pt idx="21715">
                  <c:v>0.34351846426980581</c:v>
                </c:pt>
                <c:pt idx="21716">
                  <c:v>0.34373017234226211</c:v>
                </c:pt>
                <c:pt idx="21717">
                  <c:v>0.34382451155808758</c:v>
                </c:pt>
                <c:pt idx="21718">
                  <c:v>0.34383887791323975</c:v>
                </c:pt>
                <c:pt idx="21719">
                  <c:v>0.34384408853353604</c:v>
                </c:pt>
                <c:pt idx="21720">
                  <c:v>0.34385271197215456</c:v>
                </c:pt>
                <c:pt idx="21721">
                  <c:v>0.34386546088290537</c:v>
                </c:pt>
                <c:pt idx="21722">
                  <c:v>0.34392070915037065</c:v>
                </c:pt>
                <c:pt idx="21723">
                  <c:v>0.34394707415776149</c:v>
                </c:pt>
                <c:pt idx="21724">
                  <c:v>0.34399541938844996</c:v>
                </c:pt>
                <c:pt idx="21725">
                  <c:v>0.34400697575916489</c:v>
                </c:pt>
                <c:pt idx="21726">
                  <c:v>0.34403783523638531</c:v>
                </c:pt>
                <c:pt idx="21727">
                  <c:v>0.34404626838176205</c:v>
                </c:pt>
                <c:pt idx="21728">
                  <c:v>0.34410485566294036</c:v>
                </c:pt>
                <c:pt idx="21729">
                  <c:v>0.3441567861061961</c:v>
                </c:pt>
                <c:pt idx="21730">
                  <c:v>0.34417267003482643</c:v>
                </c:pt>
                <c:pt idx="21731">
                  <c:v>0.34418739903894396</c:v>
                </c:pt>
                <c:pt idx="21732">
                  <c:v>0.34428227755093593</c:v>
                </c:pt>
                <c:pt idx="21733">
                  <c:v>0.34428428399228012</c:v>
                </c:pt>
                <c:pt idx="21734">
                  <c:v>0.3443388457644242</c:v>
                </c:pt>
                <c:pt idx="21735">
                  <c:v>0.34438628940618587</c:v>
                </c:pt>
                <c:pt idx="21736">
                  <c:v>0.34443566699130324</c:v>
                </c:pt>
                <c:pt idx="21737">
                  <c:v>0.34447241224050301</c:v>
                </c:pt>
                <c:pt idx="21738">
                  <c:v>0.34452885870827016</c:v>
                </c:pt>
                <c:pt idx="21739">
                  <c:v>0.34457071218228585</c:v>
                </c:pt>
                <c:pt idx="21740">
                  <c:v>0.34458706736290312</c:v>
                </c:pt>
                <c:pt idx="21741">
                  <c:v>0.34461519661190948</c:v>
                </c:pt>
                <c:pt idx="21742">
                  <c:v>0.34464387054416629</c:v>
                </c:pt>
                <c:pt idx="21743">
                  <c:v>0.34474917602308397</c:v>
                </c:pt>
                <c:pt idx="21744">
                  <c:v>0.34482644904208348</c:v>
                </c:pt>
                <c:pt idx="21745">
                  <c:v>0.3448351025477569</c:v>
                </c:pt>
                <c:pt idx="21746">
                  <c:v>0.34484709450459289</c:v>
                </c:pt>
                <c:pt idx="21747">
                  <c:v>0.34486653733506006</c:v>
                </c:pt>
                <c:pt idx="21748">
                  <c:v>0.34487684220028281</c:v>
                </c:pt>
                <c:pt idx="21749">
                  <c:v>0.34487816476219202</c:v>
                </c:pt>
                <c:pt idx="21750">
                  <c:v>0.34488521954677187</c:v>
                </c:pt>
                <c:pt idx="21751">
                  <c:v>0.34491189506910541</c:v>
                </c:pt>
                <c:pt idx="21752">
                  <c:v>0.34497763722164965</c:v>
                </c:pt>
                <c:pt idx="21753">
                  <c:v>0.34498410630894649</c:v>
                </c:pt>
                <c:pt idx="21754">
                  <c:v>0.34501822536931598</c:v>
                </c:pt>
                <c:pt idx="21755">
                  <c:v>0.34505203329324086</c:v>
                </c:pt>
                <c:pt idx="21756">
                  <c:v>0.34508957019624809</c:v>
                </c:pt>
                <c:pt idx="21757">
                  <c:v>0.34510776521791625</c:v>
                </c:pt>
                <c:pt idx="21758">
                  <c:v>0.34512936450084125</c:v>
                </c:pt>
                <c:pt idx="21759">
                  <c:v>0.34517632258064901</c:v>
                </c:pt>
                <c:pt idx="21760">
                  <c:v>0.34519447291865935</c:v>
                </c:pt>
                <c:pt idx="21761">
                  <c:v>0.34522574751468021</c:v>
                </c:pt>
                <c:pt idx="21762">
                  <c:v>0.34523913927976224</c:v>
                </c:pt>
                <c:pt idx="21763">
                  <c:v>0.34527480106169695</c:v>
                </c:pt>
                <c:pt idx="21764">
                  <c:v>0.34533125669696113</c:v>
                </c:pt>
                <c:pt idx="21765">
                  <c:v>0.34534246098203758</c:v>
                </c:pt>
                <c:pt idx="21766">
                  <c:v>0.34537489050727394</c:v>
                </c:pt>
                <c:pt idx="21767">
                  <c:v>0.34538671147310801</c:v>
                </c:pt>
                <c:pt idx="21768">
                  <c:v>0.34540279583082906</c:v>
                </c:pt>
                <c:pt idx="21769">
                  <c:v>0.34561834815646714</c:v>
                </c:pt>
                <c:pt idx="21770">
                  <c:v>0.34564244580393072</c:v>
                </c:pt>
                <c:pt idx="21771">
                  <c:v>0.34565802709440108</c:v>
                </c:pt>
                <c:pt idx="21772">
                  <c:v>0.34567779933304826</c:v>
                </c:pt>
                <c:pt idx="21773">
                  <c:v>0.3456886947081052</c:v>
                </c:pt>
                <c:pt idx="21774">
                  <c:v>0.34570100416193644</c:v>
                </c:pt>
                <c:pt idx="21775">
                  <c:v>0.3457936603780678</c:v>
                </c:pt>
                <c:pt idx="21776">
                  <c:v>0.34580103215738806</c:v>
                </c:pt>
                <c:pt idx="21777">
                  <c:v>0.34582663184800522</c:v>
                </c:pt>
                <c:pt idx="21778">
                  <c:v>0.34589757802514542</c:v>
                </c:pt>
                <c:pt idx="21779">
                  <c:v>0.34592395367302553</c:v>
                </c:pt>
                <c:pt idx="21780">
                  <c:v>0.34594533695273666</c:v>
                </c:pt>
                <c:pt idx="21781">
                  <c:v>0.34603246156581968</c:v>
                </c:pt>
                <c:pt idx="21782">
                  <c:v>0.34606423310515583</c:v>
                </c:pt>
                <c:pt idx="21783">
                  <c:v>0.34615745215170635</c:v>
                </c:pt>
                <c:pt idx="21784">
                  <c:v>0.34618285174480085</c:v>
                </c:pt>
                <c:pt idx="21785">
                  <c:v>0.34619451180345934</c:v>
                </c:pt>
                <c:pt idx="21786">
                  <c:v>0.34631320890540812</c:v>
                </c:pt>
                <c:pt idx="21787">
                  <c:v>0.34634415844374267</c:v>
                </c:pt>
                <c:pt idx="21788">
                  <c:v>0.346381502403388</c:v>
                </c:pt>
                <c:pt idx="21789">
                  <c:v>0.34642421291811604</c:v>
                </c:pt>
                <c:pt idx="21790">
                  <c:v>0.3464329289396762</c:v>
                </c:pt>
                <c:pt idx="21791">
                  <c:v>0.34644201423774207</c:v>
                </c:pt>
                <c:pt idx="21792">
                  <c:v>0.34645491707405413</c:v>
                </c:pt>
                <c:pt idx="21793">
                  <c:v>0.34647254440342923</c:v>
                </c:pt>
                <c:pt idx="21794">
                  <c:v>0.34650703258583782</c:v>
                </c:pt>
                <c:pt idx="21795">
                  <c:v>0.34651587659510863</c:v>
                </c:pt>
                <c:pt idx="21796">
                  <c:v>0.34656777517889104</c:v>
                </c:pt>
                <c:pt idx="21797">
                  <c:v>0.34664301560217625</c:v>
                </c:pt>
                <c:pt idx="21798">
                  <c:v>0.34665436897275426</c:v>
                </c:pt>
                <c:pt idx="21799">
                  <c:v>0.34676253756014169</c:v>
                </c:pt>
                <c:pt idx="21800">
                  <c:v>0.346852517691076</c:v>
                </c:pt>
                <c:pt idx="21801">
                  <c:v>0.34689485474971338</c:v>
                </c:pt>
                <c:pt idx="21802">
                  <c:v>0.34689733642256876</c:v>
                </c:pt>
                <c:pt idx="21803">
                  <c:v>0.34691634372675217</c:v>
                </c:pt>
                <c:pt idx="21804">
                  <c:v>0.34691898917271274</c:v>
                </c:pt>
                <c:pt idx="21805">
                  <c:v>0.34693457430905905</c:v>
                </c:pt>
                <c:pt idx="21806">
                  <c:v>0.346964400294199</c:v>
                </c:pt>
                <c:pt idx="21807">
                  <c:v>0.34707376434260478</c:v>
                </c:pt>
                <c:pt idx="21808">
                  <c:v>0.34710637172170039</c:v>
                </c:pt>
                <c:pt idx="21809">
                  <c:v>0.34716153605300115</c:v>
                </c:pt>
                <c:pt idx="21810">
                  <c:v>0.34726448401704496</c:v>
                </c:pt>
                <c:pt idx="21811">
                  <c:v>0.34728260735001565</c:v>
                </c:pt>
                <c:pt idx="21812">
                  <c:v>0.34729162176799572</c:v>
                </c:pt>
                <c:pt idx="21813">
                  <c:v>0.34736085459690208</c:v>
                </c:pt>
                <c:pt idx="21814">
                  <c:v>0.34737034974077891</c:v>
                </c:pt>
                <c:pt idx="21815">
                  <c:v>0.34741652282861418</c:v>
                </c:pt>
                <c:pt idx="21816">
                  <c:v>0.34744187373153751</c:v>
                </c:pt>
                <c:pt idx="21817">
                  <c:v>0.34745471231228836</c:v>
                </c:pt>
                <c:pt idx="21818">
                  <c:v>0.34748020869653756</c:v>
                </c:pt>
                <c:pt idx="21819">
                  <c:v>0.34754469549883088</c:v>
                </c:pt>
                <c:pt idx="21820">
                  <c:v>0.3475684615745861</c:v>
                </c:pt>
                <c:pt idx="21821">
                  <c:v>0.34758725193292123</c:v>
                </c:pt>
                <c:pt idx="21822">
                  <c:v>0.34759375470171289</c:v>
                </c:pt>
                <c:pt idx="21823">
                  <c:v>0.34760957224685929</c:v>
                </c:pt>
                <c:pt idx="21824">
                  <c:v>0.3476387250475993</c:v>
                </c:pt>
                <c:pt idx="21825">
                  <c:v>0.34769433148375845</c:v>
                </c:pt>
                <c:pt idx="21826">
                  <c:v>0.34772353645099463</c:v>
                </c:pt>
                <c:pt idx="21827">
                  <c:v>0.34784102628792435</c:v>
                </c:pt>
                <c:pt idx="21828">
                  <c:v>0.34788168470253322</c:v>
                </c:pt>
                <c:pt idx="21829">
                  <c:v>0.34788653239596512</c:v>
                </c:pt>
                <c:pt idx="21830">
                  <c:v>0.34789723653654525</c:v>
                </c:pt>
                <c:pt idx="21831">
                  <c:v>0.34794128937544599</c:v>
                </c:pt>
                <c:pt idx="21832">
                  <c:v>0.34795334529448968</c:v>
                </c:pt>
                <c:pt idx="21833">
                  <c:v>0.34799459655570453</c:v>
                </c:pt>
                <c:pt idx="21834">
                  <c:v>0.34800994056278051</c:v>
                </c:pt>
                <c:pt idx="21835">
                  <c:v>0.3480160881177593</c:v>
                </c:pt>
                <c:pt idx="21836">
                  <c:v>0.34803488374660513</c:v>
                </c:pt>
                <c:pt idx="21837">
                  <c:v>0.3481861726607054</c:v>
                </c:pt>
                <c:pt idx="21838">
                  <c:v>0.34821676061071566</c:v>
                </c:pt>
                <c:pt idx="21839">
                  <c:v>0.3482187341697216</c:v>
                </c:pt>
                <c:pt idx="21840">
                  <c:v>0.34822536819940075</c:v>
                </c:pt>
                <c:pt idx="21841">
                  <c:v>0.34828139336966968</c:v>
                </c:pt>
                <c:pt idx="21842">
                  <c:v>0.34842526336123369</c:v>
                </c:pt>
                <c:pt idx="21843">
                  <c:v>0.34845550994299135</c:v>
                </c:pt>
                <c:pt idx="21844">
                  <c:v>0.34854949796386092</c:v>
                </c:pt>
                <c:pt idx="21845">
                  <c:v>0.34858508802538746</c:v>
                </c:pt>
                <c:pt idx="21846">
                  <c:v>0.34860715461279201</c:v>
                </c:pt>
                <c:pt idx="21847">
                  <c:v>0.34862051718966519</c:v>
                </c:pt>
                <c:pt idx="21848">
                  <c:v>0.34864437280464061</c:v>
                </c:pt>
                <c:pt idx="21849">
                  <c:v>0.34872259178988063</c:v>
                </c:pt>
                <c:pt idx="21850">
                  <c:v>0.34875443644945076</c:v>
                </c:pt>
                <c:pt idx="21851">
                  <c:v>0.34880509331487236</c:v>
                </c:pt>
                <c:pt idx="21852">
                  <c:v>0.3488262279480609</c:v>
                </c:pt>
                <c:pt idx="21853">
                  <c:v>0.34884060103739473</c:v>
                </c:pt>
                <c:pt idx="21854">
                  <c:v>0.34884584169359922</c:v>
                </c:pt>
                <c:pt idx="21855">
                  <c:v>0.34889646960216725</c:v>
                </c:pt>
                <c:pt idx="21856">
                  <c:v>0.34891768887724972</c:v>
                </c:pt>
                <c:pt idx="21857">
                  <c:v>0.34897275148504664</c:v>
                </c:pt>
                <c:pt idx="21858">
                  <c:v>0.34900392825392479</c:v>
                </c:pt>
                <c:pt idx="21859">
                  <c:v>0.34903499887368605</c:v>
                </c:pt>
                <c:pt idx="21860">
                  <c:v>0.34909732447416253</c:v>
                </c:pt>
                <c:pt idx="21861">
                  <c:v>0.34910475007653174</c:v>
                </c:pt>
                <c:pt idx="21862">
                  <c:v>0.34915043805248808</c:v>
                </c:pt>
                <c:pt idx="21863">
                  <c:v>0.34918797034390459</c:v>
                </c:pt>
                <c:pt idx="21864">
                  <c:v>0.34919271797871554</c:v>
                </c:pt>
                <c:pt idx="21865">
                  <c:v>0.34923115065765137</c:v>
                </c:pt>
                <c:pt idx="21866">
                  <c:v>0.34923134730007993</c:v>
                </c:pt>
                <c:pt idx="21867">
                  <c:v>0.34926119873981909</c:v>
                </c:pt>
                <c:pt idx="21868">
                  <c:v>0.34930104215311208</c:v>
                </c:pt>
                <c:pt idx="21869">
                  <c:v>0.34932292943950399</c:v>
                </c:pt>
                <c:pt idx="21870">
                  <c:v>0.34933183920924138</c:v>
                </c:pt>
                <c:pt idx="21871">
                  <c:v>0.34933829833305946</c:v>
                </c:pt>
                <c:pt idx="21872">
                  <c:v>0.34938673456758818</c:v>
                </c:pt>
                <c:pt idx="21873">
                  <c:v>0.34940628913835581</c:v>
                </c:pt>
                <c:pt idx="21874">
                  <c:v>0.34945813384841129</c:v>
                </c:pt>
                <c:pt idx="21875">
                  <c:v>0.34946211976048625</c:v>
                </c:pt>
                <c:pt idx="21876">
                  <c:v>0.34947863484050967</c:v>
                </c:pt>
                <c:pt idx="21877">
                  <c:v>0.34949776479067901</c:v>
                </c:pt>
                <c:pt idx="21878">
                  <c:v>0.34955505274277571</c:v>
                </c:pt>
                <c:pt idx="21879">
                  <c:v>0.34956027776751908</c:v>
                </c:pt>
                <c:pt idx="21880">
                  <c:v>0.34958170686458279</c:v>
                </c:pt>
                <c:pt idx="21881">
                  <c:v>0.349626451069938</c:v>
                </c:pt>
                <c:pt idx="21882">
                  <c:v>0.34965765337780691</c:v>
                </c:pt>
                <c:pt idx="21883">
                  <c:v>0.34967772279264242</c:v>
                </c:pt>
                <c:pt idx="21884">
                  <c:v>0.34973915285024221</c:v>
                </c:pt>
                <c:pt idx="21885">
                  <c:v>0.34985689798750635</c:v>
                </c:pt>
                <c:pt idx="21886">
                  <c:v>0.34987905561425181</c:v>
                </c:pt>
                <c:pt idx="21887">
                  <c:v>0.34992388782089567</c:v>
                </c:pt>
                <c:pt idx="21888">
                  <c:v>0.34996269076920877</c:v>
                </c:pt>
                <c:pt idx="21889">
                  <c:v>0.35006960865167153</c:v>
                </c:pt>
                <c:pt idx="21890">
                  <c:v>0.35007469470682301</c:v>
                </c:pt>
                <c:pt idx="21891">
                  <c:v>0.35018865430519597</c:v>
                </c:pt>
                <c:pt idx="21892">
                  <c:v>0.3502382338091376</c:v>
                </c:pt>
                <c:pt idx="21893">
                  <c:v>0.35026718634736148</c:v>
                </c:pt>
                <c:pt idx="21894">
                  <c:v>0.35031178068205238</c:v>
                </c:pt>
                <c:pt idx="21895">
                  <c:v>0.35033356807518423</c:v>
                </c:pt>
                <c:pt idx="21896">
                  <c:v>0.35034353794299122</c:v>
                </c:pt>
                <c:pt idx="21897">
                  <c:v>0.35034355231290576</c:v>
                </c:pt>
                <c:pt idx="21898">
                  <c:v>0.35035942483059035</c:v>
                </c:pt>
                <c:pt idx="21899">
                  <c:v>0.35040064293685269</c:v>
                </c:pt>
                <c:pt idx="21900">
                  <c:v>0.35062134067854417</c:v>
                </c:pt>
                <c:pt idx="21901">
                  <c:v>0.35064446451599662</c:v>
                </c:pt>
                <c:pt idx="21902">
                  <c:v>0.3506673294116085</c:v>
                </c:pt>
                <c:pt idx="21903">
                  <c:v>0.35067741545941267</c:v>
                </c:pt>
                <c:pt idx="21904">
                  <c:v>0.35080512406410697</c:v>
                </c:pt>
                <c:pt idx="21905">
                  <c:v>0.35087658788801968</c:v>
                </c:pt>
                <c:pt idx="21906">
                  <c:v>0.35089345488290108</c:v>
                </c:pt>
                <c:pt idx="21907">
                  <c:v>0.35089606423186276</c:v>
                </c:pt>
                <c:pt idx="21908">
                  <c:v>0.35093243764634208</c:v>
                </c:pt>
                <c:pt idx="21909">
                  <c:v>0.3509391045850736</c:v>
                </c:pt>
                <c:pt idx="21910">
                  <c:v>0.35101408828479413</c:v>
                </c:pt>
                <c:pt idx="21911">
                  <c:v>0.35106489330353108</c:v>
                </c:pt>
                <c:pt idx="21912">
                  <c:v>0.35107718061885324</c:v>
                </c:pt>
                <c:pt idx="21913">
                  <c:v>0.35112283962124985</c:v>
                </c:pt>
                <c:pt idx="21914">
                  <c:v>0.35115391816154445</c:v>
                </c:pt>
                <c:pt idx="21915">
                  <c:v>0.351184786579196</c:v>
                </c:pt>
                <c:pt idx="21916">
                  <c:v>0.35123105668425886</c:v>
                </c:pt>
                <c:pt idx="21917">
                  <c:v>0.3512504751140606</c:v>
                </c:pt>
                <c:pt idx="21918">
                  <c:v>0.35128978214606782</c:v>
                </c:pt>
                <c:pt idx="21919">
                  <c:v>0.35138392556640036</c:v>
                </c:pt>
                <c:pt idx="21920">
                  <c:v>0.35138711599944911</c:v>
                </c:pt>
                <c:pt idx="21921">
                  <c:v>0.35142239262858738</c:v>
                </c:pt>
                <c:pt idx="21922">
                  <c:v>0.35158090570959005</c:v>
                </c:pt>
                <c:pt idx="21923">
                  <c:v>0.35168178226645846</c:v>
                </c:pt>
                <c:pt idx="21924">
                  <c:v>0.35175756411911557</c:v>
                </c:pt>
                <c:pt idx="21925">
                  <c:v>0.35177304371094364</c:v>
                </c:pt>
                <c:pt idx="21926">
                  <c:v>0.35180253743729945</c:v>
                </c:pt>
                <c:pt idx="21927">
                  <c:v>0.3519041705048197</c:v>
                </c:pt>
                <c:pt idx="21928">
                  <c:v>0.35193357114688145</c:v>
                </c:pt>
                <c:pt idx="21929">
                  <c:v>0.35194282753200834</c:v>
                </c:pt>
                <c:pt idx="21930">
                  <c:v>0.35196064768349816</c:v>
                </c:pt>
                <c:pt idx="21931">
                  <c:v>0.3520772530845851</c:v>
                </c:pt>
                <c:pt idx="21932">
                  <c:v>0.35207822304305364</c:v>
                </c:pt>
                <c:pt idx="21933">
                  <c:v>0.35211362302566879</c:v>
                </c:pt>
                <c:pt idx="21934">
                  <c:v>0.35222121609591656</c:v>
                </c:pt>
                <c:pt idx="21935">
                  <c:v>0.35222659365192127</c:v>
                </c:pt>
                <c:pt idx="21936">
                  <c:v>0.3522441239240951</c:v>
                </c:pt>
                <c:pt idx="21937">
                  <c:v>0.35228828048556443</c:v>
                </c:pt>
                <c:pt idx="21938">
                  <c:v>0.35229478546156773</c:v>
                </c:pt>
                <c:pt idx="21939">
                  <c:v>0.35233778116851328</c:v>
                </c:pt>
                <c:pt idx="21940">
                  <c:v>0.35237682521426172</c:v>
                </c:pt>
                <c:pt idx="21941">
                  <c:v>0.35242343730482079</c:v>
                </c:pt>
                <c:pt idx="21942">
                  <c:v>0.35246978883628111</c:v>
                </c:pt>
                <c:pt idx="21943">
                  <c:v>0.35247176899384391</c:v>
                </c:pt>
                <c:pt idx="21944">
                  <c:v>0.35250350877769543</c:v>
                </c:pt>
                <c:pt idx="21945">
                  <c:v>0.35255749948020515</c:v>
                </c:pt>
                <c:pt idx="21946">
                  <c:v>0.35257284685363721</c:v>
                </c:pt>
                <c:pt idx="21947">
                  <c:v>0.35258756849572648</c:v>
                </c:pt>
                <c:pt idx="21948">
                  <c:v>0.35260779568545736</c:v>
                </c:pt>
                <c:pt idx="21949">
                  <c:v>0.35261493800104038</c:v>
                </c:pt>
                <c:pt idx="21950">
                  <c:v>0.35261566103271486</c:v>
                </c:pt>
                <c:pt idx="21951">
                  <c:v>0.35262266087582161</c:v>
                </c:pt>
                <c:pt idx="21952">
                  <c:v>0.35264247635666568</c:v>
                </c:pt>
                <c:pt idx="21953">
                  <c:v>0.35267286584312491</c:v>
                </c:pt>
                <c:pt idx="21954">
                  <c:v>0.35269028691830534</c:v>
                </c:pt>
                <c:pt idx="21955">
                  <c:v>0.35272718158927813</c:v>
                </c:pt>
                <c:pt idx="21956">
                  <c:v>0.35272964676363844</c:v>
                </c:pt>
                <c:pt idx="21957">
                  <c:v>0.35275344511816625</c:v>
                </c:pt>
                <c:pt idx="21958">
                  <c:v>0.35277842115451974</c:v>
                </c:pt>
                <c:pt idx="21959">
                  <c:v>0.35287694025777316</c:v>
                </c:pt>
                <c:pt idx="21960">
                  <c:v>0.35297656378996423</c:v>
                </c:pt>
                <c:pt idx="21961">
                  <c:v>0.35299792053905571</c:v>
                </c:pt>
                <c:pt idx="21962">
                  <c:v>0.35309752574210729</c:v>
                </c:pt>
                <c:pt idx="21963">
                  <c:v>0.35310325051179381</c:v>
                </c:pt>
                <c:pt idx="21964">
                  <c:v>0.35313013553235506</c:v>
                </c:pt>
                <c:pt idx="21965">
                  <c:v>0.3532844774512317</c:v>
                </c:pt>
                <c:pt idx="21966">
                  <c:v>0.35331590387628459</c:v>
                </c:pt>
                <c:pt idx="21967">
                  <c:v>0.35333723705656339</c:v>
                </c:pt>
                <c:pt idx="21968">
                  <c:v>0.35334110634155241</c:v>
                </c:pt>
                <c:pt idx="21969">
                  <c:v>0.35343631006121712</c:v>
                </c:pt>
                <c:pt idx="21970">
                  <c:v>0.35344118148975806</c:v>
                </c:pt>
                <c:pt idx="21971">
                  <c:v>0.35347769456507427</c:v>
                </c:pt>
                <c:pt idx="21972">
                  <c:v>0.35351031736372451</c:v>
                </c:pt>
                <c:pt idx="21973">
                  <c:v>0.3536019400975976</c:v>
                </c:pt>
                <c:pt idx="21974">
                  <c:v>0.35361708325681379</c:v>
                </c:pt>
                <c:pt idx="21975">
                  <c:v>0.3536257278736416</c:v>
                </c:pt>
                <c:pt idx="21976">
                  <c:v>0.35364341802132288</c:v>
                </c:pt>
                <c:pt idx="21977">
                  <c:v>0.35367837594258889</c:v>
                </c:pt>
                <c:pt idx="21978">
                  <c:v>0.35367963011138581</c:v>
                </c:pt>
                <c:pt idx="21979">
                  <c:v>0.35368551239432017</c:v>
                </c:pt>
                <c:pt idx="21980">
                  <c:v>0.35368716434007275</c:v>
                </c:pt>
                <c:pt idx="21981">
                  <c:v>0.35368765916456091</c:v>
                </c:pt>
                <c:pt idx="21982">
                  <c:v>0.35375148493628134</c:v>
                </c:pt>
                <c:pt idx="21983">
                  <c:v>0.35378372816487286</c:v>
                </c:pt>
                <c:pt idx="21984">
                  <c:v>0.35381153766258933</c:v>
                </c:pt>
                <c:pt idx="21985">
                  <c:v>0.35382464567788741</c:v>
                </c:pt>
                <c:pt idx="21986">
                  <c:v>0.35383061209250471</c:v>
                </c:pt>
                <c:pt idx="21987">
                  <c:v>0.35389667695313604</c:v>
                </c:pt>
                <c:pt idx="21988">
                  <c:v>0.35391431284240626</c:v>
                </c:pt>
                <c:pt idx="21989">
                  <c:v>0.35392079451066444</c:v>
                </c:pt>
                <c:pt idx="21990">
                  <c:v>0.35402454206096146</c:v>
                </c:pt>
                <c:pt idx="21991">
                  <c:v>0.35411007629649599</c:v>
                </c:pt>
                <c:pt idx="21992">
                  <c:v>0.35412025552899484</c:v>
                </c:pt>
                <c:pt idx="21993">
                  <c:v>0.35420398878419118</c:v>
                </c:pt>
                <c:pt idx="21994">
                  <c:v>0.35422203890647763</c:v>
                </c:pt>
                <c:pt idx="21995">
                  <c:v>0.35427722319016819</c:v>
                </c:pt>
                <c:pt idx="21996">
                  <c:v>0.35428434196274283</c:v>
                </c:pt>
                <c:pt idx="21997">
                  <c:v>0.35428892053616556</c:v>
                </c:pt>
                <c:pt idx="21998">
                  <c:v>0.35434049808975171</c:v>
                </c:pt>
                <c:pt idx="21999">
                  <c:v>0.35440992308202612</c:v>
                </c:pt>
                <c:pt idx="22000">
                  <c:v>0.3544672704328774</c:v>
                </c:pt>
                <c:pt idx="22001">
                  <c:v>0.3544897062790372</c:v>
                </c:pt>
                <c:pt idx="22002">
                  <c:v>0.35455175139139189</c:v>
                </c:pt>
                <c:pt idx="22003">
                  <c:v>0.35463191398096067</c:v>
                </c:pt>
                <c:pt idx="22004">
                  <c:v>0.3547300235742577</c:v>
                </c:pt>
                <c:pt idx="22005">
                  <c:v>0.35491659636017658</c:v>
                </c:pt>
                <c:pt idx="22006">
                  <c:v>0.35494823290200483</c:v>
                </c:pt>
                <c:pt idx="22007">
                  <c:v>0.35498345064201942</c:v>
                </c:pt>
                <c:pt idx="22008">
                  <c:v>0.35499401162399141</c:v>
                </c:pt>
                <c:pt idx="22009">
                  <c:v>0.35500851103930653</c:v>
                </c:pt>
                <c:pt idx="22010">
                  <c:v>0.35503368006087199</c:v>
                </c:pt>
                <c:pt idx="22011">
                  <c:v>0.35504648136851685</c:v>
                </c:pt>
                <c:pt idx="22012">
                  <c:v>0.35508410010654179</c:v>
                </c:pt>
                <c:pt idx="22013">
                  <c:v>0.35510487422167153</c:v>
                </c:pt>
                <c:pt idx="22014">
                  <c:v>0.35514136593339929</c:v>
                </c:pt>
                <c:pt idx="22015">
                  <c:v>0.35516808615698775</c:v>
                </c:pt>
                <c:pt idx="22016">
                  <c:v>0.3552082106009769</c:v>
                </c:pt>
                <c:pt idx="22017">
                  <c:v>0.35522337916981828</c:v>
                </c:pt>
                <c:pt idx="22018">
                  <c:v>0.35522812415863059</c:v>
                </c:pt>
                <c:pt idx="22019">
                  <c:v>0.35524131375628304</c:v>
                </c:pt>
                <c:pt idx="22020">
                  <c:v>0.35524225341041532</c:v>
                </c:pt>
                <c:pt idx="22021">
                  <c:v>0.35529833792787197</c:v>
                </c:pt>
                <c:pt idx="22022">
                  <c:v>0.35534832281228035</c:v>
                </c:pt>
                <c:pt idx="22023">
                  <c:v>0.35538368457428848</c:v>
                </c:pt>
                <c:pt idx="22024">
                  <c:v>0.35541589319416994</c:v>
                </c:pt>
                <c:pt idx="22025">
                  <c:v>0.35543961203819868</c:v>
                </c:pt>
                <c:pt idx="22026">
                  <c:v>0.35550084949062077</c:v>
                </c:pt>
                <c:pt idx="22027">
                  <c:v>0.35551902917024547</c:v>
                </c:pt>
                <c:pt idx="22028">
                  <c:v>0.35554554309715353</c:v>
                </c:pt>
                <c:pt idx="22029">
                  <c:v>0.35555539743748671</c:v>
                </c:pt>
                <c:pt idx="22030">
                  <c:v>0.35561487607879788</c:v>
                </c:pt>
                <c:pt idx="22031">
                  <c:v>0.35566533279137691</c:v>
                </c:pt>
                <c:pt idx="22032">
                  <c:v>0.35569698592090854</c:v>
                </c:pt>
                <c:pt idx="22033">
                  <c:v>0.3557199501463692</c:v>
                </c:pt>
                <c:pt idx="22034">
                  <c:v>0.35574025752486876</c:v>
                </c:pt>
                <c:pt idx="22035">
                  <c:v>0.35577044094410015</c:v>
                </c:pt>
                <c:pt idx="22036">
                  <c:v>0.35579158154904633</c:v>
                </c:pt>
                <c:pt idx="22037">
                  <c:v>0.35582010475352632</c:v>
                </c:pt>
                <c:pt idx="22038">
                  <c:v>0.35587207284356498</c:v>
                </c:pt>
                <c:pt idx="22039">
                  <c:v>0.35601051048787447</c:v>
                </c:pt>
                <c:pt idx="22040">
                  <c:v>0.35633258114478306</c:v>
                </c:pt>
                <c:pt idx="22041">
                  <c:v>0.35634195256194884</c:v>
                </c:pt>
                <c:pt idx="22042">
                  <c:v>0.35642066856009935</c:v>
                </c:pt>
                <c:pt idx="22043">
                  <c:v>0.35648242221656851</c:v>
                </c:pt>
                <c:pt idx="22044">
                  <c:v>0.35649084980559242</c:v>
                </c:pt>
                <c:pt idx="22045">
                  <c:v>0.35655200450815694</c:v>
                </c:pt>
                <c:pt idx="22046">
                  <c:v>0.35657002988710346</c:v>
                </c:pt>
                <c:pt idx="22047">
                  <c:v>0.35664195799822435</c:v>
                </c:pt>
                <c:pt idx="22048">
                  <c:v>0.35666140025109744</c:v>
                </c:pt>
                <c:pt idx="22049">
                  <c:v>0.35666757714261804</c:v>
                </c:pt>
                <c:pt idx="22050">
                  <c:v>0.35669608845476891</c:v>
                </c:pt>
                <c:pt idx="22051">
                  <c:v>0.35671465696780413</c:v>
                </c:pt>
                <c:pt idx="22052">
                  <c:v>0.35685966444418526</c:v>
                </c:pt>
                <c:pt idx="22053">
                  <c:v>0.35686676118277044</c:v>
                </c:pt>
                <c:pt idx="22054">
                  <c:v>0.35693739574421612</c:v>
                </c:pt>
                <c:pt idx="22055">
                  <c:v>0.35695912146647574</c:v>
                </c:pt>
                <c:pt idx="22056">
                  <c:v>0.35701278429274236</c:v>
                </c:pt>
                <c:pt idx="22057">
                  <c:v>0.35712391857493725</c:v>
                </c:pt>
                <c:pt idx="22058">
                  <c:v>0.35714409860764124</c:v>
                </c:pt>
                <c:pt idx="22059">
                  <c:v>0.35725289248499631</c:v>
                </c:pt>
                <c:pt idx="22060">
                  <c:v>0.35726353315021786</c:v>
                </c:pt>
                <c:pt idx="22061">
                  <c:v>0.35734510763072613</c:v>
                </c:pt>
                <c:pt idx="22062">
                  <c:v>0.35735462585631328</c:v>
                </c:pt>
                <c:pt idx="22063">
                  <c:v>0.35737515326876851</c:v>
                </c:pt>
                <c:pt idx="22064">
                  <c:v>0.3573789034950528</c:v>
                </c:pt>
                <c:pt idx="22065">
                  <c:v>0.35739238678842056</c:v>
                </c:pt>
                <c:pt idx="22066">
                  <c:v>0.357400797127437</c:v>
                </c:pt>
                <c:pt idx="22067">
                  <c:v>0.35742184854047165</c:v>
                </c:pt>
                <c:pt idx="22068">
                  <c:v>0.35752654670493145</c:v>
                </c:pt>
                <c:pt idx="22069">
                  <c:v>0.35753968056218133</c:v>
                </c:pt>
                <c:pt idx="22070">
                  <c:v>0.35758025717419389</c:v>
                </c:pt>
                <c:pt idx="22071">
                  <c:v>0.35762294263577249</c:v>
                </c:pt>
                <c:pt idx="22072">
                  <c:v>0.35763698374098984</c:v>
                </c:pt>
                <c:pt idx="22073">
                  <c:v>0.35765401505479127</c:v>
                </c:pt>
                <c:pt idx="22074">
                  <c:v>0.35770431809038922</c:v>
                </c:pt>
                <c:pt idx="22075">
                  <c:v>0.35772515228199425</c:v>
                </c:pt>
                <c:pt idx="22076">
                  <c:v>0.35777410854280356</c:v>
                </c:pt>
                <c:pt idx="22077">
                  <c:v>0.35778133923546729</c:v>
                </c:pt>
                <c:pt idx="22078">
                  <c:v>0.35779058516559376</c:v>
                </c:pt>
                <c:pt idx="22079">
                  <c:v>0.35780875172882359</c:v>
                </c:pt>
                <c:pt idx="22080">
                  <c:v>0.35781416549022005</c:v>
                </c:pt>
                <c:pt idx="22081">
                  <c:v>0.35783979930894377</c:v>
                </c:pt>
                <c:pt idx="22082">
                  <c:v>0.35791695451521088</c:v>
                </c:pt>
                <c:pt idx="22083">
                  <c:v>0.3579177217483715</c:v>
                </c:pt>
                <c:pt idx="22084">
                  <c:v>0.35794776514910998</c:v>
                </c:pt>
                <c:pt idx="22085">
                  <c:v>0.35800585563553633</c:v>
                </c:pt>
                <c:pt idx="22086">
                  <c:v>0.35807800297729131</c:v>
                </c:pt>
                <c:pt idx="22087">
                  <c:v>0.35818740148764988</c:v>
                </c:pt>
                <c:pt idx="22088">
                  <c:v>0.35818945581504169</c:v>
                </c:pt>
                <c:pt idx="22089">
                  <c:v>0.35829367380105154</c:v>
                </c:pt>
                <c:pt idx="22090">
                  <c:v>0.35830175608193954</c:v>
                </c:pt>
                <c:pt idx="22091">
                  <c:v>0.35832103496195822</c:v>
                </c:pt>
                <c:pt idx="22092">
                  <c:v>0.35848172690259245</c:v>
                </c:pt>
                <c:pt idx="22093">
                  <c:v>0.3585163728350198</c:v>
                </c:pt>
                <c:pt idx="22094">
                  <c:v>0.3586007538561356</c:v>
                </c:pt>
                <c:pt idx="22095">
                  <c:v>0.35863765710052131</c:v>
                </c:pt>
                <c:pt idx="22096">
                  <c:v>0.35871669166937359</c:v>
                </c:pt>
                <c:pt idx="22097">
                  <c:v>0.35873390509476905</c:v>
                </c:pt>
                <c:pt idx="22098">
                  <c:v>0.35877038519933507</c:v>
                </c:pt>
                <c:pt idx="22099">
                  <c:v>0.35878278982986234</c:v>
                </c:pt>
                <c:pt idx="22100">
                  <c:v>0.3589789616037814</c:v>
                </c:pt>
                <c:pt idx="22101">
                  <c:v>0.35903813817635943</c:v>
                </c:pt>
                <c:pt idx="22102">
                  <c:v>0.35906914826188374</c:v>
                </c:pt>
                <c:pt idx="22103">
                  <c:v>0.35909632755270843</c:v>
                </c:pt>
                <c:pt idx="22104">
                  <c:v>0.35912466294357032</c:v>
                </c:pt>
                <c:pt idx="22105">
                  <c:v>0.35913974686734651</c:v>
                </c:pt>
                <c:pt idx="22106">
                  <c:v>0.35923548692001794</c:v>
                </c:pt>
                <c:pt idx="22107">
                  <c:v>0.35925694055632273</c:v>
                </c:pt>
                <c:pt idx="22108">
                  <c:v>0.35928981419171702</c:v>
                </c:pt>
                <c:pt idx="22109">
                  <c:v>0.35930291545281079</c:v>
                </c:pt>
                <c:pt idx="22110">
                  <c:v>0.35933319133509134</c:v>
                </c:pt>
                <c:pt idx="22111">
                  <c:v>0.35935612601358335</c:v>
                </c:pt>
                <c:pt idx="22112">
                  <c:v>0.35941920135774097</c:v>
                </c:pt>
                <c:pt idx="22113">
                  <c:v>0.35946887684842294</c:v>
                </c:pt>
                <c:pt idx="22114">
                  <c:v>0.35953197597553882</c:v>
                </c:pt>
                <c:pt idx="22115">
                  <c:v>0.35953752568473674</c:v>
                </c:pt>
                <c:pt idx="22116">
                  <c:v>0.35955089003624341</c:v>
                </c:pt>
                <c:pt idx="22117">
                  <c:v>0.35964151307152376</c:v>
                </c:pt>
                <c:pt idx="22118">
                  <c:v>0.35965236024493186</c:v>
                </c:pt>
                <c:pt idx="22119">
                  <c:v>0.35965731777419407</c:v>
                </c:pt>
                <c:pt idx="22120">
                  <c:v>0.3596943371776406</c:v>
                </c:pt>
                <c:pt idx="22121">
                  <c:v>0.35973669054472018</c:v>
                </c:pt>
                <c:pt idx="22122">
                  <c:v>0.35981667820206692</c:v>
                </c:pt>
                <c:pt idx="22123">
                  <c:v>0.35982153310795534</c:v>
                </c:pt>
                <c:pt idx="22124">
                  <c:v>0.35984857894842898</c:v>
                </c:pt>
                <c:pt idx="22125">
                  <c:v>0.35986871891696198</c:v>
                </c:pt>
                <c:pt idx="22126">
                  <c:v>0.35986948527693646</c:v>
                </c:pt>
                <c:pt idx="22127">
                  <c:v>0.35989434017785976</c:v>
                </c:pt>
                <c:pt idx="22128">
                  <c:v>0.35990057184758151</c:v>
                </c:pt>
                <c:pt idx="22129">
                  <c:v>0.35990857483559074</c:v>
                </c:pt>
                <c:pt idx="22130">
                  <c:v>0.35993549094203564</c:v>
                </c:pt>
                <c:pt idx="22131">
                  <c:v>0.35996026711979462</c:v>
                </c:pt>
                <c:pt idx="22132">
                  <c:v>0.35997023295588038</c:v>
                </c:pt>
                <c:pt idx="22133">
                  <c:v>0.360050684581945</c:v>
                </c:pt>
                <c:pt idx="22134">
                  <c:v>0.36006606903956689</c:v>
                </c:pt>
                <c:pt idx="22135">
                  <c:v>0.36008999957333776</c:v>
                </c:pt>
                <c:pt idx="22136">
                  <c:v>0.36009148057493651</c:v>
                </c:pt>
                <c:pt idx="22137">
                  <c:v>0.3602699174369916</c:v>
                </c:pt>
                <c:pt idx="22138">
                  <c:v>0.36028230915060044</c:v>
                </c:pt>
                <c:pt idx="22139">
                  <c:v>0.3604198992754879</c:v>
                </c:pt>
                <c:pt idx="22140">
                  <c:v>0.36055173103441834</c:v>
                </c:pt>
                <c:pt idx="22141">
                  <c:v>0.36058769473935981</c:v>
                </c:pt>
                <c:pt idx="22142">
                  <c:v>0.36058940124924443</c:v>
                </c:pt>
                <c:pt idx="22143">
                  <c:v>0.36067294860414012</c:v>
                </c:pt>
                <c:pt idx="22144">
                  <c:v>0.36073962777521473</c:v>
                </c:pt>
                <c:pt idx="22145">
                  <c:v>0.36074221550778635</c:v>
                </c:pt>
                <c:pt idx="22146">
                  <c:v>0.36074407144639226</c:v>
                </c:pt>
                <c:pt idx="22147">
                  <c:v>0.36075665632825255</c:v>
                </c:pt>
                <c:pt idx="22148">
                  <c:v>0.36080798252386198</c:v>
                </c:pt>
                <c:pt idx="22149">
                  <c:v>0.36083714079021223</c:v>
                </c:pt>
                <c:pt idx="22150">
                  <c:v>0.36086119580607695</c:v>
                </c:pt>
                <c:pt idx="22151">
                  <c:v>0.36087594568446629</c:v>
                </c:pt>
                <c:pt idx="22152">
                  <c:v>0.36099657217192943</c:v>
                </c:pt>
                <c:pt idx="22153">
                  <c:v>0.36101546894930864</c:v>
                </c:pt>
                <c:pt idx="22154">
                  <c:v>0.36102019417528586</c:v>
                </c:pt>
                <c:pt idx="22155">
                  <c:v>0.36102374783038876</c:v>
                </c:pt>
                <c:pt idx="22156">
                  <c:v>0.36103218948932081</c:v>
                </c:pt>
                <c:pt idx="22157">
                  <c:v>0.36104328181102791</c:v>
                </c:pt>
                <c:pt idx="22158">
                  <c:v>0.36107769948356183</c:v>
                </c:pt>
                <c:pt idx="22159">
                  <c:v>0.36115629405142258</c:v>
                </c:pt>
                <c:pt idx="22160">
                  <c:v>0.36123266468108078</c:v>
                </c:pt>
                <c:pt idx="22161">
                  <c:v>0.36132021265125136</c:v>
                </c:pt>
                <c:pt idx="22162">
                  <c:v>0.36136858566064223</c:v>
                </c:pt>
                <c:pt idx="22163">
                  <c:v>0.36138519933509633</c:v>
                </c:pt>
                <c:pt idx="22164">
                  <c:v>0.36144386493391734</c:v>
                </c:pt>
                <c:pt idx="22165">
                  <c:v>0.361450031346288</c:v>
                </c:pt>
                <c:pt idx="22166">
                  <c:v>0.36147775608116484</c:v>
                </c:pt>
                <c:pt idx="22167">
                  <c:v>0.36150669808014618</c:v>
                </c:pt>
                <c:pt idx="22168">
                  <c:v>0.36161244246932811</c:v>
                </c:pt>
                <c:pt idx="22169">
                  <c:v>0.36161656767457645</c:v>
                </c:pt>
                <c:pt idx="22170">
                  <c:v>0.36166782428591654</c:v>
                </c:pt>
                <c:pt idx="22171">
                  <c:v>0.36176298085790631</c:v>
                </c:pt>
                <c:pt idx="22172">
                  <c:v>0.36181356980905005</c:v>
                </c:pt>
                <c:pt idx="22173">
                  <c:v>0.36183889318867229</c:v>
                </c:pt>
                <c:pt idx="22174">
                  <c:v>0.36184223876747401</c:v>
                </c:pt>
                <c:pt idx="22175">
                  <c:v>0.36185179432838399</c:v>
                </c:pt>
                <c:pt idx="22176">
                  <c:v>0.36186850305755575</c:v>
                </c:pt>
                <c:pt idx="22177">
                  <c:v>0.36187063548191839</c:v>
                </c:pt>
                <c:pt idx="22178">
                  <c:v>0.36190620947566332</c:v>
                </c:pt>
                <c:pt idx="22179">
                  <c:v>0.3619088486215139</c:v>
                </c:pt>
                <c:pt idx="22180">
                  <c:v>0.36192597561690742</c:v>
                </c:pt>
                <c:pt idx="22181">
                  <c:v>0.36210045781930916</c:v>
                </c:pt>
                <c:pt idx="22182">
                  <c:v>0.36213865422813935</c:v>
                </c:pt>
                <c:pt idx="22183">
                  <c:v>0.36217790375056635</c:v>
                </c:pt>
                <c:pt idx="22184">
                  <c:v>0.36218993714178399</c:v>
                </c:pt>
                <c:pt idx="22185">
                  <c:v>0.36225871121971798</c:v>
                </c:pt>
                <c:pt idx="22186">
                  <c:v>0.3623364075935499</c:v>
                </c:pt>
                <c:pt idx="22187">
                  <c:v>0.36239190899613521</c:v>
                </c:pt>
                <c:pt idx="22188">
                  <c:v>0.36242155509758672</c:v>
                </c:pt>
                <c:pt idx="22189">
                  <c:v>0.36245398638358417</c:v>
                </c:pt>
                <c:pt idx="22190">
                  <c:v>0.36249235574866456</c:v>
                </c:pt>
                <c:pt idx="22191">
                  <c:v>0.362493930877062</c:v>
                </c:pt>
                <c:pt idx="22192">
                  <c:v>0.36250220068993644</c:v>
                </c:pt>
                <c:pt idx="22193">
                  <c:v>0.36262628694924215</c:v>
                </c:pt>
                <c:pt idx="22194">
                  <c:v>0.36265864514587792</c:v>
                </c:pt>
                <c:pt idx="22195">
                  <c:v>0.36271897335933101</c:v>
                </c:pt>
                <c:pt idx="22196">
                  <c:v>0.36282559499005734</c:v>
                </c:pt>
                <c:pt idx="22197">
                  <c:v>0.36285086220414259</c:v>
                </c:pt>
                <c:pt idx="22198">
                  <c:v>0.36288103388068804</c:v>
                </c:pt>
                <c:pt idx="22199">
                  <c:v>0.36290427984307194</c:v>
                </c:pt>
                <c:pt idx="22200">
                  <c:v>0.36291315943775798</c:v>
                </c:pt>
                <c:pt idx="22201">
                  <c:v>0.36294345858590088</c:v>
                </c:pt>
                <c:pt idx="22202">
                  <c:v>0.36295228012697606</c:v>
                </c:pt>
                <c:pt idx="22203">
                  <c:v>0.36297533402557669</c:v>
                </c:pt>
                <c:pt idx="22204">
                  <c:v>0.36305169677182048</c:v>
                </c:pt>
                <c:pt idx="22205">
                  <c:v>0.36309939749371734</c:v>
                </c:pt>
                <c:pt idx="22206">
                  <c:v>0.36329972297652458</c:v>
                </c:pt>
                <c:pt idx="22207">
                  <c:v>0.36334419857191635</c:v>
                </c:pt>
                <c:pt idx="22208">
                  <c:v>0.3634450661340744</c:v>
                </c:pt>
                <c:pt idx="22209">
                  <c:v>0.36344905312787523</c:v>
                </c:pt>
                <c:pt idx="22210">
                  <c:v>0.36346029227315418</c:v>
                </c:pt>
                <c:pt idx="22211">
                  <c:v>0.36348237782324638</c:v>
                </c:pt>
                <c:pt idx="22212">
                  <c:v>0.36348489866245831</c:v>
                </c:pt>
                <c:pt idx="22213">
                  <c:v>0.36349953305097032</c:v>
                </c:pt>
                <c:pt idx="22214">
                  <c:v>0.36357606189835406</c:v>
                </c:pt>
                <c:pt idx="22215">
                  <c:v>0.36358324125379082</c:v>
                </c:pt>
                <c:pt idx="22216">
                  <c:v>0.36359716921023444</c:v>
                </c:pt>
                <c:pt idx="22217">
                  <c:v>0.36363343143323873</c:v>
                </c:pt>
                <c:pt idx="22218">
                  <c:v>0.36367974526075214</c:v>
                </c:pt>
                <c:pt idx="22219">
                  <c:v>0.36376632155159738</c:v>
                </c:pt>
                <c:pt idx="22220">
                  <c:v>0.36383928531372639</c:v>
                </c:pt>
                <c:pt idx="22221">
                  <c:v>0.36391647238702607</c:v>
                </c:pt>
                <c:pt idx="22222">
                  <c:v>0.36392887484514569</c:v>
                </c:pt>
                <c:pt idx="22223">
                  <c:v>0.36394713014205943</c:v>
                </c:pt>
                <c:pt idx="22224">
                  <c:v>0.36400207538323065</c:v>
                </c:pt>
                <c:pt idx="22225">
                  <c:v>0.36402261774323691</c:v>
                </c:pt>
                <c:pt idx="22226">
                  <c:v>0.36411893395734657</c:v>
                </c:pt>
                <c:pt idx="22227">
                  <c:v>0.36416644039349572</c:v>
                </c:pt>
                <c:pt idx="22228">
                  <c:v>0.36423867729337089</c:v>
                </c:pt>
                <c:pt idx="22229">
                  <c:v>0.36430794837387415</c:v>
                </c:pt>
                <c:pt idx="22230">
                  <c:v>0.36435121980883384</c:v>
                </c:pt>
                <c:pt idx="22231">
                  <c:v>0.36435796086791439</c:v>
                </c:pt>
                <c:pt idx="22232">
                  <c:v>0.36437113145424715</c:v>
                </c:pt>
                <c:pt idx="22233">
                  <c:v>0.36441214014621787</c:v>
                </c:pt>
                <c:pt idx="22234">
                  <c:v>0.36447553318479592</c:v>
                </c:pt>
                <c:pt idx="22235">
                  <c:v>0.36447973124676469</c:v>
                </c:pt>
                <c:pt idx="22236">
                  <c:v>0.36453423356355846</c:v>
                </c:pt>
                <c:pt idx="22237">
                  <c:v>0.36458560508919202</c:v>
                </c:pt>
                <c:pt idx="22238">
                  <c:v>0.36472880035451194</c:v>
                </c:pt>
                <c:pt idx="22239">
                  <c:v>0.36473304880730073</c:v>
                </c:pt>
                <c:pt idx="22240">
                  <c:v>0.36480233440153137</c:v>
                </c:pt>
                <c:pt idx="22241">
                  <c:v>0.36488650418063889</c:v>
                </c:pt>
                <c:pt idx="22242">
                  <c:v>0.36489197202410434</c:v>
                </c:pt>
                <c:pt idx="22243">
                  <c:v>0.36491681036810686</c:v>
                </c:pt>
                <c:pt idx="22244">
                  <c:v>0.36507577250484896</c:v>
                </c:pt>
                <c:pt idx="22245">
                  <c:v>0.36510062150694722</c:v>
                </c:pt>
                <c:pt idx="22246">
                  <c:v>0.36513377527459812</c:v>
                </c:pt>
                <c:pt idx="22247">
                  <c:v>0.365165851361894</c:v>
                </c:pt>
                <c:pt idx="22248">
                  <c:v>0.36517625296532291</c:v>
                </c:pt>
                <c:pt idx="22249">
                  <c:v>0.3652262420589657</c:v>
                </c:pt>
                <c:pt idx="22250">
                  <c:v>0.3652991667683313</c:v>
                </c:pt>
                <c:pt idx="22251">
                  <c:v>0.36531983121752348</c:v>
                </c:pt>
                <c:pt idx="22252">
                  <c:v>0.36535059381406021</c:v>
                </c:pt>
                <c:pt idx="22253">
                  <c:v>0.36535503275980752</c:v>
                </c:pt>
                <c:pt idx="22254">
                  <c:v>0.36537674619514676</c:v>
                </c:pt>
                <c:pt idx="22255">
                  <c:v>0.36541867611607459</c:v>
                </c:pt>
                <c:pt idx="22256">
                  <c:v>0.36546731993250675</c:v>
                </c:pt>
                <c:pt idx="22257">
                  <c:v>0.36550312644941546</c:v>
                </c:pt>
                <c:pt idx="22258">
                  <c:v>0.36557626100239793</c:v>
                </c:pt>
                <c:pt idx="22259">
                  <c:v>0.3657334846193665</c:v>
                </c:pt>
                <c:pt idx="22260">
                  <c:v>0.36578396818827397</c:v>
                </c:pt>
                <c:pt idx="22261">
                  <c:v>0.36578675263772453</c:v>
                </c:pt>
                <c:pt idx="22262">
                  <c:v>0.3657941401820673</c:v>
                </c:pt>
                <c:pt idx="22263">
                  <c:v>0.36595483699264869</c:v>
                </c:pt>
                <c:pt idx="22264">
                  <c:v>0.36598289204961304</c:v>
                </c:pt>
                <c:pt idx="22265">
                  <c:v>0.36604608857871079</c:v>
                </c:pt>
                <c:pt idx="22266">
                  <c:v>0.36605845418659366</c:v>
                </c:pt>
                <c:pt idx="22267">
                  <c:v>0.36605966752433344</c:v>
                </c:pt>
                <c:pt idx="22268">
                  <c:v>0.36611639603616597</c:v>
                </c:pt>
                <c:pt idx="22269">
                  <c:v>0.36613254233867498</c:v>
                </c:pt>
                <c:pt idx="22270">
                  <c:v>0.36613784355339773</c:v>
                </c:pt>
                <c:pt idx="22271">
                  <c:v>0.3661601580552577</c:v>
                </c:pt>
                <c:pt idx="22272">
                  <c:v>0.36620725220563166</c:v>
                </c:pt>
                <c:pt idx="22273">
                  <c:v>0.36620914914620867</c:v>
                </c:pt>
                <c:pt idx="22274">
                  <c:v>0.36626345122431647</c:v>
                </c:pt>
                <c:pt idx="22275">
                  <c:v>0.3663038347448247</c:v>
                </c:pt>
                <c:pt idx="22276">
                  <c:v>0.36632386391230298</c:v>
                </c:pt>
                <c:pt idx="22277">
                  <c:v>0.36643744616255741</c:v>
                </c:pt>
                <c:pt idx="22278">
                  <c:v>0.36645483272484652</c:v>
                </c:pt>
                <c:pt idx="22279">
                  <c:v>0.36645520249424546</c:v>
                </c:pt>
                <c:pt idx="22280">
                  <c:v>0.36651826465007675</c:v>
                </c:pt>
                <c:pt idx="22281">
                  <c:v>0.36653699670827244</c:v>
                </c:pt>
                <c:pt idx="22282">
                  <c:v>0.36654901128575573</c:v>
                </c:pt>
                <c:pt idx="22283">
                  <c:v>0.3665735746938697</c:v>
                </c:pt>
                <c:pt idx="22284">
                  <c:v>0.36672877226103062</c:v>
                </c:pt>
                <c:pt idx="22285">
                  <c:v>0.36674525935225011</c:v>
                </c:pt>
                <c:pt idx="22286">
                  <c:v>0.36676458791406641</c:v>
                </c:pt>
                <c:pt idx="22287">
                  <c:v>0.36676984716585337</c:v>
                </c:pt>
                <c:pt idx="22288">
                  <c:v>0.366808728749906</c:v>
                </c:pt>
                <c:pt idx="22289">
                  <c:v>0.36683808751254138</c:v>
                </c:pt>
                <c:pt idx="22290">
                  <c:v>0.36684655713678516</c:v>
                </c:pt>
                <c:pt idx="22291">
                  <c:v>0.36693656731682478</c:v>
                </c:pt>
                <c:pt idx="22292">
                  <c:v>0.36694483932624056</c:v>
                </c:pt>
                <c:pt idx="22293">
                  <c:v>0.36698875036708123</c:v>
                </c:pt>
                <c:pt idx="22294">
                  <c:v>0.36700065191377956</c:v>
                </c:pt>
                <c:pt idx="22295">
                  <c:v>0.36715038047522897</c:v>
                </c:pt>
                <c:pt idx="22296">
                  <c:v>0.36722581015215522</c:v>
                </c:pt>
                <c:pt idx="22297">
                  <c:v>0.367227947845226</c:v>
                </c:pt>
                <c:pt idx="22298">
                  <c:v>0.36725026287885615</c:v>
                </c:pt>
                <c:pt idx="22299">
                  <c:v>0.36726789554805478</c:v>
                </c:pt>
                <c:pt idx="22300">
                  <c:v>0.36736890048902443</c:v>
                </c:pt>
                <c:pt idx="22301">
                  <c:v>0.36738041515060471</c:v>
                </c:pt>
                <c:pt idx="22302">
                  <c:v>0.36738490502024257</c:v>
                </c:pt>
                <c:pt idx="22303">
                  <c:v>0.36744515726988469</c:v>
                </c:pt>
                <c:pt idx="22304">
                  <c:v>0.36746026422771921</c:v>
                </c:pt>
                <c:pt idx="22305">
                  <c:v>0.36750429521182826</c:v>
                </c:pt>
                <c:pt idx="22306">
                  <c:v>0.36751284126520734</c:v>
                </c:pt>
                <c:pt idx="22307">
                  <c:v>0.36753039804122928</c:v>
                </c:pt>
                <c:pt idx="22308">
                  <c:v>0.36753378956679544</c:v>
                </c:pt>
                <c:pt idx="22309">
                  <c:v>0.36754594813066038</c:v>
                </c:pt>
                <c:pt idx="22310">
                  <c:v>0.36757213497359026</c:v>
                </c:pt>
                <c:pt idx="22311">
                  <c:v>0.36768993709401265</c:v>
                </c:pt>
                <c:pt idx="22312">
                  <c:v>0.36772466002446919</c:v>
                </c:pt>
                <c:pt idx="22313">
                  <c:v>0.36775344782242669</c:v>
                </c:pt>
                <c:pt idx="22314">
                  <c:v>0.36777780741523103</c:v>
                </c:pt>
                <c:pt idx="22315">
                  <c:v>0.36781936632326195</c:v>
                </c:pt>
                <c:pt idx="22316">
                  <c:v>0.36787886458680591</c:v>
                </c:pt>
                <c:pt idx="22317">
                  <c:v>0.36790070852820367</c:v>
                </c:pt>
                <c:pt idx="22318">
                  <c:v>0.36790567840957866</c:v>
                </c:pt>
                <c:pt idx="22319">
                  <c:v>0.3680015796648502</c:v>
                </c:pt>
                <c:pt idx="22320">
                  <c:v>0.36811248088159071</c:v>
                </c:pt>
                <c:pt idx="22321">
                  <c:v>0.36813168741522223</c:v>
                </c:pt>
                <c:pt idx="22322">
                  <c:v>0.36814316294662025</c:v>
                </c:pt>
                <c:pt idx="22323">
                  <c:v>0.36815536288991446</c:v>
                </c:pt>
                <c:pt idx="22324">
                  <c:v>0.36816695165866598</c:v>
                </c:pt>
                <c:pt idx="22325">
                  <c:v>0.36817589344295681</c:v>
                </c:pt>
                <c:pt idx="22326">
                  <c:v>0.36823218538722663</c:v>
                </c:pt>
                <c:pt idx="22327">
                  <c:v>0.3682515101454345</c:v>
                </c:pt>
                <c:pt idx="22328">
                  <c:v>0.36829043534148836</c:v>
                </c:pt>
                <c:pt idx="22329">
                  <c:v>0.36829924552342919</c:v>
                </c:pt>
                <c:pt idx="22330">
                  <c:v>0.36835862492531718</c:v>
                </c:pt>
                <c:pt idx="22331">
                  <c:v>0.36837582266125357</c:v>
                </c:pt>
                <c:pt idx="22332">
                  <c:v>0.36844843502479702</c:v>
                </c:pt>
                <c:pt idx="22333">
                  <c:v>0.36847231015575937</c:v>
                </c:pt>
                <c:pt idx="22334">
                  <c:v>0.36847962473340656</c:v>
                </c:pt>
                <c:pt idx="22335">
                  <c:v>0.36848966761679203</c:v>
                </c:pt>
                <c:pt idx="22336">
                  <c:v>0.36851160953793483</c:v>
                </c:pt>
                <c:pt idx="22337">
                  <c:v>0.36854981472888132</c:v>
                </c:pt>
                <c:pt idx="22338">
                  <c:v>0.36860701191763418</c:v>
                </c:pt>
                <c:pt idx="22339">
                  <c:v>0.36863748756156772</c:v>
                </c:pt>
                <c:pt idx="22340">
                  <c:v>0.36869797101844015</c:v>
                </c:pt>
                <c:pt idx="22341">
                  <c:v>0.36873650654339796</c:v>
                </c:pt>
                <c:pt idx="22342">
                  <c:v>0.36876711588169753</c:v>
                </c:pt>
                <c:pt idx="22343">
                  <c:v>0.36885098348730455</c:v>
                </c:pt>
                <c:pt idx="22344">
                  <c:v>0.36889532543149695</c:v>
                </c:pt>
                <c:pt idx="22345">
                  <c:v>0.36894949643009206</c:v>
                </c:pt>
                <c:pt idx="22346">
                  <c:v>0.36895625959001588</c:v>
                </c:pt>
                <c:pt idx="22347">
                  <c:v>0.36896936658497131</c:v>
                </c:pt>
                <c:pt idx="22348">
                  <c:v>0.36901428736280406</c:v>
                </c:pt>
                <c:pt idx="22349">
                  <c:v>0.36914486345242986</c:v>
                </c:pt>
                <c:pt idx="22350">
                  <c:v>0.36916937226482771</c:v>
                </c:pt>
                <c:pt idx="22351">
                  <c:v>0.36921060479755852</c:v>
                </c:pt>
                <c:pt idx="22352">
                  <c:v>0.36923790080473068</c:v>
                </c:pt>
                <c:pt idx="22353">
                  <c:v>0.36925855208023312</c:v>
                </c:pt>
                <c:pt idx="22354">
                  <c:v>0.36938094412307049</c:v>
                </c:pt>
                <c:pt idx="22355">
                  <c:v>0.36943202987975976</c:v>
                </c:pt>
                <c:pt idx="22356">
                  <c:v>0.36944833648941822</c:v>
                </c:pt>
                <c:pt idx="22357">
                  <c:v>0.36947584234125691</c:v>
                </c:pt>
                <c:pt idx="22358">
                  <c:v>0.36956617648790063</c:v>
                </c:pt>
                <c:pt idx="22359">
                  <c:v>0.36959375444419251</c:v>
                </c:pt>
                <c:pt idx="22360">
                  <c:v>0.3696087305663554</c:v>
                </c:pt>
                <c:pt idx="22361">
                  <c:v>0.36967178028025449</c:v>
                </c:pt>
                <c:pt idx="22362">
                  <c:v>0.36969742949188927</c:v>
                </c:pt>
                <c:pt idx="22363">
                  <c:v>0.3696978476412468</c:v>
                </c:pt>
                <c:pt idx="22364">
                  <c:v>0.36977200712869907</c:v>
                </c:pt>
                <c:pt idx="22365">
                  <c:v>0.36977928032176022</c:v>
                </c:pt>
                <c:pt idx="22366">
                  <c:v>0.3698406993932446</c:v>
                </c:pt>
                <c:pt idx="22367">
                  <c:v>0.36984463718798005</c:v>
                </c:pt>
                <c:pt idx="22368">
                  <c:v>0.36985592028023706</c:v>
                </c:pt>
                <c:pt idx="22369">
                  <c:v>0.36993330433831911</c:v>
                </c:pt>
                <c:pt idx="22370">
                  <c:v>0.37009246703791676</c:v>
                </c:pt>
                <c:pt idx="22371">
                  <c:v>0.37026498125828589</c:v>
                </c:pt>
                <c:pt idx="22372">
                  <c:v>0.37033384645438888</c:v>
                </c:pt>
                <c:pt idx="22373">
                  <c:v>0.37039402279105887</c:v>
                </c:pt>
                <c:pt idx="22374">
                  <c:v>0.37041000533788415</c:v>
                </c:pt>
                <c:pt idx="22375">
                  <c:v>0.37046126461789081</c:v>
                </c:pt>
                <c:pt idx="22376">
                  <c:v>0.37046675445053739</c:v>
                </c:pt>
                <c:pt idx="22377">
                  <c:v>0.37049684895076107</c:v>
                </c:pt>
                <c:pt idx="22378">
                  <c:v>0.37051068966646961</c:v>
                </c:pt>
                <c:pt idx="22379">
                  <c:v>0.37059946620747053</c:v>
                </c:pt>
                <c:pt idx="22380">
                  <c:v>0.37062791571774567</c:v>
                </c:pt>
                <c:pt idx="22381">
                  <c:v>0.37068848769544388</c:v>
                </c:pt>
                <c:pt idx="22382">
                  <c:v>0.37070131920998445</c:v>
                </c:pt>
                <c:pt idx="22383">
                  <c:v>0.37070578594428188</c:v>
                </c:pt>
                <c:pt idx="22384">
                  <c:v>0.37079378661893581</c:v>
                </c:pt>
                <c:pt idx="22385">
                  <c:v>0.3708173108002582</c:v>
                </c:pt>
                <c:pt idx="22386">
                  <c:v>0.37083226436224959</c:v>
                </c:pt>
                <c:pt idx="22387">
                  <c:v>0.37085334106009432</c:v>
                </c:pt>
                <c:pt idx="22388">
                  <c:v>0.37088210277229761</c:v>
                </c:pt>
                <c:pt idx="22389">
                  <c:v>0.3708890688052417</c:v>
                </c:pt>
                <c:pt idx="22390">
                  <c:v>0.37091581464085144</c:v>
                </c:pt>
                <c:pt idx="22391">
                  <c:v>0.3709371048563288</c:v>
                </c:pt>
                <c:pt idx="22392">
                  <c:v>0.37094540102048335</c:v>
                </c:pt>
                <c:pt idx="22393">
                  <c:v>0.37100351543659871</c:v>
                </c:pt>
                <c:pt idx="22394">
                  <c:v>0.37103835694698367</c:v>
                </c:pt>
                <c:pt idx="22395">
                  <c:v>0.37103876541110842</c:v>
                </c:pt>
                <c:pt idx="22396">
                  <c:v>0.37105448287385512</c:v>
                </c:pt>
                <c:pt idx="22397">
                  <c:v>0.37112213763341428</c:v>
                </c:pt>
                <c:pt idx="22398">
                  <c:v>0.37116915233499576</c:v>
                </c:pt>
                <c:pt idx="22399">
                  <c:v>0.37121669022644183</c:v>
                </c:pt>
                <c:pt idx="22400">
                  <c:v>0.37124707182356881</c:v>
                </c:pt>
                <c:pt idx="22401">
                  <c:v>0.37129357290157622</c:v>
                </c:pt>
                <c:pt idx="22402">
                  <c:v>0.37130523763522133</c:v>
                </c:pt>
                <c:pt idx="22403">
                  <c:v>0.37133161467375891</c:v>
                </c:pt>
                <c:pt idx="22404">
                  <c:v>0.37134309423349116</c:v>
                </c:pt>
                <c:pt idx="22405">
                  <c:v>0.37143341092856447</c:v>
                </c:pt>
                <c:pt idx="22406">
                  <c:v>0.3714708425257473</c:v>
                </c:pt>
                <c:pt idx="22407">
                  <c:v>0.37147936591811609</c:v>
                </c:pt>
                <c:pt idx="22408">
                  <c:v>0.37148185610335099</c:v>
                </c:pt>
                <c:pt idx="22409">
                  <c:v>0.37148920775553329</c:v>
                </c:pt>
                <c:pt idx="22410">
                  <c:v>0.37148959050197178</c:v>
                </c:pt>
                <c:pt idx="22411">
                  <c:v>0.37151114218040182</c:v>
                </c:pt>
                <c:pt idx="22412">
                  <c:v>0.37163741976906328</c:v>
                </c:pt>
                <c:pt idx="22413">
                  <c:v>0.37169397541703264</c:v>
                </c:pt>
                <c:pt idx="22414">
                  <c:v>0.3717185308463859</c:v>
                </c:pt>
                <c:pt idx="22415">
                  <c:v>0.37172418540108237</c:v>
                </c:pt>
                <c:pt idx="22416">
                  <c:v>0.37172530251826524</c:v>
                </c:pt>
                <c:pt idx="22417">
                  <c:v>0.37178383174497048</c:v>
                </c:pt>
                <c:pt idx="22418">
                  <c:v>0.37189959039770309</c:v>
                </c:pt>
                <c:pt idx="22419">
                  <c:v>0.37194648866025276</c:v>
                </c:pt>
                <c:pt idx="22420">
                  <c:v>0.37204819951904622</c:v>
                </c:pt>
                <c:pt idx="22421">
                  <c:v>0.37205477312212515</c:v>
                </c:pt>
                <c:pt idx="22422">
                  <c:v>0.37220291030831859</c:v>
                </c:pt>
                <c:pt idx="22423">
                  <c:v>0.37223785526407099</c:v>
                </c:pt>
                <c:pt idx="22424">
                  <c:v>0.37229542494713158</c:v>
                </c:pt>
                <c:pt idx="22425">
                  <c:v>0.37231595052176197</c:v>
                </c:pt>
                <c:pt idx="22426">
                  <c:v>0.37233011639972108</c:v>
                </c:pt>
                <c:pt idx="22427">
                  <c:v>0.37242629681334144</c:v>
                </c:pt>
                <c:pt idx="22428">
                  <c:v>0.37245638605320269</c:v>
                </c:pt>
                <c:pt idx="22429">
                  <c:v>0.37248486759838151</c:v>
                </c:pt>
                <c:pt idx="22430">
                  <c:v>0.37249857691575999</c:v>
                </c:pt>
                <c:pt idx="22431">
                  <c:v>0.37249999352661839</c:v>
                </c:pt>
                <c:pt idx="22432">
                  <c:v>0.37255464020122486</c:v>
                </c:pt>
                <c:pt idx="22433">
                  <c:v>0.37256234792719678</c:v>
                </c:pt>
                <c:pt idx="22434">
                  <c:v>0.37257302286437105</c:v>
                </c:pt>
                <c:pt idx="22435">
                  <c:v>0.37259585345151947</c:v>
                </c:pt>
                <c:pt idx="22436">
                  <c:v>0.37261818941922142</c:v>
                </c:pt>
                <c:pt idx="22437">
                  <c:v>0.3729614578185475</c:v>
                </c:pt>
                <c:pt idx="22438">
                  <c:v>0.37303117964328364</c:v>
                </c:pt>
                <c:pt idx="22439">
                  <c:v>0.37304748275991995</c:v>
                </c:pt>
                <c:pt idx="22440">
                  <c:v>0.37307054812734969</c:v>
                </c:pt>
                <c:pt idx="22441">
                  <c:v>0.37311117812161676</c:v>
                </c:pt>
                <c:pt idx="22442">
                  <c:v>0.37323907279229518</c:v>
                </c:pt>
                <c:pt idx="22443">
                  <c:v>0.37324310174894526</c:v>
                </c:pt>
                <c:pt idx="22444">
                  <c:v>0.37329529997407718</c:v>
                </c:pt>
                <c:pt idx="22445">
                  <c:v>0.37337828493447572</c:v>
                </c:pt>
                <c:pt idx="22446">
                  <c:v>0.37341682761228417</c:v>
                </c:pt>
                <c:pt idx="22447">
                  <c:v>0.37343972816426491</c:v>
                </c:pt>
                <c:pt idx="22448">
                  <c:v>0.37348678350619002</c:v>
                </c:pt>
                <c:pt idx="22449">
                  <c:v>0.37352008198228914</c:v>
                </c:pt>
                <c:pt idx="22450">
                  <c:v>0.37352055161362951</c:v>
                </c:pt>
                <c:pt idx="22451">
                  <c:v>0.37356648313045415</c:v>
                </c:pt>
                <c:pt idx="22452">
                  <c:v>0.37357406168794316</c:v>
                </c:pt>
                <c:pt idx="22453">
                  <c:v>0.37384940067517941</c:v>
                </c:pt>
                <c:pt idx="22454">
                  <c:v>0.37389848702325035</c:v>
                </c:pt>
                <c:pt idx="22455">
                  <c:v>0.37392043832020161</c:v>
                </c:pt>
                <c:pt idx="22456">
                  <c:v>0.37392515400865389</c:v>
                </c:pt>
                <c:pt idx="22457">
                  <c:v>0.37394513465497436</c:v>
                </c:pt>
                <c:pt idx="22458">
                  <c:v>0.37397932109703325</c:v>
                </c:pt>
                <c:pt idx="22459">
                  <c:v>0.37398963441243721</c:v>
                </c:pt>
                <c:pt idx="22460">
                  <c:v>0.37403021836628514</c:v>
                </c:pt>
                <c:pt idx="22461">
                  <c:v>0.37407595467236687</c:v>
                </c:pt>
                <c:pt idx="22462">
                  <c:v>0.37407726777117167</c:v>
                </c:pt>
                <c:pt idx="22463">
                  <c:v>0.3741813988315098</c:v>
                </c:pt>
                <c:pt idx="22464">
                  <c:v>0.3741975273435329</c:v>
                </c:pt>
                <c:pt idx="22465">
                  <c:v>0.37420823962691602</c:v>
                </c:pt>
                <c:pt idx="22466">
                  <c:v>0.37423290654527941</c:v>
                </c:pt>
                <c:pt idx="22467">
                  <c:v>0.37427252600115696</c:v>
                </c:pt>
                <c:pt idx="22468">
                  <c:v>0.37430934961531792</c:v>
                </c:pt>
                <c:pt idx="22469">
                  <c:v>0.37443869643871641</c:v>
                </c:pt>
                <c:pt idx="22470">
                  <c:v>0.37445958949225056</c:v>
                </c:pt>
                <c:pt idx="22471">
                  <c:v>0.37448719360646376</c:v>
                </c:pt>
                <c:pt idx="22472">
                  <c:v>0.37449326585054549</c:v>
                </c:pt>
                <c:pt idx="22473">
                  <c:v>0.37450335006542357</c:v>
                </c:pt>
                <c:pt idx="22474">
                  <c:v>0.37451050978834827</c:v>
                </c:pt>
                <c:pt idx="22475">
                  <c:v>0.37451762608194866</c:v>
                </c:pt>
                <c:pt idx="22476">
                  <c:v>0.37459795050498801</c:v>
                </c:pt>
                <c:pt idx="22477">
                  <c:v>0.37462021281409402</c:v>
                </c:pt>
                <c:pt idx="22478">
                  <c:v>0.37463424173833348</c:v>
                </c:pt>
                <c:pt idx="22479">
                  <c:v>0.37464822175722218</c:v>
                </c:pt>
                <c:pt idx="22480">
                  <c:v>0.37466607846265598</c:v>
                </c:pt>
                <c:pt idx="22481">
                  <c:v>0.37480620235127748</c:v>
                </c:pt>
                <c:pt idx="22482">
                  <c:v>0.37483743293307642</c:v>
                </c:pt>
                <c:pt idx="22483">
                  <c:v>0.37487022838373213</c:v>
                </c:pt>
                <c:pt idx="22484">
                  <c:v>0.37490126729084405</c:v>
                </c:pt>
                <c:pt idx="22485">
                  <c:v>0.37490465856577815</c:v>
                </c:pt>
                <c:pt idx="22486">
                  <c:v>0.37496467766018121</c:v>
                </c:pt>
                <c:pt idx="22487">
                  <c:v>0.37502053223946813</c:v>
                </c:pt>
                <c:pt idx="22488">
                  <c:v>0.37507574856004189</c:v>
                </c:pt>
                <c:pt idx="22489">
                  <c:v>0.37510714077272134</c:v>
                </c:pt>
                <c:pt idx="22490">
                  <c:v>0.37513867016309499</c:v>
                </c:pt>
                <c:pt idx="22491">
                  <c:v>0.37515686628192635</c:v>
                </c:pt>
                <c:pt idx="22492">
                  <c:v>0.37519845127701046</c:v>
                </c:pt>
                <c:pt idx="22493">
                  <c:v>0.37523287285306861</c:v>
                </c:pt>
                <c:pt idx="22494">
                  <c:v>0.37529668486588263</c:v>
                </c:pt>
                <c:pt idx="22495">
                  <c:v>0.37536685356426414</c:v>
                </c:pt>
                <c:pt idx="22496">
                  <c:v>0.37546566562700362</c:v>
                </c:pt>
                <c:pt idx="22497">
                  <c:v>0.37551291233137274</c:v>
                </c:pt>
                <c:pt idx="22498">
                  <c:v>0.3755792817307842</c:v>
                </c:pt>
                <c:pt idx="22499">
                  <c:v>0.37559788040884395</c:v>
                </c:pt>
                <c:pt idx="22500">
                  <c:v>0.37561746836415838</c:v>
                </c:pt>
                <c:pt idx="22501">
                  <c:v>0.37567479526493758</c:v>
                </c:pt>
                <c:pt idx="22502">
                  <c:v>0.37567987918134976</c:v>
                </c:pt>
                <c:pt idx="22503">
                  <c:v>0.37573305703061477</c:v>
                </c:pt>
                <c:pt idx="22504">
                  <c:v>0.37578756078133979</c:v>
                </c:pt>
                <c:pt idx="22505">
                  <c:v>0.37582479927879142</c:v>
                </c:pt>
                <c:pt idx="22506">
                  <c:v>0.37589012471358613</c:v>
                </c:pt>
                <c:pt idx="22507">
                  <c:v>0.37600224265170079</c:v>
                </c:pt>
                <c:pt idx="22508">
                  <c:v>0.37600454191610155</c:v>
                </c:pt>
                <c:pt idx="22509">
                  <c:v>0.37602409199883113</c:v>
                </c:pt>
                <c:pt idx="22510">
                  <c:v>0.37602727276071646</c:v>
                </c:pt>
                <c:pt idx="22511">
                  <c:v>0.37608425887362606</c:v>
                </c:pt>
                <c:pt idx="22512">
                  <c:v>0.37608585406137918</c:v>
                </c:pt>
                <c:pt idx="22513">
                  <c:v>0.37611351884530519</c:v>
                </c:pt>
                <c:pt idx="22514">
                  <c:v>0.37612837039141872</c:v>
                </c:pt>
                <c:pt idx="22515">
                  <c:v>0.37613227936854116</c:v>
                </c:pt>
                <c:pt idx="22516">
                  <c:v>0.37618217568977758</c:v>
                </c:pt>
                <c:pt idx="22517">
                  <c:v>0.3762474768321124</c:v>
                </c:pt>
                <c:pt idx="22518">
                  <c:v>0.37628630333142732</c:v>
                </c:pt>
                <c:pt idx="22519">
                  <c:v>0.37629588752783893</c:v>
                </c:pt>
                <c:pt idx="22520">
                  <c:v>0.37632616292324622</c:v>
                </c:pt>
                <c:pt idx="22521">
                  <c:v>0.37643161655265872</c:v>
                </c:pt>
                <c:pt idx="22522">
                  <c:v>0.37657829823822092</c:v>
                </c:pt>
                <c:pt idx="22523">
                  <c:v>0.37668171058975231</c:v>
                </c:pt>
                <c:pt idx="22524">
                  <c:v>0.37671320124609869</c:v>
                </c:pt>
                <c:pt idx="22525">
                  <c:v>0.37674126066475072</c:v>
                </c:pt>
                <c:pt idx="22526">
                  <c:v>0.37675420627320272</c:v>
                </c:pt>
                <c:pt idx="22527">
                  <c:v>0.37675875909821865</c:v>
                </c:pt>
                <c:pt idx="22528">
                  <c:v>0.37685688490943819</c:v>
                </c:pt>
                <c:pt idx="22529">
                  <c:v>0.37686334474825472</c:v>
                </c:pt>
                <c:pt idx="22530">
                  <c:v>0.37687730033700656</c:v>
                </c:pt>
                <c:pt idx="22531">
                  <c:v>0.37698222028728384</c:v>
                </c:pt>
                <c:pt idx="22532">
                  <c:v>0.37706708547019535</c:v>
                </c:pt>
                <c:pt idx="22533">
                  <c:v>0.37714522358652708</c:v>
                </c:pt>
                <c:pt idx="22534">
                  <c:v>0.3771574052323744</c:v>
                </c:pt>
                <c:pt idx="22535">
                  <c:v>0.37721527269927191</c:v>
                </c:pt>
                <c:pt idx="22536">
                  <c:v>0.37725676759941007</c:v>
                </c:pt>
                <c:pt idx="22537">
                  <c:v>0.37731881546554985</c:v>
                </c:pt>
                <c:pt idx="22538">
                  <c:v>0.37736344978052255</c:v>
                </c:pt>
                <c:pt idx="22539">
                  <c:v>0.37740564834264789</c:v>
                </c:pt>
                <c:pt idx="22540">
                  <c:v>0.37740902986575736</c:v>
                </c:pt>
                <c:pt idx="22541">
                  <c:v>0.37743242724272508</c:v>
                </c:pt>
                <c:pt idx="22542">
                  <c:v>0.37745033897594804</c:v>
                </c:pt>
                <c:pt idx="22543">
                  <c:v>0.37759650084387836</c:v>
                </c:pt>
                <c:pt idx="22544">
                  <c:v>0.37762562198496147</c:v>
                </c:pt>
                <c:pt idx="22545">
                  <c:v>0.37778432098095688</c:v>
                </c:pt>
                <c:pt idx="22546">
                  <c:v>0.3778131191265236</c:v>
                </c:pt>
                <c:pt idx="22547">
                  <c:v>0.37788247094156197</c:v>
                </c:pt>
                <c:pt idx="22548">
                  <c:v>0.3778904776661528</c:v>
                </c:pt>
                <c:pt idx="22549">
                  <c:v>0.37793749695207157</c:v>
                </c:pt>
                <c:pt idx="22550">
                  <c:v>0.37795896864806805</c:v>
                </c:pt>
                <c:pt idx="22551">
                  <c:v>0.37798462171859593</c:v>
                </c:pt>
                <c:pt idx="22552">
                  <c:v>0.37799844532229626</c:v>
                </c:pt>
                <c:pt idx="22553">
                  <c:v>0.37800706766117093</c:v>
                </c:pt>
                <c:pt idx="22554">
                  <c:v>0.37803610345250938</c:v>
                </c:pt>
                <c:pt idx="22555">
                  <c:v>0.37805926763562775</c:v>
                </c:pt>
                <c:pt idx="22556">
                  <c:v>0.37808029791194897</c:v>
                </c:pt>
                <c:pt idx="22557">
                  <c:v>0.3780985224880215</c:v>
                </c:pt>
                <c:pt idx="22558">
                  <c:v>0.37810316535901067</c:v>
                </c:pt>
                <c:pt idx="22559">
                  <c:v>0.37816049214732406</c:v>
                </c:pt>
                <c:pt idx="22560">
                  <c:v>0.37826271200231748</c:v>
                </c:pt>
                <c:pt idx="22561">
                  <c:v>0.37835369818233627</c:v>
                </c:pt>
                <c:pt idx="22562">
                  <c:v>0.37836245606143348</c:v>
                </c:pt>
                <c:pt idx="22563">
                  <c:v>0.37838936506722198</c:v>
                </c:pt>
                <c:pt idx="22564">
                  <c:v>0.37839830162690297</c:v>
                </c:pt>
                <c:pt idx="22565">
                  <c:v>0.37843551956094873</c:v>
                </c:pt>
                <c:pt idx="22566">
                  <c:v>0.37854801155310519</c:v>
                </c:pt>
                <c:pt idx="22567">
                  <c:v>0.37859664236740692</c:v>
                </c:pt>
                <c:pt idx="22568">
                  <c:v>0.3786074701449415</c:v>
                </c:pt>
                <c:pt idx="22569">
                  <c:v>0.37861671497762633</c:v>
                </c:pt>
                <c:pt idx="22570">
                  <c:v>0.37865442115157766</c:v>
                </c:pt>
                <c:pt idx="22571">
                  <c:v>0.37866671834402266</c:v>
                </c:pt>
                <c:pt idx="22572">
                  <c:v>0.37880979172812013</c:v>
                </c:pt>
                <c:pt idx="22573">
                  <c:v>0.37882077971645317</c:v>
                </c:pt>
                <c:pt idx="22574">
                  <c:v>0.37887460590110705</c:v>
                </c:pt>
                <c:pt idx="22575">
                  <c:v>0.37892218374647207</c:v>
                </c:pt>
                <c:pt idx="22576">
                  <c:v>0.37895585716756797</c:v>
                </c:pt>
                <c:pt idx="22577">
                  <c:v>0.37899981549752854</c:v>
                </c:pt>
                <c:pt idx="22578">
                  <c:v>0.37900971829449953</c:v>
                </c:pt>
                <c:pt idx="22579">
                  <c:v>0.37902563722024485</c:v>
                </c:pt>
                <c:pt idx="22580">
                  <c:v>0.37903226743663826</c:v>
                </c:pt>
                <c:pt idx="22581">
                  <c:v>0.37911248673354009</c:v>
                </c:pt>
                <c:pt idx="22582">
                  <c:v>0.37913881484746748</c:v>
                </c:pt>
                <c:pt idx="22583">
                  <c:v>0.37916266742993043</c:v>
                </c:pt>
                <c:pt idx="22584">
                  <c:v>0.37918932967745017</c:v>
                </c:pt>
                <c:pt idx="22585">
                  <c:v>0.37919463068224579</c:v>
                </c:pt>
                <c:pt idx="22586">
                  <c:v>0.37933756487157405</c:v>
                </c:pt>
                <c:pt idx="22587">
                  <c:v>0.37935010153118487</c:v>
                </c:pt>
                <c:pt idx="22588">
                  <c:v>0.37936764328824185</c:v>
                </c:pt>
                <c:pt idx="22589">
                  <c:v>0.37942866570317241</c:v>
                </c:pt>
                <c:pt idx="22590">
                  <c:v>0.37954694404945177</c:v>
                </c:pt>
                <c:pt idx="22591">
                  <c:v>0.3796099655735321</c:v>
                </c:pt>
                <c:pt idx="22592">
                  <c:v>0.37963924837706337</c:v>
                </c:pt>
                <c:pt idx="22593">
                  <c:v>0.37968057607275557</c:v>
                </c:pt>
                <c:pt idx="22594">
                  <c:v>0.37986570520911594</c:v>
                </c:pt>
                <c:pt idx="22595">
                  <c:v>0.37988913918090955</c:v>
                </c:pt>
                <c:pt idx="22596">
                  <c:v>0.37990642182638712</c:v>
                </c:pt>
                <c:pt idx="22597">
                  <c:v>0.37998285396977216</c:v>
                </c:pt>
                <c:pt idx="22598">
                  <c:v>0.38003077746867914</c:v>
                </c:pt>
                <c:pt idx="22599">
                  <c:v>0.38007833411901859</c:v>
                </c:pt>
                <c:pt idx="22600">
                  <c:v>0.38007886368830046</c:v>
                </c:pt>
                <c:pt idx="22601">
                  <c:v>0.38007955709619867</c:v>
                </c:pt>
                <c:pt idx="22602">
                  <c:v>0.38021293466766709</c:v>
                </c:pt>
                <c:pt idx="22603">
                  <c:v>0.38024417477508238</c:v>
                </c:pt>
                <c:pt idx="22604">
                  <c:v>0.38042642673210475</c:v>
                </c:pt>
                <c:pt idx="22605">
                  <c:v>0.3804349956771117</c:v>
                </c:pt>
                <c:pt idx="22606">
                  <c:v>0.38063304849139445</c:v>
                </c:pt>
                <c:pt idx="22607">
                  <c:v>0.38065259511322586</c:v>
                </c:pt>
                <c:pt idx="22608">
                  <c:v>0.38065691901408621</c:v>
                </c:pt>
                <c:pt idx="22609">
                  <c:v>0.38068731148072554</c:v>
                </c:pt>
                <c:pt idx="22610">
                  <c:v>0.38069438533035699</c:v>
                </c:pt>
                <c:pt idx="22611">
                  <c:v>0.38069511105439779</c:v>
                </c:pt>
                <c:pt idx="22612">
                  <c:v>0.38069623472042857</c:v>
                </c:pt>
                <c:pt idx="22613">
                  <c:v>0.38070166742129607</c:v>
                </c:pt>
                <c:pt idx="22614">
                  <c:v>0.38090634670938611</c:v>
                </c:pt>
                <c:pt idx="22615">
                  <c:v>0.38095085219955016</c:v>
                </c:pt>
                <c:pt idx="22616">
                  <c:v>0.38097022026172572</c:v>
                </c:pt>
                <c:pt idx="22617">
                  <c:v>0.38122794709078595</c:v>
                </c:pt>
                <c:pt idx="22618">
                  <c:v>0.38134735230078654</c:v>
                </c:pt>
                <c:pt idx="22619">
                  <c:v>0.38135907505811389</c:v>
                </c:pt>
                <c:pt idx="22620">
                  <c:v>0.38142856904996181</c:v>
                </c:pt>
                <c:pt idx="22621">
                  <c:v>0.38143892058439494</c:v>
                </c:pt>
                <c:pt idx="22622">
                  <c:v>0.38144861596492036</c:v>
                </c:pt>
                <c:pt idx="22623">
                  <c:v>0.38146370883232422</c:v>
                </c:pt>
                <c:pt idx="22624">
                  <c:v>0.38152896398977348</c:v>
                </c:pt>
                <c:pt idx="22625">
                  <c:v>0.38184087446468945</c:v>
                </c:pt>
                <c:pt idx="22626">
                  <c:v>0.38185178819350118</c:v>
                </c:pt>
                <c:pt idx="22627">
                  <c:v>0.38191671954944523</c:v>
                </c:pt>
                <c:pt idx="22628">
                  <c:v>0.38195286209724039</c:v>
                </c:pt>
                <c:pt idx="22629">
                  <c:v>0.38196547041031137</c:v>
                </c:pt>
                <c:pt idx="22630">
                  <c:v>0.38201980649810641</c:v>
                </c:pt>
                <c:pt idx="22631">
                  <c:v>0.38207756778023305</c:v>
                </c:pt>
                <c:pt idx="22632">
                  <c:v>0.38214030318789499</c:v>
                </c:pt>
                <c:pt idx="22633">
                  <c:v>0.38221746842559645</c:v>
                </c:pt>
                <c:pt idx="22634">
                  <c:v>0.38221862446538979</c:v>
                </c:pt>
                <c:pt idx="22635">
                  <c:v>0.38222417039171325</c:v>
                </c:pt>
                <c:pt idx="22636">
                  <c:v>0.38231220394973559</c:v>
                </c:pt>
                <c:pt idx="22637">
                  <c:v>0.38236517241374463</c:v>
                </c:pt>
                <c:pt idx="22638">
                  <c:v>0.38240264546155789</c:v>
                </c:pt>
                <c:pt idx="22639">
                  <c:v>0.38244678179420882</c:v>
                </c:pt>
                <c:pt idx="22640">
                  <c:v>0.38245175926076996</c:v>
                </c:pt>
                <c:pt idx="22641">
                  <c:v>0.38247253362899641</c:v>
                </c:pt>
                <c:pt idx="22642">
                  <c:v>0.38247285583867158</c:v>
                </c:pt>
                <c:pt idx="22643">
                  <c:v>0.38251638293744694</c:v>
                </c:pt>
                <c:pt idx="22644">
                  <c:v>0.38254705466812899</c:v>
                </c:pt>
                <c:pt idx="22645">
                  <c:v>0.38255824012493661</c:v>
                </c:pt>
                <c:pt idx="22646">
                  <c:v>0.382565023217739</c:v>
                </c:pt>
                <c:pt idx="22647">
                  <c:v>0.38259339105775142</c:v>
                </c:pt>
                <c:pt idx="22648">
                  <c:v>0.38266720246231872</c:v>
                </c:pt>
                <c:pt idx="22649">
                  <c:v>0.38269150128041668</c:v>
                </c:pt>
                <c:pt idx="22650">
                  <c:v>0.3827542410500423</c:v>
                </c:pt>
                <c:pt idx="22651">
                  <c:v>0.38281248551800084</c:v>
                </c:pt>
                <c:pt idx="22652">
                  <c:v>0.38288830527492967</c:v>
                </c:pt>
                <c:pt idx="22653">
                  <c:v>0.38289078840491747</c:v>
                </c:pt>
                <c:pt idx="22654">
                  <c:v>0.38296527988799839</c:v>
                </c:pt>
                <c:pt idx="22655">
                  <c:v>0.38297845184691343</c:v>
                </c:pt>
                <c:pt idx="22656">
                  <c:v>0.38300765004180193</c:v>
                </c:pt>
                <c:pt idx="22657">
                  <c:v>0.38305968724910355</c:v>
                </c:pt>
                <c:pt idx="22658">
                  <c:v>0.3830960550682978</c:v>
                </c:pt>
                <c:pt idx="22659">
                  <c:v>0.38309646771070627</c:v>
                </c:pt>
                <c:pt idx="22660">
                  <c:v>0.3831232179107173</c:v>
                </c:pt>
                <c:pt idx="22661">
                  <c:v>0.38314973905283778</c:v>
                </c:pt>
                <c:pt idx="22662">
                  <c:v>0.38326970724611442</c:v>
                </c:pt>
                <c:pt idx="22663">
                  <c:v>0.38330461153453071</c:v>
                </c:pt>
                <c:pt idx="22664">
                  <c:v>0.38337827947948094</c:v>
                </c:pt>
                <c:pt idx="22665">
                  <c:v>0.38340064091551135</c:v>
                </c:pt>
                <c:pt idx="22666">
                  <c:v>0.38342942095468868</c:v>
                </c:pt>
                <c:pt idx="22667">
                  <c:v>0.38350522826554323</c:v>
                </c:pt>
                <c:pt idx="22668">
                  <c:v>0.38352618357765916</c:v>
                </c:pt>
                <c:pt idx="22669">
                  <c:v>0.38359118311186069</c:v>
                </c:pt>
                <c:pt idx="22670">
                  <c:v>0.38364841167401853</c:v>
                </c:pt>
                <c:pt idx="22671">
                  <c:v>0.38368524725909364</c:v>
                </c:pt>
                <c:pt idx="22672">
                  <c:v>0.3837270850993138</c:v>
                </c:pt>
                <c:pt idx="22673">
                  <c:v>0.38380269961417063</c:v>
                </c:pt>
                <c:pt idx="22674">
                  <c:v>0.38380601319809071</c:v>
                </c:pt>
                <c:pt idx="22675">
                  <c:v>0.38386023827713506</c:v>
                </c:pt>
                <c:pt idx="22676">
                  <c:v>0.38392629651204829</c:v>
                </c:pt>
                <c:pt idx="22677">
                  <c:v>0.38394053927672966</c:v>
                </c:pt>
                <c:pt idx="22678">
                  <c:v>0.38395780215416414</c:v>
                </c:pt>
                <c:pt idx="22679">
                  <c:v>0.38405090882952192</c:v>
                </c:pt>
                <c:pt idx="22680">
                  <c:v>0.38409769421802953</c:v>
                </c:pt>
                <c:pt idx="22681">
                  <c:v>0.38409775021333709</c:v>
                </c:pt>
                <c:pt idx="22682">
                  <c:v>0.38411360850207737</c:v>
                </c:pt>
                <c:pt idx="22683">
                  <c:v>0.38417683518407952</c:v>
                </c:pt>
                <c:pt idx="22684">
                  <c:v>0.38427137438787989</c:v>
                </c:pt>
                <c:pt idx="22685">
                  <c:v>0.38427794759053358</c:v>
                </c:pt>
                <c:pt idx="22686">
                  <c:v>0.38434851996042402</c:v>
                </c:pt>
                <c:pt idx="22687">
                  <c:v>0.38435004164754799</c:v>
                </c:pt>
                <c:pt idx="22688">
                  <c:v>0.38442719657496383</c:v>
                </c:pt>
                <c:pt idx="22689">
                  <c:v>0.38454545638084503</c:v>
                </c:pt>
                <c:pt idx="22690">
                  <c:v>0.38455482968177324</c:v>
                </c:pt>
                <c:pt idx="22691">
                  <c:v>0.38455660075193704</c:v>
                </c:pt>
                <c:pt idx="22692">
                  <c:v>0.38460715679920188</c:v>
                </c:pt>
                <c:pt idx="22693">
                  <c:v>0.38467088524526605</c:v>
                </c:pt>
                <c:pt idx="22694">
                  <c:v>0.38470671472011475</c:v>
                </c:pt>
                <c:pt idx="22695">
                  <c:v>0.38480730558662646</c:v>
                </c:pt>
                <c:pt idx="22696">
                  <c:v>0.38481073369818941</c:v>
                </c:pt>
                <c:pt idx="22697">
                  <c:v>0.38487912198603452</c:v>
                </c:pt>
                <c:pt idx="22698">
                  <c:v>0.38491817541178758</c:v>
                </c:pt>
                <c:pt idx="22699">
                  <c:v>0.3849755023241298</c:v>
                </c:pt>
                <c:pt idx="22700">
                  <c:v>0.38499960683653167</c:v>
                </c:pt>
                <c:pt idx="22701">
                  <c:v>0.38506848127171639</c:v>
                </c:pt>
                <c:pt idx="22702">
                  <c:v>0.38524436888043739</c:v>
                </c:pt>
                <c:pt idx="22703">
                  <c:v>0.38527726000799095</c:v>
                </c:pt>
                <c:pt idx="22704">
                  <c:v>0.38534689188582422</c:v>
                </c:pt>
                <c:pt idx="22705">
                  <c:v>0.38538909187485954</c:v>
                </c:pt>
                <c:pt idx="22706">
                  <c:v>0.38545498854370486</c:v>
                </c:pt>
                <c:pt idx="22707">
                  <c:v>0.38547859709635124</c:v>
                </c:pt>
                <c:pt idx="22708">
                  <c:v>0.38556665802125634</c:v>
                </c:pt>
                <c:pt idx="22709">
                  <c:v>0.38557013939423468</c:v>
                </c:pt>
                <c:pt idx="22710">
                  <c:v>0.38576150619114152</c:v>
                </c:pt>
                <c:pt idx="22711">
                  <c:v>0.38583386593165442</c:v>
                </c:pt>
                <c:pt idx="22712">
                  <c:v>0.38585765581265746</c:v>
                </c:pt>
                <c:pt idx="22713">
                  <c:v>0.38586654661964492</c:v>
                </c:pt>
                <c:pt idx="22714">
                  <c:v>0.38587343007845853</c:v>
                </c:pt>
                <c:pt idx="22715">
                  <c:v>0.38589186545394538</c:v>
                </c:pt>
                <c:pt idx="22716">
                  <c:v>0.38605768274479396</c:v>
                </c:pt>
                <c:pt idx="22717">
                  <c:v>0.38611426199041193</c:v>
                </c:pt>
                <c:pt idx="22718">
                  <c:v>0.38616505765862735</c:v>
                </c:pt>
                <c:pt idx="22719">
                  <c:v>0.3862654018163228</c:v>
                </c:pt>
                <c:pt idx="22720">
                  <c:v>0.38629715922416896</c:v>
                </c:pt>
                <c:pt idx="22721">
                  <c:v>0.38634068450309722</c:v>
                </c:pt>
                <c:pt idx="22722">
                  <c:v>0.3863870388801865</c:v>
                </c:pt>
                <c:pt idx="22723">
                  <c:v>0.38646113150751349</c:v>
                </c:pt>
                <c:pt idx="22724">
                  <c:v>0.3864897755520208</c:v>
                </c:pt>
                <c:pt idx="22725">
                  <c:v>0.38652316551090798</c:v>
                </c:pt>
                <c:pt idx="22726">
                  <c:v>0.3865727440721296</c:v>
                </c:pt>
                <c:pt idx="22727">
                  <c:v>0.38662341104291065</c:v>
                </c:pt>
                <c:pt idx="22728">
                  <c:v>0.38665673847472204</c:v>
                </c:pt>
                <c:pt idx="22729">
                  <c:v>0.38668231519649643</c:v>
                </c:pt>
                <c:pt idx="22730">
                  <c:v>0.38669217247360854</c:v>
                </c:pt>
                <c:pt idx="22731">
                  <c:v>0.38675101155080366</c:v>
                </c:pt>
                <c:pt idx="22732">
                  <c:v>0.38690400910041756</c:v>
                </c:pt>
                <c:pt idx="22733">
                  <c:v>0.3869455515372251</c:v>
                </c:pt>
                <c:pt idx="22734">
                  <c:v>0.38695973299687542</c:v>
                </c:pt>
                <c:pt idx="22735">
                  <c:v>0.38706104592770962</c:v>
                </c:pt>
                <c:pt idx="22736">
                  <c:v>0.38754005270627151</c:v>
                </c:pt>
                <c:pt idx="22737">
                  <c:v>0.38770894252177512</c:v>
                </c:pt>
                <c:pt idx="22738">
                  <c:v>0.3878074446671852</c:v>
                </c:pt>
                <c:pt idx="22739">
                  <c:v>0.38787355320571154</c:v>
                </c:pt>
                <c:pt idx="22740">
                  <c:v>0.38817364733370902</c:v>
                </c:pt>
                <c:pt idx="22741">
                  <c:v>0.38819685117926389</c:v>
                </c:pt>
                <c:pt idx="22742">
                  <c:v>0.38820991414178874</c:v>
                </c:pt>
                <c:pt idx="22743">
                  <c:v>0.38830241781804398</c:v>
                </c:pt>
                <c:pt idx="22744">
                  <c:v>0.38844076241214737</c:v>
                </c:pt>
                <c:pt idx="22745">
                  <c:v>0.38849166681867314</c:v>
                </c:pt>
                <c:pt idx="22746">
                  <c:v>0.38854101011621772</c:v>
                </c:pt>
                <c:pt idx="22747">
                  <c:v>0.38855265247493637</c:v>
                </c:pt>
                <c:pt idx="22748">
                  <c:v>0.38868857514955196</c:v>
                </c:pt>
                <c:pt idx="22749">
                  <c:v>0.38869682017475327</c:v>
                </c:pt>
                <c:pt idx="22750">
                  <c:v>0.38877646598875282</c:v>
                </c:pt>
                <c:pt idx="22751">
                  <c:v>0.38884764495121571</c:v>
                </c:pt>
                <c:pt idx="22752">
                  <c:v>0.38892054433671891</c:v>
                </c:pt>
                <c:pt idx="22753">
                  <c:v>0.38892684612572614</c:v>
                </c:pt>
                <c:pt idx="22754">
                  <c:v>0.38896246521682032</c:v>
                </c:pt>
                <c:pt idx="22755">
                  <c:v>0.38899253676518913</c:v>
                </c:pt>
                <c:pt idx="22756">
                  <c:v>0.38901988055186021</c:v>
                </c:pt>
                <c:pt idx="22757">
                  <c:v>0.3890394940783064</c:v>
                </c:pt>
                <c:pt idx="22758">
                  <c:v>0.38904365311913386</c:v>
                </c:pt>
                <c:pt idx="22759">
                  <c:v>0.38905218935197905</c:v>
                </c:pt>
                <c:pt idx="22760">
                  <c:v>0.3891184538488669</c:v>
                </c:pt>
                <c:pt idx="22761">
                  <c:v>0.38919091379929288</c:v>
                </c:pt>
                <c:pt idx="22762">
                  <c:v>0.38919945751680568</c:v>
                </c:pt>
                <c:pt idx="22763">
                  <c:v>0.3892139186603556</c:v>
                </c:pt>
                <c:pt idx="22764">
                  <c:v>0.38921642399600226</c:v>
                </c:pt>
                <c:pt idx="22765">
                  <c:v>0.38946557885428112</c:v>
                </c:pt>
                <c:pt idx="22766">
                  <c:v>0.38950813554159047</c:v>
                </c:pt>
                <c:pt idx="22767">
                  <c:v>0.38950832812015801</c:v>
                </c:pt>
                <c:pt idx="22768">
                  <c:v>0.3895350920073164</c:v>
                </c:pt>
                <c:pt idx="22769">
                  <c:v>0.38960588441833122</c:v>
                </c:pt>
                <c:pt idx="22770">
                  <c:v>0.38962952102455323</c:v>
                </c:pt>
                <c:pt idx="22771">
                  <c:v>0.38969125932147081</c:v>
                </c:pt>
                <c:pt idx="22772">
                  <c:v>0.38978109684546031</c:v>
                </c:pt>
                <c:pt idx="22773">
                  <c:v>0.38983844579257393</c:v>
                </c:pt>
                <c:pt idx="22774">
                  <c:v>0.38983857286817042</c:v>
                </c:pt>
                <c:pt idx="22775">
                  <c:v>0.38988915737575547</c:v>
                </c:pt>
                <c:pt idx="22776">
                  <c:v>0.38989563067146515</c:v>
                </c:pt>
                <c:pt idx="22777">
                  <c:v>0.38991055852339451</c:v>
                </c:pt>
                <c:pt idx="22778">
                  <c:v>0.39000447617379097</c:v>
                </c:pt>
                <c:pt idx="22779">
                  <c:v>0.39002071338139721</c:v>
                </c:pt>
                <c:pt idx="22780">
                  <c:v>0.39002317888312443</c:v>
                </c:pt>
                <c:pt idx="22781">
                  <c:v>0.39007540009545993</c:v>
                </c:pt>
                <c:pt idx="22782">
                  <c:v>0.3900812465183372</c:v>
                </c:pt>
                <c:pt idx="22783">
                  <c:v>0.39010088946867072</c:v>
                </c:pt>
                <c:pt idx="22784">
                  <c:v>0.39010932395928044</c:v>
                </c:pt>
                <c:pt idx="22785">
                  <c:v>0.39015717521025911</c:v>
                </c:pt>
                <c:pt idx="22786">
                  <c:v>0.39016941103867769</c:v>
                </c:pt>
                <c:pt idx="22787">
                  <c:v>0.39019590109058783</c:v>
                </c:pt>
                <c:pt idx="22788">
                  <c:v>0.39024530996070123</c:v>
                </c:pt>
                <c:pt idx="22789">
                  <c:v>0.39026885516884918</c:v>
                </c:pt>
                <c:pt idx="22790">
                  <c:v>0.39035095737456382</c:v>
                </c:pt>
                <c:pt idx="22791">
                  <c:v>0.39043709943969357</c:v>
                </c:pt>
                <c:pt idx="22792">
                  <c:v>0.39062275261135021</c:v>
                </c:pt>
                <c:pt idx="22793">
                  <c:v>0.3906664927232773</c:v>
                </c:pt>
                <c:pt idx="22794">
                  <c:v>0.39073857688571018</c:v>
                </c:pt>
                <c:pt idx="22795">
                  <c:v>0.39073954880439832</c:v>
                </c:pt>
                <c:pt idx="22796">
                  <c:v>0.39080737947622163</c:v>
                </c:pt>
                <c:pt idx="22797">
                  <c:v>0.39092442628856988</c:v>
                </c:pt>
                <c:pt idx="22798">
                  <c:v>0.39095282720362912</c:v>
                </c:pt>
                <c:pt idx="22799">
                  <c:v>0.39097069415342778</c:v>
                </c:pt>
                <c:pt idx="22800">
                  <c:v>0.39097873082912799</c:v>
                </c:pt>
                <c:pt idx="22801">
                  <c:v>0.39109190043876813</c:v>
                </c:pt>
                <c:pt idx="22802">
                  <c:v>0.39116904041962902</c:v>
                </c:pt>
                <c:pt idx="22803">
                  <c:v>0.3911936941448092</c:v>
                </c:pt>
                <c:pt idx="22804">
                  <c:v>0.39122701550828892</c:v>
                </c:pt>
                <c:pt idx="22805">
                  <c:v>0.39128200763315241</c:v>
                </c:pt>
                <c:pt idx="22806">
                  <c:v>0.39136446322994228</c:v>
                </c:pt>
                <c:pt idx="22807">
                  <c:v>0.39139668875118139</c:v>
                </c:pt>
                <c:pt idx="22808">
                  <c:v>0.39144126656035727</c:v>
                </c:pt>
                <c:pt idx="22809">
                  <c:v>0.39147101814481988</c:v>
                </c:pt>
                <c:pt idx="22810">
                  <c:v>0.39149206361408667</c:v>
                </c:pt>
                <c:pt idx="22811">
                  <c:v>0.39152800033948132</c:v>
                </c:pt>
                <c:pt idx="22812">
                  <c:v>0.3915556044271884</c:v>
                </c:pt>
                <c:pt idx="22813">
                  <c:v>0.39166407957987087</c:v>
                </c:pt>
                <c:pt idx="22814">
                  <c:v>0.39169826400689606</c:v>
                </c:pt>
                <c:pt idx="22815">
                  <c:v>0.39170799068596479</c:v>
                </c:pt>
                <c:pt idx="22816">
                  <c:v>0.39171813941528927</c:v>
                </c:pt>
                <c:pt idx="22817">
                  <c:v>0.39179111876021522</c:v>
                </c:pt>
                <c:pt idx="22818">
                  <c:v>0.39179990158068062</c:v>
                </c:pt>
                <c:pt idx="22819">
                  <c:v>0.3918510808631534</c:v>
                </c:pt>
                <c:pt idx="22820">
                  <c:v>0.39197198208898965</c:v>
                </c:pt>
                <c:pt idx="22821">
                  <c:v>0.39204814092125956</c:v>
                </c:pt>
                <c:pt idx="22822">
                  <c:v>0.39206162365328401</c:v>
                </c:pt>
                <c:pt idx="22823">
                  <c:v>0.39211155860076824</c:v>
                </c:pt>
                <c:pt idx="22824">
                  <c:v>0.39212604428513226</c:v>
                </c:pt>
                <c:pt idx="22825">
                  <c:v>0.39216807934586445</c:v>
                </c:pt>
                <c:pt idx="22826">
                  <c:v>0.39220197077711771</c:v>
                </c:pt>
                <c:pt idx="22827">
                  <c:v>0.39228660135508958</c:v>
                </c:pt>
                <c:pt idx="22828">
                  <c:v>0.3923174556089975</c:v>
                </c:pt>
                <c:pt idx="22829">
                  <c:v>0.3923633120050255</c:v>
                </c:pt>
                <c:pt idx="22830">
                  <c:v>0.39237316528877331</c:v>
                </c:pt>
                <c:pt idx="22831">
                  <c:v>0.39246318144236098</c:v>
                </c:pt>
                <c:pt idx="22832">
                  <c:v>0.39252953806106722</c:v>
                </c:pt>
                <c:pt idx="22833">
                  <c:v>0.39255862698715915</c:v>
                </c:pt>
                <c:pt idx="22834">
                  <c:v>0.39257805447973748</c:v>
                </c:pt>
                <c:pt idx="22835">
                  <c:v>0.39267087021643782</c:v>
                </c:pt>
                <c:pt idx="22836">
                  <c:v>0.39267436400738165</c:v>
                </c:pt>
                <c:pt idx="22837">
                  <c:v>0.39270492412605545</c:v>
                </c:pt>
                <c:pt idx="22838">
                  <c:v>0.39270718511128277</c:v>
                </c:pt>
                <c:pt idx="22839">
                  <c:v>0.39272312554294148</c:v>
                </c:pt>
                <c:pt idx="22840">
                  <c:v>0.3927278648726496</c:v>
                </c:pt>
                <c:pt idx="22841">
                  <c:v>0.39279493134008037</c:v>
                </c:pt>
                <c:pt idx="22842">
                  <c:v>0.39280490187185341</c:v>
                </c:pt>
                <c:pt idx="22843">
                  <c:v>0.39281619416976593</c:v>
                </c:pt>
                <c:pt idx="22844">
                  <c:v>0.39288986493870875</c:v>
                </c:pt>
                <c:pt idx="22845">
                  <c:v>0.39289172937078587</c:v>
                </c:pt>
                <c:pt idx="22846">
                  <c:v>0.39293068749168647</c:v>
                </c:pt>
                <c:pt idx="22847">
                  <c:v>0.39295233923351447</c:v>
                </c:pt>
                <c:pt idx="22848">
                  <c:v>0.392981050413302</c:v>
                </c:pt>
                <c:pt idx="22849">
                  <c:v>0.39309190107517267</c:v>
                </c:pt>
                <c:pt idx="22850">
                  <c:v>0.39309460268417123</c:v>
                </c:pt>
                <c:pt idx="22851">
                  <c:v>0.39313000944515691</c:v>
                </c:pt>
                <c:pt idx="22852">
                  <c:v>0.3932587534166303</c:v>
                </c:pt>
                <c:pt idx="22853">
                  <c:v>0.39328418957858874</c:v>
                </c:pt>
                <c:pt idx="22854">
                  <c:v>0.39333761263443101</c:v>
                </c:pt>
                <c:pt idx="22855">
                  <c:v>0.39346287717789469</c:v>
                </c:pt>
                <c:pt idx="22856">
                  <c:v>0.3937378882159327</c:v>
                </c:pt>
                <c:pt idx="22857">
                  <c:v>0.39375439953072822</c:v>
                </c:pt>
                <c:pt idx="22858">
                  <c:v>0.39376565062973329</c:v>
                </c:pt>
                <c:pt idx="22859">
                  <c:v>0.39383148270516305</c:v>
                </c:pt>
                <c:pt idx="22860">
                  <c:v>0.39385535479074041</c:v>
                </c:pt>
                <c:pt idx="22861">
                  <c:v>0.39387850876159114</c:v>
                </c:pt>
                <c:pt idx="22862">
                  <c:v>0.39388962766377472</c:v>
                </c:pt>
                <c:pt idx="22863">
                  <c:v>0.39390241664015108</c:v>
                </c:pt>
                <c:pt idx="22864">
                  <c:v>0.39391336548295286</c:v>
                </c:pt>
                <c:pt idx="22865">
                  <c:v>0.39391411339395477</c:v>
                </c:pt>
                <c:pt idx="22866">
                  <c:v>0.3940146784213947</c:v>
                </c:pt>
                <c:pt idx="22867">
                  <c:v>0.39411985357812596</c:v>
                </c:pt>
                <c:pt idx="22868">
                  <c:v>0.39412178970141148</c:v>
                </c:pt>
                <c:pt idx="22869">
                  <c:v>0.39412646076064761</c:v>
                </c:pt>
                <c:pt idx="22870">
                  <c:v>0.39414284288366175</c:v>
                </c:pt>
                <c:pt idx="22871">
                  <c:v>0.39418360059370916</c:v>
                </c:pt>
                <c:pt idx="22872">
                  <c:v>0.39419245541588943</c:v>
                </c:pt>
                <c:pt idx="22873">
                  <c:v>0.39419963744505115</c:v>
                </c:pt>
                <c:pt idx="22874">
                  <c:v>0.39421862600827479</c:v>
                </c:pt>
                <c:pt idx="22875">
                  <c:v>0.39425976188848044</c:v>
                </c:pt>
                <c:pt idx="22876">
                  <c:v>0.394300430753038</c:v>
                </c:pt>
                <c:pt idx="22877">
                  <c:v>0.39435189681172073</c:v>
                </c:pt>
                <c:pt idx="22878">
                  <c:v>0.39441782230687594</c:v>
                </c:pt>
                <c:pt idx="22879">
                  <c:v>0.39444946589001262</c:v>
                </c:pt>
                <c:pt idx="22880">
                  <c:v>0.39447846186428603</c:v>
                </c:pt>
                <c:pt idx="22881">
                  <c:v>0.39448145469173379</c:v>
                </c:pt>
                <c:pt idx="22882">
                  <c:v>0.39451056016852903</c:v>
                </c:pt>
                <c:pt idx="22883">
                  <c:v>0.39452247162823589</c:v>
                </c:pt>
                <c:pt idx="22884">
                  <c:v>0.39454081913964734</c:v>
                </c:pt>
                <c:pt idx="22885">
                  <c:v>0.39459973050102015</c:v>
                </c:pt>
                <c:pt idx="22886">
                  <c:v>0.39470156384969685</c:v>
                </c:pt>
                <c:pt idx="22887">
                  <c:v>0.39476224068665161</c:v>
                </c:pt>
                <c:pt idx="22888">
                  <c:v>0.3947665277610547</c:v>
                </c:pt>
                <c:pt idx="22889">
                  <c:v>0.39482363809762583</c:v>
                </c:pt>
                <c:pt idx="22890">
                  <c:v>0.39487525987765182</c:v>
                </c:pt>
                <c:pt idx="22891">
                  <c:v>0.39488380511750842</c:v>
                </c:pt>
                <c:pt idx="22892">
                  <c:v>0.39488585429721407</c:v>
                </c:pt>
                <c:pt idx="22893">
                  <c:v>0.39489411866933455</c:v>
                </c:pt>
                <c:pt idx="22894">
                  <c:v>0.39490841279198396</c:v>
                </c:pt>
                <c:pt idx="22895">
                  <c:v>0.39503798000856716</c:v>
                </c:pt>
                <c:pt idx="22896">
                  <c:v>0.39505358523988987</c:v>
                </c:pt>
                <c:pt idx="22897">
                  <c:v>0.39509495025482672</c:v>
                </c:pt>
                <c:pt idx="22898">
                  <c:v>0.39512117786437445</c:v>
                </c:pt>
                <c:pt idx="22899">
                  <c:v>0.39518219053327669</c:v>
                </c:pt>
                <c:pt idx="22900">
                  <c:v>0.39522389094282251</c:v>
                </c:pt>
                <c:pt idx="22901">
                  <c:v>0.39526030998739725</c:v>
                </c:pt>
                <c:pt idx="22902">
                  <c:v>0.39526742892199068</c:v>
                </c:pt>
                <c:pt idx="22903">
                  <c:v>0.39526888493336376</c:v>
                </c:pt>
                <c:pt idx="22904">
                  <c:v>0.39528204422760455</c:v>
                </c:pt>
                <c:pt idx="22905">
                  <c:v>0.3953051752800204</c:v>
                </c:pt>
                <c:pt idx="22906">
                  <c:v>0.39531220279775242</c:v>
                </c:pt>
                <c:pt idx="22907">
                  <c:v>0.3953830636447358</c:v>
                </c:pt>
                <c:pt idx="22908">
                  <c:v>0.39538926280909997</c:v>
                </c:pt>
                <c:pt idx="22909">
                  <c:v>0.39556956462572013</c:v>
                </c:pt>
                <c:pt idx="22910">
                  <c:v>0.39557592339697989</c:v>
                </c:pt>
                <c:pt idx="22911">
                  <c:v>0.39557606364400955</c:v>
                </c:pt>
                <c:pt idx="22912">
                  <c:v>0.39559333873371649</c:v>
                </c:pt>
                <c:pt idx="22913">
                  <c:v>0.39560877658805321</c:v>
                </c:pt>
                <c:pt idx="22914">
                  <c:v>0.39581381099198826</c:v>
                </c:pt>
                <c:pt idx="22915">
                  <c:v>0.39586291620298036</c:v>
                </c:pt>
                <c:pt idx="22916">
                  <c:v>0.39590186672397432</c:v>
                </c:pt>
                <c:pt idx="22917">
                  <c:v>0.39591920376345197</c:v>
                </c:pt>
                <c:pt idx="22918">
                  <c:v>0.39592496807939082</c:v>
                </c:pt>
                <c:pt idx="22919">
                  <c:v>0.39592762561746209</c:v>
                </c:pt>
                <c:pt idx="22920">
                  <c:v>0.39592815001671866</c:v>
                </c:pt>
                <c:pt idx="22921">
                  <c:v>0.39598769811291179</c:v>
                </c:pt>
                <c:pt idx="22922">
                  <c:v>0.39599182927098764</c:v>
                </c:pt>
                <c:pt idx="22923">
                  <c:v>0.39599668343597527</c:v>
                </c:pt>
                <c:pt idx="22924">
                  <c:v>0.39601980473424775</c:v>
                </c:pt>
                <c:pt idx="22925">
                  <c:v>0.39612215541772622</c:v>
                </c:pt>
                <c:pt idx="22926">
                  <c:v>0.39617907450429207</c:v>
                </c:pt>
                <c:pt idx="22927">
                  <c:v>0.39637458365164774</c:v>
                </c:pt>
                <c:pt idx="22928">
                  <c:v>0.3964385364030239</c:v>
                </c:pt>
                <c:pt idx="22929">
                  <c:v>0.39650291633704543</c:v>
                </c:pt>
                <c:pt idx="22930">
                  <c:v>0.39650548288019655</c:v>
                </c:pt>
                <c:pt idx="22931">
                  <c:v>0.39659884050917982</c:v>
                </c:pt>
                <c:pt idx="22932">
                  <c:v>0.39667116811209513</c:v>
                </c:pt>
                <c:pt idx="22933">
                  <c:v>0.3967804953426986</c:v>
                </c:pt>
                <c:pt idx="22934">
                  <c:v>0.39693795377930446</c:v>
                </c:pt>
                <c:pt idx="22935">
                  <c:v>0.39697662076595597</c:v>
                </c:pt>
                <c:pt idx="22936">
                  <c:v>0.39718972632781668</c:v>
                </c:pt>
                <c:pt idx="22937">
                  <c:v>0.39723816786331606</c:v>
                </c:pt>
                <c:pt idx="22938">
                  <c:v>0.39728043126345519</c:v>
                </c:pt>
                <c:pt idx="22939">
                  <c:v>0.39731813207695948</c:v>
                </c:pt>
                <c:pt idx="22940">
                  <c:v>0.39732827923577324</c:v>
                </c:pt>
                <c:pt idx="22941">
                  <c:v>0.39754181135220501</c:v>
                </c:pt>
                <c:pt idx="22942">
                  <c:v>0.39763772030894939</c:v>
                </c:pt>
                <c:pt idx="22943">
                  <c:v>0.39769179068077903</c:v>
                </c:pt>
                <c:pt idx="22944">
                  <c:v>0.39769393038596879</c:v>
                </c:pt>
                <c:pt idx="22945">
                  <c:v>0.39781786594741825</c:v>
                </c:pt>
                <c:pt idx="22946">
                  <c:v>0.39783444029163045</c:v>
                </c:pt>
                <c:pt idx="22947">
                  <c:v>0.39787485289788238</c:v>
                </c:pt>
                <c:pt idx="22948">
                  <c:v>0.39796489381602757</c:v>
                </c:pt>
                <c:pt idx="22949">
                  <c:v>0.39798300842022594</c:v>
                </c:pt>
                <c:pt idx="22950">
                  <c:v>0.39813414412868542</c:v>
                </c:pt>
                <c:pt idx="22951">
                  <c:v>0.39818306784765312</c:v>
                </c:pt>
                <c:pt idx="22952">
                  <c:v>0.39819438024851761</c:v>
                </c:pt>
                <c:pt idx="22953">
                  <c:v>0.39819834822291417</c:v>
                </c:pt>
                <c:pt idx="22954">
                  <c:v>0.39829296608055031</c:v>
                </c:pt>
                <c:pt idx="22955">
                  <c:v>0.39832166534422808</c:v>
                </c:pt>
                <c:pt idx="22956">
                  <c:v>0.39833401831411153</c:v>
                </c:pt>
                <c:pt idx="22957">
                  <c:v>0.39834248705246073</c:v>
                </c:pt>
                <c:pt idx="22958">
                  <c:v>0.39834471963595841</c:v>
                </c:pt>
                <c:pt idx="22959">
                  <c:v>0.39838363298252738</c:v>
                </c:pt>
                <c:pt idx="22960">
                  <c:v>0.39850625200870843</c:v>
                </c:pt>
                <c:pt idx="22961">
                  <c:v>0.39851367360095563</c:v>
                </c:pt>
                <c:pt idx="22962">
                  <c:v>0.3985231246299567</c:v>
                </c:pt>
                <c:pt idx="22963">
                  <c:v>0.39870360102154334</c:v>
                </c:pt>
                <c:pt idx="22964">
                  <c:v>0.39885394911757432</c:v>
                </c:pt>
                <c:pt idx="22965">
                  <c:v>0.39893801720236693</c:v>
                </c:pt>
                <c:pt idx="22966">
                  <c:v>0.39904002477620115</c:v>
                </c:pt>
                <c:pt idx="22967">
                  <c:v>0.39907078702404314</c:v>
                </c:pt>
                <c:pt idx="22968">
                  <c:v>0.39917467164641796</c:v>
                </c:pt>
                <c:pt idx="22969">
                  <c:v>0.39918026381442706</c:v>
                </c:pt>
                <c:pt idx="22970">
                  <c:v>0.3992135183512045</c:v>
                </c:pt>
                <c:pt idx="22971">
                  <c:v>0.39931929950625333</c:v>
                </c:pt>
                <c:pt idx="22972">
                  <c:v>0.39936148683118133</c:v>
                </c:pt>
                <c:pt idx="22973">
                  <c:v>0.39946448109298566</c:v>
                </c:pt>
                <c:pt idx="22974">
                  <c:v>0.39952048631165937</c:v>
                </c:pt>
                <c:pt idx="22975">
                  <c:v>0.39952800253802695</c:v>
                </c:pt>
                <c:pt idx="22976">
                  <c:v>0.39954881284708699</c:v>
                </c:pt>
                <c:pt idx="22977">
                  <c:v>0.3995821486255286</c:v>
                </c:pt>
                <c:pt idx="22978">
                  <c:v>0.39966943058129079</c:v>
                </c:pt>
                <c:pt idx="22979">
                  <c:v>0.39976301528194025</c:v>
                </c:pt>
                <c:pt idx="22980">
                  <c:v>0.3997815683736955</c:v>
                </c:pt>
                <c:pt idx="22981">
                  <c:v>0.39986562512737622</c:v>
                </c:pt>
                <c:pt idx="22982">
                  <c:v>0.39987146351597197</c:v>
                </c:pt>
                <c:pt idx="22983">
                  <c:v>0.39993514424369825</c:v>
                </c:pt>
                <c:pt idx="22984">
                  <c:v>0.40005805059756833</c:v>
                </c:pt>
                <c:pt idx="22985">
                  <c:v>0.40007570330570613</c:v>
                </c:pt>
                <c:pt idx="22986">
                  <c:v>0.40014540685132938</c:v>
                </c:pt>
                <c:pt idx="22987">
                  <c:v>0.40015954056265501</c:v>
                </c:pt>
                <c:pt idx="22988">
                  <c:v>0.40017936833050405</c:v>
                </c:pt>
                <c:pt idx="22989">
                  <c:v>0.40024204449855705</c:v>
                </c:pt>
                <c:pt idx="22990">
                  <c:v>0.40053507358267781</c:v>
                </c:pt>
                <c:pt idx="22991">
                  <c:v>0.40054769458349126</c:v>
                </c:pt>
                <c:pt idx="22992">
                  <c:v>0.40058952793226915</c:v>
                </c:pt>
                <c:pt idx="22993">
                  <c:v>0.40060201163059933</c:v>
                </c:pt>
                <c:pt idx="22994">
                  <c:v>0.40067364720186793</c:v>
                </c:pt>
                <c:pt idx="22995">
                  <c:v>0.40068059963417751</c:v>
                </c:pt>
                <c:pt idx="22996">
                  <c:v>0.40069739280663774</c:v>
                </c:pt>
                <c:pt idx="22997">
                  <c:v>0.4007294207082292</c:v>
                </c:pt>
                <c:pt idx="22998">
                  <c:v>0.40075420598416772</c:v>
                </c:pt>
                <c:pt idx="22999">
                  <c:v>0.40084900569118243</c:v>
                </c:pt>
                <c:pt idx="23000">
                  <c:v>0.4008787465353334</c:v>
                </c:pt>
                <c:pt idx="23001">
                  <c:v>0.40099806605566285</c:v>
                </c:pt>
                <c:pt idx="23002">
                  <c:v>0.40104413677169248</c:v>
                </c:pt>
                <c:pt idx="23003">
                  <c:v>0.40110709825775603</c:v>
                </c:pt>
                <c:pt idx="23004">
                  <c:v>0.40121444444780158</c:v>
                </c:pt>
                <c:pt idx="23005">
                  <c:v>0.40126522039857604</c:v>
                </c:pt>
                <c:pt idx="23006">
                  <c:v>0.40129258458690859</c:v>
                </c:pt>
                <c:pt idx="23007">
                  <c:v>0.40130286934124015</c:v>
                </c:pt>
                <c:pt idx="23008">
                  <c:v>0.40130525287963992</c:v>
                </c:pt>
                <c:pt idx="23009">
                  <c:v>0.40132804791701165</c:v>
                </c:pt>
                <c:pt idx="23010">
                  <c:v>0.40141811260874621</c:v>
                </c:pt>
                <c:pt idx="23011">
                  <c:v>0.40153472550088831</c:v>
                </c:pt>
                <c:pt idx="23012">
                  <c:v>0.40160689303711083</c:v>
                </c:pt>
                <c:pt idx="23013">
                  <c:v>0.40161111524677312</c:v>
                </c:pt>
                <c:pt idx="23014">
                  <c:v>0.40163654870668158</c:v>
                </c:pt>
                <c:pt idx="23015">
                  <c:v>0.40176906987191413</c:v>
                </c:pt>
                <c:pt idx="23016">
                  <c:v>0.40180990472103773</c:v>
                </c:pt>
                <c:pt idx="23017">
                  <c:v>0.40185955258404094</c:v>
                </c:pt>
                <c:pt idx="23018">
                  <c:v>0.40187994094674051</c:v>
                </c:pt>
                <c:pt idx="23019">
                  <c:v>0.40190269568031839</c:v>
                </c:pt>
                <c:pt idx="23020">
                  <c:v>0.40190985646265898</c:v>
                </c:pt>
                <c:pt idx="23021">
                  <c:v>0.40198417018416832</c:v>
                </c:pt>
                <c:pt idx="23022">
                  <c:v>0.40203638507590295</c:v>
                </c:pt>
                <c:pt idx="23023">
                  <c:v>0.40205627456818344</c:v>
                </c:pt>
                <c:pt idx="23024">
                  <c:v>0.4020583105059104</c:v>
                </c:pt>
                <c:pt idx="23025">
                  <c:v>0.40206807337409095</c:v>
                </c:pt>
                <c:pt idx="23026">
                  <c:v>0.40209947543439628</c:v>
                </c:pt>
                <c:pt idx="23027">
                  <c:v>0.4021317248904735</c:v>
                </c:pt>
                <c:pt idx="23028">
                  <c:v>0.40218121868126594</c:v>
                </c:pt>
                <c:pt idx="23029">
                  <c:v>0.40228355669831756</c:v>
                </c:pt>
                <c:pt idx="23030">
                  <c:v>0.40234269822348168</c:v>
                </c:pt>
                <c:pt idx="23031">
                  <c:v>0.40234931793605327</c:v>
                </c:pt>
                <c:pt idx="23032">
                  <c:v>0.40237212276629414</c:v>
                </c:pt>
                <c:pt idx="23033">
                  <c:v>0.40244955240793495</c:v>
                </c:pt>
                <c:pt idx="23034">
                  <c:v>0.402492065448946</c:v>
                </c:pt>
                <c:pt idx="23035">
                  <c:v>0.40253084026939268</c:v>
                </c:pt>
                <c:pt idx="23036">
                  <c:v>0.4026272368729501</c:v>
                </c:pt>
                <c:pt idx="23037">
                  <c:v>0.40263921793574015</c:v>
                </c:pt>
                <c:pt idx="23038">
                  <c:v>0.40265544948729681</c:v>
                </c:pt>
                <c:pt idx="23039">
                  <c:v>0.40269794844604034</c:v>
                </c:pt>
                <c:pt idx="23040">
                  <c:v>0.40269845006601152</c:v>
                </c:pt>
                <c:pt idx="23041">
                  <c:v>0.40271442011369468</c:v>
                </c:pt>
                <c:pt idx="23042">
                  <c:v>0.40274046459948076</c:v>
                </c:pt>
                <c:pt idx="23043">
                  <c:v>0.40276335600103907</c:v>
                </c:pt>
                <c:pt idx="23044">
                  <c:v>0.40295498701085081</c:v>
                </c:pt>
                <c:pt idx="23045">
                  <c:v>0.40296969952519923</c:v>
                </c:pt>
                <c:pt idx="23046">
                  <c:v>0.4032301628418799</c:v>
                </c:pt>
                <c:pt idx="23047">
                  <c:v>0.40329201209703885</c:v>
                </c:pt>
                <c:pt idx="23048">
                  <c:v>0.40333344771130936</c:v>
                </c:pt>
                <c:pt idx="23049">
                  <c:v>0.40338117423451314</c:v>
                </c:pt>
                <c:pt idx="23050">
                  <c:v>0.40345042794449704</c:v>
                </c:pt>
                <c:pt idx="23051">
                  <c:v>0.40363486242715779</c:v>
                </c:pt>
                <c:pt idx="23052">
                  <c:v>0.40367822817552734</c:v>
                </c:pt>
                <c:pt idx="23053">
                  <c:v>0.40373916937469861</c:v>
                </c:pt>
                <c:pt idx="23054">
                  <c:v>0.4038651531497332</c:v>
                </c:pt>
                <c:pt idx="23055">
                  <c:v>0.4038984213543409</c:v>
                </c:pt>
                <c:pt idx="23056">
                  <c:v>0.40397901938689651</c:v>
                </c:pt>
                <c:pt idx="23057">
                  <c:v>0.40401063623081679</c:v>
                </c:pt>
                <c:pt idx="23058">
                  <c:v>0.40404685188465916</c:v>
                </c:pt>
                <c:pt idx="23059">
                  <c:v>0.40408454039865033</c:v>
                </c:pt>
                <c:pt idx="23060">
                  <c:v>0.40420381756222423</c:v>
                </c:pt>
                <c:pt idx="23061">
                  <c:v>0.4042383099594497</c:v>
                </c:pt>
                <c:pt idx="23062">
                  <c:v>0.40424176648278903</c:v>
                </c:pt>
                <c:pt idx="23063">
                  <c:v>0.40425711580339863</c:v>
                </c:pt>
                <c:pt idx="23064">
                  <c:v>0.40428749487251847</c:v>
                </c:pt>
                <c:pt idx="23065">
                  <c:v>0.40432230372589228</c:v>
                </c:pt>
                <c:pt idx="23066">
                  <c:v>0.40441017650273492</c:v>
                </c:pt>
                <c:pt idx="23067">
                  <c:v>0.40442343449710089</c:v>
                </c:pt>
                <c:pt idx="23068">
                  <c:v>0.40446888047062435</c:v>
                </c:pt>
                <c:pt idx="23069">
                  <c:v>0.40460668281207024</c:v>
                </c:pt>
                <c:pt idx="23070">
                  <c:v>0.4046349597420027</c:v>
                </c:pt>
                <c:pt idx="23071">
                  <c:v>0.40468382734935504</c:v>
                </c:pt>
                <c:pt idx="23072">
                  <c:v>0.40472625034073123</c:v>
                </c:pt>
                <c:pt idx="23073">
                  <c:v>0.40475249188035395</c:v>
                </c:pt>
                <c:pt idx="23074">
                  <c:v>0.40477029903426226</c:v>
                </c:pt>
                <c:pt idx="23075">
                  <c:v>0.40479904457068061</c:v>
                </c:pt>
                <c:pt idx="23076">
                  <c:v>0.40486934717016632</c:v>
                </c:pt>
                <c:pt idx="23077">
                  <c:v>0.40488069973658486</c:v>
                </c:pt>
                <c:pt idx="23078">
                  <c:v>0.4048835027095975</c:v>
                </c:pt>
                <c:pt idx="23079">
                  <c:v>0.40492135255399819</c:v>
                </c:pt>
                <c:pt idx="23080">
                  <c:v>0.40494881913048736</c:v>
                </c:pt>
                <c:pt idx="23081">
                  <c:v>0.40497834869209676</c:v>
                </c:pt>
                <c:pt idx="23082">
                  <c:v>0.4049800900690429</c:v>
                </c:pt>
                <c:pt idx="23083">
                  <c:v>0.40501702361077069</c:v>
                </c:pt>
                <c:pt idx="23084">
                  <c:v>0.40513061737019018</c:v>
                </c:pt>
                <c:pt idx="23085">
                  <c:v>0.40518012209198712</c:v>
                </c:pt>
                <c:pt idx="23086">
                  <c:v>0.40528570913704604</c:v>
                </c:pt>
                <c:pt idx="23087">
                  <c:v>0.40544974868524608</c:v>
                </c:pt>
                <c:pt idx="23088">
                  <c:v>0.40547042911711445</c:v>
                </c:pt>
                <c:pt idx="23089">
                  <c:v>0.40550749510352452</c:v>
                </c:pt>
                <c:pt idx="23090">
                  <c:v>0.4055655375224882</c:v>
                </c:pt>
                <c:pt idx="23091">
                  <c:v>0.4056057481007137</c:v>
                </c:pt>
                <c:pt idx="23092">
                  <c:v>0.40564616634790579</c:v>
                </c:pt>
                <c:pt idx="23093">
                  <c:v>0.40575802113658538</c:v>
                </c:pt>
                <c:pt idx="23094">
                  <c:v>0.4058111984814961</c:v>
                </c:pt>
                <c:pt idx="23095">
                  <c:v>0.40584862512930325</c:v>
                </c:pt>
                <c:pt idx="23096">
                  <c:v>0.40608623026010121</c:v>
                </c:pt>
                <c:pt idx="23097">
                  <c:v>0.40608773980037943</c:v>
                </c:pt>
                <c:pt idx="23098">
                  <c:v>0.40609370129058464</c:v>
                </c:pt>
                <c:pt idx="23099">
                  <c:v>0.40618334208213946</c:v>
                </c:pt>
                <c:pt idx="23100">
                  <c:v>0.40629585555599468</c:v>
                </c:pt>
                <c:pt idx="23101">
                  <c:v>0.40634587417847862</c:v>
                </c:pt>
                <c:pt idx="23102">
                  <c:v>0.40640362744158581</c:v>
                </c:pt>
                <c:pt idx="23103">
                  <c:v>0.40641749902909102</c:v>
                </c:pt>
                <c:pt idx="23104">
                  <c:v>0.40649855140365154</c:v>
                </c:pt>
                <c:pt idx="23105">
                  <c:v>0.40656747279989991</c:v>
                </c:pt>
                <c:pt idx="23106">
                  <c:v>0.40664423359937046</c:v>
                </c:pt>
                <c:pt idx="23107">
                  <c:v>0.40670017760837512</c:v>
                </c:pt>
                <c:pt idx="23108">
                  <c:v>0.40679790571095237</c:v>
                </c:pt>
                <c:pt idx="23109">
                  <c:v>0.40681068424180722</c:v>
                </c:pt>
                <c:pt idx="23110">
                  <c:v>0.40684355001033656</c:v>
                </c:pt>
                <c:pt idx="23111">
                  <c:v>0.40685672119378369</c:v>
                </c:pt>
                <c:pt idx="23112">
                  <c:v>0.40686053823374502</c:v>
                </c:pt>
                <c:pt idx="23113">
                  <c:v>0.40693523962034667</c:v>
                </c:pt>
                <c:pt idx="23114">
                  <c:v>0.40709151185731907</c:v>
                </c:pt>
                <c:pt idx="23115">
                  <c:v>0.4071235922702508</c:v>
                </c:pt>
                <c:pt idx="23116">
                  <c:v>0.40715888121819493</c:v>
                </c:pt>
                <c:pt idx="23117">
                  <c:v>0.4071693328164871</c:v>
                </c:pt>
                <c:pt idx="23118">
                  <c:v>0.40736580891494312</c:v>
                </c:pt>
                <c:pt idx="23119">
                  <c:v>0.40743052234643723</c:v>
                </c:pt>
                <c:pt idx="23120">
                  <c:v>0.40743600853699641</c:v>
                </c:pt>
                <c:pt idx="23121">
                  <c:v>0.4074376698241276</c:v>
                </c:pt>
                <c:pt idx="23122">
                  <c:v>0.40745806133375861</c:v>
                </c:pt>
                <c:pt idx="23123">
                  <c:v>0.40760402943642687</c:v>
                </c:pt>
                <c:pt idx="23124">
                  <c:v>0.40760643462759444</c:v>
                </c:pt>
                <c:pt idx="23125">
                  <c:v>0.40777419764233069</c:v>
                </c:pt>
                <c:pt idx="23126">
                  <c:v>0.40787053829528586</c:v>
                </c:pt>
                <c:pt idx="23127">
                  <c:v>0.40787415862948495</c:v>
                </c:pt>
                <c:pt idx="23128">
                  <c:v>0.40823724437805065</c:v>
                </c:pt>
                <c:pt idx="23129">
                  <c:v>0.4082793464626166</c:v>
                </c:pt>
                <c:pt idx="23130">
                  <c:v>0.4082911798977365</c:v>
                </c:pt>
                <c:pt idx="23131">
                  <c:v>0.40851469046232008</c:v>
                </c:pt>
                <c:pt idx="23132">
                  <c:v>0.40855676324367945</c:v>
                </c:pt>
                <c:pt idx="23133">
                  <c:v>0.40856760387274105</c:v>
                </c:pt>
                <c:pt idx="23134">
                  <c:v>0.40860265832142573</c:v>
                </c:pt>
                <c:pt idx="23135">
                  <c:v>0.40860915450057961</c:v>
                </c:pt>
                <c:pt idx="23136">
                  <c:v>0.4086510895229814</c:v>
                </c:pt>
                <c:pt idx="23137">
                  <c:v>0.40868472574893155</c:v>
                </c:pt>
                <c:pt idx="23138">
                  <c:v>0.40868525465876387</c:v>
                </c:pt>
                <c:pt idx="23139">
                  <c:v>0.40878618132518191</c:v>
                </c:pt>
                <c:pt idx="23140">
                  <c:v>0.40878948173680507</c:v>
                </c:pt>
                <c:pt idx="23141">
                  <c:v>0.40883337078791465</c:v>
                </c:pt>
                <c:pt idx="23142">
                  <c:v>0.40888138490812831</c:v>
                </c:pt>
                <c:pt idx="23143">
                  <c:v>0.40897647274507848</c:v>
                </c:pt>
                <c:pt idx="23144">
                  <c:v>0.40900296476995351</c:v>
                </c:pt>
                <c:pt idx="23145">
                  <c:v>0.40907694366505237</c:v>
                </c:pt>
                <c:pt idx="23146">
                  <c:v>0.40914084075774909</c:v>
                </c:pt>
                <c:pt idx="23147">
                  <c:v>0.40917843064038711</c:v>
                </c:pt>
                <c:pt idx="23148">
                  <c:v>0.40926682275947018</c:v>
                </c:pt>
                <c:pt idx="23149">
                  <c:v>0.40927042650121448</c:v>
                </c:pt>
                <c:pt idx="23150">
                  <c:v>0.40928624354937765</c:v>
                </c:pt>
                <c:pt idx="23151">
                  <c:v>0.40929138128754672</c:v>
                </c:pt>
                <c:pt idx="23152">
                  <c:v>0.40946542906942468</c:v>
                </c:pt>
                <c:pt idx="23153">
                  <c:v>0.40957108892500022</c:v>
                </c:pt>
                <c:pt idx="23154">
                  <c:v>0.40957703799625883</c:v>
                </c:pt>
                <c:pt idx="23155">
                  <c:v>0.40980304220076735</c:v>
                </c:pt>
                <c:pt idx="23156">
                  <c:v>0.4098509909217341</c:v>
                </c:pt>
                <c:pt idx="23157">
                  <c:v>0.40987932802520843</c:v>
                </c:pt>
                <c:pt idx="23158">
                  <c:v>0.4098818341760867</c:v>
                </c:pt>
                <c:pt idx="23159">
                  <c:v>0.40998796515997393</c:v>
                </c:pt>
                <c:pt idx="23160">
                  <c:v>0.41006959980546176</c:v>
                </c:pt>
                <c:pt idx="23161">
                  <c:v>0.41013187928136779</c:v>
                </c:pt>
                <c:pt idx="23162">
                  <c:v>0.41023767986596993</c:v>
                </c:pt>
                <c:pt idx="23163">
                  <c:v>0.41024867011893845</c:v>
                </c:pt>
                <c:pt idx="23164">
                  <c:v>0.410269398427279</c:v>
                </c:pt>
                <c:pt idx="23165">
                  <c:v>0.41036366817009845</c:v>
                </c:pt>
                <c:pt idx="23166">
                  <c:v>0.41040292956941843</c:v>
                </c:pt>
                <c:pt idx="23167">
                  <c:v>0.41051922313702099</c:v>
                </c:pt>
                <c:pt idx="23168">
                  <c:v>0.41052914331479917</c:v>
                </c:pt>
                <c:pt idx="23169">
                  <c:v>0.41060317754604325</c:v>
                </c:pt>
                <c:pt idx="23170">
                  <c:v>0.41060450204172383</c:v>
                </c:pt>
                <c:pt idx="23171">
                  <c:v>0.41064289105493523</c:v>
                </c:pt>
                <c:pt idx="23172">
                  <c:v>0.41066646969106296</c:v>
                </c:pt>
                <c:pt idx="23173">
                  <c:v>0.41066960990449997</c:v>
                </c:pt>
                <c:pt idx="23174">
                  <c:v>0.41068126193452537</c:v>
                </c:pt>
                <c:pt idx="23175">
                  <c:v>0.41070853206389851</c:v>
                </c:pt>
                <c:pt idx="23176">
                  <c:v>0.41070872922159823</c:v>
                </c:pt>
                <c:pt idx="23177">
                  <c:v>0.41097146566426168</c:v>
                </c:pt>
                <c:pt idx="23178">
                  <c:v>0.41102177602395878</c:v>
                </c:pt>
                <c:pt idx="23179">
                  <c:v>0.41102592833906526</c:v>
                </c:pt>
                <c:pt idx="23180">
                  <c:v>0.411036704477658</c:v>
                </c:pt>
                <c:pt idx="23181">
                  <c:v>0.41103876399548206</c:v>
                </c:pt>
                <c:pt idx="23182">
                  <c:v>0.41106243369838291</c:v>
                </c:pt>
                <c:pt idx="23183">
                  <c:v>0.41107802512618991</c:v>
                </c:pt>
                <c:pt idx="23184">
                  <c:v>0.41107850721748646</c:v>
                </c:pt>
                <c:pt idx="23185">
                  <c:v>0.41116784159130715</c:v>
                </c:pt>
                <c:pt idx="23186">
                  <c:v>0.41123672717703574</c:v>
                </c:pt>
                <c:pt idx="23187">
                  <c:v>0.41125497334830347</c:v>
                </c:pt>
                <c:pt idx="23188">
                  <c:v>0.4113424251160579</c:v>
                </c:pt>
                <c:pt idx="23189">
                  <c:v>0.4113571515508716</c:v>
                </c:pt>
                <c:pt idx="23190">
                  <c:v>0.411407501226904</c:v>
                </c:pt>
                <c:pt idx="23191">
                  <c:v>0.41144784607460322</c:v>
                </c:pt>
                <c:pt idx="23192">
                  <c:v>0.41150846500140209</c:v>
                </c:pt>
                <c:pt idx="23193">
                  <c:v>0.4115129448324446</c:v>
                </c:pt>
                <c:pt idx="23194">
                  <c:v>0.41160264966753918</c:v>
                </c:pt>
                <c:pt idx="23195">
                  <c:v>0.41163503508846522</c:v>
                </c:pt>
                <c:pt idx="23196">
                  <c:v>0.41169294382822191</c:v>
                </c:pt>
                <c:pt idx="23197">
                  <c:v>0.41182798755235078</c:v>
                </c:pt>
                <c:pt idx="23198">
                  <c:v>0.41187991959744302</c:v>
                </c:pt>
                <c:pt idx="23199">
                  <c:v>0.41189411040661561</c:v>
                </c:pt>
                <c:pt idx="23200">
                  <c:v>0.41197213400396537</c:v>
                </c:pt>
                <c:pt idx="23201">
                  <c:v>0.41201629692324565</c:v>
                </c:pt>
                <c:pt idx="23202">
                  <c:v>0.41202759321829124</c:v>
                </c:pt>
                <c:pt idx="23203">
                  <c:v>0.41216887526304463</c:v>
                </c:pt>
                <c:pt idx="23204">
                  <c:v>0.4122440892383219</c:v>
                </c:pt>
                <c:pt idx="23205">
                  <c:v>0.41227235051247751</c:v>
                </c:pt>
                <c:pt idx="23206">
                  <c:v>0.41229226648905104</c:v>
                </c:pt>
                <c:pt idx="23207">
                  <c:v>0.41230921963712269</c:v>
                </c:pt>
                <c:pt idx="23208">
                  <c:v>0.41234563420240949</c:v>
                </c:pt>
                <c:pt idx="23209">
                  <c:v>0.41251910890814658</c:v>
                </c:pt>
                <c:pt idx="23210">
                  <c:v>0.41273172955796283</c:v>
                </c:pt>
                <c:pt idx="23211">
                  <c:v>0.41276208672783049</c:v>
                </c:pt>
                <c:pt idx="23212">
                  <c:v>0.41297965454091562</c:v>
                </c:pt>
                <c:pt idx="23213">
                  <c:v>0.41308886321379157</c:v>
                </c:pt>
                <c:pt idx="23214">
                  <c:v>0.41310510796793981</c:v>
                </c:pt>
                <c:pt idx="23215">
                  <c:v>0.4132624626527992</c:v>
                </c:pt>
                <c:pt idx="23216">
                  <c:v>0.41329862743193296</c:v>
                </c:pt>
                <c:pt idx="23217">
                  <c:v>0.41355201287497112</c:v>
                </c:pt>
                <c:pt idx="23218">
                  <c:v>0.41363209351929353</c:v>
                </c:pt>
                <c:pt idx="23219">
                  <c:v>0.41368261476774737</c:v>
                </c:pt>
                <c:pt idx="23220">
                  <c:v>0.41370376676437109</c:v>
                </c:pt>
                <c:pt idx="23221">
                  <c:v>0.41379730576716589</c:v>
                </c:pt>
                <c:pt idx="23222">
                  <c:v>0.41384095305375945</c:v>
                </c:pt>
                <c:pt idx="23223">
                  <c:v>0.41387436369004138</c:v>
                </c:pt>
                <c:pt idx="23224">
                  <c:v>0.41394094834403788</c:v>
                </c:pt>
                <c:pt idx="23225">
                  <c:v>0.4141010881339347</c:v>
                </c:pt>
                <c:pt idx="23226">
                  <c:v>0.41417941565067495</c:v>
                </c:pt>
                <c:pt idx="23227">
                  <c:v>0.41419685137406498</c:v>
                </c:pt>
                <c:pt idx="23228">
                  <c:v>0.41421444284910225</c:v>
                </c:pt>
                <c:pt idx="23229">
                  <c:v>0.41430633745348938</c:v>
                </c:pt>
                <c:pt idx="23230">
                  <c:v>0.41435701130407299</c:v>
                </c:pt>
                <c:pt idx="23231">
                  <c:v>0.414373635535634</c:v>
                </c:pt>
                <c:pt idx="23232">
                  <c:v>0.4143744460961476</c:v>
                </c:pt>
                <c:pt idx="23233">
                  <c:v>0.41437721334116817</c:v>
                </c:pt>
                <c:pt idx="23234">
                  <c:v>0.41439195240389642</c:v>
                </c:pt>
                <c:pt idx="23235">
                  <c:v>0.41452038948752584</c:v>
                </c:pt>
                <c:pt idx="23236">
                  <c:v>0.41457154120393203</c:v>
                </c:pt>
                <c:pt idx="23237">
                  <c:v>0.41457215324634117</c:v>
                </c:pt>
                <c:pt idx="23238">
                  <c:v>0.41462121915681643</c:v>
                </c:pt>
                <c:pt idx="23239">
                  <c:v>0.41472096808022985</c:v>
                </c:pt>
                <c:pt idx="23240">
                  <c:v>0.41472278819782804</c:v>
                </c:pt>
                <c:pt idx="23241">
                  <c:v>0.41474323876251079</c:v>
                </c:pt>
                <c:pt idx="23242">
                  <c:v>0.41476540261216038</c:v>
                </c:pt>
                <c:pt idx="23243">
                  <c:v>0.41485190979277176</c:v>
                </c:pt>
                <c:pt idx="23244">
                  <c:v>0.41485475488402634</c:v>
                </c:pt>
                <c:pt idx="23245">
                  <c:v>0.41499967130875248</c:v>
                </c:pt>
                <c:pt idx="23246">
                  <c:v>0.41516183511922239</c:v>
                </c:pt>
                <c:pt idx="23247">
                  <c:v>0.41519931510448804</c:v>
                </c:pt>
                <c:pt idx="23248">
                  <c:v>0.41520181211266521</c:v>
                </c:pt>
                <c:pt idx="23249">
                  <c:v>0.41520712381570962</c:v>
                </c:pt>
                <c:pt idx="23250">
                  <c:v>0.41522194107482957</c:v>
                </c:pt>
                <c:pt idx="23251">
                  <c:v>0.41523363024894344</c:v>
                </c:pt>
                <c:pt idx="23252">
                  <c:v>0.41523960697995543</c:v>
                </c:pt>
                <c:pt idx="23253">
                  <c:v>0.4154011670250527</c:v>
                </c:pt>
                <c:pt idx="23254">
                  <c:v>0.41540700413733933</c:v>
                </c:pt>
                <c:pt idx="23255">
                  <c:v>0.41540717011925493</c:v>
                </c:pt>
                <c:pt idx="23256">
                  <c:v>0.41546016863042201</c:v>
                </c:pt>
                <c:pt idx="23257">
                  <c:v>0.41549219940236892</c:v>
                </c:pt>
                <c:pt idx="23258">
                  <c:v>0.41551575854909401</c:v>
                </c:pt>
                <c:pt idx="23259">
                  <c:v>0.41552773641093305</c:v>
                </c:pt>
                <c:pt idx="23260">
                  <c:v>0.41555290351441421</c:v>
                </c:pt>
                <c:pt idx="23261">
                  <c:v>0.41568028065153212</c:v>
                </c:pt>
                <c:pt idx="23262">
                  <c:v>0.41573257672711511</c:v>
                </c:pt>
                <c:pt idx="23263">
                  <c:v>0.41573910839445222</c:v>
                </c:pt>
                <c:pt idx="23264">
                  <c:v>0.41577092967142953</c:v>
                </c:pt>
                <c:pt idx="23265">
                  <c:v>0.4157903209399183</c:v>
                </c:pt>
                <c:pt idx="23266">
                  <c:v>0.41581313821857524</c:v>
                </c:pt>
                <c:pt idx="23267">
                  <c:v>0.41587624511817678</c:v>
                </c:pt>
                <c:pt idx="23268">
                  <c:v>0.41588911444337939</c:v>
                </c:pt>
                <c:pt idx="23269">
                  <c:v>0.41591606341102882</c:v>
                </c:pt>
                <c:pt idx="23270">
                  <c:v>0.41595024823224425</c:v>
                </c:pt>
                <c:pt idx="23271">
                  <c:v>0.41597305156834186</c:v>
                </c:pt>
                <c:pt idx="23272">
                  <c:v>0.41597417557914318</c:v>
                </c:pt>
                <c:pt idx="23273">
                  <c:v>0.41608572956458667</c:v>
                </c:pt>
                <c:pt idx="23274">
                  <c:v>0.41610961233860755</c:v>
                </c:pt>
                <c:pt idx="23275">
                  <c:v>0.41613597653063628</c:v>
                </c:pt>
                <c:pt idx="23276">
                  <c:v>0.4162248058927161</c:v>
                </c:pt>
                <c:pt idx="23277">
                  <c:v>0.41623478731025559</c:v>
                </c:pt>
                <c:pt idx="23278">
                  <c:v>0.41623915845361048</c:v>
                </c:pt>
                <c:pt idx="23279">
                  <c:v>0.41634467626783556</c:v>
                </c:pt>
                <c:pt idx="23280">
                  <c:v>0.41644462892273354</c:v>
                </c:pt>
                <c:pt idx="23281">
                  <c:v>0.41646894451965799</c:v>
                </c:pt>
                <c:pt idx="23282">
                  <c:v>0.41649162622047242</c:v>
                </c:pt>
                <c:pt idx="23283">
                  <c:v>0.41650876565395628</c:v>
                </c:pt>
                <c:pt idx="23284">
                  <c:v>0.41651296353097028</c:v>
                </c:pt>
                <c:pt idx="23285">
                  <c:v>0.41658430451423234</c:v>
                </c:pt>
                <c:pt idx="23286">
                  <c:v>0.41661676366730671</c:v>
                </c:pt>
                <c:pt idx="23287">
                  <c:v>0.41662747737345651</c:v>
                </c:pt>
                <c:pt idx="23288">
                  <c:v>0.41664465874930379</c:v>
                </c:pt>
                <c:pt idx="23289">
                  <c:v>0.41670016049518865</c:v>
                </c:pt>
                <c:pt idx="23290">
                  <c:v>0.41670554232518564</c:v>
                </c:pt>
                <c:pt idx="23291">
                  <c:v>0.41677685879557097</c:v>
                </c:pt>
                <c:pt idx="23292">
                  <c:v>0.41686423915673537</c:v>
                </c:pt>
                <c:pt idx="23293">
                  <c:v>0.41689678494624682</c:v>
                </c:pt>
                <c:pt idx="23294">
                  <c:v>0.41690794740552628</c:v>
                </c:pt>
                <c:pt idx="23295">
                  <c:v>0.41715753954127277</c:v>
                </c:pt>
                <c:pt idx="23296">
                  <c:v>0.41722917046698105</c:v>
                </c:pt>
                <c:pt idx="23297">
                  <c:v>0.41722929702640271</c:v>
                </c:pt>
                <c:pt idx="23298">
                  <c:v>0.41730562292270373</c:v>
                </c:pt>
                <c:pt idx="23299">
                  <c:v>0.41749516159549416</c:v>
                </c:pt>
                <c:pt idx="23300">
                  <c:v>0.4175574719327021</c:v>
                </c:pt>
                <c:pt idx="23301">
                  <c:v>0.4176907323827434</c:v>
                </c:pt>
                <c:pt idx="23302">
                  <c:v>0.41772709608234709</c:v>
                </c:pt>
                <c:pt idx="23303">
                  <c:v>0.41776521074541334</c:v>
                </c:pt>
                <c:pt idx="23304">
                  <c:v>0.41783131939613949</c:v>
                </c:pt>
                <c:pt idx="23305">
                  <c:v>0.41784985735238178</c:v>
                </c:pt>
                <c:pt idx="23306">
                  <c:v>0.41787193433658765</c:v>
                </c:pt>
                <c:pt idx="23307">
                  <c:v>0.41794973605748076</c:v>
                </c:pt>
                <c:pt idx="23308">
                  <c:v>0.41797533863153619</c:v>
                </c:pt>
                <c:pt idx="23309">
                  <c:v>0.41803088569777441</c:v>
                </c:pt>
                <c:pt idx="23310">
                  <c:v>0.41806299555743343</c:v>
                </c:pt>
                <c:pt idx="23311">
                  <c:v>0.41810628022244656</c:v>
                </c:pt>
                <c:pt idx="23312">
                  <c:v>0.41814421157058196</c:v>
                </c:pt>
                <c:pt idx="23313">
                  <c:v>0.41817694084193802</c:v>
                </c:pt>
                <c:pt idx="23314">
                  <c:v>0.41823802375205105</c:v>
                </c:pt>
                <c:pt idx="23315">
                  <c:v>0.41831494629575006</c:v>
                </c:pt>
                <c:pt idx="23316">
                  <c:v>0.4184294961494992</c:v>
                </c:pt>
                <c:pt idx="23317">
                  <c:v>0.41843731048450189</c:v>
                </c:pt>
                <c:pt idx="23318">
                  <c:v>0.41849096247846612</c:v>
                </c:pt>
                <c:pt idx="23319">
                  <c:v>0.41853034809259382</c:v>
                </c:pt>
                <c:pt idx="23320">
                  <c:v>0.41857385559246363</c:v>
                </c:pt>
                <c:pt idx="23321">
                  <c:v>0.41873869254422569</c:v>
                </c:pt>
                <c:pt idx="23322">
                  <c:v>0.41880548967888731</c:v>
                </c:pt>
                <c:pt idx="23323">
                  <c:v>0.41885826508813068</c:v>
                </c:pt>
                <c:pt idx="23324">
                  <c:v>0.41888098935762208</c:v>
                </c:pt>
                <c:pt idx="23325">
                  <c:v>0.41899712452415361</c:v>
                </c:pt>
                <c:pt idx="23326">
                  <c:v>0.4192280509635774</c:v>
                </c:pt>
                <c:pt idx="23327">
                  <c:v>0.41929152950976106</c:v>
                </c:pt>
                <c:pt idx="23328">
                  <c:v>0.4192927768738296</c:v>
                </c:pt>
                <c:pt idx="23329">
                  <c:v>0.41953947455065776</c:v>
                </c:pt>
                <c:pt idx="23330">
                  <c:v>0.41963612754153351</c:v>
                </c:pt>
                <c:pt idx="23331">
                  <c:v>0.41980786437009926</c:v>
                </c:pt>
                <c:pt idx="23332">
                  <c:v>0.41987913874803118</c:v>
                </c:pt>
                <c:pt idx="23333">
                  <c:v>0.41994980570229262</c:v>
                </c:pt>
                <c:pt idx="23334">
                  <c:v>0.4200176601493224</c:v>
                </c:pt>
                <c:pt idx="23335">
                  <c:v>0.42002638369701145</c:v>
                </c:pt>
                <c:pt idx="23336">
                  <c:v>0.42018176453038153</c:v>
                </c:pt>
                <c:pt idx="23337">
                  <c:v>0.42022738727995779</c:v>
                </c:pt>
                <c:pt idx="23338">
                  <c:v>0.42024499046865021</c:v>
                </c:pt>
                <c:pt idx="23339">
                  <c:v>0.42039242496752777</c:v>
                </c:pt>
                <c:pt idx="23340">
                  <c:v>0.42050495964652951</c:v>
                </c:pt>
                <c:pt idx="23341">
                  <c:v>0.42052684772998672</c:v>
                </c:pt>
                <c:pt idx="23342">
                  <c:v>0.42053728307411475</c:v>
                </c:pt>
                <c:pt idx="23343">
                  <c:v>0.4206203939175468</c:v>
                </c:pt>
                <c:pt idx="23344">
                  <c:v>0.42078294113824871</c:v>
                </c:pt>
                <c:pt idx="23345">
                  <c:v>0.42084400704761454</c:v>
                </c:pt>
                <c:pt idx="23346">
                  <c:v>0.42088811867529169</c:v>
                </c:pt>
                <c:pt idx="23347">
                  <c:v>0.42088991343579868</c:v>
                </c:pt>
                <c:pt idx="23348">
                  <c:v>0.42094900562220228</c:v>
                </c:pt>
                <c:pt idx="23349">
                  <c:v>0.42104767520691272</c:v>
                </c:pt>
                <c:pt idx="23350">
                  <c:v>0.42111707775648527</c:v>
                </c:pt>
                <c:pt idx="23351">
                  <c:v>0.4211431420326745</c:v>
                </c:pt>
                <c:pt idx="23352">
                  <c:v>0.42131630818421101</c:v>
                </c:pt>
                <c:pt idx="23353">
                  <c:v>0.42136316637183291</c:v>
                </c:pt>
                <c:pt idx="23354">
                  <c:v>0.42149128972352023</c:v>
                </c:pt>
                <c:pt idx="23355">
                  <c:v>0.42151355258110917</c:v>
                </c:pt>
                <c:pt idx="23356">
                  <c:v>0.42151361995067621</c:v>
                </c:pt>
                <c:pt idx="23357">
                  <c:v>0.42158366695160571</c:v>
                </c:pt>
                <c:pt idx="23358">
                  <c:v>0.42162337656637122</c:v>
                </c:pt>
                <c:pt idx="23359">
                  <c:v>0.42164488214020146</c:v>
                </c:pt>
                <c:pt idx="23360">
                  <c:v>0.42167525960353963</c:v>
                </c:pt>
                <c:pt idx="23361">
                  <c:v>0.42172695865588317</c:v>
                </c:pt>
                <c:pt idx="23362">
                  <c:v>0.42191582655520549</c:v>
                </c:pt>
                <c:pt idx="23363">
                  <c:v>0.42193903972226399</c:v>
                </c:pt>
                <c:pt idx="23364">
                  <c:v>0.42209871558842366</c:v>
                </c:pt>
                <c:pt idx="23365">
                  <c:v>0.42210396032306163</c:v>
                </c:pt>
                <c:pt idx="23366">
                  <c:v>0.42212393656194486</c:v>
                </c:pt>
                <c:pt idx="23367">
                  <c:v>0.42223182772991807</c:v>
                </c:pt>
                <c:pt idx="23368">
                  <c:v>0.42225563382035214</c:v>
                </c:pt>
                <c:pt idx="23369">
                  <c:v>0.42234920069785337</c:v>
                </c:pt>
                <c:pt idx="23370">
                  <c:v>0.42237113349430272</c:v>
                </c:pt>
                <c:pt idx="23371">
                  <c:v>0.42243244906246319</c:v>
                </c:pt>
                <c:pt idx="23372">
                  <c:v>0.42245134988406696</c:v>
                </c:pt>
                <c:pt idx="23373">
                  <c:v>0.42251875313584303</c:v>
                </c:pt>
                <c:pt idx="23374">
                  <c:v>0.42263459207910098</c:v>
                </c:pt>
                <c:pt idx="23375">
                  <c:v>0.42265566417106465</c:v>
                </c:pt>
                <c:pt idx="23376">
                  <c:v>0.42271312739703931</c:v>
                </c:pt>
                <c:pt idx="23377">
                  <c:v>0.42293727964875427</c:v>
                </c:pt>
                <c:pt idx="23378">
                  <c:v>0.42305738958691136</c:v>
                </c:pt>
                <c:pt idx="23379">
                  <c:v>0.42306146515551363</c:v>
                </c:pt>
                <c:pt idx="23380">
                  <c:v>0.42310444493601718</c:v>
                </c:pt>
                <c:pt idx="23381">
                  <c:v>0.42328457691163651</c:v>
                </c:pt>
                <c:pt idx="23382">
                  <c:v>0.42357425100409329</c:v>
                </c:pt>
                <c:pt idx="23383">
                  <c:v>0.42365782806604985</c:v>
                </c:pt>
                <c:pt idx="23384">
                  <c:v>0.42380078421707451</c:v>
                </c:pt>
                <c:pt idx="23385">
                  <c:v>0.4238860365265818</c:v>
                </c:pt>
                <c:pt idx="23386">
                  <c:v>0.42408764788796893</c:v>
                </c:pt>
                <c:pt idx="23387">
                  <c:v>0.42408866439895065</c:v>
                </c:pt>
                <c:pt idx="23388">
                  <c:v>0.42418223083718781</c:v>
                </c:pt>
                <c:pt idx="23389">
                  <c:v>0.42419571784460303</c:v>
                </c:pt>
                <c:pt idx="23390">
                  <c:v>0.42421050015430345</c:v>
                </c:pt>
                <c:pt idx="23391">
                  <c:v>0.42428068379787648</c:v>
                </c:pt>
                <c:pt idx="23392">
                  <c:v>0.42432592345997211</c:v>
                </c:pt>
                <c:pt idx="23393">
                  <c:v>0.42446938932016548</c:v>
                </c:pt>
                <c:pt idx="23394">
                  <c:v>0.424532181923234</c:v>
                </c:pt>
                <c:pt idx="23395">
                  <c:v>0.42455818897783237</c:v>
                </c:pt>
                <c:pt idx="23396">
                  <c:v>0.42463738630080239</c:v>
                </c:pt>
                <c:pt idx="23397">
                  <c:v>0.42468529322741166</c:v>
                </c:pt>
                <c:pt idx="23398">
                  <c:v>0.42475451079350152</c:v>
                </c:pt>
                <c:pt idx="23399">
                  <c:v>0.42480807708619039</c:v>
                </c:pt>
                <c:pt idx="23400">
                  <c:v>0.4248639224919315</c:v>
                </c:pt>
                <c:pt idx="23401">
                  <c:v>0.42489069876033658</c:v>
                </c:pt>
                <c:pt idx="23402">
                  <c:v>0.42491032135886458</c:v>
                </c:pt>
                <c:pt idx="23403">
                  <c:v>0.42496086367527569</c:v>
                </c:pt>
                <c:pt idx="23404">
                  <c:v>0.42499078545904478</c:v>
                </c:pt>
                <c:pt idx="23405">
                  <c:v>0.42501581807899547</c:v>
                </c:pt>
                <c:pt idx="23406">
                  <c:v>0.42509064812076214</c:v>
                </c:pt>
                <c:pt idx="23407">
                  <c:v>0.4251142651757141</c:v>
                </c:pt>
                <c:pt idx="23408">
                  <c:v>0.42522407897511294</c:v>
                </c:pt>
                <c:pt idx="23409">
                  <c:v>0.42529886701556319</c:v>
                </c:pt>
                <c:pt idx="23410">
                  <c:v>0.42543842772021206</c:v>
                </c:pt>
                <c:pt idx="23411">
                  <c:v>0.42553244147852859</c:v>
                </c:pt>
                <c:pt idx="23412">
                  <c:v>0.42559412522976103</c:v>
                </c:pt>
                <c:pt idx="23413">
                  <c:v>0.4256615190117683</c:v>
                </c:pt>
                <c:pt idx="23414">
                  <c:v>0.4256649080824581</c:v>
                </c:pt>
                <c:pt idx="23415">
                  <c:v>0.42575037942030114</c:v>
                </c:pt>
                <c:pt idx="23416">
                  <c:v>0.42577703350249718</c:v>
                </c:pt>
                <c:pt idx="23417">
                  <c:v>0.42601894701746679</c:v>
                </c:pt>
                <c:pt idx="23418">
                  <c:v>0.42608403675247536</c:v>
                </c:pt>
                <c:pt idx="23419">
                  <c:v>0.4262828468461255</c:v>
                </c:pt>
                <c:pt idx="23420">
                  <c:v>0.42661851816459306</c:v>
                </c:pt>
                <c:pt idx="23421">
                  <c:v>0.42695298718041075</c:v>
                </c:pt>
                <c:pt idx="23422">
                  <c:v>0.4271647912034699</c:v>
                </c:pt>
                <c:pt idx="23423">
                  <c:v>0.4272038790201288</c:v>
                </c:pt>
                <c:pt idx="23424">
                  <c:v>0.42722429432139425</c:v>
                </c:pt>
                <c:pt idx="23425">
                  <c:v>0.42734777720049127</c:v>
                </c:pt>
                <c:pt idx="23426">
                  <c:v>0.42738281506403458</c:v>
                </c:pt>
                <c:pt idx="23427">
                  <c:v>0.42747810134735098</c:v>
                </c:pt>
                <c:pt idx="23428">
                  <c:v>0.42782131913735688</c:v>
                </c:pt>
                <c:pt idx="23429">
                  <c:v>0.42787525489989292</c:v>
                </c:pt>
                <c:pt idx="23430">
                  <c:v>0.42801798435373017</c:v>
                </c:pt>
                <c:pt idx="23431">
                  <c:v>0.42802775489926059</c:v>
                </c:pt>
                <c:pt idx="23432">
                  <c:v>0.42811329598624209</c:v>
                </c:pt>
                <c:pt idx="23433">
                  <c:v>0.42825400761124743</c:v>
                </c:pt>
                <c:pt idx="23434">
                  <c:v>0.42834951933545778</c:v>
                </c:pt>
                <c:pt idx="23435">
                  <c:v>0.42839965398712193</c:v>
                </c:pt>
                <c:pt idx="23436">
                  <c:v>0.42850318099758078</c:v>
                </c:pt>
                <c:pt idx="23437">
                  <c:v>0.42861882776968374</c:v>
                </c:pt>
                <c:pt idx="23438">
                  <c:v>0.4287384676117017</c:v>
                </c:pt>
                <c:pt idx="23439">
                  <c:v>0.42874518216434732</c:v>
                </c:pt>
                <c:pt idx="23440">
                  <c:v>0.42891690561137502</c:v>
                </c:pt>
                <c:pt idx="23441">
                  <c:v>0.42895785147873905</c:v>
                </c:pt>
                <c:pt idx="23442">
                  <c:v>0.4290431466284555</c:v>
                </c:pt>
                <c:pt idx="23443">
                  <c:v>0.4290637993338145</c:v>
                </c:pt>
                <c:pt idx="23444">
                  <c:v>0.429120408512708</c:v>
                </c:pt>
                <c:pt idx="23445">
                  <c:v>0.42912358819879781</c:v>
                </c:pt>
                <c:pt idx="23446">
                  <c:v>0.42918896040777721</c:v>
                </c:pt>
                <c:pt idx="23447">
                  <c:v>0.4293446740285734</c:v>
                </c:pt>
                <c:pt idx="23448">
                  <c:v>0.42934719228130169</c:v>
                </c:pt>
                <c:pt idx="23449">
                  <c:v>0.42939622548697326</c:v>
                </c:pt>
                <c:pt idx="23450">
                  <c:v>0.42960241365394353</c:v>
                </c:pt>
                <c:pt idx="23451">
                  <c:v>0.42968475673523571</c:v>
                </c:pt>
                <c:pt idx="23452">
                  <c:v>0.4298933321167876</c:v>
                </c:pt>
                <c:pt idx="23453">
                  <c:v>0.42989901311965384</c:v>
                </c:pt>
                <c:pt idx="23454">
                  <c:v>0.42996259587701713</c:v>
                </c:pt>
                <c:pt idx="23455">
                  <c:v>0.43000458587341084</c:v>
                </c:pt>
                <c:pt idx="23456">
                  <c:v>0.43000693248034128</c:v>
                </c:pt>
                <c:pt idx="23457">
                  <c:v>0.43003309006715301</c:v>
                </c:pt>
                <c:pt idx="23458">
                  <c:v>0.43006681699522303</c:v>
                </c:pt>
                <c:pt idx="23459">
                  <c:v>0.43020233999259427</c:v>
                </c:pt>
                <c:pt idx="23460">
                  <c:v>0.43034577150110376</c:v>
                </c:pt>
                <c:pt idx="23461">
                  <c:v>0.43037596641531489</c:v>
                </c:pt>
                <c:pt idx="23462">
                  <c:v>0.43043383941591706</c:v>
                </c:pt>
                <c:pt idx="23463">
                  <c:v>0.43043739740289955</c:v>
                </c:pt>
                <c:pt idx="23464">
                  <c:v>0.43047605292744784</c:v>
                </c:pt>
                <c:pt idx="23465">
                  <c:v>0.43057546338157837</c:v>
                </c:pt>
                <c:pt idx="23466">
                  <c:v>0.43073490090764499</c:v>
                </c:pt>
                <c:pt idx="23467">
                  <c:v>0.43080221414923758</c:v>
                </c:pt>
                <c:pt idx="23468">
                  <c:v>0.43081216592354543</c:v>
                </c:pt>
                <c:pt idx="23469">
                  <c:v>0.4308646372621866</c:v>
                </c:pt>
                <c:pt idx="23470">
                  <c:v>0.43087093337506788</c:v>
                </c:pt>
                <c:pt idx="23471">
                  <c:v>0.43091834780569849</c:v>
                </c:pt>
                <c:pt idx="23472">
                  <c:v>0.43094247639060324</c:v>
                </c:pt>
                <c:pt idx="23473">
                  <c:v>0.43107907033058668</c:v>
                </c:pt>
                <c:pt idx="23474">
                  <c:v>0.43114127163000765</c:v>
                </c:pt>
                <c:pt idx="23475">
                  <c:v>0.43115828380630594</c:v>
                </c:pt>
                <c:pt idx="23476">
                  <c:v>0.43117848258564412</c:v>
                </c:pt>
                <c:pt idx="23477">
                  <c:v>0.43123163165953204</c:v>
                </c:pt>
                <c:pt idx="23478">
                  <c:v>0.43130894960110155</c:v>
                </c:pt>
                <c:pt idx="23479">
                  <c:v>0.4313983043686036</c:v>
                </c:pt>
                <c:pt idx="23480">
                  <c:v>0.43142334657514458</c:v>
                </c:pt>
                <c:pt idx="23481">
                  <c:v>0.43172379070011724</c:v>
                </c:pt>
                <c:pt idx="23482">
                  <c:v>0.43173770093672892</c:v>
                </c:pt>
                <c:pt idx="23483">
                  <c:v>0.43176618474334622</c:v>
                </c:pt>
                <c:pt idx="23484">
                  <c:v>0.43180320340326267</c:v>
                </c:pt>
                <c:pt idx="23485">
                  <c:v>0.431811145042372</c:v>
                </c:pt>
                <c:pt idx="23486">
                  <c:v>0.43189261680228952</c:v>
                </c:pt>
                <c:pt idx="23487">
                  <c:v>0.43191023342936363</c:v>
                </c:pt>
                <c:pt idx="23488">
                  <c:v>0.43214296751154685</c:v>
                </c:pt>
                <c:pt idx="23489">
                  <c:v>0.43217396949196751</c:v>
                </c:pt>
                <c:pt idx="23490">
                  <c:v>0.43235351994428001</c:v>
                </c:pt>
                <c:pt idx="23491">
                  <c:v>0.4324094315212787</c:v>
                </c:pt>
                <c:pt idx="23492">
                  <c:v>0.43244826712845386</c:v>
                </c:pt>
                <c:pt idx="23493">
                  <c:v>0.43254870316801736</c:v>
                </c:pt>
                <c:pt idx="23494">
                  <c:v>0.43260194292177728</c:v>
                </c:pt>
                <c:pt idx="23495">
                  <c:v>0.43263348652728528</c:v>
                </c:pt>
                <c:pt idx="23496">
                  <c:v>0.43267239929870549</c:v>
                </c:pt>
                <c:pt idx="23497">
                  <c:v>0.43268808091494837</c:v>
                </c:pt>
                <c:pt idx="23498">
                  <c:v>0.43294428118338496</c:v>
                </c:pt>
                <c:pt idx="23499">
                  <c:v>0.43294754651962991</c:v>
                </c:pt>
                <c:pt idx="23500">
                  <c:v>0.43298603163882143</c:v>
                </c:pt>
                <c:pt idx="23501">
                  <c:v>0.43298643240185297</c:v>
                </c:pt>
                <c:pt idx="23502">
                  <c:v>0.43312271729582297</c:v>
                </c:pt>
                <c:pt idx="23503">
                  <c:v>0.4333669382840491</c:v>
                </c:pt>
                <c:pt idx="23504">
                  <c:v>0.4333719790912256</c:v>
                </c:pt>
                <c:pt idx="23505">
                  <c:v>0.4334058697295069</c:v>
                </c:pt>
                <c:pt idx="23506">
                  <c:v>0.43342493128046122</c:v>
                </c:pt>
                <c:pt idx="23507">
                  <c:v>0.43344386579606659</c:v>
                </c:pt>
                <c:pt idx="23508">
                  <c:v>0.43348390510251666</c:v>
                </c:pt>
                <c:pt idx="23509">
                  <c:v>0.43354903378732124</c:v>
                </c:pt>
                <c:pt idx="23510">
                  <c:v>0.43357275815940144</c:v>
                </c:pt>
                <c:pt idx="23511">
                  <c:v>0.43374406762020368</c:v>
                </c:pt>
                <c:pt idx="23512">
                  <c:v>0.43376941728772506</c:v>
                </c:pt>
                <c:pt idx="23513">
                  <c:v>0.43379916452516271</c:v>
                </c:pt>
                <c:pt idx="23514">
                  <c:v>0.43383732627265043</c:v>
                </c:pt>
                <c:pt idx="23515">
                  <c:v>0.43413007486903105</c:v>
                </c:pt>
                <c:pt idx="23516">
                  <c:v>0.43418327859535577</c:v>
                </c:pt>
                <c:pt idx="23517">
                  <c:v>0.43435558053359336</c:v>
                </c:pt>
                <c:pt idx="23518">
                  <c:v>0.43460024702044447</c:v>
                </c:pt>
                <c:pt idx="23519">
                  <c:v>0.43463398828541278</c:v>
                </c:pt>
                <c:pt idx="23520">
                  <c:v>0.43467629973067418</c:v>
                </c:pt>
                <c:pt idx="23521">
                  <c:v>0.43467634864712867</c:v>
                </c:pt>
                <c:pt idx="23522">
                  <c:v>0.43472287724535907</c:v>
                </c:pt>
                <c:pt idx="23523">
                  <c:v>0.4347552895445877</c:v>
                </c:pt>
                <c:pt idx="23524">
                  <c:v>0.43477625894395833</c:v>
                </c:pt>
                <c:pt idx="23525">
                  <c:v>0.43486659268752498</c:v>
                </c:pt>
                <c:pt idx="23526">
                  <c:v>0.43490348873741425</c:v>
                </c:pt>
                <c:pt idx="23527">
                  <c:v>0.43491830577230611</c:v>
                </c:pt>
                <c:pt idx="23528">
                  <c:v>0.43495377939334945</c:v>
                </c:pt>
                <c:pt idx="23529">
                  <c:v>0.43513411267302365</c:v>
                </c:pt>
                <c:pt idx="23530">
                  <c:v>0.43514507388413065</c:v>
                </c:pt>
                <c:pt idx="23531">
                  <c:v>0.43520207846288372</c:v>
                </c:pt>
                <c:pt idx="23532">
                  <c:v>0.43525101798417809</c:v>
                </c:pt>
                <c:pt idx="23533">
                  <c:v>0.43525635212358182</c:v>
                </c:pt>
                <c:pt idx="23534">
                  <c:v>0.43541056258964012</c:v>
                </c:pt>
                <c:pt idx="23535">
                  <c:v>0.43551454715136784</c:v>
                </c:pt>
                <c:pt idx="23536">
                  <c:v>0.43553281016387951</c:v>
                </c:pt>
                <c:pt idx="23537">
                  <c:v>0.4355696327741575</c:v>
                </c:pt>
                <c:pt idx="23538">
                  <c:v>0.43576848295152465</c:v>
                </c:pt>
                <c:pt idx="23539">
                  <c:v>0.43582819478418044</c:v>
                </c:pt>
                <c:pt idx="23540">
                  <c:v>0.43586457049355581</c:v>
                </c:pt>
                <c:pt idx="23541">
                  <c:v>0.43597695893561911</c:v>
                </c:pt>
                <c:pt idx="23542">
                  <c:v>0.43610697029723228</c:v>
                </c:pt>
                <c:pt idx="23543">
                  <c:v>0.43624385125782289</c:v>
                </c:pt>
                <c:pt idx="23544">
                  <c:v>0.4362905330757848</c:v>
                </c:pt>
                <c:pt idx="23545">
                  <c:v>0.43632110872205598</c:v>
                </c:pt>
                <c:pt idx="23546">
                  <c:v>0.43632330562391081</c:v>
                </c:pt>
                <c:pt idx="23547">
                  <c:v>0.43640188546792785</c:v>
                </c:pt>
                <c:pt idx="23548">
                  <c:v>0.43644387984642508</c:v>
                </c:pt>
                <c:pt idx="23549">
                  <c:v>0.43648755908701703</c:v>
                </c:pt>
                <c:pt idx="23550">
                  <c:v>0.43649945904644266</c:v>
                </c:pt>
                <c:pt idx="23551">
                  <c:v>0.43665031254165937</c:v>
                </c:pt>
                <c:pt idx="23552">
                  <c:v>0.43666028393459189</c:v>
                </c:pt>
                <c:pt idx="23553">
                  <c:v>0.43696873123876112</c:v>
                </c:pt>
                <c:pt idx="23554">
                  <c:v>0.4372181746717812</c:v>
                </c:pt>
                <c:pt idx="23555">
                  <c:v>0.43722768015694735</c:v>
                </c:pt>
                <c:pt idx="23556">
                  <c:v>0.43731981814655929</c:v>
                </c:pt>
                <c:pt idx="23557">
                  <c:v>0.43732011695345918</c:v>
                </c:pt>
                <c:pt idx="23558">
                  <c:v>0.43739544510359385</c:v>
                </c:pt>
                <c:pt idx="23559">
                  <c:v>0.43746045526892646</c:v>
                </c:pt>
                <c:pt idx="23560">
                  <c:v>0.43746259436992774</c:v>
                </c:pt>
                <c:pt idx="23561">
                  <c:v>0.4374840679496913</c:v>
                </c:pt>
                <c:pt idx="23562">
                  <c:v>0.43753125780960478</c:v>
                </c:pt>
                <c:pt idx="23563">
                  <c:v>0.43754423485055466</c:v>
                </c:pt>
                <c:pt idx="23564">
                  <c:v>0.43754986621049091</c:v>
                </c:pt>
                <c:pt idx="23565">
                  <c:v>0.43756516330640144</c:v>
                </c:pt>
                <c:pt idx="23566">
                  <c:v>0.43771654141068389</c:v>
                </c:pt>
                <c:pt idx="23567">
                  <c:v>0.43791504948793125</c:v>
                </c:pt>
                <c:pt idx="23568">
                  <c:v>0.4379258807285934</c:v>
                </c:pt>
                <c:pt idx="23569">
                  <c:v>0.43805113997450584</c:v>
                </c:pt>
                <c:pt idx="23570">
                  <c:v>0.43828202513828102</c:v>
                </c:pt>
                <c:pt idx="23571">
                  <c:v>0.43834266032271085</c:v>
                </c:pt>
                <c:pt idx="23572">
                  <c:v>0.43838660815218428</c:v>
                </c:pt>
                <c:pt idx="23573">
                  <c:v>0.43842935186674792</c:v>
                </c:pt>
                <c:pt idx="23574">
                  <c:v>0.43857095272923124</c:v>
                </c:pt>
                <c:pt idx="23575">
                  <c:v>0.43862119574831809</c:v>
                </c:pt>
                <c:pt idx="23576">
                  <c:v>0.43867068630417649</c:v>
                </c:pt>
                <c:pt idx="23577">
                  <c:v>0.43870176424872454</c:v>
                </c:pt>
                <c:pt idx="23578">
                  <c:v>0.43872859958010679</c:v>
                </c:pt>
                <c:pt idx="23579">
                  <c:v>0.43887050069102768</c:v>
                </c:pt>
                <c:pt idx="23580">
                  <c:v>0.43894726992611421</c:v>
                </c:pt>
                <c:pt idx="23581">
                  <c:v>0.43905481632706544</c:v>
                </c:pt>
                <c:pt idx="23582">
                  <c:v>0.43906026791806352</c:v>
                </c:pt>
                <c:pt idx="23583">
                  <c:v>0.43906267222889711</c:v>
                </c:pt>
                <c:pt idx="23584">
                  <c:v>0.43911800886189095</c:v>
                </c:pt>
                <c:pt idx="23585">
                  <c:v>0.43914075833548066</c:v>
                </c:pt>
                <c:pt idx="23586">
                  <c:v>0.43937671417164331</c:v>
                </c:pt>
                <c:pt idx="23587">
                  <c:v>0.43937834320969371</c:v>
                </c:pt>
                <c:pt idx="23588">
                  <c:v>0.43962557367825927</c:v>
                </c:pt>
                <c:pt idx="23589">
                  <c:v>0.4396632017516966</c:v>
                </c:pt>
                <c:pt idx="23590">
                  <c:v>0.43970871852492294</c:v>
                </c:pt>
                <c:pt idx="23591">
                  <c:v>0.43972860714366835</c:v>
                </c:pt>
                <c:pt idx="23592">
                  <c:v>0.43979272922829504</c:v>
                </c:pt>
                <c:pt idx="23593">
                  <c:v>0.43981603534739222</c:v>
                </c:pt>
                <c:pt idx="23594">
                  <c:v>0.43981804647363826</c:v>
                </c:pt>
                <c:pt idx="23595">
                  <c:v>0.43985726663972674</c:v>
                </c:pt>
                <c:pt idx="23596">
                  <c:v>0.43990892717562535</c:v>
                </c:pt>
                <c:pt idx="23597">
                  <c:v>0.43992193343046038</c:v>
                </c:pt>
                <c:pt idx="23598">
                  <c:v>0.43993487562964273</c:v>
                </c:pt>
                <c:pt idx="23599">
                  <c:v>0.44000760059338356</c:v>
                </c:pt>
                <c:pt idx="23600">
                  <c:v>0.44011172600928627</c:v>
                </c:pt>
                <c:pt idx="23601">
                  <c:v>0.44020807037378284</c:v>
                </c:pt>
                <c:pt idx="23602">
                  <c:v>0.44046546055523139</c:v>
                </c:pt>
                <c:pt idx="23603">
                  <c:v>0.44056290358932121</c:v>
                </c:pt>
                <c:pt idx="23604">
                  <c:v>0.44072383718833791</c:v>
                </c:pt>
                <c:pt idx="23605">
                  <c:v>0.44073752103929964</c:v>
                </c:pt>
                <c:pt idx="23606">
                  <c:v>0.44076710665230306</c:v>
                </c:pt>
                <c:pt idx="23607">
                  <c:v>0.44091130815448154</c:v>
                </c:pt>
                <c:pt idx="23608">
                  <c:v>0.44096720600102546</c:v>
                </c:pt>
                <c:pt idx="23609">
                  <c:v>0.44096809781869661</c:v>
                </c:pt>
                <c:pt idx="23610">
                  <c:v>0.44099244951747979</c:v>
                </c:pt>
                <c:pt idx="23611">
                  <c:v>0.44104125249822884</c:v>
                </c:pt>
                <c:pt idx="23612">
                  <c:v>0.44104406091842513</c:v>
                </c:pt>
                <c:pt idx="23613">
                  <c:v>0.44106933802450621</c:v>
                </c:pt>
                <c:pt idx="23614">
                  <c:v>0.44107870229168328</c:v>
                </c:pt>
                <c:pt idx="23615">
                  <c:v>0.44108257277598756</c:v>
                </c:pt>
                <c:pt idx="23616">
                  <c:v>0.44108925586139258</c:v>
                </c:pt>
                <c:pt idx="23617">
                  <c:v>0.44109230076297612</c:v>
                </c:pt>
                <c:pt idx="23618">
                  <c:v>0.44112885122667522</c:v>
                </c:pt>
                <c:pt idx="23619">
                  <c:v>0.44124081883079125</c:v>
                </c:pt>
                <c:pt idx="23620">
                  <c:v>0.44126110445931788</c:v>
                </c:pt>
                <c:pt idx="23621">
                  <c:v>0.44126520196194968</c:v>
                </c:pt>
                <c:pt idx="23622">
                  <c:v>0.44128909131332905</c:v>
                </c:pt>
                <c:pt idx="23623">
                  <c:v>0.44165291701736464</c:v>
                </c:pt>
                <c:pt idx="23624">
                  <c:v>0.44168701230096202</c:v>
                </c:pt>
                <c:pt idx="23625">
                  <c:v>0.44172966635223831</c:v>
                </c:pt>
                <c:pt idx="23626">
                  <c:v>0.44176451719462401</c:v>
                </c:pt>
                <c:pt idx="23627">
                  <c:v>0.44176938902134771</c:v>
                </c:pt>
                <c:pt idx="23628">
                  <c:v>0.44177690196359665</c:v>
                </c:pt>
                <c:pt idx="23629">
                  <c:v>0.44186371322011353</c:v>
                </c:pt>
                <c:pt idx="23630">
                  <c:v>0.44194390052150906</c:v>
                </c:pt>
                <c:pt idx="23631">
                  <c:v>0.44196051624569455</c:v>
                </c:pt>
                <c:pt idx="23632">
                  <c:v>0.44198355384957894</c:v>
                </c:pt>
                <c:pt idx="23633">
                  <c:v>0.44201958965555094</c:v>
                </c:pt>
                <c:pt idx="23634">
                  <c:v>0.44205136047206867</c:v>
                </c:pt>
                <c:pt idx="23635">
                  <c:v>0.44216437942780196</c:v>
                </c:pt>
                <c:pt idx="23636">
                  <c:v>0.44219539436695132</c:v>
                </c:pt>
                <c:pt idx="23637">
                  <c:v>0.44226262001390282</c:v>
                </c:pt>
                <c:pt idx="23638">
                  <c:v>0.44229070786045344</c:v>
                </c:pt>
                <c:pt idx="23639">
                  <c:v>0.44251060454628482</c:v>
                </c:pt>
                <c:pt idx="23640">
                  <c:v>0.44273954623193407</c:v>
                </c:pt>
                <c:pt idx="23641">
                  <c:v>0.44275681860241939</c:v>
                </c:pt>
                <c:pt idx="23642">
                  <c:v>0.44278405523068837</c:v>
                </c:pt>
                <c:pt idx="23643">
                  <c:v>0.44292000435553719</c:v>
                </c:pt>
                <c:pt idx="23644">
                  <c:v>0.44295119566807661</c:v>
                </c:pt>
                <c:pt idx="23645">
                  <c:v>0.44295998879829351</c:v>
                </c:pt>
                <c:pt idx="23646">
                  <c:v>0.44297555201593952</c:v>
                </c:pt>
                <c:pt idx="23647">
                  <c:v>0.44301099175301012</c:v>
                </c:pt>
                <c:pt idx="23648">
                  <c:v>0.44327212312792719</c:v>
                </c:pt>
                <c:pt idx="23649">
                  <c:v>0.44341436093844011</c:v>
                </c:pt>
                <c:pt idx="23650">
                  <c:v>0.44344938466667672</c:v>
                </c:pt>
                <c:pt idx="23651">
                  <c:v>0.44346958061494718</c:v>
                </c:pt>
                <c:pt idx="23652">
                  <c:v>0.4435980317520351</c:v>
                </c:pt>
                <c:pt idx="23653">
                  <c:v>0.4436096563339641</c:v>
                </c:pt>
                <c:pt idx="23654">
                  <c:v>0.44368720283729191</c:v>
                </c:pt>
                <c:pt idx="23655">
                  <c:v>0.44370109339116753</c:v>
                </c:pt>
                <c:pt idx="23656">
                  <c:v>0.44377082344384855</c:v>
                </c:pt>
                <c:pt idx="23657">
                  <c:v>0.44392924476198575</c:v>
                </c:pt>
                <c:pt idx="23658">
                  <c:v>0.44403624208062747</c:v>
                </c:pt>
                <c:pt idx="23659">
                  <c:v>0.44416924785926998</c:v>
                </c:pt>
                <c:pt idx="23660">
                  <c:v>0.44421677244647384</c:v>
                </c:pt>
                <c:pt idx="23661">
                  <c:v>0.44434429762578104</c:v>
                </c:pt>
                <c:pt idx="23662">
                  <c:v>0.44437490278223757</c:v>
                </c:pt>
                <c:pt idx="23663">
                  <c:v>0.44437767385208038</c:v>
                </c:pt>
                <c:pt idx="23664">
                  <c:v>0.44441370275596292</c:v>
                </c:pt>
                <c:pt idx="23665">
                  <c:v>0.4445356852474317</c:v>
                </c:pt>
                <c:pt idx="23666">
                  <c:v>0.44456404051755316</c:v>
                </c:pt>
                <c:pt idx="23667">
                  <c:v>0.44469927586129138</c:v>
                </c:pt>
                <c:pt idx="23668">
                  <c:v>0.44470894589106102</c:v>
                </c:pt>
                <c:pt idx="23669">
                  <c:v>0.44479999124095027</c:v>
                </c:pt>
                <c:pt idx="23670">
                  <c:v>0.44482186587696293</c:v>
                </c:pt>
                <c:pt idx="23671">
                  <c:v>0.4448450458803912</c:v>
                </c:pt>
                <c:pt idx="23672">
                  <c:v>0.44485500475805961</c:v>
                </c:pt>
                <c:pt idx="23673">
                  <c:v>0.44490429036305212</c:v>
                </c:pt>
                <c:pt idx="23674">
                  <c:v>0.44491202855513334</c:v>
                </c:pt>
                <c:pt idx="23675">
                  <c:v>0.44502704843214191</c:v>
                </c:pt>
                <c:pt idx="23676">
                  <c:v>0.44518875637481853</c:v>
                </c:pt>
                <c:pt idx="23677">
                  <c:v>0.44521724829577652</c:v>
                </c:pt>
                <c:pt idx="23678">
                  <c:v>0.44537148351267353</c:v>
                </c:pt>
                <c:pt idx="23679">
                  <c:v>0.44544993881930228</c:v>
                </c:pt>
                <c:pt idx="23680">
                  <c:v>0.44549919831151075</c:v>
                </c:pt>
                <c:pt idx="23681">
                  <c:v>0.4456442365139146</c:v>
                </c:pt>
                <c:pt idx="23682">
                  <c:v>0.44567861151789701</c:v>
                </c:pt>
                <c:pt idx="23683">
                  <c:v>0.44578977349691473</c:v>
                </c:pt>
                <c:pt idx="23684">
                  <c:v>0.44585700754450497</c:v>
                </c:pt>
                <c:pt idx="23685">
                  <c:v>0.44598313053654165</c:v>
                </c:pt>
                <c:pt idx="23686">
                  <c:v>0.44605233657479687</c:v>
                </c:pt>
                <c:pt idx="23687">
                  <c:v>0.44607836379721699</c:v>
                </c:pt>
                <c:pt idx="23688">
                  <c:v>0.44612426443532083</c:v>
                </c:pt>
                <c:pt idx="23689">
                  <c:v>0.44616806764882844</c:v>
                </c:pt>
                <c:pt idx="23690">
                  <c:v>0.44635612069152908</c:v>
                </c:pt>
                <c:pt idx="23691">
                  <c:v>0.44636624542220954</c:v>
                </c:pt>
                <c:pt idx="23692">
                  <c:v>0.44637791946345612</c:v>
                </c:pt>
                <c:pt idx="23693">
                  <c:v>0.44645679539395089</c:v>
                </c:pt>
                <c:pt idx="23694">
                  <c:v>0.4464639835421722</c:v>
                </c:pt>
                <c:pt idx="23695">
                  <c:v>0.44649765561688376</c:v>
                </c:pt>
                <c:pt idx="23696">
                  <c:v>0.44651657740278861</c:v>
                </c:pt>
                <c:pt idx="23697">
                  <c:v>0.44658190066681031</c:v>
                </c:pt>
                <c:pt idx="23698">
                  <c:v>0.44668561287586983</c:v>
                </c:pt>
                <c:pt idx="23699">
                  <c:v>0.4467771065776347</c:v>
                </c:pt>
                <c:pt idx="23700">
                  <c:v>0.44685933679936563</c:v>
                </c:pt>
                <c:pt idx="23701">
                  <c:v>0.446875442763282</c:v>
                </c:pt>
                <c:pt idx="23702">
                  <c:v>0.44693722346113096</c:v>
                </c:pt>
                <c:pt idx="23703">
                  <c:v>0.44698414374326545</c:v>
                </c:pt>
                <c:pt idx="23704">
                  <c:v>0.44709812278814981</c:v>
                </c:pt>
                <c:pt idx="23705">
                  <c:v>0.44711410042755256</c:v>
                </c:pt>
                <c:pt idx="23706">
                  <c:v>0.44729033280669134</c:v>
                </c:pt>
                <c:pt idx="23707">
                  <c:v>0.44730476193504093</c:v>
                </c:pt>
                <c:pt idx="23708">
                  <c:v>0.44742770238583202</c:v>
                </c:pt>
                <c:pt idx="23709">
                  <c:v>0.44746389823427307</c:v>
                </c:pt>
                <c:pt idx="23710">
                  <c:v>0.44767063383618699</c:v>
                </c:pt>
                <c:pt idx="23711">
                  <c:v>0.44774003297388387</c:v>
                </c:pt>
                <c:pt idx="23712">
                  <c:v>0.44784200151891146</c:v>
                </c:pt>
                <c:pt idx="23713">
                  <c:v>0.4478568706821533</c:v>
                </c:pt>
                <c:pt idx="23714">
                  <c:v>0.44817207457265867</c:v>
                </c:pt>
                <c:pt idx="23715">
                  <c:v>0.44850742014325728</c:v>
                </c:pt>
                <c:pt idx="23716">
                  <c:v>0.44857882411441841</c:v>
                </c:pt>
                <c:pt idx="23717">
                  <c:v>0.44870956864272554</c:v>
                </c:pt>
                <c:pt idx="23718">
                  <c:v>0.44922681245735963</c:v>
                </c:pt>
                <c:pt idx="23719">
                  <c:v>0.44952235652704703</c:v>
                </c:pt>
                <c:pt idx="23720">
                  <c:v>0.44954969099493119</c:v>
                </c:pt>
                <c:pt idx="23721">
                  <c:v>0.44959425187728108</c:v>
                </c:pt>
                <c:pt idx="23722">
                  <c:v>0.44961778142281539</c:v>
                </c:pt>
                <c:pt idx="23723">
                  <c:v>0.44971892477905956</c:v>
                </c:pt>
                <c:pt idx="23724">
                  <c:v>0.44977790641595977</c:v>
                </c:pt>
                <c:pt idx="23725">
                  <c:v>0.44980920696763071</c:v>
                </c:pt>
                <c:pt idx="23726">
                  <c:v>0.44981092692009234</c:v>
                </c:pt>
                <c:pt idx="23727">
                  <c:v>0.44993502223964676</c:v>
                </c:pt>
                <c:pt idx="23728">
                  <c:v>0.44998020843816522</c:v>
                </c:pt>
                <c:pt idx="23729">
                  <c:v>0.44998041178540948</c:v>
                </c:pt>
                <c:pt idx="23730">
                  <c:v>0.44999298151516165</c:v>
                </c:pt>
                <c:pt idx="23731">
                  <c:v>0.45006317252104622</c:v>
                </c:pt>
                <c:pt idx="23732">
                  <c:v>0.45015576858903872</c:v>
                </c:pt>
                <c:pt idx="23733">
                  <c:v>0.45019432334730625</c:v>
                </c:pt>
                <c:pt idx="23734">
                  <c:v>0.4501994749275921</c:v>
                </c:pt>
                <c:pt idx="23735">
                  <c:v>0.45020605603987635</c:v>
                </c:pt>
                <c:pt idx="23736">
                  <c:v>0.45024533395902655</c:v>
                </c:pt>
                <c:pt idx="23737">
                  <c:v>0.45025078789840611</c:v>
                </c:pt>
                <c:pt idx="23738">
                  <c:v>0.45026114624884139</c:v>
                </c:pt>
                <c:pt idx="23739">
                  <c:v>0.45029363786130988</c:v>
                </c:pt>
                <c:pt idx="23740">
                  <c:v>0.45031901791720486</c:v>
                </c:pt>
                <c:pt idx="23741">
                  <c:v>0.45034252565746402</c:v>
                </c:pt>
                <c:pt idx="23742">
                  <c:v>0.45041640675112643</c:v>
                </c:pt>
                <c:pt idx="23743">
                  <c:v>0.45043628658178342</c:v>
                </c:pt>
                <c:pt idx="23744">
                  <c:v>0.4505157077253033</c:v>
                </c:pt>
                <c:pt idx="23745">
                  <c:v>0.45051931640293169</c:v>
                </c:pt>
                <c:pt idx="23746">
                  <c:v>0.45051947211776933</c:v>
                </c:pt>
                <c:pt idx="23747">
                  <c:v>0.45057245828591208</c:v>
                </c:pt>
                <c:pt idx="23748">
                  <c:v>0.45058034108365563</c:v>
                </c:pt>
                <c:pt idx="23749">
                  <c:v>0.45061013257798033</c:v>
                </c:pt>
                <c:pt idx="23750">
                  <c:v>0.45067904810519677</c:v>
                </c:pt>
                <c:pt idx="23751">
                  <c:v>0.45068897982041162</c:v>
                </c:pt>
                <c:pt idx="23752">
                  <c:v>0.45093784619461158</c:v>
                </c:pt>
                <c:pt idx="23753">
                  <c:v>0.45099819461467977</c:v>
                </c:pt>
                <c:pt idx="23754">
                  <c:v>0.45100792670014023</c:v>
                </c:pt>
                <c:pt idx="23755">
                  <c:v>0.4510846356169666</c:v>
                </c:pt>
                <c:pt idx="23756">
                  <c:v>0.45110676826982782</c:v>
                </c:pt>
                <c:pt idx="23757">
                  <c:v>0.45114668155758203</c:v>
                </c:pt>
                <c:pt idx="23758">
                  <c:v>0.45114972312957791</c:v>
                </c:pt>
                <c:pt idx="23759">
                  <c:v>0.45124088209027119</c:v>
                </c:pt>
                <c:pt idx="23760">
                  <c:v>0.45127955158585881</c:v>
                </c:pt>
                <c:pt idx="23761">
                  <c:v>0.45133193577976272</c:v>
                </c:pt>
                <c:pt idx="23762">
                  <c:v>0.45138895493179565</c:v>
                </c:pt>
                <c:pt idx="23763">
                  <c:v>0.45166745814140913</c:v>
                </c:pt>
                <c:pt idx="23764">
                  <c:v>0.45176733084425497</c:v>
                </c:pt>
                <c:pt idx="23765">
                  <c:v>0.45217253755444253</c:v>
                </c:pt>
                <c:pt idx="23766">
                  <c:v>0.45222637211933897</c:v>
                </c:pt>
                <c:pt idx="23767">
                  <c:v>0.45230035214274456</c:v>
                </c:pt>
                <c:pt idx="23768">
                  <c:v>0.45231602614901995</c:v>
                </c:pt>
                <c:pt idx="23769">
                  <c:v>0.45251969672726472</c:v>
                </c:pt>
                <c:pt idx="23770">
                  <c:v>0.45266690125973391</c:v>
                </c:pt>
                <c:pt idx="23771">
                  <c:v>0.45269782239293166</c:v>
                </c:pt>
                <c:pt idx="23772">
                  <c:v>0.45269915157207824</c:v>
                </c:pt>
                <c:pt idx="23773">
                  <c:v>0.45273023776008087</c:v>
                </c:pt>
                <c:pt idx="23774">
                  <c:v>0.45276393689117767</c:v>
                </c:pt>
                <c:pt idx="23775">
                  <c:v>0.45284941966447589</c:v>
                </c:pt>
                <c:pt idx="23776">
                  <c:v>0.4528746496701978</c:v>
                </c:pt>
                <c:pt idx="23777">
                  <c:v>0.45289508931738154</c:v>
                </c:pt>
                <c:pt idx="23778">
                  <c:v>0.45295971401306567</c:v>
                </c:pt>
                <c:pt idx="23779">
                  <c:v>0.45299786706586015</c:v>
                </c:pt>
                <c:pt idx="23780">
                  <c:v>0.45322335357234061</c:v>
                </c:pt>
                <c:pt idx="23781">
                  <c:v>0.45324731945565633</c:v>
                </c:pt>
                <c:pt idx="23782">
                  <c:v>0.45351077215961377</c:v>
                </c:pt>
                <c:pt idx="23783">
                  <c:v>0.45352480279875923</c:v>
                </c:pt>
                <c:pt idx="23784">
                  <c:v>0.45354688622375061</c:v>
                </c:pt>
                <c:pt idx="23785">
                  <c:v>0.45357728576521683</c:v>
                </c:pt>
                <c:pt idx="23786">
                  <c:v>0.4537435393736311</c:v>
                </c:pt>
                <c:pt idx="23787">
                  <c:v>0.45384818139637162</c:v>
                </c:pt>
                <c:pt idx="23788">
                  <c:v>0.45385938637940726</c:v>
                </c:pt>
                <c:pt idx="23789">
                  <c:v>0.45386742531441432</c:v>
                </c:pt>
                <c:pt idx="23790">
                  <c:v>0.4538751190461795</c:v>
                </c:pt>
                <c:pt idx="23791">
                  <c:v>0.45390102039652036</c:v>
                </c:pt>
                <c:pt idx="23792">
                  <c:v>0.45394373749062095</c:v>
                </c:pt>
                <c:pt idx="23793">
                  <c:v>0.45395282960737321</c:v>
                </c:pt>
                <c:pt idx="23794">
                  <c:v>0.45401727986561763</c:v>
                </c:pt>
                <c:pt idx="23795">
                  <c:v>0.45404665554947127</c:v>
                </c:pt>
                <c:pt idx="23796">
                  <c:v>0.45422862542851467</c:v>
                </c:pt>
                <c:pt idx="23797">
                  <c:v>0.454313739174322</c:v>
                </c:pt>
                <c:pt idx="23798">
                  <c:v>0.45453025839467398</c:v>
                </c:pt>
                <c:pt idx="23799">
                  <c:v>0.45464067729511748</c:v>
                </c:pt>
                <c:pt idx="23800">
                  <c:v>0.45469119259743762</c:v>
                </c:pt>
                <c:pt idx="23801">
                  <c:v>0.45469230136526639</c:v>
                </c:pt>
                <c:pt idx="23802">
                  <c:v>0.45474490989578348</c:v>
                </c:pt>
                <c:pt idx="23803">
                  <c:v>0.45492845786739061</c:v>
                </c:pt>
                <c:pt idx="23804">
                  <c:v>0.45505494661574719</c:v>
                </c:pt>
                <c:pt idx="23805">
                  <c:v>0.45516555099025108</c:v>
                </c:pt>
                <c:pt idx="23806">
                  <c:v>0.45519416269320523</c:v>
                </c:pt>
                <c:pt idx="23807">
                  <c:v>0.45522303116668156</c:v>
                </c:pt>
                <c:pt idx="23808">
                  <c:v>0.45529997049375326</c:v>
                </c:pt>
                <c:pt idx="23809">
                  <c:v>0.45530298884975479</c:v>
                </c:pt>
                <c:pt idx="23810">
                  <c:v>0.45530578814564021</c:v>
                </c:pt>
                <c:pt idx="23811">
                  <c:v>0.45533367041542055</c:v>
                </c:pt>
                <c:pt idx="23812">
                  <c:v>0.45541515353466389</c:v>
                </c:pt>
                <c:pt idx="23813">
                  <c:v>0.45565985980385348</c:v>
                </c:pt>
                <c:pt idx="23814">
                  <c:v>0.45571599650718958</c:v>
                </c:pt>
                <c:pt idx="23815">
                  <c:v>0.45586114719807841</c:v>
                </c:pt>
                <c:pt idx="23816">
                  <c:v>0.45587817941165032</c:v>
                </c:pt>
                <c:pt idx="23817">
                  <c:v>0.45596440927048743</c:v>
                </c:pt>
                <c:pt idx="23818">
                  <c:v>0.45605247755235617</c:v>
                </c:pt>
                <c:pt idx="23819">
                  <c:v>0.45608805753712789</c:v>
                </c:pt>
                <c:pt idx="23820">
                  <c:v>0.45611401882274771</c:v>
                </c:pt>
                <c:pt idx="23821">
                  <c:v>0.45628490359289869</c:v>
                </c:pt>
                <c:pt idx="23822">
                  <c:v>0.45633338903887033</c:v>
                </c:pt>
                <c:pt idx="23823">
                  <c:v>0.45635169788530583</c:v>
                </c:pt>
                <c:pt idx="23824">
                  <c:v>0.45644108092447511</c:v>
                </c:pt>
                <c:pt idx="23825">
                  <c:v>0.45645779634509565</c:v>
                </c:pt>
                <c:pt idx="23826">
                  <c:v>0.4564711576242329</c:v>
                </c:pt>
                <c:pt idx="23827">
                  <c:v>0.45648841034540499</c:v>
                </c:pt>
                <c:pt idx="23828">
                  <c:v>0.456543369070955</c:v>
                </c:pt>
                <c:pt idx="23829">
                  <c:v>0.45662076756791825</c:v>
                </c:pt>
                <c:pt idx="23830">
                  <c:v>0.4566764710647539</c:v>
                </c:pt>
                <c:pt idx="23831">
                  <c:v>0.45672575957773814</c:v>
                </c:pt>
                <c:pt idx="23832">
                  <c:v>0.45676469763375321</c:v>
                </c:pt>
                <c:pt idx="23833">
                  <c:v>0.45681191519767672</c:v>
                </c:pt>
                <c:pt idx="23834">
                  <c:v>0.45684744659247639</c:v>
                </c:pt>
                <c:pt idx="23835">
                  <c:v>0.45692112656624051</c:v>
                </c:pt>
                <c:pt idx="23836">
                  <c:v>0.45699264325359845</c:v>
                </c:pt>
                <c:pt idx="23837">
                  <c:v>0.45702616764984044</c:v>
                </c:pt>
                <c:pt idx="23838">
                  <c:v>0.45704238565574179</c:v>
                </c:pt>
                <c:pt idx="23839">
                  <c:v>0.45708309123265811</c:v>
                </c:pt>
                <c:pt idx="23840">
                  <c:v>0.45719148709980134</c:v>
                </c:pt>
                <c:pt idx="23841">
                  <c:v>0.45722582335656564</c:v>
                </c:pt>
                <c:pt idx="23842">
                  <c:v>0.45741089875987229</c:v>
                </c:pt>
                <c:pt idx="23843">
                  <c:v>0.45741784144333364</c:v>
                </c:pt>
                <c:pt idx="23844">
                  <c:v>0.45742781675070365</c:v>
                </c:pt>
                <c:pt idx="23845">
                  <c:v>0.45759878509182783</c:v>
                </c:pt>
                <c:pt idx="23846">
                  <c:v>0.45774918412836285</c:v>
                </c:pt>
                <c:pt idx="23847">
                  <c:v>0.45779016799154965</c:v>
                </c:pt>
                <c:pt idx="23848">
                  <c:v>0.45790142919047261</c:v>
                </c:pt>
                <c:pt idx="23849">
                  <c:v>0.45792109004187886</c:v>
                </c:pt>
                <c:pt idx="23850">
                  <c:v>0.45808328196640213</c:v>
                </c:pt>
                <c:pt idx="23851">
                  <c:v>0.45813730425570892</c:v>
                </c:pt>
                <c:pt idx="23852">
                  <c:v>0.4581881729210493</c:v>
                </c:pt>
                <c:pt idx="23853">
                  <c:v>0.45822940028811932</c:v>
                </c:pt>
                <c:pt idx="23854">
                  <c:v>0.45828782153523689</c:v>
                </c:pt>
                <c:pt idx="23855">
                  <c:v>0.45835025365724241</c:v>
                </c:pt>
                <c:pt idx="23856">
                  <c:v>0.4584166054019842</c:v>
                </c:pt>
                <c:pt idx="23857">
                  <c:v>0.45850863667448322</c:v>
                </c:pt>
                <c:pt idx="23858">
                  <c:v>0.45862572349389963</c:v>
                </c:pt>
                <c:pt idx="23859">
                  <c:v>0.45862785108041099</c:v>
                </c:pt>
                <c:pt idx="23860">
                  <c:v>0.45865771347326378</c:v>
                </c:pt>
                <c:pt idx="23861">
                  <c:v>0.45865800094819148</c:v>
                </c:pt>
                <c:pt idx="23862">
                  <c:v>0.45868557461274495</c:v>
                </c:pt>
                <c:pt idx="23863">
                  <c:v>0.45870677517398428</c:v>
                </c:pt>
                <c:pt idx="23864">
                  <c:v>0.45872631827994453</c:v>
                </c:pt>
                <c:pt idx="23865">
                  <c:v>0.45874765493417324</c:v>
                </c:pt>
                <c:pt idx="23866">
                  <c:v>0.45876071707019911</c:v>
                </c:pt>
                <c:pt idx="23867">
                  <c:v>0.45881039552076847</c:v>
                </c:pt>
                <c:pt idx="23868">
                  <c:v>0.45881077564515155</c:v>
                </c:pt>
                <c:pt idx="23869">
                  <c:v>0.45891986470161711</c:v>
                </c:pt>
                <c:pt idx="23870">
                  <c:v>0.4590119792219588</c:v>
                </c:pt>
                <c:pt idx="23871">
                  <c:v>0.45903734276776503</c:v>
                </c:pt>
                <c:pt idx="23872">
                  <c:v>0.45904525403479796</c:v>
                </c:pt>
                <c:pt idx="23873">
                  <c:v>0.45911045396924705</c:v>
                </c:pt>
                <c:pt idx="23874">
                  <c:v>0.45921574162928891</c:v>
                </c:pt>
                <c:pt idx="23875">
                  <c:v>0.45940798491250523</c:v>
                </c:pt>
                <c:pt idx="23876">
                  <c:v>0.45956517014415105</c:v>
                </c:pt>
                <c:pt idx="23877">
                  <c:v>0.45957653047396052</c:v>
                </c:pt>
                <c:pt idx="23878">
                  <c:v>0.45959846977368468</c:v>
                </c:pt>
                <c:pt idx="23879">
                  <c:v>0.45974839459194511</c:v>
                </c:pt>
                <c:pt idx="23880">
                  <c:v>0.45981593222419043</c:v>
                </c:pt>
                <c:pt idx="23881">
                  <c:v>0.45984832594549413</c:v>
                </c:pt>
                <c:pt idx="23882">
                  <c:v>0.45989659650232578</c:v>
                </c:pt>
                <c:pt idx="23883">
                  <c:v>0.46007677408003339</c:v>
                </c:pt>
                <c:pt idx="23884">
                  <c:v>0.46010862983341666</c:v>
                </c:pt>
                <c:pt idx="23885">
                  <c:v>0.46012563960625558</c:v>
                </c:pt>
                <c:pt idx="23886">
                  <c:v>0.46012806985494886</c:v>
                </c:pt>
                <c:pt idx="23887">
                  <c:v>0.46024256616675224</c:v>
                </c:pt>
                <c:pt idx="23888">
                  <c:v>0.46032855190961031</c:v>
                </c:pt>
                <c:pt idx="23889">
                  <c:v>0.46039621709312017</c:v>
                </c:pt>
                <c:pt idx="23890">
                  <c:v>0.46042878686438643</c:v>
                </c:pt>
                <c:pt idx="23891">
                  <c:v>0.46063306290594946</c:v>
                </c:pt>
                <c:pt idx="23892">
                  <c:v>0.46078592765432352</c:v>
                </c:pt>
                <c:pt idx="23893">
                  <c:v>0.4608059161448671</c:v>
                </c:pt>
                <c:pt idx="23894">
                  <c:v>0.46091267480966114</c:v>
                </c:pt>
                <c:pt idx="23895">
                  <c:v>0.46093295709436749</c:v>
                </c:pt>
                <c:pt idx="23896">
                  <c:v>0.46096523709930426</c:v>
                </c:pt>
                <c:pt idx="23897">
                  <c:v>0.46141902131977242</c:v>
                </c:pt>
                <c:pt idx="23898">
                  <c:v>0.46145554087870988</c:v>
                </c:pt>
                <c:pt idx="23899">
                  <c:v>0.46175097544257837</c:v>
                </c:pt>
                <c:pt idx="23900">
                  <c:v>0.46175539469895299</c:v>
                </c:pt>
                <c:pt idx="23901">
                  <c:v>0.46179501831612879</c:v>
                </c:pt>
                <c:pt idx="23902">
                  <c:v>0.46181141128514258</c:v>
                </c:pt>
                <c:pt idx="23903">
                  <c:v>0.46184464351113558</c:v>
                </c:pt>
                <c:pt idx="23904">
                  <c:v>0.46186935287165898</c:v>
                </c:pt>
                <c:pt idx="23905">
                  <c:v>0.46208349044491409</c:v>
                </c:pt>
                <c:pt idx="23906">
                  <c:v>0.46210882660619729</c:v>
                </c:pt>
                <c:pt idx="23907">
                  <c:v>0.46212871378495068</c:v>
                </c:pt>
                <c:pt idx="23908">
                  <c:v>0.46216720730652966</c:v>
                </c:pt>
                <c:pt idx="23909">
                  <c:v>0.46221468755308387</c:v>
                </c:pt>
                <c:pt idx="23910">
                  <c:v>0.46224677002423908</c:v>
                </c:pt>
                <c:pt idx="23911">
                  <c:v>0.46227477192186028</c:v>
                </c:pt>
                <c:pt idx="23912">
                  <c:v>0.46229241940933324</c:v>
                </c:pt>
                <c:pt idx="23913">
                  <c:v>0.46231052686707946</c:v>
                </c:pt>
                <c:pt idx="23914">
                  <c:v>0.46231925918694339</c:v>
                </c:pt>
                <c:pt idx="23915">
                  <c:v>0.46244244762129488</c:v>
                </c:pt>
                <c:pt idx="23916">
                  <c:v>0.46255177780399021</c:v>
                </c:pt>
                <c:pt idx="23917">
                  <c:v>0.46255303643957169</c:v>
                </c:pt>
                <c:pt idx="23918">
                  <c:v>0.46256510227741859</c:v>
                </c:pt>
                <c:pt idx="23919">
                  <c:v>0.46264502519345579</c:v>
                </c:pt>
                <c:pt idx="23920">
                  <c:v>0.46264589715200782</c:v>
                </c:pt>
                <c:pt idx="23921">
                  <c:v>0.46269867963260336</c:v>
                </c:pt>
                <c:pt idx="23922">
                  <c:v>0.46270007651390416</c:v>
                </c:pt>
                <c:pt idx="23923">
                  <c:v>0.46271419271793274</c:v>
                </c:pt>
                <c:pt idx="23924">
                  <c:v>0.46287612205000406</c:v>
                </c:pt>
                <c:pt idx="23925">
                  <c:v>0.4629508267947694</c:v>
                </c:pt>
                <c:pt idx="23926">
                  <c:v>0.46306647513708965</c:v>
                </c:pt>
                <c:pt idx="23927">
                  <c:v>0.46327233712035948</c:v>
                </c:pt>
                <c:pt idx="23928">
                  <c:v>0.46328658624323893</c:v>
                </c:pt>
                <c:pt idx="23929">
                  <c:v>0.46342213584389974</c:v>
                </c:pt>
                <c:pt idx="23930">
                  <c:v>0.46350165188218795</c:v>
                </c:pt>
                <c:pt idx="23931">
                  <c:v>0.46352638826160708</c:v>
                </c:pt>
                <c:pt idx="23932">
                  <c:v>0.46355660862026937</c:v>
                </c:pt>
                <c:pt idx="23933">
                  <c:v>0.46387155759929921</c:v>
                </c:pt>
                <c:pt idx="23934">
                  <c:v>0.46392088057251474</c:v>
                </c:pt>
                <c:pt idx="23935">
                  <c:v>0.46396194889021908</c:v>
                </c:pt>
                <c:pt idx="23936">
                  <c:v>0.46419144751592273</c:v>
                </c:pt>
                <c:pt idx="23937">
                  <c:v>0.46422689868138906</c:v>
                </c:pt>
                <c:pt idx="23938">
                  <c:v>0.46423570999124275</c:v>
                </c:pt>
                <c:pt idx="23939">
                  <c:v>0.46437910356532264</c:v>
                </c:pt>
                <c:pt idx="23940">
                  <c:v>0.46443613699978598</c:v>
                </c:pt>
                <c:pt idx="23941">
                  <c:v>0.46447178330159933</c:v>
                </c:pt>
                <c:pt idx="23942">
                  <c:v>0.46451706175125423</c:v>
                </c:pt>
                <c:pt idx="23943">
                  <c:v>0.464616700826814</c:v>
                </c:pt>
                <c:pt idx="23944">
                  <c:v>0.46463514606673006</c:v>
                </c:pt>
                <c:pt idx="23945">
                  <c:v>0.46467968691154293</c:v>
                </c:pt>
                <c:pt idx="23946">
                  <c:v>0.46469266350390287</c:v>
                </c:pt>
                <c:pt idx="23947">
                  <c:v>0.46472741024809017</c:v>
                </c:pt>
                <c:pt idx="23948">
                  <c:v>0.46474826039226846</c:v>
                </c:pt>
                <c:pt idx="23949">
                  <c:v>0.46481910655798481</c:v>
                </c:pt>
                <c:pt idx="23950">
                  <c:v>0.46488246583285464</c:v>
                </c:pt>
                <c:pt idx="23951">
                  <c:v>0.46496844198037535</c:v>
                </c:pt>
                <c:pt idx="23952">
                  <c:v>0.46497227319624945</c:v>
                </c:pt>
                <c:pt idx="23953">
                  <c:v>0.46498596121762864</c:v>
                </c:pt>
                <c:pt idx="23954">
                  <c:v>0.46503294490075148</c:v>
                </c:pt>
                <c:pt idx="23955">
                  <c:v>0.46508410416329188</c:v>
                </c:pt>
                <c:pt idx="23956">
                  <c:v>0.46518962853346074</c:v>
                </c:pt>
                <c:pt idx="23957">
                  <c:v>0.4652246855749661</c:v>
                </c:pt>
                <c:pt idx="23958">
                  <c:v>0.46554307144243917</c:v>
                </c:pt>
                <c:pt idx="23959">
                  <c:v>0.46558203968432088</c:v>
                </c:pt>
                <c:pt idx="23960">
                  <c:v>0.46564179156814189</c:v>
                </c:pt>
                <c:pt idx="23961">
                  <c:v>0.46567751814921365</c:v>
                </c:pt>
                <c:pt idx="23962">
                  <c:v>0.46579210689126005</c:v>
                </c:pt>
                <c:pt idx="23963">
                  <c:v>0.46583812146224451</c:v>
                </c:pt>
                <c:pt idx="23964">
                  <c:v>0.46584625146657954</c:v>
                </c:pt>
                <c:pt idx="23965">
                  <c:v>0.46589180442317185</c:v>
                </c:pt>
                <c:pt idx="23966">
                  <c:v>0.46596044950709431</c:v>
                </c:pt>
                <c:pt idx="23967">
                  <c:v>0.46602753956607967</c:v>
                </c:pt>
                <c:pt idx="23968">
                  <c:v>0.46612329738001784</c:v>
                </c:pt>
                <c:pt idx="23969">
                  <c:v>0.46617733400889605</c:v>
                </c:pt>
                <c:pt idx="23970">
                  <c:v>0.46618373806075841</c:v>
                </c:pt>
                <c:pt idx="23971">
                  <c:v>0.46619337727471399</c:v>
                </c:pt>
                <c:pt idx="23972">
                  <c:v>0.46630079814879904</c:v>
                </c:pt>
                <c:pt idx="23973">
                  <c:v>0.4665065165475748</c:v>
                </c:pt>
                <c:pt idx="23974">
                  <c:v>0.46651657880362385</c:v>
                </c:pt>
                <c:pt idx="23975">
                  <c:v>0.46654447303015933</c:v>
                </c:pt>
                <c:pt idx="23976">
                  <c:v>0.46654551786484061</c:v>
                </c:pt>
                <c:pt idx="23977">
                  <c:v>0.46658376421466058</c:v>
                </c:pt>
                <c:pt idx="23978">
                  <c:v>0.46664301790006762</c:v>
                </c:pt>
                <c:pt idx="23979">
                  <c:v>0.46669666505003388</c:v>
                </c:pt>
                <c:pt idx="23980">
                  <c:v>0.46679890512707595</c:v>
                </c:pt>
                <c:pt idx="23981">
                  <c:v>0.4668290221291912</c:v>
                </c:pt>
                <c:pt idx="23982">
                  <c:v>0.46693405050969694</c:v>
                </c:pt>
                <c:pt idx="23983">
                  <c:v>0.46699594904583525</c:v>
                </c:pt>
                <c:pt idx="23984">
                  <c:v>0.4671057513399719</c:v>
                </c:pt>
                <c:pt idx="23985">
                  <c:v>0.46713180221118195</c:v>
                </c:pt>
                <c:pt idx="23986">
                  <c:v>0.46713295277448702</c:v>
                </c:pt>
                <c:pt idx="23987">
                  <c:v>0.46720409827201903</c:v>
                </c:pt>
                <c:pt idx="23988">
                  <c:v>0.46737450685604559</c:v>
                </c:pt>
                <c:pt idx="23989">
                  <c:v>0.46742348343271722</c:v>
                </c:pt>
                <c:pt idx="23990">
                  <c:v>0.46783429313100783</c:v>
                </c:pt>
                <c:pt idx="23991">
                  <c:v>0.46795199664812087</c:v>
                </c:pt>
                <c:pt idx="23992">
                  <c:v>0.46795428818929957</c:v>
                </c:pt>
                <c:pt idx="23993">
                  <c:v>0.46804640201701847</c:v>
                </c:pt>
                <c:pt idx="23994">
                  <c:v>0.46804759502522758</c:v>
                </c:pt>
                <c:pt idx="23995">
                  <c:v>0.46824806750707337</c:v>
                </c:pt>
                <c:pt idx="23996">
                  <c:v>0.46824808169539028</c:v>
                </c:pt>
                <c:pt idx="23997">
                  <c:v>0.46825335475359375</c:v>
                </c:pt>
                <c:pt idx="23998">
                  <c:v>0.46829225375357053</c:v>
                </c:pt>
                <c:pt idx="23999">
                  <c:v>0.46834017423127816</c:v>
                </c:pt>
                <c:pt idx="24000">
                  <c:v>0.46843641746901415</c:v>
                </c:pt>
                <c:pt idx="24001">
                  <c:v>0.46855543063587807</c:v>
                </c:pt>
                <c:pt idx="24002">
                  <c:v>0.46868207336714135</c:v>
                </c:pt>
                <c:pt idx="24003">
                  <c:v>0.46879228090045677</c:v>
                </c:pt>
                <c:pt idx="24004">
                  <c:v>0.46882610962147447</c:v>
                </c:pt>
                <c:pt idx="24005">
                  <c:v>0.46891229407785834</c:v>
                </c:pt>
                <c:pt idx="24006">
                  <c:v>0.46892694135291568</c:v>
                </c:pt>
                <c:pt idx="24007">
                  <c:v>0.46900259228963687</c:v>
                </c:pt>
                <c:pt idx="24008">
                  <c:v>0.46900420590038339</c:v>
                </c:pt>
                <c:pt idx="24009">
                  <c:v>0.46903096950496298</c:v>
                </c:pt>
                <c:pt idx="24010">
                  <c:v>0.4690400686837124</c:v>
                </c:pt>
                <c:pt idx="24011">
                  <c:v>0.46907071690781355</c:v>
                </c:pt>
                <c:pt idx="24012">
                  <c:v>0.46927441902935813</c:v>
                </c:pt>
                <c:pt idx="24013">
                  <c:v>0.46929347094846613</c:v>
                </c:pt>
                <c:pt idx="24014">
                  <c:v>0.46929546696062524</c:v>
                </c:pt>
                <c:pt idx="24015">
                  <c:v>0.4693944875505151</c:v>
                </c:pt>
                <c:pt idx="24016">
                  <c:v>0.46944501565400998</c:v>
                </c:pt>
                <c:pt idx="24017">
                  <c:v>0.46945406201211193</c:v>
                </c:pt>
                <c:pt idx="24018">
                  <c:v>0.46948115918125999</c:v>
                </c:pt>
                <c:pt idx="24019">
                  <c:v>0.46963049408129481</c:v>
                </c:pt>
                <c:pt idx="24020">
                  <c:v>0.4697996266784501</c:v>
                </c:pt>
                <c:pt idx="24021">
                  <c:v>0.46983789207276744</c:v>
                </c:pt>
                <c:pt idx="24022">
                  <c:v>0.46993490062946353</c:v>
                </c:pt>
                <c:pt idx="24023">
                  <c:v>0.4700213145017505</c:v>
                </c:pt>
                <c:pt idx="24024">
                  <c:v>0.47005101430976109</c:v>
                </c:pt>
                <c:pt idx="24025">
                  <c:v>0.4700695197705782</c:v>
                </c:pt>
                <c:pt idx="24026">
                  <c:v>0.4702884485591679</c:v>
                </c:pt>
                <c:pt idx="24027">
                  <c:v>0.47029759025500673</c:v>
                </c:pt>
                <c:pt idx="24028">
                  <c:v>0.47038016059798576</c:v>
                </c:pt>
                <c:pt idx="24029">
                  <c:v>0.47042266221374085</c:v>
                </c:pt>
                <c:pt idx="24030">
                  <c:v>0.47042672903090582</c:v>
                </c:pt>
                <c:pt idx="24031">
                  <c:v>0.47049038562309131</c:v>
                </c:pt>
                <c:pt idx="24032">
                  <c:v>0.47052613894624917</c:v>
                </c:pt>
                <c:pt idx="24033">
                  <c:v>0.47075479664389563</c:v>
                </c:pt>
                <c:pt idx="24034">
                  <c:v>0.47078322519186044</c:v>
                </c:pt>
                <c:pt idx="24035">
                  <c:v>0.47079570553777494</c:v>
                </c:pt>
                <c:pt idx="24036">
                  <c:v>0.47080106381485193</c:v>
                </c:pt>
                <c:pt idx="24037">
                  <c:v>0.47081191745783513</c:v>
                </c:pt>
                <c:pt idx="24038">
                  <c:v>0.47087922182673564</c:v>
                </c:pt>
                <c:pt idx="24039">
                  <c:v>0.47088424241867244</c:v>
                </c:pt>
                <c:pt idx="24040">
                  <c:v>0.47097664427492308</c:v>
                </c:pt>
                <c:pt idx="24041">
                  <c:v>0.47099140692496078</c:v>
                </c:pt>
                <c:pt idx="24042">
                  <c:v>0.4711014874982255</c:v>
                </c:pt>
                <c:pt idx="24043">
                  <c:v>0.47111024882844432</c:v>
                </c:pt>
                <c:pt idx="24044">
                  <c:v>0.47141300204390446</c:v>
                </c:pt>
                <c:pt idx="24045">
                  <c:v>0.47142375361868527</c:v>
                </c:pt>
                <c:pt idx="24046">
                  <c:v>0.47157696209846478</c:v>
                </c:pt>
                <c:pt idx="24047">
                  <c:v>0.47158351544411897</c:v>
                </c:pt>
                <c:pt idx="24048">
                  <c:v>0.4716584385266408</c:v>
                </c:pt>
                <c:pt idx="24049">
                  <c:v>0.47178928854120422</c:v>
                </c:pt>
                <c:pt idx="24050">
                  <c:v>0.47182103754379162</c:v>
                </c:pt>
                <c:pt idx="24051">
                  <c:v>0.4720183061661487</c:v>
                </c:pt>
                <c:pt idx="24052">
                  <c:v>0.47205765851506154</c:v>
                </c:pt>
                <c:pt idx="24053">
                  <c:v>0.47216152598645517</c:v>
                </c:pt>
                <c:pt idx="24054">
                  <c:v>0.4721977752789745</c:v>
                </c:pt>
                <c:pt idx="24055">
                  <c:v>0.47226475364635645</c:v>
                </c:pt>
                <c:pt idx="24056">
                  <c:v>0.47227592729737566</c:v>
                </c:pt>
                <c:pt idx="24057">
                  <c:v>0.47227626248654936</c:v>
                </c:pt>
                <c:pt idx="24058">
                  <c:v>0.47244961291531357</c:v>
                </c:pt>
                <c:pt idx="24059">
                  <c:v>0.47252586035884042</c:v>
                </c:pt>
                <c:pt idx="24060">
                  <c:v>0.47262870697264603</c:v>
                </c:pt>
                <c:pt idx="24061">
                  <c:v>0.47270991510070992</c:v>
                </c:pt>
                <c:pt idx="24062">
                  <c:v>0.4727155401910394</c:v>
                </c:pt>
                <c:pt idx="24063">
                  <c:v>0.47278172413434127</c:v>
                </c:pt>
                <c:pt idx="24064">
                  <c:v>0.47312810144665141</c:v>
                </c:pt>
                <c:pt idx="24065">
                  <c:v>0.47324754185680945</c:v>
                </c:pt>
                <c:pt idx="24066">
                  <c:v>0.47328766416124063</c:v>
                </c:pt>
                <c:pt idx="24067">
                  <c:v>0.47343247906873087</c:v>
                </c:pt>
                <c:pt idx="24068">
                  <c:v>0.47346223206858207</c:v>
                </c:pt>
                <c:pt idx="24069">
                  <c:v>0.47366601344664466</c:v>
                </c:pt>
                <c:pt idx="24070">
                  <c:v>0.47368660785822653</c:v>
                </c:pt>
                <c:pt idx="24071">
                  <c:v>0.47370852943864411</c:v>
                </c:pt>
                <c:pt idx="24072">
                  <c:v>0.47380692365441551</c:v>
                </c:pt>
                <c:pt idx="24073">
                  <c:v>0.47385179500784258</c:v>
                </c:pt>
                <c:pt idx="24074">
                  <c:v>0.47387884292433419</c:v>
                </c:pt>
                <c:pt idx="24075">
                  <c:v>0.4739240993201943</c:v>
                </c:pt>
                <c:pt idx="24076">
                  <c:v>0.47398616051307069</c:v>
                </c:pt>
                <c:pt idx="24077">
                  <c:v>0.47404778710173712</c:v>
                </c:pt>
                <c:pt idx="24078">
                  <c:v>0.47411518266005814</c:v>
                </c:pt>
                <c:pt idx="24079">
                  <c:v>0.47418738242394293</c:v>
                </c:pt>
                <c:pt idx="24080">
                  <c:v>0.47420388878943315</c:v>
                </c:pt>
                <c:pt idx="24081">
                  <c:v>0.47434602789306057</c:v>
                </c:pt>
                <c:pt idx="24082">
                  <c:v>0.4744150345132761</c:v>
                </c:pt>
                <c:pt idx="24083">
                  <c:v>0.47451602984886659</c:v>
                </c:pt>
                <c:pt idx="24084">
                  <c:v>0.47455583842070503</c:v>
                </c:pt>
                <c:pt idx="24085">
                  <c:v>0.47460908506186023</c:v>
                </c:pt>
                <c:pt idx="24086">
                  <c:v>0.47465043847233562</c:v>
                </c:pt>
                <c:pt idx="24087">
                  <c:v>0.47475892012384685</c:v>
                </c:pt>
                <c:pt idx="24088">
                  <c:v>0.4748580085514264</c:v>
                </c:pt>
                <c:pt idx="24089">
                  <c:v>0.47500058808322693</c:v>
                </c:pt>
                <c:pt idx="24090">
                  <c:v>0.47500828223891461</c:v>
                </c:pt>
                <c:pt idx="24091">
                  <c:v>0.47502227924451612</c:v>
                </c:pt>
                <c:pt idx="24092">
                  <c:v>0.47510673680222804</c:v>
                </c:pt>
                <c:pt idx="24093">
                  <c:v>0.47516138135346575</c:v>
                </c:pt>
                <c:pt idx="24094">
                  <c:v>0.47519950956517226</c:v>
                </c:pt>
                <c:pt idx="24095">
                  <c:v>0.47523254072994747</c:v>
                </c:pt>
                <c:pt idx="24096">
                  <c:v>0.47534965910230081</c:v>
                </c:pt>
                <c:pt idx="24097">
                  <c:v>0.47537653794883428</c:v>
                </c:pt>
                <c:pt idx="24098">
                  <c:v>0.47539689228276683</c:v>
                </c:pt>
                <c:pt idx="24099">
                  <c:v>0.47545237997714934</c:v>
                </c:pt>
                <c:pt idx="24100">
                  <c:v>0.47577549851934647</c:v>
                </c:pt>
                <c:pt idx="24101">
                  <c:v>0.47577690651543586</c:v>
                </c:pt>
                <c:pt idx="24102">
                  <c:v>0.4757917154655269</c:v>
                </c:pt>
                <c:pt idx="24103">
                  <c:v>0.47586486885686879</c:v>
                </c:pt>
                <c:pt idx="24104">
                  <c:v>0.47593983103591464</c:v>
                </c:pt>
                <c:pt idx="24105">
                  <c:v>0.47598322904542828</c:v>
                </c:pt>
                <c:pt idx="24106">
                  <c:v>0.47605635381200806</c:v>
                </c:pt>
                <c:pt idx="24107">
                  <c:v>0.47643930228959902</c:v>
                </c:pt>
                <c:pt idx="24108">
                  <c:v>0.47650632718927149</c:v>
                </c:pt>
                <c:pt idx="24109">
                  <c:v>0.47655684029728307</c:v>
                </c:pt>
                <c:pt idx="24110">
                  <c:v>0.47683538398385694</c:v>
                </c:pt>
                <c:pt idx="24111">
                  <c:v>0.47687112120621566</c:v>
                </c:pt>
                <c:pt idx="24112">
                  <c:v>0.47693671189223807</c:v>
                </c:pt>
                <c:pt idx="24113">
                  <c:v>0.47724470158064286</c:v>
                </c:pt>
                <c:pt idx="24114">
                  <c:v>0.47729848223777832</c:v>
                </c:pt>
                <c:pt idx="24115">
                  <c:v>0.47737414289087632</c:v>
                </c:pt>
                <c:pt idx="24116">
                  <c:v>0.4774302215646154</c:v>
                </c:pt>
                <c:pt idx="24117">
                  <c:v>0.47749033276550451</c:v>
                </c:pt>
                <c:pt idx="24118">
                  <c:v>0.47765827353809392</c:v>
                </c:pt>
                <c:pt idx="24119">
                  <c:v>0.47767053316023222</c:v>
                </c:pt>
                <c:pt idx="24120">
                  <c:v>0.47768464071393779</c:v>
                </c:pt>
                <c:pt idx="24121">
                  <c:v>0.4778009190277428</c:v>
                </c:pt>
                <c:pt idx="24122">
                  <c:v>0.47784984713355916</c:v>
                </c:pt>
                <c:pt idx="24123">
                  <c:v>0.47786068722976499</c:v>
                </c:pt>
                <c:pt idx="24124">
                  <c:v>0.47789411146713312</c:v>
                </c:pt>
                <c:pt idx="24125">
                  <c:v>0.47794800608509402</c:v>
                </c:pt>
                <c:pt idx="24126">
                  <c:v>0.47806130111919853</c:v>
                </c:pt>
                <c:pt idx="24127">
                  <c:v>0.47807699466276521</c:v>
                </c:pt>
                <c:pt idx="24128">
                  <c:v>0.4781598219236885</c:v>
                </c:pt>
                <c:pt idx="24129">
                  <c:v>0.47821649669090321</c:v>
                </c:pt>
                <c:pt idx="24130">
                  <c:v>0.47822362451169026</c:v>
                </c:pt>
                <c:pt idx="24131">
                  <c:v>0.47825875964584841</c:v>
                </c:pt>
                <c:pt idx="24132">
                  <c:v>0.47827946297196405</c:v>
                </c:pt>
                <c:pt idx="24133">
                  <c:v>0.47830326170402493</c:v>
                </c:pt>
                <c:pt idx="24134">
                  <c:v>0.47832305365065281</c:v>
                </c:pt>
                <c:pt idx="24135">
                  <c:v>0.4785203526116481</c:v>
                </c:pt>
                <c:pt idx="24136">
                  <c:v>0.47854545761799944</c:v>
                </c:pt>
                <c:pt idx="24137">
                  <c:v>0.47868193631037387</c:v>
                </c:pt>
                <c:pt idx="24138">
                  <c:v>0.47877538263000158</c:v>
                </c:pt>
                <c:pt idx="24139">
                  <c:v>0.47902140414686539</c:v>
                </c:pt>
                <c:pt idx="24140">
                  <c:v>0.47908288131962007</c:v>
                </c:pt>
                <c:pt idx="24141">
                  <c:v>0.47911219534051641</c:v>
                </c:pt>
                <c:pt idx="24142">
                  <c:v>0.47915833816565362</c:v>
                </c:pt>
                <c:pt idx="24143">
                  <c:v>0.47920813078169328</c:v>
                </c:pt>
                <c:pt idx="24144">
                  <c:v>0.47935302710839794</c:v>
                </c:pt>
                <c:pt idx="24145">
                  <c:v>0.47945644116596503</c:v>
                </c:pt>
                <c:pt idx="24146">
                  <c:v>0.47993258128782068</c:v>
                </c:pt>
                <c:pt idx="24147">
                  <c:v>0.47995036183157391</c:v>
                </c:pt>
                <c:pt idx="24148">
                  <c:v>0.47998500826265916</c:v>
                </c:pt>
                <c:pt idx="24149">
                  <c:v>0.48008844252622312</c:v>
                </c:pt>
                <c:pt idx="24150">
                  <c:v>0.48010176912373115</c:v>
                </c:pt>
                <c:pt idx="24151">
                  <c:v>0.4803821053751911</c:v>
                </c:pt>
                <c:pt idx="24152">
                  <c:v>0.4806100469004897</c:v>
                </c:pt>
                <c:pt idx="24153">
                  <c:v>0.4807079908562521</c:v>
                </c:pt>
                <c:pt idx="24154">
                  <c:v>0.48087439038990648</c:v>
                </c:pt>
                <c:pt idx="24155">
                  <c:v>0.48095356753600482</c:v>
                </c:pt>
                <c:pt idx="24156">
                  <c:v>0.48138548044728924</c:v>
                </c:pt>
                <c:pt idx="24157">
                  <c:v>0.48160362396151152</c:v>
                </c:pt>
                <c:pt idx="24158">
                  <c:v>0.48171711125926892</c:v>
                </c:pt>
                <c:pt idx="24159">
                  <c:v>0.48175357064359925</c:v>
                </c:pt>
                <c:pt idx="24160">
                  <c:v>0.48177851589942461</c:v>
                </c:pt>
                <c:pt idx="24161">
                  <c:v>0.48178364083500064</c:v>
                </c:pt>
                <c:pt idx="24162">
                  <c:v>0.48182096040031014</c:v>
                </c:pt>
                <c:pt idx="24163">
                  <c:v>0.48211907956982752</c:v>
                </c:pt>
                <c:pt idx="24164">
                  <c:v>0.48219388015005216</c:v>
                </c:pt>
                <c:pt idx="24165">
                  <c:v>0.48226716827815336</c:v>
                </c:pt>
                <c:pt idx="24166">
                  <c:v>0.48227138709283485</c:v>
                </c:pt>
                <c:pt idx="24167">
                  <c:v>0.48236653466909801</c:v>
                </c:pt>
                <c:pt idx="24168">
                  <c:v>0.48240053056120263</c:v>
                </c:pt>
                <c:pt idx="24169">
                  <c:v>0.48261103870845534</c:v>
                </c:pt>
                <c:pt idx="24170">
                  <c:v>0.48263269830639288</c:v>
                </c:pt>
                <c:pt idx="24171">
                  <c:v>0.48267302466714995</c:v>
                </c:pt>
                <c:pt idx="24172">
                  <c:v>0.48271395132566852</c:v>
                </c:pt>
                <c:pt idx="24173">
                  <c:v>0.48278473091340257</c:v>
                </c:pt>
                <c:pt idx="24174">
                  <c:v>0.482889730224494</c:v>
                </c:pt>
                <c:pt idx="24175">
                  <c:v>0.48301699564311062</c:v>
                </c:pt>
                <c:pt idx="24176">
                  <c:v>0.48322901759302472</c:v>
                </c:pt>
                <c:pt idx="24177">
                  <c:v>0.48328827614423947</c:v>
                </c:pt>
                <c:pt idx="24178">
                  <c:v>0.4836628411293814</c:v>
                </c:pt>
                <c:pt idx="24179">
                  <c:v>0.48372470760987685</c:v>
                </c:pt>
                <c:pt idx="24180">
                  <c:v>0.48385472818689462</c:v>
                </c:pt>
                <c:pt idx="24181">
                  <c:v>0.4839073619515169</c:v>
                </c:pt>
                <c:pt idx="24182">
                  <c:v>0.48395949624264228</c:v>
                </c:pt>
                <c:pt idx="24183">
                  <c:v>0.48397049589168162</c:v>
                </c:pt>
                <c:pt idx="24184">
                  <c:v>0.48428291668726914</c:v>
                </c:pt>
                <c:pt idx="24185">
                  <c:v>0.48445019257227417</c:v>
                </c:pt>
                <c:pt idx="24186">
                  <c:v>0.48451406932182089</c:v>
                </c:pt>
                <c:pt idx="24187">
                  <c:v>0.48455103227735796</c:v>
                </c:pt>
                <c:pt idx="24188">
                  <c:v>0.4845657075462938</c:v>
                </c:pt>
                <c:pt idx="24189">
                  <c:v>0.48458910568828456</c:v>
                </c:pt>
                <c:pt idx="24190">
                  <c:v>0.48462591229240942</c:v>
                </c:pt>
                <c:pt idx="24191">
                  <c:v>0.48474264355974367</c:v>
                </c:pt>
                <c:pt idx="24192">
                  <c:v>0.4847989407493396</c:v>
                </c:pt>
                <c:pt idx="24193">
                  <c:v>0.48503095609930252</c:v>
                </c:pt>
                <c:pt idx="24194">
                  <c:v>0.48506442908084385</c:v>
                </c:pt>
                <c:pt idx="24195">
                  <c:v>0.48513948148462738</c:v>
                </c:pt>
                <c:pt idx="24196">
                  <c:v>0.48544873139445649</c:v>
                </c:pt>
                <c:pt idx="24197">
                  <c:v>0.4855075398424451</c:v>
                </c:pt>
                <c:pt idx="24198">
                  <c:v>0.48556941352836253</c:v>
                </c:pt>
                <c:pt idx="24199">
                  <c:v>0.48560855127020724</c:v>
                </c:pt>
                <c:pt idx="24200">
                  <c:v>0.48565206121179461</c:v>
                </c:pt>
                <c:pt idx="24201">
                  <c:v>0.48586768297550137</c:v>
                </c:pt>
                <c:pt idx="24202">
                  <c:v>0.48592693921108721</c:v>
                </c:pt>
                <c:pt idx="24203">
                  <c:v>0.48602421353364228</c:v>
                </c:pt>
                <c:pt idx="24204">
                  <c:v>0.48636527653661654</c:v>
                </c:pt>
                <c:pt idx="24205">
                  <c:v>0.48647006259641468</c:v>
                </c:pt>
                <c:pt idx="24206">
                  <c:v>0.48648761328111778</c:v>
                </c:pt>
                <c:pt idx="24207">
                  <c:v>0.48656589087038038</c:v>
                </c:pt>
                <c:pt idx="24208">
                  <c:v>0.48658018585339563</c:v>
                </c:pt>
                <c:pt idx="24209">
                  <c:v>0.48663697894392788</c:v>
                </c:pt>
                <c:pt idx="24210">
                  <c:v>0.48664712028302248</c:v>
                </c:pt>
                <c:pt idx="24211">
                  <c:v>0.486866743073954</c:v>
                </c:pt>
                <c:pt idx="24212">
                  <c:v>0.48687905367738243</c:v>
                </c:pt>
                <c:pt idx="24213">
                  <c:v>0.48726385991492666</c:v>
                </c:pt>
                <c:pt idx="24214">
                  <c:v>0.48738969560574869</c:v>
                </c:pt>
                <c:pt idx="24215">
                  <c:v>0.48754609463011073</c:v>
                </c:pt>
                <c:pt idx="24216">
                  <c:v>0.48757315157994274</c:v>
                </c:pt>
                <c:pt idx="24217">
                  <c:v>0.48759003250602756</c:v>
                </c:pt>
                <c:pt idx="24218">
                  <c:v>0.48765026760282776</c:v>
                </c:pt>
                <c:pt idx="24219">
                  <c:v>0.48767838242238037</c:v>
                </c:pt>
                <c:pt idx="24220">
                  <c:v>0.48779639739223418</c:v>
                </c:pt>
                <c:pt idx="24221">
                  <c:v>0.48793340952254038</c:v>
                </c:pt>
                <c:pt idx="24222">
                  <c:v>0.48839450964300757</c:v>
                </c:pt>
                <c:pt idx="24223">
                  <c:v>0.48840556454473472</c:v>
                </c:pt>
                <c:pt idx="24224">
                  <c:v>0.48842627253561649</c:v>
                </c:pt>
                <c:pt idx="24225">
                  <c:v>0.48843278570477644</c:v>
                </c:pt>
                <c:pt idx="24226">
                  <c:v>0.48853265480520119</c:v>
                </c:pt>
                <c:pt idx="24227">
                  <c:v>0.48857550759985924</c:v>
                </c:pt>
                <c:pt idx="24228">
                  <c:v>0.48865182986188677</c:v>
                </c:pt>
                <c:pt idx="24229">
                  <c:v>0.48875749756807518</c:v>
                </c:pt>
                <c:pt idx="24230">
                  <c:v>0.48878093321319988</c:v>
                </c:pt>
                <c:pt idx="24231">
                  <c:v>0.48881988090413875</c:v>
                </c:pt>
                <c:pt idx="24232">
                  <c:v>0.48886659747256128</c:v>
                </c:pt>
                <c:pt idx="24233">
                  <c:v>0.48894133353472452</c:v>
                </c:pt>
                <c:pt idx="24234">
                  <c:v>0.48933979235528341</c:v>
                </c:pt>
                <c:pt idx="24235">
                  <c:v>0.48940432933031358</c:v>
                </c:pt>
                <c:pt idx="24236">
                  <c:v>0.48977689146632031</c:v>
                </c:pt>
                <c:pt idx="24237">
                  <c:v>0.48988326484996825</c:v>
                </c:pt>
                <c:pt idx="24238">
                  <c:v>0.49002505157504889</c:v>
                </c:pt>
                <c:pt idx="24239">
                  <c:v>0.4900392937204906</c:v>
                </c:pt>
                <c:pt idx="24240">
                  <c:v>0.49004565977927833</c:v>
                </c:pt>
                <c:pt idx="24241">
                  <c:v>0.49018680597168607</c:v>
                </c:pt>
                <c:pt idx="24242">
                  <c:v>0.49020787227271101</c:v>
                </c:pt>
                <c:pt idx="24243">
                  <c:v>0.4903668347779605</c:v>
                </c:pt>
                <c:pt idx="24244">
                  <c:v>0.49050543981337991</c:v>
                </c:pt>
                <c:pt idx="24245">
                  <c:v>0.49055299972167282</c:v>
                </c:pt>
                <c:pt idx="24246">
                  <c:v>0.49055835027259093</c:v>
                </c:pt>
                <c:pt idx="24247">
                  <c:v>0.49059329694538639</c:v>
                </c:pt>
                <c:pt idx="24248">
                  <c:v>0.49060026155131498</c:v>
                </c:pt>
                <c:pt idx="24249">
                  <c:v>0.49082267985500483</c:v>
                </c:pt>
                <c:pt idx="24250">
                  <c:v>0.4912217541468204</c:v>
                </c:pt>
                <c:pt idx="24251">
                  <c:v>0.4912891787881184</c:v>
                </c:pt>
                <c:pt idx="24252">
                  <c:v>0.49151815802248094</c:v>
                </c:pt>
                <c:pt idx="24253">
                  <c:v>0.49152764199797921</c:v>
                </c:pt>
                <c:pt idx="24254">
                  <c:v>0.49158432032816068</c:v>
                </c:pt>
                <c:pt idx="24255">
                  <c:v>0.49163363248767838</c:v>
                </c:pt>
                <c:pt idx="24256">
                  <c:v>0.49189017262022655</c:v>
                </c:pt>
                <c:pt idx="24257">
                  <c:v>0.49191910879067835</c:v>
                </c:pt>
                <c:pt idx="24258">
                  <c:v>0.49206742138956927</c:v>
                </c:pt>
                <c:pt idx="24259">
                  <c:v>0.49212008936802637</c:v>
                </c:pt>
                <c:pt idx="24260">
                  <c:v>0.4921420916334594</c:v>
                </c:pt>
                <c:pt idx="24261">
                  <c:v>0.49224722938618193</c:v>
                </c:pt>
                <c:pt idx="24262">
                  <c:v>0.49252114755061577</c:v>
                </c:pt>
                <c:pt idx="24263">
                  <c:v>0.49267926599695849</c:v>
                </c:pt>
                <c:pt idx="24264">
                  <c:v>0.49293604263392121</c:v>
                </c:pt>
                <c:pt idx="24265">
                  <c:v>0.49304196498831776</c:v>
                </c:pt>
                <c:pt idx="24266">
                  <c:v>0.4934709976758303</c:v>
                </c:pt>
                <c:pt idx="24267">
                  <c:v>0.49351733924520169</c:v>
                </c:pt>
                <c:pt idx="24268">
                  <c:v>0.49361404869675102</c:v>
                </c:pt>
                <c:pt idx="24269">
                  <c:v>0.49366312449986677</c:v>
                </c:pt>
                <c:pt idx="24270">
                  <c:v>0.4936648747523974</c:v>
                </c:pt>
                <c:pt idx="24271">
                  <c:v>0.49397584664416982</c:v>
                </c:pt>
                <c:pt idx="24272">
                  <c:v>0.49402510149587947</c:v>
                </c:pt>
                <c:pt idx="24273">
                  <c:v>0.4940729939514284</c:v>
                </c:pt>
                <c:pt idx="24274">
                  <c:v>0.49408084510684713</c:v>
                </c:pt>
                <c:pt idx="24275">
                  <c:v>0.49443923374652926</c:v>
                </c:pt>
                <c:pt idx="24276">
                  <c:v>0.49451416793605396</c:v>
                </c:pt>
                <c:pt idx="24277">
                  <c:v>0.49455966041263666</c:v>
                </c:pt>
                <c:pt idx="24278">
                  <c:v>0.49469377621401706</c:v>
                </c:pt>
                <c:pt idx="24279">
                  <c:v>0.49471000576383067</c:v>
                </c:pt>
                <c:pt idx="24280">
                  <c:v>0.49477808058893424</c:v>
                </c:pt>
                <c:pt idx="24281">
                  <c:v>0.49512910993987436</c:v>
                </c:pt>
                <c:pt idx="24282">
                  <c:v>0.49516912489666304</c:v>
                </c:pt>
                <c:pt idx="24283">
                  <c:v>0.49565626906469173</c:v>
                </c:pt>
                <c:pt idx="24284">
                  <c:v>0.49578913796033353</c:v>
                </c:pt>
                <c:pt idx="24285">
                  <c:v>0.49582301968724446</c:v>
                </c:pt>
                <c:pt idx="24286">
                  <c:v>0.49583067791870566</c:v>
                </c:pt>
                <c:pt idx="24287">
                  <c:v>0.49587195647175131</c:v>
                </c:pt>
                <c:pt idx="24288">
                  <c:v>0.49613548768271165</c:v>
                </c:pt>
                <c:pt idx="24289">
                  <c:v>0.49616655703888929</c:v>
                </c:pt>
                <c:pt idx="24290">
                  <c:v>0.49621280333510792</c:v>
                </c:pt>
                <c:pt idx="24291">
                  <c:v>0.4962182972157953</c:v>
                </c:pt>
                <c:pt idx="24292">
                  <c:v>0.49633355804445917</c:v>
                </c:pt>
                <c:pt idx="24293">
                  <c:v>0.49635563076187311</c:v>
                </c:pt>
                <c:pt idx="24294">
                  <c:v>0.49636778174108576</c:v>
                </c:pt>
                <c:pt idx="24295">
                  <c:v>0.4964954379957851</c:v>
                </c:pt>
                <c:pt idx="24296">
                  <c:v>0.49663240918193635</c:v>
                </c:pt>
                <c:pt idx="24297">
                  <c:v>0.49670142501718473</c:v>
                </c:pt>
                <c:pt idx="24298">
                  <c:v>0.49670580688787686</c:v>
                </c:pt>
                <c:pt idx="24299">
                  <c:v>0.49681655565661303</c:v>
                </c:pt>
                <c:pt idx="24300">
                  <c:v>0.49686712294531293</c:v>
                </c:pt>
                <c:pt idx="24301">
                  <c:v>0.4973848767071164</c:v>
                </c:pt>
                <c:pt idx="24302">
                  <c:v>0.49748061700444707</c:v>
                </c:pt>
                <c:pt idx="24303">
                  <c:v>0.49751376222711113</c:v>
                </c:pt>
                <c:pt idx="24304">
                  <c:v>0.49759721294559095</c:v>
                </c:pt>
                <c:pt idx="24305">
                  <c:v>0.49775158780292766</c:v>
                </c:pt>
                <c:pt idx="24306">
                  <c:v>0.49780281936395498</c:v>
                </c:pt>
                <c:pt idx="24307">
                  <c:v>0.49787551526226675</c:v>
                </c:pt>
                <c:pt idx="24308">
                  <c:v>0.4979991600921197</c:v>
                </c:pt>
                <c:pt idx="24309">
                  <c:v>0.49814233743007025</c:v>
                </c:pt>
                <c:pt idx="24310">
                  <c:v>0.4983158813940452</c:v>
                </c:pt>
                <c:pt idx="24311">
                  <c:v>0.4984986756351546</c:v>
                </c:pt>
                <c:pt idx="24312">
                  <c:v>0.49850565177564488</c:v>
                </c:pt>
                <c:pt idx="24313">
                  <c:v>0.49868439488514099</c:v>
                </c:pt>
                <c:pt idx="24314">
                  <c:v>0.49875677960379416</c:v>
                </c:pt>
                <c:pt idx="24315">
                  <c:v>0.49876984471888919</c:v>
                </c:pt>
                <c:pt idx="24316">
                  <c:v>0.49885406727363257</c:v>
                </c:pt>
                <c:pt idx="24317">
                  <c:v>0.49887215629804504</c:v>
                </c:pt>
                <c:pt idx="24318">
                  <c:v>0.49933701697559857</c:v>
                </c:pt>
                <c:pt idx="24319">
                  <c:v>0.49955250535952261</c:v>
                </c:pt>
                <c:pt idx="24320">
                  <c:v>0.49955726760382974</c:v>
                </c:pt>
                <c:pt idx="24321">
                  <c:v>0.49982057015576759</c:v>
                </c:pt>
                <c:pt idx="24322">
                  <c:v>0.49999848549141418</c:v>
                </c:pt>
                <c:pt idx="24323">
                  <c:v>0.50005723683407011</c:v>
                </c:pt>
                <c:pt idx="24324">
                  <c:v>0.50006277371977503</c:v>
                </c:pt>
                <c:pt idx="24325">
                  <c:v>0.50012318951539203</c:v>
                </c:pt>
                <c:pt idx="24326">
                  <c:v>0.50012784458814019</c:v>
                </c:pt>
                <c:pt idx="24327">
                  <c:v>0.50031932346337193</c:v>
                </c:pt>
                <c:pt idx="24328">
                  <c:v>0.50054792283386629</c:v>
                </c:pt>
                <c:pt idx="24329">
                  <c:v>0.50057441064586361</c:v>
                </c:pt>
                <c:pt idx="24330">
                  <c:v>0.50067577386867068</c:v>
                </c:pt>
                <c:pt idx="24331">
                  <c:v>0.50069217151834267</c:v>
                </c:pt>
                <c:pt idx="24332">
                  <c:v>0.50082520113980722</c:v>
                </c:pt>
                <c:pt idx="24333">
                  <c:v>0.50098332348494135</c:v>
                </c:pt>
                <c:pt idx="24334">
                  <c:v>0.50100762352779249</c:v>
                </c:pt>
                <c:pt idx="24335">
                  <c:v>0.50124349803770984</c:v>
                </c:pt>
                <c:pt idx="24336">
                  <c:v>0.50130921528571315</c:v>
                </c:pt>
                <c:pt idx="24337">
                  <c:v>0.50136828790138432</c:v>
                </c:pt>
                <c:pt idx="24338">
                  <c:v>0.50138360726974274</c:v>
                </c:pt>
                <c:pt idx="24339">
                  <c:v>0.50140422955202568</c:v>
                </c:pt>
                <c:pt idx="24340">
                  <c:v>0.50170478929915141</c:v>
                </c:pt>
                <c:pt idx="24341">
                  <c:v>0.50171387577270998</c:v>
                </c:pt>
                <c:pt idx="24342">
                  <c:v>0.50177629735703766</c:v>
                </c:pt>
                <c:pt idx="24343">
                  <c:v>0.50180976717480108</c:v>
                </c:pt>
                <c:pt idx="24344">
                  <c:v>0.50194175962790588</c:v>
                </c:pt>
                <c:pt idx="24345">
                  <c:v>0.5019921728094735</c:v>
                </c:pt>
                <c:pt idx="24346">
                  <c:v>0.50239136450867794</c:v>
                </c:pt>
                <c:pt idx="24347">
                  <c:v>0.50257304890729193</c:v>
                </c:pt>
                <c:pt idx="24348">
                  <c:v>0.50260665033767737</c:v>
                </c:pt>
                <c:pt idx="24349">
                  <c:v>0.50263298883396279</c:v>
                </c:pt>
                <c:pt idx="24350">
                  <c:v>0.50287053593057485</c:v>
                </c:pt>
                <c:pt idx="24351">
                  <c:v>0.50294245207845933</c:v>
                </c:pt>
                <c:pt idx="24352">
                  <c:v>0.50313363635273889</c:v>
                </c:pt>
                <c:pt idx="24353">
                  <c:v>0.50318819516272717</c:v>
                </c:pt>
                <c:pt idx="24354">
                  <c:v>0.50325295913538082</c:v>
                </c:pt>
                <c:pt idx="24355">
                  <c:v>0.5034207325783524</c:v>
                </c:pt>
                <c:pt idx="24356">
                  <c:v>0.50346172428879765</c:v>
                </c:pt>
                <c:pt idx="24357">
                  <c:v>0.50363165227371409</c:v>
                </c:pt>
                <c:pt idx="24358">
                  <c:v>0.50371762682557586</c:v>
                </c:pt>
                <c:pt idx="24359">
                  <c:v>0.50380442701761208</c:v>
                </c:pt>
                <c:pt idx="24360">
                  <c:v>0.50393200765263069</c:v>
                </c:pt>
                <c:pt idx="24361">
                  <c:v>0.50405931310313945</c:v>
                </c:pt>
                <c:pt idx="24362">
                  <c:v>0.50424706510503992</c:v>
                </c:pt>
                <c:pt idx="24363">
                  <c:v>0.50449661668144608</c:v>
                </c:pt>
                <c:pt idx="24364">
                  <c:v>0.50451855595848849</c:v>
                </c:pt>
                <c:pt idx="24365">
                  <c:v>0.50456285752222496</c:v>
                </c:pt>
                <c:pt idx="24366">
                  <c:v>0.50458710846355348</c:v>
                </c:pt>
                <c:pt idx="24367">
                  <c:v>0.50465085028085666</c:v>
                </c:pt>
                <c:pt idx="24368">
                  <c:v>0.50473060270208736</c:v>
                </c:pt>
                <c:pt idx="24369">
                  <c:v>0.5047314463801742</c:v>
                </c:pt>
                <c:pt idx="24370">
                  <c:v>0.50490019574289147</c:v>
                </c:pt>
                <c:pt idx="24371">
                  <c:v>0.50492078219233172</c:v>
                </c:pt>
                <c:pt idx="24372">
                  <c:v>0.50496999633134643</c:v>
                </c:pt>
                <c:pt idx="24373">
                  <c:v>0.50498070022145625</c:v>
                </c:pt>
                <c:pt idx="24374">
                  <c:v>0.50502039435331836</c:v>
                </c:pt>
                <c:pt idx="24375">
                  <c:v>0.50507711314087689</c:v>
                </c:pt>
                <c:pt idx="24376">
                  <c:v>0.50547415607723079</c:v>
                </c:pt>
                <c:pt idx="24377">
                  <c:v>0.50551652612851194</c:v>
                </c:pt>
                <c:pt idx="24378">
                  <c:v>0.505559617824201</c:v>
                </c:pt>
                <c:pt idx="24379">
                  <c:v>0.50566238277511355</c:v>
                </c:pt>
                <c:pt idx="24380">
                  <c:v>0.50573916784705819</c:v>
                </c:pt>
                <c:pt idx="24381">
                  <c:v>0.5057752607887761</c:v>
                </c:pt>
                <c:pt idx="24382">
                  <c:v>0.5059431630663993</c:v>
                </c:pt>
                <c:pt idx="24383">
                  <c:v>0.50611871703107614</c:v>
                </c:pt>
                <c:pt idx="24384">
                  <c:v>0.50632721193799479</c:v>
                </c:pt>
                <c:pt idx="24385">
                  <c:v>0.50641151388316763</c:v>
                </c:pt>
                <c:pt idx="24386">
                  <c:v>0.50641871643799941</c:v>
                </c:pt>
                <c:pt idx="24387">
                  <c:v>0.50649137568191038</c:v>
                </c:pt>
                <c:pt idx="24388">
                  <c:v>0.50666092830924381</c:v>
                </c:pt>
                <c:pt idx="24389">
                  <c:v>0.50669873541508614</c:v>
                </c:pt>
                <c:pt idx="24390">
                  <c:v>0.50677344613398634</c:v>
                </c:pt>
                <c:pt idx="24391">
                  <c:v>0.5068308493516831</c:v>
                </c:pt>
                <c:pt idx="24392">
                  <c:v>0.50685985658732513</c:v>
                </c:pt>
                <c:pt idx="24393">
                  <c:v>0.50699786871386121</c:v>
                </c:pt>
                <c:pt idx="24394">
                  <c:v>0.50708819292138962</c:v>
                </c:pt>
                <c:pt idx="24395">
                  <c:v>0.50713596957565321</c:v>
                </c:pt>
                <c:pt idx="24396">
                  <c:v>0.50740807193050519</c:v>
                </c:pt>
                <c:pt idx="24397">
                  <c:v>0.50750753151950934</c:v>
                </c:pt>
                <c:pt idx="24398">
                  <c:v>0.50763552858049743</c:v>
                </c:pt>
                <c:pt idx="24399">
                  <c:v>0.50773859327707083</c:v>
                </c:pt>
                <c:pt idx="24400">
                  <c:v>0.50776939301192847</c:v>
                </c:pt>
                <c:pt idx="24401">
                  <c:v>0.50780456044201339</c:v>
                </c:pt>
                <c:pt idx="24402">
                  <c:v>0.50781560222360811</c:v>
                </c:pt>
                <c:pt idx="24403">
                  <c:v>0.50781858477656594</c:v>
                </c:pt>
                <c:pt idx="24404">
                  <c:v>0.50784014631976016</c:v>
                </c:pt>
                <c:pt idx="24405">
                  <c:v>0.50784946018430044</c:v>
                </c:pt>
                <c:pt idx="24406">
                  <c:v>0.50791847396274437</c:v>
                </c:pt>
                <c:pt idx="24407">
                  <c:v>0.5082325848936341</c:v>
                </c:pt>
                <c:pt idx="24408">
                  <c:v>0.5082941350678214</c:v>
                </c:pt>
                <c:pt idx="24409">
                  <c:v>0.50845018266008457</c:v>
                </c:pt>
                <c:pt idx="24410">
                  <c:v>0.50850217823261068</c:v>
                </c:pt>
                <c:pt idx="24411">
                  <c:v>0.50866449826752391</c:v>
                </c:pt>
                <c:pt idx="24412">
                  <c:v>0.50872388962495829</c:v>
                </c:pt>
                <c:pt idx="24413">
                  <c:v>0.50895559728154938</c:v>
                </c:pt>
                <c:pt idx="24414">
                  <c:v>0.50901212354283254</c:v>
                </c:pt>
                <c:pt idx="24415">
                  <c:v>0.5091374650984658</c:v>
                </c:pt>
                <c:pt idx="24416">
                  <c:v>0.50916967876305785</c:v>
                </c:pt>
                <c:pt idx="24417">
                  <c:v>0.50923307318943711</c:v>
                </c:pt>
                <c:pt idx="24418">
                  <c:v>0.50928078831620183</c:v>
                </c:pt>
                <c:pt idx="24419">
                  <c:v>0.50931851247193216</c:v>
                </c:pt>
                <c:pt idx="24420">
                  <c:v>0.50938030158246428</c:v>
                </c:pt>
                <c:pt idx="24421">
                  <c:v>0.50940091637024487</c:v>
                </c:pt>
                <c:pt idx="24422">
                  <c:v>0.50950215645502051</c:v>
                </c:pt>
                <c:pt idx="24423">
                  <c:v>0.50955732841276602</c:v>
                </c:pt>
                <c:pt idx="24424">
                  <c:v>0.50966458196104469</c:v>
                </c:pt>
                <c:pt idx="24425">
                  <c:v>0.50967781372128063</c:v>
                </c:pt>
                <c:pt idx="24426">
                  <c:v>0.50968276170432891</c:v>
                </c:pt>
                <c:pt idx="24427">
                  <c:v>0.50981186308106341</c:v>
                </c:pt>
                <c:pt idx="24428">
                  <c:v>0.51012295713176536</c:v>
                </c:pt>
                <c:pt idx="24429">
                  <c:v>0.51021223693166773</c:v>
                </c:pt>
                <c:pt idx="24430">
                  <c:v>0.51025908637535844</c:v>
                </c:pt>
                <c:pt idx="24431">
                  <c:v>0.51031529524387753</c:v>
                </c:pt>
                <c:pt idx="24432">
                  <c:v>0.51041547116631725</c:v>
                </c:pt>
                <c:pt idx="24433">
                  <c:v>0.51046826152892444</c:v>
                </c:pt>
                <c:pt idx="24434">
                  <c:v>0.51049387653936817</c:v>
                </c:pt>
                <c:pt idx="24435">
                  <c:v>0.510555613888382</c:v>
                </c:pt>
                <c:pt idx="24436">
                  <c:v>0.51061494023474219</c:v>
                </c:pt>
                <c:pt idx="24437">
                  <c:v>0.51061955977301898</c:v>
                </c:pt>
                <c:pt idx="24438">
                  <c:v>0.51071066568033618</c:v>
                </c:pt>
                <c:pt idx="24439">
                  <c:v>0.51076755880937963</c:v>
                </c:pt>
                <c:pt idx="24440">
                  <c:v>0.51085026288994917</c:v>
                </c:pt>
                <c:pt idx="24441">
                  <c:v>0.51099282999503293</c:v>
                </c:pt>
                <c:pt idx="24442">
                  <c:v>0.5110186348825857</c:v>
                </c:pt>
                <c:pt idx="24443">
                  <c:v>0.51106918787937627</c:v>
                </c:pt>
                <c:pt idx="24444">
                  <c:v>0.51112636367250441</c:v>
                </c:pt>
                <c:pt idx="24445">
                  <c:v>0.51123654156356246</c:v>
                </c:pt>
                <c:pt idx="24446">
                  <c:v>0.51135365270851751</c:v>
                </c:pt>
                <c:pt idx="24447">
                  <c:v>0.51158815360607424</c:v>
                </c:pt>
                <c:pt idx="24448">
                  <c:v>0.51171422859783555</c:v>
                </c:pt>
                <c:pt idx="24449">
                  <c:v>0.51182201647216841</c:v>
                </c:pt>
                <c:pt idx="24450">
                  <c:v>0.51184469229960883</c:v>
                </c:pt>
                <c:pt idx="24451">
                  <c:v>0.5118778271202522</c:v>
                </c:pt>
                <c:pt idx="24452">
                  <c:v>0.51198610744169692</c:v>
                </c:pt>
                <c:pt idx="24453">
                  <c:v>0.51199193182173142</c:v>
                </c:pt>
                <c:pt idx="24454">
                  <c:v>0.51214218044496296</c:v>
                </c:pt>
                <c:pt idx="24455">
                  <c:v>0.51229211218732607</c:v>
                </c:pt>
                <c:pt idx="24456">
                  <c:v>0.51232697921022086</c:v>
                </c:pt>
                <c:pt idx="24457">
                  <c:v>0.51233614217882884</c:v>
                </c:pt>
                <c:pt idx="24458">
                  <c:v>0.51246397754940565</c:v>
                </c:pt>
                <c:pt idx="24459">
                  <c:v>0.51255371064532174</c:v>
                </c:pt>
                <c:pt idx="24460">
                  <c:v>0.51265905369118792</c:v>
                </c:pt>
                <c:pt idx="24461">
                  <c:v>0.51268349902553068</c:v>
                </c:pt>
                <c:pt idx="24462">
                  <c:v>0.51281732045302708</c:v>
                </c:pt>
                <c:pt idx="24463">
                  <c:v>0.51293365015088288</c:v>
                </c:pt>
                <c:pt idx="24464">
                  <c:v>0.51298439181244815</c:v>
                </c:pt>
                <c:pt idx="24465">
                  <c:v>0.5130751943054116</c:v>
                </c:pt>
                <c:pt idx="24466">
                  <c:v>0.51331339992346858</c:v>
                </c:pt>
                <c:pt idx="24467">
                  <c:v>0.51339544561681405</c:v>
                </c:pt>
                <c:pt idx="24468">
                  <c:v>0.5134425916836729</c:v>
                </c:pt>
                <c:pt idx="24469">
                  <c:v>0.51350979330654578</c:v>
                </c:pt>
                <c:pt idx="24470">
                  <c:v>0.51352764693413289</c:v>
                </c:pt>
                <c:pt idx="24471">
                  <c:v>0.51356801018623344</c:v>
                </c:pt>
                <c:pt idx="24472">
                  <c:v>0.51357261215017991</c:v>
                </c:pt>
                <c:pt idx="24473">
                  <c:v>0.51358101446531823</c:v>
                </c:pt>
                <c:pt idx="24474">
                  <c:v>0.51358508965426042</c:v>
                </c:pt>
                <c:pt idx="24475">
                  <c:v>0.51372611319297612</c:v>
                </c:pt>
                <c:pt idx="24476">
                  <c:v>0.51379729040844624</c:v>
                </c:pt>
                <c:pt idx="24477">
                  <c:v>0.51384675095530119</c:v>
                </c:pt>
                <c:pt idx="24478">
                  <c:v>0.51393184462559127</c:v>
                </c:pt>
                <c:pt idx="24479">
                  <c:v>0.51397020904415591</c:v>
                </c:pt>
                <c:pt idx="24480">
                  <c:v>0.51406791846135957</c:v>
                </c:pt>
                <c:pt idx="24481">
                  <c:v>0.5144160396763513</c:v>
                </c:pt>
                <c:pt idx="24482">
                  <c:v>0.51448150088685785</c:v>
                </c:pt>
                <c:pt idx="24483">
                  <c:v>0.51455690724679193</c:v>
                </c:pt>
                <c:pt idx="24484">
                  <c:v>0.51461028399584874</c:v>
                </c:pt>
                <c:pt idx="24485">
                  <c:v>0.51464333638843529</c:v>
                </c:pt>
                <c:pt idx="24486">
                  <c:v>0.51484008078468491</c:v>
                </c:pt>
                <c:pt idx="24487">
                  <c:v>0.5149179604889258</c:v>
                </c:pt>
                <c:pt idx="24488">
                  <c:v>0.51496632821667165</c:v>
                </c:pt>
                <c:pt idx="24489">
                  <c:v>0.51507882150005824</c:v>
                </c:pt>
                <c:pt idx="24490">
                  <c:v>0.51517256909521636</c:v>
                </c:pt>
                <c:pt idx="24491">
                  <c:v>0.51523354948997802</c:v>
                </c:pt>
                <c:pt idx="24492">
                  <c:v>0.5154005998655008</c:v>
                </c:pt>
                <c:pt idx="24493">
                  <c:v>0.51543160497074725</c:v>
                </c:pt>
                <c:pt idx="24494">
                  <c:v>0.51559394082254673</c:v>
                </c:pt>
                <c:pt idx="24495">
                  <c:v>0.51584048816776451</c:v>
                </c:pt>
                <c:pt idx="24496">
                  <c:v>0.51584141309543896</c:v>
                </c:pt>
                <c:pt idx="24497">
                  <c:v>0.51592294025431962</c:v>
                </c:pt>
                <c:pt idx="24498">
                  <c:v>0.51595205783594034</c:v>
                </c:pt>
                <c:pt idx="24499">
                  <c:v>0.51595801131977537</c:v>
                </c:pt>
                <c:pt idx="24500">
                  <c:v>0.51615880758604571</c:v>
                </c:pt>
                <c:pt idx="24501">
                  <c:v>0.51633669651850833</c:v>
                </c:pt>
                <c:pt idx="24502">
                  <c:v>0.51648426749453558</c:v>
                </c:pt>
                <c:pt idx="24503">
                  <c:v>0.51679160491789644</c:v>
                </c:pt>
                <c:pt idx="24504">
                  <c:v>0.51687254091996293</c:v>
                </c:pt>
                <c:pt idx="24505">
                  <c:v>0.51693012684754669</c:v>
                </c:pt>
                <c:pt idx="24506">
                  <c:v>0.51709537023761531</c:v>
                </c:pt>
                <c:pt idx="24507">
                  <c:v>0.5171011750987563</c:v>
                </c:pt>
                <c:pt idx="24508">
                  <c:v>0.51713186319589477</c:v>
                </c:pt>
                <c:pt idx="24509">
                  <c:v>0.51733641522196139</c:v>
                </c:pt>
                <c:pt idx="24510">
                  <c:v>0.51735302277250905</c:v>
                </c:pt>
                <c:pt idx="24511">
                  <c:v>0.51736913583211186</c:v>
                </c:pt>
                <c:pt idx="24512">
                  <c:v>0.51756446465092087</c:v>
                </c:pt>
                <c:pt idx="24513">
                  <c:v>0.51771660200776581</c:v>
                </c:pt>
                <c:pt idx="24514">
                  <c:v>0.5178185274529451</c:v>
                </c:pt>
                <c:pt idx="24515">
                  <c:v>0.51789071184928348</c:v>
                </c:pt>
                <c:pt idx="24516">
                  <c:v>0.51795854597877256</c:v>
                </c:pt>
                <c:pt idx="24517">
                  <c:v>0.51810671030597377</c:v>
                </c:pt>
                <c:pt idx="24518">
                  <c:v>0.5182328997455774</c:v>
                </c:pt>
                <c:pt idx="24519">
                  <c:v>0.51825957846119652</c:v>
                </c:pt>
                <c:pt idx="24520">
                  <c:v>0.51867413895260106</c:v>
                </c:pt>
                <c:pt idx="24521">
                  <c:v>0.51867443880978281</c:v>
                </c:pt>
                <c:pt idx="24522">
                  <c:v>0.51894818297285439</c:v>
                </c:pt>
                <c:pt idx="24523">
                  <c:v>0.51894939362944958</c:v>
                </c:pt>
                <c:pt idx="24524">
                  <c:v>0.5190096324740654</c:v>
                </c:pt>
                <c:pt idx="24525">
                  <c:v>0.51948032859895954</c:v>
                </c:pt>
                <c:pt idx="24526">
                  <c:v>0.51974760164182199</c:v>
                </c:pt>
                <c:pt idx="24527">
                  <c:v>0.51981384713361667</c:v>
                </c:pt>
                <c:pt idx="24528">
                  <c:v>0.51987348929424959</c:v>
                </c:pt>
                <c:pt idx="24529">
                  <c:v>0.51988450090629323</c:v>
                </c:pt>
                <c:pt idx="24530">
                  <c:v>0.51993500968656658</c:v>
                </c:pt>
                <c:pt idx="24531">
                  <c:v>0.51996086562640276</c:v>
                </c:pt>
                <c:pt idx="24532">
                  <c:v>0.52008812245157721</c:v>
                </c:pt>
                <c:pt idx="24533">
                  <c:v>0.52018232528968322</c:v>
                </c:pt>
                <c:pt idx="24534">
                  <c:v>0.52018285787100593</c:v>
                </c:pt>
                <c:pt idx="24535">
                  <c:v>0.52026899179311492</c:v>
                </c:pt>
                <c:pt idx="24536">
                  <c:v>0.52032548612129725</c:v>
                </c:pt>
                <c:pt idx="24537">
                  <c:v>0.52039717105423511</c:v>
                </c:pt>
                <c:pt idx="24538">
                  <c:v>0.5204656963930725</c:v>
                </c:pt>
                <c:pt idx="24539">
                  <c:v>0.52060470898557143</c:v>
                </c:pt>
                <c:pt idx="24540">
                  <c:v>0.52069679478837227</c:v>
                </c:pt>
                <c:pt idx="24541">
                  <c:v>0.52103070145261765</c:v>
                </c:pt>
                <c:pt idx="24542">
                  <c:v>0.52128085692075232</c:v>
                </c:pt>
                <c:pt idx="24543">
                  <c:v>0.52134052874431369</c:v>
                </c:pt>
                <c:pt idx="24544">
                  <c:v>0.52143694483331626</c:v>
                </c:pt>
                <c:pt idx="24545">
                  <c:v>0.52146766740634587</c:v>
                </c:pt>
                <c:pt idx="24546">
                  <c:v>0.52156247259593636</c:v>
                </c:pt>
                <c:pt idx="24547">
                  <c:v>0.52183841422528998</c:v>
                </c:pt>
                <c:pt idx="24548">
                  <c:v>0.52193897173510595</c:v>
                </c:pt>
                <c:pt idx="24549">
                  <c:v>0.52204439687164017</c:v>
                </c:pt>
                <c:pt idx="24550">
                  <c:v>0.5220873057967067</c:v>
                </c:pt>
                <c:pt idx="24551">
                  <c:v>0.52208765593376816</c:v>
                </c:pt>
                <c:pt idx="24552">
                  <c:v>0.52217677590560263</c:v>
                </c:pt>
                <c:pt idx="24553">
                  <c:v>0.52227144123981251</c:v>
                </c:pt>
                <c:pt idx="24554">
                  <c:v>0.52227486769296205</c:v>
                </c:pt>
                <c:pt idx="24555">
                  <c:v>0.52233593290400904</c:v>
                </c:pt>
                <c:pt idx="24556">
                  <c:v>0.52242679507418988</c:v>
                </c:pt>
                <c:pt idx="24557">
                  <c:v>0.5225484106683258</c:v>
                </c:pt>
                <c:pt idx="24558">
                  <c:v>0.52255890061310017</c:v>
                </c:pt>
                <c:pt idx="24559">
                  <c:v>0.5226759272703605</c:v>
                </c:pt>
                <c:pt idx="24560">
                  <c:v>0.52275072055934435</c:v>
                </c:pt>
                <c:pt idx="24561">
                  <c:v>0.52310673035563793</c:v>
                </c:pt>
                <c:pt idx="24562">
                  <c:v>0.52311307257007555</c:v>
                </c:pt>
                <c:pt idx="24563">
                  <c:v>0.52315037952063081</c:v>
                </c:pt>
                <c:pt idx="24564">
                  <c:v>0.52318620035303498</c:v>
                </c:pt>
                <c:pt idx="24565">
                  <c:v>0.52321817261351988</c:v>
                </c:pt>
                <c:pt idx="24566">
                  <c:v>0.52324719393541441</c:v>
                </c:pt>
                <c:pt idx="24567">
                  <c:v>0.523289151992826</c:v>
                </c:pt>
                <c:pt idx="24568">
                  <c:v>0.52331072835894654</c:v>
                </c:pt>
                <c:pt idx="24569">
                  <c:v>0.52342141912779538</c:v>
                </c:pt>
                <c:pt idx="24570">
                  <c:v>0.52355416706752878</c:v>
                </c:pt>
                <c:pt idx="24571">
                  <c:v>0.52356367116247138</c:v>
                </c:pt>
                <c:pt idx="24572">
                  <c:v>0.52368319269173624</c:v>
                </c:pt>
                <c:pt idx="24573">
                  <c:v>0.52377066240865244</c:v>
                </c:pt>
                <c:pt idx="24574">
                  <c:v>0.52398229245077399</c:v>
                </c:pt>
                <c:pt idx="24575">
                  <c:v>0.52408191530245329</c:v>
                </c:pt>
                <c:pt idx="24576">
                  <c:v>0.52434994442475402</c:v>
                </c:pt>
                <c:pt idx="24577">
                  <c:v>0.52437998980678524</c:v>
                </c:pt>
                <c:pt idx="24578">
                  <c:v>0.52474114868989119</c:v>
                </c:pt>
                <c:pt idx="24579">
                  <c:v>0.52496809860847937</c:v>
                </c:pt>
                <c:pt idx="24580">
                  <c:v>0.52503593817172811</c:v>
                </c:pt>
                <c:pt idx="24581">
                  <c:v>0.52511176853753483</c:v>
                </c:pt>
                <c:pt idx="24582">
                  <c:v>0.52540397022465446</c:v>
                </c:pt>
                <c:pt idx="24583">
                  <c:v>0.5254382419319914</c:v>
                </c:pt>
                <c:pt idx="24584">
                  <c:v>0.52555545911141321</c:v>
                </c:pt>
                <c:pt idx="24585">
                  <c:v>0.52566524215306143</c:v>
                </c:pt>
                <c:pt idx="24586">
                  <c:v>0.52575245958596883</c:v>
                </c:pt>
                <c:pt idx="24587">
                  <c:v>0.52583737533559471</c:v>
                </c:pt>
                <c:pt idx="24588">
                  <c:v>0.52604093181580225</c:v>
                </c:pt>
                <c:pt idx="24589">
                  <c:v>0.52605852348324766</c:v>
                </c:pt>
                <c:pt idx="24590">
                  <c:v>0.52617667954214409</c:v>
                </c:pt>
                <c:pt idx="24591">
                  <c:v>0.52624344170831883</c:v>
                </c:pt>
                <c:pt idx="24592">
                  <c:v>0.52645711450073318</c:v>
                </c:pt>
                <c:pt idx="24593">
                  <c:v>0.52650754198258376</c:v>
                </c:pt>
                <c:pt idx="24594">
                  <c:v>0.52657995009611602</c:v>
                </c:pt>
                <c:pt idx="24595">
                  <c:v>0.52669763915516055</c:v>
                </c:pt>
                <c:pt idx="24596">
                  <c:v>0.52686687099469909</c:v>
                </c:pt>
                <c:pt idx="24597">
                  <c:v>0.5271234571157164</c:v>
                </c:pt>
                <c:pt idx="24598">
                  <c:v>0.52713941603160142</c:v>
                </c:pt>
                <c:pt idx="24599">
                  <c:v>0.52742397733610802</c:v>
                </c:pt>
                <c:pt idx="24600">
                  <c:v>0.52761560255221385</c:v>
                </c:pt>
                <c:pt idx="24601">
                  <c:v>0.52784927601016318</c:v>
                </c:pt>
                <c:pt idx="24602">
                  <c:v>0.52791658517763584</c:v>
                </c:pt>
                <c:pt idx="24603">
                  <c:v>0.52795029016579798</c:v>
                </c:pt>
                <c:pt idx="24604">
                  <c:v>0.52797018004227536</c:v>
                </c:pt>
                <c:pt idx="24605">
                  <c:v>0.5281826028131934</c:v>
                </c:pt>
                <c:pt idx="24606">
                  <c:v>0.52826862262047858</c:v>
                </c:pt>
                <c:pt idx="24607">
                  <c:v>0.52827406758472761</c:v>
                </c:pt>
                <c:pt idx="24608">
                  <c:v>0.52845289357408709</c:v>
                </c:pt>
                <c:pt idx="24609">
                  <c:v>0.52857925317986765</c:v>
                </c:pt>
                <c:pt idx="24610">
                  <c:v>0.52883248960136797</c:v>
                </c:pt>
                <c:pt idx="24611">
                  <c:v>0.5288587277149952</c:v>
                </c:pt>
                <c:pt idx="24612">
                  <c:v>0.52887549877725426</c:v>
                </c:pt>
                <c:pt idx="24613">
                  <c:v>0.52897905851194515</c:v>
                </c:pt>
                <c:pt idx="24614">
                  <c:v>0.52899525898393929</c:v>
                </c:pt>
                <c:pt idx="24615">
                  <c:v>0.52901463671701543</c:v>
                </c:pt>
                <c:pt idx="24616">
                  <c:v>0.5294986935478081</c:v>
                </c:pt>
                <c:pt idx="24617">
                  <c:v>0.5295890231763648</c:v>
                </c:pt>
                <c:pt idx="24618">
                  <c:v>0.529672651908346</c:v>
                </c:pt>
                <c:pt idx="24619">
                  <c:v>0.52969052092942537</c:v>
                </c:pt>
                <c:pt idx="24620">
                  <c:v>0.52975254296133367</c:v>
                </c:pt>
                <c:pt idx="24621">
                  <c:v>0.52995023924867335</c:v>
                </c:pt>
                <c:pt idx="24622">
                  <c:v>0.53005631504304362</c:v>
                </c:pt>
                <c:pt idx="24623">
                  <c:v>0.53006375427833885</c:v>
                </c:pt>
                <c:pt idx="24624">
                  <c:v>0.53036227310414763</c:v>
                </c:pt>
                <c:pt idx="24625">
                  <c:v>0.53037988490533761</c:v>
                </c:pt>
                <c:pt idx="24626">
                  <c:v>0.53039416333156453</c:v>
                </c:pt>
                <c:pt idx="24627">
                  <c:v>0.53041903216745245</c:v>
                </c:pt>
                <c:pt idx="24628">
                  <c:v>0.53043298530938343</c:v>
                </c:pt>
                <c:pt idx="24629">
                  <c:v>0.53050365740086081</c:v>
                </c:pt>
                <c:pt idx="24630">
                  <c:v>0.53050565147207429</c:v>
                </c:pt>
                <c:pt idx="24631">
                  <c:v>0.53051259579871279</c:v>
                </c:pt>
                <c:pt idx="24632">
                  <c:v>0.53054198853082446</c:v>
                </c:pt>
                <c:pt idx="24633">
                  <c:v>0.53054899375970765</c:v>
                </c:pt>
                <c:pt idx="24634">
                  <c:v>0.53060904985783053</c:v>
                </c:pt>
                <c:pt idx="24635">
                  <c:v>0.53062832042619379</c:v>
                </c:pt>
                <c:pt idx="24636">
                  <c:v>0.53076396837478612</c:v>
                </c:pt>
                <c:pt idx="24637">
                  <c:v>0.53082488373826386</c:v>
                </c:pt>
                <c:pt idx="24638">
                  <c:v>0.53090941792671009</c:v>
                </c:pt>
                <c:pt idx="24639">
                  <c:v>0.53092913157764154</c:v>
                </c:pt>
                <c:pt idx="24640">
                  <c:v>0.53105089199660649</c:v>
                </c:pt>
                <c:pt idx="24641">
                  <c:v>0.53148571296008496</c:v>
                </c:pt>
                <c:pt idx="24642">
                  <c:v>0.531572259001863</c:v>
                </c:pt>
                <c:pt idx="24643">
                  <c:v>0.5316529554576741</c:v>
                </c:pt>
                <c:pt idx="24644">
                  <c:v>0.53165829684705657</c:v>
                </c:pt>
                <c:pt idx="24645">
                  <c:v>0.53176523403335885</c:v>
                </c:pt>
                <c:pt idx="24646">
                  <c:v>0.53181285787970478</c:v>
                </c:pt>
                <c:pt idx="24647">
                  <c:v>0.53183076068300672</c:v>
                </c:pt>
                <c:pt idx="24648">
                  <c:v>0.53187142680443378</c:v>
                </c:pt>
                <c:pt idx="24649">
                  <c:v>0.53195904581471154</c:v>
                </c:pt>
                <c:pt idx="24650">
                  <c:v>0.53203077086385242</c:v>
                </c:pt>
                <c:pt idx="24651">
                  <c:v>0.53212297160328093</c:v>
                </c:pt>
                <c:pt idx="24652">
                  <c:v>0.53214965706133155</c:v>
                </c:pt>
                <c:pt idx="24653">
                  <c:v>0.53218662400742478</c:v>
                </c:pt>
                <c:pt idx="24654">
                  <c:v>0.53220364036375511</c:v>
                </c:pt>
                <c:pt idx="24655">
                  <c:v>0.53249449402978277</c:v>
                </c:pt>
                <c:pt idx="24656">
                  <c:v>0.53295537425614747</c:v>
                </c:pt>
                <c:pt idx="24657">
                  <c:v>0.53304729687928953</c:v>
                </c:pt>
                <c:pt idx="24658">
                  <c:v>0.53305190929961666</c:v>
                </c:pt>
                <c:pt idx="24659">
                  <c:v>0.53310042343712116</c:v>
                </c:pt>
                <c:pt idx="24660">
                  <c:v>0.53317149244479412</c:v>
                </c:pt>
                <c:pt idx="24661">
                  <c:v>0.5332235742824426</c:v>
                </c:pt>
                <c:pt idx="24662">
                  <c:v>0.5333055474438364</c:v>
                </c:pt>
                <c:pt idx="24663">
                  <c:v>0.53357856680256543</c:v>
                </c:pt>
                <c:pt idx="24664">
                  <c:v>0.53370670976384116</c:v>
                </c:pt>
                <c:pt idx="24665">
                  <c:v>0.53382404155213625</c:v>
                </c:pt>
                <c:pt idx="24666">
                  <c:v>0.53383114122926945</c:v>
                </c:pt>
                <c:pt idx="24667">
                  <c:v>0.53385891230371929</c:v>
                </c:pt>
                <c:pt idx="24668">
                  <c:v>0.53392736469075741</c:v>
                </c:pt>
                <c:pt idx="24669">
                  <c:v>0.53395530414148673</c:v>
                </c:pt>
                <c:pt idx="24670">
                  <c:v>0.53402609744414031</c:v>
                </c:pt>
                <c:pt idx="24671">
                  <c:v>0.53407087752971505</c:v>
                </c:pt>
                <c:pt idx="24672">
                  <c:v>0.53414739791712296</c:v>
                </c:pt>
                <c:pt idx="24673">
                  <c:v>0.53417896620633443</c:v>
                </c:pt>
                <c:pt idx="24674">
                  <c:v>0.53429616361871668</c:v>
                </c:pt>
                <c:pt idx="24675">
                  <c:v>0.53432441946772291</c:v>
                </c:pt>
                <c:pt idx="24676">
                  <c:v>0.53444474935510167</c:v>
                </c:pt>
                <c:pt idx="24677">
                  <c:v>0.53471590276883452</c:v>
                </c:pt>
                <c:pt idx="24678">
                  <c:v>0.53500486013182402</c:v>
                </c:pt>
                <c:pt idx="24679">
                  <c:v>0.53501232489883499</c:v>
                </c:pt>
                <c:pt idx="24680">
                  <c:v>0.53507735272548773</c:v>
                </c:pt>
                <c:pt idx="24681">
                  <c:v>0.53529124591813115</c:v>
                </c:pt>
                <c:pt idx="24682">
                  <c:v>0.53561655970631561</c:v>
                </c:pt>
                <c:pt idx="24683">
                  <c:v>0.53567543573695076</c:v>
                </c:pt>
                <c:pt idx="24684">
                  <c:v>0.53587847479802497</c:v>
                </c:pt>
                <c:pt idx="24685">
                  <c:v>0.53601867067693565</c:v>
                </c:pt>
                <c:pt idx="24686">
                  <c:v>0.53604469124322607</c:v>
                </c:pt>
                <c:pt idx="24687">
                  <c:v>0.53647146568266324</c:v>
                </c:pt>
                <c:pt idx="24688">
                  <c:v>0.53654238617366856</c:v>
                </c:pt>
                <c:pt idx="24689">
                  <c:v>0.5365967383668655</c:v>
                </c:pt>
                <c:pt idx="24690">
                  <c:v>0.53667259004376866</c:v>
                </c:pt>
                <c:pt idx="24691">
                  <c:v>0.53692604057537674</c:v>
                </c:pt>
                <c:pt idx="24692">
                  <c:v>0.53701037899445248</c:v>
                </c:pt>
                <c:pt idx="24693">
                  <c:v>0.53711753367351667</c:v>
                </c:pt>
                <c:pt idx="24694">
                  <c:v>0.53730848643824602</c:v>
                </c:pt>
                <c:pt idx="24695">
                  <c:v>0.53736208263620744</c:v>
                </c:pt>
                <c:pt idx="24696">
                  <c:v>0.53760975371241759</c:v>
                </c:pt>
                <c:pt idx="24697">
                  <c:v>0.53764242426545572</c:v>
                </c:pt>
                <c:pt idx="24698">
                  <c:v>0.5376773672214229</c:v>
                </c:pt>
                <c:pt idx="24699">
                  <c:v>0.53777596446781883</c:v>
                </c:pt>
                <c:pt idx="24700">
                  <c:v>0.53779737652666137</c:v>
                </c:pt>
                <c:pt idx="24701">
                  <c:v>0.5378805651978299</c:v>
                </c:pt>
                <c:pt idx="24702">
                  <c:v>0.53816129291801096</c:v>
                </c:pt>
                <c:pt idx="24703">
                  <c:v>0.53831391768481351</c:v>
                </c:pt>
                <c:pt idx="24704">
                  <c:v>0.53833601756229355</c:v>
                </c:pt>
                <c:pt idx="24705">
                  <c:v>0.53855977088511409</c:v>
                </c:pt>
                <c:pt idx="24706">
                  <c:v>0.53860336854334645</c:v>
                </c:pt>
                <c:pt idx="24707">
                  <c:v>0.53866092368707441</c:v>
                </c:pt>
                <c:pt idx="24708">
                  <c:v>0.53916787057283566</c:v>
                </c:pt>
                <c:pt idx="24709">
                  <c:v>0.53926230496298999</c:v>
                </c:pt>
                <c:pt idx="24710">
                  <c:v>0.53940547525330462</c:v>
                </c:pt>
                <c:pt idx="24711">
                  <c:v>0.53947264290787333</c:v>
                </c:pt>
                <c:pt idx="24712">
                  <c:v>0.53990493814169738</c:v>
                </c:pt>
                <c:pt idx="24713">
                  <c:v>0.54004344276601368</c:v>
                </c:pt>
                <c:pt idx="24714">
                  <c:v>0.54005325327950338</c:v>
                </c:pt>
                <c:pt idx="24715">
                  <c:v>0.54006989483052081</c:v>
                </c:pt>
                <c:pt idx="24716">
                  <c:v>0.54011022084079796</c:v>
                </c:pt>
                <c:pt idx="24717">
                  <c:v>0.54020730841166298</c:v>
                </c:pt>
                <c:pt idx="24718">
                  <c:v>0.54021073416025156</c:v>
                </c:pt>
                <c:pt idx="24719">
                  <c:v>0.54031878451242521</c:v>
                </c:pt>
                <c:pt idx="24720">
                  <c:v>0.54050933938854318</c:v>
                </c:pt>
                <c:pt idx="24721">
                  <c:v>0.54066661444242647</c:v>
                </c:pt>
                <c:pt idx="24722">
                  <c:v>0.54099325672367904</c:v>
                </c:pt>
                <c:pt idx="24723">
                  <c:v>0.54129289677220682</c:v>
                </c:pt>
                <c:pt idx="24724">
                  <c:v>0.54161561313099538</c:v>
                </c:pt>
                <c:pt idx="24725">
                  <c:v>0.54173736922516158</c:v>
                </c:pt>
                <c:pt idx="24726">
                  <c:v>0.54178424512387202</c:v>
                </c:pt>
                <c:pt idx="24727">
                  <c:v>0.54186176796835517</c:v>
                </c:pt>
                <c:pt idx="24728">
                  <c:v>0.54197030672502911</c:v>
                </c:pt>
                <c:pt idx="24729">
                  <c:v>0.54245577274758905</c:v>
                </c:pt>
                <c:pt idx="24730">
                  <c:v>0.54251897537230198</c:v>
                </c:pt>
                <c:pt idx="24731">
                  <c:v>0.54257237988648133</c:v>
                </c:pt>
                <c:pt idx="24732">
                  <c:v>0.54273344282003499</c:v>
                </c:pt>
                <c:pt idx="24733">
                  <c:v>0.54275566559428312</c:v>
                </c:pt>
                <c:pt idx="24734">
                  <c:v>0.54277187246763503</c:v>
                </c:pt>
                <c:pt idx="24735">
                  <c:v>0.54294700900321125</c:v>
                </c:pt>
                <c:pt idx="24736">
                  <c:v>0.54297924751700077</c:v>
                </c:pt>
                <c:pt idx="24737">
                  <c:v>0.54298465260643536</c:v>
                </c:pt>
                <c:pt idx="24738">
                  <c:v>0.54311042846098301</c:v>
                </c:pt>
                <c:pt idx="24739">
                  <c:v>0.54313886347972984</c:v>
                </c:pt>
                <c:pt idx="24740">
                  <c:v>0.54328196243354698</c:v>
                </c:pt>
                <c:pt idx="24741">
                  <c:v>0.54352892839336631</c:v>
                </c:pt>
                <c:pt idx="24742">
                  <c:v>0.54359603123800726</c:v>
                </c:pt>
                <c:pt idx="24743">
                  <c:v>0.54365859190414678</c:v>
                </c:pt>
                <c:pt idx="24744">
                  <c:v>0.54373894716969873</c:v>
                </c:pt>
                <c:pt idx="24745">
                  <c:v>0.54448640525912206</c:v>
                </c:pt>
                <c:pt idx="24746">
                  <c:v>0.54451202814485078</c:v>
                </c:pt>
                <c:pt idx="24747">
                  <c:v>0.54466135653225889</c:v>
                </c:pt>
                <c:pt idx="24748">
                  <c:v>0.54468946479602076</c:v>
                </c:pt>
                <c:pt idx="24749">
                  <c:v>0.54470398812559562</c:v>
                </c:pt>
                <c:pt idx="24750">
                  <c:v>0.54486625981044501</c:v>
                </c:pt>
                <c:pt idx="24751">
                  <c:v>0.54500706019997824</c:v>
                </c:pt>
                <c:pt idx="24752">
                  <c:v>0.54501015851267831</c:v>
                </c:pt>
                <c:pt idx="24753">
                  <c:v>0.54518117721340198</c:v>
                </c:pt>
                <c:pt idx="24754">
                  <c:v>0.54554072239905738</c:v>
                </c:pt>
                <c:pt idx="24755">
                  <c:v>0.54579151665983638</c:v>
                </c:pt>
                <c:pt idx="24756">
                  <c:v>0.54603716170936434</c:v>
                </c:pt>
                <c:pt idx="24757">
                  <c:v>0.54608082215103781</c:v>
                </c:pt>
                <c:pt idx="24758">
                  <c:v>0.54625000952030911</c:v>
                </c:pt>
                <c:pt idx="24759">
                  <c:v>0.54626482384729813</c:v>
                </c:pt>
                <c:pt idx="24760">
                  <c:v>0.54651927415227464</c:v>
                </c:pt>
                <c:pt idx="24761">
                  <c:v>0.54666257838108034</c:v>
                </c:pt>
                <c:pt idx="24762">
                  <c:v>0.54667710980741269</c:v>
                </c:pt>
                <c:pt idx="24763">
                  <c:v>0.54676395682478485</c:v>
                </c:pt>
                <c:pt idx="24764">
                  <c:v>0.5469453803647325</c:v>
                </c:pt>
                <c:pt idx="24765">
                  <c:v>0.54699659745308871</c:v>
                </c:pt>
                <c:pt idx="24766">
                  <c:v>0.54774534335664193</c:v>
                </c:pt>
                <c:pt idx="24767">
                  <c:v>0.54796625979904334</c:v>
                </c:pt>
                <c:pt idx="24768">
                  <c:v>0.54799191060502328</c:v>
                </c:pt>
                <c:pt idx="24769">
                  <c:v>0.54801289171227063</c:v>
                </c:pt>
                <c:pt idx="24770">
                  <c:v>0.54807041632187192</c:v>
                </c:pt>
                <c:pt idx="24771">
                  <c:v>0.54838577311358527</c:v>
                </c:pt>
                <c:pt idx="24772">
                  <c:v>0.54844376506518999</c:v>
                </c:pt>
                <c:pt idx="24773">
                  <c:v>0.54856495135235561</c:v>
                </c:pt>
                <c:pt idx="24774">
                  <c:v>0.54862396245071965</c:v>
                </c:pt>
                <c:pt idx="24775">
                  <c:v>0.5486280572180442</c:v>
                </c:pt>
                <c:pt idx="24776">
                  <c:v>0.54873633723666304</c:v>
                </c:pt>
                <c:pt idx="24777">
                  <c:v>0.54879684644810478</c:v>
                </c:pt>
                <c:pt idx="24778">
                  <c:v>0.54892264035548877</c:v>
                </c:pt>
                <c:pt idx="24779">
                  <c:v>0.54900082242835258</c:v>
                </c:pt>
                <c:pt idx="24780">
                  <c:v>0.54900231276732436</c:v>
                </c:pt>
                <c:pt idx="24781">
                  <c:v>0.54902973696272628</c:v>
                </c:pt>
                <c:pt idx="24782">
                  <c:v>0.5490523110867439</c:v>
                </c:pt>
                <c:pt idx="24783">
                  <c:v>0.54934244535991039</c:v>
                </c:pt>
                <c:pt idx="24784">
                  <c:v>0.54935854377265392</c:v>
                </c:pt>
                <c:pt idx="24785">
                  <c:v>0.54948543626238489</c:v>
                </c:pt>
                <c:pt idx="24786">
                  <c:v>0.54951572439362018</c:v>
                </c:pt>
                <c:pt idx="24787">
                  <c:v>0.54952362416253187</c:v>
                </c:pt>
                <c:pt idx="24788">
                  <c:v>0.54958385911097485</c:v>
                </c:pt>
                <c:pt idx="24789">
                  <c:v>0.54960800079556971</c:v>
                </c:pt>
                <c:pt idx="24790">
                  <c:v>0.54961791746033684</c:v>
                </c:pt>
                <c:pt idx="24791">
                  <c:v>0.54962512874065517</c:v>
                </c:pt>
                <c:pt idx="24792">
                  <c:v>0.54964086975805682</c:v>
                </c:pt>
                <c:pt idx="24793">
                  <c:v>0.54976471992389853</c:v>
                </c:pt>
                <c:pt idx="24794">
                  <c:v>0.54992199326572377</c:v>
                </c:pt>
                <c:pt idx="24795">
                  <c:v>0.55000202648481733</c:v>
                </c:pt>
                <c:pt idx="24796">
                  <c:v>0.55002512337002452</c:v>
                </c:pt>
                <c:pt idx="24797">
                  <c:v>0.55006712725882811</c:v>
                </c:pt>
                <c:pt idx="24798">
                  <c:v>0.55010513387668358</c:v>
                </c:pt>
                <c:pt idx="24799">
                  <c:v>0.55022350918007312</c:v>
                </c:pt>
                <c:pt idx="24800">
                  <c:v>0.55030659130224513</c:v>
                </c:pt>
                <c:pt idx="24801">
                  <c:v>0.55037209779635665</c:v>
                </c:pt>
                <c:pt idx="24802">
                  <c:v>0.55046346483162922</c:v>
                </c:pt>
                <c:pt idx="24803">
                  <c:v>0.55064360475339802</c:v>
                </c:pt>
                <c:pt idx="24804">
                  <c:v>0.55079292398396029</c:v>
                </c:pt>
                <c:pt idx="24805">
                  <c:v>0.551004380616125</c:v>
                </c:pt>
                <c:pt idx="24806">
                  <c:v>0.55105637574001853</c:v>
                </c:pt>
                <c:pt idx="24807">
                  <c:v>0.5511389839023918</c:v>
                </c:pt>
                <c:pt idx="24808">
                  <c:v>0.55119716157542087</c:v>
                </c:pt>
                <c:pt idx="24809">
                  <c:v>0.5512625609593389</c:v>
                </c:pt>
                <c:pt idx="24810">
                  <c:v>0.55133336794077759</c:v>
                </c:pt>
                <c:pt idx="24811">
                  <c:v>0.55144723499670345</c:v>
                </c:pt>
                <c:pt idx="24812">
                  <c:v>0.55150260023115938</c:v>
                </c:pt>
                <c:pt idx="24813">
                  <c:v>0.55172238480964997</c:v>
                </c:pt>
                <c:pt idx="24814">
                  <c:v>0.5517422006119661</c:v>
                </c:pt>
                <c:pt idx="24815">
                  <c:v>0.55183819118872079</c:v>
                </c:pt>
                <c:pt idx="24816">
                  <c:v>0.55208426621924234</c:v>
                </c:pt>
                <c:pt idx="24817">
                  <c:v>0.55214542270899769</c:v>
                </c:pt>
                <c:pt idx="24818">
                  <c:v>0.55219390487663333</c:v>
                </c:pt>
                <c:pt idx="24819">
                  <c:v>0.55243518086506771</c:v>
                </c:pt>
                <c:pt idx="24820">
                  <c:v>0.55267305982019466</c:v>
                </c:pt>
                <c:pt idx="24821">
                  <c:v>0.55280327333046608</c:v>
                </c:pt>
                <c:pt idx="24822">
                  <c:v>0.55311385746498487</c:v>
                </c:pt>
                <c:pt idx="24823">
                  <c:v>0.55323944601294917</c:v>
                </c:pt>
                <c:pt idx="24824">
                  <c:v>0.55350287289300992</c:v>
                </c:pt>
                <c:pt idx="24825">
                  <c:v>0.55362506224518138</c:v>
                </c:pt>
                <c:pt idx="24826">
                  <c:v>0.55372577374825405</c:v>
                </c:pt>
                <c:pt idx="24827">
                  <c:v>0.55374013061664928</c:v>
                </c:pt>
                <c:pt idx="24828">
                  <c:v>0.55406314835822867</c:v>
                </c:pt>
                <c:pt idx="24829">
                  <c:v>0.55416006995437184</c:v>
                </c:pt>
                <c:pt idx="24830">
                  <c:v>0.5542839240936861</c:v>
                </c:pt>
                <c:pt idx="24831">
                  <c:v>0.55436660285364714</c:v>
                </c:pt>
                <c:pt idx="24832">
                  <c:v>0.55488494709690683</c:v>
                </c:pt>
                <c:pt idx="24833">
                  <c:v>0.55508439324164072</c:v>
                </c:pt>
                <c:pt idx="24834">
                  <c:v>0.5552367781124804</c:v>
                </c:pt>
                <c:pt idx="24835">
                  <c:v>0.55540794024685824</c:v>
                </c:pt>
                <c:pt idx="24836">
                  <c:v>0.55543692917001142</c:v>
                </c:pt>
                <c:pt idx="24837">
                  <c:v>0.55549642944691424</c:v>
                </c:pt>
                <c:pt idx="24838">
                  <c:v>0.55551967707063465</c:v>
                </c:pt>
                <c:pt idx="24839">
                  <c:v>0.55559066303391391</c:v>
                </c:pt>
                <c:pt idx="24840">
                  <c:v>0.55570652352661387</c:v>
                </c:pt>
                <c:pt idx="24841">
                  <c:v>0.55572505576897679</c:v>
                </c:pt>
                <c:pt idx="24842">
                  <c:v>0.55616351361420024</c:v>
                </c:pt>
                <c:pt idx="24843">
                  <c:v>0.55617373702199724</c:v>
                </c:pt>
                <c:pt idx="24844">
                  <c:v>0.55637646738854529</c:v>
                </c:pt>
                <c:pt idx="24845">
                  <c:v>0.55644776184616229</c:v>
                </c:pt>
                <c:pt idx="24846">
                  <c:v>0.55646767113383044</c:v>
                </c:pt>
                <c:pt idx="24847">
                  <c:v>0.55659846693881287</c:v>
                </c:pt>
                <c:pt idx="24848">
                  <c:v>0.55661504239107984</c:v>
                </c:pt>
                <c:pt idx="24849">
                  <c:v>0.55671682796284339</c:v>
                </c:pt>
                <c:pt idx="24850">
                  <c:v>0.55678880493079386</c:v>
                </c:pt>
                <c:pt idx="24851">
                  <c:v>0.55702975610433192</c:v>
                </c:pt>
                <c:pt idx="24852">
                  <c:v>0.55717827177814994</c:v>
                </c:pt>
                <c:pt idx="24853">
                  <c:v>0.55717999078986524</c:v>
                </c:pt>
                <c:pt idx="24854">
                  <c:v>0.55729438685648225</c:v>
                </c:pt>
                <c:pt idx="24855">
                  <c:v>0.55730971752105618</c:v>
                </c:pt>
                <c:pt idx="24856">
                  <c:v>0.55735539862916483</c:v>
                </c:pt>
                <c:pt idx="24857">
                  <c:v>0.55746972065321898</c:v>
                </c:pt>
                <c:pt idx="24858">
                  <c:v>0.55751228795539809</c:v>
                </c:pt>
                <c:pt idx="24859">
                  <c:v>0.5576408979848636</c:v>
                </c:pt>
                <c:pt idx="24860">
                  <c:v>0.55770358391679775</c:v>
                </c:pt>
                <c:pt idx="24861">
                  <c:v>0.55785263213086955</c:v>
                </c:pt>
                <c:pt idx="24862">
                  <c:v>0.55797923674784045</c:v>
                </c:pt>
                <c:pt idx="24863">
                  <c:v>0.55822803239256291</c:v>
                </c:pt>
                <c:pt idx="24864">
                  <c:v>0.55830408271051035</c:v>
                </c:pt>
                <c:pt idx="24865">
                  <c:v>0.55838608796794975</c:v>
                </c:pt>
                <c:pt idx="24866">
                  <c:v>0.55859105650094243</c:v>
                </c:pt>
                <c:pt idx="24867">
                  <c:v>0.55920368561770462</c:v>
                </c:pt>
                <c:pt idx="24868">
                  <c:v>0.55937248182775512</c:v>
                </c:pt>
                <c:pt idx="24869">
                  <c:v>0.55942249123530019</c:v>
                </c:pt>
                <c:pt idx="24870">
                  <c:v>0.5596079874354617</c:v>
                </c:pt>
                <c:pt idx="24871">
                  <c:v>0.55975855159312915</c:v>
                </c:pt>
                <c:pt idx="24872">
                  <c:v>0.55989159318876369</c:v>
                </c:pt>
                <c:pt idx="24873">
                  <c:v>0.56011042679356804</c:v>
                </c:pt>
                <c:pt idx="24874">
                  <c:v>0.56049996636530752</c:v>
                </c:pt>
                <c:pt idx="24875">
                  <c:v>0.56059708525018737</c:v>
                </c:pt>
                <c:pt idx="24876">
                  <c:v>0.56063319283072954</c:v>
                </c:pt>
                <c:pt idx="24877">
                  <c:v>0.56078304204789831</c:v>
                </c:pt>
                <c:pt idx="24878">
                  <c:v>0.56079018210664699</c:v>
                </c:pt>
                <c:pt idx="24879">
                  <c:v>0.56080352166871628</c:v>
                </c:pt>
                <c:pt idx="24880">
                  <c:v>0.56104434604830844</c:v>
                </c:pt>
                <c:pt idx="24881">
                  <c:v>0.56110449154234765</c:v>
                </c:pt>
                <c:pt idx="24882">
                  <c:v>0.56111605434363532</c:v>
                </c:pt>
                <c:pt idx="24883">
                  <c:v>0.56129969725268103</c:v>
                </c:pt>
                <c:pt idx="24884">
                  <c:v>0.56133917608382278</c:v>
                </c:pt>
                <c:pt idx="24885">
                  <c:v>0.56144164400251606</c:v>
                </c:pt>
                <c:pt idx="24886">
                  <c:v>0.56186647220908215</c:v>
                </c:pt>
                <c:pt idx="24887">
                  <c:v>0.56190620121907631</c:v>
                </c:pt>
                <c:pt idx="24888">
                  <c:v>0.56221822436783808</c:v>
                </c:pt>
                <c:pt idx="24889">
                  <c:v>0.56226615845450145</c:v>
                </c:pt>
                <c:pt idx="24890">
                  <c:v>0.56270045563195914</c:v>
                </c:pt>
                <c:pt idx="24891">
                  <c:v>0.56279348496740411</c:v>
                </c:pt>
                <c:pt idx="24892">
                  <c:v>0.56334619736045122</c:v>
                </c:pt>
                <c:pt idx="24893">
                  <c:v>0.56343124922994881</c:v>
                </c:pt>
                <c:pt idx="24894">
                  <c:v>0.56363097564818854</c:v>
                </c:pt>
                <c:pt idx="24895">
                  <c:v>0.5636468095622964</c:v>
                </c:pt>
                <c:pt idx="24896">
                  <c:v>0.56377189021444962</c:v>
                </c:pt>
                <c:pt idx="24897">
                  <c:v>0.56385033814513552</c:v>
                </c:pt>
                <c:pt idx="24898">
                  <c:v>0.56390818948731458</c:v>
                </c:pt>
                <c:pt idx="24899">
                  <c:v>0.56398156245859365</c:v>
                </c:pt>
                <c:pt idx="24900">
                  <c:v>0.56409501542443796</c:v>
                </c:pt>
                <c:pt idx="24901">
                  <c:v>0.56432217966580278</c:v>
                </c:pt>
                <c:pt idx="24902">
                  <c:v>0.56438287697509426</c:v>
                </c:pt>
                <c:pt idx="24903">
                  <c:v>0.56438443462466925</c:v>
                </c:pt>
                <c:pt idx="24904">
                  <c:v>0.56443337096415602</c:v>
                </c:pt>
                <c:pt idx="24905">
                  <c:v>0.56473935245202966</c:v>
                </c:pt>
                <c:pt idx="24906">
                  <c:v>0.56483160171515145</c:v>
                </c:pt>
                <c:pt idx="24907">
                  <c:v>0.56488181097256662</c:v>
                </c:pt>
                <c:pt idx="24908">
                  <c:v>0.56504485587048503</c:v>
                </c:pt>
                <c:pt idx="24909">
                  <c:v>0.56519284786791024</c:v>
                </c:pt>
                <c:pt idx="24910">
                  <c:v>0.56522686333037686</c:v>
                </c:pt>
                <c:pt idx="24911">
                  <c:v>0.56534234446933862</c:v>
                </c:pt>
                <c:pt idx="24912">
                  <c:v>0.56542851107260572</c:v>
                </c:pt>
                <c:pt idx="24913">
                  <c:v>0.56593778122989291</c:v>
                </c:pt>
                <c:pt idx="24914">
                  <c:v>0.56607899080058299</c:v>
                </c:pt>
                <c:pt idx="24915">
                  <c:v>0.56611467767475288</c:v>
                </c:pt>
                <c:pt idx="24916">
                  <c:v>0.56657454124300721</c:v>
                </c:pt>
                <c:pt idx="24917">
                  <c:v>0.56673381391656741</c:v>
                </c:pt>
                <c:pt idx="24918">
                  <c:v>0.56676988297546027</c:v>
                </c:pt>
                <c:pt idx="24919">
                  <c:v>0.56691570898705945</c:v>
                </c:pt>
                <c:pt idx="24920">
                  <c:v>0.56699942827952021</c:v>
                </c:pt>
                <c:pt idx="24921">
                  <c:v>0.56703709065438879</c:v>
                </c:pt>
                <c:pt idx="24922">
                  <c:v>0.56708353057720051</c:v>
                </c:pt>
                <c:pt idx="24923">
                  <c:v>0.56712316505497073</c:v>
                </c:pt>
                <c:pt idx="24924">
                  <c:v>0.56741986875413086</c:v>
                </c:pt>
                <c:pt idx="24925">
                  <c:v>0.56752677151038</c:v>
                </c:pt>
                <c:pt idx="24926">
                  <c:v>0.56757619434661233</c:v>
                </c:pt>
                <c:pt idx="24927">
                  <c:v>0.56758872223641166</c:v>
                </c:pt>
                <c:pt idx="24928">
                  <c:v>0.5676238411905804</c:v>
                </c:pt>
                <c:pt idx="24929">
                  <c:v>0.56775592696381549</c:v>
                </c:pt>
                <c:pt idx="24930">
                  <c:v>0.56779998042731905</c:v>
                </c:pt>
                <c:pt idx="24931">
                  <c:v>0.56787956396508754</c:v>
                </c:pt>
                <c:pt idx="24932">
                  <c:v>0.5679379123138466</c:v>
                </c:pt>
                <c:pt idx="24933">
                  <c:v>0.56793866970142293</c:v>
                </c:pt>
                <c:pt idx="24934">
                  <c:v>0.56804258088057813</c:v>
                </c:pt>
                <c:pt idx="24935">
                  <c:v>0.56825136937022647</c:v>
                </c:pt>
                <c:pt idx="24936">
                  <c:v>0.56833320852245128</c:v>
                </c:pt>
                <c:pt idx="24937">
                  <c:v>0.56843383679457382</c:v>
                </c:pt>
                <c:pt idx="24938">
                  <c:v>0.56866535865040435</c:v>
                </c:pt>
                <c:pt idx="24939">
                  <c:v>0.5689250667084591</c:v>
                </c:pt>
                <c:pt idx="24940">
                  <c:v>0.56895005734639659</c:v>
                </c:pt>
                <c:pt idx="24941">
                  <c:v>0.56903200696177825</c:v>
                </c:pt>
                <c:pt idx="24942">
                  <c:v>0.56911722441916246</c:v>
                </c:pt>
                <c:pt idx="24943">
                  <c:v>0.56912720710510412</c:v>
                </c:pt>
                <c:pt idx="24944">
                  <c:v>0.56947584519706218</c:v>
                </c:pt>
                <c:pt idx="24945">
                  <c:v>0.56965746538786022</c:v>
                </c:pt>
                <c:pt idx="24946">
                  <c:v>0.57010660209738784</c:v>
                </c:pt>
                <c:pt idx="24947">
                  <c:v>0.5702139108548987</c:v>
                </c:pt>
                <c:pt idx="24948">
                  <c:v>0.57022480292039401</c:v>
                </c:pt>
                <c:pt idx="24949">
                  <c:v>0.57070568135012256</c:v>
                </c:pt>
                <c:pt idx="24950">
                  <c:v>0.57075574216643943</c:v>
                </c:pt>
                <c:pt idx="24951">
                  <c:v>0.57084130437982061</c:v>
                </c:pt>
                <c:pt idx="24952">
                  <c:v>0.5709429745579474</c:v>
                </c:pt>
                <c:pt idx="24953">
                  <c:v>0.57203138698194256</c:v>
                </c:pt>
                <c:pt idx="24954">
                  <c:v>0.57211945797729968</c:v>
                </c:pt>
                <c:pt idx="24955">
                  <c:v>0.57214434922603197</c:v>
                </c:pt>
                <c:pt idx="24956">
                  <c:v>0.57224135194202941</c:v>
                </c:pt>
                <c:pt idx="24957">
                  <c:v>0.57224310255876709</c:v>
                </c:pt>
                <c:pt idx="24958">
                  <c:v>0.57224686163659466</c:v>
                </c:pt>
                <c:pt idx="24959">
                  <c:v>0.57225872432507219</c:v>
                </c:pt>
                <c:pt idx="24960">
                  <c:v>0.57229097005644036</c:v>
                </c:pt>
                <c:pt idx="24961">
                  <c:v>0.57229395482763967</c:v>
                </c:pt>
                <c:pt idx="24962">
                  <c:v>0.57244359496670794</c:v>
                </c:pt>
                <c:pt idx="24963">
                  <c:v>0.57269289650057087</c:v>
                </c:pt>
                <c:pt idx="24964">
                  <c:v>0.57269844474764342</c:v>
                </c:pt>
                <c:pt idx="24965">
                  <c:v>0.57273677213938023</c:v>
                </c:pt>
                <c:pt idx="24966">
                  <c:v>0.57294532809185017</c:v>
                </c:pt>
                <c:pt idx="24967">
                  <c:v>0.57312182352925012</c:v>
                </c:pt>
                <c:pt idx="24968">
                  <c:v>0.57318944146530015</c:v>
                </c:pt>
                <c:pt idx="24969">
                  <c:v>0.57321333240340688</c:v>
                </c:pt>
                <c:pt idx="24970">
                  <c:v>0.57323009434231509</c:v>
                </c:pt>
                <c:pt idx="24971">
                  <c:v>0.57326443355291756</c:v>
                </c:pt>
                <c:pt idx="24972">
                  <c:v>0.57327027370956007</c:v>
                </c:pt>
                <c:pt idx="24973">
                  <c:v>0.57350366431739486</c:v>
                </c:pt>
                <c:pt idx="24974">
                  <c:v>0.57354788614667307</c:v>
                </c:pt>
                <c:pt idx="24975">
                  <c:v>0.57359038648464344</c:v>
                </c:pt>
                <c:pt idx="24976">
                  <c:v>0.5738098341178921</c:v>
                </c:pt>
                <c:pt idx="24977">
                  <c:v>0.57383249016974658</c:v>
                </c:pt>
                <c:pt idx="24978">
                  <c:v>0.57396633881165438</c:v>
                </c:pt>
                <c:pt idx="24979">
                  <c:v>0.5742078302867355</c:v>
                </c:pt>
                <c:pt idx="24980">
                  <c:v>0.57451975181100934</c:v>
                </c:pt>
                <c:pt idx="24981">
                  <c:v>0.57453234268613651</c:v>
                </c:pt>
                <c:pt idx="24982">
                  <c:v>0.57462325900771472</c:v>
                </c:pt>
                <c:pt idx="24983">
                  <c:v>0.57498215113372253</c:v>
                </c:pt>
                <c:pt idx="24984">
                  <c:v>0.57503305281826211</c:v>
                </c:pt>
                <c:pt idx="24985">
                  <c:v>0.57504571565275364</c:v>
                </c:pt>
                <c:pt idx="24986">
                  <c:v>0.57506411453253981</c:v>
                </c:pt>
                <c:pt idx="24987">
                  <c:v>0.57533815450348347</c:v>
                </c:pt>
                <c:pt idx="24988">
                  <c:v>0.57539422213215663</c:v>
                </c:pt>
                <c:pt idx="24989">
                  <c:v>0.57554930857741493</c:v>
                </c:pt>
                <c:pt idx="24990">
                  <c:v>0.57556365799068621</c:v>
                </c:pt>
                <c:pt idx="24991">
                  <c:v>0.57563633122626057</c:v>
                </c:pt>
                <c:pt idx="24992">
                  <c:v>0.5758175403421345</c:v>
                </c:pt>
                <c:pt idx="24993">
                  <c:v>0.57594465935916617</c:v>
                </c:pt>
                <c:pt idx="24994">
                  <c:v>0.57619851610526329</c:v>
                </c:pt>
                <c:pt idx="24995">
                  <c:v>0.57623500182502307</c:v>
                </c:pt>
                <c:pt idx="24996">
                  <c:v>0.57633513050236618</c:v>
                </c:pt>
                <c:pt idx="24997">
                  <c:v>0.576377121890011</c:v>
                </c:pt>
                <c:pt idx="24998">
                  <c:v>0.57689945839590706</c:v>
                </c:pt>
                <c:pt idx="24999">
                  <c:v>0.57695510622909696</c:v>
                </c:pt>
                <c:pt idx="25000">
                  <c:v>0.57733782000091138</c:v>
                </c:pt>
                <c:pt idx="25001">
                  <c:v>0.577408673115412</c:v>
                </c:pt>
                <c:pt idx="25002">
                  <c:v>0.57750197216996924</c:v>
                </c:pt>
                <c:pt idx="25003">
                  <c:v>0.57773024789906546</c:v>
                </c:pt>
                <c:pt idx="25004">
                  <c:v>0.57787004983554857</c:v>
                </c:pt>
                <c:pt idx="25005">
                  <c:v>0.57787394200027953</c:v>
                </c:pt>
                <c:pt idx="25006">
                  <c:v>0.57789515691339721</c:v>
                </c:pt>
                <c:pt idx="25007">
                  <c:v>0.57828219810592585</c:v>
                </c:pt>
                <c:pt idx="25008">
                  <c:v>0.57867172152890956</c:v>
                </c:pt>
                <c:pt idx="25009">
                  <c:v>0.57874025389263373</c:v>
                </c:pt>
                <c:pt idx="25010">
                  <c:v>0.57877454960854391</c:v>
                </c:pt>
                <c:pt idx="25011">
                  <c:v>0.5788824863516151</c:v>
                </c:pt>
                <c:pt idx="25012">
                  <c:v>0.57904108164735657</c:v>
                </c:pt>
                <c:pt idx="25013">
                  <c:v>0.5791833168964482</c:v>
                </c:pt>
                <c:pt idx="25014">
                  <c:v>0.57925905754168561</c:v>
                </c:pt>
                <c:pt idx="25015">
                  <c:v>0.57926572036219715</c:v>
                </c:pt>
                <c:pt idx="25016">
                  <c:v>0.57943117405515243</c:v>
                </c:pt>
                <c:pt idx="25017">
                  <c:v>0.57977468428843293</c:v>
                </c:pt>
                <c:pt idx="25018">
                  <c:v>0.57993057407713067</c:v>
                </c:pt>
                <c:pt idx="25019">
                  <c:v>0.58035535126415494</c:v>
                </c:pt>
                <c:pt idx="25020">
                  <c:v>0.58119282196822419</c:v>
                </c:pt>
                <c:pt idx="25021">
                  <c:v>0.58121591913162096</c:v>
                </c:pt>
                <c:pt idx="25022">
                  <c:v>0.58122341760904395</c:v>
                </c:pt>
                <c:pt idx="25023">
                  <c:v>0.58126661070766106</c:v>
                </c:pt>
                <c:pt idx="25024">
                  <c:v>0.58152359041506041</c:v>
                </c:pt>
                <c:pt idx="25025">
                  <c:v>0.58163698720122148</c:v>
                </c:pt>
                <c:pt idx="25026">
                  <c:v>0.58164294538713479</c:v>
                </c:pt>
                <c:pt idx="25027">
                  <c:v>0.58174097929385904</c:v>
                </c:pt>
                <c:pt idx="25028">
                  <c:v>0.58178921912640147</c:v>
                </c:pt>
                <c:pt idx="25029">
                  <c:v>0.58190861212567035</c:v>
                </c:pt>
                <c:pt idx="25030">
                  <c:v>0.58200398639978768</c:v>
                </c:pt>
                <c:pt idx="25031">
                  <c:v>0.58209065889248435</c:v>
                </c:pt>
                <c:pt idx="25032">
                  <c:v>0.5823840450536707</c:v>
                </c:pt>
                <c:pt idx="25033">
                  <c:v>0.58267870273599209</c:v>
                </c:pt>
                <c:pt idx="25034">
                  <c:v>0.5830468100192997</c:v>
                </c:pt>
                <c:pt idx="25035">
                  <c:v>0.58340051605631127</c:v>
                </c:pt>
                <c:pt idx="25036">
                  <c:v>0.58354697541821809</c:v>
                </c:pt>
                <c:pt idx="25037">
                  <c:v>0.58362937933961534</c:v>
                </c:pt>
                <c:pt idx="25038">
                  <c:v>0.58371629988009532</c:v>
                </c:pt>
                <c:pt idx="25039">
                  <c:v>0.58379188632607693</c:v>
                </c:pt>
                <c:pt idx="25040">
                  <c:v>0.58383500762662432</c:v>
                </c:pt>
                <c:pt idx="25041">
                  <c:v>0.58421900368640434</c:v>
                </c:pt>
                <c:pt idx="25042">
                  <c:v>0.58434875700005651</c:v>
                </c:pt>
                <c:pt idx="25043">
                  <c:v>0.58450661744130139</c:v>
                </c:pt>
                <c:pt idx="25044">
                  <c:v>0.58515245242839342</c:v>
                </c:pt>
                <c:pt idx="25045">
                  <c:v>0.58525636666670611</c:v>
                </c:pt>
                <c:pt idx="25046">
                  <c:v>0.58560663461181128</c:v>
                </c:pt>
                <c:pt idx="25047">
                  <c:v>0.58564966486444536</c:v>
                </c:pt>
                <c:pt idx="25048">
                  <c:v>0.58572319891943792</c:v>
                </c:pt>
                <c:pt idx="25049">
                  <c:v>0.58578210790165952</c:v>
                </c:pt>
                <c:pt idx="25050">
                  <c:v>0.58620658331049802</c:v>
                </c:pt>
                <c:pt idx="25051">
                  <c:v>0.58635306155784861</c:v>
                </c:pt>
                <c:pt idx="25052">
                  <c:v>0.58642749405179062</c:v>
                </c:pt>
                <c:pt idx="25053">
                  <c:v>0.5867330888829948</c:v>
                </c:pt>
                <c:pt idx="25054">
                  <c:v>0.58683242674682967</c:v>
                </c:pt>
                <c:pt idx="25055">
                  <c:v>0.5880509895777889</c:v>
                </c:pt>
                <c:pt idx="25056">
                  <c:v>0.58811282814348886</c:v>
                </c:pt>
                <c:pt idx="25057">
                  <c:v>0.58823481319778703</c:v>
                </c:pt>
                <c:pt idx="25058">
                  <c:v>0.58826409657958179</c:v>
                </c:pt>
                <c:pt idx="25059">
                  <c:v>0.58840093019170936</c:v>
                </c:pt>
                <c:pt idx="25060">
                  <c:v>0.58857072913543418</c:v>
                </c:pt>
                <c:pt idx="25061">
                  <c:v>0.58862707371348411</c:v>
                </c:pt>
                <c:pt idx="25062">
                  <c:v>0.5890780811556322</c:v>
                </c:pt>
                <c:pt idx="25063">
                  <c:v>0.58908440926002914</c:v>
                </c:pt>
                <c:pt idx="25064">
                  <c:v>0.58912255868981278</c:v>
                </c:pt>
                <c:pt idx="25065">
                  <c:v>0.58937296727136457</c:v>
                </c:pt>
                <c:pt idx="25066">
                  <c:v>0.58948288038612673</c:v>
                </c:pt>
                <c:pt idx="25067">
                  <c:v>0.58960869496818025</c:v>
                </c:pt>
                <c:pt idx="25068">
                  <c:v>0.58965349667884748</c:v>
                </c:pt>
                <c:pt idx="25069">
                  <c:v>0.58984579761286426</c:v>
                </c:pt>
                <c:pt idx="25070">
                  <c:v>0.58985567854147214</c:v>
                </c:pt>
                <c:pt idx="25071">
                  <c:v>0.59006684104749696</c:v>
                </c:pt>
                <c:pt idx="25072">
                  <c:v>0.59039191699040439</c:v>
                </c:pt>
                <c:pt idx="25073">
                  <c:v>0.59065840389855206</c:v>
                </c:pt>
                <c:pt idx="25074">
                  <c:v>0.59069916556245505</c:v>
                </c:pt>
                <c:pt idx="25075">
                  <c:v>0.59084145902759966</c:v>
                </c:pt>
                <c:pt idx="25076">
                  <c:v>0.59086471397497164</c:v>
                </c:pt>
                <c:pt idx="25077">
                  <c:v>0.59098603431725594</c:v>
                </c:pt>
                <c:pt idx="25078">
                  <c:v>0.5913117898037088</c:v>
                </c:pt>
                <c:pt idx="25079">
                  <c:v>0.59152961731227327</c:v>
                </c:pt>
                <c:pt idx="25080">
                  <c:v>0.59155025854304155</c:v>
                </c:pt>
                <c:pt idx="25081">
                  <c:v>0.59163110450669376</c:v>
                </c:pt>
                <c:pt idx="25082">
                  <c:v>0.59185276967950473</c:v>
                </c:pt>
                <c:pt idx="25083">
                  <c:v>0.59209164170696205</c:v>
                </c:pt>
                <c:pt idx="25084">
                  <c:v>0.59209716905989795</c:v>
                </c:pt>
                <c:pt idx="25085">
                  <c:v>0.59214986794276692</c:v>
                </c:pt>
                <c:pt idx="25086">
                  <c:v>0.59302384743542358</c:v>
                </c:pt>
                <c:pt idx="25087">
                  <c:v>0.59329819150693031</c:v>
                </c:pt>
                <c:pt idx="25088">
                  <c:v>0.5933083934424962</c:v>
                </c:pt>
                <c:pt idx="25089">
                  <c:v>0.59335584447638146</c:v>
                </c:pt>
                <c:pt idx="25090">
                  <c:v>0.59348442247587474</c:v>
                </c:pt>
                <c:pt idx="25091">
                  <c:v>0.59381137591544142</c:v>
                </c:pt>
                <c:pt idx="25092">
                  <c:v>0.59383955528277488</c:v>
                </c:pt>
                <c:pt idx="25093">
                  <c:v>0.59390611433850748</c:v>
                </c:pt>
                <c:pt idx="25094">
                  <c:v>0.59409103273799324</c:v>
                </c:pt>
                <c:pt idx="25095">
                  <c:v>0.59417058370561004</c:v>
                </c:pt>
                <c:pt idx="25096">
                  <c:v>0.59417797896613689</c:v>
                </c:pt>
                <c:pt idx="25097">
                  <c:v>0.59423822069229104</c:v>
                </c:pt>
                <c:pt idx="25098">
                  <c:v>0.59453509847587105</c:v>
                </c:pt>
                <c:pt idx="25099">
                  <c:v>0.59463242153621887</c:v>
                </c:pt>
                <c:pt idx="25100">
                  <c:v>0.59481507975907277</c:v>
                </c:pt>
                <c:pt idx="25101">
                  <c:v>0.59524576721677624</c:v>
                </c:pt>
                <c:pt idx="25102">
                  <c:v>0.59540355950071344</c:v>
                </c:pt>
                <c:pt idx="25103">
                  <c:v>0.59552076145934174</c:v>
                </c:pt>
                <c:pt idx="25104">
                  <c:v>0.59612220361134061</c:v>
                </c:pt>
                <c:pt idx="25105">
                  <c:v>0.59630114597529671</c:v>
                </c:pt>
                <c:pt idx="25106">
                  <c:v>0.59630794062956571</c:v>
                </c:pt>
                <c:pt idx="25107">
                  <c:v>0.59631637340466315</c:v>
                </c:pt>
                <c:pt idx="25108">
                  <c:v>0.59650281866350774</c:v>
                </c:pt>
                <c:pt idx="25109">
                  <c:v>0.59652235077271154</c:v>
                </c:pt>
                <c:pt idx="25110">
                  <c:v>0.59659617863853842</c:v>
                </c:pt>
                <c:pt idx="25111">
                  <c:v>0.59661021419441884</c:v>
                </c:pt>
                <c:pt idx="25112">
                  <c:v>0.59680869212898724</c:v>
                </c:pt>
                <c:pt idx="25113">
                  <c:v>0.59689890193870776</c:v>
                </c:pt>
                <c:pt idx="25114">
                  <c:v>0.59691023654664144</c:v>
                </c:pt>
                <c:pt idx="25115">
                  <c:v>0.59698072006043523</c:v>
                </c:pt>
                <c:pt idx="25116">
                  <c:v>0.59733057061727091</c:v>
                </c:pt>
                <c:pt idx="25117">
                  <c:v>0.5975250353414745</c:v>
                </c:pt>
                <c:pt idx="25118">
                  <c:v>0.59783042221728278</c:v>
                </c:pt>
                <c:pt idx="25119">
                  <c:v>0.59792032565979958</c:v>
                </c:pt>
                <c:pt idx="25120">
                  <c:v>0.59812976755791469</c:v>
                </c:pt>
                <c:pt idx="25121">
                  <c:v>0.59836883304403188</c:v>
                </c:pt>
                <c:pt idx="25122">
                  <c:v>0.59911113044060771</c:v>
                </c:pt>
                <c:pt idx="25123">
                  <c:v>0.59919962021681117</c:v>
                </c:pt>
                <c:pt idx="25124">
                  <c:v>0.59920493246059092</c:v>
                </c:pt>
                <c:pt idx="25125">
                  <c:v>0.59941297777129932</c:v>
                </c:pt>
                <c:pt idx="25126">
                  <c:v>0.59990582488236677</c:v>
                </c:pt>
                <c:pt idx="25127">
                  <c:v>0.60037114133318026</c:v>
                </c:pt>
                <c:pt idx="25128">
                  <c:v>0.60055589055434411</c:v>
                </c:pt>
                <c:pt idx="25129">
                  <c:v>0.60128692952979546</c:v>
                </c:pt>
                <c:pt idx="25130">
                  <c:v>0.60137928491356374</c:v>
                </c:pt>
                <c:pt idx="25131">
                  <c:v>0.60145711398535506</c:v>
                </c:pt>
                <c:pt idx="25132">
                  <c:v>0.6015148997963855</c:v>
                </c:pt>
                <c:pt idx="25133">
                  <c:v>0.60160870058133165</c:v>
                </c:pt>
                <c:pt idx="25134">
                  <c:v>0.60201557600777988</c:v>
                </c:pt>
                <c:pt idx="25135">
                  <c:v>0.60203644416094837</c:v>
                </c:pt>
                <c:pt idx="25136">
                  <c:v>0.60229586243272215</c:v>
                </c:pt>
                <c:pt idx="25137">
                  <c:v>0.60246544928746537</c:v>
                </c:pt>
                <c:pt idx="25138">
                  <c:v>0.60259689083386969</c:v>
                </c:pt>
                <c:pt idx="25139">
                  <c:v>0.60282521295678182</c:v>
                </c:pt>
                <c:pt idx="25140">
                  <c:v>0.60285785712908757</c:v>
                </c:pt>
                <c:pt idx="25141">
                  <c:v>0.60305476253798118</c:v>
                </c:pt>
                <c:pt idx="25142">
                  <c:v>0.60357594868986231</c:v>
                </c:pt>
                <c:pt idx="25143">
                  <c:v>0.60362278161368843</c:v>
                </c:pt>
                <c:pt idx="25144">
                  <c:v>0.6037620690887433</c:v>
                </c:pt>
                <c:pt idx="25145">
                  <c:v>0.60401155289856001</c:v>
                </c:pt>
                <c:pt idx="25146">
                  <c:v>0.60401868362791278</c:v>
                </c:pt>
                <c:pt idx="25147">
                  <c:v>0.60407318163087886</c:v>
                </c:pt>
                <c:pt idx="25148">
                  <c:v>0.60452897067935651</c:v>
                </c:pt>
                <c:pt idx="25149">
                  <c:v>0.6049444335027766</c:v>
                </c:pt>
                <c:pt idx="25150">
                  <c:v>0.60500104185892167</c:v>
                </c:pt>
                <c:pt idx="25151">
                  <c:v>0.60510476984434003</c:v>
                </c:pt>
                <c:pt idx="25152">
                  <c:v>0.60519501443530699</c:v>
                </c:pt>
                <c:pt idx="25153">
                  <c:v>0.60528453819889128</c:v>
                </c:pt>
                <c:pt idx="25154">
                  <c:v>0.6053012750313177</c:v>
                </c:pt>
                <c:pt idx="25155">
                  <c:v>0.60530881724999896</c:v>
                </c:pt>
                <c:pt idx="25156">
                  <c:v>0.60536621098510313</c:v>
                </c:pt>
                <c:pt idx="25157">
                  <c:v>0.6058534910123935</c:v>
                </c:pt>
                <c:pt idx="25158">
                  <c:v>0.60609967239611273</c:v>
                </c:pt>
                <c:pt idx="25159">
                  <c:v>0.60636152333995652</c:v>
                </c:pt>
                <c:pt idx="25160">
                  <c:v>0.60716368471265625</c:v>
                </c:pt>
                <c:pt idx="25161">
                  <c:v>0.60719321214720134</c:v>
                </c:pt>
                <c:pt idx="25162">
                  <c:v>0.60722508673725084</c:v>
                </c:pt>
                <c:pt idx="25163">
                  <c:v>0.60760363612195012</c:v>
                </c:pt>
                <c:pt idx="25164">
                  <c:v>0.60801593195631121</c:v>
                </c:pt>
                <c:pt idx="25165">
                  <c:v>0.60826372100189074</c:v>
                </c:pt>
                <c:pt idx="25166">
                  <c:v>0.60858476774269921</c:v>
                </c:pt>
                <c:pt idx="25167">
                  <c:v>0.60881137863177559</c:v>
                </c:pt>
                <c:pt idx="25168">
                  <c:v>0.60897996350367489</c:v>
                </c:pt>
                <c:pt idx="25169">
                  <c:v>0.60919406903820583</c:v>
                </c:pt>
                <c:pt idx="25170">
                  <c:v>0.6092119870028051</c:v>
                </c:pt>
                <c:pt idx="25171">
                  <c:v>0.60974310259356912</c:v>
                </c:pt>
                <c:pt idx="25172">
                  <c:v>0.60977474425578615</c:v>
                </c:pt>
                <c:pt idx="25173">
                  <c:v>0.60988827391752809</c:v>
                </c:pt>
                <c:pt idx="25174">
                  <c:v>0.61014386098003159</c:v>
                </c:pt>
                <c:pt idx="25175">
                  <c:v>0.61033589069202787</c:v>
                </c:pt>
                <c:pt idx="25176">
                  <c:v>0.61050067043584133</c:v>
                </c:pt>
                <c:pt idx="25177">
                  <c:v>0.6106143941231349</c:v>
                </c:pt>
                <c:pt idx="25178">
                  <c:v>0.6107524448496946</c:v>
                </c:pt>
                <c:pt idx="25179">
                  <c:v>0.61081353786532477</c:v>
                </c:pt>
                <c:pt idx="25180">
                  <c:v>0.61089638262123769</c:v>
                </c:pt>
                <c:pt idx="25181">
                  <c:v>0.61091111409632026</c:v>
                </c:pt>
                <c:pt idx="25182">
                  <c:v>0.61116356362849811</c:v>
                </c:pt>
                <c:pt idx="25183">
                  <c:v>0.61123688672025256</c:v>
                </c:pt>
                <c:pt idx="25184">
                  <c:v>0.61134857765413653</c:v>
                </c:pt>
                <c:pt idx="25185">
                  <c:v>0.61139846173370826</c:v>
                </c:pt>
                <c:pt idx="25186">
                  <c:v>0.61141290689430372</c:v>
                </c:pt>
                <c:pt idx="25187">
                  <c:v>0.61179572642580027</c:v>
                </c:pt>
                <c:pt idx="25188">
                  <c:v>0.61189955245524341</c:v>
                </c:pt>
                <c:pt idx="25189">
                  <c:v>0.61194921681315195</c:v>
                </c:pt>
                <c:pt idx="25190">
                  <c:v>0.61217998755804093</c:v>
                </c:pt>
                <c:pt idx="25191">
                  <c:v>0.61218432811527645</c:v>
                </c:pt>
                <c:pt idx="25192">
                  <c:v>0.61220660742341715</c:v>
                </c:pt>
                <c:pt idx="25193">
                  <c:v>0.61226661287063988</c:v>
                </c:pt>
                <c:pt idx="25194">
                  <c:v>0.61247601410732777</c:v>
                </c:pt>
                <c:pt idx="25195">
                  <c:v>0.61260016233176751</c:v>
                </c:pt>
                <c:pt idx="25196">
                  <c:v>0.61274149541887546</c:v>
                </c:pt>
                <c:pt idx="25197">
                  <c:v>0.61286622784631473</c:v>
                </c:pt>
                <c:pt idx="25198">
                  <c:v>0.61288030803386651</c:v>
                </c:pt>
                <c:pt idx="25199">
                  <c:v>0.61352393172498387</c:v>
                </c:pt>
                <c:pt idx="25200">
                  <c:v>0.61355839484739538</c:v>
                </c:pt>
                <c:pt idx="25201">
                  <c:v>0.61362893104719263</c:v>
                </c:pt>
                <c:pt idx="25202">
                  <c:v>0.61384011734019106</c:v>
                </c:pt>
                <c:pt idx="25203">
                  <c:v>0.61390379301855114</c:v>
                </c:pt>
                <c:pt idx="25204">
                  <c:v>0.61427755617168789</c:v>
                </c:pt>
                <c:pt idx="25205">
                  <c:v>0.61477136312083158</c:v>
                </c:pt>
                <c:pt idx="25206">
                  <c:v>0.61508682869746301</c:v>
                </c:pt>
                <c:pt idx="25207">
                  <c:v>0.6153998807260469</c:v>
                </c:pt>
                <c:pt idx="25208">
                  <c:v>0.61556791326750193</c:v>
                </c:pt>
                <c:pt idx="25209">
                  <c:v>0.61560924641319925</c:v>
                </c:pt>
                <c:pt idx="25210">
                  <c:v>0.61564753737978872</c:v>
                </c:pt>
                <c:pt idx="25211">
                  <c:v>0.61601609588381823</c:v>
                </c:pt>
                <c:pt idx="25212">
                  <c:v>0.61611320547217685</c:v>
                </c:pt>
                <c:pt idx="25213">
                  <c:v>0.61613859158656881</c:v>
                </c:pt>
                <c:pt idx="25214">
                  <c:v>0.61626850427135171</c:v>
                </c:pt>
                <c:pt idx="25215">
                  <c:v>0.61697728509022376</c:v>
                </c:pt>
                <c:pt idx="25216">
                  <c:v>0.61705081326067546</c:v>
                </c:pt>
                <c:pt idx="25217">
                  <c:v>0.61735189453814665</c:v>
                </c:pt>
                <c:pt idx="25218">
                  <c:v>0.61820221817534793</c:v>
                </c:pt>
                <c:pt idx="25219">
                  <c:v>0.61838716096696522</c:v>
                </c:pt>
                <c:pt idx="25220">
                  <c:v>0.61842912945978745</c:v>
                </c:pt>
                <c:pt idx="25221">
                  <c:v>0.61865958473982829</c:v>
                </c:pt>
                <c:pt idx="25222">
                  <c:v>0.61874195769637153</c:v>
                </c:pt>
                <c:pt idx="25223">
                  <c:v>0.61884051293564313</c:v>
                </c:pt>
                <c:pt idx="25224">
                  <c:v>0.61900986767358745</c:v>
                </c:pt>
                <c:pt idx="25225">
                  <c:v>0.61903986880884077</c:v>
                </c:pt>
                <c:pt idx="25226">
                  <c:v>0.61960456321695279</c:v>
                </c:pt>
                <c:pt idx="25227">
                  <c:v>0.6196213797213781</c:v>
                </c:pt>
                <c:pt idx="25228">
                  <c:v>0.61964557619709648</c:v>
                </c:pt>
                <c:pt idx="25229">
                  <c:v>0.61966395120013262</c:v>
                </c:pt>
                <c:pt idx="25230">
                  <c:v>0.6199987902725701</c:v>
                </c:pt>
                <c:pt idx="25231">
                  <c:v>0.62004227681677659</c:v>
                </c:pt>
                <c:pt idx="25232">
                  <c:v>0.62013947469050335</c:v>
                </c:pt>
                <c:pt idx="25233">
                  <c:v>0.62047161345764801</c:v>
                </c:pt>
                <c:pt idx="25234">
                  <c:v>0.6205328768702526</c:v>
                </c:pt>
                <c:pt idx="25235">
                  <c:v>0.62063049788613178</c:v>
                </c:pt>
                <c:pt idx="25236">
                  <c:v>0.62082609142087164</c:v>
                </c:pt>
                <c:pt idx="25237">
                  <c:v>0.62091510976543529</c:v>
                </c:pt>
                <c:pt idx="25238">
                  <c:v>0.62125504409489996</c:v>
                </c:pt>
                <c:pt idx="25239">
                  <c:v>0.62128435471797983</c:v>
                </c:pt>
                <c:pt idx="25240">
                  <c:v>0.62158353547441003</c:v>
                </c:pt>
                <c:pt idx="25241">
                  <c:v>0.62179606052648029</c:v>
                </c:pt>
                <c:pt idx="25242">
                  <c:v>0.62218599231303706</c:v>
                </c:pt>
                <c:pt idx="25243">
                  <c:v>0.62258135451520169</c:v>
                </c:pt>
                <c:pt idx="25244">
                  <c:v>0.62272522344470982</c:v>
                </c:pt>
                <c:pt idx="25245">
                  <c:v>0.62276718483812965</c:v>
                </c:pt>
                <c:pt idx="25246">
                  <c:v>0.62316326913265108</c:v>
                </c:pt>
                <c:pt idx="25247">
                  <c:v>0.6232573682314938</c:v>
                </c:pt>
                <c:pt idx="25248">
                  <c:v>0.62328776766135918</c:v>
                </c:pt>
                <c:pt idx="25249">
                  <c:v>0.62350388101240928</c:v>
                </c:pt>
                <c:pt idx="25250">
                  <c:v>0.62364704097299328</c:v>
                </c:pt>
                <c:pt idx="25251">
                  <c:v>0.62412855523107991</c:v>
                </c:pt>
                <c:pt idx="25252">
                  <c:v>0.62419128448944305</c:v>
                </c:pt>
                <c:pt idx="25253">
                  <c:v>0.62419987500792062</c:v>
                </c:pt>
                <c:pt idx="25254">
                  <c:v>0.62432588124199551</c:v>
                </c:pt>
                <c:pt idx="25255">
                  <c:v>0.62472936958436298</c:v>
                </c:pt>
                <c:pt idx="25256">
                  <c:v>0.62493587227935388</c:v>
                </c:pt>
                <c:pt idx="25257">
                  <c:v>0.62514628739512279</c:v>
                </c:pt>
                <c:pt idx="25258">
                  <c:v>0.62535041592071106</c:v>
                </c:pt>
                <c:pt idx="25259">
                  <c:v>0.62570210897193268</c:v>
                </c:pt>
                <c:pt idx="25260">
                  <c:v>0.62586769945310494</c:v>
                </c:pt>
                <c:pt idx="25261">
                  <c:v>0.6263672466387159</c:v>
                </c:pt>
                <c:pt idx="25262">
                  <c:v>0.62656012612942957</c:v>
                </c:pt>
                <c:pt idx="25263">
                  <c:v>0.62671973213320653</c:v>
                </c:pt>
                <c:pt idx="25264">
                  <c:v>0.62678287424925061</c:v>
                </c:pt>
                <c:pt idx="25265">
                  <c:v>0.62706145092836452</c:v>
                </c:pt>
                <c:pt idx="25266">
                  <c:v>0.62723883490663501</c:v>
                </c:pt>
                <c:pt idx="25267">
                  <c:v>0.62810711680601505</c:v>
                </c:pt>
                <c:pt idx="25268">
                  <c:v>0.62838419649411292</c:v>
                </c:pt>
                <c:pt idx="25269">
                  <c:v>0.62870635732506674</c:v>
                </c:pt>
                <c:pt idx="25270">
                  <c:v>0.62871517636560792</c:v>
                </c:pt>
                <c:pt idx="25271">
                  <c:v>0.62892172494461729</c:v>
                </c:pt>
                <c:pt idx="25272">
                  <c:v>0.62945154834890427</c:v>
                </c:pt>
                <c:pt idx="25273">
                  <c:v>0.62947107452926776</c:v>
                </c:pt>
                <c:pt idx="25274">
                  <c:v>0.62974005537384992</c:v>
                </c:pt>
                <c:pt idx="25275">
                  <c:v>0.62993445331435605</c:v>
                </c:pt>
                <c:pt idx="25276">
                  <c:v>0.62997692102347269</c:v>
                </c:pt>
                <c:pt idx="25277">
                  <c:v>0.63032257365201161</c:v>
                </c:pt>
                <c:pt idx="25278">
                  <c:v>0.63039325906695265</c:v>
                </c:pt>
                <c:pt idx="25279">
                  <c:v>0.6310334697911395</c:v>
                </c:pt>
                <c:pt idx="25280">
                  <c:v>0.63106045116647858</c:v>
                </c:pt>
                <c:pt idx="25281">
                  <c:v>0.63154537479214523</c:v>
                </c:pt>
                <c:pt idx="25282">
                  <c:v>0.63161296802419886</c:v>
                </c:pt>
                <c:pt idx="25283">
                  <c:v>0.63174241910833695</c:v>
                </c:pt>
                <c:pt idx="25284">
                  <c:v>0.63190998745527527</c:v>
                </c:pt>
                <c:pt idx="25285">
                  <c:v>0.63233766240065281</c:v>
                </c:pt>
                <c:pt idx="25286">
                  <c:v>0.63291907245700452</c:v>
                </c:pt>
                <c:pt idx="25287">
                  <c:v>0.63292972579258322</c:v>
                </c:pt>
                <c:pt idx="25288">
                  <c:v>0.63296884479175697</c:v>
                </c:pt>
                <c:pt idx="25289">
                  <c:v>0.6331783030184287</c:v>
                </c:pt>
                <c:pt idx="25290">
                  <c:v>0.63321237801680574</c:v>
                </c:pt>
                <c:pt idx="25291">
                  <c:v>0.63419959797123793</c:v>
                </c:pt>
                <c:pt idx="25292">
                  <c:v>0.63460379815834289</c:v>
                </c:pt>
                <c:pt idx="25293">
                  <c:v>0.63495034488668556</c:v>
                </c:pt>
                <c:pt idx="25294">
                  <c:v>0.63501516432889138</c:v>
                </c:pt>
                <c:pt idx="25295">
                  <c:v>0.63529507865317747</c:v>
                </c:pt>
                <c:pt idx="25296">
                  <c:v>0.63541296114255741</c:v>
                </c:pt>
                <c:pt idx="25297">
                  <c:v>0.63545177673354414</c:v>
                </c:pt>
                <c:pt idx="25298">
                  <c:v>0.63591897826484167</c:v>
                </c:pt>
                <c:pt idx="25299">
                  <c:v>0.636088258387006</c:v>
                </c:pt>
                <c:pt idx="25300">
                  <c:v>0.63611372813724576</c:v>
                </c:pt>
                <c:pt idx="25301">
                  <c:v>0.63612470291079692</c:v>
                </c:pt>
                <c:pt idx="25302">
                  <c:v>0.63616809759937532</c:v>
                </c:pt>
                <c:pt idx="25303">
                  <c:v>0.63652429316745673</c:v>
                </c:pt>
                <c:pt idx="25304">
                  <c:v>0.63730405037138815</c:v>
                </c:pt>
                <c:pt idx="25305">
                  <c:v>0.63739732557813678</c:v>
                </c:pt>
                <c:pt idx="25306">
                  <c:v>0.6375515468355023</c:v>
                </c:pt>
                <c:pt idx="25307">
                  <c:v>0.63759227369022842</c:v>
                </c:pt>
                <c:pt idx="25308">
                  <c:v>0.63787687975501917</c:v>
                </c:pt>
                <c:pt idx="25309">
                  <c:v>0.6379545867725448</c:v>
                </c:pt>
                <c:pt idx="25310">
                  <c:v>0.63843547463737116</c:v>
                </c:pt>
                <c:pt idx="25311">
                  <c:v>0.63850167698850024</c:v>
                </c:pt>
                <c:pt idx="25312">
                  <c:v>0.6385247633152431</c:v>
                </c:pt>
                <c:pt idx="25313">
                  <c:v>0.63872890517311298</c:v>
                </c:pt>
                <c:pt idx="25314">
                  <c:v>0.6388549903100732</c:v>
                </c:pt>
                <c:pt idx="25315">
                  <c:v>0.63910134273211061</c:v>
                </c:pt>
                <c:pt idx="25316">
                  <c:v>0.63952422021545841</c:v>
                </c:pt>
                <c:pt idx="25317">
                  <c:v>0.63992311701937865</c:v>
                </c:pt>
                <c:pt idx="25318">
                  <c:v>0.64016241361576864</c:v>
                </c:pt>
                <c:pt idx="25319">
                  <c:v>0.64032218826718368</c:v>
                </c:pt>
                <c:pt idx="25320">
                  <c:v>0.6403383869723982</c:v>
                </c:pt>
                <c:pt idx="25321">
                  <c:v>0.64072204857908643</c:v>
                </c:pt>
                <c:pt idx="25322">
                  <c:v>0.64093332453304175</c:v>
                </c:pt>
                <c:pt idx="25323">
                  <c:v>0.64096969131602766</c:v>
                </c:pt>
                <c:pt idx="25324">
                  <c:v>0.64120021557270501</c:v>
                </c:pt>
                <c:pt idx="25325">
                  <c:v>0.6417611409852898</c:v>
                </c:pt>
                <c:pt idx="25326">
                  <c:v>0.6418354391190213</c:v>
                </c:pt>
                <c:pt idx="25327">
                  <c:v>0.64200100276662919</c:v>
                </c:pt>
                <c:pt idx="25328">
                  <c:v>0.64258008553114732</c:v>
                </c:pt>
                <c:pt idx="25329">
                  <c:v>0.64262197908867547</c:v>
                </c:pt>
                <c:pt idx="25330">
                  <c:v>0.64270219921066585</c:v>
                </c:pt>
                <c:pt idx="25331">
                  <c:v>0.64283311484708394</c:v>
                </c:pt>
                <c:pt idx="25332">
                  <c:v>0.64289198502492484</c:v>
                </c:pt>
                <c:pt idx="25333">
                  <c:v>0.64291831191803939</c:v>
                </c:pt>
                <c:pt idx="25334">
                  <c:v>0.64294480550207234</c:v>
                </c:pt>
                <c:pt idx="25335">
                  <c:v>0.64301400090119909</c:v>
                </c:pt>
                <c:pt idx="25336">
                  <c:v>0.64324055948092851</c:v>
                </c:pt>
                <c:pt idx="25337">
                  <c:v>0.64414924545438945</c:v>
                </c:pt>
                <c:pt idx="25338">
                  <c:v>0.64418165184936349</c:v>
                </c:pt>
                <c:pt idx="25339">
                  <c:v>0.64473901703332459</c:v>
                </c:pt>
                <c:pt idx="25340">
                  <c:v>0.64476223576083147</c:v>
                </c:pt>
                <c:pt idx="25341">
                  <c:v>0.64499345384953843</c:v>
                </c:pt>
                <c:pt idx="25342">
                  <c:v>0.64551585272423984</c:v>
                </c:pt>
                <c:pt idx="25343">
                  <c:v>0.64565214082420286</c:v>
                </c:pt>
                <c:pt idx="25344">
                  <c:v>0.64581588374798438</c:v>
                </c:pt>
                <c:pt idx="25345">
                  <c:v>0.6461319520872757</c:v>
                </c:pt>
                <c:pt idx="25346">
                  <c:v>0.64637771261771548</c:v>
                </c:pt>
                <c:pt idx="25347">
                  <c:v>0.64641876322848624</c:v>
                </c:pt>
                <c:pt idx="25348">
                  <c:v>0.64670111616364712</c:v>
                </c:pt>
                <c:pt idx="25349">
                  <c:v>0.64680292785683557</c:v>
                </c:pt>
                <c:pt idx="25350">
                  <c:v>0.64687524680798081</c:v>
                </c:pt>
                <c:pt idx="25351">
                  <c:v>0.64688241163511928</c:v>
                </c:pt>
                <c:pt idx="25352">
                  <c:v>0.64692176924937883</c:v>
                </c:pt>
                <c:pt idx="25353">
                  <c:v>0.64700320841760617</c:v>
                </c:pt>
                <c:pt idx="25354">
                  <c:v>0.64704469486810623</c:v>
                </c:pt>
                <c:pt idx="25355">
                  <c:v>0.64761975357025003</c:v>
                </c:pt>
                <c:pt idx="25356">
                  <c:v>0.64782160217323359</c:v>
                </c:pt>
                <c:pt idx="25357">
                  <c:v>0.64810681473930198</c:v>
                </c:pt>
                <c:pt idx="25358">
                  <c:v>0.6483064657332025</c:v>
                </c:pt>
                <c:pt idx="25359">
                  <c:v>0.6487867826537117</c:v>
                </c:pt>
                <c:pt idx="25360">
                  <c:v>0.64896017138233542</c:v>
                </c:pt>
                <c:pt idx="25361">
                  <c:v>0.64918878878843811</c:v>
                </c:pt>
                <c:pt idx="25362">
                  <c:v>0.64963380372659718</c:v>
                </c:pt>
                <c:pt idx="25363">
                  <c:v>0.65003384656936214</c:v>
                </c:pt>
                <c:pt idx="25364">
                  <c:v>0.65010378621862364</c:v>
                </c:pt>
                <c:pt idx="25365">
                  <c:v>0.65029546309931385</c:v>
                </c:pt>
                <c:pt idx="25366">
                  <c:v>0.65030989929665306</c:v>
                </c:pt>
                <c:pt idx="25367">
                  <c:v>0.65038374070650995</c:v>
                </c:pt>
                <c:pt idx="25368">
                  <c:v>0.65085802776406132</c:v>
                </c:pt>
                <c:pt idx="25369">
                  <c:v>0.65089138658604129</c:v>
                </c:pt>
                <c:pt idx="25370">
                  <c:v>0.65096141003370034</c:v>
                </c:pt>
                <c:pt idx="25371">
                  <c:v>0.65106437526859329</c:v>
                </c:pt>
                <c:pt idx="25372">
                  <c:v>0.65121679992062698</c:v>
                </c:pt>
                <c:pt idx="25373">
                  <c:v>0.65127301875885268</c:v>
                </c:pt>
                <c:pt idx="25374">
                  <c:v>0.65132984364430846</c:v>
                </c:pt>
                <c:pt idx="25375">
                  <c:v>0.65157756520333798</c:v>
                </c:pt>
                <c:pt idx="25376">
                  <c:v>0.65195273887388183</c:v>
                </c:pt>
                <c:pt idx="25377">
                  <c:v>0.65207764074861096</c:v>
                </c:pt>
                <c:pt idx="25378">
                  <c:v>0.65230547599026012</c:v>
                </c:pt>
                <c:pt idx="25379">
                  <c:v>0.65241088735012187</c:v>
                </c:pt>
                <c:pt idx="25380">
                  <c:v>0.65246168975058338</c:v>
                </c:pt>
                <c:pt idx="25381">
                  <c:v>0.65247000776581821</c:v>
                </c:pt>
                <c:pt idx="25382">
                  <c:v>0.65279040115201192</c:v>
                </c:pt>
                <c:pt idx="25383">
                  <c:v>0.65286870446213263</c:v>
                </c:pt>
                <c:pt idx="25384">
                  <c:v>0.65314357073637974</c:v>
                </c:pt>
                <c:pt idx="25385">
                  <c:v>0.65373628676672557</c:v>
                </c:pt>
                <c:pt idx="25386">
                  <c:v>0.65401211686423633</c:v>
                </c:pt>
                <c:pt idx="25387">
                  <c:v>0.65416523916304392</c:v>
                </c:pt>
                <c:pt idx="25388">
                  <c:v>0.65469759897905155</c:v>
                </c:pt>
                <c:pt idx="25389">
                  <c:v>0.65471284445481248</c:v>
                </c:pt>
                <c:pt idx="25390">
                  <c:v>0.65476568911095157</c:v>
                </c:pt>
                <c:pt idx="25391">
                  <c:v>0.6548516234813625</c:v>
                </c:pt>
                <c:pt idx="25392">
                  <c:v>0.65491821761890712</c:v>
                </c:pt>
                <c:pt idx="25393">
                  <c:v>0.6552792885008476</c:v>
                </c:pt>
                <c:pt idx="25394">
                  <c:v>0.6560796163579059</c:v>
                </c:pt>
                <c:pt idx="25395">
                  <c:v>0.65668023268504006</c:v>
                </c:pt>
                <c:pt idx="25396">
                  <c:v>0.65699107139611046</c:v>
                </c:pt>
                <c:pt idx="25397">
                  <c:v>0.65745759904059464</c:v>
                </c:pt>
                <c:pt idx="25398">
                  <c:v>0.65755344856170472</c:v>
                </c:pt>
                <c:pt idx="25399">
                  <c:v>0.65756219305574903</c:v>
                </c:pt>
                <c:pt idx="25400">
                  <c:v>0.65778535269873373</c:v>
                </c:pt>
                <c:pt idx="25401">
                  <c:v>0.65803940257276416</c:v>
                </c:pt>
                <c:pt idx="25402">
                  <c:v>0.65820040068389396</c:v>
                </c:pt>
                <c:pt idx="25403">
                  <c:v>0.65876655530047101</c:v>
                </c:pt>
                <c:pt idx="25404">
                  <c:v>0.65974034682293459</c:v>
                </c:pt>
                <c:pt idx="25405">
                  <c:v>0.66016981913868833</c:v>
                </c:pt>
                <c:pt idx="25406">
                  <c:v>0.66040303041476067</c:v>
                </c:pt>
                <c:pt idx="25407">
                  <c:v>0.66051082910516035</c:v>
                </c:pt>
                <c:pt idx="25408">
                  <c:v>0.66062698307809065</c:v>
                </c:pt>
                <c:pt idx="25409">
                  <c:v>0.66097073604260947</c:v>
                </c:pt>
                <c:pt idx="25410">
                  <c:v>0.66114445211630801</c:v>
                </c:pt>
                <c:pt idx="25411">
                  <c:v>0.66123582144679771</c:v>
                </c:pt>
                <c:pt idx="25412">
                  <c:v>0.66152887555349604</c:v>
                </c:pt>
                <c:pt idx="25413">
                  <c:v>0.66153395094702783</c:v>
                </c:pt>
                <c:pt idx="25414">
                  <c:v>0.66162494038016739</c:v>
                </c:pt>
                <c:pt idx="25415">
                  <c:v>0.66198201261762024</c:v>
                </c:pt>
                <c:pt idx="25416">
                  <c:v>0.66245871863605454</c:v>
                </c:pt>
                <c:pt idx="25417">
                  <c:v>0.66253456261941923</c:v>
                </c:pt>
                <c:pt idx="25418">
                  <c:v>0.66259707503428944</c:v>
                </c:pt>
                <c:pt idx="25419">
                  <c:v>0.66277510364687331</c:v>
                </c:pt>
                <c:pt idx="25420">
                  <c:v>0.66298754672262006</c:v>
                </c:pt>
                <c:pt idx="25421">
                  <c:v>0.66317676522929447</c:v>
                </c:pt>
                <c:pt idx="25422">
                  <c:v>0.66335209444209542</c:v>
                </c:pt>
                <c:pt idx="25423">
                  <c:v>0.66339940426230359</c:v>
                </c:pt>
                <c:pt idx="25424">
                  <c:v>0.66367585587835498</c:v>
                </c:pt>
                <c:pt idx="25425">
                  <c:v>0.66373500682559261</c:v>
                </c:pt>
                <c:pt idx="25426">
                  <c:v>0.66387225542809125</c:v>
                </c:pt>
                <c:pt idx="25427">
                  <c:v>0.66417295976393764</c:v>
                </c:pt>
                <c:pt idx="25428">
                  <c:v>0.66417752329253088</c:v>
                </c:pt>
                <c:pt idx="25429">
                  <c:v>0.66431558057632445</c:v>
                </c:pt>
                <c:pt idx="25430">
                  <c:v>0.66444978006744759</c:v>
                </c:pt>
                <c:pt idx="25431">
                  <c:v>0.66476225525592458</c:v>
                </c:pt>
                <c:pt idx="25432">
                  <c:v>0.66503677453189136</c:v>
                </c:pt>
                <c:pt idx="25433">
                  <c:v>0.6650548983164204</c:v>
                </c:pt>
                <c:pt idx="25434">
                  <c:v>0.66515140482528212</c:v>
                </c:pt>
                <c:pt idx="25435">
                  <c:v>0.66527730856139744</c:v>
                </c:pt>
                <c:pt idx="25436">
                  <c:v>0.66539970247954727</c:v>
                </c:pt>
                <c:pt idx="25437">
                  <c:v>0.66542702266626708</c:v>
                </c:pt>
                <c:pt idx="25438">
                  <c:v>0.66543134062294329</c:v>
                </c:pt>
                <c:pt idx="25439">
                  <c:v>0.66551316073961908</c:v>
                </c:pt>
                <c:pt idx="25440">
                  <c:v>0.66558361432386892</c:v>
                </c:pt>
                <c:pt idx="25441">
                  <c:v>0.66559140216104107</c:v>
                </c:pt>
                <c:pt idx="25442">
                  <c:v>0.66574989707506804</c:v>
                </c:pt>
                <c:pt idx="25443">
                  <c:v>0.66626910826445351</c:v>
                </c:pt>
                <c:pt idx="25444">
                  <c:v>0.66642633655061223</c:v>
                </c:pt>
                <c:pt idx="25445">
                  <c:v>0.66681386666952647</c:v>
                </c:pt>
                <c:pt idx="25446">
                  <c:v>0.66697413784125636</c:v>
                </c:pt>
                <c:pt idx="25447">
                  <c:v>0.66701440845200011</c:v>
                </c:pt>
                <c:pt idx="25448">
                  <c:v>0.66722773310169348</c:v>
                </c:pt>
                <c:pt idx="25449">
                  <c:v>0.66731806553878903</c:v>
                </c:pt>
                <c:pt idx="25450">
                  <c:v>0.66797456765805086</c:v>
                </c:pt>
                <c:pt idx="25451">
                  <c:v>0.66804931257666234</c:v>
                </c:pt>
                <c:pt idx="25452">
                  <c:v>0.66815565878684713</c:v>
                </c:pt>
                <c:pt idx="25453">
                  <c:v>0.66859042320472439</c:v>
                </c:pt>
                <c:pt idx="25454">
                  <c:v>0.66862910585329161</c:v>
                </c:pt>
                <c:pt idx="25455">
                  <c:v>0.66872360638616346</c:v>
                </c:pt>
                <c:pt idx="25456">
                  <c:v>0.66872728027657247</c:v>
                </c:pt>
                <c:pt idx="25457">
                  <c:v>0.66948476551187786</c:v>
                </c:pt>
                <c:pt idx="25458">
                  <c:v>0.67054248298508301</c:v>
                </c:pt>
                <c:pt idx="25459">
                  <c:v>0.67084031637081099</c:v>
                </c:pt>
                <c:pt idx="25460">
                  <c:v>0.67109167296914274</c:v>
                </c:pt>
                <c:pt idx="25461">
                  <c:v>0.67175949763280896</c:v>
                </c:pt>
                <c:pt idx="25462">
                  <c:v>0.67199842874899218</c:v>
                </c:pt>
                <c:pt idx="25463">
                  <c:v>0.67203529667392592</c:v>
                </c:pt>
                <c:pt idx="25464">
                  <c:v>0.67212747287928321</c:v>
                </c:pt>
                <c:pt idx="25465">
                  <c:v>0.67266608301807918</c:v>
                </c:pt>
                <c:pt idx="25466">
                  <c:v>0.67308210640639343</c:v>
                </c:pt>
                <c:pt idx="25467">
                  <c:v>0.67325666816573049</c:v>
                </c:pt>
                <c:pt idx="25468">
                  <c:v>0.67341814780716691</c:v>
                </c:pt>
                <c:pt idx="25469">
                  <c:v>0.67447494037698186</c:v>
                </c:pt>
                <c:pt idx="25470">
                  <c:v>0.67466439739931616</c:v>
                </c:pt>
                <c:pt idx="25471">
                  <c:v>0.6747004366372179</c:v>
                </c:pt>
                <c:pt idx="25472">
                  <c:v>0.67489212528612663</c:v>
                </c:pt>
                <c:pt idx="25473">
                  <c:v>0.67550615802980385</c:v>
                </c:pt>
                <c:pt idx="25474">
                  <c:v>0.67622987417708436</c:v>
                </c:pt>
                <c:pt idx="25475">
                  <c:v>0.67660978211264855</c:v>
                </c:pt>
                <c:pt idx="25476">
                  <c:v>0.6766668001530759</c:v>
                </c:pt>
                <c:pt idx="25477">
                  <c:v>0.67704235241922628</c:v>
                </c:pt>
                <c:pt idx="25478">
                  <c:v>0.67794734847144877</c:v>
                </c:pt>
                <c:pt idx="25479">
                  <c:v>0.67801548719582172</c:v>
                </c:pt>
                <c:pt idx="25480">
                  <c:v>0.67826443551158522</c:v>
                </c:pt>
                <c:pt idx="25481">
                  <c:v>0.67888566911972981</c:v>
                </c:pt>
                <c:pt idx="25482">
                  <c:v>0.67894888442614387</c:v>
                </c:pt>
                <c:pt idx="25483">
                  <c:v>0.67926585051013066</c:v>
                </c:pt>
                <c:pt idx="25484">
                  <c:v>0.6794576573906389</c:v>
                </c:pt>
                <c:pt idx="25485">
                  <c:v>0.67951389832264453</c:v>
                </c:pt>
                <c:pt idx="25486">
                  <c:v>0.67986011902347543</c:v>
                </c:pt>
                <c:pt idx="25487">
                  <c:v>0.67990331189049036</c:v>
                </c:pt>
                <c:pt idx="25488">
                  <c:v>0.67997844423887988</c:v>
                </c:pt>
                <c:pt idx="25489">
                  <c:v>0.67999843605598109</c:v>
                </c:pt>
                <c:pt idx="25490">
                  <c:v>0.68012631793677669</c:v>
                </c:pt>
                <c:pt idx="25491">
                  <c:v>0.68024599835866173</c:v>
                </c:pt>
                <c:pt idx="25492">
                  <c:v>0.68054778317762743</c:v>
                </c:pt>
                <c:pt idx="25493">
                  <c:v>0.68105929136435039</c:v>
                </c:pt>
                <c:pt idx="25494">
                  <c:v>0.68152753615559125</c:v>
                </c:pt>
                <c:pt idx="25495">
                  <c:v>0.68165374229880715</c:v>
                </c:pt>
                <c:pt idx="25496">
                  <c:v>0.68169111916745162</c:v>
                </c:pt>
                <c:pt idx="25497">
                  <c:v>0.68198421695355393</c:v>
                </c:pt>
                <c:pt idx="25498">
                  <c:v>0.6821227270235416</c:v>
                </c:pt>
                <c:pt idx="25499">
                  <c:v>0.68213386223909656</c:v>
                </c:pt>
                <c:pt idx="25500">
                  <c:v>0.68236300397970751</c:v>
                </c:pt>
                <c:pt idx="25501">
                  <c:v>0.68244625627330102</c:v>
                </c:pt>
                <c:pt idx="25502">
                  <c:v>0.68292572084571312</c:v>
                </c:pt>
                <c:pt idx="25503">
                  <c:v>0.68298323852375575</c:v>
                </c:pt>
                <c:pt idx="25504">
                  <c:v>0.68304706649777247</c:v>
                </c:pt>
                <c:pt idx="25505">
                  <c:v>0.68313803753570967</c:v>
                </c:pt>
                <c:pt idx="25506">
                  <c:v>0.6833150392683176</c:v>
                </c:pt>
                <c:pt idx="25507">
                  <c:v>0.68334437068566389</c:v>
                </c:pt>
                <c:pt idx="25508">
                  <c:v>0.6835827104567016</c:v>
                </c:pt>
                <c:pt idx="25509">
                  <c:v>0.68362156599201218</c:v>
                </c:pt>
                <c:pt idx="25510">
                  <c:v>0.68374074650801586</c:v>
                </c:pt>
                <c:pt idx="25511">
                  <c:v>0.68391764483093498</c:v>
                </c:pt>
                <c:pt idx="25512">
                  <c:v>0.68398910455959416</c:v>
                </c:pt>
                <c:pt idx="25513">
                  <c:v>0.68402415561970598</c:v>
                </c:pt>
                <c:pt idx="25514">
                  <c:v>0.6852212105725437</c:v>
                </c:pt>
                <c:pt idx="25515">
                  <c:v>0.68529314298704025</c:v>
                </c:pt>
                <c:pt idx="25516">
                  <c:v>0.6852956371235559</c:v>
                </c:pt>
                <c:pt idx="25517">
                  <c:v>0.68542616741598783</c:v>
                </c:pt>
                <c:pt idx="25518">
                  <c:v>0.68546516194078211</c:v>
                </c:pt>
                <c:pt idx="25519">
                  <c:v>0.68577255773530521</c:v>
                </c:pt>
                <c:pt idx="25520">
                  <c:v>0.68578731603939047</c:v>
                </c:pt>
                <c:pt idx="25521">
                  <c:v>0.68636266322343831</c:v>
                </c:pt>
                <c:pt idx="25522">
                  <c:v>0.68669838523388982</c:v>
                </c:pt>
                <c:pt idx="25523">
                  <c:v>0.68676748541686827</c:v>
                </c:pt>
                <c:pt idx="25524">
                  <c:v>0.6870307649557833</c:v>
                </c:pt>
                <c:pt idx="25525">
                  <c:v>0.68728108029927559</c:v>
                </c:pt>
                <c:pt idx="25526">
                  <c:v>0.6873566570958789</c:v>
                </c:pt>
                <c:pt idx="25527">
                  <c:v>0.68744976057453866</c:v>
                </c:pt>
                <c:pt idx="25528">
                  <c:v>0.68754423504844564</c:v>
                </c:pt>
                <c:pt idx="25529">
                  <c:v>0.68810257149698484</c:v>
                </c:pt>
                <c:pt idx="25530">
                  <c:v>0.68874499595955896</c:v>
                </c:pt>
                <c:pt idx="25531">
                  <c:v>0.68900543997773955</c:v>
                </c:pt>
                <c:pt idx="25532">
                  <c:v>0.69122145539179036</c:v>
                </c:pt>
                <c:pt idx="25533">
                  <c:v>0.69147419527640008</c:v>
                </c:pt>
                <c:pt idx="25534">
                  <c:v>0.69159242643757102</c:v>
                </c:pt>
                <c:pt idx="25535">
                  <c:v>0.69168922927037257</c:v>
                </c:pt>
                <c:pt idx="25536">
                  <c:v>0.69169408990883863</c:v>
                </c:pt>
                <c:pt idx="25537">
                  <c:v>0.69209115954392497</c:v>
                </c:pt>
                <c:pt idx="25538">
                  <c:v>0.69221317755920975</c:v>
                </c:pt>
                <c:pt idx="25539">
                  <c:v>0.69293962465126313</c:v>
                </c:pt>
                <c:pt idx="25540">
                  <c:v>0.69329442077060133</c:v>
                </c:pt>
                <c:pt idx="25541">
                  <c:v>0.69330561959797943</c:v>
                </c:pt>
                <c:pt idx="25542">
                  <c:v>0.69331881690919683</c:v>
                </c:pt>
                <c:pt idx="25543">
                  <c:v>0.69334598695868299</c:v>
                </c:pt>
                <c:pt idx="25544">
                  <c:v>0.69343040275182299</c:v>
                </c:pt>
                <c:pt idx="25545">
                  <c:v>0.69387673997428112</c:v>
                </c:pt>
                <c:pt idx="25546">
                  <c:v>0.69401654885784769</c:v>
                </c:pt>
                <c:pt idx="25547">
                  <c:v>0.69415247197626506</c:v>
                </c:pt>
                <c:pt idx="25548">
                  <c:v>0.69420683947242579</c:v>
                </c:pt>
                <c:pt idx="25549">
                  <c:v>0.69435228832710671</c:v>
                </c:pt>
                <c:pt idx="25550">
                  <c:v>0.69437709224745725</c:v>
                </c:pt>
                <c:pt idx="25551">
                  <c:v>0.69493876808497435</c:v>
                </c:pt>
                <c:pt idx="25552">
                  <c:v>0.69502045245028754</c:v>
                </c:pt>
                <c:pt idx="25553">
                  <c:v>0.6952195513245587</c:v>
                </c:pt>
                <c:pt idx="25554">
                  <c:v>0.69542350976121647</c:v>
                </c:pt>
                <c:pt idx="25555">
                  <c:v>0.69584874212453407</c:v>
                </c:pt>
                <c:pt idx="25556">
                  <c:v>0.69592603792087704</c:v>
                </c:pt>
                <c:pt idx="25557">
                  <c:v>0.69643757576382259</c:v>
                </c:pt>
                <c:pt idx="25558">
                  <c:v>0.69651590124421614</c:v>
                </c:pt>
                <c:pt idx="25559">
                  <c:v>0.69674489415004592</c:v>
                </c:pt>
                <c:pt idx="25560">
                  <c:v>0.69675326654922709</c:v>
                </c:pt>
                <c:pt idx="25561">
                  <c:v>0.69680722555797503</c:v>
                </c:pt>
                <c:pt idx="25562">
                  <c:v>0.69688637947197785</c:v>
                </c:pt>
                <c:pt idx="25563">
                  <c:v>0.69688681861502266</c:v>
                </c:pt>
                <c:pt idx="25564">
                  <c:v>0.69688966110769435</c:v>
                </c:pt>
                <c:pt idx="25565">
                  <c:v>0.69696890559585123</c:v>
                </c:pt>
                <c:pt idx="25566">
                  <c:v>0.6973957084428769</c:v>
                </c:pt>
                <c:pt idx="25567">
                  <c:v>0.69743351012441801</c:v>
                </c:pt>
                <c:pt idx="25568">
                  <c:v>0.69758001214982768</c:v>
                </c:pt>
                <c:pt idx="25569">
                  <c:v>0.69784643509927946</c:v>
                </c:pt>
                <c:pt idx="25570">
                  <c:v>0.69786636134762903</c:v>
                </c:pt>
                <c:pt idx="25571">
                  <c:v>0.69842752551953846</c:v>
                </c:pt>
                <c:pt idx="25572">
                  <c:v>0.69878072733414431</c:v>
                </c:pt>
                <c:pt idx="25573">
                  <c:v>0.69884932234952513</c:v>
                </c:pt>
                <c:pt idx="25574">
                  <c:v>0.6990422923293742</c:v>
                </c:pt>
                <c:pt idx="25575">
                  <c:v>0.6990585862712152</c:v>
                </c:pt>
                <c:pt idx="25576">
                  <c:v>0.7000241732966479</c:v>
                </c:pt>
                <c:pt idx="25577">
                  <c:v>0.70027889940267418</c:v>
                </c:pt>
                <c:pt idx="25578">
                  <c:v>0.70096727742360487</c:v>
                </c:pt>
                <c:pt idx="25579">
                  <c:v>0.70143199285567448</c:v>
                </c:pt>
                <c:pt idx="25580">
                  <c:v>0.70169261420112583</c:v>
                </c:pt>
                <c:pt idx="25581">
                  <c:v>0.70241296814108301</c:v>
                </c:pt>
                <c:pt idx="25582">
                  <c:v>0.70266934196648645</c:v>
                </c:pt>
                <c:pt idx="25583">
                  <c:v>0.70381915647779392</c:v>
                </c:pt>
                <c:pt idx="25584">
                  <c:v>0.70383864490915682</c:v>
                </c:pt>
                <c:pt idx="25585">
                  <c:v>0.70425653593860993</c:v>
                </c:pt>
                <c:pt idx="25586">
                  <c:v>0.70459867027259282</c:v>
                </c:pt>
                <c:pt idx="25587">
                  <c:v>0.70509672413886992</c:v>
                </c:pt>
                <c:pt idx="25588">
                  <c:v>0.70549221676079954</c:v>
                </c:pt>
                <c:pt idx="25589">
                  <c:v>0.70569398347917378</c:v>
                </c:pt>
                <c:pt idx="25590">
                  <c:v>0.70575706243196823</c:v>
                </c:pt>
                <c:pt idx="25591">
                  <c:v>0.70579357443064905</c:v>
                </c:pt>
                <c:pt idx="25592">
                  <c:v>0.70579815559774084</c:v>
                </c:pt>
                <c:pt idx="25593">
                  <c:v>0.70586162875926584</c:v>
                </c:pt>
                <c:pt idx="25594">
                  <c:v>0.70617399573544792</c:v>
                </c:pt>
                <c:pt idx="25595">
                  <c:v>0.70630948255464332</c:v>
                </c:pt>
                <c:pt idx="25596">
                  <c:v>0.70633865861899225</c:v>
                </c:pt>
                <c:pt idx="25597">
                  <c:v>0.70678777470002518</c:v>
                </c:pt>
                <c:pt idx="25598">
                  <c:v>0.70683583102792069</c:v>
                </c:pt>
                <c:pt idx="25599">
                  <c:v>0.7070951550683573</c:v>
                </c:pt>
                <c:pt idx="25600">
                  <c:v>0.70740093860653086</c:v>
                </c:pt>
                <c:pt idx="25601">
                  <c:v>0.70741362248120332</c:v>
                </c:pt>
                <c:pt idx="25602">
                  <c:v>0.70898423345759209</c:v>
                </c:pt>
                <c:pt idx="25603">
                  <c:v>0.7097650400079365</c:v>
                </c:pt>
                <c:pt idx="25604">
                  <c:v>0.7100523053565736</c:v>
                </c:pt>
                <c:pt idx="25605">
                  <c:v>0.71030449107117488</c:v>
                </c:pt>
                <c:pt idx="25606">
                  <c:v>0.71137078063647863</c:v>
                </c:pt>
                <c:pt idx="25607">
                  <c:v>0.71137995641246998</c:v>
                </c:pt>
                <c:pt idx="25608">
                  <c:v>0.71142877969123086</c:v>
                </c:pt>
                <c:pt idx="25609">
                  <c:v>0.71193345308278821</c:v>
                </c:pt>
                <c:pt idx="25610">
                  <c:v>0.71207633683986182</c:v>
                </c:pt>
                <c:pt idx="25611">
                  <c:v>0.71227295853013828</c:v>
                </c:pt>
                <c:pt idx="25612">
                  <c:v>0.7123394058843413</c:v>
                </c:pt>
                <c:pt idx="25613">
                  <c:v>0.71235913602130485</c:v>
                </c:pt>
                <c:pt idx="25614">
                  <c:v>0.71278946039293767</c:v>
                </c:pt>
                <c:pt idx="25615">
                  <c:v>0.71423733537210432</c:v>
                </c:pt>
                <c:pt idx="25616">
                  <c:v>0.71452978437278436</c:v>
                </c:pt>
                <c:pt idx="25617">
                  <c:v>0.7145317570901073</c:v>
                </c:pt>
                <c:pt idx="25618">
                  <c:v>0.71524873590686688</c:v>
                </c:pt>
                <c:pt idx="25619">
                  <c:v>0.71528660668091382</c:v>
                </c:pt>
                <c:pt idx="25620">
                  <c:v>0.71532786845156748</c:v>
                </c:pt>
                <c:pt idx="25621">
                  <c:v>0.71534761694698934</c:v>
                </c:pt>
                <c:pt idx="25622">
                  <c:v>0.71563365235256005</c:v>
                </c:pt>
                <c:pt idx="25623">
                  <c:v>0.71595531459662443</c:v>
                </c:pt>
                <c:pt idx="25624">
                  <c:v>0.71633055960773839</c:v>
                </c:pt>
                <c:pt idx="25625">
                  <c:v>0.71639609341797783</c:v>
                </c:pt>
                <c:pt idx="25626">
                  <c:v>0.71724600501046432</c:v>
                </c:pt>
                <c:pt idx="25627">
                  <c:v>0.71738419784580054</c:v>
                </c:pt>
                <c:pt idx="25628">
                  <c:v>0.71751960252257041</c:v>
                </c:pt>
                <c:pt idx="25629">
                  <c:v>0.71827779559391225</c:v>
                </c:pt>
                <c:pt idx="25630">
                  <c:v>0.71842179240474446</c:v>
                </c:pt>
                <c:pt idx="25631">
                  <c:v>0.71886872948302749</c:v>
                </c:pt>
                <c:pt idx="25632">
                  <c:v>0.71913246776154183</c:v>
                </c:pt>
                <c:pt idx="25633">
                  <c:v>0.71962796151228692</c:v>
                </c:pt>
                <c:pt idx="25634">
                  <c:v>0.71999601459773943</c:v>
                </c:pt>
                <c:pt idx="25635">
                  <c:v>0.720036806305143</c:v>
                </c:pt>
                <c:pt idx="25636">
                  <c:v>0.7200722894698911</c:v>
                </c:pt>
                <c:pt idx="25637">
                  <c:v>0.72037807101067208</c:v>
                </c:pt>
                <c:pt idx="25638">
                  <c:v>0.72046645074268911</c:v>
                </c:pt>
                <c:pt idx="25639">
                  <c:v>0.72099685775607492</c:v>
                </c:pt>
                <c:pt idx="25640">
                  <c:v>0.72111281386760417</c:v>
                </c:pt>
                <c:pt idx="25641">
                  <c:v>0.72127334834018397</c:v>
                </c:pt>
                <c:pt idx="25642">
                  <c:v>0.72163039162948728</c:v>
                </c:pt>
                <c:pt idx="25643">
                  <c:v>0.72201649180998573</c:v>
                </c:pt>
                <c:pt idx="25644">
                  <c:v>0.72202766319249456</c:v>
                </c:pt>
                <c:pt idx="25645">
                  <c:v>0.72239839958007657</c:v>
                </c:pt>
                <c:pt idx="25646">
                  <c:v>0.7227038807909365</c:v>
                </c:pt>
                <c:pt idx="25647">
                  <c:v>0.72295796062345363</c:v>
                </c:pt>
                <c:pt idx="25648">
                  <c:v>0.72299100223570478</c:v>
                </c:pt>
                <c:pt idx="25649">
                  <c:v>0.72310257542765655</c:v>
                </c:pt>
                <c:pt idx="25650">
                  <c:v>0.72353971094362557</c:v>
                </c:pt>
                <c:pt idx="25651">
                  <c:v>0.72362611501609642</c:v>
                </c:pt>
                <c:pt idx="25652">
                  <c:v>0.72380876494429702</c:v>
                </c:pt>
                <c:pt idx="25653">
                  <c:v>0.72392614731256522</c:v>
                </c:pt>
                <c:pt idx="25654">
                  <c:v>0.72420908564599451</c:v>
                </c:pt>
                <c:pt idx="25655">
                  <c:v>0.72467133995988953</c:v>
                </c:pt>
                <c:pt idx="25656">
                  <c:v>0.72529812677767724</c:v>
                </c:pt>
                <c:pt idx="25657">
                  <c:v>0.72569004334017861</c:v>
                </c:pt>
                <c:pt idx="25658">
                  <c:v>0.72629592393776621</c:v>
                </c:pt>
                <c:pt idx="25659">
                  <c:v>0.72632038603021543</c:v>
                </c:pt>
                <c:pt idx="25660">
                  <c:v>0.72635391251763726</c:v>
                </c:pt>
                <c:pt idx="25661">
                  <c:v>0.72683626627063036</c:v>
                </c:pt>
                <c:pt idx="25662">
                  <c:v>0.7273301868676243</c:v>
                </c:pt>
                <c:pt idx="25663">
                  <c:v>0.72767935865239775</c:v>
                </c:pt>
                <c:pt idx="25664">
                  <c:v>0.72780166998444584</c:v>
                </c:pt>
                <c:pt idx="25665">
                  <c:v>0.72791953277635435</c:v>
                </c:pt>
                <c:pt idx="25666">
                  <c:v>0.72818456075767657</c:v>
                </c:pt>
                <c:pt idx="25667">
                  <c:v>0.7284607135871034</c:v>
                </c:pt>
                <c:pt idx="25668">
                  <c:v>0.72892427833455697</c:v>
                </c:pt>
                <c:pt idx="25669">
                  <c:v>0.73014579704330529</c:v>
                </c:pt>
                <c:pt idx="25670">
                  <c:v>0.730429092580407</c:v>
                </c:pt>
                <c:pt idx="25671">
                  <c:v>0.73059601549844921</c:v>
                </c:pt>
                <c:pt idx="25672">
                  <c:v>0.7308168243313139</c:v>
                </c:pt>
                <c:pt idx="25673">
                  <c:v>0.73090622808976291</c:v>
                </c:pt>
                <c:pt idx="25674">
                  <c:v>0.73096459178091644</c:v>
                </c:pt>
                <c:pt idx="25675">
                  <c:v>0.73143522057214982</c:v>
                </c:pt>
                <c:pt idx="25676">
                  <c:v>0.73148381333906931</c:v>
                </c:pt>
                <c:pt idx="25677">
                  <c:v>0.73161931470513764</c:v>
                </c:pt>
                <c:pt idx="25678">
                  <c:v>0.73170522072384725</c:v>
                </c:pt>
                <c:pt idx="25679">
                  <c:v>0.73200030245170411</c:v>
                </c:pt>
                <c:pt idx="25680">
                  <c:v>0.73224961627411833</c:v>
                </c:pt>
                <c:pt idx="25681">
                  <c:v>0.73234045569135675</c:v>
                </c:pt>
                <c:pt idx="25682">
                  <c:v>0.73252537955159769</c:v>
                </c:pt>
                <c:pt idx="25683">
                  <c:v>0.7338242003347375</c:v>
                </c:pt>
                <c:pt idx="25684">
                  <c:v>0.73444020021158074</c:v>
                </c:pt>
                <c:pt idx="25685">
                  <c:v>0.73449660262093663</c:v>
                </c:pt>
                <c:pt idx="25686">
                  <c:v>0.7347830603369836</c:v>
                </c:pt>
                <c:pt idx="25687">
                  <c:v>0.73490285958033341</c:v>
                </c:pt>
                <c:pt idx="25688">
                  <c:v>0.73502099776185081</c:v>
                </c:pt>
                <c:pt idx="25689">
                  <c:v>0.73508391131524609</c:v>
                </c:pt>
                <c:pt idx="25690">
                  <c:v>0.73552784711108821</c:v>
                </c:pt>
                <c:pt idx="25691">
                  <c:v>0.7359524011564309</c:v>
                </c:pt>
                <c:pt idx="25692">
                  <c:v>0.7360705859003126</c:v>
                </c:pt>
                <c:pt idx="25693">
                  <c:v>0.73617413780724672</c:v>
                </c:pt>
                <c:pt idx="25694">
                  <c:v>0.73663931935730209</c:v>
                </c:pt>
                <c:pt idx="25695">
                  <c:v>0.73670156831292433</c:v>
                </c:pt>
                <c:pt idx="25696">
                  <c:v>0.7368398391584623</c:v>
                </c:pt>
                <c:pt idx="25697">
                  <c:v>0.73694919025906558</c:v>
                </c:pt>
                <c:pt idx="25698">
                  <c:v>0.73706072452759652</c:v>
                </c:pt>
                <c:pt idx="25699">
                  <c:v>0.73784865663133148</c:v>
                </c:pt>
                <c:pt idx="25700">
                  <c:v>0.73827715559046603</c:v>
                </c:pt>
                <c:pt idx="25701">
                  <c:v>0.73861106110194497</c:v>
                </c:pt>
                <c:pt idx="25702">
                  <c:v>0.73946100677707982</c:v>
                </c:pt>
                <c:pt idx="25703">
                  <c:v>0.73986008663592584</c:v>
                </c:pt>
                <c:pt idx="25704">
                  <c:v>0.7402982716877945</c:v>
                </c:pt>
                <c:pt idx="25705">
                  <c:v>0.74037020662104669</c:v>
                </c:pt>
                <c:pt idx="25706">
                  <c:v>0.74047071345762094</c:v>
                </c:pt>
                <c:pt idx="25707">
                  <c:v>0.74111451782237958</c:v>
                </c:pt>
                <c:pt idx="25708">
                  <c:v>0.74140049902716409</c:v>
                </c:pt>
                <c:pt idx="25709">
                  <c:v>0.7416469105144593</c:v>
                </c:pt>
                <c:pt idx="25710">
                  <c:v>0.74171956389917559</c:v>
                </c:pt>
                <c:pt idx="25711">
                  <c:v>0.74174365927778274</c:v>
                </c:pt>
                <c:pt idx="25712">
                  <c:v>0.74190985660399789</c:v>
                </c:pt>
                <c:pt idx="25713">
                  <c:v>0.74235650499269679</c:v>
                </c:pt>
                <c:pt idx="25714">
                  <c:v>0.74280871276890337</c:v>
                </c:pt>
                <c:pt idx="25715">
                  <c:v>0.74353022823646009</c:v>
                </c:pt>
                <c:pt idx="25716">
                  <c:v>0.74353810710184387</c:v>
                </c:pt>
                <c:pt idx="25717">
                  <c:v>0.74381328130236846</c:v>
                </c:pt>
                <c:pt idx="25718">
                  <c:v>0.74409205408166046</c:v>
                </c:pt>
                <c:pt idx="25719">
                  <c:v>0.74425000001425812</c:v>
                </c:pt>
                <c:pt idx="25720">
                  <c:v>0.74443780503481705</c:v>
                </c:pt>
                <c:pt idx="25721">
                  <c:v>0.7451757681754545</c:v>
                </c:pt>
                <c:pt idx="25722">
                  <c:v>0.74525446193959743</c:v>
                </c:pt>
                <c:pt idx="25723">
                  <c:v>0.7457535729664484</c:v>
                </c:pt>
                <c:pt idx="25724">
                  <c:v>0.74619869054289512</c:v>
                </c:pt>
                <c:pt idx="25725">
                  <c:v>0.74619906626513155</c:v>
                </c:pt>
                <c:pt idx="25726">
                  <c:v>0.74630787290442124</c:v>
                </c:pt>
                <c:pt idx="25727">
                  <c:v>0.74640225339333444</c:v>
                </c:pt>
                <c:pt idx="25728">
                  <c:v>0.74651704892349313</c:v>
                </c:pt>
                <c:pt idx="25729">
                  <c:v>0.74657257619681117</c:v>
                </c:pt>
                <c:pt idx="25730">
                  <c:v>0.74672120942023057</c:v>
                </c:pt>
                <c:pt idx="25731">
                  <c:v>0.74784564083579552</c:v>
                </c:pt>
                <c:pt idx="25732">
                  <c:v>0.74830842988487134</c:v>
                </c:pt>
                <c:pt idx="25733">
                  <c:v>0.74862319970610647</c:v>
                </c:pt>
                <c:pt idx="25734">
                  <c:v>0.74862523361301592</c:v>
                </c:pt>
                <c:pt idx="25735">
                  <c:v>0.74880366237668616</c:v>
                </c:pt>
                <c:pt idx="25736">
                  <c:v>0.74886631030945361</c:v>
                </c:pt>
                <c:pt idx="25737">
                  <c:v>0.7489594942945943</c:v>
                </c:pt>
                <c:pt idx="25738">
                  <c:v>0.74931830013503464</c:v>
                </c:pt>
                <c:pt idx="25739">
                  <c:v>0.74945846766208113</c:v>
                </c:pt>
                <c:pt idx="25740">
                  <c:v>0.7496489957674195</c:v>
                </c:pt>
                <c:pt idx="25741">
                  <c:v>0.74977561981233076</c:v>
                </c:pt>
                <c:pt idx="25742">
                  <c:v>0.75006319077567629</c:v>
                </c:pt>
                <c:pt idx="25743">
                  <c:v>0.75019758212293042</c:v>
                </c:pt>
                <c:pt idx="25744">
                  <c:v>0.75034188806718438</c:v>
                </c:pt>
                <c:pt idx="25745">
                  <c:v>0.75073854350738356</c:v>
                </c:pt>
                <c:pt idx="25746">
                  <c:v>0.75109201779635371</c:v>
                </c:pt>
                <c:pt idx="25747">
                  <c:v>0.75162249919579449</c:v>
                </c:pt>
                <c:pt idx="25748">
                  <c:v>0.7516673129488084</c:v>
                </c:pt>
                <c:pt idx="25749">
                  <c:v>0.75204560795333131</c:v>
                </c:pt>
                <c:pt idx="25750">
                  <c:v>0.75220757526143478</c:v>
                </c:pt>
                <c:pt idx="25751">
                  <c:v>0.7522658038880965</c:v>
                </c:pt>
                <c:pt idx="25752">
                  <c:v>0.75241479283575774</c:v>
                </c:pt>
                <c:pt idx="25753">
                  <c:v>0.75287692455627941</c:v>
                </c:pt>
                <c:pt idx="25754">
                  <c:v>0.75530453844506262</c:v>
                </c:pt>
                <c:pt idx="25755">
                  <c:v>0.75697870223316466</c:v>
                </c:pt>
                <c:pt idx="25756">
                  <c:v>0.75760792965389234</c:v>
                </c:pt>
                <c:pt idx="25757">
                  <c:v>0.75771273364073832</c:v>
                </c:pt>
                <c:pt idx="25758">
                  <c:v>0.75821433123107707</c:v>
                </c:pt>
                <c:pt idx="25759">
                  <c:v>0.75837099785836426</c:v>
                </c:pt>
                <c:pt idx="25760">
                  <c:v>0.75853359062136261</c:v>
                </c:pt>
                <c:pt idx="25761">
                  <c:v>0.75861155056933505</c:v>
                </c:pt>
                <c:pt idx="25762">
                  <c:v>0.75863535170956076</c:v>
                </c:pt>
                <c:pt idx="25763">
                  <c:v>0.75879380812492347</c:v>
                </c:pt>
                <c:pt idx="25764">
                  <c:v>0.75900421043364896</c:v>
                </c:pt>
                <c:pt idx="25765">
                  <c:v>0.75941042189363306</c:v>
                </c:pt>
                <c:pt idx="25766">
                  <c:v>0.76016586486077431</c:v>
                </c:pt>
                <c:pt idx="25767">
                  <c:v>0.76028394713258518</c:v>
                </c:pt>
                <c:pt idx="25768">
                  <c:v>0.76074052245753432</c:v>
                </c:pt>
                <c:pt idx="25769">
                  <c:v>0.76112912867858551</c:v>
                </c:pt>
                <c:pt idx="25770">
                  <c:v>0.76119382214647868</c:v>
                </c:pt>
                <c:pt idx="25771">
                  <c:v>0.7612459126906076</c:v>
                </c:pt>
                <c:pt idx="25772">
                  <c:v>0.76126297601852222</c:v>
                </c:pt>
                <c:pt idx="25773">
                  <c:v>0.76170324886505714</c:v>
                </c:pt>
                <c:pt idx="25774">
                  <c:v>0.7628206516887085</c:v>
                </c:pt>
                <c:pt idx="25775">
                  <c:v>0.76424187527105647</c:v>
                </c:pt>
                <c:pt idx="25776">
                  <c:v>0.76448791193368537</c:v>
                </c:pt>
                <c:pt idx="25777">
                  <c:v>0.76459250285520863</c:v>
                </c:pt>
                <c:pt idx="25778">
                  <c:v>0.76495412220838266</c:v>
                </c:pt>
                <c:pt idx="25779">
                  <c:v>0.76532919300254409</c:v>
                </c:pt>
                <c:pt idx="25780">
                  <c:v>0.76540383263859857</c:v>
                </c:pt>
                <c:pt idx="25781">
                  <c:v>0.76541596482885899</c:v>
                </c:pt>
                <c:pt idx="25782">
                  <c:v>0.7655890653118963</c:v>
                </c:pt>
                <c:pt idx="25783">
                  <c:v>0.76577579594716771</c:v>
                </c:pt>
                <c:pt idx="25784">
                  <c:v>0.76579736728088066</c:v>
                </c:pt>
                <c:pt idx="25785">
                  <c:v>0.76610053899152297</c:v>
                </c:pt>
                <c:pt idx="25786">
                  <c:v>0.76691419301181929</c:v>
                </c:pt>
                <c:pt idx="25787">
                  <c:v>0.76712945665515131</c:v>
                </c:pt>
                <c:pt idx="25788">
                  <c:v>0.76715266229665335</c:v>
                </c:pt>
                <c:pt idx="25789">
                  <c:v>0.76771740072915229</c:v>
                </c:pt>
                <c:pt idx="25790">
                  <c:v>0.76775900727479685</c:v>
                </c:pt>
                <c:pt idx="25791">
                  <c:v>0.76782795141648996</c:v>
                </c:pt>
                <c:pt idx="25792">
                  <c:v>0.76796903175711251</c:v>
                </c:pt>
                <c:pt idx="25793">
                  <c:v>0.76881358385909582</c:v>
                </c:pt>
                <c:pt idx="25794">
                  <c:v>0.76934910294805303</c:v>
                </c:pt>
                <c:pt idx="25795">
                  <c:v>0.76952558332934096</c:v>
                </c:pt>
                <c:pt idx="25796">
                  <c:v>0.76973032583800471</c:v>
                </c:pt>
                <c:pt idx="25797">
                  <c:v>0.77016091286711519</c:v>
                </c:pt>
                <c:pt idx="25798">
                  <c:v>0.77072092514811674</c:v>
                </c:pt>
                <c:pt idx="25799">
                  <c:v>0.77078160358356962</c:v>
                </c:pt>
                <c:pt idx="25800">
                  <c:v>0.77080676595261444</c:v>
                </c:pt>
                <c:pt idx="25801">
                  <c:v>0.77185804692948135</c:v>
                </c:pt>
                <c:pt idx="25802">
                  <c:v>0.77190685131109693</c:v>
                </c:pt>
                <c:pt idx="25803">
                  <c:v>0.77236673606379636</c:v>
                </c:pt>
                <c:pt idx="25804">
                  <c:v>0.77260055989336118</c:v>
                </c:pt>
                <c:pt idx="25805">
                  <c:v>0.7733226042294411</c:v>
                </c:pt>
                <c:pt idx="25806">
                  <c:v>0.77334750479208336</c:v>
                </c:pt>
                <c:pt idx="25807">
                  <c:v>0.77401083616902744</c:v>
                </c:pt>
                <c:pt idx="25808">
                  <c:v>0.77473273502432016</c:v>
                </c:pt>
                <c:pt idx="25809">
                  <c:v>0.77483066485993723</c:v>
                </c:pt>
                <c:pt idx="25810">
                  <c:v>0.77503969452672672</c:v>
                </c:pt>
                <c:pt idx="25811">
                  <c:v>0.77507592007854453</c:v>
                </c:pt>
                <c:pt idx="25812">
                  <c:v>0.7752443259729751</c:v>
                </c:pt>
                <c:pt idx="25813">
                  <c:v>0.77533067136000045</c:v>
                </c:pt>
                <c:pt idx="25814">
                  <c:v>0.77535190786689889</c:v>
                </c:pt>
                <c:pt idx="25815">
                  <c:v>0.77616909308940374</c:v>
                </c:pt>
                <c:pt idx="25816">
                  <c:v>0.77619956505088172</c:v>
                </c:pt>
                <c:pt idx="25817">
                  <c:v>0.77665085482337548</c:v>
                </c:pt>
                <c:pt idx="25818">
                  <c:v>0.77752689489285531</c:v>
                </c:pt>
                <c:pt idx="25819">
                  <c:v>0.77782636235000557</c:v>
                </c:pt>
                <c:pt idx="25820">
                  <c:v>0.7778345919269114</c:v>
                </c:pt>
                <c:pt idx="25821">
                  <c:v>0.77791917503653485</c:v>
                </c:pt>
                <c:pt idx="25822">
                  <c:v>0.778057221699056</c:v>
                </c:pt>
                <c:pt idx="25823">
                  <c:v>0.77842026992521762</c:v>
                </c:pt>
                <c:pt idx="25824">
                  <c:v>0.7785470799553672</c:v>
                </c:pt>
                <c:pt idx="25825">
                  <c:v>0.77934814774565886</c:v>
                </c:pt>
                <c:pt idx="25826">
                  <c:v>0.779371865185432</c:v>
                </c:pt>
                <c:pt idx="25827">
                  <c:v>0.77948632950592223</c:v>
                </c:pt>
                <c:pt idx="25828">
                  <c:v>0.77957309819132214</c:v>
                </c:pt>
                <c:pt idx="25829">
                  <c:v>0.77957552266748764</c:v>
                </c:pt>
                <c:pt idx="25830">
                  <c:v>0.78003791597906591</c:v>
                </c:pt>
                <c:pt idx="25831">
                  <c:v>0.78033941012617913</c:v>
                </c:pt>
                <c:pt idx="25832">
                  <c:v>0.78041725207789825</c:v>
                </c:pt>
                <c:pt idx="25833">
                  <c:v>0.78100851394858017</c:v>
                </c:pt>
                <c:pt idx="25834">
                  <c:v>0.7812816147815933</c:v>
                </c:pt>
                <c:pt idx="25835">
                  <c:v>0.78233178180774976</c:v>
                </c:pt>
                <c:pt idx="25836">
                  <c:v>0.78250438674635692</c:v>
                </c:pt>
                <c:pt idx="25837">
                  <c:v>0.78290463977680247</c:v>
                </c:pt>
                <c:pt idx="25838">
                  <c:v>0.78306087132509838</c:v>
                </c:pt>
                <c:pt idx="25839">
                  <c:v>0.78324593696645128</c:v>
                </c:pt>
                <c:pt idx="25840">
                  <c:v>0.78357174577147404</c:v>
                </c:pt>
                <c:pt idx="25841">
                  <c:v>0.78367647071901958</c:v>
                </c:pt>
                <c:pt idx="25842">
                  <c:v>0.78417038131522987</c:v>
                </c:pt>
                <c:pt idx="25843">
                  <c:v>0.78428939429109423</c:v>
                </c:pt>
                <c:pt idx="25844">
                  <c:v>0.78638880746515194</c:v>
                </c:pt>
                <c:pt idx="25845">
                  <c:v>0.78676331495800489</c:v>
                </c:pt>
                <c:pt idx="25846">
                  <c:v>0.78760240926955416</c:v>
                </c:pt>
                <c:pt idx="25847">
                  <c:v>0.78798004742292871</c:v>
                </c:pt>
                <c:pt idx="25848">
                  <c:v>0.78825313083690685</c:v>
                </c:pt>
                <c:pt idx="25849">
                  <c:v>0.78875783642182851</c:v>
                </c:pt>
                <c:pt idx="25850">
                  <c:v>0.78878400201049637</c:v>
                </c:pt>
                <c:pt idx="25851">
                  <c:v>0.78919214492356204</c:v>
                </c:pt>
                <c:pt idx="25852">
                  <c:v>0.7894304294561012</c:v>
                </c:pt>
                <c:pt idx="25853">
                  <c:v>0.78948597439080981</c:v>
                </c:pt>
                <c:pt idx="25854">
                  <c:v>0.79023888978167556</c:v>
                </c:pt>
                <c:pt idx="25855">
                  <c:v>0.79049421331157277</c:v>
                </c:pt>
                <c:pt idx="25856">
                  <c:v>0.79074259143591663</c:v>
                </c:pt>
                <c:pt idx="25857">
                  <c:v>0.79145505238627067</c:v>
                </c:pt>
                <c:pt idx="25858">
                  <c:v>0.79210258562700075</c:v>
                </c:pt>
                <c:pt idx="25859">
                  <c:v>0.79266501551657143</c:v>
                </c:pt>
                <c:pt idx="25860">
                  <c:v>0.79293258335525407</c:v>
                </c:pt>
                <c:pt idx="25861">
                  <c:v>0.79330485815365714</c:v>
                </c:pt>
                <c:pt idx="25862">
                  <c:v>0.79357953377926094</c:v>
                </c:pt>
                <c:pt idx="25863">
                  <c:v>0.79386645472943118</c:v>
                </c:pt>
                <c:pt idx="25864">
                  <c:v>0.79445351222766447</c:v>
                </c:pt>
                <c:pt idx="25865">
                  <c:v>0.79560680414726637</c:v>
                </c:pt>
                <c:pt idx="25866">
                  <c:v>0.79762370959175466</c:v>
                </c:pt>
                <c:pt idx="25867">
                  <c:v>0.7977291657076877</c:v>
                </c:pt>
                <c:pt idx="25868">
                  <c:v>0.79885230495458104</c:v>
                </c:pt>
                <c:pt idx="25869">
                  <c:v>0.7989131442252928</c:v>
                </c:pt>
                <c:pt idx="25870">
                  <c:v>0.79910821227195705</c:v>
                </c:pt>
                <c:pt idx="25871">
                  <c:v>0.79957185497950412</c:v>
                </c:pt>
                <c:pt idx="25872">
                  <c:v>0.79960375699668185</c:v>
                </c:pt>
                <c:pt idx="25873">
                  <c:v>0.80001760052749193</c:v>
                </c:pt>
                <c:pt idx="25874">
                  <c:v>0.80129607101246392</c:v>
                </c:pt>
                <c:pt idx="25875">
                  <c:v>0.80155488101466843</c:v>
                </c:pt>
                <c:pt idx="25876">
                  <c:v>0.80207020299327669</c:v>
                </c:pt>
                <c:pt idx="25877">
                  <c:v>0.80285841079358089</c:v>
                </c:pt>
                <c:pt idx="25878">
                  <c:v>0.80290933485760185</c:v>
                </c:pt>
                <c:pt idx="25879">
                  <c:v>0.80310576447999704</c:v>
                </c:pt>
                <c:pt idx="25880">
                  <c:v>0.80356553633459005</c:v>
                </c:pt>
                <c:pt idx="25881">
                  <c:v>0.80360394143986036</c:v>
                </c:pt>
                <c:pt idx="25882">
                  <c:v>0.80383479030260085</c:v>
                </c:pt>
                <c:pt idx="25883">
                  <c:v>0.80472873853155591</c:v>
                </c:pt>
                <c:pt idx="25884">
                  <c:v>0.80513932651729292</c:v>
                </c:pt>
                <c:pt idx="25885">
                  <c:v>0.80577159858664271</c:v>
                </c:pt>
                <c:pt idx="25886">
                  <c:v>0.80612148622971436</c:v>
                </c:pt>
                <c:pt idx="25887">
                  <c:v>0.8069347433908578</c:v>
                </c:pt>
                <c:pt idx="25888">
                  <c:v>0.80781352406981588</c:v>
                </c:pt>
                <c:pt idx="25889">
                  <c:v>0.80917272405831753</c:v>
                </c:pt>
                <c:pt idx="25890">
                  <c:v>0.8097886796856234</c:v>
                </c:pt>
                <c:pt idx="25891">
                  <c:v>0.81035921834576219</c:v>
                </c:pt>
                <c:pt idx="25892">
                  <c:v>0.81037969990558623</c:v>
                </c:pt>
                <c:pt idx="25893">
                  <c:v>0.81131616318279942</c:v>
                </c:pt>
                <c:pt idx="25894">
                  <c:v>0.81152694512134749</c:v>
                </c:pt>
                <c:pt idx="25895">
                  <c:v>0.81153087084941</c:v>
                </c:pt>
                <c:pt idx="25896">
                  <c:v>0.81157793442340698</c:v>
                </c:pt>
                <c:pt idx="25897">
                  <c:v>0.81194520681787685</c:v>
                </c:pt>
                <c:pt idx="25898">
                  <c:v>0.81199902316751604</c:v>
                </c:pt>
                <c:pt idx="25899">
                  <c:v>0.81242062869220233</c:v>
                </c:pt>
                <c:pt idx="25900">
                  <c:v>0.81276014866773783</c:v>
                </c:pt>
                <c:pt idx="25901">
                  <c:v>0.81410159311580232</c:v>
                </c:pt>
                <c:pt idx="25902">
                  <c:v>0.8142472915516944</c:v>
                </c:pt>
                <c:pt idx="25903">
                  <c:v>0.81454868827857874</c:v>
                </c:pt>
                <c:pt idx="25904">
                  <c:v>0.81478457416278971</c:v>
                </c:pt>
                <c:pt idx="25905">
                  <c:v>0.81507624586566463</c:v>
                </c:pt>
                <c:pt idx="25906">
                  <c:v>0.81551042648628091</c:v>
                </c:pt>
                <c:pt idx="25907">
                  <c:v>0.81612039339059361</c:v>
                </c:pt>
                <c:pt idx="25908">
                  <c:v>0.81663628265212496</c:v>
                </c:pt>
                <c:pt idx="25909">
                  <c:v>0.81715909142156262</c:v>
                </c:pt>
                <c:pt idx="25910">
                  <c:v>0.81732598896657038</c:v>
                </c:pt>
                <c:pt idx="25911">
                  <c:v>0.81775919944572784</c:v>
                </c:pt>
                <c:pt idx="25912">
                  <c:v>0.81793057624166832</c:v>
                </c:pt>
                <c:pt idx="25913">
                  <c:v>0.81826386427879882</c:v>
                </c:pt>
                <c:pt idx="25914">
                  <c:v>0.8183890438474587</c:v>
                </c:pt>
                <c:pt idx="25915">
                  <c:v>0.8184248581125011</c:v>
                </c:pt>
                <c:pt idx="25916">
                  <c:v>0.81953650797162259</c:v>
                </c:pt>
                <c:pt idx="25917">
                  <c:v>0.81998924535864326</c:v>
                </c:pt>
                <c:pt idx="25918">
                  <c:v>0.82019748477566301</c:v>
                </c:pt>
                <c:pt idx="25919">
                  <c:v>0.82032918949036904</c:v>
                </c:pt>
                <c:pt idx="25920">
                  <c:v>0.82078530058118604</c:v>
                </c:pt>
                <c:pt idx="25921">
                  <c:v>0.82094171284810247</c:v>
                </c:pt>
                <c:pt idx="25922">
                  <c:v>0.82096996325956662</c:v>
                </c:pt>
                <c:pt idx="25923">
                  <c:v>0.82123049148357874</c:v>
                </c:pt>
                <c:pt idx="25924">
                  <c:v>0.82195178910092481</c:v>
                </c:pt>
                <c:pt idx="25925">
                  <c:v>0.82272719213683498</c:v>
                </c:pt>
                <c:pt idx="25926">
                  <c:v>0.82300132197429976</c:v>
                </c:pt>
                <c:pt idx="25927">
                  <c:v>0.82355059969534827</c:v>
                </c:pt>
                <c:pt idx="25928">
                  <c:v>0.82391376301443431</c:v>
                </c:pt>
                <c:pt idx="25929">
                  <c:v>0.82426810861851785</c:v>
                </c:pt>
                <c:pt idx="25930">
                  <c:v>0.82432723117817419</c:v>
                </c:pt>
                <c:pt idx="25931">
                  <c:v>0.82449958261999423</c:v>
                </c:pt>
                <c:pt idx="25932">
                  <c:v>0.82495177714964429</c:v>
                </c:pt>
                <c:pt idx="25933">
                  <c:v>0.8250806920306657</c:v>
                </c:pt>
                <c:pt idx="25934">
                  <c:v>0.82577437478696358</c:v>
                </c:pt>
                <c:pt idx="25935">
                  <c:v>0.82677884144637726</c:v>
                </c:pt>
                <c:pt idx="25936">
                  <c:v>0.82708982691532551</c:v>
                </c:pt>
                <c:pt idx="25937">
                  <c:v>0.8276451740738584</c:v>
                </c:pt>
                <c:pt idx="25938">
                  <c:v>0.82775438322871087</c:v>
                </c:pt>
                <c:pt idx="25939">
                  <c:v>0.82847991234751839</c:v>
                </c:pt>
                <c:pt idx="25940">
                  <c:v>0.82853233359878142</c:v>
                </c:pt>
                <c:pt idx="25941">
                  <c:v>0.82868762833653842</c:v>
                </c:pt>
                <c:pt idx="25942">
                  <c:v>0.82911349030310777</c:v>
                </c:pt>
                <c:pt idx="25943">
                  <c:v>0.83003939024930773</c:v>
                </c:pt>
                <c:pt idx="25944">
                  <c:v>0.83011992721898709</c:v>
                </c:pt>
                <c:pt idx="25945">
                  <c:v>0.83017632654503415</c:v>
                </c:pt>
                <c:pt idx="25946">
                  <c:v>0.83121962047018372</c:v>
                </c:pt>
                <c:pt idx="25947">
                  <c:v>0.83142823775670627</c:v>
                </c:pt>
                <c:pt idx="25948">
                  <c:v>0.83143691388284935</c:v>
                </c:pt>
                <c:pt idx="25949">
                  <c:v>0.83246943729485434</c:v>
                </c:pt>
                <c:pt idx="25950">
                  <c:v>0.83285678180837774</c:v>
                </c:pt>
                <c:pt idx="25951">
                  <c:v>0.83291776304581711</c:v>
                </c:pt>
                <c:pt idx="25952">
                  <c:v>0.83336309626070537</c:v>
                </c:pt>
                <c:pt idx="25953">
                  <c:v>0.83336424841338719</c:v>
                </c:pt>
                <c:pt idx="25954">
                  <c:v>0.83383161037278131</c:v>
                </c:pt>
                <c:pt idx="25955">
                  <c:v>0.83420275452636838</c:v>
                </c:pt>
                <c:pt idx="25956">
                  <c:v>0.83424070314242849</c:v>
                </c:pt>
                <c:pt idx="25957">
                  <c:v>0.83454597010530263</c:v>
                </c:pt>
                <c:pt idx="25958">
                  <c:v>0.83477794645489856</c:v>
                </c:pt>
                <c:pt idx="25959">
                  <c:v>0.8351530868894439</c:v>
                </c:pt>
                <c:pt idx="25960">
                  <c:v>0.83619537787354548</c:v>
                </c:pt>
                <c:pt idx="25961">
                  <c:v>0.83620882801000296</c:v>
                </c:pt>
                <c:pt idx="25962">
                  <c:v>0.83635093489453138</c:v>
                </c:pt>
                <c:pt idx="25963">
                  <c:v>0.83698313698780535</c:v>
                </c:pt>
                <c:pt idx="25964">
                  <c:v>0.83708651233076969</c:v>
                </c:pt>
                <c:pt idx="25965">
                  <c:v>0.83768801167722207</c:v>
                </c:pt>
                <c:pt idx="25966">
                  <c:v>0.83801781386939289</c:v>
                </c:pt>
                <c:pt idx="25967">
                  <c:v>0.8391323172675591</c:v>
                </c:pt>
                <c:pt idx="25968">
                  <c:v>0.8397758484280814</c:v>
                </c:pt>
                <c:pt idx="25969">
                  <c:v>0.83992147761276259</c:v>
                </c:pt>
                <c:pt idx="25970">
                  <c:v>0.84004375051878177</c:v>
                </c:pt>
                <c:pt idx="25971">
                  <c:v>0.84012571598962016</c:v>
                </c:pt>
                <c:pt idx="25972">
                  <c:v>0.84081949533837663</c:v>
                </c:pt>
                <c:pt idx="25973">
                  <c:v>0.8411219805872644</c:v>
                </c:pt>
                <c:pt idx="25974">
                  <c:v>0.8415469347395802</c:v>
                </c:pt>
                <c:pt idx="25975">
                  <c:v>0.84174233003701115</c:v>
                </c:pt>
                <c:pt idx="25976">
                  <c:v>0.84193481911230517</c:v>
                </c:pt>
                <c:pt idx="25977">
                  <c:v>0.84221763077133438</c:v>
                </c:pt>
                <c:pt idx="25978">
                  <c:v>0.84233535473696708</c:v>
                </c:pt>
                <c:pt idx="25979">
                  <c:v>0.84265009563883897</c:v>
                </c:pt>
                <c:pt idx="25980">
                  <c:v>0.84292416072642928</c:v>
                </c:pt>
                <c:pt idx="25981">
                  <c:v>0.84310112238101564</c:v>
                </c:pt>
                <c:pt idx="25982">
                  <c:v>0.84313676839317575</c:v>
                </c:pt>
                <c:pt idx="25983">
                  <c:v>0.84332789891740456</c:v>
                </c:pt>
                <c:pt idx="25984">
                  <c:v>0.84370192517046527</c:v>
                </c:pt>
                <c:pt idx="25985">
                  <c:v>0.84390805337119668</c:v>
                </c:pt>
                <c:pt idx="25986">
                  <c:v>0.84418042207974464</c:v>
                </c:pt>
                <c:pt idx="25987">
                  <c:v>0.8448145414232886</c:v>
                </c:pt>
                <c:pt idx="25988">
                  <c:v>0.84487402944153711</c:v>
                </c:pt>
                <c:pt idx="25989">
                  <c:v>0.84578377984713726</c:v>
                </c:pt>
                <c:pt idx="25990">
                  <c:v>0.8459160155414891</c:v>
                </c:pt>
                <c:pt idx="25991">
                  <c:v>0.84597340458706194</c:v>
                </c:pt>
                <c:pt idx="25992">
                  <c:v>0.84599748742527636</c:v>
                </c:pt>
                <c:pt idx="25993">
                  <c:v>0.8460530899272245</c:v>
                </c:pt>
                <c:pt idx="25994">
                  <c:v>0.84612303266839539</c:v>
                </c:pt>
                <c:pt idx="25995">
                  <c:v>0.84633504997571929</c:v>
                </c:pt>
                <c:pt idx="25996">
                  <c:v>0.84639340904881677</c:v>
                </c:pt>
                <c:pt idx="25997">
                  <c:v>0.8463991950150922</c:v>
                </c:pt>
                <c:pt idx="25998">
                  <c:v>0.84644146294704281</c:v>
                </c:pt>
                <c:pt idx="25999">
                  <c:v>0.84691043697439794</c:v>
                </c:pt>
                <c:pt idx="26000">
                  <c:v>0.84772184664054895</c:v>
                </c:pt>
                <c:pt idx="26001">
                  <c:v>0.84801704323582061</c:v>
                </c:pt>
                <c:pt idx="26002">
                  <c:v>0.848124579875705</c:v>
                </c:pt>
                <c:pt idx="26003">
                  <c:v>0.84832459245189051</c:v>
                </c:pt>
                <c:pt idx="26004">
                  <c:v>0.8483724903529154</c:v>
                </c:pt>
                <c:pt idx="26005">
                  <c:v>0.84847799234663968</c:v>
                </c:pt>
                <c:pt idx="26006">
                  <c:v>0.84929946335122009</c:v>
                </c:pt>
                <c:pt idx="26007">
                  <c:v>0.84999285449564277</c:v>
                </c:pt>
                <c:pt idx="26008">
                  <c:v>0.85002329512291708</c:v>
                </c:pt>
                <c:pt idx="26009">
                  <c:v>0.85017671601642486</c:v>
                </c:pt>
                <c:pt idx="26010">
                  <c:v>0.85025100603162374</c:v>
                </c:pt>
                <c:pt idx="26011">
                  <c:v>0.85093439615800825</c:v>
                </c:pt>
                <c:pt idx="26012">
                  <c:v>0.85225661402606001</c:v>
                </c:pt>
                <c:pt idx="26013">
                  <c:v>0.85302422443602188</c:v>
                </c:pt>
                <c:pt idx="26014">
                  <c:v>0.85302454496827107</c:v>
                </c:pt>
                <c:pt idx="26015">
                  <c:v>0.85336467911345348</c:v>
                </c:pt>
                <c:pt idx="26016">
                  <c:v>0.85425452557417436</c:v>
                </c:pt>
                <c:pt idx="26017">
                  <c:v>0.85501974652015067</c:v>
                </c:pt>
                <c:pt idx="26018">
                  <c:v>0.85561931926386048</c:v>
                </c:pt>
                <c:pt idx="26019">
                  <c:v>0.85601638787565781</c:v>
                </c:pt>
                <c:pt idx="26020">
                  <c:v>0.85625121042545227</c:v>
                </c:pt>
                <c:pt idx="26021">
                  <c:v>0.85626919132397561</c:v>
                </c:pt>
                <c:pt idx="26022">
                  <c:v>0.85633078433631538</c:v>
                </c:pt>
                <c:pt idx="26023">
                  <c:v>0.85673752433549766</c:v>
                </c:pt>
                <c:pt idx="26024">
                  <c:v>0.85785981451436677</c:v>
                </c:pt>
                <c:pt idx="26025">
                  <c:v>0.85799091643742786</c:v>
                </c:pt>
                <c:pt idx="26026">
                  <c:v>0.85831296147809122</c:v>
                </c:pt>
                <c:pt idx="26027">
                  <c:v>0.85872235147650966</c:v>
                </c:pt>
                <c:pt idx="26028">
                  <c:v>0.85882144700781704</c:v>
                </c:pt>
                <c:pt idx="26029">
                  <c:v>0.85933298824331728</c:v>
                </c:pt>
                <c:pt idx="26030">
                  <c:v>0.85948343171064434</c:v>
                </c:pt>
                <c:pt idx="26031">
                  <c:v>0.85968255271865934</c:v>
                </c:pt>
                <c:pt idx="26032">
                  <c:v>0.85993443373579015</c:v>
                </c:pt>
                <c:pt idx="26033">
                  <c:v>0.86005809014775114</c:v>
                </c:pt>
                <c:pt idx="26034">
                  <c:v>0.86023798824696873</c:v>
                </c:pt>
                <c:pt idx="26035">
                  <c:v>0.86032318809242447</c:v>
                </c:pt>
                <c:pt idx="26036">
                  <c:v>0.86046358365498232</c:v>
                </c:pt>
                <c:pt idx="26037">
                  <c:v>0.86060288120982553</c:v>
                </c:pt>
                <c:pt idx="26038">
                  <c:v>0.86230712899588613</c:v>
                </c:pt>
                <c:pt idx="26039">
                  <c:v>0.86234425074353616</c:v>
                </c:pt>
                <c:pt idx="26040">
                  <c:v>0.8624100526313252</c:v>
                </c:pt>
                <c:pt idx="26041">
                  <c:v>0.86241606331909337</c:v>
                </c:pt>
                <c:pt idx="26042">
                  <c:v>0.86283676535214415</c:v>
                </c:pt>
                <c:pt idx="26043">
                  <c:v>0.86365876291569721</c:v>
                </c:pt>
                <c:pt idx="26044">
                  <c:v>0.86376117995081181</c:v>
                </c:pt>
                <c:pt idx="26045">
                  <c:v>0.86425866807194029</c:v>
                </c:pt>
                <c:pt idx="26046">
                  <c:v>0.86439515637072839</c:v>
                </c:pt>
                <c:pt idx="26047">
                  <c:v>0.86496770481199614</c:v>
                </c:pt>
                <c:pt idx="26048">
                  <c:v>0.8676247507486915</c:v>
                </c:pt>
                <c:pt idx="26049">
                  <c:v>0.86791240208403553</c:v>
                </c:pt>
                <c:pt idx="26050">
                  <c:v>0.86874855996686207</c:v>
                </c:pt>
                <c:pt idx="26051">
                  <c:v>0.86887072447801417</c:v>
                </c:pt>
                <c:pt idx="26052">
                  <c:v>0.87000346951296659</c:v>
                </c:pt>
                <c:pt idx="26053">
                  <c:v>0.87018646881311257</c:v>
                </c:pt>
                <c:pt idx="26054">
                  <c:v>0.87087809579788633</c:v>
                </c:pt>
                <c:pt idx="26055">
                  <c:v>0.87133531100304307</c:v>
                </c:pt>
                <c:pt idx="26056">
                  <c:v>0.87176057477248337</c:v>
                </c:pt>
                <c:pt idx="26057">
                  <c:v>0.87249686058573683</c:v>
                </c:pt>
                <c:pt idx="26058">
                  <c:v>0.87252747326944669</c:v>
                </c:pt>
                <c:pt idx="26059">
                  <c:v>0.87341895498237121</c:v>
                </c:pt>
                <c:pt idx="26060">
                  <c:v>0.87348333991805949</c:v>
                </c:pt>
                <c:pt idx="26061">
                  <c:v>0.87349459015833331</c:v>
                </c:pt>
                <c:pt idx="26062">
                  <c:v>0.87363874095558802</c:v>
                </c:pt>
                <c:pt idx="26063">
                  <c:v>0.87448337726850889</c:v>
                </c:pt>
                <c:pt idx="26064">
                  <c:v>0.87460910589430929</c:v>
                </c:pt>
                <c:pt idx="26065">
                  <c:v>0.87538066616909904</c:v>
                </c:pt>
                <c:pt idx="26066">
                  <c:v>0.87567605866624154</c:v>
                </c:pt>
                <c:pt idx="26067">
                  <c:v>0.87713732096113828</c:v>
                </c:pt>
                <c:pt idx="26068">
                  <c:v>0.87723761185972859</c:v>
                </c:pt>
                <c:pt idx="26069">
                  <c:v>0.87913046359430047</c:v>
                </c:pt>
                <c:pt idx="26070">
                  <c:v>0.87957457262848815</c:v>
                </c:pt>
                <c:pt idx="26071">
                  <c:v>0.8796409264905235</c:v>
                </c:pt>
                <c:pt idx="26072">
                  <c:v>0.88007660180054859</c:v>
                </c:pt>
                <c:pt idx="26073">
                  <c:v>0.88014632060731257</c:v>
                </c:pt>
                <c:pt idx="26074">
                  <c:v>0.88030509335921492</c:v>
                </c:pt>
                <c:pt idx="26075">
                  <c:v>0.88057654919208206</c:v>
                </c:pt>
                <c:pt idx="26076">
                  <c:v>0.88107642109423701</c:v>
                </c:pt>
                <c:pt idx="26077">
                  <c:v>0.8811079607046296</c:v>
                </c:pt>
                <c:pt idx="26078">
                  <c:v>0.88294373935851311</c:v>
                </c:pt>
                <c:pt idx="26079">
                  <c:v>0.88331111486111535</c:v>
                </c:pt>
                <c:pt idx="26080">
                  <c:v>0.88378425881139744</c:v>
                </c:pt>
                <c:pt idx="26081">
                  <c:v>0.88388581463750682</c:v>
                </c:pt>
                <c:pt idx="26082">
                  <c:v>0.88481663471953376</c:v>
                </c:pt>
                <c:pt idx="26083">
                  <c:v>0.88602803157858401</c:v>
                </c:pt>
                <c:pt idx="26084">
                  <c:v>0.88638298609190935</c:v>
                </c:pt>
                <c:pt idx="26085">
                  <c:v>0.88678777747955229</c:v>
                </c:pt>
                <c:pt idx="26086">
                  <c:v>0.88734296446536653</c:v>
                </c:pt>
                <c:pt idx="26087">
                  <c:v>0.88848081181563032</c:v>
                </c:pt>
                <c:pt idx="26088">
                  <c:v>0.88849053111430654</c:v>
                </c:pt>
                <c:pt idx="26089">
                  <c:v>0.88917711643847686</c:v>
                </c:pt>
                <c:pt idx="26090">
                  <c:v>0.88986342529872642</c:v>
                </c:pt>
                <c:pt idx="26091">
                  <c:v>0.89014546620233648</c:v>
                </c:pt>
                <c:pt idx="26092">
                  <c:v>0.89027251829296405</c:v>
                </c:pt>
                <c:pt idx="26093">
                  <c:v>0.89032515131461143</c:v>
                </c:pt>
                <c:pt idx="26094">
                  <c:v>0.89160678649911096</c:v>
                </c:pt>
                <c:pt idx="26095">
                  <c:v>0.8917956767786791</c:v>
                </c:pt>
                <c:pt idx="26096">
                  <c:v>0.8933007843251809</c:v>
                </c:pt>
                <c:pt idx="26097">
                  <c:v>0.89427490257022924</c:v>
                </c:pt>
                <c:pt idx="26098">
                  <c:v>0.89470695092652608</c:v>
                </c:pt>
                <c:pt idx="26099">
                  <c:v>0.89520410801113104</c:v>
                </c:pt>
                <c:pt idx="26100">
                  <c:v>0.89538312129695008</c:v>
                </c:pt>
                <c:pt idx="26101">
                  <c:v>0.89707972514506751</c:v>
                </c:pt>
                <c:pt idx="26102">
                  <c:v>0.89722375348989925</c:v>
                </c:pt>
                <c:pt idx="26103">
                  <c:v>0.89776449947022541</c:v>
                </c:pt>
                <c:pt idx="26104">
                  <c:v>0.89897744804093649</c:v>
                </c:pt>
                <c:pt idx="26105">
                  <c:v>0.89916383284218493</c:v>
                </c:pt>
                <c:pt idx="26106">
                  <c:v>0.89927307791423394</c:v>
                </c:pt>
                <c:pt idx="26107">
                  <c:v>0.89933320985707044</c:v>
                </c:pt>
                <c:pt idx="26108">
                  <c:v>0.90073172584072825</c:v>
                </c:pt>
                <c:pt idx="26109">
                  <c:v>0.90171086107058551</c:v>
                </c:pt>
                <c:pt idx="26110">
                  <c:v>0.90182434782550847</c:v>
                </c:pt>
                <c:pt idx="26111">
                  <c:v>0.90296143950182717</c:v>
                </c:pt>
                <c:pt idx="26112">
                  <c:v>0.90310175183480101</c:v>
                </c:pt>
                <c:pt idx="26113">
                  <c:v>0.9042440102078152</c:v>
                </c:pt>
                <c:pt idx="26114">
                  <c:v>0.90501556017470575</c:v>
                </c:pt>
                <c:pt idx="26115">
                  <c:v>0.90720212710175718</c:v>
                </c:pt>
                <c:pt idx="26116">
                  <c:v>0.90723058447614502</c:v>
                </c:pt>
                <c:pt idx="26117">
                  <c:v>0.90852195476298414</c:v>
                </c:pt>
                <c:pt idx="26118">
                  <c:v>0.90884419450515963</c:v>
                </c:pt>
                <c:pt idx="26119">
                  <c:v>0.90917901182516248</c:v>
                </c:pt>
                <c:pt idx="26120">
                  <c:v>0.90937541186302917</c:v>
                </c:pt>
                <c:pt idx="26121">
                  <c:v>0.91025044580789827</c:v>
                </c:pt>
                <c:pt idx="26122">
                  <c:v>0.9109274151909772</c:v>
                </c:pt>
                <c:pt idx="26123">
                  <c:v>0.91133660719002485</c:v>
                </c:pt>
                <c:pt idx="26124">
                  <c:v>0.91247167435856236</c:v>
                </c:pt>
                <c:pt idx="26125">
                  <c:v>0.9126426849191841</c:v>
                </c:pt>
                <c:pt idx="26126">
                  <c:v>0.91284670507600096</c:v>
                </c:pt>
                <c:pt idx="26127">
                  <c:v>0.91321428563769169</c:v>
                </c:pt>
                <c:pt idx="26128">
                  <c:v>0.91406659024138004</c:v>
                </c:pt>
                <c:pt idx="26129">
                  <c:v>0.91498422735371299</c:v>
                </c:pt>
                <c:pt idx="26130">
                  <c:v>0.91508063455094946</c:v>
                </c:pt>
                <c:pt idx="26131">
                  <c:v>0.91609923538036442</c:v>
                </c:pt>
                <c:pt idx="26132">
                  <c:v>0.91614616557692907</c:v>
                </c:pt>
                <c:pt idx="26133">
                  <c:v>0.91664864795256462</c:v>
                </c:pt>
                <c:pt idx="26134">
                  <c:v>0.9170073102562537</c:v>
                </c:pt>
                <c:pt idx="26135">
                  <c:v>0.91727387562538043</c:v>
                </c:pt>
                <c:pt idx="26136">
                  <c:v>0.91893996042459947</c:v>
                </c:pt>
                <c:pt idx="26137">
                  <c:v>0.92074793843160285</c:v>
                </c:pt>
                <c:pt idx="26138">
                  <c:v>0.92208071754619614</c:v>
                </c:pt>
                <c:pt idx="26139">
                  <c:v>0.92267048379628502</c:v>
                </c:pt>
                <c:pt idx="26140">
                  <c:v>0.92334962402017351</c:v>
                </c:pt>
                <c:pt idx="26141">
                  <c:v>0.92342159311414262</c:v>
                </c:pt>
                <c:pt idx="26142">
                  <c:v>0.92352637245295344</c:v>
                </c:pt>
                <c:pt idx="26143">
                  <c:v>0.9258069890739411</c:v>
                </c:pt>
                <c:pt idx="26144">
                  <c:v>0.92696432826647834</c:v>
                </c:pt>
                <c:pt idx="26145">
                  <c:v>0.92733364212821956</c:v>
                </c:pt>
                <c:pt idx="26146">
                  <c:v>0.928180794076922</c:v>
                </c:pt>
                <c:pt idx="26147">
                  <c:v>0.9282783182349571</c:v>
                </c:pt>
                <c:pt idx="26148">
                  <c:v>0.92871290023316611</c:v>
                </c:pt>
                <c:pt idx="26149">
                  <c:v>0.92901909254440196</c:v>
                </c:pt>
                <c:pt idx="26150">
                  <c:v>0.93011171251787716</c:v>
                </c:pt>
                <c:pt idx="26151">
                  <c:v>0.93121541546239972</c:v>
                </c:pt>
                <c:pt idx="26152">
                  <c:v>0.93223468385896802</c:v>
                </c:pt>
                <c:pt idx="26153">
                  <c:v>0.93261488799829884</c:v>
                </c:pt>
                <c:pt idx="26154">
                  <c:v>0.93268427485805694</c:v>
                </c:pt>
                <c:pt idx="26155">
                  <c:v>0.9336127346137143</c:v>
                </c:pt>
                <c:pt idx="26156">
                  <c:v>0.93381291880257511</c:v>
                </c:pt>
                <c:pt idx="26157">
                  <c:v>0.93507359995641681</c:v>
                </c:pt>
                <c:pt idx="26158">
                  <c:v>0.9358179481405503</c:v>
                </c:pt>
                <c:pt idx="26159">
                  <c:v>0.93611364859463919</c:v>
                </c:pt>
                <c:pt idx="26160">
                  <c:v>0.93656278503886992</c:v>
                </c:pt>
                <c:pt idx="26161">
                  <c:v>0.93683579000778028</c:v>
                </c:pt>
                <c:pt idx="26162">
                  <c:v>0.93836129380781919</c:v>
                </c:pt>
                <c:pt idx="26163">
                  <c:v>0.93891099899520047</c:v>
                </c:pt>
                <c:pt idx="26164">
                  <c:v>0.93891798399204285</c:v>
                </c:pt>
                <c:pt idx="26165">
                  <c:v>0.93903619125520954</c:v>
                </c:pt>
                <c:pt idx="26166">
                  <c:v>0.93915424262802305</c:v>
                </c:pt>
                <c:pt idx="26167">
                  <c:v>0.93987932327665946</c:v>
                </c:pt>
                <c:pt idx="26168">
                  <c:v>0.93991212094479903</c:v>
                </c:pt>
                <c:pt idx="26169">
                  <c:v>0.94154108236912692</c:v>
                </c:pt>
                <c:pt idx="26170">
                  <c:v>0.9420822280874277</c:v>
                </c:pt>
                <c:pt idx="26171">
                  <c:v>0.94236660439022668</c:v>
                </c:pt>
                <c:pt idx="26172">
                  <c:v>0.94262638882731897</c:v>
                </c:pt>
                <c:pt idx="26173">
                  <c:v>0.9430147051968274</c:v>
                </c:pt>
                <c:pt idx="26174">
                  <c:v>0.94394077843177615</c:v>
                </c:pt>
                <c:pt idx="26175">
                  <c:v>0.94412311536573867</c:v>
                </c:pt>
                <c:pt idx="26176">
                  <c:v>0.94481037233725573</c:v>
                </c:pt>
                <c:pt idx="26177">
                  <c:v>0.94551625967915931</c:v>
                </c:pt>
                <c:pt idx="26178">
                  <c:v>0.94623601044533523</c:v>
                </c:pt>
                <c:pt idx="26179">
                  <c:v>0.9462782128269831</c:v>
                </c:pt>
                <c:pt idx="26180">
                  <c:v>0.94632553553123966</c:v>
                </c:pt>
                <c:pt idx="26181">
                  <c:v>0.94647526360360379</c:v>
                </c:pt>
                <c:pt idx="26182">
                  <c:v>0.94739595228062412</c:v>
                </c:pt>
                <c:pt idx="26183">
                  <c:v>0.94788137301716835</c:v>
                </c:pt>
                <c:pt idx="26184">
                  <c:v>0.94856775435738039</c:v>
                </c:pt>
                <c:pt idx="26185">
                  <c:v>0.95058430099722002</c:v>
                </c:pt>
                <c:pt idx="26186">
                  <c:v>0.9510022205003118</c:v>
                </c:pt>
                <c:pt idx="26187">
                  <c:v>0.95107574911112935</c:v>
                </c:pt>
                <c:pt idx="26188">
                  <c:v>0.95253424079354865</c:v>
                </c:pt>
                <c:pt idx="26189">
                  <c:v>0.95255657826922524</c:v>
                </c:pt>
                <c:pt idx="26190">
                  <c:v>0.95281687388929925</c:v>
                </c:pt>
                <c:pt idx="26191">
                  <c:v>0.95372643975563931</c:v>
                </c:pt>
                <c:pt idx="26192">
                  <c:v>0.95523033641234034</c:v>
                </c:pt>
                <c:pt idx="26193">
                  <c:v>0.95550383311680798</c:v>
                </c:pt>
                <c:pt idx="26194">
                  <c:v>0.95672957233642175</c:v>
                </c:pt>
                <c:pt idx="26195">
                  <c:v>0.95705966670337728</c:v>
                </c:pt>
                <c:pt idx="26196">
                  <c:v>0.95841819335385459</c:v>
                </c:pt>
                <c:pt idx="26197">
                  <c:v>0.95889876773534954</c:v>
                </c:pt>
                <c:pt idx="26198">
                  <c:v>0.95937917870104961</c:v>
                </c:pt>
                <c:pt idx="26199">
                  <c:v>0.95961336004684961</c:v>
                </c:pt>
                <c:pt idx="26200">
                  <c:v>0.96026303722637696</c:v>
                </c:pt>
                <c:pt idx="26201">
                  <c:v>0.96037845085845042</c:v>
                </c:pt>
                <c:pt idx="26202">
                  <c:v>0.96166646248848864</c:v>
                </c:pt>
                <c:pt idx="26203">
                  <c:v>0.96183546859254776</c:v>
                </c:pt>
                <c:pt idx="26204">
                  <c:v>0.9624426026367735</c:v>
                </c:pt>
                <c:pt idx="26205">
                  <c:v>0.96259488697057538</c:v>
                </c:pt>
                <c:pt idx="26206">
                  <c:v>0.96475999160405779</c:v>
                </c:pt>
                <c:pt idx="26207">
                  <c:v>0.9655638742859699</c:v>
                </c:pt>
                <c:pt idx="26208">
                  <c:v>0.96810396699371992</c:v>
                </c:pt>
                <c:pt idx="26209">
                  <c:v>0.96935638139044333</c:v>
                </c:pt>
                <c:pt idx="26210">
                  <c:v>0.96977319861038058</c:v>
                </c:pt>
                <c:pt idx="26211">
                  <c:v>0.96990325758168849</c:v>
                </c:pt>
                <c:pt idx="26212">
                  <c:v>0.97138886083182541</c:v>
                </c:pt>
                <c:pt idx="26213">
                  <c:v>0.97188152120076243</c:v>
                </c:pt>
                <c:pt idx="26214">
                  <c:v>0.97255124883685429</c:v>
                </c:pt>
                <c:pt idx="26215">
                  <c:v>0.97273127572640639</c:v>
                </c:pt>
                <c:pt idx="26216">
                  <c:v>0.97291493649177119</c:v>
                </c:pt>
                <c:pt idx="26217">
                  <c:v>0.97324178388684623</c:v>
                </c:pt>
                <c:pt idx="26218">
                  <c:v>0.97398210507838623</c:v>
                </c:pt>
                <c:pt idx="26219">
                  <c:v>0.97415387108168272</c:v>
                </c:pt>
                <c:pt idx="26220">
                  <c:v>0.9757826544506838</c:v>
                </c:pt>
                <c:pt idx="26221">
                  <c:v>0.97747807173965828</c:v>
                </c:pt>
                <c:pt idx="26222">
                  <c:v>0.97789609183081383</c:v>
                </c:pt>
                <c:pt idx="26223">
                  <c:v>0.97811271899587438</c:v>
                </c:pt>
                <c:pt idx="26224">
                  <c:v>0.97811338546489279</c:v>
                </c:pt>
                <c:pt idx="26225">
                  <c:v>0.98029513731075468</c:v>
                </c:pt>
                <c:pt idx="26226">
                  <c:v>0.98277190070541842</c:v>
                </c:pt>
                <c:pt idx="26227">
                  <c:v>0.98473300779892281</c:v>
                </c:pt>
                <c:pt idx="26228">
                  <c:v>0.98558086987632376</c:v>
                </c:pt>
                <c:pt idx="26229">
                  <c:v>0.98600091373364929</c:v>
                </c:pt>
                <c:pt idx="26230">
                  <c:v>0.98653387385129476</c:v>
                </c:pt>
                <c:pt idx="26231">
                  <c:v>0.98818616988440089</c:v>
                </c:pt>
                <c:pt idx="26232">
                  <c:v>0.98828271252705857</c:v>
                </c:pt>
                <c:pt idx="26233">
                  <c:v>0.98909265570267935</c:v>
                </c:pt>
                <c:pt idx="26234">
                  <c:v>0.98938611877172755</c:v>
                </c:pt>
                <c:pt idx="26235">
                  <c:v>0.99052867673087763</c:v>
                </c:pt>
                <c:pt idx="26236">
                  <c:v>0.99146888268636324</c:v>
                </c:pt>
                <c:pt idx="26237">
                  <c:v>0.9923915527330367</c:v>
                </c:pt>
                <c:pt idx="26238">
                  <c:v>0.99368285006572477</c:v>
                </c:pt>
                <c:pt idx="26239">
                  <c:v>0.99403133808564137</c:v>
                </c:pt>
                <c:pt idx="26240">
                  <c:v>0.99431992671750624</c:v>
                </c:pt>
                <c:pt idx="26241">
                  <c:v>0.99444449519987443</c:v>
                </c:pt>
                <c:pt idx="26242">
                  <c:v>0.99448096199155023</c:v>
                </c:pt>
                <c:pt idx="26243">
                  <c:v>0.99453840330109133</c:v>
                </c:pt>
                <c:pt idx="26244">
                  <c:v>0.9948140110020286</c:v>
                </c:pt>
                <c:pt idx="26245">
                  <c:v>0.9962212166401756</c:v>
                </c:pt>
                <c:pt idx="26246">
                  <c:v>0.99638573682286902</c:v>
                </c:pt>
                <c:pt idx="26247">
                  <c:v>0.99663088083823015</c:v>
                </c:pt>
                <c:pt idx="26248">
                  <c:v>0.99733999656487149</c:v>
                </c:pt>
                <c:pt idx="26249">
                  <c:v>0.99790317842410758</c:v>
                </c:pt>
                <c:pt idx="26250">
                  <c:v>0.9984319069952502</c:v>
                </c:pt>
                <c:pt idx="26251">
                  <c:v>0.99881415221653613</c:v>
                </c:pt>
                <c:pt idx="26252">
                  <c:v>0.99947081646291691</c:v>
                </c:pt>
                <c:pt idx="26253">
                  <c:v>1.0005234977239599</c:v>
                </c:pt>
                <c:pt idx="26254">
                  <c:v>1.002052416180252</c:v>
                </c:pt>
                <c:pt idx="26255">
                  <c:v>1.0022145489665768</c:v>
                </c:pt>
                <c:pt idx="26256">
                  <c:v>1.0025322281715039</c:v>
                </c:pt>
                <c:pt idx="26257">
                  <c:v>1.0027573657713642</c:v>
                </c:pt>
                <c:pt idx="26258">
                  <c:v>1.0031272750018119</c:v>
                </c:pt>
                <c:pt idx="26259">
                  <c:v>1.0035555636287599</c:v>
                </c:pt>
                <c:pt idx="26260">
                  <c:v>1.0042128955469203</c:v>
                </c:pt>
                <c:pt idx="26261">
                  <c:v>1.0052813784174852</c:v>
                </c:pt>
                <c:pt idx="26262">
                  <c:v>1.0053798567537409</c:v>
                </c:pt>
                <c:pt idx="26263">
                  <c:v>1.0066878716591223</c:v>
                </c:pt>
                <c:pt idx="26264">
                  <c:v>1.0069135745302586</c:v>
                </c:pt>
                <c:pt idx="26265">
                  <c:v>1.0075375127208408</c:v>
                </c:pt>
                <c:pt idx="26266">
                  <c:v>1.0076913379005168</c:v>
                </c:pt>
                <c:pt idx="26267">
                  <c:v>1.0077268635943792</c:v>
                </c:pt>
                <c:pt idx="26268">
                  <c:v>1.0086987502476592</c:v>
                </c:pt>
                <c:pt idx="26269">
                  <c:v>1.0090559998902298</c:v>
                </c:pt>
                <c:pt idx="26270">
                  <c:v>1.0101798128410715</c:v>
                </c:pt>
                <c:pt idx="26271">
                  <c:v>1.0117170872686712</c:v>
                </c:pt>
                <c:pt idx="26272">
                  <c:v>1.0123819539671801</c:v>
                </c:pt>
                <c:pt idx="26273">
                  <c:v>1.0125672738912845</c:v>
                </c:pt>
                <c:pt idx="26274">
                  <c:v>1.0126186152881413</c:v>
                </c:pt>
                <c:pt idx="26275">
                  <c:v>1.0135332413663156</c:v>
                </c:pt>
                <c:pt idx="26276">
                  <c:v>1.0151273808095862</c:v>
                </c:pt>
                <c:pt idx="26277">
                  <c:v>1.015298467489733</c:v>
                </c:pt>
                <c:pt idx="26278">
                  <c:v>1.0157043569747692</c:v>
                </c:pt>
                <c:pt idx="26279">
                  <c:v>1.0157813675275496</c:v>
                </c:pt>
                <c:pt idx="26280">
                  <c:v>1.0184509978425385</c:v>
                </c:pt>
                <c:pt idx="26281">
                  <c:v>1.0188270950221989</c:v>
                </c:pt>
                <c:pt idx="26282">
                  <c:v>1.0194169459162286</c:v>
                </c:pt>
                <c:pt idx="26283">
                  <c:v>1.0199880204269016</c:v>
                </c:pt>
                <c:pt idx="26284">
                  <c:v>1.0237044007000917</c:v>
                </c:pt>
                <c:pt idx="26285">
                  <c:v>1.0240860694761553</c:v>
                </c:pt>
                <c:pt idx="26286">
                  <c:v>1.0247092137526825</c:v>
                </c:pt>
                <c:pt idx="26287">
                  <c:v>1.0249398548996767</c:v>
                </c:pt>
                <c:pt idx="26288">
                  <c:v>1.0265254349550483</c:v>
                </c:pt>
                <c:pt idx="26289">
                  <c:v>1.026592225881952</c:v>
                </c:pt>
                <c:pt idx="26290">
                  <c:v>1.0269342160524324</c:v>
                </c:pt>
                <c:pt idx="26291">
                  <c:v>1.0278277301264891</c:v>
                </c:pt>
                <c:pt idx="26292">
                  <c:v>1.0293213554566023</c:v>
                </c:pt>
                <c:pt idx="26293">
                  <c:v>1.0299610398745398</c:v>
                </c:pt>
                <c:pt idx="26294">
                  <c:v>1.0310710014175908</c:v>
                </c:pt>
                <c:pt idx="26295">
                  <c:v>1.0314798186134773</c:v>
                </c:pt>
                <c:pt idx="26296">
                  <c:v>1.0320689752647512</c:v>
                </c:pt>
                <c:pt idx="26297">
                  <c:v>1.0325878697981106</c:v>
                </c:pt>
                <c:pt idx="26298">
                  <c:v>1.0336961620141112</c:v>
                </c:pt>
                <c:pt idx="26299">
                  <c:v>1.0337716543864168</c:v>
                </c:pt>
                <c:pt idx="26300">
                  <c:v>1.0338512968659996</c:v>
                </c:pt>
                <c:pt idx="26301">
                  <c:v>1.034390141873353</c:v>
                </c:pt>
                <c:pt idx="26302">
                  <c:v>1.035057767327348</c:v>
                </c:pt>
                <c:pt idx="26303">
                  <c:v>1.0353141708716935</c:v>
                </c:pt>
                <c:pt idx="26304">
                  <c:v>1.0353563188101487</c:v>
                </c:pt>
                <c:pt idx="26305">
                  <c:v>1.0369375980938795</c:v>
                </c:pt>
                <c:pt idx="26306">
                  <c:v>1.0377749456347123</c:v>
                </c:pt>
                <c:pt idx="26307">
                  <c:v>1.0392544523719605</c:v>
                </c:pt>
                <c:pt idx="26308">
                  <c:v>1.0398895741868674</c:v>
                </c:pt>
                <c:pt idx="26309">
                  <c:v>1.0406133650561384</c:v>
                </c:pt>
                <c:pt idx="26310">
                  <c:v>1.0412690104495503</c:v>
                </c:pt>
                <c:pt idx="26311">
                  <c:v>1.0413136736715396</c:v>
                </c:pt>
                <c:pt idx="26312">
                  <c:v>1.0416557514102935</c:v>
                </c:pt>
                <c:pt idx="26313">
                  <c:v>1.0417704274141861</c:v>
                </c:pt>
                <c:pt idx="26314">
                  <c:v>1.0419952774465353</c:v>
                </c:pt>
                <c:pt idx="26315">
                  <c:v>1.0431045200457514</c:v>
                </c:pt>
                <c:pt idx="26316">
                  <c:v>1.04335063078838</c:v>
                </c:pt>
                <c:pt idx="26317">
                  <c:v>1.0434164407579636</c:v>
                </c:pt>
                <c:pt idx="26318">
                  <c:v>1.0474220172061324</c:v>
                </c:pt>
                <c:pt idx="26319">
                  <c:v>1.0475063022785347</c:v>
                </c:pt>
                <c:pt idx="26320">
                  <c:v>1.0482312030866749</c:v>
                </c:pt>
                <c:pt idx="26321">
                  <c:v>1.0485791746976683</c:v>
                </c:pt>
                <c:pt idx="26322">
                  <c:v>1.0488415861594267</c:v>
                </c:pt>
                <c:pt idx="26323">
                  <c:v>1.0493963008346066</c:v>
                </c:pt>
                <c:pt idx="26324">
                  <c:v>1.0499819004603901</c:v>
                </c:pt>
                <c:pt idx="26325">
                  <c:v>1.0501972613616917</c:v>
                </c:pt>
                <c:pt idx="26326">
                  <c:v>1.0506141617430618</c:v>
                </c:pt>
                <c:pt idx="26327">
                  <c:v>1.0509436506112535</c:v>
                </c:pt>
                <c:pt idx="26328">
                  <c:v>1.0517187837800208</c:v>
                </c:pt>
                <c:pt idx="26329">
                  <c:v>1.0521712935831427</c:v>
                </c:pt>
                <c:pt idx="26330">
                  <c:v>1.05223273236309</c:v>
                </c:pt>
                <c:pt idx="26331">
                  <c:v>1.0524524791270831</c:v>
                </c:pt>
                <c:pt idx="26332">
                  <c:v>1.0529401252713733</c:v>
                </c:pt>
                <c:pt idx="26333">
                  <c:v>1.0534088454645738</c:v>
                </c:pt>
                <c:pt idx="26334">
                  <c:v>1.0541102701681235</c:v>
                </c:pt>
                <c:pt idx="26335">
                  <c:v>1.0554948327537967</c:v>
                </c:pt>
                <c:pt idx="26336">
                  <c:v>1.0570252806899014</c:v>
                </c:pt>
                <c:pt idx="26337">
                  <c:v>1.0573522550662378</c:v>
                </c:pt>
                <c:pt idx="26338">
                  <c:v>1.0575982030877353</c:v>
                </c:pt>
                <c:pt idx="26339">
                  <c:v>1.0592930943412848</c:v>
                </c:pt>
                <c:pt idx="26340">
                  <c:v>1.0601858057229065</c:v>
                </c:pt>
                <c:pt idx="26341">
                  <c:v>1.0608610283364721</c:v>
                </c:pt>
                <c:pt idx="26342">
                  <c:v>1.0617562515977144</c:v>
                </c:pt>
                <c:pt idx="26343">
                  <c:v>1.0643904855633224</c:v>
                </c:pt>
                <c:pt idx="26344">
                  <c:v>1.0648664302714559</c:v>
                </c:pt>
                <c:pt idx="26345">
                  <c:v>1.0650651421971344</c:v>
                </c:pt>
                <c:pt idx="26346">
                  <c:v>1.0661552732974477</c:v>
                </c:pt>
                <c:pt idx="26347">
                  <c:v>1.0672118503835546</c:v>
                </c:pt>
                <c:pt idx="26348">
                  <c:v>1.0676709710671446</c:v>
                </c:pt>
                <c:pt idx="26349">
                  <c:v>1.0680421965452058</c:v>
                </c:pt>
                <c:pt idx="26350">
                  <c:v>1.070469754372942</c:v>
                </c:pt>
                <c:pt idx="26351">
                  <c:v>1.0713746694785764</c:v>
                </c:pt>
                <c:pt idx="26352">
                  <c:v>1.0719671090374083</c:v>
                </c:pt>
                <c:pt idx="26353">
                  <c:v>1.0725716127890594</c:v>
                </c:pt>
                <c:pt idx="26354">
                  <c:v>1.073086362891998</c:v>
                </c:pt>
                <c:pt idx="26355">
                  <c:v>1.0733619116458439</c:v>
                </c:pt>
                <c:pt idx="26356">
                  <c:v>1.0741423260686989</c:v>
                </c:pt>
                <c:pt idx="26357">
                  <c:v>1.074287762036759</c:v>
                </c:pt>
                <c:pt idx="26358">
                  <c:v>1.0750059714627742</c:v>
                </c:pt>
                <c:pt idx="26359">
                  <c:v>1.0756608445903491</c:v>
                </c:pt>
                <c:pt idx="26360">
                  <c:v>1.0774649911094041</c:v>
                </c:pt>
                <c:pt idx="26361">
                  <c:v>1.0776155053426528</c:v>
                </c:pt>
                <c:pt idx="26362">
                  <c:v>1.0779468284654956</c:v>
                </c:pt>
                <c:pt idx="26363">
                  <c:v>1.0781413835154241</c:v>
                </c:pt>
                <c:pt idx="26364">
                  <c:v>1.078599023829818</c:v>
                </c:pt>
                <c:pt idx="26365">
                  <c:v>1.079077530007936</c:v>
                </c:pt>
                <c:pt idx="26366">
                  <c:v>1.0795166533367508</c:v>
                </c:pt>
                <c:pt idx="26367">
                  <c:v>1.07956889216083</c:v>
                </c:pt>
                <c:pt idx="26368">
                  <c:v>1.0797112192985194</c:v>
                </c:pt>
                <c:pt idx="26369">
                  <c:v>1.080066913915618</c:v>
                </c:pt>
                <c:pt idx="26370">
                  <c:v>1.0806604697787161</c:v>
                </c:pt>
                <c:pt idx="26371">
                  <c:v>1.080933912280676</c:v>
                </c:pt>
                <c:pt idx="26372">
                  <c:v>1.0811894344807245</c:v>
                </c:pt>
                <c:pt idx="26373">
                  <c:v>1.0829057965875126</c:v>
                </c:pt>
                <c:pt idx="26374">
                  <c:v>1.0843515834874209</c:v>
                </c:pt>
                <c:pt idx="26375">
                  <c:v>1.0862421010303343</c:v>
                </c:pt>
                <c:pt idx="26376">
                  <c:v>1.0868601464404699</c:v>
                </c:pt>
                <c:pt idx="26377">
                  <c:v>1.0875022589205543</c:v>
                </c:pt>
                <c:pt idx="26378">
                  <c:v>1.089627931232398</c:v>
                </c:pt>
                <c:pt idx="26379">
                  <c:v>1.0897324340039249</c:v>
                </c:pt>
                <c:pt idx="26380">
                  <c:v>1.0901355982032725</c:v>
                </c:pt>
                <c:pt idx="26381">
                  <c:v>1.0903462795392533</c:v>
                </c:pt>
                <c:pt idx="26382">
                  <c:v>1.0920393373351891</c:v>
                </c:pt>
                <c:pt idx="26383">
                  <c:v>1.0926455926640195</c:v>
                </c:pt>
                <c:pt idx="26384">
                  <c:v>1.0929016867150898</c:v>
                </c:pt>
                <c:pt idx="26385">
                  <c:v>1.0941919851715762</c:v>
                </c:pt>
                <c:pt idx="26386">
                  <c:v>1.0945955117083863</c:v>
                </c:pt>
                <c:pt idx="26387">
                  <c:v>1.0964555623868291</c:v>
                </c:pt>
                <c:pt idx="26388">
                  <c:v>1.0996961377896353</c:v>
                </c:pt>
                <c:pt idx="26389">
                  <c:v>1.1001164979146163</c:v>
                </c:pt>
                <c:pt idx="26390">
                  <c:v>1.1006405895146714</c:v>
                </c:pt>
                <c:pt idx="26391">
                  <c:v>1.1007658282594965</c:v>
                </c:pt>
                <c:pt idx="26392">
                  <c:v>1.1019865993530198</c:v>
                </c:pt>
                <c:pt idx="26393">
                  <c:v>1.1020529831936103</c:v>
                </c:pt>
                <c:pt idx="26394">
                  <c:v>1.1039859891355179</c:v>
                </c:pt>
                <c:pt idx="26395">
                  <c:v>1.1044053132052831</c:v>
                </c:pt>
                <c:pt idx="26396">
                  <c:v>1.1050601305724381</c:v>
                </c:pt>
                <c:pt idx="26397">
                  <c:v>1.1053914545201127</c:v>
                </c:pt>
                <c:pt idx="26398">
                  <c:v>1.1056029399741654</c:v>
                </c:pt>
                <c:pt idx="26399">
                  <c:v>1.1074829106528858</c:v>
                </c:pt>
                <c:pt idx="26400">
                  <c:v>1.1094560974505683</c:v>
                </c:pt>
                <c:pt idx="26401">
                  <c:v>1.1097783811295701</c:v>
                </c:pt>
                <c:pt idx="26402">
                  <c:v>1.1117264355064622</c:v>
                </c:pt>
                <c:pt idx="26403">
                  <c:v>1.1132304382582834</c:v>
                </c:pt>
                <c:pt idx="26404">
                  <c:v>1.113457664346968</c:v>
                </c:pt>
                <c:pt idx="26405">
                  <c:v>1.1139443433663332</c:v>
                </c:pt>
                <c:pt idx="26406">
                  <c:v>1.1139864334438867</c:v>
                </c:pt>
                <c:pt idx="26407">
                  <c:v>1.1141867473216984</c:v>
                </c:pt>
                <c:pt idx="26408">
                  <c:v>1.1143637208805406</c:v>
                </c:pt>
                <c:pt idx="26409">
                  <c:v>1.1162940689017695</c:v>
                </c:pt>
                <c:pt idx="26410">
                  <c:v>1.1188791475536359</c:v>
                </c:pt>
                <c:pt idx="26411">
                  <c:v>1.1210296120460514</c:v>
                </c:pt>
                <c:pt idx="26412">
                  <c:v>1.1212906444330741</c:v>
                </c:pt>
                <c:pt idx="26413">
                  <c:v>1.1216715551625118</c:v>
                </c:pt>
                <c:pt idx="26414">
                  <c:v>1.1219377971856697</c:v>
                </c:pt>
                <c:pt idx="26415">
                  <c:v>1.122262635494339</c:v>
                </c:pt>
                <c:pt idx="26416">
                  <c:v>1.1224626832935067</c:v>
                </c:pt>
                <c:pt idx="26417">
                  <c:v>1.1226951185084784</c:v>
                </c:pt>
                <c:pt idx="26418">
                  <c:v>1.1231884372567684</c:v>
                </c:pt>
                <c:pt idx="26419">
                  <c:v>1.1241593649654771</c:v>
                </c:pt>
                <c:pt idx="26420">
                  <c:v>1.1255221662803874</c:v>
                </c:pt>
                <c:pt idx="26421">
                  <c:v>1.1260044514378647</c:v>
                </c:pt>
                <c:pt idx="26422">
                  <c:v>1.1260384308638531</c:v>
                </c:pt>
                <c:pt idx="26423">
                  <c:v>1.1262140708429671</c:v>
                </c:pt>
                <c:pt idx="26424">
                  <c:v>1.1271174569745575</c:v>
                </c:pt>
                <c:pt idx="26425">
                  <c:v>1.1279629644280753</c:v>
                </c:pt>
                <c:pt idx="26426">
                  <c:v>1.1280416988078434</c:v>
                </c:pt>
                <c:pt idx="26427">
                  <c:v>1.128904521951706</c:v>
                </c:pt>
                <c:pt idx="26428">
                  <c:v>1.129140096071638</c:v>
                </c:pt>
                <c:pt idx="26429">
                  <c:v>1.1297200140274475</c:v>
                </c:pt>
                <c:pt idx="26430">
                  <c:v>1.1297262235940342</c:v>
                </c:pt>
                <c:pt idx="26431">
                  <c:v>1.1298994458134863</c:v>
                </c:pt>
                <c:pt idx="26432">
                  <c:v>1.1302520511430678</c:v>
                </c:pt>
                <c:pt idx="26433">
                  <c:v>1.1312097488109449</c:v>
                </c:pt>
                <c:pt idx="26434">
                  <c:v>1.131482504918</c:v>
                </c:pt>
                <c:pt idx="26435">
                  <c:v>1.1320679675990468</c:v>
                </c:pt>
                <c:pt idx="26436">
                  <c:v>1.1322769960347798</c:v>
                </c:pt>
                <c:pt idx="26437">
                  <c:v>1.1328630878807577</c:v>
                </c:pt>
                <c:pt idx="26438">
                  <c:v>1.1345827557523749</c:v>
                </c:pt>
                <c:pt idx="26439">
                  <c:v>1.135545712150644</c:v>
                </c:pt>
                <c:pt idx="26440">
                  <c:v>1.1356743869789918</c:v>
                </c:pt>
                <c:pt idx="26441">
                  <c:v>1.1369247052509477</c:v>
                </c:pt>
                <c:pt idx="26442">
                  <c:v>1.1378251874789045</c:v>
                </c:pt>
                <c:pt idx="26443">
                  <c:v>1.1382404837892763</c:v>
                </c:pt>
                <c:pt idx="26444">
                  <c:v>1.1389822058874721</c:v>
                </c:pt>
                <c:pt idx="26445">
                  <c:v>1.1391391001226072</c:v>
                </c:pt>
                <c:pt idx="26446">
                  <c:v>1.1402536269979309</c:v>
                </c:pt>
                <c:pt idx="26447">
                  <c:v>1.1408240888529659</c:v>
                </c:pt>
                <c:pt idx="26448">
                  <c:v>1.1420360135426286</c:v>
                </c:pt>
                <c:pt idx="26449">
                  <c:v>1.142441529192062</c:v>
                </c:pt>
                <c:pt idx="26450">
                  <c:v>1.1427407493845589</c:v>
                </c:pt>
                <c:pt idx="26451">
                  <c:v>1.1432311405364552</c:v>
                </c:pt>
                <c:pt idx="26452">
                  <c:v>1.1440095032493665</c:v>
                </c:pt>
                <c:pt idx="26453">
                  <c:v>1.1461565541323311</c:v>
                </c:pt>
                <c:pt idx="26454">
                  <c:v>1.1484201065248307</c:v>
                </c:pt>
                <c:pt idx="26455">
                  <c:v>1.1490435175728728</c:v>
                </c:pt>
                <c:pt idx="26456">
                  <c:v>1.1493170863151978</c:v>
                </c:pt>
                <c:pt idx="26457">
                  <c:v>1.1530417022307731</c:v>
                </c:pt>
                <c:pt idx="26458">
                  <c:v>1.1532868629304627</c:v>
                </c:pt>
                <c:pt idx="26459">
                  <c:v>1.1540825972072921</c:v>
                </c:pt>
                <c:pt idx="26460">
                  <c:v>1.154107639170953</c:v>
                </c:pt>
                <c:pt idx="26461">
                  <c:v>1.1559275242124063</c:v>
                </c:pt>
                <c:pt idx="26462">
                  <c:v>1.1562750151032861</c:v>
                </c:pt>
                <c:pt idx="26463">
                  <c:v>1.1563707747751804</c:v>
                </c:pt>
                <c:pt idx="26464">
                  <c:v>1.1569382241308541</c:v>
                </c:pt>
                <c:pt idx="26465">
                  <c:v>1.1574853336382465</c:v>
                </c:pt>
                <c:pt idx="26466">
                  <c:v>1.1607154879082222</c:v>
                </c:pt>
                <c:pt idx="26467">
                  <c:v>1.1619706977489093</c:v>
                </c:pt>
                <c:pt idx="26468">
                  <c:v>1.1625436660487787</c:v>
                </c:pt>
                <c:pt idx="26469">
                  <c:v>1.162641066481122</c:v>
                </c:pt>
                <c:pt idx="26470">
                  <c:v>1.1627586731072788</c:v>
                </c:pt>
                <c:pt idx="26471">
                  <c:v>1.1632027926874811</c:v>
                </c:pt>
                <c:pt idx="26472">
                  <c:v>1.1670388433234866</c:v>
                </c:pt>
                <c:pt idx="26473">
                  <c:v>1.1702355052196387</c:v>
                </c:pt>
                <c:pt idx="26474">
                  <c:v>1.1709750329986222</c:v>
                </c:pt>
                <c:pt idx="26475">
                  <c:v>1.1714321442724835</c:v>
                </c:pt>
                <c:pt idx="26476">
                  <c:v>1.1714800839371298</c:v>
                </c:pt>
                <c:pt idx="26477">
                  <c:v>1.1734565171764999</c:v>
                </c:pt>
                <c:pt idx="26478">
                  <c:v>1.1748605143038948</c:v>
                </c:pt>
                <c:pt idx="26479">
                  <c:v>1.1769812149496099</c:v>
                </c:pt>
                <c:pt idx="26480">
                  <c:v>1.1771869142381592</c:v>
                </c:pt>
                <c:pt idx="26481">
                  <c:v>1.1773950745957698</c:v>
                </c:pt>
                <c:pt idx="26482">
                  <c:v>1.1776910592672518</c:v>
                </c:pt>
                <c:pt idx="26483">
                  <c:v>1.1778265604650811</c:v>
                </c:pt>
                <c:pt idx="26484">
                  <c:v>1.1789222863154372</c:v>
                </c:pt>
                <c:pt idx="26485">
                  <c:v>1.1824738919439626</c:v>
                </c:pt>
                <c:pt idx="26486">
                  <c:v>1.1826354231843124</c:v>
                </c:pt>
                <c:pt idx="26487">
                  <c:v>1.1850784595248964</c:v>
                </c:pt>
                <c:pt idx="26488">
                  <c:v>1.1855257053645394</c:v>
                </c:pt>
                <c:pt idx="26489">
                  <c:v>1.1861055952629249</c:v>
                </c:pt>
                <c:pt idx="26490">
                  <c:v>1.1885773324000768</c:v>
                </c:pt>
                <c:pt idx="26491">
                  <c:v>1.1900975561163738</c:v>
                </c:pt>
                <c:pt idx="26492">
                  <c:v>1.1911640895546305</c:v>
                </c:pt>
                <c:pt idx="26493">
                  <c:v>1.1917248364365061</c:v>
                </c:pt>
                <c:pt idx="26494">
                  <c:v>1.1925204974288406</c:v>
                </c:pt>
                <c:pt idx="26495">
                  <c:v>1.193529225904687</c:v>
                </c:pt>
                <c:pt idx="26496">
                  <c:v>1.1944563375839963</c:v>
                </c:pt>
                <c:pt idx="26497">
                  <c:v>1.1944980589506622</c:v>
                </c:pt>
                <c:pt idx="26498">
                  <c:v>1.1959407940859437</c:v>
                </c:pt>
                <c:pt idx="26499">
                  <c:v>1.1966815476671269</c:v>
                </c:pt>
                <c:pt idx="26500">
                  <c:v>1.1967781884153008</c:v>
                </c:pt>
                <c:pt idx="26501">
                  <c:v>1.1985888918409828</c:v>
                </c:pt>
                <c:pt idx="26502">
                  <c:v>1.2008983962361415</c:v>
                </c:pt>
                <c:pt idx="26503">
                  <c:v>1.2016856809213596</c:v>
                </c:pt>
                <c:pt idx="26504">
                  <c:v>1.2045118308437841</c:v>
                </c:pt>
                <c:pt idx="26505">
                  <c:v>1.2050067832199647</c:v>
                </c:pt>
                <c:pt idx="26506">
                  <c:v>1.2061443234336011</c:v>
                </c:pt>
                <c:pt idx="26507">
                  <c:v>1.2061921339984403</c:v>
                </c:pt>
                <c:pt idx="26508">
                  <c:v>1.2063672434282844</c:v>
                </c:pt>
                <c:pt idx="26509">
                  <c:v>1.206862448809497</c:v>
                </c:pt>
                <c:pt idx="26510">
                  <c:v>1.2071280834472282</c:v>
                </c:pt>
                <c:pt idx="26511">
                  <c:v>1.2074094584312767</c:v>
                </c:pt>
                <c:pt idx="26512">
                  <c:v>1.2083653015703877</c:v>
                </c:pt>
                <c:pt idx="26513">
                  <c:v>1.2105811949332568</c:v>
                </c:pt>
                <c:pt idx="26514">
                  <c:v>1.2111057420259743</c:v>
                </c:pt>
                <c:pt idx="26515">
                  <c:v>1.2123875960042767</c:v>
                </c:pt>
                <c:pt idx="26516">
                  <c:v>1.2143039342585817</c:v>
                </c:pt>
                <c:pt idx="26517">
                  <c:v>1.215221049950119</c:v>
                </c:pt>
                <c:pt idx="26518">
                  <c:v>1.2173688928839446</c:v>
                </c:pt>
                <c:pt idx="26519">
                  <c:v>1.2190476796810792</c:v>
                </c:pt>
                <c:pt idx="26520">
                  <c:v>1.2193980527505643</c:v>
                </c:pt>
                <c:pt idx="26521">
                  <c:v>1.219467435582491</c:v>
                </c:pt>
                <c:pt idx="26522">
                  <c:v>1.2198551724282127</c:v>
                </c:pt>
                <c:pt idx="26523">
                  <c:v>1.2212267145842937</c:v>
                </c:pt>
                <c:pt idx="26524">
                  <c:v>1.2212677928672184</c:v>
                </c:pt>
                <c:pt idx="26525">
                  <c:v>1.2226552633235643</c:v>
                </c:pt>
                <c:pt idx="26526">
                  <c:v>1.2229459242024279</c:v>
                </c:pt>
                <c:pt idx="26527">
                  <c:v>1.2229688291204519</c:v>
                </c:pt>
                <c:pt idx="26528">
                  <c:v>1.2242636856473157</c:v>
                </c:pt>
                <c:pt idx="26529">
                  <c:v>1.224704481970603</c:v>
                </c:pt>
                <c:pt idx="26530">
                  <c:v>1.2260628030015734</c:v>
                </c:pt>
                <c:pt idx="26531">
                  <c:v>1.2264945575640094</c:v>
                </c:pt>
                <c:pt idx="26532">
                  <c:v>1.226651858811475</c:v>
                </c:pt>
                <c:pt idx="26533">
                  <c:v>1.2271833485099197</c:v>
                </c:pt>
                <c:pt idx="26534">
                  <c:v>1.2287094733404769</c:v>
                </c:pt>
                <c:pt idx="26535">
                  <c:v>1.2306521003289572</c:v>
                </c:pt>
                <c:pt idx="26536">
                  <c:v>1.2309206959157848</c:v>
                </c:pt>
                <c:pt idx="26537">
                  <c:v>1.2319589686516672</c:v>
                </c:pt>
                <c:pt idx="26538">
                  <c:v>1.2329341150718816</c:v>
                </c:pt>
                <c:pt idx="26539">
                  <c:v>1.2329363058908198</c:v>
                </c:pt>
                <c:pt idx="26540">
                  <c:v>1.2339717829637575</c:v>
                </c:pt>
                <c:pt idx="26541">
                  <c:v>1.2340784759789272</c:v>
                </c:pt>
                <c:pt idx="26542">
                  <c:v>1.2345625249737948</c:v>
                </c:pt>
                <c:pt idx="26543">
                  <c:v>1.2347863603549945</c:v>
                </c:pt>
                <c:pt idx="26544">
                  <c:v>1.2357489449670798</c:v>
                </c:pt>
                <c:pt idx="26545">
                  <c:v>1.2361531804952537</c:v>
                </c:pt>
                <c:pt idx="26546">
                  <c:v>1.2366147948635928</c:v>
                </c:pt>
                <c:pt idx="26547">
                  <c:v>1.236636146721821</c:v>
                </c:pt>
                <c:pt idx="26548">
                  <c:v>1.2369276906579807</c:v>
                </c:pt>
                <c:pt idx="26549">
                  <c:v>1.23759140269434</c:v>
                </c:pt>
                <c:pt idx="26550">
                  <c:v>1.2377125760827232</c:v>
                </c:pt>
                <c:pt idx="26551">
                  <c:v>1.2388110803711569</c:v>
                </c:pt>
                <c:pt idx="26552">
                  <c:v>1.2389067960826823</c:v>
                </c:pt>
                <c:pt idx="26553">
                  <c:v>1.2391064501862319</c:v>
                </c:pt>
                <c:pt idx="26554">
                  <c:v>1.2397707074175572</c:v>
                </c:pt>
                <c:pt idx="26555">
                  <c:v>1.2402434394700215</c:v>
                </c:pt>
                <c:pt idx="26556">
                  <c:v>1.2404302569636305</c:v>
                </c:pt>
                <c:pt idx="26557">
                  <c:v>1.2404729793729006</c:v>
                </c:pt>
                <c:pt idx="26558">
                  <c:v>1.240534903502043</c:v>
                </c:pt>
                <c:pt idx="26559">
                  <c:v>1.2409030261176492</c:v>
                </c:pt>
                <c:pt idx="26560">
                  <c:v>1.2410255678805957</c:v>
                </c:pt>
                <c:pt idx="26561">
                  <c:v>1.2413027702417931</c:v>
                </c:pt>
                <c:pt idx="26562">
                  <c:v>1.2418363975496527</c:v>
                </c:pt>
                <c:pt idx="26563">
                  <c:v>1.2419440190075968</c:v>
                </c:pt>
                <c:pt idx="26564">
                  <c:v>1.241991969145281</c:v>
                </c:pt>
                <c:pt idx="26565">
                  <c:v>1.2426124224942252</c:v>
                </c:pt>
                <c:pt idx="26566">
                  <c:v>1.2426489938635101</c:v>
                </c:pt>
                <c:pt idx="26567">
                  <c:v>1.244440264922303</c:v>
                </c:pt>
                <c:pt idx="26568">
                  <c:v>1.2445996728257698</c:v>
                </c:pt>
                <c:pt idx="26569">
                  <c:v>1.2454850282730447</c:v>
                </c:pt>
                <c:pt idx="26570">
                  <c:v>1.2469348392912987</c:v>
                </c:pt>
                <c:pt idx="26571">
                  <c:v>1.2472622021969859</c:v>
                </c:pt>
                <c:pt idx="26572">
                  <c:v>1.2473993075982195</c:v>
                </c:pt>
                <c:pt idx="26573">
                  <c:v>1.2475182381159422</c:v>
                </c:pt>
                <c:pt idx="26574">
                  <c:v>1.2481487101157558</c:v>
                </c:pt>
                <c:pt idx="26575">
                  <c:v>1.2484690593785661</c:v>
                </c:pt>
                <c:pt idx="26576">
                  <c:v>1.2486580700787941</c:v>
                </c:pt>
                <c:pt idx="26577">
                  <c:v>1.248692663937278</c:v>
                </c:pt>
                <c:pt idx="26578">
                  <c:v>1.2489307980053213</c:v>
                </c:pt>
                <c:pt idx="26579">
                  <c:v>1.2495033684359425</c:v>
                </c:pt>
                <c:pt idx="26580">
                  <c:v>1.2499304505118454</c:v>
                </c:pt>
                <c:pt idx="26581">
                  <c:v>1.2501082410086941</c:v>
                </c:pt>
                <c:pt idx="26582">
                  <c:v>1.2506157278525314</c:v>
                </c:pt>
                <c:pt idx="26583">
                  <c:v>1.2507390661450362</c:v>
                </c:pt>
                <c:pt idx="26584">
                  <c:v>1.251626453561185</c:v>
                </c:pt>
                <c:pt idx="26585">
                  <c:v>1.2523568320883707</c:v>
                </c:pt>
                <c:pt idx="26586">
                  <c:v>1.2528841960953105</c:v>
                </c:pt>
                <c:pt idx="26587">
                  <c:v>1.253673576087043</c:v>
                </c:pt>
                <c:pt idx="26588">
                  <c:v>1.254290918685419</c:v>
                </c:pt>
                <c:pt idx="26589">
                  <c:v>1.2544166659195684</c:v>
                </c:pt>
                <c:pt idx="26590">
                  <c:v>1.2544853776480804</c:v>
                </c:pt>
                <c:pt idx="26591">
                  <c:v>1.2549626106537906</c:v>
                </c:pt>
                <c:pt idx="26592">
                  <c:v>1.2551069931164509</c:v>
                </c:pt>
                <c:pt idx="26593">
                  <c:v>1.2551914784021705</c:v>
                </c:pt>
                <c:pt idx="26594">
                  <c:v>1.255503401025772</c:v>
                </c:pt>
                <c:pt idx="26595">
                  <c:v>1.2556050225332862</c:v>
                </c:pt>
                <c:pt idx="26596">
                  <c:v>1.2564668023968522</c:v>
                </c:pt>
                <c:pt idx="26597">
                  <c:v>1.256652441211082</c:v>
                </c:pt>
                <c:pt idx="26598">
                  <c:v>1.2581273609658197</c:v>
                </c:pt>
                <c:pt idx="26599">
                  <c:v>1.2584952108817731</c:v>
                </c:pt>
                <c:pt idx="26600">
                  <c:v>1.2596602917765161</c:v>
                </c:pt>
                <c:pt idx="26601">
                  <c:v>1.259684999341913</c:v>
                </c:pt>
                <c:pt idx="26602">
                  <c:v>1.2597660216119473</c:v>
                </c:pt>
                <c:pt idx="26603">
                  <c:v>1.2599762764767148</c:v>
                </c:pt>
                <c:pt idx="26604">
                  <c:v>1.260078763641445</c:v>
                </c:pt>
                <c:pt idx="26605">
                  <c:v>1.2603934934145091</c:v>
                </c:pt>
                <c:pt idx="26606">
                  <c:v>1.261134006410386</c:v>
                </c:pt>
                <c:pt idx="26607">
                  <c:v>1.2619291483625068</c:v>
                </c:pt>
                <c:pt idx="26608">
                  <c:v>1.2620439278738684</c:v>
                </c:pt>
                <c:pt idx="26609">
                  <c:v>1.2626127942833871</c:v>
                </c:pt>
                <c:pt idx="26610">
                  <c:v>1.263077083774101</c:v>
                </c:pt>
                <c:pt idx="26611">
                  <c:v>1.2640235516604756</c:v>
                </c:pt>
                <c:pt idx="26612">
                  <c:v>1.2644602518052968</c:v>
                </c:pt>
                <c:pt idx="26613">
                  <c:v>1.2646917046715007</c:v>
                </c:pt>
                <c:pt idx="26614">
                  <c:v>1.2659290188811996</c:v>
                </c:pt>
                <c:pt idx="26615">
                  <c:v>1.2676891224909252</c:v>
                </c:pt>
                <c:pt idx="26616">
                  <c:v>1.2677740586757564</c:v>
                </c:pt>
                <c:pt idx="26617">
                  <c:v>1.2680151025359379</c:v>
                </c:pt>
                <c:pt idx="26618">
                  <c:v>1.26885353736482</c:v>
                </c:pt>
                <c:pt idx="26619">
                  <c:v>1.2712611670871958</c:v>
                </c:pt>
                <c:pt idx="26620">
                  <c:v>1.2714228188472927</c:v>
                </c:pt>
                <c:pt idx="26621">
                  <c:v>1.2726182934560284</c:v>
                </c:pt>
                <c:pt idx="26622">
                  <c:v>1.2770270403189798</c:v>
                </c:pt>
                <c:pt idx="26623">
                  <c:v>1.2770442767760286</c:v>
                </c:pt>
                <c:pt idx="26624">
                  <c:v>1.2775480823919638</c:v>
                </c:pt>
                <c:pt idx="26625">
                  <c:v>1.279288664710279</c:v>
                </c:pt>
                <c:pt idx="26626">
                  <c:v>1.2802481280511377</c:v>
                </c:pt>
                <c:pt idx="26627">
                  <c:v>1.2808153984409354</c:v>
                </c:pt>
                <c:pt idx="26628">
                  <c:v>1.2826543810487339</c:v>
                </c:pt>
                <c:pt idx="26629">
                  <c:v>1.2835344008298619</c:v>
                </c:pt>
                <c:pt idx="26630">
                  <c:v>1.2865747127425964</c:v>
                </c:pt>
                <c:pt idx="26631">
                  <c:v>1.287152147543704</c:v>
                </c:pt>
                <c:pt idx="26632">
                  <c:v>1.2878225851371374</c:v>
                </c:pt>
                <c:pt idx="26633">
                  <c:v>1.2885730116307246</c:v>
                </c:pt>
                <c:pt idx="26634">
                  <c:v>1.2901228309959798</c:v>
                </c:pt>
                <c:pt idx="26635">
                  <c:v>1.2916085041185212</c:v>
                </c:pt>
                <c:pt idx="26636">
                  <c:v>1.2916609767117473</c:v>
                </c:pt>
                <c:pt idx="26637">
                  <c:v>1.2917196675881997</c:v>
                </c:pt>
                <c:pt idx="26638">
                  <c:v>1.2925770300105062</c:v>
                </c:pt>
                <c:pt idx="26639">
                  <c:v>1.2929990794092401</c:v>
                </c:pt>
                <c:pt idx="26640">
                  <c:v>1.2934343407897688</c:v>
                </c:pt>
                <c:pt idx="26641">
                  <c:v>1.2940516968770066</c:v>
                </c:pt>
                <c:pt idx="26642">
                  <c:v>1.2947254938622204</c:v>
                </c:pt>
                <c:pt idx="26643">
                  <c:v>1.2965234801568342</c:v>
                </c:pt>
                <c:pt idx="26644">
                  <c:v>1.2976712588547687</c:v>
                </c:pt>
                <c:pt idx="26645">
                  <c:v>1.2982773802162382</c:v>
                </c:pt>
                <c:pt idx="26646">
                  <c:v>1.2988975166374264</c:v>
                </c:pt>
                <c:pt idx="26647">
                  <c:v>1.2990107347601552</c:v>
                </c:pt>
                <c:pt idx="26648">
                  <c:v>1.2991369461681286</c:v>
                </c:pt>
                <c:pt idx="26649">
                  <c:v>1.2995395239131886</c:v>
                </c:pt>
                <c:pt idx="26650">
                  <c:v>1.299923684981301</c:v>
                </c:pt>
                <c:pt idx="26651">
                  <c:v>1.3006839458465347</c:v>
                </c:pt>
                <c:pt idx="26652">
                  <c:v>1.3033969242613324</c:v>
                </c:pt>
                <c:pt idx="26653">
                  <c:v>1.3038951646641426</c:v>
                </c:pt>
                <c:pt idx="26654">
                  <c:v>1.3051990168727525</c:v>
                </c:pt>
                <c:pt idx="26655">
                  <c:v>1.3056360347848899</c:v>
                </c:pt>
                <c:pt idx="26656">
                  <c:v>1.3059660503220534</c:v>
                </c:pt>
                <c:pt idx="26657">
                  <c:v>1.3067037408194861</c:v>
                </c:pt>
                <c:pt idx="26658">
                  <c:v>1.3075809665519624</c:v>
                </c:pt>
                <c:pt idx="26659">
                  <c:v>1.3076779825199263</c:v>
                </c:pt>
                <c:pt idx="26660">
                  <c:v>1.3077086405355083</c:v>
                </c:pt>
                <c:pt idx="26661">
                  <c:v>1.3084168139118988</c:v>
                </c:pt>
                <c:pt idx="26662">
                  <c:v>1.3092287538327625</c:v>
                </c:pt>
                <c:pt idx="26663">
                  <c:v>1.3094155055477654</c:v>
                </c:pt>
                <c:pt idx="26664">
                  <c:v>1.3101317995503168</c:v>
                </c:pt>
                <c:pt idx="26665">
                  <c:v>1.3109839672852419</c:v>
                </c:pt>
                <c:pt idx="26666">
                  <c:v>1.3116411727578388</c:v>
                </c:pt>
                <c:pt idx="26667">
                  <c:v>1.3127174759767168</c:v>
                </c:pt>
                <c:pt idx="26668">
                  <c:v>1.312759517723771</c:v>
                </c:pt>
                <c:pt idx="26669">
                  <c:v>1.3134505172498678</c:v>
                </c:pt>
                <c:pt idx="26670">
                  <c:v>1.3140846181665917</c:v>
                </c:pt>
                <c:pt idx="26671">
                  <c:v>1.3145348648550259</c:v>
                </c:pt>
                <c:pt idx="26672">
                  <c:v>1.3160752475055602</c:v>
                </c:pt>
                <c:pt idx="26673">
                  <c:v>1.3160831750187021</c:v>
                </c:pt>
                <c:pt idx="26674">
                  <c:v>1.3162739449959575</c:v>
                </c:pt>
                <c:pt idx="26675">
                  <c:v>1.3166479410488625</c:v>
                </c:pt>
                <c:pt idx="26676">
                  <c:v>1.3174516686773539</c:v>
                </c:pt>
                <c:pt idx="26677">
                  <c:v>1.3176181801223295</c:v>
                </c:pt>
                <c:pt idx="26678">
                  <c:v>1.3180246060294081</c:v>
                </c:pt>
                <c:pt idx="26679">
                  <c:v>1.3192965160635217</c:v>
                </c:pt>
                <c:pt idx="26680">
                  <c:v>1.319895830164507</c:v>
                </c:pt>
                <c:pt idx="26681">
                  <c:v>1.3204354274148655</c:v>
                </c:pt>
                <c:pt idx="26682">
                  <c:v>1.3215418723578689</c:v>
                </c:pt>
                <c:pt idx="26683">
                  <c:v>1.3223038691275573</c:v>
                </c:pt>
                <c:pt idx="26684">
                  <c:v>1.322465509002807</c:v>
                </c:pt>
                <c:pt idx="26685">
                  <c:v>1.3234369067329088</c:v>
                </c:pt>
                <c:pt idx="26686">
                  <c:v>1.3263411319609888</c:v>
                </c:pt>
                <c:pt idx="26687">
                  <c:v>1.3290484772064277</c:v>
                </c:pt>
                <c:pt idx="26688">
                  <c:v>1.3293006151395279</c:v>
                </c:pt>
                <c:pt idx="26689">
                  <c:v>1.3300472659569995</c:v>
                </c:pt>
                <c:pt idx="26690">
                  <c:v>1.330071072169112</c:v>
                </c:pt>
                <c:pt idx="26691">
                  <c:v>1.330118645908573</c:v>
                </c:pt>
                <c:pt idx="26692">
                  <c:v>1.3308075022029133</c:v>
                </c:pt>
                <c:pt idx="26693">
                  <c:v>1.3316581293494902</c:v>
                </c:pt>
                <c:pt idx="26694">
                  <c:v>1.3320559161913608</c:v>
                </c:pt>
                <c:pt idx="26695">
                  <c:v>1.3332305582801518</c:v>
                </c:pt>
                <c:pt idx="26696">
                  <c:v>1.3333331850752144</c:v>
                </c:pt>
                <c:pt idx="26697">
                  <c:v>1.334686412286731</c:v>
                </c:pt>
                <c:pt idx="26698">
                  <c:v>1.3352095777555515</c:v>
                </c:pt>
                <c:pt idx="26699">
                  <c:v>1.3362252370138301</c:v>
                </c:pt>
                <c:pt idx="26700">
                  <c:v>1.3369878390774064</c:v>
                </c:pt>
                <c:pt idx="26701">
                  <c:v>1.3370930556023963</c:v>
                </c:pt>
                <c:pt idx="26702">
                  <c:v>1.3380838032663815</c:v>
                </c:pt>
                <c:pt idx="26703">
                  <c:v>1.3382370632525675</c:v>
                </c:pt>
                <c:pt idx="26704">
                  <c:v>1.3412515559162363</c:v>
                </c:pt>
                <c:pt idx="26705">
                  <c:v>1.3443695791023009</c:v>
                </c:pt>
                <c:pt idx="26706">
                  <c:v>1.3448336374233361</c:v>
                </c:pt>
                <c:pt idx="26707">
                  <c:v>1.3482811684256861</c:v>
                </c:pt>
                <c:pt idx="26708">
                  <c:v>1.3497185970704435</c:v>
                </c:pt>
                <c:pt idx="26709">
                  <c:v>1.3517474795644941</c:v>
                </c:pt>
                <c:pt idx="26710">
                  <c:v>1.3564896993282256</c:v>
                </c:pt>
                <c:pt idx="26711">
                  <c:v>1.3574951662282533</c:v>
                </c:pt>
                <c:pt idx="26712">
                  <c:v>1.3649798954697365</c:v>
                </c:pt>
                <c:pt idx="26713">
                  <c:v>1.3665400610473812</c:v>
                </c:pt>
                <c:pt idx="26714">
                  <c:v>1.3670114129684967</c:v>
                </c:pt>
                <c:pt idx="26715">
                  <c:v>1.3677802921655704</c:v>
                </c:pt>
                <c:pt idx="26716">
                  <c:v>1.3684314879109489</c:v>
                </c:pt>
                <c:pt idx="26717">
                  <c:v>1.3708676075685293</c:v>
                </c:pt>
                <c:pt idx="26718">
                  <c:v>1.3718367452867923</c:v>
                </c:pt>
                <c:pt idx="26719">
                  <c:v>1.3727182821777011</c:v>
                </c:pt>
                <c:pt idx="26720">
                  <c:v>1.373119116646013</c:v>
                </c:pt>
                <c:pt idx="26721">
                  <c:v>1.3739419909301687</c:v>
                </c:pt>
                <c:pt idx="26722">
                  <c:v>1.3753688644015474</c:v>
                </c:pt>
                <c:pt idx="26723">
                  <c:v>1.3768377123130742</c:v>
                </c:pt>
                <c:pt idx="26724">
                  <c:v>1.3769849737087179</c:v>
                </c:pt>
                <c:pt idx="26725">
                  <c:v>1.3779885764190229</c:v>
                </c:pt>
                <c:pt idx="26726">
                  <c:v>1.3784758737337666</c:v>
                </c:pt>
                <c:pt idx="26727">
                  <c:v>1.3792002941367376</c:v>
                </c:pt>
                <c:pt idx="26728">
                  <c:v>1.3798155773070737</c:v>
                </c:pt>
                <c:pt idx="26729">
                  <c:v>1.3893690517447332</c:v>
                </c:pt>
                <c:pt idx="26730">
                  <c:v>1.3916172713153401</c:v>
                </c:pt>
                <c:pt idx="26731">
                  <c:v>1.3916442298480771</c:v>
                </c:pt>
                <c:pt idx="26732">
                  <c:v>1.3938103651218023</c:v>
                </c:pt>
                <c:pt idx="26733">
                  <c:v>1.3951620321125573</c:v>
                </c:pt>
                <c:pt idx="26734">
                  <c:v>1.3973031424908089</c:v>
                </c:pt>
                <c:pt idx="26735">
                  <c:v>1.3997600909017709</c:v>
                </c:pt>
                <c:pt idx="26736">
                  <c:v>1.401723229415236</c:v>
                </c:pt>
                <c:pt idx="26737">
                  <c:v>1.4040318660810431</c:v>
                </c:pt>
                <c:pt idx="26738">
                  <c:v>1.4063249042879877</c:v>
                </c:pt>
                <c:pt idx="26739">
                  <c:v>1.406764229276678</c:v>
                </c:pt>
                <c:pt idx="26740">
                  <c:v>1.4087203020866539</c:v>
                </c:pt>
                <c:pt idx="26741">
                  <c:v>1.4112511644226964</c:v>
                </c:pt>
                <c:pt idx="26742">
                  <c:v>1.4117558248084872</c:v>
                </c:pt>
                <c:pt idx="26743">
                  <c:v>1.4154513088393594</c:v>
                </c:pt>
                <c:pt idx="26744">
                  <c:v>1.4157688888899298</c:v>
                </c:pt>
                <c:pt idx="26745">
                  <c:v>1.4230734197252235</c:v>
                </c:pt>
                <c:pt idx="26746">
                  <c:v>1.4235910757178061</c:v>
                </c:pt>
                <c:pt idx="26747">
                  <c:v>1.4247311415719373</c:v>
                </c:pt>
                <c:pt idx="26748">
                  <c:v>1.4251722854356483</c:v>
                </c:pt>
                <c:pt idx="26749">
                  <c:v>1.4257895991836778</c:v>
                </c:pt>
                <c:pt idx="26750">
                  <c:v>1.4278310788805608</c:v>
                </c:pt>
                <c:pt idx="26751">
                  <c:v>1.4315265759442357</c:v>
                </c:pt>
                <c:pt idx="26752">
                  <c:v>1.4339569563751875</c:v>
                </c:pt>
                <c:pt idx="26753">
                  <c:v>1.4343087469602016</c:v>
                </c:pt>
                <c:pt idx="26754">
                  <c:v>1.4358648219752821</c:v>
                </c:pt>
                <c:pt idx="26755">
                  <c:v>1.4364387992097318</c:v>
                </c:pt>
                <c:pt idx="26756">
                  <c:v>1.4385729760772605</c:v>
                </c:pt>
                <c:pt idx="26757">
                  <c:v>1.4464204044079747</c:v>
                </c:pt>
                <c:pt idx="26758">
                  <c:v>1.4464351464811305</c:v>
                </c:pt>
                <c:pt idx="26759">
                  <c:v>1.4491832356533889</c:v>
                </c:pt>
                <c:pt idx="26760">
                  <c:v>1.4493947871185393</c:v>
                </c:pt>
                <c:pt idx="26761">
                  <c:v>1.4496857591027004</c:v>
                </c:pt>
                <c:pt idx="26762">
                  <c:v>1.449889749082534</c:v>
                </c:pt>
                <c:pt idx="26763">
                  <c:v>1.4561369340712069</c:v>
                </c:pt>
                <c:pt idx="26764">
                  <c:v>1.4569740763490366</c:v>
                </c:pt>
                <c:pt idx="26765">
                  <c:v>1.4572174327515477</c:v>
                </c:pt>
                <c:pt idx="26766">
                  <c:v>1.4585770969020022</c:v>
                </c:pt>
                <c:pt idx="26767">
                  <c:v>1.4597448549920502</c:v>
                </c:pt>
                <c:pt idx="26768">
                  <c:v>1.463571992002042</c:v>
                </c:pt>
                <c:pt idx="26769">
                  <c:v>1.4638209122551171</c:v>
                </c:pt>
                <c:pt idx="26770">
                  <c:v>1.4638950470350223</c:v>
                </c:pt>
                <c:pt idx="26771">
                  <c:v>1.4660139729633728</c:v>
                </c:pt>
                <c:pt idx="26772">
                  <c:v>1.4663743474274724</c:v>
                </c:pt>
                <c:pt idx="26773">
                  <c:v>1.4666314387966015</c:v>
                </c:pt>
                <c:pt idx="26774">
                  <c:v>1.46829427717563</c:v>
                </c:pt>
                <c:pt idx="26775">
                  <c:v>1.4690413241485718</c:v>
                </c:pt>
                <c:pt idx="26776">
                  <c:v>1.4697243910806532</c:v>
                </c:pt>
                <c:pt idx="26777">
                  <c:v>1.470722969221173</c:v>
                </c:pt>
                <c:pt idx="26778">
                  <c:v>1.4712486344165534</c:v>
                </c:pt>
                <c:pt idx="26779">
                  <c:v>1.4724906123949197</c:v>
                </c:pt>
                <c:pt idx="26780">
                  <c:v>1.4727608349360348</c:v>
                </c:pt>
                <c:pt idx="26781">
                  <c:v>1.4739386409986581</c:v>
                </c:pt>
                <c:pt idx="26782">
                  <c:v>1.4757222459920842</c:v>
                </c:pt>
                <c:pt idx="26783">
                  <c:v>1.4764573151043068</c:v>
                </c:pt>
                <c:pt idx="26784">
                  <c:v>1.479550569491211</c:v>
                </c:pt>
                <c:pt idx="26785">
                  <c:v>1.4808099977194256</c:v>
                </c:pt>
                <c:pt idx="26786">
                  <c:v>1.492159453567931</c:v>
                </c:pt>
                <c:pt idx="26787">
                  <c:v>1.4928683007428658</c:v>
                </c:pt>
                <c:pt idx="26788">
                  <c:v>1.4933084374812502</c:v>
                </c:pt>
                <c:pt idx="26789">
                  <c:v>1.4995391120979837</c:v>
                </c:pt>
                <c:pt idx="26790">
                  <c:v>1.5005238276720851</c:v>
                </c:pt>
                <c:pt idx="26791">
                  <c:v>1.5059169217820765</c:v>
                </c:pt>
                <c:pt idx="26792">
                  <c:v>1.5115937651132976</c:v>
                </c:pt>
                <c:pt idx="26793">
                  <c:v>1.5132369623230175</c:v>
                </c:pt>
                <c:pt idx="26794">
                  <c:v>1.5140189884204791</c:v>
                </c:pt>
                <c:pt idx="26795">
                  <c:v>1.5141795801614788</c:v>
                </c:pt>
                <c:pt idx="26796">
                  <c:v>1.5142800552937778</c:v>
                </c:pt>
                <c:pt idx="26797">
                  <c:v>1.5154323701261645</c:v>
                </c:pt>
                <c:pt idx="26798">
                  <c:v>1.5160809741862638</c:v>
                </c:pt>
                <c:pt idx="26799">
                  <c:v>1.5165941487585082</c:v>
                </c:pt>
                <c:pt idx="26800">
                  <c:v>1.5195948529411287</c:v>
                </c:pt>
                <c:pt idx="26801">
                  <c:v>1.5201654646593497</c:v>
                </c:pt>
                <c:pt idx="26802">
                  <c:v>1.5205627680491602</c:v>
                </c:pt>
                <c:pt idx="26803">
                  <c:v>1.5207694790116191</c:v>
                </c:pt>
                <c:pt idx="26804">
                  <c:v>1.5209543303408009</c:v>
                </c:pt>
                <c:pt idx="26805">
                  <c:v>1.522584205923728</c:v>
                </c:pt>
                <c:pt idx="26806">
                  <c:v>1.5226500787149502</c:v>
                </c:pt>
                <c:pt idx="26807">
                  <c:v>1.5237494044608586</c:v>
                </c:pt>
                <c:pt idx="26808">
                  <c:v>1.5248982291107842</c:v>
                </c:pt>
                <c:pt idx="26809">
                  <c:v>1.5250470840634931</c:v>
                </c:pt>
                <c:pt idx="26810">
                  <c:v>1.5250604741920992</c:v>
                </c:pt>
                <c:pt idx="26811">
                  <c:v>1.5258313526737952</c:v>
                </c:pt>
                <c:pt idx="26812">
                  <c:v>1.5259567781985077</c:v>
                </c:pt>
                <c:pt idx="26813">
                  <c:v>1.5267865442578992</c:v>
                </c:pt>
                <c:pt idx="26814">
                  <c:v>1.5281737757122047</c:v>
                </c:pt>
                <c:pt idx="26815">
                  <c:v>1.5288927509409496</c:v>
                </c:pt>
                <c:pt idx="26816">
                  <c:v>1.5294012939319936</c:v>
                </c:pt>
                <c:pt idx="26817">
                  <c:v>1.5300692924554866</c:v>
                </c:pt>
                <c:pt idx="26818">
                  <c:v>1.5301598511566787</c:v>
                </c:pt>
                <c:pt idx="26819">
                  <c:v>1.5311007337001619</c:v>
                </c:pt>
                <c:pt idx="26820">
                  <c:v>1.5313752799607621</c:v>
                </c:pt>
                <c:pt idx="26821">
                  <c:v>1.5319678218978372</c:v>
                </c:pt>
                <c:pt idx="26822">
                  <c:v>1.5326335362301178</c:v>
                </c:pt>
                <c:pt idx="26823">
                  <c:v>1.5338352408534504</c:v>
                </c:pt>
                <c:pt idx="26824">
                  <c:v>1.5354113446698077</c:v>
                </c:pt>
                <c:pt idx="26825">
                  <c:v>1.5358333322272053</c:v>
                </c:pt>
                <c:pt idx="26826">
                  <c:v>1.5369373912745934</c:v>
                </c:pt>
                <c:pt idx="26827">
                  <c:v>1.5369756518656992</c:v>
                </c:pt>
                <c:pt idx="26828">
                  <c:v>1.53729750262306</c:v>
                </c:pt>
                <c:pt idx="26829">
                  <c:v>1.5394774810162113</c:v>
                </c:pt>
                <c:pt idx="26830">
                  <c:v>1.5397202287870058</c:v>
                </c:pt>
                <c:pt idx="26831">
                  <c:v>1.5404967889674754</c:v>
                </c:pt>
                <c:pt idx="26832">
                  <c:v>1.5405020739253528</c:v>
                </c:pt>
                <c:pt idx="26833">
                  <c:v>1.5408130085906941</c:v>
                </c:pt>
                <c:pt idx="26834">
                  <c:v>1.5411449134734623</c:v>
                </c:pt>
                <c:pt idx="26835">
                  <c:v>1.5417309783842841</c:v>
                </c:pt>
                <c:pt idx="26836">
                  <c:v>1.542174935010967</c:v>
                </c:pt>
                <c:pt idx="26837">
                  <c:v>1.5421867039540382</c:v>
                </c:pt>
                <c:pt idx="26838">
                  <c:v>1.5430962737657257</c:v>
                </c:pt>
                <c:pt idx="26839">
                  <c:v>1.5436476865384745</c:v>
                </c:pt>
                <c:pt idx="26840">
                  <c:v>1.5446894393014576</c:v>
                </c:pt>
                <c:pt idx="26841">
                  <c:v>1.546979803460379</c:v>
                </c:pt>
                <c:pt idx="26842">
                  <c:v>1.5471071327996124</c:v>
                </c:pt>
                <c:pt idx="26843">
                  <c:v>1.5471283680992365</c:v>
                </c:pt>
                <c:pt idx="26844">
                  <c:v>1.5471460888015705</c:v>
                </c:pt>
                <c:pt idx="26845">
                  <c:v>1.5472405399865878</c:v>
                </c:pt>
                <c:pt idx="26846">
                  <c:v>1.5487589618181059</c:v>
                </c:pt>
                <c:pt idx="26847">
                  <c:v>1.548992165792995</c:v>
                </c:pt>
                <c:pt idx="26848">
                  <c:v>1.5492687811667278</c:v>
                </c:pt>
                <c:pt idx="26849">
                  <c:v>1.5501102374126381</c:v>
                </c:pt>
                <c:pt idx="26850">
                  <c:v>1.5504184392808666</c:v>
                </c:pt>
                <c:pt idx="26851">
                  <c:v>1.5512362318107378</c:v>
                </c:pt>
                <c:pt idx="26852">
                  <c:v>1.5527381765227186</c:v>
                </c:pt>
                <c:pt idx="26853">
                  <c:v>1.5530574914619231</c:v>
                </c:pt>
                <c:pt idx="26854">
                  <c:v>1.5547466137033179</c:v>
                </c:pt>
                <c:pt idx="26855">
                  <c:v>1.5552981762344322</c:v>
                </c:pt>
                <c:pt idx="26856">
                  <c:v>1.5578064111958045</c:v>
                </c:pt>
                <c:pt idx="26857">
                  <c:v>1.5602630283419916</c:v>
                </c:pt>
                <c:pt idx="26858">
                  <c:v>1.5603650653794958</c:v>
                </c:pt>
                <c:pt idx="26859">
                  <c:v>1.5606955024717242</c:v>
                </c:pt>
                <c:pt idx="26860">
                  <c:v>1.560705861649369</c:v>
                </c:pt>
                <c:pt idx="26861">
                  <c:v>1.562550998652537</c:v>
                </c:pt>
                <c:pt idx="26862">
                  <c:v>1.5628715743489063</c:v>
                </c:pt>
                <c:pt idx="26863">
                  <c:v>1.5637698971878744</c:v>
                </c:pt>
                <c:pt idx="26864">
                  <c:v>1.5643531783547668</c:v>
                </c:pt>
                <c:pt idx="26865">
                  <c:v>1.5652112157084936</c:v>
                </c:pt>
                <c:pt idx="26866">
                  <c:v>1.5663585180434318</c:v>
                </c:pt>
                <c:pt idx="26867">
                  <c:v>1.566718403379217</c:v>
                </c:pt>
                <c:pt idx="26868">
                  <c:v>1.5674255732654161</c:v>
                </c:pt>
                <c:pt idx="26869">
                  <c:v>1.568658490932664</c:v>
                </c:pt>
                <c:pt idx="26870">
                  <c:v>1.5691363557522922</c:v>
                </c:pt>
                <c:pt idx="26871">
                  <c:v>1.5691905319442396</c:v>
                </c:pt>
                <c:pt idx="26872">
                  <c:v>1.5700826603766183</c:v>
                </c:pt>
                <c:pt idx="26873">
                  <c:v>1.5703380227336048</c:v>
                </c:pt>
                <c:pt idx="26874">
                  <c:v>1.5707965393152099</c:v>
                </c:pt>
                <c:pt idx="26875">
                  <c:v>1.5708129780685081</c:v>
                </c:pt>
                <c:pt idx="26876">
                  <c:v>1.5713294723501756</c:v>
                </c:pt>
                <c:pt idx="26877">
                  <c:v>1.5722277701096707</c:v>
                </c:pt>
                <c:pt idx="26878">
                  <c:v>1.5723231019428183</c:v>
                </c:pt>
                <c:pt idx="26879">
                  <c:v>1.5751585749925432</c:v>
                </c:pt>
                <c:pt idx="26880">
                  <c:v>1.5757874120008108</c:v>
                </c:pt>
                <c:pt idx="26881">
                  <c:v>1.5763891833563044</c:v>
                </c:pt>
                <c:pt idx="26882">
                  <c:v>1.5780652908787873</c:v>
                </c:pt>
                <c:pt idx="26883">
                  <c:v>1.5791750151785959</c:v>
                </c:pt>
                <c:pt idx="26884">
                  <c:v>1.579564409674777</c:v>
                </c:pt>
                <c:pt idx="26885">
                  <c:v>1.5808132158385408</c:v>
                </c:pt>
                <c:pt idx="26886">
                  <c:v>1.5809581049736281</c:v>
                </c:pt>
                <c:pt idx="26887">
                  <c:v>1.5809586936541515</c:v>
                </c:pt>
                <c:pt idx="26888">
                  <c:v>1.5813388264160373</c:v>
                </c:pt>
                <c:pt idx="26889">
                  <c:v>1.5817793878202715</c:v>
                </c:pt>
                <c:pt idx="26890">
                  <c:v>1.5824163208333868</c:v>
                </c:pt>
                <c:pt idx="26891">
                  <c:v>1.5840741474342184</c:v>
                </c:pt>
                <c:pt idx="26892">
                  <c:v>1.5850238158803187</c:v>
                </c:pt>
                <c:pt idx="26893">
                  <c:v>1.5850289824490691</c:v>
                </c:pt>
                <c:pt idx="26894">
                  <c:v>1.5850519468658917</c:v>
                </c:pt>
                <c:pt idx="26895">
                  <c:v>1.5852601595854128</c:v>
                </c:pt>
                <c:pt idx="26896">
                  <c:v>1.5853714016367124</c:v>
                </c:pt>
                <c:pt idx="26897">
                  <c:v>1.5854492737636661</c:v>
                </c:pt>
                <c:pt idx="26898">
                  <c:v>1.5865478864259697</c:v>
                </c:pt>
                <c:pt idx="26899">
                  <c:v>1.5894553074647304</c:v>
                </c:pt>
                <c:pt idx="26900">
                  <c:v>1.589792629746434</c:v>
                </c:pt>
                <c:pt idx="26901">
                  <c:v>1.5903472038386759</c:v>
                </c:pt>
                <c:pt idx="26902">
                  <c:v>1.5906114916408938</c:v>
                </c:pt>
                <c:pt idx="26903">
                  <c:v>1.5930678756207712</c:v>
                </c:pt>
                <c:pt idx="26904">
                  <c:v>1.5952454840566188</c:v>
                </c:pt>
                <c:pt idx="26905">
                  <c:v>1.5953583686707042</c:v>
                </c:pt>
                <c:pt idx="26906">
                  <c:v>1.5960957997233041</c:v>
                </c:pt>
                <c:pt idx="26907">
                  <c:v>1.5970623699222206</c:v>
                </c:pt>
                <c:pt idx="26908">
                  <c:v>1.597861875277343</c:v>
                </c:pt>
                <c:pt idx="26909">
                  <c:v>1.598795276780826</c:v>
                </c:pt>
                <c:pt idx="26910">
                  <c:v>1.5994273815765712</c:v>
                </c:pt>
                <c:pt idx="26911">
                  <c:v>1.6009840643727469</c:v>
                </c:pt>
                <c:pt idx="26912">
                  <c:v>1.6018797425471867</c:v>
                </c:pt>
                <c:pt idx="26913">
                  <c:v>1.6021757351465256</c:v>
                </c:pt>
                <c:pt idx="26914">
                  <c:v>1.6023016989922076</c:v>
                </c:pt>
                <c:pt idx="26915">
                  <c:v>1.6039081272046911</c:v>
                </c:pt>
                <c:pt idx="26916">
                  <c:v>1.6047238675055533</c:v>
                </c:pt>
                <c:pt idx="26917">
                  <c:v>1.6064473543128845</c:v>
                </c:pt>
                <c:pt idx="26918">
                  <c:v>1.6066746196406709</c:v>
                </c:pt>
                <c:pt idx="26919">
                  <c:v>1.610522692908813</c:v>
                </c:pt>
                <c:pt idx="26920">
                  <c:v>1.6130631223565675</c:v>
                </c:pt>
                <c:pt idx="26921">
                  <c:v>1.613938735809169</c:v>
                </c:pt>
                <c:pt idx="26922">
                  <c:v>1.617011763662688</c:v>
                </c:pt>
                <c:pt idx="26923">
                  <c:v>1.6182998970307556</c:v>
                </c:pt>
                <c:pt idx="26924">
                  <c:v>1.6263789558723742</c:v>
                </c:pt>
                <c:pt idx="26925">
                  <c:v>1.6393800295908132</c:v>
                </c:pt>
                <c:pt idx="26926">
                  <c:v>1.6411941188439172</c:v>
                </c:pt>
                <c:pt idx="26927">
                  <c:v>1.6412237907631171</c:v>
                </c:pt>
                <c:pt idx="26928">
                  <c:v>1.647987531577924</c:v>
                </c:pt>
                <c:pt idx="26929">
                  <c:v>1.6481632941002131</c:v>
                </c:pt>
                <c:pt idx="26930">
                  <c:v>1.6490458266429877</c:v>
                </c:pt>
                <c:pt idx="26931">
                  <c:v>1.6529091230589101</c:v>
                </c:pt>
                <c:pt idx="26932">
                  <c:v>1.6617998877961326</c:v>
                </c:pt>
                <c:pt idx="26933">
                  <c:v>1.6784577694776412</c:v>
                </c:pt>
                <c:pt idx="26934">
                  <c:v>1.7072242391593486</c:v>
                </c:pt>
                <c:pt idx="26935">
                  <c:v>1.7238486071232546</c:v>
                </c:pt>
                <c:pt idx="26936">
                  <c:v>1.7248769867555969</c:v>
                </c:pt>
                <c:pt idx="26937">
                  <c:v>1.7496374353265811</c:v>
                </c:pt>
                <c:pt idx="26938">
                  <c:v>1.7754882082019567</c:v>
                </c:pt>
                <c:pt idx="26939">
                  <c:v>1.7884911384245417</c:v>
                </c:pt>
                <c:pt idx="26940">
                  <c:v>2.0188521805587358</c:v>
                </c:pt>
              </c:numCache>
            </c:numRef>
          </c:xVal>
          <c:yVal>
            <c:numRef>
              <c:f>工作表1!$D$2:$D$26942</c:f>
              <c:numCache>
                <c:formatCode>General</c:formatCode>
                <c:ptCount val="26941"/>
                <c:pt idx="0">
                  <c:v>0</c:v>
                </c:pt>
                <c:pt idx="1">
                  <c:v>1.4814814814814815E-4</c:v>
                </c:pt>
                <c:pt idx="2">
                  <c:v>1.4814814814814815E-4</c:v>
                </c:pt>
                <c:pt idx="3">
                  <c:v>1.4814814814814815E-4</c:v>
                </c:pt>
                <c:pt idx="4">
                  <c:v>1.4814814814814815E-4</c:v>
                </c:pt>
                <c:pt idx="5">
                  <c:v>1.4814814814814815E-4</c:v>
                </c:pt>
                <c:pt idx="6">
                  <c:v>2.9629629629629629E-4</c:v>
                </c:pt>
                <c:pt idx="7">
                  <c:v>4.4444444444444447E-4</c:v>
                </c:pt>
                <c:pt idx="8">
                  <c:v>4.4444444444444447E-4</c:v>
                </c:pt>
                <c:pt idx="9">
                  <c:v>5.9259259259259258E-4</c:v>
                </c:pt>
                <c:pt idx="10">
                  <c:v>5.9259259259259258E-4</c:v>
                </c:pt>
                <c:pt idx="11">
                  <c:v>7.407407407407407E-4</c:v>
                </c:pt>
                <c:pt idx="12">
                  <c:v>7.407407407407407E-4</c:v>
                </c:pt>
                <c:pt idx="13">
                  <c:v>7.407407407407407E-4</c:v>
                </c:pt>
                <c:pt idx="14">
                  <c:v>7.407407407407407E-4</c:v>
                </c:pt>
                <c:pt idx="15">
                  <c:v>7.407407407407407E-4</c:v>
                </c:pt>
                <c:pt idx="16">
                  <c:v>8.8888888888888893E-4</c:v>
                </c:pt>
                <c:pt idx="17">
                  <c:v>8.8888888888888893E-4</c:v>
                </c:pt>
                <c:pt idx="18">
                  <c:v>8.8888888888888893E-4</c:v>
                </c:pt>
                <c:pt idx="19">
                  <c:v>8.8888888888888893E-4</c:v>
                </c:pt>
                <c:pt idx="20">
                  <c:v>8.8888888888888893E-4</c:v>
                </c:pt>
                <c:pt idx="21">
                  <c:v>8.8888888888888893E-4</c:v>
                </c:pt>
                <c:pt idx="22">
                  <c:v>8.8888888888888893E-4</c:v>
                </c:pt>
                <c:pt idx="23">
                  <c:v>8.8888888888888893E-4</c:v>
                </c:pt>
                <c:pt idx="24">
                  <c:v>1.0370370370370371E-3</c:v>
                </c:pt>
                <c:pt idx="25">
                  <c:v>1.1851851851851852E-3</c:v>
                </c:pt>
                <c:pt idx="26">
                  <c:v>1.1851851851851852E-3</c:v>
                </c:pt>
                <c:pt idx="27">
                  <c:v>1.1851851851851852E-3</c:v>
                </c:pt>
                <c:pt idx="28">
                  <c:v>1.1851851851851852E-3</c:v>
                </c:pt>
                <c:pt idx="29">
                  <c:v>1.3333333333333333E-3</c:v>
                </c:pt>
                <c:pt idx="30">
                  <c:v>1.4814814814814814E-3</c:v>
                </c:pt>
                <c:pt idx="31">
                  <c:v>1.4814814814814814E-3</c:v>
                </c:pt>
                <c:pt idx="32">
                  <c:v>1.4814814814814814E-3</c:v>
                </c:pt>
                <c:pt idx="33">
                  <c:v>1.4814814814814814E-3</c:v>
                </c:pt>
                <c:pt idx="34">
                  <c:v>1.6296296296296295E-3</c:v>
                </c:pt>
                <c:pt idx="35">
                  <c:v>1.7777777777777779E-3</c:v>
                </c:pt>
                <c:pt idx="36">
                  <c:v>1.7777777777777779E-3</c:v>
                </c:pt>
                <c:pt idx="37">
                  <c:v>1.925925925925926E-3</c:v>
                </c:pt>
                <c:pt idx="38">
                  <c:v>1.925925925925926E-3</c:v>
                </c:pt>
                <c:pt idx="39">
                  <c:v>1.925925925925926E-3</c:v>
                </c:pt>
                <c:pt idx="40">
                  <c:v>1.925925925925926E-3</c:v>
                </c:pt>
                <c:pt idx="41">
                  <c:v>2.0740740740740741E-3</c:v>
                </c:pt>
                <c:pt idx="42">
                  <c:v>2.0740740740740741E-3</c:v>
                </c:pt>
                <c:pt idx="43">
                  <c:v>2.0740740740740741E-3</c:v>
                </c:pt>
                <c:pt idx="44">
                  <c:v>2.0740740740740741E-3</c:v>
                </c:pt>
                <c:pt idx="45">
                  <c:v>2.2222222222222222E-3</c:v>
                </c:pt>
                <c:pt idx="46">
                  <c:v>2.2222222222222222E-3</c:v>
                </c:pt>
                <c:pt idx="47">
                  <c:v>2.2222222222222222E-3</c:v>
                </c:pt>
                <c:pt idx="48">
                  <c:v>2.3703703703703703E-3</c:v>
                </c:pt>
                <c:pt idx="49">
                  <c:v>2.5185185185185185E-3</c:v>
                </c:pt>
                <c:pt idx="50">
                  <c:v>2.5185185185185185E-3</c:v>
                </c:pt>
                <c:pt idx="51">
                  <c:v>2.5185185185185185E-3</c:v>
                </c:pt>
                <c:pt idx="52">
                  <c:v>2.5185185185185185E-3</c:v>
                </c:pt>
                <c:pt idx="53">
                  <c:v>2.6666666666666666E-3</c:v>
                </c:pt>
                <c:pt idx="54">
                  <c:v>2.8148148148148147E-3</c:v>
                </c:pt>
                <c:pt idx="55">
                  <c:v>2.8148148148148147E-3</c:v>
                </c:pt>
                <c:pt idx="56">
                  <c:v>2.8148148148148147E-3</c:v>
                </c:pt>
                <c:pt idx="57">
                  <c:v>2.9629629629629628E-3</c:v>
                </c:pt>
                <c:pt idx="58">
                  <c:v>3.1111111111111109E-3</c:v>
                </c:pt>
                <c:pt idx="59">
                  <c:v>3.2592592592592591E-3</c:v>
                </c:pt>
                <c:pt idx="60">
                  <c:v>3.4074074074074076E-3</c:v>
                </c:pt>
                <c:pt idx="61">
                  <c:v>3.4074074074074076E-3</c:v>
                </c:pt>
                <c:pt idx="62">
                  <c:v>3.4074074074074076E-3</c:v>
                </c:pt>
                <c:pt idx="63">
                  <c:v>3.4074074074074076E-3</c:v>
                </c:pt>
                <c:pt idx="64">
                  <c:v>3.4074074074074076E-3</c:v>
                </c:pt>
                <c:pt idx="65">
                  <c:v>3.4074074074074076E-3</c:v>
                </c:pt>
                <c:pt idx="66">
                  <c:v>3.4074074074074076E-3</c:v>
                </c:pt>
                <c:pt idx="67">
                  <c:v>3.4074074074074076E-3</c:v>
                </c:pt>
                <c:pt idx="68">
                  <c:v>3.4074074074074076E-3</c:v>
                </c:pt>
                <c:pt idx="69">
                  <c:v>3.5555555555555557E-3</c:v>
                </c:pt>
                <c:pt idx="70">
                  <c:v>3.7037037037037038E-3</c:v>
                </c:pt>
                <c:pt idx="71">
                  <c:v>3.7037037037037038E-3</c:v>
                </c:pt>
                <c:pt idx="72">
                  <c:v>3.7037037037037038E-3</c:v>
                </c:pt>
                <c:pt idx="73">
                  <c:v>3.7037037037037038E-3</c:v>
                </c:pt>
                <c:pt idx="74">
                  <c:v>3.851851851851852E-3</c:v>
                </c:pt>
                <c:pt idx="75">
                  <c:v>3.851851851851852E-3</c:v>
                </c:pt>
                <c:pt idx="76">
                  <c:v>4.0000000000000001E-3</c:v>
                </c:pt>
                <c:pt idx="77">
                  <c:v>4.0000000000000001E-3</c:v>
                </c:pt>
                <c:pt idx="78">
                  <c:v>4.1481481481481482E-3</c:v>
                </c:pt>
                <c:pt idx="79">
                  <c:v>4.2962962962962963E-3</c:v>
                </c:pt>
                <c:pt idx="80">
                  <c:v>4.2962962962962963E-3</c:v>
                </c:pt>
                <c:pt idx="81">
                  <c:v>4.2962962962962963E-3</c:v>
                </c:pt>
                <c:pt idx="82">
                  <c:v>4.2962962962962963E-3</c:v>
                </c:pt>
                <c:pt idx="83">
                  <c:v>4.4444444444444444E-3</c:v>
                </c:pt>
                <c:pt idx="84">
                  <c:v>4.4444444444444444E-3</c:v>
                </c:pt>
                <c:pt idx="85">
                  <c:v>4.4444444444444444E-3</c:v>
                </c:pt>
                <c:pt idx="86">
                  <c:v>4.4444444444444444E-3</c:v>
                </c:pt>
                <c:pt idx="87">
                  <c:v>4.5925925925925926E-3</c:v>
                </c:pt>
                <c:pt idx="88">
                  <c:v>4.7407407407407407E-3</c:v>
                </c:pt>
                <c:pt idx="89">
                  <c:v>4.7407407407407407E-3</c:v>
                </c:pt>
                <c:pt idx="90">
                  <c:v>4.7407407407407407E-3</c:v>
                </c:pt>
                <c:pt idx="91">
                  <c:v>4.8888888888888888E-3</c:v>
                </c:pt>
                <c:pt idx="92">
                  <c:v>4.8888888888888888E-3</c:v>
                </c:pt>
                <c:pt idx="93">
                  <c:v>4.8888888888888888E-3</c:v>
                </c:pt>
                <c:pt idx="94">
                  <c:v>5.0370370370370369E-3</c:v>
                </c:pt>
                <c:pt idx="95">
                  <c:v>5.185185185185185E-3</c:v>
                </c:pt>
                <c:pt idx="96">
                  <c:v>5.185185185185185E-3</c:v>
                </c:pt>
                <c:pt idx="97">
                  <c:v>5.185185185185185E-3</c:v>
                </c:pt>
                <c:pt idx="98">
                  <c:v>5.185185185185185E-3</c:v>
                </c:pt>
                <c:pt idx="99">
                  <c:v>5.185185185185185E-3</c:v>
                </c:pt>
                <c:pt idx="100">
                  <c:v>5.3333333333333332E-3</c:v>
                </c:pt>
                <c:pt idx="101">
                  <c:v>5.3333333333333332E-3</c:v>
                </c:pt>
                <c:pt idx="102">
                  <c:v>5.3333333333333332E-3</c:v>
                </c:pt>
                <c:pt idx="103">
                  <c:v>5.4814814814814813E-3</c:v>
                </c:pt>
                <c:pt idx="104">
                  <c:v>5.4814814814814813E-3</c:v>
                </c:pt>
                <c:pt idx="105">
                  <c:v>5.6296296296296294E-3</c:v>
                </c:pt>
                <c:pt idx="106">
                  <c:v>5.6296296296296294E-3</c:v>
                </c:pt>
                <c:pt idx="107">
                  <c:v>5.6296296296296294E-3</c:v>
                </c:pt>
                <c:pt idx="108">
                  <c:v>5.6296296296296294E-3</c:v>
                </c:pt>
                <c:pt idx="109">
                  <c:v>5.6296296296296294E-3</c:v>
                </c:pt>
                <c:pt idx="110">
                  <c:v>5.7777777777777775E-3</c:v>
                </c:pt>
                <c:pt idx="111">
                  <c:v>5.9259259259259256E-3</c:v>
                </c:pt>
                <c:pt idx="112">
                  <c:v>6.0740740740740738E-3</c:v>
                </c:pt>
                <c:pt idx="113">
                  <c:v>6.0740740740740738E-3</c:v>
                </c:pt>
                <c:pt idx="114">
                  <c:v>6.0740740740740738E-3</c:v>
                </c:pt>
                <c:pt idx="115">
                  <c:v>6.2222222222222219E-3</c:v>
                </c:pt>
                <c:pt idx="116">
                  <c:v>6.2222222222222219E-3</c:v>
                </c:pt>
                <c:pt idx="117">
                  <c:v>6.2222222222222219E-3</c:v>
                </c:pt>
                <c:pt idx="118">
                  <c:v>6.2222222222222219E-3</c:v>
                </c:pt>
                <c:pt idx="119">
                  <c:v>6.2222222222222219E-3</c:v>
                </c:pt>
                <c:pt idx="120">
                  <c:v>6.2222222222222219E-3</c:v>
                </c:pt>
                <c:pt idx="121">
                  <c:v>6.2222222222222219E-3</c:v>
                </c:pt>
                <c:pt idx="122">
                  <c:v>6.37037037037037E-3</c:v>
                </c:pt>
                <c:pt idx="123">
                  <c:v>6.37037037037037E-3</c:v>
                </c:pt>
                <c:pt idx="124">
                  <c:v>6.37037037037037E-3</c:v>
                </c:pt>
                <c:pt idx="125">
                  <c:v>6.5185185185185181E-3</c:v>
                </c:pt>
                <c:pt idx="126">
                  <c:v>6.5185185185185181E-3</c:v>
                </c:pt>
                <c:pt idx="127">
                  <c:v>6.5185185185185181E-3</c:v>
                </c:pt>
                <c:pt idx="128">
                  <c:v>6.5185185185185181E-3</c:v>
                </c:pt>
                <c:pt idx="129">
                  <c:v>6.6666666666666671E-3</c:v>
                </c:pt>
                <c:pt idx="130">
                  <c:v>6.6666666666666671E-3</c:v>
                </c:pt>
                <c:pt idx="131">
                  <c:v>6.6666666666666671E-3</c:v>
                </c:pt>
                <c:pt idx="132">
                  <c:v>6.8148148148148152E-3</c:v>
                </c:pt>
                <c:pt idx="133">
                  <c:v>6.8148148148148152E-3</c:v>
                </c:pt>
                <c:pt idx="134">
                  <c:v>6.8148148148148152E-3</c:v>
                </c:pt>
                <c:pt idx="135">
                  <c:v>6.9629629629629633E-3</c:v>
                </c:pt>
                <c:pt idx="136">
                  <c:v>7.1111111111111115E-3</c:v>
                </c:pt>
                <c:pt idx="137">
                  <c:v>7.2592592592592596E-3</c:v>
                </c:pt>
                <c:pt idx="138">
                  <c:v>7.4074074074074077E-3</c:v>
                </c:pt>
                <c:pt idx="139">
                  <c:v>7.4074074074074077E-3</c:v>
                </c:pt>
                <c:pt idx="140">
                  <c:v>7.4074074074074077E-3</c:v>
                </c:pt>
                <c:pt idx="141">
                  <c:v>7.5555555555555558E-3</c:v>
                </c:pt>
                <c:pt idx="142">
                  <c:v>7.5555555555555558E-3</c:v>
                </c:pt>
                <c:pt idx="143">
                  <c:v>7.5555555555555558E-3</c:v>
                </c:pt>
                <c:pt idx="144">
                  <c:v>7.7037037037037039E-3</c:v>
                </c:pt>
                <c:pt idx="145">
                  <c:v>7.7037037037037039E-3</c:v>
                </c:pt>
                <c:pt idx="146">
                  <c:v>7.7037037037037039E-3</c:v>
                </c:pt>
                <c:pt idx="147">
                  <c:v>7.7037037037037039E-3</c:v>
                </c:pt>
                <c:pt idx="148">
                  <c:v>7.7037037037037039E-3</c:v>
                </c:pt>
                <c:pt idx="149">
                  <c:v>7.7037037037037039E-3</c:v>
                </c:pt>
                <c:pt idx="150">
                  <c:v>7.7037037037037039E-3</c:v>
                </c:pt>
                <c:pt idx="151">
                  <c:v>7.7037037037037039E-3</c:v>
                </c:pt>
                <c:pt idx="152">
                  <c:v>7.7037037037037039E-3</c:v>
                </c:pt>
                <c:pt idx="153">
                  <c:v>7.8518518518518512E-3</c:v>
                </c:pt>
                <c:pt idx="154">
                  <c:v>7.8518518518518512E-3</c:v>
                </c:pt>
                <c:pt idx="155">
                  <c:v>8.0000000000000002E-3</c:v>
                </c:pt>
                <c:pt idx="156">
                  <c:v>8.1481481481481474E-3</c:v>
                </c:pt>
                <c:pt idx="157">
                  <c:v>8.1481481481481474E-3</c:v>
                </c:pt>
                <c:pt idx="158">
                  <c:v>8.1481481481481474E-3</c:v>
                </c:pt>
                <c:pt idx="159">
                  <c:v>8.2962962962962964E-3</c:v>
                </c:pt>
                <c:pt idx="160">
                  <c:v>8.2962962962962964E-3</c:v>
                </c:pt>
                <c:pt idx="161">
                  <c:v>8.2962962962962964E-3</c:v>
                </c:pt>
                <c:pt idx="162">
                  <c:v>8.2962962962962964E-3</c:v>
                </c:pt>
                <c:pt idx="163">
                  <c:v>8.2962962962962964E-3</c:v>
                </c:pt>
                <c:pt idx="164">
                  <c:v>8.2962962962962964E-3</c:v>
                </c:pt>
                <c:pt idx="165">
                  <c:v>8.2962962962962964E-3</c:v>
                </c:pt>
                <c:pt idx="166">
                  <c:v>8.2962962962962964E-3</c:v>
                </c:pt>
                <c:pt idx="167">
                  <c:v>8.2962962962962964E-3</c:v>
                </c:pt>
                <c:pt idx="168">
                  <c:v>8.2962962962962964E-3</c:v>
                </c:pt>
                <c:pt idx="169">
                  <c:v>8.4444444444444437E-3</c:v>
                </c:pt>
                <c:pt idx="170">
                  <c:v>8.4444444444444437E-3</c:v>
                </c:pt>
                <c:pt idx="171">
                  <c:v>8.5925925925925926E-3</c:v>
                </c:pt>
                <c:pt idx="172">
                  <c:v>8.5925925925925926E-3</c:v>
                </c:pt>
                <c:pt idx="173">
                  <c:v>8.7407407407407399E-3</c:v>
                </c:pt>
                <c:pt idx="174">
                  <c:v>8.7407407407407399E-3</c:v>
                </c:pt>
                <c:pt idx="175">
                  <c:v>8.8888888888888889E-3</c:v>
                </c:pt>
                <c:pt idx="176">
                  <c:v>9.0370370370370379E-3</c:v>
                </c:pt>
                <c:pt idx="177">
                  <c:v>9.0370370370370379E-3</c:v>
                </c:pt>
                <c:pt idx="178">
                  <c:v>9.1851851851851851E-3</c:v>
                </c:pt>
                <c:pt idx="179">
                  <c:v>9.1851851851851851E-3</c:v>
                </c:pt>
                <c:pt idx="180">
                  <c:v>9.3333333333333341E-3</c:v>
                </c:pt>
                <c:pt idx="181">
                  <c:v>9.3333333333333341E-3</c:v>
                </c:pt>
                <c:pt idx="182">
                  <c:v>9.3333333333333341E-3</c:v>
                </c:pt>
                <c:pt idx="183">
                  <c:v>9.3333333333333341E-3</c:v>
                </c:pt>
                <c:pt idx="184">
                  <c:v>9.3333333333333341E-3</c:v>
                </c:pt>
                <c:pt idx="185">
                  <c:v>9.3333333333333341E-3</c:v>
                </c:pt>
                <c:pt idx="186">
                  <c:v>9.3333333333333341E-3</c:v>
                </c:pt>
                <c:pt idx="187">
                  <c:v>9.4814814814814814E-3</c:v>
                </c:pt>
                <c:pt idx="188">
                  <c:v>9.4814814814814814E-3</c:v>
                </c:pt>
                <c:pt idx="189">
                  <c:v>9.4814814814814814E-3</c:v>
                </c:pt>
                <c:pt idx="190">
                  <c:v>9.4814814814814814E-3</c:v>
                </c:pt>
                <c:pt idx="191">
                  <c:v>9.4814814814814814E-3</c:v>
                </c:pt>
                <c:pt idx="192">
                  <c:v>9.4814814814814814E-3</c:v>
                </c:pt>
                <c:pt idx="193">
                  <c:v>9.6296296296296303E-3</c:v>
                </c:pt>
                <c:pt idx="194">
                  <c:v>9.7777777777777776E-3</c:v>
                </c:pt>
                <c:pt idx="195">
                  <c:v>9.7777777777777776E-3</c:v>
                </c:pt>
                <c:pt idx="196">
                  <c:v>9.7777777777777776E-3</c:v>
                </c:pt>
                <c:pt idx="197">
                  <c:v>9.9259259259259266E-3</c:v>
                </c:pt>
                <c:pt idx="198">
                  <c:v>9.9259259259259266E-3</c:v>
                </c:pt>
                <c:pt idx="199">
                  <c:v>9.9259259259259266E-3</c:v>
                </c:pt>
                <c:pt idx="200">
                  <c:v>9.9259259259259266E-3</c:v>
                </c:pt>
                <c:pt idx="201">
                  <c:v>9.9259259259259266E-3</c:v>
                </c:pt>
                <c:pt idx="202">
                  <c:v>9.9259259259259266E-3</c:v>
                </c:pt>
                <c:pt idx="203">
                  <c:v>9.9259259259259266E-3</c:v>
                </c:pt>
                <c:pt idx="204">
                  <c:v>1.0074074074074074E-2</c:v>
                </c:pt>
                <c:pt idx="205">
                  <c:v>1.0074074074074074E-2</c:v>
                </c:pt>
                <c:pt idx="206">
                  <c:v>1.0074074074074074E-2</c:v>
                </c:pt>
                <c:pt idx="207">
                  <c:v>1.0074074074074074E-2</c:v>
                </c:pt>
                <c:pt idx="208">
                  <c:v>1.0074074074074074E-2</c:v>
                </c:pt>
                <c:pt idx="209">
                  <c:v>1.0074074074074074E-2</c:v>
                </c:pt>
                <c:pt idx="210">
                  <c:v>1.0074074074074074E-2</c:v>
                </c:pt>
                <c:pt idx="211">
                  <c:v>1.0222222222222223E-2</c:v>
                </c:pt>
                <c:pt idx="212">
                  <c:v>1.037037037037037E-2</c:v>
                </c:pt>
                <c:pt idx="213">
                  <c:v>1.0518518518518519E-2</c:v>
                </c:pt>
                <c:pt idx="214">
                  <c:v>1.0666666666666666E-2</c:v>
                </c:pt>
                <c:pt idx="215">
                  <c:v>1.0666666666666666E-2</c:v>
                </c:pt>
                <c:pt idx="216">
                  <c:v>1.0814814814814815E-2</c:v>
                </c:pt>
                <c:pt idx="217">
                  <c:v>1.0814814814814815E-2</c:v>
                </c:pt>
                <c:pt idx="218">
                  <c:v>1.0814814814814815E-2</c:v>
                </c:pt>
                <c:pt idx="219">
                  <c:v>1.0962962962962963E-2</c:v>
                </c:pt>
                <c:pt idx="220">
                  <c:v>1.1111111111111112E-2</c:v>
                </c:pt>
                <c:pt idx="221">
                  <c:v>1.1259259259259259E-2</c:v>
                </c:pt>
                <c:pt idx="222">
                  <c:v>1.1259259259259259E-2</c:v>
                </c:pt>
                <c:pt idx="223">
                  <c:v>1.1259259259259259E-2</c:v>
                </c:pt>
                <c:pt idx="224">
                  <c:v>1.1259259259259259E-2</c:v>
                </c:pt>
                <c:pt idx="225">
                  <c:v>1.1259259259259259E-2</c:v>
                </c:pt>
                <c:pt idx="226">
                  <c:v>1.1407407407407408E-2</c:v>
                </c:pt>
                <c:pt idx="227">
                  <c:v>1.1555555555555555E-2</c:v>
                </c:pt>
                <c:pt idx="228">
                  <c:v>1.1555555555555555E-2</c:v>
                </c:pt>
                <c:pt idx="229">
                  <c:v>1.1555555555555555E-2</c:v>
                </c:pt>
                <c:pt idx="230">
                  <c:v>1.1555555555555555E-2</c:v>
                </c:pt>
                <c:pt idx="231">
                  <c:v>1.1555555555555555E-2</c:v>
                </c:pt>
                <c:pt idx="232">
                  <c:v>1.1555555555555555E-2</c:v>
                </c:pt>
                <c:pt idx="233">
                  <c:v>1.1703703703703704E-2</c:v>
                </c:pt>
                <c:pt idx="234">
                  <c:v>1.1703703703703704E-2</c:v>
                </c:pt>
                <c:pt idx="235">
                  <c:v>1.1703703703703704E-2</c:v>
                </c:pt>
                <c:pt idx="236">
                  <c:v>1.1851851851851851E-2</c:v>
                </c:pt>
                <c:pt idx="237">
                  <c:v>1.2E-2</c:v>
                </c:pt>
                <c:pt idx="238">
                  <c:v>1.2E-2</c:v>
                </c:pt>
                <c:pt idx="239">
                  <c:v>1.2E-2</c:v>
                </c:pt>
                <c:pt idx="240">
                  <c:v>1.2E-2</c:v>
                </c:pt>
                <c:pt idx="241">
                  <c:v>1.2E-2</c:v>
                </c:pt>
                <c:pt idx="242">
                  <c:v>1.2E-2</c:v>
                </c:pt>
                <c:pt idx="243">
                  <c:v>1.2E-2</c:v>
                </c:pt>
                <c:pt idx="244">
                  <c:v>1.2E-2</c:v>
                </c:pt>
                <c:pt idx="245">
                  <c:v>1.2148148148148148E-2</c:v>
                </c:pt>
                <c:pt idx="246">
                  <c:v>1.2148148148148148E-2</c:v>
                </c:pt>
                <c:pt idx="247">
                  <c:v>1.2148148148148148E-2</c:v>
                </c:pt>
                <c:pt idx="248">
                  <c:v>1.2148148148148148E-2</c:v>
                </c:pt>
                <c:pt idx="249">
                  <c:v>1.2148148148148148E-2</c:v>
                </c:pt>
                <c:pt idx="250">
                  <c:v>1.2148148148148148E-2</c:v>
                </c:pt>
                <c:pt idx="251">
                  <c:v>1.2148148148148148E-2</c:v>
                </c:pt>
                <c:pt idx="252">
                  <c:v>1.2296296296296296E-2</c:v>
                </c:pt>
                <c:pt idx="253">
                  <c:v>1.2444444444444444E-2</c:v>
                </c:pt>
                <c:pt idx="254">
                  <c:v>1.2444444444444444E-2</c:v>
                </c:pt>
                <c:pt idx="255">
                  <c:v>1.2444444444444444E-2</c:v>
                </c:pt>
                <c:pt idx="256">
                  <c:v>1.2444444444444444E-2</c:v>
                </c:pt>
                <c:pt idx="257">
                  <c:v>1.2444444444444444E-2</c:v>
                </c:pt>
                <c:pt idx="258">
                  <c:v>1.2444444444444444E-2</c:v>
                </c:pt>
                <c:pt idx="259">
                  <c:v>1.2592592592592593E-2</c:v>
                </c:pt>
                <c:pt idx="260">
                  <c:v>1.274074074074074E-2</c:v>
                </c:pt>
                <c:pt idx="261">
                  <c:v>1.2888888888888889E-2</c:v>
                </c:pt>
                <c:pt idx="262">
                  <c:v>1.3037037037037036E-2</c:v>
                </c:pt>
                <c:pt idx="263">
                  <c:v>1.3037037037037036E-2</c:v>
                </c:pt>
                <c:pt idx="264">
                  <c:v>1.3037037037037036E-2</c:v>
                </c:pt>
                <c:pt idx="265">
                  <c:v>1.3185185185185185E-2</c:v>
                </c:pt>
                <c:pt idx="266">
                  <c:v>1.3185185185185185E-2</c:v>
                </c:pt>
                <c:pt idx="267">
                  <c:v>1.3333333333333334E-2</c:v>
                </c:pt>
                <c:pt idx="268">
                  <c:v>1.3481481481481481E-2</c:v>
                </c:pt>
                <c:pt idx="269">
                  <c:v>1.3481481481481481E-2</c:v>
                </c:pt>
                <c:pt idx="270">
                  <c:v>1.3481481481481481E-2</c:v>
                </c:pt>
                <c:pt idx="271">
                  <c:v>1.3481481481481481E-2</c:v>
                </c:pt>
                <c:pt idx="272">
                  <c:v>1.3481481481481481E-2</c:v>
                </c:pt>
                <c:pt idx="273">
                  <c:v>1.3481481481481481E-2</c:v>
                </c:pt>
                <c:pt idx="274">
                  <c:v>1.362962962962963E-2</c:v>
                </c:pt>
                <c:pt idx="275">
                  <c:v>1.3777777777777778E-2</c:v>
                </c:pt>
                <c:pt idx="276">
                  <c:v>1.3777777777777778E-2</c:v>
                </c:pt>
                <c:pt idx="277">
                  <c:v>1.3777777777777778E-2</c:v>
                </c:pt>
                <c:pt idx="278">
                  <c:v>1.3777777777777778E-2</c:v>
                </c:pt>
                <c:pt idx="279">
                  <c:v>1.3925925925925927E-2</c:v>
                </c:pt>
                <c:pt idx="280">
                  <c:v>1.3925925925925927E-2</c:v>
                </c:pt>
                <c:pt idx="281">
                  <c:v>1.4074074074074074E-2</c:v>
                </c:pt>
                <c:pt idx="282">
                  <c:v>1.4074074074074074E-2</c:v>
                </c:pt>
                <c:pt idx="283">
                  <c:v>1.4074074074074074E-2</c:v>
                </c:pt>
                <c:pt idx="284">
                  <c:v>1.4074074074074074E-2</c:v>
                </c:pt>
                <c:pt idx="285">
                  <c:v>1.4074074074074074E-2</c:v>
                </c:pt>
                <c:pt idx="286">
                  <c:v>1.4074074074074074E-2</c:v>
                </c:pt>
                <c:pt idx="287">
                  <c:v>1.4074074074074074E-2</c:v>
                </c:pt>
                <c:pt idx="288">
                  <c:v>1.4074074074074074E-2</c:v>
                </c:pt>
                <c:pt idx="289">
                  <c:v>1.4222222222222223E-2</c:v>
                </c:pt>
                <c:pt idx="290">
                  <c:v>1.437037037037037E-2</c:v>
                </c:pt>
                <c:pt idx="291">
                  <c:v>1.437037037037037E-2</c:v>
                </c:pt>
                <c:pt idx="292">
                  <c:v>1.4518518518518519E-2</c:v>
                </c:pt>
                <c:pt idx="293">
                  <c:v>1.4518518518518519E-2</c:v>
                </c:pt>
                <c:pt idx="294">
                  <c:v>1.4518518518518519E-2</c:v>
                </c:pt>
                <c:pt idx="295">
                  <c:v>1.4518518518518519E-2</c:v>
                </c:pt>
                <c:pt idx="296">
                  <c:v>1.4666666666666666E-2</c:v>
                </c:pt>
                <c:pt idx="297">
                  <c:v>1.4814814814814815E-2</c:v>
                </c:pt>
                <c:pt idx="298">
                  <c:v>1.4962962962962963E-2</c:v>
                </c:pt>
                <c:pt idx="299">
                  <c:v>1.5111111111111112E-2</c:v>
                </c:pt>
                <c:pt idx="300">
                  <c:v>1.5259259259259259E-2</c:v>
                </c:pt>
                <c:pt idx="301">
                  <c:v>1.5259259259259259E-2</c:v>
                </c:pt>
                <c:pt idx="302">
                  <c:v>1.5259259259259259E-2</c:v>
                </c:pt>
                <c:pt idx="303">
                  <c:v>1.5259259259259259E-2</c:v>
                </c:pt>
                <c:pt idx="304">
                  <c:v>1.5407407407407408E-2</c:v>
                </c:pt>
                <c:pt idx="305">
                  <c:v>1.5407407407407408E-2</c:v>
                </c:pt>
                <c:pt idx="306">
                  <c:v>1.5407407407407408E-2</c:v>
                </c:pt>
                <c:pt idx="307">
                  <c:v>1.5555555555555555E-2</c:v>
                </c:pt>
                <c:pt idx="308">
                  <c:v>1.5703703703703702E-2</c:v>
                </c:pt>
                <c:pt idx="309">
                  <c:v>1.5851851851851853E-2</c:v>
                </c:pt>
                <c:pt idx="310">
                  <c:v>1.5851851851851853E-2</c:v>
                </c:pt>
                <c:pt idx="311">
                  <c:v>1.5851851851851853E-2</c:v>
                </c:pt>
                <c:pt idx="312">
                  <c:v>1.5851851851851853E-2</c:v>
                </c:pt>
                <c:pt idx="313">
                  <c:v>1.6E-2</c:v>
                </c:pt>
                <c:pt idx="314">
                  <c:v>1.6148148148148148E-2</c:v>
                </c:pt>
                <c:pt idx="315">
                  <c:v>1.6148148148148148E-2</c:v>
                </c:pt>
                <c:pt idx="316">
                  <c:v>1.6148148148148148E-2</c:v>
                </c:pt>
                <c:pt idx="317">
                  <c:v>1.6148148148148148E-2</c:v>
                </c:pt>
                <c:pt idx="318">
                  <c:v>1.6296296296296295E-2</c:v>
                </c:pt>
                <c:pt idx="319">
                  <c:v>1.6296296296296295E-2</c:v>
                </c:pt>
                <c:pt idx="320">
                  <c:v>1.6296296296296295E-2</c:v>
                </c:pt>
                <c:pt idx="321">
                  <c:v>1.6296296296296295E-2</c:v>
                </c:pt>
                <c:pt idx="322">
                  <c:v>1.6296296296296295E-2</c:v>
                </c:pt>
                <c:pt idx="323">
                  <c:v>1.6296296296296295E-2</c:v>
                </c:pt>
                <c:pt idx="324">
                  <c:v>1.6296296296296295E-2</c:v>
                </c:pt>
                <c:pt idx="325">
                  <c:v>1.6296296296296295E-2</c:v>
                </c:pt>
                <c:pt idx="326">
                  <c:v>1.6296296296296295E-2</c:v>
                </c:pt>
                <c:pt idx="327">
                  <c:v>1.6296296296296295E-2</c:v>
                </c:pt>
                <c:pt idx="328">
                  <c:v>1.6296296296296295E-2</c:v>
                </c:pt>
                <c:pt idx="329">
                  <c:v>1.6444444444444446E-2</c:v>
                </c:pt>
                <c:pt idx="330">
                  <c:v>1.6444444444444446E-2</c:v>
                </c:pt>
                <c:pt idx="331">
                  <c:v>1.6592592592592593E-2</c:v>
                </c:pt>
                <c:pt idx="332">
                  <c:v>1.6592592592592593E-2</c:v>
                </c:pt>
                <c:pt idx="333">
                  <c:v>1.6592592592592593E-2</c:v>
                </c:pt>
                <c:pt idx="334">
                  <c:v>1.674074074074074E-2</c:v>
                </c:pt>
                <c:pt idx="335">
                  <c:v>1.6888888888888887E-2</c:v>
                </c:pt>
                <c:pt idx="336">
                  <c:v>1.7037037037037038E-2</c:v>
                </c:pt>
                <c:pt idx="337">
                  <c:v>1.7037037037037038E-2</c:v>
                </c:pt>
                <c:pt idx="338">
                  <c:v>1.7185185185185185E-2</c:v>
                </c:pt>
                <c:pt idx="339">
                  <c:v>1.7185185185185185E-2</c:v>
                </c:pt>
                <c:pt idx="340">
                  <c:v>1.7185185185185185E-2</c:v>
                </c:pt>
                <c:pt idx="341">
                  <c:v>1.7185185185185185E-2</c:v>
                </c:pt>
                <c:pt idx="342">
                  <c:v>1.7185185185185185E-2</c:v>
                </c:pt>
                <c:pt idx="343">
                  <c:v>1.7185185185185185E-2</c:v>
                </c:pt>
                <c:pt idx="344">
                  <c:v>1.7333333333333333E-2</c:v>
                </c:pt>
                <c:pt idx="345">
                  <c:v>1.7333333333333333E-2</c:v>
                </c:pt>
                <c:pt idx="346">
                  <c:v>1.748148148148148E-2</c:v>
                </c:pt>
                <c:pt idx="347">
                  <c:v>1.748148148148148E-2</c:v>
                </c:pt>
                <c:pt idx="348">
                  <c:v>1.748148148148148E-2</c:v>
                </c:pt>
                <c:pt idx="349">
                  <c:v>1.748148148148148E-2</c:v>
                </c:pt>
                <c:pt idx="350">
                  <c:v>1.7629629629629631E-2</c:v>
                </c:pt>
                <c:pt idx="351">
                  <c:v>1.7777777777777778E-2</c:v>
                </c:pt>
                <c:pt idx="352">
                  <c:v>1.7777777777777778E-2</c:v>
                </c:pt>
                <c:pt idx="353">
                  <c:v>1.7925925925925925E-2</c:v>
                </c:pt>
                <c:pt idx="354">
                  <c:v>1.7925925925925925E-2</c:v>
                </c:pt>
                <c:pt idx="355">
                  <c:v>1.7925925925925925E-2</c:v>
                </c:pt>
                <c:pt idx="356">
                  <c:v>1.7925925925925925E-2</c:v>
                </c:pt>
                <c:pt idx="357">
                  <c:v>1.7925925925925925E-2</c:v>
                </c:pt>
                <c:pt idx="358">
                  <c:v>1.8074074074074076E-2</c:v>
                </c:pt>
                <c:pt idx="359">
                  <c:v>1.8074074074074076E-2</c:v>
                </c:pt>
                <c:pt idx="360">
                  <c:v>1.8074074074074076E-2</c:v>
                </c:pt>
                <c:pt idx="361">
                  <c:v>1.8074074074074076E-2</c:v>
                </c:pt>
                <c:pt idx="362">
                  <c:v>1.8074074074074076E-2</c:v>
                </c:pt>
                <c:pt idx="363">
                  <c:v>1.8074074074074076E-2</c:v>
                </c:pt>
                <c:pt idx="364">
                  <c:v>1.8074074074074076E-2</c:v>
                </c:pt>
                <c:pt idx="365">
                  <c:v>1.8074074074074076E-2</c:v>
                </c:pt>
                <c:pt idx="366">
                  <c:v>1.8222222222222223E-2</c:v>
                </c:pt>
                <c:pt idx="367">
                  <c:v>1.8222222222222223E-2</c:v>
                </c:pt>
                <c:pt idx="368">
                  <c:v>1.837037037037037E-2</c:v>
                </c:pt>
                <c:pt idx="369">
                  <c:v>1.8518518518518517E-2</c:v>
                </c:pt>
                <c:pt idx="370">
                  <c:v>1.8666666666666668E-2</c:v>
                </c:pt>
                <c:pt idx="371">
                  <c:v>1.8666666666666668E-2</c:v>
                </c:pt>
                <c:pt idx="372">
                  <c:v>1.8666666666666668E-2</c:v>
                </c:pt>
                <c:pt idx="373">
                  <c:v>1.8666666666666668E-2</c:v>
                </c:pt>
                <c:pt idx="374">
                  <c:v>1.8814814814814815E-2</c:v>
                </c:pt>
                <c:pt idx="375">
                  <c:v>1.8814814814814815E-2</c:v>
                </c:pt>
                <c:pt idx="376">
                  <c:v>1.8962962962962963E-2</c:v>
                </c:pt>
                <c:pt idx="377">
                  <c:v>1.8962962962962963E-2</c:v>
                </c:pt>
                <c:pt idx="378">
                  <c:v>1.911111111111111E-2</c:v>
                </c:pt>
                <c:pt idx="379">
                  <c:v>1.911111111111111E-2</c:v>
                </c:pt>
                <c:pt idx="380">
                  <c:v>1.911111111111111E-2</c:v>
                </c:pt>
                <c:pt idx="381">
                  <c:v>1.911111111111111E-2</c:v>
                </c:pt>
                <c:pt idx="382">
                  <c:v>1.9259259259259261E-2</c:v>
                </c:pt>
                <c:pt idx="383">
                  <c:v>1.9259259259259261E-2</c:v>
                </c:pt>
                <c:pt idx="384">
                  <c:v>1.9259259259259261E-2</c:v>
                </c:pt>
                <c:pt idx="385">
                  <c:v>1.9259259259259261E-2</c:v>
                </c:pt>
                <c:pt idx="386">
                  <c:v>1.9407407407407408E-2</c:v>
                </c:pt>
                <c:pt idx="387">
                  <c:v>1.9555555555555555E-2</c:v>
                </c:pt>
                <c:pt idx="388">
                  <c:v>1.9555555555555555E-2</c:v>
                </c:pt>
                <c:pt idx="389">
                  <c:v>1.9703703703703702E-2</c:v>
                </c:pt>
                <c:pt idx="390">
                  <c:v>1.9851851851851853E-2</c:v>
                </c:pt>
                <c:pt idx="391">
                  <c:v>1.9851851851851853E-2</c:v>
                </c:pt>
                <c:pt idx="392">
                  <c:v>0.02</c:v>
                </c:pt>
                <c:pt idx="393">
                  <c:v>2.0148148148148148E-2</c:v>
                </c:pt>
                <c:pt idx="394">
                  <c:v>2.0148148148148148E-2</c:v>
                </c:pt>
                <c:pt idx="395">
                  <c:v>2.0296296296296295E-2</c:v>
                </c:pt>
                <c:pt idx="396">
                  <c:v>2.0296296296296295E-2</c:v>
                </c:pt>
                <c:pt idx="397">
                  <c:v>2.0444444444444446E-2</c:v>
                </c:pt>
                <c:pt idx="398">
                  <c:v>2.0444444444444446E-2</c:v>
                </c:pt>
                <c:pt idx="399">
                  <c:v>2.0444444444444446E-2</c:v>
                </c:pt>
                <c:pt idx="400">
                  <c:v>2.0592592592592593E-2</c:v>
                </c:pt>
                <c:pt idx="401">
                  <c:v>2.0592592592592593E-2</c:v>
                </c:pt>
                <c:pt idx="402">
                  <c:v>2.0592592592592593E-2</c:v>
                </c:pt>
                <c:pt idx="403">
                  <c:v>2.074074074074074E-2</c:v>
                </c:pt>
                <c:pt idx="404">
                  <c:v>2.074074074074074E-2</c:v>
                </c:pt>
                <c:pt idx="405">
                  <c:v>2.074074074074074E-2</c:v>
                </c:pt>
                <c:pt idx="406">
                  <c:v>2.0888888888888887E-2</c:v>
                </c:pt>
                <c:pt idx="407">
                  <c:v>2.0888888888888887E-2</c:v>
                </c:pt>
                <c:pt idx="408">
                  <c:v>2.0888888888888887E-2</c:v>
                </c:pt>
                <c:pt idx="409">
                  <c:v>2.0888888888888887E-2</c:v>
                </c:pt>
                <c:pt idx="410">
                  <c:v>2.0888888888888887E-2</c:v>
                </c:pt>
                <c:pt idx="411">
                  <c:v>2.0888888888888887E-2</c:v>
                </c:pt>
                <c:pt idx="412">
                  <c:v>2.0888888888888887E-2</c:v>
                </c:pt>
                <c:pt idx="413">
                  <c:v>2.1037037037037038E-2</c:v>
                </c:pt>
                <c:pt idx="414">
                  <c:v>2.1037037037037038E-2</c:v>
                </c:pt>
                <c:pt idx="415">
                  <c:v>2.1185185185185185E-2</c:v>
                </c:pt>
                <c:pt idx="416">
                  <c:v>2.1185185185185185E-2</c:v>
                </c:pt>
                <c:pt idx="417">
                  <c:v>2.1185185185185185E-2</c:v>
                </c:pt>
                <c:pt idx="418">
                  <c:v>2.1185185185185185E-2</c:v>
                </c:pt>
                <c:pt idx="419">
                  <c:v>2.1185185185185185E-2</c:v>
                </c:pt>
                <c:pt idx="420">
                  <c:v>2.1185185185185185E-2</c:v>
                </c:pt>
                <c:pt idx="421">
                  <c:v>2.1185185185185185E-2</c:v>
                </c:pt>
                <c:pt idx="422">
                  <c:v>2.1185185185185185E-2</c:v>
                </c:pt>
                <c:pt idx="423">
                  <c:v>2.1333333333333333E-2</c:v>
                </c:pt>
                <c:pt idx="424">
                  <c:v>2.1333333333333333E-2</c:v>
                </c:pt>
                <c:pt idx="425">
                  <c:v>2.1333333333333333E-2</c:v>
                </c:pt>
                <c:pt idx="426">
                  <c:v>2.148148148148148E-2</c:v>
                </c:pt>
                <c:pt idx="427">
                  <c:v>2.148148148148148E-2</c:v>
                </c:pt>
                <c:pt idx="428">
                  <c:v>2.148148148148148E-2</c:v>
                </c:pt>
                <c:pt idx="429">
                  <c:v>2.1629629629629631E-2</c:v>
                </c:pt>
                <c:pt idx="430">
                  <c:v>2.1629629629629631E-2</c:v>
                </c:pt>
                <c:pt idx="431">
                  <c:v>2.1629629629629631E-2</c:v>
                </c:pt>
                <c:pt idx="432">
                  <c:v>2.1629629629629631E-2</c:v>
                </c:pt>
                <c:pt idx="433">
                  <c:v>2.1777777777777778E-2</c:v>
                </c:pt>
                <c:pt idx="434">
                  <c:v>2.1777777777777778E-2</c:v>
                </c:pt>
                <c:pt idx="435">
                  <c:v>2.1777777777777778E-2</c:v>
                </c:pt>
                <c:pt idx="436">
                  <c:v>2.1777777777777778E-2</c:v>
                </c:pt>
                <c:pt idx="437">
                  <c:v>2.1925925925925925E-2</c:v>
                </c:pt>
                <c:pt idx="438">
                  <c:v>2.1925925925925925E-2</c:v>
                </c:pt>
                <c:pt idx="439">
                  <c:v>2.1925925925925925E-2</c:v>
                </c:pt>
                <c:pt idx="440">
                  <c:v>2.1925925925925925E-2</c:v>
                </c:pt>
                <c:pt idx="441">
                  <c:v>2.1925925925925925E-2</c:v>
                </c:pt>
                <c:pt idx="442">
                  <c:v>2.1925925925925925E-2</c:v>
                </c:pt>
                <c:pt idx="443">
                  <c:v>2.1925925925925925E-2</c:v>
                </c:pt>
                <c:pt idx="444">
                  <c:v>2.2074074074074072E-2</c:v>
                </c:pt>
                <c:pt idx="445">
                  <c:v>2.2074074074074072E-2</c:v>
                </c:pt>
                <c:pt idx="446">
                  <c:v>2.2222222222222223E-2</c:v>
                </c:pt>
                <c:pt idx="447">
                  <c:v>2.237037037037037E-2</c:v>
                </c:pt>
                <c:pt idx="448">
                  <c:v>2.237037037037037E-2</c:v>
                </c:pt>
                <c:pt idx="449">
                  <c:v>2.2518518518518518E-2</c:v>
                </c:pt>
                <c:pt idx="450">
                  <c:v>2.2518518518518518E-2</c:v>
                </c:pt>
                <c:pt idx="451">
                  <c:v>2.2518518518518518E-2</c:v>
                </c:pt>
                <c:pt idx="452">
                  <c:v>2.2666666666666668E-2</c:v>
                </c:pt>
                <c:pt idx="453">
                  <c:v>2.2666666666666668E-2</c:v>
                </c:pt>
                <c:pt idx="454">
                  <c:v>2.2666666666666668E-2</c:v>
                </c:pt>
                <c:pt idx="455">
                  <c:v>2.2666666666666668E-2</c:v>
                </c:pt>
                <c:pt idx="456">
                  <c:v>2.2666666666666668E-2</c:v>
                </c:pt>
                <c:pt idx="457">
                  <c:v>2.2666666666666668E-2</c:v>
                </c:pt>
                <c:pt idx="458">
                  <c:v>2.2666666666666668E-2</c:v>
                </c:pt>
                <c:pt idx="459">
                  <c:v>2.2666666666666668E-2</c:v>
                </c:pt>
                <c:pt idx="460">
                  <c:v>2.2666666666666668E-2</c:v>
                </c:pt>
                <c:pt idx="461">
                  <c:v>2.2666666666666668E-2</c:v>
                </c:pt>
                <c:pt idx="462">
                  <c:v>2.2666666666666668E-2</c:v>
                </c:pt>
                <c:pt idx="463">
                  <c:v>2.2666666666666668E-2</c:v>
                </c:pt>
                <c:pt idx="464">
                  <c:v>2.2666666666666668E-2</c:v>
                </c:pt>
                <c:pt idx="465">
                  <c:v>2.2666666666666668E-2</c:v>
                </c:pt>
                <c:pt idx="466">
                  <c:v>2.2814814814814816E-2</c:v>
                </c:pt>
                <c:pt idx="467">
                  <c:v>2.2814814814814816E-2</c:v>
                </c:pt>
                <c:pt idx="468">
                  <c:v>2.2962962962962963E-2</c:v>
                </c:pt>
                <c:pt idx="469">
                  <c:v>2.311111111111111E-2</c:v>
                </c:pt>
                <c:pt idx="470">
                  <c:v>2.311111111111111E-2</c:v>
                </c:pt>
                <c:pt idx="471">
                  <c:v>2.311111111111111E-2</c:v>
                </c:pt>
                <c:pt idx="472">
                  <c:v>2.3259259259259261E-2</c:v>
                </c:pt>
                <c:pt idx="473">
                  <c:v>2.3259259259259261E-2</c:v>
                </c:pt>
                <c:pt idx="474">
                  <c:v>2.3259259259259261E-2</c:v>
                </c:pt>
                <c:pt idx="475">
                  <c:v>2.3259259259259261E-2</c:v>
                </c:pt>
                <c:pt idx="476">
                  <c:v>2.3259259259259261E-2</c:v>
                </c:pt>
                <c:pt idx="477">
                  <c:v>2.3259259259259261E-2</c:v>
                </c:pt>
                <c:pt idx="478">
                  <c:v>2.3259259259259261E-2</c:v>
                </c:pt>
                <c:pt idx="479">
                  <c:v>2.3407407407407408E-2</c:v>
                </c:pt>
                <c:pt idx="480">
                  <c:v>2.3555555555555555E-2</c:v>
                </c:pt>
                <c:pt idx="481">
                  <c:v>2.3555555555555555E-2</c:v>
                </c:pt>
                <c:pt idx="482">
                  <c:v>2.3555555555555555E-2</c:v>
                </c:pt>
                <c:pt idx="483">
                  <c:v>2.3703703703703703E-2</c:v>
                </c:pt>
                <c:pt idx="484">
                  <c:v>2.3703703703703703E-2</c:v>
                </c:pt>
                <c:pt idx="485">
                  <c:v>2.3703703703703703E-2</c:v>
                </c:pt>
                <c:pt idx="486">
                  <c:v>2.3703703703703703E-2</c:v>
                </c:pt>
                <c:pt idx="487">
                  <c:v>2.3703703703703703E-2</c:v>
                </c:pt>
                <c:pt idx="488">
                  <c:v>2.3851851851851853E-2</c:v>
                </c:pt>
                <c:pt idx="489">
                  <c:v>2.4E-2</c:v>
                </c:pt>
                <c:pt idx="490">
                  <c:v>2.4E-2</c:v>
                </c:pt>
                <c:pt idx="491">
                  <c:v>2.4148148148148148E-2</c:v>
                </c:pt>
                <c:pt idx="492">
                  <c:v>2.4148148148148148E-2</c:v>
                </c:pt>
                <c:pt idx="493">
                  <c:v>2.4148148148148148E-2</c:v>
                </c:pt>
                <c:pt idx="494">
                  <c:v>2.4148148148148148E-2</c:v>
                </c:pt>
                <c:pt idx="495">
                  <c:v>2.4148148148148148E-2</c:v>
                </c:pt>
                <c:pt idx="496">
                  <c:v>2.4148148148148148E-2</c:v>
                </c:pt>
                <c:pt idx="497">
                  <c:v>2.4148148148148148E-2</c:v>
                </c:pt>
                <c:pt idx="498">
                  <c:v>2.4148148148148148E-2</c:v>
                </c:pt>
                <c:pt idx="499">
                  <c:v>2.4296296296296295E-2</c:v>
                </c:pt>
                <c:pt idx="500">
                  <c:v>2.4296296296296295E-2</c:v>
                </c:pt>
                <c:pt idx="501">
                  <c:v>2.4296296296296295E-2</c:v>
                </c:pt>
                <c:pt idx="502">
                  <c:v>2.4444444444444446E-2</c:v>
                </c:pt>
                <c:pt idx="503">
                  <c:v>2.4444444444444446E-2</c:v>
                </c:pt>
                <c:pt idx="504">
                  <c:v>2.4444444444444446E-2</c:v>
                </c:pt>
                <c:pt idx="505">
                  <c:v>2.4444444444444446E-2</c:v>
                </c:pt>
                <c:pt idx="506">
                  <c:v>2.4444444444444446E-2</c:v>
                </c:pt>
                <c:pt idx="507">
                  <c:v>2.4444444444444446E-2</c:v>
                </c:pt>
                <c:pt idx="508">
                  <c:v>2.4444444444444446E-2</c:v>
                </c:pt>
                <c:pt idx="509">
                  <c:v>2.4592592592592593E-2</c:v>
                </c:pt>
                <c:pt idx="510">
                  <c:v>2.4592592592592593E-2</c:v>
                </c:pt>
                <c:pt idx="511">
                  <c:v>2.474074074074074E-2</c:v>
                </c:pt>
                <c:pt idx="512">
                  <c:v>2.474074074074074E-2</c:v>
                </c:pt>
                <c:pt idx="513">
                  <c:v>2.4888888888888887E-2</c:v>
                </c:pt>
                <c:pt idx="514">
                  <c:v>2.5037037037037038E-2</c:v>
                </c:pt>
                <c:pt idx="515">
                  <c:v>2.5037037037037038E-2</c:v>
                </c:pt>
                <c:pt idx="516">
                  <c:v>2.5185185185185185E-2</c:v>
                </c:pt>
                <c:pt idx="517">
                  <c:v>2.5185185185185185E-2</c:v>
                </c:pt>
                <c:pt idx="518">
                  <c:v>2.5185185185185185E-2</c:v>
                </c:pt>
                <c:pt idx="519">
                  <c:v>2.5333333333333333E-2</c:v>
                </c:pt>
                <c:pt idx="520">
                  <c:v>2.5333333333333333E-2</c:v>
                </c:pt>
                <c:pt idx="521">
                  <c:v>2.5333333333333333E-2</c:v>
                </c:pt>
                <c:pt idx="522">
                  <c:v>2.548148148148148E-2</c:v>
                </c:pt>
                <c:pt idx="523">
                  <c:v>2.5629629629629631E-2</c:v>
                </c:pt>
                <c:pt idx="524">
                  <c:v>2.5629629629629631E-2</c:v>
                </c:pt>
                <c:pt idx="525">
                  <c:v>2.5629629629629631E-2</c:v>
                </c:pt>
                <c:pt idx="526">
                  <c:v>2.5629629629629631E-2</c:v>
                </c:pt>
                <c:pt idx="527">
                  <c:v>2.5777777777777778E-2</c:v>
                </c:pt>
                <c:pt idx="528">
                  <c:v>2.5777777777777778E-2</c:v>
                </c:pt>
                <c:pt idx="529">
                  <c:v>2.5777777777777778E-2</c:v>
                </c:pt>
                <c:pt idx="530">
                  <c:v>2.5777777777777778E-2</c:v>
                </c:pt>
                <c:pt idx="531">
                  <c:v>2.5777777777777778E-2</c:v>
                </c:pt>
                <c:pt idx="532">
                  <c:v>2.5777777777777778E-2</c:v>
                </c:pt>
                <c:pt idx="533">
                  <c:v>2.5777777777777778E-2</c:v>
                </c:pt>
                <c:pt idx="534">
                  <c:v>2.5925925925925925E-2</c:v>
                </c:pt>
                <c:pt idx="535">
                  <c:v>2.5925925925925925E-2</c:v>
                </c:pt>
                <c:pt idx="536">
                  <c:v>2.6074074074074072E-2</c:v>
                </c:pt>
                <c:pt idx="537">
                  <c:v>2.6074074074074072E-2</c:v>
                </c:pt>
                <c:pt idx="538">
                  <c:v>2.6222222222222223E-2</c:v>
                </c:pt>
                <c:pt idx="539">
                  <c:v>2.6222222222222223E-2</c:v>
                </c:pt>
                <c:pt idx="540">
                  <c:v>2.6222222222222223E-2</c:v>
                </c:pt>
                <c:pt idx="541">
                  <c:v>2.6222222222222223E-2</c:v>
                </c:pt>
                <c:pt idx="542">
                  <c:v>2.6222222222222223E-2</c:v>
                </c:pt>
                <c:pt idx="543">
                  <c:v>2.637037037037037E-2</c:v>
                </c:pt>
                <c:pt idx="544">
                  <c:v>2.637037037037037E-2</c:v>
                </c:pt>
                <c:pt idx="545">
                  <c:v>2.637037037037037E-2</c:v>
                </c:pt>
                <c:pt idx="546">
                  <c:v>2.637037037037037E-2</c:v>
                </c:pt>
                <c:pt idx="547">
                  <c:v>2.6518518518518518E-2</c:v>
                </c:pt>
                <c:pt idx="548">
                  <c:v>2.6518518518518518E-2</c:v>
                </c:pt>
                <c:pt idx="549">
                  <c:v>2.6518518518518518E-2</c:v>
                </c:pt>
                <c:pt idx="550">
                  <c:v>2.6518518518518518E-2</c:v>
                </c:pt>
                <c:pt idx="551">
                  <c:v>2.6666666666666668E-2</c:v>
                </c:pt>
                <c:pt idx="552">
                  <c:v>2.6666666666666668E-2</c:v>
                </c:pt>
                <c:pt idx="553">
                  <c:v>2.6666666666666668E-2</c:v>
                </c:pt>
                <c:pt idx="554">
                  <c:v>2.6666666666666668E-2</c:v>
                </c:pt>
                <c:pt idx="555">
                  <c:v>2.6666666666666668E-2</c:v>
                </c:pt>
                <c:pt idx="556">
                  <c:v>2.6666666666666668E-2</c:v>
                </c:pt>
                <c:pt idx="557">
                  <c:v>2.6666666666666668E-2</c:v>
                </c:pt>
                <c:pt idx="558">
                  <c:v>2.6666666666666668E-2</c:v>
                </c:pt>
                <c:pt idx="559">
                  <c:v>2.6666666666666668E-2</c:v>
                </c:pt>
                <c:pt idx="560">
                  <c:v>2.6814814814814816E-2</c:v>
                </c:pt>
                <c:pt idx="561">
                  <c:v>2.6962962962962963E-2</c:v>
                </c:pt>
                <c:pt idx="562">
                  <c:v>2.6962962962962963E-2</c:v>
                </c:pt>
                <c:pt idx="563">
                  <c:v>2.711111111111111E-2</c:v>
                </c:pt>
                <c:pt idx="564">
                  <c:v>2.711111111111111E-2</c:v>
                </c:pt>
                <c:pt idx="565">
                  <c:v>2.711111111111111E-2</c:v>
                </c:pt>
                <c:pt idx="566">
                  <c:v>2.711111111111111E-2</c:v>
                </c:pt>
                <c:pt idx="567">
                  <c:v>2.711111111111111E-2</c:v>
                </c:pt>
                <c:pt idx="568">
                  <c:v>2.711111111111111E-2</c:v>
                </c:pt>
                <c:pt idx="569">
                  <c:v>2.7259259259259261E-2</c:v>
                </c:pt>
                <c:pt idx="570">
                  <c:v>2.7259259259259261E-2</c:v>
                </c:pt>
                <c:pt idx="571">
                  <c:v>2.7259259259259261E-2</c:v>
                </c:pt>
                <c:pt idx="572">
                  <c:v>2.7259259259259261E-2</c:v>
                </c:pt>
                <c:pt idx="573">
                  <c:v>2.7407407407407408E-2</c:v>
                </c:pt>
                <c:pt idx="574">
                  <c:v>2.7407407407407408E-2</c:v>
                </c:pt>
                <c:pt idx="575">
                  <c:v>2.7407407407407408E-2</c:v>
                </c:pt>
                <c:pt idx="576">
                  <c:v>2.7407407407407408E-2</c:v>
                </c:pt>
                <c:pt idx="577">
                  <c:v>2.7555555555555555E-2</c:v>
                </c:pt>
                <c:pt idx="578">
                  <c:v>2.7555555555555555E-2</c:v>
                </c:pt>
                <c:pt idx="579">
                  <c:v>2.7555555555555555E-2</c:v>
                </c:pt>
                <c:pt idx="580">
                  <c:v>2.7555555555555555E-2</c:v>
                </c:pt>
                <c:pt idx="581">
                  <c:v>2.7555555555555555E-2</c:v>
                </c:pt>
                <c:pt idx="582">
                  <c:v>2.7555555555555555E-2</c:v>
                </c:pt>
                <c:pt idx="583">
                  <c:v>2.7555555555555555E-2</c:v>
                </c:pt>
                <c:pt idx="584">
                  <c:v>2.7555555555555555E-2</c:v>
                </c:pt>
                <c:pt idx="585">
                  <c:v>2.7555555555555555E-2</c:v>
                </c:pt>
                <c:pt idx="586">
                  <c:v>2.7703703703703703E-2</c:v>
                </c:pt>
                <c:pt idx="587">
                  <c:v>2.7703703703703703E-2</c:v>
                </c:pt>
                <c:pt idx="588">
                  <c:v>2.7703703703703703E-2</c:v>
                </c:pt>
                <c:pt idx="589">
                  <c:v>2.7703703703703703E-2</c:v>
                </c:pt>
                <c:pt idx="590">
                  <c:v>2.7703703703703703E-2</c:v>
                </c:pt>
                <c:pt idx="591">
                  <c:v>2.7851851851851853E-2</c:v>
                </c:pt>
                <c:pt idx="592">
                  <c:v>2.7851851851851853E-2</c:v>
                </c:pt>
                <c:pt idx="593">
                  <c:v>2.7851851851851853E-2</c:v>
                </c:pt>
                <c:pt idx="594">
                  <c:v>2.7851851851851853E-2</c:v>
                </c:pt>
                <c:pt idx="595">
                  <c:v>2.7851851851851853E-2</c:v>
                </c:pt>
                <c:pt idx="596">
                  <c:v>2.8000000000000001E-2</c:v>
                </c:pt>
                <c:pt idx="597">
                  <c:v>2.8000000000000001E-2</c:v>
                </c:pt>
                <c:pt idx="598">
                  <c:v>2.8000000000000001E-2</c:v>
                </c:pt>
                <c:pt idx="599">
                  <c:v>2.8000000000000001E-2</c:v>
                </c:pt>
                <c:pt idx="600">
                  <c:v>2.8148148148148148E-2</c:v>
                </c:pt>
                <c:pt idx="601">
                  <c:v>2.8148148148148148E-2</c:v>
                </c:pt>
                <c:pt idx="602">
                  <c:v>2.8148148148148148E-2</c:v>
                </c:pt>
                <c:pt idx="603">
                  <c:v>2.8148148148148148E-2</c:v>
                </c:pt>
                <c:pt idx="604">
                  <c:v>2.8148148148148148E-2</c:v>
                </c:pt>
                <c:pt idx="605">
                  <c:v>2.8148148148148148E-2</c:v>
                </c:pt>
                <c:pt idx="606">
                  <c:v>2.8148148148148148E-2</c:v>
                </c:pt>
                <c:pt idx="607">
                  <c:v>2.8296296296296295E-2</c:v>
                </c:pt>
                <c:pt idx="608">
                  <c:v>2.8296296296296295E-2</c:v>
                </c:pt>
                <c:pt idx="609">
                  <c:v>2.8296296296296295E-2</c:v>
                </c:pt>
                <c:pt idx="610">
                  <c:v>2.8296296296296295E-2</c:v>
                </c:pt>
                <c:pt idx="611">
                  <c:v>2.8296296296296295E-2</c:v>
                </c:pt>
                <c:pt idx="612">
                  <c:v>2.8296296296296295E-2</c:v>
                </c:pt>
                <c:pt idx="613">
                  <c:v>2.8444444444444446E-2</c:v>
                </c:pt>
                <c:pt idx="614">
                  <c:v>2.8444444444444446E-2</c:v>
                </c:pt>
                <c:pt idx="615">
                  <c:v>2.8592592592592593E-2</c:v>
                </c:pt>
                <c:pt idx="616">
                  <c:v>2.8592592592592593E-2</c:v>
                </c:pt>
                <c:pt idx="617">
                  <c:v>2.874074074074074E-2</c:v>
                </c:pt>
                <c:pt idx="618">
                  <c:v>2.874074074074074E-2</c:v>
                </c:pt>
                <c:pt idx="619">
                  <c:v>2.874074074074074E-2</c:v>
                </c:pt>
                <c:pt idx="620">
                  <c:v>2.874074074074074E-2</c:v>
                </c:pt>
                <c:pt idx="621">
                  <c:v>2.874074074074074E-2</c:v>
                </c:pt>
                <c:pt idx="622">
                  <c:v>2.8888888888888888E-2</c:v>
                </c:pt>
                <c:pt idx="623">
                  <c:v>2.8888888888888888E-2</c:v>
                </c:pt>
                <c:pt idx="624">
                  <c:v>2.8888888888888888E-2</c:v>
                </c:pt>
                <c:pt idx="625">
                  <c:v>2.9037037037037038E-2</c:v>
                </c:pt>
                <c:pt idx="626">
                  <c:v>2.9037037037037038E-2</c:v>
                </c:pt>
                <c:pt idx="627">
                  <c:v>2.9037037037037038E-2</c:v>
                </c:pt>
                <c:pt idx="628">
                  <c:v>2.9185185185185186E-2</c:v>
                </c:pt>
                <c:pt idx="629">
                  <c:v>2.9185185185185186E-2</c:v>
                </c:pt>
                <c:pt idx="630">
                  <c:v>2.9185185185185186E-2</c:v>
                </c:pt>
                <c:pt idx="631">
                  <c:v>2.9185185185185186E-2</c:v>
                </c:pt>
                <c:pt idx="632">
                  <c:v>2.9185185185185186E-2</c:v>
                </c:pt>
                <c:pt idx="633">
                  <c:v>2.9185185185185186E-2</c:v>
                </c:pt>
                <c:pt idx="634">
                  <c:v>2.9185185185185186E-2</c:v>
                </c:pt>
                <c:pt idx="635">
                  <c:v>2.9185185185185186E-2</c:v>
                </c:pt>
                <c:pt idx="636">
                  <c:v>2.9185185185185186E-2</c:v>
                </c:pt>
                <c:pt idx="637">
                  <c:v>2.9333333333333333E-2</c:v>
                </c:pt>
                <c:pt idx="638">
                  <c:v>2.9333333333333333E-2</c:v>
                </c:pt>
                <c:pt idx="639">
                  <c:v>2.9333333333333333E-2</c:v>
                </c:pt>
                <c:pt idx="640">
                  <c:v>2.948148148148148E-2</c:v>
                </c:pt>
                <c:pt idx="641">
                  <c:v>2.948148148148148E-2</c:v>
                </c:pt>
                <c:pt idx="642">
                  <c:v>2.948148148148148E-2</c:v>
                </c:pt>
                <c:pt idx="643">
                  <c:v>2.948148148148148E-2</c:v>
                </c:pt>
                <c:pt idx="644">
                  <c:v>2.948148148148148E-2</c:v>
                </c:pt>
                <c:pt idx="645">
                  <c:v>2.948148148148148E-2</c:v>
                </c:pt>
                <c:pt idx="646">
                  <c:v>2.9629629629629631E-2</c:v>
                </c:pt>
                <c:pt idx="647">
                  <c:v>2.9629629629629631E-2</c:v>
                </c:pt>
                <c:pt idx="648">
                  <c:v>2.9777777777777778E-2</c:v>
                </c:pt>
                <c:pt idx="649">
                  <c:v>2.9777777777777778E-2</c:v>
                </c:pt>
                <c:pt idx="650">
                  <c:v>2.9777777777777778E-2</c:v>
                </c:pt>
                <c:pt idx="651">
                  <c:v>2.9925925925925925E-2</c:v>
                </c:pt>
                <c:pt idx="652">
                  <c:v>3.0074074074074073E-2</c:v>
                </c:pt>
                <c:pt idx="653">
                  <c:v>3.0074074074074073E-2</c:v>
                </c:pt>
                <c:pt idx="654">
                  <c:v>3.0222222222222223E-2</c:v>
                </c:pt>
                <c:pt idx="655">
                  <c:v>3.0222222222222223E-2</c:v>
                </c:pt>
                <c:pt idx="656">
                  <c:v>3.037037037037037E-2</c:v>
                </c:pt>
                <c:pt idx="657">
                  <c:v>3.037037037037037E-2</c:v>
                </c:pt>
                <c:pt idx="658">
                  <c:v>3.037037037037037E-2</c:v>
                </c:pt>
                <c:pt idx="659">
                  <c:v>3.037037037037037E-2</c:v>
                </c:pt>
                <c:pt idx="660">
                  <c:v>3.037037037037037E-2</c:v>
                </c:pt>
                <c:pt idx="661">
                  <c:v>3.037037037037037E-2</c:v>
                </c:pt>
                <c:pt idx="662">
                  <c:v>3.037037037037037E-2</c:v>
                </c:pt>
                <c:pt idx="663">
                  <c:v>3.037037037037037E-2</c:v>
                </c:pt>
                <c:pt idx="664">
                  <c:v>3.037037037037037E-2</c:v>
                </c:pt>
                <c:pt idx="665">
                  <c:v>3.037037037037037E-2</c:v>
                </c:pt>
                <c:pt idx="666">
                  <c:v>3.037037037037037E-2</c:v>
                </c:pt>
                <c:pt idx="667">
                  <c:v>3.037037037037037E-2</c:v>
                </c:pt>
                <c:pt idx="668">
                  <c:v>3.037037037037037E-2</c:v>
                </c:pt>
                <c:pt idx="669">
                  <c:v>3.0518518518518518E-2</c:v>
                </c:pt>
                <c:pt idx="670">
                  <c:v>3.0518518518518518E-2</c:v>
                </c:pt>
                <c:pt idx="671">
                  <c:v>3.0666666666666665E-2</c:v>
                </c:pt>
                <c:pt idx="672">
                  <c:v>3.0666666666666665E-2</c:v>
                </c:pt>
                <c:pt idx="673">
                  <c:v>3.0666666666666665E-2</c:v>
                </c:pt>
                <c:pt idx="674">
                  <c:v>3.0814814814814816E-2</c:v>
                </c:pt>
                <c:pt idx="675">
                  <c:v>3.0962962962962963E-2</c:v>
                </c:pt>
                <c:pt idx="676">
                  <c:v>3.111111111111111E-2</c:v>
                </c:pt>
                <c:pt idx="677">
                  <c:v>3.111111111111111E-2</c:v>
                </c:pt>
                <c:pt idx="678">
                  <c:v>3.111111111111111E-2</c:v>
                </c:pt>
                <c:pt idx="679">
                  <c:v>3.1259259259259257E-2</c:v>
                </c:pt>
                <c:pt idx="680">
                  <c:v>3.1259259259259257E-2</c:v>
                </c:pt>
                <c:pt idx="681">
                  <c:v>3.1407407407407405E-2</c:v>
                </c:pt>
                <c:pt idx="682">
                  <c:v>3.1555555555555559E-2</c:v>
                </c:pt>
                <c:pt idx="683">
                  <c:v>3.1555555555555559E-2</c:v>
                </c:pt>
                <c:pt idx="684">
                  <c:v>3.1555555555555559E-2</c:v>
                </c:pt>
                <c:pt idx="685">
                  <c:v>3.1555555555555559E-2</c:v>
                </c:pt>
                <c:pt idx="686">
                  <c:v>3.1555555555555559E-2</c:v>
                </c:pt>
                <c:pt idx="687">
                  <c:v>3.1555555555555559E-2</c:v>
                </c:pt>
                <c:pt idx="688">
                  <c:v>3.1555555555555559E-2</c:v>
                </c:pt>
                <c:pt idx="689">
                  <c:v>3.1555555555555559E-2</c:v>
                </c:pt>
                <c:pt idx="690">
                  <c:v>3.1555555555555559E-2</c:v>
                </c:pt>
                <c:pt idx="691">
                  <c:v>3.1555555555555559E-2</c:v>
                </c:pt>
                <c:pt idx="692">
                  <c:v>3.1703703703703706E-2</c:v>
                </c:pt>
                <c:pt idx="693">
                  <c:v>3.1703703703703706E-2</c:v>
                </c:pt>
                <c:pt idx="694">
                  <c:v>3.1703703703703706E-2</c:v>
                </c:pt>
                <c:pt idx="695">
                  <c:v>3.1703703703703706E-2</c:v>
                </c:pt>
                <c:pt idx="696">
                  <c:v>3.1703703703703706E-2</c:v>
                </c:pt>
                <c:pt idx="697">
                  <c:v>3.1703703703703706E-2</c:v>
                </c:pt>
                <c:pt idx="698">
                  <c:v>3.1851851851851853E-2</c:v>
                </c:pt>
                <c:pt idx="699">
                  <c:v>3.1851851851851853E-2</c:v>
                </c:pt>
                <c:pt idx="700">
                  <c:v>3.2000000000000001E-2</c:v>
                </c:pt>
                <c:pt idx="701">
                  <c:v>3.2000000000000001E-2</c:v>
                </c:pt>
                <c:pt idx="702">
                  <c:v>3.2000000000000001E-2</c:v>
                </c:pt>
                <c:pt idx="703">
                  <c:v>3.2148148148148148E-2</c:v>
                </c:pt>
                <c:pt idx="704">
                  <c:v>3.2296296296296295E-2</c:v>
                </c:pt>
                <c:pt idx="705">
                  <c:v>3.2296296296296295E-2</c:v>
                </c:pt>
                <c:pt idx="706">
                  <c:v>3.2296296296296295E-2</c:v>
                </c:pt>
                <c:pt idx="707">
                  <c:v>3.2444444444444442E-2</c:v>
                </c:pt>
                <c:pt idx="708">
                  <c:v>3.2444444444444442E-2</c:v>
                </c:pt>
                <c:pt idx="709">
                  <c:v>3.2444444444444442E-2</c:v>
                </c:pt>
                <c:pt idx="710">
                  <c:v>3.2444444444444442E-2</c:v>
                </c:pt>
                <c:pt idx="711">
                  <c:v>3.259259259259259E-2</c:v>
                </c:pt>
                <c:pt idx="712">
                  <c:v>3.259259259259259E-2</c:v>
                </c:pt>
                <c:pt idx="713">
                  <c:v>3.2740740740740744E-2</c:v>
                </c:pt>
                <c:pt idx="714">
                  <c:v>3.2740740740740744E-2</c:v>
                </c:pt>
                <c:pt idx="715">
                  <c:v>3.2888888888888891E-2</c:v>
                </c:pt>
                <c:pt idx="716">
                  <c:v>3.3037037037037038E-2</c:v>
                </c:pt>
                <c:pt idx="717">
                  <c:v>3.3185185185185186E-2</c:v>
                </c:pt>
                <c:pt idx="718">
                  <c:v>3.3333333333333333E-2</c:v>
                </c:pt>
                <c:pt idx="719">
                  <c:v>3.3333333333333333E-2</c:v>
                </c:pt>
                <c:pt idx="720">
                  <c:v>3.3333333333333333E-2</c:v>
                </c:pt>
                <c:pt idx="721">
                  <c:v>3.3333333333333333E-2</c:v>
                </c:pt>
                <c:pt idx="722">
                  <c:v>3.3333333333333333E-2</c:v>
                </c:pt>
                <c:pt idx="723">
                  <c:v>3.348148148148148E-2</c:v>
                </c:pt>
                <c:pt idx="724">
                  <c:v>3.348148148148148E-2</c:v>
                </c:pt>
                <c:pt idx="725">
                  <c:v>3.3629629629629627E-2</c:v>
                </c:pt>
                <c:pt idx="726">
                  <c:v>3.3777777777777775E-2</c:v>
                </c:pt>
                <c:pt idx="727">
                  <c:v>3.3777777777777775E-2</c:v>
                </c:pt>
                <c:pt idx="728">
                  <c:v>3.3925925925925929E-2</c:v>
                </c:pt>
                <c:pt idx="729">
                  <c:v>3.3925925925925929E-2</c:v>
                </c:pt>
                <c:pt idx="730">
                  <c:v>3.3925925925925929E-2</c:v>
                </c:pt>
                <c:pt idx="731">
                  <c:v>3.4074074074074076E-2</c:v>
                </c:pt>
                <c:pt idx="732">
                  <c:v>3.4074074074074076E-2</c:v>
                </c:pt>
                <c:pt idx="733">
                  <c:v>3.4222222222222223E-2</c:v>
                </c:pt>
                <c:pt idx="734">
                  <c:v>3.4222222222222223E-2</c:v>
                </c:pt>
                <c:pt idx="735">
                  <c:v>3.4370370370370371E-2</c:v>
                </c:pt>
                <c:pt idx="736">
                  <c:v>3.4370370370370371E-2</c:v>
                </c:pt>
                <c:pt idx="737">
                  <c:v>3.4518518518518518E-2</c:v>
                </c:pt>
                <c:pt idx="738">
                  <c:v>3.4518518518518518E-2</c:v>
                </c:pt>
                <c:pt idx="739">
                  <c:v>3.4666666666666665E-2</c:v>
                </c:pt>
                <c:pt idx="740">
                  <c:v>3.4814814814814812E-2</c:v>
                </c:pt>
                <c:pt idx="741">
                  <c:v>3.496296296296296E-2</c:v>
                </c:pt>
                <c:pt idx="742">
                  <c:v>3.496296296296296E-2</c:v>
                </c:pt>
                <c:pt idx="743">
                  <c:v>3.496296296296296E-2</c:v>
                </c:pt>
                <c:pt idx="744">
                  <c:v>3.496296296296296E-2</c:v>
                </c:pt>
                <c:pt idx="745">
                  <c:v>3.5111111111111114E-2</c:v>
                </c:pt>
                <c:pt idx="746">
                  <c:v>3.5259259259259261E-2</c:v>
                </c:pt>
                <c:pt idx="747">
                  <c:v>3.5259259259259261E-2</c:v>
                </c:pt>
                <c:pt idx="748">
                  <c:v>3.5259259259259261E-2</c:v>
                </c:pt>
                <c:pt idx="749">
                  <c:v>3.5407407407407408E-2</c:v>
                </c:pt>
                <c:pt idx="750">
                  <c:v>3.5407407407407408E-2</c:v>
                </c:pt>
                <c:pt idx="751">
                  <c:v>3.5555555555555556E-2</c:v>
                </c:pt>
                <c:pt idx="752">
                  <c:v>3.5555555555555556E-2</c:v>
                </c:pt>
                <c:pt idx="753">
                  <c:v>3.5555555555555556E-2</c:v>
                </c:pt>
                <c:pt idx="754">
                  <c:v>3.5555555555555556E-2</c:v>
                </c:pt>
                <c:pt idx="755">
                  <c:v>3.5555555555555556E-2</c:v>
                </c:pt>
                <c:pt idx="756">
                  <c:v>3.5555555555555556E-2</c:v>
                </c:pt>
                <c:pt idx="757">
                  <c:v>3.5703703703703703E-2</c:v>
                </c:pt>
                <c:pt idx="758">
                  <c:v>3.585185185185185E-2</c:v>
                </c:pt>
                <c:pt idx="759">
                  <c:v>3.5999999999999997E-2</c:v>
                </c:pt>
                <c:pt idx="760">
                  <c:v>3.6148148148148151E-2</c:v>
                </c:pt>
                <c:pt idx="761">
                  <c:v>3.6148148148148151E-2</c:v>
                </c:pt>
                <c:pt idx="762">
                  <c:v>3.6148148148148151E-2</c:v>
                </c:pt>
                <c:pt idx="763">
                  <c:v>3.6296296296296299E-2</c:v>
                </c:pt>
                <c:pt idx="764">
                  <c:v>3.6296296296296299E-2</c:v>
                </c:pt>
                <c:pt idx="765">
                  <c:v>3.6444444444444446E-2</c:v>
                </c:pt>
                <c:pt idx="766">
                  <c:v>3.6444444444444446E-2</c:v>
                </c:pt>
                <c:pt idx="767">
                  <c:v>3.6592592592592593E-2</c:v>
                </c:pt>
                <c:pt idx="768">
                  <c:v>3.674074074074074E-2</c:v>
                </c:pt>
                <c:pt idx="769">
                  <c:v>3.674074074074074E-2</c:v>
                </c:pt>
                <c:pt idx="770">
                  <c:v>3.674074074074074E-2</c:v>
                </c:pt>
                <c:pt idx="771">
                  <c:v>3.674074074074074E-2</c:v>
                </c:pt>
                <c:pt idx="772">
                  <c:v>3.6888888888888888E-2</c:v>
                </c:pt>
                <c:pt idx="773">
                  <c:v>3.6888888888888888E-2</c:v>
                </c:pt>
                <c:pt idx="774">
                  <c:v>3.7037037037037035E-2</c:v>
                </c:pt>
                <c:pt idx="775">
                  <c:v>3.7037037037037035E-2</c:v>
                </c:pt>
                <c:pt idx="776">
                  <c:v>3.7037037037037035E-2</c:v>
                </c:pt>
                <c:pt idx="777">
                  <c:v>3.7037037037037035E-2</c:v>
                </c:pt>
                <c:pt idx="778">
                  <c:v>3.7037037037037035E-2</c:v>
                </c:pt>
                <c:pt idx="779">
                  <c:v>3.7037037037037035E-2</c:v>
                </c:pt>
                <c:pt idx="780">
                  <c:v>3.7037037037037035E-2</c:v>
                </c:pt>
                <c:pt idx="781">
                  <c:v>3.7037037037037035E-2</c:v>
                </c:pt>
                <c:pt idx="782">
                  <c:v>3.7037037037037035E-2</c:v>
                </c:pt>
                <c:pt idx="783">
                  <c:v>3.7037037037037035E-2</c:v>
                </c:pt>
                <c:pt idx="784">
                  <c:v>3.7037037037037035E-2</c:v>
                </c:pt>
                <c:pt idx="785">
                  <c:v>3.7185185185185182E-2</c:v>
                </c:pt>
                <c:pt idx="786">
                  <c:v>3.7185185185185182E-2</c:v>
                </c:pt>
                <c:pt idx="787">
                  <c:v>3.7185185185185182E-2</c:v>
                </c:pt>
                <c:pt idx="788">
                  <c:v>3.7185185185185182E-2</c:v>
                </c:pt>
                <c:pt idx="789">
                  <c:v>3.7185185185185182E-2</c:v>
                </c:pt>
                <c:pt idx="790">
                  <c:v>3.7185185185185182E-2</c:v>
                </c:pt>
                <c:pt idx="791">
                  <c:v>3.7185185185185182E-2</c:v>
                </c:pt>
                <c:pt idx="792">
                  <c:v>3.7185185185185182E-2</c:v>
                </c:pt>
                <c:pt idx="793">
                  <c:v>3.7185185185185182E-2</c:v>
                </c:pt>
                <c:pt idx="794">
                  <c:v>3.7185185185185182E-2</c:v>
                </c:pt>
                <c:pt idx="795">
                  <c:v>3.7333333333333336E-2</c:v>
                </c:pt>
                <c:pt idx="796">
                  <c:v>3.7333333333333336E-2</c:v>
                </c:pt>
                <c:pt idx="797">
                  <c:v>3.7333333333333336E-2</c:v>
                </c:pt>
                <c:pt idx="798">
                  <c:v>3.7333333333333336E-2</c:v>
                </c:pt>
                <c:pt idx="799">
                  <c:v>3.7333333333333336E-2</c:v>
                </c:pt>
                <c:pt idx="800">
                  <c:v>3.7333333333333336E-2</c:v>
                </c:pt>
                <c:pt idx="801">
                  <c:v>3.7481481481481484E-2</c:v>
                </c:pt>
                <c:pt idx="802">
                  <c:v>3.7481481481481484E-2</c:v>
                </c:pt>
                <c:pt idx="803">
                  <c:v>3.7629629629629631E-2</c:v>
                </c:pt>
                <c:pt idx="804">
                  <c:v>3.7629629629629631E-2</c:v>
                </c:pt>
                <c:pt idx="805">
                  <c:v>3.7629629629629631E-2</c:v>
                </c:pt>
                <c:pt idx="806">
                  <c:v>3.7629629629629631E-2</c:v>
                </c:pt>
                <c:pt idx="807">
                  <c:v>3.7777777777777778E-2</c:v>
                </c:pt>
                <c:pt idx="808">
                  <c:v>3.7777777777777778E-2</c:v>
                </c:pt>
                <c:pt idx="809">
                  <c:v>3.7777777777777778E-2</c:v>
                </c:pt>
                <c:pt idx="810">
                  <c:v>3.7925925925925925E-2</c:v>
                </c:pt>
                <c:pt idx="811">
                  <c:v>3.7925925925925925E-2</c:v>
                </c:pt>
                <c:pt idx="812">
                  <c:v>3.8074074074074073E-2</c:v>
                </c:pt>
                <c:pt idx="813">
                  <c:v>3.8074074074074073E-2</c:v>
                </c:pt>
                <c:pt idx="814">
                  <c:v>3.8074074074074073E-2</c:v>
                </c:pt>
                <c:pt idx="815">
                  <c:v>3.822222222222222E-2</c:v>
                </c:pt>
                <c:pt idx="816">
                  <c:v>3.8370370370370367E-2</c:v>
                </c:pt>
                <c:pt idx="817">
                  <c:v>3.8518518518518521E-2</c:v>
                </c:pt>
                <c:pt idx="818">
                  <c:v>3.8666666666666669E-2</c:v>
                </c:pt>
                <c:pt idx="819">
                  <c:v>3.8814814814814816E-2</c:v>
                </c:pt>
                <c:pt idx="820">
                  <c:v>3.8814814814814816E-2</c:v>
                </c:pt>
                <c:pt idx="821">
                  <c:v>3.8962962962962963E-2</c:v>
                </c:pt>
                <c:pt idx="822">
                  <c:v>3.8962962962962963E-2</c:v>
                </c:pt>
                <c:pt idx="823">
                  <c:v>3.8962962962962963E-2</c:v>
                </c:pt>
                <c:pt idx="824">
                  <c:v>3.8962962962962963E-2</c:v>
                </c:pt>
                <c:pt idx="825">
                  <c:v>3.8962962962962963E-2</c:v>
                </c:pt>
                <c:pt idx="826">
                  <c:v>3.911111111111111E-2</c:v>
                </c:pt>
                <c:pt idx="827">
                  <c:v>3.9259259259259258E-2</c:v>
                </c:pt>
                <c:pt idx="828">
                  <c:v>3.9259259259259258E-2</c:v>
                </c:pt>
                <c:pt idx="829">
                  <c:v>3.9259259259259258E-2</c:v>
                </c:pt>
                <c:pt idx="830">
                  <c:v>3.9259259259259258E-2</c:v>
                </c:pt>
                <c:pt idx="831">
                  <c:v>3.9259259259259258E-2</c:v>
                </c:pt>
                <c:pt idx="832">
                  <c:v>3.9259259259259258E-2</c:v>
                </c:pt>
                <c:pt idx="833">
                  <c:v>3.9259259259259258E-2</c:v>
                </c:pt>
                <c:pt idx="834">
                  <c:v>3.9259259259259258E-2</c:v>
                </c:pt>
                <c:pt idx="835">
                  <c:v>3.9259259259259258E-2</c:v>
                </c:pt>
                <c:pt idx="836">
                  <c:v>3.9259259259259258E-2</c:v>
                </c:pt>
                <c:pt idx="837">
                  <c:v>3.9259259259259258E-2</c:v>
                </c:pt>
                <c:pt idx="838">
                  <c:v>3.9259259259259258E-2</c:v>
                </c:pt>
                <c:pt idx="839">
                  <c:v>3.9259259259259258E-2</c:v>
                </c:pt>
                <c:pt idx="840">
                  <c:v>3.9259259259259258E-2</c:v>
                </c:pt>
                <c:pt idx="841">
                  <c:v>3.9407407407407405E-2</c:v>
                </c:pt>
                <c:pt idx="842">
                  <c:v>3.9407407407407405E-2</c:v>
                </c:pt>
                <c:pt idx="843">
                  <c:v>3.9407407407407405E-2</c:v>
                </c:pt>
                <c:pt idx="844">
                  <c:v>3.9407407407407405E-2</c:v>
                </c:pt>
                <c:pt idx="845">
                  <c:v>3.9407407407407405E-2</c:v>
                </c:pt>
                <c:pt idx="846">
                  <c:v>3.9407407407407405E-2</c:v>
                </c:pt>
                <c:pt idx="847">
                  <c:v>3.9555555555555552E-2</c:v>
                </c:pt>
                <c:pt idx="848">
                  <c:v>3.9703703703703706E-2</c:v>
                </c:pt>
                <c:pt idx="849">
                  <c:v>3.9851851851851854E-2</c:v>
                </c:pt>
                <c:pt idx="850">
                  <c:v>3.9851851851851854E-2</c:v>
                </c:pt>
                <c:pt idx="851">
                  <c:v>3.9851851851851854E-2</c:v>
                </c:pt>
                <c:pt idx="852">
                  <c:v>3.9851851851851854E-2</c:v>
                </c:pt>
                <c:pt idx="853">
                  <c:v>3.9851851851851854E-2</c:v>
                </c:pt>
                <c:pt idx="854">
                  <c:v>3.9851851851851854E-2</c:v>
                </c:pt>
                <c:pt idx="855">
                  <c:v>3.9851851851851854E-2</c:v>
                </c:pt>
                <c:pt idx="856">
                  <c:v>3.9851851851851854E-2</c:v>
                </c:pt>
                <c:pt idx="857">
                  <c:v>3.9851851851851854E-2</c:v>
                </c:pt>
                <c:pt idx="858">
                  <c:v>0.04</c:v>
                </c:pt>
                <c:pt idx="859">
                  <c:v>0.04</c:v>
                </c:pt>
                <c:pt idx="860">
                  <c:v>4.0148148148148148E-2</c:v>
                </c:pt>
                <c:pt idx="861">
                  <c:v>4.0148148148148148E-2</c:v>
                </c:pt>
                <c:pt idx="862">
                  <c:v>4.0148148148148148E-2</c:v>
                </c:pt>
                <c:pt idx="863">
                  <c:v>4.0148148148148148E-2</c:v>
                </c:pt>
                <c:pt idx="864">
                  <c:v>4.0296296296296295E-2</c:v>
                </c:pt>
                <c:pt idx="865">
                  <c:v>4.0296296296296295E-2</c:v>
                </c:pt>
                <c:pt idx="866">
                  <c:v>4.0296296296296295E-2</c:v>
                </c:pt>
                <c:pt idx="867">
                  <c:v>4.0444444444444443E-2</c:v>
                </c:pt>
                <c:pt idx="868">
                  <c:v>4.0444444444444443E-2</c:v>
                </c:pt>
                <c:pt idx="869">
                  <c:v>4.059259259259259E-2</c:v>
                </c:pt>
                <c:pt idx="870">
                  <c:v>4.059259259259259E-2</c:v>
                </c:pt>
                <c:pt idx="871">
                  <c:v>4.059259259259259E-2</c:v>
                </c:pt>
                <c:pt idx="872">
                  <c:v>4.059259259259259E-2</c:v>
                </c:pt>
                <c:pt idx="873">
                  <c:v>4.059259259259259E-2</c:v>
                </c:pt>
                <c:pt idx="874">
                  <c:v>4.059259259259259E-2</c:v>
                </c:pt>
                <c:pt idx="875">
                  <c:v>4.0740740740740744E-2</c:v>
                </c:pt>
                <c:pt idx="876">
                  <c:v>4.0740740740740744E-2</c:v>
                </c:pt>
                <c:pt idx="877">
                  <c:v>4.0740740740740744E-2</c:v>
                </c:pt>
                <c:pt idx="878">
                  <c:v>4.0888888888888891E-2</c:v>
                </c:pt>
                <c:pt idx="879">
                  <c:v>4.0888888888888891E-2</c:v>
                </c:pt>
                <c:pt idx="880">
                  <c:v>4.0888888888888891E-2</c:v>
                </c:pt>
                <c:pt idx="881">
                  <c:v>4.1037037037037039E-2</c:v>
                </c:pt>
                <c:pt idx="882">
                  <c:v>4.1037037037037039E-2</c:v>
                </c:pt>
                <c:pt idx="883">
                  <c:v>4.1037037037037039E-2</c:v>
                </c:pt>
                <c:pt idx="884">
                  <c:v>4.1185185185185186E-2</c:v>
                </c:pt>
                <c:pt idx="885">
                  <c:v>4.1333333333333333E-2</c:v>
                </c:pt>
                <c:pt idx="886">
                  <c:v>4.1333333333333333E-2</c:v>
                </c:pt>
                <c:pt idx="887">
                  <c:v>4.1333333333333333E-2</c:v>
                </c:pt>
                <c:pt idx="888">
                  <c:v>4.148148148148148E-2</c:v>
                </c:pt>
                <c:pt idx="889">
                  <c:v>4.148148148148148E-2</c:v>
                </c:pt>
                <c:pt idx="890">
                  <c:v>4.148148148148148E-2</c:v>
                </c:pt>
                <c:pt idx="891">
                  <c:v>4.148148148148148E-2</c:v>
                </c:pt>
                <c:pt idx="892">
                  <c:v>4.1629629629629628E-2</c:v>
                </c:pt>
                <c:pt idx="893">
                  <c:v>4.1777777777777775E-2</c:v>
                </c:pt>
                <c:pt idx="894">
                  <c:v>4.1777777777777775E-2</c:v>
                </c:pt>
                <c:pt idx="895">
                  <c:v>4.1777777777777775E-2</c:v>
                </c:pt>
                <c:pt idx="896">
                  <c:v>4.1925925925925929E-2</c:v>
                </c:pt>
                <c:pt idx="897">
                  <c:v>4.2074074074074076E-2</c:v>
                </c:pt>
                <c:pt idx="898">
                  <c:v>4.2074074074074076E-2</c:v>
                </c:pt>
                <c:pt idx="899">
                  <c:v>4.2074074074074076E-2</c:v>
                </c:pt>
                <c:pt idx="900">
                  <c:v>4.2222222222222223E-2</c:v>
                </c:pt>
                <c:pt idx="901">
                  <c:v>4.2222222222222223E-2</c:v>
                </c:pt>
                <c:pt idx="902">
                  <c:v>4.2370370370370371E-2</c:v>
                </c:pt>
                <c:pt idx="903">
                  <c:v>4.2370370370370371E-2</c:v>
                </c:pt>
                <c:pt idx="904">
                  <c:v>4.2370370370370371E-2</c:v>
                </c:pt>
                <c:pt idx="905">
                  <c:v>4.2370370370370371E-2</c:v>
                </c:pt>
                <c:pt idx="906">
                  <c:v>4.2370370370370371E-2</c:v>
                </c:pt>
                <c:pt idx="907">
                  <c:v>4.2518518518518518E-2</c:v>
                </c:pt>
                <c:pt idx="908">
                  <c:v>4.2518518518518518E-2</c:v>
                </c:pt>
                <c:pt idx="909">
                  <c:v>4.2518518518518518E-2</c:v>
                </c:pt>
                <c:pt idx="910">
                  <c:v>4.2518518518518518E-2</c:v>
                </c:pt>
                <c:pt idx="911">
                  <c:v>4.2518518518518518E-2</c:v>
                </c:pt>
                <c:pt idx="912">
                  <c:v>4.2666666666666665E-2</c:v>
                </c:pt>
                <c:pt idx="913">
                  <c:v>4.2666666666666665E-2</c:v>
                </c:pt>
                <c:pt idx="914">
                  <c:v>4.2814814814814812E-2</c:v>
                </c:pt>
                <c:pt idx="915">
                  <c:v>4.2814814814814812E-2</c:v>
                </c:pt>
                <c:pt idx="916">
                  <c:v>4.2814814814814812E-2</c:v>
                </c:pt>
                <c:pt idx="917">
                  <c:v>4.2814814814814812E-2</c:v>
                </c:pt>
                <c:pt idx="918">
                  <c:v>4.2814814814814812E-2</c:v>
                </c:pt>
                <c:pt idx="919">
                  <c:v>4.2814814814814812E-2</c:v>
                </c:pt>
                <c:pt idx="920">
                  <c:v>4.2814814814814812E-2</c:v>
                </c:pt>
                <c:pt idx="921">
                  <c:v>4.2814814814814812E-2</c:v>
                </c:pt>
                <c:pt idx="922">
                  <c:v>4.2814814814814812E-2</c:v>
                </c:pt>
                <c:pt idx="923">
                  <c:v>4.2814814814814812E-2</c:v>
                </c:pt>
                <c:pt idx="924">
                  <c:v>4.2814814814814812E-2</c:v>
                </c:pt>
                <c:pt idx="925">
                  <c:v>4.2814814814814812E-2</c:v>
                </c:pt>
                <c:pt idx="926">
                  <c:v>4.296296296296296E-2</c:v>
                </c:pt>
                <c:pt idx="927">
                  <c:v>4.296296296296296E-2</c:v>
                </c:pt>
                <c:pt idx="928">
                  <c:v>4.296296296296296E-2</c:v>
                </c:pt>
                <c:pt idx="929">
                  <c:v>4.296296296296296E-2</c:v>
                </c:pt>
                <c:pt idx="930">
                  <c:v>4.296296296296296E-2</c:v>
                </c:pt>
                <c:pt idx="931">
                  <c:v>4.3111111111111114E-2</c:v>
                </c:pt>
                <c:pt idx="932">
                  <c:v>4.3259259259259261E-2</c:v>
                </c:pt>
                <c:pt idx="933">
                  <c:v>4.3259259259259261E-2</c:v>
                </c:pt>
                <c:pt idx="934">
                  <c:v>4.3259259259259261E-2</c:v>
                </c:pt>
                <c:pt idx="935">
                  <c:v>4.3259259259259261E-2</c:v>
                </c:pt>
                <c:pt idx="936">
                  <c:v>4.3407407407407408E-2</c:v>
                </c:pt>
                <c:pt idx="937">
                  <c:v>4.3555555555555556E-2</c:v>
                </c:pt>
                <c:pt idx="938">
                  <c:v>4.3555555555555556E-2</c:v>
                </c:pt>
                <c:pt idx="939">
                  <c:v>4.3555555555555556E-2</c:v>
                </c:pt>
                <c:pt idx="940">
                  <c:v>4.3555555555555556E-2</c:v>
                </c:pt>
                <c:pt idx="941">
                  <c:v>4.3555555555555556E-2</c:v>
                </c:pt>
                <c:pt idx="942">
                  <c:v>4.3703703703703703E-2</c:v>
                </c:pt>
                <c:pt idx="943">
                  <c:v>4.3703703703703703E-2</c:v>
                </c:pt>
                <c:pt idx="944">
                  <c:v>4.3703703703703703E-2</c:v>
                </c:pt>
                <c:pt idx="945">
                  <c:v>4.3703703703703703E-2</c:v>
                </c:pt>
                <c:pt idx="946">
                  <c:v>4.3703703703703703E-2</c:v>
                </c:pt>
                <c:pt idx="947">
                  <c:v>4.3703703703703703E-2</c:v>
                </c:pt>
                <c:pt idx="948">
                  <c:v>4.385185185185185E-2</c:v>
                </c:pt>
                <c:pt idx="949">
                  <c:v>4.385185185185185E-2</c:v>
                </c:pt>
                <c:pt idx="950">
                  <c:v>4.385185185185185E-2</c:v>
                </c:pt>
                <c:pt idx="951">
                  <c:v>4.385185185185185E-2</c:v>
                </c:pt>
                <c:pt idx="952">
                  <c:v>4.3999999999999997E-2</c:v>
                </c:pt>
                <c:pt idx="953">
                  <c:v>4.3999999999999997E-2</c:v>
                </c:pt>
                <c:pt idx="954">
                  <c:v>4.3999999999999997E-2</c:v>
                </c:pt>
                <c:pt idx="955">
                  <c:v>4.3999999999999997E-2</c:v>
                </c:pt>
                <c:pt idx="956">
                  <c:v>4.3999999999999997E-2</c:v>
                </c:pt>
                <c:pt idx="957">
                  <c:v>4.3999999999999997E-2</c:v>
                </c:pt>
                <c:pt idx="958">
                  <c:v>4.3999999999999997E-2</c:v>
                </c:pt>
                <c:pt idx="959">
                  <c:v>4.4148148148148145E-2</c:v>
                </c:pt>
                <c:pt idx="960">
                  <c:v>4.4148148148148145E-2</c:v>
                </c:pt>
                <c:pt idx="961">
                  <c:v>4.4148148148148145E-2</c:v>
                </c:pt>
                <c:pt idx="962">
                  <c:v>4.4296296296296299E-2</c:v>
                </c:pt>
                <c:pt idx="963">
                  <c:v>4.4296296296296299E-2</c:v>
                </c:pt>
                <c:pt idx="964">
                  <c:v>4.4296296296296299E-2</c:v>
                </c:pt>
                <c:pt idx="965">
                  <c:v>4.4296296296296299E-2</c:v>
                </c:pt>
                <c:pt idx="966">
                  <c:v>4.4296296296296299E-2</c:v>
                </c:pt>
                <c:pt idx="967">
                  <c:v>4.4296296296296299E-2</c:v>
                </c:pt>
                <c:pt idx="968">
                  <c:v>4.4296296296296299E-2</c:v>
                </c:pt>
                <c:pt idx="969">
                  <c:v>4.4296296296296299E-2</c:v>
                </c:pt>
                <c:pt idx="970">
                  <c:v>4.4444444444444446E-2</c:v>
                </c:pt>
                <c:pt idx="971">
                  <c:v>4.4592592592592593E-2</c:v>
                </c:pt>
                <c:pt idx="972">
                  <c:v>4.4740740740740741E-2</c:v>
                </c:pt>
                <c:pt idx="973">
                  <c:v>4.4740740740740741E-2</c:v>
                </c:pt>
                <c:pt idx="974">
                  <c:v>4.4740740740740741E-2</c:v>
                </c:pt>
                <c:pt idx="975">
                  <c:v>4.4740740740740741E-2</c:v>
                </c:pt>
                <c:pt idx="976">
                  <c:v>4.4740740740740741E-2</c:v>
                </c:pt>
                <c:pt idx="977">
                  <c:v>4.4740740740740741E-2</c:v>
                </c:pt>
                <c:pt idx="978">
                  <c:v>4.4740740740740741E-2</c:v>
                </c:pt>
                <c:pt idx="979">
                  <c:v>4.4740740740740741E-2</c:v>
                </c:pt>
                <c:pt idx="980">
                  <c:v>4.4740740740740741E-2</c:v>
                </c:pt>
                <c:pt idx="981">
                  <c:v>4.4888888888888888E-2</c:v>
                </c:pt>
                <c:pt idx="982">
                  <c:v>4.4888888888888888E-2</c:v>
                </c:pt>
                <c:pt idx="983">
                  <c:v>4.5037037037037035E-2</c:v>
                </c:pt>
                <c:pt idx="984">
                  <c:v>4.5037037037037035E-2</c:v>
                </c:pt>
                <c:pt idx="985">
                  <c:v>4.5185185185185182E-2</c:v>
                </c:pt>
                <c:pt idx="986">
                  <c:v>4.5185185185185182E-2</c:v>
                </c:pt>
                <c:pt idx="987">
                  <c:v>4.5333333333333337E-2</c:v>
                </c:pt>
                <c:pt idx="988">
                  <c:v>4.5333333333333337E-2</c:v>
                </c:pt>
                <c:pt idx="989">
                  <c:v>4.5333333333333337E-2</c:v>
                </c:pt>
                <c:pt idx="990">
                  <c:v>4.5333333333333337E-2</c:v>
                </c:pt>
                <c:pt idx="991">
                  <c:v>4.5481481481481484E-2</c:v>
                </c:pt>
                <c:pt idx="992">
                  <c:v>4.5481481481481484E-2</c:v>
                </c:pt>
                <c:pt idx="993">
                  <c:v>4.5481481481481484E-2</c:v>
                </c:pt>
                <c:pt idx="994">
                  <c:v>4.5481481481481484E-2</c:v>
                </c:pt>
                <c:pt idx="995">
                  <c:v>4.5481481481481484E-2</c:v>
                </c:pt>
                <c:pt idx="996">
                  <c:v>4.5481481481481484E-2</c:v>
                </c:pt>
                <c:pt idx="997">
                  <c:v>4.5481481481481484E-2</c:v>
                </c:pt>
                <c:pt idx="998">
                  <c:v>4.5481481481481484E-2</c:v>
                </c:pt>
                <c:pt idx="999">
                  <c:v>4.5481481481481484E-2</c:v>
                </c:pt>
                <c:pt idx="1000">
                  <c:v>4.5481481481481484E-2</c:v>
                </c:pt>
                <c:pt idx="1001">
                  <c:v>4.5481481481481484E-2</c:v>
                </c:pt>
                <c:pt idx="1002">
                  <c:v>4.5481481481481484E-2</c:v>
                </c:pt>
                <c:pt idx="1003">
                  <c:v>4.5629629629629631E-2</c:v>
                </c:pt>
                <c:pt idx="1004">
                  <c:v>4.5629629629629631E-2</c:v>
                </c:pt>
                <c:pt idx="1005">
                  <c:v>4.5629629629629631E-2</c:v>
                </c:pt>
                <c:pt idx="1006">
                  <c:v>4.5777777777777778E-2</c:v>
                </c:pt>
                <c:pt idx="1007">
                  <c:v>4.5777777777777778E-2</c:v>
                </c:pt>
                <c:pt idx="1008">
                  <c:v>4.5925925925925926E-2</c:v>
                </c:pt>
                <c:pt idx="1009">
                  <c:v>4.5925925925925926E-2</c:v>
                </c:pt>
                <c:pt idx="1010">
                  <c:v>4.5925925925925926E-2</c:v>
                </c:pt>
                <c:pt idx="1011">
                  <c:v>4.5925925925925926E-2</c:v>
                </c:pt>
                <c:pt idx="1012">
                  <c:v>4.5925925925925926E-2</c:v>
                </c:pt>
                <c:pt idx="1013">
                  <c:v>4.6074074074074073E-2</c:v>
                </c:pt>
                <c:pt idx="1014">
                  <c:v>4.6074074074074073E-2</c:v>
                </c:pt>
                <c:pt idx="1015">
                  <c:v>4.6074074074074073E-2</c:v>
                </c:pt>
                <c:pt idx="1016">
                  <c:v>4.6074074074074073E-2</c:v>
                </c:pt>
                <c:pt idx="1017">
                  <c:v>4.6074074074074073E-2</c:v>
                </c:pt>
                <c:pt idx="1018">
                  <c:v>4.6074074074074073E-2</c:v>
                </c:pt>
                <c:pt idx="1019">
                  <c:v>4.6074074074074073E-2</c:v>
                </c:pt>
                <c:pt idx="1020">
                  <c:v>4.6074074074074073E-2</c:v>
                </c:pt>
                <c:pt idx="1021">
                  <c:v>4.622222222222222E-2</c:v>
                </c:pt>
                <c:pt idx="1022">
                  <c:v>4.622222222222222E-2</c:v>
                </c:pt>
                <c:pt idx="1023">
                  <c:v>4.622222222222222E-2</c:v>
                </c:pt>
                <c:pt idx="1024">
                  <c:v>4.622222222222222E-2</c:v>
                </c:pt>
                <c:pt idx="1025">
                  <c:v>4.6370370370370367E-2</c:v>
                </c:pt>
                <c:pt idx="1026">
                  <c:v>4.6518518518518522E-2</c:v>
                </c:pt>
                <c:pt idx="1027">
                  <c:v>4.6666666666666669E-2</c:v>
                </c:pt>
                <c:pt idx="1028">
                  <c:v>4.6666666666666669E-2</c:v>
                </c:pt>
                <c:pt idx="1029">
                  <c:v>4.6814814814814816E-2</c:v>
                </c:pt>
                <c:pt idx="1030">
                  <c:v>4.6814814814814816E-2</c:v>
                </c:pt>
                <c:pt idx="1031">
                  <c:v>4.6814814814814816E-2</c:v>
                </c:pt>
                <c:pt idx="1032">
                  <c:v>4.6962962962962963E-2</c:v>
                </c:pt>
                <c:pt idx="1033">
                  <c:v>4.7111111111111111E-2</c:v>
                </c:pt>
                <c:pt idx="1034">
                  <c:v>4.7111111111111111E-2</c:v>
                </c:pt>
                <c:pt idx="1035">
                  <c:v>4.7259259259259258E-2</c:v>
                </c:pt>
                <c:pt idx="1036">
                  <c:v>4.7407407407407405E-2</c:v>
                </c:pt>
                <c:pt idx="1037">
                  <c:v>4.7407407407407405E-2</c:v>
                </c:pt>
                <c:pt idx="1038">
                  <c:v>4.7407407407407405E-2</c:v>
                </c:pt>
                <c:pt idx="1039">
                  <c:v>4.7555555555555552E-2</c:v>
                </c:pt>
                <c:pt idx="1040">
                  <c:v>4.7555555555555552E-2</c:v>
                </c:pt>
                <c:pt idx="1041">
                  <c:v>4.7703703703703706E-2</c:v>
                </c:pt>
                <c:pt idx="1042">
                  <c:v>4.7703703703703706E-2</c:v>
                </c:pt>
                <c:pt idx="1043">
                  <c:v>4.7851851851851854E-2</c:v>
                </c:pt>
                <c:pt idx="1044">
                  <c:v>4.7851851851851854E-2</c:v>
                </c:pt>
                <c:pt idx="1045">
                  <c:v>4.8000000000000001E-2</c:v>
                </c:pt>
                <c:pt idx="1046">
                  <c:v>4.8000000000000001E-2</c:v>
                </c:pt>
                <c:pt idx="1047">
                  <c:v>4.8148148148148148E-2</c:v>
                </c:pt>
                <c:pt idx="1048">
                  <c:v>4.8148148148148148E-2</c:v>
                </c:pt>
                <c:pt idx="1049">
                  <c:v>4.8296296296296296E-2</c:v>
                </c:pt>
                <c:pt idx="1050">
                  <c:v>4.8296296296296296E-2</c:v>
                </c:pt>
                <c:pt idx="1051">
                  <c:v>4.8296296296296296E-2</c:v>
                </c:pt>
                <c:pt idx="1052">
                  <c:v>4.8296296296296296E-2</c:v>
                </c:pt>
                <c:pt idx="1053">
                  <c:v>4.8444444444444443E-2</c:v>
                </c:pt>
                <c:pt idx="1054">
                  <c:v>4.859259259259259E-2</c:v>
                </c:pt>
                <c:pt idx="1055">
                  <c:v>4.859259259259259E-2</c:v>
                </c:pt>
                <c:pt idx="1056">
                  <c:v>4.859259259259259E-2</c:v>
                </c:pt>
                <c:pt idx="1057">
                  <c:v>4.859259259259259E-2</c:v>
                </c:pt>
                <c:pt idx="1058">
                  <c:v>4.8740740740740744E-2</c:v>
                </c:pt>
                <c:pt idx="1059">
                  <c:v>4.8888888888888891E-2</c:v>
                </c:pt>
                <c:pt idx="1060">
                  <c:v>4.8888888888888891E-2</c:v>
                </c:pt>
                <c:pt idx="1061">
                  <c:v>4.9037037037037039E-2</c:v>
                </c:pt>
                <c:pt idx="1062">
                  <c:v>4.9037037037037039E-2</c:v>
                </c:pt>
                <c:pt idx="1063">
                  <c:v>4.9037037037037039E-2</c:v>
                </c:pt>
                <c:pt idx="1064">
                  <c:v>4.9037037037037039E-2</c:v>
                </c:pt>
                <c:pt idx="1065">
                  <c:v>4.9037037037037039E-2</c:v>
                </c:pt>
                <c:pt idx="1066">
                  <c:v>4.9037037037037039E-2</c:v>
                </c:pt>
                <c:pt idx="1067">
                  <c:v>4.9037037037037039E-2</c:v>
                </c:pt>
                <c:pt idx="1068">
                  <c:v>4.9185185185185186E-2</c:v>
                </c:pt>
                <c:pt idx="1069">
                  <c:v>4.9185185185185186E-2</c:v>
                </c:pt>
                <c:pt idx="1070">
                  <c:v>4.9185185185185186E-2</c:v>
                </c:pt>
                <c:pt idx="1071">
                  <c:v>4.9185185185185186E-2</c:v>
                </c:pt>
                <c:pt idx="1072">
                  <c:v>4.9185185185185186E-2</c:v>
                </c:pt>
                <c:pt idx="1073">
                  <c:v>4.9185185185185186E-2</c:v>
                </c:pt>
                <c:pt idx="1074">
                  <c:v>4.9185185185185186E-2</c:v>
                </c:pt>
                <c:pt idx="1075">
                  <c:v>4.9185185185185186E-2</c:v>
                </c:pt>
                <c:pt idx="1076">
                  <c:v>4.9333333333333333E-2</c:v>
                </c:pt>
                <c:pt idx="1077">
                  <c:v>4.9333333333333333E-2</c:v>
                </c:pt>
                <c:pt idx="1078">
                  <c:v>4.9333333333333333E-2</c:v>
                </c:pt>
                <c:pt idx="1079">
                  <c:v>4.9333333333333333E-2</c:v>
                </c:pt>
                <c:pt idx="1080">
                  <c:v>4.9333333333333333E-2</c:v>
                </c:pt>
                <c:pt idx="1081">
                  <c:v>4.9333333333333333E-2</c:v>
                </c:pt>
                <c:pt idx="1082">
                  <c:v>4.9333333333333333E-2</c:v>
                </c:pt>
                <c:pt idx="1083">
                  <c:v>4.948148148148148E-2</c:v>
                </c:pt>
                <c:pt idx="1084">
                  <c:v>4.948148148148148E-2</c:v>
                </c:pt>
                <c:pt idx="1085">
                  <c:v>4.9629629629629628E-2</c:v>
                </c:pt>
                <c:pt idx="1086">
                  <c:v>4.9629629629629628E-2</c:v>
                </c:pt>
                <c:pt idx="1087">
                  <c:v>4.9629629629629628E-2</c:v>
                </c:pt>
                <c:pt idx="1088">
                  <c:v>4.9629629629629628E-2</c:v>
                </c:pt>
                <c:pt idx="1089">
                  <c:v>4.9629629629629628E-2</c:v>
                </c:pt>
                <c:pt idx="1090">
                  <c:v>4.9629629629629628E-2</c:v>
                </c:pt>
                <c:pt idx="1091">
                  <c:v>4.9629629629629628E-2</c:v>
                </c:pt>
                <c:pt idx="1092">
                  <c:v>4.9629629629629628E-2</c:v>
                </c:pt>
                <c:pt idx="1093">
                  <c:v>4.9629629629629628E-2</c:v>
                </c:pt>
                <c:pt idx="1094">
                  <c:v>4.9629629629629628E-2</c:v>
                </c:pt>
                <c:pt idx="1095">
                  <c:v>4.9629629629629628E-2</c:v>
                </c:pt>
                <c:pt idx="1096">
                  <c:v>4.9629629629629628E-2</c:v>
                </c:pt>
                <c:pt idx="1097">
                  <c:v>4.9629629629629628E-2</c:v>
                </c:pt>
                <c:pt idx="1098">
                  <c:v>4.9629629629629628E-2</c:v>
                </c:pt>
                <c:pt idx="1099">
                  <c:v>4.9629629629629628E-2</c:v>
                </c:pt>
                <c:pt idx="1100">
                  <c:v>4.9629629629629628E-2</c:v>
                </c:pt>
                <c:pt idx="1101">
                  <c:v>4.9777777777777775E-2</c:v>
                </c:pt>
                <c:pt idx="1102">
                  <c:v>4.9777777777777775E-2</c:v>
                </c:pt>
                <c:pt idx="1103">
                  <c:v>4.9777777777777775E-2</c:v>
                </c:pt>
                <c:pt idx="1104">
                  <c:v>4.9777777777777775E-2</c:v>
                </c:pt>
                <c:pt idx="1105">
                  <c:v>4.9777777777777775E-2</c:v>
                </c:pt>
                <c:pt idx="1106">
                  <c:v>4.9777777777777775E-2</c:v>
                </c:pt>
                <c:pt idx="1107">
                  <c:v>4.9925925925925929E-2</c:v>
                </c:pt>
                <c:pt idx="1108">
                  <c:v>5.0074074074074076E-2</c:v>
                </c:pt>
                <c:pt idx="1109">
                  <c:v>5.0222222222222224E-2</c:v>
                </c:pt>
                <c:pt idx="1110">
                  <c:v>5.0222222222222224E-2</c:v>
                </c:pt>
                <c:pt idx="1111">
                  <c:v>5.0222222222222224E-2</c:v>
                </c:pt>
                <c:pt idx="1112">
                  <c:v>5.0222222222222224E-2</c:v>
                </c:pt>
                <c:pt idx="1113">
                  <c:v>5.0222222222222224E-2</c:v>
                </c:pt>
                <c:pt idx="1114">
                  <c:v>5.0222222222222224E-2</c:v>
                </c:pt>
                <c:pt idx="1115">
                  <c:v>5.0370370370370371E-2</c:v>
                </c:pt>
                <c:pt idx="1116">
                  <c:v>5.0518518518518518E-2</c:v>
                </c:pt>
                <c:pt idx="1117">
                  <c:v>5.0666666666666665E-2</c:v>
                </c:pt>
                <c:pt idx="1118">
                  <c:v>5.0814814814814813E-2</c:v>
                </c:pt>
                <c:pt idx="1119">
                  <c:v>5.096296296296296E-2</c:v>
                </c:pt>
                <c:pt idx="1120">
                  <c:v>5.1111111111111114E-2</c:v>
                </c:pt>
                <c:pt idx="1121">
                  <c:v>5.1259259259259261E-2</c:v>
                </c:pt>
                <c:pt idx="1122">
                  <c:v>5.1259259259259261E-2</c:v>
                </c:pt>
                <c:pt idx="1123">
                  <c:v>5.1407407407407409E-2</c:v>
                </c:pt>
                <c:pt idx="1124">
                  <c:v>5.1407407407407409E-2</c:v>
                </c:pt>
                <c:pt idx="1125">
                  <c:v>5.1555555555555556E-2</c:v>
                </c:pt>
                <c:pt idx="1126">
                  <c:v>5.1703703703703703E-2</c:v>
                </c:pt>
                <c:pt idx="1127">
                  <c:v>5.1703703703703703E-2</c:v>
                </c:pt>
                <c:pt idx="1128">
                  <c:v>5.1703703703703703E-2</c:v>
                </c:pt>
                <c:pt idx="1129">
                  <c:v>5.1703703703703703E-2</c:v>
                </c:pt>
                <c:pt idx="1130">
                  <c:v>5.185185185185185E-2</c:v>
                </c:pt>
                <c:pt idx="1131">
                  <c:v>5.1999999999999998E-2</c:v>
                </c:pt>
                <c:pt idx="1132">
                  <c:v>5.2148148148148145E-2</c:v>
                </c:pt>
                <c:pt idx="1133">
                  <c:v>5.2148148148148145E-2</c:v>
                </c:pt>
                <c:pt idx="1134">
                  <c:v>5.2148148148148145E-2</c:v>
                </c:pt>
                <c:pt idx="1135">
                  <c:v>5.2296296296296299E-2</c:v>
                </c:pt>
                <c:pt idx="1136">
                  <c:v>5.2444444444444446E-2</c:v>
                </c:pt>
                <c:pt idx="1137">
                  <c:v>5.2444444444444446E-2</c:v>
                </c:pt>
                <c:pt idx="1138">
                  <c:v>5.2444444444444446E-2</c:v>
                </c:pt>
                <c:pt idx="1139">
                  <c:v>5.2444444444444446E-2</c:v>
                </c:pt>
                <c:pt idx="1140">
                  <c:v>5.2444444444444446E-2</c:v>
                </c:pt>
                <c:pt idx="1141">
                  <c:v>5.2444444444444446E-2</c:v>
                </c:pt>
                <c:pt idx="1142">
                  <c:v>5.2592592592592594E-2</c:v>
                </c:pt>
                <c:pt idx="1143">
                  <c:v>5.2592592592592594E-2</c:v>
                </c:pt>
                <c:pt idx="1144">
                  <c:v>5.2592592592592594E-2</c:v>
                </c:pt>
                <c:pt idx="1145">
                  <c:v>5.2592592592592594E-2</c:v>
                </c:pt>
                <c:pt idx="1146">
                  <c:v>5.2740740740740741E-2</c:v>
                </c:pt>
                <c:pt idx="1147">
                  <c:v>5.2740740740740741E-2</c:v>
                </c:pt>
                <c:pt idx="1148">
                  <c:v>5.2888888888888888E-2</c:v>
                </c:pt>
                <c:pt idx="1149">
                  <c:v>5.2888888888888888E-2</c:v>
                </c:pt>
                <c:pt idx="1150">
                  <c:v>5.2888888888888888E-2</c:v>
                </c:pt>
                <c:pt idx="1151">
                  <c:v>5.2888888888888888E-2</c:v>
                </c:pt>
                <c:pt idx="1152">
                  <c:v>5.3037037037037035E-2</c:v>
                </c:pt>
                <c:pt idx="1153">
                  <c:v>5.3185185185185183E-2</c:v>
                </c:pt>
                <c:pt idx="1154">
                  <c:v>5.3185185185185183E-2</c:v>
                </c:pt>
                <c:pt idx="1155">
                  <c:v>5.3185185185185183E-2</c:v>
                </c:pt>
                <c:pt idx="1156">
                  <c:v>5.3185185185185183E-2</c:v>
                </c:pt>
                <c:pt idx="1157">
                  <c:v>5.3185185185185183E-2</c:v>
                </c:pt>
                <c:pt idx="1158">
                  <c:v>5.3185185185185183E-2</c:v>
                </c:pt>
                <c:pt idx="1159">
                  <c:v>5.3333333333333337E-2</c:v>
                </c:pt>
                <c:pt idx="1160">
                  <c:v>5.3333333333333337E-2</c:v>
                </c:pt>
                <c:pt idx="1161">
                  <c:v>5.3333333333333337E-2</c:v>
                </c:pt>
                <c:pt idx="1162">
                  <c:v>5.3333333333333337E-2</c:v>
                </c:pt>
                <c:pt idx="1163">
                  <c:v>5.3333333333333337E-2</c:v>
                </c:pt>
                <c:pt idx="1164">
                  <c:v>5.3333333333333337E-2</c:v>
                </c:pt>
                <c:pt idx="1165">
                  <c:v>5.3481481481481484E-2</c:v>
                </c:pt>
                <c:pt idx="1166">
                  <c:v>5.3481481481481484E-2</c:v>
                </c:pt>
                <c:pt idx="1167">
                  <c:v>5.3629629629629631E-2</c:v>
                </c:pt>
                <c:pt idx="1168">
                  <c:v>5.3629629629629631E-2</c:v>
                </c:pt>
                <c:pt idx="1169">
                  <c:v>5.3629629629629631E-2</c:v>
                </c:pt>
                <c:pt idx="1170">
                  <c:v>5.3629629629629631E-2</c:v>
                </c:pt>
                <c:pt idx="1171">
                  <c:v>5.3629629629629631E-2</c:v>
                </c:pt>
                <c:pt idx="1172">
                  <c:v>5.3629629629629631E-2</c:v>
                </c:pt>
                <c:pt idx="1173">
                  <c:v>5.3629629629629631E-2</c:v>
                </c:pt>
                <c:pt idx="1174">
                  <c:v>5.3777777777777779E-2</c:v>
                </c:pt>
                <c:pt idx="1175">
                  <c:v>5.3925925925925926E-2</c:v>
                </c:pt>
                <c:pt idx="1176">
                  <c:v>5.4074074074074073E-2</c:v>
                </c:pt>
                <c:pt idx="1177">
                  <c:v>5.4074074074074073E-2</c:v>
                </c:pt>
                <c:pt idx="1178">
                  <c:v>5.4074074074074073E-2</c:v>
                </c:pt>
                <c:pt idx="1179">
                  <c:v>5.422222222222222E-2</c:v>
                </c:pt>
                <c:pt idx="1180">
                  <c:v>5.422222222222222E-2</c:v>
                </c:pt>
                <c:pt idx="1181">
                  <c:v>5.4370370370370368E-2</c:v>
                </c:pt>
                <c:pt idx="1182">
                  <c:v>5.4370370370370368E-2</c:v>
                </c:pt>
                <c:pt idx="1183">
                  <c:v>5.4370370370370368E-2</c:v>
                </c:pt>
                <c:pt idx="1184">
                  <c:v>5.4370370370370368E-2</c:v>
                </c:pt>
                <c:pt idx="1185">
                  <c:v>5.4370370370370368E-2</c:v>
                </c:pt>
                <c:pt idx="1186">
                  <c:v>5.4370370370370368E-2</c:v>
                </c:pt>
                <c:pt idx="1187">
                  <c:v>5.4518518518518522E-2</c:v>
                </c:pt>
                <c:pt idx="1188">
                  <c:v>5.4518518518518522E-2</c:v>
                </c:pt>
                <c:pt idx="1189">
                  <c:v>5.4518518518518522E-2</c:v>
                </c:pt>
                <c:pt idx="1190">
                  <c:v>5.4518518518518522E-2</c:v>
                </c:pt>
                <c:pt idx="1191">
                  <c:v>5.4666666666666669E-2</c:v>
                </c:pt>
                <c:pt idx="1192">
                  <c:v>5.4666666666666669E-2</c:v>
                </c:pt>
                <c:pt idx="1193">
                  <c:v>5.4666666666666669E-2</c:v>
                </c:pt>
                <c:pt idx="1194">
                  <c:v>5.4814814814814816E-2</c:v>
                </c:pt>
                <c:pt idx="1195">
                  <c:v>5.4962962962962963E-2</c:v>
                </c:pt>
                <c:pt idx="1196">
                  <c:v>5.4962962962962963E-2</c:v>
                </c:pt>
                <c:pt idx="1197">
                  <c:v>5.4962962962962963E-2</c:v>
                </c:pt>
                <c:pt idx="1198">
                  <c:v>5.4962962962962963E-2</c:v>
                </c:pt>
                <c:pt idx="1199">
                  <c:v>5.4962962962962963E-2</c:v>
                </c:pt>
                <c:pt idx="1200">
                  <c:v>5.4962962962962963E-2</c:v>
                </c:pt>
                <c:pt idx="1201">
                  <c:v>5.5111111111111111E-2</c:v>
                </c:pt>
                <c:pt idx="1202">
                  <c:v>5.5111111111111111E-2</c:v>
                </c:pt>
                <c:pt idx="1203">
                  <c:v>5.5111111111111111E-2</c:v>
                </c:pt>
                <c:pt idx="1204">
                  <c:v>5.5111111111111111E-2</c:v>
                </c:pt>
                <c:pt idx="1205">
                  <c:v>5.5111111111111111E-2</c:v>
                </c:pt>
                <c:pt idx="1206">
                  <c:v>5.5111111111111111E-2</c:v>
                </c:pt>
                <c:pt idx="1207">
                  <c:v>5.5259259259259258E-2</c:v>
                </c:pt>
                <c:pt idx="1208">
                  <c:v>5.5259259259259258E-2</c:v>
                </c:pt>
                <c:pt idx="1209">
                  <c:v>5.5259259259259258E-2</c:v>
                </c:pt>
                <c:pt idx="1210">
                  <c:v>5.5259259259259258E-2</c:v>
                </c:pt>
                <c:pt idx="1211">
                  <c:v>5.5407407407407405E-2</c:v>
                </c:pt>
                <c:pt idx="1212">
                  <c:v>5.5407407407407405E-2</c:v>
                </c:pt>
                <c:pt idx="1213">
                  <c:v>5.5407407407407405E-2</c:v>
                </c:pt>
                <c:pt idx="1214">
                  <c:v>5.5407407407407405E-2</c:v>
                </c:pt>
                <c:pt idx="1215">
                  <c:v>5.5407407407407405E-2</c:v>
                </c:pt>
                <c:pt idx="1216">
                  <c:v>5.5407407407407405E-2</c:v>
                </c:pt>
                <c:pt idx="1217">
                  <c:v>5.5407407407407405E-2</c:v>
                </c:pt>
                <c:pt idx="1218">
                  <c:v>5.5555555555555552E-2</c:v>
                </c:pt>
                <c:pt idx="1219">
                  <c:v>5.5555555555555552E-2</c:v>
                </c:pt>
                <c:pt idx="1220">
                  <c:v>5.5703703703703707E-2</c:v>
                </c:pt>
                <c:pt idx="1221">
                  <c:v>5.5851851851851854E-2</c:v>
                </c:pt>
                <c:pt idx="1222">
                  <c:v>5.6000000000000001E-2</c:v>
                </c:pt>
                <c:pt idx="1223">
                  <c:v>5.6000000000000001E-2</c:v>
                </c:pt>
                <c:pt idx="1224">
                  <c:v>5.6000000000000001E-2</c:v>
                </c:pt>
                <c:pt idx="1225">
                  <c:v>5.6148148148148148E-2</c:v>
                </c:pt>
                <c:pt idx="1226">
                  <c:v>5.6148148148148148E-2</c:v>
                </c:pt>
                <c:pt idx="1227">
                  <c:v>5.6296296296296296E-2</c:v>
                </c:pt>
                <c:pt idx="1228">
                  <c:v>5.6296296296296296E-2</c:v>
                </c:pt>
                <c:pt idx="1229">
                  <c:v>5.6296296296296296E-2</c:v>
                </c:pt>
                <c:pt idx="1230">
                  <c:v>5.6296296296296296E-2</c:v>
                </c:pt>
                <c:pt idx="1231">
                  <c:v>5.6444444444444443E-2</c:v>
                </c:pt>
                <c:pt idx="1232">
                  <c:v>5.659259259259259E-2</c:v>
                </c:pt>
                <c:pt idx="1233">
                  <c:v>5.6740740740740737E-2</c:v>
                </c:pt>
                <c:pt idx="1234">
                  <c:v>5.6740740740740737E-2</c:v>
                </c:pt>
                <c:pt idx="1235">
                  <c:v>5.6740740740740737E-2</c:v>
                </c:pt>
                <c:pt idx="1236">
                  <c:v>5.6740740740740737E-2</c:v>
                </c:pt>
                <c:pt idx="1237">
                  <c:v>5.6740740740740737E-2</c:v>
                </c:pt>
                <c:pt idx="1238">
                  <c:v>5.6740740740740737E-2</c:v>
                </c:pt>
                <c:pt idx="1239">
                  <c:v>5.6740740740740737E-2</c:v>
                </c:pt>
                <c:pt idx="1240">
                  <c:v>5.6740740740740737E-2</c:v>
                </c:pt>
                <c:pt idx="1241">
                  <c:v>5.6888888888888892E-2</c:v>
                </c:pt>
                <c:pt idx="1242">
                  <c:v>5.6888888888888892E-2</c:v>
                </c:pt>
                <c:pt idx="1243">
                  <c:v>5.6888888888888892E-2</c:v>
                </c:pt>
                <c:pt idx="1244">
                  <c:v>5.7037037037037039E-2</c:v>
                </c:pt>
                <c:pt idx="1245">
                  <c:v>5.7037037037037039E-2</c:v>
                </c:pt>
                <c:pt idx="1246">
                  <c:v>5.7037037037037039E-2</c:v>
                </c:pt>
                <c:pt idx="1247">
                  <c:v>5.7037037037037039E-2</c:v>
                </c:pt>
                <c:pt idx="1248">
                  <c:v>5.7185185185185186E-2</c:v>
                </c:pt>
                <c:pt idx="1249">
                  <c:v>5.7185185185185186E-2</c:v>
                </c:pt>
                <c:pt idx="1250">
                  <c:v>5.7185185185185186E-2</c:v>
                </c:pt>
                <c:pt idx="1251">
                  <c:v>5.7185185185185186E-2</c:v>
                </c:pt>
                <c:pt idx="1252">
                  <c:v>5.7185185185185186E-2</c:v>
                </c:pt>
                <c:pt idx="1253">
                  <c:v>5.7185185185185186E-2</c:v>
                </c:pt>
                <c:pt idx="1254">
                  <c:v>5.7185185185185186E-2</c:v>
                </c:pt>
                <c:pt idx="1255">
                  <c:v>5.7185185185185186E-2</c:v>
                </c:pt>
                <c:pt idx="1256">
                  <c:v>5.7333333333333333E-2</c:v>
                </c:pt>
                <c:pt idx="1257">
                  <c:v>5.7481481481481481E-2</c:v>
                </c:pt>
                <c:pt idx="1258">
                  <c:v>5.7629629629629628E-2</c:v>
                </c:pt>
                <c:pt idx="1259">
                  <c:v>5.7629629629629628E-2</c:v>
                </c:pt>
                <c:pt idx="1260">
                  <c:v>5.7777777777777775E-2</c:v>
                </c:pt>
                <c:pt idx="1261">
                  <c:v>5.7777777777777775E-2</c:v>
                </c:pt>
                <c:pt idx="1262">
                  <c:v>5.7777777777777775E-2</c:v>
                </c:pt>
                <c:pt idx="1263">
                  <c:v>5.7925925925925929E-2</c:v>
                </c:pt>
                <c:pt idx="1264">
                  <c:v>5.7925925925925929E-2</c:v>
                </c:pt>
                <c:pt idx="1265">
                  <c:v>5.7925925925925929E-2</c:v>
                </c:pt>
                <c:pt idx="1266">
                  <c:v>5.7925925925925929E-2</c:v>
                </c:pt>
                <c:pt idx="1267">
                  <c:v>5.7925925925925929E-2</c:v>
                </c:pt>
                <c:pt idx="1268">
                  <c:v>5.7925925925925929E-2</c:v>
                </c:pt>
                <c:pt idx="1269">
                  <c:v>5.7925925925925929E-2</c:v>
                </c:pt>
                <c:pt idx="1270">
                  <c:v>5.8074074074074077E-2</c:v>
                </c:pt>
                <c:pt idx="1271">
                  <c:v>5.8222222222222224E-2</c:v>
                </c:pt>
                <c:pt idx="1272">
                  <c:v>5.8222222222222224E-2</c:v>
                </c:pt>
                <c:pt idx="1273">
                  <c:v>5.8222222222222224E-2</c:v>
                </c:pt>
                <c:pt idx="1274">
                  <c:v>5.8222222222222224E-2</c:v>
                </c:pt>
                <c:pt idx="1275">
                  <c:v>5.8222222222222224E-2</c:v>
                </c:pt>
                <c:pt idx="1276">
                  <c:v>5.8370370370370371E-2</c:v>
                </c:pt>
                <c:pt idx="1277">
                  <c:v>5.8518518518518518E-2</c:v>
                </c:pt>
                <c:pt idx="1278">
                  <c:v>5.8518518518518518E-2</c:v>
                </c:pt>
                <c:pt idx="1279">
                  <c:v>5.8518518518518518E-2</c:v>
                </c:pt>
                <c:pt idx="1280">
                  <c:v>5.8518518518518518E-2</c:v>
                </c:pt>
                <c:pt idx="1281">
                  <c:v>5.8518518518518518E-2</c:v>
                </c:pt>
                <c:pt idx="1282">
                  <c:v>5.8518518518518518E-2</c:v>
                </c:pt>
                <c:pt idx="1283">
                  <c:v>5.8518518518518518E-2</c:v>
                </c:pt>
                <c:pt idx="1284">
                  <c:v>5.8666666666666666E-2</c:v>
                </c:pt>
                <c:pt idx="1285">
                  <c:v>5.8666666666666666E-2</c:v>
                </c:pt>
                <c:pt idx="1286">
                  <c:v>5.8666666666666666E-2</c:v>
                </c:pt>
                <c:pt idx="1287">
                  <c:v>5.8666666666666666E-2</c:v>
                </c:pt>
                <c:pt idx="1288">
                  <c:v>5.8666666666666666E-2</c:v>
                </c:pt>
                <c:pt idx="1289">
                  <c:v>5.8814814814814813E-2</c:v>
                </c:pt>
                <c:pt idx="1290">
                  <c:v>5.896296296296296E-2</c:v>
                </c:pt>
                <c:pt idx="1291">
                  <c:v>5.9111111111111114E-2</c:v>
                </c:pt>
                <c:pt idx="1292">
                  <c:v>5.9111111111111114E-2</c:v>
                </c:pt>
                <c:pt idx="1293">
                  <c:v>5.9111111111111114E-2</c:v>
                </c:pt>
                <c:pt idx="1294">
                  <c:v>5.9111111111111114E-2</c:v>
                </c:pt>
                <c:pt idx="1295">
                  <c:v>5.9111111111111114E-2</c:v>
                </c:pt>
                <c:pt idx="1296">
                  <c:v>5.9259259259259262E-2</c:v>
                </c:pt>
                <c:pt idx="1297">
                  <c:v>5.9259259259259262E-2</c:v>
                </c:pt>
                <c:pt idx="1298">
                  <c:v>5.9259259259259262E-2</c:v>
                </c:pt>
                <c:pt idx="1299">
                  <c:v>5.9259259259259262E-2</c:v>
                </c:pt>
                <c:pt idx="1300">
                  <c:v>5.9407407407407409E-2</c:v>
                </c:pt>
                <c:pt idx="1301">
                  <c:v>5.9407407407407409E-2</c:v>
                </c:pt>
                <c:pt idx="1302">
                  <c:v>5.9407407407407409E-2</c:v>
                </c:pt>
                <c:pt idx="1303">
                  <c:v>5.9555555555555556E-2</c:v>
                </c:pt>
                <c:pt idx="1304">
                  <c:v>5.9555555555555556E-2</c:v>
                </c:pt>
                <c:pt idx="1305">
                  <c:v>5.9555555555555556E-2</c:v>
                </c:pt>
                <c:pt idx="1306">
                  <c:v>5.9703703703703703E-2</c:v>
                </c:pt>
                <c:pt idx="1307">
                  <c:v>5.9703703703703703E-2</c:v>
                </c:pt>
                <c:pt idx="1308">
                  <c:v>5.9703703703703703E-2</c:v>
                </c:pt>
                <c:pt idx="1309">
                  <c:v>5.9703703703703703E-2</c:v>
                </c:pt>
                <c:pt idx="1310">
                  <c:v>5.9851851851851851E-2</c:v>
                </c:pt>
                <c:pt idx="1311">
                  <c:v>0.06</c:v>
                </c:pt>
                <c:pt idx="1312">
                  <c:v>0.06</c:v>
                </c:pt>
                <c:pt idx="1313">
                  <c:v>6.0148148148148145E-2</c:v>
                </c:pt>
                <c:pt idx="1314">
                  <c:v>6.0148148148148145E-2</c:v>
                </c:pt>
                <c:pt idx="1315">
                  <c:v>6.0296296296296299E-2</c:v>
                </c:pt>
                <c:pt idx="1316">
                  <c:v>6.0296296296296299E-2</c:v>
                </c:pt>
                <c:pt idx="1317">
                  <c:v>6.0296296296296299E-2</c:v>
                </c:pt>
                <c:pt idx="1318">
                  <c:v>6.0296296296296299E-2</c:v>
                </c:pt>
                <c:pt idx="1319">
                  <c:v>6.0444444444444446E-2</c:v>
                </c:pt>
                <c:pt idx="1320">
                  <c:v>6.0592592592592594E-2</c:v>
                </c:pt>
                <c:pt idx="1321">
                  <c:v>6.0592592592592594E-2</c:v>
                </c:pt>
                <c:pt idx="1322">
                  <c:v>6.0592592592592594E-2</c:v>
                </c:pt>
                <c:pt idx="1323">
                  <c:v>6.0592592592592594E-2</c:v>
                </c:pt>
                <c:pt idx="1324">
                  <c:v>6.0592592592592594E-2</c:v>
                </c:pt>
                <c:pt idx="1325">
                  <c:v>6.0592592592592594E-2</c:v>
                </c:pt>
                <c:pt idx="1326">
                  <c:v>6.0740740740740741E-2</c:v>
                </c:pt>
                <c:pt idx="1327">
                  <c:v>6.0888888888888888E-2</c:v>
                </c:pt>
                <c:pt idx="1328">
                  <c:v>6.1037037037037035E-2</c:v>
                </c:pt>
                <c:pt idx="1329">
                  <c:v>6.1185185185185183E-2</c:v>
                </c:pt>
                <c:pt idx="1330">
                  <c:v>6.133333333333333E-2</c:v>
                </c:pt>
                <c:pt idx="1331">
                  <c:v>6.1481481481481484E-2</c:v>
                </c:pt>
                <c:pt idx="1332">
                  <c:v>6.1481481481481484E-2</c:v>
                </c:pt>
                <c:pt idx="1333">
                  <c:v>6.1481481481481484E-2</c:v>
                </c:pt>
                <c:pt idx="1334">
                  <c:v>6.1481481481481484E-2</c:v>
                </c:pt>
                <c:pt idx="1335">
                  <c:v>6.1481481481481484E-2</c:v>
                </c:pt>
                <c:pt idx="1336">
                  <c:v>6.1629629629629631E-2</c:v>
                </c:pt>
                <c:pt idx="1337">
                  <c:v>6.1777777777777779E-2</c:v>
                </c:pt>
                <c:pt idx="1338">
                  <c:v>6.1777777777777779E-2</c:v>
                </c:pt>
                <c:pt idx="1339">
                  <c:v>6.1925925925925926E-2</c:v>
                </c:pt>
                <c:pt idx="1340">
                  <c:v>6.1925925925925926E-2</c:v>
                </c:pt>
                <c:pt idx="1341">
                  <c:v>6.1925925925925926E-2</c:v>
                </c:pt>
                <c:pt idx="1342">
                  <c:v>6.2074074074074073E-2</c:v>
                </c:pt>
                <c:pt idx="1343">
                  <c:v>6.222222222222222E-2</c:v>
                </c:pt>
                <c:pt idx="1344">
                  <c:v>6.2370370370370368E-2</c:v>
                </c:pt>
                <c:pt idx="1345">
                  <c:v>6.2370370370370368E-2</c:v>
                </c:pt>
                <c:pt idx="1346">
                  <c:v>6.2370370370370368E-2</c:v>
                </c:pt>
                <c:pt idx="1347">
                  <c:v>6.2370370370370368E-2</c:v>
                </c:pt>
                <c:pt idx="1348">
                  <c:v>6.2370370370370368E-2</c:v>
                </c:pt>
                <c:pt idx="1349">
                  <c:v>6.2370370370370368E-2</c:v>
                </c:pt>
                <c:pt idx="1350">
                  <c:v>6.2518518518518515E-2</c:v>
                </c:pt>
                <c:pt idx="1351">
                  <c:v>6.2666666666666662E-2</c:v>
                </c:pt>
                <c:pt idx="1352">
                  <c:v>6.2666666666666662E-2</c:v>
                </c:pt>
                <c:pt idx="1353">
                  <c:v>6.2666666666666662E-2</c:v>
                </c:pt>
                <c:pt idx="1354">
                  <c:v>6.2666666666666662E-2</c:v>
                </c:pt>
                <c:pt idx="1355">
                  <c:v>6.2666666666666662E-2</c:v>
                </c:pt>
                <c:pt idx="1356">
                  <c:v>6.2666666666666662E-2</c:v>
                </c:pt>
                <c:pt idx="1357">
                  <c:v>6.2814814814814809E-2</c:v>
                </c:pt>
                <c:pt idx="1358">
                  <c:v>6.2814814814814809E-2</c:v>
                </c:pt>
                <c:pt idx="1359">
                  <c:v>6.2962962962962957E-2</c:v>
                </c:pt>
                <c:pt idx="1360">
                  <c:v>6.2962962962962957E-2</c:v>
                </c:pt>
                <c:pt idx="1361">
                  <c:v>6.2962962962962957E-2</c:v>
                </c:pt>
                <c:pt idx="1362">
                  <c:v>6.3111111111111118E-2</c:v>
                </c:pt>
                <c:pt idx="1363">
                  <c:v>6.3111111111111118E-2</c:v>
                </c:pt>
                <c:pt idx="1364">
                  <c:v>6.3111111111111118E-2</c:v>
                </c:pt>
                <c:pt idx="1365">
                  <c:v>6.3111111111111118E-2</c:v>
                </c:pt>
                <c:pt idx="1366">
                  <c:v>6.3111111111111118E-2</c:v>
                </c:pt>
                <c:pt idx="1367">
                  <c:v>6.3259259259259265E-2</c:v>
                </c:pt>
                <c:pt idx="1368">
                  <c:v>6.3407407407407412E-2</c:v>
                </c:pt>
                <c:pt idx="1369">
                  <c:v>6.355555555555556E-2</c:v>
                </c:pt>
                <c:pt idx="1370">
                  <c:v>6.355555555555556E-2</c:v>
                </c:pt>
                <c:pt idx="1371">
                  <c:v>6.355555555555556E-2</c:v>
                </c:pt>
                <c:pt idx="1372">
                  <c:v>6.355555555555556E-2</c:v>
                </c:pt>
                <c:pt idx="1373">
                  <c:v>6.355555555555556E-2</c:v>
                </c:pt>
                <c:pt idx="1374">
                  <c:v>6.355555555555556E-2</c:v>
                </c:pt>
                <c:pt idx="1375">
                  <c:v>6.355555555555556E-2</c:v>
                </c:pt>
                <c:pt idx="1376">
                  <c:v>6.355555555555556E-2</c:v>
                </c:pt>
                <c:pt idx="1377">
                  <c:v>6.3703703703703707E-2</c:v>
                </c:pt>
                <c:pt idx="1378">
                  <c:v>6.3703703703703707E-2</c:v>
                </c:pt>
                <c:pt idx="1379">
                  <c:v>6.3703703703703707E-2</c:v>
                </c:pt>
                <c:pt idx="1380">
                  <c:v>6.3851851851851854E-2</c:v>
                </c:pt>
                <c:pt idx="1381">
                  <c:v>6.4000000000000001E-2</c:v>
                </c:pt>
                <c:pt idx="1382">
                  <c:v>6.4000000000000001E-2</c:v>
                </c:pt>
                <c:pt idx="1383">
                  <c:v>6.4000000000000001E-2</c:v>
                </c:pt>
                <c:pt idx="1384">
                  <c:v>6.4148148148148149E-2</c:v>
                </c:pt>
                <c:pt idx="1385">
                  <c:v>6.4148148148148149E-2</c:v>
                </c:pt>
                <c:pt idx="1386">
                  <c:v>6.4148148148148149E-2</c:v>
                </c:pt>
                <c:pt idx="1387">
                  <c:v>6.4148148148148149E-2</c:v>
                </c:pt>
                <c:pt idx="1388">
                  <c:v>6.4148148148148149E-2</c:v>
                </c:pt>
                <c:pt idx="1389">
                  <c:v>6.4148148148148149E-2</c:v>
                </c:pt>
                <c:pt idx="1390">
                  <c:v>6.4148148148148149E-2</c:v>
                </c:pt>
                <c:pt idx="1391">
                  <c:v>6.4148148148148149E-2</c:v>
                </c:pt>
                <c:pt idx="1392">
                  <c:v>6.4148148148148149E-2</c:v>
                </c:pt>
                <c:pt idx="1393">
                  <c:v>6.4148148148148149E-2</c:v>
                </c:pt>
                <c:pt idx="1394">
                  <c:v>6.4148148148148149E-2</c:v>
                </c:pt>
                <c:pt idx="1395">
                  <c:v>6.4148148148148149E-2</c:v>
                </c:pt>
                <c:pt idx="1396">
                  <c:v>6.4148148148148149E-2</c:v>
                </c:pt>
                <c:pt idx="1397">
                  <c:v>6.4296296296296296E-2</c:v>
                </c:pt>
                <c:pt idx="1398">
                  <c:v>6.4296296296296296E-2</c:v>
                </c:pt>
                <c:pt idx="1399">
                  <c:v>6.4296296296296296E-2</c:v>
                </c:pt>
                <c:pt idx="1400">
                  <c:v>6.4296296296296296E-2</c:v>
                </c:pt>
                <c:pt idx="1401">
                  <c:v>6.4296296296296296E-2</c:v>
                </c:pt>
                <c:pt idx="1402">
                  <c:v>6.4296296296296296E-2</c:v>
                </c:pt>
                <c:pt idx="1403">
                  <c:v>6.4296296296296296E-2</c:v>
                </c:pt>
                <c:pt idx="1404">
                  <c:v>6.4296296296296296E-2</c:v>
                </c:pt>
                <c:pt idx="1405">
                  <c:v>6.4296296296296296E-2</c:v>
                </c:pt>
                <c:pt idx="1406">
                  <c:v>6.4296296296296296E-2</c:v>
                </c:pt>
                <c:pt idx="1407">
                  <c:v>6.4296296296296296E-2</c:v>
                </c:pt>
                <c:pt idx="1408">
                  <c:v>6.4296296296296296E-2</c:v>
                </c:pt>
                <c:pt idx="1409">
                  <c:v>6.4296296296296296E-2</c:v>
                </c:pt>
                <c:pt idx="1410">
                  <c:v>6.4296296296296296E-2</c:v>
                </c:pt>
                <c:pt idx="1411">
                  <c:v>6.4444444444444443E-2</c:v>
                </c:pt>
                <c:pt idx="1412">
                  <c:v>6.4444444444444443E-2</c:v>
                </c:pt>
                <c:pt idx="1413">
                  <c:v>6.459259259259259E-2</c:v>
                </c:pt>
                <c:pt idx="1414">
                  <c:v>6.4740740740740738E-2</c:v>
                </c:pt>
                <c:pt idx="1415">
                  <c:v>6.4740740740740738E-2</c:v>
                </c:pt>
                <c:pt idx="1416">
                  <c:v>6.4888888888888885E-2</c:v>
                </c:pt>
                <c:pt idx="1417">
                  <c:v>6.4888888888888885E-2</c:v>
                </c:pt>
                <c:pt idx="1418">
                  <c:v>6.4888888888888885E-2</c:v>
                </c:pt>
                <c:pt idx="1419">
                  <c:v>6.4888888888888885E-2</c:v>
                </c:pt>
                <c:pt idx="1420">
                  <c:v>6.4888888888888885E-2</c:v>
                </c:pt>
                <c:pt idx="1421">
                  <c:v>6.5037037037037032E-2</c:v>
                </c:pt>
                <c:pt idx="1422">
                  <c:v>6.5037037037037032E-2</c:v>
                </c:pt>
                <c:pt idx="1423">
                  <c:v>6.5037037037037032E-2</c:v>
                </c:pt>
                <c:pt idx="1424">
                  <c:v>6.5037037037037032E-2</c:v>
                </c:pt>
                <c:pt idx="1425">
                  <c:v>6.5037037037037032E-2</c:v>
                </c:pt>
                <c:pt idx="1426">
                  <c:v>6.5185185185185179E-2</c:v>
                </c:pt>
                <c:pt idx="1427">
                  <c:v>6.5333333333333327E-2</c:v>
                </c:pt>
                <c:pt idx="1428">
                  <c:v>6.5481481481481488E-2</c:v>
                </c:pt>
                <c:pt idx="1429">
                  <c:v>6.5481481481481488E-2</c:v>
                </c:pt>
                <c:pt idx="1430">
                  <c:v>6.5481481481481488E-2</c:v>
                </c:pt>
                <c:pt idx="1431">
                  <c:v>6.5629629629629635E-2</c:v>
                </c:pt>
                <c:pt idx="1432">
                  <c:v>6.5629629629629635E-2</c:v>
                </c:pt>
                <c:pt idx="1433">
                  <c:v>6.5777777777777782E-2</c:v>
                </c:pt>
                <c:pt idx="1434">
                  <c:v>6.5777777777777782E-2</c:v>
                </c:pt>
                <c:pt idx="1435">
                  <c:v>6.5925925925925929E-2</c:v>
                </c:pt>
                <c:pt idx="1436">
                  <c:v>6.6074074074074077E-2</c:v>
                </c:pt>
                <c:pt idx="1437">
                  <c:v>6.6222222222222224E-2</c:v>
                </c:pt>
                <c:pt idx="1438">
                  <c:v>6.6222222222222224E-2</c:v>
                </c:pt>
                <c:pt idx="1439">
                  <c:v>6.6222222222222224E-2</c:v>
                </c:pt>
                <c:pt idx="1440">
                  <c:v>6.6370370370370371E-2</c:v>
                </c:pt>
                <c:pt idx="1441">
                  <c:v>6.6370370370370371E-2</c:v>
                </c:pt>
                <c:pt idx="1442">
                  <c:v>6.6370370370370371E-2</c:v>
                </c:pt>
                <c:pt idx="1443">
                  <c:v>6.6370370370370371E-2</c:v>
                </c:pt>
                <c:pt idx="1444">
                  <c:v>6.6370370370370371E-2</c:v>
                </c:pt>
                <c:pt idx="1445">
                  <c:v>6.6370370370370371E-2</c:v>
                </c:pt>
                <c:pt idx="1446">
                  <c:v>6.6370370370370371E-2</c:v>
                </c:pt>
                <c:pt idx="1447">
                  <c:v>6.6370370370370371E-2</c:v>
                </c:pt>
                <c:pt idx="1448">
                  <c:v>6.6370370370370371E-2</c:v>
                </c:pt>
                <c:pt idx="1449">
                  <c:v>6.6370370370370371E-2</c:v>
                </c:pt>
                <c:pt idx="1450">
                  <c:v>6.6370370370370371E-2</c:v>
                </c:pt>
                <c:pt idx="1451">
                  <c:v>6.6370370370370371E-2</c:v>
                </c:pt>
                <c:pt idx="1452">
                  <c:v>6.6518518518518518E-2</c:v>
                </c:pt>
                <c:pt idx="1453">
                  <c:v>6.6518518518518518E-2</c:v>
                </c:pt>
                <c:pt idx="1454">
                  <c:v>6.6666666666666666E-2</c:v>
                </c:pt>
                <c:pt idx="1455">
                  <c:v>6.6666666666666666E-2</c:v>
                </c:pt>
                <c:pt idx="1456">
                  <c:v>6.6814814814814813E-2</c:v>
                </c:pt>
                <c:pt idx="1457">
                  <c:v>6.6814814814814813E-2</c:v>
                </c:pt>
                <c:pt idx="1458">
                  <c:v>6.6814814814814813E-2</c:v>
                </c:pt>
                <c:pt idx="1459">
                  <c:v>6.6814814814814813E-2</c:v>
                </c:pt>
                <c:pt idx="1460">
                  <c:v>6.696296296296296E-2</c:v>
                </c:pt>
                <c:pt idx="1461">
                  <c:v>6.696296296296296E-2</c:v>
                </c:pt>
                <c:pt idx="1462">
                  <c:v>6.696296296296296E-2</c:v>
                </c:pt>
                <c:pt idx="1463">
                  <c:v>6.696296296296296E-2</c:v>
                </c:pt>
                <c:pt idx="1464">
                  <c:v>6.7111111111111107E-2</c:v>
                </c:pt>
                <c:pt idx="1465">
                  <c:v>6.7111111111111107E-2</c:v>
                </c:pt>
                <c:pt idx="1466">
                  <c:v>6.7111111111111107E-2</c:v>
                </c:pt>
                <c:pt idx="1467">
                  <c:v>6.7111111111111107E-2</c:v>
                </c:pt>
                <c:pt idx="1468">
                  <c:v>6.7111111111111107E-2</c:v>
                </c:pt>
                <c:pt idx="1469">
                  <c:v>6.7111111111111107E-2</c:v>
                </c:pt>
                <c:pt idx="1470">
                  <c:v>6.7259259259259255E-2</c:v>
                </c:pt>
                <c:pt idx="1471">
                  <c:v>6.7407407407407402E-2</c:v>
                </c:pt>
                <c:pt idx="1472">
                  <c:v>6.7407407407407402E-2</c:v>
                </c:pt>
                <c:pt idx="1473">
                  <c:v>6.7555555555555549E-2</c:v>
                </c:pt>
                <c:pt idx="1474">
                  <c:v>6.7555555555555549E-2</c:v>
                </c:pt>
                <c:pt idx="1475">
                  <c:v>6.7555555555555549E-2</c:v>
                </c:pt>
                <c:pt idx="1476">
                  <c:v>6.7555555555555549E-2</c:v>
                </c:pt>
                <c:pt idx="1477">
                  <c:v>6.7555555555555549E-2</c:v>
                </c:pt>
                <c:pt idx="1478">
                  <c:v>6.770370370370371E-2</c:v>
                </c:pt>
                <c:pt idx="1479">
                  <c:v>6.770370370370371E-2</c:v>
                </c:pt>
                <c:pt idx="1480">
                  <c:v>6.7851851851851858E-2</c:v>
                </c:pt>
                <c:pt idx="1481">
                  <c:v>6.7851851851851858E-2</c:v>
                </c:pt>
                <c:pt idx="1482">
                  <c:v>6.7851851851851858E-2</c:v>
                </c:pt>
                <c:pt idx="1483">
                  <c:v>6.8000000000000005E-2</c:v>
                </c:pt>
                <c:pt idx="1484">
                  <c:v>6.8000000000000005E-2</c:v>
                </c:pt>
                <c:pt idx="1485">
                  <c:v>6.8000000000000005E-2</c:v>
                </c:pt>
                <c:pt idx="1486">
                  <c:v>6.8148148148148152E-2</c:v>
                </c:pt>
                <c:pt idx="1487">
                  <c:v>6.8148148148148152E-2</c:v>
                </c:pt>
                <c:pt idx="1488">
                  <c:v>6.8148148148148152E-2</c:v>
                </c:pt>
                <c:pt idx="1489">
                  <c:v>6.8296296296296299E-2</c:v>
                </c:pt>
                <c:pt idx="1490">
                  <c:v>6.8296296296296299E-2</c:v>
                </c:pt>
                <c:pt idx="1491">
                  <c:v>6.8296296296296299E-2</c:v>
                </c:pt>
                <c:pt idx="1492">
                  <c:v>6.8296296296296299E-2</c:v>
                </c:pt>
                <c:pt idx="1493">
                  <c:v>6.8296296296296299E-2</c:v>
                </c:pt>
                <c:pt idx="1494">
                  <c:v>6.8296296296296299E-2</c:v>
                </c:pt>
                <c:pt idx="1495">
                  <c:v>6.8296296296296299E-2</c:v>
                </c:pt>
                <c:pt idx="1496">
                  <c:v>6.8296296296296299E-2</c:v>
                </c:pt>
                <c:pt idx="1497">
                  <c:v>6.8444444444444447E-2</c:v>
                </c:pt>
                <c:pt idx="1498">
                  <c:v>6.8592592592592594E-2</c:v>
                </c:pt>
                <c:pt idx="1499">
                  <c:v>6.8592592592592594E-2</c:v>
                </c:pt>
                <c:pt idx="1500">
                  <c:v>6.8740740740740741E-2</c:v>
                </c:pt>
                <c:pt idx="1501">
                  <c:v>6.8740740740740741E-2</c:v>
                </c:pt>
                <c:pt idx="1502">
                  <c:v>6.8740740740740741E-2</c:v>
                </c:pt>
                <c:pt idx="1503">
                  <c:v>6.8740740740740741E-2</c:v>
                </c:pt>
                <c:pt idx="1504">
                  <c:v>6.8740740740740741E-2</c:v>
                </c:pt>
                <c:pt idx="1505">
                  <c:v>6.8888888888888888E-2</c:v>
                </c:pt>
                <c:pt idx="1506">
                  <c:v>6.9037037037037036E-2</c:v>
                </c:pt>
                <c:pt idx="1507">
                  <c:v>6.9037037037037036E-2</c:v>
                </c:pt>
                <c:pt idx="1508">
                  <c:v>6.9037037037037036E-2</c:v>
                </c:pt>
                <c:pt idx="1509">
                  <c:v>6.9037037037037036E-2</c:v>
                </c:pt>
                <c:pt idx="1510">
                  <c:v>6.9037037037037036E-2</c:v>
                </c:pt>
                <c:pt idx="1511">
                  <c:v>6.9037037037037036E-2</c:v>
                </c:pt>
                <c:pt idx="1512">
                  <c:v>6.9037037037037036E-2</c:v>
                </c:pt>
                <c:pt idx="1513">
                  <c:v>6.9037037037037036E-2</c:v>
                </c:pt>
                <c:pt idx="1514">
                  <c:v>6.9037037037037036E-2</c:v>
                </c:pt>
                <c:pt idx="1515">
                  <c:v>6.9185185185185183E-2</c:v>
                </c:pt>
                <c:pt idx="1516">
                  <c:v>6.9185185185185183E-2</c:v>
                </c:pt>
                <c:pt idx="1517">
                  <c:v>6.9185185185185183E-2</c:v>
                </c:pt>
                <c:pt idx="1518">
                  <c:v>6.9185185185185183E-2</c:v>
                </c:pt>
                <c:pt idx="1519">
                  <c:v>6.9185185185185183E-2</c:v>
                </c:pt>
                <c:pt idx="1520">
                  <c:v>6.9185185185185183E-2</c:v>
                </c:pt>
                <c:pt idx="1521">
                  <c:v>6.9185185185185183E-2</c:v>
                </c:pt>
                <c:pt idx="1522">
                  <c:v>6.9185185185185183E-2</c:v>
                </c:pt>
                <c:pt idx="1523">
                  <c:v>6.9185185185185183E-2</c:v>
                </c:pt>
                <c:pt idx="1524">
                  <c:v>6.9185185185185183E-2</c:v>
                </c:pt>
                <c:pt idx="1525">
                  <c:v>6.933333333333333E-2</c:v>
                </c:pt>
                <c:pt idx="1526">
                  <c:v>6.9481481481481477E-2</c:v>
                </c:pt>
                <c:pt idx="1527">
                  <c:v>6.9629629629629625E-2</c:v>
                </c:pt>
                <c:pt idx="1528">
                  <c:v>6.9777777777777772E-2</c:v>
                </c:pt>
                <c:pt idx="1529">
                  <c:v>6.9777777777777772E-2</c:v>
                </c:pt>
                <c:pt idx="1530">
                  <c:v>6.9777777777777772E-2</c:v>
                </c:pt>
                <c:pt idx="1531">
                  <c:v>6.9777777777777772E-2</c:v>
                </c:pt>
                <c:pt idx="1532">
                  <c:v>6.9777777777777772E-2</c:v>
                </c:pt>
                <c:pt idx="1533">
                  <c:v>6.9777777777777772E-2</c:v>
                </c:pt>
                <c:pt idx="1534">
                  <c:v>6.9777777777777772E-2</c:v>
                </c:pt>
                <c:pt idx="1535">
                  <c:v>6.9777777777777772E-2</c:v>
                </c:pt>
                <c:pt idx="1536">
                  <c:v>6.9925925925925919E-2</c:v>
                </c:pt>
                <c:pt idx="1537">
                  <c:v>6.9925925925925919E-2</c:v>
                </c:pt>
                <c:pt idx="1538">
                  <c:v>6.9925925925925919E-2</c:v>
                </c:pt>
                <c:pt idx="1539">
                  <c:v>6.9925925925925919E-2</c:v>
                </c:pt>
                <c:pt idx="1540">
                  <c:v>7.007407407407408E-2</c:v>
                </c:pt>
                <c:pt idx="1541">
                  <c:v>7.0222222222222228E-2</c:v>
                </c:pt>
                <c:pt idx="1542">
                  <c:v>7.0370370370370375E-2</c:v>
                </c:pt>
                <c:pt idx="1543">
                  <c:v>7.0518518518518522E-2</c:v>
                </c:pt>
                <c:pt idx="1544">
                  <c:v>7.0518518518518522E-2</c:v>
                </c:pt>
                <c:pt idx="1545">
                  <c:v>7.0666666666666669E-2</c:v>
                </c:pt>
                <c:pt idx="1546">
                  <c:v>7.0814814814814817E-2</c:v>
                </c:pt>
                <c:pt idx="1547">
                  <c:v>7.0814814814814817E-2</c:v>
                </c:pt>
                <c:pt idx="1548">
                  <c:v>7.0962962962962964E-2</c:v>
                </c:pt>
                <c:pt idx="1549">
                  <c:v>7.1111111111111111E-2</c:v>
                </c:pt>
                <c:pt idx="1550">
                  <c:v>7.1111111111111111E-2</c:v>
                </c:pt>
                <c:pt idx="1551">
                  <c:v>7.1259259259259258E-2</c:v>
                </c:pt>
                <c:pt idx="1552">
                  <c:v>7.1259259259259258E-2</c:v>
                </c:pt>
                <c:pt idx="1553">
                  <c:v>7.1259259259259258E-2</c:v>
                </c:pt>
                <c:pt idx="1554">
                  <c:v>7.1259259259259258E-2</c:v>
                </c:pt>
                <c:pt idx="1555">
                  <c:v>7.1259259259259258E-2</c:v>
                </c:pt>
                <c:pt idx="1556">
                  <c:v>7.1407407407407406E-2</c:v>
                </c:pt>
                <c:pt idx="1557">
                  <c:v>7.1407407407407406E-2</c:v>
                </c:pt>
                <c:pt idx="1558">
                  <c:v>7.1555555555555553E-2</c:v>
                </c:pt>
                <c:pt idx="1559">
                  <c:v>7.1555555555555553E-2</c:v>
                </c:pt>
                <c:pt idx="1560">
                  <c:v>7.17037037037037E-2</c:v>
                </c:pt>
                <c:pt idx="1561">
                  <c:v>7.17037037037037E-2</c:v>
                </c:pt>
                <c:pt idx="1562">
                  <c:v>7.17037037037037E-2</c:v>
                </c:pt>
                <c:pt idx="1563">
                  <c:v>7.17037037037037E-2</c:v>
                </c:pt>
                <c:pt idx="1564">
                  <c:v>7.17037037037037E-2</c:v>
                </c:pt>
                <c:pt idx="1565">
                  <c:v>7.17037037037037E-2</c:v>
                </c:pt>
                <c:pt idx="1566">
                  <c:v>7.17037037037037E-2</c:v>
                </c:pt>
                <c:pt idx="1567">
                  <c:v>7.1851851851851847E-2</c:v>
                </c:pt>
                <c:pt idx="1568">
                  <c:v>7.1851851851851847E-2</c:v>
                </c:pt>
                <c:pt idx="1569">
                  <c:v>7.1851851851851847E-2</c:v>
                </c:pt>
                <c:pt idx="1570">
                  <c:v>7.1851851851851847E-2</c:v>
                </c:pt>
                <c:pt idx="1571">
                  <c:v>7.1999999999999995E-2</c:v>
                </c:pt>
                <c:pt idx="1572">
                  <c:v>7.1999999999999995E-2</c:v>
                </c:pt>
                <c:pt idx="1573">
                  <c:v>7.1999999999999995E-2</c:v>
                </c:pt>
                <c:pt idx="1574">
                  <c:v>7.1999999999999995E-2</c:v>
                </c:pt>
                <c:pt idx="1575">
                  <c:v>7.1999999999999995E-2</c:v>
                </c:pt>
                <c:pt idx="1576">
                  <c:v>7.1999999999999995E-2</c:v>
                </c:pt>
                <c:pt idx="1577">
                  <c:v>7.2148148148148142E-2</c:v>
                </c:pt>
                <c:pt idx="1578">
                  <c:v>7.2148148148148142E-2</c:v>
                </c:pt>
                <c:pt idx="1579">
                  <c:v>7.2296296296296303E-2</c:v>
                </c:pt>
                <c:pt idx="1580">
                  <c:v>7.2296296296296303E-2</c:v>
                </c:pt>
                <c:pt idx="1581">
                  <c:v>7.2296296296296303E-2</c:v>
                </c:pt>
                <c:pt idx="1582">
                  <c:v>7.244444444444445E-2</c:v>
                </c:pt>
                <c:pt idx="1583">
                  <c:v>7.244444444444445E-2</c:v>
                </c:pt>
                <c:pt idx="1584">
                  <c:v>7.244444444444445E-2</c:v>
                </c:pt>
                <c:pt idx="1585">
                  <c:v>7.244444444444445E-2</c:v>
                </c:pt>
                <c:pt idx="1586">
                  <c:v>7.244444444444445E-2</c:v>
                </c:pt>
                <c:pt idx="1587">
                  <c:v>7.244444444444445E-2</c:v>
                </c:pt>
                <c:pt idx="1588">
                  <c:v>7.244444444444445E-2</c:v>
                </c:pt>
                <c:pt idx="1589">
                  <c:v>7.244444444444445E-2</c:v>
                </c:pt>
                <c:pt idx="1590">
                  <c:v>7.244444444444445E-2</c:v>
                </c:pt>
                <c:pt idx="1591">
                  <c:v>7.2592592592592597E-2</c:v>
                </c:pt>
                <c:pt idx="1592">
                  <c:v>7.2592592592592597E-2</c:v>
                </c:pt>
                <c:pt idx="1593">
                  <c:v>7.2592592592592597E-2</c:v>
                </c:pt>
                <c:pt idx="1594">
                  <c:v>7.2592592592592597E-2</c:v>
                </c:pt>
                <c:pt idx="1595">
                  <c:v>7.2592592592592597E-2</c:v>
                </c:pt>
                <c:pt idx="1596">
                  <c:v>7.2592592592592597E-2</c:v>
                </c:pt>
                <c:pt idx="1597">
                  <c:v>7.2740740740740745E-2</c:v>
                </c:pt>
                <c:pt idx="1598">
                  <c:v>7.2740740740740745E-2</c:v>
                </c:pt>
                <c:pt idx="1599">
                  <c:v>7.2740740740740745E-2</c:v>
                </c:pt>
                <c:pt idx="1600">
                  <c:v>7.2740740740740745E-2</c:v>
                </c:pt>
                <c:pt idx="1601">
                  <c:v>7.2888888888888892E-2</c:v>
                </c:pt>
                <c:pt idx="1602">
                  <c:v>7.2888888888888892E-2</c:v>
                </c:pt>
                <c:pt idx="1603">
                  <c:v>7.2888888888888892E-2</c:v>
                </c:pt>
                <c:pt idx="1604">
                  <c:v>7.2888888888888892E-2</c:v>
                </c:pt>
                <c:pt idx="1605">
                  <c:v>7.2888888888888892E-2</c:v>
                </c:pt>
                <c:pt idx="1606">
                  <c:v>7.2888888888888892E-2</c:v>
                </c:pt>
                <c:pt idx="1607">
                  <c:v>7.2888888888888892E-2</c:v>
                </c:pt>
                <c:pt idx="1608">
                  <c:v>7.2888888888888892E-2</c:v>
                </c:pt>
                <c:pt idx="1609">
                  <c:v>7.2888888888888892E-2</c:v>
                </c:pt>
                <c:pt idx="1610">
                  <c:v>7.2888888888888892E-2</c:v>
                </c:pt>
                <c:pt idx="1611">
                  <c:v>7.2888888888888892E-2</c:v>
                </c:pt>
                <c:pt idx="1612">
                  <c:v>7.3037037037037039E-2</c:v>
                </c:pt>
                <c:pt idx="1613">
                  <c:v>7.3185185185185186E-2</c:v>
                </c:pt>
                <c:pt idx="1614">
                  <c:v>7.3185185185185186E-2</c:v>
                </c:pt>
                <c:pt idx="1615">
                  <c:v>7.3185185185185186E-2</c:v>
                </c:pt>
                <c:pt idx="1616">
                  <c:v>7.3185185185185186E-2</c:v>
                </c:pt>
                <c:pt idx="1617">
                  <c:v>7.3185185185185186E-2</c:v>
                </c:pt>
                <c:pt idx="1618">
                  <c:v>7.3333333333333334E-2</c:v>
                </c:pt>
                <c:pt idx="1619">
                  <c:v>7.3333333333333334E-2</c:v>
                </c:pt>
                <c:pt idx="1620">
                  <c:v>7.3333333333333334E-2</c:v>
                </c:pt>
                <c:pt idx="1621">
                  <c:v>7.3481481481481481E-2</c:v>
                </c:pt>
                <c:pt idx="1622">
                  <c:v>7.3481481481481481E-2</c:v>
                </c:pt>
                <c:pt idx="1623">
                  <c:v>7.3481481481481481E-2</c:v>
                </c:pt>
                <c:pt idx="1624">
                  <c:v>7.3629629629629628E-2</c:v>
                </c:pt>
                <c:pt idx="1625">
                  <c:v>7.3629629629629628E-2</c:v>
                </c:pt>
                <c:pt idx="1626">
                  <c:v>7.3777777777777775E-2</c:v>
                </c:pt>
                <c:pt idx="1627">
                  <c:v>7.3777777777777775E-2</c:v>
                </c:pt>
                <c:pt idx="1628">
                  <c:v>7.3777777777777775E-2</c:v>
                </c:pt>
                <c:pt idx="1629">
                  <c:v>7.3777777777777775E-2</c:v>
                </c:pt>
                <c:pt idx="1630">
                  <c:v>7.3777777777777775E-2</c:v>
                </c:pt>
                <c:pt idx="1631">
                  <c:v>7.3777777777777775E-2</c:v>
                </c:pt>
                <c:pt idx="1632">
                  <c:v>7.3777777777777775E-2</c:v>
                </c:pt>
                <c:pt idx="1633">
                  <c:v>7.3925925925925923E-2</c:v>
                </c:pt>
                <c:pt idx="1634">
                  <c:v>7.3925925925925923E-2</c:v>
                </c:pt>
                <c:pt idx="1635">
                  <c:v>7.3925925925925923E-2</c:v>
                </c:pt>
                <c:pt idx="1636">
                  <c:v>7.3925925925925923E-2</c:v>
                </c:pt>
                <c:pt idx="1637">
                  <c:v>7.3925925925925923E-2</c:v>
                </c:pt>
                <c:pt idx="1638">
                  <c:v>7.3925925925925923E-2</c:v>
                </c:pt>
                <c:pt idx="1639">
                  <c:v>7.407407407407407E-2</c:v>
                </c:pt>
                <c:pt idx="1640">
                  <c:v>7.407407407407407E-2</c:v>
                </c:pt>
                <c:pt idx="1641">
                  <c:v>7.4222222222222217E-2</c:v>
                </c:pt>
                <c:pt idx="1642">
                  <c:v>7.4222222222222217E-2</c:v>
                </c:pt>
                <c:pt idx="1643">
                  <c:v>7.4222222222222217E-2</c:v>
                </c:pt>
                <c:pt idx="1644">
                  <c:v>7.4222222222222217E-2</c:v>
                </c:pt>
                <c:pt idx="1645">
                  <c:v>7.4222222222222217E-2</c:v>
                </c:pt>
                <c:pt idx="1646">
                  <c:v>7.4370370370370364E-2</c:v>
                </c:pt>
                <c:pt idx="1647">
                  <c:v>7.4518518518518512E-2</c:v>
                </c:pt>
                <c:pt idx="1648">
                  <c:v>7.4518518518518512E-2</c:v>
                </c:pt>
                <c:pt idx="1649">
                  <c:v>7.4518518518518512E-2</c:v>
                </c:pt>
                <c:pt idx="1650">
                  <c:v>7.4518518518518512E-2</c:v>
                </c:pt>
                <c:pt idx="1651">
                  <c:v>7.4666666666666673E-2</c:v>
                </c:pt>
                <c:pt idx="1652">
                  <c:v>7.4666666666666673E-2</c:v>
                </c:pt>
                <c:pt idx="1653">
                  <c:v>7.481481481481482E-2</c:v>
                </c:pt>
                <c:pt idx="1654">
                  <c:v>7.481481481481482E-2</c:v>
                </c:pt>
                <c:pt idx="1655">
                  <c:v>7.4962962962962967E-2</c:v>
                </c:pt>
                <c:pt idx="1656">
                  <c:v>7.5111111111111115E-2</c:v>
                </c:pt>
                <c:pt idx="1657">
                  <c:v>7.5111111111111115E-2</c:v>
                </c:pt>
                <c:pt idx="1658">
                  <c:v>7.5259259259259262E-2</c:v>
                </c:pt>
                <c:pt idx="1659">
                  <c:v>7.5259259259259262E-2</c:v>
                </c:pt>
                <c:pt idx="1660">
                  <c:v>7.5259259259259262E-2</c:v>
                </c:pt>
                <c:pt idx="1661">
                  <c:v>7.5407407407407409E-2</c:v>
                </c:pt>
                <c:pt idx="1662">
                  <c:v>7.5407407407407409E-2</c:v>
                </c:pt>
                <c:pt idx="1663">
                  <c:v>7.5555555555555556E-2</c:v>
                </c:pt>
                <c:pt idx="1664">
                  <c:v>7.5555555555555556E-2</c:v>
                </c:pt>
                <c:pt idx="1665">
                  <c:v>7.5555555555555556E-2</c:v>
                </c:pt>
                <c:pt idx="1666">
                  <c:v>7.5555555555555556E-2</c:v>
                </c:pt>
                <c:pt idx="1667">
                  <c:v>7.5555555555555556E-2</c:v>
                </c:pt>
                <c:pt idx="1668">
                  <c:v>7.5555555555555556E-2</c:v>
                </c:pt>
                <c:pt idx="1669">
                  <c:v>7.5555555555555556E-2</c:v>
                </c:pt>
                <c:pt idx="1670">
                  <c:v>7.5703703703703704E-2</c:v>
                </c:pt>
                <c:pt idx="1671">
                  <c:v>7.5703703703703704E-2</c:v>
                </c:pt>
                <c:pt idx="1672">
                  <c:v>7.5703703703703704E-2</c:v>
                </c:pt>
                <c:pt idx="1673">
                  <c:v>7.5703703703703704E-2</c:v>
                </c:pt>
                <c:pt idx="1674">
                  <c:v>7.5703703703703704E-2</c:v>
                </c:pt>
                <c:pt idx="1675">
                  <c:v>7.5703703703703704E-2</c:v>
                </c:pt>
                <c:pt idx="1676">
                  <c:v>7.5703703703703704E-2</c:v>
                </c:pt>
                <c:pt idx="1677">
                  <c:v>7.5703703703703704E-2</c:v>
                </c:pt>
                <c:pt idx="1678">
                  <c:v>7.5703703703703704E-2</c:v>
                </c:pt>
                <c:pt idx="1679">
                  <c:v>7.5703703703703704E-2</c:v>
                </c:pt>
                <c:pt idx="1680">
                  <c:v>7.5851851851851851E-2</c:v>
                </c:pt>
                <c:pt idx="1681">
                  <c:v>7.5851851851851851E-2</c:v>
                </c:pt>
                <c:pt idx="1682">
                  <c:v>7.5999999999999998E-2</c:v>
                </c:pt>
                <c:pt idx="1683">
                  <c:v>7.5999999999999998E-2</c:v>
                </c:pt>
                <c:pt idx="1684">
                  <c:v>7.6148148148148145E-2</c:v>
                </c:pt>
                <c:pt idx="1685">
                  <c:v>7.6296296296296293E-2</c:v>
                </c:pt>
                <c:pt idx="1686">
                  <c:v>7.6296296296296293E-2</c:v>
                </c:pt>
                <c:pt idx="1687">
                  <c:v>7.6296296296296293E-2</c:v>
                </c:pt>
                <c:pt idx="1688">
                  <c:v>7.644444444444444E-2</c:v>
                </c:pt>
                <c:pt idx="1689">
                  <c:v>7.644444444444444E-2</c:v>
                </c:pt>
                <c:pt idx="1690">
                  <c:v>7.644444444444444E-2</c:v>
                </c:pt>
                <c:pt idx="1691">
                  <c:v>7.644444444444444E-2</c:v>
                </c:pt>
                <c:pt idx="1692">
                  <c:v>7.644444444444444E-2</c:v>
                </c:pt>
                <c:pt idx="1693">
                  <c:v>7.644444444444444E-2</c:v>
                </c:pt>
                <c:pt idx="1694">
                  <c:v>7.644444444444444E-2</c:v>
                </c:pt>
                <c:pt idx="1695">
                  <c:v>7.644444444444444E-2</c:v>
                </c:pt>
                <c:pt idx="1696">
                  <c:v>7.644444444444444E-2</c:v>
                </c:pt>
                <c:pt idx="1697">
                  <c:v>7.644444444444444E-2</c:v>
                </c:pt>
                <c:pt idx="1698">
                  <c:v>7.644444444444444E-2</c:v>
                </c:pt>
                <c:pt idx="1699">
                  <c:v>7.644444444444444E-2</c:v>
                </c:pt>
                <c:pt idx="1700">
                  <c:v>7.644444444444444E-2</c:v>
                </c:pt>
                <c:pt idx="1701">
                  <c:v>7.6592592592592587E-2</c:v>
                </c:pt>
                <c:pt idx="1702">
                  <c:v>7.6592592592592587E-2</c:v>
                </c:pt>
                <c:pt idx="1703">
                  <c:v>7.6592592592592587E-2</c:v>
                </c:pt>
                <c:pt idx="1704">
                  <c:v>7.6592592592592587E-2</c:v>
                </c:pt>
                <c:pt idx="1705">
                  <c:v>7.6740740740740734E-2</c:v>
                </c:pt>
                <c:pt idx="1706">
                  <c:v>7.6888888888888896E-2</c:v>
                </c:pt>
                <c:pt idx="1707">
                  <c:v>7.6888888888888896E-2</c:v>
                </c:pt>
                <c:pt idx="1708">
                  <c:v>7.7037037037037043E-2</c:v>
                </c:pt>
                <c:pt idx="1709">
                  <c:v>7.7037037037037043E-2</c:v>
                </c:pt>
                <c:pt idx="1710">
                  <c:v>7.7037037037037043E-2</c:v>
                </c:pt>
                <c:pt idx="1711">
                  <c:v>7.718518518518519E-2</c:v>
                </c:pt>
                <c:pt idx="1712">
                  <c:v>7.718518518518519E-2</c:v>
                </c:pt>
                <c:pt idx="1713">
                  <c:v>7.7333333333333337E-2</c:v>
                </c:pt>
                <c:pt idx="1714">
                  <c:v>7.7333333333333337E-2</c:v>
                </c:pt>
                <c:pt idx="1715">
                  <c:v>7.7333333333333337E-2</c:v>
                </c:pt>
                <c:pt idx="1716">
                  <c:v>7.7481481481481485E-2</c:v>
                </c:pt>
                <c:pt idx="1717">
                  <c:v>7.7481481481481485E-2</c:v>
                </c:pt>
                <c:pt idx="1718">
                  <c:v>7.7481481481481485E-2</c:v>
                </c:pt>
                <c:pt idx="1719">
                  <c:v>7.7481481481481485E-2</c:v>
                </c:pt>
                <c:pt idx="1720">
                  <c:v>7.7481481481481485E-2</c:v>
                </c:pt>
                <c:pt idx="1721">
                  <c:v>7.7629629629629632E-2</c:v>
                </c:pt>
                <c:pt idx="1722">
                  <c:v>7.7629629629629632E-2</c:v>
                </c:pt>
                <c:pt idx="1723">
                  <c:v>7.7629629629629632E-2</c:v>
                </c:pt>
                <c:pt idx="1724">
                  <c:v>7.7629629629629632E-2</c:v>
                </c:pt>
                <c:pt idx="1725">
                  <c:v>7.7629629629629632E-2</c:v>
                </c:pt>
                <c:pt idx="1726">
                  <c:v>7.7629629629629632E-2</c:v>
                </c:pt>
                <c:pt idx="1727">
                  <c:v>7.7629629629629632E-2</c:v>
                </c:pt>
                <c:pt idx="1728">
                  <c:v>7.7629629629629632E-2</c:v>
                </c:pt>
                <c:pt idx="1729">
                  <c:v>7.7629629629629632E-2</c:v>
                </c:pt>
                <c:pt idx="1730">
                  <c:v>7.7777777777777779E-2</c:v>
                </c:pt>
                <c:pt idx="1731">
                  <c:v>7.7777777777777779E-2</c:v>
                </c:pt>
                <c:pt idx="1732">
                  <c:v>7.7777777777777779E-2</c:v>
                </c:pt>
                <c:pt idx="1733">
                  <c:v>7.7777777777777779E-2</c:v>
                </c:pt>
                <c:pt idx="1734">
                  <c:v>7.7777777777777779E-2</c:v>
                </c:pt>
                <c:pt idx="1735">
                  <c:v>7.7777777777777779E-2</c:v>
                </c:pt>
                <c:pt idx="1736">
                  <c:v>7.7777777777777779E-2</c:v>
                </c:pt>
                <c:pt idx="1737">
                  <c:v>7.7925925925925926E-2</c:v>
                </c:pt>
                <c:pt idx="1738">
                  <c:v>7.7925925925925926E-2</c:v>
                </c:pt>
                <c:pt idx="1739">
                  <c:v>7.8074074074074074E-2</c:v>
                </c:pt>
                <c:pt idx="1740">
                  <c:v>7.8074074074074074E-2</c:v>
                </c:pt>
                <c:pt idx="1741">
                  <c:v>7.8074074074074074E-2</c:v>
                </c:pt>
                <c:pt idx="1742">
                  <c:v>7.8074074074074074E-2</c:v>
                </c:pt>
                <c:pt idx="1743">
                  <c:v>7.8222222222222221E-2</c:v>
                </c:pt>
                <c:pt idx="1744">
                  <c:v>7.8370370370370368E-2</c:v>
                </c:pt>
                <c:pt idx="1745">
                  <c:v>7.8370370370370368E-2</c:v>
                </c:pt>
                <c:pt idx="1746">
                  <c:v>7.8518518518518515E-2</c:v>
                </c:pt>
                <c:pt idx="1747">
                  <c:v>7.8518518518518515E-2</c:v>
                </c:pt>
                <c:pt idx="1748">
                  <c:v>7.8666666666666663E-2</c:v>
                </c:pt>
                <c:pt idx="1749">
                  <c:v>7.881481481481481E-2</c:v>
                </c:pt>
                <c:pt idx="1750">
                  <c:v>7.881481481481481E-2</c:v>
                </c:pt>
                <c:pt idx="1751">
                  <c:v>7.8962962962962957E-2</c:v>
                </c:pt>
                <c:pt idx="1752">
                  <c:v>7.9111111111111104E-2</c:v>
                </c:pt>
                <c:pt idx="1753">
                  <c:v>7.9111111111111104E-2</c:v>
                </c:pt>
                <c:pt idx="1754">
                  <c:v>7.9259259259259265E-2</c:v>
                </c:pt>
                <c:pt idx="1755">
                  <c:v>7.9259259259259265E-2</c:v>
                </c:pt>
                <c:pt idx="1756">
                  <c:v>7.9407407407407413E-2</c:v>
                </c:pt>
                <c:pt idx="1757">
                  <c:v>7.9407407407407413E-2</c:v>
                </c:pt>
                <c:pt idx="1758">
                  <c:v>7.9407407407407413E-2</c:v>
                </c:pt>
                <c:pt idx="1759">
                  <c:v>7.9407407407407413E-2</c:v>
                </c:pt>
                <c:pt idx="1760">
                  <c:v>7.9407407407407413E-2</c:v>
                </c:pt>
                <c:pt idx="1761">
                  <c:v>7.9407407407407413E-2</c:v>
                </c:pt>
                <c:pt idx="1762">
                  <c:v>7.9407407407407413E-2</c:v>
                </c:pt>
                <c:pt idx="1763">
                  <c:v>7.955555555555556E-2</c:v>
                </c:pt>
                <c:pt idx="1764">
                  <c:v>7.955555555555556E-2</c:v>
                </c:pt>
                <c:pt idx="1765">
                  <c:v>7.9703703703703707E-2</c:v>
                </c:pt>
                <c:pt idx="1766">
                  <c:v>7.9703703703703707E-2</c:v>
                </c:pt>
                <c:pt idx="1767">
                  <c:v>7.9703703703703707E-2</c:v>
                </c:pt>
                <c:pt idx="1768">
                  <c:v>7.9703703703703707E-2</c:v>
                </c:pt>
                <c:pt idx="1769">
                  <c:v>7.9703703703703707E-2</c:v>
                </c:pt>
                <c:pt idx="1770">
                  <c:v>7.9851851851851854E-2</c:v>
                </c:pt>
                <c:pt idx="1771">
                  <c:v>0.08</c:v>
                </c:pt>
                <c:pt idx="1772">
                  <c:v>0.08</c:v>
                </c:pt>
                <c:pt idx="1773">
                  <c:v>8.0148148148148149E-2</c:v>
                </c:pt>
                <c:pt idx="1774">
                  <c:v>8.0296296296296296E-2</c:v>
                </c:pt>
                <c:pt idx="1775">
                  <c:v>8.0296296296296296E-2</c:v>
                </c:pt>
                <c:pt idx="1776">
                  <c:v>8.0444444444444443E-2</c:v>
                </c:pt>
                <c:pt idx="1777">
                  <c:v>8.0592592592592591E-2</c:v>
                </c:pt>
                <c:pt idx="1778">
                  <c:v>8.0740740740740738E-2</c:v>
                </c:pt>
                <c:pt idx="1779">
                  <c:v>8.0740740740740738E-2</c:v>
                </c:pt>
                <c:pt idx="1780">
                  <c:v>8.0888888888888885E-2</c:v>
                </c:pt>
                <c:pt idx="1781">
                  <c:v>8.0888888888888885E-2</c:v>
                </c:pt>
                <c:pt idx="1782">
                  <c:v>8.0888888888888885E-2</c:v>
                </c:pt>
                <c:pt idx="1783">
                  <c:v>8.0888888888888885E-2</c:v>
                </c:pt>
                <c:pt idx="1784">
                  <c:v>8.0888888888888885E-2</c:v>
                </c:pt>
                <c:pt idx="1785">
                  <c:v>8.0888888888888885E-2</c:v>
                </c:pt>
                <c:pt idx="1786">
                  <c:v>8.0888888888888885E-2</c:v>
                </c:pt>
                <c:pt idx="1787">
                  <c:v>8.1037037037037032E-2</c:v>
                </c:pt>
                <c:pt idx="1788">
                  <c:v>8.1037037037037032E-2</c:v>
                </c:pt>
                <c:pt idx="1789">
                  <c:v>8.118518518518518E-2</c:v>
                </c:pt>
                <c:pt idx="1790">
                  <c:v>8.118518518518518E-2</c:v>
                </c:pt>
                <c:pt idx="1791">
                  <c:v>8.118518518518518E-2</c:v>
                </c:pt>
                <c:pt idx="1792">
                  <c:v>8.1333333333333327E-2</c:v>
                </c:pt>
                <c:pt idx="1793">
                  <c:v>8.1481481481481488E-2</c:v>
                </c:pt>
                <c:pt idx="1794">
                  <c:v>8.1629629629629635E-2</c:v>
                </c:pt>
                <c:pt idx="1795">
                  <c:v>8.1629629629629635E-2</c:v>
                </c:pt>
                <c:pt idx="1796">
                  <c:v>8.1629629629629635E-2</c:v>
                </c:pt>
                <c:pt idx="1797">
                  <c:v>8.1629629629629635E-2</c:v>
                </c:pt>
                <c:pt idx="1798">
                  <c:v>8.1629629629629635E-2</c:v>
                </c:pt>
                <c:pt idx="1799">
                  <c:v>8.1629629629629635E-2</c:v>
                </c:pt>
                <c:pt idx="1800">
                  <c:v>8.1777777777777783E-2</c:v>
                </c:pt>
                <c:pt idx="1801">
                  <c:v>8.1777777777777783E-2</c:v>
                </c:pt>
                <c:pt idx="1802">
                  <c:v>8.1777777777777783E-2</c:v>
                </c:pt>
                <c:pt idx="1803">
                  <c:v>8.1777777777777783E-2</c:v>
                </c:pt>
                <c:pt idx="1804">
                  <c:v>8.1777777777777783E-2</c:v>
                </c:pt>
                <c:pt idx="1805">
                  <c:v>8.1777777777777783E-2</c:v>
                </c:pt>
                <c:pt idx="1806">
                  <c:v>8.1777777777777783E-2</c:v>
                </c:pt>
                <c:pt idx="1807">
                  <c:v>8.192592592592593E-2</c:v>
                </c:pt>
                <c:pt idx="1808">
                  <c:v>8.2074074074074077E-2</c:v>
                </c:pt>
                <c:pt idx="1809">
                  <c:v>8.2074074074074077E-2</c:v>
                </c:pt>
                <c:pt idx="1810">
                  <c:v>8.2222222222222224E-2</c:v>
                </c:pt>
                <c:pt idx="1811">
                  <c:v>8.2222222222222224E-2</c:v>
                </c:pt>
                <c:pt idx="1812">
                  <c:v>8.2222222222222224E-2</c:v>
                </c:pt>
                <c:pt idx="1813">
                  <c:v>8.2222222222222224E-2</c:v>
                </c:pt>
                <c:pt idx="1814">
                  <c:v>8.2222222222222224E-2</c:v>
                </c:pt>
                <c:pt idx="1815">
                  <c:v>8.2222222222222224E-2</c:v>
                </c:pt>
                <c:pt idx="1816">
                  <c:v>8.2370370370370372E-2</c:v>
                </c:pt>
                <c:pt idx="1817">
                  <c:v>8.2370370370370372E-2</c:v>
                </c:pt>
                <c:pt idx="1818">
                  <c:v>8.2518518518518519E-2</c:v>
                </c:pt>
                <c:pt idx="1819">
                  <c:v>8.2518518518518519E-2</c:v>
                </c:pt>
                <c:pt idx="1820">
                  <c:v>8.2666666666666666E-2</c:v>
                </c:pt>
                <c:pt idx="1821">
                  <c:v>8.2814814814814813E-2</c:v>
                </c:pt>
                <c:pt idx="1822">
                  <c:v>8.2814814814814813E-2</c:v>
                </c:pt>
                <c:pt idx="1823">
                  <c:v>8.2962962962962961E-2</c:v>
                </c:pt>
                <c:pt idx="1824">
                  <c:v>8.2962962962962961E-2</c:v>
                </c:pt>
                <c:pt idx="1825">
                  <c:v>8.2962962962962961E-2</c:v>
                </c:pt>
                <c:pt idx="1826">
                  <c:v>8.3111111111111108E-2</c:v>
                </c:pt>
                <c:pt idx="1827">
                  <c:v>8.3111111111111108E-2</c:v>
                </c:pt>
                <c:pt idx="1828">
                  <c:v>8.3111111111111108E-2</c:v>
                </c:pt>
                <c:pt idx="1829">
                  <c:v>8.3259259259259255E-2</c:v>
                </c:pt>
                <c:pt idx="1830">
                  <c:v>8.3407407407407402E-2</c:v>
                </c:pt>
                <c:pt idx="1831">
                  <c:v>8.3407407407407402E-2</c:v>
                </c:pt>
                <c:pt idx="1832">
                  <c:v>8.3407407407407402E-2</c:v>
                </c:pt>
                <c:pt idx="1833">
                  <c:v>8.3407407407407402E-2</c:v>
                </c:pt>
                <c:pt idx="1834">
                  <c:v>8.3407407407407402E-2</c:v>
                </c:pt>
                <c:pt idx="1835">
                  <c:v>8.3407407407407402E-2</c:v>
                </c:pt>
                <c:pt idx="1836">
                  <c:v>8.3407407407407402E-2</c:v>
                </c:pt>
                <c:pt idx="1837">
                  <c:v>8.3407407407407402E-2</c:v>
                </c:pt>
                <c:pt idx="1838">
                  <c:v>8.355555555555555E-2</c:v>
                </c:pt>
                <c:pt idx="1839">
                  <c:v>8.355555555555555E-2</c:v>
                </c:pt>
                <c:pt idx="1840">
                  <c:v>8.3703703703703697E-2</c:v>
                </c:pt>
                <c:pt idx="1841">
                  <c:v>8.3851851851851858E-2</c:v>
                </c:pt>
                <c:pt idx="1842">
                  <c:v>8.3851851851851858E-2</c:v>
                </c:pt>
                <c:pt idx="1843">
                  <c:v>8.4000000000000005E-2</c:v>
                </c:pt>
                <c:pt idx="1844">
                  <c:v>8.4000000000000005E-2</c:v>
                </c:pt>
                <c:pt idx="1845">
                  <c:v>8.4000000000000005E-2</c:v>
                </c:pt>
                <c:pt idx="1846">
                  <c:v>8.4000000000000005E-2</c:v>
                </c:pt>
                <c:pt idx="1847">
                  <c:v>8.4000000000000005E-2</c:v>
                </c:pt>
                <c:pt idx="1848">
                  <c:v>8.4000000000000005E-2</c:v>
                </c:pt>
                <c:pt idx="1849">
                  <c:v>8.4148148148148152E-2</c:v>
                </c:pt>
                <c:pt idx="1850">
                  <c:v>8.4148148148148152E-2</c:v>
                </c:pt>
                <c:pt idx="1851">
                  <c:v>8.42962962962963E-2</c:v>
                </c:pt>
                <c:pt idx="1852">
                  <c:v>8.42962962962963E-2</c:v>
                </c:pt>
                <c:pt idx="1853">
                  <c:v>8.4444444444444447E-2</c:v>
                </c:pt>
                <c:pt idx="1854">
                  <c:v>8.4444444444444447E-2</c:v>
                </c:pt>
                <c:pt idx="1855">
                  <c:v>8.4444444444444447E-2</c:v>
                </c:pt>
                <c:pt idx="1856">
                  <c:v>8.4592592592592594E-2</c:v>
                </c:pt>
                <c:pt idx="1857">
                  <c:v>8.4740740740740741E-2</c:v>
                </c:pt>
                <c:pt idx="1858">
                  <c:v>8.4740740740740741E-2</c:v>
                </c:pt>
                <c:pt idx="1859">
                  <c:v>8.4740740740740741E-2</c:v>
                </c:pt>
                <c:pt idx="1860">
                  <c:v>8.4888888888888889E-2</c:v>
                </c:pt>
                <c:pt idx="1861">
                  <c:v>8.4888888888888889E-2</c:v>
                </c:pt>
                <c:pt idx="1862">
                  <c:v>8.4888888888888889E-2</c:v>
                </c:pt>
                <c:pt idx="1863">
                  <c:v>8.4888888888888889E-2</c:v>
                </c:pt>
                <c:pt idx="1864">
                  <c:v>8.4888888888888889E-2</c:v>
                </c:pt>
                <c:pt idx="1865">
                  <c:v>8.4888888888888889E-2</c:v>
                </c:pt>
                <c:pt idx="1866">
                  <c:v>8.5037037037037036E-2</c:v>
                </c:pt>
                <c:pt idx="1867">
                  <c:v>8.5037037037037036E-2</c:v>
                </c:pt>
                <c:pt idx="1868">
                  <c:v>8.5037037037037036E-2</c:v>
                </c:pt>
                <c:pt idx="1869">
                  <c:v>8.5185185185185183E-2</c:v>
                </c:pt>
                <c:pt idx="1870">
                  <c:v>8.5185185185185183E-2</c:v>
                </c:pt>
                <c:pt idx="1871">
                  <c:v>8.5185185185185183E-2</c:v>
                </c:pt>
                <c:pt idx="1872">
                  <c:v>8.5185185185185183E-2</c:v>
                </c:pt>
                <c:pt idx="1873">
                  <c:v>8.5185185185185183E-2</c:v>
                </c:pt>
                <c:pt idx="1874">
                  <c:v>8.533333333333333E-2</c:v>
                </c:pt>
                <c:pt idx="1875">
                  <c:v>8.533333333333333E-2</c:v>
                </c:pt>
                <c:pt idx="1876">
                  <c:v>8.533333333333333E-2</c:v>
                </c:pt>
                <c:pt idx="1877">
                  <c:v>8.533333333333333E-2</c:v>
                </c:pt>
                <c:pt idx="1878">
                  <c:v>8.533333333333333E-2</c:v>
                </c:pt>
                <c:pt idx="1879">
                  <c:v>8.5481481481481478E-2</c:v>
                </c:pt>
                <c:pt idx="1880">
                  <c:v>8.5629629629629625E-2</c:v>
                </c:pt>
                <c:pt idx="1881">
                  <c:v>8.5629629629629625E-2</c:v>
                </c:pt>
                <c:pt idx="1882">
                  <c:v>8.5629629629629625E-2</c:v>
                </c:pt>
                <c:pt idx="1883">
                  <c:v>8.5629629629629625E-2</c:v>
                </c:pt>
                <c:pt idx="1884">
                  <c:v>8.5629629629629625E-2</c:v>
                </c:pt>
                <c:pt idx="1885">
                  <c:v>8.5629629629629625E-2</c:v>
                </c:pt>
                <c:pt idx="1886">
                  <c:v>8.5629629629629625E-2</c:v>
                </c:pt>
                <c:pt idx="1887">
                  <c:v>8.5629629629629625E-2</c:v>
                </c:pt>
                <c:pt idx="1888">
                  <c:v>8.5629629629629625E-2</c:v>
                </c:pt>
                <c:pt idx="1889">
                  <c:v>8.5777777777777772E-2</c:v>
                </c:pt>
                <c:pt idx="1890">
                  <c:v>8.5777777777777772E-2</c:v>
                </c:pt>
                <c:pt idx="1891">
                  <c:v>8.5925925925925919E-2</c:v>
                </c:pt>
                <c:pt idx="1892">
                  <c:v>8.5925925925925919E-2</c:v>
                </c:pt>
                <c:pt idx="1893">
                  <c:v>8.6074074074074081E-2</c:v>
                </c:pt>
                <c:pt idx="1894">
                  <c:v>8.6222222222222228E-2</c:v>
                </c:pt>
                <c:pt idx="1895">
                  <c:v>8.6370370370370375E-2</c:v>
                </c:pt>
                <c:pt idx="1896">
                  <c:v>8.6370370370370375E-2</c:v>
                </c:pt>
                <c:pt idx="1897">
                  <c:v>8.6518518518518522E-2</c:v>
                </c:pt>
                <c:pt idx="1898">
                  <c:v>8.6518518518518522E-2</c:v>
                </c:pt>
                <c:pt idx="1899">
                  <c:v>8.666666666666667E-2</c:v>
                </c:pt>
                <c:pt idx="1900">
                  <c:v>8.666666666666667E-2</c:v>
                </c:pt>
                <c:pt idx="1901">
                  <c:v>8.666666666666667E-2</c:v>
                </c:pt>
                <c:pt idx="1902">
                  <c:v>8.666666666666667E-2</c:v>
                </c:pt>
                <c:pt idx="1903">
                  <c:v>8.666666666666667E-2</c:v>
                </c:pt>
                <c:pt idx="1904">
                  <c:v>8.6814814814814817E-2</c:v>
                </c:pt>
                <c:pt idx="1905">
                  <c:v>8.6962962962962964E-2</c:v>
                </c:pt>
                <c:pt idx="1906">
                  <c:v>8.6962962962962964E-2</c:v>
                </c:pt>
                <c:pt idx="1907">
                  <c:v>8.6962962962962964E-2</c:v>
                </c:pt>
                <c:pt idx="1908">
                  <c:v>8.7111111111111111E-2</c:v>
                </c:pt>
                <c:pt idx="1909">
                  <c:v>8.7111111111111111E-2</c:v>
                </c:pt>
                <c:pt idx="1910">
                  <c:v>8.7111111111111111E-2</c:v>
                </c:pt>
                <c:pt idx="1911">
                  <c:v>8.7111111111111111E-2</c:v>
                </c:pt>
                <c:pt idx="1912">
                  <c:v>8.7111111111111111E-2</c:v>
                </c:pt>
                <c:pt idx="1913">
                  <c:v>8.7111111111111111E-2</c:v>
                </c:pt>
                <c:pt idx="1914">
                  <c:v>8.7259259259259259E-2</c:v>
                </c:pt>
                <c:pt idx="1915">
                  <c:v>8.7259259259259259E-2</c:v>
                </c:pt>
                <c:pt idx="1916">
                  <c:v>8.7259259259259259E-2</c:v>
                </c:pt>
                <c:pt idx="1917">
                  <c:v>8.7259259259259259E-2</c:v>
                </c:pt>
                <c:pt idx="1918">
                  <c:v>8.7259259259259259E-2</c:v>
                </c:pt>
                <c:pt idx="1919">
                  <c:v>8.7259259259259259E-2</c:v>
                </c:pt>
                <c:pt idx="1920">
                  <c:v>8.7407407407407406E-2</c:v>
                </c:pt>
                <c:pt idx="1921">
                  <c:v>8.7555555555555553E-2</c:v>
                </c:pt>
                <c:pt idx="1922">
                  <c:v>8.7555555555555553E-2</c:v>
                </c:pt>
                <c:pt idx="1923">
                  <c:v>8.7555555555555553E-2</c:v>
                </c:pt>
                <c:pt idx="1924">
                  <c:v>8.7555555555555553E-2</c:v>
                </c:pt>
                <c:pt idx="1925">
                  <c:v>8.77037037037037E-2</c:v>
                </c:pt>
                <c:pt idx="1926">
                  <c:v>8.77037037037037E-2</c:v>
                </c:pt>
                <c:pt idx="1927">
                  <c:v>8.77037037037037E-2</c:v>
                </c:pt>
                <c:pt idx="1928">
                  <c:v>8.7851851851851848E-2</c:v>
                </c:pt>
                <c:pt idx="1929">
                  <c:v>8.7999999999999995E-2</c:v>
                </c:pt>
                <c:pt idx="1930">
                  <c:v>8.7999999999999995E-2</c:v>
                </c:pt>
                <c:pt idx="1931">
                  <c:v>8.7999999999999995E-2</c:v>
                </c:pt>
                <c:pt idx="1932">
                  <c:v>8.8148148148148142E-2</c:v>
                </c:pt>
                <c:pt idx="1933">
                  <c:v>8.8148148148148142E-2</c:v>
                </c:pt>
                <c:pt idx="1934">
                  <c:v>8.8148148148148142E-2</c:v>
                </c:pt>
                <c:pt idx="1935">
                  <c:v>8.8148148148148142E-2</c:v>
                </c:pt>
                <c:pt idx="1936">
                  <c:v>8.8148148148148142E-2</c:v>
                </c:pt>
                <c:pt idx="1937">
                  <c:v>8.8148148148148142E-2</c:v>
                </c:pt>
                <c:pt idx="1938">
                  <c:v>8.8148148148148142E-2</c:v>
                </c:pt>
                <c:pt idx="1939">
                  <c:v>8.8296296296296289E-2</c:v>
                </c:pt>
                <c:pt idx="1940">
                  <c:v>8.8296296296296289E-2</c:v>
                </c:pt>
                <c:pt idx="1941">
                  <c:v>8.8444444444444451E-2</c:v>
                </c:pt>
                <c:pt idx="1942">
                  <c:v>8.8444444444444451E-2</c:v>
                </c:pt>
                <c:pt idx="1943">
                  <c:v>8.8592592592592598E-2</c:v>
                </c:pt>
                <c:pt idx="1944">
                  <c:v>8.8592592592592598E-2</c:v>
                </c:pt>
                <c:pt idx="1945">
                  <c:v>8.8740740740740745E-2</c:v>
                </c:pt>
                <c:pt idx="1946">
                  <c:v>8.8740740740740745E-2</c:v>
                </c:pt>
                <c:pt idx="1947">
                  <c:v>8.8740740740740745E-2</c:v>
                </c:pt>
                <c:pt idx="1948">
                  <c:v>8.8740740740740745E-2</c:v>
                </c:pt>
                <c:pt idx="1949">
                  <c:v>8.8888888888888892E-2</c:v>
                </c:pt>
                <c:pt idx="1950">
                  <c:v>8.8888888888888892E-2</c:v>
                </c:pt>
                <c:pt idx="1951">
                  <c:v>8.903703703703704E-2</c:v>
                </c:pt>
                <c:pt idx="1952">
                  <c:v>8.903703703703704E-2</c:v>
                </c:pt>
                <c:pt idx="1953">
                  <c:v>8.9185185185185187E-2</c:v>
                </c:pt>
                <c:pt idx="1954">
                  <c:v>8.9185185185185187E-2</c:v>
                </c:pt>
                <c:pt idx="1955">
                  <c:v>8.9185185185185187E-2</c:v>
                </c:pt>
                <c:pt idx="1956">
                  <c:v>8.9333333333333334E-2</c:v>
                </c:pt>
                <c:pt idx="1957">
                  <c:v>8.9333333333333334E-2</c:v>
                </c:pt>
                <c:pt idx="1958">
                  <c:v>8.9481481481481481E-2</c:v>
                </c:pt>
                <c:pt idx="1959">
                  <c:v>8.9481481481481481E-2</c:v>
                </c:pt>
                <c:pt idx="1960">
                  <c:v>8.9481481481481481E-2</c:v>
                </c:pt>
                <c:pt idx="1961">
                  <c:v>8.9481481481481481E-2</c:v>
                </c:pt>
                <c:pt idx="1962">
                  <c:v>8.9481481481481481E-2</c:v>
                </c:pt>
                <c:pt idx="1963">
                  <c:v>8.9481481481481481E-2</c:v>
                </c:pt>
                <c:pt idx="1964">
                  <c:v>8.9481481481481481E-2</c:v>
                </c:pt>
                <c:pt idx="1965">
                  <c:v>8.9481481481481481E-2</c:v>
                </c:pt>
                <c:pt idx="1966">
                  <c:v>8.9629629629629629E-2</c:v>
                </c:pt>
                <c:pt idx="1967">
                  <c:v>8.9629629629629629E-2</c:v>
                </c:pt>
                <c:pt idx="1968">
                  <c:v>8.9777777777777776E-2</c:v>
                </c:pt>
                <c:pt idx="1969">
                  <c:v>8.9777777777777776E-2</c:v>
                </c:pt>
                <c:pt idx="1970">
                  <c:v>8.9777777777777776E-2</c:v>
                </c:pt>
                <c:pt idx="1971">
                  <c:v>8.9925925925925923E-2</c:v>
                </c:pt>
                <c:pt idx="1972">
                  <c:v>9.007407407407407E-2</c:v>
                </c:pt>
                <c:pt idx="1973">
                  <c:v>9.0222222222222218E-2</c:v>
                </c:pt>
                <c:pt idx="1974">
                  <c:v>9.0222222222222218E-2</c:v>
                </c:pt>
                <c:pt idx="1975">
                  <c:v>9.0222222222222218E-2</c:v>
                </c:pt>
                <c:pt idx="1976">
                  <c:v>9.0222222222222218E-2</c:v>
                </c:pt>
                <c:pt idx="1977">
                  <c:v>9.0222222222222218E-2</c:v>
                </c:pt>
                <c:pt idx="1978">
                  <c:v>9.0222222222222218E-2</c:v>
                </c:pt>
                <c:pt idx="1979">
                  <c:v>9.0222222222222218E-2</c:v>
                </c:pt>
                <c:pt idx="1980">
                  <c:v>9.0370370370370365E-2</c:v>
                </c:pt>
                <c:pt idx="1981">
                  <c:v>9.0370370370370365E-2</c:v>
                </c:pt>
                <c:pt idx="1982">
                  <c:v>9.0370370370370365E-2</c:v>
                </c:pt>
                <c:pt idx="1983">
                  <c:v>9.0518518518518512E-2</c:v>
                </c:pt>
                <c:pt idx="1984">
                  <c:v>9.0518518518518512E-2</c:v>
                </c:pt>
                <c:pt idx="1985">
                  <c:v>9.0666666666666673E-2</c:v>
                </c:pt>
                <c:pt idx="1986">
                  <c:v>9.0666666666666673E-2</c:v>
                </c:pt>
                <c:pt idx="1987">
                  <c:v>9.081481481481482E-2</c:v>
                </c:pt>
                <c:pt idx="1988">
                  <c:v>9.081481481481482E-2</c:v>
                </c:pt>
                <c:pt idx="1989">
                  <c:v>9.081481481481482E-2</c:v>
                </c:pt>
                <c:pt idx="1990">
                  <c:v>9.0962962962962968E-2</c:v>
                </c:pt>
                <c:pt idx="1991">
                  <c:v>9.0962962962962968E-2</c:v>
                </c:pt>
                <c:pt idx="1992">
                  <c:v>9.1111111111111115E-2</c:v>
                </c:pt>
                <c:pt idx="1993">
                  <c:v>9.1111111111111115E-2</c:v>
                </c:pt>
                <c:pt idx="1994">
                  <c:v>9.1111111111111115E-2</c:v>
                </c:pt>
                <c:pt idx="1995">
                  <c:v>9.1111111111111115E-2</c:v>
                </c:pt>
                <c:pt idx="1996">
                  <c:v>9.1259259259259262E-2</c:v>
                </c:pt>
                <c:pt idx="1997">
                  <c:v>9.1259259259259262E-2</c:v>
                </c:pt>
                <c:pt idx="1998">
                  <c:v>9.1259259259259262E-2</c:v>
                </c:pt>
                <c:pt idx="1999">
                  <c:v>9.1259259259259262E-2</c:v>
                </c:pt>
                <c:pt idx="2000">
                  <c:v>9.1259259259259262E-2</c:v>
                </c:pt>
                <c:pt idx="2001">
                  <c:v>9.1259259259259262E-2</c:v>
                </c:pt>
                <c:pt idx="2002">
                  <c:v>9.1407407407407409E-2</c:v>
                </c:pt>
                <c:pt idx="2003">
                  <c:v>9.1407407407407409E-2</c:v>
                </c:pt>
                <c:pt idx="2004">
                  <c:v>9.1555555555555557E-2</c:v>
                </c:pt>
                <c:pt idx="2005">
                  <c:v>9.1555555555555557E-2</c:v>
                </c:pt>
                <c:pt idx="2006">
                  <c:v>9.1703703703703704E-2</c:v>
                </c:pt>
                <c:pt idx="2007">
                  <c:v>9.1703703703703704E-2</c:v>
                </c:pt>
                <c:pt idx="2008">
                  <c:v>9.1703703703703704E-2</c:v>
                </c:pt>
                <c:pt idx="2009">
                  <c:v>9.1703703703703704E-2</c:v>
                </c:pt>
                <c:pt idx="2010">
                  <c:v>9.1851851851851851E-2</c:v>
                </c:pt>
                <c:pt idx="2011">
                  <c:v>9.1851851851851851E-2</c:v>
                </c:pt>
                <c:pt idx="2012">
                  <c:v>9.1999999999999998E-2</c:v>
                </c:pt>
                <c:pt idx="2013">
                  <c:v>9.2148148148148146E-2</c:v>
                </c:pt>
                <c:pt idx="2014">
                  <c:v>9.2148148148148146E-2</c:v>
                </c:pt>
                <c:pt idx="2015">
                  <c:v>9.2148148148148146E-2</c:v>
                </c:pt>
                <c:pt idx="2016">
                  <c:v>9.2148148148148146E-2</c:v>
                </c:pt>
                <c:pt idx="2017">
                  <c:v>9.2148148148148146E-2</c:v>
                </c:pt>
                <c:pt idx="2018">
                  <c:v>9.2148148148148146E-2</c:v>
                </c:pt>
                <c:pt idx="2019">
                  <c:v>9.2296296296296293E-2</c:v>
                </c:pt>
                <c:pt idx="2020">
                  <c:v>9.2296296296296293E-2</c:v>
                </c:pt>
                <c:pt idx="2021">
                  <c:v>9.2296296296296293E-2</c:v>
                </c:pt>
                <c:pt idx="2022">
                  <c:v>9.2296296296296293E-2</c:v>
                </c:pt>
                <c:pt idx="2023">
                  <c:v>9.2296296296296293E-2</c:v>
                </c:pt>
                <c:pt idx="2024">
                  <c:v>9.2296296296296293E-2</c:v>
                </c:pt>
                <c:pt idx="2025">
                  <c:v>9.2296296296296293E-2</c:v>
                </c:pt>
                <c:pt idx="2026">
                  <c:v>9.2296296296296293E-2</c:v>
                </c:pt>
                <c:pt idx="2027">
                  <c:v>9.244444444444444E-2</c:v>
                </c:pt>
                <c:pt idx="2028">
                  <c:v>9.244444444444444E-2</c:v>
                </c:pt>
                <c:pt idx="2029">
                  <c:v>9.244444444444444E-2</c:v>
                </c:pt>
                <c:pt idx="2030">
                  <c:v>9.244444444444444E-2</c:v>
                </c:pt>
                <c:pt idx="2031">
                  <c:v>9.244444444444444E-2</c:v>
                </c:pt>
                <c:pt idx="2032">
                  <c:v>9.244444444444444E-2</c:v>
                </c:pt>
                <c:pt idx="2033">
                  <c:v>9.2592592592592587E-2</c:v>
                </c:pt>
                <c:pt idx="2034">
                  <c:v>9.2592592592592587E-2</c:v>
                </c:pt>
                <c:pt idx="2035">
                  <c:v>9.2592592592592587E-2</c:v>
                </c:pt>
                <c:pt idx="2036">
                  <c:v>9.2592592592592587E-2</c:v>
                </c:pt>
                <c:pt idx="2037">
                  <c:v>9.2740740740740735E-2</c:v>
                </c:pt>
                <c:pt idx="2038">
                  <c:v>9.2740740740740735E-2</c:v>
                </c:pt>
                <c:pt idx="2039">
                  <c:v>9.2888888888888882E-2</c:v>
                </c:pt>
                <c:pt idx="2040">
                  <c:v>9.2888888888888882E-2</c:v>
                </c:pt>
                <c:pt idx="2041">
                  <c:v>9.3037037037037043E-2</c:v>
                </c:pt>
                <c:pt idx="2042">
                  <c:v>9.318518518518519E-2</c:v>
                </c:pt>
                <c:pt idx="2043">
                  <c:v>9.3333333333333338E-2</c:v>
                </c:pt>
                <c:pt idx="2044">
                  <c:v>9.3333333333333338E-2</c:v>
                </c:pt>
                <c:pt idx="2045">
                  <c:v>9.3333333333333338E-2</c:v>
                </c:pt>
                <c:pt idx="2046">
                  <c:v>9.3481481481481485E-2</c:v>
                </c:pt>
                <c:pt idx="2047">
                  <c:v>9.3629629629629632E-2</c:v>
                </c:pt>
                <c:pt idx="2048">
                  <c:v>9.3629629629629632E-2</c:v>
                </c:pt>
                <c:pt idx="2049">
                  <c:v>9.3777777777777779E-2</c:v>
                </c:pt>
                <c:pt idx="2050">
                  <c:v>9.3777777777777779E-2</c:v>
                </c:pt>
                <c:pt idx="2051">
                  <c:v>9.3777777777777779E-2</c:v>
                </c:pt>
                <c:pt idx="2052">
                  <c:v>9.3777777777777779E-2</c:v>
                </c:pt>
                <c:pt idx="2053">
                  <c:v>9.3777777777777779E-2</c:v>
                </c:pt>
                <c:pt idx="2054">
                  <c:v>9.3777777777777779E-2</c:v>
                </c:pt>
                <c:pt idx="2055">
                  <c:v>9.3925925925925927E-2</c:v>
                </c:pt>
                <c:pt idx="2056">
                  <c:v>9.3925925925925927E-2</c:v>
                </c:pt>
                <c:pt idx="2057">
                  <c:v>9.3925925925925927E-2</c:v>
                </c:pt>
                <c:pt idx="2058">
                  <c:v>9.3925925925925927E-2</c:v>
                </c:pt>
                <c:pt idx="2059">
                  <c:v>9.3925925925925927E-2</c:v>
                </c:pt>
                <c:pt idx="2060">
                  <c:v>9.3925925925925927E-2</c:v>
                </c:pt>
                <c:pt idx="2061">
                  <c:v>9.3925925925925927E-2</c:v>
                </c:pt>
                <c:pt idx="2062">
                  <c:v>9.3925925925925927E-2</c:v>
                </c:pt>
                <c:pt idx="2063">
                  <c:v>9.4074074074074074E-2</c:v>
                </c:pt>
                <c:pt idx="2064">
                  <c:v>9.4074074074074074E-2</c:v>
                </c:pt>
                <c:pt idx="2065">
                  <c:v>9.4222222222222221E-2</c:v>
                </c:pt>
                <c:pt idx="2066">
                  <c:v>9.4222222222222221E-2</c:v>
                </c:pt>
                <c:pt idx="2067">
                  <c:v>9.4370370370370368E-2</c:v>
                </c:pt>
                <c:pt idx="2068">
                  <c:v>9.4518518518518516E-2</c:v>
                </c:pt>
                <c:pt idx="2069">
                  <c:v>9.4518518518518516E-2</c:v>
                </c:pt>
                <c:pt idx="2070">
                  <c:v>9.4666666666666663E-2</c:v>
                </c:pt>
                <c:pt idx="2071">
                  <c:v>9.4666666666666663E-2</c:v>
                </c:pt>
                <c:pt idx="2072">
                  <c:v>9.4666666666666663E-2</c:v>
                </c:pt>
                <c:pt idx="2073">
                  <c:v>9.481481481481481E-2</c:v>
                </c:pt>
                <c:pt idx="2074">
                  <c:v>9.481481481481481E-2</c:v>
                </c:pt>
                <c:pt idx="2075">
                  <c:v>9.4962962962962957E-2</c:v>
                </c:pt>
                <c:pt idx="2076">
                  <c:v>9.4962962962962957E-2</c:v>
                </c:pt>
                <c:pt idx="2077">
                  <c:v>9.4962962962962957E-2</c:v>
                </c:pt>
                <c:pt idx="2078">
                  <c:v>9.4962962962962957E-2</c:v>
                </c:pt>
                <c:pt idx="2079">
                  <c:v>9.5111111111111105E-2</c:v>
                </c:pt>
                <c:pt idx="2080">
                  <c:v>9.5111111111111105E-2</c:v>
                </c:pt>
                <c:pt idx="2081">
                  <c:v>9.5111111111111105E-2</c:v>
                </c:pt>
                <c:pt idx="2082">
                  <c:v>9.5111111111111105E-2</c:v>
                </c:pt>
                <c:pt idx="2083">
                  <c:v>9.5111111111111105E-2</c:v>
                </c:pt>
                <c:pt idx="2084">
                  <c:v>9.5259259259259266E-2</c:v>
                </c:pt>
                <c:pt idx="2085">
                  <c:v>9.5407407407407413E-2</c:v>
                </c:pt>
                <c:pt idx="2086">
                  <c:v>9.555555555555556E-2</c:v>
                </c:pt>
                <c:pt idx="2087">
                  <c:v>9.555555555555556E-2</c:v>
                </c:pt>
                <c:pt idx="2088">
                  <c:v>9.5703703703703707E-2</c:v>
                </c:pt>
                <c:pt idx="2089">
                  <c:v>9.5851851851851855E-2</c:v>
                </c:pt>
                <c:pt idx="2090">
                  <c:v>9.5851851851851855E-2</c:v>
                </c:pt>
                <c:pt idx="2091">
                  <c:v>9.6000000000000002E-2</c:v>
                </c:pt>
                <c:pt idx="2092">
                  <c:v>9.6000000000000002E-2</c:v>
                </c:pt>
                <c:pt idx="2093">
                  <c:v>9.6148148148148149E-2</c:v>
                </c:pt>
                <c:pt idx="2094">
                  <c:v>9.6148148148148149E-2</c:v>
                </c:pt>
                <c:pt idx="2095">
                  <c:v>9.6296296296296297E-2</c:v>
                </c:pt>
                <c:pt idx="2096">
                  <c:v>9.6296296296296297E-2</c:v>
                </c:pt>
                <c:pt idx="2097">
                  <c:v>9.6444444444444444E-2</c:v>
                </c:pt>
                <c:pt idx="2098">
                  <c:v>9.6444444444444444E-2</c:v>
                </c:pt>
                <c:pt idx="2099">
                  <c:v>9.6444444444444444E-2</c:v>
                </c:pt>
                <c:pt idx="2100">
                  <c:v>9.6444444444444444E-2</c:v>
                </c:pt>
                <c:pt idx="2101">
                  <c:v>9.6444444444444444E-2</c:v>
                </c:pt>
                <c:pt idx="2102">
                  <c:v>9.6592592592592591E-2</c:v>
                </c:pt>
                <c:pt idx="2103">
                  <c:v>9.6740740740740738E-2</c:v>
                </c:pt>
                <c:pt idx="2104">
                  <c:v>9.6740740740740738E-2</c:v>
                </c:pt>
                <c:pt idx="2105">
                  <c:v>9.6740740740740738E-2</c:v>
                </c:pt>
                <c:pt idx="2106">
                  <c:v>9.6740740740740738E-2</c:v>
                </c:pt>
                <c:pt idx="2107">
                  <c:v>9.6740740740740738E-2</c:v>
                </c:pt>
                <c:pt idx="2108">
                  <c:v>9.6740740740740738E-2</c:v>
                </c:pt>
                <c:pt idx="2109">
                  <c:v>9.6740740740740738E-2</c:v>
                </c:pt>
                <c:pt idx="2110">
                  <c:v>9.6888888888888886E-2</c:v>
                </c:pt>
                <c:pt idx="2111">
                  <c:v>9.6888888888888886E-2</c:v>
                </c:pt>
                <c:pt idx="2112">
                  <c:v>9.7037037037037033E-2</c:v>
                </c:pt>
                <c:pt idx="2113">
                  <c:v>9.7037037037037033E-2</c:v>
                </c:pt>
                <c:pt idx="2114">
                  <c:v>9.718518518518518E-2</c:v>
                </c:pt>
                <c:pt idx="2115">
                  <c:v>9.718518518518518E-2</c:v>
                </c:pt>
                <c:pt idx="2116">
                  <c:v>9.718518518518518E-2</c:v>
                </c:pt>
                <c:pt idx="2117">
                  <c:v>9.7333333333333327E-2</c:v>
                </c:pt>
                <c:pt idx="2118">
                  <c:v>9.7481481481481488E-2</c:v>
                </c:pt>
                <c:pt idx="2119">
                  <c:v>9.7481481481481488E-2</c:v>
                </c:pt>
                <c:pt idx="2120">
                  <c:v>9.7629629629629636E-2</c:v>
                </c:pt>
                <c:pt idx="2121">
                  <c:v>9.7629629629629636E-2</c:v>
                </c:pt>
                <c:pt idx="2122">
                  <c:v>9.7629629629629636E-2</c:v>
                </c:pt>
                <c:pt idx="2123">
                  <c:v>9.7629629629629636E-2</c:v>
                </c:pt>
                <c:pt idx="2124">
                  <c:v>9.7629629629629636E-2</c:v>
                </c:pt>
                <c:pt idx="2125">
                  <c:v>9.7629629629629636E-2</c:v>
                </c:pt>
                <c:pt idx="2126">
                  <c:v>9.7777777777777783E-2</c:v>
                </c:pt>
                <c:pt idx="2127">
                  <c:v>9.792592592592593E-2</c:v>
                </c:pt>
                <c:pt idx="2128">
                  <c:v>9.8074074074074077E-2</c:v>
                </c:pt>
                <c:pt idx="2129">
                  <c:v>9.8074074074074077E-2</c:v>
                </c:pt>
                <c:pt idx="2130">
                  <c:v>9.8222222222222225E-2</c:v>
                </c:pt>
                <c:pt idx="2131">
                  <c:v>9.8222222222222225E-2</c:v>
                </c:pt>
                <c:pt idx="2132">
                  <c:v>9.8222222222222225E-2</c:v>
                </c:pt>
                <c:pt idx="2133">
                  <c:v>9.8222222222222225E-2</c:v>
                </c:pt>
                <c:pt idx="2134">
                  <c:v>9.8222222222222225E-2</c:v>
                </c:pt>
                <c:pt idx="2135">
                  <c:v>9.8222222222222225E-2</c:v>
                </c:pt>
                <c:pt idx="2136">
                  <c:v>9.8222222222222225E-2</c:v>
                </c:pt>
                <c:pt idx="2137">
                  <c:v>9.8370370370370372E-2</c:v>
                </c:pt>
                <c:pt idx="2138">
                  <c:v>9.8370370370370372E-2</c:v>
                </c:pt>
                <c:pt idx="2139">
                  <c:v>9.8370370370370372E-2</c:v>
                </c:pt>
                <c:pt idx="2140">
                  <c:v>9.8370370370370372E-2</c:v>
                </c:pt>
                <c:pt idx="2141">
                  <c:v>9.8370370370370372E-2</c:v>
                </c:pt>
                <c:pt idx="2142">
                  <c:v>9.8370370370370372E-2</c:v>
                </c:pt>
                <c:pt idx="2143">
                  <c:v>9.8370370370370372E-2</c:v>
                </c:pt>
                <c:pt idx="2144">
                  <c:v>9.8370370370370372E-2</c:v>
                </c:pt>
                <c:pt idx="2145">
                  <c:v>9.8370370370370372E-2</c:v>
                </c:pt>
                <c:pt idx="2146">
                  <c:v>9.8370370370370372E-2</c:v>
                </c:pt>
                <c:pt idx="2147">
                  <c:v>9.8370370370370372E-2</c:v>
                </c:pt>
                <c:pt idx="2148">
                  <c:v>9.8518518518518519E-2</c:v>
                </c:pt>
                <c:pt idx="2149">
                  <c:v>9.8518518518518519E-2</c:v>
                </c:pt>
                <c:pt idx="2150">
                  <c:v>9.8518518518518519E-2</c:v>
                </c:pt>
                <c:pt idx="2151">
                  <c:v>9.8666666666666666E-2</c:v>
                </c:pt>
                <c:pt idx="2152">
                  <c:v>9.8666666666666666E-2</c:v>
                </c:pt>
                <c:pt idx="2153">
                  <c:v>9.8814814814814814E-2</c:v>
                </c:pt>
                <c:pt idx="2154">
                  <c:v>9.8814814814814814E-2</c:v>
                </c:pt>
                <c:pt idx="2155">
                  <c:v>9.8814814814814814E-2</c:v>
                </c:pt>
                <c:pt idx="2156">
                  <c:v>9.8814814814814814E-2</c:v>
                </c:pt>
                <c:pt idx="2157">
                  <c:v>9.8814814814814814E-2</c:v>
                </c:pt>
                <c:pt idx="2158">
                  <c:v>9.8814814814814814E-2</c:v>
                </c:pt>
                <c:pt idx="2159">
                  <c:v>9.8814814814814814E-2</c:v>
                </c:pt>
                <c:pt idx="2160">
                  <c:v>9.8814814814814814E-2</c:v>
                </c:pt>
                <c:pt idx="2161">
                  <c:v>9.8962962962962961E-2</c:v>
                </c:pt>
                <c:pt idx="2162">
                  <c:v>9.8962962962962961E-2</c:v>
                </c:pt>
                <c:pt idx="2163">
                  <c:v>9.8962962962962961E-2</c:v>
                </c:pt>
                <c:pt idx="2164">
                  <c:v>9.9111111111111108E-2</c:v>
                </c:pt>
                <c:pt idx="2165">
                  <c:v>9.9259259259259255E-2</c:v>
                </c:pt>
                <c:pt idx="2166">
                  <c:v>9.9259259259259255E-2</c:v>
                </c:pt>
                <c:pt idx="2167">
                  <c:v>9.9259259259259255E-2</c:v>
                </c:pt>
                <c:pt idx="2168">
                  <c:v>9.9259259259259255E-2</c:v>
                </c:pt>
                <c:pt idx="2169">
                  <c:v>9.9407407407407403E-2</c:v>
                </c:pt>
                <c:pt idx="2170">
                  <c:v>9.9407407407407403E-2</c:v>
                </c:pt>
                <c:pt idx="2171">
                  <c:v>9.9407407407407403E-2</c:v>
                </c:pt>
                <c:pt idx="2172">
                  <c:v>9.9407407407407403E-2</c:v>
                </c:pt>
                <c:pt idx="2173">
                  <c:v>9.955555555555555E-2</c:v>
                </c:pt>
                <c:pt idx="2174">
                  <c:v>9.9703703703703697E-2</c:v>
                </c:pt>
                <c:pt idx="2175">
                  <c:v>9.9703703703703697E-2</c:v>
                </c:pt>
                <c:pt idx="2176">
                  <c:v>9.9703703703703697E-2</c:v>
                </c:pt>
                <c:pt idx="2177">
                  <c:v>9.9703703703703697E-2</c:v>
                </c:pt>
                <c:pt idx="2178">
                  <c:v>9.9703703703703697E-2</c:v>
                </c:pt>
                <c:pt idx="2179">
                  <c:v>9.9703703703703697E-2</c:v>
                </c:pt>
                <c:pt idx="2180">
                  <c:v>9.9851851851851858E-2</c:v>
                </c:pt>
                <c:pt idx="2181">
                  <c:v>9.9851851851851858E-2</c:v>
                </c:pt>
                <c:pt idx="2182">
                  <c:v>9.9851851851851858E-2</c:v>
                </c:pt>
                <c:pt idx="2183">
                  <c:v>9.9851851851851858E-2</c:v>
                </c:pt>
                <c:pt idx="2184">
                  <c:v>9.9851851851851858E-2</c:v>
                </c:pt>
                <c:pt idx="2185">
                  <c:v>9.9851851851851858E-2</c:v>
                </c:pt>
                <c:pt idx="2186">
                  <c:v>9.9851851851851858E-2</c:v>
                </c:pt>
                <c:pt idx="2187">
                  <c:v>9.9851851851851858E-2</c:v>
                </c:pt>
                <c:pt idx="2188">
                  <c:v>0.1</c:v>
                </c:pt>
                <c:pt idx="2189">
                  <c:v>0.1</c:v>
                </c:pt>
                <c:pt idx="2190">
                  <c:v>0.10014814814814815</c:v>
                </c:pt>
                <c:pt idx="2191">
                  <c:v>0.10014814814814815</c:v>
                </c:pt>
                <c:pt idx="2192">
                  <c:v>0.10014814814814815</c:v>
                </c:pt>
                <c:pt idx="2193">
                  <c:v>0.1002962962962963</c:v>
                </c:pt>
                <c:pt idx="2194">
                  <c:v>0.1002962962962963</c:v>
                </c:pt>
                <c:pt idx="2195">
                  <c:v>0.1002962962962963</c:v>
                </c:pt>
                <c:pt idx="2196">
                  <c:v>0.1002962962962963</c:v>
                </c:pt>
                <c:pt idx="2197">
                  <c:v>0.10044444444444445</c:v>
                </c:pt>
                <c:pt idx="2198">
                  <c:v>0.10044444444444445</c:v>
                </c:pt>
                <c:pt idx="2199">
                  <c:v>0.10059259259259259</c:v>
                </c:pt>
                <c:pt idx="2200">
                  <c:v>0.10059259259259259</c:v>
                </c:pt>
                <c:pt idx="2201">
                  <c:v>0.10059259259259259</c:v>
                </c:pt>
                <c:pt idx="2202">
                  <c:v>0.10059259259259259</c:v>
                </c:pt>
                <c:pt idx="2203">
                  <c:v>0.10059259259259259</c:v>
                </c:pt>
                <c:pt idx="2204">
                  <c:v>0.10074074074074074</c:v>
                </c:pt>
                <c:pt idx="2205">
                  <c:v>0.10074074074074074</c:v>
                </c:pt>
                <c:pt idx="2206">
                  <c:v>0.10074074074074074</c:v>
                </c:pt>
                <c:pt idx="2207">
                  <c:v>0.10074074074074074</c:v>
                </c:pt>
                <c:pt idx="2208">
                  <c:v>0.10074074074074074</c:v>
                </c:pt>
                <c:pt idx="2209">
                  <c:v>0.10074074074074074</c:v>
                </c:pt>
                <c:pt idx="2210">
                  <c:v>0.10074074074074074</c:v>
                </c:pt>
                <c:pt idx="2211">
                  <c:v>0.10074074074074074</c:v>
                </c:pt>
                <c:pt idx="2212">
                  <c:v>0.10088888888888889</c:v>
                </c:pt>
                <c:pt idx="2213">
                  <c:v>0.10088888888888889</c:v>
                </c:pt>
                <c:pt idx="2214">
                  <c:v>0.10088888888888889</c:v>
                </c:pt>
                <c:pt idx="2215">
                  <c:v>0.10103703703703704</c:v>
                </c:pt>
                <c:pt idx="2216">
                  <c:v>0.10118518518518518</c:v>
                </c:pt>
                <c:pt idx="2217">
                  <c:v>0.10118518518518518</c:v>
                </c:pt>
                <c:pt idx="2218">
                  <c:v>0.10118518518518518</c:v>
                </c:pt>
                <c:pt idx="2219">
                  <c:v>0.10118518518518518</c:v>
                </c:pt>
                <c:pt idx="2220">
                  <c:v>0.10118518518518518</c:v>
                </c:pt>
                <c:pt idx="2221">
                  <c:v>0.10118518518518518</c:v>
                </c:pt>
                <c:pt idx="2222">
                  <c:v>0.10118518518518518</c:v>
                </c:pt>
                <c:pt idx="2223">
                  <c:v>0.10118518518518518</c:v>
                </c:pt>
                <c:pt idx="2224">
                  <c:v>0.10118518518518518</c:v>
                </c:pt>
                <c:pt idx="2225">
                  <c:v>0.10118518518518518</c:v>
                </c:pt>
                <c:pt idx="2226">
                  <c:v>0.10118518518518518</c:v>
                </c:pt>
                <c:pt idx="2227">
                  <c:v>0.10133333333333333</c:v>
                </c:pt>
                <c:pt idx="2228">
                  <c:v>0.10133333333333333</c:v>
                </c:pt>
                <c:pt idx="2229">
                  <c:v>0.10133333333333333</c:v>
                </c:pt>
                <c:pt idx="2230">
                  <c:v>0.10148148148148148</c:v>
                </c:pt>
                <c:pt idx="2231">
                  <c:v>0.10148148148148148</c:v>
                </c:pt>
                <c:pt idx="2232">
                  <c:v>0.10148148148148148</c:v>
                </c:pt>
                <c:pt idx="2233">
                  <c:v>0.10162962962962963</c:v>
                </c:pt>
                <c:pt idx="2234">
                  <c:v>0.10162962962962963</c:v>
                </c:pt>
                <c:pt idx="2235">
                  <c:v>0.10177777777777777</c:v>
                </c:pt>
                <c:pt idx="2236">
                  <c:v>0.10177777777777777</c:v>
                </c:pt>
                <c:pt idx="2237">
                  <c:v>0.10177777777777777</c:v>
                </c:pt>
                <c:pt idx="2238">
                  <c:v>0.10177777777777777</c:v>
                </c:pt>
                <c:pt idx="2239">
                  <c:v>0.10177777777777777</c:v>
                </c:pt>
                <c:pt idx="2240">
                  <c:v>0.10177777777777777</c:v>
                </c:pt>
                <c:pt idx="2241">
                  <c:v>0.10177777777777777</c:v>
                </c:pt>
                <c:pt idx="2242">
                  <c:v>0.10177777777777777</c:v>
                </c:pt>
                <c:pt idx="2243">
                  <c:v>0.10192592592592592</c:v>
                </c:pt>
                <c:pt idx="2244">
                  <c:v>0.10192592592592592</c:v>
                </c:pt>
                <c:pt idx="2245">
                  <c:v>0.10192592592592592</c:v>
                </c:pt>
                <c:pt idx="2246">
                  <c:v>0.10207407407407408</c:v>
                </c:pt>
                <c:pt idx="2247">
                  <c:v>0.10207407407407408</c:v>
                </c:pt>
                <c:pt idx="2248">
                  <c:v>0.10222222222222223</c:v>
                </c:pt>
                <c:pt idx="2249">
                  <c:v>0.10222222222222223</c:v>
                </c:pt>
                <c:pt idx="2250">
                  <c:v>0.10237037037037038</c:v>
                </c:pt>
                <c:pt idx="2251">
                  <c:v>0.10237037037037038</c:v>
                </c:pt>
                <c:pt idx="2252">
                  <c:v>0.10237037037037038</c:v>
                </c:pt>
                <c:pt idx="2253">
                  <c:v>0.10251851851851852</c:v>
                </c:pt>
                <c:pt idx="2254">
                  <c:v>0.10266666666666667</c:v>
                </c:pt>
                <c:pt idx="2255">
                  <c:v>0.10281481481481482</c:v>
                </c:pt>
                <c:pt idx="2256">
                  <c:v>0.10296296296296296</c:v>
                </c:pt>
                <c:pt idx="2257">
                  <c:v>0.10296296296296296</c:v>
                </c:pt>
                <c:pt idx="2258">
                  <c:v>0.10311111111111111</c:v>
                </c:pt>
                <c:pt idx="2259">
                  <c:v>0.10311111111111111</c:v>
                </c:pt>
                <c:pt idx="2260">
                  <c:v>0.10325925925925926</c:v>
                </c:pt>
                <c:pt idx="2261">
                  <c:v>0.10325925925925926</c:v>
                </c:pt>
                <c:pt idx="2262">
                  <c:v>0.10325925925925926</c:v>
                </c:pt>
                <c:pt idx="2263">
                  <c:v>0.10325925925925926</c:v>
                </c:pt>
                <c:pt idx="2264">
                  <c:v>0.10325925925925926</c:v>
                </c:pt>
                <c:pt idx="2265">
                  <c:v>0.10340740740740741</c:v>
                </c:pt>
                <c:pt idx="2266">
                  <c:v>0.10355555555555555</c:v>
                </c:pt>
                <c:pt idx="2267">
                  <c:v>0.10355555555555555</c:v>
                </c:pt>
                <c:pt idx="2268">
                  <c:v>0.1037037037037037</c:v>
                </c:pt>
                <c:pt idx="2269">
                  <c:v>0.1037037037037037</c:v>
                </c:pt>
                <c:pt idx="2270">
                  <c:v>0.1037037037037037</c:v>
                </c:pt>
                <c:pt idx="2271">
                  <c:v>0.1037037037037037</c:v>
                </c:pt>
                <c:pt idx="2272">
                  <c:v>0.1037037037037037</c:v>
                </c:pt>
                <c:pt idx="2273">
                  <c:v>0.1037037037037037</c:v>
                </c:pt>
                <c:pt idx="2274">
                  <c:v>0.10385185185185185</c:v>
                </c:pt>
                <c:pt idx="2275">
                  <c:v>0.104</c:v>
                </c:pt>
                <c:pt idx="2276">
                  <c:v>0.104</c:v>
                </c:pt>
                <c:pt idx="2277">
                  <c:v>0.104</c:v>
                </c:pt>
                <c:pt idx="2278">
                  <c:v>0.104</c:v>
                </c:pt>
                <c:pt idx="2279">
                  <c:v>0.104</c:v>
                </c:pt>
                <c:pt idx="2280">
                  <c:v>0.10414814814814814</c:v>
                </c:pt>
                <c:pt idx="2281">
                  <c:v>0.10414814814814814</c:v>
                </c:pt>
                <c:pt idx="2282">
                  <c:v>0.10414814814814814</c:v>
                </c:pt>
                <c:pt idx="2283">
                  <c:v>0.10429629629629629</c:v>
                </c:pt>
                <c:pt idx="2284">
                  <c:v>0.10429629629629629</c:v>
                </c:pt>
                <c:pt idx="2285">
                  <c:v>0.10444444444444445</c:v>
                </c:pt>
                <c:pt idx="2286">
                  <c:v>0.1045925925925926</c:v>
                </c:pt>
                <c:pt idx="2287">
                  <c:v>0.1045925925925926</c:v>
                </c:pt>
                <c:pt idx="2288">
                  <c:v>0.1045925925925926</c:v>
                </c:pt>
                <c:pt idx="2289">
                  <c:v>0.10474074074074075</c:v>
                </c:pt>
                <c:pt idx="2290">
                  <c:v>0.10488888888888889</c:v>
                </c:pt>
                <c:pt idx="2291">
                  <c:v>0.10488888888888889</c:v>
                </c:pt>
                <c:pt idx="2292">
                  <c:v>0.10488888888888889</c:v>
                </c:pt>
                <c:pt idx="2293">
                  <c:v>0.10488888888888889</c:v>
                </c:pt>
                <c:pt idx="2294">
                  <c:v>0.10488888888888889</c:v>
                </c:pt>
                <c:pt idx="2295">
                  <c:v>0.10488888888888889</c:v>
                </c:pt>
                <c:pt idx="2296">
                  <c:v>0.10488888888888889</c:v>
                </c:pt>
                <c:pt idx="2297">
                  <c:v>0.10488888888888889</c:v>
                </c:pt>
                <c:pt idx="2298">
                  <c:v>0.10488888888888889</c:v>
                </c:pt>
                <c:pt idx="2299">
                  <c:v>0.10503703703703704</c:v>
                </c:pt>
                <c:pt idx="2300">
                  <c:v>0.10518518518518519</c:v>
                </c:pt>
                <c:pt idx="2301">
                  <c:v>0.10518518518518519</c:v>
                </c:pt>
                <c:pt idx="2302">
                  <c:v>0.10518518518518519</c:v>
                </c:pt>
                <c:pt idx="2303">
                  <c:v>0.10533333333333333</c:v>
                </c:pt>
                <c:pt idx="2304">
                  <c:v>0.10548148148148148</c:v>
                </c:pt>
                <c:pt idx="2305">
                  <c:v>0.10548148148148148</c:v>
                </c:pt>
                <c:pt idx="2306">
                  <c:v>0.10548148148148148</c:v>
                </c:pt>
                <c:pt idx="2307">
                  <c:v>0.10548148148148148</c:v>
                </c:pt>
                <c:pt idx="2308">
                  <c:v>0.10562962962962963</c:v>
                </c:pt>
                <c:pt idx="2309">
                  <c:v>0.10562962962962963</c:v>
                </c:pt>
                <c:pt idx="2310">
                  <c:v>0.10577777777777778</c:v>
                </c:pt>
                <c:pt idx="2311">
                  <c:v>0.10592592592592592</c:v>
                </c:pt>
                <c:pt idx="2312">
                  <c:v>0.10592592592592592</c:v>
                </c:pt>
                <c:pt idx="2313">
                  <c:v>0.10592592592592592</c:v>
                </c:pt>
                <c:pt idx="2314">
                  <c:v>0.10592592592592592</c:v>
                </c:pt>
                <c:pt idx="2315">
                  <c:v>0.10592592592592592</c:v>
                </c:pt>
                <c:pt idx="2316">
                  <c:v>0.10607407407407407</c:v>
                </c:pt>
                <c:pt idx="2317">
                  <c:v>0.10622222222222222</c:v>
                </c:pt>
                <c:pt idx="2318">
                  <c:v>0.10637037037037037</c:v>
                </c:pt>
                <c:pt idx="2319">
                  <c:v>0.10637037037037037</c:v>
                </c:pt>
                <c:pt idx="2320">
                  <c:v>0.10637037037037037</c:v>
                </c:pt>
                <c:pt idx="2321">
                  <c:v>0.10637037037037037</c:v>
                </c:pt>
                <c:pt idx="2322">
                  <c:v>0.10637037037037037</c:v>
                </c:pt>
                <c:pt idx="2323">
                  <c:v>0.10637037037037037</c:v>
                </c:pt>
                <c:pt idx="2324">
                  <c:v>0.10651851851851851</c:v>
                </c:pt>
                <c:pt idx="2325">
                  <c:v>0.10651851851851851</c:v>
                </c:pt>
                <c:pt idx="2326">
                  <c:v>0.10651851851851851</c:v>
                </c:pt>
                <c:pt idx="2327">
                  <c:v>0.10651851851851851</c:v>
                </c:pt>
                <c:pt idx="2328">
                  <c:v>0.10651851851851851</c:v>
                </c:pt>
                <c:pt idx="2329">
                  <c:v>0.10651851851851851</c:v>
                </c:pt>
                <c:pt idx="2330">
                  <c:v>0.10651851851851851</c:v>
                </c:pt>
                <c:pt idx="2331">
                  <c:v>0.10666666666666667</c:v>
                </c:pt>
                <c:pt idx="2332">
                  <c:v>0.10666666666666667</c:v>
                </c:pt>
                <c:pt idx="2333">
                  <c:v>0.10666666666666667</c:v>
                </c:pt>
                <c:pt idx="2334">
                  <c:v>0.10681481481481482</c:v>
                </c:pt>
                <c:pt idx="2335">
                  <c:v>0.10681481481481482</c:v>
                </c:pt>
                <c:pt idx="2336">
                  <c:v>0.10681481481481482</c:v>
                </c:pt>
                <c:pt idx="2337">
                  <c:v>0.10681481481481482</c:v>
                </c:pt>
                <c:pt idx="2338">
                  <c:v>0.10681481481481482</c:v>
                </c:pt>
                <c:pt idx="2339">
                  <c:v>0.10696296296296297</c:v>
                </c:pt>
                <c:pt idx="2340">
                  <c:v>0.10696296296296297</c:v>
                </c:pt>
                <c:pt idx="2341">
                  <c:v>0.10696296296296297</c:v>
                </c:pt>
                <c:pt idx="2342">
                  <c:v>0.10696296296296297</c:v>
                </c:pt>
                <c:pt idx="2343">
                  <c:v>0.10711111111111112</c:v>
                </c:pt>
                <c:pt idx="2344">
                  <c:v>0.10711111111111112</c:v>
                </c:pt>
                <c:pt idx="2345">
                  <c:v>0.10711111111111112</c:v>
                </c:pt>
                <c:pt idx="2346">
                  <c:v>0.10711111111111112</c:v>
                </c:pt>
                <c:pt idx="2347">
                  <c:v>0.10711111111111112</c:v>
                </c:pt>
                <c:pt idx="2348">
                  <c:v>0.10725925925925926</c:v>
                </c:pt>
                <c:pt idx="2349">
                  <c:v>0.10725925925925926</c:v>
                </c:pt>
                <c:pt idx="2350">
                  <c:v>0.10725925925925926</c:v>
                </c:pt>
                <c:pt idx="2351">
                  <c:v>0.10725925925925926</c:v>
                </c:pt>
                <c:pt idx="2352">
                  <c:v>0.10725925925925926</c:v>
                </c:pt>
                <c:pt idx="2353">
                  <c:v>0.10725925925925926</c:v>
                </c:pt>
                <c:pt idx="2354">
                  <c:v>0.10725925925925926</c:v>
                </c:pt>
                <c:pt idx="2355">
                  <c:v>0.10725925925925926</c:v>
                </c:pt>
                <c:pt idx="2356">
                  <c:v>0.10725925925925926</c:v>
                </c:pt>
                <c:pt idx="2357">
                  <c:v>0.10725925925925926</c:v>
                </c:pt>
                <c:pt idx="2358">
                  <c:v>0.10725925925925926</c:v>
                </c:pt>
                <c:pt idx="2359">
                  <c:v>0.10740740740740741</c:v>
                </c:pt>
                <c:pt idx="2360">
                  <c:v>0.10755555555555556</c:v>
                </c:pt>
                <c:pt idx="2361">
                  <c:v>0.1077037037037037</c:v>
                </c:pt>
                <c:pt idx="2362">
                  <c:v>0.10785185185185185</c:v>
                </c:pt>
                <c:pt idx="2363">
                  <c:v>0.10785185185185185</c:v>
                </c:pt>
                <c:pt idx="2364">
                  <c:v>0.108</c:v>
                </c:pt>
                <c:pt idx="2365">
                  <c:v>0.10814814814814815</c:v>
                </c:pt>
                <c:pt idx="2366">
                  <c:v>0.10814814814814815</c:v>
                </c:pt>
                <c:pt idx="2367">
                  <c:v>0.10829629629629629</c:v>
                </c:pt>
                <c:pt idx="2368">
                  <c:v>0.10829629629629629</c:v>
                </c:pt>
                <c:pt idx="2369">
                  <c:v>0.10829629629629629</c:v>
                </c:pt>
                <c:pt idx="2370">
                  <c:v>0.10829629629629629</c:v>
                </c:pt>
                <c:pt idx="2371">
                  <c:v>0.10844444444444444</c:v>
                </c:pt>
                <c:pt idx="2372">
                  <c:v>0.10844444444444444</c:v>
                </c:pt>
                <c:pt idx="2373">
                  <c:v>0.10859259259259259</c:v>
                </c:pt>
                <c:pt idx="2374">
                  <c:v>0.10874074074074074</c:v>
                </c:pt>
                <c:pt idx="2375">
                  <c:v>0.10888888888888888</c:v>
                </c:pt>
                <c:pt idx="2376">
                  <c:v>0.10888888888888888</c:v>
                </c:pt>
                <c:pt idx="2377">
                  <c:v>0.10903703703703704</c:v>
                </c:pt>
                <c:pt idx="2378">
                  <c:v>0.10903703703703704</c:v>
                </c:pt>
                <c:pt idx="2379">
                  <c:v>0.10903703703703704</c:v>
                </c:pt>
                <c:pt idx="2380">
                  <c:v>0.10903703703703704</c:v>
                </c:pt>
                <c:pt idx="2381">
                  <c:v>0.10903703703703704</c:v>
                </c:pt>
                <c:pt idx="2382">
                  <c:v>0.10918518518518519</c:v>
                </c:pt>
                <c:pt idx="2383">
                  <c:v>0.10918518518518519</c:v>
                </c:pt>
                <c:pt idx="2384">
                  <c:v>0.10918518518518519</c:v>
                </c:pt>
                <c:pt idx="2385">
                  <c:v>0.10918518518518519</c:v>
                </c:pt>
                <c:pt idx="2386">
                  <c:v>0.10918518518518519</c:v>
                </c:pt>
                <c:pt idx="2387">
                  <c:v>0.10933333333333334</c:v>
                </c:pt>
                <c:pt idx="2388">
                  <c:v>0.10933333333333334</c:v>
                </c:pt>
                <c:pt idx="2389">
                  <c:v>0.10933333333333334</c:v>
                </c:pt>
                <c:pt idx="2390">
                  <c:v>0.10933333333333334</c:v>
                </c:pt>
                <c:pt idx="2391">
                  <c:v>0.10933333333333334</c:v>
                </c:pt>
                <c:pt idx="2392">
                  <c:v>0.10933333333333334</c:v>
                </c:pt>
                <c:pt idx="2393">
                  <c:v>0.10948148148148149</c:v>
                </c:pt>
                <c:pt idx="2394">
                  <c:v>0.10948148148148149</c:v>
                </c:pt>
                <c:pt idx="2395">
                  <c:v>0.10962962962962963</c:v>
                </c:pt>
                <c:pt idx="2396">
                  <c:v>0.10962962962962963</c:v>
                </c:pt>
                <c:pt idx="2397">
                  <c:v>0.10977777777777778</c:v>
                </c:pt>
                <c:pt idx="2398">
                  <c:v>0.10977777777777778</c:v>
                </c:pt>
                <c:pt idx="2399">
                  <c:v>0.10977777777777778</c:v>
                </c:pt>
                <c:pt idx="2400">
                  <c:v>0.10977777777777778</c:v>
                </c:pt>
                <c:pt idx="2401">
                  <c:v>0.10992592592592593</c:v>
                </c:pt>
                <c:pt idx="2402">
                  <c:v>0.10992592592592593</c:v>
                </c:pt>
                <c:pt idx="2403">
                  <c:v>0.11007407407407407</c:v>
                </c:pt>
                <c:pt idx="2404">
                  <c:v>0.11022222222222222</c:v>
                </c:pt>
                <c:pt idx="2405">
                  <c:v>0.11022222222222222</c:v>
                </c:pt>
                <c:pt idx="2406">
                  <c:v>0.11022222222222222</c:v>
                </c:pt>
                <c:pt idx="2407">
                  <c:v>0.11037037037037037</c:v>
                </c:pt>
                <c:pt idx="2408">
                  <c:v>0.11037037037037037</c:v>
                </c:pt>
                <c:pt idx="2409">
                  <c:v>0.11037037037037037</c:v>
                </c:pt>
                <c:pt idx="2410">
                  <c:v>0.11037037037037037</c:v>
                </c:pt>
                <c:pt idx="2411">
                  <c:v>0.11037037037037037</c:v>
                </c:pt>
                <c:pt idx="2412">
                  <c:v>0.11037037037037037</c:v>
                </c:pt>
                <c:pt idx="2413">
                  <c:v>0.11051851851851852</c:v>
                </c:pt>
                <c:pt idx="2414">
                  <c:v>0.11051851851851852</c:v>
                </c:pt>
                <c:pt idx="2415">
                  <c:v>0.11066666666666666</c:v>
                </c:pt>
                <c:pt idx="2416">
                  <c:v>0.11066666666666666</c:v>
                </c:pt>
                <c:pt idx="2417">
                  <c:v>0.11066666666666666</c:v>
                </c:pt>
                <c:pt idx="2418">
                  <c:v>0.11066666666666666</c:v>
                </c:pt>
                <c:pt idx="2419">
                  <c:v>0.11081481481481481</c:v>
                </c:pt>
                <c:pt idx="2420">
                  <c:v>0.11081481481481481</c:v>
                </c:pt>
                <c:pt idx="2421">
                  <c:v>0.11081481481481481</c:v>
                </c:pt>
                <c:pt idx="2422">
                  <c:v>0.11096296296296296</c:v>
                </c:pt>
                <c:pt idx="2423">
                  <c:v>0.1111111111111111</c:v>
                </c:pt>
                <c:pt idx="2424">
                  <c:v>0.11125925925925927</c:v>
                </c:pt>
                <c:pt idx="2425">
                  <c:v>0.11140740740740741</c:v>
                </c:pt>
                <c:pt idx="2426">
                  <c:v>0.11140740740740741</c:v>
                </c:pt>
                <c:pt idx="2427">
                  <c:v>0.11155555555555556</c:v>
                </c:pt>
                <c:pt idx="2428">
                  <c:v>0.11155555555555556</c:v>
                </c:pt>
                <c:pt idx="2429">
                  <c:v>0.11155555555555556</c:v>
                </c:pt>
                <c:pt idx="2430">
                  <c:v>0.11170370370370371</c:v>
                </c:pt>
                <c:pt idx="2431">
                  <c:v>0.11185185185185186</c:v>
                </c:pt>
                <c:pt idx="2432">
                  <c:v>0.112</c:v>
                </c:pt>
                <c:pt idx="2433">
                  <c:v>0.11214814814814815</c:v>
                </c:pt>
                <c:pt idx="2434">
                  <c:v>0.1122962962962963</c:v>
                </c:pt>
                <c:pt idx="2435">
                  <c:v>0.1122962962962963</c:v>
                </c:pt>
                <c:pt idx="2436">
                  <c:v>0.11244444444444444</c:v>
                </c:pt>
                <c:pt idx="2437">
                  <c:v>0.11244444444444444</c:v>
                </c:pt>
                <c:pt idx="2438">
                  <c:v>0.11244444444444444</c:v>
                </c:pt>
                <c:pt idx="2439">
                  <c:v>0.11259259259259259</c:v>
                </c:pt>
                <c:pt idx="2440">
                  <c:v>0.11259259259259259</c:v>
                </c:pt>
                <c:pt idx="2441">
                  <c:v>0.11259259259259259</c:v>
                </c:pt>
                <c:pt idx="2442">
                  <c:v>0.11274074074074074</c:v>
                </c:pt>
                <c:pt idx="2443">
                  <c:v>0.11274074074074074</c:v>
                </c:pt>
                <c:pt idx="2444">
                  <c:v>0.11274074074074074</c:v>
                </c:pt>
                <c:pt idx="2445">
                  <c:v>0.11274074074074074</c:v>
                </c:pt>
                <c:pt idx="2446">
                  <c:v>0.11288888888888889</c:v>
                </c:pt>
                <c:pt idx="2447">
                  <c:v>0.11288888888888889</c:v>
                </c:pt>
                <c:pt idx="2448">
                  <c:v>0.11288888888888889</c:v>
                </c:pt>
                <c:pt idx="2449">
                  <c:v>0.11303703703703703</c:v>
                </c:pt>
                <c:pt idx="2450">
                  <c:v>0.11318518518518518</c:v>
                </c:pt>
                <c:pt idx="2451">
                  <c:v>0.11318518518518518</c:v>
                </c:pt>
                <c:pt idx="2452">
                  <c:v>0.11333333333333333</c:v>
                </c:pt>
                <c:pt idx="2453">
                  <c:v>0.11333333333333333</c:v>
                </c:pt>
                <c:pt idx="2454">
                  <c:v>0.11333333333333333</c:v>
                </c:pt>
                <c:pt idx="2455">
                  <c:v>0.11333333333333333</c:v>
                </c:pt>
                <c:pt idx="2456">
                  <c:v>0.11348148148148147</c:v>
                </c:pt>
                <c:pt idx="2457">
                  <c:v>0.11362962962962964</c:v>
                </c:pt>
                <c:pt idx="2458">
                  <c:v>0.11362962962962964</c:v>
                </c:pt>
                <c:pt idx="2459">
                  <c:v>0.11377777777777778</c:v>
                </c:pt>
                <c:pt idx="2460">
                  <c:v>0.11377777777777778</c:v>
                </c:pt>
                <c:pt idx="2461">
                  <c:v>0.11377777777777778</c:v>
                </c:pt>
                <c:pt idx="2462">
                  <c:v>0.11377777777777778</c:v>
                </c:pt>
                <c:pt idx="2463">
                  <c:v>0.11392592592592593</c:v>
                </c:pt>
                <c:pt idx="2464">
                  <c:v>0.11392592592592593</c:v>
                </c:pt>
                <c:pt idx="2465">
                  <c:v>0.11392592592592593</c:v>
                </c:pt>
                <c:pt idx="2466">
                  <c:v>0.11392592592592593</c:v>
                </c:pt>
                <c:pt idx="2467">
                  <c:v>0.11392592592592593</c:v>
                </c:pt>
                <c:pt idx="2468">
                  <c:v>0.11392592592592593</c:v>
                </c:pt>
                <c:pt idx="2469">
                  <c:v>0.11407407407407408</c:v>
                </c:pt>
                <c:pt idx="2470">
                  <c:v>0.11422222222222222</c:v>
                </c:pt>
                <c:pt idx="2471">
                  <c:v>0.11422222222222222</c:v>
                </c:pt>
                <c:pt idx="2472">
                  <c:v>0.11422222222222222</c:v>
                </c:pt>
                <c:pt idx="2473">
                  <c:v>0.11422222222222222</c:v>
                </c:pt>
                <c:pt idx="2474">
                  <c:v>0.11437037037037037</c:v>
                </c:pt>
                <c:pt idx="2475">
                  <c:v>0.11451851851851852</c:v>
                </c:pt>
                <c:pt idx="2476">
                  <c:v>0.11451851851851852</c:v>
                </c:pt>
                <c:pt idx="2477">
                  <c:v>0.11451851851851852</c:v>
                </c:pt>
                <c:pt idx="2478">
                  <c:v>0.11451851851851852</c:v>
                </c:pt>
                <c:pt idx="2479">
                  <c:v>0.11451851851851852</c:v>
                </c:pt>
                <c:pt idx="2480">
                  <c:v>0.11466666666666667</c:v>
                </c:pt>
                <c:pt idx="2481">
                  <c:v>0.11481481481481481</c:v>
                </c:pt>
                <c:pt idx="2482">
                  <c:v>0.11496296296296296</c:v>
                </c:pt>
                <c:pt idx="2483">
                  <c:v>0.11496296296296296</c:v>
                </c:pt>
                <c:pt idx="2484">
                  <c:v>0.11496296296296296</c:v>
                </c:pt>
                <c:pt idx="2485">
                  <c:v>0.11511111111111111</c:v>
                </c:pt>
                <c:pt idx="2486">
                  <c:v>0.11511111111111111</c:v>
                </c:pt>
                <c:pt idx="2487">
                  <c:v>0.11511111111111111</c:v>
                </c:pt>
                <c:pt idx="2488">
                  <c:v>0.11525925925925926</c:v>
                </c:pt>
                <c:pt idx="2489">
                  <c:v>0.1154074074074074</c:v>
                </c:pt>
                <c:pt idx="2490">
                  <c:v>0.1154074074074074</c:v>
                </c:pt>
                <c:pt idx="2491">
                  <c:v>0.1154074074074074</c:v>
                </c:pt>
                <c:pt idx="2492">
                  <c:v>0.1154074074074074</c:v>
                </c:pt>
                <c:pt idx="2493">
                  <c:v>0.1154074074074074</c:v>
                </c:pt>
                <c:pt idx="2494">
                  <c:v>0.1154074074074074</c:v>
                </c:pt>
                <c:pt idx="2495">
                  <c:v>0.1154074074074074</c:v>
                </c:pt>
                <c:pt idx="2496">
                  <c:v>0.1154074074074074</c:v>
                </c:pt>
                <c:pt idx="2497">
                  <c:v>0.11555555555555555</c:v>
                </c:pt>
                <c:pt idx="2498">
                  <c:v>0.1157037037037037</c:v>
                </c:pt>
                <c:pt idx="2499">
                  <c:v>0.1157037037037037</c:v>
                </c:pt>
                <c:pt idx="2500">
                  <c:v>0.1157037037037037</c:v>
                </c:pt>
                <c:pt idx="2501">
                  <c:v>0.1157037037037037</c:v>
                </c:pt>
                <c:pt idx="2502">
                  <c:v>0.1157037037037037</c:v>
                </c:pt>
                <c:pt idx="2503">
                  <c:v>0.11585185185185186</c:v>
                </c:pt>
                <c:pt idx="2504">
                  <c:v>0.11585185185185186</c:v>
                </c:pt>
                <c:pt idx="2505">
                  <c:v>0.11585185185185186</c:v>
                </c:pt>
                <c:pt idx="2506">
                  <c:v>0.11585185185185186</c:v>
                </c:pt>
                <c:pt idx="2507">
                  <c:v>0.11600000000000001</c:v>
                </c:pt>
                <c:pt idx="2508">
                  <c:v>0.11600000000000001</c:v>
                </c:pt>
                <c:pt idx="2509">
                  <c:v>0.11600000000000001</c:v>
                </c:pt>
                <c:pt idx="2510">
                  <c:v>0.11600000000000001</c:v>
                </c:pt>
                <c:pt idx="2511">
                  <c:v>0.11600000000000001</c:v>
                </c:pt>
                <c:pt idx="2512">
                  <c:v>0.11614814814814815</c:v>
                </c:pt>
                <c:pt idx="2513">
                  <c:v>0.1162962962962963</c:v>
                </c:pt>
                <c:pt idx="2514">
                  <c:v>0.1162962962962963</c:v>
                </c:pt>
                <c:pt idx="2515">
                  <c:v>0.1162962962962963</c:v>
                </c:pt>
                <c:pt idx="2516">
                  <c:v>0.1162962962962963</c:v>
                </c:pt>
                <c:pt idx="2517">
                  <c:v>0.1162962962962963</c:v>
                </c:pt>
                <c:pt idx="2518">
                  <c:v>0.1162962962962963</c:v>
                </c:pt>
                <c:pt idx="2519">
                  <c:v>0.11644444444444445</c:v>
                </c:pt>
                <c:pt idx="2520">
                  <c:v>0.11644444444444445</c:v>
                </c:pt>
                <c:pt idx="2521">
                  <c:v>0.11659259259259259</c:v>
                </c:pt>
                <c:pt idx="2522">
                  <c:v>0.11659259259259259</c:v>
                </c:pt>
                <c:pt idx="2523">
                  <c:v>0.11659259259259259</c:v>
                </c:pt>
                <c:pt idx="2524">
                  <c:v>0.11659259259259259</c:v>
                </c:pt>
                <c:pt idx="2525">
                  <c:v>0.11659259259259259</c:v>
                </c:pt>
                <c:pt idx="2526">
                  <c:v>0.11674074074074074</c:v>
                </c:pt>
                <c:pt idx="2527">
                  <c:v>0.11674074074074074</c:v>
                </c:pt>
                <c:pt idx="2528">
                  <c:v>0.11688888888888889</c:v>
                </c:pt>
                <c:pt idx="2529">
                  <c:v>0.11688888888888889</c:v>
                </c:pt>
                <c:pt idx="2530">
                  <c:v>0.11688888888888889</c:v>
                </c:pt>
                <c:pt idx="2531">
                  <c:v>0.11688888888888889</c:v>
                </c:pt>
                <c:pt idx="2532">
                  <c:v>0.11703703703703704</c:v>
                </c:pt>
                <c:pt idx="2533">
                  <c:v>0.11718518518518518</c:v>
                </c:pt>
                <c:pt idx="2534">
                  <c:v>0.11733333333333333</c:v>
                </c:pt>
                <c:pt idx="2535">
                  <c:v>0.11733333333333333</c:v>
                </c:pt>
                <c:pt idx="2536">
                  <c:v>0.11748148148148148</c:v>
                </c:pt>
                <c:pt idx="2537">
                  <c:v>0.11762962962962963</c:v>
                </c:pt>
                <c:pt idx="2538">
                  <c:v>0.11762962962962963</c:v>
                </c:pt>
                <c:pt idx="2539">
                  <c:v>0.11777777777777777</c:v>
                </c:pt>
                <c:pt idx="2540">
                  <c:v>0.11777777777777777</c:v>
                </c:pt>
                <c:pt idx="2541">
                  <c:v>0.11777777777777777</c:v>
                </c:pt>
                <c:pt idx="2542">
                  <c:v>0.11777777777777777</c:v>
                </c:pt>
                <c:pt idx="2543">
                  <c:v>0.11777777777777777</c:v>
                </c:pt>
                <c:pt idx="2544">
                  <c:v>0.11792592592592592</c:v>
                </c:pt>
                <c:pt idx="2545">
                  <c:v>0.11792592592592592</c:v>
                </c:pt>
                <c:pt idx="2546">
                  <c:v>0.11792592592592592</c:v>
                </c:pt>
                <c:pt idx="2547">
                  <c:v>0.11792592592592592</c:v>
                </c:pt>
                <c:pt idx="2548">
                  <c:v>0.11792592592592592</c:v>
                </c:pt>
                <c:pt idx="2549">
                  <c:v>0.11792592592592592</c:v>
                </c:pt>
                <c:pt idx="2550">
                  <c:v>0.11792592592592592</c:v>
                </c:pt>
                <c:pt idx="2551">
                  <c:v>0.11792592592592592</c:v>
                </c:pt>
                <c:pt idx="2552">
                  <c:v>0.11807407407407407</c:v>
                </c:pt>
                <c:pt idx="2553">
                  <c:v>0.11807407407407407</c:v>
                </c:pt>
                <c:pt idx="2554">
                  <c:v>0.11807407407407407</c:v>
                </c:pt>
                <c:pt idx="2555">
                  <c:v>0.11807407407407407</c:v>
                </c:pt>
                <c:pt idx="2556">
                  <c:v>0.11807407407407407</c:v>
                </c:pt>
                <c:pt idx="2557">
                  <c:v>0.11807407407407407</c:v>
                </c:pt>
                <c:pt idx="2558">
                  <c:v>0.11807407407407407</c:v>
                </c:pt>
                <c:pt idx="2559">
                  <c:v>0.11807407407407407</c:v>
                </c:pt>
                <c:pt idx="2560">
                  <c:v>0.11807407407407407</c:v>
                </c:pt>
                <c:pt idx="2561">
                  <c:v>0.11807407407407407</c:v>
                </c:pt>
                <c:pt idx="2562">
                  <c:v>0.11807407407407407</c:v>
                </c:pt>
                <c:pt idx="2563">
                  <c:v>0.11807407407407407</c:v>
                </c:pt>
                <c:pt idx="2564">
                  <c:v>0.11807407407407407</c:v>
                </c:pt>
                <c:pt idx="2565">
                  <c:v>0.11822222222222223</c:v>
                </c:pt>
                <c:pt idx="2566">
                  <c:v>0.11822222222222223</c:v>
                </c:pt>
                <c:pt idx="2567">
                  <c:v>0.11837037037037038</c:v>
                </c:pt>
                <c:pt idx="2568">
                  <c:v>0.11837037037037038</c:v>
                </c:pt>
                <c:pt idx="2569">
                  <c:v>0.11837037037037038</c:v>
                </c:pt>
                <c:pt idx="2570">
                  <c:v>0.11837037037037038</c:v>
                </c:pt>
                <c:pt idx="2571">
                  <c:v>0.11837037037037038</c:v>
                </c:pt>
                <c:pt idx="2572">
                  <c:v>0.11837037037037038</c:v>
                </c:pt>
                <c:pt idx="2573">
                  <c:v>0.11837037037037038</c:v>
                </c:pt>
                <c:pt idx="2574">
                  <c:v>0.11837037037037038</c:v>
                </c:pt>
                <c:pt idx="2575">
                  <c:v>0.11837037037037038</c:v>
                </c:pt>
                <c:pt idx="2576">
                  <c:v>0.11851851851851852</c:v>
                </c:pt>
                <c:pt idx="2577">
                  <c:v>0.11866666666666667</c:v>
                </c:pt>
                <c:pt idx="2578">
                  <c:v>0.11866666666666667</c:v>
                </c:pt>
                <c:pt idx="2579">
                  <c:v>0.11866666666666667</c:v>
                </c:pt>
                <c:pt idx="2580">
                  <c:v>0.11866666666666667</c:v>
                </c:pt>
                <c:pt idx="2581">
                  <c:v>0.11866666666666667</c:v>
                </c:pt>
                <c:pt idx="2582">
                  <c:v>0.11866666666666667</c:v>
                </c:pt>
                <c:pt idx="2583">
                  <c:v>0.11881481481481482</c:v>
                </c:pt>
                <c:pt idx="2584">
                  <c:v>0.11881481481481482</c:v>
                </c:pt>
                <c:pt idx="2585">
                  <c:v>0.11881481481481482</c:v>
                </c:pt>
                <c:pt idx="2586">
                  <c:v>0.11881481481481482</c:v>
                </c:pt>
                <c:pt idx="2587">
                  <c:v>0.11881481481481482</c:v>
                </c:pt>
                <c:pt idx="2588">
                  <c:v>0.11896296296296296</c:v>
                </c:pt>
                <c:pt idx="2589">
                  <c:v>0.11896296296296296</c:v>
                </c:pt>
                <c:pt idx="2590">
                  <c:v>0.11911111111111111</c:v>
                </c:pt>
                <c:pt idx="2591">
                  <c:v>0.11925925925925926</c:v>
                </c:pt>
                <c:pt idx="2592">
                  <c:v>0.11925925925925926</c:v>
                </c:pt>
                <c:pt idx="2593">
                  <c:v>0.11940740740740741</c:v>
                </c:pt>
                <c:pt idx="2594">
                  <c:v>0.11940740740740741</c:v>
                </c:pt>
                <c:pt idx="2595">
                  <c:v>0.11940740740740741</c:v>
                </c:pt>
                <c:pt idx="2596">
                  <c:v>0.11955555555555555</c:v>
                </c:pt>
                <c:pt idx="2597">
                  <c:v>0.11955555555555555</c:v>
                </c:pt>
                <c:pt idx="2598">
                  <c:v>0.11955555555555555</c:v>
                </c:pt>
                <c:pt idx="2599">
                  <c:v>0.1197037037037037</c:v>
                </c:pt>
                <c:pt idx="2600">
                  <c:v>0.1197037037037037</c:v>
                </c:pt>
                <c:pt idx="2601">
                  <c:v>0.1197037037037037</c:v>
                </c:pt>
                <c:pt idx="2602">
                  <c:v>0.1197037037037037</c:v>
                </c:pt>
                <c:pt idx="2603">
                  <c:v>0.1197037037037037</c:v>
                </c:pt>
                <c:pt idx="2604">
                  <c:v>0.1197037037037037</c:v>
                </c:pt>
                <c:pt idx="2605">
                  <c:v>0.1197037037037037</c:v>
                </c:pt>
                <c:pt idx="2606">
                  <c:v>0.11985185185185185</c:v>
                </c:pt>
                <c:pt idx="2607">
                  <c:v>0.12</c:v>
                </c:pt>
                <c:pt idx="2608">
                  <c:v>0.12014814814814814</c:v>
                </c:pt>
                <c:pt idx="2609">
                  <c:v>0.12014814814814814</c:v>
                </c:pt>
                <c:pt idx="2610">
                  <c:v>0.12014814814814814</c:v>
                </c:pt>
                <c:pt idx="2611">
                  <c:v>0.12014814814814814</c:v>
                </c:pt>
                <c:pt idx="2612">
                  <c:v>0.12014814814814814</c:v>
                </c:pt>
                <c:pt idx="2613">
                  <c:v>0.12029629629629629</c:v>
                </c:pt>
                <c:pt idx="2614">
                  <c:v>0.12029629629629629</c:v>
                </c:pt>
                <c:pt idx="2615">
                  <c:v>0.12029629629629629</c:v>
                </c:pt>
                <c:pt idx="2616">
                  <c:v>0.12029629629629629</c:v>
                </c:pt>
                <c:pt idx="2617">
                  <c:v>0.12029629629629629</c:v>
                </c:pt>
                <c:pt idx="2618">
                  <c:v>0.12029629629629629</c:v>
                </c:pt>
                <c:pt idx="2619">
                  <c:v>0.12029629629629629</c:v>
                </c:pt>
                <c:pt idx="2620">
                  <c:v>0.12029629629629629</c:v>
                </c:pt>
                <c:pt idx="2621">
                  <c:v>0.12029629629629629</c:v>
                </c:pt>
                <c:pt idx="2622">
                  <c:v>0.12044444444444445</c:v>
                </c:pt>
                <c:pt idx="2623">
                  <c:v>0.12044444444444445</c:v>
                </c:pt>
                <c:pt idx="2624">
                  <c:v>0.12044444444444445</c:v>
                </c:pt>
                <c:pt idx="2625">
                  <c:v>0.12044444444444445</c:v>
                </c:pt>
                <c:pt idx="2626">
                  <c:v>0.1205925925925926</c:v>
                </c:pt>
                <c:pt idx="2627">
                  <c:v>0.1205925925925926</c:v>
                </c:pt>
                <c:pt idx="2628">
                  <c:v>0.12074074074074075</c:v>
                </c:pt>
                <c:pt idx="2629">
                  <c:v>0.12074074074074075</c:v>
                </c:pt>
                <c:pt idx="2630">
                  <c:v>0.12088888888888889</c:v>
                </c:pt>
                <c:pt idx="2631">
                  <c:v>0.12103703703703704</c:v>
                </c:pt>
                <c:pt idx="2632">
                  <c:v>0.12103703703703704</c:v>
                </c:pt>
                <c:pt idx="2633">
                  <c:v>0.12103703703703704</c:v>
                </c:pt>
                <c:pt idx="2634">
                  <c:v>0.12118518518518519</c:v>
                </c:pt>
                <c:pt idx="2635">
                  <c:v>0.12118518518518519</c:v>
                </c:pt>
                <c:pt idx="2636">
                  <c:v>0.12118518518518519</c:v>
                </c:pt>
                <c:pt idx="2637">
                  <c:v>0.12118518518518519</c:v>
                </c:pt>
                <c:pt idx="2638">
                  <c:v>0.12118518518518519</c:v>
                </c:pt>
                <c:pt idx="2639">
                  <c:v>0.12118518518518519</c:v>
                </c:pt>
                <c:pt idx="2640">
                  <c:v>0.12118518518518519</c:v>
                </c:pt>
                <c:pt idx="2641">
                  <c:v>0.12118518518518519</c:v>
                </c:pt>
                <c:pt idx="2642">
                  <c:v>0.12118518518518519</c:v>
                </c:pt>
                <c:pt idx="2643">
                  <c:v>0.12118518518518519</c:v>
                </c:pt>
                <c:pt idx="2644">
                  <c:v>0.12118518518518519</c:v>
                </c:pt>
                <c:pt idx="2645">
                  <c:v>0.12118518518518519</c:v>
                </c:pt>
                <c:pt idx="2646">
                  <c:v>0.12118518518518519</c:v>
                </c:pt>
                <c:pt idx="2647">
                  <c:v>0.12118518518518519</c:v>
                </c:pt>
                <c:pt idx="2648">
                  <c:v>0.12133333333333333</c:v>
                </c:pt>
                <c:pt idx="2649">
                  <c:v>0.12133333333333333</c:v>
                </c:pt>
                <c:pt idx="2650">
                  <c:v>0.12133333333333333</c:v>
                </c:pt>
                <c:pt idx="2651">
                  <c:v>0.12133333333333333</c:v>
                </c:pt>
                <c:pt idx="2652">
                  <c:v>0.12133333333333333</c:v>
                </c:pt>
                <c:pt idx="2653">
                  <c:v>0.12133333333333333</c:v>
                </c:pt>
                <c:pt idx="2654">
                  <c:v>0.12133333333333333</c:v>
                </c:pt>
                <c:pt idx="2655">
                  <c:v>0.12133333333333333</c:v>
                </c:pt>
                <c:pt idx="2656">
                  <c:v>0.12133333333333333</c:v>
                </c:pt>
                <c:pt idx="2657">
                  <c:v>0.12133333333333333</c:v>
                </c:pt>
                <c:pt idx="2658">
                  <c:v>0.12148148148148148</c:v>
                </c:pt>
                <c:pt idx="2659">
                  <c:v>0.12148148148148148</c:v>
                </c:pt>
                <c:pt idx="2660">
                  <c:v>0.12148148148148148</c:v>
                </c:pt>
                <c:pt idx="2661">
                  <c:v>0.12148148148148148</c:v>
                </c:pt>
                <c:pt idx="2662">
                  <c:v>0.12148148148148148</c:v>
                </c:pt>
                <c:pt idx="2663">
                  <c:v>0.12148148148148148</c:v>
                </c:pt>
                <c:pt idx="2664">
                  <c:v>0.12162962962962963</c:v>
                </c:pt>
                <c:pt idx="2665">
                  <c:v>0.12177777777777778</c:v>
                </c:pt>
                <c:pt idx="2666">
                  <c:v>0.12192592592592592</c:v>
                </c:pt>
                <c:pt idx="2667">
                  <c:v>0.12192592592592592</c:v>
                </c:pt>
                <c:pt idx="2668">
                  <c:v>0.12192592592592592</c:v>
                </c:pt>
                <c:pt idx="2669">
                  <c:v>0.12207407407407407</c:v>
                </c:pt>
                <c:pt idx="2670">
                  <c:v>0.12207407407407407</c:v>
                </c:pt>
                <c:pt idx="2671">
                  <c:v>0.12222222222222222</c:v>
                </c:pt>
                <c:pt idx="2672">
                  <c:v>0.12237037037037037</c:v>
                </c:pt>
                <c:pt idx="2673">
                  <c:v>0.12251851851851851</c:v>
                </c:pt>
                <c:pt idx="2674">
                  <c:v>0.12266666666666666</c:v>
                </c:pt>
                <c:pt idx="2675">
                  <c:v>0.12266666666666666</c:v>
                </c:pt>
                <c:pt idx="2676">
                  <c:v>0.12266666666666666</c:v>
                </c:pt>
                <c:pt idx="2677">
                  <c:v>0.12266666666666666</c:v>
                </c:pt>
                <c:pt idx="2678">
                  <c:v>0.12281481481481482</c:v>
                </c:pt>
                <c:pt idx="2679">
                  <c:v>0.12296296296296297</c:v>
                </c:pt>
                <c:pt idx="2680">
                  <c:v>0.12296296296296297</c:v>
                </c:pt>
                <c:pt idx="2681">
                  <c:v>0.12296296296296297</c:v>
                </c:pt>
                <c:pt idx="2682">
                  <c:v>0.12311111111111112</c:v>
                </c:pt>
                <c:pt idx="2683">
                  <c:v>0.12311111111111112</c:v>
                </c:pt>
                <c:pt idx="2684">
                  <c:v>0.12311111111111112</c:v>
                </c:pt>
                <c:pt idx="2685">
                  <c:v>0.12325925925925926</c:v>
                </c:pt>
                <c:pt idx="2686">
                  <c:v>0.12340740740740741</c:v>
                </c:pt>
                <c:pt idx="2687">
                  <c:v>0.12340740740740741</c:v>
                </c:pt>
                <c:pt idx="2688">
                  <c:v>0.12340740740740741</c:v>
                </c:pt>
                <c:pt idx="2689">
                  <c:v>0.12340740740740741</c:v>
                </c:pt>
                <c:pt idx="2690">
                  <c:v>0.12340740740740741</c:v>
                </c:pt>
                <c:pt idx="2691">
                  <c:v>0.12355555555555556</c:v>
                </c:pt>
                <c:pt idx="2692">
                  <c:v>0.12355555555555556</c:v>
                </c:pt>
                <c:pt idx="2693">
                  <c:v>0.12355555555555556</c:v>
                </c:pt>
                <c:pt idx="2694">
                  <c:v>0.12355555555555556</c:v>
                </c:pt>
                <c:pt idx="2695">
                  <c:v>0.12355555555555556</c:v>
                </c:pt>
                <c:pt idx="2696">
                  <c:v>0.12355555555555556</c:v>
                </c:pt>
                <c:pt idx="2697">
                  <c:v>0.12355555555555556</c:v>
                </c:pt>
                <c:pt idx="2698">
                  <c:v>0.12355555555555556</c:v>
                </c:pt>
                <c:pt idx="2699">
                  <c:v>0.12355555555555556</c:v>
                </c:pt>
                <c:pt idx="2700">
                  <c:v>0.12355555555555556</c:v>
                </c:pt>
                <c:pt idx="2701">
                  <c:v>0.12355555555555556</c:v>
                </c:pt>
                <c:pt idx="2702">
                  <c:v>0.1237037037037037</c:v>
                </c:pt>
                <c:pt idx="2703">
                  <c:v>0.1237037037037037</c:v>
                </c:pt>
                <c:pt idx="2704">
                  <c:v>0.1237037037037037</c:v>
                </c:pt>
                <c:pt idx="2705">
                  <c:v>0.1237037037037037</c:v>
                </c:pt>
                <c:pt idx="2706">
                  <c:v>0.1237037037037037</c:v>
                </c:pt>
                <c:pt idx="2707">
                  <c:v>0.1237037037037037</c:v>
                </c:pt>
                <c:pt idx="2708">
                  <c:v>0.1237037037037037</c:v>
                </c:pt>
                <c:pt idx="2709">
                  <c:v>0.12385185185185185</c:v>
                </c:pt>
                <c:pt idx="2710">
                  <c:v>0.12385185185185185</c:v>
                </c:pt>
                <c:pt idx="2711">
                  <c:v>0.12385185185185185</c:v>
                </c:pt>
                <c:pt idx="2712">
                  <c:v>0.12385185185185185</c:v>
                </c:pt>
                <c:pt idx="2713">
                  <c:v>0.12385185185185185</c:v>
                </c:pt>
                <c:pt idx="2714">
                  <c:v>0.12385185185185185</c:v>
                </c:pt>
                <c:pt idx="2715">
                  <c:v>0.12385185185185185</c:v>
                </c:pt>
                <c:pt idx="2716">
                  <c:v>0.124</c:v>
                </c:pt>
                <c:pt idx="2717">
                  <c:v>0.124</c:v>
                </c:pt>
                <c:pt idx="2718">
                  <c:v>0.124</c:v>
                </c:pt>
                <c:pt idx="2719">
                  <c:v>0.124</c:v>
                </c:pt>
                <c:pt idx="2720">
                  <c:v>0.124</c:v>
                </c:pt>
                <c:pt idx="2721">
                  <c:v>0.12414814814814815</c:v>
                </c:pt>
                <c:pt idx="2722">
                  <c:v>0.12414814814814815</c:v>
                </c:pt>
                <c:pt idx="2723">
                  <c:v>0.12429629629629629</c:v>
                </c:pt>
                <c:pt idx="2724">
                  <c:v>0.12444444444444444</c:v>
                </c:pt>
                <c:pt idx="2725">
                  <c:v>0.12444444444444444</c:v>
                </c:pt>
                <c:pt idx="2726">
                  <c:v>0.12444444444444444</c:v>
                </c:pt>
                <c:pt idx="2727">
                  <c:v>0.12444444444444444</c:v>
                </c:pt>
                <c:pt idx="2728">
                  <c:v>0.12459259259259259</c:v>
                </c:pt>
                <c:pt idx="2729">
                  <c:v>0.12474074074074074</c:v>
                </c:pt>
                <c:pt idx="2730">
                  <c:v>0.12474074074074074</c:v>
                </c:pt>
                <c:pt idx="2731">
                  <c:v>0.12474074074074074</c:v>
                </c:pt>
                <c:pt idx="2732">
                  <c:v>0.12474074074074074</c:v>
                </c:pt>
                <c:pt idx="2733">
                  <c:v>0.12488888888888888</c:v>
                </c:pt>
                <c:pt idx="2734">
                  <c:v>0.12488888888888888</c:v>
                </c:pt>
                <c:pt idx="2735">
                  <c:v>0.12503703703703703</c:v>
                </c:pt>
                <c:pt idx="2736">
                  <c:v>0.12518518518518518</c:v>
                </c:pt>
                <c:pt idx="2737">
                  <c:v>0.12518518518518518</c:v>
                </c:pt>
                <c:pt idx="2738">
                  <c:v>0.12518518518518518</c:v>
                </c:pt>
                <c:pt idx="2739">
                  <c:v>0.12518518518518518</c:v>
                </c:pt>
                <c:pt idx="2740">
                  <c:v>0.12518518518518518</c:v>
                </c:pt>
                <c:pt idx="2741">
                  <c:v>0.12518518518518518</c:v>
                </c:pt>
                <c:pt idx="2742">
                  <c:v>0.12533333333333332</c:v>
                </c:pt>
                <c:pt idx="2743">
                  <c:v>0.12533333333333332</c:v>
                </c:pt>
                <c:pt idx="2744">
                  <c:v>0.12533333333333332</c:v>
                </c:pt>
                <c:pt idx="2745">
                  <c:v>0.12533333333333332</c:v>
                </c:pt>
                <c:pt idx="2746">
                  <c:v>0.12533333333333332</c:v>
                </c:pt>
                <c:pt idx="2747">
                  <c:v>0.12548148148148147</c:v>
                </c:pt>
                <c:pt idx="2748">
                  <c:v>0.12562962962962962</c:v>
                </c:pt>
                <c:pt idx="2749">
                  <c:v>0.12562962962962962</c:v>
                </c:pt>
                <c:pt idx="2750">
                  <c:v>0.12577777777777777</c:v>
                </c:pt>
                <c:pt idx="2751">
                  <c:v>0.12592592592592591</c:v>
                </c:pt>
                <c:pt idx="2752">
                  <c:v>0.12592592592592591</c:v>
                </c:pt>
                <c:pt idx="2753">
                  <c:v>0.12607407407407406</c:v>
                </c:pt>
                <c:pt idx="2754">
                  <c:v>0.12622222222222224</c:v>
                </c:pt>
                <c:pt idx="2755">
                  <c:v>0.12637037037037038</c:v>
                </c:pt>
                <c:pt idx="2756">
                  <c:v>0.12637037037037038</c:v>
                </c:pt>
                <c:pt idx="2757">
                  <c:v>0.12637037037037038</c:v>
                </c:pt>
                <c:pt idx="2758">
                  <c:v>0.12637037037037038</c:v>
                </c:pt>
                <c:pt idx="2759">
                  <c:v>0.12651851851851853</c:v>
                </c:pt>
                <c:pt idx="2760">
                  <c:v>0.12651851851851853</c:v>
                </c:pt>
                <c:pt idx="2761">
                  <c:v>0.12666666666666668</c:v>
                </c:pt>
                <c:pt idx="2762">
                  <c:v>0.12666666666666668</c:v>
                </c:pt>
                <c:pt idx="2763">
                  <c:v>0.12666666666666668</c:v>
                </c:pt>
                <c:pt idx="2764">
                  <c:v>0.12666666666666668</c:v>
                </c:pt>
                <c:pt idx="2765">
                  <c:v>0.12666666666666668</c:v>
                </c:pt>
                <c:pt idx="2766">
                  <c:v>0.12666666666666668</c:v>
                </c:pt>
                <c:pt idx="2767">
                  <c:v>0.12666666666666668</c:v>
                </c:pt>
                <c:pt idx="2768">
                  <c:v>0.12681481481481482</c:v>
                </c:pt>
                <c:pt idx="2769">
                  <c:v>0.12681481481481482</c:v>
                </c:pt>
                <c:pt idx="2770">
                  <c:v>0.12681481481481482</c:v>
                </c:pt>
                <c:pt idx="2771">
                  <c:v>0.12681481481481482</c:v>
                </c:pt>
                <c:pt idx="2772">
                  <c:v>0.12681481481481482</c:v>
                </c:pt>
                <c:pt idx="2773">
                  <c:v>0.12681481481481482</c:v>
                </c:pt>
                <c:pt idx="2774">
                  <c:v>0.12681481481481482</c:v>
                </c:pt>
                <c:pt idx="2775">
                  <c:v>0.12696296296296297</c:v>
                </c:pt>
                <c:pt idx="2776">
                  <c:v>0.12696296296296297</c:v>
                </c:pt>
                <c:pt idx="2777">
                  <c:v>0.12696296296296297</c:v>
                </c:pt>
                <c:pt idx="2778">
                  <c:v>0.12696296296296297</c:v>
                </c:pt>
                <c:pt idx="2779">
                  <c:v>0.12696296296296297</c:v>
                </c:pt>
                <c:pt idx="2780">
                  <c:v>0.12711111111111112</c:v>
                </c:pt>
                <c:pt idx="2781">
                  <c:v>0.12725925925925927</c:v>
                </c:pt>
                <c:pt idx="2782">
                  <c:v>0.12725925925925927</c:v>
                </c:pt>
                <c:pt idx="2783">
                  <c:v>0.12725925925925927</c:v>
                </c:pt>
                <c:pt idx="2784">
                  <c:v>0.12740740740740741</c:v>
                </c:pt>
                <c:pt idx="2785">
                  <c:v>0.12740740740740741</c:v>
                </c:pt>
                <c:pt idx="2786">
                  <c:v>0.12740740740740741</c:v>
                </c:pt>
                <c:pt idx="2787">
                  <c:v>0.12740740740740741</c:v>
                </c:pt>
                <c:pt idx="2788">
                  <c:v>0.12755555555555556</c:v>
                </c:pt>
                <c:pt idx="2789">
                  <c:v>0.12755555555555556</c:v>
                </c:pt>
                <c:pt idx="2790">
                  <c:v>0.12770370370370371</c:v>
                </c:pt>
                <c:pt idx="2791">
                  <c:v>0.12770370370370371</c:v>
                </c:pt>
                <c:pt idx="2792">
                  <c:v>0.12770370370370371</c:v>
                </c:pt>
                <c:pt idx="2793">
                  <c:v>0.12785185185185186</c:v>
                </c:pt>
                <c:pt idx="2794">
                  <c:v>0.128</c:v>
                </c:pt>
                <c:pt idx="2795">
                  <c:v>0.128</c:v>
                </c:pt>
                <c:pt idx="2796">
                  <c:v>0.128</c:v>
                </c:pt>
                <c:pt idx="2797">
                  <c:v>0.128</c:v>
                </c:pt>
                <c:pt idx="2798">
                  <c:v>0.128</c:v>
                </c:pt>
                <c:pt idx="2799">
                  <c:v>0.12814814814814815</c:v>
                </c:pt>
                <c:pt idx="2800">
                  <c:v>0.1282962962962963</c:v>
                </c:pt>
                <c:pt idx="2801">
                  <c:v>0.12844444444444444</c:v>
                </c:pt>
                <c:pt idx="2802">
                  <c:v>0.12844444444444444</c:v>
                </c:pt>
                <c:pt idx="2803">
                  <c:v>0.12859259259259259</c:v>
                </c:pt>
                <c:pt idx="2804">
                  <c:v>0.12859259259259259</c:v>
                </c:pt>
                <c:pt idx="2805">
                  <c:v>0.12859259259259259</c:v>
                </c:pt>
                <c:pt idx="2806">
                  <c:v>0.12874074074074074</c:v>
                </c:pt>
                <c:pt idx="2807">
                  <c:v>0.12874074074074074</c:v>
                </c:pt>
                <c:pt idx="2808">
                  <c:v>0.12888888888888889</c:v>
                </c:pt>
                <c:pt idx="2809">
                  <c:v>0.12888888888888889</c:v>
                </c:pt>
                <c:pt idx="2810">
                  <c:v>0.12888888888888889</c:v>
                </c:pt>
                <c:pt idx="2811">
                  <c:v>0.12888888888888889</c:v>
                </c:pt>
                <c:pt idx="2812">
                  <c:v>0.12888888888888889</c:v>
                </c:pt>
                <c:pt idx="2813">
                  <c:v>0.12888888888888889</c:v>
                </c:pt>
                <c:pt idx="2814">
                  <c:v>0.12888888888888889</c:v>
                </c:pt>
                <c:pt idx="2815">
                  <c:v>0.12888888888888889</c:v>
                </c:pt>
                <c:pt idx="2816">
                  <c:v>0.12888888888888889</c:v>
                </c:pt>
                <c:pt idx="2817">
                  <c:v>0.12903703703703703</c:v>
                </c:pt>
                <c:pt idx="2818">
                  <c:v>0.12903703703703703</c:v>
                </c:pt>
                <c:pt idx="2819">
                  <c:v>0.12903703703703703</c:v>
                </c:pt>
                <c:pt idx="2820">
                  <c:v>0.12903703703703703</c:v>
                </c:pt>
                <c:pt idx="2821">
                  <c:v>0.12918518518518518</c:v>
                </c:pt>
                <c:pt idx="2822">
                  <c:v>0.12933333333333333</c:v>
                </c:pt>
                <c:pt idx="2823">
                  <c:v>0.12933333333333333</c:v>
                </c:pt>
                <c:pt idx="2824">
                  <c:v>0.12948148148148148</c:v>
                </c:pt>
                <c:pt idx="2825">
                  <c:v>0.12962962962962962</c:v>
                </c:pt>
                <c:pt idx="2826">
                  <c:v>0.12962962962962962</c:v>
                </c:pt>
                <c:pt idx="2827">
                  <c:v>0.12962962962962962</c:v>
                </c:pt>
                <c:pt idx="2828">
                  <c:v>0.12962962962962962</c:v>
                </c:pt>
                <c:pt idx="2829">
                  <c:v>0.12962962962962962</c:v>
                </c:pt>
                <c:pt idx="2830">
                  <c:v>0.12962962962962962</c:v>
                </c:pt>
                <c:pt idx="2831">
                  <c:v>0.12962962962962962</c:v>
                </c:pt>
                <c:pt idx="2832">
                  <c:v>0.12962962962962962</c:v>
                </c:pt>
                <c:pt idx="2833">
                  <c:v>0.12962962962962962</c:v>
                </c:pt>
                <c:pt idx="2834">
                  <c:v>0.12962962962962962</c:v>
                </c:pt>
                <c:pt idx="2835">
                  <c:v>0.12962962962962962</c:v>
                </c:pt>
                <c:pt idx="2836">
                  <c:v>0.12962962962962962</c:v>
                </c:pt>
                <c:pt idx="2837">
                  <c:v>0.12962962962962962</c:v>
                </c:pt>
                <c:pt idx="2838">
                  <c:v>0.12962962962962962</c:v>
                </c:pt>
                <c:pt idx="2839">
                  <c:v>0.12962962962962962</c:v>
                </c:pt>
                <c:pt idx="2840">
                  <c:v>0.12962962962962962</c:v>
                </c:pt>
                <c:pt idx="2841">
                  <c:v>0.12977777777777777</c:v>
                </c:pt>
                <c:pt idx="2842">
                  <c:v>0.12977777777777777</c:v>
                </c:pt>
                <c:pt idx="2843">
                  <c:v>0.12992592592592592</c:v>
                </c:pt>
                <c:pt idx="2844">
                  <c:v>0.13007407407407406</c:v>
                </c:pt>
                <c:pt idx="2845">
                  <c:v>0.13022222222222221</c:v>
                </c:pt>
                <c:pt idx="2846">
                  <c:v>0.13037037037037036</c:v>
                </c:pt>
                <c:pt idx="2847">
                  <c:v>0.13037037037037036</c:v>
                </c:pt>
                <c:pt idx="2848">
                  <c:v>0.13051851851851851</c:v>
                </c:pt>
                <c:pt idx="2849">
                  <c:v>0.13051851851851851</c:v>
                </c:pt>
                <c:pt idx="2850">
                  <c:v>0.13066666666666665</c:v>
                </c:pt>
                <c:pt idx="2851">
                  <c:v>0.13066666666666665</c:v>
                </c:pt>
                <c:pt idx="2852">
                  <c:v>0.13066666666666665</c:v>
                </c:pt>
                <c:pt idx="2853">
                  <c:v>0.13081481481481483</c:v>
                </c:pt>
                <c:pt idx="2854">
                  <c:v>0.13081481481481483</c:v>
                </c:pt>
                <c:pt idx="2855">
                  <c:v>0.13081481481481483</c:v>
                </c:pt>
                <c:pt idx="2856">
                  <c:v>0.13081481481481483</c:v>
                </c:pt>
                <c:pt idx="2857">
                  <c:v>0.13081481481481483</c:v>
                </c:pt>
                <c:pt idx="2858">
                  <c:v>0.13081481481481483</c:v>
                </c:pt>
                <c:pt idx="2859">
                  <c:v>0.13081481481481483</c:v>
                </c:pt>
                <c:pt idx="2860">
                  <c:v>0.13081481481481483</c:v>
                </c:pt>
                <c:pt idx="2861">
                  <c:v>0.13081481481481483</c:v>
                </c:pt>
                <c:pt idx="2862">
                  <c:v>0.13081481481481483</c:v>
                </c:pt>
                <c:pt idx="2863">
                  <c:v>0.13081481481481483</c:v>
                </c:pt>
                <c:pt idx="2864">
                  <c:v>0.13081481481481483</c:v>
                </c:pt>
                <c:pt idx="2865">
                  <c:v>0.13081481481481483</c:v>
                </c:pt>
                <c:pt idx="2866">
                  <c:v>0.13081481481481483</c:v>
                </c:pt>
                <c:pt idx="2867">
                  <c:v>0.13096296296296298</c:v>
                </c:pt>
                <c:pt idx="2868">
                  <c:v>0.13096296296296298</c:v>
                </c:pt>
                <c:pt idx="2869">
                  <c:v>0.13096296296296298</c:v>
                </c:pt>
                <c:pt idx="2870">
                  <c:v>0.13111111111111112</c:v>
                </c:pt>
                <c:pt idx="2871">
                  <c:v>0.13125925925925927</c:v>
                </c:pt>
                <c:pt idx="2872">
                  <c:v>0.13125925925925927</c:v>
                </c:pt>
                <c:pt idx="2873">
                  <c:v>0.13140740740740742</c:v>
                </c:pt>
                <c:pt idx="2874">
                  <c:v>0.13140740740740742</c:v>
                </c:pt>
                <c:pt idx="2875">
                  <c:v>0.13155555555555556</c:v>
                </c:pt>
                <c:pt idx="2876">
                  <c:v>0.13155555555555556</c:v>
                </c:pt>
                <c:pt idx="2877">
                  <c:v>0.13155555555555556</c:v>
                </c:pt>
                <c:pt idx="2878">
                  <c:v>0.13170370370370371</c:v>
                </c:pt>
                <c:pt idx="2879">
                  <c:v>0.13170370370370371</c:v>
                </c:pt>
                <c:pt idx="2880">
                  <c:v>0.13170370370370371</c:v>
                </c:pt>
                <c:pt idx="2881">
                  <c:v>0.13170370370370371</c:v>
                </c:pt>
                <c:pt idx="2882">
                  <c:v>0.13170370370370371</c:v>
                </c:pt>
                <c:pt idx="2883">
                  <c:v>0.13185185185185186</c:v>
                </c:pt>
                <c:pt idx="2884">
                  <c:v>0.13200000000000001</c:v>
                </c:pt>
                <c:pt idx="2885">
                  <c:v>0.13214814814814815</c:v>
                </c:pt>
                <c:pt idx="2886">
                  <c:v>0.13214814814814815</c:v>
                </c:pt>
                <c:pt idx="2887">
                  <c:v>0.13214814814814815</c:v>
                </c:pt>
                <c:pt idx="2888">
                  <c:v>0.13214814814814815</c:v>
                </c:pt>
                <c:pt idx="2889">
                  <c:v>0.13214814814814815</c:v>
                </c:pt>
                <c:pt idx="2890">
                  <c:v>0.13214814814814815</c:v>
                </c:pt>
                <c:pt idx="2891">
                  <c:v>0.1322962962962963</c:v>
                </c:pt>
                <c:pt idx="2892">
                  <c:v>0.1322962962962963</c:v>
                </c:pt>
                <c:pt idx="2893">
                  <c:v>0.1322962962962963</c:v>
                </c:pt>
                <c:pt idx="2894">
                  <c:v>0.1322962962962963</c:v>
                </c:pt>
                <c:pt idx="2895">
                  <c:v>0.1322962962962963</c:v>
                </c:pt>
                <c:pt idx="2896">
                  <c:v>0.1322962962962963</c:v>
                </c:pt>
                <c:pt idx="2897">
                  <c:v>0.13244444444444445</c:v>
                </c:pt>
                <c:pt idx="2898">
                  <c:v>0.1325925925925926</c:v>
                </c:pt>
                <c:pt idx="2899">
                  <c:v>0.13274074074074074</c:v>
                </c:pt>
                <c:pt idx="2900">
                  <c:v>0.13288888888888889</c:v>
                </c:pt>
                <c:pt idx="2901">
                  <c:v>0.13288888888888889</c:v>
                </c:pt>
                <c:pt idx="2902">
                  <c:v>0.13303703703703704</c:v>
                </c:pt>
                <c:pt idx="2903">
                  <c:v>0.13303703703703704</c:v>
                </c:pt>
                <c:pt idx="2904">
                  <c:v>0.13303703703703704</c:v>
                </c:pt>
                <c:pt idx="2905">
                  <c:v>0.13303703703703704</c:v>
                </c:pt>
                <c:pt idx="2906">
                  <c:v>0.13303703703703704</c:v>
                </c:pt>
                <c:pt idx="2907">
                  <c:v>0.13303703703703704</c:v>
                </c:pt>
                <c:pt idx="2908">
                  <c:v>0.13303703703703704</c:v>
                </c:pt>
                <c:pt idx="2909">
                  <c:v>0.13303703703703704</c:v>
                </c:pt>
                <c:pt idx="2910">
                  <c:v>0.13303703703703704</c:v>
                </c:pt>
                <c:pt idx="2911">
                  <c:v>0.13303703703703704</c:v>
                </c:pt>
                <c:pt idx="2912">
                  <c:v>0.13303703703703704</c:v>
                </c:pt>
                <c:pt idx="2913">
                  <c:v>0.13303703703703704</c:v>
                </c:pt>
                <c:pt idx="2914">
                  <c:v>0.13303703703703704</c:v>
                </c:pt>
                <c:pt idx="2915">
                  <c:v>0.13303703703703704</c:v>
                </c:pt>
                <c:pt idx="2916">
                  <c:v>0.13318518518518518</c:v>
                </c:pt>
                <c:pt idx="2917">
                  <c:v>0.13318518518518518</c:v>
                </c:pt>
                <c:pt idx="2918">
                  <c:v>0.13318518518518518</c:v>
                </c:pt>
                <c:pt idx="2919">
                  <c:v>0.13318518518518518</c:v>
                </c:pt>
                <c:pt idx="2920">
                  <c:v>0.13333333333333333</c:v>
                </c:pt>
                <c:pt idx="2921">
                  <c:v>0.13333333333333333</c:v>
                </c:pt>
                <c:pt idx="2922">
                  <c:v>0.13333333333333333</c:v>
                </c:pt>
                <c:pt idx="2923">
                  <c:v>0.13333333333333333</c:v>
                </c:pt>
                <c:pt idx="2924">
                  <c:v>0.13348148148148148</c:v>
                </c:pt>
                <c:pt idx="2925">
                  <c:v>0.13348148148148148</c:v>
                </c:pt>
                <c:pt idx="2926">
                  <c:v>0.13362962962962963</c:v>
                </c:pt>
                <c:pt idx="2927">
                  <c:v>0.13377777777777777</c:v>
                </c:pt>
                <c:pt idx="2928">
                  <c:v>0.13377777777777777</c:v>
                </c:pt>
                <c:pt idx="2929">
                  <c:v>0.13392592592592592</c:v>
                </c:pt>
                <c:pt idx="2930">
                  <c:v>0.13392592592592592</c:v>
                </c:pt>
                <c:pt idx="2931">
                  <c:v>0.13407407407407407</c:v>
                </c:pt>
                <c:pt idx="2932">
                  <c:v>0.13407407407407407</c:v>
                </c:pt>
                <c:pt idx="2933">
                  <c:v>0.13407407407407407</c:v>
                </c:pt>
                <c:pt idx="2934">
                  <c:v>0.13407407407407407</c:v>
                </c:pt>
                <c:pt idx="2935">
                  <c:v>0.13407407407407407</c:v>
                </c:pt>
                <c:pt idx="2936">
                  <c:v>0.13407407407407407</c:v>
                </c:pt>
                <c:pt idx="2937">
                  <c:v>0.13422222222222221</c:v>
                </c:pt>
                <c:pt idx="2938">
                  <c:v>0.13437037037037036</c:v>
                </c:pt>
                <c:pt idx="2939">
                  <c:v>0.13437037037037036</c:v>
                </c:pt>
                <c:pt idx="2940">
                  <c:v>0.13437037037037036</c:v>
                </c:pt>
                <c:pt idx="2941">
                  <c:v>0.13437037037037036</c:v>
                </c:pt>
                <c:pt idx="2942">
                  <c:v>0.13437037037037036</c:v>
                </c:pt>
                <c:pt idx="2943">
                  <c:v>0.13437037037037036</c:v>
                </c:pt>
                <c:pt idx="2944">
                  <c:v>0.13437037037037036</c:v>
                </c:pt>
                <c:pt idx="2945">
                  <c:v>0.13451851851851851</c:v>
                </c:pt>
                <c:pt idx="2946">
                  <c:v>0.13466666666666666</c:v>
                </c:pt>
                <c:pt idx="2947">
                  <c:v>0.13466666666666666</c:v>
                </c:pt>
                <c:pt idx="2948">
                  <c:v>0.13466666666666666</c:v>
                </c:pt>
                <c:pt idx="2949">
                  <c:v>0.13466666666666666</c:v>
                </c:pt>
                <c:pt idx="2950">
                  <c:v>0.13466666666666666</c:v>
                </c:pt>
                <c:pt idx="2951">
                  <c:v>0.13466666666666666</c:v>
                </c:pt>
                <c:pt idx="2952">
                  <c:v>0.1348148148148148</c:v>
                </c:pt>
                <c:pt idx="2953">
                  <c:v>0.13496296296296295</c:v>
                </c:pt>
                <c:pt idx="2954">
                  <c:v>0.13496296296296295</c:v>
                </c:pt>
                <c:pt idx="2955">
                  <c:v>0.13496296296296295</c:v>
                </c:pt>
                <c:pt idx="2956">
                  <c:v>0.13496296296296295</c:v>
                </c:pt>
                <c:pt idx="2957">
                  <c:v>0.1351111111111111</c:v>
                </c:pt>
                <c:pt idx="2958">
                  <c:v>0.1351111111111111</c:v>
                </c:pt>
                <c:pt idx="2959">
                  <c:v>0.1351111111111111</c:v>
                </c:pt>
                <c:pt idx="2960">
                  <c:v>0.1351111111111111</c:v>
                </c:pt>
                <c:pt idx="2961">
                  <c:v>0.13525925925925925</c:v>
                </c:pt>
                <c:pt idx="2962">
                  <c:v>0.13540740740740742</c:v>
                </c:pt>
                <c:pt idx="2963">
                  <c:v>0.13540740740740742</c:v>
                </c:pt>
                <c:pt idx="2964">
                  <c:v>0.13540740740740742</c:v>
                </c:pt>
                <c:pt idx="2965">
                  <c:v>0.13555555555555557</c:v>
                </c:pt>
                <c:pt idx="2966">
                  <c:v>0.13555555555555557</c:v>
                </c:pt>
                <c:pt idx="2967">
                  <c:v>0.13570370370370372</c:v>
                </c:pt>
                <c:pt idx="2968">
                  <c:v>0.13585185185185186</c:v>
                </c:pt>
                <c:pt idx="2969">
                  <c:v>0.13585185185185186</c:v>
                </c:pt>
                <c:pt idx="2970">
                  <c:v>0.13585185185185186</c:v>
                </c:pt>
                <c:pt idx="2971">
                  <c:v>0.13600000000000001</c:v>
                </c:pt>
                <c:pt idx="2972">
                  <c:v>0.13600000000000001</c:v>
                </c:pt>
                <c:pt idx="2973">
                  <c:v>0.13614814814814816</c:v>
                </c:pt>
                <c:pt idx="2974">
                  <c:v>0.13614814814814816</c:v>
                </c:pt>
                <c:pt idx="2975">
                  <c:v>0.13614814814814816</c:v>
                </c:pt>
                <c:pt idx="2976">
                  <c:v>0.13614814814814816</c:v>
                </c:pt>
                <c:pt idx="2977">
                  <c:v>0.13614814814814816</c:v>
                </c:pt>
                <c:pt idx="2978">
                  <c:v>0.13614814814814816</c:v>
                </c:pt>
                <c:pt idx="2979">
                  <c:v>0.13614814814814816</c:v>
                </c:pt>
                <c:pt idx="2980">
                  <c:v>0.1362962962962963</c:v>
                </c:pt>
                <c:pt idx="2981">
                  <c:v>0.13644444444444445</c:v>
                </c:pt>
                <c:pt idx="2982">
                  <c:v>0.13644444444444445</c:v>
                </c:pt>
                <c:pt idx="2983">
                  <c:v>0.13644444444444445</c:v>
                </c:pt>
                <c:pt idx="2984">
                  <c:v>0.13644444444444445</c:v>
                </c:pt>
                <c:pt idx="2985">
                  <c:v>0.1365925925925926</c:v>
                </c:pt>
                <c:pt idx="2986">
                  <c:v>0.1365925925925926</c:v>
                </c:pt>
                <c:pt idx="2987">
                  <c:v>0.1365925925925926</c:v>
                </c:pt>
                <c:pt idx="2988">
                  <c:v>0.13674074074074075</c:v>
                </c:pt>
                <c:pt idx="2989">
                  <c:v>0.13674074074074075</c:v>
                </c:pt>
                <c:pt idx="2990">
                  <c:v>0.13674074074074075</c:v>
                </c:pt>
                <c:pt idx="2991">
                  <c:v>0.13674074074074075</c:v>
                </c:pt>
                <c:pt idx="2992">
                  <c:v>0.13674074074074075</c:v>
                </c:pt>
                <c:pt idx="2993">
                  <c:v>0.13688888888888889</c:v>
                </c:pt>
                <c:pt idx="2994">
                  <c:v>0.13688888888888889</c:v>
                </c:pt>
                <c:pt idx="2995">
                  <c:v>0.13688888888888889</c:v>
                </c:pt>
                <c:pt idx="2996">
                  <c:v>0.13688888888888889</c:v>
                </c:pt>
                <c:pt idx="2997">
                  <c:v>0.13703703703703704</c:v>
                </c:pt>
                <c:pt idx="2998">
                  <c:v>0.13703703703703704</c:v>
                </c:pt>
                <c:pt idx="2999">
                  <c:v>0.13703703703703704</c:v>
                </c:pt>
                <c:pt idx="3000">
                  <c:v>0.13703703703703704</c:v>
                </c:pt>
                <c:pt idx="3001">
                  <c:v>0.13718518518518519</c:v>
                </c:pt>
                <c:pt idx="3002">
                  <c:v>0.13718518518518519</c:v>
                </c:pt>
                <c:pt idx="3003">
                  <c:v>0.13733333333333334</c:v>
                </c:pt>
                <c:pt idx="3004">
                  <c:v>0.13733333333333334</c:v>
                </c:pt>
                <c:pt idx="3005">
                  <c:v>0.13733333333333334</c:v>
                </c:pt>
                <c:pt idx="3006">
                  <c:v>0.13733333333333334</c:v>
                </c:pt>
                <c:pt idx="3007">
                  <c:v>0.13733333333333334</c:v>
                </c:pt>
                <c:pt idx="3008">
                  <c:v>0.13733333333333334</c:v>
                </c:pt>
                <c:pt idx="3009">
                  <c:v>0.13733333333333334</c:v>
                </c:pt>
                <c:pt idx="3010">
                  <c:v>0.13748148148148148</c:v>
                </c:pt>
                <c:pt idx="3011">
                  <c:v>0.13762962962962963</c:v>
                </c:pt>
                <c:pt idx="3012">
                  <c:v>0.13762962962962963</c:v>
                </c:pt>
                <c:pt idx="3013">
                  <c:v>0.13762962962962963</c:v>
                </c:pt>
                <c:pt idx="3014">
                  <c:v>0.13762962962962963</c:v>
                </c:pt>
                <c:pt idx="3015">
                  <c:v>0.13762962962962963</c:v>
                </c:pt>
                <c:pt idx="3016">
                  <c:v>0.13762962962962963</c:v>
                </c:pt>
                <c:pt idx="3017">
                  <c:v>0.13777777777777778</c:v>
                </c:pt>
                <c:pt idx="3018">
                  <c:v>0.13777777777777778</c:v>
                </c:pt>
                <c:pt idx="3019">
                  <c:v>0.13792592592592592</c:v>
                </c:pt>
                <c:pt idx="3020">
                  <c:v>0.13792592592592592</c:v>
                </c:pt>
                <c:pt idx="3021">
                  <c:v>0.13792592592592592</c:v>
                </c:pt>
                <c:pt idx="3022">
                  <c:v>0.13792592592592592</c:v>
                </c:pt>
                <c:pt idx="3023">
                  <c:v>0.13792592592592592</c:v>
                </c:pt>
                <c:pt idx="3024">
                  <c:v>0.13792592592592592</c:v>
                </c:pt>
                <c:pt idx="3025">
                  <c:v>0.13792592592592592</c:v>
                </c:pt>
                <c:pt idx="3026">
                  <c:v>0.13807407407407407</c:v>
                </c:pt>
                <c:pt idx="3027">
                  <c:v>0.13822222222222222</c:v>
                </c:pt>
                <c:pt idx="3028">
                  <c:v>0.13837037037037037</c:v>
                </c:pt>
                <c:pt idx="3029">
                  <c:v>0.13837037037037037</c:v>
                </c:pt>
                <c:pt idx="3030">
                  <c:v>0.13837037037037037</c:v>
                </c:pt>
                <c:pt idx="3031">
                  <c:v>0.13837037037037037</c:v>
                </c:pt>
                <c:pt idx="3032">
                  <c:v>0.13837037037037037</c:v>
                </c:pt>
                <c:pt idx="3033">
                  <c:v>0.13837037037037037</c:v>
                </c:pt>
                <c:pt idx="3034">
                  <c:v>0.13837037037037037</c:v>
                </c:pt>
                <c:pt idx="3035">
                  <c:v>0.13837037037037037</c:v>
                </c:pt>
                <c:pt idx="3036">
                  <c:v>0.13851851851851851</c:v>
                </c:pt>
                <c:pt idx="3037">
                  <c:v>0.13851851851851851</c:v>
                </c:pt>
                <c:pt idx="3038">
                  <c:v>0.13866666666666666</c:v>
                </c:pt>
                <c:pt idx="3039">
                  <c:v>0.13866666666666666</c:v>
                </c:pt>
                <c:pt idx="3040">
                  <c:v>0.13881481481481481</c:v>
                </c:pt>
                <c:pt idx="3041">
                  <c:v>0.13881481481481481</c:v>
                </c:pt>
                <c:pt idx="3042">
                  <c:v>0.13881481481481481</c:v>
                </c:pt>
                <c:pt idx="3043">
                  <c:v>0.13881481481481481</c:v>
                </c:pt>
                <c:pt idx="3044">
                  <c:v>0.13896296296296295</c:v>
                </c:pt>
                <c:pt idx="3045">
                  <c:v>0.13896296296296295</c:v>
                </c:pt>
                <c:pt idx="3046">
                  <c:v>0.13896296296296295</c:v>
                </c:pt>
                <c:pt idx="3047">
                  <c:v>0.1391111111111111</c:v>
                </c:pt>
                <c:pt idx="3048">
                  <c:v>0.1391111111111111</c:v>
                </c:pt>
                <c:pt idx="3049">
                  <c:v>0.13925925925925925</c:v>
                </c:pt>
                <c:pt idx="3050">
                  <c:v>0.13925925925925925</c:v>
                </c:pt>
                <c:pt idx="3051">
                  <c:v>0.1394074074074074</c:v>
                </c:pt>
                <c:pt idx="3052">
                  <c:v>0.1394074074074074</c:v>
                </c:pt>
                <c:pt idx="3053">
                  <c:v>0.1394074074074074</c:v>
                </c:pt>
                <c:pt idx="3054">
                  <c:v>0.1394074074074074</c:v>
                </c:pt>
                <c:pt idx="3055">
                  <c:v>0.13955555555555554</c:v>
                </c:pt>
                <c:pt idx="3056">
                  <c:v>0.13970370370370369</c:v>
                </c:pt>
                <c:pt idx="3057">
                  <c:v>0.13970370370370369</c:v>
                </c:pt>
                <c:pt idx="3058">
                  <c:v>0.13970370370370369</c:v>
                </c:pt>
                <c:pt idx="3059">
                  <c:v>0.13985185185185184</c:v>
                </c:pt>
                <c:pt idx="3060">
                  <c:v>0.13985185185185184</c:v>
                </c:pt>
                <c:pt idx="3061">
                  <c:v>0.13985185185185184</c:v>
                </c:pt>
                <c:pt idx="3062">
                  <c:v>0.13985185185185184</c:v>
                </c:pt>
                <c:pt idx="3063">
                  <c:v>0.14000000000000001</c:v>
                </c:pt>
                <c:pt idx="3064">
                  <c:v>0.14000000000000001</c:v>
                </c:pt>
                <c:pt idx="3065">
                  <c:v>0.14000000000000001</c:v>
                </c:pt>
                <c:pt idx="3066">
                  <c:v>0.14014814814814816</c:v>
                </c:pt>
                <c:pt idx="3067">
                  <c:v>0.14029629629629631</c:v>
                </c:pt>
                <c:pt idx="3068">
                  <c:v>0.14044444444444446</c:v>
                </c:pt>
                <c:pt idx="3069">
                  <c:v>0.14044444444444446</c:v>
                </c:pt>
                <c:pt idx="3070">
                  <c:v>0.14044444444444446</c:v>
                </c:pt>
                <c:pt idx="3071">
                  <c:v>0.14044444444444446</c:v>
                </c:pt>
                <c:pt idx="3072">
                  <c:v>0.14044444444444446</c:v>
                </c:pt>
                <c:pt idx="3073">
                  <c:v>0.1405925925925926</c:v>
                </c:pt>
                <c:pt idx="3074">
                  <c:v>0.1405925925925926</c:v>
                </c:pt>
                <c:pt idx="3075">
                  <c:v>0.1405925925925926</c:v>
                </c:pt>
                <c:pt idx="3076">
                  <c:v>0.1405925925925926</c:v>
                </c:pt>
                <c:pt idx="3077">
                  <c:v>0.1405925925925926</c:v>
                </c:pt>
                <c:pt idx="3078">
                  <c:v>0.1405925925925926</c:v>
                </c:pt>
                <c:pt idx="3079">
                  <c:v>0.1405925925925926</c:v>
                </c:pt>
                <c:pt idx="3080">
                  <c:v>0.1405925925925926</c:v>
                </c:pt>
                <c:pt idx="3081">
                  <c:v>0.14074074074074075</c:v>
                </c:pt>
                <c:pt idx="3082">
                  <c:v>0.1408888888888889</c:v>
                </c:pt>
                <c:pt idx="3083">
                  <c:v>0.1408888888888889</c:v>
                </c:pt>
                <c:pt idx="3084">
                  <c:v>0.1408888888888889</c:v>
                </c:pt>
                <c:pt idx="3085">
                  <c:v>0.1408888888888889</c:v>
                </c:pt>
                <c:pt idx="3086">
                  <c:v>0.1408888888888889</c:v>
                </c:pt>
                <c:pt idx="3087">
                  <c:v>0.14103703703703704</c:v>
                </c:pt>
                <c:pt idx="3088">
                  <c:v>0.14103703703703704</c:v>
                </c:pt>
                <c:pt idx="3089">
                  <c:v>0.14103703703703704</c:v>
                </c:pt>
                <c:pt idx="3090">
                  <c:v>0.14118518518518519</c:v>
                </c:pt>
                <c:pt idx="3091">
                  <c:v>0.14118518518518519</c:v>
                </c:pt>
                <c:pt idx="3092">
                  <c:v>0.14133333333333334</c:v>
                </c:pt>
                <c:pt idx="3093">
                  <c:v>0.14133333333333334</c:v>
                </c:pt>
                <c:pt idx="3094">
                  <c:v>0.14133333333333334</c:v>
                </c:pt>
                <c:pt idx="3095">
                  <c:v>0.14133333333333334</c:v>
                </c:pt>
                <c:pt idx="3096">
                  <c:v>0.14133333333333334</c:v>
                </c:pt>
                <c:pt idx="3097">
                  <c:v>0.14148148148148149</c:v>
                </c:pt>
                <c:pt idx="3098">
                  <c:v>0.14148148148148149</c:v>
                </c:pt>
                <c:pt idx="3099">
                  <c:v>0.14148148148148149</c:v>
                </c:pt>
                <c:pt idx="3100">
                  <c:v>0.14148148148148149</c:v>
                </c:pt>
                <c:pt idx="3101">
                  <c:v>0.14148148148148149</c:v>
                </c:pt>
                <c:pt idx="3102">
                  <c:v>0.14148148148148149</c:v>
                </c:pt>
                <c:pt idx="3103">
                  <c:v>0.14162962962962963</c:v>
                </c:pt>
                <c:pt idx="3104">
                  <c:v>0.14162962962962963</c:v>
                </c:pt>
                <c:pt idx="3105">
                  <c:v>0.14162962962962963</c:v>
                </c:pt>
                <c:pt idx="3106">
                  <c:v>0.14177777777777778</c:v>
                </c:pt>
                <c:pt idx="3107">
                  <c:v>0.14192592592592593</c:v>
                </c:pt>
                <c:pt idx="3108">
                  <c:v>0.14192592592592593</c:v>
                </c:pt>
                <c:pt idx="3109">
                  <c:v>0.14207407407407407</c:v>
                </c:pt>
                <c:pt idx="3110">
                  <c:v>0.14207407407407407</c:v>
                </c:pt>
                <c:pt idx="3111">
                  <c:v>0.14222222222222222</c:v>
                </c:pt>
                <c:pt idx="3112">
                  <c:v>0.14222222222222222</c:v>
                </c:pt>
                <c:pt idx="3113">
                  <c:v>0.14222222222222222</c:v>
                </c:pt>
                <c:pt idx="3114">
                  <c:v>0.14237037037037037</c:v>
                </c:pt>
                <c:pt idx="3115">
                  <c:v>0.14237037037037037</c:v>
                </c:pt>
                <c:pt idx="3116">
                  <c:v>0.14251851851851852</c:v>
                </c:pt>
                <c:pt idx="3117">
                  <c:v>0.14251851851851852</c:v>
                </c:pt>
                <c:pt idx="3118">
                  <c:v>0.14266666666666666</c:v>
                </c:pt>
                <c:pt idx="3119">
                  <c:v>0.14266666666666666</c:v>
                </c:pt>
                <c:pt idx="3120">
                  <c:v>0.14266666666666666</c:v>
                </c:pt>
                <c:pt idx="3121">
                  <c:v>0.14266666666666666</c:v>
                </c:pt>
                <c:pt idx="3122">
                  <c:v>0.14281481481481481</c:v>
                </c:pt>
                <c:pt idx="3123">
                  <c:v>0.14281481481481481</c:v>
                </c:pt>
                <c:pt idx="3124">
                  <c:v>0.14296296296296296</c:v>
                </c:pt>
                <c:pt idx="3125">
                  <c:v>0.14311111111111111</c:v>
                </c:pt>
                <c:pt idx="3126">
                  <c:v>0.14325925925925925</c:v>
                </c:pt>
                <c:pt idx="3127">
                  <c:v>0.14325925925925925</c:v>
                </c:pt>
                <c:pt idx="3128">
                  <c:v>0.1434074074074074</c:v>
                </c:pt>
                <c:pt idx="3129">
                  <c:v>0.1434074074074074</c:v>
                </c:pt>
                <c:pt idx="3130">
                  <c:v>0.14355555555555555</c:v>
                </c:pt>
                <c:pt idx="3131">
                  <c:v>0.14355555555555555</c:v>
                </c:pt>
                <c:pt idx="3132">
                  <c:v>0.14355555555555555</c:v>
                </c:pt>
                <c:pt idx="3133">
                  <c:v>0.14370370370370369</c:v>
                </c:pt>
                <c:pt idx="3134">
                  <c:v>0.14370370370370369</c:v>
                </c:pt>
                <c:pt idx="3135">
                  <c:v>0.14370370370370369</c:v>
                </c:pt>
                <c:pt idx="3136">
                  <c:v>0.14385185185185184</c:v>
                </c:pt>
                <c:pt idx="3137">
                  <c:v>0.14385185185185184</c:v>
                </c:pt>
                <c:pt idx="3138">
                  <c:v>0.14385185185185184</c:v>
                </c:pt>
                <c:pt idx="3139">
                  <c:v>0.14385185185185184</c:v>
                </c:pt>
                <c:pt idx="3140">
                  <c:v>0.14385185185185184</c:v>
                </c:pt>
                <c:pt idx="3141">
                  <c:v>0.14385185185185184</c:v>
                </c:pt>
                <c:pt idx="3142">
                  <c:v>0.14385185185185184</c:v>
                </c:pt>
                <c:pt idx="3143">
                  <c:v>0.14399999999999999</c:v>
                </c:pt>
                <c:pt idx="3144">
                  <c:v>0.14399999999999999</c:v>
                </c:pt>
                <c:pt idx="3145">
                  <c:v>0.14414814814814814</c:v>
                </c:pt>
                <c:pt idx="3146">
                  <c:v>0.14429629629629628</c:v>
                </c:pt>
                <c:pt idx="3147">
                  <c:v>0.14429629629629628</c:v>
                </c:pt>
                <c:pt idx="3148">
                  <c:v>0.14429629629629628</c:v>
                </c:pt>
                <c:pt idx="3149">
                  <c:v>0.14429629629629628</c:v>
                </c:pt>
                <c:pt idx="3150">
                  <c:v>0.14429629629629628</c:v>
                </c:pt>
                <c:pt idx="3151">
                  <c:v>0.14429629629629628</c:v>
                </c:pt>
                <c:pt idx="3152">
                  <c:v>0.14429629629629628</c:v>
                </c:pt>
                <c:pt idx="3153">
                  <c:v>0.14444444444444443</c:v>
                </c:pt>
                <c:pt idx="3154">
                  <c:v>0.14444444444444443</c:v>
                </c:pt>
                <c:pt idx="3155">
                  <c:v>0.14444444444444443</c:v>
                </c:pt>
                <c:pt idx="3156">
                  <c:v>0.14444444444444443</c:v>
                </c:pt>
                <c:pt idx="3157">
                  <c:v>0.14444444444444443</c:v>
                </c:pt>
                <c:pt idx="3158">
                  <c:v>0.14459259259259261</c:v>
                </c:pt>
                <c:pt idx="3159">
                  <c:v>0.14459259259259261</c:v>
                </c:pt>
                <c:pt idx="3160">
                  <c:v>0.14459259259259261</c:v>
                </c:pt>
                <c:pt idx="3161">
                  <c:v>0.14459259259259261</c:v>
                </c:pt>
                <c:pt idx="3162">
                  <c:v>0.14459259259259261</c:v>
                </c:pt>
                <c:pt idx="3163">
                  <c:v>0.14459259259259261</c:v>
                </c:pt>
                <c:pt idx="3164">
                  <c:v>0.14459259259259261</c:v>
                </c:pt>
                <c:pt idx="3165">
                  <c:v>0.14459259259259261</c:v>
                </c:pt>
                <c:pt idx="3166">
                  <c:v>0.14459259259259261</c:v>
                </c:pt>
                <c:pt idx="3167">
                  <c:v>0.14459259259259261</c:v>
                </c:pt>
                <c:pt idx="3168">
                  <c:v>0.14459259259259261</c:v>
                </c:pt>
                <c:pt idx="3169">
                  <c:v>0.14474074074074075</c:v>
                </c:pt>
                <c:pt idx="3170">
                  <c:v>0.14474074074074075</c:v>
                </c:pt>
                <c:pt idx="3171">
                  <c:v>0.14474074074074075</c:v>
                </c:pt>
                <c:pt idx="3172">
                  <c:v>0.14474074074074075</c:v>
                </c:pt>
                <c:pt idx="3173">
                  <c:v>0.14474074074074075</c:v>
                </c:pt>
                <c:pt idx="3174">
                  <c:v>0.14474074074074075</c:v>
                </c:pt>
                <c:pt idx="3175">
                  <c:v>0.14474074074074075</c:v>
                </c:pt>
                <c:pt idx="3176">
                  <c:v>0.14474074074074075</c:v>
                </c:pt>
                <c:pt idx="3177">
                  <c:v>0.14474074074074075</c:v>
                </c:pt>
                <c:pt idx="3178">
                  <c:v>0.1448888888888889</c:v>
                </c:pt>
                <c:pt idx="3179">
                  <c:v>0.1448888888888889</c:v>
                </c:pt>
                <c:pt idx="3180">
                  <c:v>0.1448888888888889</c:v>
                </c:pt>
                <c:pt idx="3181">
                  <c:v>0.1448888888888889</c:v>
                </c:pt>
                <c:pt idx="3182">
                  <c:v>0.14503703703703705</c:v>
                </c:pt>
                <c:pt idx="3183">
                  <c:v>0.14503703703703705</c:v>
                </c:pt>
                <c:pt idx="3184">
                  <c:v>0.14503703703703705</c:v>
                </c:pt>
                <c:pt idx="3185">
                  <c:v>0.14518518518518519</c:v>
                </c:pt>
                <c:pt idx="3186">
                  <c:v>0.14518518518518519</c:v>
                </c:pt>
                <c:pt idx="3187">
                  <c:v>0.14533333333333334</c:v>
                </c:pt>
                <c:pt idx="3188">
                  <c:v>0.14533333333333334</c:v>
                </c:pt>
                <c:pt idx="3189">
                  <c:v>0.14533333333333334</c:v>
                </c:pt>
                <c:pt idx="3190">
                  <c:v>0.14548148148148149</c:v>
                </c:pt>
                <c:pt idx="3191">
                  <c:v>0.14548148148148149</c:v>
                </c:pt>
                <c:pt idx="3192">
                  <c:v>0.14548148148148149</c:v>
                </c:pt>
                <c:pt idx="3193">
                  <c:v>0.14548148148148149</c:v>
                </c:pt>
                <c:pt idx="3194">
                  <c:v>0.14562962962962964</c:v>
                </c:pt>
                <c:pt idx="3195">
                  <c:v>0.14562962962962964</c:v>
                </c:pt>
                <c:pt idx="3196">
                  <c:v>0.14562962962962964</c:v>
                </c:pt>
                <c:pt idx="3197">
                  <c:v>0.14562962962962964</c:v>
                </c:pt>
                <c:pt idx="3198">
                  <c:v>0.14577777777777778</c:v>
                </c:pt>
                <c:pt idx="3199">
                  <c:v>0.14592592592592593</c:v>
                </c:pt>
                <c:pt idx="3200">
                  <c:v>0.14592592592592593</c:v>
                </c:pt>
                <c:pt idx="3201">
                  <c:v>0.14592592592592593</c:v>
                </c:pt>
                <c:pt idx="3202">
                  <c:v>0.14592592592592593</c:v>
                </c:pt>
                <c:pt idx="3203">
                  <c:v>0.14607407407407408</c:v>
                </c:pt>
                <c:pt idx="3204">
                  <c:v>0.14622222222222223</c:v>
                </c:pt>
                <c:pt idx="3205">
                  <c:v>0.14622222222222223</c:v>
                </c:pt>
                <c:pt idx="3206">
                  <c:v>0.14622222222222223</c:v>
                </c:pt>
                <c:pt idx="3207">
                  <c:v>0.14622222222222223</c:v>
                </c:pt>
                <c:pt idx="3208">
                  <c:v>0.14622222222222223</c:v>
                </c:pt>
                <c:pt idx="3209">
                  <c:v>0.14637037037037037</c:v>
                </c:pt>
                <c:pt idx="3210">
                  <c:v>0.14651851851851852</c:v>
                </c:pt>
                <c:pt idx="3211">
                  <c:v>0.14651851851851852</c:v>
                </c:pt>
                <c:pt idx="3212">
                  <c:v>0.14666666666666667</c:v>
                </c:pt>
                <c:pt idx="3213">
                  <c:v>0.14666666666666667</c:v>
                </c:pt>
                <c:pt idx="3214">
                  <c:v>0.14681481481481481</c:v>
                </c:pt>
                <c:pt idx="3215">
                  <c:v>0.14681481481481481</c:v>
                </c:pt>
                <c:pt idx="3216">
                  <c:v>0.14681481481481481</c:v>
                </c:pt>
                <c:pt idx="3217">
                  <c:v>0.14696296296296296</c:v>
                </c:pt>
                <c:pt idx="3218">
                  <c:v>0.14696296296296296</c:v>
                </c:pt>
                <c:pt idx="3219">
                  <c:v>0.14711111111111111</c:v>
                </c:pt>
                <c:pt idx="3220">
                  <c:v>0.14711111111111111</c:v>
                </c:pt>
                <c:pt idx="3221">
                  <c:v>0.14711111111111111</c:v>
                </c:pt>
                <c:pt idx="3222">
                  <c:v>0.14711111111111111</c:v>
                </c:pt>
                <c:pt idx="3223">
                  <c:v>0.14711111111111111</c:v>
                </c:pt>
                <c:pt idx="3224">
                  <c:v>0.14711111111111111</c:v>
                </c:pt>
                <c:pt idx="3225">
                  <c:v>0.14725925925925926</c:v>
                </c:pt>
                <c:pt idx="3226">
                  <c:v>0.14725925925925926</c:v>
                </c:pt>
                <c:pt idx="3227">
                  <c:v>0.14725925925925926</c:v>
                </c:pt>
                <c:pt idx="3228">
                  <c:v>0.14725925925925926</c:v>
                </c:pt>
                <c:pt idx="3229">
                  <c:v>0.1474074074074074</c:v>
                </c:pt>
                <c:pt idx="3230">
                  <c:v>0.14755555555555555</c:v>
                </c:pt>
                <c:pt idx="3231">
                  <c:v>0.1477037037037037</c:v>
                </c:pt>
                <c:pt idx="3232">
                  <c:v>0.1477037037037037</c:v>
                </c:pt>
                <c:pt idx="3233">
                  <c:v>0.1477037037037037</c:v>
                </c:pt>
                <c:pt idx="3234">
                  <c:v>0.1477037037037037</c:v>
                </c:pt>
                <c:pt idx="3235">
                  <c:v>0.14785185185185185</c:v>
                </c:pt>
                <c:pt idx="3236">
                  <c:v>0.14785185185185185</c:v>
                </c:pt>
                <c:pt idx="3237">
                  <c:v>0.14799999999999999</c:v>
                </c:pt>
                <c:pt idx="3238">
                  <c:v>0.14799999999999999</c:v>
                </c:pt>
                <c:pt idx="3239">
                  <c:v>0.14799999999999999</c:v>
                </c:pt>
                <c:pt idx="3240">
                  <c:v>0.14799999999999999</c:v>
                </c:pt>
                <c:pt idx="3241">
                  <c:v>0.14799999999999999</c:v>
                </c:pt>
                <c:pt idx="3242">
                  <c:v>0.14799999999999999</c:v>
                </c:pt>
                <c:pt idx="3243">
                  <c:v>0.14814814814814814</c:v>
                </c:pt>
                <c:pt idx="3244">
                  <c:v>0.14814814814814814</c:v>
                </c:pt>
                <c:pt idx="3245">
                  <c:v>0.14814814814814814</c:v>
                </c:pt>
                <c:pt idx="3246">
                  <c:v>0.14814814814814814</c:v>
                </c:pt>
                <c:pt idx="3247">
                  <c:v>0.14829629629629629</c:v>
                </c:pt>
                <c:pt idx="3248">
                  <c:v>0.14829629629629629</c:v>
                </c:pt>
                <c:pt idx="3249">
                  <c:v>0.14829629629629629</c:v>
                </c:pt>
                <c:pt idx="3250">
                  <c:v>0.14844444444444443</c:v>
                </c:pt>
                <c:pt idx="3251">
                  <c:v>0.14844444444444443</c:v>
                </c:pt>
                <c:pt idx="3252">
                  <c:v>0.14844444444444443</c:v>
                </c:pt>
                <c:pt idx="3253">
                  <c:v>0.14844444444444443</c:v>
                </c:pt>
                <c:pt idx="3254">
                  <c:v>0.14859259259259258</c:v>
                </c:pt>
                <c:pt idx="3255">
                  <c:v>0.14859259259259258</c:v>
                </c:pt>
                <c:pt idx="3256">
                  <c:v>0.14859259259259258</c:v>
                </c:pt>
                <c:pt idx="3257">
                  <c:v>0.14859259259259258</c:v>
                </c:pt>
                <c:pt idx="3258">
                  <c:v>0.14859259259259258</c:v>
                </c:pt>
                <c:pt idx="3259">
                  <c:v>0.14859259259259258</c:v>
                </c:pt>
                <c:pt idx="3260">
                  <c:v>0.14874074074074073</c:v>
                </c:pt>
                <c:pt idx="3261">
                  <c:v>0.14888888888888888</c:v>
                </c:pt>
                <c:pt idx="3262">
                  <c:v>0.14903703703703702</c:v>
                </c:pt>
                <c:pt idx="3263">
                  <c:v>0.1491851851851852</c:v>
                </c:pt>
                <c:pt idx="3264">
                  <c:v>0.1491851851851852</c:v>
                </c:pt>
                <c:pt idx="3265">
                  <c:v>0.1491851851851852</c:v>
                </c:pt>
                <c:pt idx="3266">
                  <c:v>0.1491851851851852</c:v>
                </c:pt>
                <c:pt idx="3267">
                  <c:v>0.14933333333333335</c:v>
                </c:pt>
                <c:pt idx="3268">
                  <c:v>0.14933333333333335</c:v>
                </c:pt>
                <c:pt idx="3269">
                  <c:v>0.14933333333333335</c:v>
                </c:pt>
                <c:pt idx="3270">
                  <c:v>0.14948148148148149</c:v>
                </c:pt>
                <c:pt idx="3271">
                  <c:v>0.14948148148148149</c:v>
                </c:pt>
                <c:pt idx="3272">
                  <c:v>0.14948148148148149</c:v>
                </c:pt>
                <c:pt idx="3273">
                  <c:v>0.14948148148148149</c:v>
                </c:pt>
                <c:pt idx="3274">
                  <c:v>0.14948148148148149</c:v>
                </c:pt>
                <c:pt idx="3275">
                  <c:v>0.14962962962962964</c:v>
                </c:pt>
                <c:pt idx="3276">
                  <c:v>0.14962962962962964</c:v>
                </c:pt>
                <c:pt idx="3277">
                  <c:v>0.14962962962962964</c:v>
                </c:pt>
                <c:pt idx="3278">
                  <c:v>0.14962962962962964</c:v>
                </c:pt>
                <c:pt idx="3279">
                  <c:v>0.14962962962962964</c:v>
                </c:pt>
                <c:pt idx="3280">
                  <c:v>0.14962962962962964</c:v>
                </c:pt>
                <c:pt idx="3281">
                  <c:v>0.14962962962962964</c:v>
                </c:pt>
                <c:pt idx="3282">
                  <c:v>0.14962962962962964</c:v>
                </c:pt>
                <c:pt idx="3283">
                  <c:v>0.14962962962962964</c:v>
                </c:pt>
                <c:pt idx="3284">
                  <c:v>0.14977777777777779</c:v>
                </c:pt>
                <c:pt idx="3285">
                  <c:v>0.14977777777777779</c:v>
                </c:pt>
                <c:pt idx="3286">
                  <c:v>0.14977777777777779</c:v>
                </c:pt>
                <c:pt idx="3287">
                  <c:v>0.14977777777777779</c:v>
                </c:pt>
                <c:pt idx="3288">
                  <c:v>0.14992592592592593</c:v>
                </c:pt>
                <c:pt idx="3289">
                  <c:v>0.15007407407407408</c:v>
                </c:pt>
                <c:pt idx="3290">
                  <c:v>0.15007407407407408</c:v>
                </c:pt>
                <c:pt idx="3291">
                  <c:v>0.15022222222222223</c:v>
                </c:pt>
                <c:pt idx="3292">
                  <c:v>0.15022222222222223</c:v>
                </c:pt>
                <c:pt idx="3293">
                  <c:v>0.15022222222222223</c:v>
                </c:pt>
                <c:pt idx="3294">
                  <c:v>0.15022222222222223</c:v>
                </c:pt>
                <c:pt idx="3295">
                  <c:v>0.15037037037037038</c:v>
                </c:pt>
                <c:pt idx="3296">
                  <c:v>0.15037037037037038</c:v>
                </c:pt>
                <c:pt idx="3297">
                  <c:v>0.15037037037037038</c:v>
                </c:pt>
                <c:pt idx="3298">
                  <c:v>0.15051851851851852</c:v>
                </c:pt>
                <c:pt idx="3299">
                  <c:v>0.15051851851851852</c:v>
                </c:pt>
                <c:pt idx="3300">
                  <c:v>0.15066666666666667</c:v>
                </c:pt>
                <c:pt idx="3301">
                  <c:v>0.15081481481481482</c:v>
                </c:pt>
                <c:pt idx="3302">
                  <c:v>0.15081481481481482</c:v>
                </c:pt>
                <c:pt idx="3303">
                  <c:v>0.15081481481481482</c:v>
                </c:pt>
                <c:pt idx="3304">
                  <c:v>0.15096296296296297</c:v>
                </c:pt>
                <c:pt idx="3305">
                  <c:v>0.15111111111111111</c:v>
                </c:pt>
                <c:pt idx="3306">
                  <c:v>0.15125925925925926</c:v>
                </c:pt>
                <c:pt idx="3307">
                  <c:v>0.15125925925925926</c:v>
                </c:pt>
                <c:pt idx="3308">
                  <c:v>0.15125925925925926</c:v>
                </c:pt>
                <c:pt idx="3309">
                  <c:v>0.15125925925925926</c:v>
                </c:pt>
                <c:pt idx="3310">
                  <c:v>0.15125925925925926</c:v>
                </c:pt>
                <c:pt idx="3311">
                  <c:v>0.15125925925925926</c:v>
                </c:pt>
                <c:pt idx="3312">
                  <c:v>0.15140740740740741</c:v>
                </c:pt>
                <c:pt idx="3313">
                  <c:v>0.15140740740740741</c:v>
                </c:pt>
                <c:pt idx="3314">
                  <c:v>0.15155555555555555</c:v>
                </c:pt>
                <c:pt idx="3315">
                  <c:v>0.1517037037037037</c:v>
                </c:pt>
                <c:pt idx="3316">
                  <c:v>0.1517037037037037</c:v>
                </c:pt>
                <c:pt idx="3317">
                  <c:v>0.1517037037037037</c:v>
                </c:pt>
                <c:pt idx="3318">
                  <c:v>0.1517037037037037</c:v>
                </c:pt>
                <c:pt idx="3319">
                  <c:v>0.1517037037037037</c:v>
                </c:pt>
                <c:pt idx="3320">
                  <c:v>0.1517037037037037</c:v>
                </c:pt>
                <c:pt idx="3321">
                  <c:v>0.1517037037037037</c:v>
                </c:pt>
                <c:pt idx="3322">
                  <c:v>0.1517037037037037</c:v>
                </c:pt>
                <c:pt idx="3323">
                  <c:v>0.1517037037037037</c:v>
                </c:pt>
                <c:pt idx="3324">
                  <c:v>0.1517037037037037</c:v>
                </c:pt>
                <c:pt idx="3325">
                  <c:v>0.1517037037037037</c:v>
                </c:pt>
                <c:pt idx="3326">
                  <c:v>0.15185185185185185</c:v>
                </c:pt>
                <c:pt idx="3327">
                  <c:v>0.152</c:v>
                </c:pt>
                <c:pt idx="3328">
                  <c:v>0.15214814814814814</c:v>
                </c:pt>
                <c:pt idx="3329">
                  <c:v>0.15214814814814814</c:v>
                </c:pt>
                <c:pt idx="3330">
                  <c:v>0.15214814814814814</c:v>
                </c:pt>
                <c:pt idx="3331">
                  <c:v>0.15214814814814814</c:v>
                </c:pt>
                <c:pt idx="3332">
                  <c:v>0.15229629629629629</c:v>
                </c:pt>
                <c:pt idx="3333">
                  <c:v>0.15244444444444444</c:v>
                </c:pt>
                <c:pt idx="3334">
                  <c:v>0.15244444444444444</c:v>
                </c:pt>
                <c:pt idx="3335">
                  <c:v>0.15244444444444444</c:v>
                </c:pt>
                <c:pt idx="3336">
                  <c:v>0.15259259259259259</c:v>
                </c:pt>
                <c:pt idx="3337">
                  <c:v>0.15259259259259259</c:v>
                </c:pt>
                <c:pt idx="3338">
                  <c:v>0.15259259259259259</c:v>
                </c:pt>
                <c:pt idx="3339">
                  <c:v>0.15274074074074073</c:v>
                </c:pt>
                <c:pt idx="3340">
                  <c:v>0.15274074074074073</c:v>
                </c:pt>
                <c:pt idx="3341">
                  <c:v>0.15288888888888888</c:v>
                </c:pt>
                <c:pt idx="3342">
                  <c:v>0.15288888888888888</c:v>
                </c:pt>
                <c:pt idx="3343">
                  <c:v>0.15288888888888888</c:v>
                </c:pt>
                <c:pt idx="3344">
                  <c:v>0.15288888888888888</c:v>
                </c:pt>
                <c:pt idx="3345">
                  <c:v>0.15303703703703703</c:v>
                </c:pt>
                <c:pt idx="3346">
                  <c:v>0.15303703703703703</c:v>
                </c:pt>
                <c:pt idx="3347">
                  <c:v>0.15303703703703703</c:v>
                </c:pt>
                <c:pt idx="3348">
                  <c:v>0.15303703703703703</c:v>
                </c:pt>
                <c:pt idx="3349">
                  <c:v>0.15318518518518517</c:v>
                </c:pt>
                <c:pt idx="3350">
                  <c:v>0.15318518518518517</c:v>
                </c:pt>
                <c:pt idx="3351">
                  <c:v>0.15333333333333332</c:v>
                </c:pt>
                <c:pt idx="3352">
                  <c:v>0.15348148148148147</c:v>
                </c:pt>
                <c:pt idx="3353">
                  <c:v>0.15362962962962962</c:v>
                </c:pt>
                <c:pt idx="3354">
                  <c:v>0.15362962962962962</c:v>
                </c:pt>
                <c:pt idx="3355">
                  <c:v>0.15362962962962962</c:v>
                </c:pt>
                <c:pt idx="3356">
                  <c:v>0.15362962962962962</c:v>
                </c:pt>
                <c:pt idx="3357">
                  <c:v>0.15377777777777779</c:v>
                </c:pt>
                <c:pt idx="3358">
                  <c:v>0.15377777777777779</c:v>
                </c:pt>
                <c:pt idx="3359">
                  <c:v>0.15377777777777779</c:v>
                </c:pt>
                <c:pt idx="3360">
                  <c:v>0.15377777777777779</c:v>
                </c:pt>
                <c:pt idx="3361">
                  <c:v>0.15377777777777779</c:v>
                </c:pt>
                <c:pt idx="3362">
                  <c:v>0.15377777777777779</c:v>
                </c:pt>
                <c:pt idx="3363">
                  <c:v>0.15392592592592594</c:v>
                </c:pt>
                <c:pt idx="3364">
                  <c:v>0.15392592592592594</c:v>
                </c:pt>
                <c:pt idx="3365">
                  <c:v>0.15392592592592594</c:v>
                </c:pt>
                <c:pt idx="3366">
                  <c:v>0.15392592592592594</c:v>
                </c:pt>
                <c:pt idx="3367">
                  <c:v>0.15392592592592594</c:v>
                </c:pt>
                <c:pt idx="3368">
                  <c:v>0.15392592592592594</c:v>
                </c:pt>
                <c:pt idx="3369">
                  <c:v>0.15407407407407409</c:v>
                </c:pt>
                <c:pt idx="3370">
                  <c:v>0.15407407407407409</c:v>
                </c:pt>
                <c:pt idx="3371">
                  <c:v>0.15407407407407409</c:v>
                </c:pt>
                <c:pt idx="3372">
                  <c:v>0.15407407407407409</c:v>
                </c:pt>
                <c:pt idx="3373">
                  <c:v>0.15407407407407409</c:v>
                </c:pt>
                <c:pt idx="3374">
                  <c:v>0.15422222222222223</c:v>
                </c:pt>
                <c:pt idx="3375">
                  <c:v>0.15422222222222223</c:v>
                </c:pt>
                <c:pt idx="3376">
                  <c:v>0.15422222222222223</c:v>
                </c:pt>
                <c:pt idx="3377">
                  <c:v>0.15422222222222223</c:v>
                </c:pt>
                <c:pt idx="3378">
                  <c:v>0.15422222222222223</c:v>
                </c:pt>
                <c:pt idx="3379">
                  <c:v>0.15422222222222223</c:v>
                </c:pt>
                <c:pt idx="3380">
                  <c:v>0.15422222222222223</c:v>
                </c:pt>
                <c:pt idx="3381">
                  <c:v>0.15422222222222223</c:v>
                </c:pt>
                <c:pt idx="3382">
                  <c:v>0.15422222222222223</c:v>
                </c:pt>
                <c:pt idx="3383">
                  <c:v>0.15437037037037038</c:v>
                </c:pt>
                <c:pt idx="3384">
                  <c:v>0.15451851851851853</c:v>
                </c:pt>
                <c:pt idx="3385">
                  <c:v>0.15466666666666667</c:v>
                </c:pt>
                <c:pt idx="3386">
                  <c:v>0.15466666666666667</c:v>
                </c:pt>
                <c:pt idx="3387">
                  <c:v>0.15466666666666667</c:v>
                </c:pt>
                <c:pt idx="3388">
                  <c:v>0.15466666666666667</c:v>
                </c:pt>
                <c:pt idx="3389">
                  <c:v>0.15466666666666667</c:v>
                </c:pt>
                <c:pt idx="3390">
                  <c:v>0.15466666666666667</c:v>
                </c:pt>
                <c:pt idx="3391">
                  <c:v>0.15466666666666667</c:v>
                </c:pt>
                <c:pt idx="3392">
                  <c:v>0.15481481481481482</c:v>
                </c:pt>
                <c:pt idx="3393">
                  <c:v>0.15481481481481482</c:v>
                </c:pt>
                <c:pt idx="3394">
                  <c:v>0.15481481481481482</c:v>
                </c:pt>
                <c:pt idx="3395">
                  <c:v>0.15481481481481482</c:v>
                </c:pt>
                <c:pt idx="3396">
                  <c:v>0.15481481481481482</c:v>
                </c:pt>
                <c:pt idx="3397">
                  <c:v>0.15481481481481482</c:v>
                </c:pt>
                <c:pt idx="3398">
                  <c:v>0.15481481481481482</c:v>
                </c:pt>
                <c:pt idx="3399">
                  <c:v>0.15481481481481482</c:v>
                </c:pt>
                <c:pt idx="3400">
                  <c:v>0.15481481481481482</c:v>
                </c:pt>
                <c:pt idx="3401">
                  <c:v>0.15481481481481482</c:v>
                </c:pt>
                <c:pt idx="3402">
                  <c:v>0.15481481481481482</c:v>
                </c:pt>
                <c:pt idx="3403">
                  <c:v>0.15481481481481482</c:v>
                </c:pt>
                <c:pt idx="3404">
                  <c:v>0.15481481481481482</c:v>
                </c:pt>
                <c:pt idx="3405">
                  <c:v>0.15496296296296297</c:v>
                </c:pt>
                <c:pt idx="3406">
                  <c:v>0.15511111111111112</c:v>
                </c:pt>
                <c:pt idx="3407">
                  <c:v>0.15525925925925926</c:v>
                </c:pt>
                <c:pt idx="3408">
                  <c:v>0.15525925925925926</c:v>
                </c:pt>
                <c:pt idx="3409">
                  <c:v>0.15525925925925926</c:v>
                </c:pt>
                <c:pt idx="3410">
                  <c:v>0.15540740740740741</c:v>
                </c:pt>
                <c:pt idx="3411">
                  <c:v>0.15540740740740741</c:v>
                </c:pt>
                <c:pt idx="3412">
                  <c:v>0.15540740740740741</c:v>
                </c:pt>
                <c:pt idx="3413">
                  <c:v>0.15540740740740741</c:v>
                </c:pt>
                <c:pt idx="3414">
                  <c:v>0.15540740740740741</c:v>
                </c:pt>
                <c:pt idx="3415">
                  <c:v>0.15540740740740741</c:v>
                </c:pt>
                <c:pt idx="3416">
                  <c:v>0.15540740740740741</c:v>
                </c:pt>
                <c:pt idx="3417">
                  <c:v>0.15540740740740741</c:v>
                </c:pt>
                <c:pt idx="3418">
                  <c:v>0.15555555555555556</c:v>
                </c:pt>
                <c:pt idx="3419">
                  <c:v>0.15555555555555556</c:v>
                </c:pt>
                <c:pt idx="3420">
                  <c:v>0.15570370370370371</c:v>
                </c:pt>
                <c:pt idx="3421">
                  <c:v>0.15570370370370371</c:v>
                </c:pt>
                <c:pt idx="3422">
                  <c:v>0.15570370370370371</c:v>
                </c:pt>
                <c:pt idx="3423">
                  <c:v>0.15570370370370371</c:v>
                </c:pt>
                <c:pt idx="3424">
                  <c:v>0.15570370370370371</c:v>
                </c:pt>
                <c:pt idx="3425">
                  <c:v>0.15585185185185185</c:v>
                </c:pt>
                <c:pt idx="3426">
                  <c:v>0.15585185185185185</c:v>
                </c:pt>
                <c:pt idx="3427">
                  <c:v>0.15585185185185185</c:v>
                </c:pt>
                <c:pt idx="3428">
                  <c:v>0.156</c:v>
                </c:pt>
                <c:pt idx="3429">
                  <c:v>0.156</c:v>
                </c:pt>
                <c:pt idx="3430">
                  <c:v>0.156</c:v>
                </c:pt>
                <c:pt idx="3431">
                  <c:v>0.156</c:v>
                </c:pt>
                <c:pt idx="3432">
                  <c:v>0.156</c:v>
                </c:pt>
                <c:pt idx="3433">
                  <c:v>0.15614814814814815</c:v>
                </c:pt>
                <c:pt idx="3434">
                  <c:v>0.15614814814814815</c:v>
                </c:pt>
                <c:pt idx="3435">
                  <c:v>0.15614814814814815</c:v>
                </c:pt>
                <c:pt idx="3436">
                  <c:v>0.15614814814814815</c:v>
                </c:pt>
                <c:pt idx="3437">
                  <c:v>0.15614814814814815</c:v>
                </c:pt>
                <c:pt idx="3438">
                  <c:v>0.15614814814814815</c:v>
                </c:pt>
                <c:pt idx="3439">
                  <c:v>0.15614814814814815</c:v>
                </c:pt>
                <c:pt idx="3440">
                  <c:v>0.15614814814814815</c:v>
                </c:pt>
                <c:pt idx="3441">
                  <c:v>0.15614814814814815</c:v>
                </c:pt>
                <c:pt idx="3442">
                  <c:v>0.15614814814814815</c:v>
                </c:pt>
                <c:pt idx="3443">
                  <c:v>0.15614814814814815</c:v>
                </c:pt>
                <c:pt idx="3444">
                  <c:v>0.15629629629629629</c:v>
                </c:pt>
                <c:pt idx="3445">
                  <c:v>0.15629629629629629</c:v>
                </c:pt>
                <c:pt idx="3446">
                  <c:v>0.15644444444444444</c:v>
                </c:pt>
                <c:pt idx="3447">
                  <c:v>0.15644444444444444</c:v>
                </c:pt>
                <c:pt idx="3448">
                  <c:v>0.15644444444444444</c:v>
                </c:pt>
                <c:pt idx="3449">
                  <c:v>0.15644444444444444</c:v>
                </c:pt>
                <c:pt idx="3450">
                  <c:v>0.15659259259259259</c:v>
                </c:pt>
                <c:pt idx="3451">
                  <c:v>0.15674074074074074</c:v>
                </c:pt>
                <c:pt idx="3452">
                  <c:v>0.15674074074074074</c:v>
                </c:pt>
                <c:pt idx="3453">
                  <c:v>0.15674074074074074</c:v>
                </c:pt>
                <c:pt idx="3454">
                  <c:v>0.15674074074074074</c:v>
                </c:pt>
                <c:pt idx="3455">
                  <c:v>0.15674074074074074</c:v>
                </c:pt>
                <c:pt idx="3456">
                  <c:v>0.15674074074074074</c:v>
                </c:pt>
                <c:pt idx="3457">
                  <c:v>0.15688888888888888</c:v>
                </c:pt>
                <c:pt idx="3458">
                  <c:v>0.15703703703703703</c:v>
                </c:pt>
                <c:pt idx="3459">
                  <c:v>0.15718518518518518</c:v>
                </c:pt>
                <c:pt idx="3460">
                  <c:v>0.15718518518518518</c:v>
                </c:pt>
                <c:pt idx="3461">
                  <c:v>0.15718518518518518</c:v>
                </c:pt>
                <c:pt idx="3462">
                  <c:v>0.15718518518518518</c:v>
                </c:pt>
                <c:pt idx="3463">
                  <c:v>0.15718518518518518</c:v>
                </c:pt>
                <c:pt idx="3464">
                  <c:v>0.15718518518518518</c:v>
                </c:pt>
                <c:pt idx="3465">
                  <c:v>0.15718518518518518</c:v>
                </c:pt>
                <c:pt idx="3466">
                  <c:v>0.15718518518518518</c:v>
                </c:pt>
                <c:pt idx="3467">
                  <c:v>0.15718518518518518</c:v>
                </c:pt>
                <c:pt idx="3468">
                  <c:v>0.15718518518518518</c:v>
                </c:pt>
                <c:pt idx="3469">
                  <c:v>0.15733333333333333</c:v>
                </c:pt>
                <c:pt idx="3470">
                  <c:v>0.15748148148148147</c:v>
                </c:pt>
                <c:pt idx="3471">
                  <c:v>0.15748148148148147</c:v>
                </c:pt>
                <c:pt idx="3472">
                  <c:v>0.15762962962962962</c:v>
                </c:pt>
                <c:pt idx="3473">
                  <c:v>0.15762962962962962</c:v>
                </c:pt>
                <c:pt idx="3474">
                  <c:v>0.15762962962962962</c:v>
                </c:pt>
                <c:pt idx="3475">
                  <c:v>0.15762962962962962</c:v>
                </c:pt>
                <c:pt idx="3476">
                  <c:v>0.15777777777777777</c:v>
                </c:pt>
                <c:pt idx="3477">
                  <c:v>0.15792592592592591</c:v>
                </c:pt>
                <c:pt idx="3478">
                  <c:v>0.15792592592592591</c:v>
                </c:pt>
                <c:pt idx="3479">
                  <c:v>0.15792592592592591</c:v>
                </c:pt>
                <c:pt idx="3480">
                  <c:v>0.15792592592592591</c:v>
                </c:pt>
                <c:pt idx="3481">
                  <c:v>0.15792592592592591</c:v>
                </c:pt>
                <c:pt idx="3482">
                  <c:v>0.15792592592592591</c:v>
                </c:pt>
                <c:pt idx="3483">
                  <c:v>0.15792592592592591</c:v>
                </c:pt>
                <c:pt idx="3484">
                  <c:v>0.15792592592592591</c:v>
                </c:pt>
                <c:pt idx="3485">
                  <c:v>0.15807407407407406</c:v>
                </c:pt>
                <c:pt idx="3486">
                  <c:v>0.15822222222222221</c:v>
                </c:pt>
                <c:pt idx="3487">
                  <c:v>0.15837037037037038</c:v>
                </c:pt>
                <c:pt idx="3488">
                  <c:v>0.15837037037037038</c:v>
                </c:pt>
                <c:pt idx="3489">
                  <c:v>0.15837037037037038</c:v>
                </c:pt>
                <c:pt idx="3490">
                  <c:v>0.15837037037037038</c:v>
                </c:pt>
                <c:pt idx="3491">
                  <c:v>0.15837037037037038</c:v>
                </c:pt>
                <c:pt idx="3492">
                  <c:v>0.15837037037037038</c:v>
                </c:pt>
                <c:pt idx="3493">
                  <c:v>0.15837037037037038</c:v>
                </c:pt>
                <c:pt idx="3494">
                  <c:v>0.15837037037037038</c:v>
                </c:pt>
                <c:pt idx="3495">
                  <c:v>0.15837037037037038</c:v>
                </c:pt>
                <c:pt idx="3496">
                  <c:v>0.15851851851851853</c:v>
                </c:pt>
                <c:pt idx="3497">
                  <c:v>0.15851851851851853</c:v>
                </c:pt>
                <c:pt idx="3498">
                  <c:v>0.15851851851851853</c:v>
                </c:pt>
                <c:pt idx="3499">
                  <c:v>0.15851851851851853</c:v>
                </c:pt>
                <c:pt idx="3500">
                  <c:v>0.15851851851851853</c:v>
                </c:pt>
                <c:pt idx="3501">
                  <c:v>0.15851851851851853</c:v>
                </c:pt>
                <c:pt idx="3502">
                  <c:v>0.15851851851851853</c:v>
                </c:pt>
                <c:pt idx="3503">
                  <c:v>0.15866666666666668</c:v>
                </c:pt>
                <c:pt idx="3504">
                  <c:v>0.15866666666666668</c:v>
                </c:pt>
                <c:pt idx="3505">
                  <c:v>0.15866666666666668</c:v>
                </c:pt>
                <c:pt idx="3506">
                  <c:v>0.15866666666666668</c:v>
                </c:pt>
                <c:pt idx="3507">
                  <c:v>0.15866666666666668</c:v>
                </c:pt>
                <c:pt idx="3508">
                  <c:v>0.15866666666666668</c:v>
                </c:pt>
                <c:pt idx="3509">
                  <c:v>0.15866666666666668</c:v>
                </c:pt>
                <c:pt idx="3510">
                  <c:v>0.15866666666666668</c:v>
                </c:pt>
                <c:pt idx="3511">
                  <c:v>0.15866666666666668</c:v>
                </c:pt>
                <c:pt idx="3512">
                  <c:v>0.15866666666666668</c:v>
                </c:pt>
                <c:pt idx="3513">
                  <c:v>0.15866666666666668</c:v>
                </c:pt>
                <c:pt idx="3514">
                  <c:v>0.15881481481481483</c:v>
                </c:pt>
                <c:pt idx="3515">
                  <c:v>0.15881481481481483</c:v>
                </c:pt>
                <c:pt idx="3516">
                  <c:v>0.15881481481481483</c:v>
                </c:pt>
                <c:pt idx="3517">
                  <c:v>0.15896296296296297</c:v>
                </c:pt>
                <c:pt idx="3518">
                  <c:v>0.15896296296296297</c:v>
                </c:pt>
                <c:pt idx="3519">
                  <c:v>0.15896296296296297</c:v>
                </c:pt>
                <c:pt idx="3520">
                  <c:v>0.15911111111111112</c:v>
                </c:pt>
                <c:pt idx="3521">
                  <c:v>0.15911111111111112</c:v>
                </c:pt>
                <c:pt idx="3522">
                  <c:v>0.15925925925925927</c:v>
                </c:pt>
                <c:pt idx="3523">
                  <c:v>0.15925925925925927</c:v>
                </c:pt>
                <c:pt idx="3524">
                  <c:v>0.15940740740740741</c:v>
                </c:pt>
                <c:pt idx="3525">
                  <c:v>0.15955555555555556</c:v>
                </c:pt>
                <c:pt idx="3526">
                  <c:v>0.15955555555555556</c:v>
                </c:pt>
                <c:pt idx="3527">
                  <c:v>0.15955555555555556</c:v>
                </c:pt>
                <c:pt idx="3528">
                  <c:v>0.15970370370370371</c:v>
                </c:pt>
                <c:pt idx="3529">
                  <c:v>0.15985185185185186</c:v>
                </c:pt>
                <c:pt idx="3530">
                  <c:v>0.15985185185185186</c:v>
                </c:pt>
                <c:pt idx="3531">
                  <c:v>0.15985185185185186</c:v>
                </c:pt>
                <c:pt idx="3532">
                  <c:v>0.16</c:v>
                </c:pt>
                <c:pt idx="3533">
                  <c:v>0.16</c:v>
                </c:pt>
                <c:pt idx="3534">
                  <c:v>0.16014814814814815</c:v>
                </c:pt>
                <c:pt idx="3535">
                  <c:v>0.16014814814814815</c:v>
                </c:pt>
                <c:pt idx="3536">
                  <c:v>0.16014814814814815</c:v>
                </c:pt>
                <c:pt idx="3537">
                  <c:v>0.16014814814814815</c:v>
                </c:pt>
                <c:pt idx="3538">
                  <c:v>0.16014814814814815</c:v>
                </c:pt>
                <c:pt idx="3539">
                  <c:v>0.16014814814814815</c:v>
                </c:pt>
                <c:pt idx="3540">
                  <c:v>0.16014814814814815</c:v>
                </c:pt>
                <c:pt idx="3541">
                  <c:v>0.16014814814814815</c:v>
                </c:pt>
                <c:pt idx="3542">
                  <c:v>0.16014814814814815</c:v>
                </c:pt>
                <c:pt idx="3543">
                  <c:v>0.16014814814814815</c:v>
                </c:pt>
                <c:pt idx="3544">
                  <c:v>0.16014814814814815</c:v>
                </c:pt>
                <c:pt idx="3545">
                  <c:v>0.1602962962962963</c:v>
                </c:pt>
                <c:pt idx="3546">
                  <c:v>0.1602962962962963</c:v>
                </c:pt>
                <c:pt idx="3547">
                  <c:v>0.1602962962962963</c:v>
                </c:pt>
                <c:pt idx="3548">
                  <c:v>0.1602962962962963</c:v>
                </c:pt>
                <c:pt idx="3549">
                  <c:v>0.1602962962962963</c:v>
                </c:pt>
                <c:pt idx="3550">
                  <c:v>0.16044444444444445</c:v>
                </c:pt>
                <c:pt idx="3551">
                  <c:v>0.16059259259259259</c:v>
                </c:pt>
                <c:pt idx="3552">
                  <c:v>0.16059259259259259</c:v>
                </c:pt>
                <c:pt idx="3553">
                  <c:v>0.16059259259259259</c:v>
                </c:pt>
                <c:pt idx="3554">
                  <c:v>0.16059259259259259</c:v>
                </c:pt>
                <c:pt idx="3555">
                  <c:v>0.16074074074074074</c:v>
                </c:pt>
                <c:pt idx="3556">
                  <c:v>0.16088888888888889</c:v>
                </c:pt>
                <c:pt idx="3557">
                  <c:v>0.16088888888888889</c:v>
                </c:pt>
                <c:pt idx="3558">
                  <c:v>0.16088888888888889</c:v>
                </c:pt>
                <c:pt idx="3559">
                  <c:v>0.16088888888888889</c:v>
                </c:pt>
                <c:pt idx="3560">
                  <c:v>0.16088888888888889</c:v>
                </c:pt>
                <c:pt idx="3561">
                  <c:v>0.16103703703703703</c:v>
                </c:pt>
                <c:pt idx="3562">
                  <c:v>0.16118518518518518</c:v>
                </c:pt>
                <c:pt idx="3563">
                  <c:v>0.16118518518518518</c:v>
                </c:pt>
                <c:pt idx="3564">
                  <c:v>0.16118518518518518</c:v>
                </c:pt>
                <c:pt idx="3565">
                  <c:v>0.16133333333333333</c:v>
                </c:pt>
                <c:pt idx="3566">
                  <c:v>0.16133333333333333</c:v>
                </c:pt>
                <c:pt idx="3567">
                  <c:v>0.16133333333333333</c:v>
                </c:pt>
                <c:pt idx="3568">
                  <c:v>0.16133333333333333</c:v>
                </c:pt>
                <c:pt idx="3569">
                  <c:v>0.16133333333333333</c:v>
                </c:pt>
                <c:pt idx="3570">
                  <c:v>0.16133333333333333</c:v>
                </c:pt>
                <c:pt idx="3571">
                  <c:v>0.16133333333333333</c:v>
                </c:pt>
                <c:pt idx="3572">
                  <c:v>0.16148148148148148</c:v>
                </c:pt>
                <c:pt idx="3573">
                  <c:v>0.16148148148148148</c:v>
                </c:pt>
                <c:pt idx="3574">
                  <c:v>0.16148148148148148</c:v>
                </c:pt>
                <c:pt idx="3575">
                  <c:v>0.16162962962962962</c:v>
                </c:pt>
                <c:pt idx="3576">
                  <c:v>0.16177777777777777</c:v>
                </c:pt>
                <c:pt idx="3577">
                  <c:v>0.16177777777777777</c:v>
                </c:pt>
                <c:pt idx="3578">
                  <c:v>0.16177777777777777</c:v>
                </c:pt>
                <c:pt idx="3579">
                  <c:v>0.16192592592592592</c:v>
                </c:pt>
                <c:pt idx="3580">
                  <c:v>0.16207407407407406</c:v>
                </c:pt>
                <c:pt idx="3581">
                  <c:v>0.16222222222222221</c:v>
                </c:pt>
                <c:pt idx="3582">
                  <c:v>0.16237037037037036</c:v>
                </c:pt>
                <c:pt idx="3583">
                  <c:v>0.16237037037037036</c:v>
                </c:pt>
                <c:pt idx="3584">
                  <c:v>0.16237037037037036</c:v>
                </c:pt>
                <c:pt idx="3585">
                  <c:v>0.16237037037037036</c:v>
                </c:pt>
                <c:pt idx="3586">
                  <c:v>0.16251851851851851</c:v>
                </c:pt>
                <c:pt idx="3587">
                  <c:v>0.16251851851851851</c:v>
                </c:pt>
                <c:pt idx="3588">
                  <c:v>0.16251851851851851</c:v>
                </c:pt>
                <c:pt idx="3589">
                  <c:v>0.16251851851851851</c:v>
                </c:pt>
                <c:pt idx="3590">
                  <c:v>0.16251851851851851</c:v>
                </c:pt>
                <c:pt idx="3591">
                  <c:v>0.16266666666666665</c:v>
                </c:pt>
                <c:pt idx="3592">
                  <c:v>0.16266666666666665</c:v>
                </c:pt>
                <c:pt idx="3593">
                  <c:v>0.1628148148148148</c:v>
                </c:pt>
                <c:pt idx="3594">
                  <c:v>0.1628148148148148</c:v>
                </c:pt>
                <c:pt idx="3595">
                  <c:v>0.1628148148148148</c:v>
                </c:pt>
                <c:pt idx="3596">
                  <c:v>0.1628148148148148</c:v>
                </c:pt>
                <c:pt idx="3597">
                  <c:v>0.1628148148148148</c:v>
                </c:pt>
                <c:pt idx="3598">
                  <c:v>0.1628148148148148</c:v>
                </c:pt>
                <c:pt idx="3599">
                  <c:v>0.16296296296296298</c:v>
                </c:pt>
                <c:pt idx="3600">
                  <c:v>0.16296296296296298</c:v>
                </c:pt>
                <c:pt idx="3601">
                  <c:v>0.16296296296296298</c:v>
                </c:pt>
                <c:pt idx="3602">
                  <c:v>0.16296296296296298</c:v>
                </c:pt>
                <c:pt idx="3603">
                  <c:v>0.16311111111111112</c:v>
                </c:pt>
                <c:pt idx="3604">
                  <c:v>0.16311111111111112</c:v>
                </c:pt>
                <c:pt idx="3605">
                  <c:v>0.16311111111111112</c:v>
                </c:pt>
                <c:pt idx="3606">
                  <c:v>0.16311111111111112</c:v>
                </c:pt>
                <c:pt idx="3607">
                  <c:v>0.16311111111111112</c:v>
                </c:pt>
                <c:pt idx="3608">
                  <c:v>0.16311111111111112</c:v>
                </c:pt>
                <c:pt idx="3609">
                  <c:v>0.16325925925925927</c:v>
                </c:pt>
                <c:pt idx="3610">
                  <c:v>0.16325925925925927</c:v>
                </c:pt>
                <c:pt idx="3611">
                  <c:v>0.16325925925925927</c:v>
                </c:pt>
                <c:pt idx="3612">
                  <c:v>0.16325925925925927</c:v>
                </c:pt>
                <c:pt idx="3613">
                  <c:v>0.16325925925925927</c:v>
                </c:pt>
                <c:pt idx="3614">
                  <c:v>0.16325925925925927</c:v>
                </c:pt>
                <c:pt idx="3615">
                  <c:v>0.16340740740740742</c:v>
                </c:pt>
                <c:pt idx="3616">
                  <c:v>0.16355555555555557</c:v>
                </c:pt>
                <c:pt idx="3617">
                  <c:v>0.16355555555555557</c:v>
                </c:pt>
                <c:pt idx="3618">
                  <c:v>0.16355555555555557</c:v>
                </c:pt>
                <c:pt idx="3619">
                  <c:v>0.16355555555555557</c:v>
                </c:pt>
                <c:pt idx="3620">
                  <c:v>0.16355555555555557</c:v>
                </c:pt>
                <c:pt idx="3621">
                  <c:v>0.16355555555555557</c:v>
                </c:pt>
                <c:pt idx="3622">
                  <c:v>0.16355555555555557</c:v>
                </c:pt>
                <c:pt idx="3623">
                  <c:v>0.16355555555555557</c:v>
                </c:pt>
                <c:pt idx="3624">
                  <c:v>0.16355555555555557</c:v>
                </c:pt>
                <c:pt idx="3625">
                  <c:v>0.16355555555555557</c:v>
                </c:pt>
                <c:pt idx="3626">
                  <c:v>0.16355555555555557</c:v>
                </c:pt>
                <c:pt idx="3627">
                  <c:v>0.16355555555555557</c:v>
                </c:pt>
                <c:pt idx="3628">
                  <c:v>0.16355555555555557</c:v>
                </c:pt>
                <c:pt idx="3629">
                  <c:v>0.16355555555555557</c:v>
                </c:pt>
                <c:pt idx="3630">
                  <c:v>0.16370370370370371</c:v>
                </c:pt>
                <c:pt idx="3631">
                  <c:v>0.16370370370370371</c:v>
                </c:pt>
                <c:pt idx="3632">
                  <c:v>0.16370370370370371</c:v>
                </c:pt>
                <c:pt idx="3633">
                  <c:v>0.16385185185185186</c:v>
                </c:pt>
                <c:pt idx="3634">
                  <c:v>0.16385185185185186</c:v>
                </c:pt>
                <c:pt idx="3635">
                  <c:v>0.16400000000000001</c:v>
                </c:pt>
                <c:pt idx="3636">
                  <c:v>0.16400000000000001</c:v>
                </c:pt>
                <c:pt idx="3637">
                  <c:v>0.16400000000000001</c:v>
                </c:pt>
                <c:pt idx="3638">
                  <c:v>0.16400000000000001</c:v>
                </c:pt>
                <c:pt idx="3639">
                  <c:v>0.16400000000000001</c:v>
                </c:pt>
                <c:pt idx="3640">
                  <c:v>0.16400000000000001</c:v>
                </c:pt>
                <c:pt idx="3641">
                  <c:v>0.16400000000000001</c:v>
                </c:pt>
                <c:pt idx="3642">
                  <c:v>0.16414814814814815</c:v>
                </c:pt>
                <c:pt idx="3643">
                  <c:v>0.1642962962962963</c:v>
                </c:pt>
                <c:pt idx="3644">
                  <c:v>0.1642962962962963</c:v>
                </c:pt>
                <c:pt idx="3645">
                  <c:v>0.1642962962962963</c:v>
                </c:pt>
                <c:pt idx="3646">
                  <c:v>0.1642962962962963</c:v>
                </c:pt>
                <c:pt idx="3647">
                  <c:v>0.1642962962962963</c:v>
                </c:pt>
                <c:pt idx="3648">
                  <c:v>0.1642962962962963</c:v>
                </c:pt>
                <c:pt idx="3649">
                  <c:v>0.16444444444444445</c:v>
                </c:pt>
                <c:pt idx="3650">
                  <c:v>0.16444444444444445</c:v>
                </c:pt>
                <c:pt idx="3651">
                  <c:v>0.16444444444444445</c:v>
                </c:pt>
                <c:pt idx="3652">
                  <c:v>0.16444444444444445</c:v>
                </c:pt>
                <c:pt idx="3653">
                  <c:v>0.1645925925925926</c:v>
                </c:pt>
                <c:pt idx="3654">
                  <c:v>0.16474074074074074</c:v>
                </c:pt>
                <c:pt idx="3655">
                  <c:v>0.16488888888888889</c:v>
                </c:pt>
                <c:pt idx="3656">
                  <c:v>0.16488888888888889</c:v>
                </c:pt>
                <c:pt idx="3657">
                  <c:v>0.16488888888888889</c:v>
                </c:pt>
                <c:pt idx="3658">
                  <c:v>0.16488888888888889</c:v>
                </c:pt>
                <c:pt idx="3659">
                  <c:v>0.16503703703703704</c:v>
                </c:pt>
                <c:pt idx="3660">
                  <c:v>0.16503703703703704</c:v>
                </c:pt>
                <c:pt idx="3661">
                  <c:v>0.16503703703703704</c:v>
                </c:pt>
                <c:pt idx="3662">
                  <c:v>0.16518518518518518</c:v>
                </c:pt>
                <c:pt idx="3663">
                  <c:v>0.16518518518518518</c:v>
                </c:pt>
                <c:pt idx="3664">
                  <c:v>0.16518518518518518</c:v>
                </c:pt>
                <c:pt idx="3665">
                  <c:v>0.16518518518518518</c:v>
                </c:pt>
                <c:pt idx="3666">
                  <c:v>0.16518518518518518</c:v>
                </c:pt>
                <c:pt idx="3667">
                  <c:v>0.16518518518518518</c:v>
                </c:pt>
                <c:pt idx="3668">
                  <c:v>0.16518518518518518</c:v>
                </c:pt>
                <c:pt idx="3669">
                  <c:v>0.16518518518518518</c:v>
                </c:pt>
                <c:pt idx="3670">
                  <c:v>0.16518518518518518</c:v>
                </c:pt>
                <c:pt idx="3671">
                  <c:v>0.16518518518518518</c:v>
                </c:pt>
                <c:pt idx="3672">
                  <c:v>0.16518518518518518</c:v>
                </c:pt>
                <c:pt idx="3673">
                  <c:v>0.16518518518518518</c:v>
                </c:pt>
                <c:pt idx="3674">
                  <c:v>0.16518518518518518</c:v>
                </c:pt>
                <c:pt idx="3675">
                  <c:v>0.16518518518518518</c:v>
                </c:pt>
                <c:pt idx="3676">
                  <c:v>0.16518518518518518</c:v>
                </c:pt>
                <c:pt idx="3677">
                  <c:v>0.16518518518518518</c:v>
                </c:pt>
                <c:pt idx="3678">
                  <c:v>0.16518518518518518</c:v>
                </c:pt>
                <c:pt idx="3679">
                  <c:v>0.16518518518518518</c:v>
                </c:pt>
                <c:pt idx="3680">
                  <c:v>0.16518518518518518</c:v>
                </c:pt>
                <c:pt idx="3681">
                  <c:v>0.16518518518518518</c:v>
                </c:pt>
                <c:pt idx="3682">
                  <c:v>0.16518518518518518</c:v>
                </c:pt>
                <c:pt idx="3683">
                  <c:v>0.16518518518518518</c:v>
                </c:pt>
                <c:pt idx="3684">
                  <c:v>0.16533333333333333</c:v>
                </c:pt>
                <c:pt idx="3685">
                  <c:v>0.16548148148148148</c:v>
                </c:pt>
                <c:pt idx="3686">
                  <c:v>0.16548148148148148</c:v>
                </c:pt>
                <c:pt idx="3687">
                  <c:v>0.16548148148148148</c:v>
                </c:pt>
                <c:pt idx="3688">
                  <c:v>0.16548148148148148</c:v>
                </c:pt>
                <c:pt idx="3689">
                  <c:v>0.16562962962962963</c:v>
                </c:pt>
                <c:pt idx="3690">
                  <c:v>0.16577777777777777</c:v>
                </c:pt>
                <c:pt idx="3691">
                  <c:v>0.16577777777777777</c:v>
                </c:pt>
                <c:pt idx="3692">
                  <c:v>0.16577777777777777</c:v>
                </c:pt>
                <c:pt idx="3693">
                  <c:v>0.16577777777777777</c:v>
                </c:pt>
                <c:pt idx="3694">
                  <c:v>0.16577777777777777</c:v>
                </c:pt>
                <c:pt idx="3695">
                  <c:v>0.16577777777777777</c:v>
                </c:pt>
                <c:pt idx="3696">
                  <c:v>0.16577777777777777</c:v>
                </c:pt>
                <c:pt idx="3697">
                  <c:v>0.16577777777777777</c:v>
                </c:pt>
                <c:pt idx="3698">
                  <c:v>0.16577777777777777</c:v>
                </c:pt>
                <c:pt idx="3699">
                  <c:v>0.16577777777777777</c:v>
                </c:pt>
                <c:pt idx="3700">
                  <c:v>0.16577777777777777</c:v>
                </c:pt>
                <c:pt idx="3701">
                  <c:v>0.16577777777777777</c:v>
                </c:pt>
                <c:pt idx="3702">
                  <c:v>0.16577777777777777</c:v>
                </c:pt>
                <c:pt idx="3703">
                  <c:v>0.16577777777777777</c:v>
                </c:pt>
                <c:pt idx="3704">
                  <c:v>0.16577777777777777</c:v>
                </c:pt>
                <c:pt idx="3705">
                  <c:v>0.16577777777777777</c:v>
                </c:pt>
                <c:pt idx="3706">
                  <c:v>0.16577777777777777</c:v>
                </c:pt>
                <c:pt idx="3707">
                  <c:v>0.16577777777777777</c:v>
                </c:pt>
                <c:pt idx="3708">
                  <c:v>0.16577777777777777</c:v>
                </c:pt>
                <c:pt idx="3709">
                  <c:v>0.16577777777777777</c:v>
                </c:pt>
                <c:pt idx="3710">
                  <c:v>0.16577777777777777</c:v>
                </c:pt>
                <c:pt idx="3711">
                  <c:v>0.16592592592592592</c:v>
                </c:pt>
                <c:pt idx="3712">
                  <c:v>0.16592592592592592</c:v>
                </c:pt>
                <c:pt idx="3713">
                  <c:v>0.16607407407407407</c:v>
                </c:pt>
                <c:pt idx="3714">
                  <c:v>0.16607407407407407</c:v>
                </c:pt>
                <c:pt idx="3715">
                  <c:v>0.16607407407407407</c:v>
                </c:pt>
                <c:pt idx="3716">
                  <c:v>0.16607407407407407</c:v>
                </c:pt>
                <c:pt idx="3717">
                  <c:v>0.16607407407407407</c:v>
                </c:pt>
                <c:pt idx="3718">
                  <c:v>0.16607407407407407</c:v>
                </c:pt>
                <c:pt idx="3719">
                  <c:v>0.16622222222222222</c:v>
                </c:pt>
                <c:pt idx="3720">
                  <c:v>0.16622222222222222</c:v>
                </c:pt>
                <c:pt idx="3721">
                  <c:v>0.16637037037037036</c:v>
                </c:pt>
                <c:pt idx="3722">
                  <c:v>0.16637037037037036</c:v>
                </c:pt>
                <c:pt idx="3723">
                  <c:v>0.16637037037037036</c:v>
                </c:pt>
                <c:pt idx="3724">
                  <c:v>0.16651851851851851</c:v>
                </c:pt>
                <c:pt idx="3725">
                  <c:v>0.16651851851851851</c:v>
                </c:pt>
                <c:pt idx="3726">
                  <c:v>0.16666666666666666</c:v>
                </c:pt>
                <c:pt idx="3727">
                  <c:v>0.16666666666666666</c:v>
                </c:pt>
                <c:pt idx="3728">
                  <c:v>0.1668148148148148</c:v>
                </c:pt>
                <c:pt idx="3729">
                  <c:v>0.16696296296296295</c:v>
                </c:pt>
                <c:pt idx="3730">
                  <c:v>0.16696296296296295</c:v>
                </c:pt>
                <c:pt idx="3731">
                  <c:v>0.1671111111111111</c:v>
                </c:pt>
                <c:pt idx="3732">
                  <c:v>0.1671111111111111</c:v>
                </c:pt>
                <c:pt idx="3733">
                  <c:v>0.1671111111111111</c:v>
                </c:pt>
                <c:pt idx="3734">
                  <c:v>0.1671111111111111</c:v>
                </c:pt>
                <c:pt idx="3735">
                  <c:v>0.1671111111111111</c:v>
                </c:pt>
                <c:pt idx="3736">
                  <c:v>0.16725925925925925</c:v>
                </c:pt>
                <c:pt idx="3737">
                  <c:v>0.16725925925925925</c:v>
                </c:pt>
                <c:pt idx="3738">
                  <c:v>0.16725925925925925</c:v>
                </c:pt>
                <c:pt idx="3739">
                  <c:v>0.16725925925925925</c:v>
                </c:pt>
                <c:pt idx="3740">
                  <c:v>0.16740740740740739</c:v>
                </c:pt>
                <c:pt idx="3741">
                  <c:v>0.16740740740740739</c:v>
                </c:pt>
                <c:pt idx="3742">
                  <c:v>0.16755555555555557</c:v>
                </c:pt>
                <c:pt idx="3743">
                  <c:v>0.16755555555555557</c:v>
                </c:pt>
                <c:pt idx="3744">
                  <c:v>0.16755555555555557</c:v>
                </c:pt>
                <c:pt idx="3745">
                  <c:v>0.16755555555555557</c:v>
                </c:pt>
                <c:pt idx="3746">
                  <c:v>0.16755555555555557</c:v>
                </c:pt>
                <c:pt idx="3747">
                  <c:v>0.16755555555555557</c:v>
                </c:pt>
                <c:pt idx="3748">
                  <c:v>0.16755555555555557</c:v>
                </c:pt>
                <c:pt idx="3749">
                  <c:v>0.16755555555555557</c:v>
                </c:pt>
                <c:pt idx="3750">
                  <c:v>0.16755555555555557</c:v>
                </c:pt>
                <c:pt idx="3751">
                  <c:v>0.16755555555555557</c:v>
                </c:pt>
                <c:pt idx="3752">
                  <c:v>0.16755555555555557</c:v>
                </c:pt>
                <c:pt idx="3753">
                  <c:v>0.16755555555555557</c:v>
                </c:pt>
                <c:pt idx="3754">
                  <c:v>0.16770370370370372</c:v>
                </c:pt>
                <c:pt idx="3755">
                  <c:v>0.16770370370370372</c:v>
                </c:pt>
                <c:pt idx="3756">
                  <c:v>0.16770370370370372</c:v>
                </c:pt>
                <c:pt idx="3757">
                  <c:v>0.16770370370370372</c:v>
                </c:pt>
                <c:pt idx="3758">
                  <c:v>0.16770370370370372</c:v>
                </c:pt>
                <c:pt idx="3759">
                  <c:v>0.16770370370370372</c:v>
                </c:pt>
                <c:pt idx="3760">
                  <c:v>0.16770370370370372</c:v>
                </c:pt>
                <c:pt idx="3761">
                  <c:v>0.16770370370370372</c:v>
                </c:pt>
                <c:pt idx="3762">
                  <c:v>0.16785185185185186</c:v>
                </c:pt>
                <c:pt idx="3763">
                  <c:v>0.16785185185185186</c:v>
                </c:pt>
                <c:pt idx="3764">
                  <c:v>0.16785185185185186</c:v>
                </c:pt>
                <c:pt idx="3765">
                  <c:v>0.16785185185185186</c:v>
                </c:pt>
                <c:pt idx="3766">
                  <c:v>0.16785185185185186</c:v>
                </c:pt>
                <c:pt idx="3767">
                  <c:v>0.16800000000000001</c:v>
                </c:pt>
                <c:pt idx="3768">
                  <c:v>0.16814814814814816</c:v>
                </c:pt>
                <c:pt idx="3769">
                  <c:v>0.16814814814814816</c:v>
                </c:pt>
                <c:pt idx="3770">
                  <c:v>0.16814814814814816</c:v>
                </c:pt>
                <c:pt idx="3771">
                  <c:v>0.16814814814814816</c:v>
                </c:pt>
                <c:pt idx="3772">
                  <c:v>0.16814814814814816</c:v>
                </c:pt>
                <c:pt idx="3773">
                  <c:v>0.16814814814814816</c:v>
                </c:pt>
                <c:pt idx="3774">
                  <c:v>0.16814814814814816</c:v>
                </c:pt>
                <c:pt idx="3775">
                  <c:v>0.16814814814814816</c:v>
                </c:pt>
                <c:pt idx="3776">
                  <c:v>0.16814814814814816</c:v>
                </c:pt>
                <c:pt idx="3777">
                  <c:v>0.16814814814814816</c:v>
                </c:pt>
                <c:pt idx="3778">
                  <c:v>0.1682962962962963</c:v>
                </c:pt>
                <c:pt idx="3779">
                  <c:v>0.1682962962962963</c:v>
                </c:pt>
                <c:pt idx="3780">
                  <c:v>0.16844444444444445</c:v>
                </c:pt>
                <c:pt idx="3781">
                  <c:v>0.16844444444444445</c:v>
                </c:pt>
                <c:pt idx="3782">
                  <c:v>0.16844444444444445</c:v>
                </c:pt>
                <c:pt idx="3783">
                  <c:v>0.16844444444444445</c:v>
                </c:pt>
                <c:pt idx="3784">
                  <c:v>0.16844444444444445</c:v>
                </c:pt>
                <c:pt idx="3785">
                  <c:v>0.16844444444444445</c:v>
                </c:pt>
                <c:pt idx="3786">
                  <c:v>0.1685925925925926</c:v>
                </c:pt>
                <c:pt idx="3787">
                  <c:v>0.1685925925925926</c:v>
                </c:pt>
                <c:pt idx="3788">
                  <c:v>0.1685925925925926</c:v>
                </c:pt>
                <c:pt idx="3789">
                  <c:v>0.1685925925925926</c:v>
                </c:pt>
                <c:pt idx="3790">
                  <c:v>0.16874074074074075</c:v>
                </c:pt>
                <c:pt idx="3791">
                  <c:v>0.16874074074074075</c:v>
                </c:pt>
                <c:pt idx="3792">
                  <c:v>0.16874074074074075</c:v>
                </c:pt>
                <c:pt idx="3793">
                  <c:v>0.16874074074074075</c:v>
                </c:pt>
                <c:pt idx="3794">
                  <c:v>0.16874074074074075</c:v>
                </c:pt>
                <c:pt idx="3795">
                  <c:v>0.16874074074074075</c:v>
                </c:pt>
                <c:pt idx="3796">
                  <c:v>0.16874074074074075</c:v>
                </c:pt>
                <c:pt idx="3797">
                  <c:v>0.16888888888888889</c:v>
                </c:pt>
                <c:pt idx="3798">
                  <c:v>0.16888888888888889</c:v>
                </c:pt>
                <c:pt idx="3799">
                  <c:v>0.16888888888888889</c:v>
                </c:pt>
                <c:pt idx="3800">
                  <c:v>0.16888888888888889</c:v>
                </c:pt>
                <c:pt idx="3801">
                  <c:v>0.16903703703703704</c:v>
                </c:pt>
                <c:pt idx="3802">
                  <c:v>0.16918518518518519</c:v>
                </c:pt>
                <c:pt idx="3803">
                  <c:v>0.16918518518518519</c:v>
                </c:pt>
                <c:pt idx="3804">
                  <c:v>0.16918518518518519</c:v>
                </c:pt>
                <c:pt idx="3805">
                  <c:v>0.16918518518518519</c:v>
                </c:pt>
                <c:pt idx="3806">
                  <c:v>0.16918518518518519</c:v>
                </c:pt>
                <c:pt idx="3807">
                  <c:v>0.16933333333333334</c:v>
                </c:pt>
                <c:pt idx="3808">
                  <c:v>0.16933333333333334</c:v>
                </c:pt>
                <c:pt idx="3809">
                  <c:v>0.16948148148148148</c:v>
                </c:pt>
                <c:pt idx="3810">
                  <c:v>0.16948148148148148</c:v>
                </c:pt>
                <c:pt idx="3811">
                  <c:v>0.16948148148148148</c:v>
                </c:pt>
                <c:pt idx="3812">
                  <c:v>0.16962962962962963</c:v>
                </c:pt>
                <c:pt idx="3813">
                  <c:v>0.16962962962962963</c:v>
                </c:pt>
                <c:pt idx="3814">
                  <c:v>0.16962962962962963</c:v>
                </c:pt>
                <c:pt idx="3815">
                  <c:v>0.16962962962962963</c:v>
                </c:pt>
                <c:pt idx="3816">
                  <c:v>0.16977777777777778</c:v>
                </c:pt>
                <c:pt idx="3817">
                  <c:v>0.16977777777777778</c:v>
                </c:pt>
                <c:pt idx="3818">
                  <c:v>0.16977777777777778</c:v>
                </c:pt>
                <c:pt idx="3819">
                  <c:v>0.16977777777777778</c:v>
                </c:pt>
                <c:pt idx="3820">
                  <c:v>0.16977777777777778</c:v>
                </c:pt>
                <c:pt idx="3821">
                  <c:v>0.16977777777777778</c:v>
                </c:pt>
                <c:pt idx="3822">
                  <c:v>0.16977777777777778</c:v>
                </c:pt>
                <c:pt idx="3823">
                  <c:v>0.16992592592592592</c:v>
                </c:pt>
                <c:pt idx="3824">
                  <c:v>0.16992592592592592</c:v>
                </c:pt>
                <c:pt idx="3825">
                  <c:v>0.16992592592592592</c:v>
                </c:pt>
                <c:pt idx="3826">
                  <c:v>0.16992592592592592</c:v>
                </c:pt>
                <c:pt idx="3827">
                  <c:v>0.17007407407407407</c:v>
                </c:pt>
                <c:pt idx="3828">
                  <c:v>0.17007407407407407</c:v>
                </c:pt>
                <c:pt idx="3829">
                  <c:v>0.17022222222222222</c:v>
                </c:pt>
                <c:pt idx="3830">
                  <c:v>0.17022222222222222</c:v>
                </c:pt>
                <c:pt idx="3831">
                  <c:v>0.17022222222222222</c:v>
                </c:pt>
                <c:pt idx="3832">
                  <c:v>0.17022222222222222</c:v>
                </c:pt>
                <c:pt idx="3833">
                  <c:v>0.17022222222222222</c:v>
                </c:pt>
                <c:pt idx="3834">
                  <c:v>0.17022222222222222</c:v>
                </c:pt>
                <c:pt idx="3835">
                  <c:v>0.17037037037037037</c:v>
                </c:pt>
                <c:pt idx="3836">
                  <c:v>0.17037037037037037</c:v>
                </c:pt>
                <c:pt idx="3837">
                  <c:v>0.17051851851851851</c:v>
                </c:pt>
                <c:pt idx="3838">
                  <c:v>0.17051851851851851</c:v>
                </c:pt>
                <c:pt idx="3839">
                  <c:v>0.17066666666666666</c:v>
                </c:pt>
                <c:pt idx="3840">
                  <c:v>0.17066666666666666</c:v>
                </c:pt>
                <c:pt idx="3841">
                  <c:v>0.17081481481481481</c:v>
                </c:pt>
                <c:pt idx="3842">
                  <c:v>0.17081481481481481</c:v>
                </c:pt>
                <c:pt idx="3843">
                  <c:v>0.17096296296296296</c:v>
                </c:pt>
                <c:pt idx="3844">
                  <c:v>0.17096296296296296</c:v>
                </c:pt>
                <c:pt idx="3845">
                  <c:v>0.17096296296296296</c:v>
                </c:pt>
                <c:pt idx="3846">
                  <c:v>0.17096296296296296</c:v>
                </c:pt>
                <c:pt idx="3847">
                  <c:v>0.17096296296296296</c:v>
                </c:pt>
                <c:pt idx="3848">
                  <c:v>0.17096296296296296</c:v>
                </c:pt>
                <c:pt idx="3849">
                  <c:v>0.1711111111111111</c:v>
                </c:pt>
                <c:pt idx="3850">
                  <c:v>0.1711111111111111</c:v>
                </c:pt>
                <c:pt idx="3851">
                  <c:v>0.1711111111111111</c:v>
                </c:pt>
                <c:pt idx="3852">
                  <c:v>0.1711111111111111</c:v>
                </c:pt>
                <c:pt idx="3853">
                  <c:v>0.17125925925925925</c:v>
                </c:pt>
                <c:pt idx="3854">
                  <c:v>0.17125925925925925</c:v>
                </c:pt>
                <c:pt idx="3855">
                  <c:v>0.1714074074074074</c:v>
                </c:pt>
                <c:pt idx="3856">
                  <c:v>0.1714074074074074</c:v>
                </c:pt>
                <c:pt idx="3857">
                  <c:v>0.1714074074074074</c:v>
                </c:pt>
                <c:pt idx="3858">
                  <c:v>0.17155555555555554</c:v>
                </c:pt>
                <c:pt idx="3859">
                  <c:v>0.17155555555555554</c:v>
                </c:pt>
                <c:pt idx="3860">
                  <c:v>0.17155555555555554</c:v>
                </c:pt>
                <c:pt idx="3861">
                  <c:v>0.17155555555555554</c:v>
                </c:pt>
                <c:pt idx="3862">
                  <c:v>0.17155555555555554</c:v>
                </c:pt>
                <c:pt idx="3863">
                  <c:v>0.17170370370370369</c:v>
                </c:pt>
                <c:pt idx="3864">
                  <c:v>0.17170370370370369</c:v>
                </c:pt>
                <c:pt idx="3865">
                  <c:v>0.17185185185185184</c:v>
                </c:pt>
                <c:pt idx="3866">
                  <c:v>0.17185185185185184</c:v>
                </c:pt>
                <c:pt idx="3867">
                  <c:v>0.17199999999999999</c:v>
                </c:pt>
                <c:pt idx="3868">
                  <c:v>0.17199999999999999</c:v>
                </c:pt>
                <c:pt idx="3869">
                  <c:v>0.17214814814814816</c:v>
                </c:pt>
                <c:pt idx="3870">
                  <c:v>0.17229629629629631</c:v>
                </c:pt>
                <c:pt idx="3871">
                  <c:v>0.17229629629629631</c:v>
                </c:pt>
                <c:pt idx="3872">
                  <c:v>0.17229629629629631</c:v>
                </c:pt>
                <c:pt idx="3873">
                  <c:v>0.17229629629629631</c:v>
                </c:pt>
                <c:pt idx="3874">
                  <c:v>0.17229629629629631</c:v>
                </c:pt>
                <c:pt idx="3875">
                  <c:v>0.17229629629629631</c:v>
                </c:pt>
                <c:pt idx="3876">
                  <c:v>0.17229629629629631</c:v>
                </c:pt>
                <c:pt idx="3877">
                  <c:v>0.17229629629629631</c:v>
                </c:pt>
                <c:pt idx="3878">
                  <c:v>0.17229629629629631</c:v>
                </c:pt>
                <c:pt idx="3879">
                  <c:v>0.17229629629629631</c:v>
                </c:pt>
                <c:pt idx="3880">
                  <c:v>0.17229629629629631</c:v>
                </c:pt>
                <c:pt idx="3881">
                  <c:v>0.17229629629629631</c:v>
                </c:pt>
                <c:pt idx="3882">
                  <c:v>0.17229629629629631</c:v>
                </c:pt>
                <c:pt idx="3883">
                  <c:v>0.17229629629629631</c:v>
                </c:pt>
                <c:pt idx="3884">
                  <c:v>0.17229629629629631</c:v>
                </c:pt>
                <c:pt idx="3885">
                  <c:v>0.17229629629629631</c:v>
                </c:pt>
                <c:pt idx="3886">
                  <c:v>0.17229629629629631</c:v>
                </c:pt>
                <c:pt idx="3887">
                  <c:v>0.17229629629629631</c:v>
                </c:pt>
                <c:pt idx="3888">
                  <c:v>0.17244444444444446</c:v>
                </c:pt>
                <c:pt idx="3889">
                  <c:v>0.1725925925925926</c:v>
                </c:pt>
                <c:pt idx="3890">
                  <c:v>0.1725925925925926</c:v>
                </c:pt>
                <c:pt idx="3891">
                  <c:v>0.1725925925925926</c:v>
                </c:pt>
                <c:pt idx="3892">
                  <c:v>0.1725925925925926</c:v>
                </c:pt>
                <c:pt idx="3893">
                  <c:v>0.17274074074074075</c:v>
                </c:pt>
                <c:pt idx="3894">
                  <c:v>0.1728888888888889</c:v>
                </c:pt>
                <c:pt idx="3895">
                  <c:v>0.1728888888888889</c:v>
                </c:pt>
                <c:pt idx="3896">
                  <c:v>0.1728888888888889</c:v>
                </c:pt>
                <c:pt idx="3897">
                  <c:v>0.1728888888888889</c:v>
                </c:pt>
                <c:pt idx="3898">
                  <c:v>0.1728888888888889</c:v>
                </c:pt>
                <c:pt idx="3899">
                  <c:v>0.1728888888888889</c:v>
                </c:pt>
                <c:pt idx="3900">
                  <c:v>0.1728888888888889</c:v>
                </c:pt>
                <c:pt idx="3901">
                  <c:v>0.17303703703703704</c:v>
                </c:pt>
                <c:pt idx="3902">
                  <c:v>0.17303703703703704</c:v>
                </c:pt>
                <c:pt idx="3903">
                  <c:v>0.17303703703703704</c:v>
                </c:pt>
                <c:pt idx="3904">
                  <c:v>0.17303703703703704</c:v>
                </c:pt>
                <c:pt idx="3905">
                  <c:v>0.17303703703703704</c:v>
                </c:pt>
                <c:pt idx="3906">
                  <c:v>0.17303703703703704</c:v>
                </c:pt>
                <c:pt idx="3907">
                  <c:v>0.17318518518518519</c:v>
                </c:pt>
                <c:pt idx="3908">
                  <c:v>0.17318518518518519</c:v>
                </c:pt>
                <c:pt idx="3909">
                  <c:v>0.17333333333333334</c:v>
                </c:pt>
                <c:pt idx="3910">
                  <c:v>0.17333333333333334</c:v>
                </c:pt>
                <c:pt idx="3911">
                  <c:v>0.17348148148148149</c:v>
                </c:pt>
                <c:pt idx="3912">
                  <c:v>0.17362962962962963</c:v>
                </c:pt>
                <c:pt idx="3913">
                  <c:v>0.17377777777777778</c:v>
                </c:pt>
                <c:pt idx="3914">
                  <c:v>0.17392592592592593</c:v>
                </c:pt>
                <c:pt idx="3915">
                  <c:v>0.17407407407407408</c:v>
                </c:pt>
                <c:pt idx="3916">
                  <c:v>0.17422222222222222</c:v>
                </c:pt>
                <c:pt idx="3917">
                  <c:v>0.17422222222222222</c:v>
                </c:pt>
                <c:pt idx="3918">
                  <c:v>0.17422222222222222</c:v>
                </c:pt>
                <c:pt idx="3919">
                  <c:v>0.17422222222222222</c:v>
                </c:pt>
                <c:pt idx="3920">
                  <c:v>0.17422222222222222</c:v>
                </c:pt>
                <c:pt idx="3921">
                  <c:v>0.17422222222222222</c:v>
                </c:pt>
                <c:pt idx="3922">
                  <c:v>0.17422222222222222</c:v>
                </c:pt>
                <c:pt idx="3923">
                  <c:v>0.17437037037037037</c:v>
                </c:pt>
                <c:pt idx="3924">
                  <c:v>0.17437037037037037</c:v>
                </c:pt>
                <c:pt idx="3925">
                  <c:v>0.17437037037037037</c:v>
                </c:pt>
                <c:pt idx="3926">
                  <c:v>0.17437037037037037</c:v>
                </c:pt>
                <c:pt idx="3927">
                  <c:v>0.17451851851851852</c:v>
                </c:pt>
                <c:pt idx="3928">
                  <c:v>0.17466666666666666</c:v>
                </c:pt>
                <c:pt idx="3929">
                  <c:v>0.17466666666666666</c:v>
                </c:pt>
                <c:pt idx="3930">
                  <c:v>0.17481481481481481</c:v>
                </c:pt>
                <c:pt idx="3931">
                  <c:v>0.17496296296296296</c:v>
                </c:pt>
                <c:pt idx="3932">
                  <c:v>0.17496296296296296</c:v>
                </c:pt>
                <c:pt idx="3933">
                  <c:v>0.17511111111111111</c:v>
                </c:pt>
                <c:pt idx="3934">
                  <c:v>0.17511111111111111</c:v>
                </c:pt>
                <c:pt idx="3935">
                  <c:v>0.17511111111111111</c:v>
                </c:pt>
                <c:pt idx="3936">
                  <c:v>0.17511111111111111</c:v>
                </c:pt>
                <c:pt idx="3937">
                  <c:v>0.17525925925925925</c:v>
                </c:pt>
                <c:pt idx="3938">
                  <c:v>0.17525925925925925</c:v>
                </c:pt>
                <c:pt idx="3939">
                  <c:v>0.1754074074074074</c:v>
                </c:pt>
                <c:pt idx="3940">
                  <c:v>0.1754074074074074</c:v>
                </c:pt>
                <c:pt idx="3941">
                  <c:v>0.17555555555555555</c:v>
                </c:pt>
                <c:pt idx="3942">
                  <c:v>0.17555555555555555</c:v>
                </c:pt>
                <c:pt idx="3943">
                  <c:v>0.17555555555555555</c:v>
                </c:pt>
                <c:pt idx="3944">
                  <c:v>0.1757037037037037</c:v>
                </c:pt>
                <c:pt idx="3945">
                  <c:v>0.1757037037037037</c:v>
                </c:pt>
                <c:pt idx="3946">
                  <c:v>0.1757037037037037</c:v>
                </c:pt>
                <c:pt idx="3947">
                  <c:v>0.1757037037037037</c:v>
                </c:pt>
                <c:pt idx="3948">
                  <c:v>0.1757037037037037</c:v>
                </c:pt>
                <c:pt idx="3949">
                  <c:v>0.1757037037037037</c:v>
                </c:pt>
                <c:pt idx="3950">
                  <c:v>0.1757037037037037</c:v>
                </c:pt>
                <c:pt idx="3951">
                  <c:v>0.1757037037037037</c:v>
                </c:pt>
                <c:pt idx="3952">
                  <c:v>0.17585185185185184</c:v>
                </c:pt>
                <c:pt idx="3953">
                  <c:v>0.17599999999999999</c:v>
                </c:pt>
                <c:pt idx="3954">
                  <c:v>0.17614814814814814</c:v>
                </c:pt>
                <c:pt idx="3955">
                  <c:v>0.17614814814814814</c:v>
                </c:pt>
                <c:pt idx="3956">
                  <c:v>0.17614814814814814</c:v>
                </c:pt>
                <c:pt idx="3957">
                  <c:v>0.17614814814814814</c:v>
                </c:pt>
                <c:pt idx="3958">
                  <c:v>0.17629629629629628</c:v>
                </c:pt>
                <c:pt idx="3959">
                  <c:v>0.17629629629629628</c:v>
                </c:pt>
                <c:pt idx="3960">
                  <c:v>0.17644444444444443</c:v>
                </c:pt>
                <c:pt idx="3961">
                  <c:v>0.17644444444444443</c:v>
                </c:pt>
                <c:pt idx="3962">
                  <c:v>0.17644444444444443</c:v>
                </c:pt>
                <c:pt idx="3963">
                  <c:v>0.17644444444444443</c:v>
                </c:pt>
                <c:pt idx="3964">
                  <c:v>0.17644444444444443</c:v>
                </c:pt>
                <c:pt idx="3965">
                  <c:v>0.17644444444444443</c:v>
                </c:pt>
                <c:pt idx="3966">
                  <c:v>0.17644444444444443</c:v>
                </c:pt>
                <c:pt idx="3967">
                  <c:v>0.17659259259259258</c:v>
                </c:pt>
                <c:pt idx="3968">
                  <c:v>0.17659259259259258</c:v>
                </c:pt>
                <c:pt idx="3969">
                  <c:v>0.17659259259259258</c:v>
                </c:pt>
                <c:pt idx="3970">
                  <c:v>0.17659259259259258</c:v>
                </c:pt>
                <c:pt idx="3971">
                  <c:v>0.17659259259259258</c:v>
                </c:pt>
                <c:pt idx="3972">
                  <c:v>0.17674074074074075</c:v>
                </c:pt>
                <c:pt idx="3973">
                  <c:v>0.17674074074074075</c:v>
                </c:pt>
                <c:pt idx="3974">
                  <c:v>0.17674074074074075</c:v>
                </c:pt>
                <c:pt idx="3975">
                  <c:v>0.1768888888888889</c:v>
                </c:pt>
                <c:pt idx="3976">
                  <c:v>0.17703703703703705</c:v>
                </c:pt>
                <c:pt idx="3977">
                  <c:v>0.1771851851851852</c:v>
                </c:pt>
                <c:pt idx="3978">
                  <c:v>0.1771851851851852</c:v>
                </c:pt>
                <c:pt idx="3979">
                  <c:v>0.1771851851851852</c:v>
                </c:pt>
                <c:pt idx="3980">
                  <c:v>0.17733333333333334</c:v>
                </c:pt>
                <c:pt idx="3981">
                  <c:v>0.17748148148148149</c:v>
                </c:pt>
                <c:pt idx="3982">
                  <c:v>0.17748148148148149</c:v>
                </c:pt>
                <c:pt idx="3983">
                  <c:v>0.17748148148148149</c:v>
                </c:pt>
                <c:pt idx="3984">
                  <c:v>0.17748148148148149</c:v>
                </c:pt>
                <c:pt idx="3985">
                  <c:v>0.17762962962962964</c:v>
                </c:pt>
                <c:pt idx="3986">
                  <c:v>0.17777777777777778</c:v>
                </c:pt>
                <c:pt idx="3987">
                  <c:v>0.17777777777777778</c:v>
                </c:pt>
                <c:pt idx="3988">
                  <c:v>0.17777777777777778</c:v>
                </c:pt>
                <c:pt idx="3989">
                  <c:v>0.17777777777777778</c:v>
                </c:pt>
                <c:pt idx="3990">
                  <c:v>0.17777777777777778</c:v>
                </c:pt>
                <c:pt idx="3991">
                  <c:v>0.17792592592592593</c:v>
                </c:pt>
                <c:pt idx="3992">
                  <c:v>0.17792592592592593</c:v>
                </c:pt>
                <c:pt idx="3993">
                  <c:v>0.17792592592592593</c:v>
                </c:pt>
                <c:pt idx="3994">
                  <c:v>0.17807407407407408</c:v>
                </c:pt>
                <c:pt idx="3995">
                  <c:v>0.17807407407407408</c:v>
                </c:pt>
                <c:pt idx="3996">
                  <c:v>0.17807407407407408</c:v>
                </c:pt>
                <c:pt idx="3997">
                  <c:v>0.17807407407407408</c:v>
                </c:pt>
                <c:pt idx="3998">
                  <c:v>0.17822222222222223</c:v>
                </c:pt>
                <c:pt idx="3999">
                  <c:v>0.17822222222222223</c:v>
                </c:pt>
                <c:pt idx="4000">
                  <c:v>0.17822222222222223</c:v>
                </c:pt>
                <c:pt idx="4001">
                  <c:v>0.17837037037037037</c:v>
                </c:pt>
                <c:pt idx="4002">
                  <c:v>0.17851851851851852</c:v>
                </c:pt>
                <c:pt idx="4003">
                  <c:v>0.17851851851851852</c:v>
                </c:pt>
                <c:pt idx="4004">
                  <c:v>0.17851851851851852</c:v>
                </c:pt>
                <c:pt idx="4005">
                  <c:v>0.17866666666666667</c:v>
                </c:pt>
                <c:pt idx="4006">
                  <c:v>0.17866666666666667</c:v>
                </c:pt>
                <c:pt idx="4007">
                  <c:v>0.17866666666666667</c:v>
                </c:pt>
                <c:pt idx="4008">
                  <c:v>0.17881481481481482</c:v>
                </c:pt>
                <c:pt idx="4009">
                  <c:v>0.17896296296296296</c:v>
                </c:pt>
                <c:pt idx="4010">
                  <c:v>0.17896296296296296</c:v>
                </c:pt>
                <c:pt idx="4011">
                  <c:v>0.17896296296296296</c:v>
                </c:pt>
                <c:pt idx="4012">
                  <c:v>0.17911111111111111</c:v>
                </c:pt>
                <c:pt idx="4013">
                  <c:v>0.17911111111111111</c:v>
                </c:pt>
                <c:pt idx="4014">
                  <c:v>0.17925925925925926</c:v>
                </c:pt>
                <c:pt idx="4015">
                  <c:v>0.17925925925925926</c:v>
                </c:pt>
                <c:pt idx="4016">
                  <c:v>0.1794074074074074</c:v>
                </c:pt>
                <c:pt idx="4017">
                  <c:v>0.1794074074074074</c:v>
                </c:pt>
                <c:pt idx="4018">
                  <c:v>0.17955555555555555</c:v>
                </c:pt>
                <c:pt idx="4019">
                  <c:v>0.17955555555555555</c:v>
                </c:pt>
                <c:pt idx="4020">
                  <c:v>0.17955555555555555</c:v>
                </c:pt>
                <c:pt idx="4021">
                  <c:v>0.17955555555555555</c:v>
                </c:pt>
                <c:pt idx="4022">
                  <c:v>0.17955555555555555</c:v>
                </c:pt>
                <c:pt idx="4023">
                  <c:v>0.17955555555555555</c:v>
                </c:pt>
                <c:pt idx="4024">
                  <c:v>0.17955555555555555</c:v>
                </c:pt>
                <c:pt idx="4025">
                  <c:v>0.17955555555555555</c:v>
                </c:pt>
                <c:pt idx="4026">
                  <c:v>0.1797037037037037</c:v>
                </c:pt>
                <c:pt idx="4027">
                  <c:v>0.1797037037037037</c:v>
                </c:pt>
                <c:pt idx="4028">
                  <c:v>0.1797037037037037</c:v>
                </c:pt>
                <c:pt idx="4029">
                  <c:v>0.17985185185185185</c:v>
                </c:pt>
                <c:pt idx="4030">
                  <c:v>0.17985185185185185</c:v>
                </c:pt>
                <c:pt idx="4031">
                  <c:v>0.17985185185185185</c:v>
                </c:pt>
                <c:pt idx="4032">
                  <c:v>0.17985185185185185</c:v>
                </c:pt>
                <c:pt idx="4033">
                  <c:v>0.17985185185185185</c:v>
                </c:pt>
                <c:pt idx="4034">
                  <c:v>0.17985185185185185</c:v>
                </c:pt>
                <c:pt idx="4035">
                  <c:v>0.17985185185185185</c:v>
                </c:pt>
                <c:pt idx="4036">
                  <c:v>0.17985185185185185</c:v>
                </c:pt>
                <c:pt idx="4037">
                  <c:v>0.18</c:v>
                </c:pt>
                <c:pt idx="4038">
                  <c:v>0.18</c:v>
                </c:pt>
                <c:pt idx="4039">
                  <c:v>0.18</c:v>
                </c:pt>
                <c:pt idx="4040">
                  <c:v>0.18</c:v>
                </c:pt>
                <c:pt idx="4041">
                  <c:v>0.18</c:v>
                </c:pt>
                <c:pt idx="4042">
                  <c:v>0.18</c:v>
                </c:pt>
                <c:pt idx="4043">
                  <c:v>0.18</c:v>
                </c:pt>
                <c:pt idx="4044">
                  <c:v>0.18</c:v>
                </c:pt>
                <c:pt idx="4045">
                  <c:v>0.18014814814814814</c:v>
                </c:pt>
                <c:pt idx="4046">
                  <c:v>0.18029629629629629</c:v>
                </c:pt>
                <c:pt idx="4047">
                  <c:v>0.18044444444444444</c:v>
                </c:pt>
                <c:pt idx="4048">
                  <c:v>0.18059259259259258</c:v>
                </c:pt>
                <c:pt idx="4049">
                  <c:v>0.18074074074074073</c:v>
                </c:pt>
                <c:pt idx="4050">
                  <c:v>0.18074074074074073</c:v>
                </c:pt>
                <c:pt idx="4051">
                  <c:v>0.18088888888888888</c:v>
                </c:pt>
                <c:pt idx="4052">
                  <c:v>0.18103703703703702</c:v>
                </c:pt>
                <c:pt idx="4053">
                  <c:v>0.18103703703703702</c:v>
                </c:pt>
                <c:pt idx="4054">
                  <c:v>0.18103703703703702</c:v>
                </c:pt>
                <c:pt idx="4055">
                  <c:v>0.18103703703703702</c:v>
                </c:pt>
                <c:pt idx="4056">
                  <c:v>0.18118518518518517</c:v>
                </c:pt>
                <c:pt idx="4057">
                  <c:v>0.18118518518518517</c:v>
                </c:pt>
                <c:pt idx="4058">
                  <c:v>0.18118518518518517</c:v>
                </c:pt>
                <c:pt idx="4059">
                  <c:v>0.18118518518518517</c:v>
                </c:pt>
                <c:pt idx="4060">
                  <c:v>0.18118518518518517</c:v>
                </c:pt>
                <c:pt idx="4061">
                  <c:v>0.18118518518518517</c:v>
                </c:pt>
                <c:pt idx="4062">
                  <c:v>0.18133333333333335</c:v>
                </c:pt>
                <c:pt idx="4063">
                  <c:v>0.18148148148148149</c:v>
                </c:pt>
                <c:pt idx="4064">
                  <c:v>0.18148148148148149</c:v>
                </c:pt>
                <c:pt idx="4065">
                  <c:v>0.18162962962962964</c:v>
                </c:pt>
                <c:pt idx="4066">
                  <c:v>0.18162962962962964</c:v>
                </c:pt>
                <c:pt idx="4067">
                  <c:v>0.18162962962962964</c:v>
                </c:pt>
                <c:pt idx="4068">
                  <c:v>0.18162962962962964</c:v>
                </c:pt>
                <c:pt idx="4069">
                  <c:v>0.18162962962962964</c:v>
                </c:pt>
                <c:pt idx="4070">
                  <c:v>0.18162962962962964</c:v>
                </c:pt>
                <c:pt idx="4071">
                  <c:v>0.18162962962962964</c:v>
                </c:pt>
                <c:pt idx="4072">
                  <c:v>0.18162962962962964</c:v>
                </c:pt>
                <c:pt idx="4073">
                  <c:v>0.18177777777777779</c:v>
                </c:pt>
                <c:pt idx="4074">
                  <c:v>0.18177777777777779</c:v>
                </c:pt>
                <c:pt idx="4075">
                  <c:v>0.18177777777777779</c:v>
                </c:pt>
                <c:pt idx="4076">
                  <c:v>0.18177777777777779</c:v>
                </c:pt>
                <c:pt idx="4077">
                  <c:v>0.18192592592592594</c:v>
                </c:pt>
                <c:pt idx="4078">
                  <c:v>0.18192592592592594</c:v>
                </c:pt>
                <c:pt idx="4079">
                  <c:v>0.18192592592592594</c:v>
                </c:pt>
                <c:pt idx="4080">
                  <c:v>0.18207407407407408</c:v>
                </c:pt>
                <c:pt idx="4081">
                  <c:v>0.18207407407407408</c:v>
                </c:pt>
                <c:pt idx="4082">
                  <c:v>0.18207407407407408</c:v>
                </c:pt>
                <c:pt idx="4083">
                  <c:v>0.18207407407407408</c:v>
                </c:pt>
                <c:pt idx="4084">
                  <c:v>0.18222222222222223</c:v>
                </c:pt>
                <c:pt idx="4085">
                  <c:v>0.18222222222222223</c:v>
                </c:pt>
                <c:pt idx="4086">
                  <c:v>0.18222222222222223</c:v>
                </c:pt>
                <c:pt idx="4087">
                  <c:v>0.18222222222222223</c:v>
                </c:pt>
                <c:pt idx="4088">
                  <c:v>0.18237037037037038</c:v>
                </c:pt>
                <c:pt idx="4089">
                  <c:v>0.18237037037037038</c:v>
                </c:pt>
                <c:pt idx="4090">
                  <c:v>0.18237037037037038</c:v>
                </c:pt>
                <c:pt idx="4091">
                  <c:v>0.18251851851851852</c:v>
                </c:pt>
                <c:pt idx="4092">
                  <c:v>0.18251851851851852</c:v>
                </c:pt>
                <c:pt idx="4093">
                  <c:v>0.18251851851851852</c:v>
                </c:pt>
                <c:pt idx="4094">
                  <c:v>0.18251851851851852</c:v>
                </c:pt>
                <c:pt idx="4095">
                  <c:v>0.18266666666666667</c:v>
                </c:pt>
                <c:pt idx="4096">
                  <c:v>0.18266666666666667</c:v>
                </c:pt>
                <c:pt idx="4097">
                  <c:v>0.18266666666666667</c:v>
                </c:pt>
                <c:pt idx="4098">
                  <c:v>0.18266666666666667</c:v>
                </c:pt>
                <c:pt idx="4099">
                  <c:v>0.18281481481481482</c:v>
                </c:pt>
                <c:pt idx="4100">
                  <c:v>0.18296296296296297</c:v>
                </c:pt>
                <c:pt idx="4101">
                  <c:v>0.18296296296296297</c:v>
                </c:pt>
                <c:pt idx="4102">
                  <c:v>0.18311111111111111</c:v>
                </c:pt>
                <c:pt idx="4103">
                  <c:v>0.18325925925925926</c:v>
                </c:pt>
                <c:pt idx="4104">
                  <c:v>0.18325925925925926</c:v>
                </c:pt>
                <c:pt idx="4105">
                  <c:v>0.18325925925925926</c:v>
                </c:pt>
                <c:pt idx="4106">
                  <c:v>0.18325925925925926</c:v>
                </c:pt>
                <c:pt idx="4107">
                  <c:v>0.18340740740740741</c:v>
                </c:pt>
                <c:pt idx="4108">
                  <c:v>0.18340740740740741</c:v>
                </c:pt>
                <c:pt idx="4109">
                  <c:v>0.18340740740740741</c:v>
                </c:pt>
                <c:pt idx="4110">
                  <c:v>0.18340740740740741</c:v>
                </c:pt>
                <c:pt idx="4111">
                  <c:v>0.18355555555555556</c:v>
                </c:pt>
                <c:pt idx="4112">
                  <c:v>0.18355555555555556</c:v>
                </c:pt>
                <c:pt idx="4113">
                  <c:v>0.18355555555555556</c:v>
                </c:pt>
                <c:pt idx="4114">
                  <c:v>0.18355555555555556</c:v>
                </c:pt>
                <c:pt idx="4115">
                  <c:v>0.18355555555555556</c:v>
                </c:pt>
                <c:pt idx="4116">
                  <c:v>0.18355555555555556</c:v>
                </c:pt>
                <c:pt idx="4117">
                  <c:v>0.18355555555555556</c:v>
                </c:pt>
                <c:pt idx="4118">
                  <c:v>0.1837037037037037</c:v>
                </c:pt>
                <c:pt idx="4119">
                  <c:v>0.1837037037037037</c:v>
                </c:pt>
                <c:pt idx="4120">
                  <c:v>0.1837037037037037</c:v>
                </c:pt>
                <c:pt idx="4121">
                  <c:v>0.1837037037037037</c:v>
                </c:pt>
                <c:pt idx="4122">
                  <c:v>0.1837037037037037</c:v>
                </c:pt>
                <c:pt idx="4123">
                  <c:v>0.1837037037037037</c:v>
                </c:pt>
                <c:pt idx="4124">
                  <c:v>0.1837037037037037</c:v>
                </c:pt>
                <c:pt idx="4125">
                  <c:v>0.1837037037037037</c:v>
                </c:pt>
                <c:pt idx="4126">
                  <c:v>0.1837037037037037</c:v>
                </c:pt>
                <c:pt idx="4127">
                  <c:v>0.1837037037037037</c:v>
                </c:pt>
                <c:pt idx="4128">
                  <c:v>0.1837037037037037</c:v>
                </c:pt>
                <c:pt idx="4129">
                  <c:v>0.1837037037037037</c:v>
                </c:pt>
                <c:pt idx="4130">
                  <c:v>0.18385185185185185</c:v>
                </c:pt>
                <c:pt idx="4131">
                  <c:v>0.184</c:v>
                </c:pt>
                <c:pt idx="4132">
                  <c:v>0.184</c:v>
                </c:pt>
                <c:pt idx="4133">
                  <c:v>0.184</c:v>
                </c:pt>
                <c:pt idx="4134">
                  <c:v>0.18414814814814814</c:v>
                </c:pt>
                <c:pt idx="4135">
                  <c:v>0.18414814814814814</c:v>
                </c:pt>
                <c:pt idx="4136">
                  <c:v>0.18414814814814814</c:v>
                </c:pt>
                <c:pt idx="4137">
                  <c:v>0.18414814814814814</c:v>
                </c:pt>
                <c:pt idx="4138">
                  <c:v>0.18414814814814814</c:v>
                </c:pt>
                <c:pt idx="4139">
                  <c:v>0.18429629629629629</c:v>
                </c:pt>
                <c:pt idx="4140">
                  <c:v>0.18444444444444444</c:v>
                </c:pt>
                <c:pt idx="4141">
                  <c:v>0.18459259259259259</c:v>
                </c:pt>
                <c:pt idx="4142">
                  <c:v>0.18459259259259259</c:v>
                </c:pt>
                <c:pt idx="4143">
                  <c:v>0.18459259259259259</c:v>
                </c:pt>
                <c:pt idx="4144">
                  <c:v>0.18459259259259259</c:v>
                </c:pt>
                <c:pt idx="4145">
                  <c:v>0.18459259259259259</c:v>
                </c:pt>
                <c:pt idx="4146">
                  <c:v>0.18459259259259259</c:v>
                </c:pt>
                <c:pt idx="4147">
                  <c:v>0.18474074074074073</c:v>
                </c:pt>
                <c:pt idx="4148">
                  <c:v>0.18474074074074073</c:v>
                </c:pt>
                <c:pt idx="4149">
                  <c:v>0.18488888888888888</c:v>
                </c:pt>
                <c:pt idx="4150">
                  <c:v>0.18488888888888888</c:v>
                </c:pt>
                <c:pt idx="4151">
                  <c:v>0.18488888888888888</c:v>
                </c:pt>
                <c:pt idx="4152">
                  <c:v>0.18488888888888888</c:v>
                </c:pt>
                <c:pt idx="4153">
                  <c:v>0.18503703703703703</c:v>
                </c:pt>
                <c:pt idx="4154">
                  <c:v>0.18503703703703703</c:v>
                </c:pt>
                <c:pt idx="4155">
                  <c:v>0.18503703703703703</c:v>
                </c:pt>
                <c:pt idx="4156">
                  <c:v>0.18518518518518517</c:v>
                </c:pt>
                <c:pt idx="4157">
                  <c:v>0.18533333333333332</c:v>
                </c:pt>
                <c:pt idx="4158">
                  <c:v>0.18533333333333332</c:v>
                </c:pt>
                <c:pt idx="4159">
                  <c:v>0.18533333333333332</c:v>
                </c:pt>
                <c:pt idx="4160">
                  <c:v>0.18533333333333332</c:v>
                </c:pt>
                <c:pt idx="4161">
                  <c:v>0.18533333333333332</c:v>
                </c:pt>
                <c:pt idx="4162">
                  <c:v>0.18533333333333332</c:v>
                </c:pt>
                <c:pt idx="4163">
                  <c:v>0.18548148148148147</c:v>
                </c:pt>
                <c:pt idx="4164">
                  <c:v>0.18548148148148147</c:v>
                </c:pt>
                <c:pt idx="4165">
                  <c:v>0.18562962962962962</c:v>
                </c:pt>
                <c:pt idx="4166">
                  <c:v>0.18562962962962962</c:v>
                </c:pt>
                <c:pt idx="4167">
                  <c:v>0.18577777777777776</c:v>
                </c:pt>
                <c:pt idx="4168">
                  <c:v>0.18577777777777776</c:v>
                </c:pt>
                <c:pt idx="4169">
                  <c:v>0.18592592592592594</c:v>
                </c:pt>
                <c:pt idx="4170">
                  <c:v>0.18592592592592594</c:v>
                </c:pt>
                <c:pt idx="4171">
                  <c:v>0.18592592592592594</c:v>
                </c:pt>
                <c:pt idx="4172">
                  <c:v>0.18592592592592594</c:v>
                </c:pt>
                <c:pt idx="4173">
                  <c:v>0.18607407407407409</c:v>
                </c:pt>
                <c:pt idx="4174">
                  <c:v>0.18607407407407409</c:v>
                </c:pt>
                <c:pt idx="4175">
                  <c:v>0.18622222222222223</c:v>
                </c:pt>
                <c:pt idx="4176">
                  <c:v>0.18637037037037038</c:v>
                </c:pt>
                <c:pt idx="4177">
                  <c:v>0.18637037037037038</c:v>
                </c:pt>
                <c:pt idx="4178">
                  <c:v>0.18651851851851853</c:v>
                </c:pt>
                <c:pt idx="4179">
                  <c:v>0.18651851851851853</c:v>
                </c:pt>
                <c:pt idx="4180">
                  <c:v>0.18666666666666668</c:v>
                </c:pt>
                <c:pt idx="4181">
                  <c:v>0.18666666666666668</c:v>
                </c:pt>
                <c:pt idx="4182">
                  <c:v>0.18666666666666668</c:v>
                </c:pt>
                <c:pt idx="4183">
                  <c:v>0.18666666666666668</c:v>
                </c:pt>
                <c:pt idx="4184">
                  <c:v>0.18681481481481482</c:v>
                </c:pt>
                <c:pt idx="4185">
                  <c:v>0.18681481481481482</c:v>
                </c:pt>
                <c:pt idx="4186">
                  <c:v>0.18681481481481482</c:v>
                </c:pt>
                <c:pt idx="4187">
                  <c:v>0.18681481481481482</c:v>
                </c:pt>
                <c:pt idx="4188">
                  <c:v>0.18681481481481482</c:v>
                </c:pt>
                <c:pt idx="4189">
                  <c:v>0.18696296296296297</c:v>
                </c:pt>
                <c:pt idx="4190">
                  <c:v>0.18696296296296297</c:v>
                </c:pt>
                <c:pt idx="4191">
                  <c:v>0.18696296296296297</c:v>
                </c:pt>
                <c:pt idx="4192">
                  <c:v>0.18696296296296297</c:v>
                </c:pt>
                <c:pt idx="4193">
                  <c:v>0.18696296296296297</c:v>
                </c:pt>
                <c:pt idx="4194">
                  <c:v>0.18696296296296297</c:v>
                </c:pt>
                <c:pt idx="4195">
                  <c:v>0.18711111111111112</c:v>
                </c:pt>
                <c:pt idx="4196">
                  <c:v>0.18711111111111112</c:v>
                </c:pt>
                <c:pt idx="4197">
                  <c:v>0.18725925925925926</c:v>
                </c:pt>
                <c:pt idx="4198">
                  <c:v>0.18740740740740741</c:v>
                </c:pt>
                <c:pt idx="4199">
                  <c:v>0.18740740740740741</c:v>
                </c:pt>
                <c:pt idx="4200">
                  <c:v>0.18740740740740741</c:v>
                </c:pt>
                <c:pt idx="4201">
                  <c:v>0.18740740740740741</c:v>
                </c:pt>
                <c:pt idx="4202">
                  <c:v>0.18740740740740741</c:v>
                </c:pt>
                <c:pt idx="4203">
                  <c:v>0.18755555555555556</c:v>
                </c:pt>
                <c:pt idx="4204">
                  <c:v>0.18755555555555556</c:v>
                </c:pt>
                <c:pt idx="4205">
                  <c:v>0.18770370370370371</c:v>
                </c:pt>
                <c:pt idx="4206">
                  <c:v>0.18770370370370371</c:v>
                </c:pt>
                <c:pt idx="4207">
                  <c:v>0.18770370370370371</c:v>
                </c:pt>
                <c:pt idx="4208">
                  <c:v>0.18785185185185185</c:v>
                </c:pt>
                <c:pt idx="4209">
                  <c:v>0.18785185185185185</c:v>
                </c:pt>
                <c:pt idx="4210">
                  <c:v>0.18785185185185185</c:v>
                </c:pt>
                <c:pt idx="4211">
                  <c:v>0.18785185185185185</c:v>
                </c:pt>
                <c:pt idx="4212">
                  <c:v>0.18785185185185185</c:v>
                </c:pt>
                <c:pt idx="4213">
                  <c:v>0.188</c:v>
                </c:pt>
                <c:pt idx="4214">
                  <c:v>0.18814814814814815</c:v>
                </c:pt>
                <c:pt idx="4215">
                  <c:v>0.18814814814814815</c:v>
                </c:pt>
                <c:pt idx="4216">
                  <c:v>0.18814814814814815</c:v>
                </c:pt>
                <c:pt idx="4217">
                  <c:v>0.18829629629629629</c:v>
                </c:pt>
                <c:pt idx="4218">
                  <c:v>0.18844444444444444</c:v>
                </c:pt>
                <c:pt idx="4219">
                  <c:v>0.18859259259259259</c:v>
                </c:pt>
                <c:pt idx="4220">
                  <c:v>0.18859259259259259</c:v>
                </c:pt>
                <c:pt idx="4221">
                  <c:v>0.18874074074074074</c:v>
                </c:pt>
                <c:pt idx="4222">
                  <c:v>0.18874074074074074</c:v>
                </c:pt>
                <c:pt idx="4223">
                  <c:v>0.18874074074074074</c:v>
                </c:pt>
                <c:pt idx="4224">
                  <c:v>0.18874074074074074</c:v>
                </c:pt>
                <c:pt idx="4225">
                  <c:v>0.18874074074074074</c:v>
                </c:pt>
                <c:pt idx="4226">
                  <c:v>0.18888888888888888</c:v>
                </c:pt>
                <c:pt idx="4227">
                  <c:v>0.18888888888888888</c:v>
                </c:pt>
                <c:pt idx="4228">
                  <c:v>0.18903703703703703</c:v>
                </c:pt>
                <c:pt idx="4229">
                  <c:v>0.18903703703703703</c:v>
                </c:pt>
                <c:pt idx="4230">
                  <c:v>0.18903703703703703</c:v>
                </c:pt>
                <c:pt idx="4231">
                  <c:v>0.18918518518518518</c:v>
                </c:pt>
                <c:pt idx="4232">
                  <c:v>0.18918518518518518</c:v>
                </c:pt>
                <c:pt idx="4233">
                  <c:v>0.18918518518518518</c:v>
                </c:pt>
                <c:pt idx="4234">
                  <c:v>0.18918518518518518</c:v>
                </c:pt>
                <c:pt idx="4235">
                  <c:v>0.18918518518518518</c:v>
                </c:pt>
                <c:pt idx="4236">
                  <c:v>0.18918518518518518</c:v>
                </c:pt>
                <c:pt idx="4237">
                  <c:v>0.18918518518518518</c:v>
                </c:pt>
                <c:pt idx="4238">
                  <c:v>0.18933333333333333</c:v>
                </c:pt>
                <c:pt idx="4239">
                  <c:v>0.18948148148148147</c:v>
                </c:pt>
                <c:pt idx="4240">
                  <c:v>0.18948148148148147</c:v>
                </c:pt>
                <c:pt idx="4241">
                  <c:v>0.18948148148148147</c:v>
                </c:pt>
                <c:pt idx="4242">
                  <c:v>0.18962962962962962</c:v>
                </c:pt>
                <c:pt idx="4243">
                  <c:v>0.18962962962962962</c:v>
                </c:pt>
                <c:pt idx="4244">
                  <c:v>0.18962962962962962</c:v>
                </c:pt>
                <c:pt idx="4245">
                  <c:v>0.18977777777777777</c:v>
                </c:pt>
                <c:pt idx="4246">
                  <c:v>0.18977777777777777</c:v>
                </c:pt>
                <c:pt idx="4247">
                  <c:v>0.18977777777777777</c:v>
                </c:pt>
                <c:pt idx="4248">
                  <c:v>0.18977777777777777</c:v>
                </c:pt>
                <c:pt idx="4249">
                  <c:v>0.18977777777777777</c:v>
                </c:pt>
                <c:pt idx="4250">
                  <c:v>0.18977777777777777</c:v>
                </c:pt>
                <c:pt idx="4251">
                  <c:v>0.18977777777777777</c:v>
                </c:pt>
                <c:pt idx="4252">
                  <c:v>0.18977777777777777</c:v>
                </c:pt>
                <c:pt idx="4253">
                  <c:v>0.18977777777777777</c:v>
                </c:pt>
                <c:pt idx="4254">
                  <c:v>0.18977777777777777</c:v>
                </c:pt>
                <c:pt idx="4255">
                  <c:v>0.18977777777777777</c:v>
                </c:pt>
                <c:pt idx="4256">
                  <c:v>0.18992592592592591</c:v>
                </c:pt>
                <c:pt idx="4257">
                  <c:v>0.18992592592592591</c:v>
                </c:pt>
                <c:pt idx="4258">
                  <c:v>0.18992592592592591</c:v>
                </c:pt>
                <c:pt idx="4259">
                  <c:v>0.18992592592592591</c:v>
                </c:pt>
                <c:pt idx="4260">
                  <c:v>0.18992592592592591</c:v>
                </c:pt>
                <c:pt idx="4261">
                  <c:v>0.18992592592592591</c:v>
                </c:pt>
                <c:pt idx="4262">
                  <c:v>0.19007407407407406</c:v>
                </c:pt>
                <c:pt idx="4263">
                  <c:v>0.19007407407407406</c:v>
                </c:pt>
                <c:pt idx="4264">
                  <c:v>0.19022222222222221</c:v>
                </c:pt>
                <c:pt idx="4265">
                  <c:v>0.19022222222222221</c:v>
                </c:pt>
                <c:pt idx="4266">
                  <c:v>0.19022222222222221</c:v>
                </c:pt>
                <c:pt idx="4267">
                  <c:v>0.19022222222222221</c:v>
                </c:pt>
                <c:pt idx="4268">
                  <c:v>0.19022222222222221</c:v>
                </c:pt>
                <c:pt idx="4269">
                  <c:v>0.19022222222222221</c:v>
                </c:pt>
                <c:pt idx="4270">
                  <c:v>0.19022222222222221</c:v>
                </c:pt>
                <c:pt idx="4271">
                  <c:v>0.19022222222222221</c:v>
                </c:pt>
                <c:pt idx="4272">
                  <c:v>0.19022222222222221</c:v>
                </c:pt>
                <c:pt idx="4273">
                  <c:v>0.19022222222222221</c:v>
                </c:pt>
                <c:pt idx="4274">
                  <c:v>0.19022222222222221</c:v>
                </c:pt>
                <c:pt idx="4275">
                  <c:v>0.19022222222222221</c:v>
                </c:pt>
                <c:pt idx="4276">
                  <c:v>0.19037037037037038</c:v>
                </c:pt>
                <c:pt idx="4277">
                  <c:v>0.19051851851851853</c:v>
                </c:pt>
                <c:pt idx="4278">
                  <c:v>0.19051851851851853</c:v>
                </c:pt>
                <c:pt idx="4279">
                  <c:v>0.19051851851851853</c:v>
                </c:pt>
                <c:pt idx="4280">
                  <c:v>0.19051851851851853</c:v>
                </c:pt>
                <c:pt idx="4281">
                  <c:v>0.19051851851851853</c:v>
                </c:pt>
                <c:pt idx="4282">
                  <c:v>0.19051851851851853</c:v>
                </c:pt>
                <c:pt idx="4283">
                  <c:v>0.19051851851851853</c:v>
                </c:pt>
                <c:pt idx="4284">
                  <c:v>0.19051851851851853</c:v>
                </c:pt>
                <c:pt idx="4285">
                  <c:v>0.19051851851851853</c:v>
                </c:pt>
                <c:pt idx="4286">
                  <c:v>0.19066666666666668</c:v>
                </c:pt>
                <c:pt idx="4287">
                  <c:v>0.19066666666666668</c:v>
                </c:pt>
                <c:pt idx="4288">
                  <c:v>0.19066666666666668</c:v>
                </c:pt>
                <c:pt idx="4289">
                  <c:v>0.19066666666666668</c:v>
                </c:pt>
                <c:pt idx="4290">
                  <c:v>0.19081481481481483</c:v>
                </c:pt>
                <c:pt idx="4291">
                  <c:v>0.19081481481481483</c:v>
                </c:pt>
                <c:pt idx="4292">
                  <c:v>0.19081481481481483</c:v>
                </c:pt>
                <c:pt idx="4293">
                  <c:v>0.19081481481481483</c:v>
                </c:pt>
                <c:pt idx="4294">
                  <c:v>0.19081481481481483</c:v>
                </c:pt>
                <c:pt idx="4295">
                  <c:v>0.19081481481481483</c:v>
                </c:pt>
                <c:pt idx="4296">
                  <c:v>0.19081481481481483</c:v>
                </c:pt>
                <c:pt idx="4297">
                  <c:v>0.19081481481481483</c:v>
                </c:pt>
                <c:pt idx="4298">
                  <c:v>0.19096296296296297</c:v>
                </c:pt>
                <c:pt idx="4299">
                  <c:v>0.19096296296296297</c:v>
                </c:pt>
                <c:pt idx="4300">
                  <c:v>0.19111111111111112</c:v>
                </c:pt>
                <c:pt idx="4301">
                  <c:v>0.19125925925925927</c:v>
                </c:pt>
                <c:pt idx="4302">
                  <c:v>0.19125925925925927</c:v>
                </c:pt>
                <c:pt idx="4303">
                  <c:v>0.19125925925925927</c:v>
                </c:pt>
                <c:pt idx="4304">
                  <c:v>0.19140740740740741</c:v>
                </c:pt>
                <c:pt idx="4305">
                  <c:v>0.19140740740740741</c:v>
                </c:pt>
                <c:pt idx="4306">
                  <c:v>0.19140740740740741</c:v>
                </c:pt>
                <c:pt idx="4307">
                  <c:v>0.19140740740740741</c:v>
                </c:pt>
                <c:pt idx="4308">
                  <c:v>0.19140740740740741</c:v>
                </c:pt>
                <c:pt idx="4309">
                  <c:v>0.19140740740740741</c:v>
                </c:pt>
                <c:pt idx="4310">
                  <c:v>0.19155555555555556</c:v>
                </c:pt>
                <c:pt idx="4311">
                  <c:v>0.19155555555555556</c:v>
                </c:pt>
                <c:pt idx="4312">
                  <c:v>0.19170370370370371</c:v>
                </c:pt>
                <c:pt idx="4313">
                  <c:v>0.19170370370370371</c:v>
                </c:pt>
                <c:pt idx="4314">
                  <c:v>0.19185185185185186</c:v>
                </c:pt>
                <c:pt idx="4315">
                  <c:v>0.19185185185185186</c:v>
                </c:pt>
                <c:pt idx="4316">
                  <c:v>0.19185185185185186</c:v>
                </c:pt>
                <c:pt idx="4317">
                  <c:v>0.19185185185185186</c:v>
                </c:pt>
                <c:pt idx="4318">
                  <c:v>0.192</c:v>
                </c:pt>
                <c:pt idx="4319">
                  <c:v>0.192</c:v>
                </c:pt>
                <c:pt idx="4320">
                  <c:v>0.192</c:v>
                </c:pt>
                <c:pt idx="4321">
                  <c:v>0.192</c:v>
                </c:pt>
                <c:pt idx="4322">
                  <c:v>0.192</c:v>
                </c:pt>
                <c:pt idx="4323">
                  <c:v>0.19214814814814815</c:v>
                </c:pt>
                <c:pt idx="4324">
                  <c:v>0.1922962962962963</c:v>
                </c:pt>
                <c:pt idx="4325">
                  <c:v>0.1922962962962963</c:v>
                </c:pt>
                <c:pt idx="4326">
                  <c:v>0.19244444444444445</c:v>
                </c:pt>
                <c:pt idx="4327">
                  <c:v>0.19259259259259259</c:v>
                </c:pt>
                <c:pt idx="4328">
                  <c:v>0.19274074074074074</c:v>
                </c:pt>
                <c:pt idx="4329">
                  <c:v>0.19274074074074074</c:v>
                </c:pt>
                <c:pt idx="4330">
                  <c:v>0.19274074074074074</c:v>
                </c:pt>
                <c:pt idx="4331">
                  <c:v>0.19274074074074074</c:v>
                </c:pt>
                <c:pt idx="4332">
                  <c:v>0.19274074074074074</c:v>
                </c:pt>
                <c:pt idx="4333">
                  <c:v>0.19288888888888889</c:v>
                </c:pt>
                <c:pt idx="4334">
                  <c:v>0.19303703703703703</c:v>
                </c:pt>
                <c:pt idx="4335">
                  <c:v>0.19318518518518518</c:v>
                </c:pt>
                <c:pt idx="4336">
                  <c:v>0.19318518518518518</c:v>
                </c:pt>
                <c:pt idx="4337">
                  <c:v>0.19318518518518518</c:v>
                </c:pt>
                <c:pt idx="4338">
                  <c:v>0.19333333333333333</c:v>
                </c:pt>
                <c:pt idx="4339">
                  <c:v>0.19333333333333333</c:v>
                </c:pt>
                <c:pt idx="4340">
                  <c:v>0.19333333333333333</c:v>
                </c:pt>
                <c:pt idx="4341">
                  <c:v>0.19348148148148148</c:v>
                </c:pt>
                <c:pt idx="4342">
                  <c:v>0.19348148148148148</c:v>
                </c:pt>
                <c:pt idx="4343">
                  <c:v>0.19362962962962962</c:v>
                </c:pt>
                <c:pt idx="4344">
                  <c:v>0.19362962962962962</c:v>
                </c:pt>
                <c:pt idx="4345">
                  <c:v>0.19362962962962962</c:v>
                </c:pt>
                <c:pt idx="4346">
                  <c:v>0.19362962962962962</c:v>
                </c:pt>
                <c:pt idx="4347">
                  <c:v>0.19377777777777777</c:v>
                </c:pt>
                <c:pt idx="4348">
                  <c:v>0.19377777777777777</c:v>
                </c:pt>
                <c:pt idx="4349">
                  <c:v>0.19377777777777777</c:v>
                </c:pt>
                <c:pt idx="4350">
                  <c:v>0.19392592592592592</c:v>
                </c:pt>
                <c:pt idx="4351">
                  <c:v>0.19392592592592592</c:v>
                </c:pt>
                <c:pt idx="4352">
                  <c:v>0.19392592592592592</c:v>
                </c:pt>
                <c:pt idx="4353">
                  <c:v>0.19392592592592592</c:v>
                </c:pt>
                <c:pt idx="4354">
                  <c:v>0.19407407407407407</c:v>
                </c:pt>
                <c:pt idx="4355">
                  <c:v>0.19422222222222221</c:v>
                </c:pt>
                <c:pt idx="4356">
                  <c:v>0.19422222222222221</c:v>
                </c:pt>
                <c:pt idx="4357">
                  <c:v>0.19422222222222221</c:v>
                </c:pt>
                <c:pt idx="4358">
                  <c:v>0.19422222222222221</c:v>
                </c:pt>
                <c:pt idx="4359">
                  <c:v>0.19422222222222221</c:v>
                </c:pt>
                <c:pt idx="4360">
                  <c:v>0.19437037037037036</c:v>
                </c:pt>
                <c:pt idx="4361">
                  <c:v>0.19437037037037036</c:v>
                </c:pt>
                <c:pt idx="4362">
                  <c:v>0.19437037037037036</c:v>
                </c:pt>
                <c:pt idx="4363">
                  <c:v>0.19437037037037036</c:v>
                </c:pt>
                <c:pt idx="4364">
                  <c:v>0.19437037037037036</c:v>
                </c:pt>
                <c:pt idx="4365">
                  <c:v>0.19437037037037036</c:v>
                </c:pt>
                <c:pt idx="4366">
                  <c:v>0.19451851851851851</c:v>
                </c:pt>
                <c:pt idx="4367">
                  <c:v>0.19451851851851851</c:v>
                </c:pt>
                <c:pt idx="4368">
                  <c:v>0.19451851851851851</c:v>
                </c:pt>
                <c:pt idx="4369">
                  <c:v>0.19466666666666665</c:v>
                </c:pt>
                <c:pt idx="4370">
                  <c:v>0.19466666666666665</c:v>
                </c:pt>
                <c:pt idx="4371">
                  <c:v>0.19466666666666665</c:v>
                </c:pt>
                <c:pt idx="4372">
                  <c:v>0.19466666666666665</c:v>
                </c:pt>
                <c:pt idx="4373">
                  <c:v>0.1948148148148148</c:v>
                </c:pt>
                <c:pt idx="4374">
                  <c:v>0.1948148148148148</c:v>
                </c:pt>
                <c:pt idx="4375">
                  <c:v>0.1948148148148148</c:v>
                </c:pt>
                <c:pt idx="4376">
                  <c:v>0.19496296296296298</c:v>
                </c:pt>
                <c:pt idx="4377">
                  <c:v>0.19496296296296298</c:v>
                </c:pt>
                <c:pt idx="4378">
                  <c:v>0.19496296296296298</c:v>
                </c:pt>
                <c:pt idx="4379">
                  <c:v>0.19496296296296298</c:v>
                </c:pt>
                <c:pt idx="4380">
                  <c:v>0.19496296296296298</c:v>
                </c:pt>
                <c:pt idx="4381">
                  <c:v>0.19496296296296298</c:v>
                </c:pt>
                <c:pt idx="4382">
                  <c:v>0.19496296296296298</c:v>
                </c:pt>
                <c:pt idx="4383">
                  <c:v>0.19511111111111112</c:v>
                </c:pt>
                <c:pt idx="4384">
                  <c:v>0.19525925925925927</c:v>
                </c:pt>
                <c:pt idx="4385">
                  <c:v>0.19525925925925927</c:v>
                </c:pt>
                <c:pt idx="4386">
                  <c:v>0.19525925925925927</c:v>
                </c:pt>
                <c:pt idx="4387">
                  <c:v>0.19525925925925927</c:v>
                </c:pt>
                <c:pt idx="4388">
                  <c:v>0.19525925925925927</c:v>
                </c:pt>
                <c:pt idx="4389">
                  <c:v>0.19525925925925927</c:v>
                </c:pt>
                <c:pt idx="4390">
                  <c:v>0.19525925925925927</c:v>
                </c:pt>
                <c:pt idx="4391">
                  <c:v>0.19525925925925927</c:v>
                </c:pt>
                <c:pt idx="4392">
                  <c:v>0.19525925925925927</c:v>
                </c:pt>
                <c:pt idx="4393">
                  <c:v>0.19525925925925927</c:v>
                </c:pt>
                <c:pt idx="4394">
                  <c:v>0.19540740740740742</c:v>
                </c:pt>
                <c:pt idx="4395">
                  <c:v>0.19540740740740742</c:v>
                </c:pt>
                <c:pt idx="4396">
                  <c:v>0.19555555555555557</c:v>
                </c:pt>
                <c:pt idx="4397">
                  <c:v>0.19555555555555557</c:v>
                </c:pt>
                <c:pt idx="4398">
                  <c:v>0.19570370370370371</c:v>
                </c:pt>
                <c:pt idx="4399">
                  <c:v>0.19570370370370371</c:v>
                </c:pt>
                <c:pt idx="4400">
                  <c:v>0.19585185185185186</c:v>
                </c:pt>
                <c:pt idx="4401">
                  <c:v>0.19585185185185186</c:v>
                </c:pt>
                <c:pt idx="4402">
                  <c:v>0.19585185185185186</c:v>
                </c:pt>
                <c:pt idx="4403">
                  <c:v>0.19585185185185186</c:v>
                </c:pt>
                <c:pt idx="4404">
                  <c:v>0.19585185185185186</c:v>
                </c:pt>
                <c:pt idx="4405">
                  <c:v>0.19585185185185186</c:v>
                </c:pt>
                <c:pt idx="4406">
                  <c:v>0.19600000000000001</c:v>
                </c:pt>
                <c:pt idx="4407">
                  <c:v>0.19600000000000001</c:v>
                </c:pt>
                <c:pt idx="4408">
                  <c:v>0.19614814814814815</c:v>
                </c:pt>
                <c:pt idx="4409">
                  <c:v>0.19614814814814815</c:v>
                </c:pt>
                <c:pt idx="4410">
                  <c:v>0.19614814814814815</c:v>
                </c:pt>
                <c:pt idx="4411">
                  <c:v>0.19614814814814815</c:v>
                </c:pt>
                <c:pt idx="4412">
                  <c:v>0.19614814814814815</c:v>
                </c:pt>
                <c:pt idx="4413">
                  <c:v>0.19614814814814815</c:v>
                </c:pt>
                <c:pt idx="4414">
                  <c:v>0.19614814814814815</c:v>
                </c:pt>
                <c:pt idx="4415">
                  <c:v>0.1962962962962963</c:v>
                </c:pt>
                <c:pt idx="4416">
                  <c:v>0.1962962962962963</c:v>
                </c:pt>
                <c:pt idx="4417">
                  <c:v>0.1962962962962963</c:v>
                </c:pt>
                <c:pt idx="4418">
                  <c:v>0.1962962962962963</c:v>
                </c:pt>
                <c:pt idx="4419">
                  <c:v>0.1962962962962963</c:v>
                </c:pt>
                <c:pt idx="4420">
                  <c:v>0.1962962962962963</c:v>
                </c:pt>
                <c:pt idx="4421">
                  <c:v>0.1962962962962963</c:v>
                </c:pt>
                <c:pt idx="4422">
                  <c:v>0.19644444444444445</c:v>
                </c:pt>
                <c:pt idx="4423">
                  <c:v>0.19644444444444445</c:v>
                </c:pt>
                <c:pt idx="4424">
                  <c:v>0.19644444444444445</c:v>
                </c:pt>
                <c:pt idx="4425">
                  <c:v>0.19644444444444445</c:v>
                </c:pt>
                <c:pt idx="4426">
                  <c:v>0.19644444444444445</c:v>
                </c:pt>
                <c:pt idx="4427">
                  <c:v>0.1965925925925926</c:v>
                </c:pt>
                <c:pt idx="4428">
                  <c:v>0.1965925925925926</c:v>
                </c:pt>
                <c:pt idx="4429">
                  <c:v>0.19674074074074074</c:v>
                </c:pt>
                <c:pt idx="4430">
                  <c:v>0.19674074074074074</c:v>
                </c:pt>
                <c:pt idx="4431">
                  <c:v>0.19674074074074074</c:v>
                </c:pt>
                <c:pt idx="4432">
                  <c:v>0.19688888888888889</c:v>
                </c:pt>
                <c:pt idx="4433">
                  <c:v>0.19688888888888889</c:v>
                </c:pt>
                <c:pt idx="4434">
                  <c:v>0.19688888888888889</c:v>
                </c:pt>
                <c:pt idx="4435">
                  <c:v>0.19703703703703704</c:v>
                </c:pt>
                <c:pt idx="4436">
                  <c:v>0.19718518518518519</c:v>
                </c:pt>
                <c:pt idx="4437">
                  <c:v>0.19718518518518519</c:v>
                </c:pt>
                <c:pt idx="4438">
                  <c:v>0.19718518518518519</c:v>
                </c:pt>
                <c:pt idx="4439">
                  <c:v>0.19733333333333333</c:v>
                </c:pt>
                <c:pt idx="4440">
                  <c:v>0.19748148148148148</c:v>
                </c:pt>
                <c:pt idx="4441">
                  <c:v>0.19748148148148148</c:v>
                </c:pt>
                <c:pt idx="4442">
                  <c:v>0.19748148148148148</c:v>
                </c:pt>
                <c:pt idx="4443">
                  <c:v>0.19748148148148148</c:v>
                </c:pt>
                <c:pt idx="4444">
                  <c:v>0.19748148148148148</c:v>
                </c:pt>
                <c:pt idx="4445">
                  <c:v>0.19748148148148148</c:v>
                </c:pt>
                <c:pt idx="4446">
                  <c:v>0.19748148148148148</c:v>
                </c:pt>
                <c:pt idx="4447">
                  <c:v>0.19748148148148148</c:v>
                </c:pt>
                <c:pt idx="4448">
                  <c:v>0.19762962962962963</c:v>
                </c:pt>
                <c:pt idx="4449">
                  <c:v>0.19777777777777777</c:v>
                </c:pt>
                <c:pt idx="4450">
                  <c:v>0.19792592592592592</c:v>
                </c:pt>
                <c:pt idx="4451">
                  <c:v>0.19792592592592592</c:v>
                </c:pt>
                <c:pt idx="4452">
                  <c:v>0.19792592592592592</c:v>
                </c:pt>
                <c:pt idx="4453">
                  <c:v>0.19807407407407407</c:v>
                </c:pt>
                <c:pt idx="4454">
                  <c:v>0.19807407407407407</c:v>
                </c:pt>
                <c:pt idx="4455">
                  <c:v>0.19807407407407407</c:v>
                </c:pt>
                <c:pt idx="4456">
                  <c:v>0.19807407407407407</c:v>
                </c:pt>
                <c:pt idx="4457">
                  <c:v>0.19807407407407407</c:v>
                </c:pt>
                <c:pt idx="4458">
                  <c:v>0.19822222222222222</c:v>
                </c:pt>
                <c:pt idx="4459">
                  <c:v>0.19822222222222222</c:v>
                </c:pt>
                <c:pt idx="4460">
                  <c:v>0.19822222222222222</c:v>
                </c:pt>
                <c:pt idx="4461">
                  <c:v>0.19822222222222222</c:v>
                </c:pt>
                <c:pt idx="4462">
                  <c:v>0.19822222222222222</c:v>
                </c:pt>
                <c:pt idx="4463">
                  <c:v>0.19822222222222222</c:v>
                </c:pt>
                <c:pt idx="4464">
                  <c:v>0.19822222222222222</c:v>
                </c:pt>
                <c:pt idx="4465">
                  <c:v>0.19822222222222222</c:v>
                </c:pt>
                <c:pt idx="4466">
                  <c:v>0.19822222222222222</c:v>
                </c:pt>
                <c:pt idx="4467">
                  <c:v>0.19822222222222222</c:v>
                </c:pt>
                <c:pt idx="4468">
                  <c:v>0.19822222222222222</c:v>
                </c:pt>
                <c:pt idx="4469">
                  <c:v>0.19822222222222222</c:v>
                </c:pt>
                <c:pt idx="4470">
                  <c:v>0.19822222222222222</c:v>
                </c:pt>
                <c:pt idx="4471">
                  <c:v>0.19822222222222222</c:v>
                </c:pt>
                <c:pt idx="4472">
                  <c:v>0.19822222222222222</c:v>
                </c:pt>
                <c:pt idx="4473">
                  <c:v>0.19822222222222222</c:v>
                </c:pt>
                <c:pt idx="4474">
                  <c:v>0.19822222222222222</c:v>
                </c:pt>
                <c:pt idx="4475">
                  <c:v>0.19822222222222222</c:v>
                </c:pt>
                <c:pt idx="4476">
                  <c:v>0.19822222222222222</c:v>
                </c:pt>
                <c:pt idx="4477">
                  <c:v>0.19837037037037036</c:v>
                </c:pt>
                <c:pt idx="4478">
                  <c:v>0.19837037037037036</c:v>
                </c:pt>
                <c:pt idx="4479">
                  <c:v>0.19851851851851851</c:v>
                </c:pt>
                <c:pt idx="4480">
                  <c:v>0.19866666666666666</c:v>
                </c:pt>
                <c:pt idx="4481">
                  <c:v>0.19881481481481481</c:v>
                </c:pt>
                <c:pt idx="4482">
                  <c:v>0.19881481481481481</c:v>
                </c:pt>
                <c:pt idx="4483">
                  <c:v>0.19881481481481481</c:v>
                </c:pt>
                <c:pt idx="4484">
                  <c:v>0.19896296296296295</c:v>
                </c:pt>
                <c:pt idx="4485">
                  <c:v>0.19896296296296295</c:v>
                </c:pt>
                <c:pt idx="4486">
                  <c:v>0.19896296296296295</c:v>
                </c:pt>
                <c:pt idx="4487">
                  <c:v>0.19896296296296295</c:v>
                </c:pt>
                <c:pt idx="4488">
                  <c:v>0.1991111111111111</c:v>
                </c:pt>
                <c:pt idx="4489">
                  <c:v>0.19925925925925925</c:v>
                </c:pt>
                <c:pt idx="4490">
                  <c:v>0.19925925925925925</c:v>
                </c:pt>
                <c:pt idx="4491">
                  <c:v>0.19925925925925925</c:v>
                </c:pt>
                <c:pt idx="4492">
                  <c:v>0.19925925925925925</c:v>
                </c:pt>
                <c:pt idx="4493">
                  <c:v>0.19925925925925925</c:v>
                </c:pt>
                <c:pt idx="4494">
                  <c:v>0.19925925925925925</c:v>
                </c:pt>
                <c:pt idx="4495">
                  <c:v>0.19925925925925925</c:v>
                </c:pt>
                <c:pt idx="4496">
                  <c:v>0.19925925925925925</c:v>
                </c:pt>
                <c:pt idx="4497">
                  <c:v>0.19925925925925925</c:v>
                </c:pt>
                <c:pt idx="4498">
                  <c:v>0.19925925925925925</c:v>
                </c:pt>
                <c:pt idx="4499">
                  <c:v>0.19925925925925925</c:v>
                </c:pt>
                <c:pt idx="4500">
                  <c:v>0.19925925925925925</c:v>
                </c:pt>
                <c:pt idx="4501">
                  <c:v>0.19925925925925925</c:v>
                </c:pt>
                <c:pt idx="4502">
                  <c:v>0.19940740740740739</c:v>
                </c:pt>
                <c:pt idx="4503">
                  <c:v>0.19955555555555557</c:v>
                </c:pt>
                <c:pt idx="4504">
                  <c:v>0.19955555555555557</c:v>
                </c:pt>
                <c:pt idx="4505">
                  <c:v>0.19970370370370372</c:v>
                </c:pt>
                <c:pt idx="4506">
                  <c:v>0.19970370370370372</c:v>
                </c:pt>
                <c:pt idx="4507">
                  <c:v>0.19985185185185186</c:v>
                </c:pt>
                <c:pt idx="4508">
                  <c:v>0.19985185185185186</c:v>
                </c:pt>
                <c:pt idx="4509">
                  <c:v>0.19985185185185186</c:v>
                </c:pt>
                <c:pt idx="4510">
                  <c:v>0.19985185185185186</c:v>
                </c:pt>
                <c:pt idx="4511">
                  <c:v>0.19985185185185186</c:v>
                </c:pt>
                <c:pt idx="4512">
                  <c:v>0.19985185185185186</c:v>
                </c:pt>
                <c:pt idx="4513">
                  <c:v>0.19985185185185186</c:v>
                </c:pt>
                <c:pt idx="4514">
                  <c:v>0.19985185185185186</c:v>
                </c:pt>
                <c:pt idx="4515">
                  <c:v>0.19985185185185186</c:v>
                </c:pt>
                <c:pt idx="4516">
                  <c:v>0.2</c:v>
                </c:pt>
                <c:pt idx="4517">
                  <c:v>0.2</c:v>
                </c:pt>
                <c:pt idx="4518">
                  <c:v>0.2</c:v>
                </c:pt>
                <c:pt idx="4519">
                  <c:v>0.2</c:v>
                </c:pt>
                <c:pt idx="4520">
                  <c:v>0.2</c:v>
                </c:pt>
                <c:pt idx="4521">
                  <c:v>0.2</c:v>
                </c:pt>
                <c:pt idx="4522">
                  <c:v>0.20014814814814816</c:v>
                </c:pt>
                <c:pt idx="4523">
                  <c:v>0.20029629629629631</c:v>
                </c:pt>
                <c:pt idx="4524">
                  <c:v>0.20044444444444445</c:v>
                </c:pt>
                <c:pt idx="4525">
                  <c:v>0.20044444444444445</c:v>
                </c:pt>
                <c:pt idx="4526">
                  <c:v>0.2005925925925926</c:v>
                </c:pt>
                <c:pt idx="4527">
                  <c:v>0.2005925925925926</c:v>
                </c:pt>
                <c:pt idx="4528">
                  <c:v>0.2005925925925926</c:v>
                </c:pt>
                <c:pt idx="4529">
                  <c:v>0.2005925925925926</c:v>
                </c:pt>
                <c:pt idx="4530">
                  <c:v>0.2005925925925926</c:v>
                </c:pt>
                <c:pt idx="4531">
                  <c:v>0.2005925925925926</c:v>
                </c:pt>
                <c:pt idx="4532">
                  <c:v>0.2005925925925926</c:v>
                </c:pt>
                <c:pt idx="4533">
                  <c:v>0.2005925925925926</c:v>
                </c:pt>
                <c:pt idx="4534">
                  <c:v>0.2005925925925926</c:v>
                </c:pt>
                <c:pt idx="4535">
                  <c:v>0.2005925925925926</c:v>
                </c:pt>
                <c:pt idx="4536">
                  <c:v>0.2005925925925926</c:v>
                </c:pt>
                <c:pt idx="4537">
                  <c:v>0.2005925925925926</c:v>
                </c:pt>
                <c:pt idx="4538">
                  <c:v>0.2005925925925926</c:v>
                </c:pt>
                <c:pt idx="4539">
                  <c:v>0.2005925925925926</c:v>
                </c:pt>
                <c:pt idx="4540">
                  <c:v>0.20074074074074075</c:v>
                </c:pt>
                <c:pt idx="4541">
                  <c:v>0.20074074074074075</c:v>
                </c:pt>
                <c:pt idx="4542">
                  <c:v>0.20088888888888889</c:v>
                </c:pt>
                <c:pt idx="4543">
                  <c:v>0.20088888888888889</c:v>
                </c:pt>
                <c:pt idx="4544">
                  <c:v>0.20088888888888889</c:v>
                </c:pt>
                <c:pt idx="4545">
                  <c:v>0.20088888888888889</c:v>
                </c:pt>
                <c:pt idx="4546">
                  <c:v>0.20088888888888889</c:v>
                </c:pt>
                <c:pt idx="4547">
                  <c:v>0.20088888888888889</c:v>
                </c:pt>
                <c:pt idx="4548">
                  <c:v>0.20103703703703704</c:v>
                </c:pt>
                <c:pt idx="4549">
                  <c:v>0.20103703703703704</c:v>
                </c:pt>
                <c:pt idx="4550">
                  <c:v>0.20118518518518519</c:v>
                </c:pt>
                <c:pt idx="4551">
                  <c:v>0.20118518518518519</c:v>
                </c:pt>
                <c:pt idx="4552">
                  <c:v>0.20118518518518519</c:v>
                </c:pt>
                <c:pt idx="4553">
                  <c:v>0.20118518518518519</c:v>
                </c:pt>
                <c:pt idx="4554">
                  <c:v>0.20118518518518519</c:v>
                </c:pt>
                <c:pt idx="4555">
                  <c:v>0.20133333333333334</c:v>
                </c:pt>
                <c:pt idx="4556">
                  <c:v>0.20133333333333334</c:v>
                </c:pt>
                <c:pt idx="4557">
                  <c:v>0.20133333333333334</c:v>
                </c:pt>
                <c:pt idx="4558">
                  <c:v>0.20148148148148148</c:v>
                </c:pt>
                <c:pt idx="4559">
                  <c:v>0.20148148148148148</c:v>
                </c:pt>
                <c:pt idx="4560">
                  <c:v>0.20148148148148148</c:v>
                </c:pt>
                <c:pt idx="4561">
                  <c:v>0.20148148148148148</c:v>
                </c:pt>
                <c:pt idx="4562">
                  <c:v>0.20148148148148148</c:v>
                </c:pt>
                <c:pt idx="4563">
                  <c:v>0.20148148148148148</c:v>
                </c:pt>
                <c:pt idx="4564">
                  <c:v>0.20162962962962963</c:v>
                </c:pt>
                <c:pt idx="4565">
                  <c:v>0.20162962962962963</c:v>
                </c:pt>
                <c:pt idx="4566">
                  <c:v>0.20162962962962963</c:v>
                </c:pt>
                <c:pt idx="4567">
                  <c:v>0.20162962962962963</c:v>
                </c:pt>
                <c:pt idx="4568">
                  <c:v>0.20162962962962963</c:v>
                </c:pt>
                <c:pt idx="4569">
                  <c:v>0.20162962962962963</c:v>
                </c:pt>
                <c:pt idx="4570">
                  <c:v>0.20177777777777778</c:v>
                </c:pt>
                <c:pt idx="4571">
                  <c:v>0.20177777777777778</c:v>
                </c:pt>
                <c:pt idx="4572">
                  <c:v>0.20177777777777778</c:v>
                </c:pt>
                <c:pt idx="4573">
                  <c:v>0.20177777777777778</c:v>
                </c:pt>
                <c:pt idx="4574">
                  <c:v>0.20177777777777778</c:v>
                </c:pt>
                <c:pt idx="4575">
                  <c:v>0.20177777777777778</c:v>
                </c:pt>
                <c:pt idx="4576">
                  <c:v>0.20177777777777778</c:v>
                </c:pt>
                <c:pt idx="4577">
                  <c:v>0.20192592592592593</c:v>
                </c:pt>
                <c:pt idx="4578">
                  <c:v>0.20207407407407407</c:v>
                </c:pt>
                <c:pt idx="4579">
                  <c:v>0.20222222222222222</c:v>
                </c:pt>
                <c:pt idx="4580">
                  <c:v>0.20222222222222222</c:v>
                </c:pt>
                <c:pt idx="4581">
                  <c:v>0.20237037037037037</c:v>
                </c:pt>
                <c:pt idx="4582">
                  <c:v>0.20251851851851851</c:v>
                </c:pt>
                <c:pt idx="4583">
                  <c:v>0.20251851851851851</c:v>
                </c:pt>
                <c:pt idx="4584">
                  <c:v>0.20251851851851851</c:v>
                </c:pt>
                <c:pt idx="4585">
                  <c:v>0.20266666666666666</c:v>
                </c:pt>
                <c:pt idx="4586">
                  <c:v>0.20266666666666666</c:v>
                </c:pt>
                <c:pt idx="4587">
                  <c:v>0.20266666666666666</c:v>
                </c:pt>
                <c:pt idx="4588">
                  <c:v>0.20266666666666666</c:v>
                </c:pt>
                <c:pt idx="4589">
                  <c:v>0.20266666666666666</c:v>
                </c:pt>
                <c:pt idx="4590">
                  <c:v>0.20266666666666666</c:v>
                </c:pt>
                <c:pt idx="4591">
                  <c:v>0.20266666666666666</c:v>
                </c:pt>
                <c:pt idx="4592">
                  <c:v>0.20281481481481481</c:v>
                </c:pt>
                <c:pt idx="4593">
                  <c:v>0.20281481481481481</c:v>
                </c:pt>
                <c:pt idx="4594">
                  <c:v>0.20281481481481481</c:v>
                </c:pt>
                <c:pt idx="4595">
                  <c:v>0.20281481481481481</c:v>
                </c:pt>
                <c:pt idx="4596">
                  <c:v>0.20296296296296296</c:v>
                </c:pt>
                <c:pt idx="4597">
                  <c:v>0.2031111111111111</c:v>
                </c:pt>
                <c:pt idx="4598">
                  <c:v>0.2031111111111111</c:v>
                </c:pt>
                <c:pt idx="4599">
                  <c:v>0.20325925925925925</c:v>
                </c:pt>
                <c:pt idx="4600">
                  <c:v>0.20325925925925925</c:v>
                </c:pt>
                <c:pt idx="4601">
                  <c:v>0.20325925925925925</c:v>
                </c:pt>
                <c:pt idx="4602">
                  <c:v>0.20325925925925925</c:v>
                </c:pt>
                <c:pt idx="4603">
                  <c:v>0.20325925925925925</c:v>
                </c:pt>
                <c:pt idx="4604">
                  <c:v>0.20325925925925925</c:v>
                </c:pt>
                <c:pt idx="4605">
                  <c:v>0.20325925925925925</c:v>
                </c:pt>
                <c:pt idx="4606">
                  <c:v>0.2034074074074074</c:v>
                </c:pt>
                <c:pt idx="4607">
                  <c:v>0.2034074074074074</c:v>
                </c:pt>
                <c:pt idx="4608">
                  <c:v>0.2034074074074074</c:v>
                </c:pt>
                <c:pt idx="4609">
                  <c:v>0.20355555555555555</c:v>
                </c:pt>
                <c:pt idx="4610">
                  <c:v>0.20370370370370369</c:v>
                </c:pt>
                <c:pt idx="4611">
                  <c:v>0.20370370370370369</c:v>
                </c:pt>
                <c:pt idx="4612">
                  <c:v>0.20385185185185184</c:v>
                </c:pt>
                <c:pt idx="4613">
                  <c:v>0.20385185185185184</c:v>
                </c:pt>
                <c:pt idx="4614">
                  <c:v>0.20399999999999999</c:v>
                </c:pt>
                <c:pt idx="4615">
                  <c:v>0.20399999999999999</c:v>
                </c:pt>
                <c:pt idx="4616">
                  <c:v>0.20399999999999999</c:v>
                </c:pt>
                <c:pt idx="4617">
                  <c:v>0.20414814814814816</c:v>
                </c:pt>
                <c:pt idx="4618">
                  <c:v>0.20429629629629631</c:v>
                </c:pt>
                <c:pt idx="4619">
                  <c:v>0.20429629629629631</c:v>
                </c:pt>
                <c:pt idx="4620">
                  <c:v>0.20429629629629631</c:v>
                </c:pt>
                <c:pt idx="4621">
                  <c:v>0.20444444444444446</c:v>
                </c:pt>
                <c:pt idx="4622">
                  <c:v>0.20444444444444446</c:v>
                </c:pt>
                <c:pt idx="4623">
                  <c:v>0.2045925925925926</c:v>
                </c:pt>
                <c:pt idx="4624">
                  <c:v>0.20474074074074075</c:v>
                </c:pt>
                <c:pt idx="4625">
                  <c:v>0.20474074074074075</c:v>
                </c:pt>
                <c:pt idx="4626">
                  <c:v>0.2048888888888889</c:v>
                </c:pt>
                <c:pt idx="4627">
                  <c:v>0.20503703703703705</c:v>
                </c:pt>
                <c:pt idx="4628">
                  <c:v>0.20503703703703705</c:v>
                </c:pt>
                <c:pt idx="4629">
                  <c:v>0.20503703703703705</c:v>
                </c:pt>
                <c:pt idx="4630">
                  <c:v>0.20503703703703705</c:v>
                </c:pt>
                <c:pt idx="4631">
                  <c:v>0.20503703703703705</c:v>
                </c:pt>
                <c:pt idx="4632">
                  <c:v>0.20503703703703705</c:v>
                </c:pt>
                <c:pt idx="4633">
                  <c:v>0.20503703703703705</c:v>
                </c:pt>
                <c:pt idx="4634">
                  <c:v>0.20503703703703705</c:v>
                </c:pt>
                <c:pt idx="4635">
                  <c:v>0.20503703703703705</c:v>
                </c:pt>
                <c:pt idx="4636">
                  <c:v>0.20518518518518519</c:v>
                </c:pt>
                <c:pt idx="4637">
                  <c:v>0.20518518518518519</c:v>
                </c:pt>
                <c:pt idx="4638">
                  <c:v>0.20533333333333334</c:v>
                </c:pt>
                <c:pt idx="4639">
                  <c:v>0.20533333333333334</c:v>
                </c:pt>
                <c:pt idx="4640">
                  <c:v>0.20533333333333334</c:v>
                </c:pt>
                <c:pt idx="4641">
                  <c:v>0.20533333333333334</c:v>
                </c:pt>
                <c:pt idx="4642">
                  <c:v>0.20533333333333334</c:v>
                </c:pt>
                <c:pt idx="4643">
                  <c:v>0.20533333333333334</c:v>
                </c:pt>
                <c:pt idx="4644">
                  <c:v>0.20533333333333334</c:v>
                </c:pt>
                <c:pt idx="4645">
                  <c:v>0.20533333333333334</c:v>
                </c:pt>
                <c:pt idx="4646">
                  <c:v>0.20533333333333334</c:v>
                </c:pt>
                <c:pt idx="4647">
                  <c:v>0.20533333333333334</c:v>
                </c:pt>
                <c:pt idx="4648">
                  <c:v>0.20548148148148149</c:v>
                </c:pt>
                <c:pt idx="4649">
                  <c:v>0.20548148148148149</c:v>
                </c:pt>
                <c:pt idx="4650">
                  <c:v>0.20548148148148149</c:v>
                </c:pt>
                <c:pt idx="4651">
                  <c:v>0.20548148148148149</c:v>
                </c:pt>
                <c:pt idx="4652">
                  <c:v>0.20548148148148149</c:v>
                </c:pt>
                <c:pt idx="4653">
                  <c:v>0.20562962962962963</c:v>
                </c:pt>
                <c:pt idx="4654">
                  <c:v>0.20562962962962963</c:v>
                </c:pt>
                <c:pt idx="4655">
                  <c:v>0.20562962962962963</c:v>
                </c:pt>
                <c:pt idx="4656">
                  <c:v>0.20562962962962963</c:v>
                </c:pt>
                <c:pt idx="4657">
                  <c:v>0.20562962962962963</c:v>
                </c:pt>
                <c:pt idx="4658">
                  <c:v>0.20562962962962963</c:v>
                </c:pt>
                <c:pt idx="4659">
                  <c:v>0.20562962962962963</c:v>
                </c:pt>
                <c:pt idx="4660">
                  <c:v>0.20577777777777778</c:v>
                </c:pt>
                <c:pt idx="4661">
                  <c:v>0.20577777777777778</c:v>
                </c:pt>
                <c:pt idx="4662">
                  <c:v>0.20577777777777778</c:v>
                </c:pt>
                <c:pt idx="4663">
                  <c:v>0.20577777777777778</c:v>
                </c:pt>
                <c:pt idx="4664">
                  <c:v>0.20577777777777778</c:v>
                </c:pt>
                <c:pt idx="4665">
                  <c:v>0.20592592592592593</c:v>
                </c:pt>
                <c:pt idx="4666">
                  <c:v>0.20592592592592593</c:v>
                </c:pt>
                <c:pt idx="4667">
                  <c:v>0.20592592592592593</c:v>
                </c:pt>
                <c:pt idx="4668">
                  <c:v>0.20592592592592593</c:v>
                </c:pt>
                <c:pt idx="4669">
                  <c:v>0.20607407407407408</c:v>
                </c:pt>
                <c:pt idx="4670">
                  <c:v>0.20622222222222222</c:v>
                </c:pt>
                <c:pt idx="4671">
                  <c:v>0.20637037037037037</c:v>
                </c:pt>
                <c:pt idx="4672">
                  <c:v>0.20637037037037037</c:v>
                </c:pt>
                <c:pt idx="4673">
                  <c:v>0.20637037037037037</c:v>
                </c:pt>
                <c:pt idx="4674">
                  <c:v>0.20637037037037037</c:v>
                </c:pt>
                <c:pt idx="4675">
                  <c:v>0.20637037037037037</c:v>
                </c:pt>
                <c:pt idx="4676">
                  <c:v>0.20637037037037037</c:v>
                </c:pt>
                <c:pt idx="4677">
                  <c:v>0.20637037037037037</c:v>
                </c:pt>
                <c:pt idx="4678">
                  <c:v>0.20637037037037037</c:v>
                </c:pt>
                <c:pt idx="4679">
                  <c:v>0.20637037037037037</c:v>
                </c:pt>
                <c:pt idx="4680">
                  <c:v>0.20637037037037037</c:v>
                </c:pt>
                <c:pt idx="4681">
                  <c:v>0.20637037037037037</c:v>
                </c:pt>
                <c:pt idx="4682">
                  <c:v>0.20637037037037037</c:v>
                </c:pt>
                <c:pt idx="4683">
                  <c:v>0.20637037037037037</c:v>
                </c:pt>
                <c:pt idx="4684">
                  <c:v>0.20637037037037037</c:v>
                </c:pt>
                <c:pt idx="4685">
                  <c:v>0.20637037037037037</c:v>
                </c:pt>
                <c:pt idx="4686">
                  <c:v>0.20637037037037037</c:v>
                </c:pt>
                <c:pt idx="4687">
                  <c:v>0.20651851851851852</c:v>
                </c:pt>
                <c:pt idx="4688">
                  <c:v>0.20666666666666667</c:v>
                </c:pt>
                <c:pt idx="4689">
                  <c:v>0.20666666666666667</c:v>
                </c:pt>
                <c:pt idx="4690">
                  <c:v>0.20681481481481481</c:v>
                </c:pt>
                <c:pt idx="4691">
                  <c:v>0.20681481481481481</c:v>
                </c:pt>
                <c:pt idx="4692">
                  <c:v>0.20696296296296296</c:v>
                </c:pt>
                <c:pt idx="4693">
                  <c:v>0.20711111111111111</c:v>
                </c:pt>
                <c:pt idx="4694">
                  <c:v>0.20711111111111111</c:v>
                </c:pt>
                <c:pt idx="4695">
                  <c:v>0.20711111111111111</c:v>
                </c:pt>
                <c:pt idx="4696">
                  <c:v>0.20711111111111111</c:v>
                </c:pt>
                <c:pt idx="4697">
                  <c:v>0.20725925925925925</c:v>
                </c:pt>
                <c:pt idx="4698">
                  <c:v>0.2074074074074074</c:v>
                </c:pt>
                <c:pt idx="4699">
                  <c:v>0.2074074074074074</c:v>
                </c:pt>
                <c:pt idx="4700">
                  <c:v>0.2074074074074074</c:v>
                </c:pt>
                <c:pt idx="4701">
                  <c:v>0.2074074074074074</c:v>
                </c:pt>
                <c:pt idx="4702">
                  <c:v>0.2074074074074074</c:v>
                </c:pt>
                <c:pt idx="4703">
                  <c:v>0.2074074074074074</c:v>
                </c:pt>
                <c:pt idx="4704">
                  <c:v>0.2074074074074074</c:v>
                </c:pt>
                <c:pt idx="4705">
                  <c:v>0.20755555555555555</c:v>
                </c:pt>
                <c:pt idx="4706">
                  <c:v>0.2077037037037037</c:v>
                </c:pt>
                <c:pt idx="4707">
                  <c:v>0.2077037037037037</c:v>
                </c:pt>
                <c:pt idx="4708">
                  <c:v>0.2077037037037037</c:v>
                </c:pt>
                <c:pt idx="4709">
                  <c:v>0.2077037037037037</c:v>
                </c:pt>
                <c:pt idx="4710">
                  <c:v>0.2077037037037037</c:v>
                </c:pt>
                <c:pt idx="4711">
                  <c:v>0.20785185185185184</c:v>
                </c:pt>
                <c:pt idx="4712">
                  <c:v>0.20785185185185184</c:v>
                </c:pt>
                <c:pt idx="4713">
                  <c:v>0.20785185185185184</c:v>
                </c:pt>
                <c:pt idx="4714">
                  <c:v>0.20799999999999999</c:v>
                </c:pt>
                <c:pt idx="4715">
                  <c:v>0.20799999999999999</c:v>
                </c:pt>
                <c:pt idx="4716">
                  <c:v>0.20799999999999999</c:v>
                </c:pt>
                <c:pt idx="4717">
                  <c:v>0.20799999999999999</c:v>
                </c:pt>
                <c:pt idx="4718">
                  <c:v>0.20799999999999999</c:v>
                </c:pt>
                <c:pt idx="4719">
                  <c:v>0.20814814814814814</c:v>
                </c:pt>
                <c:pt idx="4720">
                  <c:v>0.20829629629629628</c:v>
                </c:pt>
                <c:pt idx="4721">
                  <c:v>0.20829629629629628</c:v>
                </c:pt>
                <c:pt idx="4722">
                  <c:v>0.20829629629629628</c:v>
                </c:pt>
                <c:pt idx="4723">
                  <c:v>0.20844444444444443</c:v>
                </c:pt>
                <c:pt idx="4724">
                  <c:v>0.20844444444444443</c:v>
                </c:pt>
                <c:pt idx="4725">
                  <c:v>0.20844444444444443</c:v>
                </c:pt>
                <c:pt idx="4726">
                  <c:v>0.20859259259259258</c:v>
                </c:pt>
                <c:pt idx="4727">
                  <c:v>0.20874074074074075</c:v>
                </c:pt>
                <c:pt idx="4728">
                  <c:v>0.20874074074074075</c:v>
                </c:pt>
                <c:pt idx="4729">
                  <c:v>0.20874074074074075</c:v>
                </c:pt>
                <c:pt idx="4730">
                  <c:v>0.20874074074074075</c:v>
                </c:pt>
                <c:pt idx="4731">
                  <c:v>0.20874074074074075</c:v>
                </c:pt>
                <c:pt idx="4732">
                  <c:v>0.2088888888888889</c:v>
                </c:pt>
                <c:pt idx="4733">
                  <c:v>0.2088888888888889</c:v>
                </c:pt>
                <c:pt idx="4734">
                  <c:v>0.20903703703703705</c:v>
                </c:pt>
                <c:pt idx="4735">
                  <c:v>0.20903703703703705</c:v>
                </c:pt>
                <c:pt idx="4736">
                  <c:v>0.2091851851851852</c:v>
                </c:pt>
                <c:pt idx="4737">
                  <c:v>0.2091851851851852</c:v>
                </c:pt>
                <c:pt idx="4738">
                  <c:v>0.2091851851851852</c:v>
                </c:pt>
                <c:pt idx="4739">
                  <c:v>0.2091851851851852</c:v>
                </c:pt>
                <c:pt idx="4740">
                  <c:v>0.2091851851851852</c:v>
                </c:pt>
                <c:pt idx="4741">
                  <c:v>0.2091851851851852</c:v>
                </c:pt>
                <c:pt idx="4742">
                  <c:v>0.2091851851851852</c:v>
                </c:pt>
                <c:pt idx="4743">
                  <c:v>0.2091851851851852</c:v>
                </c:pt>
                <c:pt idx="4744">
                  <c:v>0.2091851851851852</c:v>
                </c:pt>
                <c:pt idx="4745">
                  <c:v>0.2091851851851852</c:v>
                </c:pt>
                <c:pt idx="4746">
                  <c:v>0.20933333333333334</c:v>
                </c:pt>
                <c:pt idx="4747">
                  <c:v>0.20933333333333334</c:v>
                </c:pt>
                <c:pt idx="4748">
                  <c:v>0.20933333333333334</c:v>
                </c:pt>
                <c:pt idx="4749">
                  <c:v>0.20933333333333334</c:v>
                </c:pt>
                <c:pt idx="4750">
                  <c:v>0.20933333333333334</c:v>
                </c:pt>
                <c:pt idx="4751">
                  <c:v>0.20933333333333334</c:v>
                </c:pt>
                <c:pt idx="4752">
                  <c:v>0.20933333333333334</c:v>
                </c:pt>
                <c:pt idx="4753">
                  <c:v>0.20933333333333334</c:v>
                </c:pt>
                <c:pt idx="4754">
                  <c:v>0.20933333333333334</c:v>
                </c:pt>
                <c:pt idx="4755">
                  <c:v>0.20948148148148149</c:v>
                </c:pt>
                <c:pt idx="4756">
                  <c:v>0.20962962962962964</c:v>
                </c:pt>
                <c:pt idx="4757">
                  <c:v>0.20977777777777779</c:v>
                </c:pt>
                <c:pt idx="4758">
                  <c:v>0.20992592592592593</c:v>
                </c:pt>
                <c:pt idx="4759">
                  <c:v>0.20992592592592593</c:v>
                </c:pt>
                <c:pt idx="4760">
                  <c:v>0.21007407407407408</c:v>
                </c:pt>
                <c:pt idx="4761">
                  <c:v>0.21007407407407408</c:v>
                </c:pt>
                <c:pt idx="4762">
                  <c:v>0.21022222222222223</c:v>
                </c:pt>
                <c:pt idx="4763">
                  <c:v>0.21037037037037037</c:v>
                </c:pt>
                <c:pt idx="4764">
                  <c:v>0.21037037037037037</c:v>
                </c:pt>
                <c:pt idx="4765">
                  <c:v>0.21051851851851852</c:v>
                </c:pt>
                <c:pt idx="4766">
                  <c:v>0.21066666666666667</c:v>
                </c:pt>
                <c:pt idx="4767">
                  <c:v>0.21066666666666667</c:v>
                </c:pt>
                <c:pt idx="4768">
                  <c:v>0.21081481481481482</c:v>
                </c:pt>
                <c:pt idx="4769">
                  <c:v>0.21081481481481482</c:v>
                </c:pt>
                <c:pt idx="4770">
                  <c:v>0.21081481481481482</c:v>
                </c:pt>
                <c:pt idx="4771">
                  <c:v>0.21096296296296296</c:v>
                </c:pt>
                <c:pt idx="4772">
                  <c:v>0.21111111111111111</c:v>
                </c:pt>
                <c:pt idx="4773">
                  <c:v>0.21111111111111111</c:v>
                </c:pt>
                <c:pt idx="4774">
                  <c:v>0.21111111111111111</c:v>
                </c:pt>
                <c:pt idx="4775">
                  <c:v>0.21111111111111111</c:v>
                </c:pt>
                <c:pt idx="4776">
                  <c:v>0.21125925925925926</c:v>
                </c:pt>
                <c:pt idx="4777">
                  <c:v>0.21125925925925926</c:v>
                </c:pt>
                <c:pt idx="4778">
                  <c:v>0.2114074074074074</c:v>
                </c:pt>
                <c:pt idx="4779">
                  <c:v>0.2114074074074074</c:v>
                </c:pt>
                <c:pt idx="4780">
                  <c:v>0.21155555555555555</c:v>
                </c:pt>
                <c:pt idx="4781">
                  <c:v>0.21155555555555555</c:v>
                </c:pt>
                <c:pt idx="4782">
                  <c:v>0.21155555555555555</c:v>
                </c:pt>
                <c:pt idx="4783">
                  <c:v>0.21155555555555555</c:v>
                </c:pt>
                <c:pt idx="4784">
                  <c:v>0.2117037037037037</c:v>
                </c:pt>
                <c:pt idx="4785">
                  <c:v>0.2117037037037037</c:v>
                </c:pt>
                <c:pt idx="4786">
                  <c:v>0.21185185185185185</c:v>
                </c:pt>
                <c:pt idx="4787">
                  <c:v>0.21199999999999999</c:v>
                </c:pt>
                <c:pt idx="4788">
                  <c:v>0.21199999999999999</c:v>
                </c:pt>
                <c:pt idx="4789">
                  <c:v>0.21199999999999999</c:v>
                </c:pt>
                <c:pt idx="4790">
                  <c:v>0.21214814814814814</c:v>
                </c:pt>
                <c:pt idx="4791">
                  <c:v>0.21214814814814814</c:v>
                </c:pt>
                <c:pt idx="4792">
                  <c:v>0.21229629629629629</c:v>
                </c:pt>
                <c:pt idx="4793">
                  <c:v>0.21229629629629629</c:v>
                </c:pt>
                <c:pt idx="4794">
                  <c:v>0.21244444444444444</c:v>
                </c:pt>
                <c:pt idx="4795">
                  <c:v>0.21244444444444444</c:v>
                </c:pt>
                <c:pt idx="4796">
                  <c:v>0.21244444444444444</c:v>
                </c:pt>
                <c:pt idx="4797">
                  <c:v>0.21244444444444444</c:v>
                </c:pt>
                <c:pt idx="4798">
                  <c:v>0.21259259259259258</c:v>
                </c:pt>
                <c:pt idx="4799">
                  <c:v>0.21274074074074073</c:v>
                </c:pt>
                <c:pt idx="4800">
                  <c:v>0.21288888888888888</c:v>
                </c:pt>
                <c:pt idx="4801">
                  <c:v>0.21288888888888888</c:v>
                </c:pt>
                <c:pt idx="4802">
                  <c:v>0.21303703703703702</c:v>
                </c:pt>
                <c:pt idx="4803">
                  <c:v>0.21303703703703702</c:v>
                </c:pt>
                <c:pt idx="4804">
                  <c:v>0.21303703703703702</c:v>
                </c:pt>
                <c:pt idx="4805">
                  <c:v>0.21303703703703702</c:v>
                </c:pt>
                <c:pt idx="4806">
                  <c:v>0.21303703703703702</c:v>
                </c:pt>
                <c:pt idx="4807">
                  <c:v>0.21303703703703702</c:v>
                </c:pt>
                <c:pt idx="4808">
                  <c:v>0.21303703703703702</c:v>
                </c:pt>
                <c:pt idx="4809">
                  <c:v>0.21303703703703702</c:v>
                </c:pt>
                <c:pt idx="4810">
                  <c:v>0.21303703703703702</c:v>
                </c:pt>
                <c:pt idx="4811">
                  <c:v>0.21303703703703702</c:v>
                </c:pt>
                <c:pt idx="4812">
                  <c:v>0.21303703703703702</c:v>
                </c:pt>
                <c:pt idx="4813">
                  <c:v>0.21318518518518517</c:v>
                </c:pt>
                <c:pt idx="4814">
                  <c:v>0.21318518518518517</c:v>
                </c:pt>
                <c:pt idx="4815">
                  <c:v>0.21318518518518517</c:v>
                </c:pt>
                <c:pt idx="4816">
                  <c:v>0.21318518518518517</c:v>
                </c:pt>
                <c:pt idx="4817">
                  <c:v>0.21318518518518517</c:v>
                </c:pt>
                <c:pt idx="4818">
                  <c:v>0.21318518518518517</c:v>
                </c:pt>
                <c:pt idx="4819">
                  <c:v>0.21318518518518517</c:v>
                </c:pt>
                <c:pt idx="4820">
                  <c:v>0.21318518518518517</c:v>
                </c:pt>
                <c:pt idx="4821">
                  <c:v>0.21318518518518517</c:v>
                </c:pt>
                <c:pt idx="4822">
                  <c:v>0.21333333333333335</c:v>
                </c:pt>
                <c:pt idx="4823">
                  <c:v>0.21348148148148149</c:v>
                </c:pt>
                <c:pt idx="4824">
                  <c:v>0.21362962962962964</c:v>
                </c:pt>
                <c:pt idx="4825">
                  <c:v>0.21377777777777779</c:v>
                </c:pt>
                <c:pt idx="4826">
                  <c:v>0.21377777777777779</c:v>
                </c:pt>
                <c:pt idx="4827">
                  <c:v>0.21377777777777779</c:v>
                </c:pt>
                <c:pt idx="4828">
                  <c:v>0.21392592592592594</c:v>
                </c:pt>
                <c:pt idx="4829">
                  <c:v>0.21392592592592594</c:v>
                </c:pt>
                <c:pt idx="4830">
                  <c:v>0.21392592592592594</c:v>
                </c:pt>
                <c:pt idx="4831">
                  <c:v>0.21407407407407408</c:v>
                </c:pt>
                <c:pt idx="4832">
                  <c:v>0.21407407407407408</c:v>
                </c:pt>
                <c:pt idx="4833">
                  <c:v>0.21407407407407408</c:v>
                </c:pt>
                <c:pt idx="4834">
                  <c:v>0.21422222222222223</c:v>
                </c:pt>
                <c:pt idx="4835">
                  <c:v>0.21422222222222223</c:v>
                </c:pt>
                <c:pt idx="4836">
                  <c:v>0.21437037037037038</c:v>
                </c:pt>
                <c:pt idx="4837">
                  <c:v>0.21437037037037038</c:v>
                </c:pt>
                <c:pt idx="4838">
                  <c:v>0.21437037037037038</c:v>
                </c:pt>
                <c:pt idx="4839">
                  <c:v>0.21451851851851853</c:v>
                </c:pt>
                <c:pt idx="4840">
                  <c:v>0.21466666666666667</c:v>
                </c:pt>
                <c:pt idx="4841">
                  <c:v>0.21466666666666667</c:v>
                </c:pt>
                <c:pt idx="4842">
                  <c:v>0.21466666666666667</c:v>
                </c:pt>
                <c:pt idx="4843">
                  <c:v>0.21466666666666667</c:v>
                </c:pt>
                <c:pt idx="4844">
                  <c:v>0.21466666666666667</c:v>
                </c:pt>
                <c:pt idx="4845">
                  <c:v>0.21466666666666667</c:v>
                </c:pt>
                <c:pt idx="4846">
                  <c:v>0.21466666666666667</c:v>
                </c:pt>
                <c:pt idx="4847">
                  <c:v>0.21466666666666667</c:v>
                </c:pt>
                <c:pt idx="4848">
                  <c:v>0.21481481481481482</c:v>
                </c:pt>
                <c:pt idx="4849">
                  <c:v>0.21481481481481482</c:v>
                </c:pt>
                <c:pt idx="4850">
                  <c:v>0.21496296296296297</c:v>
                </c:pt>
                <c:pt idx="4851">
                  <c:v>0.21496296296296297</c:v>
                </c:pt>
                <c:pt idx="4852">
                  <c:v>0.21496296296296297</c:v>
                </c:pt>
                <c:pt idx="4853">
                  <c:v>0.21496296296296297</c:v>
                </c:pt>
                <c:pt idx="4854">
                  <c:v>0.21496296296296297</c:v>
                </c:pt>
                <c:pt idx="4855">
                  <c:v>0.21511111111111111</c:v>
                </c:pt>
                <c:pt idx="4856">
                  <c:v>0.21511111111111111</c:v>
                </c:pt>
                <c:pt idx="4857">
                  <c:v>0.21525925925925926</c:v>
                </c:pt>
                <c:pt idx="4858">
                  <c:v>0.21540740740740741</c:v>
                </c:pt>
                <c:pt idx="4859">
                  <c:v>0.21540740740740741</c:v>
                </c:pt>
                <c:pt idx="4860">
                  <c:v>0.21555555555555556</c:v>
                </c:pt>
                <c:pt idx="4861">
                  <c:v>0.21555555555555556</c:v>
                </c:pt>
                <c:pt idx="4862">
                  <c:v>0.21555555555555556</c:v>
                </c:pt>
                <c:pt idx="4863">
                  <c:v>0.2157037037037037</c:v>
                </c:pt>
                <c:pt idx="4864">
                  <c:v>0.21585185185185185</c:v>
                </c:pt>
                <c:pt idx="4865">
                  <c:v>0.216</c:v>
                </c:pt>
                <c:pt idx="4866">
                  <c:v>0.216</c:v>
                </c:pt>
                <c:pt idx="4867">
                  <c:v>0.216</c:v>
                </c:pt>
                <c:pt idx="4868">
                  <c:v>0.216</c:v>
                </c:pt>
                <c:pt idx="4869">
                  <c:v>0.216</c:v>
                </c:pt>
                <c:pt idx="4870">
                  <c:v>0.216</c:v>
                </c:pt>
                <c:pt idx="4871">
                  <c:v>0.216</c:v>
                </c:pt>
                <c:pt idx="4872">
                  <c:v>0.216</c:v>
                </c:pt>
                <c:pt idx="4873">
                  <c:v>0.216</c:v>
                </c:pt>
                <c:pt idx="4874">
                  <c:v>0.21614814814814814</c:v>
                </c:pt>
                <c:pt idx="4875">
                  <c:v>0.21629629629629629</c:v>
                </c:pt>
                <c:pt idx="4876">
                  <c:v>0.21629629629629629</c:v>
                </c:pt>
                <c:pt idx="4877">
                  <c:v>0.21644444444444444</c:v>
                </c:pt>
                <c:pt idx="4878">
                  <c:v>0.21644444444444444</c:v>
                </c:pt>
                <c:pt idx="4879">
                  <c:v>0.21644444444444444</c:v>
                </c:pt>
                <c:pt idx="4880">
                  <c:v>0.21644444444444444</c:v>
                </c:pt>
                <c:pt idx="4881">
                  <c:v>0.21659259259259259</c:v>
                </c:pt>
                <c:pt idx="4882">
                  <c:v>0.21659259259259259</c:v>
                </c:pt>
                <c:pt idx="4883">
                  <c:v>0.21659259259259259</c:v>
                </c:pt>
                <c:pt idx="4884">
                  <c:v>0.21659259259259259</c:v>
                </c:pt>
                <c:pt idx="4885">
                  <c:v>0.21659259259259259</c:v>
                </c:pt>
                <c:pt idx="4886">
                  <c:v>0.21659259259259259</c:v>
                </c:pt>
                <c:pt idx="4887">
                  <c:v>0.21659259259259259</c:v>
                </c:pt>
                <c:pt idx="4888">
                  <c:v>0.21659259259259259</c:v>
                </c:pt>
                <c:pt idx="4889">
                  <c:v>0.21674074074074073</c:v>
                </c:pt>
                <c:pt idx="4890">
                  <c:v>0.21674074074074073</c:v>
                </c:pt>
                <c:pt idx="4891">
                  <c:v>0.21688888888888888</c:v>
                </c:pt>
                <c:pt idx="4892">
                  <c:v>0.21688888888888888</c:v>
                </c:pt>
                <c:pt idx="4893">
                  <c:v>0.21688888888888888</c:v>
                </c:pt>
                <c:pt idx="4894">
                  <c:v>0.21688888888888888</c:v>
                </c:pt>
                <c:pt idx="4895">
                  <c:v>0.21688888888888888</c:v>
                </c:pt>
                <c:pt idx="4896">
                  <c:v>0.21688888888888888</c:v>
                </c:pt>
                <c:pt idx="4897">
                  <c:v>0.21688888888888888</c:v>
                </c:pt>
                <c:pt idx="4898">
                  <c:v>0.21688888888888888</c:v>
                </c:pt>
                <c:pt idx="4899">
                  <c:v>0.21688888888888888</c:v>
                </c:pt>
                <c:pt idx="4900">
                  <c:v>0.21688888888888888</c:v>
                </c:pt>
                <c:pt idx="4901">
                  <c:v>0.21703703703703703</c:v>
                </c:pt>
                <c:pt idx="4902">
                  <c:v>0.21703703703703703</c:v>
                </c:pt>
                <c:pt idx="4903">
                  <c:v>0.21703703703703703</c:v>
                </c:pt>
                <c:pt idx="4904">
                  <c:v>0.21703703703703703</c:v>
                </c:pt>
                <c:pt idx="4905">
                  <c:v>0.21703703703703703</c:v>
                </c:pt>
                <c:pt idx="4906">
                  <c:v>0.21718518518518518</c:v>
                </c:pt>
                <c:pt idx="4907">
                  <c:v>0.21718518518518518</c:v>
                </c:pt>
                <c:pt idx="4908">
                  <c:v>0.21718518518518518</c:v>
                </c:pt>
                <c:pt idx="4909">
                  <c:v>0.21718518518518518</c:v>
                </c:pt>
                <c:pt idx="4910">
                  <c:v>0.21718518518518518</c:v>
                </c:pt>
                <c:pt idx="4911">
                  <c:v>0.21718518518518518</c:v>
                </c:pt>
                <c:pt idx="4912">
                  <c:v>0.21733333333333332</c:v>
                </c:pt>
                <c:pt idx="4913">
                  <c:v>0.21733333333333332</c:v>
                </c:pt>
                <c:pt idx="4914">
                  <c:v>0.21733333333333332</c:v>
                </c:pt>
                <c:pt idx="4915">
                  <c:v>0.21733333333333332</c:v>
                </c:pt>
                <c:pt idx="4916">
                  <c:v>0.21733333333333332</c:v>
                </c:pt>
                <c:pt idx="4917">
                  <c:v>0.21733333333333332</c:v>
                </c:pt>
                <c:pt idx="4918">
                  <c:v>0.21733333333333332</c:v>
                </c:pt>
                <c:pt idx="4919">
                  <c:v>0.21748148148148147</c:v>
                </c:pt>
                <c:pt idx="4920">
                  <c:v>0.21748148148148147</c:v>
                </c:pt>
                <c:pt idx="4921">
                  <c:v>0.21748148148148147</c:v>
                </c:pt>
                <c:pt idx="4922">
                  <c:v>0.21762962962962962</c:v>
                </c:pt>
                <c:pt idx="4923">
                  <c:v>0.21762962962962962</c:v>
                </c:pt>
                <c:pt idx="4924">
                  <c:v>0.21762962962962962</c:v>
                </c:pt>
                <c:pt idx="4925">
                  <c:v>0.21777777777777776</c:v>
                </c:pt>
                <c:pt idx="4926">
                  <c:v>0.21792592592592594</c:v>
                </c:pt>
                <c:pt idx="4927">
                  <c:v>0.21792592592592594</c:v>
                </c:pt>
                <c:pt idx="4928">
                  <c:v>0.21792592592592594</c:v>
                </c:pt>
                <c:pt idx="4929">
                  <c:v>0.21807407407407409</c:v>
                </c:pt>
                <c:pt idx="4930">
                  <c:v>0.21807407407407409</c:v>
                </c:pt>
                <c:pt idx="4931">
                  <c:v>0.21822222222222223</c:v>
                </c:pt>
                <c:pt idx="4932">
                  <c:v>0.21822222222222223</c:v>
                </c:pt>
                <c:pt idx="4933">
                  <c:v>0.21822222222222223</c:v>
                </c:pt>
                <c:pt idx="4934">
                  <c:v>0.21837037037037038</c:v>
                </c:pt>
                <c:pt idx="4935">
                  <c:v>0.21851851851851853</c:v>
                </c:pt>
                <c:pt idx="4936">
                  <c:v>0.21851851851851853</c:v>
                </c:pt>
                <c:pt idx="4937">
                  <c:v>0.21851851851851853</c:v>
                </c:pt>
                <c:pt idx="4938">
                  <c:v>0.21851851851851853</c:v>
                </c:pt>
                <c:pt idx="4939">
                  <c:v>0.21866666666666668</c:v>
                </c:pt>
                <c:pt idx="4940">
                  <c:v>0.21866666666666668</c:v>
                </c:pt>
                <c:pt idx="4941">
                  <c:v>0.21866666666666668</c:v>
                </c:pt>
                <c:pt idx="4942">
                  <c:v>0.21866666666666668</c:v>
                </c:pt>
                <c:pt idx="4943">
                  <c:v>0.21866666666666668</c:v>
                </c:pt>
                <c:pt idx="4944">
                  <c:v>0.21866666666666668</c:v>
                </c:pt>
                <c:pt idx="4945">
                  <c:v>0.21866666666666668</c:v>
                </c:pt>
                <c:pt idx="4946">
                  <c:v>0.21866666666666668</c:v>
                </c:pt>
                <c:pt idx="4947">
                  <c:v>0.21866666666666668</c:v>
                </c:pt>
                <c:pt idx="4948">
                  <c:v>0.21866666666666668</c:v>
                </c:pt>
                <c:pt idx="4949">
                  <c:v>0.21881481481481482</c:v>
                </c:pt>
                <c:pt idx="4950">
                  <c:v>0.21881481481481482</c:v>
                </c:pt>
                <c:pt idx="4951">
                  <c:v>0.21881481481481482</c:v>
                </c:pt>
                <c:pt idx="4952">
                  <c:v>0.21881481481481482</c:v>
                </c:pt>
                <c:pt idx="4953">
                  <c:v>0.21881481481481482</c:v>
                </c:pt>
                <c:pt idx="4954">
                  <c:v>0.21881481481481482</c:v>
                </c:pt>
                <c:pt idx="4955">
                  <c:v>0.21881481481481482</c:v>
                </c:pt>
                <c:pt idx="4956">
                  <c:v>0.21881481481481482</c:v>
                </c:pt>
                <c:pt idx="4957">
                  <c:v>0.21896296296296297</c:v>
                </c:pt>
                <c:pt idx="4958">
                  <c:v>0.21896296296296297</c:v>
                </c:pt>
                <c:pt idx="4959">
                  <c:v>0.21911111111111112</c:v>
                </c:pt>
                <c:pt idx="4960">
                  <c:v>0.21925925925925926</c:v>
                </c:pt>
                <c:pt idx="4961">
                  <c:v>0.21925925925925926</c:v>
                </c:pt>
                <c:pt idx="4962">
                  <c:v>0.21925925925925926</c:v>
                </c:pt>
                <c:pt idx="4963">
                  <c:v>0.21940740740740741</c:v>
                </c:pt>
                <c:pt idx="4964">
                  <c:v>0.21940740740740741</c:v>
                </c:pt>
                <c:pt idx="4965">
                  <c:v>0.21940740740740741</c:v>
                </c:pt>
                <c:pt idx="4966">
                  <c:v>0.21940740740740741</c:v>
                </c:pt>
                <c:pt idx="4967">
                  <c:v>0.21940740740740741</c:v>
                </c:pt>
                <c:pt idx="4968">
                  <c:v>0.21940740740740741</c:v>
                </c:pt>
                <c:pt idx="4969">
                  <c:v>0.21940740740740741</c:v>
                </c:pt>
                <c:pt idx="4970">
                  <c:v>0.21955555555555556</c:v>
                </c:pt>
                <c:pt idx="4971">
                  <c:v>0.21955555555555556</c:v>
                </c:pt>
                <c:pt idx="4972">
                  <c:v>0.21970370370370371</c:v>
                </c:pt>
                <c:pt idx="4973">
                  <c:v>0.21985185185185185</c:v>
                </c:pt>
                <c:pt idx="4974">
                  <c:v>0.22</c:v>
                </c:pt>
                <c:pt idx="4975">
                  <c:v>0.22</c:v>
                </c:pt>
                <c:pt idx="4976">
                  <c:v>0.22014814814814815</c:v>
                </c:pt>
                <c:pt idx="4977">
                  <c:v>0.2202962962962963</c:v>
                </c:pt>
                <c:pt idx="4978">
                  <c:v>0.22044444444444444</c:v>
                </c:pt>
                <c:pt idx="4979">
                  <c:v>0.22044444444444444</c:v>
                </c:pt>
                <c:pt idx="4980">
                  <c:v>0.22044444444444444</c:v>
                </c:pt>
                <c:pt idx="4981">
                  <c:v>0.22044444444444444</c:v>
                </c:pt>
                <c:pt idx="4982">
                  <c:v>0.22059259259259259</c:v>
                </c:pt>
                <c:pt idx="4983">
                  <c:v>0.22074074074074074</c:v>
                </c:pt>
                <c:pt idx="4984">
                  <c:v>0.22088888888888888</c:v>
                </c:pt>
                <c:pt idx="4985">
                  <c:v>0.22088888888888888</c:v>
                </c:pt>
                <c:pt idx="4986">
                  <c:v>0.22103703703703703</c:v>
                </c:pt>
                <c:pt idx="4987">
                  <c:v>0.22118518518518518</c:v>
                </c:pt>
                <c:pt idx="4988">
                  <c:v>0.22118518518518518</c:v>
                </c:pt>
                <c:pt idx="4989">
                  <c:v>0.22118518518518518</c:v>
                </c:pt>
                <c:pt idx="4990">
                  <c:v>0.22118518518518518</c:v>
                </c:pt>
                <c:pt idx="4991">
                  <c:v>0.22118518518518518</c:v>
                </c:pt>
                <c:pt idx="4992">
                  <c:v>0.22118518518518518</c:v>
                </c:pt>
                <c:pt idx="4993">
                  <c:v>0.22133333333333333</c:v>
                </c:pt>
                <c:pt idx="4994">
                  <c:v>0.22148148148148147</c:v>
                </c:pt>
                <c:pt idx="4995">
                  <c:v>0.22148148148148147</c:v>
                </c:pt>
                <c:pt idx="4996">
                  <c:v>0.22148148148148147</c:v>
                </c:pt>
                <c:pt idx="4997">
                  <c:v>0.22148148148148147</c:v>
                </c:pt>
                <c:pt idx="4998">
                  <c:v>0.22162962962962962</c:v>
                </c:pt>
                <c:pt idx="4999">
                  <c:v>0.22162962962962962</c:v>
                </c:pt>
                <c:pt idx="5000">
                  <c:v>0.22177777777777777</c:v>
                </c:pt>
                <c:pt idx="5001">
                  <c:v>0.22177777777777777</c:v>
                </c:pt>
                <c:pt idx="5002">
                  <c:v>0.22192592592592592</c:v>
                </c:pt>
                <c:pt idx="5003">
                  <c:v>0.22192592592592592</c:v>
                </c:pt>
                <c:pt idx="5004">
                  <c:v>0.22207407407407406</c:v>
                </c:pt>
                <c:pt idx="5005">
                  <c:v>0.22207407407407406</c:v>
                </c:pt>
                <c:pt idx="5006">
                  <c:v>0.22207407407407406</c:v>
                </c:pt>
                <c:pt idx="5007">
                  <c:v>0.22207407407407406</c:v>
                </c:pt>
                <c:pt idx="5008">
                  <c:v>0.22207407407407406</c:v>
                </c:pt>
                <c:pt idx="5009">
                  <c:v>0.22222222222222221</c:v>
                </c:pt>
                <c:pt idx="5010">
                  <c:v>0.22222222222222221</c:v>
                </c:pt>
                <c:pt idx="5011">
                  <c:v>0.22222222222222221</c:v>
                </c:pt>
                <c:pt idx="5012">
                  <c:v>0.22237037037037036</c:v>
                </c:pt>
                <c:pt idx="5013">
                  <c:v>0.22237037037037036</c:v>
                </c:pt>
                <c:pt idx="5014">
                  <c:v>0.22237037037037036</c:v>
                </c:pt>
                <c:pt idx="5015">
                  <c:v>0.22251851851851853</c:v>
                </c:pt>
                <c:pt idx="5016">
                  <c:v>0.22251851851851853</c:v>
                </c:pt>
                <c:pt idx="5017">
                  <c:v>0.22251851851851853</c:v>
                </c:pt>
                <c:pt idx="5018">
                  <c:v>0.22251851851851853</c:v>
                </c:pt>
                <c:pt idx="5019">
                  <c:v>0.22266666666666668</c:v>
                </c:pt>
                <c:pt idx="5020">
                  <c:v>0.22266666666666668</c:v>
                </c:pt>
                <c:pt idx="5021">
                  <c:v>0.22266666666666668</c:v>
                </c:pt>
                <c:pt idx="5022">
                  <c:v>0.22266666666666668</c:v>
                </c:pt>
                <c:pt idx="5023">
                  <c:v>0.22281481481481483</c:v>
                </c:pt>
                <c:pt idx="5024">
                  <c:v>0.22296296296296297</c:v>
                </c:pt>
                <c:pt idx="5025">
                  <c:v>0.22296296296296297</c:v>
                </c:pt>
                <c:pt idx="5026">
                  <c:v>0.22311111111111112</c:v>
                </c:pt>
                <c:pt idx="5027">
                  <c:v>0.22325925925925927</c:v>
                </c:pt>
                <c:pt idx="5028">
                  <c:v>0.22325925925925927</c:v>
                </c:pt>
                <c:pt idx="5029">
                  <c:v>0.22340740740740742</c:v>
                </c:pt>
                <c:pt idx="5030">
                  <c:v>0.22340740740740742</c:v>
                </c:pt>
                <c:pt idx="5031">
                  <c:v>0.22340740740740742</c:v>
                </c:pt>
                <c:pt idx="5032">
                  <c:v>0.22355555555555556</c:v>
                </c:pt>
                <c:pt idx="5033">
                  <c:v>0.22355555555555556</c:v>
                </c:pt>
                <c:pt idx="5034">
                  <c:v>0.22355555555555556</c:v>
                </c:pt>
                <c:pt idx="5035">
                  <c:v>0.22370370370370371</c:v>
                </c:pt>
                <c:pt idx="5036">
                  <c:v>0.22385185185185186</c:v>
                </c:pt>
                <c:pt idx="5037">
                  <c:v>0.22385185185185186</c:v>
                </c:pt>
                <c:pt idx="5038">
                  <c:v>0.224</c:v>
                </c:pt>
                <c:pt idx="5039">
                  <c:v>0.224</c:v>
                </c:pt>
                <c:pt idx="5040">
                  <c:v>0.224</c:v>
                </c:pt>
                <c:pt idx="5041">
                  <c:v>0.224</c:v>
                </c:pt>
                <c:pt idx="5042">
                  <c:v>0.224</c:v>
                </c:pt>
                <c:pt idx="5043">
                  <c:v>0.22414814814814815</c:v>
                </c:pt>
                <c:pt idx="5044">
                  <c:v>0.2242962962962963</c:v>
                </c:pt>
                <c:pt idx="5045">
                  <c:v>0.2242962962962963</c:v>
                </c:pt>
                <c:pt idx="5046">
                  <c:v>0.2242962962962963</c:v>
                </c:pt>
                <c:pt idx="5047">
                  <c:v>0.2242962962962963</c:v>
                </c:pt>
                <c:pt idx="5048">
                  <c:v>0.22444444444444445</c:v>
                </c:pt>
                <c:pt idx="5049">
                  <c:v>0.22444444444444445</c:v>
                </c:pt>
                <c:pt idx="5050">
                  <c:v>0.22444444444444445</c:v>
                </c:pt>
                <c:pt idx="5051">
                  <c:v>0.22444444444444445</c:v>
                </c:pt>
                <c:pt idx="5052">
                  <c:v>0.22444444444444445</c:v>
                </c:pt>
                <c:pt idx="5053">
                  <c:v>0.22459259259259259</c:v>
                </c:pt>
                <c:pt idx="5054">
                  <c:v>0.22459259259259259</c:v>
                </c:pt>
                <c:pt idx="5055">
                  <c:v>0.22474074074074074</c:v>
                </c:pt>
                <c:pt idx="5056">
                  <c:v>0.22474074074074074</c:v>
                </c:pt>
                <c:pt idx="5057">
                  <c:v>0.22474074074074074</c:v>
                </c:pt>
                <c:pt idx="5058">
                  <c:v>0.22474074074074074</c:v>
                </c:pt>
                <c:pt idx="5059">
                  <c:v>0.22474074074074074</c:v>
                </c:pt>
                <c:pt idx="5060">
                  <c:v>0.22488888888888889</c:v>
                </c:pt>
                <c:pt idx="5061">
                  <c:v>0.22503703703703704</c:v>
                </c:pt>
                <c:pt idx="5062">
                  <c:v>0.22503703703703704</c:v>
                </c:pt>
                <c:pt idx="5063">
                  <c:v>0.22503703703703704</c:v>
                </c:pt>
                <c:pt idx="5064">
                  <c:v>0.22503703703703704</c:v>
                </c:pt>
                <c:pt idx="5065">
                  <c:v>0.22518518518518518</c:v>
                </c:pt>
                <c:pt idx="5066">
                  <c:v>0.22518518518518518</c:v>
                </c:pt>
                <c:pt idx="5067">
                  <c:v>0.22518518518518518</c:v>
                </c:pt>
                <c:pt idx="5068">
                  <c:v>0.22533333333333333</c:v>
                </c:pt>
                <c:pt idx="5069">
                  <c:v>0.22533333333333333</c:v>
                </c:pt>
                <c:pt idx="5070">
                  <c:v>0.22548148148148148</c:v>
                </c:pt>
                <c:pt idx="5071">
                  <c:v>0.22548148148148148</c:v>
                </c:pt>
                <c:pt idx="5072">
                  <c:v>0.22548148148148148</c:v>
                </c:pt>
                <c:pt idx="5073">
                  <c:v>0.22548148148148148</c:v>
                </c:pt>
                <c:pt idx="5074">
                  <c:v>0.22548148148148148</c:v>
                </c:pt>
                <c:pt idx="5075">
                  <c:v>0.22548148148148148</c:v>
                </c:pt>
                <c:pt idx="5076">
                  <c:v>0.22548148148148148</c:v>
                </c:pt>
                <c:pt idx="5077">
                  <c:v>0.22562962962962962</c:v>
                </c:pt>
                <c:pt idx="5078">
                  <c:v>0.22562962962962962</c:v>
                </c:pt>
                <c:pt idx="5079">
                  <c:v>0.22562962962962962</c:v>
                </c:pt>
                <c:pt idx="5080">
                  <c:v>0.22577777777777777</c:v>
                </c:pt>
                <c:pt idx="5081">
                  <c:v>0.22577777777777777</c:v>
                </c:pt>
                <c:pt idx="5082">
                  <c:v>0.22592592592592592</c:v>
                </c:pt>
                <c:pt idx="5083">
                  <c:v>0.22592592592592592</c:v>
                </c:pt>
                <c:pt idx="5084">
                  <c:v>0.22592592592592592</c:v>
                </c:pt>
                <c:pt idx="5085">
                  <c:v>0.22592592592592592</c:v>
                </c:pt>
                <c:pt idx="5086">
                  <c:v>0.22592592592592592</c:v>
                </c:pt>
                <c:pt idx="5087">
                  <c:v>0.22607407407407407</c:v>
                </c:pt>
                <c:pt idx="5088">
                  <c:v>0.22607407407407407</c:v>
                </c:pt>
                <c:pt idx="5089">
                  <c:v>0.22607407407407407</c:v>
                </c:pt>
                <c:pt idx="5090">
                  <c:v>0.22607407407407407</c:v>
                </c:pt>
                <c:pt idx="5091">
                  <c:v>0.22607407407407407</c:v>
                </c:pt>
                <c:pt idx="5092">
                  <c:v>0.22607407407407407</c:v>
                </c:pt>
                <c:pt idx="5093">
                  <c:v>0.22607407407407407</c:v>
                </c:pt>
                <c:pt idx="5094">
                  <c:v>0.22622222222222221</c:v>
                </c:pt>
                <c:pt idx="5095">
                  <c:v>0.22622222222222221</c:v>
                </c:pt>
                <c:pt idx="5096">
                  <c:v>0.22622222222222221</c:v>
                </c:pt>
                <c:pt idx="5097">
                  <c:v>0.22622222222222221</c:v>
                </c:pt>
                <c:pt idx="5098">
                  <c:v>0.22622222222222221</c:v>
                </c:pt>
                <c:pt idx="5099">
                  <c:v>0.22622222222222221</c:v>
                </c:pt>
                <c:pt idx="5100">
                  <c:v>0.22622222222222221</c:v>
                </c:pt>
                <c:pt idx="5101">
                  <c:v>0.22622222222222221</c:v>
                </c:pt>
                <c:pt idx="5102">
                  <c:v>0.22637037037037036</c:v>
                </c:pt>
                <c:pt idx="5103">
                  <c:v>0.22651851851851851</c:v>
                </c:pt>
                <c:pt idx="5104">
                  <c:v>0.22651851851851851</c:v>
                </c:pt>
                <c:pt idx="5105">
                  <c:v>0.22651851851851851</c:v>
                </c:pt>
                <c:pt idx="5106">
                  <c:v>0.22666666666666666</c:v>
                </c:pt>
                <c:pt idx="5107">
                  <c:v>0.22666666666666666</c:v>
                </c:pt>
                <c:pt idx="5108">
                  <c:v>0.22666666666666666</c:v>
                </c:pt>
                <c:pt idx="5109">
                  <c:v>0.22666666666666666</c:v>
                </c:pt>
                <c:pt idx="5110">
                  <c:v>0.2268148148148148</c:v>
                </c:pt>
                <c:pt idx="5111">
                  <c:v>0.22696296296296295</c:v>
                </c:pt>
                <c:pt idx="5112">
                  <c:v>0.22711111111111112</c:v>
                </c:pt>
                <c:pt idx="5113">
                  <c:v>0.22711111111111112</c:v>
                </c:pt>
                <c:pt idx="5114">
                  <c:v>0.22711111111111112</c:v>
                </c:pt>
                <c:pt idx="5115">
                  <c:v>0.22711111111111112</c:v>
                </c:pt>
                <c:pt idx="5116">
                  <c:v>0.22711111111111112</c:v>
                </c:pt>
                <c:pt idx="5117">
                  <c:v>0.22711111111111112</c:v>
                </c:pt>
                <c:pt idx="5118">
                  <c:v>0.22711111111111112</c:v>
                </c:pt>
                <c:pt idx="5119">
                  <c:v>0.22725925925925927</c:v>
                </c:pt>
                <c:pt idx="5120">
                  <c:v>0.22740740740740742</c:v>
                </c:pt>
                <c:pt idx="5121">
                  <c:v>0.22740740740740742</c:v>
                </c:pt>
                <c:pt idx="5122">
                  <c:v>0.22755555555555557</c:v>
                </c:pt>
                <c:pt idx="5123">
                  <c:v>0.22755555555555557</c:v>
                </c:pt>
                <c:pt idx="5124">
                  <c:v>0.22755555555555557</c:v>
                </c:pt>
                <c:pt idx="5125">
                  <c:v>0.22770370370370371</c:v>
                </c:pt>
                <c:pt idx="5126">
                  <c:v>0.22770370370370371</c:v>
                </c:pt>
                <c:pt idx="5127">
                  <c:v>0.22770370370370371</c:v>
                </c:pt>
                <c:pt idx="5128">
                  <c:v>0.22770370370370371</c:v>
                </c:pt>
                <c:pt idx="5129">
                  <c:v>0.22785185185185186</c:v>
                </c:pt>
                <c:pt idx="5130">
                  <c:v>0.22785185185185186</c:v>
                </c:pt>
                <c:pt idx="5131">
                  <c:v>0.22785185185185186</c:v>
                </c:pt>
                <c:pt idx="5132">
                  <c:v>0.22785185185185186</c:v>
                </c:pt>
                <c:pt idx="5133">
                  <c:v>0.22785185185185186</c:v>
                </c:pt>
                <c:pt idx="5134">
                  <c:v>0.22785185185185186</c:v>
                </c:pt>
                <c:pt idx="5135">
                  <c:v>0.22785185185185186</c:v>
                </c:pt>
                <c:pt idx="5136">
                  <c:v>0.22785185185185186</c:v>
                </c:pt>
                <c:pt idx="5137">
                  <c:v>0.22785185185185186</c:v>
                </c:pt>
                <c:pt idx="5138">
                  <c:v>0.22785185185185186</c:v>
                </c:pt>
                <c:pt idx="5139">
                  <c:v>0.22785185185185186</c:v>
                </c:pt>
                <c:pt idx="5140">
                  <c:v>0.22785185185185186</c:v>
                </c:pt>
                <c:pt idx="5141">
                  <c:v>0.22785185185185186</c:v>
                </c:pt>
                <c:pt idx="5142">
                  <c:v>0.22785185185185186</c:v>
                </c:pt>
                <c:pt idx="5143">
                  <c:v>0.22800000000000001</c:v>
                </c:pt>
                <c:pt idx="5144">
                  <c:v>0.22800000000000001</c:v>
                </c:pt>
                <c:pt idx="5145">
                  <c:v>0.22814814814814816</c:v>
                </c:pt>
                <c:pt idx="5146">
                  <c:v>0.2282962962962963</c:v>
                </c:pt>
                <c:pt idx="5147">
                  <c:v>0.2282962962962963</c:v>
                </c:pt>
                <c:pt idx="5148">
                  <c:v>0.2282962962962963</c:v>
                </c:pt>
                <c:pt idx="5149">
                  <c:v>0.22844444444444445</c:v>
                </c:pt>
                <c:pt idx="5150">
                  <c:v>0.22844444444444445</c:v>
                </c:pt>
                <c:pt idx="5151">
                  <c:v>0.2285925925925926</c:v>
                </c:pt>
                <c:pt idx="5152">
                  <c:v>0.22874074074074074</c:v>
                </c:pt>
                <c:pt idx="5153">
                  <c:v>0.22888888888888889</c:v>
                </c:pt>
                <c:pt idx="5154">
                  <c:v>0.22903703703703704</c:v>
                </c:pt>
                <c:pt idx="5155">
                  <c:v>0.22903703703703704</c:v>
                </c:pt>
                <c:pt idx="5156">
                  <c:v>0.22918518518518519</c:v>
                </c:pt>
                <c:pt idx="5157">
                  <c:v>0.22918518518518519</c:v>
                </c:pt>
                <c:pt idx="5158">
                  <c:v>0.22918518518518519</c:v>
                </c:pt>
                <c:pt idx="5159">
                  <c:v>0.22918518518518519</c:v>
                </c:pt>
                <c:pt idx="5160">
                  <c:v>0.22918518518518519</c:v>
                </c:pt>
                <c:pt idx="5161">
                  <c:v>0.22933333333333333</c:v>
                </c:pt>
                <c:pt idx="5162">
                  <c:v>0.22933333333333333</c:v>
                </c:pt>
                <c:pt idx="5163">
                  <c:v>0.22933333333333333</c:v>
                </c:pt>
                <c:pt idx="5164">
                  <c:v>0.22933333333333333</c:v>
                </c:pt>
                <c:pt idx="5165">
                  <c:v>0.22948148148148148</c:v>
                </c:pt>
                <c:pt idx="5166">
                  <c:v>0.22948148148148148</c:v>
                </c:pt>
                <c:pt idx="5167">
                  <c:v>0.22948148148148148</c:v>
                </c:pt>
                <c:pt idx="5168">
                  <c:v>0.22962962962962963</c:v>
                </c:pt>
                <c:pt idx="5169">
                  <c:v>0.22962962962962963</c:v>
                </c:pt>
                <c:pt idx="5170">
                  <c:v>0.22977777777777778</c:v>
                </c:pt>
                <c:pt idx="5171">
                  <c:v>0.22977777777777778</c:v>
                </c:pt>
                <c:pt idx="5172">
                  <c:v>0.22977777777777778</c:v>
                </c:pt>
                <c:pt idx="5173">
                  <c:v>0.22977777777777778</c:v>
                </c:pt>
                <c:pt idx="5174">
                  <c:v>0.22977777777777778</c:v>
                </c:pt>
                <c:pt idx="5175">
                  <c:v>0.22977777777777778</c:v>
                </c:pt>
                <c:pt idx="5176">
                  <c:v>0.22977777777777778</c:v>
                </c:pt>
                <c:pt idx="5177">
                  <c:v>0.22977777777777778</c:v>
                </c:pt>
                <c:pt idx="5178">
                  <c:v>0.22977777777777778</c:v>
                </c:pt>
                <c:pt idx="5179">
                  <c:v>0.22992592592592592</c:v>
                </c:pt>
                <c:pt idx="5180">
                  <c:v>0.22992592592592592</c:v>
                </c:pt>
                <c:pt idx="5181">
                  <c:v>0.22992592592592592</c:v>
                </c:pt>
                <c:pt idx="5182">
                  <c:v>0.22992592592592592</c:v>
                </c:pt>
                <c:pt idx="5183">
                  <c:v>0.23007407407407407</c:v>
                </c:pt>
                <c:pt idx="5184">
                  <c:v>0.23007407407407407</c:v>
                </c:pt>
                <c:pt idx="5185">
                  <c:v>0.23007407407407407</c:v>
                </c:pt>
                <c:pt idx="5186">
                  <c:v>0.23007407407407407</c:v>
                </c:pt>
                <c:pt idx="5187">
                  <c:v>0.23022222222222222</c:v>
                </c:pt>
                <c:pt idx="5188">
                  <c:v>0.23022222222222222</c:v>
                </c:pt>
                <c:pt idx="5189">
                  <c:v>0.23022222222222222</c:v>
                </c:pt>
                <c:pt idx="5190">
                  <c:v>0.23022222222222222</c:v>
                </c:pt>
                <c:pt idx="5191">
                  <c:v>0.23022222222222222</c:v>
                </c:pt>
                <c:pt idx="5192">
                  <c:v>0.23022222222222222</c:v>
                </c:pt>
                <c:pt idx="5193">
                  <c:v>0.23022222222222222</c:v>
                </c:pt>
                <c:pt idx="5194">
                  <c:v>0.23022222222222222</c:v>
                </c:pt>
                <c:pt idx="5195">
                  <c:v>0.23022222222222222</c:v>
                </c:pt>
                <c:pt idx="5196">
                  <c:v>0.23037037037037036</c:v>
                </c:pt>
                <c:pt idx="5197">
                  <c:v>0.23037037037037036</c:v>
                </c:pt>
                <c:pt idx="5198">
                  <c:v>0.23037037037037036</c:v>
                </c:pt>
                <c:pt idx="5199">
                  <c:v>0.23051851851851851</c:v>
                </c:pt>
                <c:pt idx="5200">
                  <c:v>0.23066666666666666</c:v>
                </c:pt>
                <c:pt idx="5201">
                  <c:v>0.23066666666666666</c:v>
                </c:pt>
                <c:pt idx="5202">
                  <c:v>0.23066666666666666</c:v>
                </c:pt>
                <c:pt idx="5203">
                  <c:v>0.23066666666666666</c:v>
                </c:pt>
                <c:pt idx="5204">
                  <c:v>0.23081481481481481</c:v>
                </c:pt>
                <c:pt idx="5205">
                  <c:v>0.23081481481481481</c:v>
                </c:pt>
                <c:pt idx="5206">
                  <c:v>0.23081481481481481</c:v>
                </c:pt>
                <c:pt idx="5207">
                  <c:v>0.23081481481481481</c:v>
                </c:pt>
                <c:pt idx="5208">
                  <c:v>0.23081481481481481</c:v>
                </c:pt>
                <c:pt idx="5209">
                  <c:v>0.23096296296296295</c:v>
                </c:pt>
                <c:pt idx="5210">
                  <c:v>0.23096296296296295</c:v>
                </c:pt>
                <c:pt idx="5211">
                  <c:v>0.23096296296296295</c:v>
                </c:pt>
                <c:pt idx="5212">
                  <c:v>0.23096296296296295</c:v>
                </c:pt>
                <c:pt idx="5213">
                  <c:v>0.23096296296296295</c:v>
                </c:pt>
                <c:pt idx="5214">
                  <c:v>0.2311111111111111</c:v>
                </c:pt>
                <c:pt idx="5215">
                  <c:v>0.23125925925925925</c:v>
                </c:pt>
                <c:pt idx="5216">
                  <c:v>0.23125925925925925</c:v>
                </c:pt>
                <c:pt idx="5217">
                  <c:v>0.23125925925925925</c:v>
                </c:pt>
                <c:pt idx="5218">
                  <c:v>0.23125925925925925</c:v>
                </c:pt>
                <c:pt idx="5219">
                  <c:v>0.23125925925925925</c:v>
                </c:pt>
                <c:pt idx="5220">
                  <c:v>0.23125925925925925</c:v>
                </c:pt>
                <c:pt idx="5221">
                  <c:v>0.2314074074074074</c:v>
                </c:pt>
                <c:pt idx="5222">
                  <c:v>0.23155555555555554</c:v>
                </c:pt>
                <c:pt idx="5223">
                  <c:v>0.23155555555555554</c:v>
                </c:pt>
                <c:pt idx="5224">
                  <c:v>0.23170370370370372</c:v>
                </c:pt>
                <c:pt idx="5225">
                  <c:v>0.23170370370370372</c:v>
                </c:pt>
                <c:pt idx="5226">
                  <c:v>0.23185185185185186</c:v>
                </c:pt>
                <c:pt idx="5227">
                  <c:v>0.23200000000000001</c:v>
                </c:pt>
                <c:pt idx="5228">
                  <c:v>0.23200000000000001</c:v>
                </c:pt>
                <c:pt idx="5229">
                  <c:v>0.23200000000000001</c:v>
                </c:pt>
                <c:pt idx="5230">
                  <c:v>0.23214814814814816</c:v>
                </c:pt>
                <c:pt idx="5231">
                  <c:v>0.23214814814814816</c:v>
                </c:pt>
                <c:pt idx="5232">
                  <c:v>0.23214814814814816</c:v>
                </c:pt>
                <c:pt idx="5233">
                  <c:v>0.23229629629629631</c:v>
                </c:pt>
                <c:pt idx="5234">
                  <c:v>0.23229629629629631</c:v>
                </c:pt>
                <c:pt idx="5235">
                  <c:v>0.23229629629629631</c:v>
                </c:pt>
                <c:pt idx="5236">
                  <c:v>0.23244444444444445</c:v>
                </c:pt>
                <c:pt idx="5237">
                  <c:v>0.23244444444444445</c:v>
                </c:pt>
                <c:pt idx="5238">
                  <c:v>0.2325925925925926</c:v>
                </c:pt>
                <c:pt idx="5239">
                  <c:v>0.23274074074074075</c:v>
                </c:pt>
                <c:pt idx="5240">
                  <c:v>0.23274074074074075</c:v>
                </c:pt>
                <c:pt idx="5241">
                  <c:v>0.2328888888888889</c:v>
                </c:pt>
                <c:pt idx="5242">
                  <c:v>0.23303703703703704</c:v>
                </c:pt>
                <c:pt idx="5243">
                  <c:v>0.23318518518518519</c:v>
                </c:pt>
                <c:pt idx="5244">
                  <c:v>0.23318518518518519</c:v>
                </c:pt>
                <c:pt idx="5245">
                  <c:v>0.23333333333333334</c:v>
                </c:pt>
                <c:pt idx="5246">
                  <c:v>0.23348148148148148</c:v>
                </c:pt>
                <c:pt idx="5247">
                  <c:v>0.23348148148148148</c:v>
                </c:pt>
                <c:pt idx="5248">
                  <c:v>0.23348148148148148</c:v>
                </c:pt>
                <c:pt idx="5249">
                  <c:v>0.23362962962962963</c:v>
                </c:pt>
                <c:pt idx="5250">
                  <c:v>0.23377777777777778</c:v>
                </c:pt>
                <c:pt idx="5251">
                  <c:v>0.23377777777777778</c:v>
                </c:pt>
                <c:pt idx="5252">
                  <c:v>0.23392592592592593</c:v>
                </c:pt>
                <c:pt idx="5253">
                  <c:v>0.23392592592592593</c:v>
                </c:pt>
                <c:pt idx="5254">
                  <c:v>0.23392592592592593</c:v>
                </c:pt>
                <c:pt idx="5255">
                  <c:v>0.23392592592592593</c:v>
                </c:pt>
                <c:pt idx="5256">
                  <c:v>0.23392592592592593</c:v>
                </c:pt>
                <c:pt idx="5257">
                  <c:v>0.23392592592592593</c:v>
                </c:pt>
                <c:pt idx="5258">
                  <c:v>0.23392592592592593</c:v>
                </c:pt>
                <c:pt idx="5259">
                  <c:v>0.23392592592592593</c:v>
                </c:pt>
                <c:pt idx="5260">
                  <c:v>0.23407407407407407</c:v>
                </c:pt>
                <c:pt idx="5261">
                  <c:v>0.23422222222222222</c:v>
                </c:pt>
                <c:pt idx="5262">
                  <c:v>0.23422222222222222</c:v>
                </c:pt>
                <c:pt idx="5263">
                  <c:v>0.23422222222222222</c:v>
                </c:pt>
                <c:pt idx="5264">
                  <c:v>0.23422222222222222</c:v>
                </c:pt>
                <c:pt idx="5265">
                  <c:v>0.23422222222222222</c:v>
                </c:pt>
                <c:pt idx="5266">
                  <c:v>0.23422222222222222</c:v>
                </c:pt>
                <c:pt idx="5267">
                  <c:v>0.23422222222222222</c:v>
                </c:pt>
                <c:pt idx="5268">
                  <c:v>0.23422222222222222</c:v>
                </c:pt>
                <c:pt idx="5269">
                  <c:v>0.23422222222222222</c:v>
                </c:pt>
                <c:pt idx="5270">
                  <c:v>0.23422222222222222</c:v>
                </c:pt>
                <c:pt idx="5271">
                  <c:v>0.23422222222222222</c:v>
                </c:pt>
                <c:pt idx="5272">
                  <c:v>0.23422222222222222</c:v>
                </c:pt>
                <c:pt idx="5273">
                  <c:v>0.23422222222222222</c:v>
                </c:pt>
                <c:pt idx="5274">
                  <c:v>0.23422222222222222</c:v>
                </c:pt>
                <c:pt idx="5275">
                  <c:v>0.23437037037037037</c:v>
                </c:pt>
                <c:pt idx="5276">
                  <c:v>0.23451851851851852</c:v>
                </c:pt>
                <c:pt idx="5277">
                  <c:v>0.23451851851851852</c:v>
                </c:pt>
                <c:pt idx="5278">
                  <c:v>0.23451851851851852</c:v>
                </c:pt>
                <c:pt idx="5279">
                  <c:v>0.23451851851851852</c:v>
                </c:pt>
                <c:pt idx="5280">
                  <c:v>0.23451851851851852</c:v>
                </c:pt>
                <c:pt idx="5281">
                  <c:v>0.23451851851851852</c:v>
                </c:pt>
                <c:pt idx="5282">
                  <c:v>0.23451851851851852</c:v>
                </c:pt>
                <c:pt idx="5283">
                  <c:v>0.23451851851851852</c:v>
                </c:pt>
                <c:pt idx="5284">
                  <c:v>0.23451851851851852</c:v>
                </c:pt>
                <c:pt idx="5285">
                  <c:v>0.23451851851851852</c:v>
                </c:pt>
                <c:pt idx="5286">
                  <c:v>0.23451851851851852</c:v>
                </c:pt>
                <c:pt idx="5287">
                  <c:v>0.23466666666666666</c:v>
                </c:pt>
                <c:pt idx="5288">
                  <c:v>0.23466666666666666</c:v>
                </c:pt>
                <c:pt idx="5289">
                  <c:v>0.23466666666666666</c:v>
                </c:pt>
                <c:pt idx="5290">
                  <c:v>0.23466666666666666</c:v>
                </c:pt>
                <c:pt idx="5291">
                  <c:v>0.23466666666666666</c:v>
                </c:pt>
                <c:pt idx="5292">
                  <c:v>0.23481481481481481</c:v>
                </c:pt>
                <c:pt idx="5293">
                  <c:v>0.23481481481481481</c:v>
                </c:pt>
                <c:pt idx="5294">
                  <c:v>0.23481481481481481</c:v>
                </c:pt>
                <c:pt idx="5295">
                  <c:v>0.23481481481481481</c:v>
                </c:pt>
                <c:pt idx="5296">
                  <c:v>0.23481481481481481</c:v>
                </c:pt>
                <c:pt idx="5297">
                  <c:v>0.23496296296296296</c:v>
                </c:pt>
                <c:pt idx="5298">
                  <c:v>0.23496296296296296</c:v>
                </c:pt>
                <c:pt idx="5299">
                  <c:v>0.2351111111111111</c:v>
                </c:pt>
                <c:pt idx="5300">
                  <c:v>0.2351111111111111</c:v>
                </c:pt>
                <c:pt idx="5301">
                  <c:v>0.2351111111111111</c:v>
                </c:pt>
                <c:pt idx="5302">
                  <c:v>0.2351111111111111</c:v>
                </c:pt>
                <c:pt idx="5303">
                  <c:v>0.2351111111111111</c:v>
                </c:pt>
                <c:pt idx="5304">
                  <c:v>0.2351111111111111</c:v>
                </c:pt>
                <c:pt idx="5305">
                  <c:v>0.2351111111111111</c:v>
                </c:pt>
                <c:pt idx="5306">
                  <c:v>0.2351111111111111</c:v>
                </c:pt>
                <c:pt idx="5307">
                  <c:v>0.23525925925925925</c:v>
                </c:pt>
                <c:pt idx="5308">
                  <c:v>0.23525925925925925</c:v>
                </c:pt>
                <c:pt idx="5309">
                  <c:v>0.23525925925925925</c:v>
                </c:pt>
                <c:pt idx="5310">
                  <c:v>0.23525925925925925</c:v>
                </c:pt>
                <c:pt idx="5311">
                  <c:v>0.23525925925925925</c:v>
                </c:pt>
                <c:pt idx="5312">
                  <c:v>0.23525925925925925</c:v>
                </c:pt>
                <c:pt idx="5313">
                  <c:v>0.23525925925925925</c:v>
                </c:pt>
                <c:pt idx="5314">
                  <c:v>0.23525925925925925</c:v>
                </c:pt>
                <c:pt idx="5315">
                  <c:v>0.2354074074074074</c:v>
                </c:pt>
                <c:pt idx="5316">
                  <c:v>0.23555555555555555</c:v>
                </c:pt>
                <c:pt idx="5317">
                  <c:v>0.23570370370370369</c:v>
                </c:pt>
                <c:pt idx="5318">
                  <c:v>0.23570370370370369</c:v>
                </c:pt>
                <c:pt idx="5319">
                  <c:v>0.23585185185185184</c:v>
                </c:pt>
                <c:pt idx="5320">
                  <c:v>0.23599999999999999</c:v>
                </c:pt>
                <c:pt idx="5321">
                  <c:v>0.23599999999999999</c:v>
                </c:pt>
                <c:pt idx="5322">
                  <c:v>0.23599999999999999</c:v>
                </c:pt>
                <c:pt idx="5323">
                  <c:v>0.23599999999999999</c:v>
                </c:pt>
                <c:pt idx="5324">
                  <c:v>0.23599999999999999</c:v>
                </c:pt>
                <c:pt idx="5325">
                  <c:v>0.23599999999999999</c:v>
                </c:pt>
                <c:pt idx="5326">
                  <c:v>0.23599999999999999</c:v>
                </c:pt>
                <c:pt idx="5327">
                  <c:v>0.23599999999999999</c:v>
                </c:pt>
                <c:pt idx="5328">
                  <c:v>0.23599999999999999</c:v>
                </c:pt>
                <c:pt idx="5329">
                  <c:v>0.23614814814814813</c:v>
                </c:pt>
                <c:pt idx="5330">
                  <c:v>0.23614814814814813</c:v>
                </c:pt>
                <c:pt idx="5331">
                  <c:v>0.23629629629629631</c:v>
                </c:pt>
                <c:pt idx="5332">
                  <c:v>0.23629629629629631</c:v>
                </c:pt>
                <c:pt idx="5333">
                  <c:v>0.23629629629629631</c:v>
                </c:pt>
                <c:pt idx="5334">
                  <c:v>0.23629629629629631</c:v>
                </c:pt>
                <c:pt idx="5335">
                  <c:v>0.23644444444444446</c:v>
                </c:pt>
                <c:pt idx="5336">
                  <c:v>0.2365925925925926</c:v>
                </c:pt>
                <c:pt idx="5337">
                  <c:v>0.2365925925925926</c:v>
                </c:pt>
                <c:pt idx="5338">
                  <c:v>0.2365925925925926</c:v>
                </c:pt>
                <c:pt idx="5339">
                  <c:v>0.2365925925925926</c:v>
                </c:pt>
                <c:pt idx="5340">
                  <c:v>0.2365925925925926</c:v>
                </c:pt>
                <c:pt idx="5341">
                  <c:v>0.2365925925925926</c:v>
                </c:pt>
                <c:pt idx="5342">
                  <c:v>0.2365925925925926</c:v>
                </c:pt>
                <c:pt idx="5343">
                  <c:v>0.2365925925925926</c:v>
                </c:pt>
                <c:pt idx="5344">
                  <c:v>0.2365925925925926</c:v>
                </c:pt>
                <c:pt idx="5345">
                  <c:v>0.23674074074074075</c:v>
                </c:pt>
                <c:pt idx="5346">
                  <c:v>0.23674074074074075</c:v>
                </c:pt>
                <c:pt idx="5347">
                  <c:v>0.23674074074074075</c:v>
                </c:pt>
                <c:pt idx="5348">
                  <c:v>0.23674074074074075</c:v>
                </c:pt>
                <c:pt idx="5349">
                  <c:v>0.23674074074074075</c:v>
                </c:pt>
                <c:pt idx="5350">
                  <c:v>0.23674074074074075</c:v>
                </c:pt>
                <c:pt idx="5351">
                  <c:v>0.2368888888888889</c:v>
                </c:pt>
                <c:pt idx="5352">
                  <c:v>0.2368888888888889</c:v>
                </c:pt>
                <c:pt idx="5353">
                  <c:v>0.2368888888888889</c:v>
                </c:pt>
                <c:pt idx="5354">
                  <c:v>0.2368888888888889</c:v>
                </c:pt>
                <c:pt idx="5355">
                  <c:v>0.23703703703703705</c:v>
                </c:pt>
                <c:pt idx="5356">
                  <c:v>0.23718518518518519</c:v>
                </c:pt>
                <c:pt idx="5357">
                  <c:v>0.23718518518518519</c:v>
                </c:pt>
                <c:pt idx="5358">
                  <c:v>0.23733333333333334</c:v>
                </c:pt>
                <c:pt idx="5359">
                  <c:v>0.23748148148148149</c:v>
                </c:pt>
                <c:pt idx="5360">
                  <c:v>0.23748148148148149</c:v>
                </c:pt>
                <c:pt idx="5361">
                  <c:v>0.23748148148148149</c:v>
                </c:pt>
                <c:pt idx="5362">
                  <c:v>0.23748148148148149</c:v>
                </c:pt>
                <c:pt idx="5363">
                  <c:v>0.23748148148148149</c:v>
                </c:pt>
                <c:pt idx="5364">
                  <c:v>0.23748148148148149</c:v>
                </c:pt>
                <c:pt idx="5365">
                  <c:v>0.23762962962962964</c:v>
                </c:pt>
                <c:pt idx="5366">
                  <c:v>0.23777777777777778</c:v>
                </c:pt>
                <c:pt idx="5367">
                  <c:v>0.23777777777777778</c:v>
                </c:pt>
                <c:pt idx="5368">
                  <c:v>0.23777777777777778</c:v>
                </c:pt>
                <c:pt idx="5369">
                  <c:v>0.23792592592592593</c:v>
                </c:pt>
                <c:pt idx="5370">
                  <c:v>0.23807407407407408</c:v>
                </c:pt>
                <c:pt idx="5371">
                  <c:v>0.23822222222222222</c:v>
                </c:pt>
                <c:pt idx="5372">
                  <c:v>0.23822222222222222</c:v>
                </c:pt>
                <c:pt idx="5373">
                  <c:v>0.23837037037037037</c:v>
                </c:pt>
                <c:pt idx="5374">
                  <c:v>0.23837037037037037</c:v>
                </c:pt>
                <c:pt idx="5375">
                  <c:v>0.23851851851851852</c:v>
                </c:pt>
                <c:pt idx="5376">
                  <c:v>0.23851851851851852</c:v>
                </c:pt>
                <c:pt idx="5377">
                  <c:v>0.23851851851851852</c:v>
                </c:pt>
                <c:pt idx="5378">
                  <c:v>0.23851851851851852</c:v>
                </c:pt>
                <c:pt idx="5379">
                  <c:v>0.23851851851851852</c:v>
                </c:pt>
                <c:pt idx="5380">
                  <c:v>0.23851851851851852</c:v>
                </c:pt>
                <c:pt idx="5381">
                  <c:v>0.23851851851851852</c:v>
                </c:pt>
                <c:pt idx="5382">
                  <c:v>0.23866666666666667</c:v>
                </c:pt>
                <c:pt idx="5383">
                  <c:v>0.23866666666666667</c:v>
                </c:pt>
                <c:pt idx="5384">
                  <c:v>0.23866666666666667</c:v>
                </c:pt>
                <c:pt idx="5385">
                  <c:v>0.23866666666666667</c:v>
                </c:pt>
                <c:pt idx="5386">
                  <c:v>0.23866666666666667</c:v>
                </c:pt>
                <c:pt idx="5387">
                  <c:v>0.23866666666666667</c:v>
                </c:pt>
                <c:pt idx="5388">
                  <c:v>0.23866666666666667</c:v>
                </c:pt>
                <c:pt idx="5389">
                  <c:v>0.23881481481481481</c:v>
                </c:pt>
                <c:pt idx="5390">
                  <c:v>0.23881481481481481</c:v>
                </c:pt>
                <c:pt idx="5391">
                  <c:v>0.23896296296296296</c:v>
                </c:pt>
                <c:pt idx="5392">
                  <c:v>0.23896296296296296</c:v>
                </c:pt>
                <c:pt idx="5393">
                  <c:v>0.23896296296296296</c:v>
                </c:pt>
                <c:pt idx="5394">
                  <c:v>0.23896296296296296</c:v>
                </c:pt>
                <c:pt idx="5395">
                  <c:v>0.23896296296296296</c:v>
                </c:pt>
                <c:pt idx="5396">
                  <c:v>0.23896296296296296</c:v>
                </c:pt>
                <c:pt idx="5397">
                  <c:v>0.23896296296296296</c:v>
                </c:pt>
                <c:pt idx="5398">
                  <c:v>0.23896296296296296</c:v>
                </c:pt>
                <c:pt idx="5399">
                  <c:v>0.23896296296296296</c:v>
                </c:pt>
                <c:pt idx="5400">
                  <c:v>0.23896296296296296</c:v>
                </c:pt>
                <c:pt idx="5401">
                  <c:v>0.23911111111111111</c:v>
                </c:pt>
                <c:pt idx="5402">
                  <c:v>0.23911111111111111</c:v>
                </c:pt>
                <c:pt idx="5403">
                  <c:v>0.23911111111111111</c:v>
                </c:pt>
                <c:pt idx="5404">
                  <c:v>0.23911111111111111</c:v>
                </c:pt>
                <c:pt idx="5405">
                  <c:v>0.23911111111111111</c:v>
                </c:pt>
                <c:pt idx="5406">
                  <c:v>0.23911111111111111</c:v>
                </c:pt>
                <c:pt idx="5407">
                  <c:v>0.23925925925925925</c:v>
                </c:pt>
                <c:pt idx="5408">
                  <c:v>0.23925925925925925</c:v>
                </c:pt>
                <c:pt idx="5409">
                  <c:v>0.23925925925925925</c:v>
                </c:pt>
                <c:pt idx="5410">
                  <c:v>0.23925925925925925</c:v>
                </c:pt>
                <c:pt idx="5411">
                  <c:v>0.23925925925925925</c:v>
                </c:pt>
                <c:pt idx="5412">
                  <c:v>0.23925925925925925</c:v>
                </c:pt>
                <c:pt idx="5413">
                  <c:v>0.23925925925925925</c:v>
                </c:pt>
                <c:pt idx="5414">
                  <c:v>0.2394074074074074</c:v>
                </c:pt>
                <c:pt idx="5415">
                  <c:v>0.2394074074074074</c:v>
                </c:pt>
                <c:pt idx="5416">
                  <c:v>0.2394074074074074</c:v>
                </c:pt>
                <c:pt idx="5417">
                  <c:v>0.23955555555555555</c:v>
                </c:pt>
                <c:pt idx="5418">
                  <c:v>0.23955555555555555</c:v>
                </c:pt>
                <c:pt idx="5419">
                  <c:v>0.23955555555555555</c:v>
                </c:pt>
                <c:pt idx="5420">
                  <c:v>0.23955555555555555</c:v>
                </c:pt>
                <c:pt idx="5421">
                  <c:v>0.23955555555555555</c:v>
                </c:pt>
                <c:pt idx="5422">
                  <c:v>0.23955555555555555</c:v>
                </c:pt>
                <c:pt idx="5423">
                  <c:v>0.23955555555555555</c:v>
                </c:pt>
                <c:pt idx="5424">
                  <c:v>0.23955555555555555</c:v>
                </c:pt>
                <c:pt idx="5425">
                  <c:v>0.23955555555555555</c:v>
                </c:pt>
                <c:pt idx="5426">
                  <c:v>0.23955555555555555</c:v>
                </c:pt>
                <c:pt idx="5427">
                  <c:v>0.23955555555555555</c:v>
                </c:pt>
                <c:pt idx="5428">
                  <c:v>0.23955555555555555</c:v>
                </c:pt>
                <c:pt idx="5429">
                  <c:v>0.2397037037037037</c:v>
                </c:pt>
                <c:pt idx="5430">
                  <c:v>0.2397037037037037</c:v>
                </c:pt>
                <c:pt idx="5431">
                  <c:v>0.2397037037037037</c:v>
                </c:pt>
                <c:pt idx="5432">
                  <c:v>0.23985185185185184</c:v>
                </c:pt>
                <c:pt idx="5433">
                  <c:v>0.23985185185185184</c:v>
                </c:pt>
                <c:pt idx="5434">
                  <c:v>0.24</c:v>
                </c:pt>
                <c:pt idx="5435">
                  <c:v>0.24</c:v>
                </c:pt>
                <c:pt idx="5436">
                  <c:v>0.24</c:v>
                </c:pt>
                <c:pt idx="5437">
                  <c:v>0.24</c:v>
                </c:pt>
                <c:pt idx="5438">
                  <c:v>0.24</c:v>
                </c:pt>
                <c:pt idx="5439">
                  <c:v>0.24</c:v>
                </c:pt>
                <c:pt idx="5440">
                  <c:v>0.24014814814814814</c:v>
                </c:pt>
                <c:pt idx="5441">
                  <c:v>0.24029629629629629</c:v>
                </c:pt>
                <c:pt idx="5442">
                  <c:v>0.24044444444444443</c:v>
                </c:pt>
                <c:pt idx="5443">
                  <c:v>0.24044444444444443</c:v>
                </c:pt>
                <c:pt idx="5444">
                  <c:v>0.24044444444444443</c:v>
                </c:pt>
                <c:pt idx="5445">
                  <c:v>0.24059259259259258</c:v>
                </c:pt>
                <c:pt idx="5446">
                  <c:v>0.24074074074074073</c:v>
                </c:pt>
                <c:pt idx="5447">
                  <c:v>0.24074074074074073</c:v>
                </c:pt>
                <c:pt idx="5448">
                  <c:v>0.24074074074074073</c:v>
                </c:pt>
                <c:pt idx="5449">
                  <c:v>0.24074074074074073</c:v>
                </c:pt>
                <c:pt idx="5450">
                  <c:v>0.24074074074074073</c:v>
                </c:pt>
                <c:pt idx="5451">
                  <c:v>0.24074074074074073</c:v>
                </c:pt>
                <c:pt idx="5452">
                  <c:v>0.24074074074074073</c:v>
                </c:pt>
                <c:pt idx="5453">
                  <c:v>0.24074074074074073</c:v>
                </c:pt>
                <c:pt idx="5454">
                  <c:v>0.24074074074074073</c:v>
                </c:pt>
                <c:pt idx="5455">
                  <c:v>0.24074074074074073</c:v>
                </c:pt>
                <c:pt idx="5456">
                  <c:v>0.24074074074074073</c:v>
                </c:pt>
                <c:pt idx="5457">
                  <c:v>0.2408888888888889</c:v>
                </c:pt>
                <c:pt idx="5458">
                  <c:v>0.2408888888888889</c:v>
                </c:pt>
                <c:pt idx="5459">
                  <c:v>0.24103703703703705</c:v>
                </c:pt>
                <c:pt idx="5460">
                  <c:v>0.24103703703703705</c:v>
                </c:pt>
                <c:pt idx="5461">
                  <c:v>0.24103703703703705</c:v>
                </c:pt>
                <c:pt idx="5462">
                  <c:v>0.2411851851851852</c:v>
                </c:pt>
                <c:pt idx="5463">
                  <c:v>0.2411851851851852</c:v>
                </c:pt>
                <c:pt idx="5464">
                  <c:v>0.2411851851851852</c:v>
                </c:pt>
                <c:pt idx="5465">
                  <c:v>0.2411851851851852</c:v>
                </c:pt>
                <c:pt idx="5466">
                  <c:v>0.24133333333333334</c:v>
                </c:pt>
                <c:pt idx="5467">
                  <c:v>0.24148148148148149</c:v>
                </c:pt>
                <c:pt idx="5468">
                  <c:v>0.24148148148148149</c:v>
                </c:pt>
                <c:pt idx="5469">
                  <c:v>0.24162962962962964</c:v>
                </c:pt>
                <c:pt idx="5470">
                  <c:v>0.24162962962962964</c:v>
                </c:pt>
                <c:pt idx="5471">
                  <c:v>0.24162962962962964</c:v>
                </c:pt>
                <c:pt idx="5472">
                  <c:v>0.24162962962962964</c:v>
                </c:pt>
                <c:pt idx="5473">
                  <c:v>0.24162962962962964</c:v>
                </c:pt>
                <c:pt idx="5474">
                  <c:v>0.24162962962962964</c:v>
                </c:pt>
                <c:pt idx="5475">
                  <c:v>0.24162962962962964</c:v>
                </c:pt>
                <c:pt idx="5476">
                  <c:v>0.24162962962962964</c:v>
                </c:pt>
                <c:pt idx="5477">
                  <c:v>0.24177777777777779</c:v>
                </c:pt>
                <c:pt idx="5478">
                  <c:v>0.24177777777777779</c:v>
                </c:pt>
                <c:pt idx="5479">
                  <c:v>0.24177777777777779</c:v>
                </c:pt>
                <c:pt idx="5480">
                  <c:v>0.24177777777777779</c:v>
                </c:pt>
                <c:pt idx="5481">
                  <c:v>0.24192592592592593</c:v>
                </c:pt>
                <c:pt idx="5482">
                  <c:v>0.24207407407407408</c:v>
                </c:pt>
                <c:pt idx="5483">
                  <c:v>0.24222222222222223</c:v>
                </c:pt>
                <c:pt idx="5484">
                  <c:v>0.24222222222222223</c:v>
                </c:pt>
                <c:pt idx="5485">
                  <c:v>0.24237037037037037</c:v>
                </c:pt>
                <c:pt idx="5486">
                  <c:v>0.24237037037037037</c:v>
                </c:pt>
                <c:pt idx="5487">
                  <c:v>0.24237037037037037</c:v>
                </c:pt>
                <c:pt idx="5488">
                  <c:v>0.24237037037037037</c:v>
                </c:pt>
                <c:pt idx="5489">
                  <c:v>0.24237037037037037</c:v>
                </c:pt>
                <c:pt idx="5490">
                  <c:v>0.24237037037037037</c:v>
                </c:pt>
                <c:pt idx="5491">
                  <c:v>0.24237037037037037</c:v>
                </c:pt>
                <c:pt idx="5492">
                  <c:v>0.24251851851851852</c:v>
                </c:pt>
                <c:pt idx="5493">
                  <c:v>0.24251851851851852</c:v>
                </c:pt>
                <c:pt idx="5494">
                  <c:v>0.24266666666666667</c:v>
                </c:pt>
                <c:pt idx="5495">
                  <c:v>0.24281481481481482</c:v>
                </c:pt>
                <c:pt idx="5496">
                  <c:v>0.24296296296296296</c:v>
                </c:pt>
                <c:pt idx="5497">
                  <c:v>0.24296296296296296</c:v>
                </c:pt>
                <c:pt idx="5498">
                  <c:v>0.24296296296296296</c:v>
                </c:pt>
                <c:pt idx="5499">
                  <c:v>0.24311111111111111</c:v>
                </c:pt>
                <c:pt idx="5500">
                  <c:v>0.24311111111111111</c:v>
                </c:pt>
                <c:pt idx="5501">
                  <c:v>0.24325925925925926</c:v>
                </c:pt>
                <c:pt idx="5502">
                  <c:v>0.24325925925925926</c:v>
                </c:pt>
                <c:pt idx="5503">
                  <c:v>0.24325925925925926</c:v>
                </c:pt>
                <c:pt idx="5504">
                  <c:v>0.24325925925925926</c:v>
                </c:pt>
                <c:pt idx="5505">
                  <c:v>0.24325925925925926</c:v>
                </c:pt>
                <c:pt idx="5506">
                  <c:v>0.24325925925925926</c:v>
                </c:pt>
                <c:pt idx="5507">
                  <c:v>0.24325925925925926</c:v>
                </c:pt>
                <c:pt idx="5508">
                  <c:v>0.24340740740740741</c:v>
                </c:pt>
                <c:pt idx="5509">
                  <c:v>0.24355555555555555</c:v>
                </c:pt>
                <c:pt idx="5510">
                  <c:v>0.24355555555555555</c:v>
                </c:pt>
                <c:pt idx="5511">
                  <c:v>0.24355555555555555</c:v>
                </c:pt>
                <c:pt idx="5512">
                  <c:v>0.2437037037037037</c:v>
                </c:pt>
                <c:pt idx="5513">
                  <c:v>0.2437037037037037</c:v>
                </c:pt>
                <c:pt idx="5514">
                  <c:v>0.2437037037037037</c:v>
                </c:pt>
                <c:pt idx="5515">
                  <c:v>0.2437037037037037</c:v>
                </c:pt>
                <c:pt idx="5516">
                  <c:v>0.24385185185185185</c:v>
                </c:pt>
                <c:pt idx="5517">
                  <c:v>0.24385185185185185</c:v>
                </c:pt>
                <c:pt idx="5518">
                  <c:v>0.24385185185185185</c:v>
                </c:pt>
                <c:pt idx="5519">
                  <c:v>0.24399999999999999</c:v>
                </c:pt>
                <c:pt idx="5520">
                  <c:v>0.24399999999999999</c:v>
                </c:pt>
                <c:pt idx="5521">
                  <c:v>0.24399999999999999</c:v>
                </c:pt>
                <c:pt idx="5522">
                  <c:v>0.24399999999999999</c:v>
                </c:pt>
                <c:pt idx="5523">
                  <c:v>0.24399999999999999</c:v>
                </c:pt>
                <c:pt idx="5524">
                  <c:v>0.24399999999999999</c:v>
                </c:pt>
                <c:pt idx="5525">
                  <c:v>0.24399999999999999</c:v>
                </c:pt>
                <c:pt idx="5526">
                  <c:v>0.24399999999999999</c:v>
                </c:pt>
                <c:pt idx="5527">
                  <c:v>0.24399999999999999</c:v>
                </c:pt>
                <c:pt idx="5528">
                  <c:v>0.24399999999999999</c:v>
                </c:pt>
                <c:pt idx="5529">
                  <c:v>0.24399999999999999</c:v>
                </c:pt>
                <c:pt idx="5530">
                  <c:v>0.24399999999999999</c:v>
                </c:pt>
                <c:pt idx="5531">
                  <c:v>0.24399999999999999</c:v>
                </c:pt>
                <c:pt idx="5532">
                  <c:v>0.24399999999999999</c:v>
                </c:pt>
                <c:pt idx="5533">
                  <c:v>0.24399999999999999</c:v>
                </c:pt>
                <c:pt idx="5534">
                  <c:v>0.24399999999999999</c:v>
                </c:pt>
                <c:pt idx="5535">
                  <c:v>0.24399999999999999</c:v>
                </c:pt>
                <c:pt idx="5536">
                  <c:v>0.24399999999999999</c:v>
                </c:pt>
                <c:pt idx="5537">
                  <c:v>0.24414814814814814</c:v>
                </c:pt>
                <c:pt idx="5538">
                  <c:v>0.24414814814814814</c:v>
                </c:pt>
                <c:pt idx="5539">
                  <c:v>0.24414814814814814</c:v>
                </c:pt>
                <c:pt idx="5540">
                  <c:v>0.24414814814814814</c:v>
                </c:pt>
                <c:pt idx="5541">
                  <c:v>0.24414814814814814</c:v>
                </c:pt>
                <c:pt idx="5542">
                  <c:v>0.24414814814814814</c:v>
                </c:pt>
                <c:pt idx="5543">
                  <c:v>0.24414814814814814</c:v>
                </c:pt>
                <c:pt idx="5544">
                  <c:v>0.24429629629629629</c:v>
                </c:pt>
                <c:pt idx="5545">
                  <c:v>0.24429629629629629</c:v>
                </c:pt>
                <c:pt idx="5546">
                  <c:v>0.24444444444444444</c:v>
                </c:pt>
                <c:pt idx="5547">
                  <c:v>0.24444444444444444</c:v>
                </c:pt>
                <c:pt idx="5548">
                  <c:v>0.24444444444444444</c:v>
                </c:pt>
                <c:pt idx="5549">
                  <c:v>0.24444444444444444</c:v>
                </c:pt>
                <c:pt idx="5550">
                  <c:v>0.24459259259259258</c:v>
                </c:pt>
                <c:pt idx="5551">
                  <c:v>0.24459259259259258</c:v>
                </c:pt>
                <c:pt idx="5552">
                  <c:v>0.24459259259259258</c:v>
                </c:pt>
                <c:pt idx="5553">
                  <c:v>0.24459259259259258</c:v>
                </c:pt>
                <c:pt idx="5554">
                  <c:v>0.24459259259259258</c:v>
                </c:pt>
                <c:pt idx="5555">
                  <c:v>0.24459259259259258</c:v>
                </c:pt>
                <c:pt idx="5556">
                  <c:v>0.24474074074074073</c:v>
                </c:pt>
                <c:pt idx="5557">
                  <c:v>0.24474074074074073</c:v>
                </c:pt>
                <c:pt idx="5558">
                  <c:v>0.24488888888888888</c:v>
                </c:pt>
                <c:pt idx="5559">
                  <c:v>0.24488888888888888</c:v>
                </c:pt>
                <c:pt idx="5560">
                  <c:v>0.24488888888888888</c:v>
                </c:pt>
                <c:pt idx="5561">
                  <c:v>0.24488888888888888</c:v>
                </c:pt>
                <c:pt idx="5562">
                  <c:v>0.24503703703703703</c:v>
                </c:pt>
                <c:pt idx="5563">
                  <c:v>0.24518518518518517</c:v>
                </c:pt>
                <c:pt idx="5564">
                  <c:v>0.24518518518518517</c:v>
                </c:pt>
                <c:pt idx="5565">
                  <c:v>0.24518518518518517</c:v>
                </c:pt>
                <c:pt idx="5566">
                  <c:v>0.24533333333333332</c:v>
                </c:pt>
                <c:pt idx="5567">
                  <c:v>0.24533333333333332</c:v>
                </c:pt>
                <c:pt idx="5568">
                  <c:v>0.24533333333333332</c:v>
                </c:pt>
                <c:pt idx="5569">
                  <c:v>0.24533333333333332</c:v>
                </c:pt>
                <c:pt idx="5570">
                  <c:v>0.24548148148148149</c:v>
                </c:pt>
                <c:pt idx="5571">
                  <c:v>0.24548148148148149</c:v>
                </c:pt>
                <c:pt idx="5572">
                  <c:v>0.24548148148148149</c:v>
                </c:pt>
                <c:pt idx="5573">
                  <c:v>0.24548148148148149</c:v>
                </c:pt>
                <c:pt idx="5574">
                  <c:v>0.24548148148148149</c:v>
                </c:pt>
                <c:pt idx="5575">
                  <c:v>0.24548148148148149</c:v>
                </c:pt>
                <c:pt idx="5576">
                  <c:v>0.24548148148148149</c:v>
                </c:pt>
                <c:pt idx="5577">
                  <c:v>0.24548148148148149</c:v>
                </c:pt>
                <c:pt idx="5578">
                  <c:v>0.24548148148148149</c:v>
                </c:pt>
                <c:pt idx="5579">
                  <c:v>0.24562962962962964</c:v>
                </c:pt>
                <c:pt idx="5580">
                  <c:v>0.24562962962962964</c:v>
                </c:pt>
                <c:pt idx="5581">
                  <c:v>0.24562962962962964</c:v>
                </c:pt>
                <c:pt idx="5582">
                  <c:v>0.24562962962962964</c:v>
                </c:pt>
                <c:pt idx="5583">
                  <c:v>0.24562962962962964</c:v>
                </c:pt>
                <c:pt idx="5584">
                  <c:v>0.24577777777777779</c:v>
                </c:pt>
                <c:pt idx="5585">
                  <c:v>0.24577777777777779</c:v>
                </c:pt>
                <c:pt idx="5586">
                  <c:v>0.24577777777777779</c:v>
                </c:pt>
                <c:pt idx="5587">
                  <c:v>0.24577777777777779</c:v>
                </c:pt>
                <c:pt idx="5588">
                  <c:v>0.24577777777777779</c:v>
                </c:pt>
                <c:pt idx="5589">
                  <c:v>0.24577777777777779</c:v>
                </c:pt>
                <c:pt idx="5590">
                  <c:v>0.24577777777777779</c:v>
                </c:pt>
                <c:pt idx="5591">
                  <c:v>0.24577777777777779</c:v>
                </c:pt>
                <c:pt idx="5592">
                  <c:v>0.24577777777777779</c:v>
                </c:pt>
                <c:pt idx="5593">
                  <c:v>0.24577777777777779</c:v>
                </c:pt>
                <c:pt idx="5594">
                  <c:v>0.24592592592592594</c:v>
                </c:pt>
                <c:pt idx="5595">
                  <c:v>0.24592592592592594</c:v>
                </c:pt>
                <c:pt idx="5596">
                  <c:v>0.24592592592592594</c:v>
                </c:pt>
                <c:pt idx="5597">
                  <c:v>0.24592592592592594</c:v>
                </c:pt>
                <c:pt idx="5598">
                  <c:v>0.24592592592592594</c:v>
                </c:pt>
                <c:pt idx="5599">
                  <c:v>0.24607407407407408</c:v>
                </c:pt>
                <c:pt idx="5600">
                  <c:v>0.24607407407407408</c:v>
                </c:pt>
                <c:pt idx="5601">
                  <c:v>0.24607407407407408</c:v>
                </c:pt>
                <c:pt idx="5602">
                  <c:v>0.24607407407407408</c:v>
                </c:pt>
                <c:pt idx="5603">
                  <c:v>0.24607407407407408</c:v>
                </c:pt>
                <c:pt idx="5604">
                  <c:v>0.24607407407407408</c:v>
                </c:pt>
                <c:pt idx="5605">
                  <c:v>0.24607407407407408</c:v>
                </c:pt>
                <c:pt idx="5606">
                  <c:v>0.24622222222222223</c:v>
                </c:pt>
                <c:pt idx="5607">
                  <c:v>0.24637037037037038</c:v>
                </c:pt>
                <c:pt idx="5608">
                  <c:v>0.24637037037037038</c:v>
                </c:pt>
                <c:pt idx="5609">
                  <c:v>0.24651851851851853</c:v>
                </c:pt>
                <c:pt idx="5610">
                  <c:v>0.24651851851851853</c:v>
                </c:pt>
                <c:pt idx="5611">
                  <c:v>0.24666666666666667</c:v>
                </c:pt>
                <c:pt idx="5612">
                  <c:v>0.24681481481481482</c:v>
                </c:pt>
                <c:pt idx="5613">
                  <c:v>0.24681481481481482</c:v>
                </c:pt>
                <c:pt idx="5614">
                  <c:v>0.24681481481481482</c:v>
                </c:pt>
                <c:pt idx="5615">
                  <c:v>0.24696296296296297</c:v>
                </c:pt>
                <c:pt idx="5616">
                  <c:v>0.24711111111111111</c:v>
                </c:pt>
                <c:pt idx="5617">
                  <c:v>0.24711111111111111</c:v>
                </c:pt>
                <c:pt idx="5618">
                  <c:v>0.24711111111111111</c:v>
                </c:pt>
                <c:pt idx="5619">
                  <c:v>0.24711111111111111</c:v>
                </c:pt>
                <c:pt idx="5620">
                  <c:v>0.24725925925925926</c:v>
                </c:pt>
                <c:pt idx="5621">
                  <c:v>0.24725925925925926</c:v>
                </c:pt>
                <c:pt idx="5622">
                  <c:v>0.24725925925925926</c:v>
                </c:pt>
                <c:pt idx="5623">
                  <c:v>0.24725925925925926</c:v>
                </c:pt>
                <c:pt idx="5624">
                  <c:v>0.24740740740740741</c:v>
                </c:pt>
                <c:pt idx="5625">
                  <c:v>0.24740740740740741</c:v>
                </c:pt>
                <c:pt idx="5626">
                  <c:v>0.24740740740740741</c:v>
                </c:pt>
                <c:pt idx="5627">
                  <c:v>0.24740740740740741</c:v>
                </c:pt>
                <c:pt idx="5628">
                  <c:v>0.24740740740740741</c:v>
                </c:pt>
                <c:pt idx="5629">
                  <c:v>0.24740740740740741</c:v>
                </c:pt>
                <c:pt idx="5630">
                  <c:v>0.24740740740740741</c:v>
                </c:pt>
                <c:pt idx="5631">
                  <c:v>0.24740740740740741</c:v>
                </c:pt>
                <c:pt idx="5632">
                  <c:v>0.24740740740740741</c:v>
                </c:pt>
                <c:pt idx="5633">
                  <c:v>0.24740740740740741</c:v>
                </c:pt>
                <c:pt idx="5634">
                  <c:v>0.24755555555555556</c:v>
                </c:pt>
                <c:pt idx="5635">
                  <c:v>0.2477037037037037</c:v>
                </c:pt>
                <c:pt idx="5636">
                  <c:v>0.2477037037037037</c:v>
                </c:pt>
                <c:pt idx="5637">
                  <c:v>0.2477037037037037</c:v>
                </c:pt>
                <c:pt idx="5638">
                  <c:v>0.2477037037037037</c:v>
                </c:pt>
                <c:pt idx="5639">
                  <c:v>0.2477037037037037</c:v>
                </c:pt>
                <c:pt idx="5640">
                  <c:v>0.2477037037037037</c:v>
                </c:pt>
                <c:pt idx="5641">
                  <c:v>0.2477037037037037</c:v>
                </c:pt>
                <c:pt idx="5642">
                  <c:v>0.2477037037037037</c:v>
                </c:pt>
                <c:pt idx="5643">
                  <c:v>0.2477037037037037</c:v>
                </c:pt>
                <c:pt idx="5644">
                  <c:v>0.2477037037037037</c:v>
                </c:pt>
                <c:pt idx="5645">
                  <c:v>0.2477037037037037</c:v>
                </c:pt>
                <c:pt idx="5646">
                  <c:v>0.2477037037037037</c:v>
                </c:pt>
                <c:pt idx="5647">
                  <c:v>0.24785185185185185</c:v>
                </c:pt>
                <c:pt idx="5648">
                  <c:v>0.24785185185185185</c:v>
                </c:pt>
                <c:pt idx="5649">
                  <c:v>0.248</c:v>
                </c:pt>
                <c:pt idx="5650">
                  <c:v>0.24814814814814815</c:v>
                </c:pt>
                <c:pt idx="5651">
                  <c:v>0.24814814814814815</c:v>
                </c:pt>
                <c:pt idx="5652">
                  <c:v>0.24814814814814815</c:v>
                </c:pt>
                <c:pt idx="5653">
                  <c:v>0.24814814814814815</c:v>
                </c:pt>
                <c:pt idx="5654">
                  <c:v>0.24814814814814815</c:v>
                </c:pt>
                <c:pt idx="5655">
                  <c:v>0.24829629629629629</c:v>
                </c:pt>
                <c:pt idx="5656">
                  <c:v>0.24844444444444444</c:v>
                </c:pt>
                <c:pt idx="5657">
                  <c:v>0.24844444444444444</c:v>
                </c:pt>
                <c:pt idx="5658">
                  <c:v>0.24859259259259259</c:v>
                </c:pt>
                <c:pt idx="5659">
                  <c:v>0.24859259259259259</c:v>
                </c:pt>
                <c:pt idx="5660">
                  <c:v>0.24874074074074073</c:v>
                </c:pt>
                <c:pt idx="5661">
                  <c:v>0.24874074074074073</c:v>
                </c:pt>
                <c:pt idx="5662">
                  <c:v>0.24874074074074073</c:v>
                </c:pt>
                <c:pt idx="5663">
                  <c:v>0.24874074074074073</c:v>
                </c:pt>
                <c:pt idx="5664">
                  <c:v>0.24874074074074073</c:v>
                </c:pt>
                <c:pt idx="5665">
                  <c:v>0.24888888888888888</c:v>
                </c:pt>
                <c:pt idx="5666">
                  <c:v>0.24888888888888888</c:v>
                </c:pt>
                <c:pt idx="5667">
                  <c:v>0.24888888888888888</c:v>
                </c:pt>
                <c:pt idx="5668">
                  <c:v>0.24903703703703703</c:v>
                </c:pt>
                <c:pt idx="5669">
                  <c:v>0.24903703703703703</c:v>
                </c:pt>
                <c:pt idx="5670">
                  <c:v>0.24903703703703703</c:v>
                </c:pt>
                <c:pt idx="5671">
                  <c:v>0.24903703703703703</c:v>
                </c:pt>
                <c:pt idx="5672">
                  <c:v>0.24903703703703703</c:v>
                </c:pt>
                <c:pt idx="5673">
                  <c:v>0.24918518518518518</c:v>
                </c:pt>
                <c:pt idx="5674">
                  <c:v>0.24918518518518518</c:v>
                </c:pt>
                <c:pt idx="5675">
                  <c:v>0.24918518518518518</c:v>
                </c:pt>
                <c:pt idx="5676">
                  <c:v>0.24918518518518518</c:v>
                </c:pt>
                <c:pt idx="5677">
                  <c:v>0.24918518518518518</c:v>
                </c:pt>
                <c:pt idx="5678">
                  <c:v>0.24918518518518518</c:v>
                </c:pt>
                <c:pt idx="5679">
                  <c:v>0.24918518518518518</c:v>
                </c:pt>
                <c:pt idx="5680">
                  <c:v>0.24933333333333332</c:v>
                </c:pt>
                <c:pt idx="5681">
                  <c:v>0.24933333333333332</c:v>
                </c:pt>
                <c:pt idx="5682">
                  <c:v>0.24933333333333332</c:v>
                </c:pt>
                <c:pt idx="5683">
                  <c:v>0.24933333333333332</c:v>
                </c:pt>
                <c:pt idx="5684">
                  <c:v>0.24933333333333332</c:v>
                </c:pt>
                <c:pt idx="5685">
                  <c:v>0.24933333333333332</c:v>
                </c:pt>
                <c:pt idx="5686">
                  <c:v>0.24933333333333332</c:v>
                </c:pt>
                <c:pt idx="5687">
                  <c:v>0.24948148148148147</c:v>
                </c:pt>
                <c:pt idx="5688">
                  <c:v>0.24962962962962962</c:v>
                </c:pt>
                <c:pt idx="5689">
                  <c:v>0.24962962962962962</c:v>
                </c:pt>
                <c:pt idx="5690">
                  <c:v>0.24962962962962962</c:v>
                </c:pt>
                <c:pt idx="5691">
                  <c:v>0.24977777777777777</c:v>
                </c:pt>
                <c:pt idx="5692">
                  <c:v>0.24977777777777777</c:v>
                </c:pt>
                <c:pt idx="5693">
                  <c:v>0.24977777777777777</c:v>
                </c:pt>
                <c:pt idx="5694">
                  <c:v>0.24977777777777777</c:v>
                </c:pt>
                <c:pt idx="5695">
                  <c:v>0.24977777777777777</c:v>
                </c:pt>
                <c:pt idx="5696">
                  <c:v>0.24992592592592591</c:v>
                </c:pt>
                <c:pt idx="5697">
                  <c:v>0.24992592592592591</c:v>
                </c:pt>
                <c:pt idx="5698">
                  <c:v>0.24992592592592591</c:v>
                </c:pt>
                <c:pt idx="5699">
                  <c:v>0.24992592592592591</c:v>
                </c:pt>
                <c:pt idx="5700">
                  <c:v>0.24992592592592591</c:v>
                </c:pt>
                <c:pt idx="5701">
                  <c:v>0.24992592592592591</c:v>
                </c:pt>
                <c:pt idx="5702">
                  <c:v>0.24992592592592591</c:v>
                </c:pt>
                <c:pt idx="5703">
                  <c:v>0.24992592592592591</c:v>
                </c:pt>
                <c:pt idx="5704">
                  <c:v>0.24992592592592591</c:v>
                </c:pt>
                <c:pt idx="5705">
                  <c:v>0.24992592592592591</c:v>
                </c:pt>
                <c:pt idx="5706">
                  <c:v>0.24992592592592591</c:v>
                </c:pt>
                <c:pt idx="5707">
                  <c:v>0.24992592592592591</c:v>
                </c:pt>
                <c:pt idx="5708">
                  <c:v>0.24992592592592591</c:v>
                </c:pt>
                <c:pt idx="5709">
                  <c:v>0.24992592592592591</c:v>
                </c:pt>
                <c:pt idx="5710">
                  <c:v>0.24992592592592591</c:v>
                </c:pt>
                <c:pt idx="5711">
                  <c:v>0.24992592592592591</c:v>
                </c:pt>
                <c:pt idx="5712">
                  <c:v>0.24992592592592591</c:v>
                </c:pt>
                <c:pt idx="5713">
                  <c:v>0.24992592592592591</c:v>
                </c:pt>
                <c:pt idx="5714">
                  <c:v>0.24992592592592591</c:v>
                </c:pt>
                <c:pt idx="5715">
                  <c:v>0.25007407407407406</c:v>
                </c:pt>
                <c:pt idx="5716">
                  <c:v>0.25022222222222223</c:v>
                </c:pt>
                <c:pt idx="5717">
                  <c:v>0.25022222222222223</c:v>
                </c:pt>
                <c:pt idx="5718">
                  <c:v>0.25022222222222223</c:v>
                </c:pt>
                <c:pt idx="5719">
                  <c:v>0.25022222222222223</c:v>
                </c:pt>
                <c:pt idx="5720">
                  <c:v>0.25022222222222223</c:v>
                </c:pt>
                <c:pt idx="5721">
                  <c:v>0.25022222222222223</c:v>
                </c:pt>
                <c:pt idx="5722">
                  <c:v>0.25037037037037035</c:v>
                </c:pt>
                <c:pt idx="5723">
                  <c:v>0.25051851851851853</c:v>
                </c:pt>
                <c:pt idx="5724">
                  <c:v>0.25051851851851853</c:v>
                </c:pt>
                <c:pt idx="5725">
                  <c:v>0.25066666666666665</c:v>
                </c:pt>
                <c:pt idx="5726">
                  <c:v>0.25066666666666665</c:v>
                </c:pt>
                <c:pt idx="5727">
                  <c:v>0.25066666666666665</c:v>
                </c:pt>
                <c:pt idx="5728">
                  <c:v>0.25081481481481482</c:v>
                </c:pt>
                <c:pt idx="5729">
                  <c:v>0.25081481481481482</c:v>
                </c:pt>
                <c:pt idx="5730">
                  <c:v>0.25081481481481482</c:v>
                </c:pt>
                <c:pt idx="5731">
                  <c:v>0.25081481481481482</c:v>
                </c:pt>
                <c:pt idx="5732">
                  <c:v>0.25081481481481482</c:v>
                </c:pt>
                <c:pt idx="5733">
                  <c:v>0.25081481481481482</c:v>
                </c:pt>
                <c:pt idx="5734">
                  <c:v>0.25081481481481482</c:v>
                </c:pt>
                <c:pt idx="5735">
                  <c:v>0.25081481481481482</c:v>
                </c:pt>
                <c:pt idx="5736">
                  <c:v>0.25081481481481482</c:v>
                </c:pt>
                <c:pt idx="5737">
                  <c:v>0.25096296296296294</c:v>
                </c:pt>
                <c:pt idx="5738">
                  <c:v>0.25111111111111112</c:v>
                </c:pt>
                <c:pt idx="5739">
                  <c:v>0.25111111111111112</c:v>
                </c:pt>
                <c:pt idx="5740">
                  <c:v>0.25111111111111112</c:v>
                </c:pt>
                <c:pt idx="5741">
                  <c:v>0.25111111111111112</c:v>
                </c:pt>
                <c:pt idx="5742">
                  <c:v>0.25111111111111112</c:v>
                </c:pt>
                <c:pt idx="5743">
                  <c:v>0.25125925925925924</c:v>
                </c:pt>
                <c:pt idx="5744">
                  <c:v>0.25125925925925924</c:v>
                </c:pt>
                <c:pt idx="5745">
                  <c:v>0.25140740740740741</c:v>
                </c:pt>
                <c:pt idx="5746">
                  <c:v>0.25140740740740741</c:v>
                </c:pt>
                <c:pt idx="5747">
                  <c:v>0.25140740740740741</c:v>
                </c:pt>
                <c:pt idx="5748">
                  <c:v>0.25140740740740741</c:v>
                </c:pt>
                <c:pt idx="5749">
                  <c:v>0.25155555555555553</c:v>
                </c:pt>
                <c:pt idx="5750">
                  <c:v>0.25155555555555553</c:v>
                </c:pt>
                <c:pt idx="5751">
                  <c:v>0.25155555555555553</c:v>
                </c:pt>
                <c:pt idx="5752">
                  <c:v>0.25170370370370371</c:v>
                </c:pt>
                <c:pt idx="5753">
                  <c:v>0.25185185185185183</c:v>
                </c:pt>
                <c:pt idx="5754">
                  <c:v>0.252</c:v>
                </c:pt>
                <c:pt idx="5755">
                  <c:v>0.252</c:v>
                </c:pt>
                <c:pt idx="5756">
                  <c:v>0.25214814814814812</c:v>
                </c:pt>
                <c:pt idx="5757">
                  <c:v>0.25214814814814812</c:v>
                </c:pt>
                <c:pt idx="5758">
                  <c:v>0.2522962962962963</c:v>
                </c:pt>
                <c:pt idx="5759">
                  <c:v>0.2522962962962963</c:v>
                </c:pt>
                <c:pt idx="5760">
                  <c:v>0.25244444444444447</c:v>
                </c:pt>
                <c:pt idx="5761">
                  <c:v>0.25259259259259259</c:v>
                </c:pt>
                <c:pt idx="5762">
                  <c:v>0.25259259259259259</c:v>
                </c:pt>
                <c:pt idx="5763">
                  <c:v>0.25259259259259259</c:v>
                </c:pt>
                <c:pt idx="5764">
                  <c:v>0.25259259259259259</c:v>
                </c:pt>
                <c:pt idx="5765">
                  <c:v>0.25259259259259259</c:v>
                </c:pt>
                <c:pt idx="5766">
                  <c:v>0.25259259259259259</c:v>
                </c:pt>
                <c:pt idx="5767">
                  <c:v>0.25259259259259259</c:v>
                </c:pt>
                <c:pt idx="5768">
                  <c:v>0.25274074074074077</c:v>
                </c:pt>
                <c:pt idx="5769">
                  <c:v>0.25274074074074077</c:v>
                </c:pt>
                <c:pt idx="5770">
                  <c:v>0.25274074074074077</c:v>
                </c:pt>
                <c:pt idx="5771">
                  <c:v>0.25274074074074077</c:v>
                </c:pt>
                <c:pt idx="5772">
                  <c:v>0.25274074074074077</c:v>
                </c:pt>
                <c:pt idx="5773">
                  <c:v>0.25274074074074077</c:v>
                </c:pt>
                <c:pt idx="5774">
                  <c:v>0.25274074074074077</c:v>
                </c:pt>
                <c:pt idx="5775">
                  <c:v>0.25274074074074077</c:v>
                </c:pt>
                <c:pt idx="5776">
                  <c:v>0.25274074074074077</c:v>
                </c:pt>
                <c:pt idx="5777">
                  <c:v>0.25288888888888889</c:v>
                </c:pt>
                <c:pt idx="5778">
                  <c:v>0.25288888888888889</c:v>
                </c:pt>
                <c:pt idx="5779">
                  <c:v>0.25303703703703706</c:v>
                </c:pt>
                <c:pt idx="5780">
                  <c:v>0.25318518518518518</c:v>
                </c:pt>
                <c:pt idx="5781">
                  <c:v>0.25333333333333335</c:v>
                </c:pt>
                <c:pt idx="5782">
                  <c:v>0.25333333333333335</c:v>
                </c:pt>
                <c:pt idx="5783">
                  <c:v>0.25333333333333335</c:v>
                </c:pt>
                <c:pt idx="5784">
                  <c:v>0.25333333333333335</c:v>
                </c:pt>
                <c:pt idx="5785">
                  <c:v>0.25348148148148147</c:v>
                </c:pt>
                <c:pt idx="5786">
                  <c:v>0.25362962962962965</c:v>
                </c:pt>
                <c:pt idx="5787">
                  <c:v>0.25362962962962965</c:v>
                </c:pt>
                <c:pt idx="5788">
                  <c:v>0.25362962962962965</c:v>
                </c:pt>
                <c:pt idx="5789">
                  <c:v>0.25377777777777777</c:v>
                </c:pt>
                <c:pt idx="5790">
                  <c:v>0.25377777777777777</c:v>
                </c:pt>
                <c:pt idx="5791">
                  <c:v>0.25377777777777777</c:v>
                </c:pt>
                <c:pt idx="5792">
                  <c:v>0.25377777777777777</c:v>
                </c:pt>
                <c:pt idx="5793">
                  <c:v>0.25377777777777777</c:v>
                </c:pt>
                <c:pt idx="5794">
                  <c:v>0.25392592592592594</c:v>
                </c:pt>
                <c:pt idx="5795">
                  <c:v>0.25392592592592594</c:v>
                </c:pt>
                <c:pt idx="5796">
                  <c:v>0.25392592592592594</c:v>
                </c:pt>
                <c:pt idx="5797">
                  <c:v>0.25407407407407406</c:v>
                </c:pt>
                <c:pt idx="5798">
                  <c:v>0.25407407407407406</c:v>
                </c:pt>
                <c:pt idx="5799">
                  <c:v>0.25407407407407406</c:v>
                </c:pt>
                <c:pt idx="5800">
                  <c:v>0.25407407407407406</c:v>
                </c:pt>
                <c:pt idx="5801">
                  <c:v>0.25407407407407406</c:v>
                </c:pt>
                <c:pt idx="5802">
                  <c:v>0.25407407407407406</c:v>
                </c:pt>
                <c:pt idx="5803">
                  <c:v>0.25407407407407406</c:v>
                </c:pt>
                <c:pt idx="5804">
                  <c:v>0.25407407407407406</c:v>
                </c:pt>
                <c:pt idx="5805">
                  <c:v>0.25422222222222224</c:v>
                </c:pt>
                <c:pt idx="5806">
                  <c:v>0.25422222222222224</c:v>
                </c:pt>
                <c:pt idx="5807">
                  <c:v>0.25422222222222224</c:v>
                </c:pt>
                <c:pt idx="5808">
                  <c:v>0.25422222222222224</c:v>
                </c:pt>
                <c:pt idx="5809">
                  <c:v>0.25422222222222224</c:v>
                </c:pt>
                <c:pt idx="5810">
                  <c:v>0.25422222222222224</c:v>
                </c:pt>
                <c:pt idx="5811">
                  <c:v>0.25422222222222224</c:v>
                </c:pt>
                <c:pt idx="5812">
                  <c:v>0.25437037037037036</c:v>
                </c:pt>
                <c:pt idx="5813">
                  <c:v>0.25451851851851853</c:v>
                </c:pt>
                <c:pt idx="5814">
                  <c:v>0.25451851851851853</c:v>
                </c:pt>
                <c:pt idx="5815">
                  <c:v>0.25466666666666665</c:v>
                </c:pt>
                <c:pt idx="5816">
                  <c:v>0.25466666666666665</c:v>
                </c:pt>
                <c:pt idx="5817">
                  <c:v>0.25466666666666665</c:v>
                </c:pt>
                <c:pt idx="5818">
                  <c:v>0.25466666666666665</c:v>
                </c:pt>
                <c:pt idx="5819">
                  <c:v>0.25466666666666665</c:v>
                </c:pt>
                <c:pt idx="5820">
                  <c:v>0.25466666666666665</c:v>
                </c:pt>
                <c:pt idx="5821">
                  <c:v>0.25466666666666665</c:v>
                </c:pt>
                <c:pt idx="5822">
                  <c:v>0.25466666666666665</c:v>
                </c:pt>
                <c:pt idx="5823">
                  <c:v>0.25481481481481483</c:v>
                </c:pt>
                <c:pt idx="5824">
                  <c:v>0.25496296296296295</c:v>
                </c:pt>
                <c:pt idx="5825">
                  <c:v>0.25496296296296295</c:v>
                </c:pt>
                <c:pt idx="5826">
                  <c:v>0.25496296296296295</c:v>
                </c:pt>
                <c:pt idx="5827">
                  <c:v>0.25496296296296295</c:v>
                </c:pt>
                <c:pt idx="5828">
                  <c:v>0.25496296296296295</c:v>
                </c:pt>
                <c:pt idx="5829">
                  <c:v>0.25496296296296295</c:v>
                </c:pt>
                <c:pt idx="5830">
                  <c:v>0.25496296296296295</c:v>
                </c:pt>
                <c:pt idx="5831">
                  <c:v>0.25496296296296295</c:v>
                </c:pt>
                <c:pt idx="5832">
                  <c:v>0.25496296296296295</c:v>
                </c:pt>
                <c:pt idx="5833">
                  <c:v>0.25496296296296295</c:v>
                </c:pt>
                <c:pt idx="5834">
                  <c:v>0.25496296296296295</c:v>
                </c:pt>
                <c:pt idx="5835">
                  <c:v>0.25496296296296295</c:v>
                </c:pt>
                <c:pt idx="5836">
                  <c:v>0.25511111111111112</c:v>
                </c:pt>
                <c:pt idx="5837">
                  <c:v>0.25511111111111112</c:v>
                </c:pt>
                <c:pt idx="5838">
                  <c:v>0.25511111111111112</c:v>
                </c:pt>
                <c:pt idx="5839">
                  <c:v>0.25511111111111112</c:v>
                </c:pt>
                <c:pt idx="5840">
                  <c:v>0.25511111111111112</c:v>
                </c:pt>
                <c:pt idx="5841">
                  <c:v>0.25511111111111112</c:v>
                </c:pt>
                <c:pt idx="5842">
                  <c:v>0.25511111111111112</c:v>
                </c:pt>
                <c:pt idx="5843">
                  <c:v>0.25525925925925924</c:v>
                </c:pt>
                <c:pt idx="5844">
                  <c:v>0.25540740740740742</c:v>
                </c:pt>
                <c:pt idx="5845">
                  <c:v>0.25540740740740742</c:v>
                </c:pt>
                <c:pt idx="5846">
                  <c:v>0.25540740740740742</c:v>
                </c:pt>
                <c:pt idx="5847">
                  <c:v>0.25555555555555554</c:v>
                </c:pt>
                <c:pt idx="5848">
                  <c:v>0.25570370370370371</c:v>
                </c:pt>
                <c:pt idx="5849">
                  <c:v>0.25570370370370371</c:v>
                </c:pt>
                <c:pt idx="5850">
                  <c:v>0.25570370370370371</c:v>
                </c:pt>
                <c:pt idx="5851">
                  <c:v>0.25585185185185183</c:v>
                </c:pt>
                <c:pt idx="5852">
                  <c:v>0.25600000000000001</c:v>
                </c:pt>
                <c:pt idx="5853">
                  <c:v>0.25600000000000001</c:v>
                </c:pt>
                <c:pt idx="5854">
                  <c:v>0.25600000000000001</c:v>
                </c:pt>
                <c:pt idx="5855">
                  <c:v>0.25600000000000001</c:v>
                </c:pt>
                <c:pt idx="5856">
                  <c:v>0.25614814814814812</c:v>
                </c:pt>
                <c:pt idx="5857">
                  <c:v>0.25614814814814812</c:v>
                </c:pt>
                <c:pt idx="5858">
                  <c:v>0.25614814814814812</c:v>
                </c:pt>
                <c:pt idx="5859">
                  <c:v>0.25614814814814812</c:v>
                </c:pt>
                <c:pt idx="5860">
                  <c:v>0.2562962962962963</c:v>
                </c:pt>
                <c:pt idx="5861">
                  <c:v>0.2562962962962963</c:v>
                </c:pt>
                <c:pt idx="5862">
                  <c:v>0.2562962962962963</c:v>
                </c:pt>
                <c:pt idx="5863">
                  <c:v>0.2562962962962963</c:v>
                </c:pt>
                <c:pt idx="5864">
                  <c:v>0.2562962962962963</c:v>
                </c:pt>
                <c:pt idx="5865">
                  <c:v>0.2562962962962963</c:v>
                </c:pt>
                <c:pt idx="5866">
                  <c:v>0.25644444444444442</c:v>
                </c:pt>
                <c:pt idx="5867">
                  <c:v>0.25659259259259259</c:v>
                </c:pt>
                <c:pt idx="5868">
                  <c:v>0.25659259259259259</c:v>
                </c:pt>
                <c:pt idx="5869">
                  <c:v>0.25659259259259259</c:v>
                </c:pt>
                <c:pt idx="5870">
                  <c:v>0.25659259259259259</c:v>
                </c:pt>
                <c:pt idx="5871">
                  <c:v>0.25659259259259259</c:v>
                </c:pt>
                <c:pt idx="5872">
                  <c:v>0.25659259259259259</c:v>
                </c:pt>
                <c:pt idx="5873">
                  <c:v>0.25659259259259259</c:v>
                </c:pt>
                <c:pt idx="5874">
                  <c:v>0.25659259259259259</c:v>
                </c:pt>
                <c:pt idx="5875">
                  <c:v>0.25674074074074071</c:v>
                </c:pt>
                <c:pt idx="5876">
                  <c:v>0.25674074074074071</c:v>
                </c:pt>
                <c:pt idx="5877">
                  <c:v>0.25688888888888889</c:v>
                </c:pt>
                <c:pt idx="5878">
                  <c:v>0.25703703703703706</c:v>
                </c:pt>
                <c:pt idx="5879">
                  <c:v>0.25703703703703706</c:v>
                </c:pt>
                <c:pt idx="5880">
                  <c:v>0.25703703703703706</c:v>
                </c:pt>
                <c:pt idx="5881">
                  <c:v>0.25718518518518518</c:v>
                </c:pt>
                <c:pt idx="5882">
                  <c:v>0.25718518518518518</c:v>
                </c:pt>
                <c:pt idx="5883">
                  <c:v>0.25718518518518518</c:v>
                </c:pt>
                <c:pt idx="5884">
                  <c:v>0.25718518518518518</c:v>
                </c:pt>
                <c:pt idx="5885">
                  <c:v>0.25718518518518518</c:v>
                </c:pt>
                <c:pt idx="5886">
                  <c:v>0.25718518518518518</c:v>
                </c:pt>
                <c:pt idx="5887">
                  <c:v>0.25733333333333336</c:v>
                </c:pt>
                <c:pt idx="5888">
                  <c:v>0.25748148148148148</c:v>
                </c:pt>
                <c:pt idx="5889">
                  <c:v>0.25762962962962965</c:v>
                </c:pt>
                <c:pt idx="5890">
                  <c:v>0.25762962962962965</c:v>
                </c:pt>
                <c:pt idx="5891">
                  <c:v>0.25762962962962965</c:v>
                </c:pt>
                <c:pt idx="5892">
                  <c:v>0.25762962962962965</c:v>
                </c:pt>
                <c:pt idx="5893">
                  <c:v>0.25777777777777777</c:v>
                </c:pt>
                <c:pt idx="5894">
                  <c:v>0.25777777777777777</c:v>
                </c:pt>
                <c:pt idx="5895">
                  <c:v>0.25792592592592595</c:v>
                </c:pt>
                <c:pt idx="5896">
                  <c:v>0.25792592592592595</c:v>
                </c:pt>
                <c:pt idx="5897">
                  <c:v>0.25792592592592595</c:v>
                </c:pt>
                <c:pt idx="5898">
                  <c:v>0.25792592592592595</c:v>
                </c:pt>
                <c:pt idx="5899">
                  <c:v>0.25792592592592595</c:v>
                </c:pt>
                <c:pt idx="5900">
                  <c:v>0.25792592592592595</c:v>
                </c:pt>
                <c:pt idx="5901">
                  <c:v>0.25792592592592595</c:v>
                </c:pt>
                <c:pt idx="5902">
                  <c:v>0.25792592592592595</c:v>
                </c:pt>
                <c:pt idx="5903">
                  <c:v>0.25807407407407407</c:v>
                </c:pt>
                <c:pt idx="5904">
                  <c:v>0.25807407407407407</c:v>
                </c:pt>
                <c:pt idx="5905">
                  <c:v>0.25807407407407407</c:v>
                </c:pt>
                <c:pt idx="5906">
                  <c:v>0.25807407407407407</c:v>
                </c:pt>
                <c:pt idx="5907">
                  <c:v>0.25807407407407407</c:v>
                </c:pt>
                <c:pt idx="5908">
                  <c:v>0.25807407407407407</c:v>
                </c:pt>
                <c:pt idx="5909">
                  <c:v>0.25807407407407407</c:v>
                </c:pt>
                <c:pt idx="5910">
                  <c:v>0.25807407407407407</c:v>
                </c:pt>
                <c:pt idx="5911">
                  <c:v>0.25807407407407407</c:v>
                </c:pt>
                <c:pt idx="5912">
                  <c:v>0.25807407407407407</c:v>
                </c:pt>
                <c:pt idx="5913">
                  <c:v>0.25807407407407407</c:v>
                </c:pt>
                <c:pt idx="5914">
                  <c:v>0.25807407407407407</c:v>
                </c:pt>
                <c:pt idx="5915">
                  <c:v>0.25807407407407407</c:v>
                </c:pt>
                <c:pt idx="5916">
                  <c:v>0.25807407407407407</c:v>
                </c:pt>
                <c:pt idx="5917">
                  <c:v>0.25807407407407407</c:v>
                </c:pt>
                <c:pt idx="5918">
                  <c:v>0.25822222222222224</c:v>
                </c:pt>
                <c:pt idx="5919">
                  <c:v>0.25822222222222224</c:v>
                </c:pt>
                <c:pt idx="5920">
                  <c:v>0.25822222222222224</c:v>
                </c:pt>
                <c:pt idx="5921">
                  <c:v>0.25822222222222224</c:v>
                </c:pt>
                <c:pt idx="5922">
                  <c:v>0.25822222222222224</c:v>
                </c:pt>
                <c:pt idx="5923">
                  <c:v>0.25822222222222224</c:v>
                </c:pt>
                <c:pt idx="5924">
                  <c:v>0.25822222222222224</c:v>
                </c:pt>
                <c:pt idx="5925">
                  <c:v>0.25837037037037036</c:v>
                </c:pt>
                <c:pt idx="5926">
                  <c:v>0.25837037037037036</c:v>
                </c:pt>
                <c:pt idx="5927">
                  <c:v>0.25837037037037036</c:v>
                </c:pt>
                <c:pt idx="5928">
                  <c:v>0.25837037037037036</c:v>
                </c:pt>
                <c:pt idx="5929">
                  <c:v>0.25851851851851854</c:v>
                </c:pt>
                <c:pt idx="5930">
                  <c:v>0.25851851851851854</c:v>
                </c:pt>
                <c:pt idx="5931">
                  <c:v>0.25851851851851854</c:v>
                </c:pt>
                <c:pt idx="5932">
                  <c:v>0.25851851851851854</c:v>
                </c:pt>
                <c:pt idx="5933">
                  <c:v>0.25866666666666666</c:v>
                </c:pt>
                <c:pt idx="5934">
                  <c:v>0.25881481481481483</c:v>
                </c:pt>
                <c:pt idx="5935">
                  <c:v>0.25881481481481483</c:v>
                </c:pt>
                <c:pt idx="5936">
                  <c:v>0.25881481481481483</c:v>
                </c:pt>
                <c:pt idx="5937">
                  <c:v>0.25881481481481483</c:v>
                </c:pt>
                <c:pt idx="5938">
                  <c:v>0.25881481481481483</c:v>
                </c:pt>
                <c:pt idx="5939">
                  <c:v>0.25881481481481483</c:v>
                </c:pt>
                <c:pt idx="5940">
                  <c:v>0.25896296296296295</c:v>
                </c:pt>
                <c:pt idx="5941">
                  <c:v>0.25896296296296295</c:v>
                </c:pt>
                <c:pt idx="5942">
                  <c:v>0.25896296296296295</c:v>
                </c:pt>
                <c:pt idx="5943">
                  <c:v>0.25911111111111113</c:v>
                </c:pt>
                <c:pt idx="5944">
                  <c:v>0.25911111111111113</c:v>
                </c:pt>
                <c:pt idx="5945">
                  <c:v>0.25911111111111113</c:v>
                </c:pt>
                <c:pt idx="5946">
                  <c:v>0.25911111111111113</c:v>
                </c:pt>
                <c:pt idx="5947">
                  <c:v>0.25911111111111113</c:v>
                </c:pt>
                <c:pt idx="5948">
                  <c:v>0.25911111111111113</c:v>
                </c:pt>
                <c:pt idx="5949">
                  <c:v>0.25925925925925924</c:v>
                </c:pt>
                <c:pt idx="5950">
                  <c:v>0.25925925925925924</c:v>
                </c:pt>
                <c:pt idx="5951">
                  <c:v>0.25925925925925924</c:v>
                </c:pt>
                <c:pt idx="5952">
                  <c:v>0.25925925925925924</c:v>
                </c:pt>
                <c:pt idx="5953">
                  <c:v>0.25940740740740742</c:v>
                </c:pt>
                <c:pt idx="5954">
                  <c:v>0.25940740740740742</c:v>
                </c:pt>
                <c:pt idx="5955">
                  <c:v>0.25940740740740742</c:v>
                </c:pt>
                <c:pt idx="5956">
                  <c:v>0.25955555555555554</c:v>
                </c:pt>
                <c:pt idx="5957">
                  <c:v>0.25955555555555554</c:v>
                </c:pt>
                <c:pt idx="5958">
                  <c:v>0.25955555555555554</c:v>
                </c:pt>
                <c:pt idx="5959">
                  <c:v>0.25955555555555554</c:v>
                </c:pt>
                <c:pt idx="5960">
                  <c:v>0.25955555555555554</c:v>
                </c:pt>
                <c:pt idx="5961">
                  <c:v>0.25955555555555554</c:v>
                </c:pt>
                <c:pt idx="5962">
                  <c:v>0.25955555555555554</c:v>
                </c:pt>
                <c:pt idx="5963">
                  <c:v>0.25955555555555554</c:v>
                </c:pt>
                <c:pt idx="5964">
                  <c:v>0.25955555555555554</c:v>
                </c:pt>
                <c:pt idx="5965">
                  <c:v>0.25970370370370371</c:v>
                </c:pt>
                <c:pt idx="5966">
                  <c:v>0.25970370370370371</c:v>
                </c:pt>
                <c:pt idx="5967">
                  <c:v>0.25985185185185183</c:v>
                </c:pt>
                <c:pt idx="5968">
                  <c:v>0.26</c:v>
                </c:pt>
                <c:pt idx="5969">
                  <c:v>0.26</c:v>
                </c:pt>
                <c:pt idx="5970">
                  <c:v>0.26</c:v>
                </c:pt>
                <c:pt idx="5971">
                  <c:v>0.26014814814814813</c:v>
                </c:pt>
                <c:pt idx="5972">
                  <c:v>0.2602962962962963</c:v>
                </c:pt>
                <c:pt idx="5973">
                  <c:v>0.2602962962962963</c:v>
                </c:pt>
                <c:pt idx="5974">
                  <c:v>0.2602962962962963</c:v>
                </c:pt>
                <c:pt idx="5975">
                  <c:v>0.2602962962962963</c:v>
                </c:pt>
                <c:pt idx="5976">
                  <c:v>0.2602962962962963</c:v>
                </c:pt>
                <c:pt idx="5977">
                  <c:v>0.26044444444444442</c:v>
                </c:pt>
                <c:pt idx="5978">
                  <c:v>0.2605925925925926</c:v>
                </c:pt>
                <c:pt idx="5979">
                  <c:v>0.26074074074074072</c:v>
                </c:pt>
                <c:pt idx="5980">
                  <c:v>0.26074074074074072</c:v>
                </c:pt>
                <c:pt idx="5981">
                  <c:v>0.26074074074074072</c:v>
                </c:pt>
                <c:pt idx="5982">
                  <c:v>0.26074074074074072</c:v>
                </c:pt>
                <c:pt idx="5983">
                  <c:v>0.26074074074074072</c:v>
                </c:pt>
                <c:pt idx="5984">
                  <c:v>0.26088888888888889</c:v>
                </c:pt>
                <c:pt idx="5985">
                  <c:v>0.26088888888888889</c:v>
                </c:pt>
                <c:pt idx="5986">
                  <c:v>0.26103703703703701</c:v>
                </c:pt>
                <c:pt idx="5987">
                  <c:v>0.26118518518518519</c:v>
                </c:pt>
                <c:pt idx="5988">
                  <c:v>0.26118518518518519</c:v>
                </c:pt>
                <c:pt idx="5989">
                  <c:v>0.26118518518518519</c:v>
                </c:pt>
                <c:pt idx="5990">
                  <c:v>0.26133333333333331</c:v>
                </c:pt>
                <c:pt idx="5991">
                  <c:v>0.26133333333333331</c:v>
                </c:pt>
                <c:pt idx="5992">
                  <c:v>0.26148148148148148</c:v>
                </c:pt>
                <c:pt idx="5993">
                  <c:v>0.26162962962962966</c:v>
                </c:pt>
                <c:pt idx="5994">
                  <c:v>0.26162962962962966</c:v>
                </c:pt>
                <c:pt idx="5995">
                  <c:v>0.26177777777777778</c:v>
                </c:pt>
                <c:pt idx="5996">
                  <c:v>0.26177777777777778</c:v>
                </c:pt>
                <c:pt idx="5997">
                  <c:v>0.26192592592592595</c:v>
                </c:pt>
                <c:pt idx="5998">
                  <c:v>0.26192592592592595</c:v>
                </c:pt>
                <c:pt idx="5999">
                  <c:v>0.26207407407407407</c:v>
                </c:pt>
                <c:pt idx="6000">
                  <c:v>0.26207407407407407</c:v>
                </c:pt>
                <c:pt idx="6001">
                  <c:v>0.26207407407407407</c:v>
                </c:pt>
                <c:pt idx="6002">
                  <c:v>0.26222222222222225</c:v>
                </c:pt>
                <c:pt idx="6003">
                  <c:v>0.26222222222222225</c:v>
                </c:pt>
                <c:pt idx="6004">
                  <c:v>0.26222222222222225</c:v>
                </c:pt>
                <c:pt idx="6005">
                  <c:v>0.26222222222222225</c:v>
                </c:pt>
                <c:pt idx="6006">
                  <c:v>0.26222222222222225</c:v>
                </c:pt>
                <c:pt idx="6007">
                  <c:v>0.26222222222222225</c:v>
                </c:pt>
                <c:pt idx="6008">
                  <c:v>0.26222222222222225</c:v>
                </c:pt>
                <c:pt idx="6009">
                  <c:v>0.26237037037037036</c:v>
                </c:pt>
                <c:pt idx="6010">
                  <c:v>0.26251851851851854</c:v>
                </c:pt>
                <c:pt idx="6011">
                  <c:v>0.26251851851851854</c:v>
                </c:pt>
                <c:pt idx="6012">
                  <c:v>0.26251851851851854</c:v>
                </c:pt>
                <c:pt idx="6013">
                  <c:v>0.26251851851851854</c:v>
                </c:pt>
                <c:pt idx="6014">
                  <c:v>0.26251851851851854</c:v>
                </c:pt>
                <c:pt idx="6015">
                  <c:v>0.26266666666666666</c:v>
                </c:pt>
                <c:pt idx="6016">
                  <c:v>0.26281481481481483</c:v>
                </c:pt>
                <c:pt idx="6017">
                  <c:v>0.26281481481481483</c:v>
                </c:pt>
                <c:pt idx="6018">
                  <c:v>0.26281481481481483</c:v>
                </c:pt>
                <c:pt idx="6019">
                  <c:v>0.26296296296296295</c:v>
                </c:pt>
                <c:pt idx="6020">
                  <c:v>0.26296296296296295</c:v>
                </c:pt>
                <c:pt idx="6021">
                  <c:v>0.26311111111111113</c:v>
                </c:pt>
                <c:pt idx="6022">
                  <c:v>0.26325925925925925</c:v>
                </c:pt>
                <c:pt idx="6023">
                  <c:v>0.26325925925925925</c:v>
                </c:pt>
                <c:pt idx="6024">
                  <c:v>0.26325925925925925</c:v>
                </c:pt>
                <c:pt idx="6025">
                  <c:v>0.26325925925925925</c:v>
                </c:pt>
                <c:pt idx="6026">
                  <c:v>0.26325925925925925</c:v>
                </c:pt>
                <c:pt idx="6027">
                  <c:v>0.26340740740740742</c:v>
                </c:pt>
                <c:pt idx="6028">
                  <c:v>0.26340740740740742</c:v>
                </c:pt>
                <c:pt idx="6029">
                  <c:v>0.26340740740740742</c:v>
                </c:pt>
                <c:pt idx="6030">
                  <c:v>0.26355555555555554</c:v>
                </c:pt>
                <c:pt idx="6031">
                  <c:v>0.26370370370370372</c:v>
                </c:pt>
                <c:pt idx="6032">
                  <c:v>0.26385185185185184</c:v>
                </c:pt>
                <c:pt idx="6033">
                  <c:v>0.26385185185185184</c:v>
                </c:pt>
                <c:pt idx="6034">
                  <c:v>0.26385185185185184</c:v>
                </c:pt>
                <c:pt idx="6035">
                  <c:v>0.26385185185185184</c:v>
                </c:pt>
                <c:pt idx="6036">
                  <c:v>0.26400000000000001</c:v>
                </c:pt>
                <c:pt idx="6037">
                  <c:v>0.26400000000000001</c:v>
                </c:pt>
                <c:pt idx="6038">
                  <c:v>0.26414814814814813</c:v>
                </c:pt>
                <c:pt idx="6039">
                  <c:v>0.26414814814814813</c:v>
                </c:pt>
                <c:pt idx="6040">
                  <c:v>0.26414814814814813</c:v>
                </c:pt>
                <c:pt idx="6041">
                  <c:v>0.26414814814814813</c:v>
                </c:pt>
                <c:pt idx="6042">
                  <c:v>0.26414814814814813</c:v>
                </c:pt>
                <c:pt idx="6043">
                  <c:v>0.26414814814814813</c:v>
                </c:pt>
                <c:pt idx="6044">
                  <c:v>0.26414814814814813</c:v>
                </c:pt>
                <c:pt idx="6045">
                  <c:v>0.26429629629629631</c:v>
                </c:pt>
                <c:pt idx="6046">
                  <c:v>0.26444444444444443</c:v>
                </c:pt>
                <c:pt idx="6047">
                  <c:v>0.26444444444444443</c:v>
                </c:pt>
                <c:pt idx="6048">
                  <c:v>0.26444444444444443</c:v>
                </c:pt>
                <c:pt idx="6049">
                  <c:v>0.26444444444444443</c:v>
                </c:pt>
                <c:pt idx="6050">
                  <c:v>0.26444444444444443</c:v>
                </c:pt>
                <c:pt idx="6051">
                  <c:v>0.26444444444444443</c:v>
                </c:pt>
                <c:pt idx="6052">
                  <c:v>0.26444444444444443</c:v>
                </c:pt>
                <c:pt idx="6053">
                  <c:v>0.26444444444444443</c:v>
                </c:pt>
                <c:pt idx="6054">
                  <c:v>0.2645925925925926</c:v>
                </c:pt>
                <c:pt idx="6055">
                  <c:v>0.2645925925925926</c:v>
                </c:pt>
                <c:pt idx="6056">
                  <c:v>0.2645925925925926</c:v>
                </c:pt>
                <c:pt idx="6057">
                  <c:v>0.2645925925925926</c:v>
                </c:pt>
                <c:pt idx="6058">
                  <c:v>0.2645925925925926</c:v>
                </c:pt>
                <c:pt idx="6059">
                  <c:v>0.26474074074074072</c:v>
                </c:pt>
                <c:pt idx="6060">
                  <c:v>0.26474074074074072</c:v>
                </c:pt>
                <c:pt idx="6061">
                  <c:v>0.26474074074074072</c:v>
                </c:pt>
                <c:pt idx="6062">
                  <c:v>0.26474074074074072</c:v>
                </c:pt>
                <c:pt idx="6063">
                  <c:v>0.26474074074074072</c:v>
                </c:pt>
                <c:pt idx="6064">
                  <c:v>0.26474074074074072</c:v>
                </c:pt>
                <c:pt idx="6065">
                  <c:v>0.26474074074074072</c:v>
                </c:pt>
                <c:pt idx="6066">
                  <c:v>0.26474074074074072</c:v>
                </c:pt>
                <c:pt idx="6067">
                  <c:v>0.26474074074074072</c:v>
                </c:pt>
                <c:pt idx="6068">
                  <c:v>0.2648888888888889</c:v>
                </c:pt>
                <c:pt idx="6069">
                  <c:v>0.2648888888888889</c:v>
                </c:pt>
                <c:pt idx="6070">
                  <c:v>0.2648888888888889</c:v>
                </c:pt>
                <c:pt idx="6071">
                  <c:v>0.26503703703703702</c:v>
                </c:pt>
                <c:pt idx="6072">
                  <c:v>0.26518518518518519</c:v>
                </c:pt>
                <c:pt idx="6073">
                  <c:v>0.26533333333333331</c:v>
                </c:pt>
                <c:pt idx="6074">
                  <c:v>0.26533333333333331</c:v>
                </c:pt>
                <c:pt idx="6075">
                  <c:v>0.26533333333333331</c:v>
                </c:pt>
                <c:pt idx="6076">
                  <c:v>0.26533333333333331</c:v>
                </c:pt>
                <c:pt idx="6077">
                  <c:v>0.26533333333333331</c:v>
                </c:pt>
                <c:pt idx="6078">
                  <c:v>0.26533333333333331</c:v>
                </c:pt>
                <c:pt idx="6079">
                  <c:v>0.26548148148148148</c:v>
                </c:pt>
                <c:pt idx="6080">
                  <c:v>0.2656296296296296</c:v>
                </c:pt>
                <c:pt idx="6081">
                  <c:v>0.2656296296296296</c:v>
                </c:pt>
                <c:pt idx="6082">
                  <c:v>0.2656296296296296</c:v>
                </c:pt>
                <c:pt idx="6083">
                  <c:v>0.2656296296296296</c:v>
                </c:pt>
                <c:pt idx="6084">
                  <c:v>0.2656296296296296</c:v>
                </c:pt>
                <c:pt idx="6085">
                  <c:v>0.26577777777777778</c:v>
                </c:pt>
                <c:pt idx="6086">
                  <c:v>0.2659259259259259</c:v>
                </c:pt>
                <c:pt idx="6087">
                  <c:v>0.2659259259259259</c:v>
                </c:pt>
                <c:pt idx="6088">
                  <c:v>0.2659259259259259</c:v>
                </c:pt>
                <c:pt idx="6089">
                  <c:v>0.26607407407407407</c:v>
                </c:pt>
                <c:pt idx="6090">
                  <c:v>0.26622222222222225</c:v>
                </c:pt>
                <c:pt idx="6091">
                  <c:v>0.26622222222222225</c:v>
                </c:pt>
                <c:pt idx="6092">
                  <c:v>0.26622222222222225</c:v>
                </c:pt>
                <c:pt idx="6093">
                  <c:v>0.26637037037037037</c:v>
                </c:pt>
                <c:pt idx="6094">
                  <c:v>0.26637037037037037</c:v>
                </c:pt>
                <c:pt idx="6095">
                  <c:v>0.26637037037037037</c:v>
                </c:pt>
                <c:pt idx="6096">
                  <c:v>0.26637037037037037</c:v>
                </c:pt>
                <c:pt idx="6097">
                  <c:v>0.26637037037037037</c:v>
                </c:pt>
                <c:pt idx="6098">
                  <c:v>0.26637037037037037</c:v>
                </c:pt>
                <c:pt idx="6099">
                  <c:v>0.26637037037037037</c:v>
                </c:pt>
                <c:pt idx="6100">
                  <c:v>0.26637037037037037</c:v>
                </c:pt>
                <c:pt idx="6101">
                  <c:v>0.26637037037037037</c:v>
                </c:pt>
                <c:pt idx="6102">
                  <c:v>0.26637037037037037</c:v>
                </c:pt>
                <c:pt idx="6103">
                  <c:v>0.26637037037037037</c:v>
                </c:pt>
                <c:pt idx="6104">
                  <c:v>0.26651851851851854</c:v>
                </c:pt>
                <c:pt idx="6105">
                  <c:v>0.26651851851851854</c:v>
                </c:pt>
                <c:pt idx="6106">
                  <c:v>0.26651851851851854</c:v>
                </c:pt>
                <c:pt idx="6107">
                  <c:v>0.26651851851851854</c:v>
                </c:pt>
                <c:pt idx="6108">
                  <c:v>0.26651851851851854</c:v>
                </c:pt>
                <c:pt idx="6109">
                  <c:v>0.26666666666666666</c:v>
                </c:pt>
                <c:pt idx="6110">
                  <c:v>0.26666666666666666</c:v>
                </c:pt>
                <c:pt idx="6111">
                  <c:v>0.26666666666666666</c:v>
                </c:pt>
                <c:pt idx="6112">
                  <c:v>0.26666666666666666</c:v>
                </c:pt>
                <c:pt idx="6113">
                  <c:v>0.26666666666666666</c:v>
                </c:pt>
                <c:pt idx="6114">
                  <c:v>0.26666666666666666</c:v>
                </c:pt>
                <c:pt idx="6115">
                  <c:v>0.26666666666666666</c:v>
                </c:pt>
                <c:pt idx="6116">
                  <c:v>0.26666666666666666</c:v>
                </c:pt>
                <c:pt idx="6117">
                  <c:v>0.26666666666666666</c:v>
                </c:pt>
                <c:pt idx="6118">
                  <c:v>0.26681481481481484</c:v>
                </c:pt>
                <c:pt idx="6119">
                  <c:v>0.26696296296296296</c:v>
                </c:pt>
                <c:pt idx="6120">
                  <c:v>0.26696296296296296</c:v>
                </c:pt>
                <c:pt idx="6121">
                  <c:v>0.26696296296296296</c:v>
                </c:pt>
                <c:pt idx="6122">
                  <c:v>0.26696296296296296</c:v>
                </c:pt>
                <c:pt idx="6123">
                  <c:v>0.26696296296296296</c:v>
                </c:pt>
                <c:pt idx="6124">
                  <c:v>0.26696296296296296</c:v>
                </c:pt>
                <c:pt idx="6125">
                  <c:v>0.26711111111111113</c:v>
                </c:pt>
                <c:pt idx="6126">
                  <c:v>0.26711111111111113</c:v>
                </c:pt>
                <c:pt idx="6127">
                  <c:v>0.26725925925925925</c:v>
                </c:pt>
                <c:pt idx="6128">
                  <c:v>0.26725925925925925</c:v>
                </c:pt>
                <c:pt idx="6129">
                  <c:v>0.26740740740740743</c:v>
                </c:pt>
                <c:pt idx="6130">
                  <c:v>0.26740740740740743</c:v>
                </c:pt>
                <c:pt idx="6131">
                  <c:v>0.26755555555555555</c:v>
                </c:pt>
                <c:pt idx="6132">
                  <c:v>0.26770370370370372</c:v>
                </c:pt>
                <c:pt idx="6133">
                  <c:v>0.26770370370370372</c:v>
                </c:pt>
                <c:pt idx="6134">
                  <c:v>0.26770370370370372</c:v>
                </c:pt>
                <c:pt idx="6135">
                  <c:v>0.26770370370370372</c:v>
                </c:pt>
                <c:pt idx="6136">
                  <c:v>0.26770370370370372</c:v>
                </c:pt>
                <c:pt idx="6137">
                  <c:v>0.26770370370370372</c:v>
                </c:pt>
                <c:pt idx="6138">
                  <c:v>0.26770370370370372</c:v>
                </c:pt>
                <c:pt idx="6139">
                  <c:v>0.26770370370370372</c:v>
                </c:pt>
                <c:pt idx="6140">
                  <c:v>0.26770370370370372</c:v>
                </c:pt>
                <c:pt idx="6141">
                  <c:v>0.26770370370370372</c:v>
                </c:pt>
                <c:pt idx="6142">
                  <c:v>0.26770370370370372</c:v>
                </c:pt>
                <c:pt idx="6143">
                  <c:v>0.26770370370370372</c:v>
                </c:pt>
                <c:pt idx="6144">
                  <c:v>0.26770370370370372</c:v>
                </c:pt>
                <c:pt idx="6145">
                  <c:v>0.26770370370370372</c:v>
                </c:pt>
                <c:pt idx="6146">
                  <c:v>0.26785185185185184</c:v>
                </c:pt>
                <c:pt idx="6147">
                  <c:v>0.26785185185185184</c:v>
                </c:pt>
                <c:pt idx="6148">
                  <c:v>0.26785185185185184</c:v>
                </c:pt>
                <c:pt idx="6149">
                  <c:v>0.26800000000000002</c:v>
                </c:pt>
                <c:pt idx="6150">
                  <c:v>0.26800000000000002</c:v>
                </c:pt>
                <c:pt idx="6151">
                  <c:v>0.26800000000000002</c:v>
                </c:pt>
                <c:pt idx="6152">
                  <c:v>0.26800000000000002</c:v>
                </c:pt>
                <c:pt idx="6153">
                  <c:v>0.26800000000000002</c:v>
                </c:pt>
                <c:pt idx="6154">
                  <c:v>0.26800000000000002</c:v>
                </c:pt>
                <c:pt idx="6155">
                  <c:v>0.26800000000000002</c:v>
                </c:pt>
                <c:pt idx="6156">
                  <c:v>0.26800000000000002</c:v>
                </c:pt>
                <c:pt idx="6157">
                  <c:v>0.26800000000000002</c:v>
                </c:pt>
                <c:pt idx="6158">
                  <c:v>0.26800000000000002</c:v>
                </c:pt>
                <c:pt idx="6159">
                  <c:v>0.26800000000000002</c:v>
                </c:pt>
                <c:pt idx="6160">
                  <c:v>0.26800000000000002</c:v>
                </c:pt>
                <c:pt idx="6161">
                  <c:v>0.26814814814814814</c:v>
                </c:pt>
                <c:pt idx="6162">
                  <c:v>0.26829629629629631</c:v>
                </c:pt>
                <c:pt idx="6163">
                  <c:v>0.26829629629629631</c:v>
                </c:pt>
                <c:pt idx="6164">
                  <c:v>0.26829629629629631</c:v>
                </c:pt>
                <c:pt idx="6165">
                  <c:v>0.26829629629629631</c:v>
                </c:pt>
                <c:pt idx="6166">
                  <c:v>0.26844444444444443</c:v>
                </c:pt>
                <c:pt idx="6167">
                  <c:v>0.26844444444444443</c:v>
                </c:pt>
                <c:pt idx="6168">
                  <c:v>0.26844444444444443</c:v>
                </c:pt>
                <c:pt idx="6169">
                  <c:v>0.26844444444444443</c:v>
                </c:pt>
                <c:pt idx="6170">
                  <c:v>0.2685925925925926</c:v>
                </c:pt>
                <c:pt idx="6171">
                  <c:v>0.2685925925925926</c:v>
                </c:pt>
                <c:pt idx="6172">
                  <c:v>0.2685925925925926</c:v>
                </c:pt>
                <c:pt idx="6173">
                  <c:v>0.26874074074074072</c:v>
                </c:pt>
                <c:pt idx="6174">
                  <c:v>0.26874074074074072</c:v>
                </c:pt>
                <c:pt idx="6175">
                  <c:v>0.26874074074074072</c:v>
                </c:pt>
                <c:pt idx="6176">
                  <c:v>0.2688888888888889</c:v>
                </c:pt>
                <c:pt idx="6177">
                  <c:v>0.2688888888888889</c:v>
                </c:pt>
                <c:pt idx="6178">
                  <c:v>0.2688888888888889</c:v>
                </c:pt>
                <c:pt idx="6179">
                  <c:v>0.2688888888888889</c:v>
                </c:pt>
                <c:pt idx="6180">
                  <c:v>0.2688888888888889</c:v>
                </c:pt>
                <c:pt idx="6181">
                  <c:v>0.26903703703703702</c:v>
                </c:pt>
                <c:pt idx="6182">
                  <c:v>0.26918518518518519</c:v>
                </c:pt>
                <c:pt idx="6183">
                  <c:v>0.26918518518518519</c:v>
                </c:pt>
                <c:pt idx="6184">
                  <c:v>0.26933333333333331</c:v>
                </c:pt>
                <c:pt idx="6185">
                  <c:v>0.26948148148148149</c:v>
                </c:pt>
                <c:pt idx="6186">
                  <c:v>0.26948148148148149</c:v>
                </c:pt>
                <c:pt idx="6187">
                  <c:v>0.26948148148148149</c:v>
                </c:pt>
                <c:pt idx="6188">
                  <c:v>0.26948148148148149</c:v>
                </c:pt>
                <c:pt idx="6189">
                  <c:v>0.26948148148148149</c:v>
                </c:pt>
                <c:pt idx="6190">
                  <c:v>0.26948148148148149</c:v>
                </c:pt>
                <c:pt idx="6191">
                  <c:v>0.26962962962962961</c:v>
                </c:pt>
                <c:pt idx="6192">
                  <c:v>0.26977777777777778</c:v>
                </c:pt>
                <c:pt idx="6193">
                  <c:v>0.26977777777777778</c:v>
                </c:pt>
                <c:pt idx="6194">
                  <c:v>0.26977777777777778</c:v>
                </c:pt>
                <c:pt idx="6195">
                  <c:v>0.2699259259259259</c:v>
                </c:pt>
                <c:pt idx="6196">
                  <c:v>0.27007407407407408</c:v>
                </c:pt>
                <c:pt idx="6197">
                  <c:v>0.27007407407407408</c:v>
                </c:pt>
                <c:pt idx="6198">
                  <c:v>0.2702222222222222</c:v>
                </c:pt>
                <c:pt idx="6199">
                  <c:v>0.2702222222222222</c:v>
                </c:pt>
                <c:pt idx="6200">
                  <c:v>0.2702222222222222</c:v>
                </c:pt>
                <c:pt idx="6201">
                  <c:v>0.2702222222222222</c:v>
                </c:pt>
                <c:pt idx="6202">
                  <c:v>0.27037037037037037</c:v>
                </c:pt>
                <c:pt idx="6203">
                  <c:v>0.27051851851851849</c:v>
                </c:pt>
                <c:pt idx="6204">
                  <c:v>0.27066666666666667</c:v>
                </c:pt>
                <c:pt idx="6205">
                  <c:v>0.27081481481481484</c:v>
                </c:pt>
                <c:pt idx="6206">
                  <c:v>0.27081481481481484</c:v>
                </c:pt>
                <c:pt idx="6207">
                  <c:v>0.27081481481481484</c:v>
                </c:pt>
                <c:pt idx="6208">
                  <c:v>0.27081481481481484</c:v>
                </c:pt>
                <c:pt idx="6209">
                  <c:v>0.27081481481481484</c:v>
                </c:pt>
                <c:pt idx="6210">
                  <c:v>0.27081481481481484</c:v>
                </c:pt>
                <c:pt idx="6211">
                  <c:v>0.27081481481481484</c:v>
                </c:pt>
                <c:pt idx="6212">
                  <c:v>0.27081481481481484</c:v>
                </c:pt>
                <c:pt idx="6213">
                  <c:v>0.27081481481481484</c:v>
                </c:pt>
                <c:pt idx="6214">
                  <c:v>0.27081481481481484</c:v>
                </c:pt>
                <c:pt idx="6215">
                  <c:v>0.27096296296296296</c:v>
                </c:pt>
                <c:pt idx="6216">
                  <c:v>0.27111111111111114</c:v>
                </c:pt>
                <c:pt idx="6217">
                  <c:v>0.27111111111111114</c:v>
                </c:pt>
                <c:pt idx="6218">
                  <c:v>0.27111111111111114</c:v>
                </c:pt>
                <c:pt idx="6219">
                  <c:v>0.27111111111111114</c:v>
                </c:pt>
                <c:pt idx="6220">
                  <c:v>0.27111111111111114</c:v>
                </c:pt>
                <c:pt idx="6221">
                  <c:v>0.27125925925925926</c:v>
                </c:pt>
                <c:pt idx="6222">
                  <c:v>0.27140740740740743</c:v>
                </c:pt>
                <c:pt idx="6223">
                  <c:v>0.27140740740740743</c:v>
                </c:pt>
                <c:pt idx="6224">
                  <c:v>0.27140740740740743</c:v>
                </c:pt>
                <c:pt idx="6225">
                  <c:v>0.27140740740740743</c:v>
                </c:pt>
                <c:pt idx="6226">
                  <c:v>0.27140740740740743</c:v>
                </c:pt>
                <c:pt idx="6227">
                  <c:v>0.27140740740740743</c:v>
                </c:pt>
                <c:pt idx="6228">
                  <c:v>0.27140740740740743</c:v>
                </c:pt>
                <c:pt idx="6229">
                  <c:v>0.27140740740740743</c:v>
                </c:pt>
                <c:pt idx="6230">
                  <c:v>0.27140740740740743</c:v>
                </c:pt>
                <c:pt idx="6231">
                  <c:v>0.27140740740740743</c:v>
                </c:pt>
                <c:pt idx="6232">
                  <c:v>0.27140740740740743</c:v>
                </c:pt>
                <c:pt idx="6233">
                  <c:v>0.27155555555555555</c:v>
                </c:pt>
                <c:pt idx="6234">
                  <c:v>0.27155555555555555</c:v>
                </c:pt>
                <c:pt idx="6235">
                  <c:v>0.27170370370370373</c:v>
                </c:pt>
                <c:pt idx="6236">
                  <c:v>0.27170370370370373</c:v>
                </c:pt>
                <c:pt idx="6237">
                  <c:v>0.27170370370370373</c:v>
                </c:pt>
                <c:pt idx="6238">
                  <c:v>0.27170370370370373</c:v>
                </c:pt>
                <c:pt idx="6239">
                  <c:v>0.27170370370370373</c:v>
                </c:pt>
                <c:pt idx="6240">
                  <c:v>0.27170370370370373</c:v>
                </c:pt>
                <c:pt idx="6241">
                  <c:v>0.27170370370370373</c:v>
                </c:pt>
                <c:pt idx="6242">
                  <c:v>0.27170370370370373</c:v>
                </c:pt>
                <c:pt idx="6243">
                  <c:v>0.27170370370370373</c:v>
                </c:pt>
                <c:pt idx="6244">
                  <c:v>0.27185185185185184</c:v>
                </c:pt>
                <c:pt idx="6245">
                  <c:v>0.27200000000000002</c:v>
                </c:pt>
                <c:pt idx="6246">
                  <c:v>0.27214814814814814</c:v>
                </c:pt>
                <c:pt idx="6247">
                  <c:v>0.27214814814814814</c:v>
                </c:pt>
                <c:pt idx="6248">
                  <c:v>0.27214814814814814</c:v>
                </c:pt>
                <c:pt idx="6249">
                  <c:v>0.27214814814814814</c:v>
                </c:pt>
                <c:pt idx="6250">
                  <c:v>0.27214814814814814</c:v>
                </c:pt>
                <c:pt idx="6251">
                  <c:v>0.27214814814814814</c:v>
                </c:pt>
                <c:pt idx="6252">
                  <c:v>0.27214814814814814</c:v>
                </c:pt>
                <c:pt idx="6253">
                  <c:v>0.27214814814814814</c:v>
                </c:pt>
                <c:pt idx="6254">
                  <c:v>0.27229629629629631</c:v>
                </c:pt>
                <c:pt idx="6255">
                  <c:v>0.27229629629629631</c:v>
                </c:pt>
                <c:pt idx="6256">
                  <c:v>0.27229629629629631</c:v>
                </c:pt>
                <c:pt idx="6257">
                  <c:v>0.27244444444444443</c:v>
                </c:pt>
                <c:pt idx="6258">
                  <c:v>0.27244444444444443</c:v>
                </c:pt>
                <c:pt idx="6259">
                  <c:v>0.27244444444444443</c:v>
                </c:pt>
                <c:pt idx="6260">
                  <c:v>0.27244444444444443</c:v>
                </c:pt>
                <c:pt idx="6261">
                  <c:v>0.27259259259259261</c:v>
                </c:pt>
                <c:pt idx="6262">
                  <c:v>0.27259259259259261</c:v>
                </c:pt>
                <c:pt idx="6263">
                  <c:v>0.27259259259259261</c:v>
                </c:pt>
                <c:pt idx="6264">
                  <c:v>0.27259259259259261</c:v>
                </c:pt>
                <c:pt idx="6265">
                  <c:v>0.27274074074074073</c:v>
                </c:pt>
                <c:pt idx="6266">
                  <c:v>0.2728888888888889</c:v>
                </c:pt>
                <c:pt idx="6267">
                  <c:v>0.2728888888888889</c:v>
                </c:pt>
                <c:pt idx="6268">
                  <c:v>0.2728888888888889</c:v>
                </c:pt>
                <c:pt idx="6269">
                  <c:v>0.27303703703703702</c:v>
                </c:pt>
                <c:pt idx="6270">
                  <c:v>0.2731851851851852</c:v>
                </c:pt>
                <c:pt idx="6271">
                  <c:v>0.2731851851851852</c:v>
                </c:pt>
                <c:pt idx="6272">
                  <c:v>0.27333333333333332</c:v>
                </c:pt>
                <c:pt idx="6273">
                  <c:v>0.27333333333333332</c:v>
                </c:pt>
                <c:pt idx="6274">
                  <c:v>0.27348148148148149</c:v>
                </c:pt>
                <c:pt idx="6275">
                  <c:v>0.27362962962962961</c:v>
                </c:pt>
                <c:pt idx="6276">
                  <c:v>0.27362962962962961</c:v>
                </c:pt>
                <c:pt idx="6277">
                  <c:v>0.27362962962962961</c:v>
                </c:pt>
                <c:pt idx="6278">
                  <c:v>0.27362962962962961</c:v>
                </c:pt>
                <c:pt idx="6279">
                  <c:v>0.27362962962962961</c:v>
                </c:pt>
                <c:pt idx="6280">
                  <c:v>0.27362962962962961</c:v>
                </c:pt>
                <c:pt idx="6281">
                  <c:v>0.27362962962962961</c:v>
                </c:pt>
                <c:pt idx="6282">
                  <c:v>0.27362962962962961</c:v>
                </c:pt>
                <c:pt idx="6283">
                  <c:v>0.27362962962962961</c:v>
                </c:pt>
                <c:pt idx="6284">
                  <c:v>0.27377777777777779</c:v>
                </c:pt>
                <c:pt idx="6285">
                  <c:v>0.27377777777777779</c:v>
                </c:pt>
                <c:pt idx="6286">
                  <c:v>0.27392592592592591</c:v>
                </c:pt>
                <c:pt idx="6287">
                  <c:v>0.27407407407407408</c:v>
                </c:pt>
                <c:pt idx="6288">
                  <c:v>0.27407407407407408</c:v>
                </c:pt>
                <c:pt idx="6289">
                  <c:v>0.27407407407407408</c:v>
                </c:pt>
                <c:pt idx="6290">
                  <c:v>0.2742222222222222</c:v>
                </c:pt>
                <c:pt idx="6291">
                  <c:v>0.27437037037037038</c:v>
                </c:pt>
                <c:pt idx="6292">
                  <c:v>0.27437037037037038</c:v>
                </c:pt>
                <c:pt idx="6293">
                  <c:v>0.27437037037037038</c:v>
                </c:pt>
                <c:pt idx="6294">
                  <c:v>0.27437037037037038</c:v>
                </c:pt>
                <c:pt idx="6295">
                  <c:v>0.2745185185185185</c:v>
                </c:pt>
                <c:pt idx="6296">
                  <c:v>0.2745185185185185</c:v>
                </c:pt>
                <c:pt idx="6297">
                  <c:v>0.2745185185185185</c:v>
                </c:pt>
                <c:pt idx="6298">
                  <c:v>0.2745185185185185</c:v>
                </c:pt>
                <c:pt idx="6299">
                  <c:v>0.2745185185185185</c:v>
                </c:pt>
                <c:pt idx="6300">
                  <c:v>0.2745185185185185</c:v>
                </c:pt>
                <c:pt idx="6301">
                  <c:v>0.2745185185185185</c:v>
                </c:pt>
                <c:pt idx="6302">
                  <c:v>0.2745185185185185</c:v>
                </c:pt>
                <c:pt idx="6303">
                  <c:v>0.27466666666666667</c:v>
                </c:pt>
                <c:pt idx="6304">
                  <c:v>0.27466666666666667</c:v>
                </c:pt>
                <c:pt idx="6305">
                  <c:v>0.27481481481481479</c:v>
                </c:pt>
                <c:pt idx="6306">
                  <c:v>0.27481481481481479</c:v>
                </c:pt>
                <c:pt idx="6307">
                  <c:v>0.27496296296296296</c:v>
                </c:pt>
                <c:pt idx="6308">
                  <c:v>0.27496296296296296</c:v>
                </c:pt>
                <c:pt idx="6309">
                  <c:v>0.27496296296296296</c:v>
                </c:pt>
                <c:pt idx="6310">
                  <c:v>0.27496296296296296</c:v>
                </c:pt>
                <c:pt idx="6311">
                  <c:v>0.27511111111111108</c:v>
                </c:pt>
                <c:pt idx="6312">
                  <c:v>0.27511111111111108</c:v>
                </c:pt>
                <c:pt idx="6313">
                  <c:v>0.27525925925925926</c:v>
                </c:pt>
                <c:pt idx="6314">
                  <c:v>0.27525925925925926</c:v>
                </c:pt>
                <c:pt idx="6315">
                  <c:v>0.27525925925925926</c:v>
                </c:pt>
                <c:pt idx="6316">
                  <c:v>0.27525925925925926</c:v>
                </c:pt>
                <c:pt idx="6317">
                  <c:v>0.27525925925925926</c:v>
                </c:pt>
                <c:pt idx="6318">
                  <c:v>0.27525925925925926</c:v>
                </c:pt>
                <c:pt idx="6319">
                  <c:v>0.27525925925925926</c:v>
                </c:pt>
                <c:pt idx="6320">
                  <c:v>0.27525925925925926</c:v>
                </c:pt>
                <c:pt idx="6321">
                  <c:v>0.27525925925925926</c:v>
                </c:pt>
                <c:pt idx="6322">
                  <c:v>0.27525925925925926</c:v>
                </c:pt>
                <c:pt idx="6323">
                  <c:v>0.27525925925925926</c:v>
                </c:pt>
                <c:pt idx="6324">
                  <c:v>0.27525925925925926</c:v>
                </c:pt>
                <c:pt idx="6325">
                  <c:v>0.27525925925925926</c:v>
                </c:pt>
                <c:pt idx="6326">
                  <c:v>0.27540740740740743</c:v>
                </c:pt>
                <c:pt idx="6327">
                  <c:v>0.27540740740740743</c:v>
                </c:pt>
                <c:pt idx="6328">
                  <c:v>0.27555555555555555</c:v>
                </c:pt>
                <c:pt idx="6329">
                  <c:v>0.27570370370370373</c:v>
                </c:pt>
                <c:pt idx="6330">
                  <c:v>0.27570370370370373</c:v>
                </c:pt>
                <c:pt idx="6331">
                  <c:v>0.27585185185185185</c:v>
                </c:pt>
                <c:pt idx="6332">
                  <c:v>0.27585185185185185</c:v>
                </c:pt>
                <c:pt idx="6333">
                  <c:v>0.27585185185185185</c:v>
                </c:pt>
                <c:pt idx="6334">
                  <c:v>0.27600000000000002</c:v>
                </c:pt>
                <c:pt idx="6335">
                  <c:v>0.27600000000000002</c:v>
                </c:pt>
                <c:pt idx="6336">
                  <c:v>0.27600000000000002</c:v>
                </c:pt>
                <c:pt idx="6337">
                  <c:v>0.27600000000000002</c:v>
                </c:pt>
                <c:pt idx="6338">
                  <c:v>0.27600000000000002</c:v>
                </c:pt>
                <c:pt idx="6339">
                  <c:v>0.27600000000000002</c:v>
                </c:pt>
                <c:pt idx="6340">
                  <c:v>0.27600000000000002</c:v>
                </c:pt>
                <c:pt idx="6341">
                  <c:v>0.27600000000000002</c:v>
                </c:pt>
                <c:pt idx="6342">
                  <c:v>0.27600000000000002</c:v>
                </c:pt>
                <c:pt idx="6343">
                  <c:v>0.27600000000000002</c:v>
                </c:pt>
                <c:pt idx="6344">
                  <c:v>0.27600000000000002</c:v>
                </c:pt>
                <c:pt idx="6345">
                  <c:v>0.27614814814814814</c:v>
                </c:pt>
                <c:pt idx="6346">
                  <c:v>0.27614814814814814</c:v>
                </c:pt>
                <c:pt idx="6347">
                  <c:v>0.27614814814814814</c:v>
                </c:pt>
                <c:pt idx="6348">
                  <c:v>0.27614814814814814</c:v>
                </c:pt>
                <c:pt idx="6349">
                  <c:v>0.27614814814814814</c:v>
                </c:pt>
                <c:pt idx="6350">
                  <c:v>0.27614814814814814</c:v>
                </c:pt>
                <c:pt idx="6351">
                  <c:v>0.27614814814814814</c:v>
                </c:pt>
                <c:pt idx="6352">
                  <c:v>0.27614814814814814</c:v>
                </c:pt>
                <c:pt idx="6353">
                  <c:v>0.27614814814814814</c:v>
                </c:pt>
                <c:pt idx="6354">
                  <c:v>0.27614814814814814</c:v>
                </c:pt>
                <c:pt idx="6355">
                  <c:v>0.27614814814814814</c:v>
                </c:pt>
                <c:pt idx="6356">
                  <c:v>0.27614814814814814</c:v>
                </c:pt>
                <c:pt idx="6357">
                  <c:v>0.27614814814814814</c:v>
                </c:pt>
                <c:pt idx="6358">
                  <c:v>0.27629629629629632</c:v>
                </c:pt>
                <c:pt idx="6359">
                  <c:v>0.27629629629629632</c:v>
                </c:pt>
                <c:pt idx="6360">
                  <c:v>0.27629629629629632</c:v>
                </c:pt>
                <c:pt idx="6361">
                  <c:v>0.27629629629629632</c:v>
                </c:pt>
                <c:pt idx="6362">
                  <c:v>0.27629629629629632</c:v>
                </c:pt>
                <c:pt idx="6363">
                  <c:v>0.27629629629629632</c:v>
                </c:pt>
                <c:pt idx="6364">
                  <c:v>0.27629629629629632</c:v>
                </c:pt>
                <c:pt idx="6365">
                  <c:v>0.27629629629629632</c:v>
                </c:pt>
                <c:pt idx="6366">
                  <c:v>0.27629629629629632</c:v>
                </c:pt>
                <c:pt idx="6367">
                  <c:v>0.27629629629629632</c:v>
                </c:pt>
                <c:pt idx="6368">
                  <c:v>0.27629629629629632</c:v>
                </c:pt>
                <c:pt idx="6369">
                  <c:v>0.27629629629629632</c:v>
                </c:pt>
                <c:pt idx="6370">
                  <c:v>0.27629629629629632</c:v>
                </c:pt>
                <c:pt idx="6371">
                  <c:v>0.27644444444444444</c:v>
                </c:pt>
                <c:pt idx="6372">
                  <c:v>0.27644444444444444</c:v>
                </c:pt>
                <c:pt idx="6373">
                  <c:v>0.27659259259259261</c:v>
                </c:pt>
                <c:pt idx="6374">
                  <c:v>0.27674074074074073</c:v>
                </c:pt>
                <c:pt idx="6375">
                  <c:v>0.27674074074074073</c:v>
                </c:pt>
                <c:pt idx="6376">
                  <c:v>0.27674074074074073</c:v>
                </c:pt>
                <c:pt idx="6377">
                  <c:v>0.27674074074074073</c:v>
                </c:pt>
                <c:pt idx="6378">
                  <c:v>0.27688888888888891</c:v>
                </c:pt>
                <c:pt idx="6379">
                  <c:v>0.27688888888888891</c:v>
                </c:pt>
                <c:pt idx="6380">
                  <c:v>0.27688888888888891</c:v>
                </c:pt>
                <c:pt idx="6381">
                  <c:v>0.27688888888888891</c:v>
                </c:pt>
                <c:pt idx="6382">
                  <c:v>0.27688888888888891</c:v>
                </c:pt>
                <c:pt idx="6383">
                  <c:v>0.27688888888888891</c:v>
                </c:pt>
                <c:pt idx="6384">
                  <c:v>0.27688888888888891</c:v>
                </c:pt>
                <c:pt idx="6385">
                  <c:v>0.27688888888888891</c:v>
                </c:pt>
                <c:pt idx="6386">
                  <c:v>0.27703703703703703</c:v>
                </c:pt>
                <c:pt idx="6387">
                  <c:v>0.27703703703703703</c:v>
                </c:pt>
                <c:pt idx="6388">
                  <c:v>0.2771851851851852</c:v>
                </c:pt>
                <c:pt idx="6389">
                  <c:v>0.2771851851851852</c:v>
                </c:pt>
                <c:pt idx="6390">
                  <c:v>0.27733333333333332</c:v>
                </c:pt>
                <c:pt idx="6391">
                  <c:v>0.2774814814814815</c:v>
                </c:pt>
                <c:pt idx="6392">
                  <c:v>0.2774814814814815</c:v>
                </c:pt>
                <c:pt idx="6393">
                  <c:v>0.2774814814814815</c:v>
                </c:pt>
                <c:pt idx="6394">
                  <c:v>0.2774814814814815</c:v>
                </c:pt>
                <c:pt idx="6395">
                  <c:v>0.2774814814814815</c:v>
                </c:pt>
                <c:pt idx="6396">
                  <c:v>0.2774814814814815</c:v>
                </c:pt>
                <c:pt idx="6397">
                  <c:v>0.2774814814814815</c:v>
                </c:pt>
                <c:pt idx="6398">
                  <c:v>0.2774814814814815</c:v>
                </c:pt>
                <c:pt idx="6399">
                  <c:v>0.27762962962962962</c:v>
                </c:pt>
                <c:pt idx="6400">
                  <c:v>0.27777777777777779</c:v>
                </c:pt>
                <c:pt idx="6401">
                  <c:v>0.27777777777777779</c:v>
                </c:pt>
                <c:pt idx="6402">
                  <c:v>0.27777777777777779</c:v>
                </c:pt>
                <c:pt idx="6403">
                  <c:v>0.27792592592592591</c:v>
                </c:pt>
                <c:pt idx="6404">
                  <c:v>0.27807407407407408</c:v>
                </c:pt>
                <c:pt idx="6405">
                  <c:v>0.27807407407407408</c:v>
                </c:pt>
                <c:pt idx="6406">
                  <c:v>0.2782222222222222</c:v>
                </c:pt>
                <c:pt idx="6407">
                  <c:v>0.27837037037037038</c:v>
                </c:pt>
                <c:pt idx="6408">
                  <c:v>0.27837037037037038</c:v>
                </c:pt>
                <c:pt idx="6409">
                  <c:v>0.27837037037037038</c:v>
                </c:pt>
                <c:pt idx="6410">
                  <c:v>0.27837037037037038</c:v>
                </c:pt>
                <c:pt idx="6411">
                  <c:v>0.2785185185185185</c:v>
                </c:pt>
                <c:pt idx="6412">
                  <c:v>0.2785185185185185</c:v>
                </c:pt>
                <c:pt idx="6413">
                  <c:v>0.2785185185185185</c:v>
                </c:pt>
                <c:pt idx="6414">
                  <c:v>0.2785185185185185</c:v>
                </c:pt>
                <c:pt idx="6415">
                  <c:v>0.2785185185185185</c:v>
                </c:pt>
                <c:pt idx="6416">
                  <c:v>0.2785185185185185</c:v>
                </c:pt>
                <c:pt idx="6417">
                  <c:v>0.2785185185185185</c:v>
                </c:pt>
                <c:pt idx="6418">
                  <c:v>0.27866666666666667</c:v>
                </c:pt>
                <c:pt idx="6419">
                  <c:v>0.27881481481481479</c:v>
                </c:pt>
                <c:pt idx="6420">
                  <c:v>0.27881481481481479</c:v>
                </c:pt>
                <c:pt idx="6421">
                  <c:v>0.27881481481481479</c:v>
                </c:pt>
                <c:pt idx="6422">
                  <c:v>0.27881481481481479</c:v>
                </c:pt>
                <c:pt idx="6423">
                  <c:v>0.27896296296296297</c:v>
                </c:pt>
                <c:pt idx="6424">
                  <c:v>0.27896296296296297</c:v>
                </c:pt>
                <c:pt idx="6425">
                  <c:v>0.27896296296296297</c:v>
                </c:pt>
                <c:pt idx="6426">
                  <c:v>0.27896296296296297</c:v>
                </c:pt>
                <c:pt idx="6427">
                  <c:v>0.27896296296296297</c:v>
                </c:pt>
                <c:pt idx="6428">
                  <c:v>0.27896296296296297</c:v>
                </c:pt>
                <c:pt idx="6429">
                  <c:v>0.27911111111111109</c:v>
                </c:pt>
                <c:pt idx="6430">
                  <c:v>0.27911111111111109</c:v>
                </c:pt>
                <c:pt idx="6431">
                  <c:v>0.27925925925925926</c:v>
                </c:pt>
                <c:pt idx="6432">
                  <c:v>0.27925925925925926</c:v>
                </c:pt>
                <c:pt idx="6433">
                  <c:v>0.27925925925925926</c:v>
                </c:pt>
                <c:pt idx="6434">
                  <c:v>0.27925925925925926</c:v>
                </c:pt>
                <c:pt idx="6435">
                  <c:v>0.27925925925925926</c:v>
                </c:pt>
                <c:pt idx="6436">
                  <c:v>0.27925925925925926</c:v>
                </c:pt>
                <c:pt idx="6437">
                  <c:v>0.27925925925925926</c:v>
                </c:pt>
                <c:pt idx="6438">
                  <c:v>0.27925925925925926</c:v>
                </c:pt>
                <c:pt idx="6439">
                  <c:v>0.27925925925925926</c:v>
                </c:pt>
                <c:pt idx="6440">
                  <c:v>0.27940740740740738</c:v>
                </c:pt>
                <c:pt idx="6441">
                  <c:v>0.27955555555555556</c:v>
                </c:pt>
                <c:pt idx="6442">
                  <c:v>0.27955555555555556</c:v>
                </c:pt>
                <c:pt idx="6443">
                  <c:v>0.27955555555555556</c:v>
                </c:pt>
                <c:pt idx="6444">
                  <c:v>0.27955555555555556</c:v>
                </c:pt>
                <c:pt idx="6445">
                  <c:v>0.27955555555555556</c:v>
                </c:pt>
                <c:pt idx="6446">
                  <c:v>0.27970370370370368</c:v>
                </c:pt>
                <c:pt idx="6447">
                  <c:v>0.27970370370370368</c:v>
                </c:pt>
                <c:pt idx="6448">
                  <c:v>0.27985185185185185</c:v>
                </c:pt>
                <c:pt idx="6449">
                  <c:v>0.27985185185185185</c:v>
                </c:pt>
                <c:pt idx="6450">
                  <c:v>0.28000000000000003</c:v>
                </c:pt>
                <c:pt idx="6451">
                  <c:v>0.28000000000000003</c:v>
                </c:pt>
                <c:pt idx="6452">
                  <c:v>0.28014814814814815</c:v>
                </c:pt>
                <c:pt idx="6453">
                  <c:v>0.28029629629629632</c:v>
                </c:pt>
                <c:pt idx="6454">
                  <c:v>0.28029629629629632</c:v>
                </c:pt>
                <c:pt idx="6455">
                  <c:v>0.28044444444444444</c:v>
                </c:pt>
                <c:pt idx="6456">
                  <c:v>0.28044444444444444</c:v>
                </c:pt>
                <c:pt idx="6457">
                  <c:v>0.28044444444444444</c:v>
                </c:pt>
                <c:pt idx="6458">
                  <c:v>0.28044444444444444</c:v>
                </c:pt>
                <c:pt idx="6459">
                  <c:v>0.28044444444444444</c:v>
                </c:pt>
                <c:pt idx="6460">
                  <c:v>0.28044444444444444</c:v>
                </c:pt>
                <c:pt idx="6461">
                  <c:v>0.28059259259259262</c:v>
                </c:pt>
                <c:pt idx="6462">
                  <c:v>0.28074074074074074</c:v>
                </c:pt>
                <c:pt idx="6463">
                  <c:v>0.28074074074074074</c:v>
                </c:pt>
                <c:pt idx="6464">
                  <c:v>0.28074074074074074</c:v>
                </c:pt>
                <c:pt idx="6465">
                  <c:v>0.28074074074074074</c:v>
                </c:pt>
                <c:pt idx="6466">
                  <c:v>0.28088888888888891</c:v>
                </c:pt>
                <c:pt idx="6467">
                  <c:v>0.28088888888888891</c:v>
                </c:pt>
                <c:pt idx="6468">
                  <c:v>0.28088888888888891</c:v>
                </c:pt>
                <c:pt idx="6469">
                  <c:v>0.28103703703703703</c:v>
                </c:pt>
                <c:pt idx="6470">
                  <c:v>0.28103703703703703</c:v>
                </c:pt>
                <c:pt idx="6471">
                  <c:v>0.28103703703703703</c:v>
                </c:pt>
                <c:pt idx="6472">
                  <c:v>0.28103703703703703</c:v>
                </c:pt>
                <c:pt idx="6473">
                  <c:v>0.2811851851851852</c:v>
                </c:pt>
                <c:pt idx="6474">
                  <c:v>0.2811851851851852</c:v>
                </c:pt>
                <c:pt idx="6475">
                  <c:v>0.2811851851851852</c:v>
                </c:pt>
                <c:pt idx="6476">
                  <c:v>0.2811851851851852</c:v>
                </c:pt>
                <c:pt idx="6477">
                  <c:v>0.2811851851851852</c:v>
                </c:pt>
                <c:pt idx="6478">
                  <c:v>0.28133333333333332</c:v>
                </c:pt>
                <c:pt idx="6479">
                  <c:v>0.28133333333333332</c:v>
                </c:pt>
                <c:pt idx="6480">
                  <c:v>0.28133333333333332</c:v>
                </c:pt>
                <c:pt idx="6481">
                  <c:v>0.28133333333333332</c:v>
                </c:pt>
                <c:pt idx="6482">
                  <c:v>0.2814814814814815</c:v>
                </c:pt>
                <c:pt idx="6483">
                  <c:v>0.2814814814814815</c:v>
                </c:pt>
                <c:pt idx="6484">
                  <c:v>0.28162962962962962</c:v>
                </c:pt>
                <c:pt idx="6485">
                  <c:v>0.28162962962962962</c:v>
                </c:pt>
                <c:pt idx="6486">
                  <c:v>0.28162962962962962</c:v>
                </c:pt>
                <c:pt idx="6487">
                  <c:v>0.28177777777777779</c:v>
                </c:pt>
                <c:pt idx="6488">
                  <c:v>0.28177777777777779</c:v>
                </c:pt>
                <c:pt idx="6489">
                  <c:v>0.28177777777777779</c:v>
                </c:pt>
                <c:pt idx="6490">
                  <c:v>0.28192592592592591</c:v>
                </c:pt>
                <c:pt idx="6491">
                  <c:v>0.28192592592592591</c:v>
                </c:pt>
                <c:pt idx="6492">
                  <c:v>0.28192592592592591</c:v>
                </c:pt>
                <c:pt idx="6493">
                  <c:v>0.28192592592592591</c:v>
                </c:pt>
                <c:pt idx="6494">
                  <c:v>0.28207407407407409</c:v>
                </c:pt>
                <c:pt idx="6495">
                  <c:v>0.28207407407407409</c:v>
                </c:pt>
                <c:pt idx="6496">
                  <c:v>0.28207407407407409</c:v>
                </c:pt>
                <c:pt idx="6497">
                  <c:v>0.28222222222222221</c:v>
                </c:pt>
                <c:pt idx="6498">
                  <c:v>0.28222222222222221</c:v>
                </c:pt>
                <c:pt idx="6499">
                  <c:v>0.28222222222222221</c:v>
                </c:pt>
                <c:pt idx="6500">
                  <c:v>0.28237037037037038</c:v>
                </c:pt>
                <c:pt idx="6501">
                  <c:v>0.28237037037037038</c:v>
                </c:pt>
                <c:pt idx="6502">
                  <c:v>0.28237037037037038</c:v>
                </c:pt>
                <c:pt idx="6503">
                  <c:v>0.2825185185185185</c:v>
                </c:pt>
                <c:pt idx="6504">
                  <c:v>0.2825185185185185</c:v>
                </c:pt>
                <c:pt idx="6505">
                  <c:v>0.2825185185185185</c:v>
                </c:pt>
                <c:pt idx="6506">
                  <c:v>0.28266666666666668</c:v>
                </c:pt>
                <c:pt idx="6507">
                  <c:v>0.28266666666666668</c:v>
                </c:pt>
                <c:pt idx="6508">
                  <c:v>0.28266666666666668</c:v>
                </c:pt>
                <c:pt idx="6509">
                  <c:v>0.28266666666666668</c:v>
                </c:pt>
                <c:pt idx="6510">
                  <c:v>0.28266666666666668</c:v>
                </c:pt>
                <c:pt idx="6511">
                  <c:v>0.2828148148148148</c:v>
                </c:pt>
                <c:pt idx="6512">
                  <c:v>0.28296296296296297</c:v>
                </c:pt>
                <c:pt idx="6513">
                  <c:v>0.28311111111111109</c:v>
                </c:pt>
                <c:pt idx="6514">
                  <c:v>0.28311111111111109</c:v>
                </c:pt>
                <c:pt idx="6515">
                  <c:v>0.28311111111111109</c:v>
                </c:pt>
                <c:pt idx="6516">
                  <c:v>0.28311111111111109</c:v>
                </c:pt>
                <c:pt idx="6517">
                  <c:v>0.28325925925925927</c:v>
                </c:pt>
                <c:pt idx="6518">
                  <c:v>0.28325925925925927</c:v>
                </c:pt>
                <c:pt idx="6519">
                  <c:v>0.28325925925925927</c:v>
                </c:pt>
                <c:pt idx="6520">
                  <c:v>0.28325925925925927</c:v>
                </c:pt>
                <c:pt idx="6521">
                  <c:v>0.28325925925925927</c:v>
                </c:pt>
                <c:pt idx="6522">
                  <c:v>0.28325925925925927</c:v>
                </c:pt>
                <c:pt idx="6523">
                  <c:v>0.28325925925925927</c:v>
                </c:pt>
                <c:pt idx="6524">
                  <c:v>0.28325925925925927</c:v>
                </c:pt>
                <c:pt idx="6525">
                  <c:v>0.28325925925925927</c:v>
                </c:pt>
                <c:pt idx="6526">
                  <c:v>0.28325925925925927</c:v>
                </c:pt>
                <c:pt idx="6527">
                  <c:v>0.28325925925925927</c:v>
                </c:pt>
                <c:pt idx="6528">
                  <c:v>0.28340740740740739</c:v>
                </c:pt>
                <c:pt idx="6529">
                  <c:v>0.28355555555555556</c:v>
                </c:pt>
                <c:pt idx="6530">
                  <c:v>0.28355555555555556</c:v>
                </c:pt>
                <c:pt idx="6531">
                  <c:v>0.28355555555555556</c:v>
                </c:pt>
                <c:pt idx="6532">
                  <c:v>0.28355555555555556</c:v>
                </c:pt>
                <c:pt idx="6533">
                  <c:v>0.28370370370370368</c:v>
                </c:pt>
                <c:pt idx="6534">
                  <c:v>0.28370370370370368</c:v>
                </c:pt>
                <c:pt idx="6535">
                  <c:v>0.28370370370370368</c:v>
                </c:pt>
                <c:pt idx="6536">
                  <c:v>0.28370370370370368</c:v>
                </c:pt>
                <c:pt idx="6537">
                  <c:v>0.28370370370370368</c:v>
                </c:pt>
                <c:pt idx="6538">
                  <c:v>0.28370370370370368</c:v>
                </c:pt>
                <c:pt idx="6539">
                  <c:v>0.28370370370370368</c:v>
                </c:pt>
                <c:pt idx="6540">
                  <c:v>0.28370370370370368</c:v>
                </c:pt>
                <c:pt idx="6541">
                  <c:v>0.28370370370370368</c:v>
                </c:pt>
                <c:pt idx="6542">
                  <c:v>0.28385185185185186</c:v>
                </c:pt>
                <c:pt idx="6543">
                  <c:v>0.28399999999999997</c:v>
                </c:pt>
                <c:pt idx="6544">
                  <c:v>0.28399999999999997</c:v>
                </c:pt>
                <c:pt idx="6545">
                  <c:v>0.28414814814814815</c:v>
                </c:pt>
                <c:pt idx="6546">
                  <c:v>0.28414814814814815</c:v>
                </c:pt>
                <c:pt idx="6547">
                  <c:v>0.28414814814814815</c:v>
                </c:pt>
                <c:pt idx="6548">
                  <c:v>0.28414814814814815</c:v>
                </c:pt>
                <c:pt idx="6549">
                  <c:v>0.28414814814814815</c:v>
                </c:pt>
                <c:pt idx="6550">
                  <c:v>0.28414814814814815</c:v>
                </c:pt>
                <c:pt idx="6551">
                  <c:v>0.28414814814814815</c:v>
                </c:pt>
                <c:pt idx="6552">
                  <c:v>0.28429629629629627</c:v>
                </c:pt>
                <c:pt idx="6553">
                  <c:v>0.28444444444444444</c:v>
                </c:pt>
                <c:pt idx="6554">
                  <c:v>0.28459259259259262</c:v>
                </c:pt>
                <c:pt idx="6555">
                  <c:v>0.28459259259259262</c:v>
                </c:pt>
                <c:pt idx="6556">
                  <c:v>0.28459259259259262</c:v>
                </c:pt>
                <c:pt idx="6557">
                  <c:v>0.28459259259259262</c:v>
                </c:pt>
                <c:pt idx="6558">
                  <c:v>0.28459259259259262</c:v>
                </c:pt>
                <c:pt idx="6559">
                  <c:v>0.28474074074074074</c:v>
                </c:pt>
                <c:pt idx="6560">
                  <c:v>0.28488888888888891</c:v>
                </c:pt>
                <c:pt idx="6561">
                  <c:v>0.28488888888888891</c:v>
                </c:pt>
                <c:pt idx="6562">
                  <c:v>0.28503703703703703</c:v>
                </c:pt>
                <c:pt idx="6563">
                  <c:v>0.28503703703703703</c:v>
                </c:pt>
                <c:pt idx="6564">
                  <c:v>0.28503703703703703</c:v>
                </c:pt>
                <c:pt idx="6565">
                  <c:v>0.28518518518518521</c:v>
                </c:pt>
                <c:pt idx="6566">
                  <c:v>0.28533333333333333</c:v>
                </c:pt>
                <c:pt idx="6567">
                  <c:v>0.28533333333333333</c:v>
                </c:pt>
                <c:pt idx="6568">
                  <c:v>0.2854814814814815</c:v>
                </c:pt>
                <c:pt idx="6569">
                  <c:v>0.2854814814814815</c:v>
                </c:pt>
                <c:pt idx="6570">
                  <c:v>0.28562962962962962</c:v>
                </c:pt>
                <c:pt idx="6571">
                  <c:v>0.2857777777777778</c:v>
                </c:pt>
                <c:pt idx="6572">
                  <c:v>0.28592592592592592</c:v>
                </c:pt>
                <c:pt idx="6573">
                  <c:v>0.28592592592592592</c:v>
                </c:pt>
                <c:pt idx="6574">
                  <c:v>0.28592592592592592</c:v>
                </c:pt>
                <c:pt idx="6575">
                  <c:v>0.28592592592592592</c:v>
                </c:pt>
                <c:pt idx="6576">
                  <c:v>0.28592592592592592</c:v>
                </c:pt>
                <c:pt idx="6577">
                  <c:v>0.28592592592592592</c:v>
                </c:pt>
                <c:pt idx="6578">
                  <c:v>0.28592592592592592</c:v>
                </c:pt>
                <c:pt idx="6579">
                  <c:v>0.28592592592592592</c:v>
                </c:pt>
                <c:pt idx="6580">
                  <c:v>0.28592592592592592</c:v>
                </c:pt>
                <c:pt idx="6581">
                  <c:v>0.28607407407407409</c:v>
                </c:pt>
                <c:pt idx="6582">
                  <c:v>0.28607407407407409</c:v>
                </c:pt>
                <c:pt idx="6583">
                  <c:v>0.28607407407407409</c:v>
                </c:pt>
                <c:pt idx="6584">
                  <c:v>0.28607407407407409</c:v>
                </c:pt>
                <c:pt idx="6585">
                  <c:v>0.28622222222222221</c:v>
                </c:pt>
                <c:pt idx="6586">
                  <c:v>0.28622222222222221</c:v>
                </c:pt>
                <c:pt idx="6587">
                  <c:v>0.28622222222222221</c:v>
                </c:pt>
                <c:pt idx="6588">
                  <c:v>0.28637037037037039</c:v>
                </c:pt>
                <c:pt idx="6589">
                  <c:v>0.28637037037037039</c:v>
                </c:pt>
                <c:pt idx="6590">
                  <c:v>0.28637037037037039</c:v>
                </c:pt>
                <c:pt idx="6591">
                  <c:v>0.28637037037037039</c:v>
                </c:pt>
                <c:pt idx="6592">
                  <c:v>0.28637037037037039</c:v>
                </c:pt>
                <c:pt idx="6593">
                  <c:v>0.28651851851851851</c:v>
                </c:pt>
                <c:pt idx="6594">
                  <c:v>0.28651851851851851</c:v>
                </c:pt>
                <c:pt idx="6595">
                  <c:v>0.28666666666666668</c:v>
                </c:pt>
                <c:pt idx="6596">
                  <c:v>0.28666666666666668</c:v>
                </c:pt>
                <c:pt idx="6597">
                  <c:v>0.28666666666666668</c:v>
                </c:pt>
                <c:pt idx="6598">
                  <c:v>0.2868148148148148</c:v>
                </c:pt>
                <c:pt idx="6599">
                  <c:v>0.28696296296296298</c:v>
                </c:pt>
                <c:pt idx="6600">
                  <c:v>0.28711111111111109</c:v>
                </c:pt>
                <c:pt idx="6601">
                  <c:v>0.28711111111111109</c:v>
                </c:pt>
                <c:pt idx="6602">
                  <c:v>0.28711111111111109</c:v>
                </c:pt>
                <c:pt idx="6603">
                  <c:v>0.28711111111111109</c:v>
                </c:pt>
                <c:pt idx="6604">
                  <c:v>0.28711111111111109</c:v>
                </c:pt>
                <c:pt idx="6605">
                  <c:v>0.28711111111111109</c:v>
                </c:pt>
                <c:pt idx="6606">
                  <c:v>0.28711111111111109</c:v>
                </c:pt>
                <c:pt idx="6607">
                  <c:v>0.28711111111111109</c:v>
                </c:pt>
                <c:pt idx="6608">
                  <c:v>0.28711111111111109</c:v>
                </c:pt>
                <c:pt idx="6609">
                  <c:v>0.28711111111111109</c:v>
                </c:pt>
                <c:pt idx="6610">
                  <c:v>0.28711111111111109</c:v>
                </c:pt>
                <c:pt idx="6611">
                  <c:v>0.28711111111111109</c:v>
                </c:pt>
                <c:pt idx="6612">
                  <c:v>0.28711111111111109</c:v>
                </c:pt>
                <c:pt idx="6613">
                  <c:v>0.28711111111111109</c:v>
                </c:pt>
                <c:pt idx="6614">
                  <c:v>0.28711111111111109</c:v>
                </c:pt>
                <c:pt idx="6615">
                  <c:v>0.28725925925925927</c:v>
                </c:pt>
                <c:pt idx="6616">
                  <c:v>0.28725925925925927</c:v>
                </c:pt>
                <c:pt idx="6617">
                  <c:v>0.28740740740740739</c:v>
                </c:pt>
                <c:pt idx="6618">
                  <c:v>0.28740740740740739</c:v>
                </c:pt>
                <c:pt idx="6619">
                  <c:v>0.28740740740740739</c:v>
                </c:pt>
                <c:pt idx="6620">
                  <c:v>0.28740740740740739</c:v>
                </c:pt>
                <c:pt idx="6621">
                  <c:v>0.28755555555555556</c:v>
                </c:pt>
                <c:pt idx="6622">
                  <c:v>0.28755555555555556</c:v>
                </c:pt>
                <c:pt idx="6623">
                  <c:v>0.28755555555555556</c:v>
                </c:pt>
                <c:pt idx="6624">
                  <c:v>0.28755555555555556</c:v>
                </c:pt>
                <c:pt idx="6625">
                  <c:v>0.28755555555555556</c:v>
                </c:pt>
                <c:pt idx="6626">
                  <c:v>0.28770370370370368</c:v>
                </c:pt>
                <c:pt idx="6627">
                  <c:v>0.28770370370370368</c:v>
                </c:pt>
                <c:pt idx="6628">
                  <c:v>0.28770370370370368</c:v>
                </c:pt>
                <c:pt idx="6629">
                  <c:v>0.28785185185185186</c:v>
                </c:pt>
                <c:pt idx="6630">
                  <c:v>0.28785185185185186</c:v>
                </c:pt>
                <c:pt idx="6631">
                  <c:v>0.28799999999999998</c:v>
                </c:pt>
                <c:pt idx="6632">
                  <c:v>0.28799999999999998</c:v>
                </c:pt>
                <c:pt idx="6633">
                  <c:v>0.28799999999999998</c:v>
                </c:pt>
                <c:pt idx="6634">
                  <c:v>0.28799999999999998</c:v>
                </c:pt>
                <c:pt idx="6635">
                  <c:v>0.28799999999999998</c:v>
                </c:pt>
                <c:pt idx="6636">
                  <c:v>0.28799999999999998</c:v>
                </c:pt>
                <c:pt idx="6637">
                  <c:v>0.28799999999999998</c:v>
                </c:pt>
                <c:pt idx="6638">
                  <c:v>0.28814814814814815</c:v>
                </c:pt>
                <c:pt idx="6639">
                  <c:v>0.28814814814814815</c:v>
                </c:pt>
                <c:pt idx="6640">
                  <c:v>0.28814814814814815</c:v>
                </c:pt>
                <c:pt idx="6641">
                  <c:v>0.28829629629629627</c:v>
                </c:pt>
                <c:pt idx="6642">
                  <c:v>0.28829629629629627</c:v>
                </c:pt>
                <c:pt idx="6643">
                  <c:v>0.28829629629629627</c:v>
                </c:pt>
                <c:pt idx="6644">
                  <c:v>0.28829629629629627</c:v>
                </c:pt>
                <c:pt idx="6645">
                  <c:v>0.28829629629629627</c:v>
                </c:pt>
                <c:pt idx="6646">
                  <c:v>0.28829629629629627</c:v>
                </c:pt>
                <c:pt idx="6647">
                  <c:v>0.28844444444444445</c:v>
                </c:pt>
                <c:pt idx="6648">
                  <c:v>0.28844444444444445</c:v>
                </c:pt>
                <c:pt idx="6649">
                  <c:v>0.28844444444444445</c:v>
                </c:pt>
                <c:pt idx="6650">
                  <c:v>0.28844444444444445</c:v>
                </c:pt>
                <c:pt idx="6651">
                  <c:v>0.28859259259259257</c:v>
                </c:pt>
                <c:pt idx="6652">
                  <c:v>0.28859259259259257</c:v>
                </c:pt>
                <c:pt idx="6653">
                  <c:v>0.28874074074074074</c:v>
                </c:pt>
                <c:pt idx="6654">
                  <c:v>0.28874074074074074</c:v>
                </c:pt>
                <c:pt idx="6655">
                  <c:v>0.28888888888888886</c:v>
                </c:pt>
                <c:pt idx="6656">
                  <c:v>0.28903703703703704</c:v>
                </c:pt>
                <c:pt idx="6657">
                  <c:v>0.28903703703703704</c:v>
                </c:pt>
                <c:pt idx="6658">
                  <c:v>0.28918518518518521</c:v>
                </c:pt>
                <c:pt idx="6659">
                  <c:v>0.28918518518518521</c:v>
                </c:pt>
                <c:pt idx="6660">
                  <c:v>0.28933333333333333</c:v>
                </c:pt>
                <c:pt idx="6661">
                  <c:v>0.28933333333333333</c:v>
                </c:pt>
                <c:pt idx="6662">
                  <c:v>0.28933333333333333</c:v>
                </c:pt>
                <c:pt idx="6663">
                  <c:v>0.28933333333333333</c:v>
                </c:pt>
                <c:pt idx="6664">
                  <c:v>0.28933333333333333</c:v>
                </c:pt>
                <c:pt idx="6665">
                  <c:v>0.28933333333333333</c:v>
                </c:pt>
                <c:pt idx="6666">
                  <c:v>0.28933333333333333</c:v>
                </c:pt>
                <c:pt idx="6667">
                  <c:v>0.28933333333333333</c:v>
                </c:pt>
                <c:pt idx="6668">
                  <c:v>0.28933333333333333</c:v>
                </c:pt>
                <c:pt idx="6669">
                  <c:v>0.28933333333333333</c:v>
                </c:pt>
                <c:pt idx="6670">
                  <c:v>0.28948148148148151</c:v>
                </c:pt>
                <c:pt idx="6671">
                  <c:v>0.28948148148148151</c:v>
                </c:pt>
                <c:pt idx="6672">
                  <c:v>0.28948148148148151</c:v>
                </c:pt>
                <c:pt idx="6673">
                  <c:v>0.28948148148148151</c:v>
                </c:pt>
                <c:pt idx="6674">
                  <c:v>0.28962962962962963</c:v>
                </c:pt>
                <c:pt idx="6675">
                  <c:v>0.2897777777777778</c:v>
                </c:pt>
                <c:pt idx="6676">
                  <c:v>0.2897777777777778</c:v>
                </c:pt>
                <c:pt idx="6677">
                  <c:v>0.2897777777777778</c:v>
                </c:pt>
                <c:pt idx="6678">
                  <c:v>0.28992592592592592</c:v>
                </c:pt>
                <c:pt idx="6679">
                  <c:v>0.28992592592592592</c:v>
                </c:pt>
                <c:pt idx="6680">
                  <c:v>0.2900740740740741</c:v>
                </c:pt>
                <c:pt idx="6681">
                  <c:v>0.29022222222222221</c:v>
                </c:pt>
                <c:pt idx="6682">
                  <c:v>0.29022222222222221</c:v>
                </c:pt>
                <c:pt idx="6683">
                  <c:v>0.29037037037037039</c:v>
                </c:pt>
                <c:pt idx="6684">
                  <c:v>0.29037037037037039</c:v>
                </c:pt>
                <c:pt idx="6685">
                  <c:v>0.29051851851851851</c:v>
                </c:pt>
                <c:pt idx="6686">
                  <c:v>0.29051851851851851</c:v>
                </c:pt>
                <c:pt idx="6687">
                  <c:v>0.29051851851851851</c:v>
                </c:pt>
                <c:pt idx="6688">
                  <c:v>0.29051851851851851</c:v>
                </c:pt>
                <c:pt idx="6689">
                  <c:v>0.29051851851851851</c:v>
                </c:pt>
                <c:pt idx="6690">
                  <c:v>0.29051851851851851</c:v>
                </c:pt>
                <c:pt idx="6691">
                  <c:v>0.29051851851851851</c:v>
                </c:pt>
                <c:pt idx="6692">
                  <c:v>0.29051851851851851</c:v>
                </c:pt>
                <c:pt idx="6693">
                  <c:v>0.29066666666666668</c:v>
                </c:pt>
                <c:pt idx="6694">
                  <c:v>0.29066666666666668</c:v>
                </c:pt>
                <c:pt idx="6695">
                  <c:v>0.2908148148148148</c:v>
                </c:pt>
                <c:pt idx="6696">
                  <c:v>0.2908148148148148</c:v>
                </c:pt>
                <c:pt idx="6697">
                  <c:v>0.2908148148148148</c:v>
                </c:pt>
                <c:pt idx="6698">
                  <c:v>0.2908148148148148</c:v>
                </c:pt>
                <c:pt idx="6699">
                  <c:v>0.29096296296296298</c:v>
                </c:pt>
                <c:pt idx="6700">
                  <c:v>0.2911111111111111</c:v>
                </c:pt>
                <c:pt idx="6701">
                  <c:v>0.2911111111111111</c:v>
                </c:pt>
                <c:pt idx="6702">
                  <c:v>0.29125925925925927</c:v>
                </c:pt>
                <c:pt idx="6703">
                  <c:v>0.29140740740740739</c:v>
                </c:pt>
                <c:pt idx="6704">
                  <c:v>0.29155555555555557</c:v>
                </c:pt>
                <c:pt idx="6705">
                  <c:v>0.29170370370370369</c:v>
                </c:pt>
                <c:pt idx="6706">
                  <c:v>0.29170370370370369</c:v>
                </c:pt>
                <c:pt idx="6707">
                  <c:v>0.29185185185185186</c:v>
                </c:pt>
                <c:pt idx="6708">
                  <c:v>0.29199999999999998</c:v>
                </c:pt>
                <c:pt idx="6709">
                  <c:v>0.29199999999999998</c:v>
                </c:pt>
                <c:pt idx="6710">
                  <c:v>0.29214814814814816</c:v>
                </c:pt>
                <c:pt idx="6711">
                  <c:v>0.29229629629629628</c:v>
                </c:pt>
                <c:pt idx="6712">
                  <c:v>0.29229629629629628</c:v>
                </c:pt>
                <c:pt idx="6713">
                  <c:v>0.29244444444444445</c:v>
                </c:pt>
                <c:pt idx="6714">
                  <c:v>0.29244444444444445</c:v>
                </c:pt>
                <c:pt idx="6715">
                  <c:v>0.29259259259259257</c:v>
                </c:pt>
                <c:pt idx="6716">
                  <c:v>0.29274074074074075</c:v>
                </c:pt>
                <c:pt idx="6717">
                  <c:v>0.29274074074074075</c:v>
                </c:pt>
                <c:pt idx="6718">
                  <c:v>0.29274074074074075</c:v>
                </c:pt>
                <c:pt idx="6719">
                  <c:v>0.29274074074074075</c:v>
                </c:pt>
                <c:pt idx="6720">
                  <c:v>0.29274074074074075</c:v>
                </c:pt>
                <c:pt idx="6721">
                  <c:v>0.29274074074074075</c:v>
                </c:pt>
                <c:pt idx="6722">
                  <c:v>0.29274074074074075</c:v>
                </c:pt>
                <c:pt idx="6723">
                  <c:v>0.29274074074074075</c:v>
                </c:pt>
                <c:pt idx="6724">
                  <c:v>0.29274074074074075</c:v>
                </c:pt>
                <c:pt idx="6725">
                  <c:v>0.29274074074074075</c:v>
                </c:pt>
                <c:pt idx="6726">
                  <c:v>0.29274074074074075</c:v>
                </c:pt>
                <c:pt idx="6727">
                  <c:v>0.29274074074074075</c:v>
                </c:pt>
                <c:pt idx="6728">
                  <c:v>0.29288888888888887</c:v>
                </c:pt>
                <c:pt idx="6729">
                  <c:v>0.29303703703703704</c:v>
                </c:pt>
                <c:pt idx="6730">
                  <c:v>0.29303703703703704</c:v>
                </c:pt>
                <c:pt idx="6731">
                  <c:v>0.29303703703703704</c:v>
                </c:pt>
                <c:pt idx="6732">
                  <c:v>0.29318518518518516</c:v>
                </c:pt>
                <c:pt idx="6733">
                  <c:v>0.29318518518518516</c:v>
                </c:pt>
                <c:pt idx="6734">
                  <c:v>0.29318518518518516</c:v>
                </c:pt>
                <c:pt idx="6735">
                  <c:v>0.29318518518518516</c:v>
                </c:pt>
                <c:pt idx="6736">
                  <c:v>0.29318518518518516</c:v>
                </c:pt>
                <c:pt idx="6737">
                  <c:v>0.29333333333333333</c:v>
                </c:pt>
                <c:pt idx="6738">
                  <c:v>0.29333333333333333</c:v>
                </c:pt>
                <c:pt idx="6739">
                  <c:v>0.29333333333333333</c:v>
                </c:pt>
                <c:pt idx="6740">
                  <c:v>0.29333333333333333</c:v>
                </c:pt>
                <c:pt idx="6741">
                  <c:v>0.29333333333333333</c:v>
                </c:pt>
                <c:pt idx="6742">
                  <c:v>0.29333333333333333</c:v>
                </c:pt>
                <c:pt idx="6743">
                  <c:v>0.29348148148148145</c:v>
                </c:pt>
                <c:pt idx="6744">
                  <c:v>0.29348148148148145</c:v>
                </c:pt>
                <c:pt idx="6745">
                  <c:v>0.29348148148148145</c:v>
                </c:pt>
                <c:pt idx="6746">
                  <c:v>0.29362962962962963</c:v>
                </c:pt>
                <c:pt idx="6747">
                  <c:v>0.2937777777777778</c:v>
                </c:pt>
                <c:pt idx="6748">
                  <c:v>0.2937777777777778</c:v>
                </c:pt>
                <c:pt idx="6749">
                  <c:v>0.29392592592592592</c:v>
                </c:pt>
                <c:pt idx="6750">
                  <c:v>0.29392592592592592</c:v>
                </c:pt>
                <c:pt idx="6751">
                  <c:v>0.29392592592592592</c:v>
                </c:pt>
                <c:pt idx="6752">
                  <c:v>0.2940740740740741</c:v>
                </c:pt>
                <c:pt idx="6753">
                  <c:v>0.29422222222222222</c:v>
                </c:pt>
                <c:pt idx="6754">
                  <c:v>0.29422222222222222</c:v>
                </c:pt>
                <c:pt idx="6755">
                  <c:v>0.29422222222222222</c:v>
                </c:pt>
                <c:pt idx="6756">
                  <c:v>0.29422222222222222</c:v>
                </c:pt>
                <c:pt idx="6757">
                  <c:v>0.29422222222222222</c:v>
                </c:pt>
                <c:pt idx="6758">
                  <c:v>0.29422222222222222</c:v>
                </c:pt>
                <c:pt idx="6759">
                  <c:v>0.29422222222222222</c:v>
                </c:pt>
                <c:pt idx="6760">
                  <c:v>0.29422222222222222</c:v>
                </c:pt>
                <c:pt idx="6761">
                  <c:v>0.29422222222222222</c:v>
                </c:pt>
                <c:pt idx="6762">
                  <c:v>0.29422222222222222</c:v>
                </c:pt>
                <c:pt idx="6763">
                  <c:v>0.29422222222222222</c:v>
                </c:pt>
                <c:pt idx="6764">
                  <c:v>0.29422222222222222</c:v>
                </c:pt>
                <c:pt idx="6765">
                  <c:v>0.29437037037037039</c:v>
                </c:pt>
                <c:pt idx="6766">
                  <c:v>0.29437037037037039</c:v>
                </c:pt>
                <c:pt idx="6767">
                  <c:v>0.29437037037037039</c:v>
                </c:pt>
                <c:pt idx="6768">
                  <c:v>0.29437037037037039</c:v>
                </c:pt>
                <c:pt idx="6769">
                  <c:v>0.29437037037037039</c:v>
                </c:pt>
                <c:pt idx="6770">
                  <c:v>0.29437037037037039</c:v>
                </c:pt>
                <c:pt idx="6771">
                  <c:v>0.29437037037037039</c:v>
                </c:pt>
                <c:pt idx="6772">
                  <c:v>0.29437037037037039</c:v>
                </c:pt>
                <c:pt idx="6773">
                  <c:v>0.29437037037037039</c:v>
                </c:pt>
                <c:pt idx="6774">
                  <c:v>0.29437037037037039</c:v>
                </c:pt>
                <c:pt idx="6775">
                  <c:v>0.29437037037037039</c:v>
                </c:pt>
                <c:pt idx="6776">
                  <c:v>0.29437037037037039</c:v>
                </c:pt>
                <c:pt idx="6777">
                  <c:v>0.29437037037037039</c:v>
                </c:pt>
                <c:pt idx="6778">
                  <c:v>0.29437037037037039</c:v>
                </c:pt>
                <c:pt idx="6779">
                  <c:v>0.29437037037037039</c:v>
                </c:pt>
                <c:pt idx="6780">
                  <c:v>0.29437037037037039</c:v>
                </c:pt>
                <c:pt idx="6781">
                  <c:v>0.29437037037037039</c:v>
                </c:pt>
                <c:pt idx="6782">
                  <c:v>0.29437037037037039</c:v>
                </c:pt>
                <c:pt idx="6783">
                  <c:v>0.29437037037037039</c:v>
                </c:pt>
                <c:pt idx="6784">
                  <c:v>0.29437037037037039</c:v>
                </c:pt>
                <c:pt idx="6785">
                  <c:v>0.29437037037037039</c:v>
                </c:pt>
                <c:pt idx="6786">
                  <c:v>0.29437037037037039</c:v>
                </c:pt>
                <c:pt idx="6787">
                  <c:v>0.29437037037037039</c:v>
                </c:pt>
                <c:pt idx="6788">
                  <c:v>0.29437037037037039</c:v>
                </c:pt>
                <c:pt idx="6789">
                  <c:v>0.29437037037037039</c:v>
                </c:pt>
                <c:pt idx="6790">
                  <c:v>0.29437037037037039</c:v>
                </c:pt>
                <c:pt idx="6791">
                  <c:v>0.29437037037037039</c:v>
                </c:pt>
                <c:pt idx="6792">
                  <c:v>0.29437037037037039</c:v>
                </c:pt>
                <c:pt idx="6793">
                  <c:v>0.29437037037037039</c:v>
                </c:pt>
                <c:pt idx="6794">
                  <c:v>0.29451851851851851</c:v>
                </c:pt>
                <c:pt idx="6795">
                  <c:v>0.29451851851851851</c:v>
                </c:pt>
                <c:pt idx="6796">
                  <c:v>0.29451851851851851</c:v>
                </c:pt>
                <c:pt idx="6797">
                  <c:v>0.29466666666666669</c:v>
                </c:pt>
                <c:pt idx="6798">
                  <c:v>0.29466666666666669</c:v>
                </c:pt>
                <c:pt idx="6799">
                  <c:v>0.29481481481481481</c:v>
                </c:pt>
                <c:pt idx="6800">
                  <c:v>0.29481481481481481</c:v>
                </c:pt>
                <c:pt idx="6801">
                  <c:v>0.29481481481481481</c:v>
                </c:pt>
                <c:pt idx="6802">
                  <c:v>0.29496296296296298</c:v>
                </c:pt>
                <c:pt idx="6803">
                  <c:v>0.29496296296296298</c:v>
                </c:pt>
                <c:pt idx="6804">
                  <c:v>0.2951111111111111</c:v>
                </c:pt>
                <c:pt idx="6805">
                  <c:v>0.2951111111111111</c:v>
                </c:pt>
                <c:pt idx="6806">
                  <c:v>0.2951111111111111</c:v>
                </c:pt>
                <c:pt idx="6807">
                  <c:v>0.2951111111111111</c:v>
                </c:pt>
                <c:pt idx="6808">
                  <c:v>0.2951111111111111</c:v>
                </c:pt>
                <c:pt idx="6809">
                  <c:v>0.2951111111111111</c:v>
                </c:pt>
                <c:pt idx="6810">
                  <c:v>0.2951111111111111</c:v>
                </c:pt>
                <c:pt idx="6811">
                  <c:v>0.2951111111111111</c:v>
                </c:pt>
                <c:pt idx="6812">
                  <c:v>0.2951111111111111</c:v>
                </c:pt>
                <c:pt idx="6813">
                  <c:v>0.2951111111111111</c:v>
                </c:pt>
                <c:pt idx="6814">
                  <c:v>0.2951111111111111</c:v>
                </c:pt>
                <c:pt idx="6815">
                  <c:v>0.2951111111111111</c:v>
                </c:pt>
                <c:pt idx="6816">
                  <c:v>0.2951111111111111</c:v>
                </c:pt>
                <c:pt idx="6817">
                  <c:v>0.29525925925925928</c:v>
                </c:pt>
                <c:pt idx="6818">
                  <c:v>0.29525925925925928</c:v>
                </c:pt>
                <c:pt idx="6819">
                  <c:v>0.29525925925925928</c:v>
                </c:pt>
                <c:pt idx="6820">
                  <c:v>0.29525925925925928</c:v>
                </c:pt>
                <c:pt idx="6821">
                  <c:v>0.29525925925925928</c:v>
                </c:pt>
                <c:pt idx="6822">
                  <c:v>0.2954074074074074</c:v>
                </c:pt>
                <c:pt idx="6823">
                  <c:v>0.2954074074074074</c:v>
                </c:pt>
                <c:pt idx="6824">
                  <c:v>0.29555555555555557</c:v>
                </c:pt>
                <c:pt idx="6825">
                  <c:v>0.29555555555555557</c:v>
                </c:pt>
                <c:pt idx="6826">
                  <c:v>0.29570370370370369</c:v>
                </c:pt>
                <c:pt idx="6827">
                  <c:v>0.29570370370370369</c:v>
                </c:pt>
                <c:pt idx="6828">
                  <c:v>0.29570370370370369</c:v>
                </c:pt>
                <c:pt idx="6829">
                  <c:v>0.29585185185185187</c:v>
                </c:pt>
                <c:pt idx="6830">
                  <c:v>0.29585185185185187</c:v>
                </c:pt>
                <c:pt idx="6831">
                  <c:v>0.29585185185185187</c:v>
                </c:pt>
                <c:pt idx="6832">
                  <c:v>0.29585185185185187</c:v>
                </c:pt>
                <c:pt idx="6833">
                  <c:v>0.29585185185185187</c:v>
                </c:pt>
                <c:pt idx="6834">
                  <c:v>0.29585185185185187</c:v>
                </c:pt>
                <c:pt idx="6835">
                  <c:v>0.29599999999999999</c:v>
                </c:pt>
                <c:pt idx="6836">
                  <c:v>0.29614814814814816</c:v>
                </c:pt>
                <c:pt idx="6837">
                  <c:v>0.29614814814814816</c:v>
                </c:pt>
                <c:pt idx="6838">
                  <c:v>0.29614814814814816</c:v>
                </c:pt>
                <c:pt idx="6839">
                  <c:v>0.29629629629629628</c:v>
                </c:pt>
                <c:pt idx="6840">
                  <c:v>0.29644444444444445</c:v>
                </c:pt>
                <c:pt idx="6841">
                  <c:v>0.29659259259259257</c:v>
                </c:pt>
                <c:pt idx="6842">
                  <c:v>0.29659259259259257</c:v>
                </c:pt>
                <c:pt idx="6843">
                  <c:v>0.29674074074074075</c:v>
                </c:pt>
                <c:pt idx="6844">
                  <c:v>0.29674074074074075</c:v>
                </c:pt>
                <c:pt idx="6845">
                  <c:v>0.29674074074074075</c:v>
                </c:pt>
                <c:pt idx="6846">
                  <c:v>0.29674074074074075</c:v>
                </c:pt>
                <c:pt idx="6847">
                  <c:v>0.29674074074074075</c:v>
                </c:pt>
                <c:pt idx="6848">
                  <c:v>0.29688888888888887</c:v>
                </c:pt>
                <c:pt idx="6849">
                  <c:v>0.29688888888888887</c:v>
                </c:pt>
                <c:pt idx="6850">
                  <c:v>0.29688888888888887</c:v>
                </c:pt>
                <c:pt idx="6851">
                  <c:v>0.29688888888888887</c:v>
                </c:pt>
                <c:pt idx="6852">
                  <c:v>0.29688888888888887</c:v>
                </c:pt>
                <c:pt idx="6853">
                  <c:v>0.29688888888888887</c:v>
                </c:pt>
                <c:pt idx="6854">
                  <c:v>0.29688888888888887</c:v>
                </c:pt>
                <c:pt idx="6855">
                  <c:v>0.29688888888888887</c:v>
                </c:pt>
                <c:pt idx="6856">
                  <c:v>0.29688888888888887</c:v>
                </c:pt>
                <c:pt idx="6857">
                  <c:v>0.29688888888888887</c:v>
                </c:pt>
                <c:pt idx="6858">
                  <c:v>0.29703703703703704</c:v>
                </c:pt>
                <c:pt idx="6859">
                  <c:v>0.29718518518518516</c:v>
                </c:pt>
                <c:pt idx="6860">
                  <c:v>0.29718518518518516</c:v>
                </c:pt>
                <c:pt idx="6861">
                  <c:v>0.29718518518518516</c:v>
                </c:pt>
                <c:pt idx="6862">
                  <c:v>0.29718518518518516</c:v>
                </c:pt>
                <c:pt idx="6863">
                  <c:v>0.29718518518518516</c:v>
                </c:pt>
                <c:pt idx="6864">
                  <c:v>0.29733333333333334</c:v>
                </c:pt>
                <c:pt idx="6865">
                  <c:v>0.29748148148148146</c:v>
                </c:pt>
                <c:pt idx="6866">
                  <c:v>0.29748148148148146</c:v>
                </c:pt>
                <c:pt idx="6867">
                  <c:v>0.29748148148148146</c:v>
                </c:pt>
                <c:pt idx="6868">
                  <c:v>0.29762962962962963</c:v>
                </c:pt>
                <c:pt idx="6869">
                  <c:v>0.29777777777777775</c:v>
                </c:pt>
                <c:pt idx="6870">
                  <c:v>0.29792592592592593</c:v>
                </c:pt>
                <c:pt idx="6871">
                  <c:v>0.29807407407407405</c:v>
                </c:pt>
                <c:pt idx="6872">
                  <c:v>0.29807407407407405</c:v>
                </c:pt>
                <c:pt idx="6873">
                  <c:v>0.29822222222222222</c:v>
                </c:pt>
                <c:pt idx="6874">
                  <c:v>0.29822222222222222</c:v>
                </c:pt>
                <c:pt idx="6875">
                  <c:v>0.2983703703703704</c:v>
                </c:pt>
                <c:pt idx="6876">
                  <c:v>0.2983703703703704</c:v>
                </c:pt>
                <c:pt idx="6877">
                  <c:v>0.2983703703703704</c:v>
                </c:pt>
                <c:pt idx="6878">
                  <c:v>0.2983703703703704</c:v>
                </c:pt>
                <c:pt idx="6879">
                  <c:v>0.29851851851851852</c:v>
                </c:pt>
                <c:pt idx="6880">
                  <c:v>0.29866666666666669</c:v>
                </c:pt>
                <c:pt idx="6881">
                  <c:v>0.29866666666666669</c:v>
                </c:pt>
                <c:pt idx="6882">
                  <c:v>0.29881481481481481</c:v>
                </c:pt>
                <c:pt idx="6883">
                  <c:v>0.29881481481481481</c:v>
                </c:pt>
                <c:pt idx="6884">
                  <c:v>0.29881481481481481</c:v>
                </c:pt>
                <c:pt idx="6885">
                  <c:v>0.29881481481481481</c:v>
                </c:pt>
                <c:pt idx="6886">
                  <c:v>0.29881481481481481</c:v>
                </c:pt>
                <c:pt idx="6887">
                  <c:v>0.29896296296296299</c:v>
                </c:pt>
                <c:pt idx="6888">
                  <c:v>0.29911111111111111</c:v>
                </c:pt>
                <c:pt idx="6889">
                  <c:v>0.29911111111111111</c:v>
                </c:pt>
                <c:pt idx="6890">
                  <c:v>0.29911111111111111</c:v>
                </c:pt>
                <c:pt idx="6891">
                  <c:v>0.29925925925925928</c:v>
                </c:pt>
                <c:pt idx="6892">
                  <c:v>0.2994074074074074</c:v>
                </c:pt>
                <c:pt idx="6893">
                  <c:v>0.2994074074074074</c:v>
                </c:pt>
                <c:pt idx="6894">
                  <c:v>0.2994074074074074</c:v>
                </c:pt>
                <c:pt idx="6895">
                  <c:v>0.2994074074074074</c:v>
                </c:pt>
                <c:pt idx="6896">
                  <c:v>0.2994074074074074</c:v>
                </c:pt>
                <c:pt idx="6897">
                  <c:v>0.2994074074074074</c:v>
                </c:pt>
                <c:pt idx="6898">
                  <c:v>0.2994074074074074</c:v>
                </c:pt>
                <c:pt idx="6899">
                  <c:v>0.29955555555555557</c:v>
                </c:pt>
                <c:pt idx="6900">
                  <c:v>0.29955555555555557</c:v>
                </c:pt>
                <c:pt idx="6901">
                  <c:v>0.29955555555555557</c:v>
                </c:pt>
                <c:pt idx="6902">
                  <c:v>0.29955555555555557</c:v>
                </c:pt>
                <c:pt idx="6903">
                  <c:v>0.29955555555555557</c:v>
                </c:pt>
                <c:pt idx="6904">
                  <c:v>0.29955555555555557</c:v>
                </c:pt>
                <c:pt idx="6905">
                  <c:v>0.29955555555555557</c:v>
                </c:pt>
                <c:pt idx="6906">
                  <c:v>0.29955555555555557</c:v>
                </c:pt>
                <c:pt idx="6907">
                  <c:v>0.29970370370370369</c:v>
                </c:pt>
                <c:pt idx="6908">
                  <c:v>0.29970370370370369</c:v>
                </c:pt>
                <c:pt idx="6909">
                  <c:v>0.29970370370370369</c:v>
                </c:pt>
                <c:pt idx="6910">
                  <c:v>0.29985185185185187</c:v>
                </c:pt>
                <c:pt idx="6911">
                  <c:v>0.3</c:v>
                </c:pt>
                <c:pt idx="6912">
                  <c:v>0.3</c:v>
                </c:pt>
                <c:pt idx="6913">
                  <c:v>0.3</c:v>
                </c:pt>
                <c:pt idx="6914">
                  <c:v>0.30014814814814816</c:v>
                </c:pt>
                <c:pt idx="6915">
                  <c:v>0.30014814814814816</c:v>
                </c:pt>
                <c:pt idx="6916">
                  <c:v>0.30029629629629628</c:v>
                </c:pt>
                <c:pt idx="6917">
                  <c:v>0.30029629629629628</c:v>
                </c:pt>
                <c:pt idx="6918">
                  <c:v>0.30044444444444446</c:v>
                </c:pt>
                <c:pt idx="6919">
                  <c:v>0.30044444444444446</c:v>
                </c:pt>
                <c:pt idx="6920">
                  <c:v>0.30059259259259258</c:v>
                </c:pt>
                <c:pt idx="6921">
                  <c:v>0.30074074074074075</c:v>
                </c:pt>
                <c:pt idx="6922">
                  <c:v>0.30088888888888887</c:v>
                </c:pt>
                <c:pt idx="6923">
                  <c:v>0.30088888888888887</c:v>
                </c:pt>
                <c:pt idx="6924">
                  <c:v>0.30088888888888887</c:v>
                </c:pt>
                <c:pt idx="6925">
                  <c:v>0.30088888888888887</c:v>
                </c:pt>
                <c:pt idx="6926">
                  <c:v>0.30088888888888887</c:v>
                </c:pt>
                <c:pt idx="6927">
                  <c:v>0.30088888888888887</c:v>
                </c:pt>
                <c:pt idx="6928">
                  <c:v>0.30088888888888887</c:v>
                </c:pt>
                <c:pt idx="6929">
                  <c:v>0.30088888888888887</c:v>
                </c:pt>
                <c:pt idx="6930">
                  <c:v>0.30088888888888887</c:v>
                </c:pt>
                <c:pt idx="6931">
                  <c:v>0.30103703703703705</c:v>
                </c:pt>
                <c:pt idx="6932">
                  <c:v>0.30118518518518517</c:v>
                </c:pt>
                <c:pt idx="6933">
                  <c:v>0.30118518518518517</c:v>
                </c:pt>
                <c:pt idx="6934">
                  <c:v>0.30118518518518517</c:v>
                </c:pt>
                <c:pt idx="6935">
                  <c:v>0.30118518518518517</c:v>
                </c:pt>
                <c:pt idx="6936">
                  <c:v>0.30118518518518517</c:v>
                </c:pt>
                <c:pt idx="6937">
                  <c:v>0.30118518518518517</c:v>
                </c:pt>
                <c:pt idx="6938">
                  <c:v>0.30118518518518517</c:v>
                </c:pt>
                <c:pt idx="6939">
                  <c:v>0.30118518518518517</c:v>
                </c:pt>
                <c:pt idx="6940">
                  <c:v>0.30118518518518517</c:v>
                </c:pt>
                <c:pt idx="6941">
                  <c:v>0.30118518518518517</c:v>
                </c:pt>
                <c:pt idx="6942">
                  <c:v>0.30133333333333334</c:v>
                </c:pt>
                <c:pt idx="6943">
                  <c:v>0.30148148148148146</c:v>
                </c:pt>
                <c:pt idx="6944">
                  <c:v>0.30162962962962964</c:v>
                </c:pt>
                <c:pt idx="6945">
                  <c:v>0.30177777777777776</c:v>
                </c:pt>
                <c:pt idx="6946">
                  <c:v>0.30177777777777776</c:v>
                </c:pt>
                <c:pt idx="6947">
                  <c:v>0.30177777777777776</c:v>
                </c:pt>
                <c:pt idx="6948">
                  <c:v>0.30177777777777776</c:v>
                </c:pt>
                <c:pt idx="6949">
                  <c:v>0.30177777777777776</c:v>
                </c:pt>
                <c:pt idx="6950">
                  <c:v>0.30177777777777776</c:v>
                </c:pt>
                <c:pt idx="6951">
                  <c:v>0.30192592592592593</c:v>
                </c:pt>
                <c:pt idx="6952">
                  <c:v>0.30207407407407405</c:v>
                </c:pt>
                <c:pt idx="6953">
                  <c:v>0.30207407407407405</c:v>
                </c:pt>
                <c:pt idx="6954">
                  <c:v>0.30207407407407405</c:v>
                </c:pt>
                <c:pt idx="6955">
                  <c:v>0.30207407407407405</c:v>
                </c:pt>
                <c:pt idx="6956">
                  <c:v>0.30207407407407405</c:v>
                </c:pt>
                <c:pt idx="6957">
                  <c:v>0.30222222222222223</c:v>
                </c:pt>
                <c:pt idx="6958">
                  <c:v>0.30222222222222223</c:v>
                </c:pt>
                <c:pt idx="6959">
                  <c:v>0.30237037037037034</c:v>
                </c:pt>
                <c:pt idx="6960">
                  <c:v>0.30237037037037034</c:v>
                </c:pt>
                <c:pt idx="6961">
                  <c:v>0.30237037037037034</c:v>
                </c:pt>
                <c:pt idx="6962">
                  <c:v>0.30237037037037034</c:v>
                </c:pt>
                <c:pt idx="6963">
                  <c:v>0.30251851851851852</c:v>
                </c:pt>
                <c:pt idx="6964">
                  <c:v>0.30266666666666664</c:v>
                </c:pt>
                <c:pt idx="6965">
                  <c:v>0.30266666666666664</c:v>
                </c:pt>
                <c:pt idx="6966">
                  <c:v>0.30266666666666664</c:v>
                </c:pt>
                <c:pt idx="6967">
                  <c:v>0.30266666666666664</c:v>
                </c:pt>
                <c:pt idx="6968">
                  <c:v>0.30266666666666664</c:v>
                </c:pt>
                <c:pt idx="6969">
                  <c:v>0.30266666666666664</c:v>
                </c:pt>
                <c:pt idx="6970">
                  <c:v>0.30266666666666664</c:v>
                </c:pt>
                <c:pt idx="6971">
                  <c:v>0.30266666666666664</c:v>
                </c:pt>
                <c:pt idx="6972">
                  <c:v>0.30266666666666664</c:v>
                </c:pt>
                <c:pt idx="6973">
                  <c:v>0.30266666666666664</c:v>
                </c:pt>
                <c:pt idx="6974">
                  <c:v>0.30266666666666664</c:v>
                </c:pt>
                <c:pt idx="6975">
                  <c:v>0.30266666666666664</c:v>
                </c:pt>
                <c:pt idx="6976">
                  <c:v>0.30266666666666664</c:v>
                </c:pt>
                <c:pt idx="6977">
                  <c:v>0.30266666666666664</c:v>
                </c:pt>
                <c:pt idx="6978">
                  <c:v>0.30281481481481481</c:v>
                </c:pt>
                <c:pt idx="6979">
                  <c:v>0.30281481481481481</c:v>
                </c:pt>
                <c:pt idx="6980">
                  <c:v>0.30281481481481481</c:v>
                </c:pt>
                <c:pt idx="6981">
                  <c:v>0.30296296296296299</c:v>
                </c:pt>
                <c:pt idx="6982">
                  <c:v>0.30296296296296299</c:v>
                </c:pt>
                <c:pt idx="6983">
                  <c:v>0.30311111111111111</c:v>
                </c:pt>
                <c:pt idx="6984">
                  <c:v>0.30311111111111111</c:v>
                </c:pt>
                <c:pt idx="6985">
                  <c:v>0.30325925925925928</c:v>
                </c:pt>
                <c:pt idx="6986">
                  <c:v>0.30325925925925928</c:v>
                </c:pt>
                <c:pt idx="6987">
                  <c:v>0.30325925925925928</c:v>
                </c:pt>
                <c:pt idx="6988">
                  <c:v>0.30325925925925928</c:v>
                </c:pt>
                <c:pt idx="6989">
                  <c:v>0.30325925925925928</c:v>
                </c:pt>
                <c:pt idx="6990">
                  <c:v>0.30325925925925928</c:v>
                </c:pt>
                <c:pt idx="6991">
                  <c:v>0.30325925925925928</c:v>
                </c:pt>
                <c:pt idx="6992">
                  <c:v>0.3034074074074074</c:v>
                </c:pt>
                <c:pt idx="6993">
                  <c:v>0.3034074074074074</c:v>
                </c:pt>
                <c:pt idx="6994">
                  <c:v>0.30355555555555558</c:v>
                </c:pt>
                <c:pt idx="6995">
                  <c:v>0.3037037037037037</c:v>
                </c:pt>
                <c:pt idx="6996">
                  <c:v>0.3037037037037037</c:v>
                </c:pt>
                <c:pt idx="6997">
                  <c:v>0.3037037037037037</c:v>
                </c:pt>
                <c:pt idx="6998">
                  <c:v>0.30385185185185187</c:v>
                </c:pt>
                <c:pt idx="6999">
                  <c:v>0.30399999999999999</c:v>
                </c:pt>
                <c:pt idx="7000">
                  <c:v>0.30399999999999999</c:v>
                </c:pt>
                <c:pt idx="7001">
                  <c:v>0.30414814814814817</c:v>
                </c:pt>
                <c:pt idx="7002">
                  <c:v>0.30429629629629629</c:v>
                </c:pt>
                <c:pt idx="7003">
                  <c:v>0.30429629629629629</c:v>
                </c:pt>
                <c:pt idx="7004">
                  <c:v>0.30444444444444446</c:v>
                </c:pt>
                <c:pt idx="7005">
                  <c:v>0.30444444444444446</c:v>
                </c:pt>
                <c:pt idx="7006">
                  <c:v>0.30444444444444446</c:v>
                </c:pt>
                <c:pt idx="7007">
                  <c:v>0.30444444444444446</c:v>
                </c:pt>
                <c:pt idx="7008">
                  <c:v>0.30444444444444446</c:v>
                </c:pt>
                <c:pt idx="7009">
                  <c:v>0.30444444444444446</c:v>
                </c:pt>
                <c:pt idx="7010">
                  <c:v>0.30459259259259258</c:v>
                </c:pt>
                <c:pt idx="7011">
                  <c:v>0.30459259259259258</c:v>
                </c:pt>
                <c:pt idx="7012">
                  <c:v>0.30459259259259258</c:v>
                </c:pt>
                <c:pt idx="7013">
                  <c:v>0.30474074074074076</c:v>
                </c:pt>
                <c:pt idx="7014">
                  <c:v>0.30474074074074076</c:v>
                </c:pt>
                <c:pt idx="7015">
                  <c:v>0.30474074074074076</c:v>
                </c:pt>
                <c:pt idx="7016">
                  <c:v>0.30474074074074076</c:v>
                </c:pt>
                <c:pt idx="7017">
                  <c:v>0.30474074074074076</c:v>
                </c:pt>
                <c:pt idx="7018">
                  <c:v>0.30488888888888888</c:v>
                </c:pt>
                <c:pt idx="7019">
                  <c:v>0.30488888888888888</c:v>
                </c:pt>
                <c:pt idx="7020">
                  <c:v>0.30503703703703705</c:v>
                </c:pt>
                <c:pt idx="7021">
                  <c:v>0.30503703703703705</c:v>
                </c:pt>
                <c:pt idx="7022">
                  <c:v>0.30503703703703705</c:v>
                </c:pt>
                <c:pt idx="7023">
                  <c:v>0.30518518518518517</c:v>
                </c:pt>
                <c:pt idx="7024">
                  <c:v>0.30518518518518517</c:v>
                </c:pt>
                <c:pt idx="7025">
                  <c:v>0.30518518518518517</c:v>
                </c:pt>
                <c:pt idx="7026">
                  <c:v>0.30518518518518517</c:v>
                </c:pt>
                <c:pt idx="7027">
                  <c:v>0.30518518518518517</c:v>
                </c:pt>
                <c:pt idx="7028">
                  <c:v>0.30518518518518517</c:v>
                </c:pt>
                <c:pt idx="7029">
                  <c:v>0.30518518518518517</c:v>
                </c:pt>
                <c:pt idx="7030">
                  <c:v>0.30533333333333335</c:v>
                </c:pt>
                <c:pt idx="7031">
                  <c:v>0.30533333333333335</c:v>
                </c:pt>
                <c:pt idx="7032">
                  <c:v>0.30533333333333335</c:v>
                </c:pt>
                <c:pt idx="7033">
                  <c:v>0.30548148148148146</c:v>
                </c:pt>
                <c:pt idx="7034">
                  <c:v>0.30548148148148146</c:v>
                </c:pt>
                <c:pt idx="7035">
                  <c:v>0.30562962962962964</c:v>
                </c:pt>
                <c:pt idx="7036">
                  <c:v>0.30562962962962964</c:v>
                </c:pt>
                <c:pt idx="7037">
                  <c:v>0.30562962962962964</c:v>
                </c:pt>
                <c:pt idx="7038">
                  <c:v>0.30577777777777776</c:v>
                </c:pt>
                <c:pt idx="7039">
                  <c:v>0.30577777777777776</c:v>
                </c:pt>
                <c:pt idx="7040">
                  <c:v>0.30592592592592593</c:v>
                </c:pt>
                <c:pt idx="7041">
                  <c:v>0.30592592592592593</c:v>
                </c:pt>
                <c:pt idx="7042">
                  <c:v>0.30592592592592593</c:v>
                </c:pt>
                <c:pt idx="7043">
                  <c:v>0.30592592592592593</c:v>
                </c:pt>
                <c:pt idx="7044">
                  <c:v>0.30607407407407405</c:v>
                </c:pt>
                <c:pt idx="7045">
                  <c:v>0.30607407407407405</c:v>
                </c:pt>
                <c:pt idx="7046">
                  <c:v>0.30607407407407405</c:v>
                </c:pt>
                <c:pt idx="7047">
                  <c:v>0.30607407407407405</c:v>
                </c:pt>
                <c:pt idx="7048">
                  <c:v>0.30607407407407405</c:v>
                </c:pt>
                <c:pt idx="7049">
                  <c:v>0.30607407407407405</c:v>
                </c:pt>
                <c:pt idx="7050">
                  <c:v>0.30622222222222223</c:v>
                </c:pt>
                <c:pt idx="7051">
                  <c:v>0.30622222222222223</c:v>
                </c:pt>
                <c:pt idx="7052">
                  <c:v>0.30637037037037035</c:v>
                </c:pt>
                <c:pt idx="7053">
                  <c:v>0.30637037037037035</c:v>
                </c:pt>
                <c:pt idx="7054">
                  <c:v>0.30651851851851852</c:v>
                </c:pt>
                <c:pt idx="7055">
                  <c:v>0.30651851851851852</c:v>
                </c:pt>
                <c:pt idx="7056">
                  <c:v>0.30651851851851852</c:v>
                </c:pt>
                <c:pt idx="7057">
                  <c:v>0.30651851851851852</c:v>
                </c:pt>
                <c:pt idx="7058">
                  <c:v>0.30651851851851852</c:v>
                </c:pt>
                <c:pt idx="7059">
                  <c:v>0.30666666666666664</c:v>
                </c:pt>
                <c:pt idx="7060">
                  <c:v>0.30666666666666664</c:v>
                </c:pt>
                <c:pt idx="7061">
                  <c:v>0.30666666666666664</c:v>
                </c:pt>
                <c:pt idx="7062">
                  <c:v>0.30666666666666664</c:v>
                </c:pt>
                <c:pt idx="7063">
                  <c:v>0.30666666666666664</c:v>
                </c:pt>
                <c:pt idx="7064">
                  <c:v>0.30666666666666664</c:v>
                </c:pt>
                <c:pt idx="7065">
                  <c:v>0.30681481481481482</c:v>
                </c:pt>
                <c:pt idx="7066">
                  <c:v>0.30696296296296294</c:v>
                </c:pt>
                <c:pt idx="7067">
                  <c:v>0.30696296296296294</c:v>
                </c:pt>
                <c:pt idx="7068">
                  <c:v>0.30696296296296294</c:v>
                </c:pt>
                <c:pt idx="7069">
                  <c:v>0.30711111111111111</c:v>
                </c:pt>
                <c:pt idx="7070">
                  <c:v>0.30711111111111111</c:v>
                </c:pt>
                <c:pt idx="7071">
                  <c:v>0.30725925925925923</c:v>
                </c:pt>
                <c:pt idx="7072">
                  <c:v>0.30725925925925923</c:v>
                </c:pt>
                <c:pt idx="7073">
                  <c:v>0.30725925925925923</c:v>
                </c:pt>
                <c:pt idx="7074">
                  <c:v>0.30725925925925923</c:v>
                </c:pt>
                <c:pt idx="7075">
                  <c:v>0.30725925925925923</c:v>
                </c:pt>
                <c:pt idx="7076">
                  <c:v>0.30725925925925923</c:v>
                </c:pt>
                <c:pt idx="7077">
                  <c:v>0.30725925925925923</c:v>
                </c:pt>
                <c:pt idx="7078">
                  <c:v>0.30725925925925923</c:v>
                </c:pt>
                <c:pt idx="7079">
                  <c:v>0.30740740740740741</c:v>
                </c:pt>
                <c:pt idx="7080">
                  <c:v>0.30740740740740741</c:v>
                </c:pt>
                <c:pt idx="7081">
                  <c:v>0.30755555555555558</c:v>
                </c:pt>
                <c:pt idx="7082">
                  <c:v>0.3077037037037037</c:v>
                </c:pt>
                <c:pt idx="7083">
                  <c:v>0.30785185185185188</c:v>
                </c:pt>
                <c:pt idx="7084">
                  <c:v>0.30785185185185188</c:v>
                </c:pt>
                <c:pt idx="7085">
                  <c:v>0.308</c:v>
                </c:pt>
                <c:pt idx="7086">
                  <c:v>0.308</c:v>
                </c:pt>
                <c:pt idx="7087">
                  <c:v>0.30814814814814817</c:v>
                </c:pt>
                <c:pt idx="7088">
                  <c:v>0.30814814814814817</c:v>
                </c:pt>
                <c:pt idx="7089">
                  <c:v>0.30814814814814817</c:v>
                </c:pt>
                <c:pt idx="7090">
                  <c:v>0.30814814814814817</c:v>
                </c:pt>
                <c:pt idx="7091">
                  <c:v>0.30814814814814817</c:v>
                </c:pt>
                <c:pt idx="7092">
                  <c:v>0.30829629629629629</c:v>
                </c:pt>
                <c:pt idx="7093">
                  <c:v>0.30829629629629629</c:v>
                </c:pt>
                <c:pt idx="7094">
                  <c:v>0.30829629629629629</c:v>
                </c:pt>
                <c:pt idx="7095">
                  <c:v>0.30829629629629629</c:v>
                </c:pt>
                <c:pt idx="7096">
                  <c:v>0.30829629629629629</c:v>
                </c:pt>
                <c:pt idx="7097">
                  <c:v>0.30829629629629629</c:v>
                </c:pt>
                <c:pt idx="7098">
                  <c:v>0.30844444444444447</c:v>
                </c:pt>
                <c:pt idx="7099">
                  <c:v>0.30859259259259259</c:v>
                </c:pt>
                <c:pt idx="7100">
                  <c:v>0.30859259259259259</c:v>
                </c:pt>
                <c:pt idx="7101">
                  <c:v>0.30859259259259259</c:v>
                </c:pt>
                <c:pt idx="7102">
                  <c:v>0.30874074074074076</c:v>
                </c:pt>
                <c:pt idx="7103">
                  <c:v>0.30874074074074076</c:v>
                </c:pt>
                <c:pt idx="7104">
                  <c:v>0.30888888888888888</c:v>
                </c:pt>
                <c:pt idx="7105">
                  <c:v>0.30888888888888888</c:v>
                </c:pt>
                <c:pt idx="7106">
                  <c:v>0.30903703703703705</c:v>
                </c:pt>
                <c:pt idx="7107">
                  <c:v>0.30918518518518517</c:v>
                </c:pt>
                <c:pt idx="7108">
                  <c:v>0.30918518518518517</c:v>
                </c:pt>
                <c:pt idx="7109">
                  <c:v>0.30918518518518517</c:v>
                </c:pt>
                <c:pt idx="7110">
                  <c:v>0.30918518518518517</c:v>
                </c:pt>
                <c:pt idx="7111">
                  <c:v>0.30918518518518517</c:v>
                </c:pt>
                <c:pt idx="7112">
                  <c:v>0.30918518518518517</c:v>
                </c:pt>
                <c:pt idx="7113">
                  <c:v>0.30933333333333335</c:v>
                </c:pt>
                <c:pt idx="7114">
                  <c:v>0.30933333333333335</c:v>
                </c:pt>
                <c:pt idx="7115">
                  <c:v>0.30933333333333335</c:v>
                </c:pt>
                <c:pt idx="7116">
                  <c:v>0.30933333333333335</c:v>
                </c:pt>
                <c:pt idx="7117">
                  <c:v>0.30933333333333335</c:v>
                </c:pt>
                <c:pt idx="7118">
                  <c:v>0.30933333333333335</c:v>
                </c:pt>
                <c:pt idx="7119">
                  <c:v>0.30933333333333335</c:v>
                </c:pt>
                <c:pt idx="7120">
                  <c:v>0.30933333333333335</c:v>
                </c:pt>
                <c:pt idx="7121">
                  <c:v>0.30948148148148147</c:v>
                </c:pt>
                <c:pt idx="7122">
                  <c:v>0.30948148148148147</c:v>
                </c:pt>
                <c:pt idx="7123">
                  <c:v>0.30948148148148147</c:v>
                </c:pt>
                <c:pt idx="7124">
                  <c:v>0.30962962962962964</c:v>
                </c:pt>
                <c:pt idx="7125">
                  <c:v>0.30962962962962964</c:v>
                </c:pt>
                <c:pt idx="7126">
                  <c:v>0.30977777777777776</c:v>
                </c:pt>
                <c:pt idx="7127">
                  <c:v>0.30977777777777776</c:v>
                </c:pt>
                <c:pt idx="7128">
                  <c:v>0.30977777777777776</c:v>
                </c:pt>
                <c:pt idx="7129">
                  <c:v>0.30992592592592594</c:v>
                </c:pt>
                <c:pt idx="7130">
                  <c:v>0.30992592592592594</c:v>
                </c:pt>
                <c:pt idx="7131">
                  <c:v>0.30992592592592594</c:v>
                </c:pt>
                <c:pt idx="7132">
                  <c:v>0.30992592592592594</c:v>
                </c:pt>
                <c:pt idx="7133">
                  <c:v>0.30992592592592594</c:v>
                </c:pt>
                <c:pt idx="7134">
                  <c:v>0.30992592592592594</c:v>
                </c:pt>
                <c:pt idx="7135">
                  <c:v>0.31007407407407406</c:v>
                </c:pt>
                <c:pt idx="7136">
                  <c:v>0.31007407407407406</c:v>
                </c:pt>
                <c:pt idx="7137">
                  <c:v>0.31007407407407406</c:v>
                </c:pt>
                <c:pt idx="7138">
                  <c:v>0.31007407407407406</c:v>
                </c:pt>
                <c:pt idx="7139">
                  <c:v>0.31007407407407406</c:v>
                </c:pt>
                <c:pt idx="7140">
                  <c:v>0.31022222222222223</c:v>
                </c:pt>
                <c:pt idx="7141">
                  <c:v>0.31022222222222223</c:v>
                </c:pt>
                <c:pt idx="7142">
                  <c:v>0.31022222222222223</c:v>
                </c:pt>
                <c:pt idx="7143">
                  <c:v>0.31037037037037035</c:v>
                </c:pt>
                <c:pt idx="7144">
                  <c:v>0.31051851851851853</c:v>
                </c:pt>
                <c:pt idx="7145">
                  <c:v>0.31051851851851853</c:v>
                </c:pt>
                <c:pt idx="7146">
                  <c:v>0.31066666666666665</c:v>
                </c:pt>
                <c:pt idx="7147">
                  <c:v>0.31066666666666665</c:v>
                </c:pt>
                <c:pt idx="7148">
                  <c:v>0.31066666666666665</c:v>
                </c:pt>
                <c:pt idx="7149">
                  <c:v>0.31081481481481482</c:v>
                </c:pt>
                <c:pt idx="7150">
                  <c:v>0.31081481481481482</c:v>
                </c:pt>
                <c:pt idx="7151">
                  <c:v>0.31081481481481482</c:v>
                </c:pt>
                <c:pt idx="7152">
                  <c:v>0.31081481481481482</c:v>
                </c:pt>
                <c:pt idx="7153">
                  <c:v>0.31081481481481482</c:v>
                </c:pt>
                <c:pt idx="7154">
                  <c:v>0.31081481481481482</c:v>
                </c:pt>
                <c:pt idx="7155">
                  <c:v>0.31081481481481482</c:v>
                </c:pt>
                <c:pt idx="7156">
                  <c:v>0.31081481481481482</c:v>
                </c:pt>
                <c:pt idx="7157">
                  <c:v>0.31081481481481482</c:v>
                </c:pt>
                <c:pt idx="7158">
                  <c:v>0.31081481481481482</c:v>
                </c:pt>
                <c:pt idx="7159">
                  <c:v>0.31096296296296294</c:v>
                </c:pt>
                <c:pt idx="7160">
                  <c:v>0.31096296296296294</c:v>
                </c:pt>
                <c:pt idx="7161">
                  <c:v>0.31096296296296294</c:v>
                </c:pt>
                <c:pt idx="7162">
                  <c:v>0.31096296296296294</c:v>
                </c:pt>
                <c:pt idx="7163">
                  <c:v>0.31096296296296294</c:v>
                </c:pt>
                <c:pt idx="7164">
                  <c:v>0.31096296296296294</c:v>
                </c:pt>
                <c:pt idx="7165">
                  <c:v>0.31096296296296294</c:v>
                </c:pt>
                <c:pt idx="7166">
                  <c:v>0.31096296296296294</c:v>
                </c:pt>
                <c:pt idx="7167">
                  <c:v>0.31111111111111112</c:v>
                </c:pt>
                <c:pt idx="7168">
                  <c:v>0.31111111111111112</c:v>
                </c:pt>
                <c:pt idx="7169">
                  <c:v>0.31125925925925924</c:v>
                </c:pt>
                <c:pt idx="7170">
                  <c:v>0.31125925925925924</c:v>
                </c:pt>
                <c:pt idx="7171">
                  <c:v>0.31125925925925924</c:v>
                </c:pt>
                <c:pt idx="7172">
                  <c:v>0.31125925925925924</c:v>
                </c:pt>
                <c:pt idx="7173">
                  <c:v>0.31125925925925924</c:v>
                </c:pt>
                <c:pt idx="7174">
                  <c:v>0.31125925925925924</c:v>
                </c:pt>
                <c:pt idx="7175">
                  <c:v>0.31125925925925924</c:v>
                </c:pt>
                <c:pt idx="7176">
                  <c:v>0.31125925925925924</c:v>
                </c:pt>
                <c:pt idx="7177">
                  <c:v>0.31125925925925924</c:v>
                </c:pt>
                <c:pt idx="7178">
                  <c:v>0.31125925925925924</c:v>
                </c:pt>
                <c:pt idx="7179">
                  <c:v>0.31140740740740741</c:v>
                </c:pt>
                <c:pt idx="7180">
                  <c:v>0.31140740740740741</c:v>
                </c:pt>
                <c:pt idx="7181">
                  <c:v>0.31140740740740741</c:v>
                </c:pt>
                <c:pt idx="7182">
                  <c:v>0.31140740740740741</c:v>
                </c:pt>
                <c:pt idx="7183">
                  <c:v>0.31140740740740741</c:v>
                </c:pt>
                <c:pt idx="7184">
                  <c:v>0.31155555555555553</c:v>
                </c:pt>
                <c:pt idx="7185">
                  <c:v>0.31155555555555553</c:v>
                </c:pt>
                <c:pt idx="7186">
                  <c:v>0.31155555555555553</c:v>
                </c:pt>
                <c:pt idx="7187">
                  <c:v>0.31155555555555553</c:v>
                </c:pt>
                <c:pt idx="7188">
                  <c:v>0.31170370370370371</c:v>
                </c:pt>
                <c:pt idx="7189">
                  <c:v>0.31170370370370371</c:v>
                </c:pt>
                <c:pt idx="7190">
                  <c:v>0.31170370370370371</c:v>
                </c:pt>
                <c:pt idx="7191">
                  <c:v>0.31170370370370371</c:v>
                </c:pt>
                <c:pt idx="7192">
                  <c:v>0.31170370370370371</c:v>
                </c:pt>
                <c:pt idx="7193">
                  <c:v>0.31185185185185182</c:v>
                </c:pt>
                <c:pt idx="7194">
                  <c:v>0.31185185185185182</c:v>
                </c:pt>
                <c:pt idx="7195">
                  <c:v>0.31185185185185182</c:v>
                </c:pt>
                <c:pt idx="7196">
                  <c:v>0.312</c:v>
                </c:pt>
                <c:pt idx="7197">
                  <c:v>0.312</c:v>
                </c:pt>
                <c:pt idx="7198">
                  <c:v>0.312</c:v>
                </c:pt>
                <c:pt idx="7199">
                  <c:v>0.312</c:v>
                </c:pt>
                <c:pt idx="7200">
                  <c:v>0.312</c:v>
                </c:pt>
                <c:pt idx="7201">
                  <c:v>0.312</c:v>
                </c:pt>
                <c:pt idx="7202">
                  <c:v>0.312</c:v>
                </c:pt>
                <c:pt idx="7203">
                  <c:v>0.312</c:v>
                </c:pt>
                <c:pt idx="7204">
                  <c:v>0.31214814814814817</c:v>
                </c:pt>
                <c:pt idx="7205">
                  <c:v>0.31214814814814817</c:v>
                </c:pt>
                <c:pt idx="7206">
                  <c:v>0.31229629629629629</c:v>
                </c:pt>
                <c:pt idx="7207">
                  <c:v>0.31229629629629629</c:v>
                </c:pt>
                <c:pt idx="7208">
                  <c:v>0.31229629629629629</c:v>
                </c:pt>
                <c:pt idx="7209">
                  <c:v>0.31229629629629629</c:v>
                </c:pt>
                <c:pt idx="7210">
                  <c:v>0.31229629629629629</c:v>
                </c:pt>
                <c:pt idx="7211">
                  <c:v>0.31229629629629629</c:v>
                </c:pt>
                <c:pt idx="7212">
                  <c:v>0.31244444444444447</c:v>
                </c:pt>
                <c:pt idx="7213">
                  <c:v>0.31259259259259259</c:v>
                </c:pt>
                <c:pt idx="7214">
                  <c:v>0.31259259259259259</c:v>
                </c:pt>
                <c:pt idx="7215">
                  <c:v>0.31259259259259259</c:v>
                </c:pt>
                <c:pt idx="7216">
                  <c:v>0.31259259259259259</c:v>
                </c:pt>
                <c:pt idx="7217">
                  <c:v>0.31259259259259259</c:v>
                </c:pt>
                <c:pt idx="7218">
                  <c:v>0.31274074074074076</c:v>
                </c:pt>
                <c:pt idx="7219">
                  <c:v>0.31288888888888888</c:v>
                </c:pt>
                <c:pt idx="7220">
                  <c:v>0.31288888888888888</c:v>
                </c:pt>
                <c:pt idx="7221">
                  <c:v>0.31288888888888888</c:v>
                </c:pt>
                <c:pt idx="7222">
                  <c:v>0.31288888888888888</c:v>
                </c:pt>
                <c:pt idx="7223">
                  <c:v>0.31288888888888888</c:v>
                </c:pt>
                <c:pt idx="7224">
                  <c:v>0.31288888888888888</c:v>
                </c:pt>
                <c:pt idx="7225">
                  <c:v>0.31288888888888888</c:v>
                </c:pt>
                <c:pt idx="7226">
                  <c:v>0.31288888888888888</c:v>
                </c:pt>
                <c:pt idx="7227">
                  <c:v>0.31288888888888888</c:v>
                </c:pt>
                <c:pt idx="7228">
                  <c:v>0.31288888888888888</c:v>
                </c:pt>
                <c:pt idx="7229">
                  <c:v>0.31288888888888888</c:v>
                </c:pt>
                <c:pt idx="7230">
                  <c:v>0.31288888888888888</c:v>
                </c:pt>
                <c:pt idx="7231">
                  <c:v>0.31288888888888888</c:v>
                </c:pt>
                <c:pt idx="7232">
                  <c:v>0.31288888888888888</c:v>
                </c:pt>
                <c:pt idx="7233">
                  <c:v>0.31288888888888888</c:v>
                </c:pt>
                <c:pt idx="7234">
                  <c:v>0.31288888888888888</c:v>
                </c:pt>
                <c:pt idx="7235">
                  <c:v>0.31288888888888888</c:v>
                </c:pt>
                <c:pt idx="7236">
                  <c:v>0.31288888888888888</c:v>
                </c:pt>
                <c:pt idx="7237">
                  <c:v>0.31303703703703706</c:v>
                </c:pt>
                <c:pt idx="7238">
                  <c:v>0.31303703703703706</c:v>
                </c:pt>
                <c:pt idx="7239">
                  <c:v>0.31303703703703706</c:v>
                </c:pt>
                <c:pt idx="7240">
                  <c:v>0.31303703703703706</c:v>
                </c:pt>
                <c:pt idx="7241">
                  <c:v>0.31303703703703706</c:v>
                </c:pt>
                <c:pt idx="7242">
                  <c:v>0.31303703703703706</c:v>
                </c:pt>
                <c:pt idx="7243">
                  <c:v>0.31318518518518518</c:v>
                </c:pt>
                <c:pt idx="7244">
                  <c:v>0.31333333333333335</c:v>
                </c:pt>
                <c:pt idx="7245">
                  <c:v>0.31333333333333335</c:v>
                </c:pt>
                <c:pt idx="7246">
                  <c:v>0.31333333333333335</c:v>
                </c:pt>
                <c:pt idx="7247">
                  <c:v>0.31333333333333335</c:v>
                </c:pt>
                <c:pt idx="7248">
                  <c:v>0.31348148148148147</c:v>
                </c:pt>
                <c:pt idx="7249">
                  <c:v>0.31348148148148147</c:v>
                </c:pt>
                <c:pt idx="7250">
                  <c:v>0.31348148148148147</c:v>
                </c:pt>
                <c:pt idx="7251">
                  <c:v>0.31348148148148147</c:v>
                </c:pt>
                <c:pt idx="7252">
                  <c:v>0.31348148148148147</c:v>
                </c:pt>
                <c:pt idx="7253">
                  <c:v>0.31348148148148147</c:v>
                </c:pt>
                <c:pt idx="7254">
                  <c:v>0.31348148148148147</c:v>
                </c:pt>
                <c:pt idx="7255">
                  <c:v>0.31348148148148147</c:v>
                </c:pt>
                <c:pt idx="7256">
                  <c:v>0.31348148148148147</c:v>
                </c:pt>
                <c:pt idx="7257">
                  <c:v>0.31348148148148147</c:v>
                </c:pt>
                <c:pt idx="7258">
                  <c:v>0.31348148148148147</c:v>
                </c:pt>
                <c:pt idx="7259">
                  <c:v>0.31348148148148147</c:v>
                </c:pt>
                <c:pt idx="7260">
                  <c:v>0.31348148148148147</c:v>
                </c:pt>
                <c:pt idx="7261">
                  <c:v>0.31348148148148147</c:v>
                </c:pt>
                <c:pt idx="7262">
                  <c:v>0.31348148148148147</c:v>
                </c:pt>
                <c:pt idx="7263">
                  <c:v>0.31362962962962965</c:v>
                </c:pt>
                <c:pt idx="7264">
                  <c:v>0.31362962962962965</c:v>
                </c:pt>
                <c:pt idx="7265">
                  <c:v>0.31377777777777777</c:v>
                </c:pt>
                <c:pt idx="7266">
                  <c:v>0.31377777777777777</c:v>
                </c:pt>
                <c:pt idx="7267">
                  <c:v>0.31392592592592594</c:v>
                </c:pt>
                <c:pt idx="7268">
                  <c:v>0.31392592592592594</c:v>
                </c:pt>
                <c:pt idx="7269">
                  <c:v>0.31392592592592594</c:v>
                </c:pt>
                <c:pt idx="7270">
                  <c:v>0.31407407407407406</c:v>
                </c:pt>
                <c:pt idx="7271">
                  <c:v>0.31407407407407406</c:v>
                </c:pt>
                <c:pt idx="7272">
                  <c:v>0.31407407407407406</c:v>
                </c:pt>
                <c:pt idx="7273">
                  <c:v>0.31407407407407406</c:v>
                </c:pt>
                <c:pt idx="7274">
                  <c:v>0.31407407407407406</c:v>
                </c:pt>
                <c:pt idx="7275">
                  <c:v>0.31407407407407406</c:v>
                </c:pt>
                <c:pt idx="7276">
                  <c:v>0.31407407407407406</c:v>
                </c:pt>
                <c:pt idx="7277">
                  <c:v>0.31422222222222224</c:v>
                </c:pt>
                <c:pt idx="7278">
                  <c:v>0.31422222222222224</c:v>
                </c:pt>
                <c:pt idx="7279">
                  <c:v>0.31422222222222224</c:v>
                </c:pt>
                <c:pt idx="7280">
                  <c:v>0.31422222222222224</c:v>
                </c:pt>
                <c:pt idx="7281">
                  <c:v>0.31437037037037036</c:v>
                </c:pt>
                <c:pt idx="7282">
                  <c:v>0.31437037037037036</c:v>
                </c:pt>
                <c:pt idx="7283">
                  <c:v>0.31437037037037036</c:v>
                </c:pt>
                <c:pt idx="7284">
                  <c:v>0.31437037037037036</c:v>
                </c:pt>
                <c:pt idx="7285">
                  <c:v>0.31437037037037036</c:v>
                </c:pt>
                <c:pt idx="7286">
                  <c:v>0.31451851851851853</c:v>
                </c:pt>
                <c:pt idx="7287">
                  <c:v>0.31466666666666665</c:v>
                </c:pt>
                <c:pt idx="7288">
                  <c:v>0.31466666666666665</c:v>
                </c:pt>
                <c:pt idx="7289">
                  <c:v>0.31466666666666665</c:v>
                </c:pt>
                <c:pt idx="7290">
                  <c:v>0.31466666666666665</c:v>
                </c:pt>
                <c:pt idx="7291">
                  <c:v>0.31466666666666665</c:v>
                </c:pt>
                <c:pt idx="7292">
                  <c:v>0.31466666666666665</c:v>
                </c:pt>
                <c:pt idx="7293">
                  <c:v>0.31466666666666665</c:v>
                </c:pt>
                <c:pt idx="7294">
                  <c:v>0.31481481481481483</c:v>
                </c:pt>
                <c:pt idx="7295">
                  <c:v>0.31496296296296294</c:v>
                </c:pt>
                <c:pt idx="7296">
                  <c:v>0.31496296296296294</c:v>
                </c:pt>
                <c:pt idx="7297">
                  <c:v>0.31511111111111112</c:v>
                </c:pt>
                <c:pt idx="7298">
                  <c:v>0.31511111111111112</c:v>
                </c:pt>
                <c:pt idx="7299">
                  <c:v>0.31511111111111112</c:v>
                </c:pt>
                <c:pt idx="7300">
                  <c:v>0.31511111111111112</c:v>
                </c:pt>
                <c:pt idx="7301">
                  <c:v>0.31511111111111112</c:v>
                </c:pt>
                <c:pt idx="7302">
                  <c:v>0.31511111111111112</c:v>
                </c:pt>
                <c:pt idx="7303">
                  <c:v>0.31511111111111112</c:v>
                </c:pt>
                <c:pt idx="7304">
                  <c:v>0.31511111111111112</c:v>
                </c:pt>
                <c:pt idx="7305">
                  <c:v>0.31511111111111112</c:v>
                </c:pt>
                <c:pt idx="7306">
                  <c:v>0.31511111111111112</c:v>
                </c:pt>
                <c:pt idx="7307">
                  <c:v>0.31511111111111112</c:v>
                </c:pt>
                <c:pt idx="7308">
                  <c:v>0.31511111111111112</c:v>
                </c:pt>
                <c:pt idx="7309">
                  <c:v>0.31511111111111112</c:v>
                </c:pt>
                <c:pt idx="7310">
                  <c:v>0.31511111111111112</c:v>
                </c:pt>
                <c:pt idx="7311">
                  <c:v>0.31511111111111112</c:v>
                </c:pt>
                <c:pt idx="7312">
                  <c:v>0.31511111111111112</c:v>
                </c:pt>
                <c:pt idx="7313">
                  <c:v>0.31511111111111112</c:v>
                </c:pt>
                <c:pt idx="7314">
                  <c:v>0.31525925925925924</c:v>
                </c:pt>
                <c:pt idx="7315">
                  <c:v>0.31525925925925924</c:v>
                </c:pt>
                <c:pt idx="7316">
                  <c:v>0.31540740740740741</c:v>
                </c:pt>
                <c:pt idx="7317">
                  <c:v>0.31540740740740741</c:v>
                </c:pt>
                <c:pt idx="7318">
                  <c:v>0.31540740740740741</c:v>
                </c:pt>
                <c:pt idx="7319">
                  <c:v>0.31540740740740741</c:v>
                </c:pt>
                <c:pt idx="7320">
                  <c:v>0.31540740740740741</c:v>
                </c:pt>
                <c:pt idx="7321">
                  <c:v>0.31540740740740741</c:v>
                </c:pt>
                <c:pt idx="7322">
                  <c:v>0.31555555555555553</c:v>
                </c:pt>
                <c:pt idx="7323">
                  <c:v>0.31570370370370371</c:v>
                </c:pt>
                <c:pt idx="7324">
                  <c:v>0.31585185185185183</c:v>
                </c:pt>
                <c:pt idx="7325">
                  <c:v>0.316</c:v>
                </c:pt>
                <c:pt idx="7326">
                  <c:v>0.316</c:v>
                </c:pt>
                <c:pt idx="7327">
                  <c:v>0.31614814814814812</c:v>
                </c:pt>
                <c:pt idx="7328">
                  <c:v>0.31614814814814812</c:v>
                </c:pt>
                <c:pt idx="7329">
                  <c:v>0.3162962962962963</c:v>
                </c:pt>
                <c:pt idx="7330">
                  <c:v>0.3162962962962963</c:v>
                </c:pt>
                <c:pt idx="7331">
                  <c:v>0.3162962962962963</c:v>
                </c:pt>
                <c:pt idx="7332">
                  <c:v>0.3162962962962963</c:v>
                </c:pt>
                <c:pt idx="7333">
                  <c:v>0.3162962962962963</c:v>
                </c:pt>
                <c:pt idx="7334">
                  <c:v>0.3162962962962963</c:v>
                </c:pt>
                <c:pt idx="7335">
                  <c:v>0.3162962962962963</c:v>
                </c:pt>
                <c:pt idx="7336">
                  <c:v>0.3162962962962963</c:v>
                </c:pt>
                <c:pt idx="7337">
                  <c:v>0.3162962962962963</c:v>
                </c:pt>
                <c:pt idx="7338">
                  <c:v>0.3162962962962963</c:v>
                </c:pt>
                <c:pt idx="7339">
                  <c:v>0.3162962962962963</c:v>
                </c:pt>
                <c:pt idx="7340">
                  <c:v>0.3162962962962963</c:v>
                </c:pt>
                <c:pt idx="7341">
                  <c:v>0.3162962962962963</c:v>
                </c:pt>
                <c:pt idx="7342">
                  <c:v>0.3162962962962963</c:v>
                </c:pt>
                <c:pt idx="7343">
                  <c:v>0.3162962962962963</c:v>
                </c:pt>
                <c:pt idx="7344">
                  <c:v>0.31644444444444442</c:v>
                </c:pt>
                <c:pt idx="7345">
                  <c:v>0.31644444444444442</c:v>
                </c:pt>
                <c:pt idx="7346">
                  <c:v>0.31644444444444442</c:v>
                </c:pt>
                <c:pt idx="7347">
                  <c:v>0.31644444444444442</c:v>
                </c:pt>
                <c:pt idx="7348">
                  <c:v>0.31644444444444442</c:v>
                </c:pt>
                <c:pt idx="7349">
                  <c:v>0.31659259259259259</c:v>
                </c:pt>
                <c:pt idx="7350">
                  <c:v>0.31659259259259259</c:v>
                </c:pt>
                <c:pt idx="7351">
                  <c:v>0.31659259259259259</c:v>
                </c:pt>
                <c:pt idx="7352">
                  <c:v>0.31659259259259259</c:v>
                </c:pt>
                <c:pt idx="7353">
                  <c:v>0.31674074074074077</c:v>
                </c:pt>
                <c:pt idx="7354">
                  <c:v>0.31674074074074077</c:v>
                </c:pt>
                <c:pt idx="7355">
                  <c:v>0.31674074074074077</c:v>
                </c:pt>
                <c:pt idx="7356">
                  <c:v>0.31674074074074077</c:v>
                </c:pt>
                <c:pt idx="7357">
                  <c:v>0.31674074074074077</c:v>
                </c:pt>
                <c:pt idx="7358">
                  <c:v>0.31674074074074077</c:v>
                </c:pt>
                <c:pt idx="7359">
                  <c:v>0.31674074074074077</c:v>
                </c:pt>
                <c:pt idx="7360">
                  <c:v>0.31674074074074077</c:v>
                </c:pt>
                <c:pt idx="7361">
                  <c:v>0.31674074074074077</c:v>
                </c:pt>
                <c:pt idx="7362">
                  <c:v>0.31688888888888889</c:v>
                </c:pt>
                <c:pt idx="7363">
                  <c:v>0.31688888888888889</c:v>
                </c:pt>
                <c:pt idx="7364">
                  <c:v>0.31688888888888889</c:v>
                </c:pt>
                <c:pt idx="7365">
                  <c:v>0.31688888888888889</c:v>
                </c:pt>
                <c:pt idx="7366">
                  <c:v>0.31688888888888889</c:v>
                </c:pt>
                <c:pt idx="7367">
                  <c:v>0.31688888888888889</c:v>
                </c:pt>
                <c:pt idx="7368">
                  <c:v>0.31703703703703706</c:v>
                </c:pt>
                <c:pt idx="7369">
                  <c:v>0.31718518518518518</c:v>
                </c:pt>
                <c:pt idx="7370">
                  <c:v>0.31718518518518518</c:v>
                </c:pt>
                <c:pt idx="7371">
                  <c:v>0.31718518518518518</c:v>
                </c:pt>
                <c:pt idx="7372">
                  <c:v>0.31718518518518518</c:v>
                </c:pt>
                <c:pt idx="7373">
                  <c:v>0.31733333333333336</c:v>
                </c:pt>
                <c:pt idx="7374">
                  <c:v>0.31733333333333336</c:v>
                </c:pt>
                <c:pt idx="7375">
                  <c:v>0.31733333333333336</c:v>
                </c:pt>
                <c:pt idx="7376">
                  <c:v>0.31733333333333336</c:v>
                </c:pt>
                <c:pt idx="7377">
                  <c:v>0.31733333333333336</c:v>
                </c:pt>
                <c:pt idx="7378">
                  <c:v>0.31748148148148148</c:v>
                </c:pt>
                <c:pt idx="7379">
                  <c:v>0.31748148148148148</c:v>
                </c:pt>
                <c:pt idx="7380">
                  <c:v>0.31748148148148148</c:v>
                </c:pt>
                <c:pt idx="7381">
                  <c:v>0.31762962962962965</c:v>
                </c:pt>
                <c:pt idx="7382">
                  <c:v>0.31762962962962965</c:v>
                </c:pt>
                <c:pt idx="7383">
                  <c:v>0.31762962962962965</c:v>
                </c:pt>
                <c:pt idx="7384">
                  <c:v>0.31762962962962965</c:v>
                </c:pt>
                <c:pt idx="7385">
                  <c:v>0.31762962962962965</c:v>
                </c:pt>
                <c:pt idx="7386">
                  <c:v>0.31777777777777777</c:v>
                </c:pt>
                <c:pt idx="7387">
                  <c:v>0.31792592592592595</c:v>
                </c:pt>
                <c:pt idx="7388">
                  <c:v>0.31792592592592595</c:v>
                </c:pt>
                <c:pt idx="7389">
                  <c:v>0.31792592592592595</c:v>
                </c:pt>
                <c:pt idx="7390">
                  <c:v>0.31807407407407406</c:v>
                </c:pt>
                <c:pt idx="7391">
                  <c:v>0.31807407407407406</c:v>
                </c:pt>
                <c:pt idx="7392">
                  <c:v>0.31807407407407406</c:v>
                </c:pt>
                <c:pt idx="7393">
                  <c:v>0.31807407407407406</c:v>
                </c:pt>
                <c:pt idx="7394">
                  <c:v>0.31807407407407406</c:v>
                </c:pt>
                <c:pt idx="7395">
                  <c:v>0.31822222222222224</c:v>
                </c:pt>
                <c:pt idx="7396">
                  <c:v>0.31822222222222224</c:v>
                </c:pt>
                <c:pt idx="7397">
                  <c:v>0.31837037037037036</c:v>
                </c:pt>
                <c:pt idx="7398">
                  <c:v>0.31851851851851853</c:v>
                </c:pt>
                <c:pt idx="7399">
                  <c:v>0.31866666666666665</c:v>
                </c:pt>
                <c:pt idx="7400">
                  <c:v>0.31866666666666665</c:v>
                </c:pt>
                <c:pt idx="7401">
                  <c:v>0.31866666666666665</c:v>
                </c:pt>
                <c:pt idx="7402">
                  <c:v>0.31881481481481483</c:v>
                </c:pt>
                <c:pt idx="7403">
                  <c:v>0.31881481481481483</c:v>
                </c:pt>
                <c:pt idx="7404">
                  <c:v>0.31881481481481483</c:v>
                </c:pt>
                <c:pt idx="7405">
                  <c:v>0.31896296296296295</c:v>
                </c:pt>
                <c:pt idx="7406">
                  <c:v>0.31896296296296295</c:v>
                </c:pt>
                <c:pt idx="7407">
                  <c:v>0.31896296296296295</c:v>
                </c:pt>
                <c:pt idx="7408">
                  <c:v>0.31896296296296295</c:v>
                </c:pt>
                <c:pt idx="7409">
                  <c:v>0.31896296296296295</c:v>
                </c:pt>
                <c:pt idx="7410">
                  <c:v>0.31896296296296295</c:v>
                </c:pt>
                <c:pt idx="7411">
                  <c:v>0.31911111111111112</c:v>
                </c:pt>
                <c:pt idx="7412">
                  <c:v>0.31911111111111112</c:v>
                </c:pt>
                <c:pt idx="7413">
                  <c:v>0.31911111111111112</c:v>
                </c:pt>
                <c:pt idx="7414">
                  <c:v>0.31911111111111112</c:v>
                </c:pt>
                <c:pt idx="7415">
                  <c:v>0.31911111111111112</c:v>
                </c:pt>
                <c:pt idx="7416">
                  <c:v>0.31911111111111112</c:v>
                </c:pt>
                <c:pt idx="7417">
                  <c:v>0.31925925925925924</c:v>
                </c:pt>
                <c:pt idx="7418">
                  <c:v>0.31940740740740742</c:v>
                </c:pt>
                <c:pt idx="7419">
                  <c:v>0.31940740740740742</c:v>
                </c:pt>
                <c:pt idx="7420">
                  <c:v>0.31940740740740742</c:v>
                </c:pt>
                <c:pt idx="7421">
                  <c:v>0.31940740740740742</c:v>
                </c:pt>
                <c:pt idx="7422">
                  <c:v>0.31955555555555554</c:v>
                </c:pt>
                <c:pt idx="7423">
                  <c:v>0.31955555555555554</c:v>
                </c:pt>
                <c:pt idx="7424">
                  <c:v>0.31955555555555554</c:v>
                </c:pt>
                <c:pt idx="7425">
                  <c:v>0.31955555555555554</c:v>
                </c:pt>
                <c:pt idx="7426">
                  <c:v>0.31970370370370371</c:v>
                </c:pt>
                <c:pt idx="7427">
                  <c:v>0.31970370370370371</c:v>
                </c:pt>
                <c:pt idx="7428">
                  <c:v>0.31970370370370371</c:v>
                </c:pt>
                <c:pt idx="7429">
                  <c:v>0.31970370370370371</c:v>
                </c:pt>
                <c:pt idx="7430">
                  <c:v>0.31985185185185183</c:v>
                </c:pt>
                <c:pt idx="7431">
                  <c:v>0.31985185185185183</c:v>
                </c:pt>
                <c:pt idx="7432">
                  <c:v>0.31985185185185183</c:v>
                </c:pt>
                <c:pt idx="7433">
                  <c:v>0.32</c:v>
                </c:pt>
                <c:pt idx="7434">
                  <c:v>0.32</c:v>
                </c:pt>
                <c:pt idx="7435">
                  <c:v>0.32014814814814813</c:v>
                </c:pt>
                <c:pt idx="7436">
                  <c:v>0.32014814814814813</c:v>
                </c:pt>
                <c:pt idx="7437">
                  <c:v>0.32014814814814813</c:v>
                </c:pt>
                <c:pt idx="7438">
                  <c:v>0.32014814814814813</c:v>
                </c:pt>
                <c:pt idx="7439">
                  <c:v>0.32014814814814813</c:v>
                </c:pt>
                <c:pt idx="7440">
                  <c:v>0.32014814814814813</c:v>
                </c:pt>
                <c:pt idx="7441">
                  <c:v>0.3202962962962963</c:v>
                </c:pt>
                <c:pt idx="7442">
                  <c:v>0.3202962962962963</c:v>
                </c:pt>
                <c:pt idx="7443">
                  <c:v>0.32044444444444442</c:v>
                </c:pt>
                <c:pt idx="7444">
                  <c:v>0.3205925925925926</c:v>
                </c:pt>
                <c:pt idx="7445">
                  <c:v>0.32074074074074072</c:v>
                </c:pt>
                <c:pt idx="7446">
                  <c:v>0.32074074074074072</c:v>
                </c:pt>
                <c:pt idx="7447">
                  <c:v>0.32074074074074072</c:v>
                </c:pt>
                <c:pt idx="7448">
                  <c:v>0.32088888888888889</c:v>
                </c:pt>
                <c:pt idx="7449">
                  <c:v>0.32088888888888889</c:v>
                </c:pt>
                <c:pt idx="7450">
                  <c:v>0.32088888888888889</c:v>
                </c:pt>
                <c:pt idx="7451">
                  <c:v>0.32088888888888889</c:v>
                </c:pt>
                <c:pt idx="7452">
                  <c:v>0.32088888888888889</c:v>
                </c:pt>
                <c:pt idx="7453">
                  <c:v>0.32103703703703701</c:v>
                </c:pt>
                <c:pt idx="7454">
                  <c:v>0.32118518518518518</c:v>
                </c:pt>
                <c:pt idx="7455">
                  <c:v>0.32118518518518518</c:v>
                </c:pt>
                <c:pt idx="7456">
                  <c:v>0.32118518518518518</c:v>
                </c:pt>
                <c:pt idx="7457">
                  <c:v>0.32118518518518518</c:v>
                </c:pt>
                <c:pt idx="7458">
                  <c:v>0.32118518518518518</c:v>
                </c:pt>
                <c:pt idx="7459">
                  <c:v>0.32118518518518518</c:v>
                </c:pt>
                <c:pt idx="7460">
                  <c:v>0.32118518518518518</c:v>
                </c:pt>
                <c:pt idx="7461">
                  <c:v>0.32118518518518518</c:v>
                </c:pt>
                <c:pt idx="7462">
                  <c:v>0.32133333333333336</c:v>
                </c:pt>
                <c:pt idx="7463">
                  <c:v>0.32133333333333336</c:v>
                </c:pt>
                <c:pt idx="7464">
                  <c:v>0.32148148148148148</c:v>
                </c:pt>
                <c:pt idx="7465">
                  <c:v>0.32148148148148148</c:v>
                </c:pt>
                <c:pt idx="7466">
                  <c:v>0.32148148148148148</c:v>
                </c:pt>
                <c:pt idx="7467">
                  <c:v>0.32148148148148148</c:v>
                </c:pt>
                <c:pt idx="7468">
                  <c:v>0.32148148148148148</c:v>
                </c:pt>
                <c:pt idx="7469">
                  <c:v>0.32148148148148148</c:v>
                </c:pt>
                <c:pt idx="7470">
                  <c:v>0.32162962962962965</c:v>
                </c:pt>
                <c:pt idx="7471">
                  <c:v>0.32162962962962965</c:v>
                </c:pt>
                <c:pt idx="7472">
                  <c:v>0.32177777777777777</c:v>
                </c:pt>
                <c:pt idx="7473">
                  <c:v>0.32177777777777777</c:v>
                </c:pt>
                <c:pt idx="7474">
                  <c:v>0.32192592592592595</c:v>
                </c:pt>
                <c:pt idx="7475">
                  <c:v>0.32192592592592595</c:v>
                </c:pt>
                <c:pt idx="7476">
                  <c:v>0.32192592592592595</c:v>
                </c:pt>
                <c:pt idx="7477">
                  <c:v>0.32207407407407407</c:v>
                </c:pt>
                <c:pt idx="7478">
                  <c:v>0.32207407407407407</c:v>
                </c:pt>
                <c:pt idx="7479">
                  <c:v>0.32207407407407407</c:v>
                </c:pt>
                <c:pt idx="7480">
                  <c:v>0.32207407407407407</c:v>
                </c:pt>
                <c:pt idx="7481">
                  <c:v>0.32207407407407407</c:v>
                </c:pt>
                <c:pt idx="7482">
                  <c:v>0.32207407407407407</c:v>
                </c:pt>
                <c:pt idx="7483">
                  <c:v>0.32222222222222224</c:v>
                </c:pt>
                <c:pt idx="7484">
                  <c:v>0.32222222222222224</c:v>
                </c:pt>
                <c:pt idx="7485">
                  <c:v>0.32222222222222224</c:v>
                </c:pt>
                <c:pt idx="7486">
                  <c:v>0.32222222222222224</c:v>
                </c:pt>
                <c:pt idx="7487">
                  <c:v>0.32222222222222224</c:v>
                </c:pt>
                <c:pt idx="7488">
                  <c:v>0.32222222222222224</c:v>
                </c:pt>
                <c:pt idx="7489">
                  <c:v>0.32222222222222224</c:v>
                </c:pt>
                <c:pt idx="7490">
                  <c:v>0.32222222222222224</c:v>
                </c:pt>
                <c:pt idx="7491">
                  <c:v>0.32237037037037036</c:v>
                </c:pt>
                <c:pt idx="7492">
                  <c:v>0.32237037037037036</c:v>
                </c:pt>
                <c:pt idx="7493">
                  <c:v>0.32251851851851854</c:v>
                </c:pt>
                <c:pt idx="7494">
                  <c:v>0.32266666666666666</c:v>
                </c:pt>
                <c:pt idx="7495">
                  <c:v>0.32266666666666666</c:v>
                </c:pt>
                <c:pt idx="7496">
                  <c:v>0.32266666666666666</c:v>
                </c:pt>
                <c:pt idx="7497">
                  <c:v>0.32266666666666666</c:v>
                </c:pt>
                <c:pt idx="7498">
                  <c:v>0.32266666666666666</c:v>
                </c:pt>
                <c:pt idx="7499">
                  <c:v>0.32281481481481483</c:v>
                </c:pt>
                <c:pt idx="7500">
                  <c:v>0.32281481481481483</c:v>
                </c:pt>
                <c:pt idx="7501">
                  <c:v>0.32281481481481483</c:v>
                </c:pt>
                <c:pt idx="7502">
                  <c:v>0.32281481481481483</c:v>
                </c:pt>
                <c:pt idx="7503">
                  <c:v>0.32281481481481483</c:v>
                </c:pt>
                <c:pt idx="7504">
                  <c:v>0.32281481481481483</c:v>
                </c:pt>
                <c:pt idx="7505">
                  <c:v>0.32281481481481483</c:v>
                </c:pt>
                <c:pt idx="7506">
                  <c:v>0.32296296296296295</c:v>
                </c:pt>
                <c:pt idx="7507">
                  <c:v>0.32311111111111113</c:v>
                </c:pt>
                <c:pt idx="7508">
                  <c:v>0.32311111111111113</c:v>
                </c:pt>
                <c:pt idx="7509">
                  <c:v>0.32311111111111113</c:v>
                </c:pt>
                <c:pt idx="7510">
                  <c:v>0.32325925925925925</c:v>
                </c:pt>
                <c:pt idx="7511">
                  <c:v>0.32325925925925925</c:v>
                </c:pt>
                <c:pt idx="7512">
                  <c:v>0.32325925925925925</c:v>
                </c:pt>
                <c:pt idx="7513">
                  <c:v>0.32340740740740742</c:v>
                </c:pt>
                <c:pt idx="7514">
                  <c:v>0.32340740740740742</c:v>
                </c:pt>
                <c:pt idx="7515">
                  <c:v>0.32355555555555554</c:v>
                </c:pt>
                <c:pt idx="7516">
                  <c:v>0.32355555555555554</c:v>
                </c:pt>
                <c:pt idx="7517">
                  <c:v>0.32355555555555554</c:v>
                </c:pt>
                <c:pt idx="7518">
                  <c:v>0.32355555555555554</c:v>
                </c:pt>
                <c:pt idx="7519">
                  <c:v>0.32355555555555554</c:v>
                </c:pt>
                <c:pt idx="7520">
                  <c:v>0.32355555555555554</c:v>
                </c:pt>
                <c:pt idx="7521">
                  <c:v>0.32355555555555554</c:v>
                </c:pt>
                <c:pt idx="7522">
                  <c:v>0.32370370370370372</c:v>
                </c:pt>
                <c:pt idx="7523">
                  <c:v>0.32370370370370372</c:v>
                </c:pt>
                <c:pt idx="7524">
                  <c:v>0.32370370370370372</c:v>
                </c:pt>
                <c:pt idx="7525">
                  <c:v>0.32370370370370372</c:v>
                </c:pt>
                <c:pt idx="7526">
                  <c:v>0.32370370370370372</c:v>
                </c:pt>
                <c:pt idx="7527">
                  <c:v>0.32370370370370372</c:v>
                </c:pt>
                <c:pt idx="7528">
                  <c:v>0.32370370370370372</c:v>
                </c:pt>
                <c:pt idx="7529">
                  <c:v>0.32370370370370372</c:v>
                </c:pt>
                <c:pt idx="7530">
                  <c:v>0.32385185185185184</c:v>
                </c:pt>
                <c:pt idx="7531">
                  <c:v>0.32385185185185184</c:v>
                </c:pt>
                <c:pt idx="7532">
                  <c:v>0.32385185185185184</c:v>
                </c:pt>
                <c:pt idx="7533">
                  <c:v>0.32385185185185184</c:v>
                </c:pt>
                <c:pt idx="7534">
                  <c:v>0.32400000000000001</c:v>
                </c:pt>
                <c:pt idx="7535">
                  <c:v>0.32400000000000001</c:v>
                </c:pt>
                <c:pt idx="7536">
                  <c:v>0.32400000000000001</c:v>
                </c:pt>
                <c:pt idx="7537">
                  <c:v>0.32414814814814813</c:v>
                </c:pt>
                <c:pt idx="7538">
                  <c:v>0.32414814814814813</c:v>
                </c:pt>
                <c:pt idx="7539">
                  <c:v>0.3242962962962963</c:v>
                </c:pt>
                <c:pt idx="7540">
                  <c:v>0.3242962962962963</c:v>
                </c:pt>
                <c:pt idx="7541">
                  <c:v>0.3242962962962963</c:v>
                </c:pt>
                <c:pt idx="7542">
                  <c:v>0.3242962962962963</c:v>
                </c:pt>
                <c:pt idx="7543">
                  <c:v>0.32444444444444442</c:v>
                </c:pt>
                <c:pt idx="7544">
                  <c:v>0.32444444444444442</c:v>
                </c:pt>
                <c:pt idx="7545">
                  <c:v>0.32444444444444442</c:v>
                </c:pt>
                <c:pt idx="7546">
                  <c:v>0.32444444444444442</c:v>
                </c:pt>
                <c:pt idx="7547">
                  <c:v>0.3245925925925926</c:v>
                </c:pt>
                <c:pt idx="7548">
                  <c:v>0.32474074074074072</c:v>
                </c:pt>
                <c:pt idx="7549">
                  <c:v>0.32474074074074072</c:v>
                </c:pt>
                <c:pt idx="7550">
                  <c:v>0.32474074074074072</c:v>
                </c:pt>
                <c:pt idx="7551">
                  <c:v>0.32474074074074072</c:v>
                </c:pt>
                <c:pt idx="7552">
                  <c:v>0.32474074074074072</c:v>
                </c:pt>
                <c:pt idx="7553">
                  <c:v>0.32474074074074072</c:v>
                </c:pt>
                <c:pt idx="7554">
                  <c:v>0.32474074074074072</c:v>
                </c:pt>
                <c:pt idx="7555">
                  <c:v>0.32474074074074072</c:v>
                </c:pt>
                <c:pt idx="7556">
                  <c:v>0.32488888888888889</c:v>
                </c:pt>
                <c:pt idx="7557">
                  <c:v>0.32488888888888889</c:v>
                </c:pt>
                <c:pt idx="7558">
                  <c:v>0.32488888888888889</c:v>
                </c:pt>
                <c:pt idx="7559">
                  <c:v>0.32503703703703701</c:v>
                </c:pt>
                <c:pt idx="7560">
                  <c:v>0.32503703703703701</c:v>
                </c:pt>
                <c:pt idx="7561">
                  <c:v>0.32503703703703701</c:v>
                </c:pt>
                <c:pt idx="7562">
                  <c:v>0.32503703703703701</c:v>
                </c:pt>
                <c:pt idx="7563">
                  <c:v>0.32518518518518519</c:v>
                </c:pt>
                <c:pt idx="7564">
                  <c:v>0.32518518518518519</c:v>
                </c:pt>
                <c:pt idx="7565">
                  <c:v>0.32518518518518519</c:v>
                </c:pt>
                <c:pt idx="7566">
                  <c:v>0.32533333333333331</c:v>
                </c:pt>
                <c:pt idx="7567">
                  <c:v>0.32548148148148148</c:v>
                </c:pt>
                <c:pt idx="7568">
                  <c:v>0.32548148148148148</c:v>
                </c:pt>
                <c:pt idx="7569">
                  <c:v>0.3256296296296296</c:v>
                </c:pt>
                <c:pt idx="7570">
                  <c:v>0.3256296296296296</c:v>
                </c:pt>
                <c:pt idx="7571">
                  <c:v>0.3256296296296296</c:v>
                </c:pt>
                <c:pt idx="7572">
                  <c:v>0.32577777777777778</c:v>
                </c:pt>
                <c:pt idx="7573">
                  <c:v>0.32577777777777778</c:v>
                </c:pt>
                <c:pt idx="7574">
                  <c:v>0.32577777777777778</c:v>
                </c:pt>
                <c:pt idx="7575">
                  <c:v>0.32577777777777778</c:v>
                </c:pt>
                <c:pt idx="7576">
                  <c:v>0.32592592592592595</c:v>
                </c:pt>
                <c:pt idx="7577">
                  <c:v>0.32592592592592595</c:v>
                </c:pt>
                <c:pt idx="7578">
                  <c:v>0.32607407407407407</c:v>
                </c:pt>
                <c:pt idx="7579">
                  <c:v>0.32607407407407407</c:v>
                </c:pt>
                <c:pt idx="7580">
                  <c:v>0.32622222222222225</c:v>
                </c:pt>
                <c:pt idx="7581">
                  <c:v>0.32622222222222225</c:v>
                </c:pt>
                <c:pt idx="7582">
                  <c:v>0.32622222222222225</c:v>
                </c:pt>
                <c:pt idx="7583">
                  <c:v>0.32637037037037037</c:v>
                </c:pt>
                <c:pt idx="7584">
                  <c:v>0.32637037037037037</c:v>
                </c:pt>
                <c:pt idx="7585">
                  <c:v>0.32651851851851854</c:v>
                </c:pt>
                <c:pt idx="7586">
                  <c:v>0.32651851851851854</c:v>
                </c:pt>
                <c:pt idx="7587">
                  <c:v>0.32666666666666666</c:v>
                </c:pt>
                <c:pt idx="7588">
                  <c:v>0.32666666666666666</c:v>
                </c:pt>
                <c:pt idx="7589">
                  <c:v>0.32681481481481484</c:v>
                </c:pt>
                <c:pt idx="7590">
                  <c:v>0.32681481481481484</c:v>
                </c:pt>
                <c:pt idx="7591">
                  <c:v>0.32681481481481484</c:v>
                </c:pt>
                <c:pt idx="7592">
                  <c:v>0.32681481481481484</c:v>
                </c:pt>
                <c:pt idx="7593">
                  <c:v>0.32681481481481484</c:v>
                </c:pt>
                <c:pt idx="7594">
                  <c:v>0.32696296296296296</c:v>
                </c:pt>
                <c:pt idx="7595">
                  <c:v>0.32696296296296296</c:v>
                </c:pt>
                <c:pt idx="7596">
                  <c:v>0.32711111111111113</c:v>
                </c:pt>
                <c:pt idx="7597">
                  <c:v>0.32711111111111113</c:v>
                </c:pt>
                <c:pt idx="7598">
                  <c:v>0.32711111111111113</c:v>
                </c:pt>
                <c:pt idx="7599">
                  <c:v>0.32711111111111113</c:v>
                </c:pt>
                <c:pt idx="7600">
                  <c:v>0.32711111111111113</c:v>
                </c:pt>
                <c:pt idx="7601">
                  <c:v>0.32711111111111113</c:v>
                </c:pt>
                <c:pt idx="7602">
                  <c:v>0.32711111111111113</c:v>
                </c:pt>
                <c:pt idx="7603">
                  <c:v>0.32725925925925925</c:v>
                </c:pt>
                <c:pt idx="7604">
                  <c:v>0.32725925925925925</c:v>
                </c:pt>
                <c:pt idx="7605">
                  <c:v>0.32740740740740742</c:v>
                </c:pt>
                <c:pt idx="7606">
                  <c:v>0.32740740740740742</c:v>
                </c:pt>
                <c:pt idx="7607">
                  <c:v>0.32755555555555554</c:v>
                </c:pt>
                <c:pt idx="7608">
                  <c:v>0.32755555555555554</c:v>
                </c:pt>
                <c:pt idx="7609">
                  <c:v>0.32755555555555554</c:v>
                </c:pt>
                <c:pt idx="7610">
                  <c:v>0.32755555555555554</c:v>
                </c:pt>
                <c:pt idx="7611">
                  <c:v>0.32770370370370372</c:v>
                </c:pt>
                <c:pt idx="7612">
                  <c:v>0.32770370370370372</c:v>
                </c:pt>
                <c:pt idx="7613">
                  <c:v>0.32785185185185184</c:v>
                </c:pt>
                <c:pt idx="7614">
                  <c:v>0.32785185185185184</c:v>
                </c:pt>
                <c:pt idx="7615">
                  <c:v>0.32785185185185184</c:v>
                </c:pt>
                <c:pt idx="7616">
                  <c:v>0.32785185185185184</c:v>
                </c:pt>
                <c:pt idx="7617">
                  <c:v>0.32785185185185184</c:v>
                </c:pt>
                <c:pt idx="7618">
                  <c:v>0.32785185185185184</c:v>
                </c:pt>
                <c:pt idx="7619">
                  <c:v>0.32785185185185184</c:v>
                </c:pt>
                <c:pt idx="7620">
                  <c:v>0.32785185185185184</c:v>
                </c:pt>
                <c:pt idx="7621">
                  <c:v>0.32785185185185184</c:v>
                </c:pt>
                <c:pt idx="7622">
                  <c:v>0.32785185185185184</c:v>
                </c:pt>
                <c:pt idx="7623">
                  <c:v>0.32800000000000001</c:v>
                </c:pt>
                <c:pt idx="7624">
                  <c:v>0.32800000000000001</c:v>
                </c:pt>
                <c:pt idx="7625">
                  <c:v>0.32800000000000001</c:v>
                </c:pt>
                <c:pt idx="7626">
                  <c:v>0.32800000000000001</c:v>
                </c:pt>
                <c:pt idx="7627">
                  <c:v>0.32800000000000001</c:v>
                </c:pt>
                <c:pt idx="7628">
                  <c:v>0.32800000000000001</c:v>
                </c:pt>
                <c:pt idx="7629">
                  <c:v>0.32800000000000001</c:v>
                </c:pt>
                <c:pt idx="7630">
                  <c:v>0.32814814814814813</c:v>
                </c:pt>
                <c:pt idx="7631">
                  <c:v>0.32814814814814813</c:v>
                </c:pt>
                <c:pt idx="7632">
                  <c:v>0.32814814814814813</c:v>
                </c:pt>
                <c:pt idx="7633">
                  <c:v>0.32814814814814813</c:v>
                </c:pt>
                <c:pt idx="7634">
                  <c:v>0.32814814814814813</c:v>
                </c:pt>
                <c:pt idx="7635">
                  <c:v>0.32814814814814813</c:v>
                </c:pt>
                <c:pt idx="7636">
                  <c:v>0.32829629629629631</c:v>
                </c:pt>
                <c:pt idx="7637">
                  <c:v>0.32844444444444443</c:v>
                </c:pt>
                <c:pt idx="7638">
                  <c:v>0.32844444444444443</c:v>
                </c:pt>
                <c:pt idx="7639">
                  <c:v>0.32844444444444443</c:v>
                </c:pt>
                <c:pt idx="7640">
                  <c:v>0.32844444444444443</c:v>
                </c:pt>
                <c:pt idx="7641">
                  <c:v>0.3285925925925926</c:v>
                </c:pt>
                <c:pt idx="7642">
                  <c:v>0.3285925925925926</c:v>
                </c:pt>
                <c:pt idx="7643">
                  <c:v>0.32874074074074072</c:v>
                </c:pt>
                <c:pt idx="7644">
                  <c:v>0.32874074074074072</c:v>
                </c:pt>
                <c:pt idx="7645">
                  <c:v>0.32874074074074072</c:v>
                </c:pt>
                <c:pt idx="7646">
                  <c:v>0.32874074074074072</c:v>
                </c:pt>
                <c:pt idx="7647">
                  <c:v>0.32874074074074072</c:v>
                </c:pt>
                <c:pt idx="7648">
                  <c:v>0.32874074074074072</c:v>
                </c:pt>
                <c:pt idx="7649">
                  <c:v>0.3288888888888889</c:v>
                </c:pt>
                <c:pt idx="7650">
                  <c:v>0.3288888888888889</c:v>
                </c:pt>
                <c:pt idx="7651">
                  <c:v>0.3288888888888889</c:v>
                </c:pt>
                <c:pt idx="7652">
                  <c:v>0.3288888888888889</c:v>
                </c:pt>
                <c:pt idx="7653">
                  <c:v>0.3288888888888889</c:v>
                </c:pt>
                <c:pt idx="7654">
                  <c:v>0.32903703703703702</c:v>
                </c:pt>
                <c:pt idx="7655">
                  <c:v>0.32903703703703702</c:v>
                </c:pt>
                <c:pt idx="7656">
                  <c:v>0.32903703703703702</c:v>
                </c:pt>
                <c:pt idx="7657">
                  <c:v>0.32903703703703702</c:v>
                </c:pt>
                <c:pt idx="7658">
                  <c:v>0.32903703703703702</c:v>
                </c:pt>
                <c:pt idx="7659">
                  <c:v>0.32918518518518519</c:v>
                </c:pt>
                <c:pt idx="7660">
                  <c:v>0.32918518518518519</c:v>
                </c:pt>
                <c:pt idx="7661">
                  <c:v>0.32918518518518519</c:v>
                </c:pt>
                <c:pt idx="7662">
                  <c:v>0.32918518518518519</c:v>
                </c:pt>
                <c:pt idx="7663">
                  <c:v>0.32918518518518519</c:v>
                </c:pt>
                <c:pt idx="7664">
                  <c:v>0.32918518518518519</c:v>
                </c:pt>
                <c:pt idx="7665">
                  <c:v>0.32918518518518519</c:v>
                </c:pt>
                <c:pt idx="7666">
                  <c:v>0.32918518518518519</c:v>
                </c:pt>
                <c:pt idx="7667">
                  <c:v>0.32918518518518519</c:v>
                </c:pt>
                <c:pt idx="7668">
                  <c:v>0.32918518518518519</c:v>
                </c:pt>
                <c:pt idx="7669">
                  <c:v>0.32918518518518519</c:v>
                </c:pt>
                <c:pt idx="7670">
                  <c:v>0.32918518518518519</c:v>
                </c:pt>
                <c:pt idx="7671">
                  <c:v>0.32918518518518519</c:v>
                </c:pt>
                <c:pt idx="7672">
                  <c:v>0.32918518518518519</c:v>
                </c:pt>
                <c:pt idx="7673">
                  <c:v>0.32918518518518519</c:v>
                </c:pt>
                <c:pt idx="7674">
                  <c:v>0.32918518518518519</c:v>
                </c:pt>
                <c:pt idx="7675">
                  <c:v>0.32918518518518519</c:v>
                </c:pt>
                <c:pt idx="7676">
                  <c:v>0.32918518518518519</c:v>
                </c:pt>
                <c:pt idx="7677">
                  <c:v>0.32918518518518519</c:v>
                </c:pt>
                <c:pt idx="7678">
                  <c:v>0.32918518518518519</c:v>
                </c:pt>
                <c:pt idx="7679">
                  <c:v>0.32918518518518519</c:v>
                </c:pt>
                <c:pt idx="7680">
                  <c:v>0.32918518518518519</c:v>
                </c:pt>
                <c:pt idx="7681">
                  <c:v>0.32933333333333331</c:v>
                </c:pt>
                <c:pt idx="7682">
                  <c:v>0.32933333333333331</c:v>
                </c:pt>
                <c:pt idx="7683">
                  <c:v>0.32948148148148149</c:v>
                </c:pt>
                <c:pt idx="7684">
                  <c:v>0.32948148148148149</c:v>
                </c:pt>
                <c:pt idx="7685">
                  <c:v>0.32948148148148149</c:v>
                </c:pt>
                <c:pt idx="7686">
                  <c:v>0.32962962962962961</c:v>
                </c:pt>
                <c:pt idx="7687">
                  <c:v>0.32962962962962961</c:v>
                </c:pt>
                <c:pt idx="7688">
                  <c:v>0.32977777777777778</c:v>
                </c:pt>
                <c:pt idx="7689">
                  <c:v>0.3299259259259259</c:v>
                </c:pt>
                <c:pt idx="7690">
                  <c:v>0.3299259259259259</c:v>
                </c:pt>
                <c:pt idx="7691">
                  <c:v>0.3299259259259259</c:v>
                </c:pt>
                <c:pt idx="7692">
                  <c:v>0.3299259259259259</c:v>
                </c:pt>
                <c:pt idx="7693">
                  <c:v>0.3299259259259259</c:v>
                </c:pt>
                <c:pt idx="7694">
                  <c:v>0.33007407407407408</c:v>
                </c:pt>
                <c:pt idx="7695">
                  <c:v>0.33022222222222219</c:v>
                </c:pt>
                <c:pt idx="7696">
                  <c:v>0.33022222222222219</c:v>
                </c:pt>
                <c:pt idx="7697">
                  <c:v>0.33037037037037037</c:v>
                </c:pt>
                <c:pt idx="7698">
                  <c:v>0.33037037037037037</c:v>
                </c:pt>
                <c:pt idx="7699">
                  <c:v>0.33037037037037037</c:v>
                </c:pt>
                <c:pt idx="7700">
                  <c:v>0.33037037037037037</c:v>
                </c:pt>
                <c:pt idx="7701">
                  <c:v>0.33037037037037037</c:v>
                </c:pt>
                <c:pt idx="7702">
                  <c:v>0.33037037037037037</c:v>
                </c:pt>
                <c:pt idx="7703">
                  <c:v>0.33037037037037037</c:v>
                </c:pt>
                <c:pt idx="7704">
                  <c:v>0.33037037037037037</c:v>
                </c:pt>
                <c:pt idx="7705">
                  <c:v>0.33037037037037037</c:v>
                </c:pt>
                <c:pt idx="7706">
                  <c:v>0.33037037037037037</c:v>
                </c:pt>
                <c:pt idx="7707">
                  <c:v>0.33051851851851854</c:v>
                </c:pt>
                <c:pt idx="7708">
                  <c:v>0.33051851851851854</c:v>
                </c:pt>
                <c:pt idx="7709">
                  <c:v>0.33051851851851854</c:v>
                </c:pt>
                <c:pt idx="7710">
                  <c:v>0.33051851851851854</c:v>
                </c:pt>
                <c:pt idx="7711">
                  <c:v>0.33051851851851854</c:v>
                </c:pt>
                <c:pt idx="7712">
                  <c:v>0.33051851851851854</c:v>
                </c:pt>
                <c:pt idx="7713">
                  <c:v>0.33051851851851854</c:v>
                </c:pt>
                <c:pt idx="7714">
                  <c:v>0.33051851851851854</c:v>
                </c:pt>
                <c:pt idx="7715">
                  <c:v>0.33051851851851854</c:v>
                </c:pt>
                <c:pt idx="7716">
                  <c:v>0.33051851851851854</c:v>
                </c:pt>
                <c:pt idx="7717">
                  <c:v>0.33051851851851854</c:v>
                </c:pt>
                <c:pt idx="7718">
                  <c:v>0.33066666666666666</c:v>
                </c:pt>
                <c:pt idx="7719">
                  <c:v>0.33081481481481484</c:v>
                </c:pt>
                <c:pt idx="7720">
                  <c:v>0.33081481481481484</c:v>
                </c:pt>
                <c:pt idx="7721">
                  <c:v>0.33096296296296296</c:v>
                </c:pt>
                <c:pt idx="7722">
                  <c:v>0.33111111111111113</c:v>
                </c:pt>
                <c:pt idx="7723">
                  <c:v>0.33125925925925925</c:v>
                </c:pt>
                <c:pt idx="7724">
                  <c:v>0.33125925925925925</c:v>
                </c:pt>
                <c:pt idx="7725">
                  <c:v>0.33125925925925925</c:v>
                </c:pt>
                <c:pt idx="7726">
                  <c:v>0.33125925925925925</c:v>
                </c:pt>
                <c:pt idx="7727">
                  <c:v>0.33125925925925925</c:v>
                </c:pt>
                <c:pt idx="7728">
                  <c:v>0.33125925925925925</c:v>
                </c:pt>
                <c:pt idx="7729">
                  <c:v>0.33125925925925925</c:v>
                </c:pt>
                <c:pt idx="7730">
                  <c:v>0.33125925925925925</c:v>
                </c:pt>
                <c:pt idx="7731">
                  <c:v>0.33125925925925925</c:v>
                </c:pt>
                <c:pt idx="7732">
                  <c:v>0.33125925925925925</c:v>
                </c:pt>
                <c:pt idx="7733">
                  <c:v>0.33140740740740743</c:v>
                </c:pt>
                <c:pt idx="7734">
                  <c:v>0.33140740740740743</c:v>
                </c:pt>
                <c:pt idx="7735">
                  <c:v>0.33140740740740743</c:v>
                </c:pt>
                <c:pt idx="7736">
                  <c:v>0.33140740740740743</c:v>
                </c:pt>
                <c:pt idx="7737">
                  <c:v>0.33140740740740743</c:v>
                </c:pt>
                <c:pt idx="7738">
                  <c:v>0.33140740740740743</c:v>
                </c:pt>
                <c:pt idx="7739">
                  <c:v>0.33140740740740743</c:v>
                </c:pt>
                <c:pt idx="7740">
                  <c:v>0.33140740740740743</c:v>
                </c:pt>
                <c:pt idx="7741">
                  <c:v>0.33140740740740743</c:v>
                </c:pt>
                <c:pt idx="7742">
                  <c:v>0.33140740740740743</c:v>
                </c:pt>
                <c:pt idx="7743">
                  <c:v>0.33140740740740743</c:v>
                </c:pt>
                <c:pt idx="7744">
                  <c:v>0.33140740740740743</c:v>
                </c:pt>
                <c:pt idx="7745">
                  <c:v>0.33140740740740743</c:v>
                </c:pt>
                <c:pt idx="7746">
                  <c:v>0.33140740740740743</c:v>
                </c:pt>
                <c:pt idx="7747">
                  <c:v>0.33140740740740743</c:v>
                </c:pt>
                <c:pt idx="7748">
                  <c:v>0.33140740740740743</c:v>
                </c:pt>
                <c:pt idx="7749">
                  <c:v>0.33155555555555555</c:v>
                </c:pt>
                <c:pt idx="7750">
                  <c:v>0.33155555555555555</c:v>
                </c:pt>
                <c:pt idx="7751">
                  <c:v>0.33155555555555555</c:v>
                </c:pt>
                <c:pt idx="7752">
                  <c:v>0.33155555555555555</c:v>
                </c:pt>
                <c:pt idx="7753">
                  <c:v>0.33155555555555555</c:v>
                </c:pt>
                <c:pt idx="7754">
                  <c:v>0.33155555555555555</c:v>
                </c:pt>
                <c:pt idx="7755">
                  <c:v>0.33155555555555555</c:v>
                </c:pt>
                <c:pt idx="7756">
                  <c:v>0.33170370370370372</c:v>
                </c:pt>
                <c:pt idx="7757">
                  <c:v>0.33170370370370372</c:v>
                </c:pt>
                <c:pt idx="7758">
                  <c:v>0.33185185185185184</c:v>
                </c:pt>
                <c:pt idx="7759">
                  <c:v>0.33185185185185184</c:v>
                </c:pt>
                <c:pt idx="7760">
                  <c:v>0.33185185185185184</c:v>
                </c:pt>
                <c:pt idx="7761">
                  <c:v>0.33185185185185184</c:v>
                </c:pt>
                <c:pt idx="7762">
                  <c:v>0.33185185185185184</c:v>
                </c:pt>
                <c:pt idx="7763">
                  <c:v>0.33185185185185184</c:v>
                </c:pt>
                <c:pt idx="7764">
                  <c:v>0.33185185185185184</c:v>
                </c:pt>
                <c:pt idx="7765">
                  <c:v>0.33185185185185184</c:v>
                </c:pt>
                <c:pt idx="7766">
                  <c:v>0.33185185185185184</c:v>
                </c:pt>
                <c:pt idx="7767">
                  <c:v>0.33185185185185184</c:v>
                </c:pt>
                <c:pt idx="7768">
                  <c:v>0.33185185185185184</c:v>
                </c:pt>
                <c:pt idx="7769">
                  <c:v>0.33185185185185184</c:v>
                </c:pt>
                <c:pt idx="7770">
                  <c:v>0.33185185185185184</c:v>
                </c:pt>
                <c:pt idx="7771">
                  <c:v>0.33200000000000002</c:v>
                </c:pt>
                <c:pt idx="7772">
                  <c:v>0.33200000000000002</c:v>
                </c:pt>
                <c:pt idx="7773">
                  <c:v>0.33200000000000002</c:v>
                </c:pt>
                <c:pt idx="7774">
                  <c:v>0.33214814814814814</c:v>
                </c:pt>
                <c:pt idx="7775">
                  <c:v>0.33229629629629631</c:v>
                </c:pt>
                <c:pt idx="7776">
                  <c:v>0.33229629629629631</c:v>
                </c:pt>
                <c:pt idx="7777">
                  <c:v>0.33244444444444443</c:v>
                </c:pt>
                <c:pt idx="7778">
                  <c:v>0.33244444444444443</c:v>
                </c:pt>
                <c:pt idx="7779">
                  <c:v>0.33244444444444443</c:v>
                </c:pt>
                <c:pt idx="7780">
                  <c:v>0.33244444444444443</c:v>
                </c:pt>
                <c:pt idx="7781">
                  <c:v>0.33244444444444443</c:v>
                </c:pt>
                <c:pt idx="7782">
                  <c:v>0.33244444444444443</c:v>
                </c:pt>
                <c:pt idx="7783">
                  <c:v>0.33244444444444443</c:v>
                </c:pt>
                <c:pt idx="7784">
                  <c:v>0.33244444444444443</c:v>
                </c:pt>
                <c:pt idx="7785">
                  <c:v>0.33259259259259261</c:v>
                </c:pt>
                <c:pt idx="7786">
                  <c:v>0.33259259259259261</c:v>
                </c:pt>
                <c:pt idx="7787">
                  <c:v>0.33274074074074073</c:v>
                </c:pt>
                <c:pt idx="7788">
                  <c:v>0.33274074074074073</c:v>
                </c:pt>
                <c:pt idx="7789">
                  <c:v>0.33274074074074073</c:v>
                </c:pt>
                <c:pt idx="7790">
                  <c:v>0.33274074074074073</c:v>
                </c:pt>
                <c:pt idx="7791">
                  <c:v>0.3328888888888889</c:v>
                </c:pt>
                <c:pt idx="7792">
                  <c:v>0.33303703703703702</c:v>
                </c:pt>
                <c:pt idx="7793">
                  <c:v>0.3331851851851852</c:v>
                </c:pt>
                <c:pt idx="7794">
                  <c:v>0.3331851851851852</c:v>
                </c:pt>
                <c:pt idx="7795">
                  <c:v>0.3331851851851852</c:v>
                </c:pt>
                <c:pt idx="7796">
                  <c:v>0.3331851851851852</c:v>
                </c:pt>
                <c:pt idx="7797">
                  <c:v>0.3331851851851852</c:v>
                </c:pt>
                <c:pt idx="7798">
                  <c:v>0.33333333333333331</c:v>
                </c:pt>
                <c:pt idx="7799">
                  <c:v>0.33333333333333331</c:v>
                </c:pt>
                <c:pt idx="7800">
                  <c:v>0.33333333333333331</c:v>
                </c:pt>
                <c:pt idx="7801">
                  <c:v>0.33348148148148149</c:v>
                </c:pt>
                <c:pt idx="7802">
                  <c:v>0.33362962962962961</c:v>
                </c:pt>
                <c:pt idx="7803">
                  <c:v>0.33362962962962961</c:v>
                </c:pt>
                <c:pt idx="7804">
                  <c:v>0.33377777777777778</c:v>
                </c:pt>
                <c:pt idx="7805">
                  <c:v>0.3339259259259259</c:v>
                </c:pt>
                <c:pt idx="7806">
                  <c:v>0.33407407407407408</c:v>
                </c:pt>
                <c:pt idx="7807">
                  <c:v>0.33407407407407408</c:v>
                </c:pt>
                <c:pt idx="7808">
                  <c:v>0.33407407407407408</c:v>
                </c:pt>
                <c:pt idx="7809">
                  <c:v>0.33407407407407408</c:v>
                </c:pt>
                <c:pt idx="7810">
                  <c:v>0.33407407407407408</c:v>
                </c:pt>
                <c:pt idx="7811">
                  <c:v>0.33407407407407408</c:v>
                </c:pt>
                <c:pt idx="7812">
                  <c:v>0.33407407407407408</c:v>
                </c:pt>
                <c:pt idx="7813">
                  <c:v>0.3342222222222222</c:v>
                </c:pt>
                <c:pt idx="7814">
                  <c:v>0.3342222222222222</c:v>
                </c:pt>
                <c:pt idx="7815">
                  <c:v>0.3342222222222222</c:v>
                </c:pt>
                <c:pt idx="7816">
                  <c:v>0.33437037037037037</c:v>
                </c:pt>
                <c:pt idx="7817">
                  <c:v>0.33437037037037037</c:v>
                </c:pt>
                <c:pt idx="7818">
                  <c:v>0.33451851851851849</c:v>
                </c:pt>
                <c:pt idx="7819">
                  <c:v>0.33451851851851849</c:v>
                </c:pt>
                <c:pt idx="7820">
                  <c:v>0.33466666666666667</c:v>
                </c:pt>
                <c:pt idx="7821">
                  <c:v>0.33466666666666667</c:v>
                </c:pt>
                <c:pt idx="7822">
                  <c:v>0.33466666666666667</c:v>
                </c:pt>
                <c:pt idx="7823">
                  <c:v>0.33466666666666667</c:v>
                </c:pt>
                <c:pt idx="7824">
                  <c:v>0.33466666666666667</c:v>
                </c:pt>
                <c:pt idx="7825">
                  <c:v>0.33466666666666667</c:v>
                </c:pt>
                <c:pt idx="7826">
                  <c:v>0.33466666666666667</c:v>
                </c:pt>
                <c:pt idx="7827">
                  <c:v>0.33481481481481479</c:v>
                </c:pt>
                <c:pt idx="7828">
                  <c:v>0.33481481481481479</c:v>
                </c:pt>
                <c:pt idx="7829">
                  <c:v>0.33481481481481479</c:v>
                </c:pt>
                <c:pt idx="7830">
                  <c:v>0.33496296296296296</c:v>
                </c:pt>
                <c:pt idx="7831">
                  <c:v>0.33511111111111114</c:v>
                </c:pt>
                <c:pt idx="7832">
                  <c:v>0.33511111111111114</c:v>
                </c:pt>
                <c:pt idx="7833">
                  <c:v>0.33525925925925926</c:v>
                </c:pt>
                <c:pt idx="7834">
                  <c:v>0.33525925925925926</c:v>
                </c:pt>
                <c:pt idx="7835">
                  <c:v>0.33525925925925926</c:v>
                </c:pt>
                <c:pt idx="7836">
                  <c:v>0.33525925925925926</c:v>
                </c:pt>
                <c:pt idx="7837">
                  <c:v>0.33540740740740743</c:v>
                </c:pt>
                <c:pt idx="7838">
                  <c:v>0.33555555555555555</c:v>
                </c:pt>
                <c:pt idx="7839">
                  <c:v>0.33555555555555555</c:v>
                </c:pt>
                <c:pt idx="7840">
                  <c:v>0.33570370370370373</c:v>
                </c:pt>
                <c:pt idx="7841">
                  <c:v>0.33585185185185185</c:v>
                </c:pt>
                <c:pt idx="7842">
                  <c:v>0.33585185185185185</c:v>
                </c:pt>
                <c:pt idx="7843">
                  <c:v>0.33600000000000002</c:v>
                </c:pt>
                <c:pt idx="7844">
                  <c:v>0.33600000000000002</c:v>
                </c:pt>
                <c:pt idx="7845">
                  <c:v>0.33600000000000002</c:v>
                </c:pt>
                <c:pt idx="7846">
                  <c:v>0.33600000000000002</c:v>
                </c:pt>
                <c:pt idx="7847">
                  <c:v>0.33614814814814814</c:v>
                </c:pt>
                <c:pt idx="7848">
                  <c:v>0.33614814814814814</c:v>
                </c:pt>
                <c:pt idx="7849">
                  <c:v>0.33629629629629632</c:v>
                </c:pt>
                <c:pt idx="7850">
                  <c:v>0.33629629629629632</c:v>
                </c:pt>
                <c:pt idx="7851">
                  <c:v>0.33644444444444443</c:v>
                </c:pt>
                <c:pt idx="7852">
                  <c:v>0.33644444444444443</c:v>
                </c:pt>
                <c:pt idx="7853">
                  <c:v>0.33644444444444443</c:v>
                </c:pt>
                <c:pt idx="7854">
                  <c:v>0.33659259259259261</c:v>
                </c:pt>
                <c:pt idx="7855">
                  <c:v>0.33659259259259261</c:v>
                </c:pt>
                <c:pt idx="7856">
                  <c:v>0.33659259259259261</c:v>
                </c:pt>
                <c:pt idx="7857">
                  <c:v>0.33659259259259261</c:v>
                </c:pt>
                <c:pt idx="7858">
                  <c:v>0.33674074074074073</c:v>
                </c:pt>
                <c:pt idx="7859">
                  <c:v>0.33674074074074073</c:v>
                </c:pt>
                <c:pt idx="7860">
                  <c:v>0.33674074074074073</c:v>
                </c:pt>
                <c:pt idx="7861">
                  <c:v>0.3368888888888889</c:v>
                </c:pt>
                <c:pt idx="7862">
                  <c:v>0.3368888888888889</c:v>
                </c:pt>
                <c:pt idx="7863">
                  <c:v>0.33703703703703702</c:v>
                </c:pt>
                <c:pt idx="7864">
                  <c:v>0.33703703703703702</c:v>
                </c:pt>
                <c:pt idx="7865">
                  <c:v>0.33703703703703702</c:v>
                </c:pt>
                <c:pt idx="7866">
                  <c:v>0.33703703703703702</c:v>
                </c:pt>
                <c:pt idx="7867">
                  <c:v>0.33703703703703702</c:v>
                </c:pt>
                <c:pt idx="7868">
                  <c:v>0.3371851851851852</c:v>
                </c:pt>
                <c:pt idx="7869">
                  <c:v>0.3371851851851852</c:v>
                </c:pt>
                <c:pt idx="7870">
                  <c:v>0.3371851851851852</c:v>
                </c:pt>
                <c:pt idx="7871">
                  <c:v>0.3371851851851852</c:v>
                </c:pt>
                <c:pt idx="7872">
                  <c:v>0.3371851851851852</c:v>
                </c:pt>
                <c:pt idx="7873">
                  <c:v>0.3371851851851852</c:v>
                </c:pt>
                <c:pt idx="7874">
                  <c:v>0.3371851851851852</c:v>
                </c:pt>
                <c:pt idx="7875">
                  <c:v>0.3371851851851852</c:v>
                </c:pt>
                <c:pt idx="7876">
                  <c:v>0.3371851851851852</c:v>
                </c:pt>
                <c:pt idx="7877">
                  <c:v>0.3371851851851852</c:v>
                </c:pt>
                <c:pt idx="7878">
                  <c:v>0.3371851851851852</c:v>
                </c:pt>
                <c:pt idx="7879">
                  <c:v>0.3371851851851852</c:v>
                </c:pt>
                <c:pt idx="7880">
                  <c:v>0.3371851851851852</c:v>
                </c:pt>
                <c:pt idx="7881">
                  <c:v>0.3371851851851852</c:v>
                </c:pt>
                <c:pt idx="7882">
                  <c:v>0.3371851851851852</c:v>
                </c:pt>
                <c:pt idx="7883">
                  <c:v>0.3371851851851852</c:v>
                </c:pt>
                <c:pt idx="7884">
                  <c:v>0.3371851851851852</c:v>
                </c:pt>
                <c:pt idx="7885">
                  <c:v>0.3371851851851852</c:v>
                </c:pt>
                <c:pt idx="7886">
                  <c:v>0.33733333333333332</c:v>
                </c:pt>
                <c:pt idx="7887">
                  <c:v>0.33748148148148149</c:v>
                </c:pt>
                <c:pt idx="7888">
                  <c:v>0.33748148148148149</c:v>
                </c:pt>
                <c:pt idx="7889">
                  <c:v>0.33748148148148149</c:v>
                </c:pt>
                <c:pt idx="7890">
                  <c:v>0.33748148148148149</c:v>
                </c:pt>
                <c:pt idx="7891">
                  <c:v>0.33748148148148149</c:v>
                </c:pt>
                <c:pt idx="7892">
                  <c:v>0.33748148148148149</c:v>
                </c:pt>
                <c:pt idx="7893">
                  <c:v>0.33748148148148149</c:v>
                </c:pt>
                <c:pt idx="7894">
                  <c:v>0.33762962962962961</c:v>
                </c:pt>
                <c:pt idx="7895">
                  <c:v>0.33762962962962961</c:v>
                </c:pt>
                <c:pt idx="7896">
                  <c:v>0.33762962962962961</c:v>
                </c:pt>
                <c:pt idx="7897">
                  <c:v>0.33762962962962961</c:v>
                </c:pt>
                <c:pt idx="7898">
                  <c:v>0.33762962962962961</c:v>
                </c:pt>
                <c:pt idx="7899">
                  <c:v>0.33762962962962961</c:v>
                </c:pt>
                <c:pt idx="7900">
                  <c:v>0.33762962962962961</c:v>
                </c:pt>
                <c:pt idx="7901">
                  <c:v>0.33777777777777779</c:v>
                </c:pt>
                <c:pt idx="7902">
                  <c:v>0.33777777777777779</c:v>
                </c:pt>
                <c:pt idx="7903">
                  <c:v>0.33777777777777779</c:v>
                </c:pt>
                <c:pt idx="7904">
                  <c:v>0.33792592592592591</c:v>
                </c:pt>
                <c:pt idx="7905">
                  <c:v>0.33792592592592591</c:v>
                </c:pt>
                <c:pt idx="7906">
                  <c:v>0.33792592592592591</c:v>
                </c:pt>
                <c:pt idx="7907">
                  <c:v>0.33792592592592591</c:v>
                </c:pt>
                <c:pt idx="7908">
                  <c:v>0.33792592592592591</c:v>
                </c:pt>
                <c:pt idx="7909">
                  <c:v>0.33792592592592591</c:v>
                </c:pt>
                <c:pt idx="7910">
                  <c:v>0.33792592592592591</c:v>
                </c:pt>
                <c:pt idx="7911">
                  <c:v>0.33792592592592591</c:v>
                </c:pt>
                <c:pt idx="7912">
                  <c:v>0.33792592592592591</c:v>
                </c:pt>
                <c:pt idx="7913">
                  <c:v>0.33792592592592591</c:v>
                </c:pt>
                <c:pt idx="7914">
                  <c:v>0.33792592592592591</c:v>
                </c:pt>
                <c:pt idx="7915">
                  <c:v>0.33792592592592591</c:v>
                </c:pt>
                <c:pt idx="7916">
                  <c:v>0.33792592592592591</c:v>
                </c:pt>
                <c:pt idx="7917">
                  <c:v>0.33807407407407408</c:v>
                </c:pt>
                <c:pt idx="7918">
                  <c:v>0.33807407407407408</c:v>
                </c:pt>
                <c:pt idx="7919">
                  <c:v>0.3382222222222222</c:v>
                </c:pt>
                <c:pt idx="7920">
                  <c:v>0.3382222222222222</c:v>
                </c:pt>
                <c:pt idx="7921">
                  <c:v>0.3382222222222222</c:v>
                </c:pt>
                <c:pt idx="7922">
                  <c:v>0.33837037037037038</c:v>
                </c:pt>
                <c:pt idx="7923">
                  <c:v>0.33837037037037038</c:v>
                </c:pt>
                <c:pt idx="7924">
                  <c:v>0.3385185185185185</c:v>
                </c:pt>
                <c:pt idx="7925">
                  <c:v>0.3385185185185185</c:v>
                </c:pt>
                <c:pt idx="7926">
                  <c:v>0.3385185185185185</c:v>
                </c:pt>
                <c:pt idx="7927">
                  <c:v>0.33866666666666667</c:v>
                </c:pt>
                <c:pt idx="7928">
                  <c:v>0.33866666666666667</c:v>
                </c:pt>
                <c:pt idx="7929">
                  <c:v>0.33866666666666667</c:v>
                </c:pt>
                <c:pt idx="7930">
                  <c:v>0.33866666666666667</c:v>
                </c:pt>
                <c:pt idx="7931">
                  <c:v>0.33866666666666667</c:v>
                </c:pt>
                <c:pt idx="7932">
                  <c:v>0.33866666666666667</c:v>
                </c:pt>
                <c:pt idx="7933">
                  <c:v>0.33866666666666667</c:v>
                </c:pt>
                <c:pt idx="7934">
                  <c:v>0.33866666666666667</c:v>
                </c:pt>
                <c:pt idx="7935">
                  <c:v>0.33866666666666667</c:v>
                </c:pt>
                <c:pt idx="7936">
                  <c:v>0.33881481481481479</c:v>
                </c:pt>
                <c:pt idx="7937">
                  <c:v>0.33896296296296297</c:v>
                </c:pt>
                <c:pt idx="7938">
                  <c:v>0.33896296296296297</c:v>
                </c:pt>
                <c:pt idx="7939">
                  <c:v>0.33896296296296297</c:v>
                </c:pt>
                <c:pt idx="7940">
                  <c:v>0.33896296296296297</c:v>
                </c:pt>
                <c:pt idx="7941">
                  <c:v>0.33896296296296297</c:v>
                </c:pt>
                <c:pt idx="7942">
                  <c:v>0.33896296296296297</c:v>
                </c:pt>
                <c:pt idx="7943">
                  <c:v>0.33896296296296297</c:v>
                </c:pt>
                <c:pt idx="7944">
                  <c:v>0.33896296296296297</c:v>
                </c:pt>
                <c:pt idx="7945">
                  <c:v>0.33896296296296297</c:v>
                </c:pt>
                <c:pt idx="7946">
                  <c:v>0.33896296296296297</c:v>
                </c:pt>
                <c:pt idx="7947">
                  <c:v>0.33896296296296297</c:v>
                </c:pt>
                <c:pt idx="7948">
                  <c:v>0.33911111111111109</c:v>
                </c:pt>
                <c:pt idx="7949">
                  <c:v>0.33911111111111109</c:v>
                </c:pt>
                <c:pt idx="7950">
                  <c:v>0.33911111111111109</c:v>
                </c:pt>
                <c:pt idx="7951">
                  <c:v>0.33925925925925926</c:v>
                </c:pt>
                <c:pt idx="7952">
                  <c:v>0.33925925925925926</c:v>
                </c:pt>
                <c:pt idx="7953">
                  <c:v>0.33925925925925926</c:v>
                </c:pt>
                <c:pt idx="7954">
                  <c:v>0.33925925925925926</c:v>
                </c:pt>
                <c:pt idx="7955">
                  <c:v>0.33940740740740738</c:v>
                </c:pt>
                <c:pt idx="7956">
                  <c:v>0.33940740740740738</c:v>
                </c:pt>
                <c:pt idx="7957">
                  <c:v>0.33940740740740738</c:v>
                </c:pt>
                <c:pt idx="7958">
                  <c:v>0.33955555555555555</c:v>
                </c:pt>
                <c:pt idx="7959">
                  <c:v>0.33970370370370373</c:v>
                </c:pt>
                <c:pt idx="7960">
                  <c:v>0.33985185185185185</c:v>
                </c:pt>
                <c:pt idx="7961">
                  <c:v>0.33985185185185185</c:v>
                </c:pt>
                <c:pt idx="7962">
                  <c:v>0.33985185185185185</c:v>
                </c:pt>
                <c:pt idx="7963">
                  <c:v>0.33985185185185185</c:v>
                </c:pt>
                <c:pt idx="7964">
                  <c:v>0.33985185185185185</c:v>
                </c:pt>
                <c:pt idx="7965">
                  <c:v>0.33985185185185185</c:v>
                </c:pt>
                <c:pt idx="7966">
                  <c:v>0.33985185185185185</c:v>
                </c:pt>
                <c:pt idx="7967">
                  <c:v>0.33985185185185185</c:v>
                </c:pt>
                <c:pt idx="7968">
                  <c:v>0.34</c:v>
                </c:pt>
                <c:pt idx="7969">
                  <c:v>0.34</c:v>
                </c:pt>
                <c:pt idx="7970">
                  <c:v>0.34014814814814814</c:v>
                </c:pt>
                <c:pt idx="7971">
                  <c:v>0.34014814814814814</c:v>
                </c:pt>
                <c:pt idx="7972">
                  <c:v>0.34029629629629632</c:v>
                </c:pt>
                <c:pt idx="7973">
                  <c:v>0.34029629629629632</c:v>
                </c:pt>
                <c:pt idx="7974">
                  <c:v>0.34029629629629632</c:v>
                </c:pt>
                <c:pt idx="7975">
                  <c:v>0.34029629629629632</c:v>
                </c:pt>
                <c:pt idx="7976">
                  <c:v>0.34044444444444444</c:v>
                </c:pt>
                <c:pt idx="7977">
                  <c:v>0.34044444444444444</c:v>
                </c:pt>
                <c:pt idx="7978">
                  <c:v>0.34044444444444444</c:v>
                </c:pt>
                <c:pt idx="7979">
                  <c:v>0.34044444444444444</c:v>
                </c:pt>
                <c:pt idx="7980">
                  <c:v>0.34059259259259261</c:v>
                </c:pt>
                <c:pt idx="7981">
                  <c:v>0.34059259259259261</c:v>
                </c:pt>
                <c:pt idx="7982">
                  <c:v>0.34059259259259261</c:v>
                </c:pt>
                <c:pt idx="7983">
                  <c:v>0.34059259259259261</c:v>
                </c:pt>
                <c:pt idx="7984">
                  <c:v>0.34074074074074073</c:v>
                </c:pt>
                <c:pt idx="7985">
                  <c:v>0.34074074074074073</c:v>
                </c:pt>
                <c:pt idx="7986">
                  <c:v>0.34074074074074073</c:v>
                </c:pt>
                <c:pt idx="7987">
                  <c:v>0.34074074074074073</c:v>
                </c:pt>
                <c:pt idx="7988">
                  <c:v>0.34074074074074073</c:v>
                </c:pt>
                <c:pt idx="7989">
                  <c:v>0.34074074074074073</c:v>
                </c:pt>
                <c:pt idx="7990">
                  <c:v>0.34074074074074073</c:v>
                </c:pt>
                <c:pt idx="7991">
                  <c:v>0.34074074074074073</c:v>
                </c:pt>
                <c:pt idx="7992">
                  <c:v>0.34074074074074073</c:v>
                </c:pt>
                <c:pt idx="7993">
                  <c:v>0.34074074074074073</c:v>
                </c:pt>
                <c:pt idx="7994">
                  <c:v>0.34074074074074073</c:v>
                </c:pt>
                <c:pt idx="7995">
                  <c:v>0.34074074074074073</c:v>
                </c:pt>
                <c:pt idx="7996">
                  <c:v>0.34074074074074073</c:v>
                </c:pt>
                <c:pt idx="7997">
                  <c:v>0.34074074074074073</c:v>
                </c:pt>
                <c:pt idx="7998">
                  <c:v>0.34074074074074073</c:v>
                </c:pt>
                <c:pt idx="7999">
                  <c:v>0.34074074074074073</c:v>
                </c:pt>
                <c:pt idx="8000">
                  <c:v>0.34088888888888891</c:v>
                </c:pt>
                <c:pt idx="8001">
                  <c:v>0.34088888888888891</c:v>
                </c:pt>
                <c:pt idx="8002">
                  <c:v>0.34103703703703703</c:v>
                </c:pt>
                <c:pt idx="8003">
                  <c:v>0.34103703703703703</c:v>
                </c:pt>
                <c:pt idx="8004">
                  <c:v>0.3411851851851852</c:v>
                </c:pt>
                <c:pt idx="8005">
                  <c:v>0.3411851851851852</c:v>
                </c:pt>
                <c:pt idx="8006">
                  <c:v>0.3411851851851852</c:v>
                </c:pt>
                <c:pt idx="8007">
                  <c:v>0.3411851851851852</c:v>
                </c:pt>
                <c:pt idx="8008">
                  <c:v>0.3411851851851852</c:v>
                </c:pt>
                <c:pt idx="8009">
                  <c:v>0.34133333333333332</c:v>
                </c:pt>
                <c:pt idx="8010">
                  <c:v>0.3414814814814815</c:v>
                </c:pt>
                <c:pt idx="8011">
                  <c:v>0.3414814814814815</c:v>
                </c:pt>
                <c:pt idx="8012">
                  <c:v>0.3414814814814815</c:v>
                </c:pt>
                <c:pt idx="8013">
                  <c:v>0.34162962962962962</c:v>
                </c:pt>
                <c:pt idx="8014">
                  <c:v>0.34177777777777779</c:v>
                </c:pt>
                <c:pt idx="8015">
                  <c:v>0.34177777777777779</c:v>
                </c:pt>
                <c:pt idx="8016">
                  <c:v>0.34177777777777779</c:v>
                </c:pt>
                <c:pt idx="8017">
                  <c:v>0.34177777777777779</c:v>
                </c:pt>
                <c:pt idx="8018">
                  <c:v>0.34177777777777779</c:v>
                </c:pt>
                <c:pt idx="8019">
                  <c:v>0.34177777777777779</c:v>
                </c:pt>
                <c:pt idx="8020">
                  <c:v>0.34177777777777779</c:v>
                </c:pt>
                <c:pt idx="8021">
                  <c:v>0.34192592592592591</c:v>
                </c:pt>
                <c:pt idx="8022">
                  <c:v>0.34192592592592591</c:v>
                </c:pt>
                <c:pt idx="8023">
                  <c:v>0.34207407407407409</c:v>
                </c:pt>
                <c:pt idx="8024">
                  <c:v>0.34207407407407409</c:v>
                </c:pt>
                <c:pt idx="8025">
                  <c:v>0.34207407407407409</c:v>
                </c:pt>
                <c:pt idx="8026">
                  <c:v>0.34207407407407409</c:v>
                </c:pt>
                <c:pt idx="8027">
                  <c:v>0.34207407407407409</c:v>
                </c:pt>
                <c:pt idx="8028">
                  <c:v>0.34207407407407409</c:v>
                </c:pt>
                <c:pt idx="8029">
                  <c:v>0.34207407407407409</c:v>
                </c:pt>
                <c:pt idx="8030">
                  <c:v>0.34222222222222221</c:v>
                </c:pt>
                <c:pt idx="8031">
                  <c:v>0.34222222222222221</c:v>
                </c:pt>
                <c:pt idx="8032">
                  <c:v>0.34237037037037038</c:v>
                </c:pt>
                <c:pt idx="8033">
                  <c:v>0.34237037037037038</c:v>
                </c:pt>
                <c:pt idx="8034">
                  <c:v>0.3425185185185185</c:v>
                </c:pt>
                <c:pt idx="8035">
                  <c:v>0.3425185185185185</c:v>
                </c:pt>
                <c:pt idx="8036">
                  <c:v>0.34266666666666667</c:v>
                </c:pt>
                <c:pt idx="8037">
                  <c:v>0.34266666666666667</c:v>
                </c:pt>
                <c:pt idx="8038">
                  <c:v>0.34266666666666667</c:v>
                </c:pt>
                <c:pt idx="8039">
                  <c:v>0.34281481481481479</c:v>
                </c:pt>
                <c:pt idx="8040">
                  <c:v>0.34296296296296297</c:v>
                </c:pt>
                <c:pt idx="8041">
                  <c:v>0.34296296296296297</c:v>
                </c:pt>
                <c:pt idx="8042">
                  <c:v>0.34296296296296297</c:v>
                </c:pt>
                <c:pt idx="8043">
                  <c:v>0.34296296296296297</c:v>
                </c:pt>
                <c:pt idx="8044">
                  <c:v>0.34296296296296297</c:v>
                </c:pt>
                <c:pt idx="8045">
                  <c:v>0.34296296296296297</c:v>
                </c:pt>
                <c:pt idx="8046">
                  <c:v>0.34296296296296297</c:v>
                </c:pt>
                <c:pt idx="8047">
                  <c:v>0.34296296296296297</c:v>
                </c:pt>
                <c:pt idx="8048">
                  <c:v>0.34296296296296297</c:v>
                </c:pt>
                <c:pt idx="8049">
                  <c:v>0.34296296296296297</c:v>
                </c:pt>
                <c:pt idx="8050">
                  <c:v>0.34296296296296297</c:v>
                </c:pt>
                <c:pt idx="8051">
                  <c:v>0.34296296296296297</c:v>
                </c:pt>
                <c:pt idx="8052">
                  <c:v>0.34296296296296297</c:v>
                </c:pt>
                <c:pt idx="8053">
                  <c:v>0.34311111111111109</c:v>
                </c:pt>
                <c:pt idx="8054">
                  <c:v>0.34325925925925926</c:v>
                </c:pt>
                <c:pt idx="8055">
                  <c:v>0.34325925925925926</c:v>
                </c:pt>
                <c:pt idx="8056">
                  <c:v>0.34325925925925926</c:v>
                </c:pt>
                <c:pt idx="8057">
                  <c:v>0.34325925925925926</c:v>
                </c:pt>
                <c:pt idx="8058">
                  <c:v>0.34340740740740738</c:v>
                </c:pt>
                <c:pt idx="8059">
                  <c:v>0.34340740740740738</c:v>
                </c:pt>
                <c:pt idx="8060">
                  <c:v>0.34340740740740738</c:v>
                </c:pt>
                <c:pt idx="8061">
                  <c:v>0.34355555555555556</c:v>
                </c:pt>
                <c:pt idx="8062">
                  <c:v>0.34355555555555556</c:v>
                </c:pt>
                <c:pt idx="8063">
                  <c:v>0.34355555555555556</c:v>
                </c:pt>
                <c:pt idx="8064">
                  <c:v>0.34370370370370368</c:v>
                </c:pt>
                <c:pt idx="8065">
                  <c:v>0.34370370370370368</c:v>
                </c:pt>
                <c:pt idx="8066">
                  <c:v>0.34370370370370368</c:v>
                </c:pt>
                <c:pt idx="8067">
                  <c:v>0.34385185185185185</c:v>
                </c:pt>
                <c:pt idx="8068">
                  <c:v>0.34385185185185185</c:v>
                </c:pt>
                <c:pt idx="8069">
                  <c:v>0.34399999999999997</c:v>
                </c:pt>
                <c:pt idx="8070">
                  <c:v>0.34399999999999997</c:v>
                </c:pt>
                <c:pt idx="8071">
                  <c:v>0.34399999999999997</c:v>
                </c:pt>
                <c:pt idx="8072">
                  <c:v>0.34399999999999997</c:v>
                </c:pt>
                <c:pt idx="8073">
                  <c:v>0.34399999999999997</c:v>
                </c:pt>
                <c:pt idx="8074">
                  <c:v>0.34399999999999997</c:v>
                </c:pt>
                <c:pt idx="8075">
                  <c:v>0.34414814814814815</c:v>
                </c:pt>
                <c:pt idx="8076">
                  <c:v>0.34414814814814815</c:v>
                </c:pt>
                <c:pt idx="8077">
                  <c:v>0.34414814814814815</c:v>
                </c:pt>
                <c:pt idx="8078">
                  <c:v>0.34414814814814815</c:v>
                </c:pt>
                <c:pt idx="8079">
                  <c:v>0.34429629629629632</c:v>
                </c:pt>
                <c:pt idx="8080">
                  <c:v>0.34429629629629632</c:v>
                </c:pt>
                <c:pt idx="8081">
                  <c:v>0.34429629629629632</c:v>
                </c:pt>
                <c:pt idx="8082">
                  <c:v>0.34444444444444444</c:v>
                </c:pt>
                <c:pt idx="8083">
                  <c:v>0.34444444444444444</c:v>
                </c:pt>
                <c:pt idx="8084">
                  <c:v>0.34459259259259262</c:v>
                </c:pt>
                <c:pt idx="8085">
                  <c:v>0.34459259259259262</c:v>
                </c:pt>
                <c:pt idx="8086">
                  <c:v>0.34459259259259262</c:v>
                </c:pt>
                <c:pt idx="8087">
                  <c:v>0.34474074074074074</c:v>
                </c:pt>
                <c:pt idx="8088">
                  <c:v>0.34474074074074074</c:v>
                </c:pt>
                <c:pt idx="8089">
                  <c:v>0.34474074074074074</c:v>
                </c:pt>
                <c:pt idx="8090">
                  <c:v>0.34474074074074074</c:v>
                </c:pt>
                <c:pt idx="8091">
                  <c:v>0.34474074074074074</c:v>
                </c:pt>
                <c:pt idx="8092">
                  <c:v>0.34474074074074074</c:v>
                </c:pt>
                <c:pt idx="8093">
                  <c:v>0.34474074074074074</c:v>
                </c:pt>
                <c:pt idx="8094">
                  <c:v>0.34474074074074074</c:v>
                </c:pt>
                <c:pt idx="8095">
                  <c:v>0.34488888888888891</c:v>
                </c:pt>
                <c:pt idx="8096">
                  <c:v>0.34488888888888891</c:v>
                </c:pt>
                <c:pt idx="8097">
                  <c:v>0.34488888888888891</c:v>
                </c:pt>
                <c:pt idx="8098">
                  <c:v>0.34503703703703703</c:v>
                </c:pt>
                <c:pt idx="8099">
                  <c:v>0.34518518518518521</c:v>
                </c:pt>
                <c:pt idx="8100">
                  <c:v>0.34518518518518521</c:v>
                </c:pt>
                <c:pt idx="8101">
                  <c:v>0.34518518518518521</c:v>
                </c:pt>
                <c:pt idx="8102">
                  <c:v>0.34533333333333333</c:v>
                </c:pt>
                <c:pt idx="8103">
                  <c:v>0.34533333333333333</c:v>
                </c:pt>
                <c:pt idx="8104">
                  <c:v>0.34533333333333333</c:v>
                </c:pt>
                <c:pt idx="8105">
                  <c:v>0.34533333333333333</c:v>
                </c:pt>
                <c:pt idx="8106">
                  <c:v>0.34533333333333333</c:v>
                </c:pt>
                <c:pt idx="8107">
                  <c:v>0.34533333333333333</c:v>
                </c:pt>
                <c:pt idx="8108">
                  <c:v>0.34533333333333333</c:v>
                </c:pt>
                <c:pt idx="8109">
                  <c:v>0.34533333333333333</c:v>
                </c:pt>
                <c:pt idx="8110">
                  <c:v>0.3454814814814815</c:v>
                </c:pt>
                <c:pt idx="8111">
                  <c:v>0.3454814814814815</c:v>
                </c:pt>
                <c:pt idx="8112">
                  <c:v>0.3454814814814815</c:v>
                </c:pt>
                <c:pt idx="8113">
                  <c:v>0.3454814814814815</c:v>
                </c:pt>
                <c:pt idx="8114">
                  <c:v>0.3454814814814815</c:v>
                </c:pt>
                <c:pt idx="8115">
                  <c:v>0.3454814814814815</c:v>
                </c:pt>
                <c:pt idx="8116">
                  <c:v>0.3454814814814815</c:v>
                </c:pt>
                <c:pt idx="8117">
                  <c:v>0.3454814814814815</c:v>
                </c:pt>
                <c:pt idx="8118">
                  <c:v>0.3454814814814815</c:v>
                </c:pt>
                <c:pt idx="8119">
                  <c:v>0.34562962962962962</c:v>
                </c:pt>
                <c:pt idx="8120">
                  <c:v>0.34562962962962962</c:v>
                </c:pt>
                <c:pt idx="8121">
                  <c:v>0.34562962962962962</c:v>
                </c:pt>
                <c:pt idx="8122">
                  <c:v>0.34562962962962962</c:v>
                </c:pt>
                <c:pt idx="8123">
                  <c:v>0.34577777777777779</c:v>
                </c:pt>
                <c:pt idx="8124">
                  <c:v>0.34592592592592591</c:v>
                </c:pt>
                <c:pt idx="8125">
                  <c:v>0.34607407407407409</c:v>
                </c:pt>
                <c:pt idx="8126">
                  <c:v>0.34622222222222221</c:v>
                </c:pt>
                <c:pt idx="8127">
                  <c:v>0.34622222222222221</c:v>
                </c:pt>
                <c:pt idx="8128">
                  <c:v>0.34637037037037038</c:v>
                </c:pt>
                <c:pt idx="8129">
                  <c:v>0.34637037037037038</c:v>
                </c:pt>
                <c:pt idx="8130">
                  <c:v>0.34637037037037038</c:v>
                </c:pt>
                <c:pt idx="8131">
                  <c:v>0.3465185185185185</c:v>
                </c:pt>
                <c:pt idx="8132">
                  <c:v>0.3465185185185185</c:v>
                </c:pt>
                <c:pt idx="8133">
                  <c:v>0.3465185185185185</c:v>
                </c:pt>
                <c:pt idx="8134">
                  <c:v>0.3465185185185185</c:v>
                </c:pt>
                <c:pt idx="8135">
                  <c:v>0.34666666666666668</c:v>
                </c:pt>
                <c:pt idx="8136">
                  <c:v>0.34666666666666668</c:v>
                </c:pt>
                <c:pt idx="8137">
                  <c:v>0.34666666666666668</c:v>
                </c:pt>
                <c:pt idx="8138">
                  <c:v>0.34666666666666668</c:v>
                </c:pt>
                <c:pt idx="8139">
                  <c:v>0.3468148148148148</c:v>
                </c:pt>
                <c:pt idx="8140">
                  <c:v>0.3468148148148148</c:v>
                </c:pt>
                <c:pt idx="8141">
                  <c:v>0.34696296296296297</c:v>
                </c:pt>
                <c:pt idx="8142">
                  <c:v>0.34696296296296297</c:v>
                </c:pt>
                <c:pt idx="8143">
                  <c:v>0.34696296296296297</c:v>
                </c:pt>
                <c:pt idx="8144">
                  <c:v>0.34696296296296297</c:v>
                </c:pt>
                <c:pt idx="8145">
                  <c:v>0.34696296296296297</c:v>
                </c:pt>
                <c:pt idx="8146">
                  <c:v>0.34696296296296297</c:v>
                </c:pt>
                <c:pt idx="8147">
                  <c:v>0.34696296296296297</c:v>
                </c:pt>
                <c:pt idx="8148">
                  <c:v>0.34696296296296297</c:v>
                </c:pt>
                <c:pt idx="8149">
                  <c:v>0.34696296296296297</c:v>
                </c:pt>
                <c:pt idx="8150">
                  <c:v>0.34711111111111109</c:v>
                </c:pt>
                <c:pt idx="8151">
                  <c:v>0.34725925925925927</c:v>
                </c:pt>
                <c:pt idx="8152">
                  <c:v>0.34725925925925927</c:v>
                </c:pt>
                <c:pt idx="8153">
                  <c:v>0.34740740740740739</c:v>
                </c:pt>
                <c:pt idx="8154">
                  <c:v>0.34740740740740739</c:v>
                </c:pt>
                <c:pt idx="8155">
                  <c:v>0.34755555555555556</c:v>
                </c:pt>
                <c:pt idx="8156">
                  <c:v>0.34755555555555556</c:v>
                </c:pt>
                <c:pt idx="8157">
                  <c:v>0.34770370370370368</c:v>
                </c:pt>
                <c:pt idx="8158">
                  <c:v>0.34770370370370368</c:v>
                </c:pt>
                <c:pt idx="8159">
                  <c:v>0.34785185185185186</c:v>
                </c:pt>
                <c:pt idx="8160">
                  <c:v>0.34799999999999998</c:v>
                </c:pt>
                <c:pt idx="8161">
                  <c:v>0.34799999999999998</c:v>
                </c:pt>
                <c:pt idx="8162">
                  <c:v>0.34799999999999998</c:v>
                </c:pt>
                <c:pt idx="8163">
                  <c:v>0.34799999999999998</c:v>
                </c:pt>
                <c:pt idx="8164">
                  <c:v>0.34799999999999998</c:v>
                </c:pt>
                <c:pt idx="8165">
                  <c:v>0.34799999999999998</c:v>
                </c:pt>
                <c:pt idx="8166">
                  <c:v>0.34799999999999998</c:v>
                </c:pt>
                <c:pt idx="8167">
                  <c:v>0.34799999999999998</c:v>
                </c:pt>
                <c:pt idx="8168">
                  <c:v>0.34799999999999998</c:v>
                </c:pt>
                <c:pt idx="8169">
                  <c:v>0.34814814814814815</c:v>
                </c:pt>
                <c:pt idx="8170">
                  <c:v>0.34829629629629627</c:v>
                </c:pt>
                <c:pt idx="8171">
                  <c:v>0.34829629629629627</c:v>
                </c:pt>
                <c:pt idx="8172">
                  <c:v>0.34844444444444445</c:v>
                </c:pt>
                <c:pt idx="8173">
                  <c:v>0.34859259259259257</c:v>
                </c:pt>
                <c:pt idx="8174">
                  <c:v>0.34859259259259257</c:v>
                </c:pt>
                <c:pt idx="8175">
                  <c:v>0.34874074074074074</c:v>
                </c:pt>
                <c:pt idx="8176">
                  <c:v>0.34874074074074074</c:v>
                </c:pt>
                <c:pt idx="8177">
                  <c:v>0.34888888888888892</c:v>
                </c:pt>
                <c:pt idx="8178">
                  <c:v>0.34888888888888892</c:v>
                </c:pt>
                <c:pt idx="8179">
                  <c:v>0.34903703703703703</c:v>
                </c:pt>
                <c:pt idx="8180">
                  <c:v>0.34903703703703703</c:v>
                </c:pt>
                <c:pt idx="8181">
                  <c:v>0.34918518518518521</c:v>
                </c:pt>
                <c:pt idx="8182">
                  <c:v>0.34918518518518521</c:v>
                </c:pt>
                <c:pt idx="8183">
                  <c:v>0.34918518518518521</c:v>
                </c:pt>
                <c:pt idx="8184">
                  <c:v>0.34918518518518521</c:v>
                </c:pt>
                <c:pt idx="8185">
                  <c:v>0.34918518518518521</c:v>
                </c:pt>
                <c:pt idx="8186">
                  <c:v>0.34933333333333333</c:v>
                </c:pt>
                <c:pt idx="8187">
                  <c:v>0.34933333333333333</c:v>
                </c:pt>
                <c:pt idx="8188">
                  <c:v>0.3494814814814815</c:v>
                </c:pt>
                <c:pt idx="8189">
                  <c:v>0.3494814814814815</c:v>
                </c:pt>
                <c:pt idx="8190">
                  <c:v>0.3494814814814815</c:v>
                </c:pt>
                <c:pt idx="8191">
                  <c:v>0.34962962962962962</c:v>
                </c:pt>
                <c:pt idx="8192">
                  <c:v>0.34962962962962962</c:v>
                </c:pt>
                <c:pt idx="8193">
                  <c:v>0.34962962962962962</c:v>
                </c:pt>
                <c:pt idx="8194">
                  <c:v>0.34962962962962962</c:v>
                </c:pt>
                <c:pt idx="8195">
                  <c:v>0.34962962962962962</c:v>
                </c:pt>
                <c:pt idx="8196">
                  <c:v>0.34962962962962962</c:v>
                </c:pt>
                <c:pt idx="8197">
                  <c:v>0.34962962962962962</c:v>
                </c:pt>
                <c:pt idx="8198">
                  <c:v>0.34962962962962962</c:v>
                </c:pt>
                <c:pt idx="8199">
                  <c:v>0.34962962962962962</c:v>
                </c:pt>
                <c:pt idx="8200">
                  <c:v>0.34962962962962962</c:v>
                </c:pt>
                <c:pt idx="8201">
                  <c:v>0.3497777777777778</c:v>
                </c:pt>
                <c:pt idx="8202">
                  <c:v>0.3497777777777778</c:v>
                </c:pt>
                <c:pt idx="8203">
                  <c:v>0.34992592592592592</c:v>
                </c:pt>
                <c:pt idx="8204">
                  <c:v>0.34992592592592592</c:v>
                </c:pt>
                <c:pt idx="8205">
                  <c:v>0.34992592592592592</c:v>
                </c:pt>
                <c:pt idx="8206">
                  <c:v>0.34992592592592592</c:v>
                </c:pt>
                <c:pt idx="8207">
                  <c:v>0.35007407407407409</c:v>
                </c:pt>
                <c:pt idx="8208">
                  <c:v>0.35007407407407409</c:v>
                </c:pt>
                <c:pt idx="8209">
                  <c:v>0.35022222222222221</c:v>
                </c:pt>
                <c:pt idx="8210">
                  <c:v>0.35022222222222221</c:v>
                </c:pt>
                <c:pt idx="8211">
                  <c:v>0.35037037037037039</c:v>
                </c:pt>
                <c:pt idx="8212">
                  <c:v>0.35051851851851851</c:v>
                </c:pt>
                <c:pt idx="8213">
                  <c:v>0.35051851851851851</c:v>
                </c:pt>
                <c:pt idx="8214">
                  <c:v>0.35051851851851851</c:v>
                </c:pt>
                <c:pt idx="8215">
                  <c:v>0.35051851851851851</c:v>
                </c:pt>
                <c:pt idx="8216">
                  <c:v>0.35051851851851851</c:v>
                </c:pt>
                <c:pt idx="8217">
                  <c:v>0.35051851851851851</c:v>
                </c:pt>
                <c:pt idx="8218">
                  <c:v>0.35051851851851851</c:v>
                </c:pt>
                <c:pt idx="8219">
                  <c:v>0.35051851851851851</c:v>
                </c:pt>
                <c:pt idx="8220">
                  <c:v>0.35051851851851851</c:v>
                </c:pt>
                <c:pt idx="8221">
                  <c:v>0.35066666666666668</c:v>
                </c:pt>
                <c:pt idx="8222">
                  <c:v>0.3508148148148148</c:v>
                </c:pt>
                <c:pt idx="8223">
                  <c:v>0.35096296296296298</c:v>
                </c:pt>
                <c:pt idx="8224">
                  <c:v>0.3511111111111111</c:v>
                </c:pt>
                <c:pt idx="8225">
                  <c:v>0.3511111111111111</c:v>
                </c:pt>
                <c:pt idx="8226">
                  <c:v>0.3511111111111111</c:v>
                </c:pt>
                <c:pt idx="8227">
                  <c:v>0.3511111111111111</c:v>
                </c:pt>
                <c:pt idx="8228">
                  <c:v>0.35125925925925927</c:v>
                </c:pt>
                <c:pt idx="8229">
                  <c:v>0.35140740740740739</c:v>
                </c:pt>
                <c:pt idx="8230">
                  <c:v>0.35140740740740739</c:v>
                </c:pt>
                <c:pt idx="8231">
                  <c:v>0.35155555555555557</c:v>
                </c:pt>
                <c:pt idx="8232">
                  <c:v>0.35155555555555557</c:v>
                </c:pt>
                <c:pt idx="8233">
                  <c:v>0.35170370370370369</c:v>
                </c:pt>
                <c:pt idx="8234">
                  <c:v>0.35170370370370369</c:v>
                </c:pt>
                <c:pt idx="8235">
                  <c:v>0.35185185185185186</c:v>
                </c:pt>
                <c:pt idx="8236">
                  <c:v>0.35199999999999998</c:v>
                </c:pt>
                <c:pt idx="8237">
                  <c:v>0.35199999999999998</c:v>
                </c:pt>
                <c:pt idx="8238">
                  <c:v>0.35199999999999998</c:v>
                </c:pt>
                <c:pt idx="8239">
                  <c:v>0.35199999999999998</c:v>
                </c:pt>
                <c:pt idx="8240">
                  <c:v>0.35214814814814815</c:v>
                </c:pt>
                <c:pt idx="8241">
                  <c:v>0.35214814814814815</c:v>
                </c:pt>
                <c:pt idx="8242">
                  <c:v>0.35214814814814815</c:v>
                </c:pt>
                <c:pt idx="8243">
                  <c:v>0.35214814814814815</c:v>
                </c:pt>
                <c:pt idx="8244">
                  <c:v>0.35214814814814815</c:v>
                </c:pt>
                <c:pt idx="8245">
                  <c:v>0.35214814814814815</c:v>
                </c:pt>
                <c:pt idx="8246">
                  <c:v>0.35214814814814815</c:v>
                </c:pt>
                <c:pt idx="8247">
                  <c:v>0.35229629629629627</c:v>
                </c:pt>
                <c:pt idx="8248">
                  <c:v>0.35229629629629627</c:v>
                </c:pt>
                <c:pt idx="8249">
                  <c:v>0.35229629629629627</c:v>
                </c:pt>
                <c:pt idx="8250">
                  <c:v>0.35229629629629627</c:v>
                </c:pt>
                <c:pt idx="8251">
                  <c:v>0.35229629629629627</c:v>
                </c:pt>
                <c:pt idx="8252">
                  <c:v>0.35229629629629627</c:v>
                </c:pt>
                <c:pt idx="8253">
                  <c:v>0.35229629629629627</c:v>
                </c:pt>
                <c:pt idx="8254">
                  <c:v>0.35229629629629627</c:v>
                </c:pt>
                <c:pt idx="8255">
                  <c:v>0.35229629629629627</c:v>
                </c:pt>
                <c:pt idx="8256">
                  <c:v>0.35229629629629627</c:v>
                </c:pt>
                <c:pt idx="8257">
                  <c:v>0.35229629629629627</c:v>
                </c:pt>
                <c:pt idx="8258">
                  <c:v>0.35229629629629627</c:v>
                </c:pt>
                <c:pt idx="8259">
                  <c:v>0.35229629629629627</c:v>
                </c:pt>
                <c:pt idx="8260">
                  <c:v>0.35244444444444445</c:v>
                </c:pt>
                <c:pt idx="8261">
                  <c:v>0.35259259259259257</c:v>
                </c:pt>
                <c:pt idx="8262">
                  <c:v>0.35259259259259257</c:v>
                </c:pt>
                <c:pt idx="8263">
                  <c:v>0.35259259259259257</c:v>
                </c:pt>
                <c:pt idx="8264">
                  <c:v>0.35274074074074074</c:v>
                </c:pt>
                <c:pt idx="8265">
                  <c:v>0.35288888888888886</c:v>
                </c:pt>
                <c:pt idx="8266">
                  <c:v>0.35288888888888886</c:v>
                </c:pt>
                <c:pt idx="8267">
                  <c:v>0.35288888888888886</c:v>
                </c:pt>
                <c:pt idx="8268">
                  <c:v>0.35288888888888886</c:v>
                </c:pt>
                <c:pt idx="8269">
                  <c:v>0.35303703703703704</c:v>
                </c:pt>
                <c:pt idx="8270">
                  <c:v>0.35318518518518516</c:v>
                </c:pt>
                <c:pt idx="8271">
                  <c:v>0.35318518518518516</c:v>
                </c:pt>
                <c:pt idx="8272">
                  <c:v>0.35333333333333333</c:v>
                </c:pt>
                <c:pt idx="8273">
                  <c:v>0.35333333333333333</c:v>
                </c:pt>
                <c:pt idx="8274">
                  <c:v>0.35333333333333333</c:v>
                </c:pt>
                <c:pt idx="8275">
                  <c:v>0.35333333333333333</c:v>
                </c:pt>
                <c:pt idx="8276">
                  <c:v>0.35333333333333333</c:v>
                </c:pt>
                <c:pt idx="8277">
                  <c:v>0.35333333333333333</c:v>
                </c:pt>
                <c:pt idx="8278">
                  <c:v>0.35348148148148151</c:v>
                </c:pt>
                <c:pt idx="8279">
                  <c:v>0.35362962962962963</c:v>
                </c:pt>
                <c:pt idx="8280">
                  <c:v>0.35362962962962963</c:v>
                </c:pt>
                <c:pt idx="8281">
                  <c:v>0.35362962962962963</c:v>
                </c:pt>
                <c:pt idx="8282">
                  <c:v>0.35362962962962963</c:v>
                </c:pt>
                <c:pt idx="8283">
                  <c:v>0.35362962962962963</c:v>
                </c:pt>
                <c:pt idx="8284">
                  <c:v>0.3537777777777778</c:v>
                </c:pt>
                <c:pt idx="8285">
                  <c:v>0.35392592592592592</c:v>
                </c:pt>
                <c:pt idx="8286">
                  <c:v>0.35392592592592592</c:v>
                </c:pt>
                <c:pt idx="8287">
                  <c:v>0.35392592592592592</c:v>
                </c:pt>
                <c:pt idx="8288">
                  <c:v>0.35392592592592592</c:v>
                </c:pt>
                <c:pt idx="8289">
                  <c:v>0.35392592592592592</c:v>
                </c:pt>
                <c:pt idx="8290">
                  <c:v>0.35392592592592592</c:v>
                </c:pt>
                <c:pt idx="8291">
                  <c:v>0.35392592592592592</c:v>
                </c:pt>
                <c:pt idx="8292">
                  <c:v>0.35392592592592592</c:v>
                </c:pt>
                <c:pt idx="8293">
                  <c:v>0.35392592592592592</c:v>
                </c:pt>
                <c:pt idx="8294">
                  <c:v>0.35392592592592592</c:v>
                </c:pt>
                <c:pt idx="8295">
                  <c:v>0.35392592592592592</c:v>
                </c:pt>
                <c:pt idx="8296">
                  <c:v>0.35392592592592592</c:v>
                </c:pt>
                <c:pt idx="8297">
                  <c:v>0.3540740740740741</c:v>
                </c:pt>
                <c:pt idx="8298">
                  <c:v>0.3540740740740741</c:v>
                </c:pt>
                <c:pt idx="8299">
                  <c:v>0.35422222222222222</c:v>
                </c:pt>
                <c:pt idx="8300">
                  <c:v>0.35422222222222222</c:v>
                </c:pt>
                <c:pt idx="8301">
                  <c:v>0.35422222222222222</c:v>
                </c:pt>
                <c:pt idx="8302">
                  <c:v>0.35437037037037039</c:v>
                </c:pt>
                <c:pt idx="8303">
                  <c:v>0.35437037037037039</c:v>
                </c:pt>
                <c:pt idx="8304">
                  <c:v>0.35437037037037039</c:v>
                </c:pt>
                <c:pt idx="8305">
                  <c:v>0.35437037037037039</c:v>
                </c:pt>
                <c:pt idx="8306">
                  <c:v>0.35437037037037039</c:v>
                </c:pt>
                <c:pt idx="8307">
                  <c:v>0.35437037037037039</c:v>
                </c:pt>
                <c:pt idx="8308">
                  <c:v>0.35451851851851851</c:v>
                </c:pt>
                <c:pt idx="8309">
                  <c:v>0.35451851851851851</c:v>
                </c:pt>
                <c:pt idx="8310">
                  <c:v>0.35466666666666669</c:v>
                </c:pt>
                <c:pt idx="8311">
                  <c:v>0.35466666666666669</c:v>
                </c:pt>
                <c:pt idx="8312">
                  <c:v>0.35481481481481481</c:v>
                </c:pt>
                <c:pt idx="8313">
                  <c:v>0.35481481481481481</c:v>
                </c:pt>
                <c:pt idx="8314">
                  <c:v>0.35496296296296298</c:v>
                </c:pt>
                <c:pt idx="8315">
                  <c:v>0.35496296296296298</c:v>
                </c:pt>
                <c:pt idx="8316">
                  <c:v>0.35496296296296298</c:v>
                </c:pt>
                <c:pt idx="8317">
                  <c:v>0.35496296296296298</c:v>
                </c:pt>
                <c:pt idx="8318">
                  <c:v>0.35496296296296298</c:v>
                </c:pt>
                <c:pt idx="8319">
                  <c:v>0.35496296296296298</c:v>
                </c:pt>
                <c:pt idx="8320">
                  <c:v>0.35496296296296298</c:v>
                </c:pt>
                <c:pt idx="8321">
                  <c:v>0.35496296296296298</c:v>
                </c:pt>
                <c:pt idx="8322">
                  <c:v>0.35496296296296298</c:v>
                </c:pt>
                <c:pt idx="8323">
                  <c:v>0.35496296296296298</c:v>
                </c:pt>
                <c:pt idx="8324">
                  <c:v>0.35496296296296298</c:v>
                </c:pt>
                <c:pt idx="8325">
                  <c:v>0.35496296296296298</c:v>
                </c:pt>
                <c:pt idx="8326">
                  <c:v>0.3551111111111111</c:v>
                </c:pt>
                <c:pt idx="8327">
                  <c:v>0.3551111111111111</c:v>
                </c:pt>
                <c:pt idx="8328">
                  <c:v>0.3551111111111111</c:v>
                </c:pt>
                <c:pt idx="8329">
                  <c:v>0.3551111111111111</c:v>
                </c:pt>
                <c:pt idx="8330">
                  <c:v>0.3551111111111111</c:v>
                </c:pt>
                <c:pt idx="8331">
                  <c:v>0.35525925925925927</c:v>
                </c:pt>
                <c:pt idx="8332">
                  <c:v>0.35525925925925927</c:v>
                </c:pt>
                <c:pt idx="8333">
                  <c:v>0.35525925925925927</c:v>
                </c:pt>
                <c:pt idx="8334">
                  <c:v>0.35525925925925927</c:v>
                </c:pt>
                <c:pt idx="8335">
                  <c:v>0.35540740740740739</c:v>
                </c:pt>
                <c:pt idx="8336">
                  <c:v>0.35540740740740739</c:v>
                </c:pt>
                <c:pt idx="8337">
                  <c:v>0.35540740740740739</c:v>
                </c:pt>
                <c:pt idx="8338">
                  <c:v>0.35555555555555557</c:v>
                </c:pt>
                <c:pt idx="8339">
                  <c:v>0.35570370370370369</c:v>
                </c:pt>
                <c:pt idx="8340">
                  <c:v>0.35570370370370369</c:v>
                </c:pt>
                <c:pt idx="8341">
                  <c:v>0.35585185185185186</c:v>
                </c:pt>
                <c:pt idx="8342">
                  <c:v>0.35585185185185186</c:v>
                </c:pt>
                <c:pt idx="8343">
                  <c:v>0.35599999999999998</c:v>
                </c:pt>
                <c:pt idx="8344">
                  <c:v>0.35614814814814816</c:v>
                </c:pt>
                <c:pt idx="8345">
                  <c:v>0.35614814814814816</c:v>
                </c:pt>
                <c:pt idx="8346">
                  <c:v>0.35614814814814816</c:v>
                </c:pt>
                <c:pt idx="8347">
                  <c:v>0.35614814814814816</c:v>
                </c:pt>
                <c:pt idx="8348">
                  <c:v>0.35629629629629628</c:v>
                </c:pt>
                <c:pt idx="8349">
                  <c:v>0.35644444444444445</c:v>
                </c:pt>
                <c:pt idx="8350">
                  <c:v>0.35644444444444445</c:v>
                </c:pt>
                <c:pt idx="8351">
                  <c:v>0.35659259259259257</c:v>
                </c:pt>
                <c:pt idx="8352">
                  <c:v>0.35674074074074075</c:v>
                </c:pt>
                <c:pt idx="8353">
                  <c:v>0.35674074074074075</c:v>
                </c:pt>
                <c:pt idx="8354">
                  <c:v>0.35674074074074075</c:v>
                </c:pt>
                <c:pt idx="8355">
                  <c:v>0.35688888888888887</c:v>
                </c:pt>
                <c:pt idx="8356">
                  <c:v>0.35688888888888887</c:v>
                </c:pt>
                <c:pt idx="8357">
                  <c:v>0.35688888888888887</c:v>
                </c:pt>
                <c:pt idx="8358">
                  <c:v>0.35703703703703704</c:v>
                </c:pt>
                <c:pt idx="8359">
                  <c:v>0.35703703703703704</c:v>
                </c:pt>
                <c:pt idx="8360">
                  <c:v>0.35703703703703704</c:v>
                </c:pt>
                <c:pt idx="8361">
                  <c:v>0.35718518518518516</c:v>
                </c:pt>
                <c:pt idx="8362">
                  <c:v>0.35718518518518516</c:v>
                </c:pt>
                <c:pt idx="8363">
                  <c:v>0.35718518518518516</c:v>
                </c:pt>
                <c:pt idx="8364">
                  <c:v>0.35718518518518516</c:v>
                </c:pt>
                <c:pt idx="8365">
                  <c:v>0.35718518518518516</c:v>
                </c:pt>
                <c:pt idx="8366">
                  <c:v>0.35718518518518516</c:v>
                </c:pt>
                <c:pt idx="8367">
                  <c:v>0.35718518518518516</c:v>
                </c:pt>
                <c:pt idx="8368">
                  <c:v>0.35718518518518516</c:v>
                </c:pt>
                <c:pt idx="8369">
                  <c:v>0.35718518518518516</c:v>
                </c:pt>
                <c:pt idx="8370">
                  <c:v>0.35718518518518516</c:v>
                </c:pt>
                <c:pt idx="8371">
                  <c:v>0.35733333333333334</c:v>
                </c:pt>
                <c:pt idx="8372">
                  <c:v>0.35733333333333334</c:v>
                </c:pt>
                <c:pt idx="8373">
                  <c:v>0.35733333333333334</c:v>
                </c:pt>
                <c:pt idx="8374">
                  <c:v>0.35748148148148146</c:v>
                </c:pt>
                <c:pt idx="8375">
                  <c:v>0.35748148148148146</c:v>
                </c:pt>
                <c:pt idx="8376">
                  <c:v>0.35748148148148146</c:v>
                </c:pt>
                <c:pt idx="8377">
                  <c:v>0.35748148148148146</c:v>
                </c:pt>
                <c:pt idx="8378">
                  <c:v>0.35748148148148146</c:v>
                </c:pt>
                <c:pt idx="8379">
                  <c:v>0.35762962962962963</c:v>
                </c:pt>
                <c:pt idx="8380">
                  <c:v>0.35777777777777775</c:v>
                </c:pt>
                <c:pt idx="8381">
                  <c:v>0.35792592592592593</c:v>
                </c:pt>
                <c:pt idx="8382">
                  <c:v>0.35792592592592593</c:v>
                </c:pt>
                <c:pt idx="8383">
                  <c:v>0.35792592592592593</c:v>
                </c:pt>
                <c:pt idx="8384">
                  <c:v>0.3580740740740741</c:v>
                </c:pt>
                <c:pt idx="8385">
                  <c:v>0.3580740740740741</c:v>
                </c:pt>
                <c:pt idx="8386">
                  <c:v>0.3580740740740741</c:v>
                </c:pt>
                <c:pt idx="8387">
                  <c:v>0.35822222222222222</c:v>
                </c:pt>
                <c:pt idx="8388">
                  <c:v>0.35822222222222222</c:v>
                </c:pt>
                <c:pt idx="8389">
                  <c:v>0.35822222222222222</c:v>
                </c:pt>
                <c:pt idx="8390">
                  <c:v>0.35822222222222222</c:v>
                </c:pt>
                <c:pt idx="8391">
                  <c:v>0.35822222222222222</c:v>
                </c:pt>
                <c:pt idx="8392">
                  <c:v>0.35822222222222222</c:v>
                </c:pt>
                <c:pt idx="8393">
                  <c:v>0.35822222222222222</c:v>
                </c:pt>
                <c:pt idx="8394">
                  <c:v>0.35837037037037039</c:v>
                </c:pt>
                <c:pt idx="8395">
                  <c:v>0.35851851851851851</c:v>
                </c:pt>
                <c:pt idx="8396">
                  <c:v>0.35851851851851851</c:v>
                </c:pt>
                <c:pt idx="8397">
                  <c:v>0.35866666666666669</c:v>
                </c:pt>
                <c:pt idx="8398">
                  <c:v>0.35866666666666669</c:v>
                </c:pt>
                <c:pt idx="8399">
                  <c:v>0.35866666666666669</c:v>
                </c:pt>
                <c:pt idx="8400">
                  <c:v>0.35866666666666669</c:v>
                </c:pt>
                <c:pt idx="8401">
                  <c:v>0.35881481481481481</c:v>
                </c:pt>
                <c:pt idx="8402">
                  <c:v>0.35881481481481481</c:v>
                </c:pt>
                <c:pt idx="8403">
                  <c:v>0.35881481481481481</c:v>
                </c:pt>
                <c:pt idx="8404">
                  <c:v>0.35896296296296298</c:v>
                </c:pt>
                <c:pt idx="8405">
                  <c:v>0.35896296296296298</c:v>
                </c:pt>
                <c:pt idx="8406">
                  <c:v>0.35896296296296298</c:v>
                </c:pt>
                <c:pt idx="8407">
                  <c:v>0.35896296296296298</c:v>
                </c:pt>
                <c:pt idx="8408">
                  <c:v>0.35896296296296298</c:v>
                </c:pt>
                <c:pt idx="8409">
                  <c:v>0.35896296296296298</c:v>
                </c:pt>
                <c:pt idx="8410">
                  <c:v>0.35896296296296298</c:v>
                </c:pt>
                <c:pt idx="8411">
                  <c:v>0.3591111111111111</c:v>
                </c:pt>
                <c:pt idx="8412">
                  <c:v>0.3591111111111111</c:v>
                </c:pt>
                <c:pt idx="8413">
                  <c:v>0.3591111111111111</c:v>
                </c:pt>
                <c:pt idx="8414">
                  <c:v>0.3591111111111111</c:v>
                </c:pt>
                <c:pt idx="8415">
                  <c:v>0.3591111111111111</c:v>
                </c:pt>
                <c:pt idx="8416">
                  <c:v>0.35925925925925928</c:v>
                </c:pt>
                <c:pt idx="8417">
                  <c:v>0.3594074074074074</c:v>
                </c:pt>
                <c:pt idx="8418">
                  <c:v>0.3594074074074074</c:v>
                </c:pt>
                <c:pt idx="8419">
                  <c:v>0.3594074074074074</c:v>
                </c:pt>
                <c:pt idx="8420">
                  <c:v>0.3594074074074074</c:v>
                </c:pt>
                <c:pt idx="8421">
                  <c:v>0.35955555555555557</c:v>
                </c:pt>
                <c:pt idx="8422">
                  <c:v>0.35970370370370369</c:v>
                </c:pt>
                <c:pt idx="8423">
                  <c:v>0.35970370370370369</c:v>
                </c:pt>
                <c:pt idx="8424">
                  <c:v>0.35970370370370369</c:v>
                </c:pt>
                <c:pt idx="8425">
                  <c:v>0.35985185185185187</c:v>
                </c:pt>
                <c:pt idx="8426">
                  <c:v>0.35985185185185187</c:v>
                </c:pt>
                <c:pt idx="8427">
                  <c:v>0.35985185185185187</c:v>
                </c:pt>
                <c:pt idx="8428">
                  <c:v>0.35985185185185187</c:v>
                </c:pt>
                <c:pt idx="8429">
                  <c:v>0.36</c:v>
                </c:pt>
                <c:pt idx="8430">
                  <c:v>0.36014814814814816</c:v>
                </c:pt>
                <c:pt idx="8431">
                  <c:v>0.36014814814814816</c:v>
                </c:pt>
                <c:pt idx="8432">
                  <c:v>0.36014814814814816</c:v>
                </c:pt>
                <c:pt idx="8433">
                  <c:v>0.36014814814814816</c:v>
                </c:pt>
                <c:pt idx="8434">
                  <c:v>0.36014814814814816</c:v>
                </c:pt>
                <c:pt idx="8435">
                  <c:v>0.36029629629629628</c:v>
                </c:pt>
                <c:pt idx="8436">
                  <c:v>0.36044444444444446</c:v>
                </c:pt>
                <c:pt idx="8437">
                  <c:v>0.36044444444444446</c:v>
                </c:pt>
                <c:pt idx="8438">
                  <c:v>0.36044444444444446</c:v>
                </c:pt>
                <c:pt idx="8439">
                  <c:v>0.36044444444444446</c:v>
                </c:pt>
                <c:pt idx="8440">
                  <c:v>0.36044444444444446</c:v>
                </c:pt>
                <c:pt idx="8441">
                  <c:v>0.36059259259259258</c:v>
                </c:pt>
                <c:pt idx="8442">
                  <c:v>0.36059259259259258</c:v>
                </c:pt>
                <c:pt idx="8443">
                  <c:v>0.36059259259259258</c:v>
                </c:pt>
                <c:pt idx="8444">
                  <c:v>0.36074074074074075</c:v>
                </c:pt>
                <c:pt idx="8445">
                  <c:v>0.36074074074074075</c:v>
                </c:pt>
                <c:pt idx="8446">
                  <c:v>0.36074074074074075</c:v>
                </c:pt>
                <c:pt idx="8447">
                  <c:v>0.36074074074074075</c:v>
                </c:pt>
                <c:pt idx="8448">
                  <c:v>0.36074074074074075</c:v>
                </c:pt>
                <c:pt idx="8449">
                  <c:v>0.36074074074074075</c:v>
                </c:pt>
                <c:pt idx="8450">
                  <c:v>0.36088888888888887</c:v>
                </c:pt>
                <c:pt idx="8451">
                  <c:v>0.36088888888888887</c:v>
                </c:pt>
                <c:pt idx="8452">
                  <c:v>0.36103703703703705</c:v>
                </c:pt>
                <c:pt idx="8453">
                  <c:v>0.36118518518518516</c:v>
                </c:pt>
                <c:pt idx="8454">
                  <c:v>0.36118518518518516</c:v>
                </c:pt>
                <c:pt idx="8455">
                  <c:v>0.36118518518518516</c:v>
                </c:pt>
                <c:pt idx="8456">
                  <c:v>0.36118518518518516</c:v>
                </c:pt>
                <c:pt idx="8457">
                  <c:v>0.36118518518518516</c:v>
                </c:pt>
                <c:pt idx="8458">
                  <c:v>0.36118518518518516</c:v>
                </c:pt>
                <c:pt idx="8459">
                  <c:v>0.36118518518518516</c:v>
                </c:pt>
                <c:pt idx="8460">
                  <c:v>0.36118518518518516</c:v>
                </c:pt>
                <c:pt idx="8461">
                  <c:v>0.36118518518518516</c:v>
                </c:pt>
                <c:pt idx="8462">
                  <c:v>0.36118518518518516</c:v>
                </c:pt>
                <c:pt idx="8463">
                  <c:v>0.36133333333333334</c:v>
                </c:pt>
                <c:pt idx="8464">
                  <c:v>0.36148148148148146</c:v>
                </c:pt>
                <c:pt idx="8465">
                  <c:v>0.36148148148148146</c:v>
                </c:pt>
                <c:pt idx="8466">
                  <c:v>0.36148148148148146</c:v>
                </c:pt>
                <c:pt idx="8467">
                  <c:v>0.36162962962962963</c:v>
                </c:pt>
                <c:pt idx="8468">
                  <c:v>0.36162962962962963</c:v>
                </c:pt>
                <c:pt idx="8469">
                  <c:v>0.36177777777777775</c:v>
                </c:pt>
                <c:pt idx="8470">
                  <c:v>0.36177777777777775</c:v>
                </c:pt>
                <c:pt idx="8471">
                  <c:v>0.36177777777777775</c:v>
                </c:pt>
                <c:pt idx="8472">
                  <c:v>0.36177777777777775</c:v>
                </c:pt>
                <c:pt idx="8473">
                  <c:v>0.36192592592592593</c:v>
                </c:pt>
                <c:pt idx="8474">
                  <c:v>0.36192592592592593</c:v>
                </c:pt>
                <c:pt idx="8475">
                  <c:v>0.36192592592592593</c:v>
                </c:pt>
                <c:pt idx="8476">
                  <c:v>0.36192592592592593</c:v>
                </c:pt>
                <c:pt idx="8477">
                  <c:v>0.36192592592592593</c:v>
                </c:pt>
                <c:pt idx="8478">
                  <c:v>0.36207407407407405</c:v>
                </c:pt>
                <c:pt idx="8479">
                  <c:v>0.36207407407407405</c:v>
                </c:pt>
                <c:pt idx="8480">
                  <c:v>0.36207407407407405</c:v>
                </c:pt>
                <c:pt idx="8481">
                  <c:v>0.36207407407407405</c:v>
                </c:pt>
                <c:pt idx="8482">
                  <c:v>0.36207407407407405</c:v>
                </c:pt>
                <c:pt idx="8483">
                  <c:v>0.36207407407407405</c:v>
                </c:pt>
                <c:pt idx="8484">
                  <c:v>0.36207407407407405</c:v>
                </c:pt>
                <c:pt idx="8485">
                  <c:v>0.36222222222222222</c:v>
                </c:pt>
                <c:pt idx="8486">
                  <c:v>0.36222222222222222</c:v>
                </c:pt>
                <c:pt idx="8487">
                  <c:v>0.36237037037037034</c:v>
                </c:pt>
                <c:pt idx="8488">
                  <c:v>0.36237037037037034</c:v>
                </c:pt>
                <c:pt idx="8489">
                  <c:v>0.36237037037037034</c:v>
                </c:pt>
                <c:pt idx="8490">
                  <c:v>0.36251851851851852</c:v>
                </c:pt>
                <c:pt idx="8491">
                  <c:v>0.36251851851851852</c:v>
                </c:pt>
                <c:pt idx="8492">
                  <c:v>0.36251851851851852</c:v>
                </c:pt>
                <c:pt idx="8493">
                  <c:v>0.36251851851851852</c:v>
                </c:pt>
                <c:pt idx="8494">
                  <c:v>0.36251851851851852</c:v>
                </c:pt>
                <c:pt idx="8495">
                  <c:v>0.36266666666666669</c:v>
                </c:pt>
                <c:pt idx="8496">
                  <c:v>0.36266666666666669</c:v>
                </c:pt>
                <c:pt idx="8497">
                  <c:v>0.36266666666666669</c:v>
                </c:pt>
                <c:pt idx="8498">
                  <c:v>0.36281481481481481</c:v>
                </c:pt>
                <c:pt idx="8499">
                  <c:v>0.36296296296296299</c:v>
                </c:pt>
                <c:pt idx="8500">
                  <c:v>0.36311111111111111</c:v>
                </c:pt>
                <c:pt idx="8501">
                  <c:v>0.36311111111111111</c:v>
                </c:pt>
                <c:pt idx="8502">
                  <c:v>0.36311111111111111</c:v>
                </c:pt>
                <c:pt idx="8503">
                  <c:v>0.36325925925925928</c:v>
                </c:pt>
                <c:pt idx="8504">
                  <c:v>0.3634074074074074</c:v>
                </c:pt>
                <c:pt idx="8505">
                  <c:v>0.36355555555555558</c:v>
                </c:pt>
                <c:pt idx="8506">
                  <c:v>0.36355555555555558</c:v>
                </c:pt>
                <c:pt idx="8507">
                  <c:v>0.3637037037037037</c:v>
                </c:pt>
                <c:pt idx="8508">
                  <c:v>0.3637037037037037</c:v>
                </c:pt>
                <c:pt idx="8509">
                  <c:v>0.3637037037037037</c:v>
                </c:pt>
                <c:pt idx="8510">
                  <c:v>0.3637037037037037</c:v>
                </c:pt>
                <c:pt idx="8511">
                  <c:v>0.3637037037037037</c:v>
                </c:pt>
                <c:pt idx="8512">
                  <c:v>0.36385185185185187</c:v>
                </c:pt>
                <c:pt idx="8513">
                  <c:v>0.36385185185185187</c:v>
                </c:pt>
                <c:pt idx="8514">
                  <c:v>0.36385185185185187</c:v>
                </c:pt>
                <c:pt idx="8515">
                  <c:v>0.36385185185185187</c:v>
                </c:pt>
                <c:pt idx="8516">
                  <c:v>0.36385185185185187</c:v>
                </c:pt>
                <c:pt idx="8517">
                  <c:v>0.36399999999999999</c:v>
                </c:pt>
                <c:pt idx="8518">
                  <c:v>0.36399999999999999</c:v>
                </c:pt>
                <c:pt idx="8519">
                  <c:v>0.36399999999999999</c:v>
                </c:pt>
                <c:pt idx="8520">
                  <c:v>0.36399999999999999</c:v>
                </c:pt>
                <c:pt idx="8521">
                  <c:v>0.36399999999999999</c:v>
                </c:pt>
                <c:pt idx="8522">
                  <c:v>0.36399999999999999</c:v>
                </c:pt>
                <c:pt idx="8523">
                  <c:v>0.36399999999999999</c:v>
                </c:pt>
                <c:pt idx="8524">
                  <c:v>0.36399999999999999</c:v>
                </c:pt>
                <c:pt idx="8525">
                  <c:v>0.36399999999999999</c:v>
                </c:pt>
                <c:pt idx="8526">
                  <c:v>0.36399999999999999</c:v>
                </c:pt>
                <c:pt idx="8527">
                  <c:v>0.36399999999999999</c:v>
                </c:pt>
                <c:pt idx="8528">
                  <c:v>0.36399999999999999</c:v>
                </c:pt>
                <c:pt idx="8529">
                  <c:v>0.36399999999999999</c:v>
                </c:pt>
                <c:pt idx="8530">
                  <c:v>0.36399999999999999</c:v>
                </c:pt>
                <c:pt idx="8531">
                  <c:v>0.36399999999999999</c:v>
                </c:pt>
                <c:pt idx="8532">
                  <c:v>0.36399999999999999</c:v>
                </c:pt>
                <c:pt idx="8533">
                  <c:v>0.36399999999999999</c:v>
                </c:pt>
                <c:pt idx="8534">
                  <c:v>0.36399999999999999</c:v>
                </c:pt>
                <c:pt idx="8535">
                  <c:v>0.36399999999999999</c:v>
                </c:pt>
                <c:pt idx="8536">
                  <c:v>0.36399999999999999</c:v>
                </c:pt>
                <c:pt idx="8537">
                  <c:v>0.36414814814814817</c:v>
                </c:pt>
                <c:pt idx="8538">
                  <c:v>0.36429629629629628</c:v>
                </c:pt>
                <c:pt idx="8539">
                  <c:v>0.36429629629629628</c:v>
                </c:pt>
                <c:pt idx="8540">
                  <c:v>0.36444444444444446</c:v>
                </c:pt>
                <c:pt idx="8541">
                  <c:v>0.36444444444444446</c:v>
                </c:pt>
                <c:pt idx="8542">
                  <c:v>0.36444444444444446</c:v>
                </c:pt>
                <c:pt idx="8543">
                  <c:v>0.36444444444444446</c:v>
                </c:pt>
                <c:pt idx="8544">
                  <c:v>0.36444444444444446</c:v>
                </c:pt>
                <c:pt idx="8545">
                  <c:v>0.36444444444444446</c:v>
                </c:pt>
                <c:pt idx="8546">
                  <c:v>0.36444444444444446</c:v>
                </c:pt>
                <c:pt idx="8547">
                  <c:v>0.36444444444444446</c:v>
                </c:pt>
                <c:pt idx="8548">
                  <c:v>0.36444444444444446</c:v>
                </c:pt>
                <c:pt idx="8549">
                  <c:v>0.36459259259259258</c:v>
                </c:pt>
                <c:pt idx="8550">
                  <c:v>0.36474074074074075</c:v>
                </c:pt>
                <c:pt idx="8551">
                  <c:v>0.36488888888888887</c:v>
                </c:pt>
                <c:pt idx="8552">
                  <c:v>0.36503703703703705</c:v>
                </c:pt>
                <c:pt idx="8553">
                  <c:v>0.36503703703703705</c:v>
                </c:pt>
                <c:pt idx="8554">
                  <c:v>0.36503703703703705</c:v>
                </c:pt>
                <c:pt idx="8555">
                  <c:v>0.36503703703703705</c:v>
                </c:pt>
                <c:pt idx="8556">
                  <c:v>0.36503703703703705</c:v>
                </c:pt>
                <c:pt idx="8557">
                  <c:v>0.36503703703703705</c:v>
                </c:pt>
                <c:pt idx="8558">
                  <c:v>0.36503703703703705</c:v>
                </c:pt>
                <c:pt idx="8559">
                  <c:v>0.36503703703703705</c:v>
                </c:pt>
                <c:pt idx="8560">
                  <c:v>0.36503703703703705</c:v>
                </c:pt>
                <c:pt idx="8561">
                  <c:v>0.36503703703703705</c:v>
                </c:pt>
                <c:pt idx="8562">
                  <c:v>0.36503703703703705</c:v>
                </c:pt>
                <c:pt idx="8563">
                  <c:v>0.36503703703703705</c:v>
                </c:pt>
                <c:pt idx="8564">
                  <c:v>0.36503703703703705</c:v>
                </c:pt>
                <c:pt idx="8565">
                  <c:v>0.36503703703703705</c:v>
                </c:pt>
                <c:pt idx="8566">
                  <c:v>0.36503703703703705</c:v>
                </c:pt>
                <c:pt idx="8567">
                  <c:v>0.36503703703703705</c:v>
                </c:pt>
                <c:pt idx="8568">
                  <c:v>0.36503703703703705</c:v>
                </c:pt>
                <c:pt idx="8569">
                  <c:v>0.36503703703703705</c:v>
                </c:pt>
                <c:pt idx="8570">
                  <c:v>0.36518518518518517</c:v>
                </c:pt>
                <c:pt idx="8571">
                  <c:v>0.36518518518518517</c:v>
                </c:pt>
                <c:pt idx="8572">
                  <c:v>0.36533333333333334</c:v>
                </c:pt>
                <c:pt idx="8573">
                  <c:v>0.36533333333333334</c:v>
                </c:pt>
                <c:pt idx="8574">
                  <c:v>0.36533333333333334</c:v>
                </c:pt>
                <c:pt idx="8575">
                  <c:v>0.36533333333333334</c:v>
                </c:pt>
                <c:pt idx="8576">
                  <c:v>0.36533333333333334</c:v>
                </c:pt>
                <c:pt idx="8577">
                  <c:v>0.36533333333333334</c:v>
                </c:pt>
                <c:pt idx="8578">
                  <c:v>0.36533333333333334</c:v>
                </c:pt>
                <c:pt idx="8579">
                  <c:v>0.36533333333333334</c:v>
                </c:pt>
                <c:pt idx="8580">
                  <c:v>0.36533333333333334</c:v>
                </c:pt>
                <c:pt idx="8581">
                  <c:v>0.36533333333333334</c:v>
                </c:pt>
                <c:pt idx="8582">
                  <c:v>0.36533333333333334</c:v>
                </c:pt>
                <c:pt idx="8583">
                  <c:v>0.36533333333333334</c:v>
                </c:pt>
                <c:pt idx="8584">
                  <c:v>0.36533333333333334</c:v>
                </c:pt>
                <c:pt idx="8585">
                  <c:v>0.36533333333333334</c:v>
                </c:pt>
                <c:pt idx="8586">
                  <c:v>0.36533333333333334</c:v>
                </c:pt>
                <c:pt idx="8587">
                  <c:v>0.36533333333333334</c:v>
                </c:pt>
                <c:pt idx="8588">
                  <c:v>0.36548148148148146</c:v>
                </c:pt>
                <c:pt idx="8589">
                  <c:v>0.36562962962962964</c:v>
                </c:pt>
                <c:pt idx="8590">
                  <c:v>0.36577777777777776</c:v>
                </c:pt>
                <c:pt idx="8591">
                  <c:v>0.36592592592592593</c:v>
                </c:pt>
                <c:pt idx="8592">
                  <c:v>0.36592592592592593</c:v>
                </c:pt>
                <c:pt idx="8593">
                  <c:v>0.36592592592592593</c:v>
                </c:pt>
                <c:pt idx="8594">
                  <c:v>0.36592592592592593</c:v>
                </c:pt>
                <c:pt idx="8595">
                  <c:v>0.36592592592592593</c:v>
                </c:pt>
                <c:pt idx="8596">
                  <c:v>0.36592592592592593</c:v>
                </c:pt>
                <c:pt idx="8597">
                  <c:v>0.36592592592592593</c:v>
                </c:pt>
                <c:pt idx="8598">
                  <c:v>0.36592592592592593</c:v>
                </c:pt>
                <c:pt idx="8599">
                  <c:v>0.36592592592592593</c:v>
                </c:pt>
                <c:pt idx="8600">
                  <c:v>0.36607407407407405</c:v>
                </c:pt>
                <c:pt idx="8601">
                  <c:v>0.36607407407407405</c:v>
                </c:pt>
                <c:pt idx="8602">
                  <c:v>0.36607407407407405</c:v>
                </c:pt>
                <c:pt idx="8603">
                  <c:v>0.36607407407407405</c:v>
                </c:pt>
                <c:pt idx="8604">
                  <c:v>0.36607407407407405</c:v>
                </c:pt>
                <c:pt idx="8605">
                  <c:v>0.36607407407407405</c:v>
                </c:pt>
                <c:pt idx="8606">
                  <c:v>0.36607407407407405</c:v>
                </c:pt>
                <c:pt idx="8607">
                  <c:v>0.36607407407407405</c:v>
                </c:pt>
                <c:pt idx="8608">
                  <c:v>0.36607407407407405</c:v>
                </c:pt>
                <c:pt idx="8609">
                  <c:v>0.36622222222222223</c:v>
                </c:pt>
                <c:pt idx="8610">
                  <c:v>0.36622222222222223</c:v>
                </c:pt>
                <c:pt idx="8611">
                  <c:v>0.36622222222222223</c:v>
                </c:pt>
                <c:pt idx="8612">
                  <c:v>0.36622222222222223</c:v>
                </c:pt>
                <c:pt idx="8613">
                  <c:v>0.36622222222222223</c:v>
                </c:pt>
                <c:pt idx="8614">
                  <c:v>0.36622222222222223</c:v>
                </c:pt>
                <c:pt idx="8615">
                  <c:v>0.36637037037037035</c:v>
                </c:pt>
                <c:pt idx="8616">
                  <c:v>0.36637037037037035</c:v>
                </c:pt>
                <c:pt idx="8617">
                  <c:v>0.36637037037037035</c:v>
                </c:pt>
                <c:pt idx="8618">
                  <c:v>0.36651851851851852</c:v>
                </c:pt>
                <c:pt idx="8619">
                  <c:v>0.36651851851851852</c:v>
                </c:pt>
                <c:pt idx="8620">
                  <c:v>0.36651851851851852</c:v>
                </c:pt>
                <c:pt idx="8621">
                  <c:v>0.36651851851851852</c:v>
                </c:pt>
                <c:pt idx="8622">
                  <c:v>0.36651851851851852</c:v>
                </c:pt>
                <c:pt idx="8623">
                  <c:v>0.36651851851851852</c:v>
                </c:pt>
                <c:pt idx="8624">
                  <c:v>0.36666666666666664</c:v>
                </c:pt>
                <c:pt idx="8625">
                  <c:v>0.36666666666666664</c:v>
                </c:pt>
                <c:pt idx="8626">
                  <c:v>0.36681481481481482</c:v>
                </c:pt>
                <c:pt idx="8627">
                  <c:v>0.36681481481481482</c:v>
                </c:pt>
                <c:pt idx="8628">
                  <c:v>0.36681481481481482</c:v>
                </c:pt>
                <c:pt idx="8629">
                  <c:v>0.36696296296296294</c:v>
                </c:pt>
                <c:pt idx="8630">
                  <c:v>0.36696296296296294</c:v>
                </c:pt>
                <c:pt idx="8631">
                  <c:v>0.36711111111111111</c:v>
                </c:pt>
                <c:pt idx="8632">
                  <c:v>0.36711111111111111</c:v>
                </c:pt>
                <c:pt idx="8633">
                  <c:v>0.36711111111111111</c:v>
                </c:pt>
                <c:pt idx="8634">
                  <c:v>0.36711111111111111</c:v>
                </c:pt>
                <c:pt idx="8635">
                  <c:v>0.36711111111111111</c:v>
                </c:pt>
                <c:pt idx="8636">
                  <c:v>0.36711111111111111</c:v>
                </c:pt>
                <c:pt idx="8637">
                  <c:v>0.36725925925925929</c:v>
                </c:pt>
                <c:pt idx="8638">
                  <c:v>0.36725925925925929</c:v>
                </c:pt>
                <c:pt idx="8639">
                  <c:v>0.36725925925925929</c:v>
                </c:pt>
                <c:pt idx="8640">
                  <c:v>0.36725925925925929</c:v>
                </c:pt>
                <c:pt idx="8641">
                  <c:v>0.36725925925925929</c:v>
                </c:pt>
                <c:pt idx="8642">
                  <c:v>0.36725925925925929</c:v>
                </c:pt>
                <c:pt idx="8643">
                  <c:v>0.3674074074074074</c:v>
                </c:pt>
                <c:pt idx="8644">
                  <c:v>0.3674074074074074</c:v>
                </c:pt>
                <c:pt idx="8645">
                  <c:v>0.3674074074074074</c:v>
                </c:pt>
                <c:pt idx="8646">
                  <c:v>0.3674074074074074</c:v>
                </c:pt>
                <c:pt idx="8647">
                  <c:v>0.36755555555555558</c:v>
                </c:pt>
                <c:pt idx="8648">
                  <c:v>0.36755555555555558</c:v>
                </c:pt>
                <c:pt idx="8649">
                  <c:v>0.3677037037037037</c:v>
                </c:pt>
                <c:pt idx="8650">
                  <c:v>0.3677037037037037</c:v>
                </c:pt>
                <c:pt idx="8651">
                  <c:v>0.3677037037037037</c:v>
                </c:pt>
                <c:pt idx="8652">
                  <c:v>0.3677037037037037</c:v>
                </c:pt>
                <c:pt idx="8653">
                  <c:v>0.3677037037037037</c:v>
                </c:pt>
                <c:pt idx="8654">
                  <c:v>0.3677037037037037</c:v>
                </c:pt>
                <c:pt idx="8655">
                  <c:v>0.3677037037037037</c:v>
                </c:pt>
                <c:pt idx="8656">
                  <c:v>0.3677037037037037</c:v>
                </c:pt>
                <c:pt idx="8657">
                  <c:v>0.3677037037037037</c:v>
                </c:pt>
                <c:pt idx="8658">
                  <c:v>0.3677037037037037</c:v>
                </c:pt>
                <c:pt idx="8659">
                  <c:v>0.3677037037037037</c:v>
                </c:pt>
                <c:pt idx="8660">
                  <c:v>0.3677037037037037</c:v>
                </c:pt>
                <c:pt idx="8661">
                  <c:v>0.3677037037037037</c:v>
                </c:pt>
                <c:pt idx="8662">
                  <c:v>0.36785185185185187</c:v>
                </c:pt>
                <c:pt idx="8663">
                  <c:v>0.36785185185185187</c:v>
                </c:pt>
                <c:pt idx="8664">
                  <c:v>0.36785185185185187</c:v>
                </c:pt>
                <c:pt idx="8665">
                  <c:v>0.36799999999999999</c:v>
                </c:pt>
                <c:pt idx="8666">
                  <c:v>0.36799999999999999</c:v>
                </c:pt>
                <c:pt idx="8667">
                  <c:v>0.36799999999999999</c:v>
                </c:pt>
                <c:pt idx="8668">
                  <c:v>0.36814814814814817</c:v>
                </c:pt>
                <c:pt idx="8669">
                  <c:v>0.36814814814814817</c:v>
                </c:pt>
                <c:pt idx="8670">
                  <c:v>0.36829629629629629</c:v>
                </c:pt>
                <c:pt idx="8671">
                  <c:v>0.36829629629629629</c:v>
                </c:pt>
                <c:pt idx="8672">
                  <c:v>0.36829629629629629</c:v>
                </c:pt>
                <c:pt idx="8673">
                  <c:v>0.36829629629629629</c:v>
                </c:pt>
                <c:pt idx="8674">
                  <c:v>0.36829629629629629</c:v>
                </c:pt>
                <c:pt idx="8675">
                  <c:v>0.36829629629629629</c:v>
                </c:pt>
                <c:pt idx="8676">
                  <c:v>0.36844444444444446</c:v>
                </c:pt>
                <c:pt idx="8677">
                  <c:v>0.36844444444444446</c:v>
                </c:pt>
                <c:pt idx="8678">
                  <c:v>0.36844444444444446</c:v>
                </c:pt>
                <c:pt idx="8679">
                  <c:v>0.36844444444444446</c:v>
                </c:pt>
                <c:pt idx="8680">
                  <c:v>0.36859259259259258</c:v>
                </c:pt>
                <c:pt idx="8681">
                  <c:v>0.36859259259259258</c:v>
                </c:pt>
                <c:pt idx="8682">
                  <c:v>0.36874074074074076</c:v>
                </c:pt>
                <c:pt idx="8683">
                  <c:v>0.36874074074074076</c:v>
                </c:pt>
                <c:pt idx="8684">
                  <c:v>0.36874074074074076</c:v>
                </c:pt>
                <c:pt idx="8685">
                  <c:v>0.36874074074074076</c:v>
                </c:pt>
                <c:pt idx="8686">
                  <c:v>0.36874074074074076</c:v>
                </c:pt>
                <c:pt idx="8687">
                  <c:v>0.36874074074074076</c:v>
                </c:pt>
                <c:pt idx="8688">
                  <c:v>0.36874074074074076</c:v>
                </c:pt>
                <c:pt idx="8689">
                  <c:v>0.36888888888888888</c:v>
                </c:pt>
                <c:pt idx="8690">
                  <c:v>0.36888888888888888</c:v>
                </c:pt>
                <c:pt idx="8691">
                  <c:v>0.36888888888888888</c:v>
                </c:pt>
                <c:pt idx="8692">
                  <c:v>0.36888888888888888</c:v>
                </c:pt>
                <c:pt idx="8693">
                  <c:v>0.36888888888888888</c:v>
                </c:pt>
                <c:pt idx="8694">
                  <c:v>0.36888888888888888</c:v>
                </c:pt>
                <c:pt idx="8695">
                  <c:v>0.36888888888888888</c:v>
                </c:pt>
                <c:pt idx="8696">
                  <c:v>0.36888888888888888</c:v>
                </c:pt>
                <c:pt idx="8697">
                  <c:v>0.36903703703703705</c:v>
                </c:pt>
                <c:pt idx="8698">
                  <c:v>0.36903703703703705</c:v>
                </c:pt>
                <c:pt idx="8699">
                  <c:v>0.36903703703703705</c:v>
                </c:pt>
                <c:pt idx="8700">
                  <c:v>0.36903703703703705</c:v>
                </c:pt>
                <c:pt idx="8701">
                  <c:v>0.36903703703703705</c:v>
                </c:pt>
                <c:pt idx="8702">
                  <c:v>0.36903703703703705</c:v>
                </c:pt>
                <c:pt idx="8703">
                  <c:v>0.36903703703703705</c:v>
                </c:pt>
                <c:pt idx="8704">
                  <c:v>0.36903703703703705</c:v>
                </c:pt>
                <c:pt idx="8705">
                  <c:v>0.36903703703703705</c:v>
                </c:pt>
                <c:pt idx="8706">
                  <c:v>0.36903703703703705</c:v>
                </c:pt>
                <c:pt idx="8707">
                  <c:v>0.36903703703703705</c:v>
                </c:pt>
                <c:pt idx="8708">
                  <c:v>0.36903703703703705</c:v>
                </c:pt>
                <c:pt idx="8709">
                  <c:v>0.36903703703703705</c:v>
                </c:pt>
                <c:pt idx="8710">
                  <c:v>0.36918518518518517</c:v>
                </c:pt>
                <c:pt idx="8711">
                  <c:v>0.36918518518518517</c:v>
                </c:pt>
                <c:pt idx="8712">
                  <c:v>0.36918518518518517</c:v>
                </c:pt>
                <c:pt idx="8713">
                  <c:v>0.36918518518518517</c:v>
                </c:pt>
                <c:pt idx="8714">
                  <c:v>0.36918518518518517</c:v>
                </c:pt>
                <c:pt idx="8715">
                  <c:v>0.36933333333333335</c:v>
                </c:pt>
                <c:pt idx="8716">
                  <c:v>0.36948148148148147</c:v>
                </c:pt>
                <c:pt idx="8717">
                  <c:v>0.36948148148148147</c:v>
                </c:pt>
                <c:pt idx="8718">
                  <c:v>0.36962962962962964</c:v>
                </c:pt>
                <c:pt idx="8719">
                  <c:v>0.36962962962962964</c:v>
                </c:pt>
                <c:pt idx="8720">
                  <c:v>0.36977777777777776</c:v>
                </c:pt>
                <c:pt idx="8721">
                  <c:v>0.36977777777777776</c:v>
                </c:pt>
                <c:pt idx="8722">
                  <c:v>0.36977777777777776</c:v>
                </c:pt>
                <c:pt idx="8723">
                  <c:v>0.36977777777777776</c:v>
                </c:pt>
                <c:pt idx="8724">
                  <c:v>0.36977777777777776</c:v>
                </c:pt>
                <c:pt idx="8725">
                  <c:v>0.36977777777777776</c:v>
                </c:pt>
                <c:pt idx="8726">
                  <c:v>0.36992592592592594</c:v>
                </c:pt>
                <c:pt idx="8727">
                  <c:v>0.36992592592592594</c:v>
                </c:pt>
                <c:pt idx="8728">
                  <c:v>0.36992592592592594</c:v>
                </c:pt>
                <c:pt idx="8729">
                  <c:v>0.36992592592592594</c:v>
                </c:pt>
                <c:pt idx="8730">
                  <c:v>0.37007407407407406</c:v>
                </c:pt>
                <c:pt idx="8731">
                  <c:v>0.37007407407407406</c:v>
                </c:pt>
                <c:pt idx="8732">
                  <c:v>0.37007407407407406</c:v>
                </c:pt>
                <c:pt idx="8733">
                  <c:v>0.37007407407407406</c:v>
                </c:pt>
                <c:pt idx="8734">
                  <c:v>0.37007407407407406</c:v>
                </c:pt>
                <c:pt idx="8735">
                  <c:v>0.37022222222222223</c:v>
                </c:pt>
                <c:pt idx="8736">
                  <c:v>0.37022222222222223</c:v>
                </c:pt>
                <c:pt idx="8737">
                  <c:v>0.37037037037037035</c:v>
                </c:pt>
                <c:pt idx="8738">
                  <c:v>0.37037037037037035</c:v>
                </c:pt>
                <c:pt idx="8739">
                  <c:v>0.37051851851851852</c:v>
                </c:pt>
                <c:pt idx="8740">
                  <c:v>0.37051851851851852</c:v>
                </c:pt>
                <c:pt idx="8741">
                  <c:v>0.37051851851851852</c:v>
                </c:pt>
                <c:pt idx="8742">
                  <c:v>0.37066666666666664</c:v>
                </c:pt>
                <c:pt idx="8743">
                  <c:v>0.37066666666666664</c:v>
                </c:pt>
                <c:pt idx="8744">
                  <c:v>0.37066666666666664</c:v>
                </c:pt>
                <c:pt idx="8745">
                  <c:v>0.37066666666666664</c:v>
                </c:pt>
                <c:pt idx="8746">
                  <c:v>0.37066666666666664</c:v>
                </c:pt>
                <c:pt idx="8747">
                  <c:v>0.37081481481481482</c:v>
                </c:pt>
                <c:pt idx="8748">
                  <c:v>0.37096296296296294</c:v>
                </c:pt>
                <c:pt idx="8749">
                  <c:v>0.37096296296296294</c:v>
                </c:pt>
                <c:pt idx="8750">
                  <c:v>0.37096296296296294</c:v>
                </c:pt>
                <c:pt idx="8751">
                  <c:v>0.37096296296296294</c:v>
                </c:pt>
                <c:pt idx="8752">
                  <c:v>0.37096296296296294</c:v>
                </c:pt>
                <c:pt idx="8753">
                  <c:v>0.37096296296296294</c:v>
                </c:pt>
                <c:pt idx="8754">
                  <c:v>0.37111111111111111</c:v>
                </c:pt>
                <c:pt idx="8755">
                  <c:v>0.37125925925925923</c:v>
                </c:pt>
                <c:pt idx="8756">
                  <c:v>0.37140740740740741</c:v>
                </c:pt>
                <c:pt idx="8757">
                  <c:v>0.37155555555555553</c:v>
                </c:pt>
                <c:pt idx="8758">
                  <c:v>0.37155555555555553</c:v>
                </c:pt>
                <c:pt idx="8759">
                  <c:v>0.37155555555555553</c:v>
                </c:pt>
                <c:pt idx="8760">
                  <c:v>0.37155555555555553</c:v>
                </c:pt>
                <c:pt idx="8761">
                  <c:v>0.37155555555555553</c:v>
                </c:pt>
                <c:pt idx="8762">
                  <c:v>0.37155555555555553</c:v>
                </c:pt>
                <c:pt idx="8763">
                  <c:v>0.37155555555555553</c:v>
                </c:pt>
                <c:pt idx="8764">
                  <c:v>0.3717037037037037</c:v>
                </c:pt>
                <c:pt idx="8765">
                  <c:v>0.3717037037037037</c:v>
                </c:pt>
                <c:pt idx="8766">
                  <c:v>0.37185185185185188</c:v>
                </c:pt>
                <c:pt idx="8767">
                  <c:v>0.37185185185185188</c:v>
                </c:pt>
                <c:pt idx="8768">
                  <c:v>0.37185185185185188</c:v>
                </c:pt>
                <c:pt idx="8769">
                  <c:v>0.37185185185185188</c:v>
                </c:pt>
                <c:pt idx="8770">
                  <c:v>0.37185185185185188</c:v>
                </c:pt>
                <c:pt idx="8771">
                  <c:v>0.37185185185185188</c:v>
                </c:pt>
                <c:pt idx="8772">
                  <c:v>0.37185185185185188</c:v>
                </c:pt>
                <c:pt idx="8773">
                  <c:v>0.37185185185185188</c:v>
                </c:pt>
                <c:pt idx="8774">
                  <c:v>0.37185185185185188</c:v>
                </c:pt>
                <c:pt idx="8775">
                  <c:v>0.37185185185185188</c:v>
                </c:pt>
                <c:pt idx="8776">
                  <c:v>0.372</c:v>
                </c:pt>
                <c:pt idx="8777">
                  <c:v>0.372</c:v>
                </c:pt>
                <c:pt idx="8778">
                  <c:v>0.37214814814814817</c:v>
                </c:pt>
                <c:pt idx="8779">
                  <c:v>0.37214814814814817</c:v>
                </c:pt>
                <c:pt idx="8780">
                  <c:v>0.37229629629629629</c:v>
                </c:pt>
                <c:pt idx="8781">
                  <c:v>0.37244444444444447</c:v>
                </c:pt>
                <c:pt idx="8782">
                  <c:v>0.37244444444444447</c:v>
                </c:pt>
                <c:pt idx="8783">
                  <c:v>0.37259259259259259</c:v>
                </c:pt>
                <c:pt idx="8784">
                  <c:v>0.37274074074074076</c:v>
                </c:pt>
                <c:pt idx="8785">
                  <c:v>0.37288888888888888</c:v>
                </c:pt>
                <c:pt idx="8786">
                  <c:v>0.37288888888888888</c:v>
                </c:pt>
                <c:pt idx="8787">
                  <c:v>0.37288888888888888</c:v>
                </c:pt>
                <c:pt idx="8788">
                  <c:v>0.37288888888888888</c:v>
                </c:pt>
                <c:pt idx="8789">
                  <c:v>0.37288888888888888</c:v>
                </c:pt>
                <c:pt idx="8790">
                  <c:v>0.37288888888888888</c:v>
                </c:pt>
                <c:pt idx="8791">
                  <c:v>0.37303703703703706</c:v>
                </c:pt>
                <c:pt idx="8792">
                  <c:v>0.37303703703703706</c:v>
                </c:pt>
                <c:pt idx="8793">
                  <c:v>0.37303703703703706</c:v>
                </c:pt>
                <c:pt idx="8794">
                  <c:v>0.37318518518518518</c:v>
                </c:pt>
                <c:pt idx="8795">
                  <c:v>0.37318518518518518</c:v>
                </c:pt>
                <c:pt idx="8796">
                  <c:v>0.37333333333333335</c:v>
                </c:pt>
                <c:pt idx="8797">
                  <c:v>0.37348148148148147</c:v>
                </c:pt>
                <c:pt idx="8798">
                  <c:v>0.37348148148148147</c:v>
                </c:pt>
                <c:pt idx="8799">
                  <c:v>0.37348148148148147</c:v>
                </c:pt>
                <c:pt idx="8800">
                  <c:v>0.37348148148148147</c:v>
                </c:pt>
                <c:pt idx="8801">
                  <c:v>0.37348148148148147</c:v>
                </c:pt>
                <c:pt idx="8802">
                  <c:v>0.37362962962962964</c:v>
                </c:pt>
                <c:pt idx="8803">
                  <c:v>0.37377777777777776</c:v>
                </c:pt>
                <c:pt idx="8804">
                  <c:v>0.37377777777777776</c:v>
                </c:pt>
                <c:pt idx="8805">
                  <c:v>0.37377777777777776</c:v>
                </c:pt>
                <c:pt idx="8806">
                  <c:v>0.37392592592592594</c:v>
                </c:pt>
                <c:pt idx="8807">
                  <c:v>0.37392592592592594</c:v>
                </c:pt>
                <c:pt idx="8808">
                  <c:v>0.37392592592592594</c:v>
                </c:pt>
                <c:pt idx="8809">
                  <c:v>0.37407407407407406</c:v>
                </c:pt>
                <c:pt idx="8810">
                  <c:v>0.37407407407407406</c:v>
                </c:pt>
                <c:pt idx="8811">
                  <c:v>0.37407407407407406</c:v>
                </c:pt>
                <c:pt idx="8812">
                  <c:v>0.37407407407407406</c:v>
                </c:pt>
                <c:pt idx="8813">
                  <c:v>0.37407407407407406</c:v>
                </c:pt>
                <c:pt idx="8814">
                  <c:v>0.37422222222222223</c:v>
                </c:pt>
                <c:pt idx="8815">
                  <c:v>0.37437037037037035</c:v>
                </c:pt>
                <c:pt idx="8816">
                  <c:v>0.37437037037037035</c:v>
                </c:pt>
                <c:pt idx="8817">
                  <c:v>0.37437037037037035</c:v>
                </c:pt>
                <c:pt idx="8818">
                  <c:v>0.37437037037037035</c:v>
                </c:pt>
                <c:pt idx="8819">
                  <c:v>0.37451851851851853</c:v>
                </c:pt>
                <c:pt idx="8820">
                  <c:v>0.37466666666666665</c:v>
                </c:pt>
                <c:pt idx="8821">
                  <c:v>0.37466666666666665</c:v>
                </c:pt>
                <c:pt idx="8822">
                  <c:v>0.37481481481481482</c:v>
                </c:pt>
                <c:pt idx="8823">
                  <c:v>0.37481481481481482</c:v>
                </c:pt>
                <c:pt idx="8824">
                  <c:v>0.37481481481481482</c:v>
                </c:pt>
                <c:pt idx="8825">
                  <c:v>0.37481481481481482</c:v>
                </c:pt>
                <c:pt idx="8826">
                  <c:v>0.37481481481481482</c:v>
                </c:pt>
                <c:pt idx="8827">
                  <c:v>0.37481481481481482</c:v>
                </c:pt>
                <c:pt idx="8828">
                  <c:v>0.37481481481481482</c:v>
                </c:pt>
                <c:pt idx="8829">
                  <c:v>0.37481481481481482</c:v>
                </c:pt>
                <c:pt idx="8830">
                  <c:v>0.37481481481481482</c:v>
                </c:pt>
                <c:pt idx="8831">
                  <c:v>0.37481481481481482</c:v>
                </c:pt>
                <c:pt idx="8832">
                  <c:v>0.37496296296296294</c:v>
                </c:pt>
                <c:pt idx="8833">
                  <c:v>0.37496296296296294</c:v>
                </c:pt>
                <c:pt idx="8834">
                  <c:v>0.37496296296296294</c:v>
                </c:pt>
                <c:pt idx="8835">
                  <c:v>0.37511111111111112</c:v>
                </c:pt>
                <c:pt idx="8836">
                  <c:v>0.37511111111111112</c:v>
                </c:pt>
                <c:pt idx="8837">
                  <c:v>0.37511111111111112</c:v>
                </c:pt>
                <c:pt idx="8838">
                  <c:v>0.37511111111111112</c:v>
                </c:pt>
                <c:pt idx="8839">
                  <c:v>0.37511111111111112</c:v>
                </c:pt>
                <c:pt idx="8840">
                  <c:v>0.37511111111111112</c:v>
                </c:pt>
                <c:pt idx="8841">
                  <c:v>0.37525925925925924</c:v>
                </c:pt>
                <c:pt idx="8842">
                  <c:v>0.37525925925925924</c:v>
                </c:pt>
                <c:pt idx="8843">
                  <c:v>0.37525925925925924</c:v>
                </c:pt>
                <c:pt idx="8844">
                  <c:v>0.37525925925925924</c:v>
                </c:pt>
                <c:pt idx="8845">
                  <c:v>0.37540740740740741</c:v>
                </c:pt>
                <c:pt idx="8846">
                  <c:v>0.37540740740740741</c:v>
                </c:pt>
                <c:pt idx="8847">
                  <c:v>0.37540740740740741</c:v>
                </c:pt>
                <c:pt idx="8848">
                  <c:v>0.37540740740740741</c:v>
                </c:pt>
                <c:pt idx="8849">
                  <c:v>0.37540740740740741</c:v>
                </c:pt>
                <c:pt idx="8850">
                  <c:v>0.37540740740740741</c:v>
                </c:pt>
                <c:pt idx="8851">
                  <c:v>0.37540740740740741</c:v>
                </c:pt>
                <c:pt idx="8852">
                  <c:v>0.37555555555555553</c:v>
                </c:pt>
                <c:pt idx="8853">
                  <c:v>0.37555555555555553</c:v>
                </c:pt>
                <c:pt idx="8854">
                  <c:v>0.37570370370370371</c:v>
                </c:pt>
                <c:pt idx="8855">
                  <c:v>0.37570370370370371</c:v>
                </c:pt>
                <c:pt idx="8856">
                  <c:v>0.37570370370370371</c:v>
                </c:pt>
                <c:pt idx="8857">
                  <c:v>0.37585185185185183</c:v>
                </c:pt>
                <c:pt idx="8858">
                  <c:v>0.37585185185185183</c:v>
                </c:pt>
                <c:pt idx="8859">
                  <c:v>0.37585185185185183</c:v>
                </c:pt>
                <c:pt idx="8860">
                  <c:v>0.37585185185185183</c:v>
                </c:pt>
                <c:pt idx="8861">
                  <c:v>0.37585185185185183</c:v>
                </c:pt>
                <c:pt idx="8862">
                  <c:v>0.376</c:v>
                </c:pt>
                <c:pt idx="8863">
                  <c:v>0.376</c:v>
                </c:pt>
                <c:pt idx="8864">
                  <c:v>0.37614814814814818</c:v>
                </c:pt>
                <c:pt idx="8865">
                  <c:v>0.37614814814814818</c:v>
                </c:pt>
                <c:pt idx="8866">
                  <c:v>0.3762962962962963</c:v>
                </c:pt>
                <c:pt idx="8867">
                  <c:v>0.3762962962962963</c:v>
                </c:pt>
                <c:pt idx="8868">
                  <c:v>0.3762962962962963</c:v>
                </c:pt>
                <c:pt idx="8869">
                  <c:v>0.3762962962962963</c:v>
                </c:pt>
                <c:pt idx="8870">
                  <c:v>0.3762962962962963</c:v>
                </c:pt>
                <c:pt idx="8871">
                  <c:v>0.3762962962962963</c:v>
                </c:pt>
                <c:pt idx="8872">
                  <c:v>0.3762962962962963</c:v>
                </c:pt>
                <c:pt idx="8873">
                  <c:v>0.37644444444444447</c:v>
                </c:pt>
                <c:pt idx="8874">
                  <c:v>0.37659259259259259</c:v>
                </c:pt>
                <c:pt idx="8875">
                  <c:v>0.37659259259259259</c:v>
                </c:pt>
                <c:pt idx="8876">
                  <c:v>0.37674074074074076</c:v>
                </c:pt>
                <c:pt idx="8877">
                  <c:v>0.37674074074074076</c:v>
                </c:pt>
                <c:pt idx="8878">
                  <c:v>0.37674074074074076</c:v>
                </c:pt>
                <c:pt idx="8879">
                  <c:v>0.37674074074074076</c:v>
                </c:pt>
                <c:pt idx="8880">
                  <c:v>0.37688888888888888</c:v>
                </c:pt>
                <c:pt idx="8881">
                  <c:v>0.37688888888888888</c:v>
                </c:pt>
                <c:pt idx="8882">
                  <c:v>0.37688888888888888</c:v>
                </c:pt>
                <c:pt idx="8883">
                  <c:v>0.37688888888888888</c:v>
                </c:pt>
                <c:pt idx="8884">
                  <c:v>0.37703703703703706</c:v>
                </c:pt>
                <c:pt idx="8885">
                  <c:v>0.37703703703703706</c:v>
                </c:pt>
                <c:pt idx="8886">
                  <c:v>0.37718518518518518</c:v>
                </c:pt>
                <c:pt idx="8887">
                  <c:v>0.37733333333333335</c:v>
                </c:pt>
                <c:pt idx="8888">
                  <c:v>0.37733333333333335</c:v>
                </c:pt>
                <c:pt idx="8889">
                  <c:v>0.37733333333333335</c:v>
                </c:pt>
                <c:pt idx="8890">
                  <c:v>0.37733333333333335</c:v>
                </c:pt>
                <c:pt idx="8891">
                  <c:v>0.37733333333333335</c:v>
                </c:pt>
                <c:pt idx="8892">
                  <c:v>0.37733333333333335</c:v>
                </c:pt>
                <c:pt idx="8893">
                  <c:v>0.37733333333333335</c:v>
                </c:pt>
                <c:pt idx="8894">
                  <c:v>0.37733333333333335</c:v>
                </c:pt>
                <c:pt idx="8895">
                  <c:v>0.37733333333333335</c:v>
                </c:pt>
                <c:pt idx="8896">
                  <c:v>0.37748148148148147</c:v>
                </c:pt>
                <c:pt idx="8897">
                  <c:v>0.37748148148148147</c:v>
                </c:pt>
                <c:pt idx="8898">
                  <c:v>0.37748148148148147</c:v>
                </c:pt>
                <c:pt idx="8899">
                  <c:v>0.37748148148148147</c:v>
                </c:pt>
                <c:pt idx="8900">
                  <c:v>0.37748148148148147</c:v>
                </c:pt>
                <c:pt idx="8901">
                  <c:v>0.37762962962962965</c:v>
                </c:pt>
                <c:pt idx="8902">
                  <c:v>0.37777777777777777</c:v>
                </c:pt>
                <c:pt idx="8903">
                  <c:v>0.37777777777777777</c:v>
                </c:pt>
                <c:pt idx="8904">
                  <c:v>0.37777777777777777</c:v>
                </c:pt>
                <c:pt idx="8905">
                  <c:v>0.37777777777777777</c:v>
                </c:pt>
                <c:pt idx="8906">
                  <c:v>0.37792592592592594</c:v>
                </c:pt>
                <c:pt idx="8907">
                  <c:v>0.37792592592592594</c:v>
                </c:pt>
                <c:pt idx="8908">
                  <c:v>0.37792592592592594</c:v>
                </c:pt>
                <c:pt idx="8909">
                  <c:v>0.37792592592592594</c:v>
                </c:pt>
                <c:pt idx="8910">
                  <c:v>0.37807407407407406</c:v>
                </c:pt>
                <c:pt idx="8911">
                  <c:v>0.37807407407407406</c:v>
                </c:pt>
                <c:pt idx="8912">
                  <c:v>0.37807407407407406</c:v>
                </c:pt>
                <c:pt idx="8913">
                  <c:v>0.37822222222222224</c:v>
                </c:pt>
                <c:pt idx="8914">
                  <c:v>0.37822222222222224</c:v>
                </c:pt>
                <c:pt idx="8915">
                  <c:v>0.37822222222222224</c:v>
                </c:pt>
                <c:pt idx="8916">
                  <c:v>0.37822222222222224</c:v>
                </c:pt>
                <c:pt idx="8917">
                  <c:v>0.37822222222222224</c:v>
                </c:pt>
                <c:pt idx="8918">
                  <c:v>0.37822222222222224</c:v>
                </c:pt>
                <c:pt idx="8919">
                  <c:v>0.37837037037037036</c:v>
                </c:pt>
                <c:pt idx="8920">
                  <c:v>0.37837037037037036</c:v>
                </c:pt>
                <c:pt idx="8921">
                  <c:v>0.37837037037037036</c:v>
                </c:pt>
                <c:pt idx="8922">
                  <c:v>0.37837037037037036</c:v>
                </c:pt>
                <c:pt idx="8923">
                  <c:v>0.37837037037037036</c:v>
                </c:pt>
                <c:pt idx="8924">
                  <c:v>0.37851851851851853</c:v>
                </c:pt>
                <c:pt idx="8925">
                  <c:v>0.37851851851851853</c:v>
                </c:pt>
                <c:pt idx="8926">
                  <c:v>0.37851851851851853</c:v>
                </c:pt>
                <c:pt idx="8927">
                  <c:v>0.37851851851851853</c:v>
                </c:pt>
                <c:pt idx="8928">
                  <c:v>0.37866666666666665</c:v>
                </c:pt>
                <c:pt idx="8929">
                  <c:v>0.37881481481481483</c:v>
                </c:pt>
                <c:pt idx="8930">
                  <c:v>0.37881481481481483</c:v>
                </c:pt>
                <c:pt idx="8931">
                  <c:v>0.37896296296296295</c:v>
                </c:pt>
                <c:pt idx="8932">
                  <c:v>0.37896296296296295</c:v>
                </c:pt>
                <c:pt idx="8933">
                  <c:v>0.37896296296296295</c:v>
                </c:pt>
                <c:pt idx="8934">
                  <c:v>0.37896296296296295</c:v>
                </c:pt>
                <c:pt idx="8935">
                  <c:v>0.37911111111111112</c:v>
                </c:pt>
                <c:pt idx="8936">
                  <c:v>0.37911111111111112</c:v>
                </c:pt>
                <c:pt idx="8937">
                  <c:v>0.37925925925925924</c:v>
                </c:pt>
                <c:pt idx="8938">
                  <c:v>0.37925925925925924</c:v>
                </c:pt>
                <c:pt idx="8939">
                  <c:v>0.37940740740740742</c:v>
                </c:pt>
                <c:pt idx="8940">
                  <c:v>0.37940740740740742</c:v>
                </c:pt>
                <c:pt idx="8941">
                  <c:v>0.37955555555555553</c:v>
                </c:pt>
                <c:pt idx="8942">
                  <c:v>0.37955555555555553</c:v>
                </c:pt>
                <c:pt idx="8943">
                  <c:v>0.37955555555555553</c:v>
                </c:pt>
                <c:pt idx="8944">
                  <c:v>0.37955555555555553</c:v>
                </c:pt>
                <c:pt idx="8945">
                  <c:v>0.37955555555555553</c:v>
                </c:pt>
                <c:pt idx="8946">
                  <c:v>0.37955555555555553</c:v>
                </c:pt>
                <c:pt idx="8947">
                  <c:v>0.37955555555555553</c:v>
                </c:pt>
                <c:pt idx="8948">
                  <c:v>0.37955555555555553</c:v>
                </c:pt>
                <c:pt idx="8949">
                  <c:v>0.37955555555555553</c:v>
                </c:pt>
                <c:pt idx="8950">
                  <c:v>0.37970370370370371</c:v>
                </c:pt>
                <c:pt idx="8951">
                  <c:v>0.37970370370370371</c:v>
                </c:pt>
                <c:pt idx="8952">
                  <c:v>0.37970370370370371</c:v>
                </c:pt>
                <c:pt idx="8953">
                  <c:v>0.37985185185185183</c:v>
                </c:pt>
                <c:pt idx="8954">
                  <c:v>0.37985185185185183</c:v>
                </c:pt>
                <c:pt idx="8955">
                  <c:v>0.37985185185185183</c:v>
                </c:pt>
                <c:pt idx="8956">
                  <c:v>0.37985185185185183</c:v>
                </c:pt>
                <c:pt idx="8957">
                  <c:v>0.38</c:v>
                </c:pt>
                <c:pt idx="8958">
                  <c:v>0.38014814814814812</c:v>
                </c:pt>
                <c:pt idx="8959">
                  <c:v>0.38014814814814812</c:v>
                </c:pt>
                <c:pt idx="8960">
                  <c:v>0.38014814814814812</c:v>
                </c:pt>
                <c:pt idx="8961">
                  <c:v>0.3802962962962963</c:v>
                </c:pt>
                <c:pt idx="8962">
                  <c:v>0.3802962962962963</c:v>
                </c:pt>
                <c:pt idx="8963">
                  <c:v>0.3802962962962963</c:v>
                </c:pt>
                <c:pt idx="8964">
                  <c:v>0.3802962962962963</c:v>
                </c:pt>
                <c:pt idx="8965">
                  <c:v>0.3802962962962963</c:v>
                </c:pt>
                <c:pt idx="8966">
                  <c:v>0.3802962962962963</c:v>
                </c:pt>
                <c:pt idx="8967">
                  <c:v>0.3802962962962963</c:v>
                </c:pt>
                <c:pt idx="8968">
                  <c:v>0.3802962962962963</c:v>
                </c:pt>
                <c:pt idx="8969">
                  <c:v>0.3802962962962963</c:v>
                </c:pt>
                <c:pt idx="8970">
                  <c:v>0.38044444444444442</c:v>
                </c:pt>
                <c:pt idx="8971">
                  <c:v>0.38044444444444442</c:v>
                </c:pt>
                <c:pt idx="8972">
                  <c:v>0.38044444444444442</c:v>
                </c:pt>
                <c:pt idx="8973">
                  <c:v>0.38044444444444442</c:v>
                </c:pt>
                <c:pt idx="8974">
                  <c:v>0.38059259259259259</c:v>
                </c:pt>
                <c:pt idx="8975">
                  <c:v>0.38059259259259259</c:v>
                </c:pt>
                <c:pt idx="8976">
                  <c:v>0.38059259259259259</c:v>
                </c:pt>
                <c:pt idx="8977">
                  <c:v>0.38059259259259259</c:v>
                </c:pt>
                <c:pt idx="8978">
                  <c:v>0.38074074074074077</c:v>
                </c:pt>
                <c:pt idx="8979">
                  <c:v>0.38074074074074077</c:v>
                </c:pt>
                <c:pt idx="8980">
                  <c:v>0.38074074074074077</c:v>
                </c:pt>
                <c:pt idx="8981">
                  <c:v>0.38074074074074077</c:v>
                </c:pt>
                <c:pt idx="8982">
                  <c:v>0.38074074074074077</c:v>
                </c:pt>
                <c:pt idx="8983">
                  <c:v>0.38074074074074077</c:v>
                </c:pt>
                <c:pt idx="8984">
                  <c:v>0.38088888888888889</c:v>
                </c:pt>
                <c:pt idx="8985">
                  <c:v>0.38088888888888889</c:v>
                </c:pt>
                <c:pt idx="8986">
                  <c:v>0.38088888888888889</c:v>
                </c:pt>
                <c:pt idx="8987">
                  <c:v>0.38088888888888889</c:v>
                </c:pt>
                <c:pt idx="8988">
                  <c:v>0.38088888888888889</c:v>
                </c:pt>
                <c:pt idx="8989">
                  <c:v>0.38088888888888889</c:v>
                </c:pt>
                <c:pt idx="8990">
                  <c:v>0.38088888888888889</c:v>
                </c:pt>
                <c:pt idx="8991">
                  <c:v>0.38088888888888889</c:v>
                </c:pt>
                <c:pt idx="8992">
                  <c:v>0.38088888888888889</c:v>
                </c:pt>
                <c:pt idx="8993">
                  <c:v>0.38103703703703706</c:v>
                </c:pt>
                <c:pt idx="8994">
                  <c:v>0.38118518518518518</c:v>
                </c:pt>
                <c:pt idx="8995">
                  <c:v>0.38133333333333336</c:v>
                </c:pt>
                <c:pt idx="8996">
                  <c:v>0.38133333333333336</c:v>
                </c:pt>
                <c:pt idx="8997">
                  <c:v>0.38133333333333336</c:v>
                </c:pt>
                <c:pt idx="8998">
                  <c:v>0.38148148148148148</c:v>
                </c:pt>
                <c:pt idx="8999">
                  <c:v>0.38162962962962965</c:v>
                </c:pt>
                <c:pt idx="9000">
                  <c:v>0.38162962962962965</c:v>
                </c:pt>
                <c:pt idx="9001">
                  <c:v>0.38162962962962965</c:v>
                </c:pt>
                <c:pt idx="9002">
                  <c:v>0.38162962962962965</c:v>
                </c:pt>
                <c:pt idx="9003">
                  <c:v>0.38162962962962965</c:v>
                </c:pt>
                <c:pt idx="9004">
                  <c:v>0.38162962962962965</c:v>
                </c:pt>
                <c:pt idx="9005">
                  <c:v>0.38162962962962965</c:v>
                </c:pt>
                <c:pt idx="9006">
                  <c:v>0.38162962962962965</c:v>
                </c:pt>
                <c:pt idx="9007">
                  <c:v>0.38162962962962965</c:v>
                </c:pt>
                <c:pt idx="9008">
                  <c:v>0.38162962962962965</c:v>
                </c:pt>
                <c:pt idx="9009">
                  <c:v>0.38177777777777777</c:v>
                </c:pt>
                <c:pt idx="9010">
                  <c:v>0.38177777777777777</c:v>
                </c:pt>
                <c:pt idx="9011">
                  <c:v>0.38177777777777777</c:v>
                </c:pt>
                <c:pt idx="9012">
                  <c:v>0.38177777777777777</c:v>
                </c:pt>
                <c:pt idx="9013">
                  <c:v>0.38177777777777777</c:v>
                </c:pt>
                <c:pt idx="9014">
                  <c:v>0.38177777777777777</c:v>
                </c:pt>
                <c:pt idx="9015">
                  <c:v>0.38177777777777777</c:v>
                </c:pt>
                <c:pt idx="9016">
                  <c:v>0.38177777777777777</c:v>
                </c:pt>
                <c:pt idx="9017">
                  <c:v>0.38177777777777777</c:v>
                </c:pt>
                <c:pt idx="9018">
                  <c:v>0.38177777777777777</c:v>
                </c:pt>
                <c:pt idx="9019">
                  <c:v>0.38192592592592595</c:v>
                </c:pt>
                <c:pt idx="9020">
                  <c:v>0.38207407407407407</c:v>
                </c:pt>
                <c:pt idx="9021">
                  <c:v>0.38222222222222224</c:v>
                </c:pt>
                <c:pt idx="9022">
                  <c:v>0.38222222222222224</c:v>
                </c:pt>
                <c:pt idx="9023">
                  <c:v>0.38222222222222224</c:v>
                </c:pt>
                <c:pt idx="9024">
                  <c:v>0.38222222222222224</c:v>
                </c:pt>
                <c:pt idx="9025">
                  <c:v>0.38222222222222224</c:v>
                </c:pt>
                <c:pt idx="9026">
                  <c:v>0.38222222222222224</c:v>
                </c:pt>
                <c:pt idx="9027">
                  <c:v>0.38237037037037036</c:v>
                </c:pt>
                <c:pt idx="9028">
                  <c:v>0.38237037037037036</c:v>
                </c:pt>
                <c:pt idx="9029">
                  <c:v>0.38237037037037036</c:v>
                </c:pt>
                <c:pt idx="9030">
                  <c:v>0.38237037037037036</c:v>
                </c:pt>
                <c:pt idx="9031">
                  <c:v>0.38237037037037036</c:v>
                </c:pt>
                <c:pt idx="9032">
                  <c:v>0.38237037037037036</c:v>
                </c:pt>
                <c:pt idx="9033">
                  <c:v>0.38237037037037036</c:v>
                </c:pt>
                <c:pt idx="9034">
                  <c:v>0.38251851851851854</c:v>
                </c:pt>
                <c:pt idx="9035">
                  <c:v>0.38266666666666665</c:v>
                </c:pt>
                <c:pt idx="9036">
                  <c:v>0.38266666666666665</c:v>
                </c:pt>
                <c:pt idx="9037">
                  <c:v>0.38281481481481483</c:v>
                </c:pt>
                <c:pt idx="9038">
                  <c:v>0.38281481481481483</c:v>
                </c:pt>
                <c:pt idx="9039">
                  <c:v>0.38281481481481483</c:v>
                </c:pt>
                <c:pt idx="9040">
                  <c:v>0.38281481481481483</c:v>
                </c:pt>
                <c:pt idx="9041">
                  <c:v>0.38296296296296295</c:v>
                </c:pt>
                <c:pt idx="9042">
                  <c:v>0.38296296296296295</c:v>
                </c:pt>
                <c:pt idx="9043">
                  <c:v>0.38296296296296295</c:v>
                </c:pt>
                <c:pt idx="9044">
                  <c:v>0.38296296296296295</c:v>
                </c:pt>
                <c:pt idx="9045">
                  <c:v>0.38296296296296295</c:v>
                </c:pt>
                <c:pt idx="9046">
                  <c:v>0.38311111111111112</c:v>
                </c:pt>
                <c:pt idx="9047">
                  <c:v>0.38325925925925924</c:v>
                </c:pt>
                <c:pt idx="9048">
                  <c:v>0.38325925925925924</c:v>
                </c:pt>
                <c:pt idx="9049">
                  <c:v>0.38325925925925924</c:v>
                </c:pt>
                <c:pt idx="9050">
                  <c:v>0.38325925925925924</c:v>
                </c:pt>
                <c:pt idx="9051">
                  <c:v>0.38325925925925924</c:v>
                </c:pt>
                <c:pt idx="9052">
                  <c:v>0.38325925925925924</c:v>
                </c:pt>
                <c:pt idx="9053">
                  <c:v>0.38325925925925924</c:v>
                </c:pt>
                <c:pt idx="9054">
                  <c:v>0.38325925925925924</c:v>
                </c:pt>
                <c:pt idx="9055">
                  <c:v>0.38325925925925924</c:v>
                </c:pt>
                <c:pt idx="9056">
                  <c:v>0.38340740740740742</c:v>
                </c:pt>
                <c:pt idx="9057">
                  <c:v>0.38340740740740742</c:v>
                </c:pt>
                <c:pt idx="9058">
                  <c:v>0.38340740740740742</c:v>
                </c:pt>
                <c:pt idx="9059">
                  <c:v>0.38355555555555554</c:v>
                </c:pt>
                <c:pt idx="9060">
                  <c:v>0.38370370370370371</c:v>
                </c:pt>
                <c:pt idx="9061">
                  <c:v>0.38370370370370371</c:v>
                </c:pt>
                <c:pt idx="9062">
                  <c:v>0.38370370370370371</c:v>
                </c:pt>
                <c:pt idx="9063">
                  <c:v>0.38370370370370371</c:v>
                </c:pt>
                <c:pt idx="9064">
                  <c:v>0.38370370370370371</c:v>
                </c:pt>
                <c:pt idx="9065">
                  <c:v>0.38370370370370371</c:v>
                </c:pt>
                <c:pt idx="9066">
                  <c:v>0.38370370370370371</c:v>
                </c:pt>
                <c:pt idx="9067">
                  <c:v>0.38385185185185183</c:v>
                </c:pt>
                <c:pt idx="9068">
                  <c:v>0.38385185185185183</c:v>
                </c:pt>
                <c:pt idx="9069">
                  <c:v>0.38385185185185183</c:v>
                </c:pt>
                <c:pt idx="9070">
                  <c:v>0.38385185185185183</c:v>
                </c:pt>
                <c:pt idx="9071">
                  <c:v>0.38400000000000001</c:v>
                </c:pt>
                <c:pt idx="9072">
                  <c:v>0.38400000000000001</c:v>
                </c:pt>
                <c:pt idx="9073">
                  <c:v>0.38400000000000001</c:v>
                </c:pt>
                <c:pt idx="9074">
                  <c:v>0.38400000000000001</c:v>
                </c:pt>
                <c:pt idx="9075">
                  <c:v>0.38414814814814813</c:v>
                </c:pt>
                <c:pt idx="9076">
                  <c:v>0.38414814814814813</c:v>
                </c:pt>
                <c:pt idx="9077">
                  <c:v>0.38414814814814813</c:v>
                </c:pt>
                <c:pt idx="9078">
                  <c:v>0.38414814814814813</c:v>
                </c:pt>
                <c:pt idx="9079">
                  <c:v>0.38414814814814813</c:v>
                </c:pt>
                <c:pt idx="9080">
                  <c:v>0.38414814814814813</c:v>
                </c:pt>
                <c:pt idx="9081">
                  <c:v>0.38414814814814813</c:v>
                </c:pt>
                <c:pt idx="9082">
                  <c:v>0.38414814814814813</c:v>
                </c:pt>
                <c:pt idx="9083">
                  <c:v>0.3842962962962963</c:v>
                </c:pt>
                <c:pt idx="9084">
                  <c:v>0.38444444444444442</c:v>
                </c:pt>
                <c:pt idx="9085">
                  <c:v>0.3845925925925926</c:v>
                </c:pt>
                <c:pt idx="9086">
                  <c:v>0.3845925925925926</c:v>
                </c:pt>
                <c:pt idx="9087">
                  <c:v>0.3845925925925926</c:v>
                </c:pt>
                <c:pt idx="9088">
                  <c:v>0.38474074074074072</c:v>
                </c:pt>
                <c:pt idx="9089">
                  <c:v>0.38474074074074072</c:v>
                </c:pt>
                <c:pt idx="9090">
                  <c:v>0.38474074074074072</c:v>
                </c:pt>
                <c:pt idx="9091">
                  <c:v>0.38488888888888889</c:v>
                </c:pt>
                <c:pt idx="9092">
                  <c:v>0.38503703703703701</c:v>
                </c:pt>
                <c:pt idx="9093">
                  <c:v>0.38503703703703701</c:v>
                </c:pt>
                <c:pt idx="9094">
                  <c:v>0.38503703703703701</c:v>
                </c:pt>
                <c:pt idx="9095">
                  <c:v>0.38503703703703701</c:v>
                </c:pt>
                <c:pt idx="9096">
                  <c:v>0.38503703703703701</c:v>
                </c:pt>
                <c:pt idx="9097">
                  <c:v>0.38503703703703701</c:v>
                </c:pt>
                <c:pt idx="9098">
                  <c:v>0.38503703703703701</c:v>
                </c:pt>
                <c:pt idx="9099">
                  <c:v>0.38518518518518519</c:v>
                </c:pt>
                <c:pt idx="9100">
                  <c:v>0.38518518518518519</c:v>
                </c:pt>
                <c:pt idx="9101">
                  <c:v>0.38518518518518519</c:v>
                </c:pt>
                <c:pt idx="9102">
                  <c:v>0.38533333333333336</c:v>
                </c:pt>
                <c:pt idx="9103">
                  <c:v>0.38533333333333336</c:v>
                </c:pt>
                <c:pt idx="9104">
                  <c:v>0.38533333333333336</c:v>
                </c:pt>
                <c:pt idx="9105">
                  <c:v>0.38533333333333336</c:v>
                </c:pt>
                <c:pt idx="9106">
                  <c:v>0.38548148148148148</c:v>
                </c:pt>
                <c:pt idx="9107">
                  <c:v>0.38548148148148148</c:v>
                </c:pt>
                <c:pt idx="9108">
                  <c:v>0.38562962962962966</c:v>
                </c:pt>
                <c:pt idx="9109">
                  <c:v>0.38562962962962966</c:v>
                </c:pt>
                <c:pt idx="9110">
                  <c:v>0.38562962962962966</c:v>
                </c:pt>
                <c:pt idx="9111">
                  <c:v>0.38562962962962966</c:v>
                </c:pt>
                <c:pt idx="9112">
                  <c:v>0.38577777777777778</c:v>
                </c:pt>
                <c:pt idx="9113">
                  <c:v>0.38592592592592595</c:v>
                </c:pt>
                <c:pt idx="9114">
                  <c:v>0.38592592592592595</c:v>
                </c:pt>
                <c:pt idx="9115">
                  <c:v>0.38592592592592595</c:v>
                </c:pt>
                <c:pt idx="9116">
                  <c:v>0.38592592592592595</c:v>
                </c:pt>
                <c:pt idx="9117">
                  <c:v>0.38592592592592595</c:v>
                </c:pt>
                <c:pt idx="9118">
                  <c:v>0.38592592592592595</c:v>
                </c:pt>
                <c:pt idx="9119">
                  <c:v>0.38592592592592595</c:v>
                </c:pt>
                <c:pt idx="9120">
                  <c:v>0.38592592592592595</c:v>
                </c:pt>
                <c:pt idx="9121">
                  <c:v>0.38592592592592595</c:v>
                </c:pt>
                <c:pt idx="9122">
                  <c:v>0.38592592592592595</c:v>
                </c:pt>
                <c:pt idx="9123">
                  <c:v>0.38607407407407407</c:v>
                </c:pt>
                <c:pt idx="9124">
                  <c:v>0.38607407407407407</c:v>
                </c:pt>
                <c:pt idx="9125">
                  <c:v>0.38607407407407407</c:v>
                </c:pt>
                <c:pt idx="9126">
                  <c:v>0.38607407407407407</c:v>
                </c:pt>
                <c:pt idx="9127">
                  <c:v>0.38607407407407407</c:v>
                </c:pt>
                <c:pt idx="9128">
                  <c:v>0.38607407407407407</c:v>
                </c:pt>
                <c:pt idx="9129">
                  <c:v>0.38607407407407407</c:v>
                </c:pt>
                <c:pt idx="9130">
                  <c:v>0.38607407407407407</c:v>
                </c:pt>
                <c:pt idx="9131">
                  <c:v>0.38607407407407407</c:v>
                </c:pt>
                <c:pt idx="9132">
                  <c:v>0.38607407407407407</c:v>
                </c:pt>
                <c:pt idx="9133">
                  <c:v>0.38607407407407407</c:v>
                </c:pt>
                <c:pt idx="9134">
                  <c:v>0.38622222222222224</c:v>
                </c:pt>
                <c:pt idx="9135">
                  <c:v>0.38622222222222224</c:v>
                </c:pt>
                <c:pt idx="9136">
                  <c:v>0.38622222222222224</c:v>
                </c:pt>
                <c:pt idx="9137">
                  <c:v>0.38622222222222224</c:v>
                </c:pt>
                <c:pt idx="9138">
                  <c:v>0.38622222222222224</c:v>
                </c:pt>
                <c:pt idx="9139">
                  <c:v>0.38622222222222224</c:v>
                </c:pt>
                <c:pt idx="9140">
                  <c:v>0.38622222222222224</c:v>
                </c:pt>
                <c:pt idx="9141">
                  <c:v>0.38622222222222224</c:v>
                </c:pt>
                <c:pt idx="9142">
                  <c:v>0.38637037037037036</c:v>
                </c:pt>
                <c:pt idx="9143">
                  <c:v>0.38637037037037036</c:v>
                </c:pt>
                <c:pt idx="9144">
                  <c:v>0.38637037037037036</c:v>
                </c:pt>
                <c:pt idx="9145">
                  <c:v>0.38651851851851854</c:v>
                </c:pt>
                <c:pt idx="9146">
                  <c:v>0.38666666666666666</c:v>
                </c:pt>
                <c:pt idx="9147">
                  <c:v>0.38681481481481483</c:v>
                </c:pt>
                <c:pt idx="9148">
                  <c:v>0.38681481481481483</c:v>
                </c:pt>
                <c:pt idx="9149">
                  <c:v>0.38681481481481483</c:v>
                </c:pt>
                <c:pt idx="9150">
                  <c:v>0.38681481481481483</c:v>
                </c:pt>
                <c:pt idx="9151">
                  <c:v>0.38681481481481483</c:v>
                </c:pt>
                <c:pt idx="9152">
                  <c:v>0.38681481481481483</c:v>
                </c:pt>
                <c:pt idx="9153">
                  <c:v>0.38696296296296295</c:v>
                </c:pt>
                <c:pt idx="9154">
                  <c:v>0.38696296296296295</c:v>
                </c:pt>
                <c:pt idx="9155">
                  <c:v>0.38711111111111113</c:v>
                </c:pt>
                <c:pt idx="9156">
                  <c:v>0.38711111111111113</c:v>
                </c:pt>
                <c:pt idx="9157">
                  <c:v>0.38711111111111113</c:v>
                </c:pt>
                <c:pt idx="9158">
                  <c:v>0.38711111111111113</c:v>
                </c:pt>
                <c:pt idx="9159">
                  <c:v>0.38711111111111113</c:v>
                </c:pt>
                <c:pt idx="9160">
                  <c:v>0.38711111111111113</c:v>
                </c:pt>
                <c:pt idx="9161">
                  <c:v>0.38725925925925925</c:v>
                </c:pt>
                <c:pt idx="9162">
                  <c:v>0.38740740740740742</c:v>
                </c:pt>
                <c:pt idx="9163">
                  <c:v>0.38740740740740742</c:v>
                </c:pt>
                <c:pt idx="9164">
                  <c:v>0.38740740740740742</c:v>
                </c:pt>
                <c:pt idx="9165">
                  <c:v>0.38740740740740742</c:v>
                </c:pt>
                <c:pt idx="9166">
                  <c:v>0.38740740740740742</c:v>
                </c:pt>
                <c:pt idx="9167">
                  <c:v>0.38740740740740742</c:v>
                </c:pt>
                <c:pt idx="9168">
                  <c:v>0.38755555555555554</c:v>
                </c:pt>
                <c:pt idx="9169">
                  <c:v>0.38770370370370372</c:v>
                </c:pt>
                <c:pt idx="9170">
                  <c:v>0.38770370370370372</c:v>
                </c:pt>
                <c:pt idx="9171">
                  <c:v>0.38770370370370372</c:v>
                </c:pt>
                <c:pt idx="9172">
                  <c:v>0.38785185185185184</c:v>
                </c:pt>
                <c:pt idx="9173">
                  <c:v>0.38785185185185184</c:v>
                </c:pt>
                <c:pt idx="9174">
                  <c:v>0.38785185185185184</c:v>
                </c:pt>
                <c:pt idx="9175">
                  <c:v>0.38785185185185184</c:v>
                </c:pt>
                <c:pt idx="9176">
                  <c:v>0.38800000000000001</c:v>
                </c:pt>
                <c:pt idx="9177">
                  <c:v>0.38800000000000001</c:v>
                </c:pt>
                <c:pt idx="9178">
                  <c:v>0.38800000000000001</c:v>
                </c:pt>
                <c:pt idx="9179">
                  <c:v>0.38800000000000001</c:v>
                </c:pt>
                <c:pt idx="9180">
                  <c:v>0.38800000000000001</c:v>
                </c:pt>
                <c:pt idx="9181">
                  <c:v>0.38800000000000001</c:v>
                </c:pt>
                <c:pt idx="9182">
                  <c:v>0.38800000000000001</c:v>
                </c:pt>
                <c:pt idx="9183">
                  <c:v>0.38814814814814813</c:v>
                </c:pt>
                <c:pt idx="9184">
                  <c:v>0.38829629629629631</c:v>
                </c:pt>
                <c:pt idx="9185">
                  <c:v>0.38829629629629631</c:v>
                </c:pt>
                <c:pt idx="9186">
                  <c:v>0.38829629629629631</c:v>
                </c:pt>
                <c:pt idx="9187">
                  <c:v>0.38829629629629631</c:v>
                </c:pt>
                <c:pt idx="9188">
                  <c:v>0.38829629629629631</c:v>
                </c:pt>
                <c:pt idx="9189">
                  <c:v>0.38844444444444443</c:v>
                </c:pt>
                <c:pt idx="9190">
                  <c:v>0.38844444444444443</c:v>
                </c:pt>
                <c:pt idx="9191">
                  <c:v>0.38844444444444443</c:v>
                </c:pt>
                <c:pt idx="9192">
                  <c:v>0.38844444444444443</c:v>
                </c:pt>
                <c:pt idx="9193">
                  <c:v>0.38844444444444443</c:v>
                </c:pt>
                <c:pt idx="9194">
                  <c:v>0.38844444444444443</c:v>
                </c:pt>
                <c:pt idx="9195">
                  <c:v>0.38844444444444443</c:v>
                </c:pt>
                <c:pt idx="9196">
                  <c:v>0.38844444444444443</c:v>
                </c:pt>
                <c:pt idx="9197">
                  <c:v>0.38844444444444443</c:v>
                </c:pt>
                <c:pt idx="9198">
                  <c:v>0.38844444444444443</c:v>
                </c:pt>
                <c:pt idx="9199">
                  <c:v>0.38844444444444443</c:v>
                </c:pt>
                <c:pt idx="9200">
                  <c:v>0.38844444444444443</c:v>
                </c:pt>
                <c:pt idx="9201">
                  <c:v>0.38844444444444443</c:v>
                </c:pt>
                <c:pt idx="9202">
                  <c:v>0.38844444444444443</c:v>
                </c:pt>
                <c:pt idx="9203">
                  <c:v>0.38844444444444443</c:v>
                </c:pt>
                <c:pt idx="9204">
                  <c:v>0.38844444444444443</c:v>
                </c:pt>
                <c:pt idx="9205">
                  <c:v>0.3885925925925926</c:v>
                </c:pt>
                <c:pt idx="9206">
                  <c:v>0.3885925925925926</c:v>
                </c:pt>
                <c:pt idx="9207">
                  <c:v>0.38874074074074072</c:v>
                </c:pt>
                <c:pt idx="9208">
                  <c:v>0.38874074074074072</c:v>
                </c:pt>
                <c:pt idx="9209">
                  <c:v>0.38874074074074072</c:v>
                </c:pt>
                <c:pt idx="9210">
                  <c:v>0.38874074074074072</c:v>
                </c:pt>
                <c:pt idx="9211">
                  <c:v>0.38874074074074072</c:v>
                </c:pt>
                <c:pt idx="9212">
                  <c:v>0.3888888888888889</c:v>
                </c:pt>
                <c:pt idx="9213">
                  <c:v>0.38903703703703701</c:v>
                </c:pt>
                <c:pt idx="9214">
                  <c:v>0.38903703703703701</c:v>
                </c:pt>
                <c:pt idx="9215">
                  <c:v>0.38918518518518519</c:v>
                </c:pt>
                <c:pt idx="9216">
                  <c:v>0.38918518518518519</c:v>
                </c:pt>
                <c:pt idx="9217">
                  <c:v>0.38918518518518519</c:v>
                </c:pt>
                <c:pt idx="9218">
                  <c:v>0.38918518518518519</c:v>
                </c:pt>
                <c:pt idx="9219">
                  <c:v>0.38918518518518519</c:v>
                </c:pt>
                <c:pt idx="9220">
                  <c:v>0.38918518518518519</c:v>
                </c:pt>
                <c:pt idx="9221">
                  <c:v>0.38918518518518519</c:v>
                </c:pt>
                <c:pt idx="9222">
                  <c:v>0.38918518518518519</c:v>
                </c:pt>
                <c:pt idx="9223">
                  <c:v>0.38933333333333331</c:v>
                </c:pt>
                <c:pt idx="9224">
                  <c:v>0.38933333333333331</c:v>
                </c:pt>
                <c:pt idx="9225">
                  <c:v>0.38948148148148148</c:v>
                </c:pt>
                <c:pt idx="9226">
                  <c:v>0.38948148148148148</c:v>
                </c:pt>
                <c:pt idx="9227">
                  <c:v>0.3896296296296296</c:v>
                </c:pt>
                <c:pt idx="9228">
                  <c:v>0.3896296296296296</c:v>
                </c:pt>
                <c:pt idx="9229">
                  <c:v>0.3896296296296296</c:v>
                </c:pt>
                <c:pt idx="9230">
                  <c:v>0.38977777777777778</c:v>
                </c:pt>
                <c:pt idx="9231">
                  <c:v>0.38977777777777778</c:v>
                </c:pt>
                <c:pt idx="9232">
                  <c:v>0.38992592592592595</c:v>
                </c:pt>
                <c:pt idx="9233">
                  <c:v>0.38992592592592595</c:v>
                </c:pt>
                <c:pt idx="9234">
                  <c:v>0.38992592592592595</c:v>
                </c:pt>
                <c:pt idx="9235">
                  <c:v>0.38992592592592595</c:v>
                </c:pt>
                <c:pt idx="9236">
                  <c:v>0.38992592592592595</c:v>
                </c:pt>
                <c:pt idx="9237">
                  <c:v>0.38992592592592595</c:v>
                </c:pt>
                <c:pt idx="9238">
                  <c:v>0.38992592592592595</c:v>
                </c:pt>
                <c:pt idx="9239">
                  <c:v>0.38992592592592595</c:v>
                </c:pt>
                <c:pt idx="9240">
                  <c:v>0.38992592592592595</c:v>
                </c:pt>
                <c:pt idx="9241">
                  <c:v>0.38992592592592595</c:v>
                </c:pt>
                <c:pt idx="9242">
                  <c:v>0.38992592592592595</c:v>
                </c:pt>
                <c:pt idx="9243">
                  <c:v>0.38992592592592595</c:v>
                </c:pt>
                <c:pt idx="9244">
                  <c:v>0.38992592592592595</c:v>
                </c:pt>
                <c:pt idx="9245">
                  <c:v>0.39007407407407407</c:v>
                </c:pt>
                <c:pt idx="9246">
                  <c:v>0.39022222222222225</c:v>
                </c:pt>
                <c:pt idx="9247">
                  <c:v>0.39022222222222225</c:v>
                </c:pt>
                <c:pt idx="9248">
                  <c:v>0.39022222222222225</c:v>
                </c:pt>
                <c:pt idx="9249">
                  <c:v>0.39022222222222225</c:v>
                </c:pt>
                <c:pt idx="9250">
                  <c:v>0.39037037037037037</c:v>
                </c:pt>
                <c:pt idx="9251">
                  <c:v>0.39037037037037037</c:v>
                </c:pt>
                <c:pt idx="9252">
                  <c:v>0.39037037037037037</c:v>
                </c:pt>
                <c:pt idx="9253">
                  <c:v>0.39051851851851854</c:v>
                </c:pt>
                <c:pt idx="9254">
                  <c:v>0.39051851851851854</c:v>
                </c:pt>
                <c:pt idx="9255">
                  <c:v>0.39051851851851854</c:v>
                </c:pt>
                <c:pt idx="9256">
                  <c:v>0.39051851851851854</c:v>
                </c:pt>
                <c:pt idx="9257">
                  <c:v>0.39051851851851854</c:v>
                </c:pt>
                <c:pt idx="9258">
                  <c:v>0.39051851851851854</c:v>
                </c:pt>
                <c:pt idx="9259">
                  <c:v>0.39051851851851854</c:v>
                </c:pt>
                <c:pt idx="9260">
                  <c:v>0.39051851851851854</c:v>
                </c:pt>
                <c:pt idx="9261">
                  <c:v>0.39051851851851854</c:v>
                </c:pt>
                <c:pt idx="9262">
                  <c:v>0.39066666666666666</c:v>
                </c:pt>
                <c:pt idx="9263">
                  <c:v>0.39066666666666666</c:v>
                </c:pt>
                <c:pt idx="9264">
                  <c:v>0.39081481481481484</c:v>
                </c:pt>
                <c:pt idx="9265">
                  <c:v>0.39081481481481484</c:v>
                </c:pt>
                <c:pt idx="9266">
                  <c:v>0.39081481481481484</c:v>
                </c:pt>
                <c:pt idx="9267">
                  <c:v>0.39096296296296296</c:v>
                </c:pt>
                <c:pt idx="9268">
                  <c:v>0.39096296296296296</c:v>
                </c:pt>
                <c:pt idx="9269">
                  <c:v>0.39096296296296296</c:v>
                </c:pt>
                <c:pt idx="9270">
                  <c:v>0.39096296296296296</c:v>
                </c:pt>
                <c:pt idx="9271">
                  <c:v>0.39096296296296296</c:v>
                </c:pt>
                <c:pt idx="9272">
                  <c:v>0.39111111111111113</c:v>
                </c:pt>
                <c:pt idx="9273">
                  <c:v>0.39111111111111113</c:v>
                </c:pt>
                <c:pt idx="9274">
                  <c:v>0.39111111111111113</c:v>
                </c:pt>
                <c:pt idx="9275">
                  <c:v>0.39111111111111113</c:v>
                </c:pt>
                <c:pt idx="9276">
                  <c:v>0.39125925925925925</c:v>
                </c:pt>
                <c:pt idx="9277">
                  <c:v>0.39140740740740743</c:v>
                </c:pt>
                <c:pt idx="9278">
                  <c:v>0.39140740740740743</c:v>
                </c:pt>
                <c:pt idx="9279">
                  <c:v>0.39140740740740743</c:v>
                </c:pt>
                <c:pt idx="9280">
                  <c:v>0.39140740740740743</c:v>
                </c:pt>
                <c:pt idx="9281">
                  <c:v>0.39155555555555555</c:v>
                </c:pt>
                <c:pt idx="9282">
                  <c:v>0.39155555555555555</c:v>
                </c:pt>
                <c:pt idx="9283">
                  <c:v>0.39155555555555555</c:v>
                </c:pt>
                <c:pt idx="9284">
                  <c:v>0.39155555555555555</c:v>
                </c:pt>
                <c:pt idx="9285">
                  <c:v>0.39155555555555555</c:v>
                </c:pt>
                <c:pt idx="9286">
                  <c:v>0.39155555555555555</c:v>
                </c:pt>
                <c:pt idx="9287">
                  <c:v>0.39155555555555555</c:v>
                </c:pt>
                <c:pt idx="9288">
                  <c:v>0.39155555555555555</c:v>
                </c:pt>
                <c:pt idx="9289">
                  <c:v>0.39155555555555555</c:v>
                </c:pt>
                <c:pt idx="9290">
                  <c:v>0.39170370370370372</c:v>
                </c:pt>
                <c:pt idx="9291">
                  <c:v>0.39170370370370372</c:v>
                </c:pt>
                <c:pt idx="9292">
                  <c:v>0.39170370370370372</c:v>
                </c:pt>
                <c:pt idx="9293">
                  <c:v>0.39170370370370372</c:v>
                </c:pt>
                <c:pt idx="9294">
                  <c:v>0.39170370370370372</c:v>
                </c:pt>
                <c:pt idx="9295">
                  <c:v>0.39170370370370372</c:v>
                </c:pt>
                <c:pt idx="9296">
                  <c:v>0.39170370370370372</c:v>
                </c:pt>
                <c:pt idx="9297">
                  <c:v>0.39170370370370372</c:v>
                </c:pt>
                <c:pt idx="9298">
                  <c:v>0.39170370370370372</c:v>
                </c:pt>
                <c:pt idx="9299">
                  <c:v>0.39185185185185184</c:v>
                </c:pt>
                <c:pt idx="9300">
                  <c:v>0.39185185185185184</c:v>
                </c:pt>
                <c:pt idx="9301">
                  <c:v>0.39200000000000002</c:v>
                </c:pt>
                <c:pt idx="9302">
                  <c:v>0.39214814814814813</c:v>
                </c:pt>
                <c:pt idx="9303">
                  <c:v>0.39214814814814813</c:v>
                </c:pt>
                <c:pt idx="9304">
                  <c:v>0.39229629629629631</c:v>
                </c:pt>
                <c:pt idx="9305">
                  <c:v>0.39229629629629631</c:v>
                </c:pt>
                <c:pt idx="9306">
                  <c:v>0.39244444444444443</c:v>
                </c:pt>
                <c:pt idx="9307">
                  <c:v>0.39244444444444443</c:v>
                </c:pt>
                <c:pt idx="9308">
                  <c:v>0.39244444444444443</c:v>
                </c:pt>
                <c:pt idx="9309">
                  <c:v>0.3925925925925926</c:v>
                </c:pt>
                <c:pt idx="9310">
                  <c:v>0.3925925925925926</c:v>
                </c:pt>
                <c:pt idx="9311">
                  <c:v>0.3925925925925926</c:v>
                </c:pt>
                <c:pt idx="9312">
                  <c:v>0.39274074074074072</c:v>
                </c:pt>
                <c:pt idx="9313">
                  <c:v>0.39274074074074072</c:v>
                </c:pt>
                <c:pt idx="9314">
                  <c:v>0.39274074074074072</c:v>
                </c:pt>
                <c:pt idx="9315">
                  <c:v>0.39274074074074072</c:v>
                </c:pt>
                <c:pt idx="9316">
                  <c:v>0.3928888888888889</c:v>
                </c:pt>
                <c:pt idx="9317">
                  <c:v>0.3928888888888889</c:v>
                </c:pt>
                <c:pt idx="9318">
                  <c:v>0.3928888888888889</c:v>
                </c:pt>
                <c:pt idx="9319">
                  <c:v>0.3928888888888889</c:v>
                </c:pt>
                <c:pt idx="9320">
                  <c:v>0.3928888888888889</c:v>
                </c:pt>
                <c:pt idx="9321">
                  <c:v>0.3928888888888889</c:v>
                </c:pt>
                <c:pt idx="9322">
                  <c:v>0.3928888888888889</c:v>
                </c:pt>
                <c:pt idx="9323">
                  <c:v>0.39303703703703702</c:v>
                </c:pt>
                <c:pt idx="9324">
                  <c:v>0.39303703703703702</c:v>
                </c:pt>
                <c:pt idx="9325">
                  <c:v>0.39303703703703702</c:v>
                </c:pt>
                <c:pt idx="9326">
                  <c:v>0.39303703703703702</c:v>
                </c:pt>
                <c:pt idx="9327">
                  <c:v>0.39303703703703702</c:v>
                </c:pt>
                <c:pt idx="9328">
                  <c:v>0.39303703703703702</c:v>
                </c:pt>
                <c:pt idx="9329">
                  <c:v>0.39303703703703702</c:v>
                </c:pt>
                <c:pt idx="9330">
                  <c:v>0.39303703703703702</c:v>
                </c:pt>
                <c:pt idx="9331">
                  <c:v>0.39303703703703702</c:v>
                </c:pt>
                <c:pt idx="9332">
                  <c:v>0.39303703703703702</c:v>
                </c:pt>
                <c:pt idx="9333">
                  <c:v>0.39303703703703702</c:v>
                </c:pt>
                <c:pt idx="9334">
                  <c:v>0.39303703703703702</c:v>
                </c:pt>
                <c:pt idx="9335">
                  <c:v>0.39303703703703702</c:v>
                </c:pt>
                <c:pt idx="9336">
                  <c:v>0.39303703703703702</c:v>
                </c:pt>
                <c:pt idx="9337">
                  <c:v>0.39303703703703702</c:v>
                </c:pt>
                <c:pt idx="9338">
                  <c:v>0.39303703703703702</c:v>
                </c:pt>
                <c:pt idx="9339">
                  <c:v>0.39303703703703702</c:v>
                </c:pt>
                <c:pt idx="9340">
                  <c:v>0.39303703703703702</c:v>
                </c:pt>
                <c:pt idx="9341">
                  <c:v>0.39303703703703702</c:v>
                </c:pt>
                <c:pt idx="9342">
                  <c:v>0.39303703703703702</c:v>
                </c:pt>
                <c:pt idx="9343">
                  <c:v>0.39318518518518519</c:v>
                </c:pt>
                <c:pt idx="9344">
                  <c:v>0.39318518518518519</c:v>
                </c:pt>
                <c:pt idx="9345">
                  <c:v>0.39318518518518519</c:v>
                </c:pt>
                <c:pt idx="9346">
                  <c:v>0.39318518518518519</c:v>
                </c:pt>
                <c:pt idx="9347">
                  <c:v>0.39318518518518519</c:v>
                </c:pt>
                <c:pt idx="9348">
                  <c:v>0.39318518518518519</c:v>
                </c:pt>
                <c:pt idx="9349">
                  <c:v>0.39318518518518519</c:v>
                </c:pt>
                <c:pt idx="9350">
                  <c:v>0.39318518518518519</c:v>
                </c:pt>
                <c:pt idx="9351">
                  <c:v>0.39333333333333331</c:v>
                </c:pt>
                <c:pt idx="9352">
                  <c:v>0.39333333333333331</c:v>
                </c:pt>
                <c:pt idx="9353">
                  <c:v>0.39333333333333331</c:v>
                </c:pt>
                <c:pt idx="9354">
                  <c:v>0.39348148148148149</c:v>
                </c:pt>
                <c:pt idx="9355">
                  <c:v>0.39348148148148149</c:v>
                </c:pt>
                <c:pt idx="9356">
                  <c:v>0.39348148148148149</c:v>
                </c:pt>
                <c:pt idx="9357">
                  <c:v>0.39348148148148149</c:v>
                </c:pt>
                <c:pt idx="9358">
                  <c:v>0.39348148148148149</c:v>
                </c:pt>
                <c:pt idx="9359">
                  <c:v>0.39348148148148149</c:v>
                </c:pt>
                <c:pt idx="9360">
                  <c:v>0.39362962962962961</c:v>
                </c:pt>
                <c:pt idx="9361">
                  <c:v>0.39377777777777778</c:v>
                </c:pt>
                <c:pt idx="9362">
                  <c:v>0.39377777777777778</c:v>
                </c:pt>
                <c:pt idx="9363">
                  <c:v>0.39377777777777778</c:v>
                </c:pt>
                <c:pt idx="9364">
                  <c:v>0.39377777777777778</c:v>
                </c:pt>
                <c:pt idx="9365">
                  <c:v>0.3939259259259259</c:v>
                </c:pt>
                <c:pt idx="9366">
                  <c:v>0.39407407407407408</c:v>
                </c:pt>
                <c:pt idx="9367">
                  <c:v>0.3942222222222222</c:v>
                </c:pt>
                <c:pt idx="9368">
                  <c:v>0.39437037037037037</c:v>
                </c:pt>
                <c:pt idx="9369">
                  <c:v>0.39437037037037037</c:v>
                </c:pt>
                <c:pt idx="9370">
                  <c:v>0.39437037037037037</c:v>
                </c:pt>
                <c:pt idx="9371">
                  <c:v>0.39437037037037037</c:v>
                </c:pt>
                <c:pt idx="9372">
                  <c:v>0.39437037037037037</c:v>
                </c:pt>
                <c:pt idx="9373">
                  <c:v>0.39437037037037037</c:v>
                </c:pt>
                <c:pt idx="9374">
                  <c:v>0.39437037037037037</c:v>
                </c:pt>
                <c:pt idx="9375">
                  <c:v>0.39451851851851855</c:v>
                </c:pt>
                <c:pt idx="9376">
                  <c:v>0.39451851851851855</c:v>
                </c:pt>
                <c:pt idx="9377">
                  <c:v>0.39466666666666667</c:v>
                </c:pt>
                <c:pt idx="9378">
                  <c:v>0.39466666666666667</c:v>
                </c:pt>
                <c:pt idx="9379">
                  <c:v>0.39466666666666667</c:v>
                </c:pt>
                <c:pt idx="9380">
                  <c:v>0.39481481481481484</c:v>
                </c:pt>
                <c:pt idx="9381">
                  <c:v>0.39481481481481484</c:v>
                </c:pt>
                <c:pt idx="9382">
                  <c:v>0.39481481481481484</c:v>
                </c:pt>
                <c:pt idx="9383">
                  <c:v>0.39496296296296296</c:v>
                </c:pt>
                <c:pt idx="9384">
                  <c:v>0.39496296296296296</c:v>
                </c:pt>
                <c:pt idx="9385">
                  <c:v>0.39511111111111114</c:v>
                </c:pt>
                <c:pt idx="9386">
                  <c:v>0.39511111111111114</c:v>
                </c:pt>
                <c:pt idx="9387">
                  <c:v>0.39511111111111114</c:v>
                </c:pt>
                <c:pt idx="9388">
                  <c:v>0.39511111111111114</c:v>
                </c:pt>
                <c:pt idx="9389">
                  <c:v>0.39525925925925925</c:v>
                </c:pt>
                <c:pt idx="9390">
                  <c:v>0.39525925925925925</c:v>
                </c:pt>
                <c:pt idx="9391">
                  <c:v>0.39525925925925925</c:v>
                </c:pt>
                <c:pt idx="9392">
                  <c:v>0.39525925925925925</c:v>
                </c:pt>
                <c:pt idx="9393">
                  <c:v>0.39525925925925925</c:v>
                </c:pt>
                <c:pt idx="9394">
                  <c:v>0.39540740740740743</c:v>
                </c:pt>
                <c:pt idx="9395">
                  <c:v>0.39540740740740743</c:v>
                </c:pt>
                <c:pt idx="9396">
                  <c:v>0.39555555555555555</c:v>
                </c:pt>
                <c:pt idx="9397">
                  <c:v>0.39555555555555555</c:v>
                </c:pt>
                <c:pt idx="9398">
                  <c:v>0.39555555555555555</c:v>
                </c:pt>
                <c:pt idx="9399">
                  <c:v>0.39555555555555555</c:v>
                </c:pt>
                <c:pt idx="9400">
                  <c:v>0.39555555555555555</c:v>
                </c:pt>
                <c:pt idx="9401">
                  <c:v>0.39555555555555555</c:v>
                </c:pt>
                <c:pt idx="9402">
                  <c:v>0.39570370370370372</c:v>
                </c:pt>
                <c:pt idx="9403">
                  <c:v>0.39570370370370372</c:v>
                </c:pt>
                <c:pt idx="9404">
                  <c:v>0.39570370370370372</c:v>
                </c:pt>
                <c:pt idx="9405">
                  <c:v>0.39570370370370372</c:v>
                </c:pt>
                <c:pt idx="9406">
                  <c:v>0.39570370370370372</c:v>
                </c:pt>
                <c:pt idx="9407">
                  <c:v>0.39570370370370372</c:v>
                </c:pt>
                <c:pt idx="9408">
                  <c:v>0.39585185185185184</c:v>
                </c:pt>
                <c:pt idx="9409">
                  <c:v>0.39585185185185184</c:v>
                </c:pt>
                <c:pt idx="9410">
                  <c:v>0.39585185185185184</c:v>
                </c:pt>
                <c:pt idx="9411">
                  <c:v>0.39600000000000002</c:v>
                </c:pt>
                <c:pt idx="9412">
                  <c:v>0.39600000000000002</c:v>
                </c:pt>
                <c:pt idx="9413">
                  <c:v>0.39600000000000002</c:v>
                </c:pt>
                <c:pt idx="9414">
                  <c:v>0.39600000000000002</c:v>
                </c:pt>
                <c:pt idx="9415">
                  <c:v>0.39614814814814814</c:v>
                </c:pt>
                <c:pt idx="9416">
                  <c:v>0.39614814814814814</c:v>
                </c:pt>
                <c:pt idx="9417">
                  <c:v>0.39614814814814814</c:v>
                </c:pt>
                <c:pt idx="9418">
                  <c:v>0.39614814814814814</c:v>
                </c:pt>
                <c:pt idx="9419">
                  <c:v>0.39629629629629631</c:v>
                </c:pt>
                <c:pt idx="9420">
                  <c:v>0.39629629629629631</c:v>
                </c:pt>
                <c:pt idx="9421">
                  <c:v>0.39629629629629631</c:v>
                </c:pt>
                <c:pt idx="9422">
                  <c:v>0.39644444444444443</c:v>
                </c:pt>
                <c:pt idx="9423">
                  <c:v>0.39644444444444443</c:v>
                </c:pt>
                <c:pt idx="9424">
                  <c:v>0.39644444444444443</c:v>
                </c:pt>
                <c:pt idx="9425">
                  <c:v>0.39644444444444443</c:v>
                </c:pt>
                <c:pt idx="9426">
                  <c:v>0.39644444444444443</c:v>
                </c:pt>
                <c:pt idx="9427">
                  <c:v>0.39644444444444443</c:v>
                </c:pt>
                <c:pt idx="9428">
                  <c:v>0.39644444444444443</c:v>
                </c:pt>
                <c:pt idx="9429">
                  <c:v>0.39659259259259261</c:v>
                </c:pt>
                <c:pt idx="9430">
                  <c:v>0.39659259259259261</c:v>
                </c:pt>
                <c:pt idx="9431">
                  <c:v>0.39674074074074073</c:v>
                </c:pt>
                <c:pt idx="9432">
                  <c:v>0.39674074074074073</c:v>
                </c:pt>
                <c:pt idx="9433">
                  <c:v>0.3968888888888889</c:v>
                </c:pt>
                <c:pt idx="9434">
                  <c:v>0.3968888888888889</c:v>
                </c:pt>
                <c:pt idx="9435">
                  <c:v>0.39703703703703702</c:v>
                </c:pt>
                <c:pt idx="9436">
                  <c:v>0.39703703703703702</c:v>
                </c:pt>
                <c:pt idx="9437">
                  <c:v>0.3971851851851852</c:v>
                </c:pt>
                <c:pt idx="9438">
                  <c:v>0.39733333333333332</c:v>
                </c:pt>
                <c:pt idx="9439">
                  <c:v>0.39733333333333332</c:v>
                </c:pt>
                <c:pt idx="9440">
                  <c:v>0.39733333333333332</c:v>
                </c:pt>
                <c:pt idx="9441">
                  <c:v>0.39733333333333332</c:v>
                </c:pt>
                <c:pt idx="9442">
                  <c:v>0.39733333333333332</c:v>
                </c:pt>
                <c:pt idx="9443">
                  <c:v>0.39733333333333332</c:v>
                </c:pt>
                <c:pt idx="9444">
                  <c:v>0.39748148148148149</c:v>
                </c:pt>
                <c:pt idx="9445">
                  <c:v>0.39748148148148149</c:v>
                </c:pt>
                <c:pt idx="9446">
                  <c:v>0.39762962962962961</c:v>
                </c:pt>
                <c:pt idx="9447">
                  <c:v>0.39762962962962961</c:v>
                </c:pt>
                <c:pt idx="9448">
                  <c:v>0.39762962962962961</c:v>
                </c:pt>
                <c:pt idx="9449">
                  <c:v>0.39762962962962961</c:v>
                </c:pt>
                <c:pt idx="9450">
                  <c:v>0.39777777777777779</c:v>
                </c:pt>
                <c:pt idx="9451">
                  <c:v>0.39777777777777779</c:v>
                </c:pt>
                <c:pt idx="9452">
                  <c:v>0.39777777777777779</c:v>
                </c:pt>
                <c:pt idx="9453">
                  <c:v>0.39792592592592591</c:v>
                </c:pt>
                <c:pt idx="9454">
                  <c:v>0.39792592592592591</c:v>
                </c:pt>
                <c:pt idx="9455">
                  <c:v>0.39792592592592591</c:v>
                </c:pt>
                <c:pt idx="9456">
                  <c:v>0.39792592592592591</c:v>
                </c:pt>
                <c:pt idx="9457">
                  <c:v>0.39792592592592591</c:v>
                </c:pt>
                <c:pt idx="9458">
                  <c:v>0.39807407407407408</c:v>
                </c:pt>
                <c:pt idx="9459">
                  <c:v>0.39807407407407408</c:v>
                </c:pt>
                <c:pt idx="9460">
                  <c:v>0.39807407407407408</c:v>
                </c:pt>
                <c:pt idx="9461">
                  <c:v>0.3982222222222222</c:v>
                </c:pt>
                <c:pt idx="9462">
                  <c:v>0.3982222222222222</c:v>
                </c:pt>
                <c:pt idx="9463">
                  <c:v>0.3982222222222222</c:v>
                </c:pt>
                <c:pt idx="9464">
                  <c:v>0.3982222222222222</c:v>
                </c:pt>
                <c:pt idx="9465">
                  <c:v>0.3982222222222222</c:v>
                </c:pt>
                <c:pt idx="9466">
                  <c:v>0.39837037037037037</c:v>
                </c:pt>
                <c:pt idx="9467">
                  <c:v>0.39851851851851849</c:v>
                </c:pt>
                <c:pt idx="9468">
                  <c:v>0.39851851851851849</c:v>
                </c:pt>
                <c:pt idx="9469">
                  <c:v>0.39851851851851849</c:v>
                </c:pt>
                <c:pt idx="9470">
                  <c:v>0.39851851851851849</c:v>
                </c:pt>
                <c:pt idx="9471">
                  <c:v>0.39866666666666667</c:v>
                </c:pt>
                <c:pt idx="9472">
                  <c:v>0.39866666666666667</c:v>
                </c:pt>
                <c:pt idx="9473">
                  <c:v>0.39866666666666667</c:v>
                </c:pt>
                <c:pt idx="9474">
                  <c:v>0.39866666666666667</c:v>
                </c:pt>
                <c:pt idx="9475">
                  <c:v>0.39866666666666667</c:v>
                </c:pt>
                <c:pt idx="9476">
                  <c:v>0.39881481481481479</c:v>
                </c:pt>
                <c:pt idx="9477">
                  <c:v>0.39881481481481479</c:v>
                </c:pt>
                <c:pt idx="9478">
                  <c:v>0.39896296296296296</c:v>
                </c:pt>
                <c:pt idx="9479">
                  <c:v>0.39896296296296296</c:v>
                </c:pt>
                <c:pt idx="9480">
                  <c:v>0.39896296296296296</c:v>
                </c:pt>
                <c:pt idx="9481">
                  <c:v>0.39896296296296296</c:v>
                </c:pt>
                <c:pt idx="9482">
                  <c:v>0.39896296296296296</c:v>
                </c:pt>
                <c:pt idx="9483">
                  <c:v>0.39896296296296296</c:v>
                </c:pt>
                <c:pt idx="9484">
                  <c:v>0.39896296296296296</c:v>
                </c:pt>
                <c:pt idx="9485">
                  <c:v>0.39896296296296296</c:v>
                </c:pt>
                <c:pt idx="9486">
                  <c:v>0.39896296296296296</c:v>
                </c:pt>
                <c:pt idx="9487">
                  <c:v>0.39896296296296296</c:v>
                </c:pt>
                <c:pt idx="9488">
                  <c:v>0.39896296296296296</c:v>
                </c:pt>
                <c:pt idx="9489">
                  <c:v>0.39911111111111114</c:v>
                </c:pt>
                <c:pt idx="9490">
                  <c:v>0.39925925925925926</c:v>
                </c:pt>
                <c:pt idx="9491">
                  <c:v>0.39925925925925926</c:v>
                </c:pt>
                <c:pt idx="9492">
                  <c:v>0.39925925925925926</c:v>
                </c:pt>
                <c:pt idx="9493">
                  <c:v>0.39940740740740743</c:v>
                </c:pt>
                <c:pt idx="9494">
                  <c:v>0.39940740740740743</c:v>
                </c:pt>
                <c:pt idx="9495">
                  <c:v>0.39940740740740743</c:v>
                </c:pt>
                <c:pt idx="9496">
                  <c:v>0.39940740740740743</c:v>
                </c:pt>
                <c:pt idx="9497">
                  <c:v>0.39940740740740743</c:v>
                </c:pt>
                <c:pt idx="9498">
                  <c:v>0.39940740740740743</c:v>
                </c:pt>
                <c:pt idx="9499">
                  <c:v>0.39940740740740743</c:v>
                </c:pt>
                <c:pt idx="9500">
                  <c:v>0.39940740740740743</c:v>
                </c:pt>
                <c:pt idx="9501">
                  <c:v>0.39940740740740743</c:v>
                </c:pt>
                <c:pt idx="9502">
                  <c:v>0.39940740740740743</c:v>
                </c:pt>
                <c:pt idx="9503">
                  <c:v>0.39940740740740743</c:v>
                </c:pt>
                <c:pt idx="9504">
                  <c:v>0.39940740740740743</c:v>
                </c:pt>
                <c:pt idx="9505">
                  <c:v>0.39940740740740743</c:v>
                </c:pt>
                <c:pt idx="9506">
                  <c:v>0.39940740740740743</c:v>
                </c:pt>
                <c:pt idx="9507">
                  <c:v>0.39955555555555555</c:v>
                </c:pt>
                <c:pt idx="9508">
                  <c:v>0.39955555555555555</c:v>
                </c:pt>
                <c:pt idx="9509">
                  <c:v>0.39955555555555555</c:v>
                </c:pt>
                <c:pt idx="9510">
                  <c:v>0.39955555555555555</c:v>
                </c:pt>
                <c:pt idx="9511">
                  <c:v>0.39955555555555555</c:v>
                </c:pt>
                <c:pt idx="9512">
                  <c:v>0.39955555555555555</c:v>
                </c:pt>
                <c:pt idx="9513">
                  <c:v>0.39955555555555555</c:v>
                </c:pt>
                <c:pt idx="9514">
                  <c:v>0.39955555555555555</c:v>
                </c:pt>
                <c:pt idx="9515">
                  <c:v>0.39955555555555555</c:v>
                </c:pt>
                <c:pt idx="9516">
                  <c:v>0.39955555555555555</c:v>
                </c:pt>
                <c:pt idx="9517">
                  <c:v>0.39955555555555555</c:v>
                </c:pt>
                <c:pt idx="9518">
                  <c:v>0.39955555555555555</c:v>
                </c:pt>
                <c:pt idx="9519">
                  <c:v>0.39955555555555555</c:v>
                </c:pt>
                <c:pt idx="9520">
                  <c:v>0.39955555555555555</c:v>
                </c:pt>
                <c:pt idx="9521">
                  <c:v>0.39955555555555555</c:v>
                </c:pt>
                <c:pt idx="9522">
                  <c:v>0.39955555555555555</c:v>
                </c:pt>
                <c:pt idx="9523">
                  <c:v>0.39955555555555555</c:v>
                </c:pt>
                <c:pt idx="9524">
                  <c:v>0.39955555555555555</c:v>
                </c:pt>
                <c:pt idx="9525">
                  <c:v>0.39955555555555555</c:v>
                </c:pt>
                <c:pt idx="9526">
                  <c:v>0.39970370370370373</c:v>
                </c:pt>
                <c:pt idx="9527">
                  <c:v>0.39970370370370373</c:v>
                </c:pt>
                <c:pt idx="9528">
                  <c:v>0.39970370370370373</c:v>
                </c:pt>
                <c:pt idx="9529">
                  <c:v>0.39970370370370373</c:v>
                </c:pt>
                <c:pt idx="9530">
                  <c:v>0.39970370370370373</c:v>
                </c:pt>
                <c:pt idx="9531">
                  <c:v>0.39970370370370373</c:v>
                </c:pt>
                <c:pt idx="9532">
                  <c:v>0.39970370370370373</c:v>
                </c:pt>
                <c:pt idx="9533">
                  <c:v>0.39985185185185185</c:v>
                </c:pt>
                <c:pt idx="9534">
                  <c:v>0.4</c:v>
                </c:pt>
                <c:pt idx="9535">
                  <c:v>0.4</c:v>
                </c:pt>
                <c:pt idx="9536">
                  <c:v>0.4</c:v>
                </c:pt>
                <c:pt idx="9537">
                  <c:v>0.4</c:v>
                </c:pt>
                <c:pt idx="9538">
                  <c:v>0.40014814814814814</c:v>
                </c:pt>
                <c:pt idx="9539">
                  <c:v>0.40014814814814814</c:v>
                </c:pt>
                <c:pt idx="9540">
                  <c:v>0.40014814814814814</c:v>
                </c:pt>
                <c:pt idx="9541">
                  <c:v>0.40014814814814814</c:v>
                </c:pt>
                <c:pt idx="9542">
                  <c:v>0.40029629629629632</c:v>
                </c:pt>
                <c:pt idx="9543">
                  <c:v>0.40029629629629632</c:v>
                </c:pt>
                <c:pt idx="9544">
                  <c:v>0.40044444444444444</c:v>
                </c:pt>
                <c:pt idx="9545">
                  <c:v>0.40059259259259261</c:v>
                </c:pt>
                <c:pt idx="9546">
                  <c:v>0.40059259259259261</c:v>
                </c:pt>
                <c:pt idx="9547">
                  <c:v>0.40059259259259261</c:v>
                </c:pt>
                <c:pt idx="9548">
                  <c:v>0.40059259259259261</c:v>
                </c:pt>
                <c:pt idx="9549">
                  <c:v>0.40059259259259261</c:v>
                </c:pt>
                <c:pt idx="9550">
                  <c:v>0.40059259259259261</c:v>
                </c:pt>
                <c:pt idx="9551">
                  <c:v>0.40059259259259261</c:v>
                </c:pt>
                <c:pt idx="9552">
                  <c:v>0.40074074074074073</c:v>
                </c:pt>
                <c:pt idx="9553">
                  <c:v>0.40074074074074073</c:v>
                </c:pt>
                <c:pt idx="9554">
                  <c:v>0.40074074074074073</c:v>
                </c:pt>
                <c:pt idx="9555">
                  <c:v>0.40074074074074073</c:v>
                </c:pt>
                <c:pt idx="9556">
                  <c:v>0.40074074074074073</c:v>
                </c:pt>
                <c:pt idx="9557">
                  <c:v>0.40074074074074073</c:v>
                </c:pt>
                <c:pt idx="9558">
                  <c:v>0.40088888888888891</c:v>
                </c:pt>
                <c:pt idx="9559">
                  <c:v>0.40103703703703703</c:v>
                </c:pt>
                <c:pt idx="9560">
                  <c:v>0.40103703703703703</c:v>
                </c:pt>
                <c:pt idx="9561">
                  <c:v>0.40103703703703703</c:v>
                </c:pt>
                <c:pt idx="9562">
                  <c:v>0.40103703703703703</c:v>
                </c:pt>
                <c:pt idx="9563">
                  <c:v>0.40103703703703703</c:v>
                </c:pt>
                <c:pt idx="9564">
                  <c:v>0.40103703703703703</c:v>
                </c:pt>
                <c:pt idx="9565">
                  <c:v>0.4011851851851852</c:v>
                </c:pt>
                <c:pt idx="9566">
                  <c:v>0.4011851851851852</c:v>
                </c:pt>
                <c:pt idx="9567">
                  <c:v>0.4011851851851852</c:v>
                </c:pt>
                <c:pt idx="9568">
                  <c:v>0.40133333333333332</c:v>
                </c:pt>
                <c:pt idx="9569">
                  <c:v>0.40133333333333332</c:v>
                </c:pt>
                <c:pt idx="9570">
                  <c:v>0.40148148148148149</c:v>
                </c:pt>
                <c:pt idx="9571">
                  <c:v>0.40148148148148149</c:v>
                </c:pt>
                <c:pt idx="9572">
                  <c:v>0.40148148148148149</c:v>
                </c:pt>
                <c:pt idx="9573">
                  <c:v>0.40162962962962961</c:v>
                </c:pt>
                <c:pt idx="9574">
                  <c:v>0.40162962962962961</c:v>
                </c:pt>
                <c:pt idx="9575">
                  <c:v>0.40162962962962961</c:v>
                </c:pt>
                <c:pt idx="9576">
                  <c:v>0.40162962962962961</c:v>
                </c:pt>
                <c:pt idx="9577">
                  <c:v>0.40162962962962961</c:v>
                </c:pt>
                <c:pt idx="9578">
                  <c:v>0.40177777777777779</c:v>
                </c:pt>
                <c:pt idx="9579">
                  <c:v>0.40177777777777779</c:v>
                </c:pt>
                <c:pt idx="9580">
                  <c:v>0.40192592592592591</c:v>
                </c:pt>
                <c:pt idx="9581">
                  <c:v>0.40207407407407408</c:v>
                </c:pt>
                <c:pt idx="9582">
                  <c:v>0.40207407407407408</c:v>
                </c:pt>
                <c:pt idx="9583">
                  <c:v>0.4022222222222222</c:v>
                </c:pt>
                <c:pt idx="9584">
                  <c:v>0.4022222222222222</c:v>
                </c:pt>
                <c:pt idx="9585">
                  <c:v>0.40237037037037038</c:v>
                </c:pt>
                <c:pt idx="9586">
                  <c:v>0.40237037037037038</c:v>
                </c:pt>
                <c:pt idx="9587">
                  <c:v>0.40237037037037038</c:v>
                </c:pt>
                <c:pt idx="9588">
                  <c:v>0.4025185185185185</c:v>
                </c:pt>
                <c:pt idx="9589">
                  <c:v>0.4025185185185185</c:v>
                </c:pt>
                <c:pt idx="9590">
                  <c:v>0.4025185185185185</c:v>
                </c:pt>
                <c:pt idx="9591">
                  <c:v>0.4025185185185185</c:v>
                </c:pt>
                <c:pt idx="9592">
                  <c:v>0.4025185185185185</c:v>
                </c:pt>
                <c:pt idx="9593">
                  <c:v>0.40266666666666667</c:v>
                </c:pt>
                <c:pt idx="9594">
                  <c:v>0.40266666666666667</c:v>
                </c:pt>
                <c:pt idx="9595">
                  <c:v>0.40266666666666667</c:v>
                </c:pt>
                <c:pt idx="9596">
                  <c:v>0.40266666666666667</c:v>
                </c:pt>
                <c:pt idx="9597">
                  <c:v>0.40281481481481479</c:v>
                </c:pt>
                <c:pt idx="9598">
                  <c:v>0.40296296296296297</c:v>
                </c:pt>
                <c:pt idx="9599">
                  <c:v>0.40311111111111109</c:v>
                </c:pt>
                <c:pt idx="9600">
                  <c:v>0.40311111111111109</c:v>
                </c:pt>
                <c:pt idx="9601">
                  <c:v>0.40325925925925926</c:v>
                </c:pt>
                <c:pt idx="9602">
                  <c:v>0.40325925925925926</c:v>
                </c:pt>
                <c:pt idx="9603">
                  <c:v>0.40325925925925926</c:v>
                </c:pt>
                <c:pt idx="9604">
                  <c:v>0.40325925925925926</c:v>
                </c:pt>
                <c:pt idx="9605">
                  <c:v>0.40325925925925926</c:v>
                </c:pt>
                <c:pt idx="9606">
                  <c:v>0.40325925925925926</c:v>
                </c:pt>
                <c:pt idx="9607">
                  <c:v>0.40340740740740738</c:v>
                </c:pt>
                <c:pt idx="9608">
                  <c:v>0.40355555555555556</c:v>
                </c:pt>
                <c:pt idx="9609">
                  <c:v>0.40355555555555556</c:v>
                </c:pt>
                <c:pt idx="9610">
                  <c:v>0.40370370370370373</c:v>
                </c:pt>
                <c:pt idx="9611">
                  <c:v>0.40385185185185185</c:v>
                </c:pt>
                <c:pt idx="9612">
                  <c:v>0.40385185185185185</c:v>
                </c:pt>
                <c:pt idx="9613">
                  <c:v>0.40400000000000003</c:v>
                </c:pt>
                <c:pt idx="9614">
                  <c:v>0.40400000000000003</c:v>
                </c:pt>
                <c:pt idx="9615">
                  <c:v>0.40400000000000003</c:v>
                </c:pt>
                <c:pt idx="9616">
                  <c:v>0.40400000000000003</c:v>
                </c:pt>
                <c:pt idx="9617">
                  <c:v>0.40414814814814815</c:v>
                </c:pt>
                <c:pt idx="9618">
                  <c:v>0.40414814814814815</c:v>
                </c:pt>
                <c:pt idx="9619">
                  <c:v>0.40429629629629632</c:v>
                </c:pt>
                <c:pt idx="9620">
                  <c:v>0.40444444444444444</c:v>
                </c:pt>
                <c:pt idx="9621">
                  <c:v>0.40459259259259261</c:v>
                </c:pt>
                <c:pt idx="9622">
                  <c:v>0.40459259259259261</c:v>
                </c:pt>
                <c:pt idx="9623">
                  <c:v>0.40459259259259261</c:v>
                </c:pt>
                <c:pt idx="9624">
                  <c:v>0.40474074074074073</c:v>
                </c:pt>
                <c:pt idx="9625">
                  <c:v>0.40474074074074073</c:v>
                </c:pt>
                <c:pt idx="9626">
                  <c:v>0.40474074074074073</c:v>
                </c:pt>
                <c:pt idx="9627">
                  <c:v>0.40474074074074073</c:v>
                </c:pt>
                <c:pt idx="9628">
                  <c:v>0.40488888888888891</c:v>
                </c:pt>
                <c:pt idx="9629">
                  <c:v>0.40488888888888891</c:v>
                </c:pt>
                <c:pt idx="9630">
                  <c:v>0.40503703703703703</c:v>
                </c:pt>
                <c:pt idx="9631">
                  <c:v>0.40503703703703703</c:v>
                </c:pt>
                <c:pt idx="9632">
                  <c:v>0.4051851851851852</c:v>
                </c:pt>
                <c:pt idx="9633">
                  <c:v>0.4051851851851852</c:v>
                </c:pt>
                <c:pt idx="9634">
                  <c:v>0.40533333333333332</c:v>
                </c:pt>
                <c:pt idx="9635">
                  <c:v>0.40533333333333332</c:v>
                </c:pt>
                <c:pt idx="9636">
                  <c:v>0.40533333333333332</c:v>
                </c:pt>
                <c:pt idx="9637">
                  <c:v>0.4054814814814815</c:v>
                </c:pt>
                <c:pt idx="9638">
                  <c:v>0.40562962962962962</c:v>
                </c:pt>
                <c:pt idx="9639">
                  <c:v>0.40577777777777779</c:v>
                </c:pt>
                <c:pt idx="9640">
                  <c:v>0.40577777777777779</c:v>
                </c:pt>
                <c:pt idx="9641">
                  <c:v>0.40592592592592591</c:v>
                </c:pt>
                <c:pt idx="9642">
                  <c:v>0.40592592592592591</c:v>
                </c:pt>
                <c:pt idx="9643">
                  <c:v>0.40592592592592591</c:v>
                </c:pt>
                <c:pt idx="9644">
                  <c:v>0.40592592592592591</c:v>
                </c:pt>
                <c:pt idx="9645">
                  <c:v>0.40592592592592591</c:v>
                </c:pt>
                <c:pt idx="9646">
                  <c:v>0.40592592592592591</c:v>
                </c:pt>
                <c:pt idx="9647">
                  <c:v>0.40592592592592591</c:v>
                </c:pt>
                <c:pt idx="9648">
                  <c:v>0.40592592592592591</c:v>
                </c:pt>
                <c:pt idx="9649">
                  <c:v>0.40592592592592591</c:v>
                </c:pt>
                <c:pt idx="9650">
                  <c:v>0.40592592592592591</c:v>
                </c:pt>
                <c:pt idx="9651">
                  <c:v>0.40607407407407409</c:v>
                </c:pt>
                <c:pt idx="9652">
                  <c:v>0.40607407407407409</c:v>
                </c:pt>
                <c:pt idx="9653">
                  <c:v>0.40607407407407409</c:v>
                </c:pt>
                <c:pt idx="9654">
                  <c:v>0.40607407407407409</c:v>
                </c:pt>
                <c:pt idx="9655">
                  <c:v>0.40622222222222221</c:v>
                </c:pt>
                <c:pt idx="9656">
                  <c:v>0.40622222222222221</c:v>
                </c:pt>
                <c:pt idx="9657">
                  <c:v>0.40622222222222221</c:v>
                </c:pt>
                <c:pt idx="9658">
                  <c:v>0.40622222222222221</c:v>
                </c:pt>
                <c:pt idx="9659">
                  <c:v>0.40622222222222221</c:v>
                </c:pt>
                <c:pt idx="9660">
                  <c:v>0.40622222222222221</c:v>
                </c:pt>
                <c:pt idx="9661">
                  <c:v>0.40622222222222221</c:v>
                </c:pt>
                <c:pt idx="9662">
                  <c:v>0.40622222222222221</c:v>
                </c:pt>
                <c:pt idx="9663">
                  <c:v>0.40622222222222221</c:v>
                </c:pt>
                <c:pt idx="9664">
                  <c:v>0.40637037037037038</c:v>
                </c:pt>
                <c:pt idx="9665">
                  <c:v>0.4065185185185185</c:v>
                </c:pt>
                <c:pt idx="9666">
                  <c:v>0.4065185185185185</c:v>
                </c:pt>
                <c:pt idx="9667">
                  <c:v>0.40666666666666668</c:v>
                </c:pt>
                <c:pt idx="9668">
                  <c:v>0.40666666666666668</c:v>
                </c:pt>
                <c:pt idx="9669">
                  <c:v>0.4068148148148148</c:v>
                </c:pt>
                <c:pt idx="9670">
                  <c:v>0.4068148148148148</c:v>
                </c:pt>
                <c:pt idx="9671">
                  <c:v>0.4068148148148148</c:v>
                </c:pt>
                <c:pt idx="9672">
                  <c:v>0.40696296296296297</c:v>
                </c:pt>
                <c:pt idx="9673">
                  <c:v>0.40711111111111109</c:v>
                </c:pt>
                <c:pt idx="9674">
                  <c:v>0.40711111111111109</c:v>
                </c:pt>
                <c:pt idx="9675">
                  <c:v>0.40725925925925927</c:v>
                </c:pt>
                <c:pt idx="9676">
                  <c:v>0.40740740740740738</c:v>
                </c:pt>
                <c:pt idx="9677">
                  <c:v>0.40740740740740738</c:v>
                </c:pt>
                <c:pt idx="9678">
                  <c:v>0.40755555555555556</c:v>
                </c:pt>
                <c:pt idx="9679">
                  <c:v>0.40755555555555556</c:v>
                </c:pt>
                <c:pt idx="9680">
                  <c:v>0.40770370370370368</c:v>
                </c:pt>
                <c:pt idx="9681">
                  <c:v>0.40770370370370368</c:v>
                </c:pt>
                <c:pt idx="9682">
                  <c:v>0.40770370370370368</c:v>
                </c:pt>
                <c:pt idx="9683">
                  <c:v>0.40785185185185185</c:v>
                </c:pt>
                <c:pt idx="9684">
                  <c:v>0.40785185185185185</c:v>
                </c:pt>
                <c:pt idx="9685">
                  <c:v>0.40785185185185185</c:v>
                </c:pt>
                <c:pt idx="9686">
                  <c:v>0.40799999999999997</c:v>
                </c:pt>
                <c:pt idx="9687">
                  <c:v>0.40814814814814815</c:v>
                </c:pt>
                <c:pt idx="9688">
                  <c:v>0.40829629629629632</c:v>
                </c:pt>
                <c:pt idx="9689">
                  <c:v>0.40829629629629632</c:v>
                </c:pt>
                <c:pt idx="9690">
                  <c:v>0.40844444444444444</c:v>
                </c:pt>
                <c:pt idx="9691">
                  <c:v>0.40844444444444444</c:v>
                </c:pt>
                <c:pt idx="9692">
                  <c:v>0.40844444444444444</c:v>
                </c:pt>
                <c:pt idx="9693">
                  <c:v>0.40859259259259262</c:v>
                </c:pt>
                <c:pt idx="9694">
                  <c:v>0.40859259259259262</c:v>
                </c:pt>
                <c:pt idx="9695">
                  <c:v>0.40859259259259262</c:v>
                </c:pt>
                <c:pt idx="9696">
                  <c:v>0.40859259259259262</c:v>
                </c:pt>
                <c:pt idx="9697">
                  <c:v>0.40874074074074074</c:v>
                </c:pt>
                <c:pt idx="9698">
                  <c:v>0.40874074074074074</c:v>
                </c:pt>
                <c:pt idx="9699">
                  <c:v>0.40888888888888891</c:v>
                </c:pt>
                <c:pt idx="9700">
                  <c:v>0.40888888888888891</c:v>
                </c:pt>
                <c:pt idx="9701">
                  <c:v>0.40888888888888891</c:v>
                </c:pt>
                <c:pt idx="9702">
                  <c:v>0.40903703703703703</c:v>
                </c:pt>
                <c:pt idx="9703">
                  <c:v>0.40903703703703703</c:v>
                </c:pt>
                <c:pt idx="9704">
                  <c:v>0.40903703703703703</c:v>
                </c:pt>
                <c:pt idx="9705">
                  <c:v>0.40903703703703703</c:v>
                </c:pt>
                <c:pt idx="9706">
                  <c:v>0.40918518518518521</c:v>
                </c:pt>
                <c:pt idx="9707">
                  <c:v>0.40918518518518521</c:v>
                </c:pt>
                <c:pt idx="9708">
                  <c:v>0.40918518518518521</c:v>
                </c:pt>
                <c:pt idx="9709">
                  <c:v>0.40918518518518521</c:v>
                </c:pt>
                <c:pt idx="9710">
                  <c:v>0.40918518518518521</c:v>
                </c:pt>
                <c:pt idx="9711">
                  <c:v>0.40918518518518521</c:v>
                </c:pt>
                <c:pt idx="9712">
                  <c:v>0.40918518518518521</c:v>
                </c:pt>
                <c:pt idx="9713">
                  <c:v>0.40918518518518521</c:v>
                </c:pt>
                <c:pt idx="9714">
                  <c:v>0.40933333333333333</c:v>
                </c:pt>
                <c:pt idx="9715">
                  <c:v>0.40933333333333333</c:v>
                </c:pt>
                <c:pt idx="9716">
                  <c:v>0.40933333333333333</c:v>
                </c:pt>
                <c:pt idx="9717">
                  <c:v>0.40933333333333333</c:v>
                </c:pt>
                <c:pt idx="9718">
                  <c:v>0.40933333333333333</c:v>
                </c:pt>
                <c:pt idx="9719">
                  <c:v>0.40933333333333333</c:v>
                </c:pt>
                <c:pt idx="9720">
                  <c:v>0.40933333333333333</c:v>
                </c:pt>
                <c:pt idx="9721">
                  <c:v>0.40933333333333333</c:v>
                </c:pt>
                <c:pt idx="9722">
                  <c:v>0.4094814814814815</c:v>
                </c:pt>
                <c:pt idx="9723">
                  <c:v>0.40962962962962962</c:v>
                </c:pt>
                <c:pt idx="9724">
                  <c:v>0.4097777777777778</c:v>
                </c:pt>
                <c:pt idx="9725">
                  <c:v>0.4097777777777778</c:v>
                </c:pt>
                <c:pt idx="9726">
                  <c:v>0.4097777777777778</c:v>
                </c:pt>
                <c:pt idx="9727">
                  <c:v>0.4097777777777778</c:v>
                </c:pt>
                <c:pt idx="9728">
                  <c:v>0.40992592592592592</c:v>
                </c:pt>
                <c:pt idx="9729">
                  <c:v>0.40992592592592592</c:v>
                </c:pt>
                <c:pt idx="9730">
                  <c:v>0.40992592592592592</c:v>
                </c:pt>
                <c:pt idx="9731">
                  <c:v>0.40992592592592592</c:v>
                </c:pt>
                <c:pt idx="9732">
                  <c:v>0.40992592592592592</c:v>
                </c:pt>
                <c:pt idx="9733">
                  <c:v>0.40992592592592592</c:v>
                </c:pt>
                <c:pt idx="9734">
                  <c:v>0.41007407407407409</c:v>
                </c:pt>
                <c:pt idx="9735">
                  <c:v>0.41007407407407409</c:v>
                </c:pt>
                <c:pt idx="9736">
                  <c:v>0.41007407407407409</c:v>
                </c:pt>
                <c:pt idx="9737">
                  <c:v>0.41007407407407409</c:v>
                </c:pt>
                <c:pt idx="9738">
                  <c:v>0.41007407407407409</c:v>
                </c:pt>
                <c:pt idx="9739">
                  <c:v>0.41007407407407409</c:v>
                </c:pt>
                <c:pt idx="9740">
                  <c:v>0.41007407407407409</c:v>
                </c:pt>
                <c:pt idx="9741">
                  <c:v>0.41007407407407409</c:v>
                </c:pt>
                <c:pt idx="9742">
                  <c:v>0.41007407407407409</c:v>
                </c:pt>
                <c:pt idx="9743">
                  <c:v>0.41007407407407409</c:v>
                </c:pt>
                <c:pt idx="9744">
                  <c:v>0.41007407407407409</c:v>
                </c:pt>
                <c:pt idx="9745">
                  <c:v>0.41007407407407409</c:v>
                </c:pt>
                <c:pt idx="9746">
                  <c:v>0.41007407407407409</c:v>
                </c:pt>
                <c:pt idx="9747">
                  <c:v>0.41007407407407409</c:v>
                </c:pt>
                <c:pt idx="9748">
                  <c:v>0.41007407407407409</c:v>
                </c:pt>
                <c:pt idx="9749">
                  <c:v>0.41007407407407409</c:v>
                </c:pt>
                <c:pt idx="9750">
                  <c:v>0.41022222222222221</c:v>
                </c:pt>
                <c:pt idx="9751">
                  <c:v>0.41037037037037039</c:v>
                </c:pt>
                <c:pt idx="9752">
                  <c:v>0.41037037037037039</c:v>
                </c:pt>
                <c:pt idx="9753">
                  <c:v>0.41037037037037039</c:v>
                </c:pt>
                <c:pt idx="9754">
                  <c:v>0.4105185185185185</c:v>
                </c:pt>
                <c:pt idx="9755">
                  <c:v>0.4105185185185185</c:v>
                </c:pt>
                <c:pt idx="9756">
                  <c:v>0.4105185185185185</c:v>
                </c:pt>
                <c:pt idx="9757">
                  <c:v>0.41066666666666668</c:v>
                </c:pt>
                <c:pt idx="9758">
                  <c:v>0.41066666666666668</c:v>
                </c:pt>
                <c:pt idx="9759">
                  <c:v>0.41066666666666668</c:v>
                </c:pt>
                <c:pt idx="9760">
                  <c:v>0.4108148148148148</c:v>
                </c:pt>
                <c:pt idx="9761">
                  <c:v>0.4108148148148148</c:v>
                </c:pt>
                <c:pt idx="9762">
                  <c:v>0.4108148148148148</c:v>
                </c:pt>
                <c:pt idx="9763">
                  <c:v>0.4108148148148148</c:v>
                </c:pt>
                <c:pt idx="9764">
                  <c:v>0.41096296296296297</c:v>
                </c:pt>
                <c:pt idx="9765">
                  <c:v>0.41096296296296297</c:v>
                </c:pt>
                <c:pt idx="9766">
                  <c:v>0.41111111111111109</c:v>
                </c:pt>
                <c:pt idx="9767">
                  <c:v>0.41111111111111109</c:v>
                </c:pt>
                <c:pt idx="9768">
                  <c:v>0.41111111111111109</c:v>
                </c:pt>
                <c:pt idx="9769">
                  <c:v>0.41111111111111109</c:v>
                </c:pt>
                <c:pt idx="9770">
                  <c:v>0.41111111111111109</c:v>
                </c:pt>
                <c:pt idx="9771">
                  <c:v>0.41111111111111109</c:v>
                </c:pt>
                <c:pt idx="9772">
                  <c:v>0.41111111111111109</c:v>
                </c:pt>
                <c:pt idx="9773">
                  <c:v>0.41125925925925927</c:v>
                </c:pt>
                <c:pt idx="9774">
                  <c:v>0.41140740740740739</c:v>
                </c:pt>
                <c:pt idx="9775">
                  <c:v>0.41155555555555556</c:v>
                </c:pt>
                <c:pt idx="9776">
                  <c:v>0.41155555555555556</c:v>
                </c:pt>
                <c:pt idx="9777">
                  <c:v>0.41155555555555556</c:v>
                </c:pt>
                <c:pt idx="9778">
                  <c:v>0.41155555555555556</c:v>
                </c:pt>
                <c:pt idx="9779">
                  <c:v>0.41170370370370368</c:v>
                </c:pt>
                <c:pt idx="9780">
                  <c:v>0.41185185185185186</c:v>
                </c:pt>
                <c:pt idx="9781">
                  <c:v>0.41185185185185186</c:v>
                </c:pt>
                <c:pt idx="9782">
                  <c:v>0.41199999999999998</c:v>
                </c:pt>
                <c:pt idx="9783">
                  <c:v>0.41199999999999998</c:v>
                </c:pt>
                <c:pt idx="9784">
                  <c:v>0.41199999999999998</c:v>
                </c:pt>
                <c:pt idx="9785">
                  <c:v>0.41214814814814815</c:v>
                </c:pt>
                <c:pt idx="9786">
                  <c:v>0.41229629629629627</c:v>
                </c:pt>
                <c:pt idx="9787">
                  <c:v>0.41244444444444445</c:v>
                </c:pt>
                <c:pt idx="9788">
                  <c:v>0.41244444444444445</c:v>
                </c:pt>
                <c:pt idx="9789">
                  <c:v>0.41244444444444445</c:v>
                </c:pt>
                <c:pt idx="9790">
                  <c:v>0.41259259259259257</c:v>
                </c:pt>
                <c:pt idx="9791">
                  <c:v>0.41259259259259257</c:v>
                </c:pt>
                <c:pt idx="9792">
                  <c:v>0.41259259259259257</c:v>
                </c:pt>
                <c:pt idx="9793">
                  <c:v>0.41259259259259257</c:v>
                </c:pt>
                <c:pt idx="9794">
                  <c:v>0.41274074074074074</c:v>
                </c:pt>
                <c:pt idx="9795">
                  <c:v>0.41274074074074074</c:v>
                </c:pt>
                <c:pt idx="9796">
                  <c:v>0.41274074074074074</c:v>
                </c:pt>
                <c:pt idx="9797">
                  <c:v>0.41274074074074074</c:v>
                </c:pt>
                <c:pt idx="9798">
                  <c:v>0.41274074074074074</c:v>
                </c:pt>
                <c:pt idx="9799">
                  <c:v>0.41274074074074074</c:v>
                </c:pt>
                <c:pt idx="9800">
                  <c:v>0.41274074074074074</c:v>
                </c:pt>
                <c:pt idx="9801">
                  <c:v>0.41288888888888892</c:v>
                </c:pt>
                <c:pt idx="9802">
                  <c:v>0.41288888888888892</c:v>
                </c:pt>
                <c:pt idx="9803">
                  <c:v>0.41288888888888892</c:v>
                </c:pt>
                <c:pt idx="9804">
                  <c:v>0.41288888888888892</c:v>
                </c:pt>
                <c:pt idx="9805">
                  <c:v>0.41288888888888892</c:v>
                </c:pt>
                <c:pt idx="9806">
                  <c:v>0.41288888888888892</c:v>
                </c:pt>
                <c:pt idx="9807">
                  <c:v>0.41303703703703704</c:v>
                </c:pt>
                <c:pt idx="9808">
                  <c:v>0.41303703703703704</c:v>
                </c:pt>
                <c:pt idx="9809">
                  <c:v>0.41303703703703704</c:v>
                </c:pt>
                <c:pt idx="9810">
                  <c:v>0.41318518518518521</c:v>
                </c:pt>
                <c:pt idx="9811">
                  <c:v>0.41318518518518521</c:v>
                </c:pt>
                <c:pt idx="9812">
                  <c:v>0.41318518518518521</c:v>
                </c:pt>
                <c:pt idx="9813">
                  <c:v>0.41318518518518521</c:v>
                </c:pt>
                <c:pt idx="9814">
                  <c:v>0.41333333333333333</c:v>
                </c:pt>
                <c:pt idx="9815">
                  <c:v>0.41333333333333333</c:v>
                </c:pt>
                <c:pt idx="9816">
                  <c:v>0.41333333333333333</c:v>
                </c:pt>
                <c:pt idx="9817">
                  <c:v>0.41333333333333333</c:v>
                </c:pt>
                <c:pt idx="9818">
                  <c:v>0.41333333333333333</c:v>
                </c:pt>
                <c:pt idx="9819">
                  <c:v>0.41348148148148151</c:v>
                </c:pt>
                <c:pt idx="9820">
                  <c:v>0.41348148148148151</c:v>
                </c:pt>
                <c:pt idx="9821">
                  <c:v>0.41362962962962962</c:v>
                </c:pt>
                <c:pt idx="9822">
                  <c:v>0.4137777777777778</c:v>
                </c:pt>
                <c:pt idx="9823">
                  <c:v>0.4137777777777778</c:v>
                </c:pt>
                <c:pt idx="9824">
                  <c:v>0.4137777777777778</c:v>
                </c:pt>
                <c:pt idx="9825">
                  <c:v>0.41392592592592592</c:v>
                </c:pt>
                <c:pt idx="9826">
                  <c:v>0.41392592592592592</c:v>
                </c:pt>
                <c:pt idx="9827">
                  <c:v>0.41407407407407409</c:v>
                </c:pt>
                <c:pt idx="9828">
                  <c:v>0.41407407407407409</c:v>
                </c:pt>
                <c:pt idx="9829">
                  <c:v>0.41407407407407409</c:v>
                </c:pt>
                <c:pt idx="9830">
                  <c:v>0.41422222222222221</c:v>
                </c:pt>
                <c:pt idx="9831">
                  <c:v>0.41437037037037039</c:v>
                </c:pt>
                <c:pt idx="9832">
                  <c:v>0.41437037037037039</c:v>
                </c:pt>
                <c:pt idx="9833">
                  <c:v>0.41437037037037039</c:v>
                </c:pt>
                <c:pt idx="9834">
                  <c:v>0.41437037037037039</c:v>
                </c:pt>
                <c:pt idx="9835">
                  <c:v>0.41437037037037039</c:v>
                </c:pt>
                <c:pt idx="9836">
                  <c:v>0.41451851851851851</c:v>
                </c:pt>
                <c:pt idx="9837">
                  <c:v>0.41451851851851851</c:v>
                </c:pt>
                <c:pt idx="9838">
                  <c:v>0.41451851851851851</c:v>
                </c:pt>
                <c:pt idx="9839">
                  <c:v>0.41451851851851851</c:v>
                </c:pt>
                <c:pt idx="9840">
                  <c:v>0.41466666666666668</c:v>
                </c:pt>
                <c:pt idx="9841">
                  <c:v>0.4148148148148148</c:v>
                </c:pt>
                <c:pt idx="9842">
                  <c:v>0.4148148148148148</c:v>
                </c:pt>
                <c:pt idx="9843">
                  <c:v>0.41496296296296298</c:v>
                </c:pt>
                <c:pt idx="9844">
                  <c:v>0.4151111111111111</c:v>
                </c:pt>
                <c:pt idx="9845">
                  <c:v>0.4151111111111111</c:v>
                </c:pt>
                <c:pt idx="9846">
                  <c:v>0.4151111111111111</c:v>
                </c:pt>
                <c:pt idx="9847">
                  <c:v>0.4151111111111111</c:v>
                </c:pt>
                <c:pt idx="9848">
                  <c:v>0.4151111111111111</c:v>
                </c:pt>
                <c:pt idx="9849">
                  <c:v>0.41525925925925927</c:v>
                </c:pt>
                <c:pt idx="9850">
                  <c:v>0.41525925925925927</c:v>
                </c:pt>
                <c:pt idx="9851">
                  <c:v>0.41525925925925927</c:v>
                </c:pt>
                <c:pt idx="9852">
                  <c:v>0.41525925925925927</c:v>
                </c:pt>
                <c:pt idx="9853">
                  <c:v>0.41540740740740739</c:v>
                </c:pt>
                <c:pt idx="9854">
                  <c:v>0.41540740740740739</c:v>
                </c:pt>
                <c:pt idx="9855">
                  <c:v>0.41540740740740739</c:v>
                </c:pt>
                <c:pt idx="9856">
                  <c:v>0.41540740740740739</c:v>
                </c:pt>
                <c:pt idx="9857">
                  <c:v>0.41540740740740739</c:v>
                </c:pt>
                <c:pt idx="9858">
                  <c:v>0.41540740740740739</c:v>
                </c:pt>
                <c:pt idx="9859">
                  <c:v>0.41540740740740739</c:v>
                </c:pt>
                <c:pt idx="9860">
                  <c:v>0.41555555555555557</c:v>
                </c:pt>
                <c:pt idx="9861">
                  <c:v>0.41555555555555557</c:v>
                </c:pt>
                <c:pt idx="9862">
                  <c:v>0.41555555555555557</c:v>
                </c:pt>
                <c:pt idx="9863">
                  <c:v>0.41555555555555557</c:v>
                </c:pt>
                <c:pt idx="9864">
                  <c:v>0.41570370370370369</c:v>
                </c:pt>
                <c:pt idx="9865">
                  <c:v>0.41570370370370369</c:v>
                </c:pt>
                <c:pt idx="9866">
                  <c:v>0.41585185185185186</c:v>
                </c:pt>
                <c:pt idx="9867">
                  <c:v>0.41585185185185186</c:v>
                </c:pt>
                <c:pt idx="9868">
                  <c:v>0.41585185185185186</c:v>
                </c:pt>
                <c:pt idx="9869">
                  <c:v>0.41585185185185186</c:v>
                </c:pt>
                <c:pt idx="9870">
                  <c:v>0.41585185185185186</c:v>
                </c:pt>
                <c:pt idx="9871">
                  <c:v>0.41599999999999998</c:v>
                </c:pt>
                <c:pt idx="9872">
                  <c:v>0.41599999999999998</c:v>
                </c:pt>
                <c:pt idx="9873">
                  <c:v>0.41614814814814816</c:v>
                </c:pt>
                <c:pt idx="9874">
                  <c:v>0.41614814814814816</c:v>
                </c:pt>
                <c:pt idx="9875">
                  <c:v>0.41614814814814816</c:v>
                </c:pt>
                <c:pt idx="9876">
                  <c:v>0.41629629629629628</c:v>
                </c:pt>
                <c:pt idx="9877">
                  <c:v>0.41629629629629628</c:v>
                </c:pt>
                <c:pt idx="9878">
                  <c:v>0.41644444444444445</c:v>
                </c:pt>
                <c:pt idx="9879">
                  <c:v>0.41659259259259257</c:v>
                </c:pt>
                <c:pt idx="9880">
                  <c:v>0.41659259259259257</c:v>
                </c:pt>
                <c:pt idx="9881">
                  <c:v>0.41659259259259257</c:v>
                </c:pt>
                <c:pt idx="9882">
                  <c:v>0.41659259259259257</c:v>
                </c:pt>
                <c:pt idx="9883">
                  <c:v>0.41674074074074074</c:v>
                </c:pt>
                <c:pt idx="9884">
                  <c:v>0.41688888888888886</c:v>
                </c:pt>
                <c:pt idx="9885">
                  <c:v>0.41688888888888886</c:v>
                </c:pt>
                <c:pt idx="9886">
                  <c:v>0.41688888888888886</c:v>
                </c:pt>
                <c:pt idx="9887">
                  <c:v>0.41688888888888886</c:v>
                </c:pt>
                <c:pt idx="9888">
                  <c:v>0.41688888888888886</c:v>
                </c:pt>
                <c:pt idx="9889">
                  <c:v>0.41688888888888886</c:v>
                </c:pt>
                <c:pt idx="9890">
                  <c:v>0.41688888888888886</c:v>
                </c:pt>
                <c:pt idx="9891">
                  <c:v>0.41703703703703704</c:v>
                </c:pt>
                <c:pt idx="9892">
                  <c:v>0.41718518518518516</c:v>
                </c:pt>
                <c:pt idx="9893">
                  <c:v>0.41718518518518516</c:v>
                </c:pt>
                <c:pt idx="9894">
                  <c:v>0.41718518518518516</c:v>
                </c:pt>
                <c:pt idx="9895">
                  <c:v>0.41718518518518516</c:v>
                </c:pt>
                <c:pt idx="9896">
                  <c:v>0.41718518518518516</c:v>
                </c:pt>
                <c:pt idx="9897">
                  <c:v>0.41718518518518516</c:v>
                </c:pt>
                <c:pt idx="9898">
                  <c:v>0.41718518518518516</c:v>
                </c:pt>
                <c:pt idx="9899">
                  <c:v>0.41718518518518516</c:v>
                </c:pt>
                <c:pt idx="9900">
                  <c:v>0.41718518518518516</c:v>
                </c:pt>
                <c:pt idx="9901">
                  <c:v>0.41718518518518516</c:v>
                </c:pt>
                <c:pt idx="9902">
                  <c:v>0.41718518518518516</c:v>
                </c:pt>
                <c:pt idx="9903">
                  <c:v>0.41718518518518516</c:v>
                </c:pt>
                <c:pt idx="9904">
                  <c:v>0.41718518518518516</c:v>
                </c:pt>
                <c:pt idx="9905">
                  <c:v>0.41718518518518516</c:v>
                </c:pt>
                <c:pt idx="9906">
                  <c:v>0.41718518518518516</c:v>
                </c:pt>
                <c:pt idx="9907">
                  <c:v>0.41718518518518516</c:v>
                </c:pt>
                <c:pt idx="9908">
                  <c:v>0.41718518518518516</c:v>
                </c:pt>
                <c:pt idx="9909">
                  <c:v>0.41718518518518516</c:v>
                </c:pt>
                <c:pt idx="9910">
                  <c:v>0.41733333333333333</c:v>
                </c:pt>
                <c:pt idx="9911">
                  <c:v>0.41748148148148151</c:v>
                </c:pt>
                <c:pt idx="9912">
                  <c:v>0.41748148148148151</c:v>
                </c:pt>
                <c:pt idx="9913">
                  <c:v>0.41748148148148151</c:v>
                </c:pt>
                <c:pt idx="9914">
                  <c:v>0.41748148148148151</c:v>
                </c:pt>
                <c:pt idx="9915">
                  <c:v>0.41748148148148151</c:v>
                </c:pt>
                <c:pt idx="9916">
                  <c:v>0.41748148148148151</c:v>
                </c:pt>
                <c:pt idx="9917">
                  <c:v>0.41748148148148151</c:v>
                </c:pt>
                <c:pt idx="9918">
                  <c:v>0.41748148148148151</c:v>
                </c:pt>
                <c:pt idx="9919">
                  <c:v>0.41748148148148151</c:v>
                </c:pt>
                <c:pt idx="9920">
                  <c:v>0.41748148148148151</c:v>
                </c:pt>
                <c:pt idx="9921">
                  <c:v>0.41762962962962963</c:v>
                </c:pt>
                <c:pt idx="9922">
                  <c:v>0.41762962962962963</c:v>
                </c:pt>
                <c:pt idx="9923">
                  <c:v>0.41762962962962963</c:v>
                </c:pt>
                <c:pt idx="9924">
                  <c:v>0.4177777777777778</c:v>
                </c:pt>
                <c:pt idx="9925">
                  <c:v>0.41792592592592592</c:v>
                </c:pt>
                <c:pt idx="9926">
                  <c:v>0.41792592592592592</c:v>
                </c:pt>
                <c:pt idx="9927">
                  <c:v>0.41792592592592592</c:v>
                </c:pt>
                <c:pt idx="9928">
                  <c:v>0.4180740740740741</c:v>
                </c:pt>
                <c:pt idx="9929">
                  <c:v>0.4180740740740741</c:v>
                </c:pt>
                <c:pt idx="9930">
                  <c:v>0.4180740740740741</c:v>
                </c:pt>
                <c:pt idx="9931">
                  <c:v>0.4180740740740741</c:v>
                </c:pt>
                <c:pt idx="9932">
                  <c:v>0.4180740740740741</c:v>
                </c:pt>
                <c:pt idx="9933">
                  <c:v>0.41822222222222222</c:v>
                </c:pt>
                <c:pt idx="9934">
                  <c:v>0.41822222222222222</c:v>
                </c:pt>
                <c:pt idx="9935">
                  <c:v>0.41822222222222222</c:v>
                </c:pt>
                <c:pt idx="9936">
                  <c:v>0.41837037037037039</c:v>
                </c:pt>
                <c:pt idx="9937">
                  <c:v>0.41837037037037039</c:v>
                </c:pt>
                <c:pt idx="9938">
                  <c:v>0.41837037037037039</c:v>
                </c:pt>
                <c:pt idx="9939">
                  <c:v>0.41851851851851851</c:v>
                </c:pt>
                <c:pt idx="9940">
                  <c:v>0.41851851851851851</c:v>
                </c:pt>
                <c:pt idx="9941">
                  <c:v>0.41851851851851851</c:v>
                </c:pt>
                <c:pt idx="9942">
                  <c:v>0.41866666666666669</c:v>
                </c:pt>
                <c:pt idx="9943">
                  <c:v>0.41866666666666669</c:v>
                </c:pt>
                <c:pt idx="9944">
                  <c:v>0.41866666666666669</c:v>
                </c:pt>
                <c:pt idx="9945">
                  <c:v>0.41866666666666669</c:v>
                </c:pt>
                <c:pt idx="9946">
                  <c:v>0.41881481481481481</c:v>
                </c:pt>
                <c:pt idx="9947">
                  <c:v>0.41881481481481481</c:v>
                </c:pt>
                <c:pt idx="9948">
                  <c:v>0.41881481481481481</c:v>
                </c:pt>
                <c:pt idx="9949">
                  <c:v>0.41881481481481481</c:v>
                </c:pt>
                <c:pt idx="9950">
                  <c:v>0.41881481481481481</c:v>
                </c:pt>
                <c:pt idx="9951">
                  <c:v>0.41896296296296298</c:v>
                </c:pt>
                <c:pt idx="9952">
                  <c:v>0.41896296296296298</c:v>
                </c:pt>
                <c:pt idx="9953">
                  <c:v>0.41896296296296298</c:v>
                </c:pt>
                <c:pt idx="9954">
                  <c:v>0.41896296296296298</c:v>
                </c:pt>
                <c:pt idx="9955">
                  <c:v>0.41896296296296298</c:v>
                </c:pt>
                <c:pt idx="9956">
                  <c:v>0.4191111111111111</c:v>
                </c:pt>
                <c:pt idx="9957">
                  <c:v>0.4191111111111111</c:v>
                </c:pt>
                <c:pt idx="9958">
                  <c:v>0.4191111111111111</c:v>
                </c:pt>
                <c:pt idx="9959">
                  <c:v>0.41925925925925928</c:v>
                </c:pt>
                <c:pt idx="9960">
                  <c:v>0.41925925925925928</c:v>
                </c:pt>
                <c:pt idx="9961">
                  <c:v>0.41925925925925928</c:v>
                </c:pt>
                <c:pt idx="9962">
                  <c:v>0.41925925925925928</c:v>
                </c:pt>
                <c:pt idx="9963">
                  <c:v>0.41925925925925928</c:v>
                </c:pt>
                <c:pt idx="9964">
                  <c:v>0.41925925925925928</c:v>
                </c:pt>
                <c:pt idx="9965">
                  <c:v>0.41925925925925928</c:v>
                </c:pt>
                <c:pt idx="9966">
                  <c:v>0.41925925925925928</c:v>
                </c:pt>
                <c:pt idx="9967">
                  <c:v>0.41925925925925928</c:v>
                </c:pt>
                <c:pt idx="9968">
                  <c:v>0.41925925925925928</c:v>
                </c:pt>
                <c:pt idx="9969">
                  <c:v>0.41925925925925928</c:v>
                </c:pt>
                <c:pt idx="9970">
                  <c:v>0.41925925925925928</c:v>
                </c:pt>
                <c:pt idx="9971">
                  <c:v>0.41925925925925928</c:v>
                </c:pt>
                <c:pt idx="9972">
                  <c:v>0.4194074074074074</c:v>
                </c:pt>
                <c:pt idx="9973">
                  <c:v>0.4194074074074074</c:v>
                </c:pt>
                <c:pt idx="9974">
                  <c:v>0.4194074074074074</c:v>
                </c:pt>
                <c:pt idx="9975">
                  <c:v>0.41955555555555557</c:v>
                </c:pt>
                <c:pt idx="9976">
                  <c:v>0.41970370370370369</c:v>
                </c:pt>
                <c:pt idx="9977">
                  <c:v>0.41985185185185186</c:v>
                </c:pt>
                <c:pt idx="9978">
                  <c:v>0.41985185185185186</c:v>
                </c:pt>
                <c:pt idx="9979">
                  <c:v>0.42</c:v>
                </c:pt>
                <c:pt idx="9980">
                  <c:v>0.42</c:v>
                </c:pt>
                <c:pt idx="9981">
                  <c:v>0.42</c:v>
                </c:pt>
                <c:pt idx="9982">
                  <c:v>0.42014814814814816</c:v>
                </c:pt>
                <c:pt idx="9983">
                  <c:v>0.42014814814814816</c:v>
                </c:pt>
                <c:pt idx="9984">
                  <c:v>0.42014814814814816</c:v>
                </c:pt>
                <c:pt idx="9985">
                  <c:v>0.42014814814814816</c:v>
                </c:pt>
                <c:pt idx="9986">
                  <c:v>0.42014814814814816</c:v>
                </c:pt>
                <c:pt idx="9987">
                  <c:v>0.42014814814814816</c:v>
                </c:pt>
                <c:pt idx="9988">
                  <c:v>0.42014814814814816</c:v>
                </c:pt>
                <c:pt idx="9989">
                  <c:v>0.42014814814814816</c:v>
                </c:pt>
                <c:pt idx="9990">
                  <c:v>0.42014814814814816</c:v>
                </c:pt>
                <c:pt idx="9991">
                  <c:v>0.42014814814814816</c:v>
                </c:pt>
                <c:pt idx="9992">
                  <c:v>0.42014814814814816</c:v>
                </c:pt>
                <c:pt idx="9993">
                  <c:v>0.42029629629629628</c:v>
                </c:pt>
                <c:pt idx="9994">
                  <c:v>0.42044444444444445</c:v>
                </c:pt>
                <c:pt idx="9995">
                  <c:v>0.42044444444444445</c:v>
                </c:pt>
                <c:pt idx="9996">
                  <c:v>0.42044444444444445</c:v>
                </c:pt>
                <c:pt idx="9997">
                  <c:v>0.42044444444444445</c:v>
                </c:pt>
                <c:pt idx="9998">
                  <c:v>0.42044444444444445</c:v>
                </c:pt>
                <c:pt idx="9999">
                  <c:v>0.42044444444444445</c:v>
                </c:pt>
                <c:pt idx="10000">
                  <c:v>0.42044444444444445</c:v>
                </c:pt>
                <c:pt idx="10001">
                  <c:v>0.42044444444444445</c:v>
                </c:pt>
                <c:pt idx="10002">
                  <c:v>0.42059259259259257</c:v>
                </c:pt>
                <c:pt idx="10003">
                  <c:v>0.42059259259259257</c:v>
                </c:pt>
                <c:pt idx="10004">
                  <c:v>0.42059259259259257</c:v>
                </c:pt>
                <c:pt idx="10005">
                  <c:v>0.42059259259259257</c:v>
                </c:pt>
                <c:pt idx="10006">
                  <c:v>0.42059259259259257</c:v>
                </c:pt>
                <c:pt idx="10007">
                  <c:v>0.42059259259259257</c:v>
                </c:pt>
                <c:pt idx="10008">
                  <c:v>0.42074074074074075</c:v>
                </c:pt>
                <c:pt idx="10009">
                  <c:v>0.42088888888888887</c:v>
                </c:pt>
                <c:pt idx="10010">
                  <c:v>0.42088888888888887</c:v>
                </c:pt>
                <c:pt idx="10011">
                  <c:v>0.42103703703703704</c:v>
                </c:pt>
                <c:pt idx="10012">
                  <c:v>0.42118518518518516</c:v>
                </c:pt>
                <c:pt idx="10013">
                  <c:v>0.42118518518518516</c:v>
                </c:pt>
                <c:pt idx="10014">
                  <c:v>0.42118518518518516</c:v>
                </c:pt>
                <c:pt idx="10015">
                  <c:v>0.42118518518518516</c:v>
                </c:pt>
                <c:pt idx="10016">
                  <c:v>0.42118518518518516</c:v>
                </c:pt>
                <c:pt idx="10017">
                  <c:v>0.42133333333333334</c:v>
                </c:pt>
                <c:pt idx="10018">
                  <c:v>0.42148148148148146</c:v>
                </c:pt>
                <c:pt idx="10019">
                  <c:v>0.42148148148148146</c:v>
                </c:pt>
                <c:pt idx="10020">
                  <c:v>0.42162962962962963</c:v>
                </c:pt>
                <c:pt idx="10021">
                  <c:v>0.42162962962962963</c:v>
                </c:pt>
                <c:pt idx="10022">
                  <c:v>0.42162962962962963</c:v>
                </c:pt>
                <c:pt idx="10023">
                  <c:v>0.42162962962962963</c:v>
                </c:pt>
                <c:pt idx="10024">
                  <c:v>0.42162962962962963</c:v>
                </c:pt>
                <c:pt idx="10025">
                  <c:v>0.42177777777777775</c:v>
                </c:pt>
                <c:pt idx="10026">
                  <c:v>0.42192592592592593</c:v>
                </c:pt>
                <c:pt idx="10027">
                  <c:v>0.42192592592592593</c:v>
                </c:pt>
                <c:pt idx="10028">
                  <c:v>0.4220740740740741</c:v>
                </c:pt>
                <c:pt idx="10029">
                  <c:v>0.42222222222222222</c:v>
                </c:pt>
                <c:pt idx="10030">
                  <c:v>0.42222222222222222</c:v>
                </c:pt>
                <c:pt idx="10031">
                  <c:v>0.42222222222222222</c:v>
                </c:pt>
                <c:pt idx="10032">
                  <c:v>0.42222222222222222</c:v>
                </c:pt>
                <c:pt idx="10033">
                  <c:v>0.42222222222222222</c:v>
                </c:pt>
                <c:pt idx="10034">
                  <c:v>0.4223703703703704</c:v>
                </c:pt>
                <c:pt idx="10035">
                  <c:v>0.4223703703703704</c:v>
                </c:pt>
                <c:pt idx="10036">
                  <c:v>0.4223703703703704</c:v>
                </c:pt>
                <c:pt idx="10037">
                  <c:v>0.4223703703703704</c:v>
                </c:pt>
                <c:pt idx="10038">
                  <c:v>0.4223703703703704</c:v>
                </c:pt>
                <c:pt idx="10039">
                  <c:v>0.4223703703703704</c:v>
                </c:pt>
                <c:pt idx="10040">
                  <c:v>0.4223703703703704</c:v>
                </c:pt>
                <c:pt idx="10041">
                  <c:v>0.4223703703703704</c:v>
                </c:pt>
                <c:pt idx="10042">
                  <c:v>0.42251851851851852</c:v>
                </c:pt>
                <c:pt idx="10043">
                  <c:v>0.42251851851851852</c:v>
                </c:pt>
                <c:pt idx="10044">
                  <c:v>0.42266666666666669</c:v>
                </c:pt>
                <c:pt idx="10045">
                  <c:v>0.42266666666666669</c:v>
                </c:pt>
                <c:pt idx="10046">
                  <c:v>0.42266666666666669</c:v>
                </c:pt>
                <c:pt idx="10047">
                  <c:v>0.42281481481481481</c:v>
                </c:pt>
                <c:pt idx="10048">
                  <c:v>0.42281481481481481</c:v>
                </c:pt>
                <c:pt idx="10049">
                  <c:v>0.42281481481481481</c:v>
                </c:pt>
                <c:pt idx="10050">
                  <c:v>0.42281481481481481</c:v>
                </c:pt>
                <c:pt idx="10051">
                  <c:v>0.42296296296296299</c:v>
                </c:pt>
                <c:pt idx="10052">
                  <c:v>0.4231111111111111</c:v>
                </c:pt>
                <c:pt idx="10053">
                  <c:v>0.4231111111111111</c:v>
                </c:pt>
                <c:pt idx="10054">
                  <c:v>0.4231111111111111</c:v>
                </c:pt>
                <c:pt idx="10055">
                  <c:v>0.4231111111111111</c:v>
                </c:pt>
                <c:pt idx="10056">
                  <c:v>0.4231111111111111</c:v>
                </c:pt>
                <c:pt idx="10057">
                  <c:v>0.4231111111111111</c:v>
                </c:pt>
                <c:pt idx="10058">
                  <c:v>0.4231111111111111</c:v>
                </c:pt>
                <c:pt idx="10059">
                  <c:v>0.42325925925925928</c:v>
                </c:pt>
                <c:pt idx="10060">
                  <c:v>0.42325925925925928</c:v>
                </c:pt>
                <c:pt idx="10061">
                  <c:v>0.4234074074074074</c:v>
                </c:pt>
                <c:pt idx="10062">
                  <c:v>0.4234074074074074</c:v>
                </c:pt>
                <c:pt idx="10063">
                  <c:v>0.42355555555555557</c:v>
                </c:pt>
                <c:pt idx="10064">
                  <c:v>0.42355555555555557</c:v>
                </c:pt>
                <c:pt idx="10065">
                  <c:v>0.42355555555555557</c:v>
                </c:pt>
                <c:pt idx="10066">
                  <c:v>0.42370370370370369</c:v>
                </c:pt>
                <c:pt idx="10067">
                  <c:v>0.42370370370370369</c:v>
                </c:pt>
                <c:pt idx="10068">
                  <c:v>0.42370370370370369</c:v>
                </c:pt>
                <c:pt idx="10069">
                  <c:v>0.42370370370370369</c:v>
                </c:pt>
                <c:pt idx="10070">
                  <c:v>0.42385185185185187</c:v>
                </c:pt>
                <c:pt idx="10071">
                  <c:v>0.42385185185185187</c:v>
                </c:pt>
                <c:pt idx="10072">
                  <c:v>0.42385185185185187</c:v>
                </c:pt>
                <c:pt idx="10073">
                  <c:v>0.42385185185185187</c:v>
                </c:pt>
                <c:pt idx="10074">
                  <c:v>0.42399999999999999</c:v>
                </c:pt>
                <c:pt idx="10075">
                  <c:v>0.42399999999999999</c:v>
                </c:pt>
                <c:pt idx="10076">
                  <c:v>0.42399999999999999</c:v>
                </c:pt>
                <c:pt idx="10077">
                  <c:v>0.42414814814814816</c:v>
                </c:pt>
                <c:pt idx="10078">
                  <c:v>0.42429629629629628</c:v>
                </c:pt>
                <c:pt idx="10079">
                  <c:v>0.42429629629629628</c:v>
                </c:pt>
                <c:pt idx="10080">
                  <c:v>0.42429629629629628</c:v>
                </c:pt>
                <c:pt idx="10081">
                  <c:v>0.42444444444444446</c:v>
                </c:pt>
                <c:pt idx="10082">
                  <c:v>0.42444444444444446</c:v>
                </c:pt>
                <c:pt idx="10083">
                  <c:v>0.42444444444444446</c:v>
                </c:pt>
                <c:pt idx="10084">
                  <c:v>0.42444444444444446</c:v>
                </c:pt>
                <c:pt idx="10085">
                  <c:v>0.42459259259259258</c:v>
                </c:pt>
                <c:pt idx="10086">
                  <c:v>0.42474074074074075</c:v>
                </c:pt>
                <c:pt idx="10087">
                  <c:v>0.42474074074074075</c:v>
                </c:pt>
                <c:pt idx="10088">
                  <c:v>0.42474074074074075</c:v>
                </c:pt>
                <c:pt idx="10089">
                  <c:v>0.42488888888888887</c:v>
                </c:pt>
                <c:pt idx="10090">
                  <c:v>0.42503703703703705</c:v>
                </c:pt>
                <c:pt idx="10091">
                  <c:v>0.42518518518518517</c:v>
                </c:pt>
                <c:pt idx="10092">
                  <c:v>0.42518518518518517</c:v>
                </c:pt>
                <c:pt idx="10093">
                  <c:v>0.42533333333333334</c:v>
                </c:pt>
                <c:pt idx="10094">
                  <c:v>0.42533333333333334</c:v>
                </c:pt>
                <c:pt idx="10095">
                  <c:v>0.42548148148148146</c:v>
                </c:pt>
                <c:pt idx="10096">
                  <c:v>0.42548148148148146</c:v>
                </c:pt>
                <c:pt idx="10097">
                  <c:v>0.42548148148148146</c:v>
                </c:pt>
                <c:pt idx="10098">
                  <c:v>0.42548148148148146</c:v>
                </c:pt>
                <c:pt idx="10099">
                  <c:v>0.42548148148148146</c:v>
                </c:pt>
                <c:pt idx="10100">
                  <c:v>0.42548148148148146</c:v>
                </c:pt>
                <c:pt idx="10101">
                  <c:v>0.42562962962962964</c:v>
                </c:pt>
                <c:pt idx="10102">
                  <c:v>0.42577777777777776</c:v>
                </c:pt>
                <c:pt idx="10103">
                  <c:v>0.42577777777777776</c:v>
                </c:pt>
                <c:pt idx="10104">
                  <c:v>0.42577777777777776</c:v>
                </c:pt>
                <c:pt idx="10105">
                  <c:v>0.42577777777777776</c:v>
                </c:pt>
                <c:pt idx="10106">
                  <c:v>0.42577777777777776</c:v>
                </c:pt>
                <c:pt idx="10107">
                  <c:v>0.42577777777777776</c:v>
                </c:pt>
                <c:pt idx="10108">
                  <c:v>0.42577777777777776</c:v>
                </c:pt>
                <c:pt idx="10109">
                  <c:v>0.42592592592592593</c:v>
                </c:pt>
                <c:pt idx="10110">
                  <c:v>0.42592592592592593</c:v>
                </c:pt>
                <c:pt idx="10111">
                  <c:v>0.42592592592592593</c:v>
                </c:pt>
                <c:pt idx="10112">
                  <c:v>0.42607407407407405</c:v>
                </c:pt>
                <c:pt idx="10113">
                  <c:v>0.42622222222222222</c:v>
                </c:pt>
                <c:pt idx="10114">
                  <c:v>0.42637037037037034</c:v>
                </c:pt>
                <c:pt idx="10115">
                  <c:v>0.42637037037037034</c:v>
                </c:pt>
                <c:pt idx="10116">
                  <c:v>0.42637037037037034</c:v>
                </c:pt>
                <c:pt idx="10117">
                  <c:v>0.42637037037037034</c:v>
                </c:pt>
                <c:pt idx="10118">
                  <c:v>0.42637037037037034</c:v>
                </c:pt>
                <c:pt idx="10119">
                  <c:v>0.42637037037037034</c:v>
                </c:pt>
                <c:pt idx="10120">
                  <c:v>0.42637037037037034</c:v>
                </c:pt>
                <c:pt idx="10121">
                  <c:v>0.42637037037037034</c:v>
                </c:pt>
                <c:pt idx="10122">
                  <c:v>0.42637037037037034</c:v>
                </c:pt>
                <c:pt idx="10123">
                  <c:v>0.42637037037037034</c:v>
                </c:pt>
                <c:pt idx="10124">
                  <c:v>0.42651851851851852</c:v>
                </c:pt>
                <c:pt idx="10125">
                  <c:v>0.42651851851851852</c:v>
                </c:pt>
                <c:pt idx="10126">
                  <c:v>0.42651851851851852</c:v>
                </c:pt>
                <c:pt idx="10127">
                  <c:v>0.42666666666666669</c:v>
                </c:pt>
                <c:pt idx="10128">
                  <c:v>0.42666666666666669</c:v>
                </c:pt>
                <c:pt idx="10129">
                  <c:v>0.42666666666666669</c:v>
                </c:pt>
                <c:pt idx="10130">
                  <c:v>0.42666666666666669</c:v>
                </c:pt>
                <c:pt idx="10131">
                  <c:v>0.42666666666666669</c:v>
                </c:pt>
                <c:pt idx="10132">
                  <c:v>0.42666666666666669</c:v>
                </c:pt>
                <c:pt idx="10133">
                  <c:v>0.42681481481481481</c:v>
                </c:pt>
                <c:pt idx="10134">
                  <c:v>0.42681481481481481</c:v>
                </c:pt>
                <c:pt idx="10135">
                  <c:v>0.42681481481481481</c:v>
                </c:pt>
                <c:pt idx="10136">
                  <c:v>0.42696296296296299</c:v>
                </c:pt>
                <c:pt idx="10137">
                  <c:v>0.42711111111111111</c:v>
                </c:pt>
                <c:pt idx="10138">
                  <c:v>0.42711111111111111</c:v>
                </c:pt>
                <c:pt idx="10139">
                  <c:v>0.42711111111111111</c:v>
                </c:pt>
                <c:pt idx="10140">
                  <c:v>0.42725925925925928</c:v>
                </c:pt>
                <c:pt idx="10141">
                  <c:v>0.42725925925925928</c:v>
                </c:pt>
                <c:pt idx="10142">
                  <c:v>0.42725925925925928</c:v>
                </c:pt>
                <c:pt idx="10143">
                  <c:v>0.42725925925925928</c:v>
                </c:pt>
                <c:pt idx="10144">
                  <c:v>0.42725925925925928</c:v>
                </c:pt>
                <c:pt idx="10145">
                  <c:v>0.4274074074074074</c:v>
                </c:pt>
                <c:pt idx="10146">
                  <c:v>0.4274074074074074</c:v>
                </c:pt>
                <c:pt idx="10147">
                  <c:v>0.4274074074074074</c:v>
                </c:pt>
                <c:pt idx="10148">
                  <c:v>0.4274074074074074</c:v>
                </c:pt>
                <c:pt idx="10149">
                  <c:v>0.42755555555555558</c:v>
                </c:pt>
                <c:pt idx="10150">
                  <c:v>0.42755555555555558</c:v>
                </c:pt>
                <c:pt idx="10151">
                  <c:v>0.4277037037037037</c:v>
                </c:pt>
                <c:pt idx="10152">
                  <c:v>0.42785185185185187</c:v>
                </c:pt>
                <c:pt idx="10153">
                  <c:v>0.42785185185185187</c:v>
                </c:pt>
                <c:pt idx="10154">
                  <c:v>0.42785185185185187</c:v>
                </c:pt>
                <c:pt idx="10155">
                  <c:v>0.42799999999999999</c:v>
                </c:pt>
                <c:pt idx="10156">
                  <c:v>0.42814814814814817</c:v>
                </c:pt>
                <c:pt idx="10157">
                  <c:v>0.42814814814814817</c:v>
                </c:pt>
                <c:pt idx="10158">
                  <c:v>0.42814814814814817</c:v>
                </c:pt>
                <c:pt idx="10159">
                  <c:v>0.42814814814814817</c:v>
                </c:pt>
                <c:pt idx="10160">
                  <c:v>0.42814814814814817</c:v>
                </c:pt>
                <c:pt idx="10161">
                  <c:v>0.42814814814814817</c:v>
                </c:pt>
                <c:pt idx="10162">
                  <c:v>0.42829629629629629</c:v>
                </c:pt>
                <c:pt idx="10163">
                  <c:v>0.42829629629629629</c:v>
                </c:pt>
                <c:pt idx="10164">
                  <c:v>0.42844444444444446</c:v>
                </c:pt>
                <c:pt idx="10165">
                  <c:v>0.42844444444444446</c:v>
                </c:pt>
                <c:pt idx="10166">
                  <c:v>0.42859259259259258</c:v>
                </c:pt>
                <c:pt idx="10167">
                  <c:v>0.42859259259259258</c:v>
                </c:pt>
                <c:pt idx="10168">
                  <c:v>0.42859259259259258</c:v>
                </c:pt>
                <c:pt idx="10169">
                  <c:v>0.42859259259259258</c:v>
                </c:pt>
                <c:pt idx="10170">
                  <c:v>0.42859259259259258</c:v>
                </c:pt>
                <c:pt idx="10171">
                  <c:v>0.42859259259259258</c:v>
                </c:pt>
                <c:pt idx="10172">
                  <c:v>0.42859259259259258</c:v>
                </c:pt>
                <c:pt idx="10173">
                  <c:v>0.42859259259259258</c:v>
                </c:pt>
                <c:pt idx="10174">
                  <c:v>0.42859259259259258</c:v>
                </c:pt>
                <c:pt idx="10175">
                  <c:v>0.42859259259259258</c:v>
                </c:pt>
                <c:pt idx="10176">
                  <c:v>0.42859259259259258</c:v>
                </c:pt>
                <c:pt idx="10177">
                  <c:v>0.42859259259259258</c:v>
                </c:pt>
                <c:pt idx="10178">
                  <c:v>0.42859259259259258</c:v>
                </c:pt>
                <c:pt idx="10179">
                  <c:v>0.42859259259259258</c:v>
                </c:pt>
                <c:pt idx="10180">
                  <c:v>0.42859259259259258</c:v>
                </c:pt>
                <c:pt idx="10181">
                  <c:v>0.42859259259259258</c:v>
                </c:pt>
                <c:pt idx="10182">
                  <c:v>0.42859259259259258</c:v>
                </c:pt>
                <c:pt idx="10183">
                  <c:v>0.42859259259259258</c:v>
                </c:pt>
                <c:pt idx="10184">
                  <c:v>0.42859259259259258</c:v>
                </c:pt>
                <c:pt idx="10185">
                  <c:v>0.42859259259259258</c:v>
                </c:pt>
                <c:pt idx="10186">
                  <c:v>0.42859259259259258</c:v>
                </c:pt>
                <c:pt idx="10187">
                  <c:v>0.42859259259259258</c:v>
                </c:pt>
                <c:pt idx="10188">
                  <c:v>0.42859259259259258</c:v>
                </c:pt>
                <c:pt idx="10189">
                  <c:v>0.42859259259259258</c:v>
                </c:pt>
                <c:pt idx="10190">
                  <c:v>0.42859259259259258</c:v>
                </c:pt>
                <c:pt idx="10191">
                  <c:v>0.42859259259259258</c:v>
                </c:pt>
                <c:pt idx="10192">
                  <c:v>0.42859259259259258</c:v>
                </c:pt>
                <c:pt idx="10193">
                  <c:v>0.42859259259259258</c:v>
                </c:pt>
                <c:pt idx="10194">
                  <c:v>0.42874074074074076</c:v>
                </c:pt>
                <c:pt idx="10195">
                  <c:v>0.42874074074074076</c:v>
                </c:pt>
                <c:pt idx="10196">
                  <c:v>0.42888888888888888</c:v>
                </c:pt>
                <c:pt idx="10197">
                  <c:v>0.42888888888888888</c:v>
                </c:pt>
                <c:pt idx="10198">
                  <c:v>0.42888888888888888</c:v>
                </c:pt>
                <c:pt idx="10199">
                  <c:v>0.42903703703703705</c:v>
                </c:pt>
                <c:pt idx="10200">
                  <c:v>0.42903703703703705</c:v>
                </c:pt>
                <c:pt idx="10201">
                  <c:v>0.42903703703703705</c:v>
                </c:pt>
                <c:pt idx="10202">
                  <c:v>0.42918518518518517</c:v>
                </c:pt>
                <c:pt idx="10203">
                  <c:v>0.42918518518518517</c:v>
                </c:pt>
                <c:pt idx="10204">
                  <c:v>0.42918518518518517</c:v>
                </c:pt>
                <c:pt idx="10205">
                  <c:v>0.42918518518518517</c:v>
                </c:pt>
                <c:pt idx="10206">
                  <c:v>0.42933333333333334</c:v>
                </c:pt>
                <c:pt idx="10207">
                  <c:v>0.42948148148148146</c:v>
                </c:pt>
                <c:pt idx="10208">
                  <c:v>0.42948148148148146</c:v>
                </c:pt>
                <c:pt idx="10209">
                  <c:v>0.42948148148148146</c:v>
                </c:pt>
                <c:pt idx="10210">
                  <c:v>0.42948148148148146</c:v>
                </c:pt>
                <c:pt idx="10211">
                  <c:v>0.42948148148148146</c:v>
                </c:pt>
                <c:pt idx="10212">
                  <c:v>0.42948148148148146</c:v>
                </c:pt>
                <c:pt idx="10213">
                  <c:v>0.42948148148148146</c:v>
                </c:pt>
                <c:pt idx="10214">
                  <c:v>0.42948148148148146</c:v>
                </c:pt>
                <c:pt idx="10215">
                  <c:v>0.42948148148148146</c:v>
                </c:pt>
                <c:pt idx="10216">
                  <c:v>0.42948148148148146</c:v>
                </c:pt>
                <c:pt idx="10217">
                  <c:v>0.42948148148148146</c:v>
                </c:pt>
                <c:pt idx="10218">
                  <c:v>0.42948148148148146</c:v>
                </c:pt>
                <c:pt idx="10219">
                  <c:v>0.42948148148148146</c:v>
                </c:pt>
                <c:pt idx="10220">
                  <c:v>0.42948148148148146</c:v>
                </c:pt>
                <c:pt idx="10221">
                  <c:v>0.42948148148148146</c:v>
                </c:pt>
                <c:pt idx="10222">
                  <c:v>0.42948148148148146</c:v>
                </c:pt>
                <c:pt idx="10223">
                  <c:v>0.42948148148148146</c:v>
                </c:pt>
                <c:pt idx="10224">
                  <c:v>0.42948148148148146</c:v>
                </c:pt>
                <c:pt idx="10225">
                  <c:v>0.42948148148148146</c:v>
                </c:pt>
                <c:pt idx="10226">
                  <c:v>0.42948148148148146</c:v>
                </c:pt>
                <c:pt idx="10227">
                  <c:v>0.42948148148148146</c:v>
                </c:pt>
                <c:pt idx="10228">
                  <c:v>0.42948148148148146</c:v>
                </c:pt>
                <c:pt idx="10229">
                  <c:v>0.42962962962962964</c:v>
                </c:pt>
                <c:pt idx="10230">
                  <c:v>0.42977777777777776</c:v>
                </c:pt>
                <c:pt idx="10231">
                  <c:v>0.42977777777777776</c:v>
                </c:pt>
                <c:pt idx="10232">
                  <c:v>0.42977777777777776</c:v>
                </c:pt>
                <c:pt idx="10233">
                  <c:v>0.42977777777777776</c:v>
                </c:pt>
                <c:pt idx="10234">
                  <c:v>0.42977777777777776</c:v>
                </c:pt>
                <c:pt idx="10235">
                  <c:v>0.42992592592592593</c:v>
                </c:pt>
                <c:pt idx="10236">
                  <c:v>0.42992592592592593</c:v>
                </c:pt>
                <c:pt idx="10237">
                  <c:v>0.42992592592592593</c:v>
                </c:pt>
                <c:pt idx="10238">
                  <c:v>0.42992592592592593</c:v>
                </c:pt>
                <c:pt idx="10239">
                  <c:v>0.43007407407407405</c:v>
                </c:pt>
                <c:pt idx="10240">
                  <c:v>0.43022222222222223</c:v>
                </c:pt>
                <c:pt idx="10241">
                  <c:v>0.43022222222222223</c:v>
                </c:pt>
                <c:pt idx="10242">
                  <c:v>0.43037037037037035</c:v>
                </c:pt>
                <c:pt idx="10243">
                  <c:v>0.43037037037037035</c:v>
                </c:pt>
                <c:pt idx="10244">
                  <c:v>0.43037037037037035</c:v>
                </c:pt>
                <c:pt idx="10245">
                  <c:v>0.43037037037037035</c:v>
                </c:pt>
                <c:pt idx="10246">
                  <c:v>0.43037037037037035</c:v>
                </c:pt>
                <c:pt idx="10247">
                  <c:v>0.43037037037037035</c:v>
                </c:pt>
                <c:pt idx="10248">
                  <c:v>0.43037037037037035</c:v>
                </c:pt>
                <c:pt idx="10249">
                  <c:v>0.43037037037037035</c:v>
                </c:pt>
                <c:pt idx="10250">
                  <c:v>0.43037037037037035</c:v>
                </c:pt>
                <c:pt idx="10251">
                  <c:v>0.43037037037037035</c:v>
                </c:pt>
                <c:pt idx="10252">
                  <c:v>0.43037037037037035</c:v>
                </c:pt>
                <c:pt idx="10253">
                  <c:v>0.43037037037037035</c:v>
                </c:pt>
                <c:pt idx="10254">
                  <c:v>0.43037037037037035</c:v>
                </c:pt>
                <c:pt idx="10255">
                  <c:v>0.43037037037037035</c:v>
                </c:pt>
                <c:pt idx="10256">
                  <c:v>0.43037037037037035</c:v>
                </c:pt>
                <c:pt idx="10257">
                  <c:v>0.43037037037037035</c:v>
                </c:pt>
                <c:pt idx="10258">
                  <c:v>0.43037037037037035</c:v>
                </c:pt>
                <c:pt idx="10259">
                  <c:v>0.43051851851851852</c:v>
                </c:pt>
                <c:pt idx="10260">
                  <c:v>0.43051851851851852</c:v>
                </c:pt>
                <c:pt idx="10261">
                  <c:v>0.43051851851851852</c:v>
                </c:pt>
                <c:pt idx="10262">
                  <c:v>0.43066666666666664</c:v>
                </c:pt>
                <c:pt idx="10263">
                  <c:v>0.43066666666666664</c:v>
                </c:pt>
                <c:pt idx="10264">
                  <c:v>0.43081481481481482</c:v>
                </c:pt>
                <c:pt idx="10265">
                  <c:v>0.43096296296296294</c:v>
                </c:pt>
                <c:pt idx="10266">
                  <c:v>0.43096296296296294</c:v>
                </c:pt>
                <c:pt idx="10267">
                  <c:v>0.43096296296296294</c:v>
                </c:pt>
                <c:pt idx="10268">
                  <c:v>0.43096296296296294</c:v>
                </c:pt>
                <c:pt idx="10269">
                  <c:v>0.43096296296296294</c:v>
                </c:pt>
                <c:pt idx="10270">
                  <c:v>0.43111111111111111</c:v>
                </c:pt>
                <c:pt idx="10271">
                  <c:v>0.43125925925925929</c:v>
                </c:pt>
                <c:pt idx="10272">
                  <c:v>0.43125925925925929</c:v>
                </c:pt>
                <c:pt idx="10273">
                  <c:v>0.43125925925925929</c:v>
                </c:pt>
                <c:pt idx="10274">
                  <c:v>0.43125925925925929</c:v>
                </c:pt>
                <c:pt idx="10275">
                  <c:v>0.43125925925925929</c:v>
                </c:pt>
                <c:pt idx="10276">
                  <c:v>0.43140740740740741</c:v>
                </c:pt>
                <c:pt idx="10277">
                  <c:v>0.43155555555555558</c:v>
                </c:pt>
                <c:pt idx="10278">
                  <c:v>0.4317037037037037</c:v>
                </c:pt>
                <c:pt idx="10279">
                  <c:v>0.4317037037037037</c:v>
                </c:pt>
                <c:pt idx="10280">
                  <c:v>0.4317037037037037</c:v>
                </c:pt>
                <c:pt idx="10281">
                  <c:v>0.4317037037037037</c:v>
                </c:pt>
                <c:pt idx="10282">
                  <c:v>0.4317037037037037</c:v>
                </c:pt>
                <c:pt idx="10283">
                  <c:v>0.4317037037037037</c:v>
                </c:pt>
                <c:pt idx="10284">
                  <c:v>0.4317037037037037</c:v>
                </c:pt>
                <c:pt idx="10285">
                  <c:v>0.4317037037037037</c:v>
                </c:pt>
                <c:pt idx="10286">
                  <c:v>0.4317037037037037</c:v>
                </c:pt>
                <c:pt idx="10287">
                  <c:v>0.4317037037037037</c:v>
                </c:pt>
                <c:pt idx="10288">
                  <c:v>0.4317037037037037</c:v>
                </c:pt>
                <c:pt idx="10289">
                  <c:v>0.4317037037037037</c:v>
                </c:pt>
                <c:pt idx="10290">
                  <c:v>0.43185185185185188</c:v>
                </c:pt>
                <c:pt idx="10291">
                  <c:v>0.43185185185185188</c:v>
                </c:pt>
                <c:pt idx="10292">
                  <c:v>0.43185185185185188</c:v>
                </c:pt>
                <c:pt idx="10293">
                  <c:v>0.43185185185185188</c:v>
                </c:pt>
                <c:pt idx="10294">
                  <c:v>0.43185185185185188</c:v>
                </c:pt>
                <c:pt idx="10295">
                  <c:v>0.43185185185185188</c:v>
                </c:pt>
                <c:pt idx="10296">
                  <c:v>0.43185185185185188</c:v>
                </c:pt>
                <c:pt idx="10297">
                  <c:v>0.43185185185185188</c:v>
                </c:pt>
                <c:pt idx="10298">
                  <c:v>0.432</c:v>
                </c:pt>
                <c:pt idx="10299">
                  <c:v>0.432</c:v>
                </c:pt>
                <c:pt idx="10300">
                  <c:v>0.432</c:v>
                </c:pt>
                <c:pt idx="10301">
                  <c:v>0.43214814814814817</c:v>
                </c:pt>
                <c:pt idx="10302">
                  <c:v>0.43214814814814817</c:v>
                </c:pt>
                <c:pt idx="10303">
                  <c:v>0.43214814814814817</c:v>
                </c:pt>
                <c:pt idx="10304">
                  <c:v>0.43214814814814817</c:v>
                </c:pt>
                <c:pt idx="10305">
                  <c:v>0.43214814814814817</c:v>
                </c:pt>
                <c:pt idx="10306">
                  <c:v>0.43214814814814817</c:v>
                </c:pt>
                <c:pt idx="10307">
                  <c:v>0.43229629629629629</c:v>
                </c:pt>
                <c:pt idx="10308">
                  <c:v>0.43229629629629629</c:v>
                </c:pt>
                <c:pt idx="10309">
                  <c:v>0.43229629629629629</c:v>
                </c:pt>
                <c:pt idx="10310">
                  <c:v>0.43229629629629629</c:v>
                </c:pt>
                <c:pt idx="10311">
                  <c:v>0.43229629629629629</c:v>
                </c:pt>
                <c:pt idx="10312">
                  <c:v>0.43229629629629629</c:v>
                </c:pt>
                <c:pt idx="10313">
                  <c:v>0.43229629629629629</c:v>
                </c:pt>
                <c:pt idx="10314">
                  <c:v>0.43244444444444446</c:v>
                </c:pt>
                <c:pt idx="10315">
                  <c:v>0.43244444444444446</c:v>
                </c:pt>
                <c:pt idx="10316">
                  <c:v>0.43244444444444446</c:v>
                </c:pt>
                <c:pt idx="10317">
                  <c:v>0.43259259259259258</c:v>
                </c:pt>
                <c:pt idx="10318">
                  <c:v>0.43274074074074076</c:v>
                </c:pt>
                <c:pt idx="10319">
                  <c:v>0.43274074074074076</c:v>
                </c:pt>
                <c:pt idx="10320">
                  <c:v>0.43274074074074076</c:v>
                </c:pt>
                <c:pt idx="10321">
                  <c:v>0.43274074074074076</c:v>
                </c:pt>
                <c:pt idx="10322">
                  <c:v>0.43274074074074076</c:v>
                </c:pt>
                <c:pt idx="10323">
                  <c:v>0.43274074074074076</c:v>
                </c:pt>
                <c:pt idx="10324">
                  <c:v>0.43274074074074076</c:v>
                </c:pt>
                <c:pt idx="10325">
                  <c:v>0.43274074074074076</c:v>
                </c:pt>
                <c:pt idx="10326">
                  <c:v>0.43274074074074076</c:v>
                </c:pt>
                <c:pt idx="10327">
                  <c:v>0.43288888888888888</c:v>
                </c:pt>
                <c:pt idx="10328">
                  <c:v>0.43288888888888888</c:v>
                </c:pt>
                <c:pt idx="10329">
                  <c:v>0.43303703703703705</c:v>
                </c:pt>
                <c:pt idx="10330">
                  <c:v>0.43318518518518517</c:v>
                </c:pt>
                <c:pt idx="10331">
                  <c:v>0.43318518518518517</c:v>
                </c:pt>
                <c:pt idx="10332">
                  <c:v>0.43333333333333335</c:v>
                </c:pt>
                <c:pt idx="10333">
                  <c:v>0.43348148148148147</c:v>
                </c:pt>
                <c:pt idx="10334">
                  <c:v>0.43362962962962964</c:v>
                </c:pt>
                <c:pt idx="10335">
                  <c:v>0.43362962962962964</c:v>
                </c:pt>
                <c:pt idx="10336">
                  <c:v>0.43362962962962964</c:v>
                </c:pt>
                <c:pt idx="10337">
                  <c:v>0.43362962962962964</c:v>
                </c:pt>
                <c:pt idx="10338">
                  <c:v>0.43362962962962964</c:v>
                </c:pt>
                <c:pt idx="10339">
                  <c:v>0.43362962962962964</c:v>
                </c:pt>
                <c:pt idx="10340">
                  <c:v>0.43362962962962964</c:v>
                </c:pt>
                <c:pt idx="10341">
                  <c:v>0.43362962962962964</c:v>
                </c:pt>
                <c:pt idx="10342">
                  <c:v>0.43362962962962964</c:v>
                </c:pt>
                <c:pt idx="10343">
                  <c:v>0.43362962962962964</c:v>
                </c:pt>
                <c:pt idx="10344">
                  <c:v>0.43362962962962964</c:v>
                </c:pt>
                <c:pt idx="10345">
                  <c:v>0.43362962962962964</c:v>
                </c:pt>
                <c:pt idx="10346">
                  <c:v>0.43377777777777776</c:v>
                </c:pt>
                <c:pt idx="10347">
                  <c:v>0.43392592592592594</c:v>
                </c:pt>
                <c:pt idx="10348">
                  <c:v>0.43392592592592594</c:v>
                </c:pt>
                <c:pt idx="10349">
                  <c:v>0.43407407407407406</c:v>
                </c:pt>
                <c:pt idx="10350">
                  <c:v>0.43422222222222223</c:v>
                </c:pt>
                <c:pt idx="10351">
                  <c:v>0.43422222222222223</c:v>
                </c:pt>
                <c:pt idx="10352">
                  <c:v>0.43437037037037035</c:v>
                </c:pt>
                <c:pt idx="10353">
                  <c:v>0.43437037037037035</c:v>
                </c:pt>
                <c:pt idx="10354">
                  <c:v>0.43437037037037035</c:v>
                </c:pt>
                <c:pt idx="10355">
                  <c:v>0.43437037037037035</c:v>
                </c:pt>
                <c:pt idx="10356">
                  <c:v>0.43437037037037035</c:v>
                </c:pt>
                <c:pt idx="10357">
                  <c:v>0.43437037037037035</c:v>
                </c:pt>
                <c:pt idx="10358">
                  <c:v>0.43437037037037035</c:v>
                </c:pt>
                <c:pt idx="10359">
                  <c:v>0.43437037037037035</c:v>
                </c:pt>
                <c:pt idx="10360">
                  <c:v>0.43437037037037035</c:v>
                </c:pt>
                <c:pt idx="10361">
                  <c:v>0.43437037037037035</c:v>
                </c:pt>
                <c:pt idx="10362">
                  <c:v>0.43451851851851853</c:v>
                </c:pt>
                <c:pt idx="10363">
                  <c:v>0.43451851851851853</c:v>
                </c:pt>
                <c:pt idx="10364">
                  <c:v>0.43451851851851853</c:v>
                </c:pt>
                <c:pt idx="10365">
                  <c:v>0.43466666666666665</c:v>
                </c:pt>
                <c:pt idx="10366">
                  <c:v>0.43466666666666665</c:v>
                </c:pt>
                <c:pt idx="10367">
                  <c:v>0.43481481481481482</c:v>
                </c:pt>
                <c:pt idx="10368">
                  <c:v>0.43496296296296294</c:v>
                </c:pt>
                <c:pt idx="10369">
                  <c:v>0.43496296296296294</c:v>
                </c:pt>
                <c:pt idx="10370">
                  <c:v>0.43496296296296294</c:v>
                </c:pt>
                <c:pt idx="10371">
                  <c:v>0.43496296296296294</c:v>
                </c:pt>
                <c:pt idx="10372">
                  <c:v>0.43496296296296294</c:v>
                </c:pt>
                <c:pt idx="10373">
                  <c:v>0.43496296296296294</c:v>
                </c:pt>
                <c:pt idx="10374">
                  <c:v>0.43496296296296294</c:v>
                </c:pt>
                <c:pt idx="10375">
                  <c:v>0.43511111111111112</c:v>
                </c:pt>
                <c:pt idx="10376">
                  <c:v>0.43511111111111112</c:v>
                </c:pt>
                <c:pt idx="10377">
                  <c:v>0.43511111111111112</c:v>
                </c:pt>
                <c:pt idx="10378">
                  <c:v>0.43511111111111112</c:v>
                </c:pt>
                <c:pt idx="10379">
                  <c:v>0.43511111111111112</c:v>
                </c:pt>
                <c:pt idx="10380">
                  <c:v>0.43525925925925923</c:v>
                </c:pt>
                <c:pt idx="10381">
                  <c:v>0.43525925925925923</c:v>
                </c:pt>
                <c:pt idx="10382">
                  <c:v>0.43525925925925923</c:v>
                </c:pt>
                <c:pt idx="10383">
                  <c:v>0.43525925925925923</c:v>
                </c:pt>
                <c:pt idx="10384">
                  <c:v>0.43525925925925923</c:v>
                </c:pt>
                <c:pt idx="10385">
                  <c:v>0.43525925925925923</c:v>
                </c:pt>
                <c:pt idx="10386">
                  <c:v>0.43525925925925923</c:v>
                </c:pt>
                <c:pt idx="10387">
                  <c:v>0.43525925925925923</c:v>
                </c:pt>
                <c:pt idx="10388">
                  <c:v>0.43525925925925923</c:v>
                </c:pt>
                <c:pt idx="10389">
                  <c:v>0.43525925925925923</c:v>
                </c:pt>
                <c:pt idx="10390">
                  <c:v>0.43525925925925923</c:v>
                </c:pt>
                <c:pt idx="10391">
                  <c:v>0.43540740740740741</c:v>
                </c:pt>
                <c:pt idx="10392">
                  <c:v>0.43555555555555553</c:v>
                </c:pt>
                <c:pt idx="10393">
                  <c:v>0.43555555555555553</c:v>
                </c:pt>
                <c:pt idx="10394">
                  <c:v>0.43555555555555553</c:v>
                </c:pt>
                <c:pt idx="10395">
                  <c:v>0.43555555555555553</c:v>
                </c:pt>
                <c:pt idx="10396">
                  <c:v>0.43555555555555553</c:v>
                </c:pt>
                <c:pt idx="10397">
                  <c:v>0.4357037037037037</c:v>
                </c:pt>
                <c:pt idx="10398">
                  <c:v>0.4357037037037037</c:v>
                </c:pt>
                <c:pt idx="10399">
                  <c:v>0.4357037037037037</c:v>
                </c:pt>
                <c:pt idx="10400">
                  <c:v>0.43585185185185188</c:v>
                </c:pt>
                <c:pt idx="10401">
                  <c:v>0.436</c:v>
                </c:pt>
                <c:pt idx="10402">
                  <c:v>0.436</c:v>
                </c:pt>
                <c:pt idx="10403">
                  <c:v>0.43614814814814817</c:v>
                </c:pt>
                <c:pt idx="10404">
                  <c:v>0.43614814814814817</c:v>
                </c:pt>
                <c:pt idx="10405">
                  <c:v>0.43629629629629629</c:v>
                </c:pt>
                <c:pt idx="10406">
                  <c:v>0.43644444444444447</c:v>
                </c:pt>
                <c:pt idx="10407">
                  <c:v>0.43659259259259259</c:v>
                </c:pt>
                <c:pt idx="10408">
                  <c:v>0.43659259259259259</c:v>
                </c:pt>
                <c:pt idx="10409">
                  <c:v>0.43659259259259259</c:v>
                </c:pt>
                <c:pt idx="10410">
                  <c:v>0.43659259259259259</c:v>
                </c:pt>
                <c:pt idx="10411">
                  <c:v>0.43659259259259259</c:v>
                </c:pt>
                <c:pt idx="10412">
                  <c:v>0.43659259259259259</c:v>
                </c:pt>
                <c:pt idx="10413">
                  <c:v>0.43659259259259259</c:v>
                </c:pt>
                <c:pt idx="10414">
                  <c:v>0.43674074074074076</c:v>
                </c:pt>
                <c:pt idx="10415">
                  <c:v>0.43674074074074076</c:v>
                </c:pt>
                <c:pt idx="10416">
                  <c:v>0.43688888888888888</c:v>
                </c:pt>
                <c:pt idx="10417">
                  <c:v>0.43688888888888888</c:v>
                </c:pt>
                <c:pt idx="10418">
                  <c:v>0.43688888888888888</c:v>
                </c:pt>
                <c:pt idx="10419">
                  <c:v>0.43688888888888888</c:v>
                </c:pt>
                <c:pt idx="10420">
                  <c:v>0.43688888888888888</c:v>
                </c:pt>
                <c:pt idx="10421">
                  <c:v>0.43703703703703706</c:v>
                </c:pt>
                <c:pt idx="10422">
                  <c:v>0.43703703703703706</c:v>
                </c:pt>
                <c:pt idx="10423">
                  <c:v>0.43703703703703706</c:v>
                </c:pt>
                <c:pt idx="10424">
                  <c:v>0.43718518518518518</c:v>
                </c:pt>
                <c:pt idx="10425">
                  <c:v>0.43718518518518518</c:v>
                </c:pt>
                <c:pt idx="10426">
                  <c:v>0.43718518518518518</c:v>
                </c:pt>
                <c:pt idx="10427">
                  <c:v>0.43718518518518518</c:v>
                </c:pt>
                <c:pt idx="10428">
                  <c:v>0.43718518518518518</c:v>
                </c:pt>
                <c:pt idx="10429">
                  <c:v>0.43718518518518518</c:v>
                </c:pt>
                <c:pt idx="10430">
                  <c:v>0.43718518518518518</c:v>
                </c:pt>
                <c:pt idx="10431">
                  <c:v>0.43733333333333335</c:v>
                </c:pt>
                <c:pt idx="10432">
                  <c:v>0.43733333333333335</c:v>
                </c:pt>
                <c:pt idx="10433">
                  <c:v>0.43748148148148147</c:v>
                </c:pt>
                <c:pt idx="10434">
                  <c:v>0.43748148148148147</c:v>
                </c:pt>
                <c:pt idx="10435">
                  <c:v>0.43762962962962965</c:v>
                </c:pt>
                <c:pt idx="10436">
                  <c:v>0.43777777777777777</c:v>
                </c:pt>
                <c:pt idx="10437">
                  <c:v>0.43777777777777777</c:v>
                </c:pt>
                <c:pt idx="10438">
                  <c:v>0.43777777777777777</c:v>
                </c:pt>
                <c:pt idx="10439">
                  <c:v>0.43792592592592594</c:v>
                </c:pt>
                <c:pt idx="10440">
                  <c:v>0.43792592592592594</c:v>
                </c:pt>
                <c:pt idx="10441">
                  <c:v>0.43792592592592594</c:v>
                </c:pt>
                <c:pt idx="10442">
                  <c:v>0.43807407407407406</c:v>
                </c:pt>
                <c:pt idx="10443">
                  <c:v>0.43822222222222224</c:v>
                </c:pt>
                <c:pt idx="10444">
                  <c:v>0.43837037037037035</c:v>
                </c:pt>
                <c:pt idx="10445">
                  <c:v>0.43837037037037035</c:v>
                </c:pt>
                <c:pt idx="10446">
                  <c:v>0.43837037037037035</c:v>
                </c:pt>
                <c:pt idx="10447">
                  <c:v>0.43837037037037035</c:v>
                </c:pt>
                <c:pt idx="10448">
                  <c:v>0.43851851851851853</c:v>
                </c:pt>
                <c:pt idx="10449">
                  <c:v>0.43851851851851853</c:v>
                </c:pt>
                <c:pt idx="10450">
                  <c:v>0.43851851851851853</c:v>
                </c:pt>
                <c:pt idx="10451">
                  <c:v>0.43851851851851853</c:v>
                </c:pt>
                <c:pt idx="10452">
                  <c:v>0.43851851851851853</c:v>
                </c:pt>
                <c:pt idx="10453">
                  <c:v>0.43851851851851853</c:v>
                </c:pt>
                <c:pt idx="10454">
                  <c:v>0.43851851851851853</c:v>
                </c:pt>
                <c:pt idx="10455">
                  <c:v>0.43851851851851853</c:v>
                </c:pt>
                <c:pt idx="10456">
                  <c:v>0.43866666666666665</c:v>
                </c:pt>
                <c:pt idx="10457">
                  <c:v>0.43866666666666665</c:v>
                </c:pt>
                <c:pt idx="10458">
                  <c:v>0.43866666666666665</c:v>
                </c:pt>
                <c:pt idx="10459">
                  <c:v>0.43866666666666665</c:v>
                </c:pt>
                <c:pt idx="10460">
                  <c:v>0.43866666666666665</c:v>
                </c:pt>
                <c:pt idx="10461">
                  <c:v>0.43881481481481482</c:v>
                </c:pt>
                <c:pt idx="10462">
                  <c:v>0.43881481481481482</c:v>
                </c:pt>
                <c:pt idx="10463">
                  <c:v>0.43881481481481482</c:v>
                </c:pt>
                <c:pt idx="10464">
                  <c:v>0.43881481481481482</c:v>
                </c:pt>
                <c:pt idx="10465">
                  <c:v>0.43896296296296294</c:v>
                </c:pt>
                <c:pt idx="10466">
                  <c:v>0.43896296296296294</c:v>
                </c:pt>
                <c:pt idx="10467">
                  <c:v>0.43896296296296294</c:v>
                </c:pt>
                <c:pt idx="10468">
                  <c:v>0.43896296296296294</c:v>
                </c:pt>
                <c:pt idx="10469">
                  <c:v>0.43896296296296294</c:v>
                </c:pt>
                <c:pt idx="10470">
                  <c:v>0.43896296296296294</c:v>
                </c:pt>
                <c:pt idx="10471">
                  <c:v>0.43896296296296294</c:v>
                </c:pt>
                <c:pt idx="10472">
                  <c:v>0.43896296296296294</c:v>
                </c:pt>
                <c:pt idx="10473">
                  <c:v>0.43896296296296294</c:v>
                </c:pt>
                <c:pt idx="10474">
                  <c:v>0.43896296296296294</c:v>
                </c:pt>
                <c:pt idx="10475">
                  <c:v>0.43896296296296294</c:v>
                </c:pt>
                <c:pt idx="10476">
                  <c:v>0.43896296296296294</c:v>
                </c:pt>
                <c:pt idx="10477">
                  <c:v>0.43911111111111112</c:v>
                </c:pt>
                <c:pt idx="10478">
                  <c:v>0.43911111111111112</c:v>
                </c:pt>
                <c:pt idx="10479">
                  <c:v>0.43911111111111112</c:v>
                </c:pt>
                <c:pt idx="10480">
                  <c:v>0.43925925925925924</c:v>
                </c:pt>
                <c:pt idx="10481">
                  <c:v>0.43925925925925924</c:v>
                </c:pt>
                <c:pt idx="10482">
                  <c:v>0.43925925925925924</c:v>
                </c:pt>
                <c:pt idx="10483">
                  <c:v>0.43940740740740741</c:v>
                </c:pt>
                <c:pt idx="10484">
                  <c:v>0.43955555555555553</c:v>
                </c:pt>
                <c:pt idx="10485">
                  <c:v>0.43955555555555553</c:v>
                </c:pt>
                <c:pt idx="10486">
                  <c:v>0.43955555555555553</c:v>
                </c:pt>
                <c:pt idx="10487">
                  <c:v>0.43955555555555553</c:v>
                </c:pt>
                <c:pt idx="10488">
                  <c:v>0.43955555555555553</c:v>
                </c:pt>
                <c:pt idx="10489">
                  <c:v>0.43955555555555553</c:v>
                </c:pt>
                <c:pt idx="10490">
                  <c:v>0.43970370370370371</c:v>
                </c:pt>
                <c:pt idx="10491">
                  <c:v>0.43970370370370371</c:v>
                </c:pt>
                <c:pt idx="10492">
                  <c:v>0.43985185185185183</c:v>
                </c:pt>
                <c:pt idx="10493">
                  <c:v>0.43985185185185183</c:v>
                </c:pt>
                <c:pt idx="10494">
                  <c:v>0.44</c:v>
                </c:pt>
                <c:pt idx="10495">
                  <c:v>0.44014814814814812</c:v>
                </c:pt>
                <c:pt idx="10496">
                  <c:v>0.44014814814814812</c:v>
                </c:pt>
                <c:pt idx="10497">
                  <c:v>0.44014814814814812</c:v>
                </c:pt>
                <c:pt idx="10498">
                  <c:v>0.44014814814814812</c:v>
                </c:pt>
                <c:pt idx="10499">
                  <c:v>0.4402962962962963</c:v>
                </c:pt>
                <c:pt idx="10500">
                  <c:v>0.4402962962962963</c:v>
                </c:pt>
                <c:pt idx="10501">
                  <c:v>0.44044444444444447</c:v>
                </c:pt>
                <c:pt idx="10502">
                  <c:v>0.44044444444444447</c:v>
                </c:pt>
                <c:pt idx="10503">
                  <c:v>0.44044444444444447</c:v>
                </c:pt>
                <c:pt idx="10504">
                  <c:v>0.44044444444444447</c:v>
                </c:pt>
                <c:pt idx="10505">
                  <c:v>0.44059259259259259</c:v>
                </c:pt>
                <c:pt idx="10506">
                  <c:v>0.44059259259259259</c:v>
                </c:pt>
                <c:pt idx="10507">
                  <c:v>0.44074074074074077</c:v>
                </c:pt>
                <c:pt idx="10508">
                  <c:v>0.44074074074074077</c:v>
                </c:pt>
                <c:pt idx="10509">
                  <c:v>0.44074074074074077</c:v>
                </c:pt>
                <c:pt idx="10510">
                  <c:v>0.44074074074074077</c:v>
                </c:pt>
                <c:pt idx="10511">
                  <c:v>0.44088888888888889</c:v>
                </c:pt>
                <c:pt idx="10512">
                  <c:v>0.44088888888888889</c:v>
                </c:pt>
                <c:pt idx="10513">
                  <c:v>0.44088888888888889</c:v>
                </c:pt>
                <c:pt idx="10514">
                  <c:v>0.44088888888888889</c:v>
                </c:pt>
                <c:pt idx="10515">
                  <c:v>0.44088888888888889</c:v>
                </c:pt>
                <c:pt idx="10516">
                  <c:v>0.44103703703703706</c:v>
                </c:pt>
                <c:pt idx="10517">
                  <c:v>0.44103703703703706</c:v>
                </c:pt>
                <c:pt idx="10518">
                  <c:v>0.44103703703703706</c:v>
                </c:pt>
                <c:pt idx="10519">
                  <c:v>0.44103703703703706</c:v>
                </c:pt>
                <c:pt idx="10520">
                  <c:v>0.44103703703703706</c:v>
                </c:pt>
                <c:pt idx="10521">
                  <c:v>0.44103703703703706</c:v>
                </c:pt>
                <c:pt idx="10522">
                  <c:v>0.44118518518518518</c:v>
                </c:pt>
                <c:pt idx="10523">
                  <c:v>0.44118518518518518</c:v>
                </c:pt>
                <c:pt idx="10524">
                  <c:v>0.44118518518518518</c:v>
                </c:pt>
                <c:pt idx="10525">
                  <c:v>0.44118518518518518</c:v>
                </c:pt>
                <c:pt idx="10526">
                  <c:v>0.44118518518518518</c:v>
                </c:pt>
                <c:pt idx="10527">
                  <c:v>0.44133333333333336</c:v>
                </c:pt>
                <c:pt idx="10528">
                  <c:v>0.44133333333333336</c:v>
                </c:pt>
                <c:pt idx="10529">
                  <c:v>0.44148148148148147</c:v>
                </c:pt>
                <c:pt idx="10530">
                  <c:v>0.44148148148148147</c:v>
                </c:pt>
                <c:pt idx="10531">
                  <c:v>0.44148148148148147</c:v>
                </c:pt>
                <c:pt idx="10532">
                  <c:v>0.44148148148148147</c:v>
                </c:pt>
                <c:pt idx="10533">
                  <c:v>0.44148148148148147</c:v>
                </c:pt>
                <c:pt idx="10534">
                  <c:v>0.44148148148148147</c:v>
                </c:pt>
                <c:pt idx="10535">
                  <c:v>0.44148148148148147</c:v>
                </c:pt>
                <c:pt idx="10536">
                  <c:v>0.44148148148148147</c:v>
                </c:pt>
                <c:pt idx="10537">
                  <c:v>0.44148148148148147</c:v>
                </c:pt>
                <c:pt idx="10538">
                  <c:v>0.44162962962962965</c:v>
                </c:pt>
                <c:pt idx="10539">
                  <c:v>0.44162962962962965</c:v>
                </c:pt>
                <c:pt idx="10540">
                  <c:v>0.44162962962962965</c:v>
                </c:pt>
                <c:pt idx="10541">
                  <c:v>0.44162962962962965</c:v>
                </c:pt>
                <c:pt idx="10542">
                  <c:v>0.44177777777777777</c:v>
                </c:pt>
                <c:pt idx="10543">
                  <c:v>0.44177777777777777</c:v>
                </c:pt>
                <c:pt idx="10544">
                  <c:v>0.44177777777777777</c:v>
                </c:pt>
                <c:pt idx="10545">
                  <c:v>0.44192592592592594</c:v>
                </c:pt>
                <c:pt idx="10546">
                  <c:v>0.44192592592592594</c:v>
                </c:pt>
                <c:pt idx="10547">
                  <c:v>0.44192592592592594</c:v>
                </c:pt>
                <c:pt idx="10548">
                  <c:v>0.44192592592592594</c:v>
                </c:pt>
                <c:pt idx="10549">
                  <c:v>0.44192592592592594</c:v>
                </c:pt>
                <c:pt idx="10550">
                  <c:v>0.44192592592592594</c:v>
                </c:pt>
                <c:pt idx="10551">
                  <c:v>0.44192592592592594</c:v>
                </c:pt>
                <c:pt idx="10552">
                  <c:v>0.44192592592592594</c:v>
                </c:pt>
                <c:pt idx="10553">
                  <c:v>0.44192592592592594</c:v>
                </c:pt>
                <c:pt idx="10554">
                  <c:v>0.44192592592592594</c:v>
                </c:pt>
                <c:pt idx="10555">
                  <c:v>0.44192592592592594</c:v>
                </c:pt>
                <c:pt idx="10556">
                  <c:v>0.44192592592592594</c:v>
                </c:pt>
                <c:pt idx="10557">
                  <c:v>0.44192592592592594</c:v>
                </c:pt>
                <c:pt idx="10558">
                  <c:v>0.44192592592592594</c:v>
                </c:pt>
                <c:pt idx="10559">
                  <c:v>0.44192592592592594</c:v>
                </c:pt>
                <c:pt idx="10560">
                  <c:v>0.44207407407407406</c:v>
                </c:pt>
                <c:pt idx="10561">
                  <c:v>0.44207407407407406</c:v>
                </c:pt>
                <c:pt idx="10562">
                  <c:v>0.44207407407407406</c:v>
                </c:pt>
                <c:pt idx="10563">
                  <c:v>0.44207407407407406</c:v>
                </c:pt>
                <c:pt idx="10564">
                  <c:v>0.44207407407407406</c:v>
                </c:pt>
                <c:pt idx="10565">
                  <c:v>0.44222222222222224</c:v>
                </c:pt>
                <c:pt idx="10566">
                  <c:v>0.44237037037037036</c:v>
                </c:pt>
                <c:pt idx="10567">
                  <c:v>0.44237037037037036</c:v>
                </c:pt>
                <c:pt idx="10568">
                  <c:v>0.44237037037037036</c:v>
                </c:pt>
                <c:pt idx="10569">
                  <c:v>0.44251851851851853</c:v>
                </c:pt>
                <c:pt idx="10570">
                  <c:v>0.44251851851851853</c:v>
                </c:pt>
                <c:pt idx="10571">
                  <c:v>0.44251851851851853</c:v>
                </c:pt>
                <c:pt idx="10572">
                  <c:v>0.44251851851851853</c:v>
                </c:pt>
                <c:pt idx="10573">
                  <c:v>0.44266666666666665</c:v>
                </c:pt>
                <c:pt idx="10574">
                  <c:v>0.44266666666666665</c:v>
                </c:pt>
                <c:pt idx="10575">
                  <c:v>0.44266666666666665</c:v>
                </c:pt>
                <c:pt idx="10576">
                  <c:v>0.44266666666666665</c:v>
                </c:pt>
                <c:pt idx="10577">
                  <c:v>0.44281481481481483</c:v>
                </c:pt>
                <c:pt idx="10578">
                  <c:v>0.44281481481481483</c:v>
                </c:pt>
                <c:pt idx="10579">
                  <c:v>0.44281481481481483</c:v>
                </c:pt>
                <c:pt idx="10580">
                  <c:v>0.44281481481481483</c:v>
                </c:pt>
                <c:pt idx="10581">
                  <c:v>0.44281481481481483</c:v>
                </c:pt>
                <c:pt idx="10582">
                  <c:v>0.44281481481481483</c:v>
                </c:pt>
                <c:pt idx="10583">
                  <c:v>0.44296296296296295</c:v>
                </c:pt>
                <c:pt idx="10584">
                  <c:v>0.44296296296296295</c:v>
                </c:pt>
                <c:pt idx="10585">
                  <c:v>0.44311111111111112</c:v>
                </c:pt>
                <c:pt idx="10586">
                  <c:v>0.44311111111111112</c:v>
                </c:pt>
                <c:pt idx="10587">
                  <c:v>0.44311111111111112</c:v>
                </c:pt>
                <c:pt idx="10588">
                  <c:v>0.44325925925925924</c:v>
                </c:pt>
                <c:pt idx="10589">
                  <c:v>0.44325925925925924</c:v>
                </c:pt>
                <c:pt idx="10590">
                  <c:v>0.44325925925925924</c:v>
                </c:pt>
                <c:pt idx="10591">
                  <c:v>0.44325925925925924</c:v>
                </c:pt>
                <c:pt idx="10592">
                  <c:v>0.44325925925925924</c:v>
                </c:pt>
                <c:pt idx="10593">
                  <c:v>0.44325925925925924</c:v>
                </c:pt>
                <c:pt idx="10594">
                  <c:v>0.44325925925925924</c:v>
                </c:pt>
                <c:pt idx="10595">
                  <c:v>0.44325925925925924</c:v>
                </c:pt>
                <c:pt idx="10596">
                  <c:v>0.44325925925925924</c:v>
                </c:pt>
                <c:pt idx="10597">
                  <c:v>0.44340740740740742</c:v>
                </c:pt>
                <c:pt idx="10598">
                  <c:v>0.44340740740740742</c:v>
                </c:pt>
                <c:pt idx="10599">
                  <c:v>0.44340740740740742</c:v>
                </c:pt>
                <c:pt idx="10600">
                  <c:v>0.44340740740740742</c:v>
                </c:pt>
                <c:pt idx="10601">
                  <c:v>0.44340740740740742</c:v>
                </c:pt>
                <c:pt idx="10602">
                  <c:v>0.44355555555555554</c:v>
                </c:pt>
                <c:pt idx="10603">
                  <c:v>0.44355555555555554</c:v>
                </c:pt>
                <c:pt idx="10604">
                  <c:v>0.44370370370370371</c:v>
                </c:pt>
                <c:pt idx="10605">
                  <c:v>0.44370370370370371</c:v>
                </c:pt>
                <c:pt idx="10606">
                  <c:v>0.44370370370370371</c:v>
                </c:pt>
                <c:pt idx="10607">
                  <c:v>0.44370370370370371</c:v>
                </c:pt>
                <c:pt idx="10608">
                  <c:v>0.44370370370370371</c:v>
                </c:pt>
                <c:pt idx="10609">
                  <c:v>0.44385185185185183</c:v>
                </c:pt>
                <c:pt idx="10610">
                  <c:v>0.44385185185185183</c:v>
                </c:pt>
                <c:pt idx="10611">
                  <c:v>0.44400000000000001</c:v>
                </c:pt>
                <c:pt idx="10612">
                  <c:v>0.44400000000000001</c:v>
                </c:pt>
                <c:pt idx="10613">
                  <c:v>0.44400000000000001</c:v>
                </c:pt>
                <c:pt idx="10614">
                  <c:v>0.44400000000000001</c:v>
                </c:pt>
                <c:pt idx="10615">
                  <c:v>0.44400000000000001</c:v>
                </c:pt>
                <c:pt idx="10616">
                  <c:v>0.44400000000000001</c:v>
                </c:pt>
                <c:pt idx="10617">
                  <c:v>0.44400000000000001</c:v>
                </c:pt>
                <c:pt idx="10618">
                  <c:v>0.44400000000000001</c:v>
                </c:pt>
                <c:pt idx="10619">
                  <c:v>0.44400000000000001</c:v>
                </c:pt>
                <c:pt idx="10620">
                  <c:v>0.44400000000000001</c:v>
                </c:pt>
                <c:pt idx="10621">
                  <c:v>0.44414814814814813</c:v>
                </c:pt>
                <c:pt idx="10622">
                  <c:v>0.44414814814814813</c:v>
                </c:pt>
                <c:pt idx="10623">
                  <c:v>0.44414814814814813</c:v>
                </c:pt>
                <c:pt idx="10624">
                  <c:v>0.44414814814814813</c:v>
                </c:pt>
                <c:pt idx="10625">
                  <c:v>0.44414814814814813</c:v>
                </c:pt>
                <c:pt idx="10626">
                  <c:v>0.44414814814814813</c:v>
                </c:pt>
                <c:pt idx="10627">
                  <c:v>0.44414814814814813</c:v>
                </c:pt>
                <c:pt idx="10628">
                  <c:v>0.4442962962962963</c:v>
                </c:pt>
                <c:pt idx="10629">
                  <c:v>0.44444444444444442</c:v>
                </c:pt>
                <c:pt idx="10630">
                  <c:v>0.44459259259259259</c:v>
                </c:pt>
                <c:pt idx="10631">
                  <c:v>0.44474074074074071</c:v>
                </c:pt>
                <c:pt idx="10632">
                  <c:v>0.44488888888888889</c:v>
                </c:pt>
                <c:pt idx="10633">
                  <c:v>0.44488888888888889</c:v>
                </c:pt>
                <c:pt idx="10634">
                  <c:v>0.44488888888888889</c:v>
                </c:pt>
                <c:pt idx="10635">
                  <c:v>0.44488888888888889</c:v>
                </c:pt>
                <c:pt idx="10636">
                  <c:v>0.44488888888888889</c:v>
                </c:pt>
                <c:pt idx="10637">
                  <c:v>0.44488888888888889</c:v>
                </c:pt>
                <c:pt idx="10638">
                  <c:v>0.44488888888888889</c:v>
                </c:pt>
                <c:pt idx="10639">
                  <c:v>0.44488888888888889</c:v>
                </c:pt>
                <c:pt idx="10640">
                  <c:v>0.44488888888888889</c:v>
                </c:pt>
                <c:pt idx="10641">
                  <c:v>0.44488888888888889</c:v>
                </c:pt>
                <c:pt idx="10642">
                  <c:v>0.44488888888888889</c:v>
                </c:pt>
                <c:pt idx="10643">
                  <c:v>0.44488888888888889</c:v>
                </c:pt>
                <c:pt idx="10644">
                  <c:v>0.44488888888888889</c:v>
                </c:pt>
                <c:pt idx="10645">
                  <c:v>0.44488888888888889</c:v>
                </c:pt>
                <c:pt idx="10646">
                  <c:v>0.44503703703703706</c:v>
                </c:pt>
                <c:pt idx="10647">
                  <c:v>0.44503703703703706</c:v>
                </c:pt>
                <c:pt idx="10648">
                  <c:v>0.44503703703703706</c:v>
                </c:pt>
                <c:pt idx="10649">
                  <c:v>0.44503703703703706</c:v>
                </c:pt>
                <c:pt idx="10650">
                  <c:v>0.44518518518518518</c:v>
                </c:pt>
                <c:pt idx="10651">
                  <c:v>0.44518518518518518</c:v>
                </c:pt>
                <c:pt idx="10652">
                  <c:v>0.44518518518518518</c:v>
                </c:pt>
                <c:pt idx="10653">
                  <c:v>0.44518518518518518</c:v>
                </c:pt>
                <c:pt idx="10654">
                  <c:v>0.44533333333333336</c:v>
                </c:pt>
                <c:pt idx="10655">
                  <c:v>0.44533333333333336</c:v>
                </c:pt>
                <c:pt idx="10656">
                  <c:v>0.44533333333333336</c:v>
                </c:pt>
                <c:pt idx="10657">
                  <c:v>0.44533333333333336</c:v>
                </c:pt>
                <c:pt idx="10658">
                  <c:v>0.44533333333333336</c:v>
                </c:pt>
                <c:pt idx="10659">
                  <c:v>0.44533333333333336</c:v>
                </c:pt>
                <c:pt idx="10660">
                  <c:v>0.44548148148148148</c:v>
                </c:pt>
                <c:pt idx="10661">
                  <c:v>0.44562962962962965</c:v>
                </c:pt>
                <c:pt idx="10662">
                  <c:v>0.44577777777777777</c:v>
                </c:pt>
                <c:pt idx="10663">
                  <c:v>0.44577777777777777</c:v>
                </c:pt>
                <c:pt idx="10664">
                  <c:v>0.44577777777777777</c:v>
                </c:pt>
                <c:pt idx="10665">
                  <c:v>0.44592592592592595</c:v>
                </c:pt>
                <c:pt idx="10666">
                  <c:v>0.44592592592592595</c:v>
                </c:pt>
                <c:pt idx="10667">
                  <c:v>0.44592592592592595</c:v>
                </c:pt>
                <c:pt idx="10668">
                  <c:v>0.44592592592592595</c:v>
                </c:pt>
                <c:pt idx="10669">
                  <c:v>0.44607407407407407</c:v>
                </c:pt>
                <c:pt idx="10670">
                  <c:v>0.44607407407407407</c:v>
                </c:pt>
                <c:pt idx="10671">
                  <c:v>0.44622222222222224</c:v>
                </c:pt>
                <c:pt idx="10672">
                  <c:v>0.44637037037037036</c:v>
                </c:pt>
                <c:pt idx="10673">
                  <c:v>0.44637037037037036</c:v>
                </c:pt>
                <c:pt idx="10674">
                  <c:v>0.44637037037037036</c:v>
                </c:pt>
                <c:pt idx="10675">
                  <c:v>0.44637037037037036</c:v>
                </c:pt>
                <c:pt idx="10676">
                  <c:v>0.44637037037037036</c:v>
                </c:pt>
                <c:pt idx="10677">
                  <c:v>0.44651851851851854</c:v>
                </c:pt>
                <c:pt idx="10678">
                  <c:v>0.44651851851851854</c:v>
                </c:pt>
                <c:pt idx="10679">
                  <c:v>0.44651851851851854</c:v>
                </c:pt>
                <c:pt idx="10680">
                  <c:v>0.44651851851851854</c:v>
                </c:pt>
                <c:pt idx="10681">
                  <c:v>0.44651851851851854</c:v>
                </c:pt>
                <c:pt idx="10682">
                  <c:v>0.44651851851851854</c:v>
                </c:pt>
                <c:pt idx="10683">
                  <c:v>0.44666666666666666</c:v>
                </c:pt>
                <c:pt idx="10684">
                  <c:v>0.44666666666666666</c:v>
                </c:pt>
                <c:pt idx="10685">
                  <c:v>0.44666666666666666</c:v>
                </c:pt>
                <c:pt idx="10686">
                  <c:v>0.44666666666666666</c:v>
                </c:pt>
                <c:pt idx="10687">
                  <c:v>0.44666666666666666</c:v>
                </c:pt>
                <c:pt idx="10688">
                  <c:v>0.44666666666666666</c:v>
                </c:pt>
                <c:pt idx="10689">
                  <c:v>0.44666666666666666</c:v>
                </c:pt>
                <c:pt idx="10690">
                  <c:v>0.44666666666666666</c:v>
                </c:pt>
                <c:pt idx="10691">
                  <c:v>0.44666666666666666</c:v>
                </c:pt>
                <c:pt idx="10692">
                  <c:v>0.44666666666666666</c:v>
                </c:pt>
                <c:pt idx="10693">
                  <c:v>0.44681481481481483</c:v>
                </c:pt>
                <c:pt idx="10694">
                  <c:v>0.44696296296296295</c:v>
                </c:pt>
                <c:pt idx="10695">
                  <c:v>0.44696296296296295</c:v>
                </c:pt>
                <c:pt idx="10696">
                  <c:v>0.44696296296296295</c:v>
                </c:pt>
                <c:pt idx="10697">
                  <c:v>0.44711111111111113</c:v>
                </c:pt>
                <c:pt idx="10698">
                  <c:v>0.44725925925925925</c:v>
                </c:pt>
                <c:pt idx="10699">
                  <c:v>0.44740740740740742</c:v>
                </c:pt>
                <c:pt idx="10700">
                  <c:v>0.44755555555555554</c:v>
                </c:pt>
                <c:pt idx="10701">
                  <c:v>0.44755555555555554</c:v>
                </c:pt>
                <c:pt idx="10702">
                  <c:v>0.44755555555555554</c:v>
                </c:pt>
                <c:pt idx="10703">
                  <c:v>0.44755555555555554</c:v>
                </c:pt>
                <c:pt idx="10704">
                  <c:v>0.44755555555555554</c:v>
                </c:pt>
                <c:pt idx="10705">
                  <c:v>0.44770370370370371</c:v>
                </c:pt>
                <c:pt idx="10706">
                  <c:v>0.44770370370370371</c:v>
                </c:pt>
                <c:pt idx="10707">
                  <c:v>0.44785185185185183</c:v>
                </c:pt>
                <c:pt idx="10708">
                  <c:v>0.44785185185185183</c:v>
                </c:pt>
                <c:pt idx="10709">
                  <c:v>0.44785185185185183</c:v>
                </c:pt>
                <c:pt idx="10710">
                  <c:v>0.44800000000000001</c:v>
                </c:pt>
                <c:pt idx="10711">
                  <c:v>0.44800000000000001</c:v>
                </c:pt>
                <c:pt idx="10712">
                  <c:v>0.44814814814814813</c:v>
                </c:pt>
                <c:pt idx="10713">
                  <c:v>0.4482962962962963</c:v>
                </c:pt>
                <c:pt idx="10714">
                  <c:v>0.44844444444444442</c:v>
                </c:pt>
                <c:pt idx="10715">
                  <c:v>0.44844444444444442</c:v>
                </c:pt>
                <c:pt idx="10716">
                  <c:v>0.44844444444444442</c:v>
                </c:pt>
                <c:pt idx="10717">
                  <c:v>0.44844444444444442</c:v>
                </c:pt>
                <c:pt idx="10718">
                  <c:v>0.44844444444444442</c:v>
                </c:pt>
                <c:pt idx="10719">
                  <c:v>0.44844444444444442</c:v>
                </c:pt>
                <c:pt idx="10720">
                  <c:v>0.44844444444444442</c:v>
                </c:pt>
                <c:pt idx="10721">
                  <c:v>0.44844444444444442</c:v>
                </c:pt>
                <c:pt idx="10722">
                  <c:v>0.44844444444444442</c:v>
                </c:pt>
                <c:pt idx="10723">
                  <c:v>0.4485925925925926</c:v>
                </c:pt>
                <c:pt idx="10724">
                  <c:v>0.4485925925925926</c:v>
                </c:pt>
                <c:pt idx="10725">
                  <c:v>0.4485925925925926</c:v>
                </c:pt>
                <c:pt idx="10726">
                  <c:v>0.44874074074074072</c:v>
                </c:pt>
                <c:pt idx="10727">
                  <c:v>0.44874074074074072</c:v>
                </c:pt>
                <c:pt idx="10728">
                  <c:v>0.44888888888888889</c:v>
                </c:pt>
                <c:pt idx="10729">
                  <c:v>0.44888888888888889</c:v>
                </c:pt>
                <c:pt idx="10730">
                  <c:v>0.44888888888888889</c:v>
                </c:pt>
                <c:pt idx="10731">
                  <c:v>0.44903703703703701</c:v>
                </c:pt>
                <c:pt idx="10732">
                  <c:v>0.44903703703703701</c:v>
                </c:pt>
                <c:pt idx="10733">
                  <c:v>0.44903703703703701</c:v>
                </c:pt>
                <c:pt idx="10734">
                  <c:v>0.44903703703703701</c:v>
                </c:pt>
                <c:pt idx="10735">
                  <c:v>0.44903703703703701</c:v>
                </c:pt>
                <c:pt idx="10736">
                  <c:v>0.44903703703703701</c:v>
                </c:pt>
                <c:pt idx="10737">
                  <c:v>0.44903703703703701</c:v>
                </c:pt>
                <c:pt idx="10738">
                  <c:v>0.44903703703703701</c:v>
                </c:pt>
                <c:pt idx="10739">
                  <c:v>0.44903703703703701</c:v>
                </c:pt>
                <c:pt idx="10740">
                  <c:v>0.44903703703703701</c:v>
                </c:pt>
                <c:pt idx="10741">
                  <c:v>0.44918518518518519</c:v>
                </c:pt>
                <c:pt idx="10742">
                  <c:v>0.44918518518518519</c:v>
                </c:pt>
                <c:pt idx="10743">
                  <c:v>0.44918518518518519</c:v>
                </c:pt>
                <c:pt idx="10744">
                  <c:v>0.44918518518518519</c:v>
                </c:pt>
                <c:pt idx="10745">
                  <c:v>0.44918518518518519</c:v>
                </c:pt>
                <c:pt idx="10746">
                  <c:v>0.44918518518518519</c:v>
                </c:pt>
                <c:pt idx="10747">
                  <c:v>0.44933333333333331</c:v>
                </c:pt>
                <c:pt idx="10748">
                  <c:v>0.44933333333333331</c:v>
                </c:pt>
                <c:pt idx="10749">
                  <c:v>0.44933333333333331</c:v>
                </c:pt>
                <c:pt idx="10750">
                  <c:v>0.44933333333333331</c:v>
                </c:pt>
                <c:pt idx="10751">
                  <c:v>0.44933333333333331</c:v>
                </c:pt>
                <c:pt idx="10752">
                  <c:v>0.44933333333333331</c:v>
                </c:pt>
                <c:pt idx="10753">
                  <c:v>0.44948148148148148</c:v>
                </c:pt>
                <c:pt idx="10754">
                  <c:v>0.44948148148148148</c:v>
                </c:pt>
                <c:pt idx="10755">
                  <c:v>0.44948148148148148</c:v>
                </c:pt>
                <c:pt idx="10756">
                  <c:v>0.44962962962962966</c:v>
                </c:pt>
                <c:pt idx="10757">
                  <c:v>0.44962962962962966</c:v>
                </c:pt>
                <c:pt idx="10758">
                  <c:v>0.44962962962962966</c:v>
                </c:pt>
                <c:pt idx="10759">
                  <c:v>0.44977777777777778</c:v>
                </c:pt>
                <c:pt idx="10760">
                  <c:v>0.44977777777777778</c:v>
                </c:pt>
                <c:pt idx="10761">
                  <c:v>0.44977777777777778</c:v>
                </c:pt>
                <c:pt idx="10762">
                  <c:v>0.44977777777777778</c:v>
                </c:pt>
                <c:pt idx="10763">
                  <c:v>0.44977777777777778</c:v>
                </c:pt>
                <c:pt idx="10764">
                  <c:v>0.44977777777777778</c:v>
                </c:pt>
                <c:pt idx="10765">
                  <c:v>0.44992592592592595</c:v>
                </c:pt>
                <c:pt idx="10766">
                  <c:v>0.45007407407407407</c:v>
                </c:pt>
                <c:pt idx="10767">
                  <c:v>0.45007407407407407</c:v>
                </c:pt>
                <c:pt idx="10768">
                  <c:v>0.45022222222222225</c:v>
                </c:pt>
                <c:pt idx="10769">
                  <c:v>0.45022222222222225</c:v>
                </c:pt>
                <c:pt idx="10770">
                  <c:v>0.45022222222222225</c:v>
                </c:pt>
                <c:pt idx="10771">
                  <c:v>0.45037037037037037</c:v>
                </c:pt>
                <c:pt idx="10772">
                  <c:v>0.45037037037037037</c:v>
                </c:pt>
                <c:pt idx="10773">
                  <c:v>0.45037037037037037</c:v>
                </c:pt>
                <c:pt idx="10774">
                  <c:v>0.45051851851851854</c:v>
                </c:pt>
                <c:pt idx="10775">
                  <c:v>0.45066666666666666</c:v>
                </c:pt>
                <c:pt idx="10776">
                  <c:v>0.45066666666666666</c:v>
                </c:pt>
                <c:pt idx="10777">
                  <c:v>0.45066666666666666</c:v>
                </c:pt>
                <c:pt idx="10778">
                  <c:v>0.45066666666666666</c:v>
                </c:pt>
                <c:pt idx="10779">
                  <c:v>0.45066666666666666</c:v>
                </c:pt>
                <c:pt idx="10780">
                  <c:v>0.45081481481481483</c:v>
                </c:pt>
                <c:pt idx="10781">
                  <c:v>0.45081481481481483</c:v>
                </c:pt>
                <c:pt idx="10782">
                  <c:v>0.45081481481481483</c:v>
                </c:pt>
                <c:pt idx="10783">
                  <c:v>0.45081481481481483</c:v>
                </c:pt>
                <c:pt idx="10784">
                  <c:v>0.45081481481481483</c:v>
                </c:pt>
                <c:pt idx="10785">
                  <c:v>0.45081481481481483</c:v>
                </c:pt>
                <c:pt idx="10786">
                  <c:v>0.45081481481481483</c:v>
                </c:pt>
                <c:pt idx="10787">
                  <c:v>0.45081481481481483</c:v>
                </c:pt>
                <c:pt idx="10788">
                  <c:v>0.45081481481481483</c:v>
                </c:pt>
                <c:pt idx="10789">
                  <c:v>0.45081481481481483</c:v>
                </c:pt>
                <c:pt idx="10790">
                  <c:v>0.45081481481481483</c:v>
                </c:pt>
                <c:pt idx="10791">
                  <c:v>0.45096296296296295</c:v>
                </c:pt>
                <c:pt idx="10792">
                  <c:v>0.45111111111111113</c:v>
                </c:pt>
                <c:pt idx="10793">
                  <c:v>0.45111111111111113</c:v>
                </c:pt>
                <c:pt idx="10794">
                  <c:v>0.45111111111111113</c:v>
                </c:pt>
                <c:pt idx="10795">
                  <c:v>0.45111111111111113</c:v>
                </c:pt>
                <c:pt idx="10796">
                  <c:v>0.45111111111111113</c:v>
                </c:pt>
                <c:pt idx="10797">
                  <c:v>0.45111111111111113</c:v>
                </c:pt>
                <c:pt idx="10798">
                  <c:v>0.45111111111111113</c:v>
                </c:pt>
                <c:pt idx="10799">
                  <c:v>0.45125925925925925</c:v>
                </c:pt>
                <c:pt idx="10800">
                  <c:v>0.45125925925925925</c:v>
                </c:pt>
                <c:pt idx="10801">
                  <c:v>0.45125925925925925</c:v>
                </c:pt>
                <c:pt idx="10802">
                  <c:v>0.45125925925925925</c:v>
                </c:pt>
                <c:pt idx="10803">
                  <c:v>0.45125925925925925</c:v>
                </c:pt>
                <c:pt idx="10804">
                  <c:v>0.45125925925925925</c:v>
                </c:pt>
                <c:pt idx="10805">
                  <c:v>0.45125925925925925</c:v>
                </c:pt>
                <c:pt idx="10806">
                  <c:v>0.45125925925925925</c:v>
                </c:pt>
                <c:pt idx="10807">
                  <c:v>0.45125925925925925</c:v>
                </c:pt>
                <c:pt idx="10808">
                  <c:v>0.45125925925925925</c:v>
                </c:pt>
                <c:pt idx="10809">
                  <c:v>0.45140740740740742</c:v>
                </c:pt>
                <c:pt idx="10810">
                  <c:v>0.45140740740740742</c:v>
                </c:pt>
                <c:pt idx="10811">
                  <c:v>0.45155555555555554</c:v>
                </c:pt>
                <c:pt idx="10812">
                  <c:v>0.45155555555555554</c:v>
                </c:pt>
                <c:pt idx="10813">
                  <c:v>0.45170370370370372</c:v>
                </c:pt>
                <c:pt idx="10814">
                  <c:v>0.45170370370370372</c:v>
                </c:pt>
                <c:pt idx="10815">
                  <c:v>0.45170370370370372</c:v>
                </c:pt>
                <c:pt idx="10816">
                  <c:v>0.45170370370370372</c:v>
                </c:pt>
                <c:pt idx="10817">
                  <c:v>0.45185185185185184</c:v>
                </c:pt>
                <c:pt idx="10818">
                  <c:v>0.45200000000000001</c:v>
                </c:pt>
                <c:pt idx="10819">
                  <c:v>0.45200000000000001</c:v>
                </c:pt>
                <c:pt idx="10820">
                  <c:v>0.45200000000000001</c:v>
                </c:pt>
                <c:pt idx="10821">
                  <c:v>0.45214814814814813</c:v>
                </c:pt>
                <c:pt idx="10822">
                  <c:v>0.45214814814814813</c:v>
                </c:pt>
                <c:pt idx="10823">
                  <c:v>0.45214814814814813</c:v>
                </c:pt>
                <c:pt idx="10824">
                  <c:v>0.45214814814814813</c:v>
                </c:pt>
                <c:pt idx="10825">
                  <c:v>0.45229629629629631</c:v>
                </c:pt>
                <c:pt idx="10826">
                  <c:v>0.45229629629629631</c:v>
                </c:pt>
                <c:pt idx="10827">
                  <c:v>0.45244444444444443</c:v>
                </c:pt>
                <c:pt idx="10828">
                  <c:v>0.4525925925925926</c:v>
                </c:pt>
                <c:pt idx="10829">
                  <c:v>0.45274074074074072</c:v>
                </c:pt>
                <c:pt idx="10830">
                  <c:v>0.4528888888888889</c:v>
                </c:pt>
                <c:pt idx="10831">
                  <c:v>0.45303703703703702</c:v>
                </c:pt>
                <c:pt idx="10832">
                  <c:v>0.45303703703703702</c:v>
                </c:pt>
                <c:pt idx="10833">
                  <c:v>0.45303703703703702</c:v>
                </c:pt>
                <c:pt idx="10834">
                  <c:v>0.45303703703703702</c:v>
                </c:pt>
                <c:pt idx="10835">
                  <c:v>0.45303703703703702</c:v>
                </c:pt>
                <c:pt idx="10836">
                  <c:v>0.45318518518518519</c:v>
                </c:pt>
                <c:pt idx="10837">
                  <c:v>0.45333333333333331</c:v>
                </c:pt>
                <c:pt idx="10838">
                  <c:v>0.45333333333333331</c:v>
                </c:pt>
                <c:pt idx="10839">
                  <c:v>0.45333333333333331</c:v>
                </c:pt>
                <c:pt idx="10840">
                  <c:v>0.45333333333333331</c:v>
                </c:pt>
                <c:pt idx="10841">
                  <c:v>0.45333333333333331</c:v>
                </c:pt>
                <c:pt idx="10842">
                  <c:v>0.45333333333333331</c:v>
                </c:pt>
                <c:pt idx="10843">
                  <c:v>0.45348148148148149</c:v>
                </c:pt>
                <c:pt idx="10844">
                  <c:v>0.45348148148148149</c:v>
                </c:pt>
                <c:pt idx="10845">
                  <c:v>0.45348148148148149</c:v>
                </c:pt>
                <c:pt idx="10846">
                  <c:v>0.4536296296296296</c:v>
                </c:pt>
                <c:pt idx="10847">
                  <c:v>0.4536296296296296</c:v>
                </c:pt>
                <c:pt idx="10848">
                  <c:v>0.4536296296296296</c:v>
                </c:pt>
                <c:pt idx="10849">
                  <c:v>0.4536296296296296</c:v>
                </c:pt>
                <c:pt idx="10850">
                  <c:v>0.4536296296296296</c:v>
                </c:pt>
                <c:pt idx="10851">
                  <c:v>0.4536296296296296</c:v>
                </c:pt>
                <c:pt idx="10852">
                  <c:v>0.4536296296296296</c:v>
                </c:pt>
                <c:pt idx="10853">
                  <c:v>0.4536296296296296</c:v>
                </c:pt>
                <c:pt idx="10854">
                  <c:v>0.4536296296296296</c:v>
                </c:pt>
                <c:pt idx="10855">
                  <c:v>0.4536296296296296</c:v>
                </c:pt>
                <c:pt idx="10856">
                  <c:v>0.4536296296296296</c:v>
                </c:pt>
                <c:pt idx="10857">
                  <c:v>0.45377777777777778</c:v>
                </c:pt>
                <c:pt idx="10858">
                  <c:v>0.45377777777777778</c:v>
                </c:pt>
                <c:pt idx="10859">
                  <c:v>0.45377777777777778</c:v>
                </c:pt>
                <c:pt idx="10860">
                  <c:v>0.45377777777777778</c:v>
                </c:pt>
                <c:pt idx="10861">
                  <c:v>0.45377777777777778</c:v>
                </c:pt>
                <c:pt idx="10862">
                  <c:v>0.45377777777777778</c:v>
                </c:pt>
                <c:pt idx="10863">
                  <c:v>0.45377777777777778</c:v>
                </c:pt>
                <c:pt idx="10864">
                  <c:v>0.45377777777777778</c:v>
                </c:pt>
                <c:pt idx="10865">
                  <c:v>0.4539259259259259</c:v>
                </c:pt>
                <c:pt idx="10866">
                  <c:v>0.45407407407407407</c:v>
                </c:pt>
                <c:pt idx="10867">
                  <c:v>0.45407407407407407</c:v>
                </c:pt>
                <c:pt idx="10868">
                  <c:v>0.45422222222222225</c:v>
                </c:pt>
                <c:pt idx="10869">
                  <c:v>0.45422222222222225</c:v>
                </c:pt>
                <c:pt idx="10870">
                  <c:v>0.45422222222222225</c:v>
                </c:pt>
                <c:pt idx="10871">
                  <c:v>0.45422222222222225</c:v>
                </c:pt>
                <c:pt idx="10872">
                  <c:v>0.45437037037037037</c:v>
                </c:pt>
                <c:pt idx="10873">
                  <c:v>0.45451851851851854</c:v>
                </c:pt>
                <c:pt idx="10874">
                  <c:v>0.45451851851851854</c:v>
                </c:pt>
                <c:pt idx="10875">
                  <c:v>0.45466666666666666</c:v>
                </c:pt>
                <c:pt idx="10876">
                  <c:v>0.45466666666666666</c:v>
                </c:pt>
                <c:pt idx="10877">
                  <c:v>0.45466666666666666</c:v>
                </c:pt>
                <c:pt idx="10878">
                  <c:v>0.45466666666666666</c:v>
                </c:pt>
                <c:pt idx="10879">
                  <c:v>0.45466666666666666</c:v>
                </c:pt>
                <c:pt idx="10880">
                  <c:v>0.45466666666666666</c:v>
                </c:pt>
                <c:pt idx="10881">
                  <c:v>0.45466666666666666</c:v>
                </c:pt>
                <c:pt idx="10882">
                  <c:v>0.45466666666666666</c:v>
                </c:pt>
                <c:pt idx="10883">
                  <c:v>0.45466666666666666</c:v>
                </c:pt>
                <c:pt idx="10884">
                  <c:v>0.45466666666666666</c:v>
                </c:pt>
                <c:pt idx="10885">
                  <c:v>0.45466666666666666</c:v>
                </c:pt>
                <c:pt idx="10886">
                  <c:v>0.45466666666666666</c:v>
                </c:pt>
                <c:pt idx="10887">
                  <c:v>0.45466666666666666</c:v>
                </c:pt>
                <c:pt idx="10888">
                  <c:v>0.45481481481481484</c:v>
                </c:pt>
                <c:pt idx="10889">
                  <c:v>0.45481481481481484</c:v>
                </c:pt>
                <c:pt idx="10890">
                  <c:v>0.45496296296296296</c:v>
                </c:pt>
                <c:pt idx="10891">
                  <c:v>0.45511111111111113</c:v>
                </c:pt>
                <c:pt idx="10892">
                  <c:v>0.45511111111111113</c:v>
                </c:pt>
                <c:pt idx="10893">
                  <c:v>0.45511111111111113</c:v>
                </c:pt>
                <c:pt idx="10894">
                  <c:v>0.45525925925925925</c:v>
                </c:pt>
                <c:pt idx="10895">
                  <c:v>0.45525925925925925</c:v>
                </c:pt>
                <c:pt idx="10896">
                  <c:v>0.45540740740740743</c:v>
                </c:pt>
                <c:pt idx="10897">
                  <c:v>0.45555555555555555</c:v>
                </c:pt>
                <c:pt idx="10898">
                  <c:v>0.45570370370370372</c:v>
                </c:pt>
                <c:pt idx="10899">
                  <c:v>0.45570370370370372</c:v>
                </c:pt>
                <c:pt idx="10900">
                  <c:v>0.45570370370370372</c:v>
                </c:pt>
                <c:pt idx="10901">
                  <c:v>0.45570370370370372</c:v>
                </c:pt>
                <c:pt idx="10902">
                  <c:v>0.45585185185185184</c:v>
                </c:pt>
                <c:pt idx="10903">
                  <c:v>0.45585185185185184</c:v>
                </c:pt>
                <c:pt idx="10904">
                  <c:v>0.45585185185185184</c:v>
                </c:pt>
                <c:pt idx="10905">
                  <c:v>0.45600000000000002</c:v>
                </c:pt>
                <c:pt idx="10906">
                  <c:v>0.45600000000000002</c:v>
                </c:pt>
                <c:pt idx="10907">
                  <c:v>0.45600000000000002</c:v>
                </c:pt>
                <c:pt idx="10908">
                  <c:v>0.45600000000000002</c:v>
                </c:pt>
                <c:pt idx="10909">
                  <c:v>0.45614814814814814</c:v>
                </c:pt>
                <c:pt idx="10910">
                  <c:v>0.45614814814814814</c:v>
                </c:pt>
                <c:pt idx="10911">
                  <c:v>0.45614814814814814</c:v>
                </c:pt>
                <c:pt idx="10912">
                  <c:v>0.45629629629629631</c:v>
                </c:pt>
                <c:pt idx="10913">
                  <c:v>0.45629629629629631</c:v>
                </c:pt>
                <c:pt idx="10914">
                  <c:v>0.45629629629629631</c:v>
                </c:pt>
                <c:pt idx="10915">
                  <c:v>0.45644444444444443</c:v>
                </c:pt>
                <c:pt idx="10916">
                  <c:v>0.45659259259259261</c:v>
                </c:pt>
                <c:pt idx="10917">
                  <c:v>0.45659259259259261</c:v>
                </c:pt>
                <c:pt idx="10918">
                  <c:v>0.45659259259259261</c:v>
                </c:pt>
                <c:pt idx="10919">
                  <c:v>0.45659259259259261</c:v>
                </c:pt>
                <c:pt idx="10920">
                  <c:v>0.45674074074074072</c:v>
                </c:pt>
                <c:pt idx="10921">
                  <c:v>0.45674074074074072</c:v>
                </c:pt>
                <c:pt idx="10922">
                  <c:v>0.45674074074074072</c:v>
                </c:pt>
                <c:pt idx="10923">
                  <c:v>0.45674074074074072</c:v>
                </c:pt>
                <c:pt idx="10924">
                  <c:v>0.4568888888888889</c:v>
                </c:pt>
                <c:pt idx="10925">
                  <c:v>0.4568888888888889</c:v>
                </c:pt>
                <c:pt idx="10926">
                  <c:v>0.4568888888888889</c:v>
                </c:pt>
                <c:pt idx="10927">
                  <c:v>0.4568888888888889</c:v>
                </c:pt>
                <c:pt idx="10928">
                  <c:v>0.45703703703703702</c:v>
                </c:pt>
                <c:pt idx="10929">
                  <c:v>0.45703703703703702</c:v>
                </c:pt>
                <c:pt idx="10930">
                  <c:v>0.45703703703703702</c:v>
                </c:pt>
                <c:pt idx="10931">
                  <c:v>0.45718518518518519</c:v>
                </c:pt>
                <c:pt idx="10932">
                  <c:v>0.45718518518518519</c:v>
                </c:pt>
                <c:pt idx="10933">
                  <c:v>0.45718518518518519</c:v>
                </c:pt>
                <c:pt idx="10934">
                  <c:v>0.45733333333333331</c:v>
                </c:pt>
                <c:pt idx="10935">
                  <c:v>0.45733333333333331</c:v>
                </c:pt>
                <c:pt idx="10936">
                  <c:v>0.45733333333333331</c:v>
                </c:pt>
                <c:pt idx="10937">
                  <c:v>0.45748148148148149</c:v>
                </c:pt>
                <c:pt idx="10938">
                  <c:v>0.45748148148148149</c:v>
                </c:pt>
                <c:pt idx="10939">
                  <c:v>0.45748148148148149</c:v>
                </c:pt>
                <c:pt idx="10940">
                  <c:v>0.45748148148148149</c:v>
                </c:pt>
                <c:pt idx="10941">
                  <c:v>0.45748148148148149</c:v>
                </c:pt>
                <c:pt idx="10942">
                  <c:v>0.45748148148148149</c:v>
                </c:pt>
                <c:pt idx="10943">
                  <c:v>0.45762962962962961</c:v>
                </c:pt>
                <c:pt idx="10944">
                  <c:v>0.45777777777777778</c:v>
                </c:pt>
                <c:pt idx="10945">
                  <c:v>0.45777777777777778</c:v>
                </c:pt>
                <c:pt idx="10946">
                  <c:v>0.45777777777777778</c:v>
                </c:pt>
                <c:pt idx="10947">
                  <c:v>0.45777777777777778</c:v>
                </c:pt>
                <c:pt idx="10948">
                  <c:v>0.4579259259259259</c:v>
                </c:pt>
                <c:pt idx="10949">
                  <c:v>0.45807407407407408</c:v>
                </c:pt>
                <c:pt idx="10950">
                  <c:v>0.45807407407407408</c:v>
                </c:pt>
                <c:pt idx="10951">
                  <c:v>0.45807407407407408</c:v>
                </c:pt>
                <c:pt idx="10952">
                  <c:v>0.45807407407407408</c:v>
                </c:pt>
                <c:pt idx="10953">
                  <c:v>0.45807407407407408</c:v>
                </c:pt>
                <c:pt idx="10954">
                  <c:v>0.45807407407407408</c:v>
                </c:pt>
                <c:pt idx="10955">
                  <c:v>0.45807407407407408</c:v>
                </c:pt>
                <c:pt idx="10956">
                  <c:v>0.45807407407407408</c:v>
                </c:pt>
                <c:pt idx="10957">
                  <c:v>0.45807407407407408</c:v>
                </c:pt>
                <c:pt idx="10958">
                  <c:v>0.45807407407407408</c:v>
                </c:pt>
                <c:pt idx="10959">
                  <c:v>0.4582222222222222</c:v>
                </c:pt>
                <c:pt idx="10960">
                  <c:v>0.4582222222222222</c:v>
                </c:pt>
                <c:pt idx="10961">
                  <c:v>0.45837037037037037</c:v>
                </c:pt>
                <c:pt idx="10962">
                  <c:v>0.45837037037037037</c:v>
                </c:pt>
                <c:pt idx="10963">
                  <c:v>0.45837037037037037</c:v>
                </c:pt>
                <c:pt idx="10964">
                  <c:v>0.45837037037037037</c:v>
                </c:pt>
                <c:pt idx="10965">
                  <c:v>0.45837037037037037</c:v>
                </c:pt>
                <c:pt idx="10966">
                  <c:v>0.45837037037037037</c:v>
                </c:pt>
                <c:pt idx="10967">
                  <c:v>0.45837037037037037</c:v>
                </c:pt>
                <c:pt idx="10968">
                  <c:v>0.45837037037037037</c:v>
                </c:pt>
                <c:pt idx="10969">
                  <c:v>0.45837037037037037</c:v>
                </c:pt>
                <c:pt idx="10970">
                  <c:v>0.45837037037037037</c:v>
                </c:pt>
                <c:pt idx="10971">
                  <c:v>0.45837037037037037</c:v>
                </c:pt>
                <c:pt idx="10972">
                  <c:v>0.45837037037037037</c:v>
                </c:pt>
                <c:pt idx="10973">
                  <c:v>0.45837037037037037</c:v>
                </c:pt>
                <c:pt idx="10974">
                  <c:v>0.45837037037037037</c:v>
                </c:pt>
                <c:pt idx="10975">
                  <c:v>0.45837037037037037</c:v>
                </c:pt>
                <c:pt idx="10976">
                  <c:v>0.45837037037037037</c:v>
                </c:pt>
                <c:pt idx="10977">
                  <c:v>0.45837037037037037</c:v>
                </c:pt>
                <c:pt idx="10978">
                  <c:v>0.45837037037037037</c:v>
                </c:pt>
                <c:pt idx="10979">
                  <c:v>0.45837037037037037</c:v>
                </c:pt>
                <c:pt idx="10980">
                  <c:v>0.45837037037037037</c:v>
                </c:pt>
                <c:pt idx="10981">
                  <c:v>0.45837037037037037</c:v>
                </c:pt>
                <c:pt idx="10982">
                  <c:v>0.45851851851851849</c:v>
                </c:pt>
                <c:pt idx="10983">
                  <c:v>0.45851851851851849</c:v>
                </c:pt>
                <c:pt idx="10984">
                  <c:v>0.45851851851851849</c:v>
                </c:pt>
                <c:pt idx="10985">
                  <c:v>0.45851851851851849</c:v>
                </c:pt>
                <c:pt idx="10986">
                  <c:v>0.45866666666666667</c:v>
                </c:pt>
                <c:pt idx="10987">
                  <c:v>0.45866666666666667</c:v>
                </c:pt>
                <c:pt idx="10988">
                  <c:v>0.45866666666666667</c:v>
                </c:pt>
                <c:pt idx="10989">
                  <c:v>0.45881481481481484</c:v>
                </c:pt>
                <c:pt idx="10990">
                  <c:v>0.45896296296296296</c:v>
                </c:pt>
                <c:pt idx="10991">
                  <c:v>0.45896296296296296</c:v>
                </c:pt>
                <c:pt idx="10992">
                  <c:v>0.45896296296296296</c:v>
                </c:pt>
                <c:pt idx="10993">
                  <c:v>0.45896296296296296</c:v>
                </c:pt>
                <c:pt idx="10994">
                  <c:v>0.45896296296296296</c:v>
                </c:pt>
                <c:pt idx="10995">
                  <c:v>0.45911111111111114</c:v>
                </c:pt>
                <c:pt idx="10996">
                  <c:v>0.45911111111111114</c:v>
                </c:pt>
                <c:pt idx="10997">
                  <c:v>0.45925925925925926</c:v>
                </c:pt>
                <c:pt idx="10998">
                  <c:v>0.45925925925925926</c:v>
                </c:pt>
                <c:pt idx="10999">
                  <c:v>0.45925925925925926</c:v>
                </c:pt>
                <c:pt idx="11000">
                  <c:v>0.45925925925925926</c:v>
                </c:pt>
                <c:pt idx="11001">
                  <c:v>0.45925925925925926</c:v>
                </c:pt>
                <c:pt idx="11002">
                  <c:v>0.45925925925925926</c:v>
                </c:pt>
                <c:pt idx="11003">
                  <c:v>0.45940740740740743</c:v>
                </c:pt>
                <c:pt idx="11004">
                  <c:v>0.45940740740740743</c:v>
                </c:pt>
                <c:pt idx="11005">
                  <c:v>0.45940740740740743</c:v>
                </c:pt>
                <c:pt idx="11006">
                  <c:v>0.45940740740740743</c:v>
                </c:pt>
                <c:pt idx="11007">
                  <c:v>0.45940740740740743</c:v>
                </c:pt>
                <c:pt idx="11008">
                  <c:v>0.45940740740740743</c:v>
                </c:pt>
                <c:pt idx="11009">
                  <c:v>0.45955555555555555</c:v>
                </c:pt>
                <c:pt idx="11010">
                  <c:v>0.45970370370370373</c:v>
                </c:pt>
                <c:pt idx="11011">
                  <c:v>0.45970370370370373</c:v>
                </c:pt>
                <c:pt idx="11012">
                  <c:v>0.45970370370370373</c:v>
                </c:pt>
                <c:pt idx="11013">
                  <c:v>0.45970370370370373</c:v>
                </c:pt>
                <c:pt idx="11014">
                  <c:v>0.45970370370370373</c:v>
                </c:pt>
                <c:pt idx="11015">
                  <c:v>0.45970370370370373</c:v>
                </c:pt>
                <c:pt idx="11016">
                  <c:v>0.45970370370370373</c:v>
                </c:pt>
                <c:pt idx="11017">
                  <c:v>0.45970370370370373</c:v>
                </c:pt>
                <c:pt idx="11018">
                  <c:v>0.45970370370370373</c:v>
                </c:pt>
                <c:pt idx="11019">
                  <c:v>0.45985185185185184</c:v>
                </c:pt>
                <c:pt idx="11020">
                  <c:v>0.45985185185185184</c:v>
                </c:pt>
                <c:pt idx="11021">
                  <c:v>0.45985185185185184</c:v>
                </c:pt>
                <c:pt idx="11022">
                  <c:v>0.45985185185185184</c:v>
                </c:pt>
                <c:pt idx="11023">
                  <c:v>0.45985185185185184</c:v>
                </c:pt>
                <c:pt idx="11024">
                  <c:v>0.45985185185185184</c:v>
                </c:pt>
                <c:pt idx="11025">
                  <c:v>0.45985185185185184</c:v>
                </c:pt>
                <c:pt idx="11026">
                  <c:v>0.45985185185185184</c:v>
                </c:pt>
                <c:pt idx="11027">
                  <c:v>0.45985185185185184</c:v>
                </c:pt>
                <c:pt idx="11028">
                  <c:v>0.45985185185185184</c:v>
                </c:pt>
                <c:pt idx="11029">
                  <c:v>0.45985185185185184</c:v>
                </c:pt>
                <c:pt idx="11030">
                  <c:v>0.45985185185185184</c:v>
                </c:pt>
                <c:pt idx="11031">
                  <c:v>0.45985185185185184</c:v>
                </c:pt>
                <c:pt idx="11032">
                  <c:v>0.46</c:v>
                </c:pt>
                <c:pt idx="11033">
                  <c:v>0.46</c:v>
                </c:pt>
                <c:pt idx="11034">
                  <c:v>0.46</c:v>
                </c:pt>
                <c:pt idx="11035">
                  <c:v>0.46</c:v>
                </c:pt>
                <c:pt idx="11036">
                  <c:v>0.46014814814814814</c:v>
                </c:pt>
                <c:pt idx="11037">
                  <c:v>0.46014814814814814</c:v>
                </c:pt>
                <c:pt idx="11038">
                  <c:v>0.46014814814814814</c:v>
                </c:pt>
                <c:pt idx="11039">
                  <c:v>0.46029629629629631</c:v>
                </c:pt>
                <c:pt idx="11040">
                  <c:v>0.46029629629629631</c:v>
                </c:pt>
                <c:pt idx="11041">
                  <c:v>0.46029629629629631</c:v>
                </c:pt>
                <c:pt idx="11042">
                  <c:v>0.46029629629629631</c:v>
                </c:pt>
                <c:pt idx="11043">
                  <c:v>0.46029629629629631</c:v>
                </c:pt>
                <c:pt idx="11044">
                  <c:v>0.46044444444444443</c:v>
                </c:pt>
                <c:pt idx="11045">
                  <c:v>0.46044444444444443</c:v>
                </c:pt>
                <c:pt idx="11046">
                  <c:v>0.46059259259259261</c:v>
                </c:pt>
                <c:pt idx="11047">
                  <c:v>0.46074074074074073</c:v>
                </c:pt>
                <c:pt idx="11048">
                  <c:v>0.4608888888888889</c:v>
                </c:pt>
                <c:pt idx="11049">
                  <c:v>0.46103703703703702</c:v>
                </c:pt>
                <c:pt idx="11050">
                  <c:v>0.4611851851851852</c:v>
                </c:pt>
                <c:pt idx="11051">
                  <c:v>0.46133333333333332</c:v>
                </c:pt>
                <c:pt idx="11052">
                  <c:v>0.46148148148148149</c:v>
                </c:pt>
                <c:pt idx="11053">
                  <c:v>0.46148148148148149</c:v>
                </c:pt>
                <c:pt idx="11054">
                  <c:v>0.46162962962962961</c:v>
                </c:pt>
                <c:pt idx="11055">
                  <c:v>0.46162962962962961</c:v>
                </c:pt>
                <c:pt idx="11056">
                  <c:v>0.46162962962962961</c:v>
                </c:pt>
                <c:pt idx="11057">
                  <c:v>0.46177777777777779</c:v>
                </c:pt>
                <c:pt idx="11058">
                  <c:v>0.46192592592592591</c:v>
                </c:pt>
                <c:pt idx="11059">
                  <c:v>0.46207407407407408</c:v>
                </c:pt>
                <c:pt idx="11060">
                  <c:v>0.46207407407407408</c:v>
                </c:pt>
                <c:pt idx="11061">
                  <c:v>0.46207407407407408</c:v>
                </c:pt>
                <c:pt idx="11062">
                  <c:v>0.46207407407407408</c:v>
                </c:pt>
                <c:pt idx="11063">
                  <c:v>0.46207407407407408</c:v>
                </c:pt>
                <c:pt idx="11064">
                  <c:v>0.46207407407407408</c:v>
                </c:pt>
                <c:pt idx="11065">
                  <c:v>0.46207407407407408</c:v>
                </c:pt>
                <c:pt idx="11066">
                  <c:v>0.46207407407407408</c:v>
                </c:pt>
                <c:pt idx="11067">
                  <c:v>0.46207407407407408</c:v>
                </c:pt>
                <c:pt idx="11068">
                  <c:v>0.46207407407407408</c:v>
                </c:pt>
                <c:pt idx="11069">
                  <c:v>0.46207407407407408</c:v>
                </c:pt>
                <c:pt idx="11070">
                  <c:v>0.46207407407407408</c:v>
                </c:pt>
                <c:pt idx="11071">
                  <c:v>0.46207407407407408</c:v>
                </c:pt>
                <c:pt idx="11072">
                  <c:v>0.4622222222222222</c:v>
                </c:pt>
                <c:pt idx="11073">
                  <c:v>0.46237037037037038</c:v>
                </c:pt>
                <c:pt idx="11074">
                  <c:v>0.46237037037037038</c:v>
                </c:pt>
                <c:pt idx="11075">
                  <c:v>0.4625185185185185</c:v>
                </c:pt>
                <c:pt idx="11076">
                  <c:v>0.4625185185185185</c:v>
                </c:pt>
                <c:pt idx="11077">
                  <c:v>0.4625185185185185</c:v>
                </c:pt>
                <c:pt idx="11078">
                  <c:v>0.4625185185185185</c:v>
                </c:pt>
                <c:pt idx="11079">
                  <c:v>0.4625185185185185</c:v>
                </c:pt>
                <c:pt idx="11080">
                  <c:v>0.4625185185185185</c:v>
                </c:pt>
                <c:pt idx="11081">
                  <c:v>0.46266666666666667</c:v>
                </c:pt>
                <c:pt idx="11082">
                  <c:v>0.46266666666666667</c:v>
                </c:pt>
                <c:pt idx="11083">
                  <c:v>0.46266666666666667</c:v>
                </c:pt>
                <c:pt idx="11084">
                  <c:v>0.46266666666666667</c:v>
                </c:pt>
                <c:pt idx="11085">
                  <c:v>0.46266666666666667</c:v>
                </c:pt>
                <c:pt idx="11086">
                  <c:v>0.46266666666666667</c:v>
                </c:pt>
                <c:pt idx="11087">
                  <c:v>0.46266666666666667</c:v>
                </c:pt>
                <c:pt idx="11088">
                  <c:v>0.46281481481481479</c:v>
                </c:pt>
                <c:pt idx="11089">
                  <c:v>0.46281481481481479</c:v>
                </c:pt>
                <c:pt idx="11090">
                  <c:v>0.46281481481481479</c:v>
                </c:pt>
                <c:pt idx="11091">
                  <c:v>0.46281481481481479</c:v>
                </c:pt>
                <c:pt idx="11092">
                  <c:v>0.46281481481481479</c:v>
                </c:pt>
                <c:pt idx="11093">
                  <c:v>0.46281481481481479</c:v>
                </c:pt>
                <c:pt idx="11094">
                  <c:v>0.46281481481481479</c:v>
                </c:pt>
                <c:pt idx="11095">
                  <c:v>0.46281481481481479</c:v>
                </c:pt>
                <c:pt idx="11096">
                  <c:v>0.46281481481481479</c:v>
                </c:pt>
                <c:pt idx="11097">
                  <c:v>0.46281481481481479</c:v>
                </c:pt>
                <c:pt idx="11098">
                  <c:v>0.46281481481481479</c:v>
                </c:pt>
                <c:pt idx="11099">
                  <c:v>0.46281481481481479</c:v>
                </c:pt>
                <c:pt idx="11100">
                  <c:v>0.46281481481481479</c:v>
                </c:pt>
                <c:pt idx="11101">
                  <c:v>0.46281481481481479</c:v>
                </c:pt>
                <c:pt idx="11102">
                  <c:v>0.46281481481481479</c:v>
                </c:pt>
                <c:pt idx="11103">
                  <c:v>0.46281481481481479</c:v>
                </c:pt>
                <c:pt idx="11104">
                  <c:v>0.46281481481481479</c:v>
                </c:pt>
                <c:pt idx="11105">
                  <c:v>0.46281481481481479</c:v>
                </c:pt>
                <c:pt idx="11106">
                  <c:v>0.46296296296296297</c:v>
                </c:pt>
                <c:pt idx="11107">
                  <c:v>0.46311111111111108</c:v>
                </c:pt>
                <c:pt idx="11108">
                  <c:v>0.46311111111111108</c:v>
                </c:pt>
                <c:pt idx="11109">
                  <c:v>0.46325925925925926</c:v>
                </c:pt>
                <c:pt idx="11110">
                  <c:v>0.46340740740740743</c:v>
                </c:pt>
                <c:pt idx="11111">
                  <c:v>0.46340740740740743</c:v>
                </c:pt>
                <c:pt idx="11112">
                  <c:v>0.46340740740740743</c:v>
                </c:pt>
                <c:pt idx="11113">
                  <c:v>0.46355555555555555</c:v>
                </c:pt>
                <c:pt idx="11114">
                  <c:v>0.46370370370370373</c:v>
                </c:pt>
                <c:pt idx="11115">
                  <c:v>0.46370370370370373</c:v>
                </c:pt>
                <c:pt idx="11116">
                  <c:v>0.46370370370370373</c:v>
                </c:pt>
                <c:pt idx="11117">
                  <c:v>0.46370370370370373</c:v>
                </c:pt>
                <c:pt idx="11118">
                  <c:v>0.46385185185185185</c:v>
                </c:pt>
                <c:pt idx="11119">
                  <c:v>0.46400000000000002</c:v>
                </c:pt>
                <c:pt idx="11120">
                  <c:v>0.46400000000000002</c:v>
                </c:pt>
                <c:pt idx="11121">
                  <c:v>0.46400000000000002</c:v>
                </c:pt>
                <c:pt idx="11122">
                  <c:v>0.46400000000000002</c:v>
                </c:pt>
                <c:pt idx="11123">
                  <c:v>0.46400000000000002</c:v>
                </c:pt>
                <c:pt idx="11124">
                  <c:v>0.46400000000000002</c:v>
                </c:pt>
                <c:pt idx="11125">
                  <c:v>0.46400000000000002</c:v>
                </c:pt>
                <c:pt idx="11126">
                  <c:v>0.46414814814814814</c:v>
                </c:pt>
                <c:pt idx="11127">
                  <c:v>0.46429629629629632</c:v>
                </c:pt>
                <c:pt idx="11128">
                  <c:v>0.46429629629629632</c:v>
                </c:pt>
                <c:pt idx="11129">
                  <c:v>0.46429629629629632</c:v>
                </c:pt>
                <c:pt idx="11130">
                  <c:v>0.46444444444444444</c:v>
                </c:pt>
                <c:pt idx="11131">
                  <c:v>0.46459259259259261</c:v>
                </c:pt>
                <c:pt idx="11132">
                  <c:v>0.46459259259259261</c:v>
                </c:pt>
                <c:pt idx="11133">
                  <c:v>0.46474074074074073</c:v>
                </c:pt>
                <c:pt idx="11134">
                  <c:v>0.46488888888888891</c:v>
                </c:pt>
                <c:pt idx="11135">
                  <c:v>0.46503703703703703</c:v>
                </c:pt>
                <c:pt idx="11136">
                  <c:v>0.46503703703703703</c:v>
                </c:pt>
                <c:pt idx="11137">
                  <c:v>0.46503703703703703</c:v>
                </c:pt>
                <c:pt idx="11138">
                  <c:v>0.4651851851851852</c:v>
                </c:pt>
                <c:pt idx="11139">
                  <c:v>0.46533333333333332</c:v>
                </c:pt>
                <c:pt idx="11140">
                  <c:v>0.46533333333333332</c:v>
                </c:pt>
                <c:pt idx="11141">
                  <c:v>0.46533333333333332</c:v>
                </c:pt>
                <c:pt idx="11142">
                  <c:v>0.46533333333333332</c:v>
                </c:pt>
                <c:pt idx="11143">
                  <c:v>0.46533333333333332</c:v>
                </c:pt>
                <c:pt idx="11144">
                  <c:v>0.4654814814814815</c:v>
                </c:pt>
                <c:pt idx="11145">
                  <c:v>0.4654814814814815</c:v>
                </c:pt>
                <c:pt idx="11146">
                  <c:v>0.4654814814814815</c:v>
                </c:pt>
                <c:pt idx="11147">
                  <c:v>0.4654814814814815</c:v>
                </c:pt>
                <c:pt idx="11148">
                  <c:v>0.46562962962962962</c:v>
                </c:pt>
                <c:pt idx="11149">
                  <c:v>0.46562962962962962</c:v>
                </c:pt>
                <c:pt idx="11150">
                  <c:v>0.46562962962962962</c:v>
                </c:pt>
                <c:pt idx="11151">
                  <c:v>0.46562962962962962</c:v>
                </c:pt>
                <c:pt idx="11152">
                  <c:v>0.46562962962962962</c:v>
                </c:pt>
                <c:pt idx="11153">
                  <c:v>0.46562962962962962</c:v>
                </c:pt>
                <c:pt idx="11154">
                  <c:v>0.46577777777777779</c:v>
                </c:pt>
                <c:pt idx="11155">
                  <c:v>0.46592592592592591</c:v>
                </c:pt>
                <c:pt idx="11156">
                  <c:v>0.46592592592592591</c:v>
                </c:pt>
                <c:pt idx="11157">
                  <c:v>0.46592592592592591</c:v>
                </c:pt>
                <c:pt idx="11158">
                  <c:v>0.46607407407407409</c:v>
                </c:pt>
                <c:pt idx="11159">
                  <c:v>0.46607407407407409</c:v>
                </c:pt>
                <c:pt idx="11160">
                  <c:v>0.46607407407407409</c:v>
                </c:pt>
                <c:pt idx="11161">
                  <c:v>0.4662222222222222</c:v>
                </c:pt>
                <c:pt idx="11162">
                  <c:v>0.4662222222222222</c:v>
                </c:pt>
                <c:pt idx="11163">
                  <c:v>0.4662222222222222</c:v>
                </c:pt>
                <c:pt idx="11164">
                  <c:v>0.46637037037037038</c:v>
                </c:pt>
                <c:pt idx="11165">
                  <c:v>0.4665185185185185</c:v>
                </c:pt>
                <c:pt idx="11166">
                  <c:v>0.46666666666666667</c:v>
                </c:pt>
                <c:pt idx="11167">
                  <c:v>0.46666666666666667</c:v>
                </c:pt>
                <c:pt idx="11168">
                  <c:v>0.46666666666666667</c:v>
                </c:pt>
                <c:pt idx="11169">
                  <c:v>0.46666666666666667</c:v>
                </c:pt>
                <c:pt idx="11170">
                  <c:v>0.46666666666666667</c:v>
                </c:pt>
                <c:pt idx="11171">
                  <c:v>0.46681481481481479</c:v>
                </c:pt>
                <c:pt idx="11172">
                  <c:v>0.46696296296296297</c:v>
                </c:pt>
                <c:pt idx="11173">
                  <c:v>0.46696296296296297</c:v>
                </c:pt>
                <c:pt idx="11174">
                  <c:v>0.46696296296296297</c:v>
                </c:pt>
                <c:pt idx="11175">
                  <c:v>0.46696296296296297</c:v>
                </c:pt>
                <c:pt idx="11176">
                  <c:v>0.46696296296296297</c:v>
                </c:pt>
                <c:pt idx="11177">
                  <c:v>0.46696296296296297</c:v>
                </c:pt>
                <c:pt idx="11178">
                  <c:v>0.46711111111111109</c:v>
                </c:pt>
                <c:pt idx="11179">
                  <c:v>0.46725925925925926</c:v>
                </c:pt>
                <c:pt idx="11180">
                  <c:v>0.46725925925925926</c:v>
                </c:pt>
                <c:pt idx="11181">
                  <c:v>0.46725925925925926</c:v>
                </c:pt>
                <c:pt idx="11182">
                  <c:v>0.46725925925925926</c:v>
                </c:pt>
                <c:pt idx="11183">
                  <c:v>0.46725925925925926</c:v>
                </c:pt>
                <c:pt idx="11184">
                  <c:v>0.46725925925925926</c:v>
                </c:pt>
                <c:pt idx="11185">
                  <c:v>0.46725925925925926</c:v>
                </c:pt>
                <c:pt idx="11186">
                  <c:v>0.46725925925925926</c:v>
                </c:pt>
                <c:pt idx="11187">
                  <c:v>0.46740740740740738</c:v>
                </c:pt>
                <c:pt idx="11188">
                  <c:v>0.46740740740740738</c:v>
                </c:pt>
                <c:pt idx="11189">
                  <c:v>0.46740740740740738</c:v>
                </c:pt>
                <c:pt idx="11190">
                  <c:v>0.46740740740740738</c:v>
                </c:pt>
                <c:pt idx="11191">
                  <c:v>0.46740740740740738</c:v>
                </c:pt>
                <c:pt idx="11192">
                  <c:v>0.46740740740740738</c:v>
                </c:pt>
                <c:pt idx="11193">
                  <c:v>0.46740740740740738</c:v>
                </c:pt>
                <c:pt idx="11194">
                  <c:v>0.46755555555555556</c:v>
                </c:pt>
                <c:pt idx="11195">
                  <c:v>0.46755555555555556</c:v>
                </c:pt>
                <c:pt idx="11196">
                  <c:v>0.46755555555555556</c:v>
                </c:pt>
                <c:pt idx="11197">
                  <c:v>0.46755555555555556</c:v>
                </c:pt>
                <c:pt idx="11198">
                  <c:v>0.46755555555555556</c:v>
                </c:pt>
                <c:pt idx="11199">
                  <c:v>0.46755555555555556</c:v>
                </c:pt>
                <c:pt idx="11200">
                  <c:v>0.46755555555555556</c:v>
                </c:pt>
                <c:pt idx="11201">
                  <c:v>0.46755555555555556</c:v>
                </c:pt>
                <c:pt idx="11202">
                  <c:v>0.46770370370370368</c:v>
                </c:pt>
                <c:pt idx="11203">
                  <c:v>0.46770370370370368</c:v>
                </c:pt>
                <c:pt idx="11204">
                  <c:v>0.46770370370370368</c:v>
                </c:pt>
                <c:pt idx="11205">
                  <c:v>0.46770370370370368</c:v>
                </c:pt>
                <c:pt idx="11206">
                  <c:v>0.46770370370370368</c:v>
                </c:pt>
                <c:pt idx="11207">
                  <c:v>0.46770370370370368</c:v>
                </c:pt>
                <c:pt idx="11208">
                  <c:v>0.46770370370370368</c:v>
                </c:pt>
                <c:pt idx="11209">
                  <c:v>0.46770370370370368</c:v>
                </c:pt>
                <c:pt idx="11210">
                  <c:v>0.46770370370370368</c:v>
                </c:pt>
                <c:pt idx="11211">
                  <c:v>0.46785185185185185</c:v>
                </c:pt>
                <c:pt idx="11212">
                  <c:v>0.46785185185185185</c:v>
                </c:pt>
                <c:pt idx="11213">
                  <c:v>0.46785185185185185</c:v>
                </c:pt>
                <c:pt idx="11214">
                  <c:v>0.46785185185185185</c:v>
                </c:pt>
                <c:pt idx="11215">
                  <c:v>0.46785185185185185</c:v>
                </c:pt>
                <c:pt idx="11216">
                  <c:v>0.46785185185185185</c:v>
                </c:pt>
                <c:pt idx="11217">
                  <c:v>0.46800000000000003</c:v>
                </c:pt>
                <c:pt idx="11218">
                  <c:v>0.46800000000000003</c:v>
                </c:pt>
                <c:pt idx="11219">
                  <c:v>0.46814814814814815</c:v>
                </c:pt>
                <c:pt idx="11220">
                  <c:v>0.46814814814814815</c:v>
                </c:pt>
                <c:pt idx="11221">
                  <c:v>0.46829629629629632</c:v>
                </c:pt>
                <c:pt idx="11222">
                  <c:v>0.46829629629629632</c:v>
                </c:pt>
                <c:pt idx="11223">
                  <c:v>0.46829629629629632</c:v>
                </c:pt>
                <c:pt idx="11224">
                  <c:v>0.46829629629629632</c:v>
                </c:pt>
                <c:pt idx="11225">
                  <c:v>0.46844444444444444</c:v>
                </c:pt>
                <c:pt idx="11226">
                  <c:v>0.46859259259259262</c:v>
                </c:pt>
                <c:pt idx="11227">
                  <c:v>0.46874074074074074</c:v>
                </c:pt>
                <c:pt idx="11228">
                  <c:v>0.46874074074074074</c:v>
                </c:pt>
                <c:pt idx="11229">
                  <c:v>0.46874074074074074</c:v>
                </c:pt>
                <c:pt idx="11230">
                  <c:v>0.46888888888888891</c:v>
                </c:pt>
                <c:pt idx="11231">
                  <c:v>0.46888888888888891</c:v>
                </c:pt>
                <c:pt idx="11232">
                  <c:v>0.46888888888888891</c:v>
                </c:pt>
                <c:pt idx="11233">
                  <c:v>0.46903703703703703</c:v>
                </c:pt>
                <c:pt idx="11234">
                  <c:v>0.46903703703703703</c:v>
                </c:pt>
                <c:pt idx="11235">
                  <c:v>0.46918518518518521</c:v>
                </c:pt>
                <c:pt idx="11236">
                  <c:v>0.46918518518518521</c:v>
                </c:pt>
                <c:pt idx="11237">
                  <c:v>0.46918518518518521</c:v>
                </c:pt>
                <c:pt idx="11238">
                  <c:v>0.46918518518518521</c:v>
                </c:pt>
                <c:pt idx="11239">
                  <c:v>0.46918518518518521</c:v>
                </c:pt>
                <c:pt idx="11240">
                  <c:v>0.46918518518518521</c:v>
                </c:pt>
                <c:pt idx="11241">
                  <c:v>0.46918518518518521</c:v>
                </c:pt>
                <c:pt idx="11242">
                  <c:v>0.46933333333333332</c:v>
                </c:pt>
                <c:pt idx="11243">
                  <c:v>0.4694814814814815</c:v>
                </c:pt>
                <c:pt idx="11244">
                  <c:v>0.4694814814814815</c:v>
                </c:pt>
                <c:pt idx="11245">
                  <c:v>0.4694814814814815</c:v>
                </c:pt>
                <c:pt idx="11246">
                  <c:v>0.4694814814814815</c:v>
                </c:pt>
                <c:pt idx="11247">
                  <c:v>0.4694814814814815</c:v>
                </c:pt>
                <c:pt idx="11248">
                  <c:v>0.4694814814814815</c:v>
                </c:pt>
                <c:pt idx="11249">
                  <c:v>0.4694814814814815</c:v>
                </c:pt>
                <c:pt idx="11250">
                  <c:v>0.46962962962962962</c:v>
                </c:pt>
                <c:pt idx="11251">
                  <c:v>0.46962962962962962</c:v>
                </c:pt>
                <c:pt idx="11252">
                  <c:v>0.46962962962962962</c:v>
                </c:pt>
                <c:pt idx="11253">
                  <c:v>0.46962962962962962</c:v>
                </c:pt>
                <c:pt idx="11254">
                  <c:v>0.46962962962962962</c:v>
                </c:pt>
                <c:pt idx="11255">
                  <c:v>0.46962962962962962</c:v>
                </c:pt>
                <c:pt idx="11256">
                  <c:v>0.46962962962962962</c:v>
                </c:pt>
                <c:pt idx="11257">
                  <c:v>0.46962962962962962</c:v>
                </c:pt>
                <c:pt idx="11258">
                  <c:v>0.46977777777777779</c:v>
                </c:pt>
                <c:pt idx="11259">
                  <c:v>0.46977777777777779</c:v>
                </c:pt>
                <c:pt idx="11260">
                  <c:v>0.46977777777777779</c:v>
                </c:pt>
                <c:pt idx="11261">
                  <c:v>0.46992592592592591</c:v>
                </c:pt>
                <c:pt idx="11262">
                  <c:v>0.46992592592592591</c:v>
                </c:pt>
                <c:pt idx="11263">
                  <c:v>0.46992592592592591</c:v>
                </c:pt>
                <c:pt idx="11264">
                  <c:v>0.46992592592592591</c:v>
                </c:pt>
                <c:pt idx="11265">
                  <c:v>0.46992592592592591</c:v>
                </c:pt>
                <c:pt idx="11266">
                  <c:v>0.46992592592592591</c:v>
                </c:pt>
                <c:pt idx="11267">
                  <c:v>0.46992592592592591</c:v>
                </c:pt>
                <c:pt idx="11268">
                  <c:v>0.46992592592592591</c:v>
                </c:pt>
                <c:pt idx="11269">
                  <c:v>0.47007407407407409</c:v>
                </c:pt>
                <c:pt idx="11270">
                  <c:v>0.47007407407407409</c:v>
                </c:pt>
                <c:pt idx="11271">
                  <c:v>0.47007407407407409</c:v>
                </c:pt>
                <c:pt idx="11272">
                  <c:v>0.47007407407407409</c:v>
                </c:pt>
                <c:pt idx="11273">
                  <c:v>0.47007407407407409</c:v>
                </c:pt>
                <c:pt idx="11274">
                  <c:v>0.47007407407407409</c:v>
                </c:pt>
                <c:pt idx="11275">
                  <c:v>0.47007407407407409</c:v>
                </c:pt>
                <c:pt idx="11276">
                  <c:v>0.47007407407407409</c:v>
                </c:pt>
                <c:pt idx="11277">
                  <c:v>0.47007407407407409</c:v>
                </c:pt>
                <c:pt idx="11278">
                  <c:v>0.47007407407407409</c:v>
                </c:pt>
                <c:pt idx="11279">
                  <c:v>0.47007407407407409</c:v>
                </c:pt>
                <c:pt idx="11280">
                  <c:v>0.47007407407407409</c:v>
                </c:pt>
                <c:pt idx="11281">
                  <c:v>0.47007407407407409</c:v>
                </c:pt>
                <c:pt idx="11282">
                  <c:v>0.47007407407407409</c:v>
                </c:pt>
                <c:pt idx="11283">
                  <c:v>0.47007407407407409</c:v>
                </c:pt>
                <c:pt idx="11284">
                  <c:v>0.47022222222222221</c:v>
                </c:pt>
                <c:pt idx="11285">
                  <c:v>0.47022222222222221</c:v>
                </c:pt>
                <c:pt idx="11286">
                  <c:v>0.47037037037037038</c:v>
                </c:pt>
                <c:pt idx="11287">
                  <c:v>0.47037037037037038</c:v>
                </c:pt>
                <c:pt idx="11288">
                  <c:v>0.47037037037037038</c:v>
                </c:pt>
                <c:pt idx="11289">
                  <c:v>0.47037037037037038</c:v>
                </c:pt>
                <c:pt idx="11290">
                  <c:v>0.47037037037037038</c:v>
                </c:pt>
                <c:pt idx="11291">
                  <c:v>0.4705185185185185</c:v>
                </c:pt>
                <c:pt idx="11292">
                  <c:v>0.4705185185185185</c:v>
                </c:pt>
                <c:pt idx="11293">
                  <c:v>0.4705185185185185</c:v>
                </c:pt>
                <c:pt idx="11294">
                  <c:v>0.47066666666666668</c:v>
                </c:pt>
                <c:pt idx="11295">
                  <c:v>0.47066666666666668</c:v>
                </c:pt>
                <c:pt idx="11296">
                  <c:v>0.47066666666666668</c:v>
                </c:pt>
                <c:pt idx="11297">
                  <c:v>0.4708148148148148</c:v>
                </c:pt>
                <c:pt idx="11298">
                  <c:v>0.47096296296296297</c:v>
                </c:pt>
                <c:pt idx="11299">
                  <c:v>0.47111111111111109</c:v>
                </c:pt>
                <c:pt idx="11300">
                  <c:v>0.47111111111111109</c:v>
                </c:pt>
                <c:pt idx="11301">
                  <c:v>0.47111111111111109</c:v>
                </c:pt>
                <c:pt idx="11302">
                  <c:v>0.47111111111111109</c:v>
                </c:pt>
                <c:pt idx="11303">
                  <c:v>0.47111111111111109</c:v>
                </c:pt>
                <c:pt idx="11304">
                  <c:v>0.47111111111111109</c:v>
                </c:pt>
                <c:pt idx="11305">
                  <c:v>0.47111111111111109</c:v>
                </c:pt>
                <c:pt idx="11306">
                  <c:v>0.47111111111111109</c:v>
                </c:pt>
                <c:pt idx="11307">
                  <c:v>0.47125925925925927</c:v>
                </c:pt>
                <c:pt idx="11308">
                  <c:v>0.47125925925925927</c:v>
                </c:pt>
                <c:pt idx="11309">
                  <c:v>0.47125925925925927</c:v>
                </c:pt>
                <c:pt idx="11310">
                  <c:v>0.47125925925925927</c:v>
                </c:pt>
                <c:pt idx="11311">
                  <c:v>0.47125925925925927</c:v>
                </c:pt>
                <c:pt idx="11312">
                  <c:v>0.47125925925925927</c:v>
                </c:pt>
                <c:pt idx="11313">
                  <c:v>0.47125925925925927</c:v>
                </c:pt>
                <c:pt idx="11314">
                  <c:v>0.47125925925925927</c:v>
                </c:pt>
                <c:pt idx="11315">
                  <c:v>0.47125925925925927</c:v>
                </c:pt>
                <c:pt idx="11316">
                  <c:v>0.47125925925925927</c:v>
                </c:pt>
                <c:pt idx="11317">
                  <c:v>0.47140740740740739</c:v>
                </c:pt>
                <c:pt idx="11318">
                  <c:v>0.47140740740740739</c:v>
                </c:pt>
                <c:pt idx="11319">
                  <c:v>0.47155555555555556</c:v>
                </c:pt>
                <c:pt idx="11320">
                  <c:v>0.47170370370370368</c:v>
                </c:pt>
                <c:pt idx="11321">
                  <c:v>0.47185185185185186</c:v>
                </c:pt>
                <c:pt idx="11322">
                  <c:v>0.47199999999999998</c:v>
                </c:pt>
                <c:pt idx="11323">
                  <c:v>0.47214814814814815</c:v>
                </c:pt>
                <c:pt idx="11324">
                  <c:v>0.47214814814814815</c:v>
                </c:pt>
                <c:pt idx="11325">
                  <c:v>0.47229629629629627</c:v>
                </c:pt>
                <c:pt idx="11326">
                  <c:v>0.47244444444444444</c:v>
                </c:pt>
                <c:pt idx="11327">
                  <c:v>0.47244444444444444</c:v>
                </c:pt>
                <c:pt idx="11328">
                  <c:v>0.47244444444444444</c:v>
                </c:pt>
                <c:pt idx="11329">
                  <c:v>0.47244444444444444</c:v>
                </c:pt>
                <c:pt idx="11330">
                  <c:v>0.47244444444444444</c:v>
                </c:pt>
                <c:pt idx="11331">
                  <c:v>0.47244444444444444</c:v>
                </c:pt>
                <c:pt idx="11332">
                  <c:v>0.47244444444444444</c:v>
                </c:pt>
                <c:pt idx="11333">
                  <c:v>0.47259259259259262</c:v>
                </c:pt>
                <c:pt idx="11334">
                  <c:v>0.47259259259259262</c:v>
                </c:pt>
                <c:pt idx="11335">
                  <c:v>0.47259259259259262</c:v>
                </c:pt>
                <c:pt idx="11336">
                  <c:v>0.47259259259259262</c:v>
                </c:pt>
                <c:pt idx="11337">
                  <c:v>0.47259259259259262</c:v>
                </c:pt>
                <c:pt idx="11338">
                  <c:v>0.47274074074074074</c:v>
                </c:pt>
                <c:pt idx="11339">
                  <c:v>0.47274074074074074</c:v>
                </c:pt>
                <c:pt idx="11340">
                  <c:v>0.47274074074074074</c:v>
                </c:pt>
                <c:pt idx="11341">
                  <c:v>0.47274074074074074</c:v>
                </c:pt>
                <c:pt idx="11342">
                  <c:v>0.47288888888888891</c:v>
                </c:pt>
                <c:pt idx="11343">
                  <c:v>0.47303703703703703</c:v>
                </c:pt>
                <c:pt idx="11344">
                  <c:v>0.47318518518518521</c:v>
                </c:pt>
                <c:pt idx="11345">
                  <c:v>0.47318518518518521</c:v>
                </c:pt>
                <c:pt idx="11346">
                  <c:v>0.47333333333333333</c:v>
                </c:pt>
                <c:pt idx="11347">
                  <c:v>0.47333333333333333</c:v>
                </c:pt>
                <c:pt idx="11348">
                  <c:v>0.47333333333333333</c:v>
                </c:pt>
                <c:pt idx="11349">
                  <c:v>0.4734814814814815</c:v>
                </c:pt>
                <c:pt idx="11350">
                  <c:v>0.4734814814814815</c:v>
                </c:pt>
                <c:pt idx="11351">
                  <c:v>0.4734814814814815</c:v>
                </c:pt>
                <c:pt idx="11352">
                  <c:v>0.47362962962962962</c:v>
                </c:pt>
                <c:pt idx="11353">
                  <c:v>0.47362962962962962</c:v>
                </c:pt>
                <c:pt idx="11354">
                  <c:v>0.47362962962962962</c:v>
                </c:pt>
                <c:pt idx="11355">
                  <c:v>0.47362962962962962</c:v>
                </c:pt>
                <c:pt idx="11356">
                  <c:v>0.47362962962962962</c:v>
                </c:pt>
                <c:pt idx="11357">
                  <c:v>0.47362962962962962</c:v>
                </c:pt>
                <c:pt idx="11358">
                  <c:v>0.47362962962962962</c:v>
                </c:pt>
                <c:pt idx="11359">
                  <c:v>0.4737777777777778</c:v>
                </c:pt>
                <c:pt idx="11360">
                  <c:v>0.4737777777777778</c:v>
                </c:pt>
                <c:pt idx="11361">
                  <c:v>0.4737777777777778</c:v>
                </c:pt>
                <c:pt idx="11362">
                  <c:v>0.4737777777777778</c:v>
                </c:pt>
                <c:pt idx="11363">
                  <c:v>0.4737777777777778</c:v>
                </c:pt>
                <c:pt idx="11364">
                  <c:v>0.4737777777777778</c:v>
                </c:pt>
                <c:pt idx="11365">
                  <c:v>0.4737777777777778</c:v>
                </c:pt>
                <c:pt idx="11366">
                  <c:v>0.4737777777777778</c:v>
                </c:pt>
                <c:pt idx="11367">
                  <c:v>0.4737777777777778</c:v>
                </c:pt>
                <c:pt idx="11368">
                  <c:v>0.4737777777777778</c:v>
                </c:pt>
                <c:pt idx="11369">
                  <c:v>0.4737777777777778</c:v>
                </c:pt>
                <c:pt idx="11370">
                  <c:v>0.47392592592592592</c:v>
                </c:pt>
                <c:pt idx="11371">
                  <c:v>0.47392592592592592</c:v>
                </c:pt>
                <c:pt idx="11372">
                  <c:v>0.47392592592592592</c:v>
                </c:pt>
                <c:pt idx="11373">
                  <c:v>0.47407407407407409</c:v>
                </c:pt>
                <c:pt idx="11374">
                  <c:v>0.47407407407407409</c:v>
                </c:pt>
                <c:pt idx="11375">
                  <c:v>0.47407407407407409</c:v>
                </c:pt>
                <c:pt idx="11376">
                  <c:v>0.47407407407407409</c:v>
                </c:pt>
                <c:pt idx="11377">
                  <c:v>0.47407407407407409</c:v>
                </c:pt>
                <c:pt idx="11378">
                  <c:v>0.47407407407407409</c:v>
                </c:pt>
                <c:pt idx="11379">
                  <c:v>0.47407407407407409</c:v>
                </c:pt>
                <c:pt idx="11380">
                  <c:v>0.47407407407407409</c:v>
                </c:pt>
                <c:pt idx="11381">
                  <c:v>0.47422222222222221</c:v>
                </c:pt>
                <c:pt idx="11382">
                  <c:v>0.47422222222222221</c:v>
                </c:pt>
                <c:pt idx="11383">
                  <c:v>0.47422222222222221</c:v>
                </c:pt>
                <c:pt idx="11384">
                  <c:v>0.47422222222222221</c:v>
                </c:pt>
                <c:pt idx="11385">
                  <c:v>0.47422222222222221</c:v>
                </c:pt>
                <c:pt idx="11386">
                  <c:v>0.47422222222222221</c:v>
                </c:pt>
                <c:pt idx="11387">
                  <c:v>0.47437037037037039</c:v>
                </c:pt>
                <c:pt idx="11388">
                  <c:v>0.47437037037037039</c:v>
                </c:pt>
                <c:pt idx="11389">
                  <c:v>0.47437037037037039</c:v>
                </c:pt>
                <c:pt idx="11390">
                  <c:v>0.47451851851851851</c:v>
                </c:pt>
                <c:pt idx="11391">
                  <c:v>0.47451851851851851</c:v>
                </c:pt>
                <c:pt idx="11392">
                  <c:v>0.47466666666666668</c:v>
                </c:pt>
                <c:pt idx="11393">
                  <c:v>0.47466666666666668</c:v>
                </c:pt>
                <c:pt idx="11394">
                  <c:v>0.47466666666666668</c:v>
                </c:pt>
                <c:pt idx="11395">
                  <c:v>0.47466666666666668</c:v>
                </c:pt>
                <c:pt idx="11396">
                  <c:v>0.47466666666666668</c:v>
                </c:pt>
                <c:pt idx="11397">
                  <c:v>0.47466666666666668</c:v>
                </c:pt>
                <c:pt idx="11398">
                  <c:v>0.47466666666666668</c:v>
                </c:pt>
                <c:pt idx="11399">
                  <c:v>0.47466666666666668</c:v>
                </c:pt>
                <c:pt idx="11400">
                  <c:v>0.4748148148148148</c:v>
                </c:pt>
                <c:pt idx="11401">
                  <c:v>0.4748148148148148</c:v>
                </c:pt>
                <c:pt idx="11402">
                  <c:v>0.47496296296296298</c:v>
                </c:pt>
                <c:pt idx="11403">
                  <c:v>0.4751111111111111</c:v>
                </c:pt>
                <c:pt idx="11404">
                  <c:v>0.4751111111111111</c:v>
                </c:pt>
                <c:pt idx="11405">
                  <c:v>0.4751111111111111</c:v>
                </c:pt>
                <c:pt idx="11406">
                  <c:v>0.47525925925925927</c:v>
                </c:pt>
                <c:pt idx="11407">
                  <c:v>0.47540740740740739</c:v>
                </c:pt>
                <c:pt idx="11408">
                  <c:v>0.47540740740740739</c:v>
                </c:pt>
                <c:pt idx="11409">
                  <c:v>0.47540740740740739</c:v>
                </c:pt>
                <c:pt idx="11410">
                  <c:v>0.47540740740740739</c:v>
                </c:pt>
                <c:pt idx="11411">
                  <c:v>0.47555555555555556</c:v>
                </c:pt>
                <c:pt idx="11412">
                  <c:v>0.47570370370370368</c:v>
                </c:pt>
                <c:pt idx="11413">
                  <c:v>0.47570370370370368</c:v>
                </c:pt>
                <c:pt idx="11414">
                  <c:v>0.47570370370370368</c:v>
                </c:pt>
                <c:pt idx="11415">
                  <c:v>0.47585185185185186</c:v>
                </c:pt>
                <c:pt idx="11416">
                  <c:v>0.47599999999999998</c:v>
                </c:pt>
                <c:pt idx="11417">
                  <c:v>0.47599999999999998</c:v>
                </c:pt>
                <c:pt idx="11418">
                  <c:v>0.47599999999999998</c:v>
                </c:pt>
                <c:pt idx="11419">
                  <c:v>0.47599999999999998</c:v>
                </c:pt>
                <c:pt idx="11420">
                  <c:v>0.47599999999999998</c:v>
                </c:pt>
                <c:pt idx="11421">
                  <c:v>0.47614814814814815</c:v>
                </c:pt>
                <c:pt idx="11422">
                  <c:v>0.47629629629629627</c:v>
                </c:pt>
                <c:pt idx="11423">
                  <c:v>0.47629629629629627</c:v>
                </c:pt>
                <c:pt idx="11424">
                  <c:v>0.47629629629629627</c:v>
                </c:pt>
                <c:pt idx="11425">
                  <c:v>0.47629629629629627</c:v>
                </c:pt>
                <c:pt idx="11426">
                  <c:v>0.47644444444444445</c:v>
                </c:pt>
                <c:pt idx="11427">
                  <c:v>0.47644444444444445</c:v>
                </c:pt>
                <c:pt idx="11428">
                  <c:v>0.47644444444444445</c:v>
                </c:pt>
                <c:pt idx="11429">
                  <c:v>0.47644444444444445</c:v>
                </c:pt>
                <c:pt idx="11430">
                  <c:v>0.47644444444444445</c:v>
                </c:pt>
                <c:pt idx="11431">
                  <c:v>0.47644444444444445</c:v>
                </c:pt>
                <c:pt idx="11432">
                  <c:v>0.47644444444444445</c:v>
                </c:pt>
                <c:pt idx="11433">
                  <c:v>0.47644444444444445</c:v>
                </c:pt>
                <c:pt idx="11434">
                  <c:v>0.47659259259259257</c:v>
                </c:pt>
                <c:pt idx="11435">
                  <c:v>0.47659259259259257</c:v>
                </c:pt>
                <c:pt idx="11436">
                  <c:v>0.47659259259259257</c:v>
                </c:pt>
                <c:pt idx="11437">
                  <c:v>0.47659259259259257</c:v>
                </c:pt>
                <c:pt idx="11438">
                  <c:v>0.47674074074074074</c:v>
                </c:pt>
                <c:pt idx="11439">
                  <c:v>0.47674074074074074</c:v>
                </c:pt>
                <c:pt idx="11440">
                  <c:v>0.47674074074074074</c:v>
                </c:pt>
                <c:pt idx="11441">
                  <c:v>0.47674074074074074</c:v>
                </c:pt>
                <c:pt idx="11442">
                  <c:v>0.47674074074074074</c:v>
                </c:pt>
                <c:pt idx="11443">
                  <c:v>0.47674074074074074</c:v>
                </c:pt>
                <c:pt idx="11444">
                  <c:v>0.47688888888888886</c:v>
                </c:pt>
                <c:pt idx="11445">
                  <c:v>0.47688888888888886</c:v>
                </c:pt>
                <c:pt idx="11446">
                  <c:v>0.47688888888888886</c:v>
                </c:pt>
                <c:pt idx="11447">
                  <c:v>0.47688888888888886</c:v>
                </c:pt>
                <c:pt idx="11448">
                  <c:v>0.47688888888888886</c:v>
                </c:pt>
                <c:pt idx="11449">
                  <c:v>0.47688888888888886</c:v>
                </c:pt>
                <c:pt idx="11450">
                  <c:v>0.47688888888888886</c:v>
                </c:pt>
                <c:pt idx="11451">
                  <c:v>0.47688888888888886</c:v>
                </c:pt>
                <c:pt idx="11452">
                  <c:v>0.47688888888888886</c:v>
                </c:pt>
                <c:pt idx="11453">
                  <c:v>0.47703703703703704</c:v>
                </c:pt>
                <c:pt idx="11454">
                  <c:v>0.47718518518518521</c:v>
                </c:pt>
                <c:pt idx="11455">
                  <c:v>0.47718518518518521</c:v>
                </c:pt>
                <c:pt idx="11456">
                  <c:v>0.47733333333333333</c:v>
                </c:pt>
                <c:pt idx="11457">
                  <c:v>0.47733333333333333</c:v>
                </c:pt>
                <c:pt idx="11458">
                  <c:v>0.47733333333333333</c:v>
                </c:pt>
                <c:pt idx="11459">
                  <c:v>0.47733333333333333</c:v>
                </c:pt>
                <c:pt idx="11460">
                  <c:v>0.47733333333333333</c:v>
                </c:pt>
                <c:pt idx="11461">
                  <c:v>0.47733333333333333</c:v>
                </c:pt>
                <c:pt idx="11462">
                  <c:v>0.47733333333333333</c:v>
                </c:pt>
                <c:pt idx="11463">
                  <c:v>0.47733333333333333</c:v>
                </c:pt>
                <c:pt idx="11464">
                  <c:v>0.47748148148148151</c:v>
                </c:pt>
                <c:pt idx="11465">
                  <c:v>0.47748148148148151</c:v>
                </c:pt>
                <c:pt idx="11466">
                  <c:v>0.47748148148148151</c:v>
                </c:pt>
                <c:pt idx="11467">
                  <c:v>0.47748148148148151</c:v>
                </c:pt>
                <c:pt idx="11468">
                  <c:v>0.47762962962962963</c:v>
                </c:pt>
                <c:pt idx="11469">
                  <c:v>0.47762962962962963</c:v>
                </c:pt>
                <c:pt idx="11470">
                  <c:v>0.47762962962962963</c:v>
                </c:pt>
                <c:pt idx="11471">
                  <c:v>0.47762962962962963</c:v>
                </c:pt>
                <c:pt idx="11472">
                  <c:v>0.47762962962962963</c:v>
                </c:pt>
                <c:pt idx="11473">
                  <c:v>0.4777777777777778</c:v>
                </c:pt>
                <c:pt idx="11474">
                  <c:v>0.4777777777777778</c:v>
                </c:pt>
                <c:pt idx="11475">
                  <c:v>0.4777777777777778</c:v>
                </c:pt>
                <c:pt idx="11476">
                  <c:v>0.4777777777777778</c:v>
                </c:pt>
                <c:pt idx="11477">
                  <c:v>0.4777777777777778</c:v>
                </c:pt>
                <c:pt idx="11478">
                  <c:v>0.47792592592592592</c:v>
                </c:pt>
                <c:pt idx="11479">
                  <c:v>0.47792592592592592</c:v>
                </c:pt>
                <c:pt idx="11480">
                  <c:v>0.47792592592592592</c:v>
                </c:pt>
                <c:pt idx="11481">
                  <c:v>0.47792592592592592</c:v>
                </c:pt>
                <c:pt idx="11482">
                  <c:v>0.4780740740740741</c:v>
                </c:pt>
                <c:pt idx="11483">
                  <c:v>0.4780740740740741</c:v>
                </c:pt>
                <c:pt idx="11484">
                  <c:v>0.4780740740740741</c:v>
                </c:pt>
                <c:pt idx="11485">
                  <c:v>0.4780740740740741</c:v>
                </c:pt>
                <c:pt idx="11486">
                  <c:v>0.4780740740740741</c:v>
                </c:pt>
                <c:pt idx="11487">
                  <c:v>0.4780740740740741</c:v>
                </c:pt>
                <c:pt idx="11488">
                  <c:v>0.47822222222222222</c:v>
                </c:pt>
                <c:pt idx="11489">
                  <c:v>0.47822222222222222</c:v>
                </c:pt>
                <c:pt idx="11490">
                  <c:v>0.47837037037037039</c:v>
                </c:pt>
                <c:pt idx="11491">
                  <c:v>0.47837037037037039</c:v>
                </c:pt>
                <c:pt idx="11492">
                  <c:v>0.47837037037037039</c:v>
                </c:pt>
                <c:pt idx="11493">
                  <c:v>0.47837037037037039</c:v>
                </c:pt>
                <c:pt idx="11494">
                  <c:v>0.47837037037037039</c:v>
                </c:pt>
                <c:pt idx="11495">
                  <c:v>0.47837037037037039</c:v>
                </c:pt>
                <c:pt idx="11496">
                  <c:v>0.47837037037037039</c:v>
                </c:pt>
                <c:pt idx="11497">
                  <c:v>0.47851851851851851</c:v>
                </c:pt>
                <c:pt idx="11498">
                  <c:v>0.47851851851851851</c:v>
                </c:pt>
                <c:pt idx="11499">
                  <c:v>0.47866666666666668</c:v>
                </c:pt>
                <c:pt idx="11500">
                  <c:v>0.47866666666666668</c:v>
                </c:pt>
                <c:pt idx="11501">
                  <c:v>0.47866666666666668</c:v>
                </c:pt>
                <c:pt idx="11502">
                  <c:v>0.47866666666666668</c:v>
                </c:pt>
                <c:pt idx="11503">
                  <c:v>0.4788148148148148</c:v>
                </c:pt>
                <c:pt idx="11504">
                  <c:v>0.4788148148148148</c:v>
                </c:pt>
                <c:pt idx="11505">
                  <c:v>0.4788148148148148</c:v>
                </c:pt>
                <c:pt idx="11506">
                  <c:v>0.4788148148148148</c:v>
                </c:pt>
                <c:pt idx="11507">
                  <c:v>0.4788148148148148</c:v>
                </c:pt>
                <c:pt idx="11508">
                  <c:v>0.47896296296296298</c:v>
                </c:pt>
                <c:pt idx="11509">
                  <c:v>0.47896296296296298</c:v>
                </c:pt>
                <c:pt idx="11510">
                  <c:v>0.47896296296296298</c:v>
                </c:pt>
                <c:pt idx="11511">
                  <c:v>0.47896296296296298</c:v>
                </c:pt>
                <c:pt idx="11512">
                  <c:v>0.47896296296296298</c:v>
                </c:pt>
                <c:pt idx="11513">
                  <c:v>0.47896296296296298</c:v>
                </c:pt>
                <c:pt idx="11514">
                  <c:v>0.4791111111111111</c:v>
                </c:pt>
                <c:pt idx="11515">
                  <c:v>0.4791111111111111</c:v>
                </c:pt>
                <c:pt idx="11516">
                  <c:v>0.4791111111111111</c:v>
                </c:pt>
                <c:pt idx="11517">
                  <c:v>0.47925925925925927</c:v>
                </c:pt>
                <c:pt idx="11518">
                  <c:v>0.47925925925925927</c:v>
                </c:pt>
                <c:pt idx="11519">
                  <c:v>0.47925925925925927</c:v>
                </c:pt>
                <c:pt idx="11520">
                  <c:v>0.47940740740740739</c:v>
                </c:pt>
                <c:pt idx="11521">
                  <c:v>0.47940740740740739</c:v>
                </c:pt>
                <c:pt idx="11522">
                  <c:v>0.47955555555555557</c:v>
                </c:pt>
                <c:pt idx="11523">
                  <c:v>0.47955555555555557</c:v>
                </c:pt>
                <c:pt idx="11524">
                  <c:v>0.47970370370370369</c:v>
                </c:pt>
                <c:pt idx="11525">
                  <c:v>0.47970370370370369</c:v>
                </c:pt>
                <c:pt idx="11526">
                  <c:v>0.47970370370370369</c:v>
                </c:pt>
                <c:pt idx="11527">
                  <c:v>0.47970370370370369</c:v>
                </c:pt>
                <c:pt idx="11528">
                  <c:v>0.47985185185185186</c:v>
                </c:pt>
                <c:pt idx="11529">
                  <c:v>0.47985185185185186</c:v>
                </c:pt>
                <c:pt idx="11530">
                  <c:v>0.47985185185185186</c:v>
                </c:pt>
                <c:pt idx="11531">
                  <c:v>0.47985185185185186</c:v>
                </c:pt>
                <c:pt idx="11532">
                  <c:v>0.47985185185185186</c:v>
                </c:pt>
                <c:pt idx="11533">
                  <c:v>0.47985185185185186</c:v>
                </c:pt>
                <c:pt idx="11534">
                  <c:v>0.48</c:v>
                </c:pt>
                <c:pt idx="11535">
                  <c:v>0.48</c:v>
                </c:pt>
                <c:pt idx="11536">
                  <c:v>0.48</c:v>
                </c:pt>
                <c:pt idx="11537">
                  <c:v>0.48</c:v>
                </c:pt>
                <c:pt idx="11538">
                  <c:v>0.48014814814814816</c:v>
                </c:pt>
                <c:pt idx="11539">
                  <c:v>0.48014814814814816</c:v>
                </c:pt>
                <c:pt idx="11540">
                  <c:v>0.48014814814814816</c:v>
                </c:pt>
                <c:pt idx="11541">
                  <c:v>0.48014814814814816</c:v>
                </c:pt>
                <c:pt idx="11542">
                  <c:v>0.48014814814814816</c:v>
                </c:pt>
                <c:pt idx="11543">
                  <c:v>0.48014814814814816</c:v>
                </c:pt>
                <c:pt idx="11544">
                  <c:v>0.48029629629629628</c:v>
                </c:pt>
                <c:pt idx="11545">
                  <c:v>0.48044444444444445</c:v>
                </c:pt>
                <c:pt idx="11546">
                  <c:v>0.48044444444444445</c:v>
                </c:pt>
                <c:pt idx="11547">
                  <c:v>0.48044444444444445</c:v>
                </c:pt>
                <c:pt idx="11548">
                  <c:v>0.48044444444444445</c:v>
                </c:pt>
                <c:pt idx="11549">
                  <c:v>0.48059259259259257</c:v>
                </c:pt>
                <c:pt idx="11550">
                  <c:v>0.48074074074074075</c:v>
                </c:pt>
                <c:pt idx="11551">
                  <c:v>0.48074074074074075</c:v>
                </c:pt>
                <c:pt idx="11552">
                  <c:v>0.48088888888888887</c:v>
                </c:pt>
                <c:pt idx="11553">
                  <c:v>0.48088888888888887</c:v>
                </c:pt>
                <c:pt idx="11554">
                  <c:v>0.48088888888888887</c:v>
                </c:pt>
                <c:pt idx="11555">
                  <c:v>0.48088888888888887</c:v>
                </c:pt>
                <c:pt idx="11556">
                  <c:v>0.48088888888888887</c:v>
                </c:pt>
                <c:pt idx="11557">
                  <c:v>0.48088888888888887</c:v>
                </c:pt>
                <c:pt idx="11558">
                  <c:v>0.48103703703703704</c:v>
                </c:pt>
                <c:pt idx="11559">
                  <c:v>0.48118518518518516</c:v>
                </c:pt>
                <c:pt idx="11560">
                  <c:v>0.48133333333333334</c:v>
                </c:pt>
                <c:pt idx="11561">
                  <c:v>0.48148148148148145</c:v>
                </c:pt>
                <c:pt idx="11562">
                  <c:v>0.48148148148148145</c:v>
                </c:pt>
                <c:pt idx="11563">
                  <c:v>0.48148148148148145</c:v>
                </c:pt>
                <c:pt idx="11564">
                  <c:v>0.48162962962962963</c:v>
                </c:pt>
                <c:pt idx="11565">
                  <c:v>0.4817777777777778</c:v>
                </c:pt>
                <c:pt idx="11566">
                  <c:v>0.4817777777777778</c:v>
                </c:pt>
                <c:pt idx="11567">
                  <c:v>0.4817777777777778</c:v>
                </c:pt>
                <c:pt idx="11568">
                  <c:v>0.4817777777777778</c:v>
                </c:pt>
                <c:pt idx="11569">
                  <c:v>0.4817777777777778</c:v>
                </c:pt>
                <c:pt idx="11570">
                  <c:v>0.4817777777777778</c:v>
                </c:pt>
                <c:pt idx="11571">
                  <c:v>0.4817777777777778</c:v>
                </c:pt>
                <c:pt idx="11572">
                  <c:v>0.4817777777777778</c:v>
                </c:pt>
                <c:pt idx="11573">
                  <c:v>0.4817777777777778</c:v>
                </c:pt>
                <c:pt idx="11574">
                  <c:v>0.4817777777777778</c:v>
                </c:pt>
                <c:pt idx="11575">
                  <c:v>0.4817777777777778</c:v>
                </c:pt>
                <c:pt idx="11576">
                  <c:v>0.4817777777777778</c:v>
                </c:pt>
                <c:pt idx="11577">
                  <c:v>0.48192592592592592</c:v>
                </c:pt>
                <c:pt idx="11578">
                  <c:v>0.48192592592592592</c:v>
                </c:pt>
                <c:pt idx="11579">
                  <c:v>0.48192592592592592</c:v>
                </c:pt>
                <c:pt idx="11580">
                  <c:v>0.48192592592592592</c:v>
                </c:pt>
                <c:pt idx="11581">
                  <c:v>0.4820740740740741</c:v>
                </c:pt>
                <c:pt idx="11582">
                  <c:v>0.4820740740740741</c:v>
                </c:pt>
                <c:pt idx="11583">
                  <c:v>0.4820740740740741</c:v>
                </c:pt>
                <c:pt idx="11584">
                  <c:v>0.4820740740740741</c:v>
                </c:pt>
                <c:pt idx="11585">
                  <c:v>0.48222222222222222</c:v>
                </c:pt>
                <c:pt idx="11586">
                  <c:v>0.48222222222222222</c:v>
                </c:pt>
                <c:pt idx="11587">
                  <c:v>0.48222222222222222</c:v>
                </c:pt>
                <c:pt idx="11588">
                  <c:v>0.48222222222222222</c:v>
                </c:pt>
                <c:pt idx="11589">
                  <c:v>0.48222222222222222</c:v>
                </c:pt>
                <c:pt idx="11590">
                  <c:v>0.48237037037037039</c:v>
                </c:pt>
                <c:pt idx="11591">
                  <c:v>0.48237037037037039</c:v>
                </c:pt>
                <c:pt idx="11592">
                  <c:v>0.48251851851851851</c:v>
                </c:pt>
                <c:pt idx="11593">
                  <c:v>0.48266666666666669</c:v>
                </c:pt>
                <c:pt idx="11594">
                  <c:v>0.48266666666666669</c:v>
                </c:pt>
                <c:pt idx="11595">
                  <c:v>0.48281481481481481</c:v>
                </c:pt>
                <c:pt idx="11596">
                  <c:v>0.48281481481481481</c:v>
                </c:pt>
                <c:pt idx="11597">
                  <c:v>0.48281481481481481</c:v>
                </c:pt>
                <c:pt idx="11598">
                  <c:v>0.48281481481481481</c:v>
                </c:pt>
                <c:pt idx="11599">
                  <c:v>0.48296296296296298</c:v>
                </c:pt>
                <c:pt idx="11600">
                  <c:v>0.48296296296296298</c:v>
                </c:pt>
                <c:pt idx="11601">
                  <c:v>0.48296296296296298</c:v>
                </c:pt>
                <c:pt idx="11602">
                  <c:v>0.48296296296296298</c:v>
                </c:pt>
                <c:pt idx="11603">
                  <c:v>0.48296296296296298</c:v>
                </c:pt>
                <c:pt idx="11604">
                  <c:v>0.48296296296296298</c:v>
                </c:pt>
                <c:pt idx="11605">
                  <c:v>0.48296296296296298</c:v>
                </c:pt>
                <c:pt idx="11606">
                  <c:v>0.4831111111111111</c:v>
                </c:pt>
                <c:pt idx="11607">
                  <c:v>0.4831111111111111</c:v>
                </c:pt>
                <c:pt idx="11608">
                  <c:v>0.4831111111111111</c:v>
                </c:pt>
                <c:pt idx="11609">
                  <c:v>0.48325925925925928</c:v>
                </c:pt>
                <c:pt idx="11610">
                  <c:v>0.48325925925925928</c:v>
                </c:pt>
                <c:pt idx="11611">
                  <c:v>0.4834074074074074</c:v>
                </c:pt>
                <c:pt idx="11612">
                  <c:v>0.4834074074074074</c:v>
                </c:pt>
                <c:pt idx="11613">
                  <c:v>0.4834074074074074</c:v>
                </c:pt>
                <c:pt idx="11614">
                  <c:v>0.4834074074074074</c:v>
                </c:pt>
                <c:pt idx="11615">
                  <c:v>0.4834074074074074</c:v>
                </c:pt>
                <c:pt idx="11616">
                  <c:v>0.48355555555555557</c:v>
                </c:pt>
                <c:pt idx="11617">
                  <c:v>0.48355555555555557</c:v>
                </c:pt>
                <c:pt idx="11618">
                  <c:v>0.48355555555555557</c:v>
                </c:pt>
                <c:pt idx="11619">
                  <c:v>0.48355555555555557</c:v>
                </c:pt>
                <c:pt idx="11620">
                  <c:v>0.48370370370370369</c:v>
                </c:pt>
                <c:pt idx="11621">
                  <c:v>0.48385185185185187</c:v>
                </c:pt>
                <c:pt idx="11622">
                  <c:v>0.48385185185185187</c:v>
                </c:pt>
                <c:pt idx="11623">
                  <c:v>0.48385185185185187</c:v>
                </c:pt>
                <c:pt idx="11624">
                  <c:v>0.48385185185185187</c:v>
                </c:pt>
                <c:pt idx="11625">
                  <c:v>0.48385185185185187</c:v>
                </c:pt>
                <c:pt idx="11626">
                  <c:v>0.48399999999999999</c:v>
                </c:pt>
                <c:pt idx="11627">
                  <c:v>0.48399999999999999</c:v>
                </c:pt>
                <c:pt idx="11628">
                  <c:v>0.48399999999999999</c:v>
                </c:pt>
                <c:pt idx="11629">
                  <c:v>0.48414814814814816</c:v>
                </c:pt>
                <c:pt idx="11630">
                  <c:v>0.48414814814814816</c:v>
                </c:pt>
                <c:pt idx="11631">
                  <c:v>0.48414814814814816</c:v>
                </c:pt>
                <c:pt idx="11632">
                  <c:v>0.48414814814814816</c:v>
                </c:pt>
                <c:pt idx="11633">
                  <c:v>0.48414814814814816</c:v>
                </c:pt>
                <c:pt idx="11634">
                  <c:v>0.48414814814814816</c:v>
                </c:pt>
                <c:pt idx="11635">
                  <c:v>0.48414814814814816</c:v>
                </c:pt>
                <c:pt idx="11636">
                  <c:v>0.48414814814814816</c:v>
                </c:pt>
                <c:pt idx="11637">
                  <c:v>0.48429629629629628</c:v>
                </c:pt>
                <c:pt idx="11638">
                  <c:v>0.48429629629629628</c:v>
                </c:pt>
                <c:pt idx="11639">
                  <c:v>0.48429629629629628</c:v>
                </c:pt>
                <c:pt idx="11640">
                  <c:v>0.48429629629629628</c:v>
                </c:pt>
                <c:pt idx="11641">
                  <c:v>0.48429629629629628</c:v>
                </c:pt>
                <c:pt idx="11642">
                  <c:v>0.48429629629629628</c:v>
                </c:pt>
                <c:pt idx="11643">
                  <c:v>0.48429629629629628</c:v>
                </c:pt>
                <c:pt idx="11644">
                  <c:v>0.48429629629629628</c:v>
                </c:pt>
                <c:pt idx="11645">
                  <c:v>0.48429629629629628</c:v>
                </c:pt>
                <c:pt idx="11646">
                  <c:v>0.48429629629629628</c:v>
                </c:pt>
                <c:pt idx="11647">
                  <c:v>0.48444444444444446</c:v>
                </c:pt>
                <c:pt idx="11648">
                  <c:v>0.48444444444444446</c:v>
                </c:pt>
                <c:pt idx="11649">
                  <c:v>0.48444444444444446</c:v>
                </c:pt>
                <c:pt idx="11650">
                  <c:v>0.48444444444444446</c:v>
                </c:pt>
                <c:pt idx="11651">
                  <c:v>0.48444444444444446</c:v>
                </c:pt>
                <c:pt idx="11652">
                  <c:v>0.48459259259259257</c:v>
                </c:pt>
                <c:pt idx="11653">
                  <c:v>0.48474074074074075</c:v>
                </c:pt>
                <c:pt idx="11654">
                  <c:v>0.48474074074074075</c:v>
                </c:pt>
                <c:pt idx="11655">
                  <c:v>0.48488888888888887</c:v>
                </c:pt>
                <c:pt idx="11656">
                  <c:v>0.48488888888888887</c:v>
                </c:pt>
                <c:pt idx="11657">
                  <c:v>0.48488888888888887</c:v>
                </c:pt>
                <c:pt idx="11658">
                  <c:v>0.48488888888888887</c:v>
                </c:pt>
                <c:pt idx="11659">
                  <c:v>0.48488888888888887</c:v>
                </c:pt>
                <c:pt idx="11660">
                  <c:v>0.48488888888888887</c:v>
                </c:pt>
                <c:pt idx="11661">
                  <c:v>0.48488888888888887</c:v>
                </c:pt>
                <c:pt idx="11662">
                  <c:v>0.48488888888888887</c:v>
                </c:pt>
                <c:pt idx="11663">
                  <c:v>0.48503703703703704</c:v>
                </c:pt>
                <c:pt idx="11664">
                  <c:v>0.48518518518518516</c:v>
                </c:pt>
                <c:pt idx="11665">
                  <c:v>0.48533333333333334</c:v>
                </c:pt>
                <c:pt idx="11666">
                  <c:v>0.48548148148148146</c:v>
                </c:pt>
                <c:pt idx="11667">
                  <c:v>0.48562962962962963</c:v>
                </c:pt>
                <c:pt idx="11668">
                  <c:v>0.48562962962962963</c:v>
                </c:pt>
                <c:pt idx="11669">
                  <c:v>0.48562962962962963</c:v>
                </c:pt>
                <c:pt idx="11670">
                  <c:v>0.48562962962962963</c:v>
                </c:pt>
                <c:pt idx="11671">
                  <c:v>0.48562962962962963</c:v>
                </c:pt>
                <c:pt idx="11672">
                  <c:v>0.48562962962962963</c:v>
                </c:pt>
                <c:pt idx="11673">
                  <c:v>0.48562962962962963</c:v>
                </c:pt>
                <c:pt idx="11674">
                  <c:v>0.48562962962962963</c:v>
                </c:pt>
                <c:pt idx="11675">
                  <c:v>0.48562962962962963</c:v>
                </c:pt>
                <c:pt idx="11676">
                  <c:v>0.48562962962962963</c:v>
                </c:pt>
                <c:pt idx="11677">
                  <c:v>0.48562962962962963</c:v>
                </c:pt>
                <c:pt idx="11678">
                  <c:v>0.48562962962962963</c:v>
                </c:pt>
                <c:pt idx="11679">
                  <c:v>0.48577777777777775</c:v>
                </c:pt>
                <c:pt idx="11680">
                  <c:v>0.48577777777777775</c:v>
                </c:pt>
                <c:pt idx="11681">
                  <c:v>0.48577777777777775</c:v>
                </c:pt>
                <c:pt idx="11682">
                  <c:v>0.48577777777777775</c:v>
                </c:pt>
                <c:pt idx="11683">
                  <c:v>0.48577777777777775</c:v>
                </c:pt>
                <c:pt idx="11684">
                  <c:v>0.48577777777777775</c:v>
                </c:pt>
                <c:pt idx="11685">
                  <c:v>0.48577777777777775</c:v>
                </c:pt>
                <c:pt idx="11686">
                  <c:v>0.48577777777777775</c:v>
                </c:pt>
                <c:pt idx="11687">
                  <c:v>0.48577777777777775</c:v>
                </c:pt>
                <c:pt idx="11688">
                  <c:v>0.48577777777777775</c:v>
                </c:pt>
                <c:pt idx="11689">
                  <c:v>0.48592592592592593</c:v>
                </c:pt>
                <c:pt idx="11690">
                  <c:v>0.48592592592592593</c:v>
                </c:pt>
                <c:pt idx="11691">
                  <c:v>0.48592592592592593</c:v>
                </c:pt>
                <c:pt idx="11692">
                  <c:v>0.48607407407407405</c:v>
                </c:pt>
                <c:pt idx="11693">
                  <c:v>0.48607407407407405</c:v>
                </c:pt>
                <c:pt idx="11694">
                  <c:v>0.48607407407407405</c:v>
                </c:pt>
                <c:pt idx="11695">
                  <c:v>0.48607407407407405</c:v>
                </c:pt>
                <c:pt idx="11696">
                  <c:v>0.48622222222222222</c:v>
                </c:pt>
                <c:pt idx="11697">
                  <c:v>0.48622222222222222</c:v>
                </c:pt>
                <c:pt idx="11698">
                  <c:v>0.48622222222222222</c:v>
                </c:pt>
                <c:pt idx="11699">
                  <c:v>0.48622222222222222</c:v>
                </c:pt>
                <c:pt idx="11700">
                  <c:v>0.48622222222222222</c:v>
                </c:pt>
                <c:pt idx="11701">
                  <c:v>0.4863703703703704</c:v>
                </c:pt>
                <c:pt idx="11702">
                  <c:v>0.48651851851851852</c:v>
                </c:pt>
                <c:pt idx="11703">
                  <c:v>0.48651851851851852</c:v>
                </c:pt>
                <c:pt idx="11704">
                  <c:v>0.48651851851851852</c:v>
                </c:pt>
                <c:pt idx="11705">
                  <c:v>0.48651851851851852</c:v>
                </c:pt>
                <c:pt idx="11706">
                  <c:v>0.48651851851851852</c:v>
                </c:pt>
                <c:pt idx="11707">
                  <c:v>0.48651851851851852</c:v>
                </c:pt>
                <c:pt idx="11708">
                  <c:v>0.48666666666666669</c:v>
                </c:pt>
                <c:pt idx="11709">
                  <c:v>0.48666666666666669</c:v>
                </c:pt>
                <c:pt idx="11710">
                  <c:v>0.48681481481481481</c:v>
                </c:pt>
                <c:pt idx="11711">
                  <c:v>0.48696296296296299</c:v>
                </c:pt>
                <c:pt idx="11712">
                  <c:v>0.48711111111111111</c:v>
                </c:pt>
                <c:pt idx="11713">
                  <c:v>0.48711111111111111</c:v>
                </c:pt>
                <c:pt idx="11714">
                  <c:v>0.48711111111111111</c:v>
                </c:pt>
                <c:pt idx="11715">
                  <c:v>0.48711111111111111</c:v>
                </c:pt>
                <c:pt idx="11716">
                  <c:v>0.48711111111111111</c:v>
                </c:pt>
                <c:pt idx="11717">
                  <c:v>0.48711111111111111</c:v>
                </c:pt>
                <c:pt idx="11718">
                  <c:v>0.48711111111111111</c:v>
                </c:pt>
                <c:pt idx="11719">
                  <c:v>0.48725925925925928</c:v>
                </c:pt>
                <c:pt idx="11720">
                  <c:v>0.4874074074074074</c:v>
                </c:pt>
                <c:pt idx="11721">
                  <c:v>0.4874074074074074</c:v>
                </c:pt>
                <c:pt idx="11722">
                  <c:v>0.4874074074074074</c:v>
                </c:pt>
                <c:pt idx="11723">
                  <c:v>0.4874074074074074</c:v>
                </c:pt>
                <c:pt idx="11724">
                  <c:v>0.4874074074074074</c:v>
                </c:pt>
                <c:pt idx="11725">
                  <c:v>0.4874074074074074</c:v>
                </c:pt>
                <c:pt idx="11726">
                  <c:v>0.48755555555555558</c:v>
                </c:pt>
                <c:pt idx="11727">
                  <c:v>0.48755555555555558</c:v>
                </c:pt>
                <c:pt idx="11728">
                  <c:v>0.48755555555555558</c:v>
                </c:pt>
                <c:pt idx="11729">
                  <c:v>0.48770370370370369</c:v>
                </c:pt>
                <c:pt idx="11730">
                  <c:v>0.48770370370370369</c:v>
                </c:pt>
                <c:pt idx="11731">
                  <c:v>0.48770370370370369</c:v>
                </c:pt>
                <c:pt idx="11732">
                  <c:v>0.48770370370370369</c:v>
                </c:pt>
                <c:pt idx="11733">
                  <c:v>0.48785185185185187</c:v>
                </c:pt>
                <c:pt idx="11734">
                  <c:v>0.48785185185185187</c:v>
                </c:pt>
                <c:pt idx="11735">
                  <c:v>0.48785185185185187</c:v>
                </c:pt>
                <c:pt idx="11736">
                  <c:v>0.48785185185185187</c:v>
                </c:pt>
                <c:pt idx="11737">
                  <c:v>0.48799999999999999</c:v>
                </c:pt>
                <c:pt idx="11738">
                  <c:v>0.48799999999999999</c:v>
                </c:pt>
                <c:pt idx="11739">
                  <c:v>0.48799999999999999</c:v>
                </c:pt>
                <c:pt idx="11740">
                  <c:v>0.48799999999999999</c:v>
                </c:pt>
                <c:pt idx="11741">
                  <c:v>0.48799999999999999</c:v>
                </c:pt>
                <c:pt idx="11742">
                  <c:v>0.48799999999999999</c:v>
                </c:pt>
                <c:pt idx="11743">
                  <c:v>0.48814814814814816</c:v>
                </c:pt>
                <c:pt idx="11744">
                  <c:v>0.48814814814814816</c:v>
                </c:pt>
                <c:pt idx="11745">
                  <c:v>0.48814814814814816</c:v>
                </c:pt>
                <c:pt idx="11746">
                  <c:v>0.48814814814814816</c:v>
                </c:pt>
                <c:pt idx="11747">
                  <c:v>0.48814814814814816</c:v>
                </c:pt>
                <c:pt idx="11748">
                  <c:v>0.48814814814814816</c:v>
                </c:pt>
                <c:pt idx="11749">
                  <c:v>0.48814814814814816</c:v>
                </c:pt>
                <c:pt idx="11750">
                  <c:v>0.48814814814814816</c:v>
                </c:pt>
                <c:pt idx="11751">
                  <c:v>0.48814814814814816</c:v>
                </c:pt>
                <c:pt idx="11752">
                  <c:v>0.48829629629629628</c:v>
                </c:pt>
                <c:pt idx="11753">
                  <c:v>0.48829629629629628</c:v>
                </c:pt>
                <c:pt idx="11754">
                  <c:v>0.48829629629629628</c:v>
                </c:pt>
                <c:pt idx="11755">
                  <c:v>0.48844444444444446</c:v>
                </c:pt>
                <c:pt idx="11756">
                  <c:v>0.48844444444444446</c:v>
                </c:pt>
                <c:pt idx="11757">
                  <c:v>0.48844444444444446</c:v>
                </c:pt>
                <c:pt idx="11758">
                  <c:v>0.48844444444444446</c:v>
                </c:pt>
                <c:pt idx="11759">
                  <c:v>0.48844444444444446</c:v>
                </c:pt>
                <c:pt idx="11760">
                  <c:v>0.48844444444444446</c:v>
                </c:pt>
                <c:pt idx="11761">
                  <c:v>0.48859259259259258</c:v>
                </c:pt>
                <c:pt idx="11762">
                  <c:v>0.48859259259259258</c:v>
                </c:pt>
                <c:pt idx="11763">
                  <c:v>0.48859259259259258</c:v>
                </c:pt>
                <c:pt idx="11764">
                  <c:v>0.48859259259259258</c:v>
                </c:pt>
                <c:pt idx="11765">
                  <c:v>0.48859259259259258</c:v>
                </c:pt>
                <c:pt idx="11766">
                  <c:v>0.48859259259259258</c:v>
                </c:pt>
                <c:pt idx="11767">
                  <c:v>0.48874074074074075</c:v>
                </c:pt>
                <c:pt idx="11768">
                  <c:v>0.48874074074074075</c:v>
                </c:pt>
                <c:pt idx="11769">
                  <c:v>0.48874074074074075</c:v>
                </c:pt>
                <c:pt idx="11770">
                  <c:v>0.48874074074074075</c:v>
                </c:pt>
                <c:pt idx="11771">
                  <c:v>0.48874074074074075</c:v>
                </c:pt>
                <c:pt idx="11772">
                  <c:v>0.48888888888888887</c:v>
                </c:pt>
                <c:pt idx="11773">
                  <c:v>0.48888888888888887</c:v>
                </c:pt>
                <c:pt idx="11774">
                  <c:v>0.48888888888888887</c:v>
                </c:pt>
                <c:pt idx="11775">
                  <c:v>0.48888888888888887</c:v>
                </c:pt>
                <c:pt idx="11776">
                  <c:v>0.48903703703703705</c:v>
                </c:pt>
                <c:pt idx="11777">
                  <c:v>0.48903703703703705</c:v>
                </c:pt>
                <c:pt idx="11778">
                  <c:v>0.48903703703703705</c:v>
                </c:pt>
                <c:pt idx="11779">
                  <c:v>0.48903703703703705</c:v>
                </c:pt>
                <c:pt idx="11780">
                  <c:v>0.48918518518518517</c:v>
                </c:pt>
                <c:pt idx="11781">
                  <c:v>0.48933333333333334</c:v>
                </c:pt>
                <c:pt idx="11782">
                  <c:v>0.48933333333333334</c:v>
                </c:pt>
                <c:pt idx="11783">
                  <c:v>0.48933333333333334</c:v>
                </c:pt>
                <c:pt idx="11784">
                  <c:v>0.48933333333333334</c:v>
                </c:pt>
                <c:pt idx="11785">
                  <c:v>0.48933333333333334</c:v>
                </c:pt>
                <c:pt idx="11786">
                  <c:v>0.48948148148148146</c:v>
                </c:pt>
                <c:pt idx="11787">
                  <c:v>0.48948148148148146</c:v>
                </c:pt>
                <c:pt idx="11788">
                  <c:v>0.48948148148148146</c:v>
                </c:pt>
                <c:pt idx="11789">
                  <c:v>0.48948148148148146</c:v>
                </c:pt>
                <c:pt idx="11790">
                  <c:v>0.48962962962962964</c:v>
                </c:pt>
                <c:pt idx="11791">
                  <c:v>0.48962962962962964</c:v>
                </c:pt>
                <c:pt idx="11792">
                  <c:v>0.48962962962962964</c:v>
                </c:pt>
                <c:pt idx="11793">
                  <c:v>0.48962962962962964</c:v>
                </c:pt>
                <c:pt idx="11794">
                  <c:v>0.48962962962962964</c:v>
                </c:pt>
                <c:pt idx="11795">
                  <c:v>0.48962962962962964</c:v>
                </c:pt>
                <c:pt idx="11796">
                  <c:v>0.48962962962962964</c:v>
                </c:pt>
                <c:pt idx="11797">
                  <c:v>0.48962962962962964</c:v>
                </c:pt>
                <c:pt idx="11798">
                  <c:v>0.48977777777777776</c:v>
                </c:pt>
                <c:pt idx="11799">
                  <c:v>0.48977777777777776</c:v>
                </c:pt>
                <c:pt idx="11800">
                  <c:v>0.48977777777777776</c:v>
                </c:pt>
                <c:pt idx="11801">
                  <c:v>0.48977777777777776</c:v>
                </c:pt>
                <c:pt idx="11802">
                  <c:v>0.48977777777777776</c:v>
                </c:pt>
                <c:pt idx="11803">
                  <c:v>0.48977777777777776</c:v>
                </c:pt>
                <c:pt idx="11804">
                  <c:v>0.48992592592592593</c:v>
                </c:pt>
                <c:pt idx="11805">
                  <c:v>0.48992592592592593</c:v>
                </c:pt>
                <c:pt idx="11806">
                  <c:v>0.49007407407407405</c:v>
                </c:pt>
                <c:pt idx="11807">
                  <c:v>0.49007407407407405</c:v>
                </c:pt>
                <c:pt idx="11808">
                  <c:v>0.49007407407407405</c:v>
                </c:pt>
                <c:pt idx="11809">
                  <c:v>0.49007407407407405</c:v>
                </c:pt>
                <c:pt idx="11810">
                  <c:v>0.49007407407407405</c:v>
                </c:pt>
                <c:pt idx="11811">
                  <c:v>0.49007407407407405</c:v>
                </c:pt>
                <c:pt idx="11812">
                  <c:v>0.49007407407407405</c:v>
                </c:pt>
                <c:pt idx="11813">
                  <c:v>0.49022222222222223</c:v>
                </c:pt>
                <c:pt idx="11814">
                  <c:v>0.49022222222222223</c:v>
                </c:pt>
                <c:pt idx="11815">
                  <c:v>0.49022222222222223</c:v>
                </c:pt>
                <c:pt idx="11816">
                  <c:v>0.49022222222222223</c:v>
                </c:pt>
                <c:pt idx="11817">
                  <c:v>0.49022222222222223</c:v>
                </c:pt>
                <c:pt idx="11818">
                  <c:v>0.49022222222222223</c:v>
                </c:pt>
                <c:pt idx="11819">
                  <c:v>0.49037037037037035</c:v>
                </c:pt>
                <c:pt idx="11820">
                  <c:v>0.49037037037037035</c:v>
                </c:pt>
                <c:pt idx="11821">
                  <c:v>0.49037037037037035</c:v>
                </c:pt>
                <c:pt idx="11822">
                  <c:v>0.49037037037037035</c:v>
                </c:pt>
                <c:pt idx="11823">
                  <c:v>0.49037037037037035</c:v>
                </c:pt>
                <c:pt idx="11824">
                  <c:v>0.49051851851851852</c:v>
                </c:pt>
                <c:pt idx="11825">
                  <c:v>0.49051851851851852</c:v>
                </c:pt>
                <c:pt idx="11826">
                  <c:v>0.49051851851851852</c:v>
                </c:pt>
                <c:pt idx="11827">
                  <c:v>0.49051851851851852</c:v>
                </c:pt>
                <c:pt idx="11828">
                  <c:v>0.49051851851851852</c:v>
                </c:pt>
                <c:pt idx="11829">
                  <c:v>0.49051851851851852</c:v>
                </c:pt>
                <c:pt idx="11830">
                  <c:v>0.49051851851851852</c:v>
                </c:pt>
                <c:pt idx="11831">
                  <c:v>0.49051851851851852</c:v>
                </c:pt>
                <c:pt idx="11832">
                  <c:v>0.49051851851851852</c:v>
                </c:pt>
                <c:pt idx="11833">
                  <c:v>0.49051851851851852</c:v>
                </c:pt>
                <c:pt idx="11834">
                  <c:v>0.49051851851851852</c:v>
                </c:pt>
                <c:pt idx="11835">
                  <c:v>0.49051851851851852</c:v>
                </c:pt>
                <c:pt idx="11836">
                  <c:v>0.49051851851851852</c:v>
                </c:pt>
                <c:pt idx="11837">
                  <c:v>0.49051851851851852</c:v>
                </c:pt>
                <c:pt idx="11838">
                  <c:v>0.49051851851851852</c:v>
                </c:pt>
                <c:pt idx="11839">
                  <c:v>0.49051851851851852</c:v>
                </c:pt>
                <c:pt idx="11840">
                  <c:v>0.49051851851851852</c:v>
                </c:pt>
                <c:pt idx="11841">
                  <c:v>0.49051851851851852</c:v>
                </c:pt>
                <c:pt idx="11842">
                  <c:v>0.49051851851851852</c:v>
                </c:pt>
                <c:pt idx="11843">
                  <c:v>0.49051851851851852</c:v>
                </c:pt>
                <c:pt idx="11844">
                  <c:v>0.49051851851851852</c:v>
                </c:pt>
                <c:pt idx="11845">
                  <c:v>0.49066666666666664</c:v>
                </c:pt>
                <c:pt idx="11846">
                  <c:v>0.49066666666666664</c:v>
                </c:pt>
                <c:pt idx="11847">
                  <c:v>0.49066666666666664</c:v>
                </c:pt>
                <c:pt idx="11848">
                  <c:v>0.49066666666666664</c:v>
                </c:pt>
                <c:pt idx="11849">
                  <c:v>0.49066666666666664</c:v>
                </c:pt>
                <c:pt idx="11850">
                  <c:v>0.49066666666666664</c:v>
                </c:pt>
                <c:pt idx="11851">
                  <c:v>0.49066666666666664</c:v>
                </c:pt>
                <c:pt idx="11852">
                  <c:v>0.49066666666666664</c:v>
                </c:pt>
                <c:pt idx="11853">
                  <c:v>0.49066666666666664</c:v>
                </c:pt>
                <c:pt idx="11854">
                  <c:v>0.49066666666666664</c:v>
                </c:pt>
                <c:pt idx="11855">
                  <c:v>0.49066666666666664</c:v>
                </c:pt>
                <c:pt idx="11856">
                  <c:v>0.49066666666666664</c:v>
                </c:pt>
                <c:pt idx="11857">
                  <c:v>0.49066666666666664</c:v>
                </c:pt>
                <c:pt idx="11858">
                  <c:v>0.49066666666666664</c:v>
                </c:pt>
                <c:pt idx="11859">
                  <c:v>0.49066666666666664</c:v>
                </c:pt>
                <c:pt idx="11860">
                  <c:v>0.49066666666666664</c:v>
                </c:pt>
                <c:pt idx="11861">
                  <c:v>0.49081481481481481</c:v>
                </c:pt>
                <c:pt idx="11862">
                  <c:v>0.49081481481481481</c:v>
                </c:pt>
                <c:pt idx="11863">
                  <c:v>0.49096296296296299</c:v>
                </c:pt>
                <c:pt idx="11864">
                  <c:v>0.49096296296296299</c:v>
                </c:pt>
                <c:pt idx="11865">
                  <c:v>0.49096296296296299</c:v>
                </c:pt>
                <c:pt idx="11866">
                  <c:v>0.49096296296296299</c:v>
                </c:pt>
                <c:pt idx="11867">
                  <c:v>0.49096296296296299</c:v>
                </c:pt>
                <c:pt idx="11868">
                  <c:v>0.49096296296296299</c:v>
                </c:pt>
                <c:pt idx="11869">
                  <c:v>0.49096296296296299</c:v>
                </c:pt>
                <c:pt idx="11870">
                  <c:v>0.49096296296296299</c:v>
                </c:pt>
                <c:pt idx="11871">
                  <c:v>0.49096296296296299</c:v>
                </c:pt>
                <c:pt idx="11872">
                  <c:v>0.49096296296296299</c:v>
                </c:pt>
                <c:pt idx="11873">
                  <c:v>0.49096296296296299</c:v>
                </c:pt>
                <c:pt idx="11874">
                  <c:v>0.49096296296296299</c:v>
                </c:pt>
                <c:pt idx="11875">
                  <c:v>0.49111111111111111</c:v>
                </c:pt>
                <c:pt idx="11876">
                  <c:v>0.49111111111111111</c:v>
                </c:pt>
                <c:pt idx="11877">
                  <c:v>0.49111111111111111</c:v>
                </c:pt>
                <c:pt idx="11878">
                  <c:v>0.49111111111111111</c:v>
                </c:pt>
                <c:pt idx="11879">
                  <c:v>0.49111111111111111</c:v>
                </c:pt>
                <c:pt idx="11880">
                  <c:v>0.49111111111111111</c:v>
                </c:pt>
                <c:pt idx="11881">
                  <c:v>0.49125925925925928</c:v>
                </c:pt>
                <c:pt idx="11882">
                  <c:v>0.49125925925925928</c:v>
                </c:pt>
                <c:pt idx="11883">
                  <c:v>0.4914074074074074</c:v>
                </c:pt>
                <c:pt idx="11884">
                  <c:v>0.4914074074074074</c:v>
                </c:pt>
                <c:pt idx="11885">
                  <c:v>0.49155555555555558</c:v>
                </c:pt>
                <c:pt idx="11886">
                  <c:v>0.49155555555555558</c:v>
                </c:pt>
                <c:pt idx="11887">
                  <c:v>0.4917037037037037</c:v>
                </c:pt>
                <c:pt idx="11888">
                  <c:v>0.4917037037037037</c:v>
                </c:pt>
                <c:pt idx="11889">
                  <c:v>0.4917037037037037</c:v>
                </c:pt>
                <c:pt idx="11890">
                  <c:v>0.4917037037037037</c:v>
                </c:pt>
                <c:pt idx="11891">
                  <c:v>0.4917037037037037</c:v>
                </c:pt>
                <c:pt idx="11892">
                  <c:v>0.49185185185185187</c:v>
                </c:pt>
                <c:pt idx="11893">
                  <c:v>0.49185185185185187</c:v>
                </c:pt>
                <c:pt idx="11894">
                  <c:v>0.49185185185185187</c:v>
                </c:pt>
                <c:pt idx="11895">
                  <c:v>0.49185185185185187</c:v>
                </c:pt>
                <c:pt idx="11896">
                  <c:v>0.49185185185185187</c:v>
                </c:pt>
                <c:pt idx="11897">
                  <c:v>0.49185185185185187</c:v>
                </c:pt>
                <c:pt idx="11898">
                  <c:v>0.49199999999999999</c:v>
                </c:pt>
                <c:pt idx="11899">
                  <c:v>0.49199999999999999</c:v>
                </c:pt>
                <c:pt idx="11900">
                  <c:v>0.49214814814814817</c:v>
                </c:pt>
                <c:pt idx="11901">
                  <c:v>0.49214814814814817</c:v>
                </c:pt>
                <c:pt idx="11902">
                  <c:v>0.49214814814814817</c:v>
                </c:pt>
                <c:pt idx="11903">
                  <c:v>0.49214814814814817</c:v>
                </c:pt>
                <c:pt idx="11904">
                  <c:v>0.49214814814814817</c:v>
                </c:pt>
                <c:pt idx="11905">
                  <c:v>0.49214814814814817</c:v>
                </c:pt>
                <c:pt idx="11906">
                  <c:v>0.49214814814814817</c:v>
                </c:pt>
                <c:pt idx="11907">
                  <c:v>0.49214814814814817</c:v>
                </c:pt>
                <c:pt idx="11908">
                  <c:v>0.49214814814814817</c:v>
                </c:pt>
                <c:pt idx="11909">
                  <c:v>0.49229629629629629</c:v>
                </c:pt>
                <c:pt idx="11910">
                  <c:v>0.49229629629629629</c:v>
                </c:pt>
                <c:pt idx="11911">
                  <c:v>0.49229629629629629</c:v>
                </c:pt>
                <c:pt idx="11912">
                  <c:v>0.49244444444444446</c:v>
                </c:pt>
                <c:pt idx="11913">
                  <c:v>0.49244444444444446</c:v>
                </c:pt>
                <c:pt idx="11914">
                  <c:v>0.49244444444444446</c:v>
                </c:pt>
                <c:pt idx="11915">
                  <c:v>0.49244444444444446</c:v>
                </c:pt>
                <c:pt idx="11916">
                  <c:v>0.49244444444444446</c:v>
                </c:pt>
                <c:pt idx="11917">
                  <c:v>0.49244444444444446</c:v>
                </c:pt>
                <c:pt idx="11918">
                  <c:v>0.49244444444444446</c:v>
                </c:pt>
                <c:pt idx="11919">
                  <c:v>0.49244444444444446</c:v>
                </c:pt>
                <c:pt idx="11920">
                  <c:v>0.49259259259259258</c:v>
                </c:pt>
                <c:pt idx="11921">
                  <c:v>0.49274074074074076</c:v>
                </c:pt>
                <c:pt idx="11922">
                  <c:v>0.49274074074074076</c:v>
                </c:pt>
                <c:pt idx="11923">
                  <c:v>0.49274074074074076</c:v>
                </c:pt>
                <c:pt idx="11924">
                  <c:v>0.49288888888888888</c:v>
                </c:pt>
                <c:pt idx="11925">
                  <c:v>0.49303703703703705</c:v>
                </c:pt>
                <c:pt idx="11926">
                  <c:v>0.49318518518518517</c:v>
                </c:pt>
                <c:pt idx="11927">
                  <c:v>0.49333333333333335</c:v>
                </c:pt>
                <c:pt idx="11928">
                  <c:v>0.49333333333333335</c:v>
                </c:pt>
                <c:pt idx="11929">
                  <c:v>0.49333333333333335</c:v>
                </c:pt>
                <c:pt idx="11930">
                  <c:v>0.49333333333333335</c:v>
                </c:pt>
                <c:pt idx="11931">
                  <c:v>0.49348148148148147</c:v>
                </c:pt>
                <c:pt idx="11932">
                  <c:v>0.49348148148148147</c:v>
                </c:pt>
                <c:pt idx="11933">
                  <c:v>0.49348148148148147</c:v>
                </c:pt>
                <c:pt idx="11934">
                  <c:v>0.49348148148148147</c:v>
                </c:pt>
                <c:pt idx="11935">
                  <c:v>0.49348148148148147</c:v>
                </c:pt>
                <c:pt idx="11936">
                  <c:v>0.49348148148148147</c:v>
                </c:pt>
                <c:pt idx="11937">
                  <c:v>0.49348148148148147</c:v>
                </c:pt>
                <c:pt idx="11938">
                  <c:v>0.49362962962962964</c:v>
                </c:pt>
                <c:pt idx="11939">
                  <c:v>0.49377777777777776</c:v>
                </c:pt>
                <c:pt idx="11940">
                  <c:v>0.49377777777777776</c:v>
                </c:pt>
                <c:pt idx="11941">
                  <c:v>0.49377777777777776</c:v>
                </c:pt>
                <c:pt idx="11942">
                  <c:v>0.49377777777777776</c:v>
                </c:pt>
                <c:pt idx="11943">
                  <c:v>0.49377777777777776</c:v>
                </c:pt>
                <c:pt idx="11944">
                  <c:v>0.49377777777777776</c:v>
                </c:pt>
                <c:pt idx="11945">
                  <c:v>0.49377777777777776</c:v>
                </c:pt>
                <c:pt idx="11946">
                  <c:v>0.49377777777777776</c:v>
                </c:pt>
                <c:pt idx="11947">
                  <c:v>0.49377777777777776</c:v>
                </c:pt>
                <c:pt idx="11948">
                  <c:v>0.49377777777777776</c:v>
                </c:pt>
                <c:pt idx="11949">
                  <c:v>0.49377777777777776</c:v>
                </c:pt>
                <c:pt idx="11950">
                  <c:v>0.49377777777777776</c:v>
                </c:pt>
                <c:pt idx="11951">
                  <c:v>0.49377777777777776</c:v>
                </c:pt>
                <c:pt idx="11952">
                  <c:v>0.49392592592592593</c:v>
                </c:pt>
                <c:pt idx="11953">
                  <c:v>0.49392592592592593</c:v>
                </c:pt>
                <c:pt idx="11954">
                  <c:v>0.49407407407407405</c:v>
                </c:pt>
                <c:pt idx="11955">
                  <c:v>0.49422222222222223</c:v>
                </c:pt>
                <c:pt idx="11956">
                  <c:v>0.49437037037037035</c:v>
                </c:pt>
                <c:pt idx="11957">
                  <c:v>0.49437037037037035</c:v>
                </c:pt>
                <c:pt idx="11958">
                  <c:v>0.49451851851851852</c:v>
                </c:pt>
                <c:pt idx="11959">
                  <c:v>0.49466666666666664</c:v>
                </c:pt>
                <c:pt idx="11960">
                  <c:v>0.49466666666666664</c:v>
                </c:pt>
                <c:pt idx="11961">
                  <c:v>0.49466666666666664</c:v>
                </c:pt>
                <c:pt idx="11962">
                  <c:v>0.49466666666666664</c:v>
                </c:pt>
                <c:pt idx="11963">
                  <c:v>0.49466666666666664</c:v>
                </c:pt>
                <c:pt idx="11964">
                  <c:v>0.49481481481481482</c:v>
                </c:pt>
                <c:pt idx="11965">
                  <c:v>0.49481481481481482</c:v>
                </c:pt>
                <c:pt idx="11966">
                  <c:v>0.49481481481481482</c:v>
                </c:pt>
                <c:pt idx="11967">
                  <c:v>0.49496296296296294</c:v>
                </c:pt>
                <c:pt idx="11968">
                  <c:v>0.49496296296296294</c:v>
                </c:pt>
                <c:pt idx="11969">
                  <c:v>0.49511111111111111</c:v>
                </c:pt>
                <c:pt idx="11970">
                  <c:v>0.49525925925925923</c:v>
                </c:pt>
                <c:pt idx="11971">
                  <c:v>0.49540740740740741</c:v>
                </c:pt>
                <c:pt idx="11972">
                  <c:v>0.49555555555555558</c:v>
                </c:pt>
                <c:pt idx="11973">
                  <c:v>0.49555555555555558</c:v>
                </c:pt>
                <c:pt idx="11974">
                  <c:v>0.4957037037037037</c:v>
                </c:pt>
                <c:pt idx="11975">
                  <c:v>0.4957037037037037</c:v>
                </c:pt>
                <c:pt idx="11976">
                  <c:v>0.49585185185185188</c:v>
                </c:pt>
                <c:pt idx="11977">
                  <c:v>0.49585185185185188</c:v>
                </c:pt>
                <c:pt idx="11978">
                  <c:v>0.496</c:v>
                </c:pt>
                <c:pt idx="11979">
                  <c:v>0.496</c:v>
                </c:pt>
                <c:pt idx="11980">
                  <c:v>0.496</c:v>
                </c:pt>
                <c:pt idx="11981">
                  <c:v>0.496</c:v>
                </c:pt>
                <c:pt idx="11982">
                  <c:v>0.496</c:v>
                </c:pt>
                <c:pt idx="11983">
                  <c:v>0.496</c:v>
                </c:pt>
                <c:pt idx="11984">
                  <c:v>0.496</c:v>
                </c:pt>
                <c:pt idx="11985">
                  <c:v>0.49614814814814817</c:v>
                </c:pt>
                <c:pt idx="11986">
                  <c:v>0.49614814814814817</c:v>
                </c:pt>
                <c:pt idx="11987">
                  <c:v>0.49614814814814817</c:v>
                </c:pt>
                <c:pt idx="11988">
                  <c:v>0.49614814814814817</c:v>
                </c:pt>
                <c:pt idx="11989">
                  <c:v>0.49614814814814817</c:v>
                </c:pt>
                <c:pt idx="11990">
                  <c:v>0.49614814814814817</c:v>
                </c:pt>
                <c:pt idx="11991">
                  <c:v>0.49614814814814817</c:v>
                </c:pt>
                <c:pt idx="11992">
                  <c:v>0.49614814814814817</c:v>
                </c:pt>
                <c:pt idx="11993">
                  <c:v>0.49629629629629629</c:v>
                </c:pt>
                <c:pt idx="11994">
                  <c:v>0.49629629629629629</c:v>
                </c:pt>
                <c:pt idx="11995">
                  <c:v>0.49629629629629629</c:v>
                </c:pt>
                <c:pt idx="11996">
                  <c:v>0.49644444444444447</c:v>
                </c:pt>
                <c:pt idx="11997">
                  <c:v>0.49644444444444447</c:v>
                </c:pt>
                <c:pt idx="11998">
                  <c:v>0.49644444444444447</c:v>
                </c:pt>
                <c:pt idx="11999">
                  <c:v>0.49644444444444447</c:v>
                </c:pt>
                <c:pt idx="12000">
                  <c:v>0.49659259259259259</c:v>
                </c:pt>
                <c:pt idx="12001">
                  <c:v>0.49659259259259259</c:v>
                </c:pt>
                <c:pt idx="12002">
                  <c:v>0.49674074074074076</c:v>
                </c:pt>
                <c:pt idx="12003">
                  <c:v>0.49688888888888888</c:v>
                </c:pt>
                <c:pt idx="12004">
                  <c:v>0.49688888888888888</c:v>
                </c:pt>
                <c:pt idx="12005">
                  <c:v>0.49688888888888888</c:v>
                </c:pt>
                <c:pt idx="12006">
                  <c:v>0.49688888888888888</c:v>
                </c:pt>
                <c:pt idx="12007">
                  <c:v>0.49688888888888888</c:v>
                </c:pt>
                <c:pt idx="12008">
                  <c:v>0.49688888888888888</c:v>
                </c:pt>
                <c:pt idx="12009">
                  <c:v>0.49703703703703705</c:v>
                </c:pt>
                <c:pt idx="12010">
                  <c:v>0.49703703703703705</c:v>
                </c:pt>
                <c:pt idx="12011">
                  <c:v>0.49718518518518517</c:v>
                </c:pt>
                <c:pt idx="12012">
                  <c:v>0.49733333333333335</c:v>
                </c:pt>
                <c:pt idx="12013">
                  <c:v>0.49733333333333335</c:v>
                </c:pt>
                <c:pt idx="12014">
                  <c:v>0.49733333333333335</c:v>
                </c:pt>
                <c:pt idx="12015">
                  <c:v>0.49733333333333335</c:v>
                </c:pt>
                <c:pt idx="12016">
                  <c:v>0.49733333333333335</c:v>
                </c:pt>
                <c:pt idx="12017">
                  <c:v>0.49748148148148147</c:v>
                </c:pt>
                <c:pt idx="12018">
                  <c:v>0.49748148148148147</c:v>
                </c:pt>
                <c:pt idx="12019">
                  <c:v>0.49748148148148147</c:v>
                </c:pt>
                <c:pt idx="12020">
                  <c:v>0.49762962962962964</c:v>
                </c:pt>
                <c:pt idx="12021">
                  <c:v>0.49762962962962964</c:v>
                </c:pt>
                <c:pt idx="12022">
                  <c:v>0.49762962962962964</c:v>
                </c:pt>
                <c:pt idx="12023">
                  <c:v>0.49777777777777776</c:v>
                </c:pt>
                <c:pt idx="12024">
                  <c:v>0.49777777777777776</c:v>
                </c:pt>
                <c:pt idx="12025">
                  <c:v>0.49792592592592594</c:v>
                </c:pt>
                <c:pt idx="12026">
                  <c:v>0.49807407407407406</c:v>
                </c:pt>
                <c:pt idx="12027">
                  <c:v>0.49822222222222223</c:v>
                </c:pt>
                <c:pt idx="12028">
                  <c:v>0.49822222222222223</c:v>
                </c:pt>
                <c:pt idx="12029">
                  <c:v>0.49822222222222223</c:v>
                </c:pt>
                <c:pt idx="12030">
                  <c:v>0.49822222222222223</c:v>
                </c:pt>
                <c:pt idx="12031">
                  <c:v>0.49822222222222223</c:v>
                </c:pt>
                <c:pt idx="12032">
                  <c:v>0.49837037037037035</c:v>
                </c:pt>
                <c:pt idx="12033">
                  <c:v>0.49851851851851853</c:v>
                </c:pt>
                <c:pt idx="12034">
                  <c:v>0.49866666666666665</c:v>
                </c:pt>
                <c:pt idx="12035">
                  <c:v>0.49866666666666665</c:v>
                </c:pt>
                <c:pt idx="12036">
                  <c:v>0.49881481481481482</c:v>
                </c:pt>
                <c:pt idx="12037">
                  <c:v>0.49881481481481482</c:v>
                </c:pt>
                <c:pt idx="12038">
                  <c:v>0.49881481481481482</c:v>
                </c:pt>
                <c:pt idx="12039">
                  <c:v>0.49881481481481482</c:v>
                </c:pt>
                <c:pt idx="12040">
                  <c:v>0.49881481481481482</c:v>
                </c:pt>
                <c:pt idx="12041">
                  <c:v>0.49881481481481482</c:v>
                </c:pt>
                <c:pt idx="12042">
                  <c:v>0.49896296296296294</c:v>
                </c:pt>
                <c:pt idx="12043">
                  <c:v>0.49896296296296294</c:v>
                </c:pt>
                <c:pt idx="12044">
                  <c:v>0.49911111111111112</c:v>
                </c:pt>
                <c:pt idx="12045">
                  <c:v>0.49925925925925924</c:v>
                </c:pt>
                <c:pt idx="12046">
                  <c:v>0.49925925925925924</c:v>
                </c:pt>
                <c:pt idx="12047">
                  <c:v>0.49940740740740741</c:v>
                </c:pt>
                <c:pt idx="12048">
                  <c:v>0.49940740740740741</c:v>
                </c:pt>
                <c:pt idx="12049">
                  <c:v>0.49940740740740741</c:v>
                </c:pt>
                <c:pt idx="12050">
                  <c:v>0.49940740740740741</c:v>
                </c:pt>
                <c:pt idx="12051">
                  <c:v>0.49955555555555553</c:v>
                </c:pt>
                <c:pt idx="12052">
                  <c:v>0.49970370370370371</c:v>
                </c:pt>
                <c:pt idx="12053">
                  <c:v>0.49985185185185182</c:v>
                </c:pt>
                <c:pt idx="12054">
                  <c:v>0.49985185185185182</c:v>
                </c:pt>
                <c:pt idx="12055">
                  <c:v>0.5</c:v>
                </c:pt>
                <c:pt idx="12056">
                  <c:v>0.50014814814814812</c:v>
                </c:pt>
                <c:pt idx="12057">
                  <c:v>0.50014814814814812</c:v>
                </c:pt>
                <c:pt idx="12058">
                  <c:v>0.50014814814814812</c:v>
                </c:pt>
                <c:pt idx="12059">
                  <c:v>0.50014814814814812</c:v>
                </c:pt>
                <c:pt idx="12060">
                  <c:v>0.50014814814814812</c:v>
                </c:pt>
                <c:pt idx="12061">
                  <c:v>0.50014814814814812</c:v>
                </c:pt>
                <c:pt idx="12062">
                  <c:v>0.50014814814814812</c:v>
                </c:pt>
                <c:pt idx="12063">
                  <c:v>0.50014814814814812</c:v>
                </c:pt>
                <c:pt idx="12064">
                  <c:v>0.50014814814814812</c:v>
                </c:pt>
                <c:pt idx="12065">
                  <c:v>0.50029629629629635</c:v>
                </c:pt>
                <c:pt idx="12066">
                  <c:v>0.50029629629629635</c:v>
                </c:pt>
                <c:pt idx="12067">
                  <c:v>0.50029629629629635</c:v>
                </c:pt>
                <c:pt idx="12068">
                  <c:v>0.50029629629629635</c:v>
                </c:pt>
                <c:pt idx="12069">
                  <c:v>0.50044444444444447</c:v>
                </c:pt>
                <c:pt idx="12070">
                  <c:v>0.50044444444444447</c:v>
                </c:pt>
                <c:pt idx="12071">
                  <c:v>0.50059259259259259</c:v>
                </c:pt>
                <c:pt idx="12072">
                  <c:v>0.50059259259259259</c:v>
                </c:pt>
                <c:pt idx="12073">
                  <c:v>0.50059259259259259</c:v>
                </c:pt>
                <c:pt idx="12074">
                  <c:v>0.50074074074074071</c:v>
                </c:pt>
                <c:pt idx="12075">
                  <c:v>0.50074074074074071</c:v>
                </c:pt>
                <c:pt idx="12076">
                  <c:v>0.50074074074074071</c:v>
                </c:pt>
                <c:pt idx="12077">
                  <c:v>0.50088888888888894</c:v>
                </c:pt>
                <c:pt idx="12078">
                  <c:v>0.50103703703703706</c:v>
                </c:pt>
                <c:pt idx="12079">
                  <c:v>0.50103703703703706</c:v>
                </c:pt>
                <c:pt idx="12080">
                  <c:v>0.50103703703703706</c:v>
                </c:pt>
                <c:pt idx="12081">
                  <c:v>0.50103703703703706</c:v>
                </c:pt>
                <c:pt idx="12082">
                  <c:v>0.50103703703703706</c:v>
                </c:pt>
                <c:pt idx="12083">
                  <c:v>0.50103703703703706</c:v>
                </c:pt>
                <c:pt idx="12084">
                  <c:v>0.50103703703703706</c:v>
                </c:pt>
                <c:pt idx="12085">
                  <c:v>0.50103703703703706</c:v>
                </c:pt>
                <c:pt idx="12086">
                  <c:v>0.50118518518518518</c:v>
                </c:pt>
                <c:pt idx="12087">
                  <c:v>0.50118518518518518</c:v>
                </c:pt>
                <c:pt idx="12088">
                  <c:v>0.50118518518518518</c:v>
                </c:pt>
                <c:pt idx="12089">
                  <c:v>0.50118518518518518</c:v>
                </c:pt>
                <c:pt idx="12090">
                  <c:v>0.50118518518518518</c:v>
                </c:pt>
                <c:pt idx="12091">
                  <c:v>0.50118518518518518</c:v>
                </c:pt>
                <c:pt idx="12092">
                  <c:v>0.50118518518518518</c:v>
                </c:pt>
                <c:pt idx="12093">
                  <c:v>0.50118518518518518</c:v>
                </c:pt>
                <c:pt idx="12094">
                  <c:v>0.5013333333333333</c:v>
                </c:pt>
                <c:pt idx="12095">
                  <c:v>0.50148148148148153</c:v>
                </c:pt>
                <c:pt idx="12096">
                  <c:v>0.50162962962962965</c:v>
                </c:pt>
                <c:pt idx="12097">
                  <c:v>0.50162962962962965</c:v>
                </c:pt>
                <c:pt idx="12098">
                  <c:v>0.50177777777777777</c:v>
                </c:pt>
                <c:pt idx="12099">
                  <c:v>0.50177777777777777</c:v>
                </c:pt>
                <c:pt idx="12100">
                  <c:v>0.50177777777777777</c:v>
                </c:pt>
                <c:pt idx="12101">
                  <c:v>0.50177777777777777</c:v>
                </c:pt>
                <c:pt idx="12102">
                  <c:v>0.50177777777777777</c:v>
                </c:pt>
                <c:pt idx="12103">
                  <c:v>0.50177777777777777</c:v>
                </c:pt>
                <c:pt idx="12104">
                  <c:v>0.50177777777777777</c:v>
                </c:pt>
                <c:pt idx="12105">
                  <c:v>0.50177777777777777</c:v>
                </c:pt>
                <c:pt idx="12106">
                  <c:v>0.50177777777777777</c:v>
                </c:pt>
                <c:pt idx="12107">
                  <c:v>0.50177777777777777</c:v>
                </c:pt>
                <c:pt idx="12108">
                  <c:v>0.50177777777777777</c:v>
                </c:pt>
                <c:pt idx="12109">
                  <c:v>0.50192592592592589</c:v>
                </c:pt>
                <c:pt idx="12110">
                  <c:v>0.50207407407407412</c:v>
                </c:pt>
                <c:pt idx="12111">
                  <c:v>0.50222222222222224</c:v>
                </c:pt>
                <c:pt idx="12112">
                  <c:v>0.50222222222222224</c:v>
                </c:pt>
                <c:pt idx="12113">
                  <c:v>0.50222222222222224</c:v>
                </c:pt>
                <c:pt idx="12114">
                  <c:v>0.50222222222222224</c:v>
                </c:pt>
                <c:pt idx="12115">
                  <c:v>0.50222222222222224</c:v>
                </c:pt>
                <c:pt idx="12116">
                  <c:v>0.50237037037037036</c:v>
                </c:pt>
                <c:pt idx="12117">
                  <c:v>0.50237037037037036</c:v>
                </c:pt>
                <c:pt idx="12118">
                  <c:v>0.50251851851851848</c:v>
                </c:pt>
                <c:pt idx="12119">
                  <c:v>0.50266666666666671</c:v>
                </c:pt>
                <c:pt idx="12120">
                  <c:v>0.50281481481481483</c:v>
                </c:pt>
                <c:pt idx="12121">
                  <c:v>0.50296296296296295</c:v>
                </c:pt>
                <c:pt idx="12122">
                  <c:v>0.50296296296296295</c:v>
                </c:pt>
                <c:pt idx="12123">
                  <c:v>0.50296296296296295</c:v>
                </c:pt>
                <c:pt idx="12124">
                  <c:v>0.50296296296296295</c:v>
                </c:pt>
                <c:pt idx="12125">
                  <c:v>0.50296296296296295</c:v>
                </c:pt>
                <c:pt idx="12126">
                  <c:v>0.50296296296296295</c:v>
                </c:pt>
                <c:pt idx="12127">
                  <c:v>0.50296296296296295</c:v>
                </c:pt>
                <c:pt idx="12128">
                  <c:v>0.50296296296296295</c:v>
                </c:pt>
                <c:pt idx="12129">
                  <c:v>0.50296296296296295</c:v>
                </c:pt>
                <c:pt idx="12130">
                  <c:v>0.50296296296296295</c:v>
                </c:pt>
                <c:pt idx="12131">
                  <c:v>0.50296296296296295</c:v>
                </c:pt>
                <c:pt idx="12132">
                  <c:v>0.50296296296296295</c:v>
                </c:pt>
                <c:pt idx="12133">
                  <c:v>0.50311111111111106</c:v>
                </c:pt>
                <c:pt idx="12134">
                  <c:v>0.50311111111111106</c:v>
                </c:pt>
                <c:pt idx="12135">
                  <c:v>0.5032592592592593</c:v>
                </c:pt>
                <c:pt idx="12136">
                  <c:v>0.5032592592592593</c:v>
                </c:pt>
                <c:pt idx="12137">
                  <c:v>0.5032592592592593</c:v>
                </c:pt>
                <c:pt idx="12138">
                  <c:v>0.5032592592592593</c:v>
                </c:pt>
                <c:pt idx="12139">
                  <c:v>0.50340740740740741</c:v>
                </c:pt>
                <c:pt idx="12140">
                  <c:v>0.50340740740740741</c:v>
                </c:pt>
                <c:pt idx="12141">
                  <c:v>0.50340740740740741</c:v>
                </c:pt>
                <c:pt idx="12142">
                  <c:v>0.50340740740740741</c:v>
                </c:pt>
                <c:pt idx="12143">
                  <c:v>0.50340740740740741</c:v>
                </c:pt>
                <c:pt idx="12144">
                  <c:v>0.50340740740740741</c:v>
                </c:pt>
                <c:pt idx="12145">
                  <c:v>0.50340740740740741</c:v>
                </c:pt>
                <c:pt idx="12146">
                  <c:v>0.50340740740740741</c:v>
                </c:pt>
                <c:pt idx="12147">
                  <c:v>0.50340740740740741</c:v>
                </c:pt>
                <c:pt idx="12148">
                  <c:v>0.50340740740740741</c:v>
                </c:pt>
                <c:pt idx="12149">
                  <c:v>0.50340740740740741</c:v>
                </c:pt>
                <c:pt idx="12150">
                  <c:v>0.50340740740740741</c:v>
                </c:pt>
                <c:pt idx="12151">
                  <c:v>0.50340740740740741</c:v>
                </c:pt>
                <c:pt idx="12152">
                  <c:v>0.50355555555555553</c:v>
                </c:pt>
                <c:pt idx="12153">
                  <c:v>0.50370370370370365</c:v>
                </c:pt>
                <c:pt idx="12154">
                  <c:v>0.50370370370370365</c:v>
                </c:pt>
                <c:pt idx="12155">
                  <c:v>0.50370370370370365</c:v>
                </c:pt>
                <c:pt idx="12156">
                  <c:v>0.50385185185185188</c:v>
                </c:pt>
                <c:pt idx="12157">
                  <c:v>0.50385185185185188</c:v>
                </c:pt>
                <c:pt idx="12158">
                  <c:v>0.50385185185185188</c:v>
                </c:pt>
                <c:pt idx="12159">
                  <c:v>0.50385185185185188</c:v>
                </c:pt>
                <c:pt idx="12160">
                  <c:v>0.50385185185185188</c:v>
                </c:pt>
                <c:pt idx="12161">
                  <c:v>0.504</c:v>
                </c:pt>
                <c:pt idx="12162">
                  <c:v>0.504</c:v>
                </c:pt>
                <c:pt idx="12163">
                  <c:v>0.504</c:v>
                </c:pt>
                <c:pt idx="12164">
                  <c:v>0.504</c:v>
                </c:pt>
                <c:pt idx="12165">
                  <c:v>0.504</c:v>
                </c:pt>
                <c:pt idx="12166">
                  <c:v>0.504</c:v>
                </c:pt>
                <c:pt idx="12167">
                  <c:v>0.50414814814814812</c:v>
                </c:pt>
                <c:pt idx="12168">
                  <c:v>0.50414814814814812</c:v>
                </c:pt>
                <c:pt idx="12169">
                  <c:v>0.50414814814814812</c:v>
                </c:pt>
                <c:pt idx="12170">
                  <c:v>0.50414814814814812</c:v>
                </c:pt>
                <c:pt idx="12171">
                  <c:v>0.50414814814814812</c:v>
                </c:pt>
                <c:pt idx="12172">
                  <c:v>0.50429629629629624</c:v>
                </c:pt>
                <c:pt idx="12173">
                  <c:v>0.50429629629629624</c:v>
                </c:pt>
                <c:pt idx="12174">
                  <c:v>0.50429629629629624</c:v>
                </c:pt>
                <c:pt idx="12175">
                  <c:v>0.50429629629629624</c:v>
                </c:pt>
                <c:pt idx="12176">
                  <c:v>0.50444444444444447</c:v>
                </c:pt>
                <c:pt idx="12177">
                  <c:v>0.50444444444444447</c:v>
                </c:pt>
                <c:pt idx="12178">
                  <c:v>0.50444444444444447</c:v>
                </c:pt>
                <c:pt idx="12179">
                  <c:v>0.50459259259259259</c:v>
                </c:pt>
                <c:pt idx="12180">
                  <c:v>0.50459259259259259</c:v>
                </c:pt>
                <c:pt idx="12181">
                  <c:v>0.50459259259259259</c:v>
                </c:pt>
                <c:pt idx="12182">
                  <c:v>0.50459259259259259</c:v>
                </c:pt>
                <c:pt idx="12183">
                  <c:v>0.50459259259259259</c:v>
                </c:pt>
                <c:pt idx="12184">
                  <c:v>0.50459259259259259</c:v>
                </c:pt>
                <c:pt idx="12185">
                  <c:v>0.50459259259259259</c:v>
                </c:pt>
                <c:pt idx="12186">
                  <c:v>0.50474074074074071</c:v>
                </c:pt>
                <c:pt idx="12187">
                  <c:v>0.50488888888888894</c:v>
                </c:pt>
                <c:pt idx="12188">
                  <c:v>0.50488888888888894</c:v>
                </c:pt>
                <c:pt idx="12189">
                  <c:v>0.50488888888888894</c:v>
                </c:pt>
                <c:pt idx="12190">
                  <c:v>0.50503703703703706</c:v>
                </c:pt>
                <c:pt idx="12191">
                  <c:v>0.50503703703703706</c:v>
                </c:pt>
                <c:pt idx="12192">
                  <c:v>0.50503703703703706</c:v>
                </c:pt>
                <c:pt idx="12193">
                  <c:v>0.50518518518518518</c:v>
                </c:pt>
                <c:pt idx="12194">
                  <c:v>0.50518518518518518</c:v>
                </c:pt>
                <c:pt idx="12195">
                  <c:v>0.50518518518518518</c:v>
                </c:pt>
                <c:pt idx="12196">
                  <c:v>0.50518518518518518</c:v>
                </c:pt>
                <c:pt idx="12197">
                  <c:v>0.50518518518518518</c:v>
                </c:pt>
                <c:pt idx="12198">
                  <c:v>0.50518518518518518</c:v>
                </c:pt>
                <c:pt idx="12199">
                  <c:v>0.50518518518518518</c:v>
                </c:pt>
                <c:pt idx="12200">
                  <c:v>0.5053333333333333</c:v>
                </c:pt>
                <c:pt idx="12201">
                  <c:v>0.5053333333333333</c:v>
                </c:pt>
                <c:pt idx="12202">
                  <c:v>0.50548148148148153</c:v>
                </c:pt>
                <c:pt idx="12203">
                  <c:v>0.50548148148148153</c:v>
                </c:pt>
                <c:pt idx="12204">
                  <c:v>0.50562962962962965</c:v>
                </c:pt>
                <c:pt idx="12205">
                  <c:v>0.50562962962962965</c:v>
                </c:pt>
                <c:pt idx="12206">
                  <c:v>0.50562962962962965</c:v>
                </c:pt>
                <c:pt idx="12207">
                  <c:v>0.50562962962962965</c:v>
                </c:pt>
                <c:pt idx="12208">
                  <c:v>0.50577777777777777</c:v>
                </c:pt>
                <c:pt idx="12209">
                  <c:v>0.50577777777777777</c:v>
                </c:pt>
                <c:pt idx="12210">
                  <c:v>0.50592592592592589</c:v>
                </c:pt>
                <c:pt idx="12211">
                  <c:v>0.50592592592592589</c:v>
                </c:pt>
                <c:pt idx="12212">
                  <c:v>0.50592592592592589</c:v>
                </c:pt>
                <c:pt idx="12213">
                  <c:v>0.50592592592592589</c:v>
                </c:pt>
                <c:pt idx="12214">
                  <c:v>0.50592592592592589</c:v>
                </c:pt>
                <c:pt idx="12215">
                  <c:v>0.50592592592592589</c:v>
                </c:pt>
                <c:pt idx="12216">
                  <c:v>0.50592592592592589</c:v>
                </c:pt>
                <c:pt idx="12217">
                  <c:v>0.50592592592592589</c:v>
                </c:pt>
                <c:pt idx="12218">
                  <c:v>0.50592592592592589</c:v>
                </c:pt>
                <c:pt idx="12219">
                  <c:v>0.50592592592592589</c:v>
                </c:pt>
                <c:pt idx="12220">
                  <c:v>0.50592592592592589</c:v>
                </c:pt>
                <c:pt idx="12221">
                  <c:v>0.50592592592592589</c:v>
                </c:pt>
                <c:pt idx="12222">
                  <c:v>0.50607407407407412</c:v>
                </c:pt>
                <c:pt idx="12223">
                  <c:v>0.50607407407407412</c:v>
                </c:pt>
                <c:pt idx="12224">
                  <c:v>0.50622222222222224</c:v>
                </c:pt>
                <c:pt idx="12225">
                  <c:v>0.50622222222222224</c:v>
                </c:pt>
                <c:pt idx="12226">
                  <c:v>0.50622222222222224</c:v>
                </c:pt>
                <c:pt idx="12227">
                  <c:v>0.50622222222222224</c:v>
                </c:pt>
                <c:pt idx="12228">
                  <c:v>0.50622222222222224</c:v>
                </c:pt>
                <c:pt idx="12229">
                  <c:v>0.50622222222222224</c:v>
                </c:pt>
                <c:pt idx="12230">
                  <c:v>0.50622222222222224</c:v>
                </c:pt>
                <c:pt idx="12231">
                  <c:v>0.50622222222222224</c:v>
                </c:pt>
                <c:pt idx="12232">
                  <c:v>0.50622222222222224</c:v>
                </c:pt>
                <c:pt idx="12233">
                  <c:v>0.50622222222222224</c:v>
                </c:pt>
                <c:pt idx="12234">
                  <c:v>0.50622222222222224</c:v>
                </c:pt>
                <c:pt idx="12235">
                  <c:v>0.50637037037037036</c:v>
                </c:pt>
                <c:pt idx="12236">
                  <c:v>0.50651851851851848</c:v>
                </c:pt>
                <c:pt idx="12237">
                  <c:v>0.50666666666666671</c:v>
                </c:pt>
                <c:pt idx="12238">
                  <c:v>0.50681481481481483</c:v>
                </c:pt>
                <c:pt idx="12239">
                  <c:v>0.50696296296296295</c:v>
                </c:pt>
                <c:pt idx="12240">
                  <c:v>0.50711111111111107</c:v>
                </c:pt>
                <c:pt idx="12241">
                  <c:v>0.50711111111111107</c:v>
                </c:pt>
                <c:pt idx="12242">
                  <c:v>0.50711111111111107</c:v>
                </c:pt>
                <c:pt idx="12243">
                  <c:v>0.50711111111111107</c:v>
                </c:pt>
                <c:pt idx="12244">
                  <c:v>0.50711111111111107</c:v>
                </c:pt>
                <c:pt idx="12245">
                  <c:v>0.5072592592592593</c:v>
                </c:pt>
                <c:pt idx="12246">
                  <c:v>0.5072592592592593</c:v>
                </c:pt>
                <c:pt idx="12247">
                  <c:v>0.50740740740740742</c:v>
                </c:pt>
                <c:pt idx="12248">
                  <c:v>0.50755555555555554</c:v>
                </c:pt>
                <c:pt idx="12249">
                  <c:v>0.50770370370370366</c:v>
                </c:pt>
                <c:pt idx="12250">
                  <c:v>0.50770370370370366</c:v>
                </c:pt>
                <c:pt idx="12251">
                  <c:v>0.50785185185185189</c:v>
                </c:pt>
                <c:pt idx="12252">
                  <c:v>0.50800000000000001</c:v>
                </c:pt>
                <c:pt idx="12253">
                  <c:v>0.50800000000000001</c:v>
                </c:pt>
                <c:pt idx="12254">
                  <c:v>0.50800000000000001</c:v>
                </c:pt>
                <c:pt idx="12255">
                  <c:v>0.50800000000000001</c:v>
                </c:pt>
                <c:pt idx="12256">
                  <c:v>0.50800000000000001</c:v>
                </c:pt>
                <c:pt idx="12257">
                  <c:v>0.50800000000000001</c:v>
                </c:pt>
                <c:pt idx="12258">
                  <c:v>0.50814814814814813</c:v>
                </c:pt>
                <c:pt idx="12259">
                  <c:v>0.50814814814814813</c:v>
                </c:pt>
                <c:pt idx="12260">
                  <c:v>0.50829629629629625</c:v>
                </c:pt>
                <c:pt idx="12261">
                  <c:v>0.50829629629629625</c:v>
                </c:pt>
                <c:pt idx="12262">
                  <c:v>0.50829629629629625</c:v>
                </c:pt>
                <c:pt idx="12263">
                  <c:v>0.50829629629629625</c:v>
                </c:pt>
                <c:pt idx="12264">
                  <c:v>0.50829629629629625</c:v>
                </c:pt>
                <c:pt idx="12265">
                  <c:v>0.50829629629629625</c:v>
                </c:pt>
                <c:pt idx="12266">
                  <c:v>0.50844444444444448</c:v>
                </c:pt>
                <c:pt idx="12267">
                  <c:v>0.50844444444444448</c:v>
                </c:pt>
                <c:pt idx="12268">
                  <c:v>0.50844444444444448</c:v>
                </c:pt>
                <c:pt idx="12269">
                  <c:v>0.50844444444444448</c:v>
                </c:pt>
                <c:pt idx="12270">
                  <c:v>0.50844444444444448</c:v>
                </c:pt>
                <c:pt idx="12271">
                  <c:v>0.50844444444444448</c:v>
                </c:pt>
                <c:pt idx="12272">
                  <c:v>0.50844444444444448</c:v>
                </c:pt>
                <c:pt idx="12273">
                  <c:v>0.50844444444444448</c:v>
                </c:pt>
                <c:pt idx="12274">
                  <c:v>0.5085925925925926</c:v>
                </c:pt>
                <c:pt idx="12275">
                  <c:v>0.50874074074074072</c:v>
                </c:pt>
                <c:pt idx="12276">
                  <c:v>0.50888888888888884</c:v>
                </c:pt>
                <c:pt idx="12277">
                  <c:v>0.50903703703703707</c:v>
                </c:pt>
                <c:pt idx="12278">
                  <c:v>0.50903703703703707</c:v>
                </c:pt>
                <c:pt idx="12279">
                  <c:v>0.50903703703703707</c:v>
                </c:pt>
                <c:pt idx="12280">
                  <c:v>0.50903703703703707</c:v>
                </c:pt>
                <c:pt idx="12281">
                  <c:v>0.50918518518518519</c:v>
                </c:pt>
                <c:pt idx="12282">
                  <c:v>0.50918518518518519</c:v>
                </c:pt>
                <c:pt idx="12283">
                  <c:v>0.50918518518518519</c:v>
                </c:pt>
                <c:pt idx="12284">
                  <c:v>0.50918518518518519</c:v>
                </c:pt>
                <c:pt idx="12285">
                  <c:v>0.50918518518518519</c:v>
                </c:pt>
                <c:pt idx="12286">
                  <c:v>0.5093333333333333</c:v>
                </c:pt>
                <c:pt idx="12287">
                  <c:v>0.5093333333333333</c:v>
                </c:pt>
                <c:pt idx="12288">
                  <c:v>0.5093333333333333</c:v>
                </c:pt>
                <c:pt idx="12289">
                  <c:v>0.50948148148148154</c:v>
                </c:pt>
                <c:pt idx="12290">
                  <c:v>0.50948148148148154</c:v>
                </c:pt>
                <c:pt idx="12291">
                  <c:v>0.50948148148148154</c:v>
                </c:pt>
                <c:pt idx="12292">
                  <c:v>0.50962962962962965</c:v>
                </c:pt>
                <c:pt idx="12293">
                  <c:v>0.50962962962962965</c:v>
                </c:pt>
                <c:pt idx="12294">
                  <c:v>0.50977777777777777</c:v>
                </c:pt>
                <c:pt idx="12295">
                  <c:v>0.50977777777777777</c:v>
                </c:pt>
                <c:pt idx="12296">
                  <c:v>0.50977777777777777</c:v>
                </c:pt>
                <c:pt idx="12297">
                  <c:v>0.50977777777777777</c:v>
                </c:pt>
                <c:pt idx="12298">
                  <c:v>0.50977777777777777</c:v>
                </c:pt>
                <c:pt idx="12299">
                  <c:v>0.50992592592592589</c:v>
                </c:pt>
                <c:pt idx="12300">
                  <c:v>0.51007407407407412</c:v>
                </c:pt>
                <c:pt idx="12301">
                  <c:v>0.51007407407407412</c:v>
                </c:pt>
                <c:pt idx="12302">
                  <c:v>0.51007407407407412</c:v>
                </c:pt>
                <c:pt idx="12303">
                  <c:v>0.51022222222222224</c:v>
                </c:pt>
                <c:pt idx="12304">
                  <c:v>0.51037037037037036</c:v>
                </c:pt>
                <c:pt idx="12305">
                  <c:v>0.51037037037037036</c:v>
                </c:pt>
                <c:pt idx="12306">
                  <c:v>0.51037037037037036</c:v>
                </c:pt>
                <c:pt idx="12307">
                  <c:v>0.51037037037037036</c:v>
                </c:pt>
                <c:pt idx="12308">
                  <c:v>0.51051851851851848</c:v>
                </c:pt>
                <c:pt idx="12309">
                  <c:v>0.51051851851851848</c:v>
                </c:pt>
                <c:pt idx="12310">
                  <c:v>0.51051851851851848</c:v>
                </c:pt>
                <c:pt idx="12311">
                  <c:v>0.51051851851851848</c:v>
                </c:pt>
                <c:pt idx="12312">
                  <c:v>0.51051851851851848</c:v>
                </c:pt>
                <c:pt idx="12313">
                  <c:v>0.51051851851851848</c:v>
                </c:pt>
                <c:pt idx="12314">
                  <c:v>0.51051851851851848</c:v>
                </c:pt>
                <c:pt idx="12315">
                  <c:v>0.51051851851851848</c:v>
                </c:pt>
                <c:pt idx="12316">
                  <c:v>0.51051851851851848</c:v>
                </c:pt>
                <c:pt idx="12317">
                  <c:v>0.51051851851851848</c:v>
                </c:pt>
                <c:pt idx="12318">
                  <c:v>0.51066666666666671</c:v>
                </c:pt>
                <c:pt idx="12319">
                  <c:v>0.51066666666666671</c:v>
                </c:pt>
                <c:pt idx="12320">
                  <c:v>0.51066666666666671</c:v>
                </c:pt>
                <c:pt idx="12321">
                  <c:v>0.51066666666666671</c:v>
                </c:pt>
                <c:pt idx="12322">
                  <c:v>0.51081481481481483</c:v>
                </c:pt>
                <c:pt idx="12323">
                  <c:v>0.51081481481481483</c:v>
                </c:pt>
                <c:pt idx="12324">
                  <c:v>0.51081481481481483</c:v>
                </c:pt>
                <c:pt idx="12325">
                  <c:v>0.51096296296296295</c:v>
                </c:pt>
                <c:pt idx="12326">
                  <c:v>0.51096296296296295</c:v>
                </c:pt>
                <c:pt idx="12327">
                  <c:v>0.51096296296296295</c:v>
                </c:pt>
                <c:pt idx="12328">
                  <c:v>0.51096296296296295</c:v>
                </c:pt>
                <c:pt idx="12329">
                  <c:v>0.51111111111111107</c:v>
                </c:pt>
                <c:pt idx="12330">
                  <c:v>0.5112592592592593</c:v>
                </c:pt>
                <c:pt idx="12331">
                  <c:v>0.5112592592592593</c:v>
                </c:pt>
                <c:pt idx="12332">
                  <c:v>0.51140740740740742</c:v>
                </c:pt>
                <c:pt idx="12333">
                  <c:v>0.51140740740740742</c:v>
                </c:pt>
                <c:pt idx="12334">
                  <c:v>0.51140740740740742</c:v>
                </c:pt>
                <c:pt idx="12335">
                  <c:v>0.51140740740740742</c:v>
                </c:pt>
                <c:pt idx="12336">
                  <c:v>0.51140740740740742</c:v>
                </c:pt>
                <c:pt idx="12337">
                  <c:v>0.51140740740740742</c:v>
                </c:pt>
                <c:pt idx="12338">
                  <c:v>0.51140740740740742</c:v>
                </c:pt>
                <c:pt idx="12339">
                  <c:v>0.51140740740740742</c:v>
                </c:pt>
                <c:pt idx="12340">
                  <c:v>0.51155555555555554</c:v>
                </c:pt>
                <c:pt idx="12341">
                  <c:v>0.51155555555555554</c:v>
                </c:pt>
                <c:pt idx="12342">
                  <c:v>0.51170370370370366</c:v>
                </c:pt>
                <c:pt idx="12343">
                  <c:v>0.51170370370370366</c:v>
                </c:pt>
                <c:pt idx="12344">
                  <c:v>0.51170370370370366</c:v>
                </c:pt>
                <c:pt idx="12345">
                  <c:v>0.51170370370370366</c:v>
                </c:pt>
                <c:pt idx="12346">
                  <c:v>0.51170370370370366</c:v>
                </c:pt>
                <c:pt idx="12347">
                  <c:v>0.51170370370370366</c:v>
                </c:pt>
                <c:pt idx="12348">
                  <c:v>0.51170370370370366</c:v>
                </c:pt>
                <c:pt idx="12349">
                  <c:v>0.51170370370370366</c:v>
                </c:pt>
                <c:pt idx="12350">
                  <c:v>0.51170370370370366</c:v>
                </c:pt>
                <c:pt idx="12351">
                  <c:v>0.51170370370370366</c:v>
                </c:pt>
                <c:pt idx="12352">
                  <c:v>0.51170370370370366</c:v>
                </c:pt>
                <c:pt idx="12353">
                  <c:v>0.51170370370370366</c:v>
                </c:pt>
                <c:pt idx="12354">
                  <c:v>0.51185185185185189</c:v>
                </c:pt>
                <c:pt idx="12355">
                  <c:v>0.51185185185185189</c:v>
                </c:pt>
                <c:pt idx="12356">
                  <c:v>0.51185185185185189</c:v>
                </c:pt>
                <c:pt idx="12357">
                  <c:v>0.51185185185185189</c:v>
                </c:pt>
                <c:pt idx="12358">
                  <c:v>0.51200000000000001</c:v>
                </c:pt>
                <c:pt idx="12359">
                  <c:v>0.51214814814814813</c:v>
                </c:pt>
                <c:pt idx="12360">
                  <c:v>0.51214814814814813</c:v>
                </c:pt>
                <c:pt idx="12361">
                  <c:v>0.51214814814814813</c:v>
                </c:pt>
                <c:pt idx="12362">
                  <c:v>0.51214814814814813</c:v>
                </c:pt>
                <c:pt idx="12363">
                  <c:v>0.51214814814814813</c:v>
                </c:pt>
                <c:pt idx="12364">
                  <c:v>0.51214814814814813</c:v>
                </c:pt>
                <c:pt idx="12365">
                  <c:v>0.51214814814814813</c:v>
                </c:pt>
                <c:pt idx="12366">
                  <c:v>0.51214814814814813</c:v>
                </c:pt>
                <c:pt idx="12367">
                  <c:v>0.51214814814814813</c:v>
                </c:pt>
                <c:pt idx="12368">
                  <c:v>0.51214814814814813</c:v>
                </c:pt>
                <c:pt idx="12369">
                  <c:v>0.51214814814814813</c:v>
                </c:pt>
                <c:pt idx="12370">
                  <c:v>0.51229629629629625</c:v>
                </c:pt>
                <c:pt idx="12371">
                  <c:v>0.51229629629629625</c:v>
                </c:pt>
                <c:pt idx="12372">
                  <c:v>0.51229629629629625</c:v>
                </c:pt>
                <c:pt idx="12373">
                  <c:v>0.51229629629629625</c:v>
                </c:pt>
                <c:pt idx="12374">
                  <c:v>0.51229629629629625</c:v>
                </c:pt>
                <c:pt idx="12375">
                  <c:v>0.51244444444444448</c:v>
                </c:pt>
                <c:pt idx="12376">
                  <c:v>0.51244444444444448</c:v>
                </c:pt>
                <c:pt idx="12377">
                  <c:v>0.51244444444444448</c:v>
                </c:pt>
                <c:pt idx="12378">
                  <c:v>0.51244444444444448</c:v>
                </c:pt>
                <c:pt idx="12379">
                  <c:v>0.5125925925925926</c:v>
                </c:pt>
                <c:pt idx="12380">
                  <c:v>0.5125925925925926</c:v>
                </c:pt>
                <c:pt idx="12381">
                  <c:v>0.5125925925925926</c:v>
                </c:pt>
                <c:pt idx="12382">
                  <c:v>0.5125925925925926</c:v>
                </c:pt>
                <c:pt idx="12383">
                  <c:v>0.5125925925925926</c:v>
                </c:pt>
                <c:pt idx="12384">
                  <c:v>0.51274074074074072</c:v>
                </c:pt>
                <c:pt idx="12385">
                  <c:v>0.51274074074074072</c:v>
                </c:pt>
                <c:pt idx="12386">
                  <c:v>0.51274074074074072</c:v>
                </c:pt>
                <c:pt idx="12387">
                  <c:v>0.51288888888888884</c:v>
                </c:pt>
                <c:pt idx="12388">
                  <c:v>0.51288888888888884</c:v>
                </c:pt>
                <c:pt idx="12389">
                  <c:v>0.51288888888888884</c:v>
                </c:pt>
                <c:pt idx="12390">
                  <c:v>0.51288888888888884</c:v>
                </c:pt>
                <c:pt idx="12391">
                  <c:v>0.51303703703703707</c:v>
                </c:pt>
                <c:pt idx="12392">
                  <c:v>0.51303703703703707</c:v>
                </c:pt>
                <c:pt idx="12393">
                  <c:v>0.51318518518518519</c:v>
                </c:pt>
                <c:pt idx="12394">
                  <c:v>0.51333333333333331</c:v>
                </c:pt>
                <c:pt idx="12395">
                  <c:v>0.51348148148148143</c:v>
                </c:pt>
                <c:pt idx="12396">
                  <c:v>0.51348148148148143</c:v>
                </c:pt>
                <c:pt idx="12397">
                  <c:v>0.51362962962962966</c:v>
                </c:pt>
                <c:pt idx="12398">
                  <c:v>0.51362962962962966</c:v>
                </c:pt>
                <c:pt idx="12399">
                  <c:v>0.51362962962962966</c:v>
                </c:pt>
                <c:pt idx="12400">
                  <c:v>0.51377777777777778</c:v>
                </c:pt>
                <c:pt idx="12401">
                  <c:v>0.51377777777777778</c:v>
                </c:pt>
                <c:pt idx="12402">
                  <c:v>0.51377777777777778</c:v>
                </c:pt>
                <c:pt idx="12403">
                  <c:v>0.51377777777777778</c:v>
                </c:pt>
                <c:pt idx="12404">
                  <c:v>0.51377777777777778</c:v>
                </c:pt>
                <c:pt idx="12405">
                  <c:v>0.51377777777777778</c:v>
                </c:pt>
                <c:pt idx="12406">
                  <c:v>0.51377777777777778</c:v>
                </c:pt>
                <c:pt idx="12407">
                  <c:v>0.51377777777777778</c:v>
                </c:pt>
                <c:pt idx="12408">
                  <c:v>0.51377777777777778</c:v>
                </c:pt>
                <c:pt idx="12409">
                  <c:v>0.5139259259259259</c:v>
                </c:pt>
                <c:pt idx="12410">
                  <c:v>0.5139259259259259</c:v>
                </c:pt>
                <c:pt idx="12411">
                  <c:v>0.5139259259259259</c:v>
                </c:pt>
                <c:pt idx="12412">
                  <c:v>0.51407407407407413</c:v>
                </c:pt>
                <c:pt idx="12413">
                  <c:v>0.51407407407407413</c:v>
                </c:pt>
                <c:pt idx="12414">
                  <c:v>0.51407407407407413</c:v>
                </c:pt>
                <c:pt idx="12415">
                  <c:v>0.51407407407407413</c:v>
                </c:pt>
                <c:pt idx="12416">
                  <c:v>0.51422222222222225</c:v>
                </c:pt>
                <c:pt idx="12417">
                  <c:v>0.51422222222222225</c:v>
                </c:pt>
                <c:pt idx="12418">
                  <c:v>0.51422222222222225</c:v>
                </c:pt>
                <c:pt idx="12419">
                  <c:v>0.51437037037037037</c:v>
                </c:pt>
                <c:pt idx="12420">
                  <c:v>0.51437037037037037</c:v>
                </c:pt>
                <c:pt idx="12421">
                  <c:v>0.51451851851851849</c:v>
                </c:pt>
                <c:pt idx="12422">
                  <c:v>0.51451851851851849</c:v>
                </c:pt>
                <c:pt idx="12423">
                  <c:v>0.51451851851851849</c:v>
                </c:pt>
                <c:pt idx="12424">
                  <c:v>0.51451851851851849</c:v>
                </c:pt>
                <c:pt idx="12425">
                  <c:v>0.51466666666666672</c:v>
                </c:pt>
                <c:pt idx="12426">
                  <c:v>0.51481481481481484</c:v>
                </c:pt>
                <c:pt idx="12427">
                  <c:v>0.51481481481481484</c:v>
                </c:pt>
                <c:pt idx="12428">
                  <c:v>0.51481481481481484</c:v>
                </c:pt>
                <c:pt idx="12429">
                  <c:v>0.51496296296296296</c:v>
                </c:pt>
                <c:pt idx="12430">
                  <c:v>0.51496296296296296</c:v>
                </c:pt>
                <c:pt idx="12431">
                  <c:v>0.51496296296296296</c:v>
                </c:pt>
                <c:pt idx="12432">
                  <c:v>0.51496296296296296</c:v>
                </c:pt>
                <c:pt idx="12433">
                  <c:v>0.51511111111111108</c:v>
                </c:pt>
                <c:pt idx="12434">
                  <c:v>0.51525925925925931</c:v>
                </c:pt>
                <c:pt idx="12435">
                  <c:v>0.51525925925925931</c:v>
                </c:pt>
                <c:pt idx="12436">
                  <c:v>0.51525925925925931</c:v>
                </c:pt>
                <c:pt idx="12437">
                  <c:v>0.51525925925925931</c:v>
                </c:pt>
                <c:pt idx="12438">
                  <c:v>0.51540740740740743</c:v>
                </c:pt>
                <c:pt idx="12439">
                  <c:v>0.51555555555555554</c:v>
                </c:pt>
                <c:pt idx="12440">
                  <c:v>0.51555555555555554</c:v>
                </c:pt>
                <c:pt idx="12441">
                  <c:v>0.51570370370370366</c:v>
                </c:pt>
                <c:pt idx="12442">
                  <c:v>0.51570370370370366</c:v>
                </c:pt>
                <c:pt idx="12443">
                  <c:v>0.51570370370370366</c:v>
                </c:pt>
                <c:pt idx="12444">
                  <c:v>0.51570370370370366</c:v>
                </c:pt>
                <c:pt idx="12445">
                  <c:v>0.51570370370370366</c:v>
                </c:pt>
                <c:pt idx="12446">
                  <c:v>0.51585185185185189</c:v>
                </c:pt>
                <c:pt idx="12447">
                  <c:v>0.51600000000000001</c:v>
                </c:pt>
                <c:pt idx="12448">
                  <c:v>0.51600000000000001</c:v>
                </c:pt>
                <c:pt idx="12449">
                  <c:v>0.51600000000000001</c:v>
                </c:pt>
                <c:pt idx="12450">
                  <c:v>0.51600000000000001</c:v>
                </c:pt>
                <c:pt idx="12451">
                  <c:v>0.51600000000000001</c:v>
                </c:pt>
                <c:pt idx="12452">
                  <c:v>0.51600000000000001</c:v>
                </c:pt>
                <c:pt idx="12453">
                  <c:v>0.51600000000000001</c:v>
                </c:pt>
                <c:pt idx="12454">
                  <c:v>0.51600000000000001</c:v>
                </c:pt>
                <c:pt idx="12455">
                  <c:v>0.51600000000000001</c:v>
                </c:pt>
                <c:pt idx="12456">
                  <c:v>0.51614814814814813</c:v>
                </c:pt>
                <c:pt idx="12457">
                  <c:v>0.51629629629629625</c:v>
                </c:pt>
                <c:pt idx="12458">
                  <c:v>0.51629629629629625</c:v>
                </c:pt>
                <c:pt idx="12459">
                  <c:v>0.51629629629629625</c:v>
                </c:pt>
                <c:pt idx="12460">
                  <c:v>0.51629629629629625</c:v>
                </c:pt>
                <c:pt idx="12461">
                  <c:v>0.51629629629629625</c:v>
                </c:pt>
                <c:pt idx="12462">
                  <c:v>0.51629629629629625</c:v>
                </c:pt>
                <c:pt idx="12463">
                  <c:v>0.51629629629629625</c:v>
                </c:pt>
                <c:pt idx="12464">
                  <c:v>0.51629629629629625</c:v>
                </c:pt>
                <c:pt idx="12465">
                  <c:v>0.51629629629629625</c:v>
                </c:pt>
                <c:pt idx="12466">
                  <c:v>0.51629629629629625</c:v>
                </c:pt>
                <c:pt idx="12467">
                  <c:v>0.51629629629629625</c:v>
                </c:pt>
                <c:pt idx="12468">
                  <c:v>0.51629629629629625</c:v>
                </c:pt>
                <c:pt idx="12469">
                  <c:v>0.51629629629629625</c:v>
                </c:pt>
                <c:pt idx="12470">
                  <c:v>0.51629629629629625</c:v>
                </c:pt>
                <c:pt idx="12471">
                  <c:v>0.51629629629629625</c:v>
                </c:pt>
                <c:pt idx="12472">
                  <c:v>0.51644444444444448</c:v>
                </c:pt>
                <c:pt idx="12473">
                  <c:v>0.5165925925925926</c:v>
                </c:pt>
                <c:pt idx="12474">
                  <c:v>0.5165925925925926</c:v>
                </c:pt>
                <c:pt idx="12475">
                  <c:v>0.5165925925925926</c:v>
                </c:pt>
                <c:pt idx="12476">
                  <c:v>0.5165925925925926</c:v>
                </c:pt>
                <c:pt idx="12477">
                  <c:v>0.5165925925925926</c:v>
                </c:pt>
                <c:pt idx="12478">
                  <c:v>0.5165925925925926</c:v>
                </c:pt>
                <c:pt idx="12479">
                  <c:v>0.5165925925925926</c:v>
                </c:pt>
                <c:pt idx="12480">
                  <c:v>0.51674074074074072</c:v>
                </c:pt>
                <c:pt idx="12481">
                  <c:v>0.51674074074074072</c:v>
                </c:pt>
                <c:pt idx="12482">
                  <c:v>0.51674074074074072</c:v>
                </c:pt>
                <c:pt idx="12483">
                  <c:v>0.51674074074074072</c:v>
                </c:pt>
                <c:pt idx="12484">
                  <c:v>0.51674074074074072</c:v>
                </c:pt>
                <c:pt idx="12485">
                  <c:v>0.51674074074074072</c:v>
                </c:pt>
                <c:pt idx="12486">
                  <c:v>0.51688888888888884</c:v>
                </c:pt>
                <c:pt idx="12487">
                  <c:v>0.51703703703703707</c:v>
                </c:pt>
                <c:pt idx="12488">
                  <c:v>0.51703703703703707</c:v>
                </c:pt>
                <c:pt idx="12489">
                  <c:v>0.51703703703703707</c:v>
                </c:pt>
                <c:pt idx="12490">
                  <c:v>0.51703703703703707</c:v>
                </c:pt>
                <c:pt idx="12491">
                  <c:v>0.51718518518518519</c:v>
                </c:pt>
                <c:pt idx="12492">
                  <c:v>0.51718518518518519</c:v>
                </c:pt>
                <c:pt idx="12493">
                  <c:v>0.51733333333333331</c:v>
                </c:pt>
                <c:pt idx="12494">
                  <c:v>0.51733333333333331</c:v>
                </c:pt>
                <c:pt idx="12495">
                  <c:v>0.51733333333333331</c:v>
                </c:pt>
                <c:pt idx="12496">
                  <c:v>0.51733333333333331</c:v>
                </c:pt>
                <c:pt idx="12497">
                  <c:v>0.51733333333333331</c:v>
                </c:pt>
                <c:pt idx="12498">
                  <c:v>0.51733333333333331</c:v>
                </c:pt>
                <c:pt idx="12499">
                  <c:v>0.51733333333333331</c:v>
                </c:pt>
                <c:pt idx="12500">
                  <c:v>0.51748148148148143</c:v>
                </c:pt>
                <c:pt idx="12501">
                  <c:v>0.51748148148148143</c:v>
                </c:pt>
                <c:pt idx="12502">
                  <c:v>0.51748148148148143</c:v>
                </c:pt>
                <c:pt idx="12503">
                  <c:v>0.51748148148148143</c:v>
                </c:pt>
                <c:pt idx="12504">
                  <c:v>0.51748148148148143</c:v>
                </c:pt>
                <c:pt idx="12505">
                  <c:v>0.51762962962962966</c:v>
                </c:pt>
                <c:pt idx="12506">
                  <c:v>0.51762962962962966</c:v>
                </c:pt>
                <c:pt idx="12507">
                  <c:v>0.51762962962962966</c:v>
                </c:pt>
                <c:pt idx="12508">
                  <c:v>0.51762962962962966</c:v>
                </c:pt>
                <c:pt idx="12509">
                  <c:v>0.51762962962962966</c:v>
                </c:pt>
                <c:pt idx="12510">
                  <c:v>0.51777777777777778</c:v>
                </c:pt>
                <c:pt idx="12511">
                  <c:v>0.51777777777777778</c:v>
                </c:pt>
                <c:pt idx="12512">
                  <c:v>0.51777777777777778</c:v>
                </c:pt>
                <c:pt idx="12513">
                  <c:v>0.51777777777777778</c:v>
                </c:pt>
                <c:pt idx="12514">
                  <c:v>0.51777777777777778</c:v>
                </c:pt>
                <c:pt idx="12515">
                  <c:v>0.51777777777777778</c:v>
                </c:pt>
                <c:pt idx="12516">
                  <c:v>0.51777777777777778</c:v>
                </c:pt>
                <c:pt idx="12517">
                  <c:v>0.51777777777777778</c:v>
                </c:pt>
                <c:pt idx="12518">
                  <c:v>0.51777777777777778</c:v>
                </c:pt>
                <c:pt idx="12519">
                  <c:v>0.5179259259259259</c:v>
                </c:pt>
                <c:pt idx="12520">
                  <c:v>0.5179259259259259</c:v>
                </c:pt>
                <c:pt idx="12521">
                  <c:v>0.5179259259259259</c:v>
                </c:pt>
                <c:pt idx="12522">
                  <c:v>0.5179259259259259</c:v>
                </c:pt>
                <c:pt idx="12523">
                  <c:v>0.51807407407407402</c:v>
                </c:pt>
                <c:pt idx="12524">
                  <c:v>0.51807407407407402</c:v>
                </c:pt>
                <c:pt idx="12525">
                  <c:v>0.51807407407407402</c:v>
                </c:pt>
                <c:pt idx="12526">
                  <c:v>0.51807407407407402</c:v>
                </c:pt>
                <c:pt idx="12527">
                  <c:v>0.51807407407407402</c:v>
                </c:pt>
                <c:pt idx="12528">
                  <c:v>0.51807407407407402</c:v>
                </c:pt>
                <c:pt idx="12529">
                  <c:v>0.51822222222222225</c:v>
                </c:pt>
                <c:pt idx="12530">
                  <c:v>0.51822222222222225</c:v>
                </c:pt>
                <c:pt idx="12531">
                  <c:v>0.51822222222222225</c:v>
                </c:pt>
                <c:pt idx="12532">
                  <c:v>0.51822222222222225</c:v>
                </c:pt>
                <c:pt idx="12533">
                  <c:v>0.51822222222222225</c:v>
                </c:pt>
                <c:pt idx="12534">
                  <c:v>0.51822222222222225</c:v>
                </c:pt>
                <c:pt idx="12535">
                  <c:v>0.51822222222222225</c:v>
                </c:pt>
                <c:pt idx="12536">
                  <c:v>0.51822222222222225</c:v>
                </c:pt>
                <c:pt idx="12537">
                  <c:v>0.51822222222222225</c:v>
                </c:pt>
                <c:pt idx="12538">
                  <c:v>0.51837037037037037</c:v>
                </c:pt>
                <c:pt idx="12539">
                  <c:v>0.51837037037037037</c:v>
                </c:pt>
                <c:pt idx="12540">
                  <c:v>0.51837037037037037</c:v>
                </c:pt>
                <c:pt idx="12541">
                  <c:v>0.51837037037037037</c:v>
                </c:pt>
                <c:pt idx="12542">
                  <c:v>0.51837037037037037</c:v>
                </c:pt>
                <c:pt idx="12543">
                  <c:v>0.51837037037037037</c:v>
                </c:pt>
                <c:pt idx="12544">
                  <c:v>0.51837037037037037</c:v>
                </c:pt>
                <c:pt idx="12545">
                  <c:v>0.51837037037037037</c:v>
                </c:pt>
                <c:pt idx="12546">
                  <c:v>0.51837037037037037</c:v>
                </c:pt>
                <c:pt idx="12547">
                  <c:v>0.51837037037037037</c:v>
                </c:pt>
                <c:pt idx="12548">
                  <c:v>0.51837037037037037</c:v>
                </c:pt>
                <c:pt idx="12549">
                  <c:v>0.51837037037037037</c:v>
                </c:pt>
                <c:pt idx="12550">
                  <c:v>0.51851851851851849</c:v>
                </c:pt>
                <c:pt idx="12551">
                  <c:v>0.51866666666666672</c:v>
                </c:pt>
                <c:pt idx="12552">
                  <c:v>0.51881481481481484</c:v>
                </c:pt>
                <c:pt idx="12553">
                  <c:v>0.51896296296296296</c:v>
                </c:pt>
                <c:pt idx="12554">
                  <c:v>0.51896296296296296</c:v>
                </c:pt>
                <c:pt idx="12555">
                  <c:v>0.51911111111111108</c:v>
                </c:pt>
                <c:pt idx="12556">
                  <c:v>0.51911111111111108</c:v>
                </c:pt>
                <c:pt idx="12557">
                  <c:v>0.51911111111111108</c:v>
                </c:pt>
                <c:pt idx="12558">
                  <c:v>0.51911111111111108</c:v>
                </c:pt>
                <c:pt idx="12559">
                  <c:v>0.51911111111111108</c:v>
                </c:pt>
                <c:pt idx="12560">
                  <c:v>0.51911111111111108</c:v>
                </c:pt>
                <c:pt idx="12561">
                  <c:v>0.51911111111111108</c:v>
                </c:pt>
                <c:pt idx="12562">
                  <c:v>0.51911111111111108</c:v>
                </c:pt>
                <c:pt idx="12563">
                  <c:v>0.51925925925925931</c:v>
                </c:pt>
                <c:pt idx="12564">
                  <c:v>0.51940740740740743</c:v>
                </c:pt>
                <c:pt idx="12565">
                  <c:v>0.51940740740740743</c:v>
                </c:pt>
                <c:pt idx="12566">
                  <c:v>0.51940740740740743</c:v>
                </c:pt>
                <c:pt idx="12567">
                  <c:v>0.51940740740740743</c:v>
                </c:pt>
                <c:pt idx="12568">
                  <c:v>0.51955555555555555</c:v>
                </c:pt>
                <c:pt idx="12569">
                  <c:v>0.51955555555555555</c:v>
                </c:pt>
                <c:pt idx="12570">
                  <c:v>0.51955555555555555</c:v>
                </c:pt>
                <c:pt idx="12571">
                  <c:v>0.51955555555555555</c:v>
                </c:pt>
                <c:pt idx="12572">
                  <c:v>0.51955555555555555</c:v>
                </c:pt>
                <c:pt idx="12573">
                  <c:v>0.51970370370370367</c:v>
                </c:pt>
                <c:pt idx="12574">
                  <c:v>0.51970370370370367</c:v>
                </c:pt>
                <c:pt idx="12575">
                  <c:v>0.51970370370370367</c:v>
                </c:pt>
                <c:pt idx="12576">
                  <c:v>0.51970370370370367</c:v>
                </c:pt>
                <c:pt idx="12577">
                  <c:v>0.51970370370370367</c:v>
                </c:pt>
                <c:pt idx="12578">
                  <c:v>0.5198518518518519</c:v>
                </c:pt>
                <c:pt idx="12579">
                  <c:v>0.52</c:v>
                </c:pt>
                <c:pt idx="12580">
                  <c:v>0.52</c:v>
                </c:pt>
                <c:pt idx="12581">
                  <c:v>0.52</c:v>
                </c:pt>
                <c:pt idx="12582">
                  <c:v>0.52014814814814814</c:v>
                </c:pt>
                <c:pt idx="12583">
                  <c:v>0.52029629629629626</c:v>
                </c:pt>
                <c:pt idx="12584">
                  <c:v>0.52029629629629626</c:v>
                </c:pt>
                <c:pt idx="12585">
                  <c:v>0.52029629629629626</c:v>
                </c:pt>
                <c:pt idx="12586">
                  <c:v>0.52029629629629626</c:v>
                </c:pt>
                <c:pt idx="12587">
                  <c:v>0.52044444444444449</c:v>
                </c:pt>
                <c:pt idx="12588">
                  <c:v>0.52059259259259261</c:v>
                </c:pt>
                <c:pt idx="12589">
                  <c:v>0.52059259259259261</c:v>
                </c:pt>
                <c:pt idx="12590">
                  <c:v>0.52059259259259261</c:v>
                </c:pt>
                <c:pt idx="12591">
                  <c:v>0.52074074074074073</c:v>
                </c:pt>
                <c:pt idx="12592">
                  <c:v>0.52074074074074073</c:v>
                </c:pt>
                <c:pt idx="12593">
                  <c:v>0.52074074074074073</c:v>
                </c:pt>
                <c:pt idx="12594">
                  <c:v>0.52088888888888885</c:v>
                </c:pt>
                <c:pt idx="12595">
                  <c:v>0.52103703703703708</c:v>
                </c:pt>
                <c:pt idx="12596">
                  <c:v>0.52103703703703708</c:v>
                </c:pt>
                <c:pt idx="12597">
                  <c:v>0.52103703703703708</c:v>
                </c:pt>
                <c:pt idx="12598">
                  <c:v>0.52103703703703708</c:v>
                </c:pt>
                <c:pt idx="12599">
                  <c:v>0.5211851851851852</c:v>
                </c:pt>
                <c:pt idx="12600">
                  <c:v>0.5211851851851852</c:v>
                </c:pt>
                <c:pt idx="12601">
                  <c:v>0.5211851851851852</c:v>
                </c:pt>
                <c:pt idx="12602">
                  <c:v>0.52133333333333332</c:v>
                </c:pt>
                <c:pt idx="12603">
                  <c:v>0.52133333333333332</c:v>
                </c:pt>
                <c:pt idx="12604">
                  <c:v>0.52133333333333332</c:v>
                </c:pt>
                <c:pt idx="12605">
                  <c:v>0.52133333333333332</c:v>
                </c:pt>
                <c:pt idx="12606">
                  <c:v>0.52133333333333332</c:v>
                </c:pt>
                <c:pt idx="12607">
                  <c:v>0.52133333333333332</c:v>
                </c:pt>
                <c:pt idx="12608">
                  <c:v>0.52133333333333332</c:v>
                </c:pt>
                <c:pt idx="12609">
                  <c:v>0.52133333333333332</c:v>
                </c:pt>
                <c:pt idx="12610">
                  <c:v>0.52148148148148143</c:v>
                </c:pt>
                <c:pt idx="12611">
                  <c:v>0.52148148148148143</c:v>
                </c:pt>
                <c:pt idx="12612">
                  <c:v>0.52148148148148143</c:v>
                </c:pt>
                <c:pt idx="12613">
                  <c:v>0.52148148148148143</c:v>
                </c:pt>
                <c:pt idx="12614">
                  <c:v>0.52148148148148143</c:v>
                </c:pt>
                <c:pt idx="12615">
                  <c:v>0.52162962962962967</c:v>
                </c:pt>
                <c:pt idx="12616">
                  <c:v>0.52162962962962967</c:v>
                </c:pt>
                <c:pt idx="12617">
                  <c:v>0.52162962962962967</c:v>
                </c:pt>
                <c:pt idx="12618">
                  <c:v>0.52177777777777778</c:v>
                </c:pt>
                <c:pt idx="12619">
                  <c:v>0.52177777777777778</c:v>
                </c:pt>
                <c:pt idx="12620">
                  <c:v>0.5219259259259259</c:v>
                </c:pt>
                <c:pt idx="12621">
                  <c:v>0.5219259259259259</c:v>
                </c:pt>
                <c:pt idx="12622">
                  <c:v>0.5219259259259259</c:v>
                </c:pt>
                <c:pt idx="12623">
                  <c:v>0.5219259259259259</c:v>
                </c:pt>
                <c:pt idx="12624">
                  <c:v>0.5219259259259259</c:v>
                </c:pt>
                <c:pt idx="12625">
                  <c:v>0.5219259259259259</c:v>
                </c:pt>
                <c:pt idx="12626">
                  <c:v>0.5219259259259259</c:v>
                </c:pt>
                <c:pt idx="12627">
                  <c:v>0.5219259259259259</c:v>
                </c:pt>
                <c:pt idx="12628">
                  <c:v>0.5219259259259259</c:v>
                </c:pt>
                <c:pt idx="12629">
                  <c:v>0.5219259259259259</c:v>
                </c:pt>
                <c:pt idx="12630">
                  <c:v>0.5219259259259259</c:v>
                </c:pt>
                <c:pt idx="12631">
                  <c:v>0.5219259259259259</c:v>
                </c:pt>
                <c:pt idx="12632">
                  <c:v>0.52207407407407402</c:v>
                </c:pt>
                <c:pt idx="12633">
                  <c:v>0.52222222222222225</c:v>
                </c:pt>
                <c:pt idx="12634">
                  <c:v>0.52222222222222225</c:v>
                </c:pt>
                <c:pt idx="12635">
                  <c:v>0.52237037037037037</c:v>
                </c:pt>
                <c:pt idx="12636">
                  <c:v>0.52237037037037037</c:v>
                </c:pt>
                <c:pt idx="12637">
                  <c:v>0.52237037037037037</c:v>
                </c:pt>
                <c:pt idx="12638">
                  <c:v>0.52251851851851849</c:v>
                </c:pt>
                <c:pt idx="12639">
                  <c:v>0.52251851851851849</c:v>
                </c:pt>
                <c:pt idx="12640">
                  <c:v>0.52251851851851849</c:v>
                </c:pt>
                <c:pt idx="12641">
                  <c:v>0.52251851851851849</c:v>
                </c:pt>
                <c:pt idx="12642">
                  <c:v>0.52266666666666661</c:v>
                </c:pt>
                <c:pt idx="12643">
                  <c:v>0.52281481481481484</c:v>
                </c:pt>
                <c:pt idx="12644">
                  <c:v>0.52296296296296296</c:v>
                </c:pt>
                <c:pt idx="12645">
                  <c:v>0.52296296296296296</c:v>
                </c:pt>
                <c:pt idx="12646">
                  <c:v>0.52311111111111108</c:v>
                </c:pt>
                <c:pt idx="12647">
                  <c:v>0.52311111111111108</c:v>
                </c:pt>
                <c:pt idx="12648">
                  <c:v>0.52311111111111108</c:v>
                </c:pt>
                <c:pt idx="12649">
                  <c:v>0.52311111111111108</c:v>
                </c:pt>
                <c:pt idx="12650">
                  <c:v>0.52311111111111108</c:v>
                </c:pt>
                <c:pt idx="12651">
                  <c:v>0.52311111111111108</c:v>
                </c:pt>
                <c:pt idx="12652">
                  <c:v>0.52311111111111108</c:v>
                </c:pt>
                <c:pt idx="12653">
                  <c:v>0.52311111111111108</c:v>
                </c:pt>
                <c:pt idx="12654">
                  <c:v>0.52311111111111108</c:v>
                </c:pt>
                <c:pt idx="12655">
                  <c:v>0.52311111111111108</c:v>
                </c:pt>
                <c:pt idx="12656">
                  <c:v>0.52325925925925931</c:v>
                </c:pt>
                <c:pt idx="12657">
                  <c:v>0.52325925925925931</c:v>
                </c:pt>
                <c:pt idx="12658">
                  <c:v>0.52340740740740743</c:v>
                </c:pt>
                <c:pt idx="12659">
                  <c:v>0.52340740740740743</c:v>
                </c:pt>
                <c:pt idx="12660">
                  <c:v>0.52340740740740743</c:v>
                </c:pt>
                <c:pt idx="12661">
                  <c:v>0.52355555555555555</c:v>
                </c:pt>
                <c:pt idx="12662">
                  <c:v>0.52355555555555555</c:v>
                </c:pt>
                <c:pt idx="12663">
                  <c:v>0.52370370370370367</c:v>
                </c:pt>
                <c:pt idx="12664">
                  <c:v>0.5238518518518519</c:v>
                </c:pt>
                <c:pt idx="12665">
                  <c:v>0.5238518518518519</c:v>
                </c:pt>
                <c:pt idx="12666">
                  <c:v>0.5238518518518519</c:v>
                </c:pt>
                <c:pt idx="12667">
                  <c:v>0.5238518518518519</c:v>
                </c:pt>
                <c:pt idx="12668">
                  <c:v>0.5238518518518519</c:v>
                </c:pt>
                <c:pt idx="12669">
                  <c:v>0.5238518518518519</c:v>
                </c:pt>
                <c:pt idx="12670">
                  <c:v>0.5238518518518519</c:v>
                </c:pt>
                <c:pt idx="12671">
                  <c:v>0.52400000000000002</c:v>
                </c:pt>
                <c:pt idx="12672">
                  <c:v>0.52400000000000002</c:v>
                </c:pt>
                <c:pt idx="12673">
                  <c:v>0.52400000000000002</c:v>
                </c:pt>
                <c:pt idx="12674">
                  <c:v>0.52414814814814814</c:v>
                </c:pt>
                <c:pt idx="12675">
                  <c:v>0.52414814814814814</c:v>
                </c:pt>
                <c:pt idx="12676">
                  <c:v>0.52414814814814814</c:v>
                </c:pt>
                <c:pt idx="12677">
                  <c:v>0.52414814814814814</c:v>
                </c:pt>
                <c:pt idx="12678">
                  <c:v>0.52414814814814814</c:v>
                </c:pt>
                <c:pt idx="12679">
                  <c:v>0.52414814814814814</c:v>
                </c:pt>
                <c:pt idx="12680">
                  <c:v>0.52414814814814814</c:v>
                </c:pt>
                <c:pt idx="12681">
                  <c:v>0.52414814814814814</c:v>
                </c:pt>
                <c:pt idx="12682">
                  <c:v>0.52414814814814814</c:v>
                </c:pt>
                <c:pt idx="12683">
                  <c:v>0.52429629629629626</c:v>
                </c:pt>
                <c:pt idx="12684">
                  <c:v>0.52429629629629626</c:v>
                </c:pt>
                <c:pt idx="12685">
                  <c:v>0.52429629629629626</c:v>
                </c:pt>
                <c:pt idx="12686">
                  <c:v>0.52444444444444449</c:v>
                </c:pt>
                <c:pt idx="12687">
                  <c:v>0.52459259259259261</c:v>
                </c:pt>
                <c:pt idx="12688">
                  <c:v>0.52459259259259261</c:v>
                </c:pt>
                <c:pt idx="12689">
                  <c:v>0.52459259259259261</c:v>
                </c:pt>
                <c:pt idx="12690">
                  <c:v>0.52459259259259261</c:v>
                </c:pt>
                <c:pt idx="12691">
                  <c:v>0.52459259259259261</c:v>
                </c:pt>
                <c:pt idx="12692">
                  <c:v>0.52459259259259261</c:v>
                </c:pt>
                <c:pt idx="12693">
                  <c:v>0.52459259259259261</c:v>
                </c:pt>
                <c:pt idx="12694">
                  <c:v>0.52474074074074073</c:v>
                </c:pt>
                <c:pt idx="12695">
                  <c:v>0.52474074074074073</c:v>
                </c:pt>
                <c:pt idx="12696">
                  <c:v>0.52474074074074073</c:v>
                </c:pt>
                <c:pt idx="12697">
                  <c:v>0.52474074074074073</c:v>
                </c:pt>
                <c:pt idx="12698">
                  <c:v>0.52474074074074073</c:v>
                </c:pt>
                <c:pt idx="12699">
                  <c:v>0.52474074074074073</c:v>
                </c:pt>
                <c:pt idx="12700">
                  <c:v>0.52474074074074073</c:v>
                </c:pt>
                <c:pt idx="12701">
                  <c:v>0.52474074074074073</c:v>
                </c:pt>
                <c:pt idx="12702">
                  <c:v>0.52488888888888885</c:v>
                </c:pt>
                <c:pt idx="12703">
                  <c:v>0.52488888888888885</c:v>
                </c:pt>
                <c:pt idx="12704">
                  <c:v>0.52488888888888885</c:v>
                </c:pt>
                <c:pt idx="12705">
                  <c:v>0.52488888888888885</c:v>
                </c:pt>
                <c:pt idx="12706">
                  <c:v>0.52503703703703708</c:v>
                </c:pt>
                <c:pt idx="12707">
                  <c:v>0.52503703703703708</c:v>
                </c:pt>
                <c:pt idx="12708">
                  <c:v>0.52503703703703708</c:v>
                </c:pt>
                <c:pt idx="12709">
                  <c:v>0.52503703703703708</c:v>
                </c:pt>
                <c:pt idx="12710">
                  <c:v>0.52503703703703708</c:v>
                </c:pt>
                <c:pt idx="12711">
                  <c:v>0.52503703703703708</c:v>
                </c:pt>
                <c:pt idx="12712">
                  <c:v>0.52503703703703708</c:v>
                </c:pt>
                <c:pt idx="12713">
                  <c:v>0.52503703703703708</c:v>
                </c:pt>
                <c:pt idx="12714">
                  <c:v>0.52503703703703708</c:v>
                </c:pt>
                <c:pt idx="12715">
                  <c:v>0.52503703703703708</c:v>
                </c:pt>
                <c:pt idx="12716">
                  <c:v>0.52503703703703708</c:v>
                </c:pt>
                <c:pt idx="12717">
                  <c:v>0.52503703703703708</c:v>
                </c:pt>
                <c:pt idx="12718">
                  <c:v>0.5251851851851852</c:v>
                </c:pt>
                <c:pt idx="12719">
                  <c:v>0.5251851851851852</c:v>
                </c:pt>
                <c:pt idx="12720">
                  <c:v>0.5251851851851852</c:v>
                </c:pt>
                <c:pt idx="12721">
                  <c:v>0.5251851851851852</c:v>
                </c:pt>
                <c:pt idx="12722">
                  <c:v>0.5251851851851852</c:v>
                </c:pt>
                <c:pt idx="12723">
                  <c:v>0.52533333333333332</c:v>
                </c:pt>
                <c:pt idx="12724">
                  <c:v>0.52548148148148144</c:v>
                </c:pt>
                <c:pt idx="12725">
                  <c:v>0.52562962962962967</c:v>
                </c:pt>
                <c:pt idx="12726">
                  <c:v>0.52577777777777779</c:v>
                </c:pt>
                <c:pt idx="12727">
                  <c:v>0.52577777777777779</c:v>
                </c:pt>
                <c:pt idx="12728">
                  <c:v>0.52592592592592591</c:v>
                </c:pt>
                <c:pt idx="12729">
                  <c:v>0.52592592592592591</c:v>
                </c:pt>
                <c:pt idx="12730">
                  <c:v>0.52592592592592591</c:v>
                </c:pt>
                <c:pt idx="12731">
                  <c:v>0.52592592592592591</c:v>
                </c:pt>
                <c:pt idx="12732">
                  <c:v>0.52607407407407403</c:v>
                </c:pt>
                <c:pt idx="12733">
                  <c:v>0.52607407407407403</c:v>
                </c:pt>
                <c:pt idx="12734">
                  <c:v>0.52607407407407403</c:v>
                </c:pt>
                <c:pt idx="12735">
                  <c:v>0.52622222222222226</c:v>
                </c:pt>
                <c:pt idx="12736">
                  <c:v>0.52622222222222226</c:v>
                </c:pt>
                <c:pt idx="12737">
                  <c:v>0.52622222222222226</c:v>
                </c:pt>
                <c:pt idx="12738">
                  <c:v>0.52622222222222226</c:v>
                </c:pt>
                <c:pt idx="12739">
                  <c:v>0.52637037037037038</c:v>
                </c:pt>
                <c:pt idx="12740">
                  <c:v>0.52637037037037038</c:v>
                </c:pt>
                <c:pt idx="12741">
                  <c:v>0.52637037037037038</c:v>
                </c:pt>
                <c:pt idx="12742">
                  <c:v>0.52637037037037038</c:v>
                </c:pt>
                <c:pt idx="12743">
                  <c:v>0.5265185185185185</c:v>
                </c:pt>
                <c:pt idx="12744">
                  <c:v>0.5265185185185185</c:v>
                </c:pt>
                <c:pt idx="12745">
                  <c:v>0.5265185185185185</c:v>
                </c:pt>
                <c:pt idx="12746">
                  <c:v>0.5265185185185185</c:v>
                </c:pt>
                <c:pt idx="12747">
                  <c:v>0.52666666666666662</c:v>
                </c:pt>
                <c:pt idx="12748">
                  <c:v>0.52666666666666662</c:v>
                </c:pt>
                <c:pt idx="12749">
                  <c:v>0.52681481481481485</c:v>
                </c:pt>
                <c:pt idx="12750">
                  <c:v>0.52681481481481485</c:v>
                </c:pt>
                <c:pt idx="12751">
                  <c:v>0.52681481481481485</c:v>
                </c:pt>
                <c:pt idx="12752">
                  <c:v>0.52681481481481485</c:v>
                </c:pt>
                <c:pt idx="12753">
                  <c:v>0.52681481481481485</c:v>
                </c:pt>
                <c:pt idx="12754">
                  <c:v>0.52681481481481485</c:v>
                </c:pt>
                <c:pt idx="12755">
                  <c:v>0.52681481481481485</c:v>
                </c:pt>
                <c:pt idx="12756">
                  <c:v>0.52681481481481485</c:v>
                </c:pt>
                <c:pt idx="12757">
                  <c:v>0.52681481481481485</c:v>
                </c:pt>
                <c:pt idx="12758">
                  <c:v>0.52681481481481485</c:v>
                </c:pt>
                <c:pt idx="12759">
                  <c:v>0.52681481481481485</c:v>
                </c:pt>
                <c:pt idx="12760">
                  <c:v>0.52681481481481485</c:v>
                </c:pt>
                <c:pt idx="12761">
                  <c:v>0.52696296296296297</c:v>
                </c:pt>
                <c:pt idx="12762">
                  <c:v>0.52711111111111109</c:v>
                </c:pt>
                <c:pt idx="12763">
                  <c:v>0.52711111111111109</c:v>
                </c:pt>
                <c:pt idx="12764">
                  <c:v>0.52711111111111109</c:v>
                </c:pt>
                <c:pt idx="12765">
                  <c:v>0.52711111111111109</c:v>
                </c:pt>
                <c:pt idx="12766">
                  <c:v>0.52711111111111109</c:v>
                </c:pt>
                <c:pt idx="12767">
                  <c:v>0.52711111111111109</c:v>
                </c:pt>
                <c:pt idx="12768">
                  <c:v>0.52711111111111109</c:v>
                </c:pt>
                <c:pt idx="12769">
                  <c:v>0.52711111111111109</c:v>
                </c:pt>
                <c:pt idx="12770">
                  <c:v>0.52711111111111109</c:v>
                </c:pt>
                <c:pt idx="12771">
                  <c:v>0.52711111111111109</c:v>
                </c:pt>
                <c:pt idx="12772">
                  <c:v>0.52711111111111109</c:v>
                </c:pt>
                <c:pt idx="12773">
                  <c:v>0.52711111111111109</c:v>
                </c:pt>
                <c:pt idx="12774">
                  <c:v>0.52711111111111109</c:v>
                </c:pt>
                <c:pt idx="12775">
                  <c:v>0.52711111111111109</c:v>
                </c:pt>
                <c:pt idx="12776">
                  <c:v>0.52725925925925921</c:v>
                </c:pt>
                <c:pt idx="12777">
                  <c:v>0.52740740740740744</c:v>
                </c:pt>
                <c:pt idx="12778">
                  <c:v>0.52740740740740744</c:v>
                </c:pt>
                <c:pt idx="12779">
                  <c:v>0.52740740740740744</c:v>
                </c:pt>
                <c:pt idx="12780">
                  <c:v>0.52740740740740744</c:v>
                </c:pt>
                <c:pt idx="12781">
                  <c:v>0.52755555555555556</c:v>
                </c:pt>
                <c:pt idx="12782">
                  <c:v>0.52755555555555556</c:v>
                </c:pt>
                <c:pt idx="12783">
                  <c:v>0.52755555555555556</c:v>
                </c:pt>
                <c:pt idx="12784">
                  <c:v>0.52755555555555556</c:v>
                </c:pt>
                <c:pt idx="12785">
                  <c:v>0.52755555555555556</c:v>
                </c:pt>
                <c:pt idx="12786">
                  <c:v>0.52755555555555556</c:v>
                </c:pt>
                <c:pt idx="12787">
                  <c:v>0.52755555555555556</c:v>
                </c:pt>
                <c:pt idx="12788">
                  <c:v>0.52755555555555556</c:v>
                </c:pt>
                <c:pt idx="12789">
                  <c:v>0.52755555555555556</c:v>
                </c:pt>
                <c:pt idx="12790">
                  <c:v>0.52755555555555556</c:v>
                </c:pt>
                <c:pt idx="12791">
                  <c:v>0.52755555555555556</c:v>
                </c:pt>
                <c:pt idx="12792">
                  <c:v>0.52755555555555556</c:v>
                </c:pt>
                <c:pt idx="12793">
                  <c:v>0.52755555555555556</c:v>
                </c:pt>
                <c:pt idx="12794">
                  <c:v>0.52755555555555556</c:v>
                </c:pt>
                <c:pt idx="12795">
                  <c:v>0.52755555555555556</c:v>
                </c:pt>
                <c:pt idx="12796">
                  <c:v>0.52755555555555556</c:v>
                </c:pt>
                <c:pt idx="12797">
                  <c:v>0.52755555555555556</c:v>
                </c:pt>
                <c:pt idx="12798">
                  <c:v>0.52770370370370367</c:v>
                </c:pt>
                <c:pt idx="12799">
                  <c:v>0.52770370370370367</c:v>
                </c:pt>
                <c:pt idx="12800">
                  <c:v>0.52785185185185191</c:v>
                </c:pt>
                <c:pt idx="12801">
                  <c:v>0.52785185185185191</c:v>
                </c:pt>
                <c:pt idx="12802">
                  <c:v>0.52785185185185191</c:v>
                </c:pt>
                <c:pt idx="12803">
                  <c:v>0.52785185185185191</c:v>
                </c:pt>
                <c:pt idx="12804">
                  <c:v>0.52800000000000002</c:v>
                </c:pt>
                <c:pt idx="12805">
                  <c:v>0.52800000000000002</c:v>
                </c:pt>
                <c:pt idx="12806">
                  <c:v>0.52800000000000002</c:v>
                </c:pt>
                <c:pt idx="12807">
                  <c:v>0.52800000000000002</c:v>
                </c:pt>
                <c:pt idx="12808">
                  <c:v>0.52800000000000002</c:v>
                </c:pt>
                <c:pt idx="12809">
                  <c:v>0.52814814814814814</c:v>
                </c:pt>
                <c:pt idx="12810">
                  <c:v>0.52814814814814814</c:v>
                </c:pt>
                <c:pt idx="12811">
                  <c:v>0.52814814814814814</c:v>
                </c:pt>
                <c:pt idx="12812">
                  <c:v>0.52814814814814814</c:v>
                </c:pt>
                <c:pt idx="12813">
                  <c:v>0.52814814814814814</c:v>
                </c:pt>
                <c:pt idx="12814">
                  <c:v>0.52814814814814814</c:v>
                </c:pt>
                <c:pt idx="12815">
                  <c:v>0.52814814814814814</c:v>
                </c:pt>
                <c:pt idx="12816">
                  <c:v>0.52814814814814814</c:v>
                </c:pt>
                <c:pt idx="12817">
                  <c:v>0.52829629629629626</c:v>
                </c:pt>
                <c:pt idx="12818">
                  <c:v>0.52829629629629626</c:v>
                </c:pt>
                <c:pt idx="12819">
                  <c:v>0.52829629629629626</c:v>
                </c:pt>
                <c:pt idx="12820">
                  <c:v>0.52844444444444449</c:v>
                </c:pt>
                <c:pt idx="12821">
                  <c:v>0.52844444444444449</c:v>
                </c:pt>
                <c:pt idx="12822">
                  <c:v>0.52844444444444449</c:v>
                </c:pt>
                <c:pt idx="12823">
                  <c:v>0.52859259259259261</c:v>
                </c:pt>
                <c:pt idx="12824">
                  <c:v>0.52859259259259261</c:v>
                </c:pt>
                <c:pt idx="12825">
                  <c:v>0.52859259259259261</c:v>
                </c:pt>
                <c:pt idx="12826">
                  <c:v>0.52859259259259261</c:v>
                </c:pt>
                <c:pt idx="12827">
                  <c:v>0.52859259259259261</c:v>
                </c:pt>
                <c:pt idx="12828">
                  <c:v>0.52859259259259261</c:v>
                </c:pt>
                <c:pt idx="12829">
                  <c:v>0.52859259259259261</c:v>
                </c:pt>
                <c:pt idx="12830">
                  <c:v>0.52859259259259261</c:v>
                </c:pt>
                <c:pt idx="12831">
                  <c:v>0.52859259259259261</c:v>
                </c:pt>
                <c:pt idx="12832">
                  <c:v>0.52859259259259261</c:v>
                </c:pt>
                <c:pt idx="12833">
                  <c:v>0.52874074074074073</c:v>
                </c:pt>
                <c:pt idx="12834">
                  <c:v>0.52874074074074073</c:v>
                </c:pt>
                <c:pt idx="12835">
                  <c:v>0.52874074074074073</c:v>
                </c:pt>
                <c:pt idx="12836">
                  <c:v>0.52888888888888885</c:v>
                </c:pt>
                <c:pt idx="12837">
                  <c:v>0.52903703703703708</c:v>
                </c:pt>
                <c:pt idx="12838">
                  <c:v>0.52903703703703708</c:v>
                </c:pt>
                <c:pt idx="12839">
                  <c:v>0.52903703703703708</c:v>
                </c:pt>
                <c:pt idx="12840">
                  <c:v>0.52903703703703708</c:v>
                </c:pt>
                <c:pt idx="12841">
                  <c:v>0.5291851851851852</c:v>
                </c:pt>
                <c:pt idx="12842">
                  <c:v>0.52933333333333332</c:v>
                </c:pt>
                <c:pt idx="12843">
                  <c:v>0.52933333333333332</c:v>
                </c:pt>
                <c:pt idx="12844">
                  <c:v>0.52933333333333332</c:v>
                </c:pt>
                <c:pt idx="12845">
                  <c:v>0.52933333333333332</c:v>
                </c:pt>
                <c:pt idx="12846">
                  <c:v>0.52933333333333332</c:v>
                </c:pt>
                <c:pt idx="12847">
                  <c:v>0.52933333333333332</c:v>
                </c:pt>
                <c:pt idx="12848">
                  <c:v>0.52933333333333332</c:v>
                </c:pt>
                <c:pt idx="12849">
                  <c:v>0.52933333333333332</c:v>
                </c:pt>
                <c:pt idx="12850">
                  <c:v>0.52933333333333332</c:v>
                </c:pt>
                <c:pt idx="12851">
                  <c:v>0.52933333333333332</c:v>
                </c:pt>
                <c:pt idx="12852">
                  <c:v>0.52933333333333332</c:v>
                </c:pt>
                <c:pt idx="12853">
                  <c:v>0.52933333333333332</c:v>
                </c:pt>
                <c:pt idx="12854">
                  <c:v>0.52948148148148144</c:v>
                </c:pt>
                <c:pt idx="12855">
                  <c:v>0.52948148148148144</c:v>
                </c:pt>
                <c:pt idx="12856">
                  <c:v>0.52948148148148144</c:v>
                </c:pt>
                <c:pt idx="12857">
                  <c:v>0.52948148148148144</c:v>
                </c:pt>
                <c:pt idx="12858">
                  <c:v>0.52948148148148144</c:v>
                </c:pt>
                <c:pt idx="12859">
                  <c:v>0.52948148148148144</c:v>
                </c:pt>
                <c:pt idx="12860">
                  <c:v>0.52948148148148144</c:v>
                </c:pt>
                <c:pt idx="12861">
                  <c:v>0.52948148148148144</c:v>
                </c:pt>
                <c:pt idx="12862">
                  <c:v>0.52948148148148144</c:v>
                </c:pt>
                <c:pt idx="12863">
                  <c:v>0.52948148148148144</c:v>
                </c:pt>
                <c:pt idx="12864">
                  <c:v>0.52948148148148144</c:v>
                </c:pt>
                <c:pt idx="12865">
                  <c:v>0.52948148148148144</c:v>
                </c:pt>
                <c:pt idx="12866">
                  <c:v>0.52948148148148144</c:v>
                </c:pt>
                <c:pt idx="12867">
                  <c:v>0.52948148148148144</c:v>
                </c:pt>
                <c:pt idx="12868">
                  <c:v>0.52962962962962967</c:v>
                </c:pt>
                <c:pt idx="12869">
                  <c:v>0.52962962962962967</c:v>
                </c:pt>
                <c:pt idx="12870">
                  <c:v>0.52962962962962967</c:v>
                </c:pt>
                <c:pt idx="12871">
                  <c:v>0.52962962962962967</c:v>
                </c:pt>
                <c:pt idx="12872">
                  <c:v>0.52962962962962967</c:v>
                </c:pt>
                <c:pt idx="12873">
                  <c:v>0.52977777777777779</c:v>
                </c:pt>
                <c:pt idx="12874">
                  <c:v>0.52977777777777779</c:v>
                </c:pt>
                <c:pt idx="12875">
                  <c:v>0.52977777777777779</c:v>
                </c:pt>
                <c:pt idx="12876">
                  <c:v>0.52977777777777779</c:v>
                </c:pt>
                <c:pt idx="12877">
                  <c:v>0.52977777777777779</c:v>
                </c:pt>
                <c:pt idx="12878">
                  <c:v>0.52977777777777779</c:v>
                </c:pt>
                <c:pt idx="12879">
                  <c:v>0.52992592592592591</c:v>
                </c:pt>
                <c:pt idx="12880">
                  <c:v>0.52992592592592591</c:v>
                </c:pt>
                <c:pt idx="12881">
                  <c:v>0.52992592592592591</c:v>
                </c:pt>
                <c:pt idx="12882">
                  <c:v>0.52992592592592591</c:v>
                </c:pt>
                <c:pt idx="12883">
                  <c:v>0.53007407407407403</c:v>
                </c:pt>
                <c:pt idx="12884">
                  <c:v>0.53007407407407403</c:v>
                </c:pt>
                <c:pt idx="12885">
                  <c:v>0.53007407407407403</c:v>
                </c:pt>
                <c:pt idx="12886">
                  <c:v>0.53022222222222226</c:v>
                </c:pt>
                <c:pt idx="12887">
                  <c:v>0.53022222222222226</c:v>
                </c:pt>
                <c:pt idx="12888">
                  <c:v>0.53037037037037038</c:v>
                </c:pt>
                <c:pt idx="12889">
                  <c:v>0.53037037037037038</c:v>
                </c:pt>
                <c:pt idx="12890">
                  <c:v>0.53037037037037038</c:v>
                </c:pt>
                <c:pt idx="12891">
                  <c:v>0.53037037037037038</c:v>
                </c:pt>
                <c:pt idx="12892">
                  <c:v>0.5305185185185185</c:v>
                </c:pt>
                <c:pt idx="12893">
                  <c:v>0.5305185185185185</c:v>
                </c:pt>
                <c:pt idx="12894">
                  <c:v>0.5305185185185185</c:v>
                </c:pt>
                <c:pt idx="12895">
                  <c:v>0.5305185185185185</c:v>
                </c:pt>
                <c:pt idx="12896">
                  <c:v>0.5305185185185185</c:v>
                </c:pt>
                <c:pt idx="12897">
                  <c:v>0.5305185185185185</c:v>
                </c:pt>
                <c:pt idx="12898">
                  <c:v>0.53066666666666662</c:v>
                </c:pt>
                <c:pt idx="12899">
                  <c:v>0.53066666666666662</c:v>
                </c:pt>
                <c:pt idx="12900">
                  <c:v>0.53066666666666662</c:v>
                </c:pt>
                <c:pt idx="12901">
                  <c:v>0.53081481481481485</c:v>
                </c:pt>
                <c:pt idx="12902">
                  <c:v>0.53081481481481485</c:v>
                </c:pt>
                <c:pt idx="12903">
                  <c:v>0.53081481481481485</c:v>
                </c:pt>
                <c:pt idx="12904">
                  <c:v>0.53081481481481485</c:v>
                </c:pt>
                <c:pt idx="12905">
                  <c:v>0.53081481481481485</c:v>
                </c:pt>
                <c:pt idx="12906">
                  <c:v>0.53081481481481485</c:v>
                </c:pt>
                <c:pt idx="12907">
                  <c:v>0.53096296296296297</c:v>
                </c:pt>
                <c:pt idx="12908">
                  <c:v>0.53096296296296297</c:v>
                </c:pt>
                <c:pt idx="12909">
                  <c:v>0.53096296296296297</c:v>
                </c:pt>
                <c:pt idx="12910">
                  <c:v>0.53096296296296297</c:v>
                </c:pt>
                <c:pt idx="12911">
                  <c:v>0.53096296296296297</c:v>
                </c:pt>
                <c:pt idx="12912">
                  <c:v>0.53096296296296297</c:v>
                </c:pt>
                <c:pt idx="12913">
                  <c:v>0.53096296296296297</c:v>
                </c:pt>
                <c:pt idx="12914">
                  <c:v>0.53096296296296297</c:v>
                </c:pt>
                <c:pt idx="12915">
                  <c:v>0.53096296296296297</c:v>
                </c:pt>
                <c:pt idx="12916">
                  <c:v>0.53096296296296297</c:v>
                </c:pt>
                <c:pt idx="12917">
                  <c:v>0.53096296296296297</c:v>
                </c:pt>
                <c:pt idx="12918">
                  <c:v>0.53096296296296297</c:v>
                </c:pt>
                <c:pt idx="12919">
                  <c:v>0.53096296296296297</c:v>
                </c:pt>
                <c:pt idx="12920">
                  <c:v>0.53096296296296297</c:v>
                </c:pt>
                <c:pt idx="12921">
                  <c:v>0.53096296296296297</c:v>
                </c:pt>
                <c:pt idx="12922">
                  <c:v>0.53111111111111109</c:v>
                </c:pt>
                <c:pt idx="12923">
                  <c:v>0.53111111111111109</c:v>
                </c:pt>
                <c:pt idx="12924">
                  <c:v>0.53111111111111109</c:v>
                </c:pt>
                <c:pt idx="12925">
                  <c:v>0.53111111111111109</c:v>
                </c:pt>
                <c:pt idx="12926">
                  <c:v>0.53111111111111109</c:v>
                </c:pt>
                <c:pt idx="12927">
                  <c:v>0.53111111111111109</c:v>
                </c:pt>
                <c:pt idx="12928">
                  <c:v>0.53111111111111109</c:v>
                </c:pt>
                <c:pt idx="12929">
                  <c:v>0.53111111111111109</c:v>
                </c:pt>
                <c:pt idx="12930">
                  <c:v>0.53125925925925921</c:v>
                </c:pt>
                <c:pt idx="12931">
                  <c:v>0.53140740740740744</c:v>
                </c:pt>
                <c:pt idx="12932">
                  <c:v>0.53140740740740744</c:v>
                </c:pt>
                <c:pt idx="12933">
                  <c:v>0.53140740740740744</c:v>
                </c:pt>
                <c:pt idx="12934">
                  <c:v>0.53155555555555556</c:v>
                </c:pt>
                <c:pt idx="12935">
                  <c:v>0.53170370370370368</c:v>
                </c:pt>
                <c:pt idx="12936">
                  <c:v>0.53170370370370368</c:v>
                </c:pt>
                <c:pt idx="12937">
                  <c:v>0.53170370370370368</c:v>
                </c:pt>
                <c:pt idx="12938">
                  <c:v>0.5318518518518518</c:v>
                </c:pt>
                <c:pt idx="12939">
                  <c:v>0.5318518518518518</c:v>
                </c:pt>
                <c:pt idx="12940">
                  <c:v>0.5318518518518518</c:v>
                </c:pt>
                <c:pt idx="12941">
                  <c:v>0.5318518518518518</c:v>
                </c:pt>
                <c:pt idx="12942">
                  <c:v>0.53200000000000003</c:v>
                </c:pt>
                <c:pt idx="12943">
                  <c:v>0.53200000000000003</c:v>
                </c:pt>
                <c:pt idx="12944">
                  <c:v>0.53200000000000003</c:v>
                </c:pt>
                <c:pt idx="12945">
                  <c:v>0.53200000000000003</c:v>
                </c:pt>
                <c:pt idx="12946">
                  <c:v>0.53200000000000003</c:v>
                </c:pt>
                <c:pt idx="12947">
                  <c:v>0.53200000000000003</c:v>
                </c:pt>
                <c:pt idx="12948">
                  <c:v>0.53200000000000003</c:v>
                </c:pt>
                <c:pt idx="12949">
                  <c:v>0.53214814814814815</c:v>
                </c:pt>
                <c:pt idx="12950">
                  <c:v>0.53229629629629627</c:v>
                </c:pt>
                <c:pt idx="12951">
                  <c:v>0.53229629629629627</c:v>
                </c:pt>
                <c:pt idx="12952">
                  <c:v>0.53229629629629627</c:v>
                </c:pt>
                <c:pt idx="12953">
                  <c:v>0.5324444444444445</c:v>
                </c:pt>
                <c:pt idx="12954">
                  <c:v>0.5324444444444445</c:v>
                </c:pt>
                <c:pt idx="12955">
                  <c:v>0.5324444444444445</c:v>
                </c:pt>
                <c:pt idx="12956">
                  <c:v>0.53259259259259262</c:v>
                </c:pt>
                <c:pt idx="12957">
                  <c:v>0.53274074074074074</c:v>
                </c:pt>
                <c:pt idx="12958">
                  <c:v>0.53274074074074074</c:v>
                </c:pt>
                <c:pt idx="12959">
                  <c:v>0.53274074074074074</c:v>
                </c:pt>
                <c:pt idx="12960">
                  <c:v>0.53288888888888886</c:v>
                </c:pt>
                <c:pt idx="12961">
                  <c:v>0.53288888888888886</c:v>
                </c:pt>
                <c:pt idx="12962">
                  <c:v>0.53288888888888886</c:v>
                </c:pt>
                <c:pt idx="12963">
                  <c:v>0.53288888888888886</c:v>
                </c:pt>
                <c:pt idx="12964">
                  <c:v>0.53303703703703709</c:v>
                </c:pt>
                <c:pt idx="12965">
                  <c:v>0.53303703703703709</c:v>
                </c:pt>
                <c:pt idx="12966">
                  <c:v>0.53303703703703709</c:v>
                </c:pt>
                <c:pt idx="12967">
                  <c:v>0.53303703703703709</c:v>
                </c:pt>
                <c:pt idx="12968">
                  <c:v>0.53303703703703709</c:v>
                </c:pt>
                <c:pt idx="12969">
                  <c:v>0.53303703703703709</c:v>
                </c:pt>
                <c:pt idx="12970">
                  <c:v>0.53303703703703709</c:v>
                </c:pt>
                <c:pt idx="12971">
                  <c:v>0.53318518518518521</c:v>
                </c:pt>
                <c:pt idx="12972">
                  <c:v>0.53318518518518521</c:v>
                </c:pt>
                <c:pt idx="12973">
                  <c:v>0.53318518518518521</c:v>
                </c:pt>
                <c:pt idx="12974">
                  <c:v>0.53318518518518521</c:v>
                </c:pt>
                <c:pt idx="12975">
                  <c:v>0.53318518518518521</c:v>
                </c:pt>
                <c:pt idx="12976">
                  <c:v>0.53333333333333333</c:v>
                </c:pt>
                <c:pt idx="12977">
                  <c:v>0.53333333333333333</c:v>
                </c:pt>
                <c:pt idx="12978">
                  <c:v>0.53348148148148145</c:v>
                </c:pt>
                <c:pt idx="12979">
                  <c:v>0.53348148148148145</c:v>
                </c:pt>
                <c:pt idx="12980">
                  <c:v>0.53348148148148145</c:v>
                </c:pt>
                <c:pt idx="12981">
                  <c:v>0.53348148148148145</c:v>
                </c:pt>
                <c:pt idx="12982">
                  <c:v>0.53348148148148145</c:v>
                </c:pt>
                <c:pt idx="12983">
                  <c:v>0.53348148148148145</c:v>
                </c:pt>
                <c:pt idx="12984">
                  <c:v>0.53348148148148145</c:v>
                </c:pt>
                <c:pt idx="12985">
                  <c:v>0.53348148148148145</c:v>
                </c:pt>
                <c:pt idx="12986">
                  <c:v>0.53348148148148145</c:v>
                </c:pt>
                <c:pt idx="12987">
                  <c:v>0.53348148148148145</c:v>
                </c:pt>
                <c:pt idx="12988">
                  <c:v>0.53348148148148145</c:v>
                </c:pt>
                <c:pt idx="12989">
                  <c:v>0.53348148148148145</c:v>
                </c:pt>
                <c:pt idx="12990">
                  <c:v>0.53348148148148145</c:v>
                </c:pt>
                <c:pt idx="12991">
                  <c:v>0.53348148148148145</c:v>
                </c:pt>
                <c:pt idx="12992">
                  <c:v>0.53348148148148145</c:v>
                </c:pt>
                <c:pt idx="12993">
                  <c:v>0.53348148148148145</c:v>
                </c:pt>
                <c:pt idx="12994">
                  <c:v>0.53348148148148145</c:v>
                </c:pt>
                <c:pt idx="12995">
                  <c:v>0.53348148148148145</c:v>
                </c:pt>
                <c:pt idx="12996">
                  <c:v>0.53348148148148145</c:v>
                </c:pt>
                <c:pt idx="12997">
                  <c:v>0.53348148148148145</c:v>
                </c:pt>
                <c:pt idx="12998">
                  <c:v>0.53362962962962968</c:v>
                </c:pt>
                <c:pt idx="12999">
                  <c:v>0.53362962962962968</c:v>
                </c:pt>
                <c:pt idx="13000">
                  <c:v>0.53362962962962968</c:v>
                </c:pt>
                <c:pt idx="13001">
                  <c:v>0.5337777777777778</c:v>
                </c:pt>
                <c:pt idx="13002">
                  <c:v>0.5337777777777778</c:v>
                </c:pt>
                <c:pt idx="13003">
                  <c:v>0.5337777777777778</c:v>
                </c:pt>
                <c:pt idx="13004">
                  <c:v>0.5337777777777778</c:v>
                </c:pt>
                <c:pt idx="13005">
                  <c:v>0.53392592592592591</c:v>
                </c:pt>
                <c:pt idx="13006">
                  <c:v>0.53407407407407403</c:v>
                </c:pt>
                <c:pt idx="13007">
                  <c:v>0.53407407407407403</c:v>
                </c:pt>
                <c:pt idx="13008">
                  <c:v>0.53422222222222226</c:v>
                </c:pt>
                <c:pt idx="13009">
                  <c:v>0.53437037037037038</c:v>
                </c:pt>
                <c:pt idx="13010">
                  <c:v>0.53437037037037038</c:v>
                </c:pt>
                <c:pt idx="13011">
                  <c:v>0.53437037037037038</c:v>
                </c:pt>
                <c:pt idx="13012">
                  <c:v>0.53437037037037038</c:v>
                </c:pt>
                <c:pt idx="13013">
                  <c:v>0.53437037037037038</c:v>
                </c:pt>
                <c:pt idx="13014">
                  <c:v>0.5345185185185185</c:v>
                </c:pt>
                <c:pt idx="13015">
                  <c:v>0.5345185185185185</c:v>
                </c:pt>
                <c:pt idx="13016">
                  <c:v>0.5345185185185185</c:v>
                </c:pt>
                <c:pt idx="13017">
                  <c:v>0.5345185185185185</c:v>
                </c:pt>
                <c:pt idx="13018">
                  <c:v>0.53466666666666662</c:v>
                </c:pt>
                <c:pt idx="13019">
                  <c:v>0.53466666666666662</c:v>
                </c:pt>
                <c:pt idx="13020">
                  <c:v>0.53466666666666662</c:v>
                </c:pt>
                <c:pt idx="13021">
                  <c:v>0.53481481481481485</c:v>
                </c:pt>
                <c:pt idx="13022">
                  <c:v>0.53481481481481485</c:v>
                </c:pt>
                <c:pt idx="13023">
                  <c:v>0.53481481481481485</c:v>
                </c:pt>
                <c:pt idx="13024">
                  <c:v>0.53496296296296297</c:v>
                </c:pt>
                <c:pt idx="13025">
                  <c:v>0.53496296296296297</c:v>
                </c:pt>
                <c:pt idx="13026">
                  <c:v>0.53496296296296297</c:v>
                </c:pt>
                <c:pt idx="13027">
                  <c:v>0.53496296296296297</c:v>
                </c:pt>
                <c:pt idx="13028">
                  <c:v>0.53496296296296297</c:v>
                </c:pt>
                <c:pt idx="13029">
                  <c:v>0.53511111111111109</c:v>
                </c:pt>
                <c:pt idx="13030">
                  <c:v>0.53511111111111109</c:v>
                </c:pt>
                <c:pt idx="13031">
                  <c:v>0.53511111111111109</c:v>
                </c:pt>
                <c:pt idx="13032">
                  <c:v>0.53511111111111109</c:v>
                </c:pt>
                <c:pt idx="13033">
                  <c:v>0.53511111111111109</c:v>
                </c:pt>
                <c:pt idx="13034">
                  <c:v>0.53511111111111109</c:v>
                </c:pt>
                <c:pt idx="13035">
                  <c:v>0.53511111111111109</c:v>
                </c:pt>
                <c:pt idx="13036">
                  <c:v>0.53511111111111109</c:v>
                </c:pt>
                <c:pt idx="13037">
                  <c:v>0.53511111111111109</c:v>
                </c:pt>
                <c:pt idx="13038">
                  <c:v>0.53511111111111109</c:v>
                </c:pt>
                <c:pt idx="13039">
                  <c:v>0.53511111111111109</c:v>
                </c:pt>
                <c:pt idx="13040">
                  <c:v>0.53511111111111109</c:v>
                </c:pt>
                <c:pt idx="13041">
                  <c:v>0.53511111111111109</c:v>
                </c:pt>
                <c:pt idx="13042">
                  <c:v>0.53525925925925921</c:v>
                </c:pt>
                <c:pt idx="13043">
                  <c:v>0.53525925925925921</c:v>
                </c:pt>
                <c:pt idx="13044">
                  <c:v>0.53525925925925921</c:v>
                </c:pt>
                <c:pt idx="13045">
                  <c:v>0.53525925925925921</c:v>
                </c:pt>
                <c:pt idx="13046">
                  <c:v>0.53525925925925921</c:v>
                </c:pt>
                <c:pt idx="13047">
                  <c:v>0.53525925925925921</c:v>
                </c:pt>
                <c:pt idx="13048">
                  <c:v>0.53525925925925921</c:v>
                </c:pt>
                <c:pt idx="13049">
                  <c:v>0.53525925925925921</c:v>
                </c:pt>
                <c:pt idx="13050">
                  <c:v>0.53540740740740744</c:v>
                </c:pt>
                <c:pt idx="13051">
                  <c:v>0.53540740740740744</c:v>
                </c:pt>
                <c:pt idx="13052">
                  <c:v>0.53540740740740744</c:v>
                </c:pt>
                <c:pt idx="13053">
                  <c:v>0.53555555555555556</c:v>
                </c:pt>
                <c:pt idx="13054">
                  <c:v>0.53555555555555556</c:v>
                </c:pt>
                <c:pt idx="13055">
                  <c:v>0.53555555555555556</c:v>
                </c:pt>
                <c:pt idx="13056">
                  <c:v>0.53555555555555556</c:v>
                </c:pt>
                <c:pt idx="13057">
                  <c:v>0.53555555555555556</c:v>
                </c:pt>
                <c:pt idx="13058">
                  <c:v>0.53555555555555556</c:v>
                </c:pt>
                <c:pt idx="13059">
                  <c:v>0.53555555555555556</c:v>
                </c:pt>
                <c:pt idx="13060">
                  <c:v>0.53555555555555556</c:v>
                </c:pt>
                <c:pt idx="13061">
                  <c:v>0.53555555555555556</c:v>
                </c:pt>
                <c:pt idx="13062">
                  <c:v>0.53555555555555556</c:v>
                </c:pt>
                <c:pt idx="13063">
                  <c:v>0.53555555555555556</c:v>
                </c:pt>
                <c:pt idx="13064">
                  <c:v>0.53555555555555556</c:v>
                </c:pt>
                <c:pt idx="13065">
                  <c:v>0.53570370370370368</c:v>
                </c:pt>
                <c:pt idx="13066">
                  <c:v>0.53570370370370368</c:v>
                </c:pt>
                <c:pt idx="13067">
                  <c:v>0.53570370370370368</c:v>
                </c:pt>
                <c:pt idx="13068">
                  <c:v>0.53570370370370368</c:v>
                </c:pt>
                <c:pt idx="13069">
                  <c:v>0.53570370370370368</c:v>
                </c:pt>
                <c:pt idx="13070">
                  <c:v>0.53570370370370368</c:v>
                </c:pt>
                <c:pt idx="13071">
                  <c:v>0.53570370370370368</c:v>
                </c:pt>
                <c:pt idx="13072">
                  <c:v>0.53570370370370368</c:v>
                </c:pt>
                <c:pt idx="13073">
                  <c:v>0.53570370370370368</c:v>
                </c:pt>
                <c:pt idx="13074">
                  <c:v>0.53570370370370368</c:v>
                </c:pt>
                <c:pt idx="13075">
                  <c:v>0.53570370370370368</c:v>
                </c:pt>
                <c:pt idx="13076">
                  <c:v>0.53570370370370368</c:v>
                </c:pt>
                <c:pt idx="13077">
                  <c:v>0.53570370370370368</c:v>
                </c:pt>
                <c:pt idx="13078">
                  <c:v>0.53570370370370368</c:v>
                </c:pt>
                <c:pt idx="13079">
                  <c:v>0.53570370370370368</c:v>
                </c:pt>
                <c:pt idx="13080">
                  <c:v>0.53570370370370368</c:v>
                </c:pt>
                <c:pt idx="13081">
                  <c:v>0.53570370370370368</c:v>
                </c:pt>
                <c:pt idx="13082">
                  <c:v>0.53570370370370368</c:v>
                </c:pt>
                <c:pt idx="13083">
                  <c:v>0.53570370370370368</c:v>
                </c:pt>
                <c:pt idx="13084">
                  <c:v>0.53570370370370368</c:v>
                </c:pt>
                <c:pt idx="13085">
                  <c:v>0.53570370370370368</c:v>
                </c:pt>
                <c:pt idx="13086">
                  <c:v>0.53570370370370368</c:v>
                </c:pt>
                <c:pt idx="13087">
                  <c:v>0.53570370370370368</c:v>
                </c:pt>
                <c:pt idx="13088">
                  <c:v>0.5358518518518518</c:v>
                </c:pt>
                <c:pt idx="13089">
                  <c:v>0.5358518518518518</c:v>
                </c:pt>
                <c:pt idx="13090">
                  <c:v>0.53600000000000003</c:v>
                </c:pt>
                <c:pt idx="13091">
                  <c:v>0.53600000000000003</c:v>
                </c:pt>
                <c:pt idx="13092">
                  <c:v>0.53600000000000003</c:v>
                </c:pt>
                <c:pt idx="13093">
                  <c:v>0.53600000000000003</c:v>
                </c:pt>
                <c:pt idx="13094">
                  <c:v>0.53614814814814815</c:v>
                </c:pt>
                <c:pt idx="13095">
                  <c:v>0.53614814814814815</c:v>
                </c:pt>
                <c:pt idx="13096">
                  <c:v>0.53614814814814815</c:v>
                </c:pt>
                <c:pt idx="13097">
                  <c:v>0.53614814814814815</c:v>
                </c:pt>
                <c:pt idx="13098">
                  <c:v>0.53614814814814815</c:v>
                </c:pt>
                <c:pt idx="13099">
                  <c:v>0.53614814814814815</c:v>
                </c:pt>
                <c:pt idx="13100">
                  <c:v>0.53614814814814815</c:v>
                </c:pt>
                <c:pt idx="13101">
                  <c:v>0.53614814814814815</c:v>
                </c:pt>
                <c:pt idx="13102">
                  <c:v>0.53614814814814815</c:v>
                </c:pt>
                <c:pt idx="13103">
                  <c:v>0.53629629629629627</c:v>
                </c:pt>
                <c:pt idx="13104">
                  <c:v>0.53644444444444439</c:v>
                </c:pt>
                <c:pt idx="13105">
                  <c:v>0.53659259259259262</c:v>
                </c:pt>
                <c:pt idx="13106">
                  <c:v>0.53659259259259262</c:v>
                </c:pt>
                <c:pt idx="13107">
                  <c:v>0.53659259259259262</c:v>
                </c:pt>
                <c:pt idx="13108">
                  <c:v>0.53659259259259262</c:v>
                </c:pt>
                <c:pt idx="13109">
                  <c:v>0.53659259259259262</c:v>
                </c:pt>
                <c:pt idx="13110">
                  <c:v>0.53659259259259262</c:v>
                </c:pt>
                <c:pt idx="13111">
                  <c:v>0.53659259259259262</c:v>
                </c:pt>
                <c:pt idx="13112">
                  <c:v>0.53659259259259262</c:v>
                </c:pt>
                <c:pt idx="13113">
                  <c:v>0.53659259259259262</c:v>
                </c:pt>
                <c:pt idx="13114">
                  <c:v>0.53659259259259262</c:v>
                </c:pt>
                <c:pt idx="13115">
                  <c:v>0.53659259259259262</c:v>
                </c:pt>
                <c:pt idx="13116">
                  <c:v>0.53659259259259262</c:v>
                </c:pt>
                <c:pt idx="13117">
                  <c:v>0.53659259259259262</c:v>
                </c:pt>
                <c:pt idx="13118">
                  <c:v>0.53674074074074074</c:v>
                </c:pt>
                <c:pt idx="13119">
                  <c:v>0.53688888888888886</c:v>
                </c:pt>
                <c:pt idx="13120">
                  <c:v>0.53688888888888886</c:v>
                </c:pt>
                <c:pt idx="13121">
                  <c:v>0.53688888888888886</c:v>
                </c:pt>
                <c:pt idx="13122">
                  <c:v>0.53703703703703709</c:v>
                </c:pt>
                <c:pt idx="13123">
                  <c:v>0.53703703703703709</c:v>
                </c:pt>
                <c:pt idx="13124">
                  <c:v>0.53703703703703709</c:v>
                </c:pt>
                <c:pt idx="13125">
                  <c:v>0.53703703703703709</c:v>
                </c:pt>
                <c:pt idx="13126">
                  <c:v>0.53703703703703709</c:v>
                </c:pt>
                <c:pt idx="13127">
                  <c:v>0.53703703703703709</c:v>
                </c:pt>
                <c:pt idx="13128">
                  <c:v>0.53703703703703709</c:v>
                </c:pt>
                <c:pt idx="13129">
                  <c:v>0.53718518518518521</c:v>
                </c:pt>
                <c:pt idx="13130">
                  <c:v>0.53718518518518521</c:v>
                </c:pt>
                <c:pt idx="13131">
                  <c:v>0.53718518518518521</c:v>
                </c:pt>
                <c:pt idx="13132">
                  <c:v>0.53733333333333333</c:v>
                </c:pt>
                <c:pt idx="13133">
                  <c:v>0.53733333333333333</c:v>
                </c:pt>
                <c:pt idx="13134">
                  <c:v>0.53733333333333333</c:v>
                </c:pt>
                <c:pt idx="13135">
                  <c:v>0.53733333333333333</c:v>
                </c:pt>
                <c:pt idx="13136">
                  <c:v>0.53733333333333333</c:v>
                </c:pt>
                <c:pt idx="13137">
                  <c:v>0.53733333333333333</c:v>
                </c:pt>
                <c:pt idx="13138">
                  <c:v>0.53733333333333333</c:v>
                </c:pt>
                <c:pt idx="13139">
                  <c:v>0.53733333333333333</c:v>
                </c:pt>
                <c:pt idx="13140">
                  <c:v>0.53733333333333333</c:v>
                </c:pt>
                <c:pt idx="13141">
                  <c:v>0.53748148148148145</c:v>
                </c:pt>
                <c:pt idx="13142">
                  <c:v>0.53748148148148145</c:v>
                </c:pt>
                <c:pt idx="13143">
                  <c:v>0.53748148148148145</c:v>
                </c:pt>
                <c:pt idx="13144">
                  <c:v>0.53748148148148145</c:v>
                </c:pt>
                <c:pt idx="13145">
                  <c:v>0.53748148148148145</c:v>
                </c:pt>
                <c:pt idx="13146">
                  <c:v>0.53748148148148145</c:v>
                </c:pt>
                <c:pt idx="13147">
                  <c:v>0.53762962962962968</c:v>
                </c:pt>
                <c:pt idx="13148">
                  <c:v>0.53762962962962968</c:v>
                </c:pt>
                <c:pt idx="13149">
                  <c:v>0.5377777777777778</c:v>
                </c:pt>
                <c:pt idx="13150">
                  <c:v>0.5377777777777778</c:v>
                </c:pt>
                <c:pt idx="13151">
                  <c:v>0.53792592592592592</c:v>
                </c:pt>
                <c:pt idx="13152">
                  <c:v>0.53792592592592592</c:v>
                </c:pt>
                <c:pt idx="13153">
                  <c:v>0.53792592592592592</c:v>
                </c:pt>
                <c:pt idx="13154">
                  <c:v>0.53807407407407404</c:v>
                </c:pt>
                <c:pt idx="13155">
                  <c:v>0.53822222222222227</c:v>
                </c:pt>
                <c:pt idx="13156">
                  <c:v>0.53837037037037039</c:v>
                </c:pt>
                <c:pt idx="13157">
                  <c:v>0.53851851851851851</c:v>
                </c:pt>
                <c:pt idx="13158">
                  <c:v>0.53851851851851851</c:v>
                </c:pt>
                <c:pt idx="13159">
                  <c:v>0.53851851851851851</c:v>
                </c:pt>
                <c:pt idx="13160">
                  <c:v>0.53851851851851851</c:v>
                </c:pt>
                <c:pt idx="13161">
                  <c:v>0.53866666666666663</c:v>
                </c:pt>
                <c:pt idx="13162">
                  <c:v>0.53881481481481486</c:v>
                </c:pt>
                <c:pt idx="13163">
                  <c:v>0.53881481481481486</c:v>
                </c:pt>
                <c:pt idx="13164">
                  <c:v>0.53881481481481486</c:v>
                </c:pt>
                <c:pt idx="13165">
                  <c:v>0.53881481481481486</c:v>
                </c:pt>
                <c:pt idx="13166">
                  <c:v>0.53881481481481486</c:v>
                </c:pt>
                <c:pt idx="13167">
                  <c:v>0.53881481481481486</c:v>
                </c:pt>
                <c:pt idx="13168">
                  <c:v>0.53881481481481486</c:v>
                </c:pt>
                <c:pt idx="13169">
                  <c:v>0.53896296296296298</c:v>
                </c:pt>
                <c:pt idx="13170">
                  <c:v>0.53896296296296298</c:v>
                </c:pt>
                <c:pt idx="13171">
                  <c:v>0.53896296296296298</c:v>
                </c:pt>
                <c:pt idx="13172">
                  <c:v>0.53896296296296298</c:v>
                </c:pt>
                <c:pt idx="13173">
                  <c:v>0.53896296296296298</c:v>
                </c:pt>
                <c:pt idx="13174">
                  <c:v>0.53896296296296298</c:v>
                </c:pt>
                <c:pt idx="13175">
                  <c:v>0.53896296296296298</c:v>
                </c:pt>
                <c:pt idx="13176">
                  <c:v>0.53896296296296298</c:v>
                </c:pt>
                <c:pt idx="13177">
                  <c:v>0.5391111111111111</c:v>
                </c:pt>
                <c:pt idx="13178">
                  <c:v>0.5391111111111111</c:v>
                </c:pt>
                <c:pt idx="13179">
                  <c:v>0.5391111111111111</c:v>
                </c:pt>
                <c:pt idx="13180">
                  <c:v>0.5391111111111111</c:v>
                </c:pt>
                <c:pt idx="13181">
                  <c:v>0.5391111111111111</c:v>
                </c:pt>
                <c:pt idx="13182">
                  <c:v>0.5391111111111111</c:v>
                </c:pt>
                <c:pt idx="13183">
                  <c:v>0.5391111111111111</c:v>
                </c:pt>
                <c:pt idx="13184">
                  <c:v>0.5391111111111111</c:v>
                </c:pt>
                <c:pt idx="13185">
                  <c:v>0.5391111111111111</c:v>
                </c:pt>
                <c:pt idx="13186">
                  <c:v>0.5391111111111111</c:v>
                </c:pt>
                <c:pt idx="13187">
                  <c:v>0.5391111111111111</c:v>
                </c:pt>
                <c:pt idx="13188">
                  <c:v>0.5391111111111111</c:v>
                </c:pt>
                <c:pt idx="13189">
                  <c:v>0.5391111111111111</c:v>
                </c:pt>
                <c:pt idx="13190">
                  <c:v>0.5391111111111111</c:v>
                </c:pt>
                <c:pt idx="13191">
                  <c:v>0.5391111111111111</c:v>
                </c:pt>
                <c:pt idx="13192">
                  <c:v>0.5391111111111111</c:v>
                </c:pt>
                <c:pt idx="13193">
                  <c:v>0.5391111111111111</c:v>
                </c:pt>
                <c:pt idx="13194">
                  <c:v>0.5391111111111111</c:v>
                </c:pt>
                <c:pt idx="13195">
                  <c:v>0.5391111111111111</c:v>
                </c:pt>
                <c:pt idx="13196">
                  <c:v>0.5391111111111111</c:v>
                </c:pt>
                <c:pt idx="13197">
                  <c:v>0.5391111111111111</c:v>
                </c:pt>
                <c:pt idx="13198">
                  <c:v>0.5391111111111111</c:v>
                </c:pt>
                <c:pt idx="13199">
                  <c:v>0.5391111111111111</c:v>
                </c:pt>
                <c:pt idx="13200">
                  <c:v>0.5391111111111111</c:v>
                </c:pt>
                <c:pt idx="13201">
                  <c:v>0.5391111111111111</c:v>
                </c:pt>
                <c:pt idx="13202">
                  <c:v>0.53925925925925922</c:v>
                </c:pt>
                <c:pt idx="13203">
                  <c:v>0.53925925925925922</c:v>
                </c:pt>
                <c:pt idx="13204">
                  <c:v>0.53925925925925922</c:v>
                </c:pt>
                <c:pt idx="13205">
                  <c:v>0.53925925925925922</c:v>
                </c:pt>
                <c:pt idx="13206">
                  <c:v>0.53925925925925922</c:v>
                </c:pt>
                <c:pt idx="13207">
                  <c:v>0.53925925925925922</c:v>
                </c:pt>
                <c:pt idx="13208">
                  <c:v>0.53940740740740745</c:v>
                </c:pt>
                <c:pt idx="13209">
                  <c:v>0.53940740740740745</c:v>
                </c:pt>
                <c:pt idx="13210">
                  <c:v>0.53940740740740745</c:v>
                </c:pt>
                <c:pt idx="13211">
                  <c:v>0.53955555555555557</c:v>
                </c:pt>
                <c:pt idx="13212">
                  <c:v>0.53970370370370369</c:v>
                </c:pt>
                <c:pt idx="13213">
                  <c:v>0.53985185185185181</c:v>
                </c:pt>
                <c:pt idx="13214">
                  <c:v>0.53985185185185181</c:v>
                </c:pt>
                <c:pt idx="13215">
                  <c:v>0.53985185185185181</c:v>
                </c:pt>
                <c:pt idx="13216">
                  <c:v>0.53985185185185181</c:v>
                </c:pt>
                <c:pt idx="13217">
                  <c:v>0.54</c:v>
                </c:pt>
                <c:pt idx="13218">
                  <c:v>0.54014814814814816</c:v>
                </c:pt>
                <c:pt idx="13219">
                  <c:v>0.54014814814814816</c:v>
                </c:pt>
                <c:pt idx="13220">
                  <c:v>0.54014814814814816</c:v>
                </c:pt>
                <c:pt idx="13221">
                  <c:v>0.54029629629629627</c:v>
                </c:pt>
                <c:pt idx="13222">
                  <c:v>0.54044444444444439</c:v>
                </c:pt>
                <c:pt idx="13223">
                  <c:v>0.54044444444444439</c:v>
                </c:pt>
                <c:pt idx="13224">
                  <c:v>0.54044444444444439</c:v>
                </c:pt>
                <c:pt idx="13225">
                  <c:v>0.54044444444444439</c:v>
                </c:pt>
                <c:pt idx="13226">
                  <c:v>0.54044444444444439</c:v>
                </c:pt>
                <c:pt idx="13227">
                  <c:v>0.54044444444444439</c:v>
                </c:pt>
                <c:pt idx="13228">
                  <c:v>0.54059259259259262</c:v>
                </c:pt>
                <c:pt idx="13229">
                  <c:v>0.54059259259259262</c:v>
                </c:pt>
                <c:pt idx="13230">
                  <c:v>0.54059259259259262</c:v>
                </c:pt>
                <c:pt idx="13231">
                  <c:v>0.54059259259259262</c:v>
                </c:pt>
                <c:pt idx="13232">
                  <c:v>0.54059259259259262</c:v>
                </c:pt>
                <c:pt idx="13233">
                  <c:v>0.54074074074074074</c:v>
                </c:pt>
                <c:pt idx="13234">
                  <c:v>0.54088888888888886</c:v>
                </c:pt>
                <c:pt idx="13235">
                  <c:v>0.54088888888888886</c:v>
                </c:pt>
                <c:pt idx="13236">
                  <c:v>0.54088888888888886</c:v>
                </c:pt>
                <c:pt idx="13237">
                  <c:v>0.54088888888888886</c:v>
                </c:pt>
                <c:pt idx="13238">
                  <c:v>0.54088888888888886</c:v>
                </c:pt>
                <c:pt idx="13239">
                  <c:v>0.54103703703703698</c:v>
                </c:pt>
                <c:pt idx="13240">
                  <c:v>0.54103703703703698</c:v>
                </c:pt>
                <c:pt idx="13241">
                  <c:v>0.54103703703703698</c:v>
                </c:pt>
                <c:pt idx="13242">
                  <c:v>0.54103703703703698</c:v>
                </c:pt>
                <c:pt idx="13243">
                  <c:v>0.54118518518518521</c:v>
                </c:pt>
                <c:pt idx="13244">
                  <c:v>0.54133333333333333</c:v>
                </c:pt>
                <c:pt idx="13245">
                  <c:v>0.54133333333333333</c:v>
                </c:pt>
                <c:pt idx="13246">
                  <c:v>0.54148148148148145</c:v>
                </c:pt>
                <c:pt idx="13247">
                  <c:v>0.54148148148148145</c:v>
                </c:pt>
                <c:pt idx="13248">
                  <c:v>0.54162962962962968</c:v>
                </c:pt>
                <c:pt idx="13249">
                  <c:v>0.5417777777777778</c:v>
                </c:pt>
                <c:pt idx="13250">
                  <c:v>0.54192592592592592</c:v>
                </c:pt>
                <c:pt idx="13251">
                  <c:v>0.54192592592592592</c:v>
                </c:pt>
                <c:pt idx="13252">
                  <c:v>0.54192592592592592</c:v>
                </c:pt>
                <c:pt idx="13253">
                  <c:v>0.54192592592592592</c:v>
                </c:pt>
                <c:pt idx="13254">
                  <c:v>0.54192592592592592</c:v>
                </c:pt>
                <c:pt idx="13255">
                  <c:v>0.54207407407407404</c:v>
                </c:pt>
                <c:pt idx="13256">
                  <c:v>0.54207407407407404</c:v>
                </c:pt>
                <c:pt idx="13257">
                  <c:v>0.54207407407407404</c:v>
                </c:pt>
                <c:pt idx="13258">
                  <c:v>0.54207407407407404</c:v>
                </c:pt>
                <c:pt idx="13259">
                  <c:v>0.54207407407407404</c:v>
                </c:pt>
                <c:pt idx="13260">
                  <c:v>0.54207407407407404</c:v>
                </c:pt>
                <c:pt idx="13261">
                  <c:v>0.54207407407407404</c:v>
                </c:pt>
                <c:pt idx="13262">
                  <c:v>0.54207407407407404</c:v>
                </c:pt>
                <c:pt idx="13263">
                  <c:v>0.54207407407407404</c:v>
                </c:pt>
                <c:pt idx="13264">
                  <c:v>0.54207407407407404</c:v>
                </c:pt>
                <c:pt idx="13265">
                  <c:v>0.54222222222222227</c:v>
                </c:pt>
                <c:pt idx="13266">
                  <c:v>0.54222222222222227</c:v>
                </c:pt>
                <c:pt idx="13267">
                  <c:v>0.54222222222222227</c:v>
                </c:pt>
                <c:pt idx="13268">
                  <c:v>0.54222222222222227</c:v>
                </c:pt>
                <c:pt idx="13269">
                  <c:v>0.54222222222222227</c:v>
                </c:pt>
                <c:pt idx="13270">
                  <c:v>0.54222222222222227</c:v>
                </c:pt>
                <c:pt idx="13271">
                  <c:v>0.54237037037037039</c:v>
                </c:pt>
                <c:pt idx="13272">
                  <c:v>0.54237037037037039</c:v>
                </c:pt>
                <c:pt idx="13273">
                  <c:v>0.54237037037037039</c:v>
                </c:pt>
                <c:pt idx="13274">
                  <c:v>0.54251851851851851</c:v>
                </c:pt>
                <c:pt idx="13275">
                  <c:v>0.54251851851851851</c:v>
                </c:pt>
                <c:pt idx="13276">
                  <c:v>0.54266666666666663</c:v>
                </c:pt>
                <c:pt idx="13277">
                  <c:v>0.54266666666666663</c:v>
                </c:pt>
                <c:pt idx="13278">
                  <c:v>0.54281481481481486</c:v>
                </c:pt>
                <c:pt idx="13279">
                  <c:v>0.54281481481481486</c:v>
                </c:pt>
                <c:pt idx="13280">
                  <c:v>0.54281481481481486</c:v>
                </c:pt>
                <c:pt idx="13281">
                  <c:v>0.54281481481481486</c:v>
                </c:pt>
                <c:pt idx="13282">
                  <c:v>0.54281481481481486</c:v>
                </c:pt>
                <c:pt idx="13283">
                  <c:v>0.54296296296296298</c:v>
                </c:pt>
                <c:pt idx="13284">
                  <c:v>0.54296296296296298</c:v>
                </c:pt>
                <c:pt idx="13285">
                  <c:v>0.54296296296296298</c:v>
                </c:pt>
                <c:pt idx="13286">
                  <c:v>0.5431111111111111</c:v>
                </c:pt>
                <c:pt idx="13287">
                  <c:v>0.5431111111111111</c:v>
                </c:pt>
                <c:pt idx="13288">
                  <c:v>0.54325925925925922</c:v>
                </c:pt>
                <c:pt idx="13289">
                  <c:v>0.54325925925925922</c:v>
                </c:pt>
                <c:pt idx="13290">
                  <c:v>0.54325925925925922</c:v>
                </c:pt>
                <c:pt idx="13291">
                  <c:v>0.54340740740740745</c:v>
                </c:pt>
                <c:pt idx="13292">
                  <c:v>0.54340740740740745</c:v>
                </c:pt>
                <c:pt idx="13293">
                  <c:v>0.54355555555555557</c:v>
                </c:pt>
                <c:pt idx="13294">
                  <c:v>0.54355555555555557</c:v>
                </c:pt>
                <c:pt idx="13295">
                  <c:v>0.54355555555555557</c:v>
                </c:pt>
                <c:pt idx="13296">
                  <c:v>0.54355555555555557</c:v>
                </c:pt>
                <c:pt idx="13297">
                  <c:v>0.54355555555555557</c:v>
                </c:pt>
                <c:pt idx="13298">
                  <c:v>0.54355555555555557</c:v>
                </c:pt>
                <c:pt idx="13299">
                  <c:v>0.54370370370370369</c:v>
                </c:pt>
                <c:pt idx="13300">
                  <c:v>0.54370370370370369</c:v>
                </c:pt>
                <c:pt idx="13301">
                  <c:v>0.54385185185185181</c:v>
                </c:pt>
                <c:pt idx="13302">
                  <c:v>0.54400000000000004</c:v>
                </c:pt>
                <c:pt idx="13303">
                  <c:v>0.54400000000000004</c:v>
                </c:pt>
                <c:pt idx="13304">
                  <c:v>0.54400000000000004</c:v>
                </c:pt>
                <c:pt idx="13305">
                  <c:v>0.54400000000000004</c:v>
                </c:pt>
                <c:pt idx="13306">
                  <c:v>0.54400000000000004</c:v>
                </c:pt>
                <c:pt idx="13307">
                  <c:v>0.54400000000000004</c:v>
                </c:pt>
                <c:pt idx="13308">
                  <c:v>0.54400000000000004</c:v>
                </c:pt>
                <c:pt idx="13309">
                  <c:v>0.54400000000000004</c:v>
                </c:pt>
                <c:pt idx="13310">
                  <c:v>0.54400000000000004</c:v>
                </c:pt>
                <c:pt idx="13311">
                  <c:v>0.54400000000000004</c:v>
                </c:pt>
                <c:pt idx="13312">
                  <c:v>0.54414814814814816</c:v>
                </c:pt>
                <c:pt idx="13313">
                  <c:v>0.54429629629629628</c:v>
                </c:pt>
                <c:pt idx="13314">
                  <c:v>0.54429629629629628</c:v>
                </c:pt>
                <c:pt idx="13315">
                  <c:v>0.5444444444444444</c:v>
                </c:pt>
                <c:pt idx="13316">
                  <c:v>0.5444444444444444</c:v>
                </c:pt>
                <c:pt idx="13317">
                  <c:v>0.5444444444444444</c:v>
                </c:pt>
                <c:pt idx="13318">
                  <c:v>0.5444444444444444</c:v>
                </c:pt>
                <c:pt idx="13319">
                  <c:v>0.5444444444444444</c:v>
                </c:pt>
                <c:pt idx="13320">
                  <c:v>0.5444444444444444</c:v>
                </c:pt>
                <c:pt idx="13321">
                  <c:v>0.5444444444444444</c:v>
                </c:pt>
                <c:pt idx="13322">
                  <c:v>0.54459259259259263</c:v>
                </c:pt>
                <c:pt idx="13323">
                  <c:v>0.54459259259259263</c:v>
                </c:pt>
                <c:pt idx="13324">
                  <c:v>0.54459259259259263</c:v>
                </c:pt>
                <c:pt idx="13325">
                  <c:v>0.54459259259259263</c:v>
                </c:pt>
                <c:pt idx="13326">
                  <c:v>0.54459259259259263</c:v>
                </c:pt>
                <c:pt idx="13327">
                  <c:v>0.54459259259259263</c:v>
                </c:pt>
                <c:pt idx="13328">
                  <c:v>0.54474074074074075</c:v>
                </c:pt>
                <c:pt idx="13329">
                  <c:v>0.54474074074074075</c:v>
                </c:pt>
                <c:pt idx="13330">
                  <c:v>0.54488888888888887</c:v>
                </c:pt>
                <c:pt idx="13331">
                  <c:v>0.54488888888888887</c:v>
                </c:pt>
                <c:pt idx="13332">
                  <c:v>0.54488888888888887</c:v>
                </c:pt>
                <c:pt idx="13333">
                  <c:v>0.54503703703703699</c:v>
                </c:pt>
                <c:pt idx="13334">
                  <c:v>0.54503703703703699</c:v>
                </c:pt>
                <c:pt idx="13335">
                  <c:v>0.54503703703703699</c:v>
                </c:pt>
                <c:pt idx="13336">
                  <c:v>0.54518518518518522</c:v>
                </c:pt>
                <c:pt idx="13337">
                  <c:v>0.54533333333333334</c:v>
                </c:pt>
                <c:pt idx="13338">
                  <c:v>0.54548148148148146</c:v>
                </c:pt>
                <c:pt idx="13339">
                  <c:v>0.54548148148148146</c:v>
                </c:pt>
                <c:pt idx="13340">
                  <c:v>0.54548148148148146</c:v>
                </c:pt>
                <c:pt idx="13341">
                  <c:v>0.54548148148148146</c:v>
                </c:pt>
                <c:pt idx="13342">
                  <c:v>0.54548148148148146</c:v>
                </c:pt>
                <c:pt idx="13343">
                  <c:v>0.54562962962962958</c:v>
                </c:pt>
                <c:pt idx="13344">
                  <c:v>0.54562962962962958</c:v>
                </c:pt>
                <c:pt idx="13345">
                  <c:v>0.54562962962962958</c:v>
                </c:pt>
                <c:pt idx="13346">
                  <c:v>0.54562962962962958</c:v>
                </c:pt>
                <c:pt idx="13347">
                  <c:v>0.54562962962962958</c:v>
                </c:pt>
                <c:pt idx="13348">
                  <c:v>0.54562962962962958</c:v>
                </c:pt>
                <c:pt idx="13349">
                  <c:v>0.54577777777777781</c:v>
                </c:pt>
                <c:pt idx="13350">
                  <c:v>0.54577777777777781</c:v>
                </c:pt>
                <c:pt idx="13351">
                  <c:v>0.54592592592592593</c:v>
                </c:pt>
                <c:pt idx="13352">
                  <c:v>0.54592592592592593</c:v>
                </c:pt>
                <c:pt idx="13353">
                  <c:v>0.54607407407407405</c:v>
                </c:pt>
                <c:pt idx="13354">
                  <c:v>0.54607407407407405</c:v>
                </c:pt>
                <c:pt idx="13355">
                  <c:v>0.54622222222222228</c:v>
                </c:pt>
                <c:pt idx="13356">
                  <c:v>0.54622222222222228</c:v>
                </c:pt>
                <c:pt idx="13357">
                  <c:v>0.54622222222222228</c:v>
                </c:pt>
                <c:pt idx="13358">
                  <c:v>0.5463703703703704</c:v>
                </c:pt>
                <c:pt idx="13359">
                  <c:v>0.5463703703703704</c:v>
                </c:pt>
                <c:pt idx="13360">
                  <c:v>0.5463703703703704</c:v>
                </c:pt>
                <c:pt idx="13361">
                  <c:v>0.5463703703703704</c:v>
                </c:pt>
                <c:pt idx="13362">
                  <c:v>0.5463703703703704</c:v>
                </c:pt>
                <c:pt idx="13363">
                  <c:v>0.5463703703703704</c:v>
                </c:pt>
                <c:pt idx="13364">
                  <c:v>0.5463703703703704</c:v>
                </c:pt>
                <c:pt idx="13365">
                  <c:v>0.5463703703703704</c:v>
                </c:pt>
                <c:pt idx="13366">
                  <c:v>0.5463703703703704</c:v>
                </c:pt>
                <c:pt idx="13367">
                  <c:v>0.5463703703703704</c:v>
                </c:pt>
                <c:pt idx="13368">
                  <c:v>0.54651851851851851</c:v>
                </c:pt>
                <c:pt idx="13369">
                  <c:v>0.54651851851851851</c:v>
                </c:pt>
                <c:pt idx="13370">
                  <c:v>0.54651851851851851</c:v>
                </c:pt>
                <c:pt idx="13371">
                  <c:v>0.54651851851851851</c:v>
                </c:pt>
                <c:pt idx="13372">
                  <c:v>0.54651851851851851</c:v>
                </c:pt>
                <c:pt idx="13373">
                  <c:v>0.54651851851851851</c:v>
                </c:pt>
                <c:pt idx="13374">
                  <c:v>0.54651851851851851</c:v>
                </c:pt>
                <c:pt idx="13375">
                  <c:v>0.54651851851851851</c:v>
                </c:pt>
                <c:pt idx="13376">
                  <c:v>0.54666666666666663</c:v>
                </c:pt>
                <c:pt idx="13377">
                  <c:v>0.54666666666666663</c:v>
                </c:pt>
                <c:pt idx="13378">
                  <c:v>0.54681481481481486</c:v>
                </c:pt>
                <c:pt idx="13379">
                  <c:v>0.54681481481481486</c:v>
                </c:pt>
                <c:pt idx="13380">
                  <c:v>0.54681481481481486</c:v>
                </c:pt>
                <c:pt idx="13381">
                  <c:v>0.54681481481481486</c:v>
                </c:pt>
                <c:pt idx="13382">
                  <c:v>0.54681481481481486</c:v>
                </c:pt>
                <c:pt idx="13383">
                  <c:v>0.54681481481481486</c:v>
                </c:pt>
                <c:pt idx="13384">
                  <c:v>0.54681481481481486</c:v>
                </c:pt>
                <c:pt idx="13385">
                  <c:v>0.54681481481481486</c:v>
                </c:pt>
                <c:pt idx="13386">
                  <c:v>0.54681481481481486</c:v>
                </c:pt>
                <c:pt idx="13387">
                  <c:v>0.54681481481481486</c:v>
                </c:pt>
                <c:pt idx="13388">
                  <c:v>0.54681481481481486</c:v>
                </c:pt>
                <c:pt idx="13389">
                  <c:v>0.54681481481481486</c:v>
                </c:pt>
                <c:pt idx="13390">
                  <c:v>0.54696296296296298</c:v>
                </c:pt>
                <c:pt idx="13391">
                  <c:v>0.54696296296296298</c:v>
                </c:pt>
                <c:pt idx="13392">
                  <c:v>0.54696296296296298</c:v>
                </c:pt>
                <c:pt idx="13393">
                  <c:v>0.54696296296296298</c:v>
                </c:pt>
                <c:pt idx="13394">
                  <c:v>0.54696296296296298</c:v>
                </c:pt>
                <c:pt idx="13395">
                  <c:v>0.54696296296296298</c:v>
                </c:pt>
                <c:pt idx="13396">
                  <c:v>0.5471111111111111</c:v>
                </c:pt>
                <c:pt idx="13397">
                  <c:v>0.5471111111111111</c:v>
                </c:pt>
                <c:pt idx="13398">
                  <c:v>0.54725925925925922</c:v>
                </c:pt>
                <c:pt idx="13399">
                  <c:v>0.54725925925925922</c:v>
                </c:pt>
                <c:pt idx="13400">
                  <c:v>0.54740740740740745</c:v>
                </c:pt>
                <c:pt idx="13401">
                  <c:v>0.54755555555555557</c:v>
                </c:pt>
                <c:pt idx="13402">
                  <c:v>0.54755555555555557</c:v>
                </c:pt>
                <c:pt idx="13403">
                  <c:v>0.54755555555555557</c:v>
                </c:pt>
                <c:pt idx="13404">
                  <c:v>0.54755555555555557</c:v>
                </c:pt>
                <c:pt idx="13405">
                  <c:v>0.54755555555555557</c:v>
                </c:pt>
                <c:pt idx="13406">
                  <c:v>0.54755555555555557</c:v>
                </c:pt>
                <c:pt idx="13407">
                  <c:v>0.54755555555555557</c:v>
                </c:pt>
                <c:pt idx="13408">
                  <c:v>0.54755555555555557</c:v>
                </c:pt>
                <c:pt idx="13409">
                  <c:v>0.54755555555555557</c:v>
                </c:pt>
                <c:pt idx="13410">
                  <c:v>0.54755555555555557</c:v>
                </c:pt>
                <c:pt idx="13411">
                  <c:v>0.54755555555555557</c:v>
                </c:pt>
                <c:pt idx="13412">
                  <c:v>0.54770370370370369</c:v>
                </c:pt>
                <c:pt idx="13413">
                  <c:v>0.54785185185185181</c:v>
                </c:pt>
                <c:pt idx="13414">
                  <c:v>0.54785185185185181</c:v>
                </c:pt>
                <c:pt idx="13415">
                  <c:v>0.54785185185185181</c:v>
                </c:pt>
                <c:pt idx="13416">
                  <c:v>0.54785185185185181</c:v>
                </c:pt>
                <c:pt idx="13417">
                  <c:v>0.54785185185185181</c:v>
                </c:pt>
                <c:pt idx="13418">
                  <c:v>0.54785185185185181</c:v>
                </c:pt>
                <c:pt idx="13419">
                  <c:v>0.54785185185185181</c:v>
                </c:pt>
                <c:pt idx="13420">
                  <c:v>0.54785185185185181</c:v>
                </c:pt>
                <c:pt idx="13421">
                  <c:v>0.54785185185185181</c:v>
                </c:pt>
                <c:pt idx="13422">
                  <c:v>0.54800000000000004</c:v>
                </c:pt>
                <c:pt idx="13423">
                  <c:v>0.54800000000000004</c:v>
                </c:pt>
                <c:pt idx="13424">
                  <c:v>0.54800000000000004</c:v>
                </c:pt>
                <c:pt idx="13425">
                  <c:v>0.54800000000000004</c:v>
                </c:pt>
                <c:pt idx="13426">
                  <c:v>0.54814814814814816</c:v>
                </c:pt>
                <c:pt idx="13427">
                  <c:v>0.54829629629629628</c:v>
                </c:pt>
                <c:pt idx="13428">
                  <c:v>0.5484444444444444</c:v>
                </c:pt>
                <c:pt idx="13429">
                  <c:v>0.5484444444444444</c:v>
                </c:pt>
                <c:pt idx="13430">
                  <c:v>0.54859259259259263</c:v>
                </c:pt>
                <c:pt idx="13431">
                  <c:v>0.54859259259259263</c:v>
                </c:pt>
                <c:pt idx="13432">
                  <c:v>0.54859259259259263</c:v>
                </c:pt>
                <c:pt idx="13433">
                  <c:v>0.54859259259259263</c:v>
                </c:pt>
                <c:pt idx="13434">
                  <c:v>0.54859259259259263</c:v>
                </c:pt>
                <c:pt idx="13435">
                  <c:v>0.54874074074074075</c:v>
                </c:pt>
                <c:pt idx="13436">
                  <c:v>0.54874074074074075</c:v>
                </c:pt>
                <c:pt idx="13437">
                  <c:v>0.54874074074074075</c:v>
                </c:pt>
                <c:pt idx="13438">
                  <c:v>0.54874074074074075</c:v>
                </c:pt>
                <c:pt idx="13439">
                  <c:v>0.54874074074074075</c:v>
                </c:pt>
                <c:pt idx="13440">
                  <c:v>0.54888888888888887</c:v>
                </c:pt>
                <c:pt idx="13441">
                  <c:v>0.54888888888888887</c:v>
                </c:pt>
                <c:pt idx="13442">
                  <c:v>0.54888888888888887</c:v>
                </c:pt>
                <c:pt idx="13443">
                  <c:v>0.54903703703703699</c:v>
                </c:pt>
                <c:pt idx="13444">
                  <c:v>0.54903703703703699</c:v>
                </c:pt>
                <c:pt idx="13445">
                  <c:v>0.54903703703703699</c:v>
                </c:pt>
                <c:pt idx="13446">
                  <c:v>0.54918518518518522</c:v>
                </c:pt>
                <c:pt idx="13447">
                  <c:v>0.54918518518518522</c:v>
                </c:pt>
                <c:pt idx="13448">
                  <c:v>0.54918518518518522</c:v>
                </c:pt>
                <c:pt idx="13449">
                  <c:v>0.54918518518518522</c:v>
                </c:pt>
                <c:pt idx="13450">
                  <c:v>0.54918518518518522</c:v>
                </c:pt>
                <c:pt idx="13451">
                  <c:v>0.54933333333333334</c:v>
                </c:pt>
                <c:pt idx="13452">
                  <c:v>0.54948148148148146</c:v>
                </c:pt>
                <c:pt idx="13453">
                  <c:v>0.54962962962962958</c:v>
                </c:pt>
                <c:pt idx="13454">
                  <c:v>0.54977777777777781</c:v>
                </c:pt>
                <c:pt idx="13455">
                  <c:v>0.54977777777777781</c:v>
                </c:pt>
                <c:pt idx="13456">
                  <c:v>0.54977777777777781</c:v>
                </c:pt>
                <c:pt idx="13457">
                  <c:v>0.54977777777777781</c:v>
                </c:pt>
                <c:pt idx="13458">
                  <c:v>0.54977777777777781</c:v>
                </c:pt>
                <c:pt idx="13459">
                  <c:v>0.54977777777777781</c:v>
                </c:pt>
                <c:pt idx="13460">
                  <c:v>0.54977777777777781</c:v>
                </c:pt>
                <c:pt idx="13461">
                  <c:v>0.54992592592592593</c:v>
                </c:pt>
                <c:pt idx="13462">
                  <c:v>0.54992592592592593</c:v>
                </c:pt>
                <c:pt idx="13463">
                  <c:v>0.54992592592592593</c:v>
                </c:pt>
                <c:pt idx="13464">
                  <c:v>0.54992592592592593</c:v>
                </c:pt>
                <c:pt idx="13465">
                  <c:v>0.55007407407407405</c:v>
                </c:pt>
                <c:pt idx="13466">
                  <c:v>0.55007407407407405</c:v>
                </c:pt>
                <c:pt idx="13467">
                  <c:v>0.55007407407407405</c:v>
                </c:pt>
                <c:pt idx="13468">
                  <c:v>0.55007407407407405</c:v>
                </c:pt>
                <c:pt idx="13469">
                  <c:v>0.55007407407407405</c:v>
                </c:pt>
                <c:pt idx="13470">
                  <c:v>0.55007407407407405</c:v>
                </c:pt>
                <c:pt idx="13471">
                  <c:v>0.55007407407407405</c:v>
                </c:pt>
                <c:pt idx="13472">
                  <c:v>0.55022222222222217</c:v>
                </c:pt>
                <c:pt idx="13473">
                  <c:v>0.55022222222222217</c:v>
                </c:pt>
                <c:pt idx="13474">
                  <c:v>0.55022222222222217</c:v>
                </c:pt>
                <c:pt idx="13475">
                  <c:v>0.55022222222222217</c:v>
                </c:pt>
                <c:pt idx="13476">
                  <c:v>0.55022222222222217</c:v>
                </c:pt>
                <c:pt idx="13477">
                  <c:v>0.55022222222222217</c:v>
                </c:pt>
                <c:pt idx="13478">
                  <c:v>0.55022222222222217</c:v>
                </c:pt>
                <c:pt idx="13479">
                  <c:v>0.55022222222222217</c:v>
                </c:pt>
                <c:pt idx="13480">
                  <c:v>0.55022222222222217</c:v>
                </c:pt>
                <c:pt idx="13481">
                  <c:v>0.55022222222222217</c:v>
                </c:pt>
                <c:pt idx="13482">
                  <c:v>0.55022222222222217</c:v>
                </c:pt>
                <c:pt idx="13483">
                  <c:v>0.55022222222222217</c:v>
                </c:pt>
                <c:pt idx="13484">
                  <c:v>0.5503703703703704</c:v>
                </c:pt>
                <c:pt idx="13485">
                  <c:v>0.5503703703703704</c:v>
                </c:pt>
                <c:pt idx="13486">
                  <c:v>0.5503703703703704</c:v>
                </c:pt>
                <c:pt idx="13487">
                  <c:v>0.5503703703703704</c:v>
                </c:pt>
                <c:pt idx="13488">
                  <c:v>0.5503703703703704</c:v>
                </c:pt>
                <c:pt idx="13489">
                  <c:v>0.5503703703703704</c:v>
                </c:pt>
                <c:pt idx="13490">
                  <c:v>0.5503703703703704</c:v>
                </c:pt>
                <c:pt idx="13491">
                  <c:v>0.5503703703703704</c:v>
                </c:pt>
                <c:pt idx="13492">
                  <c:v>0.5503703703703704</c:v>
                </c:pt>
                <c:pt idx="13493">
                  <c:v>0.55051851851851852</c:v>
                </c:pt>
                <c:pt idx="13494">
                  <c:v>0.55051851851851852</c:v>
                </c:pt>
                <c:pt idx="13495">
                  <c:v>0.55051851851851852</c:v>
                </c:pt>
                <c:pt idx="13496">
                  <c:v>0.55051851851851852</c:v>
                </c:pt>
                <c:pt idx="13497">
                  <c:v>0.55051851851851852</c:v>
                </c:pt>
                <c:pt idx="13498">
                  <c:v>0.55051851851851852</c:v>
                </c:pt>
                <c:pt idx="13499">
                  <c:v>0.55066666666666664</c:v>
                </c:pt>
                <c:pt idx="13500">
                  <c:v>0.55066666666666664</c:v>
                </c:pt>
                <c:pt idx="13501">
                  <c:v>0.55066666666666664</c:v>
                </c:pt>
                <c:pt idx="13502">
                  <c:v>0.55081481481481487</c:v>
                </c:pt>
                <c:pt idx="13503">
                  <c:v>0.55081481481481487</c:v>
                </c:pt>
                <c:pt idx="13504">
                  <c:v>0.55081481481481487</c:v>
                </c:pt>
                <c:pt idx="13505">
                  <c:v>0.55081481481481487</c:v>
                </c:pt>
                <c:pt idx="13506">
                  <c:v>0.55081481481481487</c:v>
                </c:pt>
                <c:pt idx="13507">
                  <c:v>0.55081481481481487</c:v>
                </c:pt>
                <c:pt idx="13508">
                  <c:v>0.55081481481481487</c:v>
                </c:pt>
                <c:pt idx="13509">
                  <c:v>0.55081481481481487</c:v>
                </c:pt>
                <c:pt idx="13510">
                  <c:v>0.55096296296296299</c:v>
                </c:pt>
                <c:pt idx="13511">
                  <c:v>0.55096296296296299</c:v>
                </c:pt>
                <c:pt idx="13512">
                  <c:v>0.55111111111111111</c:v>
                </c:pt>
                <c:pt idx="13513">
                  <c:v>0.55125925925925923</c:v>
                </c:pt>
                <c:pt idx="13514">
                  <c:v>0.55125925925925923</c:v>
                </c:pt>
                <c:pt idx="13515">
                  <c:v>0.55140740740740746</c:v>
                </c:pt>
                <c:pt idx="13516">
                  <c:v>0.55140740740740746</c:v>
                </c:pt>
                <c:pt idx="13517">
                  <c:v>0.55155555555555558</c:v>
                </c:pt>
                <c:pt idx="13518">
                  <c:v>0.5517037037037037</c:v>
                </c:pt>
                <c:pt idx="13519">
                  <c:v>0.5517037037037037</c:v>
                </c:pt>
                <c:pt idx="13520">
                  <c:v>0.5517037037037037</c:v>
                </c:pt>
                <c:pt idx="13521">
                  <c:v>0.5517037037037037</c:v>
                </c:pt>
                <c:pt idx="13522">
                  <c:v>0.5517037037037037</c:v>
                </c:pt>
                <c:pt idx="13523">
                  <c:v>0.55185185185185182</c:v>
                </c:pt>
                <c:pt idx="13524">
                  <c:v>0.55185185185185182</c:v>
                </c:pt>
                <c:pt idx="13525">
                  <c:v>0.55185185185185182</c:v>
                </c:pt>
                <c:pt idx="13526">
                  <c:v>0.55185185185185182</c:v>
                </c:pt>
                <c:pt idx="13527">
                  <c:v>0.55185185185185182</c:v>
                </c:pt>
                <c:pt idx="13528">
                  <c:v>0.55185185185185182</c:v>
                </c:pt>
                <c:pt idx="13529">
                  <c:v>0.55185185185185182</c:v>
                </c:pt>
                <c:pt idx="13530">
                  <c:v>0.55185185185185182</c:v>
                </c:pt>
                <c:pt idx="13531">
                  <c:v>0.55185185185185182</c:v>
                </c:pt>
                <c:pt idx="13532">
                  <c:v>0.55185185185185182</c:v>
                </c:pt>
                <c:pt idx="13533">
                  <c:v>0.55185185185185182</c:v>
                </c:pt>
                <c:pt idx="13534">
                  <c:v>0.55200000000000005</c:v>
                </c:pt>
                <c:pt idx="13535">
                  <c:v>0.55214814814814817</c:v>
                </c:pt>
                <c:pt idx="13536">
                  <c:v>0.55214814814814817</c:v>
                </c:pt>
                <c:pt idx="13537">
                  <c:v>0.55229629629629629</c:v>
                </c:pt>
                <c:pt idx="13538">
                  <c:v>0.55229629629629629</c:v>
                </c:pt>
                <c:pt idx="13539">
                  <c:v>0.5524444444444444</c:v>
                </c:pt>
                <c:pt idx="13540">
                  <c:v>0.5524444444444444</c:v>
                </c:pt>
                <c:pt idx="13541">
                  <c:v>0.55259259259259264</c:v>
                </c:pt>
                <c:pt idx="13542">
                  <c:v>0.55274074074074075</c:v>
                </c:pt>
                <c:pt idx="13543">
                  <c:v>0.55288888888888887</c:v>
                </c:pt>
                <c:pt idx="13544">
                  <c:v>0.55288888888888887</c:v>
                </c:pt>
                <c:pt idx="13545">
                  <c:v>0.55288888888888887</c:v>
                </c:pt>
                <c:pt idx="13546">
                  <c:v>0.55288888888888887</c:v>
                </c:pt>
                <c:pt idx="13547">
                  <c:v>0.55288888888888887</c:v>
                </c:pt>
                <c:pt idx="13548">
                  <c:v>0.55303703703703699</c:v>
                </c:pt>
                <c:pt idx="13549">
                  <c:v>0.55318518518518522</c:v>
                </c:pt>
                <c:pt idx="13550">
                  <c:v>0.55333333333333334</c:v>
                </c:pt>
                <c:pt idx="13551">
                  <c:v>0.55333333333333334</c:v>
                </c:pt>
                <c:pt idx="13552">
                  <c:v>0.55348148148148146</c:v>
                </c:pt>
                <c:pt idx="13553">
                  <c:v>0.55348148148148146</c:v>
                </c:pt>
                <c:pt idx="13554">
                  <c:v>0.55362962962962958</c:v>
                </c:pt>
                <c:pt idx="13555">
                  <c:v>0.55377777777777781</c:v>
                </c:pt>
                <c:pt idx="13556">
                  <c:v>0.55377777777777781</c:v>
                </c:pt>
                <c:pt idx="13557">
                  <c:v>0.55377777777777781</c:v>
                </c:pt>
                <c:pt idx="13558">
                  <c:v>0.55377777777777781</c:v>
                </c:pt>
                <c:pt idx="13559">
                  <c:v>0.55377777777777781</c:v>
                </c:pt>
                <c:pt idx="13560">
                  <c:v>0.55377777777777781</c:v>
                </c:pt>
                <c:pt idx="13561">
                  <c:v>0.55377777777777781</c:v>
                </c:pt>
                <c:pt idx="13562">
                  <c:v>0.55392592592592593</c:v>
                </c:pt>
                <c:pt idx="13563">
                  <c:v>0.55392592592592593</c:v>
                </c:pt>
                <c:pt idx="13564">
                  <c:v>0.55407407407407405</c:v>
                </c:pt>
                <c:pt idx="13565">
                  <c:v>0.55407407407407405</c:v>
                </c:pt>
                <c:pt idx="13566">
                  <c:v>0.55407407407407405</c:v>
                </c:pt>
                <c:pt idx="13567">
                  <c:v>0.55407407407407405</c:v>
                </c:pt>
                <c:pt idx="13568">
                  <c:v>0.55422222222222217</c:v>
                </c:pt>
                <c:pt idx="13569">
                  <c:v>0.55422222222222217</c:v>
                </c:pt>
                <c:pt idx="13570">
                  <c:v>0.55422222222222217</c:v>
                </c:pt>
                <c:pt idx="13571">
                  <c:v>0.5543703703703704</c:v>
                </c:pt>
                <c:pt idx="13572">
                  <c:v>0.5543703703703704</c:v>
                </c:pt>
                <c:pt idx="13573">
                  <c:v>0.55451851851851852</c:v>
                </c:pt>
                <c:pt idx="13574">
                  <c:v>0.55466666666666664</c:v>
                </c:pt>
                <c:pt idx="13575">
                  <c:v>0.55466666666666664</c:v>
                </c:pt>
                <c:pt idx="13576">
                  <c:v>0.55466666666666664</c:v>
                </c:pt>
                <c:pt idx="13577">
                  <c:v>0.55466666666666664</c:v>
                </c:pt>
                <c:pt idx="13578">
                  <c:v>0.55481481481481476</c:v>
                </c:pt>
                <c:pt idx="13579">
                  <c:v>0.55481481481481476</c:v>
                </c:pt>
                <c:pt idx="13580">
                  <c:v>0.55481481481481476</c:v>
                </c:pt>
                <c:pt idx="13581">
                  <c:v>0.55481481481481476</c:v>
                </c:pt>
                <c:pt idx="13582">
                  <c:v>0.55481481481481476</c:v>
                </c:pt>
                <c:pt idx="13583">
                  <c:v>0.55481481481481476</c:v>
                </c:pt>
                <c:pt idx="13584">
                  <c:v>0.55481481481481476</c:v>
                </c:pt>
                <c:pt idx="13585">
                  <c:v>0.55481481481481476</c:v>
                </c:pt>
                <c:pt idx="13586">
                  <c:v>0.55481481481481476</c:v>
                </c:pt>
                <c:pt idx="13587">
                  <c:v>0.55496296296296299</c:v>
                </c:pt>
                <c:pt idx="13588">
                  <c:v>0.55496296296296299</c:v>
                </c:pt>
                <c:pt idx="13589">
                  <c:v>0.55496296296296299</c:v>
                </c:pt>
                <c:pt idx="13590">
                  <c:v>0.55511111111111111</c:v>
                </c:pt>
                <c:pt idx="13591">
                  <c:v>0.55511111111111111</c:v>
                </c:pt>
                <c:pt idx="13592">
                  <c:v>0.55511111111111111</c:v>
                </c:pt>
                <c:pt idx="13593">
                  <c:v>0.55525925925925923</c:v>
                </c:pt>
                <c:pt idx="13594">
                  <c:v>0.55525925925925923</c:v>
                </c:pt>
                <c:pt idx="13595">
                  <c:v>0.55525925925925923</c:v>
                </c:pt>
                <c:pt idx="13596">
                  <c:v>0.55525925925925923</c:v>
                </c:pt>
                <c:pt idx="13597">
                  <c:v>0.55525925925925923</c:v>
                </c:pt>
                <c:pt idx="13598">
                  <c:v>0.55540740740740746</c:v>
                </c:pt>
                <c:pt idx="13599">
                  <c:v>0.55540740740740746</c:v>
                </c:pt>
                <c:pt idx="13600">
                  <c:v>0.55540740740740746</c:v>
                </c:pt>
                <c:pt idx="13601">
                  <c:v>0.55540740740740746</c:v>
                </c:pt>
                <c:pt idx="13602">
                  <c:v>0.55540740740740746</c:v>
                </c:pt>
                <c:pt idx="13603">
                  <c:v>0.55540740740740746</c:v>
                </c:pt>
                <c:pt idx="13604">
                  <c:v>0.55555555555555558</c:v>
                </c:pt>
                <c:pt idx="13605">
                  <c:v>0.55555555555555558</c:v>
                </c:pt>
                <c:pt idx="13606">
                  <c:v>0.55555555555555558</c:v>
                </c:pt>
                <c:pt idx="13607">
                  <c:v>0.55555555555555558</c:v>
                </c:pt>
                <c:pt idx="13608">
                  <c:v>0.55555555555555558</c:v>
                </c:pt>
                <c:pt idx="13609">
                  <c:v>0.55555555555555558</c:v>
                </c:pt>
                <c:pt idx="13610">
                  <c:v>0.55555555555555558</c:v>
                </c:pt>
                <c:pt idx="13611">
                  <c:v>0.5557037037037037</c:v>
                </c:pt>
                <c:pt idx="13612">
                  <c:v>0.5557037037037037</c:v>
                </c:pt>
                <c:pt idx="13613">
                  <c:v>0.5557037037037037</c:v>
                </c:pt>
                <c:pt idx="13614">
                  <c:v>0.5557037037037037</c:v>
                </c:pt>
                <c:pt idx="13615">
                  <c:v>0.5557037037037037</c:v>
                </c:pt>
                <c:pt idx="13616">
                  <c:v>0.5557037037037037</c:v>
                </c:pt>
                <c:pt idx="13617">
                  <c:v>0.5557037037037037</c:v>
                </c:pt>
                <c:pt idx="13618">
                  <c:v>0.5557037037037037</c:v>
                </c:pt>
                <c:pt idx="13619">
                  <c:v>0.5557037037037037</c:v>
                </c:pt>
                <c:pt idx="13620">
                  <c:v>0.5557037037037037</c:v>
                </c:pt>
                <c:pt idx="13621">
                  <c:v>0.55585185185185182</c:v>
                </c:pt>
                <c:pt idx="13622">
                  <c:v>0.55585185185185182</c:v>
                </c:pt>
                <c:pt idx="13623">
                  <c:v>0.55585185185185182</c:v>
                </c:pt>
                <c:pt idx="13624">
                  <c:v>0.55585185185185182</c:v>
                </c:pt>
                <c:pt idx="13625">
                  <c:v>0.55585185185185182</c:v>
                </c:pt>
                <c:pt idx="13626">
                  <c:v>0.55585185185185182</c:v>
                </c:pt>
                <c:pt idx="13627">
                  <c:v>0.55585185185185182</c:v>
                </c:pt>
                <c:pt idx="13628">
                  <c:v>0.55585185185185182</c:v>
                </c:pt>
                <c:pt idx="13629">
                  <c:v>0.55585185185185182</c:v>
                </c:pt>
                <c:pt idx="13630">
                  <c:v>0.55600000000000005</c:v>
                </c:pt>
                <c:pt idx="13631">
                  <c:v>0.55614814814814817</c:v>
                </c:pt>
                <c:pt idx="13632">
                  <c:v>0.55614814814814817</c:v>
                </c:pt>
                <c:pt idx="13633">
                  <c:v>0.55629629629629629</c:v>
                </c:pt>
                <c:pt idx="13634">
                  <c:v>0.55629629629629629</c:v>
                </c:pt>
                <c:pt idx="13635">
                  <c:v>0.55629629629629629</c:v>
                </c:pt>
                <c:pt idx="13636">
                  <c:v>0.55629629629629629</c:v>
                </c:pt>
                <c:pt idx="13637">
                  <c:v>0.55629629629629629</c:v>
                </c:pt>
                <c:pt idx="13638">
                  <c:v>0.55629629629629629</c:v>
                </c:pt>
                <c:pt idx="13639">
                  <c:v>0.55629629629629629</c:v>
                </c:pt>
                <c:pt idx="13640">
                  <c:v>0.55629629629629629</c:v>
                </c:pt>
                <c:pt idx="13641">
                  <c:v>0.55629629629629629</c:v>
                </c:pt>
                <c:pt idx="13642">
                  <c:v>0.55629629629629629</c:v>
                </c:pt>
                <c:pt idx="13643">
                  <c:v>0.55629629629629629</c:v>
                </c:pt>
                <c:pt idx="13644">
                  <c:v>0.55629629629629629</c:v>
                </c:pt>
                <c:pt idx="13645">
                  <c:v>0.55629629629629629</c:v>
                </c:pt>
                <c:pt idx="13646">
                  <c:v>0.55629629629629629</c:v>
                </c:pt>
                <c:pt idx="13647">
                  <c:v>0.55629629629629629</c:v>
                </c:pt>
                <c:pt idx="13648">
                  <c:v>0.55629629629629629</c:v>
                </c:pt>
                <c:pt idx="13649">
                  <c:v>0.55629629629629629</c:v>
                </c:pt>
                <c:pt idx="13650">
                  <c:v>0.55629629629629629</c:v>
                </c:pt>
                <c:pt idx="13651">
                  <c:v>0.55629629629629629</c:v>
                </c:pt>
                <c:pt idx="13652">
                  <c:v>0.55629629629629629</c:v>
                </c:pt>
                <c:pt idx="13653">
                  <c:v>0.55629629629629629</c:v>
                </c:pt>
                <c:pt idx="13654">
                  <c:v>0.55629629629629629</c:v>
                </c:pt>
                <c:pt idx="13655">
                  <c:v>0.55629629629629629</c:v>
                </c:pt>
                <c:pt idx="13656">
                  <c:v>0.55629629629629629</c:v>
                </c:pt>
                <c:pt idx="13657">
                  <c:v>0.55629629629629629</c:v>
                </c:pt>
                <c:pt idx="13658">
                  <c:v>0.55644444444444441</c:v>
                </c:pt>
                <c:pt idx="13659">
                  <c:v>0.55659259259259264</c:v>
                </c:pt>
                <c:pt idx="13660">
                  <c:v>0.55659259259259264</c:v>
                </c:pt>
                <c:pt idx="13661">
                  <c:v>0.55659259259259264</c:v>
                </c:pt>
                <c:pt idx="13662">
                  <c:v>0.55674074074074076</c:v>
                </c:pt>
                <c:pt idx="13663">
                  <c:v>0.55674074074074076</c:v>
                </c:pt>
                <c:pt idx="13664">
                  <c:v>0.55674074074074076</c:v>
                </c:pt>
                <c:pt idx="13665">
                  <c:v>0.55674074074074076</c:v>
                </c:pt>
                <c:pt idx="13666">
                  <c:v>0.55674074074074076</c:v>
                </c:pt>
                <c:pt idx="13667">
                  <c:v>0.55674074074074076</c:v>
                </c:pt>
                <c:pt idx="13668">
                  <c:v>0.55688888888888888</c:v>
                </c:pt>
                <c:pt idx="13669">
                  <c:v>0.55688888888888888</c:v>
                </c:pt>
                <c:pt idx="13670">
                  <c:v>0.55688888888888888</c:v>
                </c:pt>
                <c:pt idx="13671">
                  <c:v>0.55688888888888888</c:v>
                </c:pt>
                <c:pt idx="13672">
                  <c:v>0.55688888888888888</c:v>
                </c:pt>
                <c:pt idx="13673">
                  <c:v>0.55688888888888888</c:v>
                </c:pt>
                <c:pt idx="13674">
                  <c:v>0.557037037037037</c:v>
                </c:pt>
                <c:pt idx="13675">
                  <c:v>0.557037037037037</c:v>
                </c:pt>
                <c:pt idx="13676">
                  <c:v>0.55718518518518523</c:v>
                </c:pt>
                <c:pt idx="13677">
                  <c:v>0.55718518518518523</c:v>
                </c:pt>
                <c:pt idx="13678">
                  <c:v>0.55718518518518523</c:v>
                </c:pt>
                <c:pt idx="13679">
                  <c:v>0.55733333333333335</c:v>
                </c:pt>
                <c:pt idx="13680">
                  <c:v>0.55748148148148147</c:v>
                </c:pt>
                <c:pt idx="13681">
                  <c:v>0.55748148148148147</c:v>
                </c:pt>
                <c:pt idx="13682">
                  <c:v>0.55762962962962959</c:v>
                </c:pt>
                <c:pt idx="13683">
                  <c:v>0.55777777777777782</c:v>
                </c:pt>
                <c:pt idx="13684">
                  <c:v>0.55792592592592594</c:v>
                </c:pt>
                <c:pt idx="13685">
                  <c:v>0.55792592592592594</c:v>
                </c:pt>
                <c:pt idx="13686">
                  <c:v>0.55792592592592594</c:v>
                </c:pt>
                <c:pt idx="13687">
                  <c:v>0.55792592592592594</c:v>
                </c:pt>
                <c:pt idx="13688">
                  <c:v>0.55792592592592594</c:v>
                </c:pt>
                <c:pt idx="13689">
                  <c:v>0.55792592592592594</c:v>
                </c:pt>
                <c:pt idx="13690">
                  <c:v>0.55792592592592594</c:v>
                </c:pt>
                <c:pt idx="13691">
                  <c:v>0.55792592592592594</c:v>
                </c:pt>
                <c:pt idx="13692">
                  <c:v>0.55792592592592594</c:v>
                </c:pt>
                <c:pt idx="13693">
                  <c:v>0.55807407407407406</c:v>
                </c:pt>
                <c:pt idx="13694">
                  <c:v>0.55807407407407406</c:v>
                </c:pt>
                <c:pt idx="13695">
                  <c:v>0.55807407407407406</c:v>
                </c:pt>
                <c:pt idx="13696">
                  <c:v>0.55807407407407406</c:v>
                </c:pt>
                <c:pt idx="13697">
                  <c:v>0.55807407407407406</c:v>
                </c:pt>
                <c:pt idx="13698">
                  <c:v>0.55807407407407406</c:v>
                </c:pt>
                <c:pt idx="13699">
                  <c:v>0.55807407407407406</c:v>
                </c:pt>
                <c:pt idx="13700">
                  <c:v>0.55807407407407406</c:v>
                </c:pt>
                <c:pt idx="13701">
                  <c:v>0.55807407407407406</c:v>
                </c:pt>
                <c:pt idx="13702">
                  <c:v>0.55807407407407406</c:v>
                </c:pt>
                <c:pt idx="13703">
                  <c:v>0.55807407407407406</c:v>
                </c:pt>
                <c:pt idx="13704">
                  <c:v>0.55807407407407406</c:v>
                </c:pt>
                <c:pt idx="13705">
                  <c:v>0.55807407407407406</c:v>
                </c:pt>
                <c:pt idx="13706">
                  <c:v>0.55807407407407406</c:v>
                </c:pt>
                <c:pt idx="13707">
                  <c:v>0.55807407407407406</c:v>
                </c:pt>
                <c:pt idx="13708">
                  <c:v>0.55822222222222218</c:v>
                </c:pt>
                <c:pt idx="13709">
                  <c:v>0.55837037037037041</c:v>
                </c:pt>
                <c:pt idx="13710">
                  <c:v>0.55837037037037041</c:v>
                </c:pt>
                <c:pt idx="13711">
                  <c:v>0.55851851851851853</c:v>
                </c:pt>
                <c:pt idx="13712">
                  <c:v>0.55851851851851853</c:v>
                </c:pt>
                <c:pt idx="13713">
                  <c:v>0.55866666666666664</c:v>
                </c:pt>
                <c:pt idx="13714">
                  <c:v>0.55866666666666664</c:v>
                </c:pt>
                <c:pt idx="13715">
                  <c:v>0.55866666666666664</c:v>
                </c:pt>
                <c:pt idx="13716">
                  <c:v>0.55866666666666664</c:v>
                </c:pt>
                <c:pt idx="13717">
                  <c:v>0.55881481481481476</c:v>
                </c:pt>
                <c:pt idx="13718">
                  <c:v>0.55881481481481476</c:v>
                </c:pt>
                <c:pt idx="13719">
                  <c:v>0.55896296296296299</c:v>
                </c:pt>
                <c:pt idx="13720">
                  <c:v>0.55896296296296299</c:v>
                </c:pt>
                <c:pt idx="13721">
                  <c:v>0.55896296296296299</c:v>
                </c:pt>
                <c:pt idx="13722">
                  <c:v>0.55896296296296299</c:v>
                </c:pt>
                <c:pt idx="13723">
                  <c:v>0.55896296296296299</c:v>
                </c:pt>
                <c:pt idx="13724">
                  <c:v>0.55896296296296299</c:v>
                </c:pt>
                <c:pt idx="13725">
                  <c:v>0.55911111111111111</c:v>
                </c:pt>
                <c:pt idx="13726">
                  <c:v>0.55911111111111111</c:v>
                </c:pt>
                <c:pt idx="13727">
                  <c:v>0.55911111111111111</c:v>
                </c:pt>
                <c:pt idx="13728">
                  <c:v>0.55925925925925923</c:v>
                </c:pt>
                <c:pt idx="13729">
                  <c:v>0.55940740740740735</c:v>
                </c:pt>
                <c:pt idx="13730">
                  <c:v>0.55940740740740735</c:v>
                </c:pt>
                <c:pt idx="13731">
                  <c:v>0.55940740740740735</c:v>
                </c:pt>
                <c:pt idx="13732">
                  <c:v>0.55940740740740735</c:v>
                </c:pt>
                <c:pt idx="13733">
                  <c:v>0.55940740740740735</c:v>
                </c:pt>
                <c:pt idx="13734">
                  <c:v>0.55940740740740735</c:v>
                </c:pt>
                <c:pt idx="13735">
                  <c:v>0.55955555555555558</c:v>
                </c:pt>
                <c:pt idx="13736">
                  <c:v>0.55955555555555558</c:v>
                </c:pt>
                <c:pt idx="13737">
                  <c:v>0.5597037037037037</c:v>
                </c:pt>
                <c:pt idx="13738">
                  <c:v>0.5597037037037037</c:v>
                </c:pt>
                <c:pt idx="13739">
                  <c:v>0.5597037037037037</c:v>
                </c:pt>
                <c:pt idx="13740">
                  <c:v>0.5597037037037037</c:v>
                </c:pt>
                <c:pt idx="13741">
                  <c:v>0.5597037037037037</c:v>
                </c:pt>
                <c:pt idx="13742">
                  <c:v>0.5597037037037037</c:v>
                </c:pt>
                <c:pt idx="13743">
                  <c:v>0.5597037037037037</c:v>
                </c:pt>
                <c:pt idx="13744">
                  <c:v>0.5597037037037037</c:v>
                </c:pt>
                <c:pt idx="13745">
                  <c:v>0.5597037037037037</c:v>
                </c:pt>
                <c:pt idx="13746">
                  <c:v>0.5597037037037037</c:v>
                </c:pt>
                <c:pt idx="13747">
                  <c:v>0.5597037037037037</c:v>
                </c:pt>
                <c:pt idx="13748">
                  <c:v>0.55985185185185182</c:v>
                </c:pt>
                <c:pt idx="13749">
                  <c:v>0.55985185185185182</c:v>
                </c:pt>
                <c:pt idx="13750">
                  <c:v>0.55985185185185182</c:v>
                </c:pt>
                <c:pt idx="13751">
                  <c:v>0.55985185185185182</c:v>
                </c:pt>
                <c:pt idx="13752">
                  <c:v>0.55985185185185182</c:v>
                </c:pt>
                <c:pt idx="13753">
                  <c:v>0.55985185185185182</c:v>
                </c:pt>
                <c:pt idx="13754">
                  <c:v>0.55985185185185182</c:v>
                </c:pt>
                <c:pt idx="13755">
                  <c:v>0.56000000000000005</c:v>
                </c:pt>
                <c:pt idx="13756">
                  <c:v>0.56000000000000005</c:v>
                </c:pt>
                <c:pt idx="13757">
                  <c:v>0.56000000000000005</c:v>
                </c:pt>
                <c:pt idx="13758">
                  <c:v>0.56000000000000005</c:v>
                </c:pt>
                <c:pt idx="13759">
                  <c:v>0.56000000000000005</c:v>
                </c:pt>
                <c:pt idx="13760">
                  <c:v>0.56000000000000005</c:v>
                </c:pt>
                <c:pt idx="13761">
                  <c:v>0.56000000000000005</c:v>
                </c:pt>
                <c:pt idx="13762">
                  <c:v>0.56000000000000005</c:v>
                </c:pt>
                <c:pt idx="13763">
                  <c:v>0.56000000000000005</c:v>
                </c:pt>
                <c:pt idx="13764">
                  <c:v>0.56000000000000005</c:v>
                </c:pt>
                <c:pt idx="13765">
                  <c:v>0.56000000000000005</c:v>
                </c:pt>
                <c:pt idx="13766">
                  <c:v>0.56014814814814817</c:v>
                </c:pt>
                <c:pt idx="13767">
                  <c:v>0.56014814814814817</c:v>
                </c:pt>
                <c:pt idx="13768">
                  <c:v>0.56014814814814817</c:v>
                </c:pt>
                <c:pt idx="13769">
                  <c:v>0.56029629629629629</c:v>
                </c:pt>
                <c:pt idx="13770">
                  <c:v>0.56044444444444441</c:v>
                </c:pt>
                <c:pt idx="13771">
                  <c:v>0.56044444444444441</c:v>
                </c:pt>
                <c:pt idx="13772">
                  <c:v>0.56059259259259264</c:v>
                </c:pt>
                <c:pt idx="13773">
                  <c:v>0.56074074074074076</c:v>
                </c:pt>
                <c:pt idx="13774">
                  <c:v>0.56088888888888888</c:v>
                </c:pt>
                <c:pt idx="13775">
                  <c:v>0.561037037037037</c:v>
                </c:pt>
                <c:pt idx="13776">
                  <c:v>0.56118518518518523</c:v>
                </c:pt>
                <c:pt idx="13777">
                  <c:v>0.56118518518518523</c:v>
                </c:pt>
                <c:pt idx="13778">
                  <c:v>0.56118518518518523</c:v>
                </c:pt>
                <c:pt idx="13779">
                  <c:v>0.56133333333333335</c:v>
                </c:pt>
                <c:pt idx="13780">
                  <c:v>0.56133333333333335</c:v>
                </c:pt>
                <c:pt idx="13781">
                  <c:v>0.56133333333333335</c:v>
                </c:pt>
                <c:pt idx="13782">
                  <c:v>0.56133333333333335</c:v>
                </c:pt>
                <c:pt idx="13783">
                  <c:v>0.56133333333333335</c:v>
                </c:pt>
                <c:pt idx="13784">
                  <c:v>0.56148148148148147</c:v>
                </c:pt>
                <c:pt idx="13785">
                  <c:v>0.56162962962962959</c:v>
                </c:pt>
                <c:pt idx="13786">
                  <c:v>0.56162962962962959</c:v>
                </c:pt>
                <c:pt idx="13787">
                  <c:v>0.56177777777777782</c:v>
                </c:pt>
                <c:pt idx="13788">
                  <c:v>0.56177777777777782</c:v>
                </c:pt>
                <c:pt idx="13789">
                  <c:v>0.56192592592592594</c:v>
                </c:pt>
                <c:pt idx="13790">
                  <c:v>0.56192592592592594</c:v>
                </c:pt>
                <c:pt idx="13791">
                  <c:v>0.56192592592592594</c:v>
                </c:pt>
                <c:pt idx="13792">
                  <c:v>0.56192592592592594</c:v>
                </c:pt>
                <c:pt idx="13793">
                  <c:v>0.56192592592592594</c:v>
                </c:pt>
                <c:pt idx="13794">
                  <c:v>0.56192592592592594</c:v>
                </c:pt>
                <c:pt idx="13795">
                  <c:v>0.56207407407407406</c:v>
                </c:pt>
                <c:pt idx="13796">
                  <c:v>0.56207407407407406</c:v>
                </c:pt>
                <c:pt idx="13797">
                  <c:v>0.56207407407407406</c:v>
                </c:pt>
                <c:pt idx="13798">
                  <c:v>0.56207407407407406</c:v>
                </c:pt>
                <c:pt idx="13799">
                  <c:v>0.56222222222222218</c:v>
                </c:pt>
                <c:pt idx="13800">
                  <c:v>0.56222222222222218</c:v>
                </c:pt>
                <c:pt idx="13801">
                  <c:v>0.56222222222222218</c:v>
                </c:pt>
                <c:pt idx="13802">
                  <c:v>0.56222222222222218</c:v>
                </c:pt>
                <c:pt idx="13803">
                  <c:v>0.56222222222222218</c:v>
                </c:pt>
                <c:pt idx="13804">
                  <c:v>0.56222222222222218</c:v>
                </c:pt>
                <c:pt idx="13805">
                  <c:v>0.56222222222222218</c:v>
                </c:pt>
                <c:pt idx="13806">
                  <c:v>0.56222222222222218</c:v>
                </c:pt>
                <c:pt idx="13807">
                  <c:v>0.56222222222222218</c:v>
                </c:pt>
                <c:pt idx="13808">
                  <c:v>0.56222222222222218</c:v>
                </c:pt>
                <c:pt idx="13809">
                  <c:v>0.56237037037037041</c:v>
                </c:pt>
                <c:pt idx="13810">
                  <c:v>0.56237037037037041</c:v>
                </c:pt>
                <c:pt idx="13811">
                  <c:v>0.56237037037037041</c:v>
                </c:pt>
                <c:pt idx="13812">
                  <c:v>0.56237037037037041</c:v>
                </c:pt>
                <c:pt idx="13813">
                  <c:v>0.56237037037037041</c:v>
                </c:pt>
                <c:pt idx="13814">
                  <c:v>0.56237037037037041</c:v>
                </c:pt>
                <c:pt idx="13815">
                  <c:v>0.56237037037037041</c:v>
                </c:pt>
                <c:pt idx="13816">
                  <c:v>0.56237037037037041</c:v>
                </c:pt>
                <c:pt idx="13817">
                  <c:v>0.56237037037037041</c:v>
                </c:pt>
                <c:pt idx="13818">
                  <c:v>0.56237037037037041</c:v>
                </c:pt>
                <c:pt idx="13819">
                  <c:v>0.56251851851851853</c:v>
                </c:pt>
                <c:pt idx="13820">
                  <c:v>0.56251851851851853</c:v>
                </c:pt>
                <c:pt idx="13821">
                  <c:v>0.56266666666666665</c:v>
                </c:pt>
                <c:pt idx="13822">
                  <c:v>0.56266666666666665</c:v>
                </c:pt>
                <c:pt idx="13823">
                  <c:v>0.56281481481481477</c:v>
                </c:pt>
                <c:pt idx="13824">
                  <c:v>0.56281481481481477</c:v>
                </c:pt>
                <c:pt idx="13825">
                  <c:v>0.56281481481481477</c:v>
                </c:pt>
                <c:pt idx="13826">
                  <c:v>0.56281481481481477</c:v>
                </c:pt>
                <c:pt idx="13827">
                  <c:v>0.56281481481481477</c:v>
                </c:pt>
                <c:pt idx="13828">
                  <c:v>0.56281481481481477</c:v>
                </c:pt>
                <c:pt idx="13829">
                  <c:v>0.562962962962963</c:v>
                </c:pt>
                <c:pt idx="13830">
                  <c:v>0.56311111111111112</c:v>
                </c:pt>
                <c:pt idx="13831">
                  <c:v>0.56311111111111112</c:v>
                </c:pt>
                <c:pt idx="13832">
                  <c:v>0.56311111111111112</c:v>
                </c:pt>
                <c:pt idx="13833">
                  <c:v>0.56325925925925924</c:v>
                </c:pt>
                <c:pt idx="13834">
                  <c:v>0.56325925925925924</c:v>
                </c:pt>
                <c:pt idx="13835">
                  <c:v>0.56340740740740736</c:v>
                </c:pt>
                <c:pt idx="13836">
                  <c:v>0.56355555555555559</c:v>
                </c:pt>
                <c:pt idx="13837">
                  <c:v>0.56370370370370371</c:v>
                </c:pt>
                <c:pt idx="13838">
                  <c:v>0.56370370370370371</c:v>
                </c:pt>
                <c:pt idx="13839">
                  <c:v>0.56385185185185183</c:v>
                </c:pt>
                <c:pt idx="13840">
                  <c:v>0.56385185185185183</c:v>
                </c:pt>
                <c:pt idx="13841">
                  <c:v>0.56385185185185183</c:v>
                </c:pt>
                <c:pt idx="13842">
                  <c:v>0.56399999999999995</c:v>
                </c:pt>
                <c:pt idx="13843">
                  <c:v>0.56399999999999995</c:v>
                </c:pt>
                <c:pt idx="13844">
                  <c:v>0.56399999999999995</c:v>
                </c:pt>
                <c:pt idx="13845">
                  <c:v>0.56414814814814818</c:v>
                </c:pt>
                <c:pt idx="13846">
                  <c:v>0.56414814814814818</c:v>
                </c:pt>
                <c:pt idx="13847">
                  <c:v>0.56414814814814818</c:v>
                </c:pt>
                <c:pt idx="13848">
                  <c:v>0.56414814814814818</c:v>
                </c:pt>
                <c:pt idx="13849">
                  <c:v>0.56414814814814818</c:v>
                </c:pt>
                <c:pt idx="13850">
                  <c:v>0.56414814814814818</c:v>
                </c:pt>
                <c:pt idx="13851">
                  <c:v>0.56414814814814818</c:v>
                </c:pt>
                <c:pt idx="13852">
                  <c:v>0.5642962962962963</c:v>
                </c:pt>
                <c:pt idx="13853">
                  <c:v>0.56444444444444442</c:v>
                </c:pt>
                <c:pt idx="13854">
                  <c:v>0.56444444444444442</c:v>
                </c:pt>
                <c:pt idx="13855">
                  <c:v>0.56444444444444442</c:v>
                </c:pt>
                <c:pt idx="13856">
                  <c:v>0.56444444444444442</c:v>
                </c:pt>
                <c:pt idx="13857">
                  <c:v>0.56444444444444442</c:v>
                </c:pt>
                <c:pt idx="13858">
                  <c:v>0.56459259259259265</c:v>
                </c:pt>
                <c:pt idx="13859">
                  <c:v>0.56459259259259265</c:v>
                </c:pt>
                <c:pt idx="13860">
                  <c:v>0.56459259259259265</c:v>
                </c:pt>
                <c:pt idx="13861">
                  <c:v>0.56459259259259265</c:v>
                </c:pt>
                <c:pt idx="13862">
                  <c:v>0.56459259259259265</c:v>
                </c:pt>
                <c:pt idx="13863">
                  <c:v>0.56459259259259265</c:v>
                </c:pt>
                <c:pt idx="13864">
                  <c:v>0.56459259259259265</c:v>
                </c:pt>
                <c:pt idx="13865">
                  <c:v>0.56459259259259265</c:v>
                </c:pt>
                <c:pt idx="13866">
                  <c:v>0.56459259259259265</c:v>
                </c:pt>
                <c:pt idx="13867">
                  <c:v>0.56474074074074077</c:v>
                </c:pt>
                <c:pt idx="13868">
                  <c:v>0.56488888888888888</c:v>
                </c:pt>
                <c:pt idx="13869">
                  <c:v>0.56488888888888888</c:v>
                </c:pt>
                <c:pt idx="13870">
                  <c:v>0.56488888888888888</c:v>
                </c:pt>
                <c:pt idx="13871">
                  <c:v>0.565037037037037</c:v>
                </c:pt>
                <c:pt idx="13872">
                  <c:v>0.565037037037037</c:v>
                </c:pt>
                <c:pt idx="13873">
                  <c:v>0.565037037037037</c:v>
                </c:pt>
                <c:pt idx="13874">
                  <c:v>0.565037037037037</c:v>
                </c:pt>
                <c:pt idx="13875">
                  <c:v>0.565037037037037</c:v>
                </c:pt>
                <c:pt idx="13876">
                  <c:v>0.565037037037037</c:v>
                </c:pt>
                <c:pt idx="13877">
                  <c:v>0.565037037037037</c:v>
                </c:pt>
                <c:pt idx="13878">
                  <c:v>0.565037037037037</c:v>
                </c:pt>
                <c:pt idx="13879">
                  <c:v>0.56518518518518523</c:v>
                </c:pt>
                <c:pt idx="13880">
                  <c:v>0.56518518518518523</c:v>
                </c:pt>
                <c:pt idx="13881">
                  <c:v>0.56533333333333335</c:v>
                </c:pt>
                <c:pt idx="13882">
                  <c:v>0.56548148148148147</c:v>
                </c:pt>
                <c:pt idx="13883">
                  <c:v>0.56548148148148147</c:v>
                </c:pt>
                <c:pt idx="13884">
                  <c:v>0.56548148148148147</c:v>
                </c:pt>
                <c:pt idx="13885">
                  <c:v>0.56548148148148147</c:v>
                </c:pt>
                <c:pt idx="13886">
                  <c:v>0.56548148148148147</c:v>
                </c:pt>
                <c:pt idx="13887">
                  <c:v>0.56548148148148147</c:v>
                </c:pt>
                <c:pt idx="13888">
                  <c:v>0.56548148148148147</c:v>
                </c:pt>
                <c:pt idx="13889">
                  <c:v>0.56548148148148147</c:v>
                </c:pt>
                <c:pt idx="13890">
                  <c:v>0.56562962962962959</c:v>
                </c:pt>
                <c:pt idx="13891">
                  <c:v>0.56577777777777782</c:v>
                </c:pt>
                <c:pt idx="13892">
                  <c:v>0.56577777777777782</c:v>
                </c:pt>
                <c:pt idx="13893">
                  <c:v>0.56592592592592594</c:v>
                </c:pt>
                <c:pt idx="13894">
                  <c:v>0.56592592592592594</c:v>
                </c:pt>
                <c:pt idx="13895">
                  <c:v>0.56592592592592594</c:v>
                </c:pt>
                <c:pt idx="13896">
                  <c:v>0.56592592592592594</c:v>
                </c:pt>
                <c:pt idx="13897">
                  <c:v>0.56607407407407406</c:v>
                </c:pt>
                <c:pt idx="13898">
                  <c:v>0.56607407407407406</c:v>
                </c:pt>
                <c:pt idx="13899">
                  <c:v>0.56607407407407406</c:v>
                </c:pt>
                <c:pt idx="13900">
                  <c:v>0.56607407407407406</c:v>
                </c:pt>
                <c:pt idx="13901">
                  <c:v>0.56607407407407406</c:v>
                </c:pt>
                <c:pt idx="13902">
                  <c:v>0.56607407407407406</c:v>
                </c:pt>
                <c:pt idx="13903">
                  <c:v>0.56622222222222218</c:v>
                </c:pt>
                <c:pt idx="13904">
                  <c:v>0.56622222222222218</c:v>
                </c:pt>
                <c:pt idx="13905">
                  <c:v>0.56637037037037041</c:v>
                </c:pt>
                <c:pt idx="13906">
                  <c:v>0.56637037037037041</c:v>
                </c:pt>
                <c:pt idx="13907">
                  <c:v>0.56637037037037041</c:v>
                </c:pt>
                <c:pt idx="13908">
                  <c:v>0.56651851851851853</c:v>
                </c:pt>
                <c:pt idx="13909">
                  <c:v>0.56651851851851853</c:v>
                </c:pt>
                <c:pt idx="13910">
                  <c:v>0.56651851851851853</c:v>
                </c:pt>
                <c:pt idx="13911">
                  <c:v>0.56651851851851853</c:v>
                </c:pt>
                <c:pt idx="13912">
                  <c:v>0.56666666666666665</c:v>
                </c:pt>
                <c:pt idx="13913">
                  <c:v>0.56666666666666665</c:v>
                </c:pt>
                <c:pt idx="13914">
                  <c:v>0.56666666666666665</c:v>
                </c:pt>
                <c:pt idx="13915">
                  <c:v>0.56666666666666665</c:v>
                </c:pt>
                <c:pt idx="13916">
                  <c:v>0.56681481481481477</c:v>
                </c:pt>
                <c:pt idx="13917">
                  <c:v>0.566962962962963</c:v>
                </c:pt>
                <c:pt idx="13918">
                  <c:v>0.566962962962963</c:v>
                </c:pt>
                <c:pt idx="13919">
                  <c:v>0.566962962962963</c:v>
                </c:pt>
                <c:pt idx="13920">
                  <c:v>0.566962962962963</c:v>
                </c:pt>
                <c:pt idx="13921">
                  <c:v>0.56711111111111112</c:v>
                </c:pt>
                <c:pt idx="13922">
                  <c:v>0.56711111111111112</c:v>
                </c:pt>
                <c:pt idx="13923">
                  <c:v>0.56711111111111112</c:v>
                </c:pt>
                <c:pt idx="13924">
                  <c:v>0.56711111111111112</c:v>
                </c:pt>
                <c:pt idx="13925">
                  <c:v>0.56711111111111112</c:v>
                </c:pt>
                <c:pt idx="13926">
                  <c:v>0.56711111111111112</c:v>
                </c:pt>
                <c:pt idx="13927">
                  <c:v>0.56711111111111112</c:v>
                </c:pt>
                <c:pt idx="13928">
                  <c:v>0.56711111111111112</c:v>
                </c:pt>
                <c:pt idx="13929">
                  <c:v>0.56725925925925924</c:v>
                </c:pt>
                <c:pt idx="13930">
                  <c:v>0.56740740740740736</c:v>
                </c:pt>
                <c:pt idx="13931">
                  <c:v>0.56740740740740736</c:v>
                </c:pt>
                <c:pt idx="13932">
                  <c:v>0.56740740740740736</c:v>
                </c:pt>
                <c:pt idx="13933">
                  <c:v>0.56740740740740736</c:v>
                </c:pt>
                <c:pt idx="13934">
                  <c:v>0.56740740740740736</c:v>
                </c:pt>
                <c:pt idx="13935">
                  <c:v>0.56740740740740736</c:v>
                </c:pt>
                <c:pt idx="13936">
                  <c:v>0.56740740740740736</c:v>
                </c:pt>
                <c:pt idx="13937">
                  <c:v>0.56755555555555559</c:v>
                </c:pt>
                <c:pt idx="13938">
                  <c:v>0.56755555555555559</c:v>
                </c:pt>
                <c:pt idx="13939">
                  <c:v>0.56770370370370371</c:v>
                </c:pt>
                <c:pt idx="13940">
                  <c:v>0.56770370370370371</c:v>
                </c:pt>
                <c:pt idx="13941">
                  <c:v>0.56770370370370371</c:v>
                </c:pt>
                <c:pt idx="13942">
                  <c:v>0.56770370370370371</c:v>
                </c:pt>
                <c:pt idx="13943">
                  <c:v>0.56770370370370371</c:v>
                </c:pt>
                <c:pt idx="13944">
                  <c:v>0.56785185185185183</c:v>
                </c:pt>
                <c:pt idx="13945">
                  <c:v>0.56785185185185183</c:v>
                </c:pt>
                <c:pt idx="13946">
                  <c:v>0.56785185185185183</c:v>
                </c:pt>
                <c:pt idx="13947">
                  <c:v>0.56799999999999995</c:v>
                </c:pt>
                <c:pt idx="13948">
                  <c:v>0.56799999999999995</c:v>
                </c:pt>
                <c:pt idx="13949">
                  <c:v>0.56814814814814818</c:v>
                </c:pt>
                <c:pt idx="13950">
                  <c:v>0.5682962962962963</c:v>
                </c:pt>
                <c:pt idx="13951">
                  <c:v>0.5682962962962963</c:v>
                </c:pt>
                <c:pt idx="13952">
                  <c:v>0.5682962962962963</c:v>
                </c:pt>
                <c:pt idx="13953">
                  <c:v>0.5682962962962963</c:v>
                </c:pt>
                <c:pt idx="13954">
                  <c:v>0.5682962962962963</c:v>
                </c:pt>
                <c:pt idx="13955">
                  <c:v>0.5682962962962963</c:v>
                </c:pt>
                <c:pt idx="13956">
                  <c:v>0.5682962962962963</c:v>
                </c:pt>
                <c:pt idx="13957">
                  <c:v>0.5682962962962963</c:v>
                </c:pt>
                <c:pt idx="13958">
                  <c:v>0.5682962962962963</c:v>
                </c:pt>
                <c:pt idx="13959">
                  <c:v>0.56844444444444442</c:v>
                </c:pt>
                <c:pt idx="13960">
                  <c:v>0.56859259259259254</c:v>
                </c:pt>
                <c:pt idx="13961">
                  <c:v>0.56859259259259254</c:v>
                </c:pt>
                <c:pt idx="13962">
                  <c:v>0.56859259259259254</c:v>
                </c:pt>
                <c:pt idx="13963">
                  <c:v>0.56859259259259254</c:v>
                </c:pt>
                <c:pt idx="13964">
                  <c:v>0.56859259259259254</c:v>
                </c:pt>
                <c:pt idx="13965">
                  <c:v>0.56859259259259254</c:v>
                </c:pt>
                <c:pt idx="13966">
                  <c:v>0.56874074074074077</c:v>
                </c:pt>
                <c:pt idx="13967">
                  <c:v>0.56874074074074077</c:v>
                </c:pt>
                <c:pt idx="13968">
                  <c:v>0.56874074074074077</c:v>
                </c:pt>
                <c:pt idx="13969">
                  <c:v>0.56874074074074077</c:v>
                </c:pt>
                <c:pt idx="13970">
                  <c:v>0.56888888888888889</c:v>
                </c:pt>
                <c:pt idx="13971">
                  <c:v>0.56888888888888889</c:v>
                </c:pt>
                <c:pt idx="13972">
                  <c:v>0.56903703703703701</c:v>
                </c:pt>
                <c:pt idx="13973">
                  <c:v>0.56903703703703701</c:v>
                </c:pt>
                <c:pt idx="13974">
                  <c:v>0.56903703703703701</c:v>
                </c:pt>
                <c:pt idx="13975">
                  <c:v>0.56903703703703701</c:v>
                </c:pt>
                <c:pt idx="13976">
                  <c:v>0.56903703703703701</c:v>
                </c:pt>
                <c:pt idx="13977">
                  <c:v>0.56903703703703701</c:v>
                </c:pt>
                <c:pt idx="13978">
                  <c:v>0.56903703703703701</c:v>
                </c:pt>
                <c:pt idx="13979">
                  <c:v>0.56918518518518524</c:v>
                </c:pt>
                <c:pt idx="13980">
                  <c:v>0.56918518518518524</c:v>
                </c:pt>
                <c:pt idx="13981">
                  <c:v>0.56933333333333336</c:v>
                </c:pt>
                <c:pt idx="13982">
                  <c:v>0.56933333333333336</c:v>
                </c:pt>
                <c:pt idx="13983">
                  <c:v>0.56933333333333336</c:v>
                </c:pt>
                <c:pt idx="13984">
                  <c:v>0.56933333333333336</c:v>
                </c:pt>
                <c:pt idx="13985">
                  <c:v>0.56933333333333336</c:v>
                </c:pt>
                <c:pt idx="13986">
                  <c:v>0.56933333333333336</c:v>
                </c:pt>
                <c:pt idx="13987">
                  <c:v>0.56933333333333336</c:v>
                </c:pt>
                <c:pt idx="13988">
                  <c:v>0.56933333333333336</c:v>
                </c:pt>
                <c:pt idx="13989">
                  <c:v>0.56933333333333336</c:v>
                </c:pt>
                <c:pt idx="13990">
                  <c:v>0.56933333333333336</c:v>
                </c:pt>
                <c:pt idx="13991">
                  <c:v>0.56933333333333336</c:v>
                </c:pt>
                <c:pt idx="13992">
                  <c:v>0.56933333333333336</c:v>
                </c:pt>
                <c:pt idx="13993">
                  <c:v>0.56948148148148148</c:v>
                </c:pt>
                <c:pt idx="13994">
                  <c:v>0.56948148148148148</c:v>
                </c:pt>
                <c:pt idx="13995">
                  <c:v>0.5696296296296296</c:v>
                </c:pt>
                <c:pt idx="13996">
                  <c:v>0.5696296296296296</c:v>
                </c:pt>
                <c:pt idx="13997">
                  <c:v>0.5696296296296296</c:v>
                </c:pt>
                <c:pt idx="13998">
                  <c:v>0.5696296296296296</c:v>
                </c:pt>
                <c:pt idx="13999">
                  <c:v>0.56977777777777783</c:v>
                </c:pt>
                <c:pt idx="14000">
                  <c:v>0.56992592592592595</c:v>
                </c:pt>
                <c:pt idx="14001">
                  <c:v>0.56992592592592595</c:v>
                </c:pt>
                <c:pt idx="14002">
                  <c:v>0.56992592592592595</c:v>
                </c:pt>
                <c:pt idx="14003">
                  <c:v>0.56992592592592595</c:v>
                </c:pt>
                <c:pt idx="14004">
                  <c:v>0.56992592592592595</c:v>
                </c:pt>
                <c:pt idx="14005">
                  <c:v>0.57007407407407407</c:v>
                </c:pt>
                <c:pt idx="14006">
                  <c:v>0.57007407407407407</c:v>
                </c:pt>
                <c:pt idx="14007">
                  <c:v>0.57007407407407407</c:v>
                </c:pt>
                <c:pt idx="14008">
                  <c:v>0.57022222222222219</c:v>
                </c:pt>
                <c:pt idx="14009">
                  <c:v>0.57022222222222219</c:v>
                </c:pt>
                <c:pt idx="14010">
                  <c:v>0.57022222222222219</c:v>
                </c:pt>
                <c:pt idx="14011">
                  <c:v>0.57037037037037042</c:v>
                </c:pt>
                <c:pt idx="14012">
                  <c:v>0.57037037037037042</c:v>
                </c:pt>
                <c:pt idx="14013">
                  <c:v>0.57037037037037042</c:v>
                </c:pt>
                <c:pt idx="14014">
                  <c:v>0.57051851851851854</c:v>
                </c:pt>
                <c:pt idx="14015">
                  <c:v>0.57066666666666666</c:v>
                </c:pt>
                <c:pt idx="14016">
                  <c:v>0.57081481481481477</c:v>
                </c:pt>
                <c:pt idx="14017">
                  <c:v>0.57081481481481477</c:v>
                </c:pt>
                <c:pt idx="14018">
                  <c:v>0.57081481481481477</c:v>
                </c:pt>
                <c:pt idx="14019">
                  <c:v>0.57081481481481477</c:v>
                </c:pt>
                <c:pt idx="14020">
                  <c:v>0.57081481481481477</c:v>
                </c:pt>
                <c:pt idx="14021">
                  <c:v>0.57096296296296301</c:v>
                </c:pt>
                <c:pt idx="14022">
                  <c:v>0.57096296296296301</c:v>
                </c:pt>
                <c:pt idx="14023">
                  <c:v>0.57096296296296301</c:v>
                </c:pt>
                <c:pt idx="14024">
                  <c:v>0.57096296296296301</c:v>
                </c:pt>
                <c:pt idx="14025">
                  <c:v>0.57096296296296301</c:v>
                </c:pt>
                <c:pt idx="14026">
                  <c:v>0.57096296296296301</c:v>
                </c:pt>
                <c:pt idx="14027">
                  <c:v>0.57096296296296301</c:v>
                </c:pt>
                <c:pt idx="14028">
                  <c:v>0.57096296296296301</c:v>
                </c:pt>
                <c:pt idx="14029">
                  <c:v>0.57096296296296301</c:v>
                </c:pt>
                <c:pt idx="14030">
                  <c:v>0.57096296296296301</c:v>
                </c:pt>
                <c:pt idx="14031">
                  <c:v>0.57096296296296301</c:v>
                </c:pt>
                <c:pt idx="14032">
                  <c:v>0.57111111111111112</c:v>
                </c:pt>
                <c:pt idx="14033">
                  <c:v>0.57125925925925924</c:v>
                </c:pt>
                <c:pt idx="14034">
                  <c:v>0.57140740740740736</c:v>
                </c:pt>
                <c:pt idx="14035">
                  <c:v>0.57140740740740736</c:v>
                </c:pt>
                <c:pt idx="14036">
                  <c:v>0.57155555555555559</c:v>
                </c:pt>
                <c:pt idx="14037">
                  <c:v>0.57155555555555559</c:v>
                </c:pt>
                <c:pt idx="14038">
                  <c:v>0.57155555555555559</c:v>
                </c:pt>
                <c:pt idx="14039">
                  <c:v>0.57170370370370371</c:v>
                </c:pt>
                <c:pt idx="14040">
                  <c:v>0.57170370370370371</c:v>
                </c:pt>
                <c:pt idx="14041">
                  <c:v>0.57170370370370371</c:v>
                </c:pt>
                <c:pt idx="14042">
                  <c:v>0.57170370370370371</c:v>
                </c:pt>
                <c:pt idx="14043">
                  <c:v>0.57170370370370371</c:v>
                </c:pt>
                <c:pt idx="14044">
                  <c:v>0.57170370370370371</c:v>
                </c:pt>
                <c:pt idx="14045">
                  <c:v>0.57170370370370371</c:v>
                </c:pt>
                <c:pt idx="14046">
                  <c:v>0.57170370370370371</c:v>
                </c:pt>
                <c:pt idx="14047">
                  <c:v>0.57170370370370371</c:v>
                </c:pt>
                <c:pt idx="14048">
                  <c:v>0.57170370370370371</c:v>
                </c:pt>
                <c:pt idx="14049">
                  <c:v>0.57170370370370371</c:v>
                </c:pt>
                <c:pt idx="14050">
                  <c:v>0.57170370370370371</c:v>
                </c:pt>
                <c:pt idx="14051">
                  <c:v>0.57185185185185183</c:v>
                </c:pt>
                <c:pt idx="14052">
                  <c:v>0.57185185185185183</c:v>
                </c:pt>
                <c:pt idx="14053">
                  <c:v>0.57185185185185183</c:v>
                </c:pt>
                <c:pt idx="14054">
                  <c:v>0.57185185185185183</c:v>
                </c:pt>
                <c:pt idx="14055">
                  <c:v>0.57199999999999995</c:v>
                </c:pt>
                <c:pt idx="14056">
                  <c:v>0.57199999999999995</c:v>
                </c:pt>
                <c:pt idx="14057">
                  <c:v>0.57199999999999995</c:v>
                </c:pt>
                <c:pt idx="14058">
                  <c:v>0.57199999999999995</c:v>
                </c:pt>
                <c:pt idx="14059">
                  <c:v>0.57214814814814818</c:v>
                </c:pt>
                <c:pt idx="14060">
                  <c:v>0.57214814814814818</c:v>
                </c:pt>
                <c:pt idx="14061">
                  <c:v>0.57214814814814818</c:v>
                </c:pt>
                <c:pt idx="14062">
                  <c:v>0.57214814814814818</c:v>
                </c:pt>
                <c:pt idx="14063">
                  <c:v>0.57214814814814818</c:v>
                </c:pt>
                <c:pt idx="14064">
                  <c:v>0.5722962962962963</c:v>
                </c:pt>
                <c:pt idx="14065">
                  <c:v>0.5722962962962963</c:v>
                </c:pt>
                <c:pt idx="14066">
                  <c:v>0.5722962962962963</c:v>
                </c:pt>
                <c:pt idx="14067">
                  <c:v>0.5722962962962963</c:v>
                </c:pt>
                <c:pt idx="14068">
                  <c:v>0.5722962962962963</c:v>
                </c:pt>
                <c:pt idx="14069">
                  <c:v>0.5722962962962963</c:v>
                </c:pt>
                <c:pt idx="14070">
                  <c:v>0.57244444444444442</c:v>
                </c:pt>
                <c:pt idx="14071">
                  <c:v>0.57244444444444442</c:v>
                </c:pt>
                <c:pt idx="14072">
                  <c:v>0.57244444444444442</c:v>
                </c:pt>
                <c:pt idx="14073">
                  <c:v>0.57244444444444442</c:v>
                </c:pt>
                <c:pt idx="14074">
                  <c:v>0.57244444444444442</c:v>
                </c:pt>
                <c:pt idx="14075">
                  <c:v>0.57244444444444442</c:v>
                </c:pt>
                <c:pt idx="14076">
                  <c:v>0.57244444444444442</c:v>
                </c:pt>
                <c:pt idx="14077">
                  <c:v>0.57244444444444442</c:v>
                </c:pt>
                <c:pt idx="14078">
                  <c:v>0.57244444444444442</c:v>
                </c:pt>
                <c:pt idx="14079">
                  <c:v>0.57259259259259254</c:v>
                </c:pt>
                <c:pt idx="14080">
                  <c:v>0.57259259259259254</c:v>
                </c:pt>
                <c:pt idx="14081">
                  <c:v>0.57274074074074077</c:v>
                </c:pt>
                <c:pt idx="14082">
                  <c:v>0.57274074074074077</c:v>
                </c:pt>
                <c:pt idx="14083">
                  <c:v>0.57274074074074077</c:v>
                </c:pt>
                <c:pt idx="14084">
                  <c:v>0.57274074074074077</c:v>
                </c:pt>
                <c:pt idx="14085">
                  <c:v>0.57274074074074077</c:v>
                </c:pt>
                <c:pt idx="14086">
                  <c:v>0.57274074074074077</c:v>
                </c:pt>
                <c:pt idx="14087">
                  <c:v>0.57274074074074077</c:v>
                </c:pt>
                <c:pt idx="14088">
                  <c:v>0.57274074074074077</c:v>
                </c:pt>
                <c:pt idx="14089">
                  <c:v>0.57288888888888889</c:v>
                </c:pt>
                <c:pt idx="14090">
                  <c:v>0.57288888888888889</c:v>
                </c:pt>
                <c:pt idx="14091">
                  <c:v>0.57288888888888889</c:v>
                </c:pt>
                <c:pt idx="14092">
                  <c:v>0.57303703703703701</c:v>
                </c:pt>
                <c:pt idx="14093">
                  <c:v>0.57303703703703701</c:v>
                </c:pt>
                <c:pt idx="14094">
                  <c:v>0.57303703703703701</c:v>
                </c:pt>
                <c:pt idx="14095">
                  <c:v>0.57303703703703701</c:v>
                </c:pt>
                <c:pt idx="14096">
                  <c:v>0.57318518518518513</c:v>
                </c:pt>
                <c:pt idx="14097">
                  <c:v>0.57318518518518513</c:v>
                </c:pt>
                <c:pt idx="14098">
                  <c:v>0.57318518518518513</c:v>
                </c:pt>
                <c:pt idx="14099">
                  <c:v>0.57333333333333336</c:v>
                </c:pt>
                <c:pt idx="14100">
                  <c:v>0.57348148148148148</c:v>
                </c:pt>
                <c:pt idx="14101">
                  <c:v>0.57348148148148148</c:v>
                </c:pt>
                <c:pt idx="14102">
                  <c:v>0.5736296296296296</c:v>
                </c:pt>
                <c:pt idx="14103">
                  <c:v>0.5736296296296296</c:v>
                </c:pt>
                <c:pt idx="14104">
                  <c:v>0.5736296296296296</c:v>
                </c:pt>
                <c:pt idx="14105">
                  <c:v>0.5736296296296296</c:v>
                </c:pt>
                <c:pt idx="14106">
                  <c:v>0.5736296296296296</c:v>
                </c:pt>
                <c:pt idx="14107">
                  <c:v>0.5736296296296296</c:v>
                </c:pt>
                <c:pt idx="14108">
                  <c:v>0.5736296296296296</c:v>
                </c:pt>
                <c:pt idx="14109">
                  <c:v>0.5736296296296296</c:v>
                </c:pt>
                <c:pt idx="14110">
                  <c:v>0.5736296296296296</c:v>
                </c:pt>
                <c:pt idx="14111">
                  <c:v>0.5736296296296296</c:v>
                </c:pt>
                <c:pt idx="14112">
                  <c:v>0.57377777777777783</c:v>
                </c:pt>
                <c:pt idx="14113">
                  <c:v>0.57377777777777783</c:v>
                </c:pt>
                <c:pt idx="14114">
                  <c:v>0.57392592592592595</c:v>
                </c:pt>
                <c:pt idx="14115">
                  <c:v>0.57407407407407407</c:v>
                </c:pt>
                <c:pt idx="14116">
                  <c:v>0.57407407407407407</c:v>
                </c:pt>
                <c:pt idx="14117">
                  <c:v>0.57422222222222219</c:v>
                </c:pt>
                <c:pt idx="14118">
                  <c:v>0.57422222222222219</c:v>
                </c:pt>
                <c:pt idx="14119">
                  <c:v>0.57422222222222219</c:v>
                </c:pt>
                <c:pt idx="14120">
                  <c:v>0.57437037037037042</c:v>
                </c:pt>
                <c:pt idx="14121">
                  <c:v>0.57437037037037042</c:v>
                </c:pt>
                <c:pt idx="14122">
                  <c:v>0.57451851851851854</c:v>
                </c:pt>
                <c:pt idx="14123">
                  <c:v>0.57451851851851854</c:v>
                </c:pt>
                <c:pt idx="14124">
                  <c:v>0.57466666666666666</c:v>
                </c:pt>
                <c:pt idx="14125">
                  <c:v>0.57466666666666666</c:v>
                </c:pt>
                <c:pt idx="14126">
                  <c:v>0.57466666666666666</c:v>
                </c:pt>
                <c:pt idx="14127">
                  <c:v>0.57466666666666666</c:v>
                </c:pt>
                <c:pt idx="14128">
                  <c:v>0.57466666666666666</c:v>
                </c:pt>
                <c:pt idx="14129">
                  <c:v>0.57466666666666666</c:v>
                </c:pt>
                <c:pt idx="14130">
                  <c:v>0.57481481481481478</c:v>
                </c:pt>
                <c:pt idx="14131">
                  <c:v>0.57481481481481478</c:v>
                </c:pt>
                <c:pt idx="14132">
                  <c:v>0.57481481481481478</c:v>
                </c:pt>
                <c:pt idx="14133">
                  <c:v>0.57481481481481478</c:v>
                </c:pt>
                <c:pt idx="14134">
                  <c:v>0.57481481481481478</c:v>
                </c:pt>
                <c:pt idx="14135">
                  <c:v>0.57481481481481478</c:v>
                </c:pt>
                <c:pt idx="14136">
                  <c:v>0.57481481481481478</c:v>
                </c:pt>
                <c:pt idx="14137">
                  <c:v>0.57481481481481478</c:v>
                </c:pt>
                <c:pt idx="14138">
                  <c:v>0.57481481481481478</c:v>
                </c:pt>
                <c:pt idx="14139">
                  <c:v>0.57481481481481478</c:v>
                </c:pt>
                <c:pt idx="14140">
                  <c:v>0.57481481481481478</c:v>
                </c:pt>
                <c:pt idx="14141">
                  <c:v>0.57496296296296301</c:v>
                </c:pt>
                <c:pt idx="14142">
                  <c:v>0.57496296296296301</c:v>
                </c:pt>
                <c:pt idx="14143">
                  <c:v>0.57496296296296301</c:v>
                </c:pt>
                <c:pt idx="14144">
                  <c:v>0.57496296296296301</c:v>
                </c:pt>
                <c:pt idx="14145">
                  <c:v>0.57496296296296301</c:v>
                </c:pt>
                <c:pt idx="14146">
                  <c:v>0.57496296296296301</c:v>
                </c:pt>
                <c:pt idx="14147">
                  <c:v>0.57496296296296301</c:v>
                </c:pt>
                <c:pt idx="14148">
                  <c:v>0.57511111111111113</c:v>
                </c:pt>
                <c:pt idx="14149">
                  <c:v>0.57511111111111113</c:v>
                </c:pt>
                <c:pt idx="14150">
                  <c:v>0.57511111111111113</c:v>
                </c:pt>
                <c:pt idx="14151">
                  <c:v>0.57511111111111113</c:v>
                </c:pt>
                <c:pt idx="14152">
                  <c:v>0.57511111111111113</c:v>
                </c:pt>
                <c:pt idx="14153">
                  <c:v>0.57511111111111113</c:v>
                </c:pt>
                <c:pt idx="14154">
                  <c:v>0.57525925925925925</c:v>
                </c:pt>
                <c:pt idx="14155">
                  <c:v>0.57525925925925925</c:v>
                </c:pt>
                <c:pt idx="14156">
                  <c:v>0.57525925925925925</c:v>
                </c:pt>
                <c:pt idx="14157">
                  <c:v>0.57525925925925925</c:v>
                </c:pt>
                <c:pt idx="14158">
                  <c:v>0.57525925925925925</c:v>
                </c:pt>
                <c:pt idx="14159">
                  <c:v>0.57525925925925925</c:v>
                </c:pt>
                <c:pt idx="14160">
                  <c:v>0.57525925925925925</c:v>
                </c:pt>
                <c:pt idx="14161">
                  <c:v>0.57525925925925925</c:v>
                </c:pt>
                <c:pt idx="14162">
                  <c:v>0.57525925925925925</c:v>
                </c:pt>
                <c:pt idx="14163">
                  <c:v>0.57540740740740737</c:v>
                </c:pt>
                <c:pt idx="14164">
                  <c:v>0.57540740740740737</c:v>
                </c:pt>
                <c:pt idx="14165">
                  <c:v>0.57540740740740737</c:v>
                </c:pt>
                <c:pt idx="14166">
                  <c:v>0.57540740740740737</c:v>
                </c:pt>
                <c:pt idx="14167">
                  <c:v>0.57540740740740737</c:v>
                </c:pt>
                <c:pt idx="14168">
                  <c:v>0.57540740740740737</c:v>
                </c:pt>
                <c:pt idx="14169">
                  <c:v>0.5755555555555556</c:v>
                </c:pt>
                <c:pt idx="14170">
                  <c:v>0.5755555555555556</c:v>
                </c:pt>
                <c:pt idx="14171">
                  <c:v>0.57570370370370372</c:v>
                </c:pt>
                <c:pt idx="14172">
                  <c:v>0.57585185185185184</c:v>
                </c:pt>
                <c:pt idx="14173">
                  <c:v>0.57585185185185184</c:v>
                </c:pt>
                <c:pt idx="14174">
                  <c:v>0.57585185185185184</c:v>
                </c:pt>
                <c:pt idx="14175">
                  <c:v>0.57585185185185184</c:v>
                </c:pt>
                <c:pt idx="14176">
                  <c:v>0.57599999999999996</c:v>
                </c:pt>
                <c:pt idx="14177">
                  <c:v>0.57614814814814819</c:v>
                </c:pt>
                <c:pt idx="14178">
                  <c:v>0.57629629629629631</c:v>
                </c:pt>
                <c:pt idx="14179">
                  <c:v>0.57644444444444443</c:v>
                </c:pt>
                <c:pt idx="14180">
                  <c:v>0.57659259259259255</c:v>
                </c:pt>
                <c:pt idx="14181">
                  <c:v>0.57659259259259255</c:v>
                </c:pt>
                <c:pt idx="14182">
                  <c:v>0.57659259259259255</c:v>
                </c:pt>
                <c:pt idx="14183">
                  <c:v>0.57659259259259255</c:v>
                </c:pt>
                <c:pt idx="14184">
                  <c:v>0.57674074074074078</c:v>
                </c:pt>
                <c:pt idx="14185">
                  <c:v>0.57674074074074078</c:v>
                </c:pt>
                <c:pt idx="14186">
                  <c:v>0.57674074074074078</c:v>
                </c:pt>
                <c:pt idx="14187">
                  <c:v>0.57674074074074078</c:v>
                </c:pt>
                <c:pt idx="14188">
                  <c:v>0.5768888888888889</c:v>
                </c:pt>
                <c:pt idx="14189">
                  <c:v>0.5768888888888889</c:v>
                </c:pt>
                <c:pt idx="14190">
                  <c:v>0.5768888888888889</c:v>
                </c:pt>
                <c:pt idx="14191">
                  <c:v>0.5768888888888889</c:v>
                </c:pt>
                <c:pt idx="14192">
                  <c:v>0.5768888888888889</c:v>
                </c:pt>
                <c:pt idx="14193">
                  <c:v>0.5768888888888889</c:v>
                </c:pt>
                <c:pt idx="14194">
                  <c:v>0.5768888888888889</c:v>
                </c:pt>
                <c:pt idx="14195">
                  <c:v>0.5768888888888889</c:v>
                </c:pt>
                <c:pt idx="14196">
                  <c:v>0.57703703703703701</c:v>
                </c:pt>
                <c:pt idx="14197">
                  <c:v>0.57703703703703701</c:v>
                </c:pt>
                <c:pt idx="14198">
                  <c:v>0.57703703703703701</c:v>
                </c:pt>
                <c:pt idx="14199">
                  <c:v>0.57703703703703701</c:v>
                </c:pt>
                <c:pt idx="14200">
                  <c:v>0.57703703703703701</c:v>
                </c:pt>
                <c:pt idx="14201">
                  <c:v>0.57703703703703701</c:v>
                </c:pt>
                <c:pt idx="14202">
                  <c:v>0.57718518518518513</c:v>
                </c:pt>
                <c:pt idx="14203">
                  <c:v>0.57733333333333337</c:v>
                </c:pt>
                <c:pt idx="14204">
                  <c:v>0.57748148148148148</c:v>
                </c:pt>
                <c:pt idx="14205">
                  <c:v>0.57748148148148148</c:v>
                </c:pt>
                <c:pt idx="14206">
                  <c:v>0.5776296296296296</c:v>
                </c:pt>
                <c:pt idx="14207">
                  <c:v>0.57777777777777772</c:v>
                </c:pt>
                <c:pt idx="14208">
                  <c:v>0.57777777777777772</c:v>
                </c:pt>
                <c:pt idx="14209">
                  <c:v>0.57777777777777772</c:v>
                </c:pt>
                <c:pt idx="14210">
                  <c:v>0.57777777777777772</c:v>
                </c:pt>
                <c:pt idx="14211">
                  <c:v>0.57777777777777772</c:v>
                </c:pt>
                <c:pt idx="14212">
                  <c:v>0.57777777777777772</c:v>
                </c:pt>
                <c:pt idx="14213">
                  <c:v>0.57777777777777772</c:v>
                </c:pt>
                <c:pt idx="14214">
                  <c:v>0.57777777777777772</c:v>
                </c:pt>
                <c:pt idx="14215">
                  <c:v>0.57777777777777772</c:v>
                </c:pt>
                <c:pt idx="14216">
                  <c:v>0.57777777777777772</c:v>
                </c:pt>
                <c:pt idx="14217">
                  <c:v>0.57777777777777772</c:v>
                </c:pt>
                <c:pt idx="14218">
                  <c:v>0.57777777777777772</c:v>
                </c:pt>
                <c:pt idx="14219">
                  <c:v>0.57777777777777772</c:v>
                </c:pt>
                <c:pt idx="14220">
                  <c:v>0.57777777777777772</c:v>
                </c:pt>
                <c:pt idx="14221">
                  <c:v>0.57777777777777772</c:v>
                </c:pt>
                <c:pt idx="14222">
                  <c:v>0.57777777777777772</c:v>
                </c:pt>
                <c:pt idx="14223">
                  <c:v>0.57777777777777772</c:v>
                </c:pt>
                <c:pt idx="14224">
                  <c:v>0.57777777777777772</c:v>
                </c:pt>
                <c:pt idx="14225">
                  <c:v>0.57777777777777772</c:v>
                </c:pt>
                <c:pt idx="14226">
                  <c:v>0.57777777777777772</c:v>
                </c:pt>
                <c:pt idx="14227">
                  <c:v>0.57792592592592595</c:v>
                </c:pt>
                <c:pt idx="14228">
                  <c:v>0.57807407407407407</c:v>
                </c:pt>
                <c:pt idx="14229">
                  <c:v>0.57807407407407407</c:v>
                </c:pt>
                <c:pt idx="14230">
                  <c:v>0.57807407407407407</c:v>
                </c:pt>
                <c:pt idx="14231">
                  <c:v>0.57807407407407407</c:v>
                </c:pt>
                <c:pt idx="14232">
                  <c:v>0.57807407407407407</c:v>
                </c:pt>
                <c:pt idx="14233">
                  <c:v>0.57807407407407407</c:v>
                </c:pt>
                <c:pt idx="14234">
                  <c:v>0.57822222222222219</c:v>
                </c:pt>
                <c:pt idx="14235">
                  <c:v>0.57822222222222219</c:v>
                </c:pt>
                <c:pt idx="14236">
                  <c:v>0.57837037037037042</c:v>
                </c:pt>
                <c:pt idx="14237">
                  <c:v>0.57837037037037042</c:v>
                </c:pt>
                <c:pt idx="14238">
                  <c:v>0.57837037037037042</c:v>
                </c:pt>
                <c:pt idx="14239">
                  <c:v>0.57837037037037042</c:v>
                </c:pt>
                <c:pt idx="14240">
                  <c:v>0.57851851851851854</c:v>
                </c:pt>
                <c:pt idx="14241">
                  <c:v>0.57851851851851854</c:v>
                </c:pt>
                <c:pt idx="14242">
                  <c:v>0.57866666666666666</c:v>
                </c:pt>
                <c:pt idx="14243">
                  <c:v>0.57866666666666666</c:v>
                </c:pt>
                <c:pt idx="14244">
                  <c:v>0.57866666666666666</c:v>
                </c:pt>
                <c:pt idx="14245">
                  <c:v>0.57866666666666666</c:v>
                </c:pt>
                <c:pt idx="14246">
                  <c:v>0.57866666666666666</c:v>
                </c:pt>
                <c:pt idx="14247">
                  <c:v>0.57866666666666666</c:v>
                </c:pt>
                <c:pt idx="14248">
                  <c:v>0.57866666666666666</c:v>
                </c:pt>
                <c:pt idx="14249">
                  <c:v>0.57881481481481478</c:v>
                </c:pt>
                <c:pt idx="14250">
                  <c:v>0.57881481481481478</c:v>
                </c:pt>
                <c:pt idx="14251">
                  <c:v>0.57896296296296301</c:v>
                </c:pt>
                <c:pt idx="14252">
                  <c:v>0.57911111111111113</c:v>
                </c:pt>
                <c:pt idx="14253">
                  <c:v>0.57911111111111113</c:v>
                </c:pt>
                <c:pt idx="14254">
                  <c:v>0.57925925925925925</c:v>
                </c:pt>
                <c:pt idx="14255">
                  <c:v>0.57925925925925925</c:v>
                </c:pt>
                <c:pt idx="14256">
                  <c:v>0.57925925925925925</c:v>
                </c:pt>
                <c:pt idx="14257">
                  <c:v>0.57925925925925925</c:v>
                </c:pt>
                <c:pt idx="14258">
                  <c:v>0.57940740740740737</c:v>
                </c:pt>
                <c:pt idx="14259">
                  <c:v>0.57940740740740737</c:v>
                </c:pt>
                <c:pt idx="14260">
                  <c:v>0.57940740740740737</c:v>
                </c:pt>
                <c:pt idx="14261">
                  <c:v>0.57940740740740737</c:v>
                </c:pt>
                <c:pt idx="14262">
                  <c:v>0.57940740740740737</c:v>
                </c:pt>
                <c:pt idx="14263">
                  <c:v>0.57940740740740737</c:v>
                </c:pt>
                <c:pt idx="14264">
                  <c:v>0.57940740740740737</c:v>
                </c:pt>
                <c:pt idx="14265">
                  <c:v>0.57940740740740737</c:v>
                </c:pt>
                <c:pt idx="14266">
                  <c:v>0.57940740740740737</c:v>
                </c:pt>
                <c:pt idx="14267">
                  <c:v>0.57940740740740737</c:v>
                </c:pt>
                <c:pt idx="14268">
                  <c:v>0.5795555555555556</c:v>
                </c:pt>
                <c:pt idx="14269">
                  <c:v>0.57970370370370372</c:v>
                </c:pt>
                <c:pt idx="14270">
                  <c:v>0.57970370370370372</c:v>
                </c:pt>
                <c:pt idx="14271">
                  <c:v>0.57985185185185184</c:v>
                </c:pt>
                <c:pt idx="14272">
                  <c:v>0.57985185185185184</c:v>
                </c:pt>
                <c:pt idx="14273">
                  <c:v>0.57985185185185184</c:v>
                </c:pt>
                <c:pt idx="14274">
                  <c:v>0.57985185185185184</c:v>
                </c:pt>
                <c:pt idx="14275">
                  <c:v>0.57985185185185184</c:v>
                </c:pt>
                <c:pt idx="14276">
                  <c:v>0.57985185185185184</c:v>
                </c:pt>
                <c:pt idx="14277">
                  <c:v>0.57999999999999996</c:v>
                </c:pt>
                <c:pt idx="14278">
                  <c:v>0.57999999999999996</c:v>
                </c:pt>
                <c:pt idx="14279">
                  <c:v>0.57999999999999996</c:v>
                </c:pt>
                <c:pt idx="14280">
                  <c:v>0.57999999999999996</c:v>
                </c:pt>
                <c:pt idx="14281">
                  <c:v>0.57999999999999996</c:v>
                </c:pt>
                <c:pt idx="14282">
                  <c:v>0.58014814814814819</c:v>
                </c:pt>
                <c:pt idx="14283">
                  <c:v>0.58029629629629631</c:v>
                </c:pt>
                <c:pt idx="14284">
                  <c:v>0.58029629629629631</c:v>
                </c:pt>
                <c:pt idx="14285">
                  <c:v>0.58029629629629631</c:v>
                </c:pt>
                <c:pt idx="14286">
                  <c:v>0.58029629629629631</c:v>
                </c:pt>
                <c:pt idx="14287">
                  <c:v>0.58029629629629631</c:v>
                </c:pt>
                <c:pt idx="14288">
                  <c:v>0.58029629629629631</c:v>
                </c:pt>
                <c:pt idx="14289">
                  <c:v>0.58029629629629631</c:v>
                </c:pt>
                <c:pt idx="14290">
                  <c:v>0.58044444444444443</c:v>
                </c:pt>
                <c:pt idx="14291">
                  <c:v>0.58059259259259255</c:v>
                </c:pt>
                <c:pt idx="14292">
                  <c:v>0.58059259259259255</c:v>
                </c:pt>
                <c:pt idx="14293">
                  <c:v>0.58059259259259255</c:v>
                </c:pt>
                <c:pt idx="14294">
                  <c:v>0.58059259259259255</c:v>
                </c:pt>
                <c:pt idx="14295">
                  <c:v>0.58059259259259255</c:v>
                </c:pt>
                <c:pt idx="14296">
                  <c:v>0.58059259259259255</c:v>
                </c:pt>
                <c:pt idx="14297">
                  <c:v>0.58059259259259255</c:v>
                </c:pt>
                <c:pt idx="14298">
                  <c:v>0.58074074074074078</c:v>
                </c:pt>
                <c:pt idx="14299">
                  <c:v>0.58074074074074078</c:v>
                </c:pt>
                <c:pt idx="14300">
                  <c:v>0.5808888888888889</c:v>
                </c:pt>
                <c:pt idx="14301">
                  <c:v>0.5808888888888889</c:v>
                </c:pt>
                <c:pt idx="14302">
                  <c:v>0.58103703703703702</c:v>
                </c:pt>
                <c:pt idx="14303">
                  <c:v>0.58103703703703702</c:v>
                </c:pt>
                <c:pt idx="14304">
                  <c:v>0.58103703703703702</c:v>
                </c:pt>
                <c:pt idx="14305">
                  <c:v>0.58103703703703702</c:v>
                </c:pt>
                <c:pt idx="14306">
                  <c:v>0.58103703703703702</c:v>
                </c:pt>
                <c:pt idx="14307">
                  <c:v>0.58103703703703702</c:v>
                </c:pt>
                <c:pt idx="14308">
                  <c:v>0.58103703703703702</c:v>
                </c:pt>
                <c:pt idx="14309">
                  <c:v>0.58118518518518514</c:v>
                </c:pt>
                <c:pt idx="14310">
                  <c:v>0.58118518518518514</c:v>
                </c:pt>
                <c:pt idx="14311">
                  <c:v>0.58118518518518514</c:v>
                </c:pt>
                <c:pt idx="14312">
                  <c:v>0.58118518518518514</c:v>
                </c:pt>
                <c:pt idx="14313">
                  <c:v>0.58118518518518514</c:v>
                </c:pt>
                <c:pt idx="14314">
                  <c:v>0.58118518518518514</c:v>
                </c:pt>
                <c:pt idx="14315">
                  <c:v>0.58118518518518514</c:v>
                </c:pt>
                <c:pt idx="14316">
                  <c:v>0.58118518518518514</c:v>
                </c:pt>
                <c:pt idx="14317">
                  <c:v>0.58133333333333337</c:v>
                </c:pt>
                <c:pt idx="14318">
                  <c:v>0.58148148148148149</c:v>
                </c:pt>
                <c:pt idx="14319">
                  <c:v>0.58162962962962961</c:v>
                </c:pt>
                <c:pt idx="14320">
                  <c:v>0.58177777777777773</c:v>
                </c:pt>
                <c:pt idx="14321">
                  <c:v>0.58177777777777773</c:v>
                </c:pt>
                <c:pt idx="14322">
                  <c:v>0.58192592592592596</c:v>
                </c:pt>
                <c:pt idx="14323">
                  <c:v>0.58192592592592596</c:v>
                </c:pt>
                <c:pt idx="14324">
                  <c:v>0.58207407407407408</c:v>
                </c:pt>
                <c:pt idx="14325">
                  <c:v>0.5822222222222222</c:v>
                </c:pt>
                <c:pt idx="14326">
                  <c:v>0.5822222222222222</c:v>
                </c:pt>
                <c:pt idx="14327">
                  <c:v>0.58237037037037032</c:v>
                </c:pt>
                <c:pt idx="14328">
                  <c:v>0.58237037037037032</c:v>
                </c:pt>
                <c:pt idx="14329">
                  <c:v>0.58251851851851855</c:v>
                </c:pt>
                <c:pt idx="14330">
                  <c:v>0.58251851851851855</c:v>
                </c:pt>
                <c:pt idx="14331">
                  <c:v>0.58251851851851855</c:v>
                </c:pt>
                <c:pt idx="14332">
                  <c:v>0.58251851851851855</c:v>
                </c:pt>
                <c:pt idx="14333">
                  <c:v>0.58251851851851855</c:v>
                </c:pt>
                <c:pt idx="14334">
                  <c:v>0.58251851851851855</c:v>
                </c:pt>
                <c:pt idx="14335">
                  <c:v>0.58251851851851855</c:v>
                </c:pt>
                <c:pt idx="14336">
                  <c:v>0.58251851851851855</c:v>
                </c:pt>
                <c:pt idx="14337">
                  <c:v>0.58251851851851855</c:v>
                </c:pt>
                <c:pt idx="14338">
                  <c:v>0.58251851851851855</c:v>
                </c:pt>
                <c:pt idx="14339">
                  <c:v>0.58251851851851855</c:v>
                </c:pt>
                <c:pt idx="14340">
                  <c:v>0.58251851851851855</c:v>
                </c:pt>
                <c:pt idx="14341">
                  <c:v>0.58251851851851855</c:v>
                </c:pt>
                <c:pt idx="14342">
                  <c:v>0.58251851851851855</c:v>
                </c:pt>
                <c:pt idx="14343">
                  <c:v>0.58251851851851855</c:v>
                </c:pt>
                <c:pt idx="14344">
                  <c:v>0.58251851851851855</c:v>
                </c:pt>
                <c:pt idx="14345">
                  <c:v>0.58251851851851855</c:v>
                </c:pt>
                <c:pt idx="14346">
                  <c:v>0.58251851851851855</c:v>
                </c:pt>
                <c:pt idx="14347">
                  <c:v>0.58266666666666667</c:v>
                </c:pt>
                <c:pt idx="14348">
                  <c:v>0.58281481481481479</c:v>
                </c:pt>
                <c:pt idx="14349">
                  <c:v>0.58296296296296302</c:v>
                </c:pt>
                <c:pt idx="14350">
                  <c:v>0.58296296296296302</c:v>
                </c:pt>
                <c:pt idx="14351">
                  <c:v>0.58296296296296302</c:v>
                </c:pt>
                <c:pt idx="14352">
                  <c:v>0.58296296296296302</c:v>
                </c:pt>
                <c:pt idx="14353">
                  <c:v>0.58311111111111114</c:v>
                </c:pt>
                <c:pt idx="14354">
                  <c:v>0.58311111111111114</c:v>
                </c:pt>
                <c:pt idx="14355">
                  <c:v>0.58311111111111114</c:v>
                </c:pt>
                <c:pt idx="14356">
                  <c:v>0.58311111111111114</c:v>
                </c:pt>
                <c:pt idx="14357">
                  <c:v>0.58311111111111114</c:v>
                </c:pt>
                <c:pt idx="14358">
                  <c:v>0.58311111111111114</c:v>
                </c:pt>
                <c:pt idx="14359">
                  <c:v>0.58325925925925926</c:v>
                </c:pt>
                <c:pt idx="14360">
                  <c:v>0.58325925925925926</c:v>
                </c:pt>
                <c:pt idx="14361">
                  <c:v>0.58325925925925926</c:v>
                </c:pt>
                <c:pt idx="14362">
                  <c:v>0.58325925925925926</c:v>
                </c:pt>
                <c:pt idx="14363">
                  <c:v>0.58325925925925926</c:v>
                </c:pt>
                <c:pt idx="14364">
                  <c:v>0.58340740740740737</c:v>
                </c:pt>
                <c:pt idx="14365">
                  <c:v>0.58340740740740737</c:v>
                </c:pt>
                <c:pt idx="14366">
                  <c:v>0.58340740740740737</c:v>
                </c:pt>
                <c:pt idx="14367">
                  <c:v>0.58340740740740737</c:v>
                </c:pt>
                <c:pt idx="14368">
                  <c:v>0.58340740740740737</c:v>
                </c:pt>
                <c:pt idx="14369">
                  <c:v>0.58355555555555561</c:v>
                </c:pt>
                <c:pt idx="14370">
                  <c:v>0.58355555555555561</c:v>
                </c:pt>
                <c:pt idx="14371">
                  <c:v>0.58355555555555561</c:v>
                </c:pt>
                <c:pt idx="14372">
                  <c:v>0.58355555555555561</c:v>
                </c:pt>
                <c:pt idx="14373">
                  <c:v>0.58355555555555561</c:v>
                </c:pt>
                <c:pt idx="14374">
                  <c:v>0.58355555555555561</c:v>
                </c:pt>
                <c:pt idx="14375">
                  <c:v>0.58355555555555561</c:v>
                </c:pt>
                <c:pt idx="14376">
                  <c:v>0.58355555555555561</c:v>
                </c:pt>
                <c:pt idx="14377">
                  <c:v>0.58355555555555561</c:v>
                </c:pt>
                <c:pt idx="14378">
                  <c:v>0.58355555555555561</c:v>
                </c:pt>
                <c:pt idx="14379">
                  <c:v>0.58355555555555561</c:v>
                </c:pt>
                <c:pt idx="14380">
                  <c:v>0.58355555555555561</c:v>
                </c:pt>
                <c:pt idx="14381">
                  <c:v>0.58355555555555561</c:v>
                </c:pt>
                <c:pt idx="14382">
                  <c:v>0.58355555555555561</c:v>
                </c:pt>
                <c:pt idx="14383">
                  <c:v>0.58355555555555561</c:v>
                </c:pt>
                <c:pt idx="14384">
                  <c:v>0.58355555555555561</c:v>
                </c:pt>
                <c:pt idx="14385">
                  <c:v>0.58355555555555561</c:v>
                </c:pt>
                <c:pt idx="14386">
                  <c:v>0.58370370370370372</c:v>
                </c:pt>
                <c:pt idx="14387">
                  <c:v>0.58370370370370372</c:v>
                </c:pt>
                <c:pt idx="14388">
                  <c:v>0.58370370370370372</c:v>
                </c:pt>
                <c:pt idx="14389">
                  <c:v>0.58370370370370372</c:v>
                </c:pt>
                <c:pt idx="14390">
                  <c:v>0.58370370370370372</c:v>
                </c:pt>
                <c:pt idx="14391">
                  <c:v>0.58370370370370372</c:v>
                </c:pt>
                <c:pt idx="14392">
                  <c:v>0.58385185185185184</c:v>
                </c:pt>
                <c:pt idx="14393">
                  <c:v>0.58385185185185184</c:v>
                </c:pt>
                <c:pt idx="14394">
                  <c:v>0.58385185185185184</c:v>
                </c:pt>
                <c:pt idx="14395">
                  <c:v>0.58385185185185184</c:v>
                </c:pt>
                <c:pt idx="14396">
                  <c:v>0.58385185185185184</c:v>
                </c:pt>
                <c:pt idx="14397">
                  <c:v>0.58399999999999996</c:v>
                </c:pt>
                <c:pt idx="14398">
                  <c:v>0.58399999999999996</c:v>
                </c:pt>
                <c:pt idx="14399">
                  <c:v>0.58399999999999996</c:v>
                </c:pt>
                <c:pt idx="14400">
                  <c:v>0.58399999999999996</c:v>
                </c:pt>
                <c:pt idx="14401">
                  <c:v>0.58399999999999996</c:v>
                </c:pt>
                <c:pt idx="14402">
                  <c:v>0.58414814814814819</c:v>
                </c:pt>
                <c:pt idx="14403">
                  <c:v>0.58429629629629631</c:v>
                </c:pt>
                <c:pt idx="14404">
                  <c:v>0.58444444444444443</c:v>
                </c:pt>
                <c:pt idx="14405">
                  <c:v>0.58459259259259255</c:v>
                </c:pt>
                <c:pt idx="14406">
                  <c:v>0.58459259259259255</c:v>
                </c:pt>
                <c:pt idx="14407">
                  <c:v>0.58459259259259255</c:v>
                </c:pt>
                <c:pt idx="14408">
                  <c:v>0.58459259259259255</c:v>
                </c:pt>
                <c:pt idx="14409">
                  <c:v>0.58474074074074078</c:v>
                </c:pt>
                <c:pt idx="14410">
                  <c:v>0.58474074074074078</c:v>
                </c:pt>
                <c:pt idx="14411">
                  <c:v>0.58474074074074078</c:v>
                </c:pt>
                <c:pt idx="14412">
                  <c:v>0.5848888888888889</c:v>
                </c:pt>
                <c:pt idx="14413">
                  <c:v>0.5848888888888889</c:v>
                </c:pt>
                <c:pt idx="14414">
                  <c:v>0.58503703703703702</c:v>
                </c:pt>
                <c:pt idx="14415">
                  <c:v>0.58518518518518514</c:v>
                </c:pt>
                <c:pt idx="14416">
                  <c:v>0.58518518518518514</c:v>
                </c:pt>
                <c:pt idx="14417">
                  <c:v>0.58518518518518514</c:v>
                </c:pt>
                <c:pt idx="14418">
                  <c:v>0.58533333333333337</c:v>
                </c:pt>
                <c:pt idx="14419">
                  <c:v>0.58533333333333337</c:v>
                </c:pt>
                <c:pt idx="14420">
                  <c:v>0.58533333333333337</c:v>
                </c:pt>
                <c:pt idx="14421">
                  <c:v>0.58533333333333337</c:v>
                </c:pt>
                <c:pt idx="14422">
                  <c:v>0.58533333333333337</c:v>
                </c:pt>
                <c:pt idx="14423">
                  <c:v>0.58533333333333337</c:v>
                </c:pt>
                <c:pt idx="14424">
                  <c:v>0.58533333333333337</c:v>
                </c:pt>
                <c:pt idx="14425">
                  <c:v>0.58533333333333337</c:v>
                </c:pt>
                <c:pt idx="14426">
                  <c:v>0.58533333333333337</c:v>
                </c:pt>
                <c:pt idx="14427">
                  <c:v>0.58533333333333337</c:v>
                </c:pt>
                <c:pt idx="14428">
                  <c:v>0.58533333333333337</c:v>
                </c:pt>
                <c:pt idx="14429">
                  <c:v>0.58533333333333337</c:v>
                </c:pt>
                <c:pt idx="14430">
                  <c:v>0.58548148148148149</c:v>
                </c:pt>
                <c:pt idx="14431">
                  <c:v>0.58548148148148149</c:v>
                </c:pt>
                <c:pt idx="14432">
                  <c:v>0.58548148148148149</c:v>
                </c:pt>
                <c:pt idx="14433">
                  <c:v>0.58548148148148149</c:v>
                </c:pt>
                <c:pt idx="14434">
                  <c:v>0.58548148148148149</c:v>
                </c:pt>
                <c:pt idx="14435">
                  <c:v>0.58548148148148149</c:v>
                </c:pt>
                <c:pt idx="14436">
                  <c:v>0.58548148148148149</c:v>
                </c:pt>
                <c:pt idx="14437">
                  <c:v>0.58562962962962961</c:v>
                </c:pt>
                <c:pt idx="14438">
                  <c:v>0.58577777777777773</c:v>
                </c:pt>
                <c:pt idx="14439">
                  <c:v>0.58592592592592596</c:v>
                </c:pt>
                <c:pt idx="14440">
                  <c:v>0.58607407407407408</c:v>
                </c:pt>
                <c:pt idx="14441">
                  <c:v>0.5862222222222222</c:v>
                </c:pt>
                <c:pt idx="14442">
                  <c:v>0.58637037037037032</c:v>
                </c:pt>
                <c:pt idx="14443">
                  <c:v>0.58637037037037032</c:v>
                </c:pt>
                <c:pt idx="14444">
                  <c:v>0.58637037037037032</c:v>
                </c:pt>
                <c:pt idx="14445">
                  <c:v>0.58637037037037032</c:v>
                </c:pt>
                <c:pt idx="14446">
                  <c:v>0.58651851851851855</c:v>
                </c:pt>
                <c:pt idx="14447">
                  <c:v>0.58666666666666667</c:v>
                </c:pt>
                <c:pt idx="14448">
                  <c:v>0.58666666666666667</c:v>
                </c:pt>
                <c:pt idx="14449">
                  <c:v>0.58666666666666667</c:v>
                </c:pt>
                <c:pt idx="14450">
                  <c:v>0.58666666666666667</c:v>
                </c:pt>
                <c:pt idx="14451">
                  <c:v>0.58681481481481479</c:v>
                </c:pt>
                <c:pt idx="14452">
                  <c:v>0.58696296296296291</c:v>
                </c:pt>
                <c:pt idx="14453">
                  <c:v>0.58696296296296291</c:v>
                </c:pt>
                <c:pt idx="14454">
                  <c:v>0.58696296296296291</c:v>
                </c:pt>
                <c:pt idx="14455">
                  <c:v>0.58696296296296291</c:v>
                </c:pt>
                <c:pt idx="14456">
                  <c:v>0.58696296296296291</c:v>
                </c:pt>
                <c:pt idx="14457">
                  <c:v>0.58711111111111114</c:v>
                </c:pt>
                <c:pt idx="14458">
                  <c:v>0.58711111111111114</c:v>
                </c:pt>
                <c:pt idx="14459">
                  <c:v>0.58711111111111114</c:v>
                </c:pt>
                <c:pt idx="14460">
                  <c:v>0.58711111111111114</c:v>
                </c:pt>
                <c:pt idx="14461">
                  <c:v>0.58711111111111114</c:v>
                </c:pt>
                <c:pt idx="14462">
                  <c:v>0.58711111111111114</c:v>
                </c:pt>
                <c:pt idx="14463">
                  <c:v>0.58711111111111114</c:v>
                </c:pt>
                <c:pt idx="14464">
                  <c:v>0.58711111111111114</c:v>
                </c:pt>
                <c:pt idx="14465">
                  <c:v>0.58711111111111114</c:v>
                </c:pt>
                <c:pt idx="14466">
                  <c:v>0.58711111111111114</c:v>
                </c:pt>
                <c:pt idx="14467">
                  <c:v>0.58725925925925926</c:v>
                </c:pt>
                <c:pt idx="14468">
                  <c:v>0.58725925925925926</c:v>
                </c:pt>
                <c:pt idx="14469">
                  <c:v>0.58725925925925926</c:v>
                </c:pt>
                <c:pt idx="14470">
                  <c:v>0.58725925925925926</c:v>
                </c:pt>
                <c:pt idx="14471">
                  <c:v>0.58725925925925926</c:v>
                </c:pt>
                <c:pt idx="14472">
                  <c:v>0.58725925925925926</c:v>
                </c:pt>
                <c:pt idx="14473">
                  <c:v>0.58740740740740738</c:v>
                </c:pt>
                <c:pt idx="14474">
                  <c:v>0.58740740740740738</c:v>
                </c:pt>
                <c:pt idx="14475">
                  <c:v>0.58755555555555561</c:v>
                </c:pt>
                <c:pt idx="14476">
                  <c:v>0.58755555555555561</c:v>
                </c:pt>
                <c:pt idx="14477">
                  <c:v>0.58755555555555561</c:v>
                </c:pt>
                <c:pt idx="14478">
                  <c:v>0.58755555555555561</c:v>
                </c:pt>
                <c:pt idx="14479">
                  <c:v>0.58755555555555561</c:v>
                </c:pt>
                <c:pt idx="14480">
                  <c:v>0.58770370370370373</c:v>
                </c:pt>
                <c:pt idx="14481">
                  <c:v>0.58785185185185185</c:v>
                </c:pt>
                <c:pt idx="14482">
                  <c:v>0.58785185185185185</c:v>
                </c:pt>
                <c:pt idx="14483">
                  <c:v>0.58799999999999997</c:v>
                </c:pt>
                <c:pt idx="14484">
                  <c:v>0.58799999999999997</c:v>
                </c:pt>
                <c:pt idx="14485">
                  <c:v>0.58799999999999997</c:v>
                </c:pt>
                <c:pt idx="14486">
                  <c:v>0.58799999999999997</c:v>
                </c:pt>
                <c:pt idx="14487">
                  <c:v>0.58799999999999997</c:v>
                </c:pt>
                <c:pt idx="14488">
                  <c:v>0.58799999999999997</c:v>
                </c:pt>
                <c:pt idx="14489">
                  <c:v>0.5881481481481482</c:v>
                </c:pt>
                <c:pt idx="14490">
                  <c:v>0.5881481481481482</c:v>
                </c:pt>
                <c:pt idx="14491">
                  <c:v>0.5881481481481482</c:v>
                </c:pt>
                <c:pt idx="14492">
                  <c:v>0.5881481481481482</c:v>
                </c:pt>
                <c:pt idx="14493">
                  <c:v>0.58829629629629632</c:v>
                </c:pt>
                <c:pt idx="14494">
                  <c:v>0.58829629629629632</c:v>
                </c:pt>
                <c:pt idx="14495">
                  <c:v>0.58844444444444444</c:v>
                </c:pt>
                <c:pt idx="14496">
                  <c:v>0.58844444444444444</c:v>
                </c:pt>
                <c:pt idx="14497">
                  <c:v>0.58844444444444444</c:v>
                </c:pt>
                <c:pt idx="14498">
                  <c:v>0.58844444444444444</c:v>
                </c:pt>
                <c:pt idx="14499">
                  <c:v>0.58844444444444444</c:v>
                </c:pt>
                <c:pt idx="14500">
                  <c:v>0.58844444444444444</c:v>
                </c:pt>
                <c:pt idx="14501">
                  <c:v>0.58844444444444444</c:v>
                </c:pt>
                <c:pt idx="14502">
                  <c:v>0.58844444444444444</c:v>
                </c:pt>
                <c:pt idx="14503">
                  <c:v>0.58844444444444444</c:v>
                </c:pt>
                <c:pt idx="14504">
                  <c:v>0.58859259259259256</c:v>
                </c:pt>
                <c:pt idx="14505">
                  <c:v>0.58874074074074079</c:v>
                </c:pt>
                <c:pt idx="14506">
                  <c:v>0.58874074074074079</c:v>
                </c:pt>
                <c:pt idx="14507">
                  <c:v>0.58874074074074079</c:v>
                </c:pt>
                <c:pt idx="14508">
                  <c:v>0.58888888888888891</c:v>
                </c:pt>
                <c:pt idx="14509">
                  <c:v>0.58888888888888891</c:v>
                </c:pt>
                <c:pt idx="14510">
                  <c:v>0.58888888888888891</c:v>
                </c:pt>
                <c:pt idx="14511">
                  <c:v>0.58888888888888891</c:v>
                </c:pt>
                <c:pt idx="14512">
                  <c:v>0.58903703703703703</c:v>
                </c:pt>
                <c:pt idx="14513">
                  <c:v>0.58918518518518515</c:v>
                </c:pt>
                <c:pt idx="14514">
                  <c:v>0.58918518518518515</c:v>
                </c:pt>
                <c:pt idx="14515">
                  <c:v>0.58918518518518515</c:v>
                </c:pt>
                <c:pt idx="14516">
                  <c:v>0.58918518518518515</c:v>
                </c:pt>
                <c:pt idx="14517">
                  <c:v>0.58918518518518515</c:v>
                </c:pt>
                <c:pt idx="14518">
                  <c:v>0.58933333333333338</c:v>
                </c:pt>
                <c:pt idx="14519">
                  <c:v>0.58933333333333338</c:v>
                </c:pt>
                <c:pt idx="14520">
                  <c:v>0.58933333333333338</c:v>
                </c:pt>
                <c:pt idx="14521">
                  <c:v>0.58933333333333338</c:v>
                </c:pt>
                <c:pt idx="14522">
                  <c:v>0.58933333333333338</c:v>
                </c:pt>
                <c:pt idx="14523">
                  <c:v>0.5894814814814815</c:v>
                </c:pt>
                <c:pt idx="14524">
                  <c:v>0.5894814814814815</c:v>
                </c:pt>
                <c:pt idx="14525">
                  <c:v>0.5894814814814815</c:v>
                </c:pt>
                <c:pt idx="14526">
                  <c:v>0.5894814814814815</c:v>
                </c:pt>
                <c:pt idx="14527">
                  <c:v>0.5894814814814815</c:v>
                </c:pt>
                <c:pt idx="14528">
                  <c:v>0.5894814814814815</c:v>
                </c:pt>
                <c:pt idx="14529">
                  <c:v>0.5894814814814815</c:v>
                </c:pt>
                <c:pt idx="14530">
                  <c:v>0.58962962962962961</c:v>
                </c:pt>
                <c:pt idx="14531">
                  <c:v>0.58977777777777773</c:v>
                </c:pt>
                <c:pt idx="14532">
                  <c:v>0.58977777777777773</c:v>
                </c:pt>
                <c:pt idx="14533">
                  <c:v>0.58977777777777773</c:v>
                </c:pt>
                <c:pt idx="14534">
                  <c:v>0.58977777777777773</c:v>
                </c:pt>
                <c:pt idx="14535">
                  <c:v>0.58992592592592596</c:v>
                </c:pt>
                <c:pt idx="14536">
                  <c:v>0.58992592592592596</c:v>
                </c:pt>
                <c:pt idx="14537">
                  <c:v>0.58992592592592596</c:v>
                </c:pt>
                <c:pt idx="14538">
                  <c:v>0.58992592592592596</c:v>
                </c:pt>
                <c:pt idx="14539">
                  <c:v>0.58992592592592596</c:v>
                </c:pt>
                <c:pt idx="14540">
                  <c:v>0.58992592592592596</c:v>
                </c:pt>
                <c:pt idx="14541">
                  <c:v>0.58992592592592596</c:v>
                </c:pt>
                <c:pt idx="14542">
                  <c:v>0.58992592592592596</c:v>
                </c:pt>
                <c:pt idx="14543">
                  <c:v>0.58992592592592596</c:v>
                </c:pt>
                <c:pt idx="14544">
                  <c:v>0.58992592592592596</c:v>
                </c:pt>
                <c:pt idx="14545">
                  <c:v>0.59007407407407408</c:v>
                </c:pt>
                <c:pt idx="14546">
                  <c:v>0.59007407407407408</c:v>
                </c:pt>
                <c:pt idx="14547">
                  <c:v>0.5902222222222222</c:v>
                </c:pt>
                <c:pt idx="14548">
                  <c:v>0.5902222222222222</c:v>
                </c:pt>
                <c:pt idx="14549">
                  <c:v>0.5902222222222222</c:v>
                </c:pt>
                <c:pt idx="14550">
                  <c:v>0.5902222222222222</c:v>
                </c:pt>
                <c:pt idx="14551">
                  <c:v>0.5902222222222222</c:v>
                </c:pt>
                <c:pt idx="14552">
                  <c:v>0.5902222222222222</c:v>
                </c:pt>
                <c:pt idx="14553">
                  <c:v>0.5902222222222222</c:v>
                </c:pt>
                <c:pt idx="14554">
                  <c:v>0.59037037037037032</c:v>
                </c:pt>
                <c:pt idx="14555">
                  <c:v>0.59037037037037032</c:v>
                </c:pt>
                <c:pt idx="14556">
                  <c:v>0.59037037037037032</c:v>
                </c:pt>
                <c:pt idx="14557">
                  <c:v>0.59037037037037032</c:v>
                </c:pt>
                <c:pt idx="14558">
                  <c:v>0.59037037037037032</c:v>
                </c:pt>
                <c:pt idx="14559">
                  <c:v>0.59051851851851855</c:v>
                </c:pt>
                <c:pt idx="14560">
                  <c:v>0.59066666666666667</c:v>
                </c:pt>
                <c:pt idx="14561">
                  <c:v>0.59066666666666667</c:v>
                </c:pt>
                <c:pt idx="14562">
                  <c:v>0.59066666666666667</c:v>
                </c:pt>
                <c:pt idx="14563">
                  <c:v>0.59066666666666667</c:v>
                </c:pt>
                <c:pt idx="14564">
                  <c:v>0.59066666666666667</c:v>
                </c:pt>
                <c:pt idx="14565">
                  <c:v>0.59066666666666667</c:v>
                </c:pt>
                <c:pt idx="14566">
                  <c:v>0.59066666666666667</c:v>
                </c:pt>
                <c:pt idx="14567">
                  <c:v>0.59066666666666667</c:v>
                </c:pt>
                <c:pt idx="14568">
                  <c:v>0.59066666666666667</c:v>
                </c:pt>
                <c:pt idx="14569">
                  <c:v>0.59066666666666667</c:v>
                </c:pt>
                <c:pt idx="14570">
                  <c:v>0.59066666666666667</c:v>
                </c:pt>
                <c:pt idx="14571">
                  <c:v>0.59066666666666667</c:v>
                </c:pt>
                <c:pt idx="14572">
                  <c:v>0.59081481481481479</c:v>
                </c:pt>
                <c:pt idx="14573">
                  <c:v>0.59096296296296291</c:v>
                </c:pt>
                <c:pt idx="14574">
                  <c:v>0.59096296296296291</c:v>
                </c:pt>
                <c:pt idx="14575">
                  <c:v>0.59096296296296291</c:v>
                </c:pt>
                <c:pt idx="14576">
                  <c:v>0.59111111111111114</c:v>
                </c:pt>
                <c:pt idx="14577">
                  <c:v>0.59111111111111114</c:v>
                </c:pt>
                <c:pt idx="14578">
                  <c:v>0.59111111111111114</c:v>
                </c:pt>
                <c:pt idx="14579">
                  <c:v>0.59125925925925926</c:v>
                </c:pt>
                <c:pt idx="14580">
                  <c:v>0.59140740740740738</c:v>
                </c:pt>
                <c:pt idx="14581">
                  <c:v>0.59140740740740738</c:v>
                </c:pt>
                <c:pt idx="14582">
                  <c:v>0.5915555555555555</c:v>
                </c:pt>
                <c:pt idx="14583">
                  <c:v>0.59170370370370373</c:v>
                </c:pt>
                <c:pt idx="14584">
                  <c:v>0.59170370370370373</c:v>
                </c:pt>
                <c:pt idx="14585">
                  <c:v>0.59170370370370373</c:v>
                </c:pt>
                <c:pt idx="14586">
                  <c:v>0.59170370370370373</c:v>
                </c:pt>
                <c:pt idx="14587">
                  <c:v>0.59170370370370373</c:v>
                </c:pt>
                <c:pt idx="14588">
                  <c:v>0.59170370370370373</c:v>
                </c:pt>
                <c:pt idx="14589">
                  <c:v>0.59170370370370373</c:v>
                </c:pt>
                <c:pt idx="14590">
                  <c:v>0.59170370370370373</c:v>
                </c:pt>
                <c:pt idx="14591">
                  <c:v>0.59185185185185185</c:v>
                </c:pt>
                <c:pt idx="14592">
                  <c:v>0.59185185185185185</c:v>
                </c:pt>
                <c:pt idx="14593">
                  <c:v>0.59199999999999997</c:v>
                </c:pt>
                <c:pt idx="14594">
                  <c:v>0.5921481481481482</c:v>
                </c:pt>
                <c:pt idx="14595">
                  <c:v>0.5921481481481482</c:v>
                </c:pt>
                <c:pt idx="14596">
                  <c:v>0.5921481481481482</c:v>
                </c:pt>
                <c:pt idx="14597">
                  <c:v>0.5921481481481482</c:v>
                </c:pt>
                <c:pt idx="14598">
                  <c:v>0.59229629629629632</c:v>
                </c:pt>
                <c:pt idx="14599">
                  <c:v>0.59244444444444444</c:v>
                </c:pt>
                <c:pt idx="14600">
                  <c:v>0.59244444444444444</c:v>
                </c:pt>
                <c:pt idx="14601">
                  <c:v>0.59244444444444444</c:v>
                </c:pt>
                <c:pt idx="14602">
                  <c:v>0.59259259259259256</c:v>
                </c:pt>
                <c:pt idx="14603">
                  <c:v>0.59259259259259256</c:v>
                </c:pt>
                <c:pt idx="14604">
                  <c:v>0.59274074074074079</c:v>
                </c:pt>
                <c:pt idx="14605">
                  <c:v>0.59274074074074079</c:v>
                </c:pt>
                <c:pt idx="14606">
                  <c:v>0.59288888888888891</c:v>
                </c:pt>
                <c:pt idx="14607">
                  <c:v>0.59288888888888891</c:v>
                </c:pt>
                <c:pt idx="14608">
                  <c:v>0.59288888888888891</c:v>
                </c:pt>
                <c:pt idx="14609">
                  <c:v>0.59288888888888891</c:v>
                </c:pt>
                <c:pt idx="14610">
                  <c:v>0.59303703703703703</c:v>
                </c:pt>
                <c:pt idx="14611">
                  <c:v>0.59303703703703703</c:v>
                </c:pt>
                <c:pt idx="14612">
                  <c:v>0.59303703703703703</c:v>
                </c:pt>
                <c:pt idx="14613">
                  <c:v>0.59318518518518515</c:v>
                </c:pt>
                <c:pt idx="14614">
                  <c:v>0.59333333333333338</c:v>
                </c:pt>
                <c:pt idx="14615">
                  <c:v>0.59333333333333338</c:v>
                </c:pt>
                <c:pt idx="14616">
                  <c:v>0.59333333333333338</c:v>
                </c:pt>
                <c:pt idx="14617">
                  <c:v>0.59333333333333338</c:v>
                </c:pt>
                <c:pt idx="14618">
                  <c:v>0.59333333333333338</c:v>
                </c:pt>
                <c:pt idx="14619">
                  <c:v>0.59333333333333338</c:v>
                </c:pt>
                <c:pt idx="14620">
                  <c:v>0.5934814814814815</c:v>
                </c:pt>
                <c:pt idx="14621">
                  <c:v>0.5934814814814815</c:v>
                </c:pt>
                <c:pt idx="14622">
                  <c:v>0.59362962962962962</c:v>
                </c:pt>
                <c:pt idx="14623">
                  <c:v>0.59377777777777774</c:v>
                </c:pt>
                <c:pt idx="14624">
                  <c:v>0.59392592592592597</c:v>
                </c:pt>
                <c:pt idx="14625">
                  <c:v>0.59392592592592597</c:v>
                </c:pt>
                <c:pt idx="14626">
                  <c:v>0.59407407407407409</c:v>
                </c:pt>
                <c:pt idx="14627">
                  <c:v>0.59422222222222221</c:v>
                </c:pt>
                <c:pt idx="14628">
                  <c:v>0.59422222222222221</c:v>
                </c:pt>
                <c:pt idx="14629">
                  <c:v>0.59437037037037033</c:v>
                </c:pt>
                <c:pt idx="14630">
                  <c:v>0.59451851851851856</c:v>
                </c:pt>
                <c:pt idx="14631">
                  <c:v>0.59451851851851856</c:v>
                </c:pt>
                <c:pt idx="14632">
                  <c:v>0.59451851851851856</c:v>
                </c:pt>
                <c:pt idx="14633">
                  <c:v>0.59451851851851856</c:v>
                </c:pt>
                <c:pt idx="14634">
                  <c:v>0.59451851851851856</c:v>
                </c:pt>
                <c:pt idx="14635">
                  <c:v>0.59466666666666668</c:v>
                </c:pt>
                <c:pt idx="14636">
                  <c:v>0.5948148148148148</c:v>
                </c:pt>
                <c:pt idx="14637">
                  <c:v>0.5948148148148148</c:v>
                </c:pt>
                <c:pt idx="14638">
                  <c:v>0.59496296296296292</c:v>
                </c:pt>
                <c:pt idx="14639">
                  <c:v>0.59511111111111115</c:v>
                </c:pt>
                <c:pt idx="14640">
                  <c:v>0.59511111111111115</c:v>
                </c:pt>
                <c:pt idx="14641">
                  <c:v>0.59511111111111115</c:v>
                </c:pt>
                <c:pt idx="14642">
                  <c:v>0.59511111111111115</c:v>
                </c:pt>
                <c:pt idx="14643">
                  <c:v>0.59525925925925927</c:v>
                </c:pt>
                <c:pt idx="14644">
                  <c:v>0.59525925925925927</c:v>
                </c:pt>
                <c:pt idx="14645">
                  <c:v>0.59525925925925927</c:v>
                </c:pt>
                <c:pt idx="14646">
                  <c:v>0.59525925925925927</c:v>
                </c:pt>
                <c:pt idx="14647">
                  <c:v>0.59525925925925927</c:v>
                </c:pt>
                <c:pt idx="14648">
                  <c:v>0.59540740740740739</c:v>
                </c:pt>
                <c:pt idx="14649">
                  <c:v>0.59540740740740739</c:v>
                </c:pt>
                <c:pt idx="14650">
                  <c:v>0.59540740740740739</c:v>
                </c:pt>
                <c:pt idx="14651">
                  <c:v>0.59540740740740739</c:v>
                </c:pt>
                <c:pt idx="14652">
                  <c:v>0.59540740740740739</c:v>
                </c:pt>
                <c:pt idx="14653">
                  <c:v>0.59540740740740739</c:v>
                </c:pt>
                <c:pt idx="14654">
                  <c:v>0.59540740740740739</c:v>
                </c:pt>
                <c:pt idx="14655">
                  <c:v>0.59540740740740739</c:v>
                </c:pt>
                <c:pt idx="14656">
                  <c:v>0.59540740740740739</c:v>
                </c:pt>
                <c:pt idx="14657">
                  <c:v>0.59540740740740739</c:v>
                </c:pt>
                <c:pt idx="14658">
                  <c:v>0.5955555555555555</c:v>
                </c:pt>
                <c:pt idx="14659">
                  <c:v>0.59570370370370374</c:v>
                </c:pt>
                <c:pt idx="14660">
                  <c:v>0.59585185185185185</c:v>
                </c:pt>
                <c:pt idx="14661">
                  <c:v>0.59599999999999997</c:v>
                </c:pt>
                <c:pt idx="14662">
                  <c:v>0.59614814814814809</c:v>
                </c:pt>
                <c:pt idx="14663">
                  <c:v>0.59614814814814809</c:v>
                </c:pt>
                <c:pt idx="14664">
                  <c:v>0.59614814814814809</c:v>
                </c:pt>
                <c:pt idx="14665">
                  <c:v>0.59629629629629632</c:v>
                </c:pt>
                <c:pt idx="14666">
                  <c:v>0.59629629629629632</c:v>
                </c:pt>
                <c:pt idx="14667">
                  <c:v>0.59629629629629632</c:v>
                </c:pt>
                <c:pt idx="14668">
                  <c:v>0.59629629629629632</c:v>
                </c:pt>
                <c:pt idx="14669">
                  <c:v>0.59629629629629632</c:v>
                </c:pt>
                <c:pt idx="14670">
                  <c:v>0.59644444444444444</c:v>
                </c:pt>
                <c:pt idx="14671">
                  <c:v>0.59644444444444444</c:v>
                </c:pt>
                <c:pt idx="14672">
                  <c:v>0.59644444444444444</c:v>
                </c:pt>
                <c:pt idx="14673">
                  <c:v>0.59644444444444444</c:v>
                </c:pt>
                <c:pt idx="14674">
                  <c:v>0.59644444444444444</c:v>
                </c:pt>
                <c:pt idx="14675">
                  <c:v>0.59659259259259256</c:v>
                </c:pt>
                <c:pt idx="14676">
                  <c:v>0.59659259259259256</c:v>
                </c:pt>
                <c:pt idx="14677">
                  <c:v>0.59659259259259256</c:v>
                </c:pt>
                <c:pt idx="14678">
                  <c:v>0.59659259259259256</c:v>
                </c:pt>
                <c:pt idx="14679">
                  <c:v>0.59659259259259256</c:v>
                </c:pt>
                <c:pt idx="14680">
                  <c:v>0.59659259259259256</c:v>
                </c:pt>
                <c:pt idx="14681">
                  <c:v>0.59659259259259256</c:v>
                </c:pt>
                <c:pt idx="14682">
                  <c:v>0.59659259259259256</c:v>
                </c:pt>
                <c:pt idx="14683">
                  <c:v>0.59659259259259256</c:v>
                </c:pt>
                <c:pt idx="14684">
                  <c:v>0.59659259259259256</c:v>
                </c:pt>
                <c:pt idx="14685">
                  <c:v>0.59659259259259256</c:v>
                </c:pt>
                <c:pt idx="14686">
                  <c:v>0.59674074074074079</c:v>
                </c:pt>
                <c:pt idx="14687">
                  <c:v>0.59688888888888891</c:v>
                </c:pt>
                <c:pt idx="14688">
                  <c:v>0.59688888888888891</c:v>
                </c:pt>
                <c:pt idx="14689">
                  <c:v>0.59688888888888891</c:v>
                </c:pt>
                <c:pt idx="14690">
                  <c:v>0.59688888888888891</c:v>
                </c:pt>
                <c:pt idx="14691">
                  <c:v>0.59688888888888891</c:v>
                </c:pt>
                <c:pt idx="14692">
                  <c:v>0.59688888888888891</c:v>
                </c:pt>
                <c:pt idx="14693">
                  <c:v>0.59703703703703703</c:v>
                </c:pt>
                <c:pt idx="14694">
                  <c:v>0.59718518518518515</c:v>
                </c:pt>
                <c:pt idx="14695">
                  <c:v>0.59733333333333338</c:v>
                </c:pt>
                <c:pt idx="14696">
                  <c:v>0.5974814814814815</c:v>
                </c:pt>
                <c:pt idx="14697">
                  <c:v>0.5974814814814815</c:v>
                </c:pt>
                <c:pt idx="14698">
                  <c:v>0.5974814814814815</c:v>
                </c:pt>
                <c:pt idx="14699">
                  <c:v>0.5974814814814815</c:v>
                </c:pt>
                <c:pt idx="14700">
                  <c:v>0.5974814814814815</c:v>
                </c:pt>
                <c:pt idx="14701">
                  <c:v>0.5974814814814815</c:v>
                </c:pt>
                <c:pt idx="14702">
                  <c:v>0.5974814814814815</c:v>
                </c:pt>
                <c:pt idx="14703">
                  <c:v>0.5974814814814815</c:v>
                </c:pt>
                <c:pt idx="14704">
                  <c:v>0.59762962962962962</c:v>
                </c:pt>
                <c:pt idx="14705">
                  <c:v>0.59777777777777774</c:v>
                </c:pt>
                <c:pt idx="14706">
                  <c:v>0.59792592592592597</c:v>
                </c:pt>
                <c:pt idx="14707">
                  <c:v>0.59807407407407409</c:v>
                </c:pt>
                <c:pt idx="14708">
                  <c:v>0.59822222222222221</c:v>
                </c:pt>
                <c:pt idx="14709">
                  <c:v>0.59822222222222221</c:v>
                </c:pt>
                <c:pt idx="14710">
                  <c:v>0.59822222222222221</c:v>
                </c:pt>
                <c:pt idx="14711">
                  <c:v>0.59822222222222221</c:v>
                </c:pt>
                <c:pt idx="14712">
                  <c:v>0.59837037037037033</c:v>
                </c:pt>
                <c:pt idx="14713">
                  <c:v>0.59851851851851856</c:v>
                </c:pt>
                <c:pt idx="14714">
                  <c:v>0.59851851851851856</c:v>
                </c:pt>
                <c:pt idx="14715">
                  <c:v>0.59851851851851856</c:v>
                </c:pt>
                <c:pt idx="14716">
                  <c:v>0.59866666666666668</c:v>
                </c:pt>
                <c:pt idx="14717">
                  <c:v>0.5988148148148148</c:v>
                </c:pt>
                <c:pt idx="14718">
                  <c:v>0.5988148148148148</c:v>
                </c:pt>
                <c:pt idx="14719">
                  <c:v>0.5988148148148148</c:v>
                </c:pt>
                <c:pt idx="14720">
                  <c:v>0.59896296296296292</c:v>
                </c:pt>
                <c:pt idx="14721">
                  <c:v>0.59896296296296292</c:v>
                </c:pt>
                <c:pt idx="14722">
                  <c:v>0.59896296296296292</c:v>
                </c:pt>
                <c:pt idx="14723">
                  <c:v>0.59911111111111115</c:v>
                </c:pt>
                <c:pt idx="14724">
                  <c:v>0.59911111111111115</c:v>
                </c:pt>
                <c:pt idx="14725">
                  <c:v>0.59925925925925927</c:v>
                </c:pt>
                <c:pt idx="14726">
                  <c:v>0.59925925925925927</c:v>
                </c:pt>
                <c:pt idx="14727">
                  <c:v>0.59925925925925927</c:v>
                </c:pt>
                <c:pt idx="14728">
                  <c:v>0.59940740740740739</c:v>
                </c:pt>
                <c:pt idx="14729">
                  <c:v>0.59940740740740739</c:v>
                </c:pt>
                <c:pt idx="14730">
                  <c:v>0.59940740740740739</c:v>
                </c:pt>
                <c:pt idx="14731">
                  <c:v>0.59940740740740739</c:v>
                </c:pt>
                <c:pt idx="14732">
                  <c:v>0.59955555555555551</c:v>
                </c:pt>
                <c:pt idx="14733">
                  <c:v>0.59955555555555551</c:v>
                </c:pt>
                <c:pt idx="14734">
                  <c:v>0.59955555555555551</c:v>
                </c:pt>
                <c:pt idx="14735">
                  <c:v>0.59955555555555551</c:v>
                </c:pt>
                <c:pt idx="14736">
                  <c:v>0.59970370370370374</c:v>
                </c:pt>
                <c:pt idx="14737">
                  <c:v>0.59970370370370374</c:v>
                </c:pt>
                <c:pt idx="14738">
                  <c:v>0.59970370370370374</c:v>
                </c:pt>
                <c:pt idx="14739">
                  <c:v>0.59970370370370374</c:v>
                </c:pt>
                <c:pt idx="14740">
                  <c:v>0.59970370370370374</c:v>
                </c:pt>
                <c:pt idx="14741">
                  <c:v>0.59970370370370374</c:v>
                </c:pt>
                <c:pt idx="14742">
                  <c:v>0.59985185185185186</c:v>
                </c:pt>
                <c:pt idx="14743">
                  <c:v>0.59985185185185186</c:v>
                </c:pt>
                <c:pt idx="14744">
                  <c:v>0.59985185185185186</c:v>
                </c:pt>
                <c:pt idx="14745">
                  <c:v>0.6</c:v>
                </c:pt>
                <c:pt idx="14746">
                  <c:v>0.6</c:v>
                </c:pt>
                <c:pt idx="14747">
                  <c:v>0.6</c:v>
                </c:pt>
                <c:pt idx="14748">
                  <c:v>0.6001481481481481</c:v>
                </c:pt>
                <c:pt idx="14749">
                  <c:v>0.6001481481481481</c:v>
                </c:pt>
                <c:pt idx="14750">
                  <c:v>0.60029629629629633</c:v>
                </c:pt>
                <c:pt idx="14751">
                  <c:v>0.60029629629629633</c:v>
                </c:pt>
                <c:pt idx="14752">
                  <c:v>0.60029629629629633</c:v>
                </c:pt>
                <c:pt idx="14753">
                  <c:v>0.60029629629629633</c:v>
                </c:pt>
                <c:pt idx="14754">
                  <c:v>0.60029629629629633</c:v>
                </c:pt>
                <c:pt idx="14755">
                  <c:v>0.60029629629629633</c:v>
                </c:pt>
                <c:pt idx="14756">
                  <c:v>0.60029629629629633</c:v>
                </c:pt>
                <c:pt idx="14757">
                  <c:v>0.60029629629629633</c:v>
                </c:pt>
                <c:pt idx="14758">
                  <c:v>0.60029629629629633</c:v>
                </c:pt>
                <c:pt idx="14759">
                  <c:v>0.60029629629629633</c:v>
                </c:pt>
                <c:pt idx="14760">
                  <c:v>0.60044444444444445</c:v>
                </c:pt>
                <c:pt idx="14761">
                  <c:v>0.60044444444444445</c:v>
                </c:pt>
                <c:pt idx="14762">
                  <c:v>0.60059259259259257</c:v>
                </c:pt>
                <c:pt idx="14763">
                  <c:v>0.60059259259259257</c:v>
                </c:pt>
                <c:pt idx="14764">
                  <c:v>0.60059259259259257</c:v>
                </c:pt>
                <c:pt idx="14765">
                  <c:v>0.60074074074074069</c:v>
                </c:pt>
                <c:pt idx="14766">
                  <c:v>0.60074074074074069</c:v>
                </c:pt>
                <c:pt idx="14767">
                  <c:v>0.60074074074074069</c:v>
                </c:pt>
                <c:pt idx="14768">
                  <c:v>0.60074074074074069</c:v>
                </c:pt>
                <c:pt idx="14769">
                  <c:v>0.60088888888888892</c:v>
                </c:pt>
                <c:pt idx="14770">
                  <c:v>0.60088888888888892</c:v>
                </c:pt>
                <c:pt idx="14771">
                  <c:v>0.60088888888888892</c:v>
                </c:pt>
                <c:pt idx="14772">
                  <c:v>0.60088888888888892</c:v>
                </c:pt>
                <c:pt idx="14773">
                  <c:v>0.60088888888888892</c:v>
                </c:pt>
                <c:pt idx="14774">
                  <c:v>0.60103703703703704</c:v>
                </c:pt>
                <c:pt idx="14775">
                  <c:v>0.60118518518518516</c:v>
                </c:pt>
                <c:pt idx="14776">
                  <c:v>0.60118518518518516</c:v>
                </c:pt>
                <c:pt idx="14777">
                  <c:v>0.60118518518518516</c:v>
                </c:pt>
                <c:pt idx="14778">
                  <c:v>0.60118518518518516</c:v>
                </c:pt>
                <c:pt idx="14779">
                  <c:v>0.60118518518518516</c:v>
                </c:pt>
                <c:pt idx="14780">
                  <c:v>0.60118518518518516</c:v>
                </c:pt>
                <c:pt idx="14781">
                  <c:v>0.60118518518518516</c:v>
                </c:pt>
                <c:pt idx="14782">
                  <c:v>0.60118518518518516</c:v>
                </c:pt>
                <c:pt idx="14783">
                  <c:v>0.60118518518518516</c:v>
                </c:pt>
                <c:pt idx="14784">
                  <c:v>0.60118518518518516</c:v>
                </c:pt>
                <c:pt idx="14785">
                  <c:v>0.60118518518518516</c:v>
                </c:pt>
                <c:pt idx="14786">
                  <c:v>0.60118518518518516</c:v>
                </c:pt>
                <c:pt idx="14787">
                  <c:v>0.60133333333333339</c:v>
                </c:pt>
                <c:pt idx="14788">
                  <c:v>0.60133333333333339</c:v>
                </c:pt>
                <c:pt idx="14789">
                  <c:v>0.60133333333333339</c:v>
                </c:pt>
                <c:pt idx="14790">
                  <c:v>0.60133333333333339</c:v>
                </c:pt>
                <c:pt idx="14791">
                  <c:v>0.60133333333333339</c:v>
                </c:pt>
                <c:pt idx="14792">
                  <c:v>0.60133333333333339</c:v>
                </c:pt>
                <c:pt idx="14793">
                  <c:v>0.60148148148148151</c:v>
                </c:pt>
                <c:pt idx="14794">
                  <c:v>0.60148148148148151</c:v>
                </c:pt>
                <c:pt idx="14795">
                  <c:v>0.60162962962962963</c:v>
                </c:pt>
                <c:pt idx="14796">
                  <c:v>0.60177777777777774</c:v>
                </c:pt>
                <c:pt idx="14797">
                  <c:v>0.60177777777777774</c:v>
                </c:pt>
                <c:pt idx="14798">
                  <c:v>0.60177777777777774</c:v>
                </c:pt>
                <c:pt idx="14799">
                  <c:v>0.60177777777777774</c:v>
                </c:pt>
                <c:pt idx="14800">
                  <c:v>0.60177777777777774</c:v>
                </c:pt>
                <c:pt idx="14801">
                  <c:v>0.60177777777777774</c:v>
                </c:pt>
                <c:pt idx="14802">
                  <c:v>0.60177777777777774</c:v>
                </c:pt>
                <c:pt idx="14803">
                  <c:v>0.60192592592592598</c:v>
                </c:pt>
                <c:pt idx="14804">
                  <c:v>0.60192592592592598</c:v>
                </c:pt>
                <c:pt idx="14805">
                  <c:v>0.60192592592592598</c:v>
                </c:pt>
                <c:pt idx="14806">
                  <c:v>0.60192592592592598</c:v>
                </c:pt>
                <c:pt idx="14807">
                  <c:v>0.60207407407407409</c:v>
                </c:pt>
                <c:pt idx="14808">
                  <c:v>0.60207407407407409</c:v>
                </c:pt>
                <c:pt idx="14809">
                  <c:v>0.60222222222222221</c:v>
                </c:pt>
                <c:pt idx="14810">
                  <c:v>0.60237037037037033</c:v>
                </c:pt>
                <c:pt idx="14811">
                  <c:v>0.60237037037037033</c:v>
                </c:pt>
                <c:pt idx="14812">
                  <c:v>0.60237037037037033</c:v>
                </c:pt>
                <c:pt idx="14813">
                  <c:v>0.60251851851851856</c:v>
                </c:pt>
                <c:pt idx="14814">
                  <c:v>0.60251851851851856</c:v>
                </c:pt>
                <c:pt idx="14815">
                  <c:v>0.60251851851851856</c:v>
                </c:pt>
                <c:pt idx="14816">
                  <c:v>0.60251851851851856</c:v>
                </c:pt>
                <c:pt idx="14817">
                  <c:v>0.60251851851851856</c:v>
                </c:pt>
                <c:pt idx="14818">
                  <c:v>0.60251851851851856</c:v>
                </c:pt>
                <c:pt idx="14819">
                  <c:v>0.60251851851851856</c:v>
                </c:pt>
                <c:pt idx="14820">
                  <c:v>0.60266666666666668</c:v>
                </c:pt>
                <c:pt idx="14821">
                  <c:v>0.60266666666666668</c:v>
                </c:pt>
                <c:pt idx="14822">
                  <c:v>0.6028148148148148</c:v>
                </c:pt>
                <c:pt idx="14823">
                  <c:v>0.6028148148148148</c:v>
                </c:pt>
                <c:pt idx="14824">
                  <c:v>0.6028148148148148</c:v>
                </c:pt>
                <c:pt idx="14825">
                  <c:v>0.6028148148148148</c:v>
                </c:pt>
                <c:pt idx="14826">
                  <c:v>0.6028148148148148</c:v>
                </c:pt>
                <c:pt idx="14827">
                  <c:v>0.6028148148148148</c:v>
                </c:pt>
                <c:pt idx="14828">
                  <c:v>0.60296296296296292</c:v>
                </c:pt>
                <c:pt idx="14829">
                  <c:v>0.60311111111111115</c:v>
                </c:pt>
                <c:pt idx="14830">
                  <c:v>0.60311111111111115</c:v>
                </c:pt>
                <c:pt idx="14831">
                  <c:v>0.60311111111111115</c:v>
                </c:pt>
                <c:pt idx="14832">
                  <c:v>0.60311111111111115</c:v>
                </c:pt>
                <c:pt idx="14833">
                  <c:v>0.60311111111111115</c:v>
                </c:pt>
                <c:pt idx="14834">
                  <c:v>0.60311111111111115</c:v>
                </c:pt>
                <c:pt idx="14835">
                  <c:v>0.60311111111111115</c:v>
                </c:pt>
                <c:pt idx="14836">
                  <c:v>0.60325925925925927</c:v>
                </c:pt>
                <c:pt idx="14837">
                  <c:v>0.60325925925925927</c:v>
                </c:pt>
                <c:pt idx="14838">
                  <c:v>0.60325925925925927</c:v>
                </c:pt>
                <c:pt idx="14839">
                  <c:v>0.60325925925925927</c:v>
                </c:pt>
                <c:pt idx="14840">
                  <c:v>0.60340740740740739</c:v>
                </c:pt>
                <c:pt idx="14841">
                  <c:v>0.60340740740740739</c:v>
                </c:pt>
                <c:pt idx="14842">
                  <c:v>0.60340740740740739</c:v>
                </c:pt>
                <c:pt idx="14843">
                  <c:v>0.60340740740740739</c:v>
                </c:pt>
                <c:pt idx="14844">
                  <c:v>0.60340740740740739</c:v>
                </c:pt>
                <c:pt idx="14845">
                  <c:v>0.60340740740740739</c:v>
                </c:pt>
                <c:pt idx="14846">
                  <c:v>0.60340740740740739</c:v>
                </c:pt>
                <c:pt idx="14847">
                  <c:v>0.60340740740740739</c:v>
                </c:pt>
                <c:pt idx="14848">
                  <c:v>0.60355555555555551</c:v>
                </c:pt>
                <c:pt idx="14849">
                  <c:v>0.60355555555555551</c:v>
                </c:pt>
                <c:pt idx="14850">
                  <c:v>0.60355555555555551</c:v>
                </c:pt>
                <c:pt idx="14851">
                  <c:v>0.60355555555555551</c:v>
                </c:pt>
                <c:pt idx="14852">
                  <c:v>0.60370370370370374</c:v>
                </c:pt>
                <c:pt idx="14853">
                  <c:v>0.60385185185185186</c:v>
                </c:pt>
                <c:pt idx="14854">
                  <c:v>0.60385185185185186</c:v>
                </c:pt>
                <c:pt idx="14855">
                  <c:v>0.60399999999999998</c:v>
                </c:pt>
                <c:pt idx="14856">
                  <c:v>0.6041481481481481</c:v>
                </c:pt>
                <c:pt idx="14857">
                  <c:v>0.60429629629629633</c:v>
                </c:pt>
                <c:pt idx="14858">
                  <c:v>0.60444444444444445</c:v>
                </c:pt>
                <c:pt idx="14859">
                  <c:v>0.60459259259259257</c:v>
                </c:pt>
                <c:pt idx="14860">
                  <c:v>0.60474074074074069</c:v>
                </c:pt>
                <c:pt idx="14861">
                  <c:v>0.60474074074074069</c:v>
                </c:pt>
                <c:pt idx="14862">
                  <c:v>0.60474074074074069</c:v>
                </c:pt>
                <c:pt idx="14863">
                  <c:v>0.60474074074074069</c:v>
                </c:pt>
                <c:pt idx="14864">
                  <c:v>0.60474074074074069</c:v>
                </c:pt>
                <c:pt idx="14865">
                  <c:v>0.60474074074074069</c:v>
                </c:pt>
                <c:pt idx="14866">
                  <c:v>0.60474074074074069</c:v>
                </c:pt>
                <c:pt idx="14867">
                  <c:v>0.60474074074074069</c:v>
                </c:pt>
                <c:pt idx="14868">
                  <c:v>0.60488888888888892</c:v>
                </c:pt>
                <c:pt idx="14869">
                  <c:v>0.60503703703703704</c:v>
                </c:pt>
                <c:pt idx="14870">
                  <c:v>0.60503703703703704</c:v>
                </c:pt>
                <c:pt idx="14871">
                  <c:v>0.60503703703703704</c:v>
                </c:pt>
                <c:pt idx="14872">
                  <c:v>0.60518518518518516</c:v>
                </c:pt>
                <c:pt idx="14873">
                  <c:v>0.60533333333333328</c:v>
                </c:pt>
                <c:pt idx="14874">
                  <c:v>0.60533333333333328</c:v>
                </c:pt>
                <c:pt idx="14875">
                  <c:v>0.60533333333333328</c:v>
                </c:pt>
                <c:pt idx="14876">
                  <c:v>0.60548148148148151</c:v>
                </c:pt>
                <c:pt idx="14877">
                  <c:v>0.60548148148148151</c:v>
                </c:pt>
                <c:pt idx="14878">
                  <c:v>0.60548148148148151</c:v>
                </c:pt>
                <c:pt idx="14879">
                  <c:v>0.60562962962962963</c:v>
                </c:pt>
                <c:pt idx="14880">
                  <c:v>0.60562962962962963</c:v>
                </c:pt>
                <c:pt idx="14881">
                  <c:v>0.60562962962962963</c:v>
                </c:pt>
                <c:pt idx="14882">
                  <c:v>0.60577777777777775</c:v>
                </c:pt>
                <c:pt idx="14883">
                  <c:v>0.60577777777777775</c:v>
                </c:pt>
                <c:pt idx="14884">
                  <c:v>0.60577777777777775</c:v>
                </c:pt>
                <c:pt idx="14885">
                  <c:v>0.60577777777777775</c:v>
                </c:pt>
                <c:pt idx="14886">
                  <c:v>0.60592592592592598</c:v>
                </c:pt>
                <c:pt idx="14887">
                  <c:v>0.60592592592592598</c:v>
                </c:pt>
                <c:pt idx="14888">
                  <c:v>0.6060740740740741</c:v>
                </c:pt>
                <c:pt idx="14889">
                  <c:v>0.60622222222222222</c:v>
                </c:pt>
                <c:pt idx="14890">
                  <c:v>0.60637037037037034</c:v>
                </c:pt>
                <c:pt idx="14891">
                  <c:v>0.60637037037037034</c:v>
                </c:pt>
                <c:pt idx="14892">
                  <c:v>0.60637037037037034</c:v>
                </c:pt>
                <c:pt idx="14893">
                  <c:v>0.60651851851851857</c:v>
                </c:pt>
                <c:pt idx="14894">
                  <c:v>0.60651851851851857</c:v>
                </c:pt>
                <c:pt idx="14895">
                  <c:v>0.60666666666666669</c:v>
                </c:pt>
                <c:pt idx="14896">
                  <c:v>0.60666666666666669</c:v>
                </c:pt>
                <c:pt idx="14897">
                  <c:v>0.60666666666666669</c:v>
                </c:pt>
                <c:pt idx="14898">
                  <c:v>0.60666666666666669</c:v>
                </c:pt>
                <c:pt idx="14899">
                  <c:v>0.60681481481481481</c:v>
                </c:pt>
                <c:pt idx="14900">
                  <c:v>0.60696296296296293</c:v>
                </c:pt>
                <c:pt idx="14901">
                  <c:v>0.60696296296296293</c:v>
                </c:pt>
                <c:pt idx="14902">
                  <c:v>0.60711111111111116</c:v>
                </c:pt>
                <c:pt idx="14903">
                  <c:v>0.60725925925925928</c:v>
                </c:pt>
                <c:pt idx="14904">
                  <c:v>0.6074074074074074</c:v>
                </c:pt>
                <c:pt idx="14905">
                  <c:v>0.6074074074074074</c:v>
                </c:pt>
                <c:pt idx="14906">
                  <c:v>0.6074074074074074</c:v>
                </c:pt>
                <c:pt idx="14907">
                  <c:v>0.6074074074074074</c:v>
                </c:pt>
                <c:pt idx="14908">
                  <c:v>0.6074074074074074</c:v>
                </c:pt>
                <c:pt idx="14909">
                  <c:v>0.60755555555555552</c:v>
                </c:pt>
                <c:pt idx="14910">
                  <c:v>0.60755555555555552</c:v>
                </c:pt>
                <c:pt idx="14911">
                  <c:v>0.60755555555555552</c:v>
                </c:pt>
                <c:pt idx="14912">
                  <c:v>0.60755555555555552</c:v>
                </c:pt>
                <c:pt idx="14913">
                  <c:v>0.60755555555555552</c:v>
                </c:pt>
                <c:pt idx="14914">
                  <c:v>0.60770370370370375</c:v>
                </c:pt>
                <c:pt idx="14915">
                  <c:v>0.60770370370370375</c:v>
                </c:pt>
                <c:pt idx="14916">
                  <c:v>0.60770370370370375</c:v>
                </c:pt>
                <c:pt idx="14917">
                  <c:v>0.60785185185185187</c:v>
                </c:pt>
                <c:pt idx="14918">
                  <c:v>0.60785185185185187</c:v>
                </c:pt>
                <c:pt idx="14919">
                  <c:v>0.60799999999999998</c:v>
                </c:pt>
                <c:pt idx="14920">
                  <c:v>0.60799999999999998</c:v>
                </c:pt>
                <c:pt idx="14921">
                  <c:v>0.6081481481481481</c:v>
                </c:pt>
                <c:pt idx="14922">
                  <c:v>0.6081481481481481</c:v>
                </c:pt>
                <c:pt idx="14923">
                  <c:v>0.6081481481481481</c:v>
                </c:pt>
                <c:pt idx="14924">
                  <c:v>0.60829629629629633</c:v>
                </c:pt>
                <c:pt idx="14925">
                  <c:v>0.60829629629629633</c:v>
                </c:pt>
                <c:pt idx="14926">
                  <c:v>0.60829629629629633</c:v>
                </c:pt>
                <c:pt idx="14927">
                  <c:v>0.60829629629629633</c:v>
                </c:pt>
                <c:pt idx="14928">
                  <c:v>0.60829629629629633</c:v>
                </c:pt>
                <c:pt idx="14929">
                  <c:v>0.60844444444444445</c:v>
                </c:pt>
                <c:pt idx="14930">
                  <c:v>0.60844444444444445</c:v>
                </c:pt>
                <c:pt idx="14931">
                  <c:v>0.60844444444444445</c:v>
                </c:pt>
                <c:pt idx="14932">
                  <c:v>0.60844444444444445</c:v>
                </c:pt>
                <c:pt idx="14933">
                  <c:v>0.60844444444444445</c:v>
                </c:pt>
                <c:pt idx="14934">
                  <c:v>0.60844444444444445</c:v>
                </c:pt>
                <c:pt idx="14935">
                  <c:v>0.60859259259259257</c:v>
                </c:pt>
                <c:pt idx="14936">
                  <c:v>0.60859259259259257</c:v>
                </c:pt>
                <c:pt idx="14937">
                  <c:v>0.60874074074074069</c:v>
                </c:pt>
                <c:pt idx="14938">
                  <c:v>0.60888888888888892</c:v>
                </c:pt>
                <c:pt idx="14939">
                  <c:v>0.60903703703703704</c:v>
                </c:pt>
                <c:pt idx="14940">
                  <c:v>0.60903703703703704</c:v>
                </c:pt>
                <c:pt idx="14941">
                  <c:v>0.60903703703703704</c:v>
                </c:pt>
                <c:pt idx="14942">
                  <c:v>0.60903703703703704</c:v>
                </c:pt>
                <c:pt idx="14943">
                  <c:v>0.60903703703703704</c:v>
                </c:pt>
                <c:pt idx="14944">
                  <c:v>0.60903703703703704</c:v>
                </c:pt>
                <c:pt idx="14945">
                  <c:v>0.60903703703703704</c:v>
                </c:pt>
                <c:pt idx="14946">
                  <c:v>0.60903703703703704</c:v>
                </c:pt>
                <c:pt idx="14947">
                  <c:v>0.60903703703703704</c:v>
                </c:pt>
                <c:pt idx="14948">
                  <c:v>0.60903703703703704</c:v>
                </c:pt>
                <c:pt idx="14949">
                  <c:v>0.60903703703703704</c:v>
                </c:pt>
                <c:pt idx="14950">
                  <c:v>0.60918518518518516</c:v>
                </c:pt>
                <c:pt idx="14951">
                  <c:v>0.60933333333333328</c:v>
                </c:pt>
                <c:pt idx="14952">
                  <c:v>0.60948148148148151</c:v>
                </c:pt>
                <c:pt idx="14953">
                  <c:v>0.60962962962962963</c:v>
                </c:pt>
                <c:pt idx="14954">
                  <c:v>0.60977777777777775</c:v>
                </c:pt>
                <c:pt idx="14955">
                  <c:v>0.60977777777777775</c:v>
                </c:pt>
                <c:pt idx="14956">
                  <c:v>0.60992592592592587</c:v>
                </c:pt>
                <c:pt idx="14957">
                  <c:v>0.60992592592592587</c:v>
                </c:pt>
                <c:pt idx="14958">
                  <c:v>0.60992592592592587</c:v>
                </c:pt>
                <c:pt idx="14959">
                  <c:v>0.60992592592592587</c:v>
                </c:pt>
                <c:pt idx="14960">
                  <c:v>0.6100740740740741</c:v>
                </c:pt>
                <c:pt idx="14961">
                  <c:v>0.6100740740740741</c:v>
                </c:pt>
                <c:pt idx="14962">
                  <c:v>0.6100740740740741</c:v>
                </c:pt>
                <c:pt idx="14963">
                  <c:v>0.6100740740740741</c:v>
                </c:pt>
                <c:pt idx="14964">
                  <c:v>0.6100740740740741</c:v>
                </c:pt>
                <c:pt idx="14965">
                  <c:v>0.6100740740740741</c:v>
                </c:pt>
                <c:pt idx="14966">
                  <c:v>0.6100740740740741</c:v>
                </c:pt>
                <c:pt idx="14967">
                  <c:v>0.6100740740740741</c:v>
                </c:pt>
                <c:pt idx="14968">
                  <c:v>0.61022222222222222</c:v>
                </c:pt>
                <c:pt idx="14969">
                  <c:v>0.61022222222222222</c:v>
                </c:pt>
                <c:pt idx="14970">
                  <c:v>0.61022222222222222</c:v>
                </c:pt>
                <c:pt idx="14971">
                  <c:v>0.61022222222222222</c:v>
                </c:pt>
                <c:pt idx="14972">
                  <c:v>0.61022222222222222</c:v>
                </c:pt>
                <c:pt idx="14973">
                  <c:v>0.61022222222222222</c:v>
                </c:pt>
                <c:pt idx="14974">
                  <c:v>0.61022222222222222</c:v>
                </c:pt>
                <c:pt idx="14975">
                  <c:v>0.61022222222222222</c:v>
                </c:pt>
                <c:pt idx="14976">
                  <c:v>0.61037037037037034</c:v>
                </c:pt>
                <c:pt idx="14977">
                  <c:v>0.61037037037037034</c:v>
                </c:pt>
                <c:pt idx="14978">
                  <c:v>0.61037037037037034</c:v>
                </c:pt>
                <c:pt idx="14979">
                  <c:v>0.61037037037037034</c:v>
                </c:pt>
                <c:pt idx="14980">
                  <c:v>0.61037037037037034</c:v>
                </c:pt>
                <c:pt idx="14981">
                  <c:v>0.61051851851851857</c:v>
                </c:pt>
                <c:pt idx="14982">
                  <c:v>0.61051851851851857</c:v>
                </c:pt>
                <c:pt idx="14983">
                  <c:v>0.61051851851851857</c:v>
                </c:pt>
                <c:pt idx="14984">
                  <c:v>0.61066666666666669</c:v>
                </c:pt>
                <c:pt idx="14985">
                  <c:v>0.61066666666666669</c:v>
                </c:pt>
                <c:pt idx="14986">
                  <c:v>0.61081481481481481</c:v>
                </c:pt>
                <c:pt idx="14987">
                  <c:v>0.61081481481481481</c:v>
                </c:pt>
                <c:pt idx="14988">
                  <c:v>0.61081481481481481</c:v>
                </c:pt>
                <c:pt idx="14989">
                  <c:v>0.61081481481481481</c:v>
                </c:pt>
                <c:pt idx="14990">
                  <c:v>0.61081481481481481</c:v>
                </c:pt>
                <c:pt idx="14991">
                  <c:v>0.61081481481481481</c:v>
                </c:pt>
                <c:pt idx="14992">
                  <c:v>0.61081481481481481</c:v>
                </c:pt>
                <c:pt idx="14993">
                  <c:v>0.61081481481481481</c:v>
                </c:pt>
                <c:pt idx="14994">
                  <c:v>0.61081481481481481</c:v>
                </c:pt>
                <c:pt idx="14995">
                  <c:v>0.61096296296296293</c:v>
                </c:pt>
                <c:pt idx="14996">
                  <c:v>0.61096296296296293</c:v>
                </c:pt>
                <c:pt idx="14997">
                  <c:v>0.61096296296296293</c:v>
                </c:pt>
                <c:pt idx="14998">
                  <c:v>0.61096296296296293</c:v>
                </c:pt>
                <c:pt idx="14999">
                  <c:v>0.61096296296296293</c:v>
                </c:pt>
                <c:pt idx="15000">
                  <c:v>0.61111111111111116</c:v>
                </c:pt>
                <c:pt idx="15001">
                  <c:v>0.61111111111111116</c:v>
                </c:pt>
                <c:pt idx="15002">
                  <c:v>0.61125925925925928</c:v>
                </c:pt>
                <c:pt idx="15003">
                  <c:v>0.6114074074074074</c:v>
                </c:pt>
                <c:pt idx="15004">
                  <c:v>0.6114074074074074</c:v>
                </c:pt>
                <c:pt idx="15005">
                  <c:v>0.61155555555555552</c:v>
                </c:pt>
                <c:pt idx="15006">
                  <c:v>0.61155555555555552</c:v>
                </c:pt>
                <c:pt idx="15007">
                  <c:v>0.61170370370370375</c:v>
                </c:pt>
                <c:pt idx="15008">
                  <c:v>0.61170370370370375</c:v>
                </c:pt>
                <c:pt idx="15009">
                  <c:v>0.61185185185185187</c:v>
                </c:pt>
                <c:pt idx="15010">
                  <c:v>0.61199999999999999</c:v>
                </c:pt>
                <c:pt idx="15011">
                  <c:v>0.61199999999999999</c:v>
                </c:pt>
                <c:pt idx="15012">
                  <c:v>0.61199999999999999</c:v>
                </c:pt>
                <c:pt idx="15013">
                  <c:v>0.61199999999999999</c:v>
                </c:pt>
                <c:pt idx="15014">
                  <c:v>0.61214814814814811</c:v>
                </c:pt>
                <c:pt idx="15015">
                  <c:v>0.61214814814814811</c:v>
                </c:pt>
                <c:pt idx="15016">
                  <c:v>0.61229629629629634</c:v>
                </c:pt>
                <c:pt idx="15017">
                  <c:v>0.61229629629629634</c:v>
                </c:pt>
                <c:pt idx="15018">
                  <c:v>0.61229629629629634</c:v>
                </c:pt>
                <c:pt idx="15019">
                  <c:v>0.61229629629629634</c:v>
                </c:pt>
                <c:pt idx="15020">
                  <c:v>0.61229629629629634</c:v>
                </c:pt>
                <c:pt idx="15021">
                  <c:v>0.61244444444444446</c:v>
                </c:pt>
                <c:pt idx="15022">
                  <c:v>0.61244444444444446</c:v>
                </c:pt>
                <c:pt idx="15023">
                  <c:v>0.61244444444444446</c:v>
                </c:pt>
                <c:pt idx="15024">
                  <c:v>0.61244444444444446</c:v>
                </c:pt>
                <c:pt idx="15025">
                  <c:v>0.61244444444444446</c:v>
                </c:pt>
                <c:pt idx="15026">
                  <c:v>0.61244444444444446</c:v>
                </c:pt>
                <c:pt idx="15027">
                  <c:v>0.61244444444444446</c:v>
                </c:pt>
                <c:pt idx="15028">
                  <c:v>0.61244444444444446</c:v>
                </c:pt>
                <c:pt idx="15029">
                  <c:v>0.61244444444444446</c:v>
                </c:pt>
                <c:pt idx="15030">
                  <c:v>0.61244444444444446</c:v>
                </c:pt>
                <c:pt idx="15031">
                  <c:v>0.61259259259259258</c:v>
                </c:pt>
                <c:pt idx="15032">
                  <c:v>0.61259259259259258</c:v>
                </c:pt>
                <c:pt idx="15033">
                  <c:v>0.61259259259259258</c:v>
                </c:pt>
                <c:pt idx="15034">
                  <c:v>0.61259259259259258</c:v>
                </c:pt>
                <c:pt idx="15035">
                  <c:v>0.6127407407407407</c:v>
                </c:pt>
                <c:pt idx="15036">
                  <c:v>0.6127407407407407</c:v>
                </c:pt>
                <c:pt idx="15037">
                  <c:v>0.6127407407407407</c:v>
                </c:pt>
                <c:pt idx="15038">
                  <c:v>0.61288888888888893</c:v>
                </c:pt>
                <c:pt idx="15039">
                  <c:v>0.61288888888888893</c:v>
                </c:pt>
                <c:pt idx="15040">
                  <c:v>0.61288888888888893</c:v>
                </c:pt>
                <c:pt idx="15041">
                  <c:v>0.61288888888888893</c:v>
                </c:pt>
                <c:pt idx="15042">
                  <c:v>0.61288888888888893</c:v>
                </c:pt>
                <c:pt idx="15043">
                  <c:v>0.61288888888888893</c:v>
                </c:pt>
                <c:pt idx="15044">
                  <c:v>0.61288888888888893</c:v>
                </c:pt>
                <c:pt idx="15045">
                  <c:v>0.61288888888888893</c:v>
                </c:pt>
                <c:pt idx="15046">
                  <c:v>0.61288888888888893</c:v>
                </c:pt>
                <c:pt idx="15047">
                  <c:v>0.61303703703703705</c:v>
                </c:pt>
                <c:pt idx="15048">
                  <c:v>0.61303703703703705</c:v>
                </c:pt>
                <c:pt idx="15049">
                  <c:v>0.61303703703703705</c:v>
                </c:pt>
                <c:pt idx="15050">
                  <c:v>0.61318518518518517</c:v>
                </c:pt>
                <c:pt idx="15051">
                  <c:v>0.61318518518518517</c:v>
                </c:pt>
                <c:pt idx="15052">
                  <c:v>0.61318518518518517</c:v>
                </c:pt>
                <c:pt idx="15053">
                  <c:v>0.61318518518518517</c:v>
                </c:pt>
                <c:pt idx="15054">
                  <c:v>0.61318518518518517</c:v>
                </c:pt>
                <c:pt idx="15055">
                  <c:v>0.61318518518518517</c:v>
                </c:pt>
                <c:pt idx="15056">
                  <c:v>0.61318518518518517</c:v>
                </c:pt>
                <c:pt idx="15057">
                  <c:v>0.61318518518518517</c:v>
                </c:pt>
                <c:pt idx="15058">
                  <c:v>0.61318518518518517</c:v>
                </c:pt>
                <c:pt idx="15059">
                  <c:v>0.61333333333333329</c:v>
                </c:pt>
                <c:pt idx="15060">
                  <c:v>0.61333333333333329</c:v>
                </c:pt>
                <c:pt idx="15061">
                  <c:v>0.61333333333333329</c:v>
                </c:pt>
                <c:pt idx="15062">
                  <c:v>0.61333333333333329</c:v>
                </c:pt>
                <c:pt idx="15063">
                  <c:v>0.61333333333333329</c:v>
                </c:pt>
                <c:pt idx="15064">
                  <c:v>0.61348148148148152</c:v>
                </c:pt>
                <c:pt idx="15065">
                  <c:v>0.61362962962962964</c:v>
                </c:pt>
                <c:pt idx="15066">
                  <c:v>0.61362962962962964</c:v>
                </c:pt>
                <c:pt idx="15067">
                  <c:v>0.61377777777777776</c:v>
                </c:pt>
                <c:pt idx="15068">
                  <c:v>0.61392592592592587</c:v>
                </c:pt>
                <c:pt idx="15069">
                  <c:v>0.61407407407407411</c:v>
                </c:pt>
                <c:pt idx="15070">
                  <c:v>0.61407407407407411</c:v>
                </c:pt>
                <c:pt idx="15071">
                  <c:v>0.61407407407407411</c:v>
                </c:pt>
                <c:pt idx="15072">
                  <c:v>0.61407407407407411</c:v>
                </c:pt>
                <c:pt idx="15073">
                  <c:v>0.61407407407407411</c:v>
                </c:pt>
                <c:pt idx="15074">
                  <c:v>0.61407407407407411</c:v>
                </c:pt>
                <c:pt idx="15075">
                  <c:v>0.61407407407407411</c:v>
                </c:pt>
                <c:pt idx="15076">
                  <c:v>0.61407407407407411</c:v>
                </c:pt>
                <c:pt idx="15077">
                  <c:v>0.61422222222222222</c:v>
                </c:pt>
                <c:pt idx="15078">
                  <c:v>0.61422222222222222</c:v>
                </c:pt>
                <c:pt idx="15079">
                  <c:v>0.61422222222222222</c:v>
                </c:pt>
                <c:pt idx="15080">
                  <c:v>0.61422222222222222</c:v>
                </c:pt>
                <c:pt idx="15081">
                  <c:v>0.61422222222222222</c:v>
                </c:pt>
                <c:pt idx="15082">
                  <c:v>0.61422222222222222</c:v>
                </c:pt>
                <c:pt idx="15083">
                  <c:v>0.61422222222222222</c:v>
                </c:pt>
                <c:pt idx="15084">
                  <c:v>0.61422222222222222</c:v>
                </c:pt>
                <c:pt idx="15085">
                  <c:v>0.61422222222222222</c:v>
                </c:pt>
                <c:pt idx="15086">
                  <c:v>0.61437037037037034</c:v>
                </c:pt>
                <c:pt idx="15087">
                  <c:v>0.61437037037037034</c:v>
                </c:pt>
                <c:pt idx="15088">
                  <c:v>0.61437037037037034</c:v>
                </c:pt>
                <c:pt idx="15089">
                  <c:v>0.61437037037037034</c:v>
                </c:pt>
                <c:pt idx="15090">
                  <c:v>0.61451851851851846</c:v>
                </c:pt>
                <c:pt idx="15091">
                  <c:v>0.61451851851851846</c:v>
                </c:pt>
                <c:pt idx="15092">
                  <c:v>0.61466666666666669</c:v>
                </c:pt>
                <c:pt idx="15093">
                  <c:v>0.61466666666666669</c:v>
                </c:pt>
                <c:pt idx="15094">
                  <c:v>0.61481481481481481</c:v>
                </c:pt>
                <c:pt idx="15095">
                  <c:v>0.61481481481481481</c:v>
                </c:pt>
                <c:pt idx="15096">
                  <c:v>0.61481481481481481</c:v>
                </c:pt>
                <c:pt idx="15097">
                  <c:v>0.61496296296296293</c:v>
                </c:pt>
                <c:pt idx="15098">
                  <c:v>0.61496296296296293</c:v>
                </c:pt>
                <c:pt idx="15099">
                  <c:v>0.61511111111111116</c:v>
                </c:pt>
                <c:pt idx="15100">
                  <c:v>0.61511111111111116</c:v>
                </c:pt>
                <c:pt idx="15101">
                  <c:v>0.61511111111111116</c:v>
                </c:pt>
                <c:pt idx="15102">
                  <c:v>0.61525925925925928</c:v>
                </c:pt>
                <c:pt idx="15103">
                  <c:v>0.61525925925925928</c:v>
                </c:pt>
                <c:pt idx="15104">
                  <c:v>0.6154074074074074</c:v>
                </c:pt>
                <c:pt idx="15105">
                  <c:v>0.6154074074074074</c:v>
                </c:pt>
                <c:pt idx="15106">
                  <c:v>0.6154074074074074</c:v>
                </c:pt>
                <c:pt idx="15107">
                  <c:v>0.61555555555555552</c:v>
                </c:pt>
                <c:pt idx="15108">
                  <c:v>0.61570370370370375</c:v>
                </c:pt>
                <c:pt idx="15109">
                  <c:v>0.61585185185185187</c:v>
                </c:pt>
                <c:pt idx="15110">
                  <c:v>0.61585185185185187</c:v>
                </c:pt>
                <c:pt idx="15111">
                  <c:v>0.61585185185185187</c:v>
                </c:pt>
                <c:pt idx="15112">
                  <c:v>0.61599999999999999</c:v>
                </c:pt>
                <c:pt idx="15113">
                  <c:v>0.61599999999999999</c:v>
                </c:pt>
                <c:pt idx="15114">
                  <c:v>0.61599999999999999</c:v>
                </c:pt>
                <c:pt idx="15115">
                  <c:v>0.61614814814814811</c:v>
                </c:pt>
                <c:pt idx="15116">
                  <c:v>0.61614814814814811</c:v>
                </c:pt>
                <c:pt idx="15117">
                  <c:v>0.61614814814814811</c:v>
                </c:pt>
                <c:pt idx="15118">
                  <c:v>0.61614814814814811</c:v>
                </c:pt>
                <c:pt idx="15119">
                  <c:v>0.61614814814814811</c:v>
                </c:pt>
                <c:pt idx="15120">
                  <c:v>0.61629629629629634</c:v>
                </c:pt>
                <c:pt idx="15121">
                  <c:v>0.61629629629629634</c:v>
                </c:pt>
                <c:pt idx="15122">
                  <c:v>0.61644444444444446</c:v>
                </c:pt>
                <c:pt idx="15123">
                  <c:v>0.61644444444444446</c:v>
                </c:pt>
                <c:pt idx="15124">
                  <c:v>0.61644444444444446</c:v>
                </c:pt>
                <c:pt idx="15125">
                  <c:v>0.61644444444444446</c:v>
                </c:pt>
                <c:pt idx="15126">
                  <c:v>0.61644444444444446</c:v>
                </c:pt>
                <c:pt idx="15127">
                  <c:v>0.61659259259259258</c:v>
                </c:pt>
                <c:pt idx="15128">
                  <c:v>0.61659259259259258</c:v>
                </c:pt>
                <c:pt idx="15129">
                  <c:v>0.61659259259259258</c:v>
                </c:pt>
                <c:pt idx="15130">
                  <c:v>0.6167407407407407</c:v>
                </c:pt>
                <c:pt idx="15131">
                  <c:v>0.6167407407407407</c:v>
                </c:pt>
                <c:pt idx="15132">
                  <c:v>0.6167407407407407</c:v>
                </c:pt>
                <c:pt idx="15133">
                  <c:v>0.6167407407407407</c:v>
                </c:pt>
                <c:pt idx="15134">
                  <c:v>0.6167407407407407</c:v>
                </c:pt>
                <c:pt idx="15135">
                  <c:v>0.6167407407407407</c:v>
                </c:pt>
                <c:pt idx="15136">
                  <c:v>0.6167407407407407</c:v>
                </c:pt>
                <c:pt idx="15137">
                  <c:v>0.6167407407407407</c:v>
                </c:pt>
                <c:pt idx="15138">
                  <c:v>0.6167407407407407</c:v>
                </c:pt>
                <c:pt idx="15139">
                  <c:v>0.6167407407407407</c:v>
                </c:pt>
                <c:pt idx="15140">
                  <c:v>0.61688888888888893</c:v>
                </c:pt>
                <c:pt idx="15141">
                  <c:v>0.61688888888888893</c:v>
                </c:pt>
                <c:pt idx="15142">
                  <c:v>0.61688888888888893</c:v>
                </c:pt>
                <c:pt idx="15143">
                  <c:v>0.61688888888888893</c:v>
                </c:pt>
                <c:pt idx="15144">
                  <c:v>0.61703703703703705</c:v>
                </c:pt>
                <c:pt idx="15145">
                  <c:v>0.61703703703703705</c:v>
                </c:pt>
                <c:pt idx="15146">
                  <c:v>0.61703703703703705</c:v>
                </c:pt>
                <c:pt idx="15147">
                  <c:v>0.61703703703703705</c:v>
                </c:pt>
                <c:pt idx="15148">
                  <c:v>0.61718518518518517</c:v>
                </c:pt>
                <c:pt idx="15149">
                  <c:v>0.61718518518518517</c:v>
                </c:pt>
                <c:pt idx="15150">
                  <c:v>0.61718518518518517</c:v>
                </c:pt>
                <c:pt idx="15151">
                  <c:v>0.61718518518518517</c:v>
                </c:pt>
                <c:pt idx="15152">
                  <c:v>0.61718518518518517</c:v>
                </c:pt>
                <c:pt idx="15153">
                  <c:v>0.61718518518518517</c:v>
                </c:pt>
                <c:pt idx="15154">
                  <c:v>0.61718518518518517</c:v>
                </c:pt>
                <c:pt idx="15155">
                  <c:v>0.61718518518518517</c:v>
                </c:pt>
                <c:pt idx="15156">
                  <c:v>0.61718518518518517</c:v>
                </c:pt>
                <c:pt idx="15157">
                  <c:v>0.61733333333333329</c:v>
                </c:pt>
                <c:pt idx="15158">
                  <c:v>0.61733333333333329</c:v>
                </c:pt>
                <c:pt idx="15159">
                  <c:v>0.61733333333333329</c:v>
                </c:pt>
                <c:pt idx="15160">
                  <c:v>0.61748148148148152</c:v>
                </c:pt>
                <c:pt idx="15161">
                  <c:v>0.61762962962962964</c:v>
                </c:pt>
                <c:pt idx="15162">
                  <c:v>0.61777777777777776</c:v>
                </c:pt>
                <c:pt idx="15163">
                  <c:v>0.61777777777777776</c:v>
                </c:pt>
                <c:pt idx="15164">
                  <c:v>0.61777777777777776</c:v>
                </c:pt>
                <c:pt idx="15165">
                  <c:v>0.61777777777777776</c:v>
                </c:pt>
                <c:pt idx="15166">
                  <c:v>0.61792592592592588</c:v>
                </c:pt>
                <c:pt idx="15167">
                  <c:v>0.61792592592592588</c:v>
                </c:pt>
                <c:pt idx="15168">
                  <c:v>0.61792592592592588</c:v>
                </c:pt>
                <c:pt idx="15169">
                  <c:v>0.61792592592592588</c:v>
                </c:pt>
                <c:pt idx="15170">
                  <c:v>0.61792592592592588</c:v>
                </c:pt>
                <c:pt idx="15171">
                  <c:v>0.61792592592592588</c:v>
                </c:pt>
                <c:pt idx="15172">
                  <c:v>0.61792592592592588</c:v>
                </c:pt>
                <c:pt idx="15173">
                  <c:v>0.61792592592592588</c:v>
                </c:pt>
                <c:pt idx="15174">
                  <c:v>0.61792592592592588</c:v>
                </c:pt>
                <c:pt idx="15175">
                  <c:v>0.61792592592592588</c:v>
                </c:pt>
                <c:pt idx="15176">
                  <c:v>0.61792592592592588</c:v>
                </c:pt>
                <c:pt idx="15177">
                  <c:v>0.61792592592592588</c:v>
                </c:pt>
                <c:pt idx="15178">
                  <c:v>0.61807407407407411</c:v>
                </c:pt>
                <c:pt idx="15179">
                  <c:v>0.61807407407407411</c:v>
                </c:pt>
                <c:pt idx="15180">
                  <c:v>0.61807407407407411</c:v>
                </c:pt>
                <c:pt idx="15181">
                  <c:v>0.61822222222222223</c:v>
                </c:pt>
                <c:pt idx="15182">
                  <c:v>0.61822222222222223</c:v>
                </c:pt>
                <c:pt idx="15183">
                  <c:v>0.61822222222222223</c:v>
                </c:pt>
                <c:pt idx="15184">
                  <c:v>0.61837037037037035</c:v>
                </c:pt>
                <c:pt idx="15185">
                  <c:v>0.61837037037037035</c:v>
                </c:pt>
                <c:pt idx="15186">
                  <c:v>0.61837037037037035</c:v>
                </c:pt>
                <c:pt idx="15187">
                  <c:v>0.61837037037037035</c:v>
                </c:pt>
                <c:pt idx="15188">
                  <c:v>0.61837037037037035</c:v>
                </c:pt>
                <c:pt idx="15189">
                  <c:v>0.61837037037037035</c:v>
                </c:pt>
                <c:pt idx="15190">
                  <c:v>0.61837037037037035</c:v>
                </c:pt>
                <c:pt idx="15191">
                  <c:v>0.61851851851851847</c:v>
                </c:pt>
                <c:pt idx="15192">
                  <c:v>0.6186666666666667</c:v>
                </c:pt>
                <c:pt idx="15193">
                  <c:v>0.61881481481481482</c:v>
                </c:pt>
                <c:pt idx="15194">
                  <c:v>0.61881481481481482</c:v>
                </c:pt>
                <c:pt idx="15195">
                  <c:v>0.61896296296296294</c:v>
                </c:pt>
                <c:pt idx="15196">
                  <c:v>0.61896296296296294</c:v>
                </c:pt>
                <c:pt idx="15197">
                  <c:v>0.61896296296296294</c:v>
                </c:pt>
                <c:pt idx="15198">
                  <c:v>0.61896296296296294</c:v>
                </c:pt>
                <c:pt idx="15199">
                  <c:v>0.61896296296296294</c:v>
                </c:pt>
                <c:pt idx="15200">
                  <c:v>0.61896296296296294</c:v>
                </c:pt>
                <c:pt idx="15201">
                  <c:v>0.61911111111111106</c:v>
                </c:pt>
                <c:pt idx="15202">
                  <c:v>0.61911111111111106</c:v>
                </c:pt>
                <c:pt idx="15203">
                  <c:v>0.61911111111111106</c:v>
                </c:pt>
                <c:pt idx="15204">
                  <c:v>0.61925925925925929</c:v>
                </c:pt>
                <c:pt idx="15205">
                  <c:v>0.61925925925925929</c:v>
                </c:pt>
                <c:pt idx="15206">
                  <c:v>0.61925925925925929</c:v>
                </c:pt>
                <c:pt idx="15207">
                  <c:v>0.61925925925925929</c:v>
                </c:pt>
                <c:pt idx="15208">
                  <c:v>0.61925925925925929</c:v>
                </c:pt>
                <c:pt idx="15209">
                  <c:v>0.61925925925925929</c:v>
                </c:pt>
                <c:pt idx="15210">
                  <c:v>0.61925925925925929</c:v>
                </c:pt>
                <c:pt idx="15211">
                  <c:v>0.61925925925925929</c:v>
                </c:pt>
                <c:pt idx="15212">
                  <c:v>0.61940740740740741</c:v>
                </c:pt>
                <c:pt idx="15213">
                  <c:v>0.61940740740740741</c:v>
                </c:pt>
                <c:pt idx="15214">
                  <c:v>0.61940740740740741</c:v>
                </c:pt>
                <c:pt idx="15215">
                  <c:v>0.61940740740740741</c:v>
                </c:pt>
                <c:pt idx="15216">
                  <c:v>0.61955555555555553</c:v>
                </c:pt>
                <c:pt idx="15217">
                  <c:v>0.61970370370370376</c:v>
                </c:pt>
                <c:pt idx="15218">
                  <c:v>0.61970370370370376</c:v>
                </c:pt>
                <c:pt idx="15219">
                  <c:v>0.61970370370370376</c:v>
                </c:pt>
                <c:pt idx="15220">
                  <c:v>0.61970370370370376</c:v>
                </c:pt>
                <c:pt idx="15221">
                  <c:v>0.61985185185185188</c:v>
                </c:pt>
                <c:pt idx="15222">
                  <c:v>0.61985185185185188</c:v>
                </c:pt>
                <c:pt idx="15223">
                  <c:v>0.61985185185185188</c:v>
                </c:pt>
                <c:pt idx="15224">
                  <c:v>0.62</c:v>
                </c:pt>
                <c:pt idx="15225">
                  <c:v>0.62014814814814812</c:v>
                </c:pt>
                <c:pt idx="15226">
                  <c:v>0.62014814814814812</c:v>
                </c:pt>
                <c:pt idx="15227">
                  <c:v>0.62029629629629635</c:v>
                </c:pt>
                <c:pt idx="15228">
                  <c:v>0.62029629629629635</c:v>
                </c:pt>
                <c:pt idx="15229">
                  <c:v>0.62029629629629635</c:v>
                </c:pt>
                <c:pt idx="15230">
                  <c:v>0.62029629629629635</c:v>
                </c:pt>
                <c:pt idx="15231">
                  <c:v>0.62029629629629635</c:v>
                </c:pt>
                <c:pt idx="15232">
                  <c:v>0.62029629629629635</c:v>
                </c:pt>
                <c:pt idx="15233">
                  <c:v>0.62029629629629635</c:v>
                </c:pt>
                <c:pt idx="15234">
                  <c:v>0.62044444444444447</c:v>
                </c:pt>
                <c:pt idx="15235">
                  <c:v>0.62044444444444447</c:v>
                </c:pt>
                <c:pt idx="15236">
                  <c:v>0.62059259259259258</c:v>
                </c:pt>
                <c:pt idx="15237">
                  <c:v>0.62059259259259258</c:v>
                </c:pt>
                <c:pt idx="15238">
                  <c:v>0.62059259259259258</c:v>
                </c:pt>
                <c:pt idx="15239">
                  <c:v>0.62059259259259258</c:v>
                </c:pt>
                <c:pt idx="15240">
                  <c:v>0.62059259259259258</c:v>
                </c:pt>
                <c:pt idx="15241">
                  <c:v>0.6207407407407407</c:v>
                </c:pt>
                <c:pt idx="15242">
                  <c:v>0.6207407407407407</c:v>
                </c:pt>
                <c:pt idx="15243">
                  <c:v>0.6207407407407407</c:v>
                </c:pt>
                <c:pt idx="15244">
                  <c:v>0.6207407407407407</c:v>
                </c:pt>
                <c:pt idx="15245">
                  <c:v>0.6207407407407407</c:v>
                </c:pt>
                <c:pt idx="15246">
                  <c:v>0.62088888888888893</c:v>
                </c:pt>
                <c:pt idx="15247">
                  <c:v>0.62088888888888893</c:v>
                </c:pt>
                <c:pt idx="15248">
                  <c:v>0.62088888888888893</c:v>
                </c:pt>
                <c:pt idx="15249">
                  <c:v>0.62088888888888893</c:v>
                </c:pt>
                <c:pt idx="15250">
                  <c:v>0.62103703703703705</c:v>
                </c:pt>
                <c:pt idx="15251">
                  <c:v>0.62103703703703705</c:v>
                </c:pt>
                <c:pt idx="15252">
                  <c:v>0.62103703703703705</c:v>
                </c:pt>
                <c:pt idx="15253">
                  <c:v>0.62118518518518517</c:v>
                </c:pt>
                <c:pt idx="15254">
                  <c:v>0.62133333333333329</c:v>
                </c:pt>
                <c:pt idx="15255">
                  <c:v>0.62133333333333329</c:v>
                </c:pt>
                <c:pt idx="15256">
                  <c:v>0.62148148148148152</c:v>
                </c:pt>
                <c:pt idx="15257">
                  <c:v>0.62148148148148152</c:v>
                </c:pt>
                <c:pt idx="15258">
                  <c:v>0.62148148148148152</c:v>
                </c:pt>
                <c:pt idx="15259">
                  <c:v>0.62162962962962964</c:v>
                </c:pt>
                <c:pt idx="15260">
                  <c:v>0.62162962962962964</c:v>
                </c:pt>
                <c:pt idx="15261">
                  <c:v>0.62162962962962964</c:v>
                </c:pt>
                <c:pt idx="15262">
                  <c:v>0.62162962962962964</c:v>
                </c:pt>
                <c:pt idx="15263">
                  <c:v>0.62162962962962964</c:v>
                </c:pt>
                <c:pt idx="15264">
                  <c:v>0.62177777777777776</c:v>
                </c:pt>
                <c:pt idx="15265">
                  <c:v>0.62177777777777776</c:v>
                </c:pt>
                <c:pt idx="15266">
                  <c:v>0.62177777777777776</c:v>
                </c:pt>
                <c:pt idx="15267">
                  <c:v>0.62177777777777776</c:v>
                </c:pt>
                <c:pt idx="15268">
                  <c:v>0.62177777777777776</c:v>
                </c:pt>
                <c:pt idx="15269">
                  <c:v>0.62177777777777776</c:v>
                </c:pt>
                <c:pt idx="15270">
                  <c:v>0.62192592592592588</c:v>
                </c:pt>
                <c:pt idx="15271">
                  <c:v>0.62192592592592588</c:v>
                </c:pt>
                <c:pt idx="15272">
                  <c:v>0.62192592592592588</c:v>
                </c:pt>
                <c:pt idx="15273">
                  <c:v>0.62207407407407411</c:v>
                </c:pt>
                <c:pt idx="15274">
                  <c:v>0.62207407407407411</c:v>
                </c:pt>
                <c:pt idx="15275">
                  <c:v>0.62222222222222223</c:v>
                </c:pt>
                <c:pt idx="15276">
                  <c:v>0.62222222222222223</c:v>
                </c:pt>
                <c:pt idx="15277">
                  <c:v>0.62237037037037035</c:v>
                </c:pt>
                <c:pt idx="15278">
                  <c:v>0.62251851851851847</c:v>
                </c:pt>
                <c:pt idx="15279">
                  <c:v>0.62251851851851847</c:v>
                </c:pt>
                <c:pt idx="15280">
                  <c:v>0.6226666666666667</c:v>
                </c:pt>
                <c:pt idx="15281">
                  <c:v>0.6226666666666667</c:v>
                </c:pt>
                <c:pt idx="15282">
                  <c:v>0.6226666666666667</c:v>
                </c:pt>
                <c:pt idx="15283">
                  <c:v>0.6226666666666667</c:v>
                </c:pt>
                <c:pt idx="15284">
                  <c:v>0.6226666666666667</c:v>
                </c:pt>
                <c:pt idx="15285">
                  <c:v>0.6226666666666667</c:v>
                </c:pt>
                <c:pt idx="15286">
                  <c:v>0.62281481481481482</c:v>
                </c:pt>
                <c:pt idx="15287">
                  <c:v>0.62281481481481482</c:v>
                </c:pt>
                <c:pt idx="15288">
                  <c:v>0.62281481481481482</c:v>
                </c:pt>
                <c:pt idx="15289">
                  <c:v>0.62281481481481482</c:v>
                </c:pt>
                <c:pt idx="15290">
                  <c:v>0.62281481481481482</c:v>
                </c:pt>
                <c:pt idx="15291">
                  <c:v>0.62281481481481482</c:v>
                </c:pt>
                <c:pt idx="15292">
                  <c:v>0.62296296296296294</c:v>
                </c:pt>
                <c:pt idx="15293">
                  <c:v>0.62296296296296294</c:v>
                </c:pt>
                <c:pt idx="15294">
                  <c:v>0.62296296296296294</c:v>
                </c:pt>
                <c:pt idx="15295">
                  <c:v>0.62311111111111106</c:v>
                </c:pt>
                <c:pt idx="15296">
                  <c:v>0.62311111111111106</c:v>
                </c:pt>
                <c:pt idx="15297">
                  <c:v>0.62311111111111106</c:v>
                </c:pt>
                <c:pt idx="15298">
                  <c:v>0.62311111111111106</c:v>
                </c:pt>
                <c:pt idx="15299">
                  <c:v>0.62311111111111106</c:v>
                </c:pt>
                <c:pt idx="15300">
                  <c:v>0.62311111111111106</c:v>
                </c:pt>
                <c:pt idx="15301">
                  <c:v>0.62311111111111106</c:v>
                </c:pt>
                <c:pt idx="15302">
                  <c:v>0.62325925925925929</c:v>
                </c:pt>
                <c:pt idx="15303">
                  <c:v>0.62340740740740741</c:v>
                </c:pt>
                <c:pt idx="15304">
                  <c:v>0.62355555555555553</c:v>
                </c:pt>
                <c:pt idx="15305">
                  <c:v>0.62355555555555553</c:v>
                </c:pt>
                <c:pt idx="15306">
                  <c:v>0.62355555555555553</c:v>
                </c:pt>
                <c:pt idx="15307">
                  <c:v>0.62355555555555553</c:v>
                </c:pt>
                <c:pt idx="15308">
                  <c:v>0.62355555555555553</c:v>
                </c:pt>
                <c:pt idx="15309">
                  <c:v>0.62355555555555553</c:v>
                </c:pt>
                <c:pt idx="15310">
                  <c:v>0.62355555555555553</c:v>
                </c:pt>
                <c:pt idx="15311">
                  <c:v>0.62370370370370365</c:v>
                </c:pt>
                <c:pt idx="15312">
                  <c:v>0.62370370370370365</c:v>
                </c:pt>
                <c:pt idx="15313">
                  <c:v>0.62370370370370365</c:v>
                </c:pt>
                <c:pt idx="15314">
                  <c:v>0.62370370370370365</c:v>
                </c:pt>
                <c:pt idx="15315">
                  <c:v>0.62370370370370365</c:v>
                </c:pt>
                <c:pt idx="15316">
                  <c:v>0.62370370370370365</c:v>
                </c:pt>
                <c:pt idx="15317">
                  <c:v>0.62370370370370365</c:v>
                </c:pt>
                <c:pt idx="15318">
                  <c:v>0.62370370370370365</c:v>
                </c:pt>
                <c:pt idx="15319">
                  <c:v>0.62370370370370365</c:v>
                </c:pt>
                <c:pt idx="15320">
                  <c:v>0.62370370370370365</c:v>
                </c:pt>
                <c:pt idx="15321">
                  <c:v>0.62370370370370365</c:v>
                </c:pt>
                <c:pt idx="15322">
                  <c:v>0.62370370370370365</c:v>
                </c:pt>
                <c:pt idx="15323">
                  <c:v>0.62370370370370365</c:v>
                </c:pt>
                <c:pt idx="15324">
                  <c:v>0.62370370370370365</c:v>
                </c:pt>
                <c:pt idx="15325">
                  <c:v>0.62385185185185188</c:v>
                </c:pt>
                <c:pt idx="15326">
                  <c:v>0.624</c:v>
                </c:pt>
                <c:pt idx="15327">
                  <c:v>0.624</c:v>
                </c:pt>
                <c:pt idx="15328">
                  <c:v>0.624</c:v>
                </c:pt>
                <c:pt idx="15329">
                  <c:v>0.624</c:v>
                </c:pt>
                <c:pt idx="15330">
                  <c:v>0.624</c:v>
                </c:pt>
                <c:pt idx="15331">
                  <c:v>0.624</c:v>
                </c:pt>
                <c:pt idx="15332">
                  <c:v>0.624</c:v>
                </c:pt>
                <c:pt idx="15333">
                  <c:v>0.624</c:v>
                </c:pt>
                <c:pt idx="15334">
                  <c:v>0.624</c:v>
                </c:pt>
                <c:pt idx="15335">
                  <c:v>0.624</c:v>
                </c:pt>
                <c:pt idx="15336">
                  <c:v>0.624</c:v>
                </c:pt>
                <c:pt idx="15337">
                  <c:v>0.624</c:v>
                </c:pt>
                <c:pt idx="15338">
                  <c:v>0.624</c:v>
                </c:pt>
                <c:pt idx="15339">
                  <c:v>0.62414814814814812</c:v>
                </c:pt>
                <c:pt idx="15340">
                  <c:v>0.62429629629629635</c:v>
                </c:pt>
                <c:pt idx="15341">
                  <c:v>0.62429629629629635</c:v>
                </c:pt>
                <c:pt idx="15342">
                  <c:v>0.62444444444444447</c:v>
                </c:pt>
                <c:pt idx="15343">
                  <c:v>0.62444444444444447</c:v>
                </c:pt>
                <c:pt idx="15344">
                  <c:v>0.62444444444444447</c:v>
                </c:pt>
                <c:pt idx="15345">
                  <c:v>0.62459259259259259</c:v>
                </c:pt>
                <c:pt idx="15346">
                  <c:v>0.62459259259259259</c:v>
                </c:pt>
                <c:pt idx="15347">
                  <c:v>0.62459259259259259</c:v>
                </c:pt>
                <c:pt idx="15348">
                  <c:v>0.62459259259259259</c:v>
                </c:pt>
                <c:pt idx="15349">
                  <c:v>0.62474074074074071</c:v>
                </c:pt>
                <c:pt idx="15350">
                  <c:v>0.62488888888888894</c:v>
                </c:pt>
                <c:pt idx="15351">
                  <c:v>0.62488888888888894</c:v>
                </c:pt>
                <c:pt idx="15352">
                  <c:v>0.62503703703703706</c:v>
                </c:pt>
                <c:pt idx="15353">
                  <c:v>0.62503703703703706</c:v>
                </c:pt>
                <c:pt idx="15354">
                  <c:v>0.62503703703703706</c:v>
                </c:pt>
                <c:pt idx="15355">
                  <c:v>0.62503703703703706</c:v>
                </c:pt>
                <c:pt idx="15356">
                  <c:v>0.62518518518518518</c:v>
                </c:pt>
                <c:pt idx="15357">
                  <c:v>0.62518518518518518</c:v>
                </c:pt>
                <c:pt idx="15358">
                  <c:v>0.62518518518518518</c:v>
                </c:pt>
                <c:pt idx="15359">
                  <c:v>0.62518518518518518</c:v>
                </c:pt>
                <c:pt idx="15360">
                  <c:v>0.62518518518518518</c:v>
                </c:pt>
                <c:pt idx="15361">
                  <c:v>0.62518518518518518</c:v>
                </c:pt>
                <c:pt idx="15362">
                  <c:v>0.62518518518518518</c:v>
                </c:pt>
                <c:pt idx="15363">
                  <c:v>0.6253333333333333</c:v>
                </c:pt>
                <c:pt idx="15364">
                  <c:v>0.6253333333333333</c:v>
                </c:pt>
                <c:pt idx="15365">
                  <c:v>0.6253333333333333</c:v>
                </c:pt>
                <c:pt idx="15366">
                  <c:v>0.6253333333333333</c:v>
                </c:pt>
                <c:pt idx="15367">
                  <c:v>0.6253333333333333</c:v>
                </c:pt>
                <c:pt idx="15368">
                  <c:v>0.6253333333333333</c:v>
                </c:pt>
                <c:pt idx="15369">
                  <c:v>0.6253333333333333</c:v>
                </c:pt>
                <c:pt idx="15370">
                  <c:v>0.6253333333333333</c:v>
                </c:pt>
                <c:pt idx="15371">
                  <c:v>0.6253333333333333</c:v>
                </c:pt>
                <c:pt idx="15372">
                  <c:v>0.6253333333333333</c:v>
                </c:pt>
                <c:pt idx="15373">
                  <c:v>0.62548148148148153</c:v>
                </c:pt>
                <c:pt idx="15374">
                  <c:v>0.62562962962962965</c:v>
                </c:pt>
                <c:pt idx="15375">
                  <c:v>0.62562962962962965</c:v>
                </c:pt>
                <c:pt idx="15376">
                  <c:v>0.62562962962962965</c:v>
                </c:pt>
                <c:pt idx="15377">
                  <c:v>0.62562962962962965</c:v>
                </c:pt>
                <c:pt idx="15378">
                  <c:v>0.62562962962962965</c:v>
                </c:pt>
                <c:pt idx="15379">
                  <c:v>0.62562962962962965</c:v>
                </c:pt>
                <c:pt idx="15380">
                  <c:v>0.62562962962962965</c:v>
                </c:pt>
                <c:pt idx="15381">
                  <c:v>0.62562962962962965</c:v>
                </c:pt>
                <c:pt idx="15382">
                  <c:v>0.62562962962962965</c:v>
                </c:pt>
                <c:pt idx="15383">
                  <c:v>0.62562962962962965</c:v>
                </c:pt>
                <c:pt idx="15384">
                  <c:v>0.62562962962962965</c:v>
                </c:pt>
                <c:pt idx="15385">
                  <c:v>0.62562962962962965</c:v>
                </c:pt>
                <c:pt idx="15386">
                  <c:v>0.62562962962962965</c:v>
                </c:pt>
                <c:pt idx="15387">
                  <c:v>0.62577777777777777</c:v>
                </c:pt>
                <c:pt idx="15388">
                  <c:v>0.62577777777777777</c:v>
                </c:pt>
                <c:pt idx="15389">
                  <c:v>0.62577777777777777</c:v>
                </c:pt>
                <c:pt idx="15390">
                  <c:v>0.62577777777777777</c:v>
                </c:pt>
                <c:pt idx="15391">
                  <c:v>0.62577777777777777</c:v>
                </c:pt>
                <c:pt idx="15392">
                  <c:v>0.62577777777777777</c:v>
                </c:pt>
                <c:pt idx="15393">
                  <c:v>0.62577777777777777</c:v>
                </c:pt>
                <c:pt idx="15394">
                  <c:v>0.62577777777777777</c:v>
                </c:pt>
                <c:pt idx="15395">
                  <c:v>0.62577777777777777</c:v>
                </c:pt>
                <c:pt idx="15396">
                  <c:v>0.62577777777777777</c:v>
                </c:pt>
                <c:pt idx="15397">
                  <c:v>0.62577777777777777</c:v>
                </c:pt>
                <c:pt idx="15398">
                  <c:v>0.62577777777777777</c:v>
                </c:pt>
                <c:pt idx="15399">
                  <c:v>0.62577777777777777</c:v>
                </c:pt>
                <c:pt idx="15400">
                  <c:v>0.62577777777777777</c:v>
                </c:pt>
                <c:pt idx="15401">
                  <c:v>0.62577777777777777</c:v>
                </c:pt>
                <c:pt idx="15402">
                  <c:v>0.62577777777777777</c:v>
                </c:pt>
                <c:pt idx="15403">
                  <c:v>0.62577777777777777</c:v>
                </c:pt>
                <c:pt idx="15404">
                  <c:v>0.62577777777777777</c:v>
                </c:pt>
                <c:pt idx="15405">
                  <c:v>0.62577777777777777</c:v>
                </c:pt>
                <c:pt idx="15406">
                  <c:v>0.62577777777777777</c:v>
                </c:pt>
                <c:pt idx="15407">
                  <c:v>0.62592592592592589</c:v>
                </c:pt>
                <c:pt idx="15408">
                  <c:v>0.62607407407407412</c:v>
                </c:pt>
                <c:pt idx="15409">
                  <c:v>0.62607407407407412</c:v>
                </c:pt>
                <c:pt idx="15410">
                  <c:v>0.62607407407407412</c:v>
                </c:pt>
                <c:pt idx="15411">
                  <c:v>0.62622222222222224</c:v>
                </c:pt>
                <c:pt idx="15412">
                  <c:v>0.62622222222222224</c:v>
                </c:pt>
                <c:pt idx="15413">
                  <c:v>0.62622222222222224</c:v>
                </c:pt>
                <c:pt idx="15414">
                  <c:v>0.62622222222222224</c:v>
                </c:pt>
                <c:pt idx="15415">
                  <c:v>0.62622222222222224</c:v>
                </c:pt>
                <c:pt idx="15416">
                  <c:v>0.62637037037037036</c:v>
                </c:pt>
                <c:pt idx="15417">
                  <c:v>0.62651851851851847</c:v>
                </c:pt>
                <c:pt idx="15418">
                  <c:v>0.62651851851851847</c:v>
                </c:pt>
                <c:pt idx="15419">
                  <c:v>0.62651851851851847</c:v>
                </c:pt>
                <c:pt idx="15420">
                  <c:v>0.62651851851851847</c:v>
                </c:pt>
                <c:pt idx="15421">
                  <c:v>0.62666666666666671</c:v>
                </c:pt>
                <c:pt idx="15422">
                  <c:v>0.62666666666666671</c:v>
                </c:pt>
                <c:pt idx="15423">
                  <c:v>0.62666666666666671</c:v>
                </c:pt>
                <c:pt idx="15424">
                  <c:v>0.62666666666666671</c:v>
                </c:pt>
                <c:pt idx="15425">
                  <c:v>0.62666666666666671</c:v>
                </c:pt>
                <c:pt idx="15426">
                  <c:v>0.62681481481481482</c:v>
                </c:pt>
                <c:pt idx="15427">
                  <c:v>0.62681481481481482</c:v>
                </c:pt>
                <c:pt idx="15428">
                  <c:v>0.62681481481481482</c:v>
                </c:pt>
                <c:pt idx="15429">
                  <c:v>0.62681481481481482</c:v>
                </c:pt>
                <c:pt idx="15430">
                  <c:v>0.62681481481481482</c:v>
                </c:pt>
                <c:pt idx="15431">
                  <c:v>0.62696296296296294</c:v>
                </c:pt>
                <c:pt idx="15432">
                  <c:v>0.62696296296296294</c:v>
                </c:pt>
                <c:pt idx="15433">
                  <c:v>0.62696296296296294</c:v>
                </c:pt>
                <c:pt idx="15434">
                  <c:v>0.62696296296296294</c:v>
                </c:pt>
                <c:pt idx="15435">
                  <c:v>0.62696296296296294</c:v>
                </c:pt>
                <c:pt idx="15436">
                  <c:v>0.62711111111111106</c:v>
                </c:pt>
                <c:pt idx="15437">
                  <c:v>0.62711111111111106</c:v>
                </c:pt>
                <c:pt idx="15438">
                  <c:v>0.62711111111111106</c:v>
                </c:pt>
                <c:pt idx="15439">
                  <c:v>0.62725925925925929</c:v>
                </c:pt>
                <c:pt idx="15440">
                  <c:v>0.62725925925925929</c:v>
                </c:pt>
                <c:pt idx="15441">
                  <c:v>0.62725925925925929</c:v>
                </c:pt>
                <c:pt idx="15442">
                  <c:v>0.62740740740740741</c:v>
                </c:pt>
                <c:pt idx="15443">
                  <c:v>0.62740740740740741</c:v>
                </c:pt>
                <c:pt idx="15444">
                  <c:v>0.62740740740740741</c:v>
                </c:pt>
                <c:pt idx="15445">
                  <c:v>0.62740740740740741</c:v>
                </c:pt>
                <c:pt idx="15446">
                  <c:v>0.62740740740740741</c:v>
                </c:pt>
                <c:pt idx="15447">
                  <c:v>0.62740740740740741</c:v>
                </c:pt>
                <c:pt idx="15448">
                  <c:v>0.62740740740740741</c:v>
                </c:pt>
                <c:pt idx="15449">
                  <c:v>0.62755555555555553</c:v>
                </c:pt>
                <c:pt idx="15450">
                  <c:v>0.62755555555555553</c:v>
                </c:pt>
                <c:pt idx="15451">
                  <c:v>0.62755555555555553</c:v>
                </c:pt>
                <c:pt idx="15452">
                  <c:v>0.62755555555555553</c:v>
                </c:pt>
                <c:pt idx="15453">
                  <c:v>0.62755555555555553</c:v>
                </c:pt>
                <c:pt idx="15454">
                  <c:v>0.62755555555555553</c:v>
                </c:pt>
                <c:pt idx="15455">
                  <c:v>0.62770370370370365</c:v>
                </c:pt>
                <c:pt idx="15456">
                  <c:v>0.62770370370370365</c:v>
                </c:pt>
                <c:pt idx="15457">
                  <c:v>0.62785185185185188</c:v>
                </c:pt>
                <c:pt idx="15458">
                  <c:v>0.62785185185185188</c:v>
                </c:pt>
                <c:pt idx="15459">
                  <c:v>0.628</c:v>
                </c:pt>
                <c:pt idx="15460">
                  <c:v>0.628</c:v>
                </c:pt>
                <c:pt idx="15461">
                  <c:v>0.628</c:v>
                </c:pt>
                <c:pt idx="15462">
                  <c:v>0.628</c:v>
                </c:pt>
                <c:pt idx="15463">
                  <c:v>0.628</c:v>
                </c:pt>
                <c:pt idx="15464">
                  <c:v>0.628</c:v>
                </c:pt>
                <c:pt idx="15465">
                  <c:v>0.628</c:v>
                </c:pt>
                <c:pt idx="15466">
                  <c:v>0.628</c:v>
                </c:pt>
                <c:pt idx="15467">
                  <c:v>0.62814814814814812</c:v>
                </c:pt>
                <c:pt idx="15468">
                  <c:v>0.62814814814814812</c:v>
                </c:pt>
                <c:pt idx="15469">
                  <c:v>0.62829629629629624</c:v>
                </c:pt>
                <c:pt idx="15470">
                  <c:v>0.62829629629629624</c:v>
                </c:pt>
                <c:pt idx="15471">
                  <c:v>0.62829629629629624</c:v>
                </c:pt>
                <c:pt idx="15472">
                  <c:v>0.62829629629629624</c:v>
                </c:pt>
                <c:pt idx="15473">
                  <c:v>0.62844444444444447</c:v>
                </c:pt>
                <c:pt idx="15474">
                  <c:v>0.62844444444444447</c:v>
                </c:pt>
                <c:pt idx="15475">
                  <c:v>0.62859259259259259</c:v>
                </c:pt>
                <c:pt idx="15476">
                  <c:v>0.62859259259259259</c:v>
                </c:pt>
                <c:pt idx="15477">
                  <c:v>0.62859259259259259</c:v>
                </c:pt>
                <c:pt idx="15478">
                  <c:v>0.62859259259259259</c:v>
                </c:pt>
                <c:pt idx="15479">
                  <c:v>0.62859259259259259</c:v>
                </c:pt>
                <c:pt idx="15480">
                  <c:v>0.62859259259259259</c:v>
                </c:pt>
                <c:pt idx="15481">
                  <c:v>0.62859259259259259</c:v>
                </c:pt>
                <c:pt idx="15482">
                  <c:v>0.62859259259259259</c:v>
                </c:pt>
                <c:pt idx="15483">
                  <c:v>0.62859259259259259</c:v>
                </c:pt>
                <c:pt idx="15484">
                  <c:v>0.62859259259259259</c:v>
                </c:pt>
                <c:pt idx="15485">
                  <c:v>0.62859259259259259</c:v>
                </c:pt>
                <c:pt idx="15486">
                  <c:v>0.62874074074074071</c:v>
                </c:pt>
                <c:pt idx="15487">
                  <c:v>0.62888888888888894</c:v>
                </c:pt>
                <c:pt idx="15488">
                  <c:v>0.62888888888888894</c:v>
                </c:pt>
                <c:pt idx="15489">
                  <c:v>0.62888888888888894</c:v>
                </c:pt>
                <c:pt idx="15490">
                  <c:v>0.62888888888888894</c:v>
                </c:pt>
                <c:pt idx="15491">
                  <c:v>0.62888888888888894</c:v>
                </c:pt>
                <c:pt idx="15492">
                  <c:v>0.62888888888888894</c:v>
                </c:pt>
                <c:pt idx="15493">
                  <c:v>0.62888888888888894</c:v>
                </c:pt>
                <c:pt idx="15494">
                  <c:v>0.62888888888888894</c:v>
                </c:pt>
                <c:pt idx="15495">
                  <c:v>0.62888888888888894</c:v>
                </c:pt>
                <c:pt idx="15496">
                  <c:v>0.62888888888888894</c:v>
                </c:pt>
                <c:pt idx="15497">
                  <c:v>0.62888888888888894</c:v>
                </c:pt>
                <c:pt idx="15498">
                  <c:v>0.62888888888888894</c:v>
                </c:pt>
                <c:pt idx="15499">
                  <c:v>0.62903703703703706</c:v>
                </c:pt>
                <c:pt idx="15500">
                  <c:v>0.62903703703703706</c:v>
                </c:pt>
                <c:pt idx="15501">
                  <c:v>0.62903703703703706</c:v>
                </c:pt>
                <c:pt idx="15502">
                  <c:v>0.62903703703703706</c:v>
                </c:pt>
                <c:pt idx="15503">
                  <c:v>0.62903703703703706</c:v>
                </c:pt>
                <c:pt idx="15504">
                  <c:v>0.62903703703703706</c:v>
                </c:pt>
                <c:pt idx="15505">
                  <c:v>0.62903703703703706</c:v>
                </c:pt>
                <c:pt idx="15506">
                  <c:v>0.62903703703703706</c:v>
                </c:pt>
                <c:pt idx="15507">
                  <c:v>0.62918518518518518</c:v>
                </c:pt>
                <c:pt idx="15508">
                  <c:v>0.62918518518518518</c:v>
                </c:pt>
                <c:pt idx="15509">
                  <c:v>0.62918518518518518</c:v>
                </c:pt>
                <c:pt idx="15510">
                  <c:v>0.6293333333333333</c:v>
                </c:pt>
                <c:pt idx="15511">
                  <c:v>0.62948148148148153</c:v>
                </c:pt>
                <c:pt idx="15512">
                  <c:v>0.62962962962962965</c:v>
                </c:pt>
                <c:pt idx="15513">
                  <c:v>0.62962962962962965</c:v>
                </c:pt>
                <c:pt idx="15514">
                  <c:v>0.62977777777777777</c:v>
                </c:pt>
                <c:pt idx="15515">
                  <c:v>0.62977777777777777</c:v>
                </c:pt>
                <c:pt idx="15516">
                  <c:v>0.62992592592592589</c:v>
                </c:pt>
                <c:pt idx="15517">
                  <c:v>0.62992592592592589</c:v>
                </c:pt>
                <c:pt idx="15518">
                  <c:v>0.63007407407407412</c:v>
                </c:pt>
                <c:pt idx="15519">
                  <c:v>0.63022222222222224</c:v>
                </c:pt>
                <c:pt idx="15520">
                  <c:v>0.63022222222222224</c:v>
                </c:pt>
                <c:pt idx="15521">
                  <c:v>0.63022222222222224</c:v>
                </c:pt>
                <c:pt idx="15522">
                  <c:v>0.63022222222222224</c:v>
                </c:pt>
                <c:pt idx="15523">
                  <c:v>0.63022222222222224</c:v>
                </c:pt>
                <c:pt idx="15524">
                  <c:v>0.63022222222222224</c:v>
                </c:pt>
                <c:pt idx="15525">
                  <c:v>0.63022222222222224</c:v>
                </c:pt>
                <c:pt idx="15526">
                  <c:v>0.63022222222222224</c:v>
                </c:pt>
                <c:pt idx="15527">
                  <c:v>0.63022222222222224</c:v>
                </c:pt>
                <c:pt idx="15528">
                  <c:v>0.63037037037037036</c:v>
                </c:pt>
                <c:pt idx="15529">
                  <c:v>0.63037037037037036</c:v>
                </c:pt>
                <c:pt idx="15530">
                  <c:v>0.63051851851851848</c:v>
                </c:pt>
                <c:pt idx="15531">
                  <c:v>0.63051851851851848</c:v>
                </c:pt>
                <c:pt idx="15532">
                  <c:v>0.63066666666666671</c:v>
                </c:pt>
                <c:pt idx="15533">
                  <c:v>0.63081481481481483</c:v>
                </c:pt>
                <c:pt idx="15534">
                  <c:v>0.63081481481481483</c:v>
                </c:pt>
                <c:pt idx="15535">
                  <c:v>0.63096296296296295</c:v>
                </c:pt>
                <c:pt idx="15536">
                  <c:v>0.63111111111111107</c:v>
                </c:pt>
                <c:pt idx="15537">
                  <c:v>0.63111111111111107</c:v>
                </c:pt>
                <c:pt idx="15538">
                  <c:v>0.63111111111111107</c:v>
                </c:pt>
                <c:pt idx="15539">
                  <c:v>0.63111111111111107</c:v>
                </c:pt>
                <c:pt idx="15540">
                  <c:v>0.6312592592592593</c:v>
                </c:pt>
                <c:pt idx="15541">
                  <c:v>0.6312592592592593</c:v>
                </c:pt>
                <c:pt idx="15542">
                  <c:v>0.63140740740740742</c:v>
                </c:pt>
                <c:pt idx="15543">
                  <c:v>0.63140740740740742</c:v>
                </c:pt>
                <c:pt idx="15544">
                  <c:v>0.63140740740740742</c:v>
                </c:pt>
                <c:pt idx="15545">
                  <c:v>0.63155555555555554</c:v>
                </c:pt>
                <c:pt idx="15546">
                  <c:v>0.63170370370370366</c:v>
                </c:pt>
                <c:pt idx="15547">
                  <c:v>0.63170370370370366</c:v>
                </c:pt>
                <c:pt idx="15548">
                  <c:v>0.63185185185185189</c:v>
                </c:pt>
                <c:pt idx="15549">
                  <c:v>0.63200000000000001</c:v>
                </c:pt>
                <c:pt idx="15550">
                  <c:v>0.63200000000000001</c:v>
                </c:pt>
                <c:pt idx="15551">
                  <c:v>0.63214814814814813</c:v>
                </c:pt>
                <c:pt idx="15552">
                  <c:v>0.63214814814814813</c:v>
                </c:pt>
                <c:pt idx="15553">
                  <c:v>0.63214814814814813</c:v>
                </c:pt>
                <c:pt idx="15554">
                  <c:v>0.63214814814814813</c:v>
                </c:pt>
                <c:pt idx="15555">
                  <c:v>0.63214814814814813</c:v>
                </c:pt>
                <c:pt idx="15556">
                  <c:v>0.63214814814814813</c:v>
                </c:pt>
                <c:pt idx="15557">
                  <c:v>0.63214814814814813</c:v>
                </c:pt>
                <c:pt idx="15558">
                  <c:v>0.63229629629629625</c:v>
                </c:pt>
                <c:pt idx="15559">
                  <c:v>0.63229629629629625</c:v>
                </c:pt>
                <c:pt idx="15560">
                  <c:v>0.63229629629629625</c:v>
                </c:pt>
                <c:pt idx="15561">
                  <c:v>0.63244444444444448</c:v>
                </c:pt>
                <c:pt idx="15562">
                  <c:v>0.63244444444444448</c:v>
                </c:pt>
                <c:pt idx="15563">
                  <c:v>0.63244444444444448</c:v>
                </c:pt>
                <c:pt idx="15564">
                  <c:v>0.63244444444444448</c:v>
                </c:pt>
                <c:pt idx="15565">
                  <c:v>0.63244444444444448</c:v>
                </c:pt>
                <c:pt idx="15566">
                  <c:v>0.6325925925925926</c:v>
                </c:pt>
                <c:pt idx="15567">
                  <c:v>0.6325925925925926</c:v>
                </c:pt>
                <c:pt idx="15568">
                  <c:v>0.6325925925925926</c:v>
                </c:pt>
                <c:pt idx="15569">
                  <c:v>0.63274074074074071</c:v>
                </c:pt>
                <c:pt idx="15570">
                  <c:v>0.63274074074074071</c:v>
                </c:pt>
                <c:pt idx="15571">
                  <c:v>0.63274074074074071</c:v>
                </c:pt>
                <c:pt idx="15572">
                  <c:v>0.63288888888888883</c:v>
                </c:pt>
                <c:pt idx="15573">
                  <c:v>0.63288888888888883</c:v>
                </c:pt>
                <c:pt idx="15574">
                  <c:v>0.63288888888888883</c:v>
                </c:pt>
                <c:pt idx="15575">
                  <c:v>0.63288888888888883</c:v>
                </c:pt>
                <c:pt idx="15576">
                  <c:v>0.63288888888888883</c:v>
                </c:pt>
                <c:pt idx="15577">
                  <c:v>0.63303703703703706</c:v>
                </c:pt>
                <c:pt idx="15578">
                  <c:v>0.63303703703703706</c:v>
                </c:pt>
                <c:pt idx="15579">
                  <c:v>0.63303703703703706</c:v>
                </c:pt>
                <c:pt idx="15580">
                  <c:v>0.63303703703703706</c:v>
                </c:pt>
                <c:pt idx="15581">
                  <c:v>0.63303703703703706</c:v>
                </c:pt>
                <c:pt idx="15582">
                  <c:v>0.63303703703703706</c:v>
                </c:pt>
                <c:pt idx="15583">
                  <c:v>0.63303703703703706</c:v>
                </c:pt>
                <c:pt idx="15584">
                  <c:v>0.63303703703703706</c:v>
                </c:pt>
                <c:pt idx="15585">
                  <c:v>0.63303703703703706</c:v>
                </c:pt>
                <c:pt idx="15586">
                  <c:v>0.63318518518518518</c:v>
                </c:pt>
                <c:pt idx="15587">
                  <c:v>0.6333333333333333</c:v>
                </c:pt>
                <c:pt idx="15588">
                  <c:v>0.6333333333333333</c:v>
                </c:pt>
                <c:pt idx="15589">
                  <c:v>0.6333333333333333</c:v>
                </c:pt>
                <c:pt idx="15590">
                  <c:v>0.6333333333333333</c:v>
                </c:pt>
                <c:pt idx="15591">
                  <c:v>0.6333333333333333</c:v>
                </c:pt>
                <c:pt idx="15592">
                  <c:v>0.6333333333333333</c:v>
                </c:pt>
                <c:pt idx="15593">
                  <c:v>0.6333333333333333</c:v>
                </c:pt>
                <c:pt idx="15594">
                  <c:v>0.6333333333333333</c:v>
                </c:pt>
                <c:pt idx="15595">
                  <c:v>0.6333333333333333</c:v>
                </c:pt>
                <c:pt idx="15596">
                  <c:v>0.6333333333333333</c:v>
                </c:pt>
                <c:pt idx="15597">
                  <c:v>0.6333333333333333</c:v>
                </c:pt>
                <c:pt idx="15598">
                  <c:v>0.6333333333333333</c:v>
                </c:pt>
                <c:pt idx="15599">
                  <c:v>0.6333333333333333</c:v>
                </c:pt>
                <c:pt idx="15600">
                  <c:v>0.63348148148148153</c:v>
                </c:pt>
                <c:pt idx="15601">
                  <c:v>0.63348148148148153</c:v>
                </c:pt>
                <c:pt idx="15602">
                  <c:v>0.63348148148148153</c:v>
                </c:pt>
                <c:pt idx="15603">
                  <c:v>0.63348148148148153</c:v>
                </c:pt>
                <c:pt idx="15604">
                  <c:v>0.63348148148148153</c:v>
                </c:pt>
                <c:pt idx="15605">
                  <c:v>0.63362962962962965</c:v>
                </c:pt>
                <c:pt idx="15606">
                  <c:v>0.63362962962962965</c:v>
                </c:pt>
                <c:pt idx="15607">
                  <c:v>0.63362962962962965</c:v>
                </c:pt>
                <c:pt idx="15608">
                  <c:v>0.63362962962962965</c:v>
                </c:pt>
                <c:pt idx="15609">
                  <c:v>0.63362962962962965</c:v>
                </c:pt>
                <c:pt idx="15610">
                  <c:v>0.63377777777777777</c:v>
                </c:pt>
                <c:pt idx="15611">
                  <c:v>0.63377777777777777</c:v>
                </c:pt>
                <c:pt idx="15612">
                  <c:v>0.63377777777777777</c:v>
                </c:pt>
                <c:pt idx="15613">
                  <c:v>0.63377777777777777</c:v>
                </c:pt>
                <c:pt idx="15614">
                  <c:v>0.63392592592592589</c:v>
                </c:pt>
                <c:pt idx="15615">
                  <c:v>0.63392592592592589</c:v>
                </c:pt>
                <c:pt idx="15616">
                  <c:v>0.63407407407407412</c:v>
                </c:pt>
                <c:pt idx="15617">
                  <c:v>0.63407407407407412</c:v>
                </c:pt>
                <c:pt idx="15618">
                  <c:v>0.63407407407407412</c:v>
                </c:pt>
                <c:pt idx="15619">
                  <c:v>0.63407407407407412</c:v>
                </c:pt>
                <c:pt idx="15620">
                  <c:v>0.63407407407407412</c:v>
                </c:pt>
                <c:pt idx="15621">
                  <c:v>0.63407407407407412</c:v>
                </c:pt>
                <c:pt idx="15622">
                  <c:v>0.63422222222222224</c:v>
                </c:pt>
                <c:pt idx="15623">
                  <c:v>0.63422222222222224</c:v>
                </c:pt>
                <c:pt idx="15624">
                  <c:v>0.63422222222222224</c:v>
                </c:pt>
                <c:pt idx="15625">
                  <c:v>0.63422222222222224</c:v>
                </c:pt>
                <c:pt idx="15626">
                  <c:v>0.63437037037037036</c:v>
                </c:pt>
                <c:pt idx="15627">
                  <c:v>0.63451851851851848</c:v>
                </c:pt>
                <c:pt idx="15628">
                  <c:v>0.63451851851851848</c:v>
                </c:pt>
                <c:pt idx="15629">
                  <c:v>0.63451851851851848</c:v>
                </c:pt>
                <c:pt idx="15630">
                  <c:v>0.63451851851851848</c:v>
                </c:pt>
                <c:pt idx="15631">
                  <c:v>0.63451851851851848</c:v>
                </c:pt>
                <c:pt idx="15632">
                  <c:v>0.63466666666666671</c:v>
                </c:pt>
                <c:pt idx="15633">
                  <c:v>0.63466666666666671</c:v>
                </c:pt>
                <c:pt idx="15634">
                  <c:v>0.63481481481481483</c:v>
                </c:pt>
                <c:pt idx="15635">
                  <c:v>0.63481481481481483</c:v>
                </c:pt>
                <c:pt idx="15636">
                  <c:v>0.63496296296296295</c:v>
                </c:pt>
                <c:pt idx="15637">
                  <c:v>0.63496296296296295</c:v>
                </c:pt>
                <c:pt idx="15638">
                  <c:v>0.63511111111111107</c:v>
                </c:pt>
                <c:pt idx="15639">
                  <c:v>0.63511111111111107</c:v>
                </c:pt>
                <c:pt idx="15640">
                  <c:v>0.6352592592592593</c:v>
                </c:pt>
                <c:pt idx="15641">
                  <c:v>0.6352592592592593</c:v>
                </c:pt>
                <c:pt idx="15642">
                  <c:v>0.63540740740740742</c:v>
                </c:pt>
                <c:pt idx="15643">
                  <c:v>0.63540740740740742</c:v>
                </c:pt>
                <c:pt idx="15644">
                  <c:v>0.63540740740740742</c:v>
                </c:pt>
                <c:pt idx="15645">
                  <c:v>0.63540740740740742</c:v>
                </c:pt>
                <c:pt idx="15646">
                  <c:v>0.63555555555555554</c:v>
                </c:pt>
                <c:pt idx="15647">
                  <c:v>0.63555555555555554</c:v>
                </c:pt>
                <c:pt idx="15648">
                  <c:v>0.63555555555555554</c:v>
                </c:pt>
                <c:pt idx="15649">
                  <c:v>0.63555555555555554</c:v>
                </c:pt>
                <c:pt idx="15650">
                  <c:v>0.63570370370370366</c:v>
                </c:pt>
                <c:pt idx="15651">
                  <c:v>0.63570370370370366</c:v>
                </c:pt>
                <c:pt idx="15652">
                  <c:v>0.63585185185185189</c:v>
                </c:pt>
                <c:pt idx="15653">
                  <c:v>0.63585185185185189</c:v>
                </c:pt>
                <c:pt idx="15654">
                  <c:v>0.63585185185185189</c:v>
                </c:pt>
                <c:pt idx="15655">
                  <c:v>0.63600000000000001</c:v>
                </c:pt>
                <c:pt idx="15656">
                  <c:v>0.63614814814814813</c:v>
                </c:pt>
                <c:pt idx="15657">
                  <c:v>0.63629629629629625</c:v>
                </c:pt>
                <c:pt idx="15658">
                  <c:v>0.63629629629629625</c:v>
                </c:pt>
                <c:pt idx="15659">
                  <c:v>0.63629629629629625</c:v>
                </c:pt>
                <c:pt idx="15660">
                  <c:v>0.63629629629629625</c:v>
                </c:pt>
                <c:pt idx="15661">
                  <c:v>0.63629629629629625</c:v>
                </c:pt>
                <c:pt idx="15662">
                  <c:v>0.63629629629629625</c:v>
                </c:pt>
                <c:pt idx="15663">
                  <c:v>0.63644444444444448</c:v>
                </c:pt>
                <c:pt idx="15664">
                  <c:v>0.6365925925925926</c:v>
                </c:pt>
                <c:pt idx="15665">
                  <c:v>0.63674074074074072</c:v>
                </c:pt>
                <c:pt idx="15666">
                  <c:v>0.63674074074074072</c:v>
                </c:pt>
                <c:pt idx="15667">
                  <c:v>0.63688888888888884</c:v>
                </c:pt>
                <c:pt idx="15668">
                  <c:v>0.63688888888888884</c:v>
                </c:pt>
                <c:pt idx="15669">
                  <c:v>0.63703703703703707</c:v>
                </c:pt>
                <c:pt idx="15670">
                  <c:v>0.63703703703703707</c:v>
                </c:pt>
                <c:pt idx="15671">
                  <c:v>0.63703703703703707</c:v>
                </c:pt>
                <c:pt idx="15672">
                  <c:v>0.63703703703703707</c:v>
                </c:pt>
                <c:pt idx="15673">
                  <c:v>0.63718518518518519</c:v>
                </c:pt>
                <c:pt idx="15674">
                  <c:v>0.63718518518518519</c:v>
                </c:pt>
                <c:pt idx="15675">
                  <c:v>0.63718518518518519</c:v>
                </c:pt>
                <c:pt idx="15676">
                  <c:v>0.63718518518518519</c:v>
                </c:pt>
                <c:pt idx="15677">
                  <c:v>0.63718518518518519</c:v>
                </c:pt>
                <c:pt idx="15678">
                  <c:v>0.63718518518518519</c:v>
                </c:pt>
                <c:pt idx="15679">
                  <c:v>0.63718518518518519</c:v>
                </c:pt>
                <c:pt idx="15680">
                  <c:v>0.63718518518518519</c:v>
                </c:pt>
                <c:pt idx="15681">
                  <c:v>0.63718518518518519</c:v>
                </c:pt>
                <c:pt idx="15682">
                  <c:v>0.63718518518518519</c:v>
                </c:pt>
                <c:pt idx="15683">
                  <c:v>0.63718518518518519</c:v>
                </c:pt>
                <c:pt idx="15684">
                  <c:v>0.63718518518518519</c:v>
                </c:pt>
                <c:pt idx="15685">
                  <c:v>0.63718518518518519</c:v>
                </c:pt>
                <c:pt idx="15686">
                  <c:v>0.63718518518518519</c:v>
                </c:pt>
                <c:pt idx="15687">
                  <c:v>0.63718518518518519</c:v>
                </c:pt>
                <c:pt idx="15688">
                  <c:v>0.63718518518518519</c:v>
                </c:pt>
                <c:pt idx="15689">
                  <c:v>0.63733333333333331</c:v>
                </c:pt>
                <c:pt idx="15690">
                  <c:v>0.63733333333333331</c:v>
                </c:pt>
                <c:pt idx="15691">
                  <c:v>0.63733333333333331</c:v>
                </c:pt>
                <c:pt idx="15692">
                  <c:v>0.63733333333333331</c:v>
                </c:pt>
                <c:pt idx="15693">
                  <c:v>0.63733333333333331</c:v>
                </c:pt>
                <c:pt idx="15694">
                  <c:v>0.63733333333333331</c:v>
                </c:pt>
                <c:pt idx="15695">
                  <c:v>0.63733333333333331</c:v>
                </c:pt>
                <c:pt idx="15696">
                  <c:v>0.63733333333333331</c:v>
                </c:pt>
                <c:pt idx="15697">
                  <c:v>0.63733333333333331</c:v>
                </c:pt>
                <c:pt idx="15698">
                  <c:v>0.63733333333333331</c:v>
                </c:pt>
                <c:pt idx="15699">
                  <c:v>0.63733333333333331</c:v>
                </c:pt>
                <c:pt idx="15700">
                  <c:v>0.63733333333333331</c:v>
                </c:pt>
                <c:pt idx="15701">
                  <c:v>0.63733333333333331</c:v>
                </c:pt>
                <c:pt idx="15702">
                  <c:v>0.63748148148148143</c:v>
                </c:pt>
                <c:pt idx="15703">
                  <c:v>0.63748148148148143</c:v>
                </c:pt>
                <c:pt idx="15704">
                  <c:v>0.63762962962962966</c:v>
                </c:pt>
                <c:pt idx="15705">
                  <c:v>0.63762962962962966</c:v>
                </c:pt>
                <c:pt idx="15706">
                  <c:v>0.63762962962962966</c:v>
                </c:pt>
                <c:pt idx="15707">
                  <c:v>0.63777777777777778</c:v>
                </c:pt>
                <c:pt idx="15708">
                  <c:v>0.63777777777777778</c:v>
                </c:pt>
                <c:pt idx="15709">
                  <c:v>0.6379259259259259</c:v>
                </c:pt>
                <c:pt idx="15710">
                  <c:v>0.6379259259259259</c:v>
                </c:pt>
                <c:pt idx="15711">
                  <c:v>0.63807407407407413</c:v>
                </c:pt>
                <c:pt idx="15712">
                  <c:v>0.63807407407407413</c:v>
                </c:pt>
                <c:pt idx="15713">
                  <c:v>0.63822222222222225</c:v>
                </c:pt>
                <c:pt idx="15714">
                  <c:v>0.63822222222222225</c:v>
                </c:pt>
                <c:pt idx="15715">
                  <c:v>0.63822222222222225</c:v>
                </c:pt>
                <c:pt idx="15716">
                  <c:v>0.63822222222222225</c:v>
                </c:pt>
                <c:pt idx="15717">
                  <c:v>0.63822222222222225</c:v>
                </c:pt>
                <c:pt idx="15718">
                  <c:v>0.63837037037037037</c:v>
                </c:pt>
                <c:pt idx="15719">
                  <c:v>0.63837037037037037</c:v>
                </c:pt>
                <c:pt idx="15720">
                  <c:v>0.63837037037037037</c:v>
                </c:pt>
                <c:pt idx="15721">
                  <c:v>0.63851851851851849</c:v>
                </c:pt>
                <c:pt idx="15722">
                  <c:v>0.63866666666666672</c:v>
                </c:pt>
                <c:pt idx="15723">
                  <c:v>0.63866666666666672</c:v>
                </c:pt>
                <c:pt idx="15724">
                  <c:v>0.63866666666666672</c:v>
                </c:pt>
                <c:pt idx="15725">
                  <c:v>0.63866666666666672</c:v>
                </c:pt>
                <c:pt idx="15726">
                  <c:v>0.63866666666666672</c:v>
                </c:pt>
                <c:pt idx="15727">
                  <c:v>0.63866666666666672</c:v>
                </c:pt>
                <c:pt idx="15728">
                  <c:v>0.63866666666666672</c:v>
                </c:pt>
                <c:pt idx="15729">
                  <c:v>0.63866666666666672</c:v>
                </c:pt>
                <c:pt idx="15730">
                  <c:v>0.63881481481481484</c:v>
                </c:pt>
                <c:pt idx="15731">
                  <c:v>0.63881481481481484</c:v>
                </c:pt>
                <c:pt idx="15732">
                  <c:v>0.63881481481481484</c:v>
                </c:pt>
                <c:pt idx="15733">
                  <c:v>0.63881481481481484</c:v>
                </c:pt>
                <c:pt idx="15734">
                  <c:v>0.63881481481481484</c:v>
                </c:pt>
                <c:pt idx="15735">
                  <c:v>0.63896296296296295</c:v>
                </c:pt>
                <c:pt idx="15736">
                  <c:v>0.63896296296296295</c:v>
                </c:pt>
                <c:pt idx="15737">
                  <c:v>0.63896296296296295</c:v>
                </c:pt>
                <c:pt idx="15738">
                  <c:v>0.63896296296296295</c:v>
                </c:pt>
                <c:pt idx="15739">
                  <c:v>0.63896296296296295</c:v>
                </c:pt>
                <c:pt idx="15740">
                  <c:v>0.63896296296296295</c:v>
                </c:pt>
                <c:pt idx="15741">
                  <c:v>0.63896296296296295</c:v>
                </c:pt>
                <c:pt idx="15742">
                  <c:v>0.63896296296296295</c:v>
                </c:pt>
                <c:pt idx="15743">
                  <c:v>0.63911111111111107</c:v>
                </c:pt>
                <c:pt idx="15744">
                  <c:v>0.63911111111111107</c:v>
                </c:pt>
                <c:pt idx="15745">
                  <c:v>0.63911111111111107</c:v>
                </c:pt>
                <c:pt idx="15746">
                  <c:v>0.63911111111111107</c:v>
                </c:pt>
                <c:pt idx="15747">
                  <c:v>0.63911111111111107</c:v>
                </c:pt>
                <c:pt idx="15748">
                  <c:v>0.6392592592592593</c:v>
                </c:pt>
                <c:pt idx="15749">
                  <c:v>0.63940740740740742</c:v>
                </c:pt>
                <c:pt idx="15750">
                  <c:v>0.63940740740740742</c:v>
                </c:pt>
                <c:pt idx="15751">
                  <c:v>0.63940740740740742</c:v>
                </c:pt>
                <c:pt idx="15752">
                  <c:v>0.63940740740740742</c:v>
                </c:pt>
                <c:pt idx="15753">
                  <c:v>0.63955555555555554</c:v>
                </c:pt>
                <c:pt idx="15754">
                  <c:v>0.63955555555555554</c:v>
                </c:pt>
                <c:pt idx="15755">
                  <c:v>0.63955555555555554</c:v>
                </c:pt>
                <c:pt idx="15756">
                  <c:v>0.63955555555555554</c:v>
                </c:pt>
                <c:pt idx="15757">
                  <c:v>0.63955555555555554</c:v>
                </c:pt>
                <c:pt idx="15758">
                  <c:v>0.63955555555555554</c:v>
                </c:pt>
                <c:pt idx="15759">
                  <c:v>0.63955555555555554</c:v>
                </c:pt>
                <c:pt idx="15760">
                  <c:v>0.63955555555555554</c:v>
                </c:pt>
                <c:pt idx="15761">
                  <c:v>0.63970370370370366</c:v>
                </c:pt>
                <c:pt idx="15762">
                  <c:v>0.63970370370370366</c:v>
                </c:pt>
                <c:pt idx="15763">
                  <c:v>0.63970370370370366</c:v>
                </c:pt>
                <c:pt idx="15764">
                  <c:v>0.63970370370370366</c:v>
                </c:pt>
                <c:pt idx="15765">
                  <c:v>0.63970370370370366</c:v>
                </c:pt>
                <c:pt idx="15766">
                  <c:v>0.63970370370370366</c:v>
                </c:pt>
                <c:pt idx="15767">
                  <c:v>0.63985185185185189</c:v>
                </c:pt>
                <c:pt idx="15768">
                  <c:v>0.63985185185185189</c:v>
                </c:pt>
                <c:pt idx="15769">
                  <c:v>0.63985185185185189</c:v>
                </c:pt>
                <c:pt idx="15770">
                  <c:v>0.64</c:v>
                </c:pt>
                <c:pt idx="15771">
                  <c:v>0.64014814814814813</c:v>
                </c:pt>
                <c:pt idx="15772">
                  <c:v>0.64014814814814813</c:v>
                </c:pt>
                <c:pt idx="15773">
                  <c:v>0.64014814814814813</c:v>
                </c:pt>
                <c:pt idx="15774">
                  <c:v>0.64014814814814813</c:v>
                </c:pt>
                <c:pt idx="15775">
                  <c:v>0.64014814814814813</c:v>
                </c:pt>
                <c:pt idx="15776">
                  <c:v>0.64014814814814813</c:v>
                </c:pt>
                <c:pt idx="15777">
                  <c:v>0.64029629629629625</c:v>
                </c:pt>
                <c:pt idx="15778">
                  <c:v>0.64029629629629625</c:v>
                </c:pt>
                <c:pt idx="15779">
                  <c:v>0.64029629629629625</c:v>
                </c:pt>
                <c:pt idx="15780">
                  <c:v>0.64029629629629625</c:v>
                </c:pt>
                <c:pt idx="15781">
                  <c:v>0.64029629629629625</c:v>
                </c:pt>
                <c:pt idx="15782">
                  <c:v>0.64029629629629625</c:v>
                </c:pt>
                <c:pt idx="15783">
                  <c:v>0.64029629629629625</c:v>
                </c:pt>
                <c:pt idx="15784">
                  <c:v>0.64029629629629625</c:v>
                </c:pt>
                <c:pt idx="15785">
                  <c:v>0.64044444444444448</c:v>
                </c:pt>
                <c:pt idx="15786">
                  <c:v>0.64044444444444448</c:v>
                </c:pt>
                <c:pt idx="15787">
                  <c:v>0.64044444444444448</c:v>
                </c:pt>
                <c:pt idx="15788">
                  <c:v>0.64044444444444448</c:v>
                </c:pt>
                <c:pt idx="15789">
                  <c:v>0.6405925925925926</c:v>
                </c:pt>
                <c:pt idx="15790">
                  <c:v>0.64074074074074072</c:v>
                </c:pt>
                <c:pt idx="15791">
                  <c:v>0.64074074074074072</c:v>
                </c:pt>
                <c:pt idx="15792">
                  <c:v>0.64074074074074072</c:v>
                </c:pt>
                <c:pt idx="15793">
                  <c:v>0.64074074074074072</c:v>
                </c:pt>
                <c:pt idx="15794">
                  <c:v>0.64088888888888884</c:v>
                </c:pt>
                <c:pt idx="15795">
                  <c:v>0.64103703703703707</c:v>
                </c:pt>
                <c:pt idx="15796">
                  <c:v>0.64103703703703707</c:v>
                </c:pt>
                <c:pt idx="15797">
                  <c:v>0.64103703703703707</c:v>
                </c:pt>
                <c:pt idx="15798">
                  <c:v>0.64118518518518519</c:v>
                </c:pt>
                <c:pt idx="15799">
                  <c:v>0.64118518518518519</c:v>
                </c:pt>
                <c:pt idx="15800">
                  <c:v>0.64118518518518519</c:v>
                </c:pt>
                <c:pt idx="15801">
                  <c:v>0.64133333333333331</c:v>
                </c:pt>
                <c:pt idx="15802">
                  <c:v>0.64148148148148143</c:v>
                </c:pt>
                <c:pt idx="15803">
                  <c:v>0.64148148148148143</c:v>
                </c:pt>
                <c:pt idx="15804">
                  <c:v>0.64162962962962966</c:v>
                </c:pt>
                <c:pt idx="15805">
                  <c:v>0.64177777777777778</c:v>
                </c:pt>
                <c:pt idx="15806">
                  <c:v>0.64177777777777778</c:v>
                </c:pt>
                <c:pt idx="15807">
                  <c:v>0.64177777777777778</c:v>
                </c:pt>
                <c:pt idx="15808">
                  <c:v>0.64177777777777778</c:v>
                </c:pt>
                <c:pt idx="15809">
                  <c:v>0.64177777777777778</c:v>
                </c:pt>
                <c:pt idx="15810">
                  <c:v>0.64177777777777778</c:v>
                </c:pt>
                <c:pt idx="15811">
                  <c:v>0.6419259259259259</c:v>
                </c:pt>
                <c:pt idx="15812">
                  <c:v>0.64207407407407402</c:v>
                </c:pt>
                <c:pt idx="15813">
                  <c:v>0.64207407407407402</c:v>
                </c:pt>
                <c:pt idx="15814">
                  <c:v>0.64207407407407402</c:v>
                </c:pt>
                <c:pt idx="15815">
                  <c:v>0.64207407407407402</c:v>
                </c:pt>
                <c:pt idx="15816">
                  <c:v>0.64207407407407402</c:v>
                </c:pt>
                <c:pt idx="15817">
                  <c:v>0.64222222222222225</c:v>
                </c:pt>
                <c:pt idx="15818">
                  <c:v>0.64237037037037037</c:v>
                </c:pt>
                <c:pt idx="15819">
                  <c:v>0.64237037037037037</c:v>
                </c:pt>
                <c:pt idx="15820">
                  <c:v>0.64237037037037037</c:v>
                </c:pt>
                <c:pt idx="15821">
                  <c:v>0.64237037037037037</c:v>
                </c:pt>
                <c:pt idx="15822">
                  <c:v>0.64237037037037037</c:v>
                </c:pt>
                <c:pt idx="15823">
                  <c:v>0.64237037037037037</c:v>
                </c:pt>
                <c:pt idx="15824">
                  <c:v>0.64237037037037037</c:v>
                </c:pt>
                <c:pt idx="15825">
                  <c:v>0.64237037037037037</c:v>
                </c:pt>
                <c:pt idx="15826">
                  <c:v>0.64237037037037037</c:v>
                </c:pt>
                <c:pt idx="15827">
                  <c:v>0.64237037037037037</c:v>
                </c:pt>
                <c:pt idx="15828">
                  <c:v>0.64237037037037037</c:v>
                </c:pt>
                <c:pt idx="15829">
                  <c:v>0.64237037037037037</c:v>
                </c:pt>
                <c:pt idx="15830">
                  <c:v>0.64237037037037037</c:v>
                </c:pt>
                <c:pt idx="15831">
                  <c:v>0.64251851851851849</c:v>
                </c:pt>
                <c:pt idx="15832">
                  <c:v>0.64251851851851849</c:v>
                </c:pt>
                <c:pt idx="15833">
                  <c:v>0.64266666666666672</c:v>
                </c:pt>
                <c:pt idx="15834">
                  <c:v>0.64266666666666672</c:v>
                </c:pt>
                <c:pt idx="15835">
                  <c:v>0.64266666666666672</c:v>
                </c:pt>
                <c:pt idx="15836">
                  <c:v>0.64266666666666672</c:v>
                </c:pt>
                <c:pt idx="15837">
                  <c:v>0.64266666666666672</c:v>
                </c:pt>
                <c:pt idx="15838">
                  <c:v>0.64281481481481484</c:v>
                </c:pt>
                <c:pt idx="15839">
                  <c:v>0.64281481481481484</c:v>
                </c:pt>
                <c:pt idx="15840">
                  <c:v>0.64296296296296296</c:v>
                </c:pt>
                <c:pt idx="15841">
                  <c:v>0.64311111111111108</c:v>
                </c:pt>
                <c:pt idx="15842">
                  <c:v>0.64325925925925931</c:v>
                </c:pt>
                <c:pt idx="15843">
                  <c:v>0.64340740740740743</c:v>
                </c:pt>
                <c:pt idx="15844">
                  <c:v>0.64355555555555555</c:v>
                </c:pt>
                <c:pt idx="15845">
                  <c:v>0.64355555555555555</c:v>
                </c:pt>
                <c:pt idx="15846">
                  <c:v>0.64370370370370367</c:v>
                </c:pt>
                <c:pt idx="15847">
                  <c:v>0.64370370370370367</c:v>
                </c:pt>
                <c:pt idx="15848">
                  <c:v>0.64370370370370367</c:v>
                </c:pt>
                <c:pt idx="15849">
                  <c:v>0.6438518518518519</c:v>
                </c:pt>
                <c:pt idx="15850">
                  <c:v>0.6438518518518519</c:v>
                </c:pt>
                <c:pt idx="15851">
                  <c:v>0.6438518518518519</c:v>
                </c:pt>
                <c:pt idx="15852">
                  <c:v>0.6438518518518519</c:v>
                </c:pt>
                <c:pt idx="15853">
                  <c:v>0.6438518518518519</c:v>
                </c:pt>
                <c:pt idx="15854">
                  <c:v>0.64400000000000002</c:v>
                </c:pt>
                <c:pt idx="15855">
                  <c:v>0.64400000000000002</c:v>
                </c:pt>
                <c:pt idx="15856">
                  <c:v>0.64414814814814814</c:v>
                </c:pt>
                <c:pt idx="15857">
                  <c:v>0.64414814814814814</c:v>
                </c:pt>
                <c:pt idx="15858">
                  <c:v>0.64414814814814814</c:v>
                </c:pt>
                <c:pt idx="15859">
                  <c:v>0.64429629629629626</c:v>
                </c:pt>
                <c:pt idx="15860">
                  <c:v>0.64429629629629626</c:v>
                </c:pt>
                <c:pt idx="15861">
                  <c:v>0.64429629629629626</c:v>
                </c:pt>
                <c:pt idx="15862">
                  <c:v>0.64429629629629626</c:v>
                </c:pt>
                <c:pt idx="15863">
                  <c:v>0.64444444444444449</c:v>
                </c:pt>
                <c:pt idx="15864">
                  <c:v>0.64459259259259261</c:v>
                </c:pt>
                <c:pt idx="15865">
                  <c:v>0.64474074074074073</c:v>
                </c:pt>
                <c:pt idx="15866">
                  <c:v>0.64474074074074073</c:v>
                </c:pt>
                <c:pt idx="15867">
                  <c:v>0.64488888888888884</c:v>
                </c:pt>
                <c:pt idx="15868">
                  <c:v>0.64503703703703708</c:v>
                </c:pt>
                <c:pt idx="15869">
                  <c:v>0.64518518518518519</c:v>
                </c:pt>
                <c:pt idx="15870">
                  <c:v>0.64518518518518519</c:v>
                </c:pt>
                <c:pt idx="15871">
                  <c:v>0.64518518518518519</c:v>
                </c:pt>
                <c:pt idx="15872">
                  <c:v>0.64518518518518519</c:v>
                </c:pt>
                <c:pt idx="15873">
                  <c:v>0.64533333333333331</c:v>
                </c:pt>
                <c:pt idx="15874">
                  <c:v>0.64533333333333331</c:v>
                </c:pt>
                <c:pt idx="15875">
                  <c:v>0.64533333333333331</c:v>
                </c:pt>
                <c:pt idx="15876">
                  <c:v>0.64548148148148143</c:v>
                </c:pt>
                <c:pt idx="15877">
                  <c:v>0.64548148148148143</c:v>
                </c:pt>
                <c:pt idx="15878">
                  <c:v>0.64548148148148143</c:v>
                </c:pt>
                <c:pt idx="15879">
                  <c:v>0.64562962962962966</c:v>
                </c:pt>
                <c:pt idx="15880">
                  <c:v>0.64562962962962966</c:v>
                </c:pt>
                <c:pt idx="15881">
                  <c:v>0.64562962962962966</c:v>
                </c:pt>
                <c:pt idx="15882">
                  <c:v>0.64562962962962966</c:v>
                </c:pt>
                <c:pt idx="15883">
                  <c:v>0.64562962962962966</c:v>
                </c:pt>
                <c:pt idx="15884">
                  <c:v>0.64562962962962966</c:v>
                </c:pt>
                <c:pt idx="15885">
                  <c:v>0.64562962962962966</c:v>
                </c:pt>
                <c:pt idx="15886">
                  <c:v>0.64562962962962966</c:v>
                </c:pt>
                <c:pt idx="15887">
                  <c:v>0.64577777777777778</c:v>
                </c:pt>
                <c:pt idx="15888">
                  <c:v>0.64577777777777778</c:v>
                </c:pt>
                <c:pt idx="15889">
                  <c:v>0.64577777777777778</c:v>
                </c:pt>
                <c:pt idx="15890">
                  <c:v>0.6459259259259259</c:v>
                </c:pt>
                <c:pt idx="15891">
                  <c:v>0.6459259259259259</c:v>
                </c:pt>
                <c:pt idx="15892">
                  <c:v>0.6459259259259259</c:v>
                </c:pt>
                <c:pt idx="15893">
                  <c:v>0.6459259259259259</c:v>
                </c:pt>
                <c:pt idx="15894">
                  <c:v>0.6459259259259259</c:v>
                </c:pt>
                <c:pt idx="15895">
                  <c:v>0.6459259259259259</c:v>
                </c:pt>
                <c:pt idx="15896">
                  <c:v>0.6459259259259259</c:v>
                </c:pt>
                <c:pt idx="15897">
                  <c:v>0.6459259259259259</c:v>
                </c:pt>
                <c:pt idx="15898">
                  <c:v>0.6459259259259259</c:v>
                </c:pt>
                <c:pt idx="15899">
                  <c:v>0.6459259259259259</c:v>
                </c:pt>
                <c:pt idx="15900">
                  <c:v>0.6459259259259259</c:v>
                </c:pt>
                <c:pt idx="15901">
                  <c:v>0.6459259259259259</c:v>
                </c:pt>
                <c:pt idx="15902">
                  <c:v>0.64607407407407402</c:v>
                </c:pt>
                <c:pt idx="15903">
                  <c:v>0.64607407407407402</c:v>
                </c:pt>
                <c:pt idx="15904">
                  <c:v>0.64607407407407402</c:v>
                </c:pt>
                <c:pt idx="15905">
                  <c:v>0.64622222222222225</c:v>
                </c:pt>
                <c:pt idx="15906">
                  <c:v>0.64622222222222225</c:v>
                </c:pt>
                <c:pt idx="15907">
                  <c:v>0.64622222222222225</c:v>
                </c:pt>
                <c:pt idx="15908">
                  <c:v>0.64622222222222225</c:v>
                </c:pt>
                <c:pt idx="15909">
                  <c:v>0.64637037037037037</c:v>
                </c:pt>
                <c:pt idx="15910">
                  <c:v>0.64637037037037037</c:v>
                </c:pt>
                <c:pt idx="15911">
                  <c:v>0.64637037037037037</c:v>
                </c:pt>
                <c:pt idx="15912">
                  <c:v>0.64637037037037037</c:v>
                </c:pt>
                <c:pt idx="15913">
                  <c:v>0.64637037037037037</c:v>
                </c:pt>
                <c:pt idx="15914">
                  <c:v>0.64651851851851849</c:v>
                </c:pt>
                <c:pt idx="15915">
                  <c:v>0.64666666666666661</c:v>
                </c:pt>
                <c:pt idx="15916">
                  <c:v>0.64666666666666661</c:v>
                </c:pt>
                <c:pt idx="15917">
                  <c:v>0.64681481481481484</c:v>
                </c:pt>
                <c:pt idx="15918">
                  <c:v>0.64681481481481484</c:v>
                </c:pt>
                <c:pt idx="15919">
                  <c:v>0.64681481481481484</c:v>
                </c:pt>
                <c:pt idx="15920">
                  <c:v>0.64696296296296296</c:v>
                </c:pt>
                <c:pt idx="15921">
                  <c:v>0.64711111111111108</c:v>
                </c:pt>
                <c:pt idx="15922">
                  <c:v>0.64725925925925931</c:v>
                </c:pt>
                <c:pt idx="15923">
                  <c:v>0.64725925925925931</c:v>
                </c:pt>
                <c:pt idx="15924">
                  <c:v>0.64725925925925931</c:v>
                </c:pt>
                <c:pt idx="15925">
                  <c:v>0.64740740740740743</c:v>
                </c:pt>
                <c:pt idx="15926">
                  <c:v>0.64755555555555555</c:v>
                </c:pt>
                <c:pt idx="15927">
                  <c:v>0.64755555555555555</c:v>
                </c:pt>
                <c:pt idx="15928">
                  <c:v>0.64755555555555555</c:v>
                </c:pt>
                <c:pt idx="15929">
                  <c:v>0.64770370370370367</c:v>
                </c:pt>
                <c:pt idx="15930">
                  <c:v>0.64770370370370367</c:v>
                </c:pt>
                <c:pt idx="15931">
                  <c:v>0.64770370370370367</c:v>
                </c:pt>
                <c:pt idx="15932">
                  <c:v>0.64770370370370367</c:v>
                </c:pt>
                <c:pt idx="15933">
                  <c:v>0.64770370370370367</c:v>
                </c:pt>
                <c:pt idx="15934">
                  <c:v>0.64770370370370367</c:v>
                </c:pt>
                <c:pt idx="15935">
                  <c:v>0.64770370370370367</c:v>
                </c:pt>
                <c:pt idx="15936">
                  <c:v>0.64770370370370367</c:v>
                </c:pt>
                <c:pt idx="15937">
                  <c:v>0.64770370370370367</c:v>
                </c:pt>
                <c:pt idx="15938">
                  <c:v>0.64770370370370367</c:v>
                </c:pt>
                <c:pt idx="15939">
                  <c:v>0.64770370370370367</c:v>
                </c:pt>
                <c:pt idx="15940">
                  <c:v>0.64770370370370367</c:v>
                </c:pt>
                <c:pt idx="15941">
                  <c:v>0.64770370370370367</c:v>
                </c:pt>
                <c:pt idx="15942">
                  <c:v>0.6478518518518519</c:v>
                </c:pt>
                <c:pt idx="15943">
                  <c:v>0.64800000000000002</c:v>
                </c:pt>
                <c:pt idx="15944">
                  <c:v>0.64800000000000002</c:v>
                </c:pt>
                <c:pt idx="15945">
                  <c:v>0.64814814814814814</c:v>
                </c:pt>
                <c:pt idx="15946">
                  <c:v>0.64814814814814814</c:v>
                </c:pt>
                <c:pt idx="15947">
                  <c:v>0.64829629629629626</c:v>
                </c:pt>
                <c:pt idx="15948">
                  <c:v>0.64829629629629626</c:v>
                </c:pt>
                <c:pt idx="15949">
                  <c:v>0.64829629629629626</c:v>
                </c:pt>
                <c:pt idx="15950">
                  <c:v>0.64829629629629626</c:v>
                </c:pt>
                <c:pt idx="15951">
                  <c:v>0.64829629629629626</c:v>
                </c:pt>
                <c:pt idx="15952">
                  <c:v>0.64829629629629626</c:v>
                </c:pt>
                <c:pt idx="15953">
                  <c:v>0.64829629629629626</c:v>
                </c:pt>
                <c:pt idx="15954">
                  <c:v>0.64829629629629626</c:v>
                </c:pt>
                <c:pt idx="15955">
                  <c:v>0.64829629629629626</c:v>
                </c:pt>
                <c:pt idx="15956">
                  <c:v>0.64829629629629626</c:v>
                </c:pt>
                <c:pt idx="15957">
                  <c:v>0.64829629629629626</c:v>
                </c:pt>
                <c:pt idx="15958">
                  <c:v>0.64844444444444449</c:v>
                </c:pt>
                <c:pt idx="15959">
                  <c:v>0.64859259259259261</c:v>
                </c:pt>
                <c:pt idx="15960">
                  <c:v>0.64859259259259261</c:v>
                </c:pt>
                <c:pt idx="15961">
                  <c:v>0.64874074074074073</c:v>
                </c:pt>
                <c:pt idx="15962">
                  <c:v>0.64874074074074073</c:v>
                </c:pt>
                <c:pt idx="15963">
                  <c:v>0.64874074074074073</c:v>
                </c:pt>
                <c:pt idx="15964">
                  <c:v>0.64874074074074073</c:v>
                </c:pt>
                <c:pt idx="15965">
                  <c:v>0.64874074074074073</c:v>
                </c:pt>
                <c:pt idx="15966">
                  <c:v>0.64888888888888885</c:v>
                </c:pt>
                <c:pt idx="15967">
                  <c:v>0.64888888888888885</c:v>
                </c:pt>
                <c:pt idx="15968">
                  <c:v>0.64888888888888885</c:v>
                </c:pt>
                <c:pt idx="15969">
                  <c:v>0.64888888888888885</c:v>
                </c:pt>
                <c:pt idx="15970">
                  <c:v>0.64903703703703708</c:v>
                </c:pt>
                <c:pt idx="15971">
                  <c:v>0.64903703703703708</c:v>
                </c:pt>
                <c:pt idx="15972">
                  <c:v>0.64903703703703708</c:v>
                </c:pt>
                <c:pt idx="15973">
                  <c:v>0.64903703703703708</c:v>
                </c:pt>
                <c:pt idx="15974">
                  <c:v>0.64903703703703708</c:v>
                </c:pt>
                <c:pt idx="15975">
                  <c:v>0.64903703703703708</c:v>
                </c:pt>
                <c:pt idx="15976">
                  <c:v>0.64903703703703708</c:v>
                </c:pt>
                <c:pt idx="15977">
                  <c:v>0.6491851851851852</c:v>
                </c:pt>
                <c:pt idx="15978">
                  <c:v>0.6491851851851852</c:v>
                </c:pt>
                <c:pt idx="15979">
                  <c:v>0.6491851851851852</c:v>
                </c:pt>
                <c:pt idx="15980">
                  <c:v>0.6491851851851852</c:v>
                </c:pt>
                <c:pt idx="15981">
                  <c:v>0.6491851851851852</c:v>
                </c:pt>
                <c:pt idx="15982">
                  <c:v>0.6491851851851852</c:v>
                </c:pt>
                <c:pt idx="15983">
                  <c:v>0.6491851851851852</c:v>
                </c:pt>
                <c:pt idx="15984">
                  <c:v>0.6491851851851852</c:v>
                </c:pt>
                <c:pt idx="15985">
                  <c:v>0.6491851851851852</c:v>
                </c:pt>
                <c:pt idx="15986">
                  <c:v>0.64933333333333332</c:v>
                </c:pt>
                <c:pt idx="15987">
                  <c:v>0.64933333333333332</c:v>
                </c:pt>
                <c:pt idx="15988">
                  <c:v>0.64933333333333332</c:v>
                </c:pt>
                <c:pt idx="15989">
                  <c:v>0.64933333333333332</c:v>
                </c:pt>
                <c:pt idx="15990">
                  <c:v>0.64933333333333332</c:v>
                </c:pt>
                <c:pt idx="15991">
                  <c:v>0.64933333333333332</c:v>
                </c:pt>
                <c:pt idx="15992">
                  <c:v>0.64948148148148144</c:v>
                </c:pt>
                <c:pt idx="15993">
                  <c:v>0.64948148148148144</c:v>
                </c:pt>
                <c:pt idx="15994">
                  <c:v>0.64948148148148144</c:v>
                </c:pt>
                <c:pt idx="15995">
                  <c:v>0.64948148148148144</c:v>
                </c:pt>
                <c:pt idx="15996">
                  <c:v>0.64948148148148144</c:v>
                </c:pt>
                <c:pt idx="15997">
                  <c:v>0.64948148148148144</c:v>
                </c:pt>
                <c:pt idx="15998">
                  <c:v>0.64948148148148144</c:v>
                </c:pt>
                <c:pt idx="15999">
                  <c:v>0.64948148148148144</c:v>
                </c:pt>
                <c:pt idx="16000">
                  <c:v>0.64948148148148144</c:v>
                </c:pt>
                <c:pt idx="16001">
                  <c:v>0.64948148148148144</c:v>
                </c:pt>
                <c:pt idx="16002">
                  <c:v>0.64948148148148144</c:v>
                </c:pt>
                <c:pt idx="16003">
                  <c:v>0.64948148148148144</c:v>
                </c:pt>
                <c:pt idx="16004">
                  <c:v>0.64948148148148144</c:v>
                </c:pt>
                <c:pt idx="16005">
                  <c:v>0.64948148148148144</c:v>
                </c:pt>
                <c:pt idx="16006">
                  <c:v>0.64948148148148144</c:v>
                </c:pt>
                <c:pt idx="16007">
                  <c:v>0.64948148148148144</c:v>
                </c:pt>
                <c:pt idx="16008">
                  <c:v>0.64948148148148144</c:v>
                </c:pt>
                <c:pt idx="16009">
                  <c:v>0.64948148148148144</c:v>
                </c:pt>
                <c:pt idx="16010">
                  <c:v>0.64948148148148144</c:v>
                </c:pt>
                <c:pt idx="16011">
                  <c:v>0.64948148148148144</c:v>
                </c:pt>
                <c:pt idx="16012">
                  <c:v>0.64948148148148144</c:v>
                </c:pt>
                <c:pt idx="16013">
                  <c:v>0.64948148148148144</c:v>
                </c:pt>
                <c:pt idx="16014">
                  <c:v>0.64948148148148144</c:v>
                </c:pt>
                <c:pt idx="16015">
                  <c:v>0.64948148148148144</c:v>
                </c:pt>
                <c:pt idx="16016">
                  <c:v>0.64948148148148144</c:v>
                </c:pt>
                <c:pt idx="16017">
                  <c:v>0.64948148148148144</c:v>
                </c:pt>
                <c:pt idx="16018">
                  <c:v>0.64948148148148144</c:v>
                </c:pt>
                <c:pt idx="16019">
                  <c:v>0.64948148148148144</c:v>
                </c:pt>
                <c:pt idx="16020">
                  <c:v>0.64948148148148144</c:v>
                </c:pt>
                <c:pt idx="16021">
                  <c:v>0.64948148148148144</c:v>
                </c:pt>
                <c:pt idx="16022">
                  <c:v>0.64962962962962967</c:v>
                </c:pt>
                <c:pt idx="16023">
                  <c:v>0.64962962962962967</c:v>
                </c:pt>
                <c:pt idx="16024">
                  <c:v>0.64977777777777779</c:v>
                </c:pt>
                <c:pt idx="16025">
                  <c:v>0.64992592592592591</c:v>
                </c:pt>
                <c:pt idx="16026">
                  <c:v>0.64992592592592591</c:v>
                </c:pt>
                <c:pt idx="16027">
                  <c:v>0.65007407407407403</c:v>
                </c:pt>
                <c:pt idx="16028">
                  <c:v>0.65007407407407403</c:v>
                </c:pt>
                <c:pt idx="16029">
                  <c:v>0.65007407407407403</c:v>
                </c:pt>
                <c:pt idx="16030">
                  <c:v>0.65022222222222226</c:v>
                </c:pt>
                <c:pt idx="16031">
                  <c:v>0.65022222222222226</c:v>
                </c:pt>
                <c:pt idx="16032">
                  <c:v>0.65022222222222226</c:v>
                </c:pt>
                <c:pt idx="16033">
                  <c:v>0.65022222222222226</c:v>
                </c:pt>
                <c:pt idx="16034">
                  <c:v>0.65037037037037038</c:v>
                </c:pt>
                <c:pt idx="16035">
                  <c:v>0.6505185185185185</c:v>
                </c:pt>
                <c:pt idx="16036">
                  <c:v>0.6505185185185185</c:v>
                </c:pt>
                <c:pt idx="16037">
                  <c:v>0.6505185185185185</c:v>
                </c:pt>
                <c:pt idx="16038">
                  <c:v>0.6505185185185185</c:v>
                </c:pt>
                <c:pt idx="16039">
                  <c:v>0.6505185185185185</c:v>
                </c:pt>
                <c:pt idx="16040">
                  <c:v>0.65066666666666662</c:v>
                </c:pt>
                <c:pt idx="16041">
                  <c:v>0.65066666666666662</c:v>
                </c:pt>
                <c:pt idx="16042">
                  <c:v>0.65066666666666662</c:v>
                </c:pt>
                <c:pt idx="16043">
                  <c:v>0.65066666666666662</c:v>
                </c:pt>
                <c:pt idx="16044">
                  <c:v>0.65066666666666662</c:v>
                </c:pt>
                <c:pt idx="16045">
                  <c:v>0.65066666666666662</c:v>
                </c:pt>
                <c:pt idx="16046">
                  <c:v>0.65081481481481485</c:v>
                </c:pt>
                <c:pt idx="16047">
                  <c:v>0.65081481481481485</c:v>
                </c:pt>
                <c:pt idx="16048">
                  <c:v>0.65081481481481485</c:v>
                </c:pt>
                <c:pt idx="16049">
                  <c:v>0.65081481481481485</c:v>
                </c:pt>
                <c:pt idx="16050">
                  <c:v>0.65081481481481485</c:v>
                </c:pt>
                <c:pt idx="16051">
                  <c:v>0.65081481481481485</c:v>
                </c:pt>
                <c:pt idx="16052">
                  <c:v>0.65096296296296297</c:v>
                </c:pt>
                <c:pt idx="16053">
                  <c:v>0.65096296296296297</c:v>
                </c:pt>
                <c:pt idx="16054">
                  <c:v>0.65096296296296297</c:v>
                </c:pt>
                <c:pt idx="16055">
                  <c:v>0.65096296296296297</c:v>
                </c:pt>
                <c:pt idx="16056">
                  <c:v>0.65096296296296297</c:v>
                </c:pt>
                <c:pt idx="16057">
                  <c:v>0.65111111111111108</c:v>
                </c:pt>
                <c:pt idx="16058">
                  <c:v>0.6512592592592592</c:v>
                </c:pt>
                <c:pt idx="16059">
                  <c:v>0.6512592592592592</c:v>
                </c:pt>
                <c:pt idx="16060">
                  <c:v>0.65140740740740743</c:v>
                </c:pt>
                <c:pt idx="16061">
                  <c:v>0.65140740740740743</c:v>
                </c:pt>
                <c:pt idx="16062">
                  <c:v>0.65155555555555555</c:v>
                </c:pt>
                <c:pt idx="16063">
                  <c:v>0.65155555555555555</c:v>
                </c:pt>
                <c:pt idx="16064">
                  <c:v>0.65155555555555555</c:v>
                </c:pt>
                <c:pt idx="16065">
                  <c:v>0.65155555555555555</c:v>
                </c:pt>
                <c:pt idx="16066">
                  <c:v>0.65155555555555555</c:v>
                </c:pt>
                <c:pt idx="16067">
                  <c:v>0.65170370370370367</c:v>
                </c:pt>
                <c:pt idx="16068">
                  <c:v>0.65170370370370367</c:v>
                </c:pt>
                <c:pt idx="16069">
                  <c:v>0.65170370370370367</c:v>
                </c:pt>
                <c:pt idx="16070">
                  <c:v>0.65170370370370367</c:v>
                </c:pt>
                <c:pt idx="16071">
                  <c:v>0.65170370370370367</c:v>
                </c:pt>
                <c:pt idx="16072">
                  <c:v>0.65170370370370367</c:v>
                </c:pt>
                <c:pt idx="16073">
                  <c:v>0.65170370370370367</c:v>
                </c:pt>
                <c:pt idx="16074">
                  <c:v>0.65170370370370367</c:v>
                </c:pt>
                <c:pt idx="16075">
                  <c:v>0.65170370370370367</c:v>
                </c:pt>
                <c:pt idx="16076">
                  <c:v>0.65170370370370367</c:v>
                </c:pt>
                <c:pt idx="16077">
                  <c:v>0.65170370370370367</c:v>
                </c:pt>
                <c:pt idx="16078">
                  <c:v>0.65170370370370367</c:v>
                </c:pt>
                <c:pt idx="16079">
                  <c:v>0.65170370370370367</c:v>
                </c:pt>
                <c:pt idx="16080">
                  <c:v>0.6518518518518519</c:v>
                </c:pt>
                <c:pt idx="16081">
                  <c:v>0.65200000000000002</c:v>
                </c:pt>
                <c:pt idx="16082">
                  <c:v>0.65200000000000002</c:v>
                </c:pt>
                <c:pt idx="16083">
                  <c:v>0.65214814814814814</c:v>
                </c:pt>
                <c:pt idx="16084">
                  <c:v>0.65214814814814814</c:v>
                </c:pt>
                <c:pt idx="16085">
                  <c:v>0.65214814814814814</c:v>
                </c:pt>
                <c:pt idx="16086">
                  <c:v>0.65214814814814814</c:v>
                </c:pt>
                <c:pt idx="16087">
                  <c:v>0.65214814814814814</c:v>
                </c:pt>
                <c:pt idx="16088">
                  <c:v>0.65229629629629626</c:v>
                </c:pt>
                <c:pt idx="16089">
                  <c:v>0.65229629629629626</c:v>
                </c:pt>
                <c:pt idx="16090">
                  <c:v>0.65229629629629626</c:v>
                </c:pt>
                <c:pt idx="16091">
                  <c:v>0.65229629629629626</c:v>
                </c:pt>
                <c:pt idx="16092">
                  <c:v>0.65229629629629626</c:v>
                </c:pt>
                <c:pt idx="16093">
                  <c:v>0.65229629629629626</c:v>
                </c:pt>
                <c:pt idx="16094">
                  <c:v>0.65229629629629626</c:v>
                </c:pt>
                <c:pt idx="16095">
                  <c:v>0.65244444444444449</c:v>
                </c:pt>
                <c:pt idx="16096">
                  <c:v>0.65244444444444449</c:v>
                </c:pt>
                <c:pt idx="16097">
                  <c:v>0.65244444444444449</c:v>
                </c:pt>
                <c:pt idx="16098">
                  <c:v>0.65244444444444449</c:v>
                </c:pt>
                <c:pt idx="16099">
                  <c:v>0.65244444444444449</c:v>
                </c:pt>
                <c:pt idx="16100">
                  <c:v>0.65244444444444449</c:v>
                </c:pt>
                <c:pt idx="16101">
                  <c:v>0.65244444444444449</c:v>
                </c:pt>
                <c:pt idx="16102">
                  <c:v>0.65244444444444449</c:v>
                </c:pt>
                <c:pt idx="16103">
                  <c:v>0.65259259259259261</c:v>
                </c:pt>
                <c:pt idx="16104">
                  <c:v>0.65259259259259261</c:v>
                </c:pt>
                <c:pt idx="16105">
                  <c:v>0.65274074074074073</c:v>
                </c:pt>
                <c:pt idx="16106">
                  <c:v>0.65288888888888885</c:v>
                </c:pt>
                <c:pt idx="16107">
                  <c:v>0.65288888888888885</c:v>
                </c:pt>
                <c:pt idx="16108">
                  <c:v>0.65288888888888885</c:v>
                </c:pt>
                <c:pt idx="16109">
                  <c:v>0.65303703703703708</c:v>
                </c:pt>
                <c:pt idx="16110">
                  <c:v>0.6531851851851852</c:v>
                </c:pt>
                <c:pt idx="16111">
                  <c:v>0.6531851851851852</c:v>
                </c:pt>
                <c:pt idx="16112">
                  <c:v>0.6531851851851852</c:v>
                </c:pt>
                <c:pt idx="16113">
                  <c:v>0.6531851851851852</c:v>
                </c:pt>
                <c:pt idx="16114">
                  <c:v>0.6531851851851852</c:v>
                </c:pt>
                <c:pt idx="16115">
                  <c:v>0.6531851851851852</c:v>
                </c:pt>
                <c:pt idx="16116">
                  <c:v>0.6531851851851852</c:v>
                </c:pt>
                <c:pt idx="16117">
                  <c:v>0.6531851851851852</c:v>
                </c:pt>
                <c:pt idx="16118">
                  <c:v>0.65333333333333332</c:v>
                </c:pt>
                <c:pt idx="16119">
                  <c:v>0.65333333333333332</c:v>
                </c:pt>
                <c:pt idx="16120">
                  <c:v>0.65333333333333332</c:v>
                </c:pt>
                <c:pt idx="16121">
                  <c:v>0.65333333333333332</c:v>
                </c:pt>
                <c:pt idx="16122">
                  <c:v>0.65333333333333332</c:v>
                </c:pt>
                <c:pt idx="16123">
                  <c:v>0.65348148148148144</c:v>
                </c:pt>
                <c:pt idx="16124">
                  <c:v>0.65348148148148144</c:v>
                </c:pt>
                <c:pt idx="16125">
                  <c:v>0.65362962962962967</c:v>
                </c:pt>
                <c:pt idx="16126">
                  <c:v>0.65377777777777779</c:v>
                </c:pt>
                <c:pt idx="16127">
                  <c:v>0.65377777777777779</c:v>
                </c:pt>
                <c:pt idx="16128">
                  <c:v>0.65377777777777779</c:v>
                </c:pt>
                <c:pt idx="16129">
                  <c:v>0.65377777777777779</c:v>
                </c:pt>
                <c:pt idx="16130">
                  <c:v>0.65377777777777779</c:v>
                </c:pt>
                <c:pt idx="16131">
                  <c:v>0.65377777777777779</c:v>
                </c:pt>
                <c:pt idx="16132">
                  <c:v>0.65392592592592591</c:v>
                </c:pt>
                <c:pt idx="16133">
                  <c:v>0.65407407407407403</c:v>
                </c:pt>
                <c:pt idx="16134">
                  <c:v>0.65422222222222226</c:v>
                </c:pt>
                <c:pt idx="16135">
                  <c:v>0.65422222222222226</c:v>
                </c:pt>
                <c:pt idx="16136">
                  <c:v>0.65422222222222226</c:v>
                </c:pt>
                <c:pt idx="16137">
                  <c:v>0.65422222222222226</c:v>
                </c:pt>
                <c:pt idx="16138">
                  <c:v>0.65437037037037038</c:v>
                </c:pt>
                <c:pt idx="16139">
                  <c:v>0.65437037037037038</c:v>
                </c:pt>
                <c:pt idx="16140">
                  <c:v>0.65437037037037038</c:v>
                </c:pt>
                <c:pt idx="16141">
                  <c:v>0.6545185185185185</c:v>
                </c:pt>
                <c:pt idx="16142">
                  <c:v>0.6545185185185185</c:v>
                </c:pt>
                <c:pt idx="16143">
                  <c:v>0.65466666666666662</c:v>
                </c:pt>
                <c:pt idx="16144">
                  <c:v>0.65481481481481485</c:v>
                </c:pt>
                <c:pt idx="16145">
                  <c:v>0.65496296296296297</c:v>
                </c:pt>
                <c:pt idx="16146">
                  <c:v>0.65511111111111109</c:v>
                </c:pt>
                <c:pt idx="16147">
                  <c:v>0.65511111111111109</c:v>
                </c:pt>
                <c:pt idx="16148">
                  <c:v>0.65511111111111109</c:v>
                </c:pt>
                <c:pt idx="16149">
                  <c:v>0.65511111111111109</c:v>
                </c:pt>
                <c:pt idx="16150">
                  <c:v>0.65511111111111109</c:v>
                </c:pt>
                <c:pt idx="16151">
                  <c:v>0.65525925925925921</c:v>
                </c:pt>
                <c:pt idx="16152">
                  <c:v>0.65525925925925921</c:v>
                </c:pt>
                <c:pt idx="16153">
                  <c:v>0.65540740740740744</c:v>
                </c:pt>
                <c:pt idx="16154">
                  <c:v>0.65555555555555556</c:v>
                </c:pt>
                <c:pt idx="16155">
                  <c:v>0.65570370370370368</c:v>
                </c:pt>
                <c:pt idx="16156">
                  <c:v>0.65570370370370368</c:v>
                </c:pt>
                <c:pt idx="16157">
                  <c:v>0.6558518518518518</c:v>
                </c:pt>
                <c:pt idx="16158">
                  <c:v>0.6558518518518518</c:v>
                </c:pt>
                <c:pt idx="16159">
                  <c:v>0.6558518518518518</c:v>
                </c:pt>
                <c:pt idx="16160">
                  <c:v>0.6558518518518518</c:v>
                </c:pt>
                <c:pt idx="16161">
                  <c:v>0.6558518518518518</c:v>
                </c:pt>
                <c:pt idx="16162">
                  <c:v>0.6558518518518518</c:v>
                </c:pt>
                <c:pt idx="16163">
                  <c:v>0.65600000000000003</c:v>
                </c:pt>
                <c:pt idx="16164">
                  <c:v>0.65600000000000003</c:v>
                </c:pt>
                <c:pt idx="16165">
                  <c:v>0.65600000000000003</c:v>
                </c:pt>
                <c:pt idx="16166">
                  <c:v>0.65600000000000003</c:v>
                </c:pt>
                <c:pt idx="16167">
                  <c:v>0.65600000000000003</c:v>
                </c:pt>
                <c:pt idx="16168">
                  <c:v>0.65600000000000003</c:v>
                </c:pt>
                <c:pt idx="16169">
                  <c:v>0.65600000000000003</c:v>
                </c:pt>
                <c:pt idx="16170">
                  <c:v>0.65600000000000003</c:v>
                </c:pt>
                <c:pt idx="16171">
                  <c:v>0.65600000000000003</c:v>
                </c:pt>
                <c:pt idx="16172">
                  <c:v>0.65600000000000003</c:v>
                </c:pt>
                <c:pt idx="16173">
                  <c:v>0.65600000000000003</c:v>
                </c:pt>
                <c:pt idx="16174">
                  <c:v>0.65600000000000003</c:v>
                </c:pt>
                <c:pt idx="16175">
                  <c:v>0.65600000000000003</c:v>
                </c:pt>
                <c:pt idx="16176">
                  <c:v>0.65600000000000003</c:v>
                </c:pt>
                <c:pt idx="16177">
                  <c:v>0.65600000000000003</c:v>
                </c:pt>
                <c:pt idx="16178">
                  <c:v>0.65600000000000003</c:v>
                </c:pt>
                <c:pt idx="16179">
                  <c:v>0.65600000000000003</c:v>
                </c:pt>
                <c:pt idx="16180">
                  <c:v>0.65600000000000003</c:v>
                </c:pt>
                <c:pt idx="16181">
                  <c:v>0.65600000000000003</c:v>
                </c:pt>
                <c:pt idx="16182">
                  <c:v>0.65600000000000003</c:v>
                </c:pt>
                <c:pt idx="16183">
                  <c:v>0.65600000000000003</c:v>
                </c:pt>
                <c:pt idx="16184">
                  <c:v>0.65600000000000003</c:v>
                </c:pt>
                <c:pt idx="16185">
                  <c:v>0.65600000000000003</c:v>
                </c:pt>
                <c:pt idx="16186">
                  <c:v>0.65600000000000003</c:v>
                </c:pt>
                <c:pt idx="16187">
                  <c:v>0.65600000000000003</c:v>
                </c:pt>
                <c:pt idx="16188">
                  <c:v>0.65614814814814815</c:v>
                </c:pt>
                <c:pt idx="16189">
                  <c:v>0.65629629629629627</c:v>
                </c:pt>
                <c:pt idx="16190">
                  <c:v>0.65629629629629627</c:v>
                </c:pt>
                <c:pt idx="16191">
                  <c:v>0.65629629629629627</c:v>
                </c:pt>
                <c:pt idx="16192">
                  <c:v>0.65629629629629627</c:v>
                </c:pt>
                <c:pt idx="16193">
                  <c:v>0.65629629629629627</c:v>
                </c:pt>
                <c:pt idx="16194">
                  <c:v>0.65629629629629627</c:v>
                </c:pt>
                <c:pt idx="16195">
                  <c:v>0.65629629629629627</c:v>
                </c:pt>
                <c:pt idx="16196">
                  <c:v>0.65629629629629627</c:v>
                </c:pt>
                <c:pt idx="16197">
                  <c:v>0.65629629629629627</c:v>
                </c:pt>
                <c:pt idx="16198">
                  <c:v>0.65629629629629627</c:v>
                </c:pt>
                <c:pt idx="16199">
                  <c:v>0.65629629629629627</c:v>
                </c:pt>
                <c:pt idx="16200">
                  <c:v>0.65629629629629627</c:v>
                </c:pt>
                <c:pt idx="16201">
                  <c:v>0.65629629629629627</c:v>
                </c:pt>
                <c:pt idx="16202">
                  <c:v>0.6564444444444445</c:v>
                </c:pt>
                <c:pt idx="16203">
                  <c:v>0.6564444444444445</c:v>
                </c:pt>
                <c:pt idx="16204">
                  <c:v>0.65659259259259262</c:v>
                </c:pt>
                <c:pt idx="16205">
                  <c:v>0.65659259259259262</c:v>
                </c:pt>
                <c:pt idx="16206">
                  <c:v>0.65659259259259262</c:v>
                </c:pt>
                <c:pt idx="16207">
                  <c:v>0.65659259259259262</c:v>
                </c:pt>
                <c:pt idx="16208">
                  <c:v>0.65659259259259262</c:v>
                </c:pt>
                <c:pt idx="16209">
                  <c:v>0.65674074074074074</c:v>
                </c:pt>
                <c:pt idx="16210">
                  <c:v>0.65674074074074074</c:v>
                </c:pt>
                <c:pt idx="16211">
                  <c:v>0.65674074074074074</c:v>
                </c:pt>
                <c:pt idx="16212">
                  <c:v>0.65674074074074074</c:v>
                </c:pt>
                <c:pt idx="16213">
                  <c:v>0.65674074074074074</c:v>
                </c:pt>
                <c:pt idx="16214">
                  <c:v>0.65688888888888886</c:v>
                </c:pt>
                <c:pt idx="16215">
                  <c:v>0.65688888888888886</c:v>
                </c:pt>
                <c:pt idx="16216">
                  <c:v>0.65688888888888886</c:v>
                </c:pt>
                <c:pt idx="16217">
                  <c:v>0.65688888888888886</c:v>
                </c:pt>
                <c:pt idx="16218">
                  <c:v>0.65688888888888886</c:v>
                </c:pt>
                <c:pt idx="16219">
                  <c:v>0.65703703703703709</c:v>
                </c:pt>
                <c:pt idx="16220">
                  <c:v>0.65718518518518521</c:v>
                </c:pt>
                <c:pt idx="16221">
                  <c:v>0.65718518518518521</c:v>
                </c:pt>
                <c:pt idx="16222">
                  <c:v>0.65733333333333333</c:v>
                </c:pt>
                <c:pt idx="16223">
                  <c:v>0.65733333333333333</c:v>
                </c:pt>
                <c:pt idx="16224">
                  <c:v>0.65733333333333333</c:v>
                </c:pt>
                <c:pt idx="16225">
                  <c:v>0.65733333333333333</c:v>
                </c:pt>
                <c:pt idx="16226">
                  <c:v>0.65733333333333333</c:v>
                </c:pt>
                <c:pt idx="16227">
                  <c:v>0.65733333333333333</c:v>
                </c:pt>
                <c:pt idx="16228">
                  <c:v>0.65733333333333333</c:v>
                </c:pt>
                <c:pt idx="16229">
                  <c:v>0.65733333333333333</c:v>
                </c:pt>
                <c:pt idx="16230">
                  <c:v>0.65748148148148144</c:v>
                </c:pt>
                <c:pt idx="16231">
                  <c:v>0.65762962962962968</c:v>
                </c:pt>
                <c:pt idx="16232">
                  <c:v>0.65762962962962968</c:v>
                </c:pt>
                <c:pt idx="16233">
                  <c:v>0.65777777777777779</c:v>
                </c:pt>
                <c:pt idx="16234">
                  <c:v>0.65777777777777779</c:v>
                </c:pt>
                <c:pt idx="16235">
                  <c:v>0.65777777777777779</c:v>
                </c:pt>
                <c:pt idx="16236">
                  <c:v>0.65792592592592591</c:v>
                </c:pt>
                <c:pt idx="16237">
                  <c:v>0.65807407407407403</c:v>
                </c:pt>
                <c:pt idx="16238">
                  <c:v>0.65807407407407403</c:v>
                </c:pt>
                <c:pt idx="16239">
                  <c:v>0.65807407407407403</c:v>
                </c:pt>
                <c:pt idx="16240">
                  <c:v>0.65822222222222226</c:v>
                </c:pt>
                <c:pt idx="16241">
                  <c:v>0.65822222222222226</c:v>
                </c:pt>
                <c:pt idx="16242">
                  <c:v>0.65822222222222226</c:v>
                </c:pt>
                <c:pt idx="16243">
                  <c:v>0.65837037037037038</c:v>
                </c:pt>
                <c:pt idx="16244">
                  <c:v>0.6585185185185185</c:v>
                </c:pt>
                <c:pt idx="16245">
                  <c:v>0.6585185185185185</c:v>
                </c:pt>
                <c:pt idx="16246">
                  <c:v>0.6585185185185185</c:v>
                </c:pt>
                <c:pt idx="16247">
                  <c:v>0.65866666666666662</c:v>
                </c:pt>
                <c:pt idx="16248">
                  <c:v>0.65866666666666662</c:v>
                </c:pt>
                <c:pt idx="16249">
                  <c:v>0.65866666666666662</c:v>
                </c:pt>
                <c:pt idx="16250">
                  <c:v>0.65866666666666662</c:v>
                </c:pt>
                <c:pt idx="16251">
                  <c:v>0.65866666666666662</c:v>
                </c:pt>
                <c:pt idx="16252">
                  <c:v>0.65866666666666662</c:v>
                </c:pt>
                <c:pt idx="16253">
                  <c:v>0.65866666666666662</c:v>
                </c:pt>
                <c:pt idx="16254">
                  <c:v>0.65881481481481485</c:v>
                </c:pt>
                <c:pt idx="16255">
                  <c:v>0.65881481481481485</c:v>
                </c:pt>
                <c:pt idx="16256">
                  <c:v>0.65881481481481485</c:v>
                </c:pt>
                <c:pt idx="16257">
                  <c:v>0.65896296296296297</c:v>
                </c:pt>
                <c:pt idx="16258">
                  <c:v>0.65896296296296297</c:v>
                </c:pt>
                <c:pt idx="16259">
                  <c:v>0.65896296296296297</c:v>
                </c:pt>
                <c:pt idx="16260">
                  <c:v>0.65896296296296297</c:v>
                </c:pt>
                <c:pt idx="16261">
                  <c:v>0.65896296296296297</c:v>
                </c:pt>
                <c:pt idx="16262">
                  <c:v>0.65911111111111109</c:v>
                </c:pt>
                <c:pt idx="16263">
                  <c:v>0.65911111111111109</c:v>
                </c:pt>
                <c:pt idx="16264">
                  <c:v>0.65925925925925921</c:v>
                </c:pt>
                <c:pt idx="16265">
                  <c:v>0.65925925925925921</c:v>
                </c:pt>
                <c:pt idx="16266">
                  <c:v>0.65925925925925921</c:v>
                </c:pt>
                <c:pt idx="16267">
                  <c:v>0.65940740740740744</c:v>
                </c:pt>
                <c:pt idx="16268">
                  <c:v>0.65940740740740744</c:v>
                </c:pt>
                <c:pt idx="16269">
                  <c:v>0.65955555555555556</c:v>
                </c:pt>
                <c:pt idx="16270">
                  <c:v>0.65970370370370368</c:v>
                </c:pt>
                <c:pt idx="16271">
                  <c:v>0.65970370370370368</c:v>
                </c:pt>
                <c:pt idx="16272">
                  <c:v>0.65970370370370368</c:v>
                </c:pt>
                <c:pt idx="16273">
                  <c:v>0.65970370370370368</c:v>
                </c:pt>
                <c:pt idx="16274">
                  <c:v>0.6598518518518518</c:v>
                </c:pt>
                <c:pt idx="16275">
                  <c:v>0.6598518518518518</c:v>
                </c:pt>
                <c:pt idx="16276">
                  <c:v>0.6598518518518518</c:v>
                </c:pt>
                <c:pt idx="16277">
                  <c:v>0.6598518518518518</c:v>
                </c:pt>
                <c:pt idx="16278">
                  <c:v>0.66</c:v>
                </c:pt>
                <c:pt idx="16279">
                  <c:v>0.66</c:v>
                </c:pt>
                <c:pt idx="16280">
                  <c:v>0.66</c:v>
                </c:pt>
                <c:pt idx="16281">
                  <c:v>0.66</c:v>
                </c:pt>
                <c:pt idx="16282">
                  <c:v>0.66014814814814815</c:v>
                </c:pt>
                <c:pt idx="16283">
                  <c:v>0.66029629629629627</c:v>
                </c:pt>
                <c:pt idx="16284">
                  <c:v>0.66044444444444439</c:v>
                </c:pt>
                <c:pt idx="16285">
                  <c:v>0.66044444444444439</c:v>
                </c:pt>
                <c:pt idx="16286">
                  <c:v>0.66059259259259262</c:v>
                </c:pt>
                <c:pt idx="16287">
                  <c:v>0.66059259259259262</c:v>
                </c:pt>
                <c:pt idx="16288">
                  <c:v>0.66074074074074074</c:v>
                </c:pt>
                <c:pt idx="16289">
                  <c:v>0.66074074074074074</c:v>
                </c:pt>
                <c:pt idx="16290">
                  <c:v>0.66074074074074074</c:v>
                </c:pt>
                <c:pt idx="16291">
                  <c:v>0.66074074074074074</c:v>
                </c:pt>
                <c:pt idx="16292">
                  <c:v>0.66074074074074074</c:v>
                </c:pt>
                <c:pt idx="16293">
                  <c:v>0.66088888888888886</c:v>
                </c:pt>
                <c:pt idx="16294">
                  <c:v>0.66088888888888886</c:v>
                </c:pt>
                <c:pt idx="16295">
                  <c:v>0.66088888888888886</c:v>
                </c:pt>
                <c:pt idx="16296">
                  <c:v>0.66088888888888886</c:v>
                </c:pt>
                <c:pt idx="16297">
                  <c:v>0.66088888888888886</c:v>
                </c:pt>
                <c:pt idx="16298">
                  <c:v>0.66088888888888886</c:v>
                </c:pt>
                <c:pt idx="16299">
                  <c:v>0.66088888888888886</c:v>
                </c:pt>
                <c:pt idx="16300">
                  <c:v>0.66103703703703709</c:v>
                </c:pt>
                <c:pt idx="16301">
                  <c:v>0.66103703703703709</c:v>
                </c:pt>
                <c:pt idx="16302">
                  <c:v>0.66103703703703709</c:v>
                </c:pt>
                <c:pt idx="16303">
                  <c:v>0.66103703703703709</c:v>
                </c:pt>
                <c:pt idx="16304">
                  <c:v>0.66118518518518521</c:v>
                </c:pt>
                <c:pt idx="16305">
                  <c:v>0.66118518518518521</c:v>
                </c:pt>
                <c:pt idx="16306">
                  <c:v>0.66133333333333333</c:v>
                </c:pt>
                <c:pt idx="16307">
                  <c:v>0.66133333333333333</c:v>
                </c:pt>
                <c:pt idx="16308">
                  <c:v>0.66133333333333333</c:v>
                </c:pt>
                <c:pt idx="16309">
                  <c:v>0.66133333333333333</c:v>
                </c:pt>
                <c:pt idx="16310">
                  <c:v>0.66133333333333333</c:v>
                </c:pt>
                <c:pt idx="16311">
                  <c:v>0.66133333333333333</c:v>
                </c:pt>
                <c:pt idx="16312">
                  <c:v>0.66133333333333333</c:v>
                </c:pt>
                <c:pt idx="16313">
                  <c:v>0.66133333333333333</c:v>
                </c:pt>
                <c:pt idx="16314">
                  <c:v>0.66133333333333333</c:v>
                </c:pt>
                <c:pt idx="16315">
                  <c:v>0.66148148148148145</c:v>
                </c:pt>
                <c:pt idx="16316">
                  <c:v>0.66148148148148145</c:v>
                </c:pt>
                <c:pt idx="16317">
                  <c:v>0.66148148148148145</c:v>
                </c:pt>
                <c:pt idx="16318">
                  <c:v>0.66148148148148145</c:v>
                </c:pt>
                <c:pt idx="16319">
                  <c:v>0.66162962962962968</c:v>
                </c:pt>
                <c:pt idx="16320">
                  <c:v>0.66162962962962968</c:v>
                </c:pt>
                <c:pt idx="16321">
                  <c:v>0.66162962962962968</c:v>
                </c:pt>
                <c:pt idx="16322">
                  <c:v>0.66162962962962968</c:v>
                </c:pt>
                <c:pt idx="16323">
                  <c:v>0.6617777777777778</c:v>
                </c:pt>
                <c:pt idx="16324">
                  <c:v>0.6617777777777778</c:v>
                </c:pt>
                <c:pt idx="16325">
                  <c:v>0.6617777777777778</c:v>
                </c:pt>
                <c:pt idx="16326">
                  <c:v>0.6617777777777778</c:v>
                </c:pt>
                <c:pt idx="16327">
                  <c:v>0.6617777777777778</c:v>
                </c:pt>
                <c:pt idx="16328">
                  <c:v>0.6617777777777778</c:v>
                </c:pt>
                <c:pt idx="16329">
                  <c:v>0.6617777777777778</c:v>
                </c:pt>
                <c:pt idx="16330">
                  <c:v>0.6617777777777778</c:v>
                </c:pt>
                <c:pt idx="16331">
                  <c:v>0.6617777777777778</c:v>
                </c:pt>
                <c:pt idx="16332">
                  <c:v>0.6617777777777778</c:v>
                </c:pt>
                <c:pt idx="16333">
                  <c:v>0.66192592592592592</c:v>
                </c:pt>
                <c:pt idx="16334">
                  <c:v>0.66207407407407404</c:v>
                </c:pt>
                <c:pt idx="16335">
                  <c:v>0.66207407407407404</c:v>
                </c:pt>
                <c:pt idx="16336">
                  <c:v>0.66207407407407404</c:v>
                </c:pt>
                <c:pt idx="16337">
                  <c:v>0.66207407407407404</c:v>
                </c:pt>
                <c:pt idx="16338">
                  <c:v>0.66207407407407404</c:v>
                </c:pt>
                <c:pt idx="16339">
                  <c:v>0.66222222222222227</c:v>
                </c:pt>
                <c:pt idx="16340">
                  <c:v>0.66222222222222227</c:v>
                </c:pt>
                <c:pt idx="16341">
                  <c:v>0.66222222222222227</c:v>
                </c:pt>
                <c:pt idx="16342">
                  <c:v>0.66222222222222227</c:v>
                </c:pt>
                <c:pt idx="16343">
                  <c:v>0.66222222222222227</c:v>
                </c:pt>
                <c:pt idx="16344">
                  <c:v>0.66222222222222227</c:v>
                </c:pt>
                <c:pt idx="16345">
                  <c:v>0.66222222222222227</c:v>
                </c:pt>
                <c:pt idx="16346">
                  <c:v>0.66222222222222227</c:v>
                </c:pt>
                <c:pt idx="16347">
                  <c:v>0.66222222222222227</c:v>
                </c:pt>
                <c:pt idx="16348">
                  <c:v>0.66222222222222227</c:v>
                </c:pt>
                <c:pt idx="16349">
                  <c:v>0.66222222222222227</c:v>
                </c:pt>
                <c:pt idx="16350">
                  <c:v>0.66222222222222227</c:v>
                </c:pt>
                <c:pt idx="16351">
                  <c:v>0.66237037037037039</c:v>
                </c:pt>
                <c:pt idx="16352">
                  <c:v>0.66237037037037039</c:v>
                </c:pt>
                <c:pt idx="16353">
                  <c:v>0.66237037037037039</c:v>
                </c:pt>
                <c:pt idx="16354">
                  <c:v>0.66237037037037039</c:v>
                </c:pt>
                <c:pt idx="16355">
                  <c:v>0.66237037037037039</c:v>
                </c:pt>
                <c:pt idx="16356">
                  <c:v>0.66237037037037039</c:v>
                </c:pt>
                <c:pt idx="16357">
                  <c:v>0.66237037037037039</c:v>
                </c:pt>
                <c:pt idx="16358">
                  <c:v>0.66251851851851851</c:v>
                </c:pt>
                <c:pt idx="16359">
                  <c:v>0.66251851851851851</c:v>
                </c:pt>
                <c:pt idx="16360">
                  <c:v>0.66251851851851851</c:v>
                </c:pt>
                <c:pt idx="16361">
                  <c:v>0.66251851851851851</c:v>
                </c:pt>
                <c:pt idx="16362">
                  <c:v>0.66251851851851851</c:v>
                </c:pt>
                <c:pt idx="16363">
                  <c:v>0.66251851851851851</c:v>
                </c:pt>
                <c:pt idx="16364">
                  <c:v>0.66251851851851851</c:v>
                </c:pt>
                <c:pt idx="16365">
                  <c:v>0.66251851851851851</c:v>
                </c:pt>
                <c:pt idx="16366">
                  <c:v>0.66251851851851851</c:v>
                </c:pt>
                <c:pt idx="16367">
                  <c:v>0.66266666666666663</c:v>
                </c:pt>
                <c:pt idx="16368">
                  <c:v>0.66266666666666663</c:v>
                </c:pt>
                <c:pt idx="16369">
                  <c:v>0.66266666666666663</c:v>
                </c:pt>
                <c:pt idx="16370">
                  <c:v>0.66266666666666663</c:v>
                </c:pt>
                <c:pt idx="16371">
                  <c:v>0.66266666666666663</c:v>
                </c:pt>
                <c:pt idx="16372">
                  <c:v>0.66266666666666663</c:v>
                </c:pt>
                <c:pt idx="16373">
                  <c:v>0.66266666666666663</c:v>
                </c:pt>
                <c:pt idx="16374">
                  <c:v>0.66281481481481486</c:v>
                </c:pt>
                <c:pt idx="16375">
                  <c:v>0.66296296296296298</c:v>
                </c:pt>
                <c:pt idx="16376">
                  <c:v>0.66296296296296298</c:v>
                </c:pt>
                <c:pt idx="16377">
                  <c:v>0.6631111111111111</c:v>
                </c:pt>
                <c:pt idx="16378">
                  <c:v>0.66325925925925922</c:v>
                </c:pt>
                <c:pt idx="16379">
                  <c:v>0.66325925925925922</c:v>
                </c:pt>
                <c:pt idx="16380">
                  <c:v>0.66325925925925922</c:v>
                </c:pt>
                <c:pt idx="16381">
                  <c:v>0.66325925925925922</c:v>
                </c:pt>
                <c:pt idx="16382">
                  <c:v>0.66325925925925922</c:v>
                </c:pt>
                <c:pt idx="16383">
                  <c:v>0.66325925925925922</c:v>
                </c:pt>
                <c:pt idx="16384">
                  <c:v>0.66325925925925922</c:v>
                </c:pt>
                <c:pt idx="16385">
                  <c:v>0.66340740740740745</c:v>
                </c:pt>
                <c:pt idx="16386">
                  <c:v>0.66340740740740745</c:v>
                </c:pt>
                <c:pt idx="16387">
                  <c:v>0.66340740740740745</c:v>
                </c:pt>
                <c:pt idx="16388">
                  <c:v>0.66355555555555557</c:v>
                </c:pt>
                <c:pt idx="16389">
                  <c:v>0.66355555555555557</c:v>
                </c:pt>
                <c:pt idx="16390">
                  <c:v>0.66355555555555557</c:v>
                </c:pt>
                <c:pt idx="16391">
                  <c:v>0.66370370370370368</c:v>
                </c:pt>
                <c:pt idx="16392">
                  <c:v>0.66370370370370368</c:v>
                </c:pt>
                <c:pt idx="16393">
                  <c:v>0.66370370370370368</c:v>
                </c:pt>
                <c:pt idx="16394">
                  <c:v>0.66370370370370368</c:v>
                </c:pt>
                <c:pt idx="16395">
                  <c:v>0.66370370370370368</c:v>
                </c:pt>
                <c:pt idx="16396">
                  <c:v>0.66370370370370368</c:v>
                </c:pt>
                <c:pt idx="16397">
                  <c:v>0.66370370370370368</c:v>
                </c:pt>
                <c:pt idx="16398">
                  <c:v>0.66370370370370368</c:v>
                </c:pt>
                <c:pt idx="16399">
                  <c:v>0.66370370370370368</c:v>
                </c:pt>
                <c:pt idx="16400">
                  <c:v>0.66370370370370368</c:v>
                </c:pt>
                <c:pt idx="16401">
                  <c:v>0.66370370370370368</c:v>
                </c:pt>
                <c:pt idx="16402">
                  <c:v>0.66370370370370368</c:v>
                </c:pt>
                <c:pt idx="16403">
                  <c:v>0.6638518518518518</c:v>
                </c:pt>
                <c:pt idx="16404">
                  <c:v>0.6638518518518518</c:v>
                </c:pt>
                <c:pt idx="16405">
                  <c:v>0.6638518518518518</c:v>
                </c:pt>
                <c:pt idx="16406">
                  <c:v>0.6638518518518518</c:v>
                </c:pt>
                <c:pt idx="16407">
                  <c:v>0.6638518518518518</c:v>
                </c:pt>
                <c:pt idx="16408">
                  <c:v>0.66400000000000003</c:v>
                </c:pt>
                <c:pt idx="16409">
                  <c:v>0.66414814814814815</c:v>
                </c:pt>
                <c:pt idx="16410">
                  <c:v>0.66429629629629627</c:v>
                </c:pt>
                <c:pt idx="16411">
                  <c:v>0.66429629629629627</c:v>
                </c:pt>
                <c:pt idx="16412">
                  <c:v>0.66429629629629627</c:v>
                </c:pt>
                <c:pt idx="16413">
                  <c:v>0.66429629629629627</c:v>
                </c:pt>
                <c:pt idx="16414">
                  <c:v>0.66429629629629627</c:v>
                </c:pt>
                <c:pt idx="16415">
                  <c:v>0.66429629629629627</c:v>
                </c:pt>
                <c:pt idx="16416">
                  <c:v>0.66429629629629627</c:v>
                </c:pt>
                <c:pt idx="16417">
                  <c:v>0.66429629629629627</c:v>
                </c:pt>
                <c:pt idx="16418">
                  <c:v>0.66429629629629627</c:v>
                </c:pt>
                <c:pt idx="16419">
                  <c:v>0.66429629629629627</c:v>
                </c:pt>
                <c:pt idx="16420">
                  <c:v>0.66444444444444439</c:v>
                </c:pt>
                <c:pt idx="16421">
                  <c:v>0.66444444444444439</c:v>
                </c:pt>
                <c:pt idx="16422">
                  <c:v>0.66459259259259262</c:v>
                </c:pt>
                <c:pt idx="16423">
                  <c:v>0.66459259259259262</c:v>
                </c:pt>
                <c:pt idx="16424">
                  <c:v>0.66459259259259262</c:v>
                </c:pt>
                <c:pt idx="16425">
                  <c:v>0.66459259259259262</c:v>
                </c:pt>
                <c:pt idx="16426">
                  <c:v>0.66459259259259262</c:v>
                </c:pt>
                <c:pt idx="16427">
                  <c:v>0.66459259259259262</c:v>
                </c:pt>
                <c:pt idx="16428">
                  <c:v>0.66459259259259262</c:v>
                </c:pt>
                <c:pt idx="16429">
                  <c:v>0.66459259259259262</c:v>
                </c:pt>
                <c:pt idx="16430">
                  <c:v>0.66474074074074074</c:v>
                </c:pt>
                <c:pt idx="16431">
                  <c:v>0.66488888888888886</c:v>
                </c:pt>
                <c:pt idx="16432">
                  <c:v>0.66488888888888886</c:v>
                </c:pt>
                <c:pt idx="16433">
                  <c:v>0.66488888888888886</c:v>
                </c:pt>
                <c:pt idx="16434">
                  <c:v>0.66488888888888886</c:v>
                </c:pt>
                <c:pt idx="16435">
                  <c:v>0.66488888888888886</c:v>
                </c:pt>
                <c:pt idx="16436">
                  <c:v>0.66503703703703698</c:v>
                </c:pt>
                <c:pt idx="16437">
                  <c:v>0.66518518518518521</c:v>
                </c:pt>
                <c:pt idx="16438">
                  <c:v>0.66533333333333333</c:v>
                </c:pt>
                <c:pt idx="16439">
                  <c:v>0.66548148148148145</c:v>
                </c:pt>
                <c:pt idx="16440">
                  <c:v>0.66562962962962968</c:v>
                </c:pt>
                <c:pt idx="16441">
                  <c:v>0.6657777777777778</c:v>
                </c:pt>
                <c:pt idx="16442">
                  <c:v>0.6657777777777778</c:v>
                </c:pt>
                <c:pt idx="16443">
                  <c:v>0.6657777777777778</c:v>
                </c:pt>
                <c:pt idx="16444">
                  <c:v>0.6657777777777778</c:v>
                </c:pt>
                <c:pt idx="16445">
                  <c:v>0.66592592592592592</c:v>
                </c:pt>
                <c:pt idx="16446">
                  <c:v>0.66607407407407404</c:v>
                </c:pt>
                <c:pt idx="16447">
                  <c:v>0.66607407407407404</c:v>
                </c:pt>
                <c:pt idx="16448">
                  <c:v>0.66607407407407404</c:v>
                </c:pt>
                <c:pt idx="16449">
                  <c:v>0.66622222222222227</c:v>
                </c:pt>
                <c:pt idx="16450">
                  <c:v>0.66622222222222227</c:v>
                </c:pt>
                <c:pt idx="16451">
                  <c:v>0.66637037037037039</c:v>
                </c:pt>
                <c:pt idx="16452">
                  <c:v>0.66651851851851851</c:v>
                </c:pt>
                <c:pt idx="16453">
                  <c:v>0.66651851851851851</c:v>
                </c:pt>
                <c:pt idx="16454">
                  <c:v>0.66651851851851851</c:v>
                </c:pt>
                <c:pt idx="16455">
                  <c:v>0.66651851851851851</c:v>
                </c:pt>
                <c:pt idx="16456">
                  <c:v>0.66666666666666663</c:v>
                </c:pt>
                <c:pt idx="16457">
                  <c:v>0.66666666666666663</c:v>
                </c:pt>
                <c:pt idx="16458">
                  <c:v>0.66666666666666663</c:v>
                </c:pt>
                <c:pt idx="16459">
                  <c:v>0.66666666666666663</c:v>
                </c:pt>
                <c:pt idx="16460">
                  <c:v>0.66666666666666663</c:v>
                </c:pt>
                <c:pt idx="16461">
                  <c:v>0.66666666666666663</c:v>
                </c:pt>
                <c:pt idx="16462">
                  <c:v>0.66681481481481486</c:v>
                </c:pt>
                <c:pt idx="16463">
                  <c:v>0.66681481481481486</c:v>
                </c:pt>
                <c:pt idx="16464">
                  <c:v>0.66681481481481486</c:v>
                </c:pt>
                <c:pt idx="16465">
                  <c:v>0.66681481481481486</c:v>
                </c:pt>
                <c:pt idx="16466">
                  <c:v>0.66681481481481486</c:v>
                </c:pt>
                <c:pt idx="16467">
                  <c:v>0.66696296296296298</c:v>
                </c:pt>
                <c:pt idx="16468">
                  <c:v>0.66696296296296298</c:v>
                </c:pt>
                <c:pt idx="16469">
                  <c:v>0.66696296296296298</c:v>
                </c:pt>
                <c:pt idx="16470">
                  <c:v>0.66696296296296298</c:v>
                </c:pt>
                <c:pt idx="16471">
                  <c:v>0.66696296296296298</c:v>
                </c:pt>
                <c:pt idx="16472">
                  <c:v>0.6671111111111111</c:v>
                </c:pt>
                <c:pt idx="16473">
                  <c:v>0.66725925925925922</c:v>
                </c:pt>
                <c:pt idx="16474">
                  <c:v>0.66725925925925922</c:v>
                </c:pt>
                <c:pt idx="16475">
                  <c:v>0.66725925925925922</c:v>
                </c:pt>
                <c:pt idx="16476">
                  <c:v>0.66740740740740745</c:v>
                </c:pt>
                <c:pt idx="16477">
                  <c:v>0.66755555555555557</c:v>
                </c:pt>
                <c:pt idx="16478">
                  <c:v>0.66770370370370369</c:v>
                </c:pt>
                <c:pt idx="16479">
                  <c:v>0.66785185185185181</c:v>
                </c:pt>
                <c:pt idx="16480">
                  <c:v>0.66800000000000004</c:v>
                </c:pt>
                <c:pt idx="16481">
                  <c:v>0.66800000000000004</c:v>
                </c:pt>
                <c:pt idx="16482">
                  <c:v>0.66800000000000004</c:v>
                </c:pt>
                <c:pt idx="16483">
                  <c:v>0.66800000000000004</c:v>
                </c:pt>
                <c:pt idx="16484">
                  <c:v>0.66800000000000004</c:v>
                </c:pt>
                <c:pt idx="16485">
                  <c:v>0.66800000000000004</c:v>
                </c:pt>
                <c:pt idx="16486">
                  <c:v>0.66800000000000004</c:v>
                </c:pt>
                <c:pt idx="16487">
                  <c:v>0.66800000000000004</c:v>
                </c:pt>
                <c:pt idx="16488">
                  <c:v>0.66800000000000004</c:v>
                </c:pt>
                <c:pt idx="16489">
                  <c:v>0.66800000000000004</c:v>
                </c:pt>
                <c:pt idx="16490">
                  <c:v>0.66800000000000004</c:v>
                </c:pt>
                <c:pt idx="16491">
                  <c:v>0.66800000000000004</c:v>
                </c:pt>
                <c:pt idx="16492">
                  <c:v>0.66800000000000004</c:v>
                </c:pt>
                <c:pt idx="16493">
                  <c:v>0.66800000000000004</c:v>
                </c:pt>
                <c:pt idx="16494">
                  <c:v>0.66800000000000004</c:v>
                </c:pt>
                <c:pt idx="16495">
                  <c:v>0.66800000000000004</c:v>
                </c:pt>
                <c:pt idx="16496">
                  <c:v>0.66814814814814816</c:v>
                </c:pt>
                <c:pt idx="16497">
                  <c:v>0.66814814814814816</c:v>
                </c:pt>
                <c:pt idx="16498">
                  <c:v>0.66814814814814816</c:v>
                </c:pt>
                <c:pt idx="16499">
                  <c:v>0.66814814814814816</c:v>
                </c:pt>
                <c:pt idx="16500">
                  <c:v>0.66814814814814816</c:v>
                </c:pt>
                <c:pt idx="16501">
                  <c:v>0.66829629629629628</c:v>
                </c:pt>
                <c:pt idx="16502">
                  <c:v>0.66829629629629628</c:v>
                </c:pt>
                <c:pt idx="16503">
                  <c:v>0.66829629629629628</c:v>
                </c:pt>
                <c:pt idx="16504">
                  <c:v>0.66829629629629628</c:v>
                </c:pt>
                <c:pt idx="16505">
                  <c:v>0.66829629629629628</c:v>
                </c:pt>
                <c:pt idx="16506">
                  <c:v>0.66829629629629628</c:v>
                </c:pt>
                <c:pt idx="16507">
                  <c:v>0.6684444444444444</c:v>
                </c:pt>
                <c:pt idx="16508">
                  <c:v>0.66859259259259263</c:v>
                </c:pt>
                <c:pt idx="16509">
                  <c:v>0.66874074074074075</c:v>
                </c:pt>
                <c:pt idx="16510">
                  <c:v>0.66874074074074075</c:v>
                </c:pt>
                <c:pt idx="16511">
                  <c:v>0.66874074074074075</c:v>
                </c:pt>
                <c:pt idx="16512">
                  <c:v>0.66874074074074075</c:v>
                </c:pt>
                <c:pt idx="16513">
                  <c:v>0.66888888888888887</c:v>
                </c:pt>
                <c:pt idx="16514">
                  <c:v>0.66888888888888887</c:v>
                </c:pt>
                <c:pt idx="16515">
                  <c:v>0.66888888888888887</c:v>
                </c:pt>
                <c:pt idx="16516">
                  <c:v>0.66888888888888887</c:v>
                </c:pt>
                <c:pt idx="16517">
                  <c:v>0.66888888888888887</c:v>
                </c:pt>
                <c:pt idx="16518">
                  <c:v>0.66888888888888887</c:v>
                </c:pt>
                <c:pt idx="16519">
                  <c:v>0.66888888888888887</c:v>
                </c:pt>
                <c:pt idx="16520">
                  <c:v>0.66888888888888887</c:v>
                </c:pt>
                <c:pt idx="16521">
                  <c:v>0.66888888888888887</c:v>
                </c:pt>
                <c:pt idx="16522">
                  <c:v>0.66903703703703699</c:v>
                </c:pt>
                <c:pt idx="16523">
                  <c:v>0.66918518518518522</c:v>
                </c:pt>
                <c:pt idx="16524">
                  <c:v>0.66918518518518522</c:v>
                </c:pt>
                <c:pt idx="16525">
                  <c:v>0.66918518518518522</c:v>
                </c:pt>
                <c:pt idx="16526">
                  <c:v>0.66918518518518522</c:v>
                </c:pt>
                <c:pt idx="16527">
                  <c:v>0.66918518518518522</c:v>
                </c:pt>
                <c:pt idx="16528">
                  <c:v>0.66918518518518522</c:v>
                </c:pt>
                <c:pt idx="16529">
                  <c:v>0.66933333333333334</c:v>
                </c:pt>
                <c:pt idx="16530">
                  <c:v>0.66933333333333334</c:v>
                </c:pt>
                <c:pt idx="16531">
                  <c:v>0.66933333333333334</c:v>
                </c:pt>
                <c:pt idx="16532">
                  <c:v>0.66933333333333334</c:v>
                </c:pt>
                <c:pt idx="16533">
                  <c:v>0.66933333333333334</c:v>
                </c:pt>
                <c:pt idx="16534">
                  <c:v>0.66933333333333334</c:v>
                </c:pt>
                <c:pt idx="16535">
                  <c:v>0.66933333333333334</c:v>
                </c:pt>
                <c:pt idx="16536">
                  <c:v>0.66933333333333334</c:v>
                </c:pt>
                <c:pt idx="16537">
                  <c:v>0.66948148148148146</c:v>
                </c:pt>
                <c:pt idx="16538">
                  <c:v>0.66948148148148146</c:v>
                </c:pt>
                <c:pt idx="16539">
                  <c:v>0.66962962962962957</c:v>
                </c:pt>
                <c:pt idx="16540">
                  <c:v>0.66962962962962957</c:v>
                </c:pt>
                <c:pt idx="16541">
                  <c:v>0.66977777777777781</c:v>
                </c:pt>
                <c:pt idx="16542">
                  <c:v>0.66992592592592592</c:v>
                </c:pt>
                <c:pt idx="16543">
                  <c:v>0.67007407407407404</c:v>
                </c:pt>
                <c:pt idx="16544">
                  <c:v>0.67022222222222227</c:v>
                </c:pt>
                <c:pt idx="16545">
                  <c:v>0.67022222222222227</c:v>
                </c:pt>
                <c:pt idx="16546">
                  <c:v>0.67022222222222227</c:v>
                </c:pt>
                <c:pt idx="16547">
                  <c:v>0.67037037037037039</c:v>
                </c:pt>
                <c:pt idx="16548">
                  <c:v>0.67037037037037039</c:v>
                </c:pt>
                <c:pt idx="16549">
                  <c:v>0.67037037037037039</c:v>
                </c:pt>
                <c:pt idx="16550">
                  <c:v>0.67037037037037039</c:v>
                </c:pt>
                <c:pt idx="16551">
                  <c:v>0.67037037037037039</c:v>
                </c:pt>
                <c:pt idx="16552">
                  <c:v>0.67037037037037039</c:v>
                </c:pt>
                <c:pt idx="16553">
                  <c:v>0.67037037037037039</c:v>
                </c:pt>
                <c:pt idx="16554">
                  <c:v>0.67037037037037039</c:v>
                </c:pt>
                <c:pt idx="16555">
                  <c:v>0.67051851851851851</c:v>
                </c:pt>
                <c:pt idx="16556">
                  <c:v>0.67051851851851851</c:v>
                </c:pt>
                <c:pt idx="16557">
                  <c:v>0.67051851851851851</c:v>
                </c:pt>
                <c:pt idx="16558">
                  <c:v>0.67066666666666663</c:v>
                </c:pt>
                <c:pt idx="16559">
                  <c:v>0.67081481481481486</c:v>
                </c:pt>
                <c:pt idx="16560">
                  <c:v>0.67081481481481486</c:v>
                </c:pt>
                <c:pt idx="16561">
                  <c:v>0.67096296296296298</c:v>
                </c:pt>
                <c:pt idx="16562">
                  <c:v>0.67096296296296298</c:v>
                </c:pt>
                <c:pt idx="16563">
                  <c:v>0.67096296296296298</c:v>
                </c:pt>
                <c:pt idx="16564">
                  <c:v>0.67096296296296298</c:v>
                </c:pt>
                <c:pt idx="16565">
                  <c:v>0.67096296296296298</c:v>
                </c:pt>
                <c:pt idx="16566">
                  <c:v>0.67096296296296298</c:v>
                </c:pt>
                <c:pt idx="16567">
                  <c:v>0.67096296296296298</c:v>
                </c:pt>
                <c:pt idx="16568">
                  <c:v>0.67096296296296298</c:v>
                </c:pt>
                <c:pt idx="16569">
                  <c:v>0.67096296296296298</c:v>
                </c:pt>
                <c:pt idx="16570">
                  <c:v>0.67096296296296298</c:v>
                </c:pt>
                <c:pt idx="16571">
                  <c:v>0.67096296296296298</c:v>
                </c:pt>
                <c:pt idx="16572">
                  <c:v>0.67096296296296298</c:v>
                </c:pt>
                <c:pt idx="16573">
                  <c:v>0.67096296296296298</c:v>
                </c:pt>
                <c:pt idx="16574">
                  <c:v>0.6711111111111111</c:v>
                </c:pt>
                <c:pt idx="16575">
                  <c:v>0.6711111111111111</c:v>
                </c:pt>
                <c:pt idx="16576">
                  <c:v>0.6711111111111111</c:v>
                </c:pt>
                <c:pt idx="16577">
                  <c:v>0.6711111111111111</c:v>
                </c:pt>
                <c:pt idx="16578">
                  <c:v>0.6711111111111111</c:v>
                </c:pt>
                <c:pt idx="16579">
                  <c:v>0.6711111111111111</c:v>
                </c:pt>
                <c:pt idx="16580">
                  <c:v>0.6711111111111111</c:v>
                </c:pt>
                <c:pt idx="16581">
                  <c:v>0.67125925925925922</c:v>
                </c:pt>
                <c:pt idx="16582">
                  <c:v>0.67125925925925922</c:v>
                </c:pt>
                <c:pt idx="16583">
                  <c:v>0.67125925925925922</c:v>
                </c:pt>
                <c:pt idx="16584">
                  <c:v>0.67125925925925922</c:v>
                </c:pt>
                <c:pt idx="16585">
                  <c:v>0.67125925925925922</c:v>
                </c:pt>
                <c:pt idx="16586">
                  <c:v>0.67140740740740745</c:v>
                </c:pt>
                <c:pt idx="16587">
                  <c:v>0.67140740740740745</c:v>
                </c:pt>
                <c:pt idx="16588">
                  <c:v>0.67155555555555557</c:v>
                </c:pt>
                <c:pt idx="16589">
                  <c:v>0.67155555555555557</c:v>
                </c:pt>
                <c:pt idx="16590">
                  <c:v>0.67155555555555557</c:v>
                </c:pt>
                <c:pt idx="16591">
                  <c:v>0.67155555555555557</c:v>
                </c:pt>
                <c:pt idx="16592">
                  <c:v>0.67155555555555557</c:v>
                </c:pt>
                <c:pt idx="16593">
                  <c:v>0.67170370370370369</c:v>
                </c:pt>
                <c:pt idx="16594">
                  <c:v>0.67170370370370369</c:v>
                </c:pt>
                <c:pt idx="16595">
                  <c:v>0.67170370370370369</c:v>
                </c:pt>
                <c:pt idx="16596">
                  <c:v>0.67170370370370369</c:v>
                </c:pt>
                <c:pt idx="16597">
                  <c:v>0.67185185185185181</c:v>
                </c:pt>
                <c:pt idx="16598">
                  <c:v>0.67185185185185181</c:v>
                </c:pt>
                <c:pt idx="16599">
                  <c:v>0.67185185185185181</c:v>
                </c:pt>
                <c:pt idx="16600">
                  <c:v>0.67200000000000004</c:v>
                </c:pt>
                <c:pt idx="16601">
                  <c:v>0.67200000000000004</c:v>
                </c:pt>
                <c:pt idx="16602">
                  <c:v>0.67200000000000004</c:v>
                </c:pt>
                <c:pt idx="16603">
                  <c:v>0.67200000000000004</c:v>
                </c:pt>
                <c:pt idx="16604">
                  <c:v>0.67200000000000004</c:v>
                </c:pt>
                <c:pt idx="16605">
                  <c:v>0.67200000000000004</c:v>
                </c:pt>
                <c:pt idx="16606">
                  <c:v>0.67200000000000004</c:v>
                </c:pt>
                <c:pt idx="16607">
                  <c:v>0.67214814814814816</c:v>
                </c:pt>
                <c:pt idx="16608">
                  <c:v>0.67214814814814816</c:v>
                </c:pt>
                <c:pt idx="16609">
                  <c:v>0.67214814814814816</c:v>
                </c:pt>
                <c:pt idx="16610">
                  <c:v>0.67229629629629628</c:v>
                </c:pt>
                <c:pt idx="16611">
                  <c:v>0.67229629629629628</c:v>
                </c:pt>
                <c:pt idx="16612">
                  <c:v>0.67229629629629628</c:v>
                </c:pt>
                <c:pt idx="16613">
                  <c:v>0.67229629629629628</c:v>
                </c:pt>
                <c:pt idx="16614">
                  <c:v>0.6724444444444444</c:v>
                </c:pt>
                <c:pt idx="16615">
                  <c:v>0.67259259259259263</c:v>
                </c:pt>
                <c:pt idx="16616">
                  <c:v>0.67259259259259263</c:v>
                </c:pt>
                <c:pt idx="16617">
                  <c:v>0.67259259259259263</c:v>
                </c:pt>
                <c:pt idx="16618">
                  <c:v>0.67274074074074075</c:v>
                </c:pt>
                <c:pt idx="16619">
                  <c:v>0.67288888888888887</c:v>
                </c:pt>
                <c:pt idx="16620">
                  <c:v>0.67288888888888887</c:v>
                </c:pt>
                <c:pt idx="16621">
                  <c:v>0.67303703703703699</c:v>
                </c:pt>
                <c:pt idx="16622">
                  <c:v>0.67303703703703699</c:v>
                </c:pt>
                <c:pt idx="16623">
                  <c:v>0.67303703703703699</c:v>
                </c:pt>
                <c:pt idx="16624">
                  <c:v>0.67318518518518522</c:v>
                </c:pt>
                <c:pt idx="16625">
                  <c:v>0.67333333333333334</c:v>
                </c:pt>
                <c:pt idx="16626">
                  <c:v>0.67348148148148146</c:v>
                </c:pt>
                <c:pt idx="16627">
                  <c:v>0.67348148148148146</c:v>
                </c:pt>
                <c:pt idx="16628">
                  <c:v>0.67348148148148146</c:v>
                </c:pt>
                <c:pt idx="16629">
                  <c:v>0.67348148148148146</c:v>
                </c:pt>
                <c:pt idx="16630">
                  <c:v>0.67348148148148146</c:v>
                </c:pt>
                <c:pt idx="16631">
                  <c:v>0.67362962962962958</c:v>
                </c:pt>
                <c:pt idx="16632">
                  <c:v>0.67362962962962958</c:v>
                </c:pt>
                <c:pt idx="16633">
                  <c:v>0.67362962962962958</c:v>
                </c:pt>
                <c:pt idx="16634">
                  <c:v>0.67377777777777781</c:v>
                </c:pt>
                <c:pt idx="16635">
                  <c:v>0.67377777777777781</c:v>
                </c:pt>
                <c:pt idx="16636">
                  <c:v>0.67377777777777781</c:v>
                </c:pt>
                <c:pt idx="16637">
                  <c:v>0.67392592592592593</c:v>
                </c:pt>
                <c:pt idx="16638">
                  <c:v>0.67392592592592593</c:v>
                </c:pt>
                <c:pt idx="16639">
                  <c:v>0.67392592592592593</c:v>
                </c:pt>
                <c:pt idx="16640">
                  <c:v>0.67392592592592593</c:v>
                </c:pt>
                <c:pt idx="16641">
                  <c:v>0.67392592592592593</c:v>
                </c:pt>
                <c:pt idx="16642">
                  <c:v>0.67392592592592593</c:v>
                </c:pt>
                <c:pt idx="16643">
                  <c:v>0.67392592592592593</c:v>
                </c:pt>
                <c:pt idx="16644">
                  <c:v>0.67392592592592593</c:v>
                </c:pt>
                <c:pt idx="16645">
                  <c:v>0.67407407407407405</c:v>
                </c:pt>
                <c:pt idx="16646">
                  <c:v>0.67407407407407405</c:v>
                </c:pt>
                <c:pt idx="16647">
                  <c:v>0.67407407407407405</c:v>
                </c:pt>
                <c:pt idx="16648">
                  <c:v>0.67407407407407405</c:v>
                </c:pt>
                <c:pt idx="16649">
                  <c:v>0.67407407407407405</c:v>
                </c:pt>
                <c:pt idx="16650">
                  <c:v>0.67407407407407405</c:v>
                </c:pt>
                <c:pt idx="16651">
                  <c:v>0.67407407407407405</c:v>
                </c:pt>
                <c:pt idx="16652">
                  <c:v>0.67407407407407405</c:v>
                </c:pt>
                <c:pt idx="16653">
                  <c:v>0.67407407407407405</c:v>
                </c:pt>
                <c:pt idx="16654">
                  <c:v>0.67407407407407405</c:v>
                </c:pt>
                <c:pt idx="16655">
                  <c:v>0.67407407407407405</c:v>
                </c:pt>
                <c:pt idx="16656">
                  <c:v>0.67422222222222217</c:v>
                </c:pt>
                <c:pt idx="16657">
                  <c:v>0.67422222222222217</c:v>
                </c:pt>
                <c:pt idx="16658">
                  <c:v>0.6743703703703704</c:v>
                </c:pt>
                <c:pt idx="16659">
                  <c:v>0.67451851851851852</c:v>
                </c:pt>
                <c:pt idx="16660">
                  <c:v>0.67466666666666664</c:v>
                </c:pt>
                <c:pt idx="16661">
                  <c:v>0.67481481481481487</c:v>
                </c:pt>
                <c:pt idx="16662">
                  <c:v>0.67496296296296299</c:v>
                </c:pt>
                <c:pt idx="16663">
                  <c:v>0.67496296296296299</c:v>
                </c:pt>
                <c:pt idx="16664">
                  <c:v>0.67496296296296299</c:v>
                </c:pt>
                <c:pt idx="16665">
                  <c:v>0.67496296296296299</c:v>
                </c:pt>
                <c:pt idx="16666">
                  <c:v>0.67496296296296299</c:v>
                </c:pt>
                <c:pt idx="16667">
                  <c:v>0.67496296296296299</c:v>
                </c:pt>
                <c:pt idx="16668">
                  <c:v>0.67496296296296299</c:v>
                </c:pt>
                <c:pt idx="16669">
                  <c:v>0.67496296296296299</c:v>
                </c:pt>
                <c:pt idx="16670">
                  <c:v>0.67496296296296299</c:v>
                </c:pt>
                <c:pt idx="16671">
                  <c:v>0.67511111111111111</c:v>
                </c:pt>
                <c:pt idx="16672">
                  <c:v>0.67525925925925923</c:v>
                </c:pt>
                <c:pt idx="16673">
                  <c:v>0.67540740740740746</c:v>
                </c:pt>
                <c:pt idx="16674">
                  <c:v>0.67555555555555558</c:v>
                </c:pt>
                <c:pt idx="16675">
                  <c:v>0.67555555555555558</c:v>
                </c:pt>
                <c:pt idx="16676">
                  <c:v>0.67555555555555558</c:v>
                </c:pt>
                <c:pt idx="16677">
                  <c:v>0.6757037037037037</c:v>
                </c:pt>
                <c:pt idx="16678">
                  <c:v>0.67585185185185181</c:v>
                </c:pt>
                <c:pt idx="16679">
                  <c:v>0.67585185185185181</c:v>
                </c:pt>
                <c:pt idx="16680">
                  <c:v>0.67585185185185181</c:v>
                </c:pt>
                <c:pt idx="16681">
                  <c:v>0.67585185185185181</c:v>
                </c:pt>
                <c:pt idx="16682">
                  <c:v>0.67585185185185181</c:v>
                </c:pt>
                <c:pt idx="16683">
                  <c:v>0.67585185185185181</c:v>
                </c:pt>
                <c:pt idx="16684">
                  <c:v>0.67585185185185181</c:v>
                </c:pt>
                <c:pt idx="16685">
                  <c:v>0.67585185185185181</c:v>
                </c:pt>
                <c:pt idx="16686">
                  <c:v>0.67585185185185181</c:v>
                </c:pt>
                <c:pt idx="16687">
                  <c:v>0.67600000000000005</c:v>
                </c:pt>
                <c:pt idx="16688">
                  <c:v>0.67600000000000005</c:v>
                </c:pt>
                <c:pt idx="16689">
                  <c:v>0.67600000000000005</c:v>
                </c:pt>
                <c:pt idx="16690">
                  <c:v>0.67600000000000005</c:v>
                </c:pt>
                <c:pt idx="16691">
                  <c:v>0.67600000000000005</c:v>
                </c:pt>
                <c:pt idx="16692">
                  <c:v>0.67600000000000005</c:v>
                </c:pt>
                <c:pt idx="16693">
                  <c:v>0.67600000000000005</c:v>
                </c:pt>
                <c:pt idx="16694">
                  <c:v>0.67600000000000005</c:v>
                </c:pt>
                <c:pt idx="16695">
                  <c:v>0.67600000000000005</c:v>
                </c:pt>
                <c:pt idx="16696">
                  <c:v>0.67600000000000005</c:v>
                </c:pt>
                <c:pt idx="16697">
                  <c:v>0.67600000000000005</c:v>
                </c:pt>
                <c:pt idx="16698">
                  <c:v>0.67600000000000005</c:v>
                </c:pt>
                <c:pt idx="16699">
                  <c:v>0.67600000000000005</c:v>
                </c:pt>
                <c:pt idx="16700">
                  <c:v>0.67600000000000005</c:v>
                </c:pt>
                <c:pt idx="16701">
                  <c:v>0.67600000000000005</c:v>
                </c:pt>
                <c:pt idx="16702">
                  <c:v>0.67600000000000005</c:v>
                </c:pt>
                <c:pt idx="16703">
                  <c:v>0.67600000000000005</c:v>
                </c:pt>
                <c:pt idx="16704">
                  <c:v>0.67600000000000005</c:v>
                </c:pt>
                <c:pt idx="16705">
                  <c:v>0.67614814814814816</c:v>
                </c:pt>
                <c:pt idx="16706">
                  <c:v>0.67629629629629628</c:v>
                </c:pt>
                <c:pt idx="16707">
                  <c:v>0.67629629629629628</c:v>
                </c:pt>
                <c:pt idx="16708">
                  <c:v>0.67629629629629628</c:v>
                </c:pt>
                <c:pt idx="16709">
                  <c:v>0.6764444444444444</c:v>
                </c:pt>
                <c:pt idx="16710">
                  <c:v>0.67659259259259263</c:v>
                </c:pt>
                <c:pt idx="16711">
                  <c:v>0.67659259259259263</c:v>
                </c:pt>
                <c:pt idx="16712">
                  <c:v>0.67659259259259263</c:v>
                </c:pt>
                <c:pt idx="16713">
                  <c:v>0.67659259259259263</c:v>
                </c:pt>
                <c:pt idx="16714">
                  <c:v>0.67674074074074075</c:v>
                </c:pt>
                <c:pt idx="16715">
                  <c:v>0.67674074074074075</c:v>
                </c:pt>
                <c:pt idx="16716">
                  <c:v>0.67674074074074075</c:v>
                </c:pt>
                <c:pt idx="16717">
                  <c:v>0.67688888888888887</c:v>
                </c:pt>
                <c:pt idx="16718">
                  <c:v>0.67688888888888887</c:v>
                </c:pt>
                <c:pt idx="16719">
                  <c:v>0.67703703703703699</c:v>
                </c:pt>
                <c:pt idx="16720">
                  <c:v>0.67703703703703699</c:v>
                </c:pt>
                <c:pt idx="16721">
                  <c:v>0.67703703703703699</c:v>
                </c:pt>
                <c:pt idx="16722">
                  <c:v>0.67703703703703699</c:v>
                </c:pt>
                <c:pt idx="16723">
                  <c:v>0.67703703703703699</c:v>
                </c:pt>
                <c:pt idx="16724">
                  <c:v>0.67703703703703699</c:v>
                </c:pt>
                <c:pt idx="16725">
                  <c:v>0.67718518518518522</c:v>
                </c:pt>
                <c:pt idx="16726">
                  <c:v>0.67733333333333334</c:v>
                </c:pt>
                <c:pt idx="16727">
                  <c:v>0.67733333333333334</c:v>
                </c:pt>
                <c:pt idx="16728">
                  <c:v>0.67748148148148146</c:v>
                </c:pt>
                <c:pt idx="16729">
                  <c:v>0.67748148148148146</c:v>
                </c:pt>
                <c:pt idx="16730">
                  <c:v>0.67748148148148146</c:v>
                </c:pt>
                <c:pt idx="16731">
                  <c:v>0.67748148148148146</c:v>
                </c:pt>
                <c:pt idx="16732">
                  <c:v>0.67748148148148146</c:v>
                </c:pt>
                <c:pt idx="16733">
                  <c:v>0.67748148148148146</c:v>
                </c:pt>
                <c:pt idx="16734">
                  <c:v>0.67748148148148146</c:v>
                </c:pt>
                <c:pt idx="16735">
                  <c:v>0.67748148148148146</c:v>
                </c:pt>
                <c:pt idx="16736">
                  <c:v>0.67748148148148146</c:v>
                </c:pt>
                <c:pt idx="16737">
                  <c:v>0.67762962962962958</c:v>
                </c:pt>
                <c:pt idx="16738">
                  <c:v>0.67762962962962958</c:v>
                </c:pt>
                <c:pt idx="16739">
                  <c:v>0.67762962962962958</c:v>
                </c:pt>
                <c:pt idx="16740">
                  <c:v>0.67762962962962958</c:v>
                </c:pt>
                <c:pt idx="16741">
                  <c:v>0.67762962962962958</c:v>
                </c:pt>
                <c:pt idx="16742">
                  <c:v>0.67762962962962958</c:v>
                </c:pt>
                <c:pt idx="16743">
                  <c:v>0.67777777777777781</c:v>
                </c:pt>
                <c:pt idx="16744">
                  <c:v>0.67777777777777781</c:v>
                </c:pt>
                <c:pt idx="16745">
                  <c:v>0.67777777777777781</c:v>
                </c:pt>
                <c:pt idx="16746">
                  <c:v>0.67777777777777781</c:v>
                </c:pt>
                <c:pt idx="16747">
                  <c:v>0.67777777777777781</c:v>
                </c:pt>
                <c:pt idx="16748">
                  <c:v>0.67792592592592593</c:v>
                </c:pt>
                <c:pt idx="16749">
                  <c:v>0.67792592592592593</c:v>
                </c:pt>
                <c:pt idx="16750">
                  <c:v>0.67792592592592593</c:v>
                </c:pt>
                <c:pt idx="16751">
                  <c:v>0.67792592592592593</c:v>
                </c:pt>
                <c:pt idx="16752">
                  <c:v>0.67792592592592593</c:v>
                </c:pt>
                <c:pt idx="16753">
                  <c:v>0.67807407407407405</c:v>
                </c:pt>
                <c:pt idx="16754">
                  <c:v>0.67807407407407405</c:v>
                </c:pt>
                <c:pt idx="16755">
                  <c:v>0.67822222222222217</c:v>
                </c:pt>
                <c:pt idx="16756">
                  <c:v>0.67822222222222217</c:v>
                </c:pt>
                <c:pt idx="16757">
                  <c:v>0.67822222222222217</c:v>
                </c:pt>
                <c:pt idx="16758">
                  <c:v>0.67822222222222217</c:v>
                </c:pt>
                <c:pt idx="16759">
                  <c:v>0.67822222222222217</c:v>
                </c:pt>
                <c:pt idx="16760">
                  <c:v>0.67822222222222217</c:v>
                </c:pt>
                <c:pt idx="16761">
                  <c:v>0.67822222222222217</c:v>
                </c:pt>
                <c:pt idx="16762">
                  <c:v>0.67822222222222217</c:v>
                </c:pt>
                <c:pt idx="16763">
                  <c:v>0.67822222222222217</c:v>
                </c:pt>
                <c:pt idx="16764">
                  <c:v>0.67822222222222217</c:v>
                </c:pt>
                <c:pt idx="16765">
                  <c:v>0.67822222222222217</c:v>
                </c:pt>
                <c:pt idx="16766">
                  <c:v>0.6783703703703704</c:v>
                </c:pt>
                <c:pt idx="16767">
                  <c:v>0.67851851851851852</c:v>
                </c:pt>
                <c:pt idx="16768">
                  <c:v>0.67851851851851852</c:v>
                </c:pt>
                <c:pt idx="16769">
                  <c:v>0.67851851851851852</c:v>
                </c:pt>
                <c:pt idx="16770">
                  <c:v>0.67851851851851852</c:v>
                </c:pt>
                <c:pt idx="16771">
                  <c:v>0.67851851851851852</c:v>
                </c:pt>
                <c:pt idx="16772">
                  <c:v>0.67851851851851852</c:v>
                </c:pt>
                <c:pt idx="16773">
                  <c:v>0.67851851851851852</c:v>
                </c:pt>
                <c:pt idx="16774">
                  <c:v>0.67851851851851852</c:v>
                </c:pt>
                <c:pt idx="16775">
                  <c:v>0.67866666666666664</c:v>
                </c:pt>
                <c:pt idx="16776">
                  <c:v>0.67866666666666664</c:v>
                </c:pt>
                <c:pt idx="16777">
                  <c:v>0.67866666666666664</c:v>
                </c:pt>
                <c:pt idx="16778">
                  <c:v>0.67866666666666664</c:v>
                </c:pt>
                <c:pt idx="16779">
                  <c:v>0.67866666666666664</c:v>
                </c:pt>
                <c:pt idx="16780">
                  <c:v>0.67866666666666664</c:v>
                </c:pt>
                <c:pt idx="16781">
                  <c:v>0.67866666666666664</c:v>
                </c:pt>
                <c:pt idx="16782">
                  <c:v>0.67866666666666664</c:v>
                </c:pt>
                <c:pt idx="16783">
                  <c:v>0.67866666666666664</c:v>
                </c:pt>
                <c:pt idx="16784">
                  <c:v>0.67866666666666664</c:v>
                </c:pt>
                <c:pt idx="16785">
                  <c:v>0.67866666666666664</c:v>
                </c:pt>
                <c:pt idx="16786">
                  <c:v>0.67881481481481476</c:v>
                </c:pt>
                <c:pt idx="16787">
                  <c:v>0.67896296296296299</c:v>
                </c:pt>
                <c:pt idx="16788">
                  <c:v>0.67896296296296299</c:v>
                </c:pt>
                <c:pt idx="16789">
                  <c:v>0.67896296296296299</c:v>
                </c:pt>
                <c:pt idx="16790">
                  <c:v>0.67911111111111111</c:v>
                </c:pt>
                <c:pt idx="16791">
                  <c:v>0.67911111111111111</c:v>
                </c:pt>
                <c:pt idx="16792">
                  <c:v>0.67911111111111111</c:v>
                </c:pt>
                <c:pt idx="16793">
                  <c:v>0.67911111111111111</c:v>
                </c:pt>
                <c:pt idx="16794">
                  <c:v>0.67911111111111111</c:v>
                </c:pt>
                <c:pt idx="16795">
                  <c:v>0.67911111111111111</c:v>
                </c:pt>
                <c:pt idx="16796">
                  <c:v>0.67911111111111111</c:v>
                </c:pt>
                <c:pt idx="16797">
                  <c:v>0.67911111111111111</c:v>
                </c:pt>
                <c:pt idx="16798">
                  <c:v>0.67911111111111111</c:v>
                </c:pt>
                <c:pt idx="16799">
                  <c:v>0.67911111111111111</c:v>
                </c:pt>
                <c:pt idx="16800">
                  <c:v>0.67911111111111111</c:v>
                </c:pt>
                <c:pt idx="16801">
                  <c:v>0.67911111111111111</c:v>
                </c:pt>
                <c:pt idx="16802">
                  <c:v>0.67911111111111111</c:v>
                </c:pt>
                <c:pt idx="16803">
                  <c:v>0.67911111111111111</c:v>
                </c:pt>
                <c:pt idx="16804">
                  <c:v>0.67911111111111111</c:v>
                </c:pt>
                <c:pt idx="16805">
                  <c:v>0.67911111111111111</c:v>
                </c:pt>
                <c:pt idx="16806">
                  <c:v>0.67911111111111111</c:v>
                </c:pt>
                <c:pt idx="16807">
                  <c:v>0.67925925925925923</c:v>
                </c:pt>
                <c:pt idx="16808">
                  <c:v>0.67925925925925923</c:v>
                </c:pt>
                <c:pt idx="16809">
                  <c:v>0.67940740740740746</c:v>
                </c:pt>
                <c:pt idx="16810">
                  <c:v>0.67940740740740746</c:v>
                </c:pt>
                <c:pt idx="16811">
                  <c:v>0.67955555555555558</c:v>
                </c:pt>
                <c:pt idx="16812">
                  <c:v>0.67955555555555558</c:v>
                </c:pt>
                <c:pt idx="16813">
                  <c:v>0.67955555555555558</c:v>
                </c:pt>
                <c:pt idx="16814">
                  <c:v>0.67955555555555558</c:v>
                </c:pt>
                <c:pt idx="16815">
                  <c:v>0.6797037037037037</c:v>
                </c:pt>
                <c:pt idx="16816">
                  <c:v>0.6797037037037037</c:v>
                </c:pt>
                <c:pt idx="16817">
                  <c:v>0.6797037037037037</c:v>
                </c:pt>
                <c:pt idx="16818">
                  <c:v>0.67985185185185182</c:v>
                </c:pt>
                <c:pt idx="16819">
                  <c:v>0.67985185185185182</c:v>
                </c:pt>
                <c:pt idx="16820">
                  <c:v>0.67985185185185182</c:v>
                </c:pt>
                <c:pt idx="16821">
                  <c:v>0.67985185185185182</c:v>
                </c:pt>
                <c:pt idx="16822">
                  <c:v>0.67985185185185182</c:v>
                </c:pt>
                <c:pt idx="16823">
                  <c:v>0.67985185185185182</c:v>
                </c:pt>
                <c:pt idx="16824">
                  <c:v>0.67985185185185182</c:v>
                </c:pt>
                <c:pt idx="16825">
                  <c:v>0.67985185185185182</c:v>
                </c:pt>
                <c:pt idx="16826">
                  <c:v>0.67985185185185182</c:v>
                </c:pt>
                <c:pt idx="16827">
                  <c:v>0.67985185185185182</c:v>
                </c:pt>
                <c:pt idx="16828">
                  <c:v>0.67985185185185182</c:v>
                </c:pt>
                <c:pt idx="16829">
                  <c:v>0.67985185185185182</c:v>
                </c:pt>
                <c:pt idx="16830">
                  <c:v>0.67985185185185182</c:v>
                </c:pt>
                <c:pt idx="16831">
                  <c:v>0.67985185185185182</c:v>
                </c:pt>
                <c:pt idx="16832">
                  <c:v>0.68</c:v>
                </c:pt>
                <c:pt idx="16833">
                  <c:v>0.68</c:v>
                </c:pt>
                <c:pt idx="16834">
                  <c:v>0.68</c:v>
                </c:pt>
                <c:pt idx="16835">
                  <c:v>0.68</c:v>
                </c:pt>
                <c:pt idx="16836">
                  <c:v>0.68</c:v>
                </c:pt>
                <c:pt idx="16837">
                  <c:v>0.68</c:v>
                </c:pt>
                <c:pt idx="16838">
                  <c:v>0.68</c:v>
                </c:pt>
                <c:pt idx="16839">
                  <c:v>0.68014814814814817</c:v>
                </c:pt>
                <c:pt idx="16840">
                  <c:v>0.68014814814814817</c:v>
                </c:pt>
                <c:pt idx="16841">
                  <c:v>0.68014814814814817</c:v>
                </c:pt>
                <c:pt idx="16842">
                  <c:v>0.68014814814814817</c:v>
                </c:pt>
                <c:pt idx="16843">
                  <c:v>0.68029629629629629</c:v>
                </c:pt>
                <c:pt idx="16844">
                  <c:v>0.68029629629629629</c:v>
                </c:pt>
                <c:pt idx="16845">
                  <c:v>0.68029629629629629</c:v>
                </c:pt>
                <c:pt idx="16846">
                  <c:v>0.68029629629629629</c:v>
                </c:pt>
                <c:pt idx="16847">
                  <c:v>0.68044444444444441</c:v>
                </c:pt>
                <c:pt idx="16848">
                  <c:v>0.68059259259259264</c:v>
                </c:pt>
                <c:pt idx="16849">
                  <c:v>0.68074074074074076</c:v>
                </c:pt>
                <c:pt idx="16850">
                  <c:v>0.68074074074074076</c:v>
                </c:pt>
                <c:pt idx="16851">
                  <c:v>0.68074074074074076</c:v>
                </c:pt>
                <c:pt idx="16852">
                  <c:v>0.68074074074074076</c:v>
                </c:pt>
                <c:pt idx="16853">
                  <c:v>0.68074074074074076</c:v>
                </c:pt>
                <c:pt idx="16854">
                  <c:v>0.68074074074074076</c:v>
                </c:pt>
                <c:pt idx="16855">
                  <c:v>0.68088888888888888</c:v>
                </c:pt>
                <c:pt idx="16856">
                  <c:v>0.681037037037037</c:v>
                </c:pt>
                <c:pt idx="16857">
                  <c:v>0.681037037037037</c:v>
                </c:pt>
                <c:pt idx="16858">
                  <c:v>0.68118518518518523</c:v>
                </c:pt>
                <c:pt idx="16859">
                  <c:v>0.68118518518518523</c:v>
                </c:pt>
                <c:pt idx="16860">
                  <c:v>0.68118518518518523</c:v>
                </c:pt>
                <c:pt idx="16861">
                  <c:v>0.68118518518518523</c:v>
                </c:pt>
                <c:pt idx="16862">
                  <c:v>0.68118518518518523</c:v>
                </c:pt>
                <c:pt idx="16863">
                  <c:v>0.68118518518518523</c:v>
                </c:pt>
                <c:pt idx="16864">
                  <c:v>0.68118518518518523</c:v>
                </c:pt>
                <c:pt idx="16865">
                  <c:v>0.68118518518518523</c:v>
                </c:pt>
                <c:pt idx="16866">
                  <c:v>0.68118518518518523</c:v>
                </c:pt>
                <c:pt idx="16867">
                  <c:v>0.68118518518518523</c:v>
                </c:pt>
                <c:pt idx="16868">
                  <c:v>0.68118518518518523</c:v>
                </c:pt>
                <c:pt idx="16869">
                  <c:v>0.68118518518518523</c:v>
                </c:pt>
                <c:pt idx="16870">
                  <c:v>0.68133333333333335</c:v>
                </c:pt>
                <c:pt idx="16871">
                  <c:v>0.68133333333333335</c:v>
                </c:pt>
                <c:pt idx="16872">
                  <c:v>0.68133333333333335</c:v>
                </c:pt>
                <c:pt idx="16873">
                  <c:v>0.68148148148148147</c:v>
                </c:pt>
                <c:pt idx="16874">
                  <c:v>0.68148148148148147</c:v>
                </c:pt>
                <c:pt idx="16875">
                  <c:v>0.68148148148148147</c:v>
                </c:pt>
                <c:pt idx="16876">
                  <c:v>0.68148148148148147</c:v>
                </c:pt>
                <c:pt idx="16877">
                  <c:v>0.68148148148148147</c:v>
                </c:pt>
                <c:pt idx="16878">
                  <c:v>0.68148148148148147</c:v>
                </c:pt>
                <c:pt idx="16879">
                  <c:v>0.68162962962962959</c:v>
                </c:pt>
                <c:pt idx="16880">
                  <c:v>0.68177777777777782</c:v>
                </c:pt>
                <c:pt idx="16881">
                  <c:v>0.68177777777777782</c:v>
                </c:pt>
                <c:pt idx="16882">
                  <c:v>0.68177777777777782</c:v>
                </c:pt>
                <c:pt idx="16883">
                  <c:v>0.68177777777777782</c:v>
                </c:pt>
                <c:pt idx="16884">
                  <c:v>0.68177777777777782</c:v>
                </c:pt>
                <c:pt idx="16885">
                  <c:v>0.68192592592592594</c:v>
                </c:pt>
                <c:pt idx="16886">
                  <c:v>0.68192592592592594</c:v>
                </c:pt>
                <c:pt idx="16887">
                  <c:v>0.68192592592592594</c:v>
                </c:pt>
                <c:pt idx="16888">
                  <c:v>0.68207407407407405</c:v>
                </c:pt>
                <c:pt idx="16889">
                  <c:v>0.68207407407407405</c:v>
                </c:pt>
                <c:pt idx="16890">
                  <c:v>0.68222222222222217</c:v>
                </c:pt>
                <c:pt idx="16891">
                  <c:v>0.68222222222222217</c:v>
                </c:pt>
                <c:pt idx="16892">
                  <c:v>0.68222222222222217</c:v>
                </c:pt>
                <c:pt idx="16893">
                  <c:v>0.68222222222222217</c:v>
                </c:pt>
                <c:pt idx="16894">
                  <c:v>0.68222222222222217</c:v>
                </c:pt>
                <c:pt idx="16895">
                  <c:v>0.6823703703703704</c:v>
                </c:pt>
                <c:pt idx="16896">
                  <c:v>0.6823703703703704</c:v>
                </c:pt>
                <c:pt idx="16897">
                  <c:v>0.6823703703703704</c:v>
                </c:pt>
                <c:pt idx="16898">
                  <c:v>0.6823703703703704</c:v>
                </c:pt>
                <c:pt idx="16899">
                  <c:v>0.6823703703703704</c:v>
                </c:pt>
                <c:pt idx="16900">
                  <c:v>0.6823703703703704</c:v>
                </c:pt>
                <c:pt idx="16901">
                  <c:v>0.6823703703703704</c:v>
                </c:pt>
                <c:pt idx="16902">
                  <c:v>0.6823703703703704</c:v>
                </c:pt>
                <c:pt idx="16903">
                  <c:v>0.6823703703703704</c:v>
                </c:pt>
                <c:pt idx="16904">
                  <c:v>0.68251851851851852</c:v>
                </c:pt>
                <c:pt idx="16905">
                  <c:v>0.68251851851851852</c:v>
                </c:pt>
                <c:pt idx="16906">
                  <c:v>0.68266666666666664</c:v>
                </c:pt>
                <c:pt idx="16907">
                  <c:v>0.68281481481481476</c:v>
                </c:pt>
                <c:pt idx="16908">
                  <c:v>0.68281481481481476</c:v>
                </c:pt>
                <c:pt idx="16909">
                  <c:v>0.68281481481481476</c:v>
                </c:pt>
                <c:pt idx="16910">
                  <c:v>0.68296296296296299</c:v>
                </c:pt>
                <c:pt idx="16911">
                  <c:v>0.68296296296296299</c:v>
                </c:pt>
                <c:pt idx="16912">
                  <c:v>0.68296296296296299</c:v>
                </c:pt>
                <c:pt idx="16913">
                  <c:v>0.68296296296296299</c:v>
                </c:pt>
                <c:pt idx="16914">
                  <c:v>0.68296296296296299</c:v>
                </c:pt>
                <c:pt idx="16915">
                  <c:v>0.68296296296296299</c:v>
                </c:pt>
                <c:pt idx="16916">
                  <c:v>0.68296296296296299</c:v>
                </c:pt>
                <c:pt idx="16917">
                  <c:v>0.68296296296296299</c:v>
                </c:pt>
                <c:pt idx="16918">
                  <c:v>0.68296296296296299</c:v>
                </c:pt>
                <c:pt idx="16919">
                  <c:v>0.68296296296296299</c:v>
                </c:pt>
                <c:pt idx="16920">
                  <c:v>0.68296296296296299</c:v>
                </c:pt>
                <c:pt idx="16921">
                  <c:v>0.68311111111111111</c:v>
                </c:pt>
                <c:pt idx="16922">
                  <c:v>0.68311111111111111</c:v>
                </c:pt>
                <c:pt idx="16923">
                  <c:v>0.68311111111111111</c:v>
                </c:pt>
                <c:pt idx="16924">
                  <c:v>0.68311111111111111</c:v>
                </c:pt>
                <c:pt idx="16925">
                  <c:v>0.68311111111111111</c:v>
                </c:pt>
                <c:pt idx="16926">
                  <c:v>0.68325925925925923</c:v>
                </c:pt>
                <c:pt idx="16927">
                  <c:v>0.68325925925925923</c:v>
                </c:pt>
                <c:pt idx="16928">
                  <c:v>0.68325925925925923</c:v>
                </c:pt>
                <c:pt idx="16929">
                  <c:v>0.68325925925925923</c:v>
                </c:pt>
                <c:pt idx="16930">
                  <c:v>0.68325925925925923</c:v>
                </c:pt>
                <c:pt idx="16931">
                  <c:v>0.68325925925925923</c:v>
                </c:pt>
                <c:pt idx="16932">
                  <c:v>0.68325925925925923</c:v>
                </c:pt>
                <c:pt idx="16933">
                  <c:v>0.68325925925925923</c:v>
                </c:pt>
                <c:pt idx="16934">
                  <c:v>0.68325925925925923</c:v>
                </c:pt>
                <c:pt idx="16935">
                  <c:v>0.68325925925925923</c:v>
                </c:pt>
                <c:pt idx="16936">
                  <c:v>0.68325925925925923</c:v>
                </c:pt>
                <c:pt idx="16937">
                  <c:v>0.68325925925925923</c:v>
                </c:pt>
                <c:pt idx="16938">
                  <c:v>0.68325925925925923</c:v>
                </c:pt>
                <c:pt idx="16939">
                  <c:v>0.68325925925925923</c:v>
                </c:pt>
                <c:pt idx="16940">
                  <c:v>0.68325925925925923</c:v>
                </c:pt>
                <c:pt idx="16941">
                  <c:v>0.68325925925925923</c:v>
                </c:pt>
                <c:pt idx="16942">
                  <c:v>0.68325925925925923</c:v>
                </c:pt>
                <c:pt idx="16943">
                  <c:v>0.68325925925925923</c:v>
                </c:pt>
                <c:pt idx="16944">
                  <c:v>0.68340740740740735</c:v>
                </c:pt>
                <c:pt idx="16945">
                  <c:v>0.68340740740740735</c:v>
                </c:pt>
                <c:pt idx="16946">
                  <c:v>0.68355555555555558</c:v>
                </c:pt>
                <c:pt idx="16947">
                  <c:v>0.6837037037037037</c:v>
                </c:pt>
                <c:pt idx="16948">
                  <c:v>0.6837037037037037</c:v>
                </c:pt>
                <c:pt idx="16949">
                  <c:v>0.6837037037037037</c:v>
                </c:pt>
                <c:pt idx="16950">
                  <c:v>0.6837037037037037</c:v>
                </c:pt>
                <c:pt idx="16951">
                  <c:v>0.68385185185185182</c:v>
                </c:pt>
                <c:pt idx="16952">
                  <c:v>0.68385185185185182</c:v>
                </c:pt>
                <c:pt idx="16953">
                  <c:v>0.68400000000000005</c:v>
                </c:pt>
                <c:pt idx="16954">
                  <c:v>0.68400000000000005</c:v>
                </c:pt>
                <c:pt idx="16955">
                  <c:v>0.68400000000000005</c:v>
                </c:pt>
                <c:pt idx="16956">
                  <c:v>0.68414814814814817</c:v>
                </c:pt>
                <c:pt idx="16957">
                  <c:v>0.68429629629629629</c:v>
                </c:pt>
                <c:pt idx="16958">
                  <c:v>0.68429629629629629</c:v>
                </c:pt>
                <c:pt idx="16959">
                  <c:v>0.68429629629629629</c:v>
                </c:pt>
                <c:pt idx="16960">
                  <c:v>0.68429629629629629</c:v>
                </c:pt>
                <c:pt idx="16961">
                  <c:v>0.68429629629629629</c:v>
                </c:pt>
                <c:pt idx="16962">
                  <c:v>0.68429629629629629</c:v>
                </c:pt>
                <c:pt idx="16963">
                  <c:v>0.68429629629629629</c:v>
                </c:pt>
                <c:pt idx="16964">
                  <c:v>0.68429629629629629</c:v>
                </c:pt>
                <c:pt idx="16965">
                  <c:v>0.68429629629629629</c:v>
                </c:pt>
                <c:pt idx="16966">
                  <c:v>0.68429629629629629</c:v>
                </c:pt>
                <c:pt idx="16967">
                  <c:v>0.68429629629629629</c:v>
                </c:pt>
                <c:pt idx="16968">
                  <c:v>0.68444444444444441</c:v>
                </c:pt>
                <c:pt idx="16969">
                  <c:v>0.68444444444444441</c:v>
                </c:pt>
                <c:pt idx="16970">
                  <c:v>0.68444444444444441</c:v>
                </c:pt>
                <c:pt idx="16971">
                  <c:v>0.68444444444444441</c:v>
                </c:pt>
                <c:pt idx="16972">
                  <c:v>0.68459259259259264</c:v>
                </c:pt>
                <c:pt idx="16973">
                  <c:v>0.68459259259259264</c:v>
                </c:pt>
                <c:pt idx="16974">
                  <c:v>0.68474074074074076</c:v>
                </c:pt>
                <c:pt idx="16975">
                  <c:v>0.68474074074074076</c:v>
                </c:pt>
                <c:pt idx="16976">
                  <c:v>0.68474074074074076</c:v>
                </c:pt>
                <c:pt idx="16977">
                  <c:v>0.68474074074074076</c:v>
                </c:pt>
                <c:pt idx="16978">
                  <c:v>0.68474074074074076</c:v>
                </c:pt>
                <c:pt idx="16979">
                  <c:v>0.68474074074074076</c:v>
                </c:pt>
                <c:pt idx="16980">
                  <c:v>0.68488888888888888</c:v>
                </c:pt>
                <c:pt idx="16981">
                  <c:v>0.68488888888888888</c:v>
                </c:pt>
                <c:pt idx="16982">
                  <c:v>0.68488888888888888</c:v>
                </c:pt>
                <c:pt idx="16983">
                  <c:v>0.68488888888888888</c:v>
                </c:pt>
                <c:pt idx="16984">
                  <c:v>0.685037037037037</c:v>
                </c:pt>
                <c:pt idx="16985">
                  <c:v>0.685037037037037</c:v>
                </c:pt>
                <c:pt idx="16986">
                  <c:v>0.685037037037037</c:v>
                </c:pt>
                <c:pt idx="16987">
                  <c:v>0.685037037037037</c:v>
                </c:pt>
                <c:pt idx="16988">
                  <c:v>0.685037037037037</c:v>
                </c:pt>
                <c:pt idx="16989">
                  <c:v>0.68518518518518523</c:v>
                </c:pt>
                <c:pt idx="16990">
                  <c:v>0.68518518518518523</c:v>
                </c:pt>
                <c:pt idx="16991">
                  <c:v>0.68533333333333335</c:v>
                </c:pt>
                <c:pt idx="16992">
                  <c:v>0.68533333333333335</c:v>
                </c:pt>
                <c:pt idx="16993">
                  <c:v>0.68533333333333335</c:v>
                </c:pt>
                <c:pt idx="16994">
                  <c:v>0.68533333333333335</c:v>
                </c:pt>
                <c:pt idx="16995">
                  <c:v>0.68533333333333335</c:v>
                </c:pt>
                <c:pt idx="16996">
                  <c:v>0.68533333333333335</c:v>
                </c:pt>
                <c:pt idx="16997">
                  <c:v>0.68533333333333335</c:v>
                </c:pt>
                <c:pt idx="16998">
                  <c:v>0.68533333333333335</c:v>
                </c:pt>
                <c:pt idx="16999">
                  <c:v>0.68533333333333335</c:v>
                </c:pt>
                <c:pt idx="17000">
                  <c:v>0.68533333333333335</c:v>
                </c:pt>
                <c:pt idx="17001">
                  <c:v>0.68533333333333335</c:v>
                </c:pt>
                <c:pt idx="17002">
                  <c:v>0.68548148148148147</c:v>
                </c:pt>
                <c:pt idx="17003">
                  <c:v>0.68548148148148147</c:v>
                </c:pt>
                <c:pt idx="17004">
                  <c:v>0.68548148148148147</c:v>
                </c:pt>
                <c:pt idx="17005">
                  <c:v>0.68548148148148147</c:v>
                </c:pt>
                <c:pt idx="17006">
                  <c:v>0.68562962962962959</c:v>
                </c:pt>
                <c:pt idx="17007">
                  <c:v>0.68577777777777782</c:v>
                </c:pt>
                <c:pt idx="17008">
                  <c:v>0.68577777777777782</c:v>
                </c:pt>
                <c:pt idx="17009">
                  <c:v>0.68577777777777782</c:v>
                </c:pt>
                <c:pt idx="17010">
                  <c:v>0.68577777777777782</c:v>
                </c:pt>
                <c:pt idx="17011">
                  <c:v>0.68577777777777782</c:v>
                </c:pt>
                <c:pt idx="17012">
                  <c:v>0.68592592592592594</c:v>
                </c:pt>
                <c:pt idx="17013">
                  <c:v>0.68592592592592594</c:v>
                </c:pt>
                <c:pt idx="17014">
                  <c:v>0.68592592592592594</c:v>
                </c:pt>
                <c:pt idx="17015">
                  <c:v>0.68607407407407406</c:v>
                </c:pt>
                <c:pt idx="17016">
                  <c:v>0.68622222222222218</c:v>
                </c:pt>
                <c:pt idx="17017">
                  <c:v>0.68622222222222218</c:v>
                </c:pt>
                <c:pt idx="17018">
                  <c:v>0.68637037037037041</c:v>
                </c:pt>
                <c:pt idx="17019">
                  <c:v>0.68637037037037041</c:v>
                </c:pt>
                <c:pt idx="17020">
                  <c:v>0.68637037037037041</c:v>
                </c:pt>
                <c:pt idx="17021">
                  <c:v>0.68637037037037041</c:v>
                </c:pt>
                <c:pt idx="17022">
                  <c:v>0.68651851851851853</c:v>
                </c:pt>
                <c:pt idx="17023">
                  <c:v>0.68666666666666665</c:v>
                </c:pt>
                <c:pt idx="17024">
                  <c:v>0.68681481481481477</c:v>
                </c:pt>
                <c:pt idx="17025">
                  <c:v>0.68681481481481477</c:v>
                </c:pt>
                <c:pt idx="17026">
                  <c:v>0.686962962962963</c:v>
                </c:pt>
                <c:pt idx="17027">
                  <c:v>0.68711111111111112</c:v>
                </c:pt>
                <c:pt idx="17028">
                  <c:v>0.68711111111111112</c:v>
                </c:pt>
                <c:pt idx="17029">
                  <c:v>0.68711111111111112</c:v>
                </c:pt>
                <c:pt idx="17030">
                  <c:v>0.68711111111111112</c:v>
                </c:pt>
                <c:pt idx="17031">
                  <c:v>0.68711111111111112</c:v>
                </c:pt>
                <c:pt idx="17032">
                  <c:v>0.68711111111111112</c:v>
                </c:pt>
                <c:pt idx="17033">
                  <c:v>0.68711111111111112</c:v>
                </c:pt>
                <c:pt idx="17034">
                  <c:v>0.68711111111111112</c:v>
                </c:pt>
                <c:pt idx="17035">
                  <c:v>0.68711111111111112</c:v>
                </c:pt>
                <c:pt idx="17036">
                  <c:v>0.68711111111111112</c:v>
                </c:pt>
                <c:pt idx="17037">
                  <c:v>0.68711111111111112</c:v>
                </c:pt>
                <c:pt idx="17038">
                  <c:v>0.68725925925925924</c:v>
                </c:pt>
                <c:pt idx="17039">
                  <c:v>0.68740740740740736</c:v>
                </c:pt>
                <c:pt idx="17040">
                  <c:v>0.68740740740740736</c:v>
                </c:pt>
                <c:pt idx="17041">
                  <c:v>0.68755555555555559</c:v>
                </c:pt>
                <c:pt idx="17042">
                  <c:v>0.68755555555555559</c:v>
                </c:pt>
                <c:pt idx="17043">
                  <c:v>0.68755555555555559</c:v>
                </c:pt>
                <c:pt idx="17044">
                  <c:v>0.68770370370370371</c:v>
                </c:pt>
                <c:pt idx="17045">
                  <c:v>0.68770370370370371</c:v>
                </c:pt>
                <c:pt idx="17046">
                  <c:v>0.68770370370370371</c:v>
                </c:pt>
                <c:pt idx="17047">
                  <c:v>0.68770370370370371</c:v>
                </c:pt>
                <c:pt idx="17048">
                  <c:v>0.68785185185185183</c:v>
                </c:pt>
                <c:pt idx="17049">
                  <c:v>0.68785185185185183</c:v>
                </c:pt>
                <c:pt idx="17050">
                  <c:v>0.68785185185185183</c:v>
                </c:pt>
                <c:pt idx="17051">
                  <c:v>0.68785185185185183</c:v>
                </c:pt>
                <c:pt idx="17052">
                  <c:v>0.68785185185185183</c:v>
                </c:pt>
                <c:pt idx="17053">
                  <c:v>0.68785185185185183</c:v>
                </c:pt>
                <c:pt idx="17054">
                  <c:v>0.68799999999999994</c:v>
                </c:pt>
                <c:pt idx="17055">
                  <c:v>0.68799999999999994</c:v>
                </c:pt>
                <c:pt idx="17056">
                  <c:v>0.68799999999999994</c:v>
                </c:pt>
                <c:pt idx="17057">
                  <c:v>0.68799999999999994</c:v>
                </c:pt>
                <c:pt idx="17058">
                  <c:v>0.68799999999999994</c:v>
                </c:pt>
                <c:pt idx="17059">
                  <c:v>0.68799999999999994</c:v>
                </c:pt>
                <c:pt idx="17060">
                  <c:v>0.68799999999999994</c:v>
                </c:pt>
                <c:pt idx="17061">
                  <c:v>0.68799999999999994</c:v>
                </c:pt>
                <c:pt idx="17062">
                  <c:v>0.68799999999999994</c:v>
                </c:pt>
                <c:pt idx="17063">
                  <c:v>0.68799999999999994</c:v>
                </c:pt>
                <c:pt idx="17064">
                  <c:v>0.68799999999999994</c:v>
                </c:pt>
                <c:pt idx="17065">
                  <c:v>0.68799999999999994</c:v>
                </c:pt>
                <c:pt idx="17066">
                  <c:v>0.68799999999999994</c:v>
                </c:pt>
                <c:pt idx="17067">
                  <c:v>0.68799999999999994</c:v>
                </c:pt>
                <c:pt idx="17068">
                  <c:v>0.68799999999999994</c:v>
                </c:pt>
                <c:pt idx="17069">
                  <c:v>0.68814814814814818</c:v>
                </c:pt>
                <c:pt idx="17070">
                  <c:v>0.68814814814814818</c:v>
                </c:pt>
                <c:pt idx="17071">
                  <c:v>0.68829629629629629</c:v>
                </c:pt>
                <c:pt idx="17072">
                  <c:v>0.68844444444444441</c:v>
                </c:pt>
                <c:pt idx="17073">
                  <c:v>0.68844444444444441</c:v>
                </c:pt>
                <c:pt idx="17074">
                  <c:v>0.68844444444444441</c:v>
                </c:pt>
                <c:pt idx="17075">
                  <c:v>0.68844444444444441</c:v>
                </c:pt>
                <c:pt idx="17076">
                  <c:v>0.68844444444444441</c:v>
                </c:pt>
                <c:pt idx="17077">
                  <c:v>0.68844444444444441</c:v>
                </c:pt>
                <c:pt idx="17078">
                  <c:v>0.68859259259259264</c:v>
                </c:pt>
                <c:pt idx="17079">
                  <c:v>0.68859259259259264</c:v>
                </c:pt>
                <c:pt idx="17080">
                  <c:v>0.68859259259259264</c:v>
                </c:pt>
                <c:pt idx="17081">
                  <c:v>0.68859259259259264</c:v>
                </c:pt>
                <c:pt idx="17082">
                  <c:v>0.68859259259259264</c:v>
                </c:pt>
                <c:pt idx="17083">
                  <c:v>0.68859259259259264</c:v>
                </c:pt>
                <c:pt idx="17084">
                  <c:v>0.68859259259259264</c:v>
                </c:pt>
                <c:pt idx="17085">
                  <c:v>0.68859259259259264</c:v>
                </c:pt>
                <c:pt idx="17086">
                  <c:v>0.68874074074074076</c:v>
                </c:pt>
                <c:pt idx="17087">
                  <c:v>0.68874074074074076</c:v>
                </c:pt>
                <c:pt idx="17088">
                  <c:v>0.68874074074074076</c:v>
                </c:pt>
                <c:pt idx="17089">
                  <c:v>0.68874074074074076</c:v>
                </c:pt>
                <c:pt idx="17090">
                  <c:v>0.68874074074074076</c:v>
                </c:pt>
                <c:pt idx="17091">
                  <c:v>0.68874074074074076</c:v>
                </c:pt>
                <c:pt idx="17092">
                  <c:v>0.68888888888888888</c:v>
                </c:pt>
                <c:pt idx="17093">
                  <c:v>0.68888888888888888</c:v>
                </c:pt>
                <c:pt idx="17094">
                  <c:v>0.68888888888888888</c:v>
                </c:pt>
                <c:pt idx="17095">
                  <c:v>0.689037037037037</c:v>
                </c:pt>
                <c:pt idx="17096">
                  <c:v>0.689037037037037</c:v>
                </c:pt>
                <c:pt idx="17097">
                  <c:v>0.689037037037037</c:v>
                </c:pt>
                <c:pt idx="17098">
                  <c:v>0.689037037037037</c:v>
                </c:pt>
                <c:pt idx="17099">
                  <c:v>0.68918518518518523</c:v>
                </c:pt>
                <c:pt idx="17100">
                  <c:v>0.68933333333333335</c:v>
                </c:pt>
                <c:pt idx="17101">
                  <c:v>0.68933333333333335</c:v>
                </c:pt>
                <c:pt idx="17102">
                  <c:v>0.68933333333333335</c:v>
                </c:pt>
                <c:pt idx="17103">
                  <c:v>0.68933333333333335</c:v>
                </c:pt>
                <c:pt idx="17104">
                  <c:v>0.68933333333333335</c:v>
                </c:pt>
                <c:pt idx="17105">
                  <c:v>0.68933333333333335</c:v>
                </c:pt>
                <c:pt idx="17106">
                  <c:v>0.68933333333333335</c:v>
                </c:pt>
                <c:pt idx="17107">
                  <c:v>0.68933333333333335</c:v>
                </c:pt>
                <c:pt idx="17108">
                  <c:v>0.68933333333333335</c:v>
                </c:pt>
                <c:pt idx="17109">
                  <c:v>0.68948148148148147</c:v>
                </c:pt>
                <c:pt idx="17110">
                  <c:v>0.68948148148148147</c:v>
                </c:pt>
                <c:pt idx="17111">
                  <c:v>0.68948148148148147</c:v>
                </c:pt>
                <c:pt idx="17112">
                  <c:v>0.68948148148148147</c:v>
                </c:pt>
                <c:pt idx="17113">
                  <c:v>0.68948148148148147</c:v>
                </c:pt>
                <c:pt idx="17114">
                  <c:v>0.68948148148148147</c:v>
                </c:pt>
                <c:pt idx="17115">
                  <c:v>0.68962962962962959</c:v>
                </c:pt>
                <c:pt idx="17116">
                  <c:v>0.68977777777777782</c:v>
                </c:pt>
                <c:pt idx="17117">
                  <c:v>0.68992592592592594</c:v>
                </c:pt>
                <c:pt idx="17118">
                  <c:v>0.68992592592592594</c:v>
                </c:pt>
                <c:pt idx="17119">
                  <c:v>0.68992592592592594</c:v>
                </c:pt>
                <c:pt idx="17120">
                  <c:v>0.69007407407407406</c:v>
                </c:pt>
                <c:pt idx="17121">
                  <c:v>0.69007407407407406</c:v>
                </c:pt>
                <c:pt idx="17122">
                  <c:v>0.69007407407407406</c:v>
                </c:pt>
                <c:pt idx="17123">
                  <c:v>0.69022222222222218</c:v>
                </c:pt>
                <c:pt idx="17124">
                  <c:v>0.69022222222222218</c:v>
                </c:pt>
                <c:pt idx="17125">
                  <c:v>0.69022222222222218</c:v>
                </c:pt>
                <c:pt idx="17126">
                  <c:v>0.69022222222222218</c:v>
                </c:pt>
                <c:pt idx="17127">
                  <c:v>0.69022222222222218</c:v>
                </c:pt>
                <c:pt idx="17128">
                  <c:v>0.69037037037037041</c:v>
                </c:pt>
                <c:pt idx="17129">
                  <c:v>0.69037037037037041</c:v>
                </c:pt>
                <c:pt idx="17130">
                  <c:v>0.69051851851851853</c:v>
                </c:pt>
                <c:pt idx="17131">
                  <c:v>0.69051851851851853</c:v>
                </c:pt>
                <c:pt idx="17132">
                  <c:v>0.69066666666666665</c:v>
                </c:pt>
                <c:pt idx="17133">
                  <c:v>0.69081481481481477</c:v>
                </c:pt>
                <c:pt idx="17134">
                  <c:v>0.69081481481481477</c:v>
                </c:pt>
                <c:pt idx="17135">
                  <c:v>0.69081481481481477</c:v>
                </c:pt>
                <c:pt idx="17136">
                  <c:v>0.69081481481481477</c:v>
                </c:pt>
                <c:pt idx="17137">
                  <c:v>0.690962962962963</c:v>
                </c:pt>
                <c:pt idx="17138">
                  <c:v>0.69111111111111112</c:v>
                </c:pt>
                <c:pt idx="17139">
                  <c:v>0.69111111111111112</c:v>
                </c:pt>
                <c:pt idx="17140">
                  <c:v>0.69125925925925924</c:v>
                </c:pt>
                <c:pt idx="17141">
                  <c:v>0.69125925925925924</c:v>
                </c:pt>
                <c:pt idx="17142">
                  <c:v>0.69125925925925924</c:v>
                </c:pt>
                <c:pt idx="17143">
                  <c:v>0.69125925925925924</c:v>
                </c:pt>
                <c:pt idx="17144">
                  <c:v>0.69125925925925924</c:v>
                </c:pt>
                <c:pt idx="17145">
                  <c:v>0.69125925925925924</c:v>
                </c:pt>
                <c:pt idx="17146">
                  <c:v>0.69125925925925924</c:v>
                </c:pt>
                <c:pt idx="17147">
                  <c:v>0.69125925925925924</c:v>
                </c:pt>
                <c:pt idx="17148">
                  <c:v>0.69140740740740736</c:v>
                </c:pt>
                <c:pt idx="17149">
                  <c:v>0.69140740740740736</c:v>
                </c:pt>
                <c:pt idx="17150">
                  <c:v>0.69155555555555559</c:v>
                </c:pt>
                <c:pt idx="17151">
                  <c:v>0.69155555555555559</c:v>
                </c:pt>
                <c:pt idx="17152">
                  <c:v>0.69155555555555559</c:v>
                </c:pt>
                <c:pt idx="17153">
                  <c:v>0.69170370370370371</c:v>
                </c:pt>
                <c:pt idx="17154">
                  <c:v>0.69170370370370371</c:v>
                </c:pt>
                <c:pt idx="17155">
                  <c:v>0.69170370370370371</c:v>
                </c:pt>
                <c:pt idx="17156">
                  <c:v>0.69170370370370371</c:v>
                </c:pt>
                <c:pt idx="17157">
                  <c:v>0.69170370370370371</c:v>
                </c:pt>
                <c:pt idx="17158">
                  <c:v>0.69170370370370371</c:v>
                </c:pt>
                <c:pt idx="17159">
                  <c:v>0.69170370370370371</c:v>
                </c:pt>
                <c:pt idx="17160">
                  <c:v>0.69170370370370371</c:v>
                </c:pt>
                <c:pt idx="17161">
                  <c:v>0.69170370370370371</c:v>
                </c:pt>
                <c:pt idx="17162">
                  <c:v>0.69170370370370371</c:v>
                </c:pt>
                <c:pt idx="17163">
                  <c:v>0.69185185185185183</c:v>
                </c:pt>
                <c:pt idx="17164">
                  <c:v>0.69185185185185183</c:v>
                </c:pt>
                <c:pt idx="17165">
                  <c:v>0.69185185185185183</c:v>
                </c:pt>
                <c:pt idx="17166">
                  <c:v>0.69199999999999995</c:v>
                </c:pt>
                <c:pt idx="17167">
                  <c:v>0.69199999999999995</c:v>
                </c:pt>
                <c:pt idx="17168">
                  <c:v>0.69199999999999995</c:v>
                </c:pt>
                <c:pt idx="17169">
                  <c:v>0.69199999999999995</c:v>
                </c:pt>
                <c:pt idx="17170">
                  <c:v>0.69214814814814818</c:v>
                </c:pt>
                <c:pt idx="17171">
                  <c:v>0.69214814814814818</c:v>
                </c:pt>
                <c:pt idx="17172">
                  <c:v>0.69214814814814818</c:v>
                </c:pt>
                <c:pt idx="17173">
                  <c:v>0.69214814814814818</c:v>
                </c:pt>
                <c:pt idx="17174">
                  <c:v>0.6922962962962963</c:v>
                </c:pt>
                <c:pt idx="17175">
                  <c:v>0.6922962962962963</c:v>
                </c:pt>
                <c:pt idx="17176">
                  <c:v>0.69244444444444442</c:v>
                </c:pt>
                <c:pt idx="17177">
                  <c:v>0.69244444444444442</c:v>
                </c:pt>
                <c:pt idx="17178">
                  <c:v>0.69244444444444442</c:v>
                </c:pt>
                <c:pt idx="17179">
                  <c:v>0.69244444444444442</c:v>
                </c:pt>
                <c:pt idx="17180">
                  <c:v>0.69244444444444442</c:v>
                </c:pt>
                <c:pt idx="17181">
                  <c:v>0.69244444444444442</c:v>
                </c:pt>
                <c:pt idx="17182">
                  <c:v>0.69244444444444442</c:v>
                </c:pt>
                <c:pt idx="17183">
                  <c:v>0.69244444444444442</c:v>
                </c:pt>
                <c:pt idx="17184">
                  <c:v>0.69259259259259254</c:v>
                </c:pt>
                <c:pt idx="17185">
                  <c:v>0.69259259259259254</c:v>
                </c:pt>
                <c:pt idx="17186">
                  <c:v>0.69259259259259254</c:v>
                </c:pt>
                <c:pt idx="17187">
                  <c:v>0.69259259259259254</c:v>
                </c:pt>
                <c:pt idx="17188">
                  <c:v>0.69259259259259254</c:v>
                </c:pt>
                <c:pt idx="17189">
                  <c:v>0.69259259259259254</c:v>
                </c:pt>
                <c:pt idx="17190">
                  <c:v>0.69259259259259254</c:v>
                </c:pt>
                <c:pt idx="17191">
                  <c:v>0.69259259259259254</c:v>
                </c:pt>
                <c:pt idx="17192">
                  <c:v>0.69259259259259254</c:v>
                </c:pt>
                <c:pt idx="17193">
                  <c:v>0.69274074074074077</c:v>
                </c:pt>
                <c:pt idx="17194">
                  <c:v>0.69274074074074077</c:v>
                </c:pt>
                <c:pt idx="17195">
                  <c:v>0.69288888888888889</c:v>
                </c:pt>
                <c:pt idx="17196">
                  <c:v>0.69303703703703701</c:v>
                </c:pt>
                <c:pt idx="17197">
                  <c:v>0.69303703703703701</c:v>
                </c:pt>
                <c:pt idx="17198">
                  <c:v>0.69303703703703701</c:v>
                </c:pt>
                <c:pt idx="17199">
                  <c:v>0.69303703703703701</c:v>
                </c:pt>
                <c:pt idx="17200">
                  <c:v>0.69303703703703701</c:v>
                </c:pt>
                <c:pt idx="17201">
                  <c:v>0.69303703703703701</c:v>
                </c:pt>
                <c:pt idx="17202">
                  <c:v>0.69318518518518524</c:v>
                </c:pt>
                <c:pt idx="17203">
                  <c:v>0.69318518518518524</c:v>
                </c:pt>
                <c:pt idx="17204">
                  <c:v>0.69318518518518524</c:v>
                </c:pt>
                <c:pt idx="17205">
                  <c:v>0.69318518518518524</c:v>
                </c:pt>
                <c:pt idx="17206">
                  <c:v>0.69318518518518524</c:v>
                </c:pt>
                <c:pt idx="17207">
                  <c:v>0.69318518518518524</c:v>
                </c:pt>
                <c:pt idx="17208">
                  <c:v>0.69333333333333336</c:v>
                </c:pt>
                <c:pt idx="17209">
                  <c:v>0.69333333333333336</c:v>
                </c:pt>
                <c:pt idx="17210">
                  <c:v>0.69333333333333336</c:v>
                </c:pt>
                <c:pt idx="17211">
                  <c:v>0.69333333333333336</c:v>
                </c:pt>
                <c:pt idx="17212">
                  <c:v>0.69333333333333336</c:v>
                </c:pt>
                <c:pt idx="17213">
                  <c:v>0.69333333333333336</c:v>
                </c:pt>
                <c:pt idx="17214">
                  <c:v>0.69333333333333336</c:v>
                </c:pt>
                <c:pt idx="17215">
                  <c:v>0.69333333333333336</c:v>
                </c:pt>
                <c:pt idx="17216">
                  <c:v>0.69333333333333336</c:v>
                </c:pt>
                <c:pt idx="17217">
                  <c:v>0.69333333333333336</c:v>
                </c:pt>
                <c:pt idx="17218">
                  <c:v>0.69333333333333336</c:v>
                </c:pt>
                <c:pt idx="17219">
                  <c:v>0.69333333333333336</c:v>
                </c:pt>
                <c:pt idx="17220">
                  <c:v>0.69333333333333336</c:v>
                </c:pt>
                <c:pt idx="17221">
                  <c:v>0.69348148148148148</c:v>
                </c:pt>
                <c:pt idx="17222">
                  <c:v>0.69348148148148148</c:v>
                </c:pt>
                <c:pt idx="17223">
                  <c:v>0.6936296296296296</c:v>
                </c:pt>
                <c:pt idx="17224">
                  <c:v>0.6936296296296296</c:v>
                </c:pt>
                <c:pt idx="17225">
                  <c:v>0.6936296296296296</c:v>
                </c:pt>
                <c:pt idx="17226">
                  <c:v>0.69377777777777783</c:v>
                </c:pt>
                <c:pt idx="17227">
                  <c:v>0.69377777777777783</c:v>
                </c:pt>
                <c:pt idx="17228">
                  <c:v>0.69377777777777783</c:v>
                </c:pt>
                <c:pt idx="17229">
                  <c:v>0.69392592592592595</c:v>
                </c:pt>
                <c:pt idx="17230">
                  <c:v>0.69407407407407407</c:v>
                </c:pt>
                <c:pt idx="17231">
                  <c:v>0.69407407407407407</c:v>
                </c:pt>
                <c:pt idx="17232">
                  <c:v>0.69407407407407407</c:v>
                </c:pt>
                <c:pt idx="17233">
                  <c:v>0.69407407407407407</c:v>
                </c:pt>
                <c:pt idx="17234">
                  <c:v>0.69407407407407407</c:v>
                </c:pt>
                <c:pt idx="17235">
                  <c:v>0.69407407407407407</c:v>
                </c:pt>
                <c:pt idx="17236">
                  <c:v>0.69407407407407407</c:v>
                </c:pt>
                <c:pt idx="17237">
                  <c:v>0.69407407407407407</c:v>
                </c:pt>
                <c:pt idx="17238">
                  <c:v>0.69407407407407407</c:v>
                </c:pt>
                <c:pt idx="17239">
                  <c:v>0.69407407407407407</c:v>
                </c:pt>
                <c:pt idx="17240">
                  <c:v>0.69407407407407407</c:v>
                </c:pt>
                <c:pt idx="17241">
                  <c:v>0.69407407407407407</c:v>
                </c:pt>
                <c:pt idx="17242">
                  <c:v>0.69407407407407407</c:v>
                </c:pt>
                <c:pt idx="17243">
                  <c:v>0.69422222222222219</c:v>
                </c:pt>
                <c:pt idx="17244">
                  <c:v>0.69437037037037042</c:v>
                </c:pt>
                <c:pt idx="17245">
                  <c:v>0.69437037037037042</c:v>
                </c:pt>
                <c:pt idx="17246">
                  <c:v>0.69437037037037042</c:v>
                </c:pt>
                <c:pt idx="17247">
                  <c:v>0.69451851851851854</c:v>
                </c:pt>
                <c:pt idx="17248">
                  <c:v>0.69466666666666665</c:v>
                </c:pt>
                <c:pt idx="17249">
                  <c:v>0.69466666666666665</c:v>
                </c:pt>
                <c:pt idx="17250">
                  <c:v>0.69481481481481477</c:v>
                </c:pt>
                <c:pt idx="17251">
                  <c:v>0.694962962962963</c:v>
                </c:pt>
                <c:pt idx="17252">
                  <c:v>0.694962962962963</c:v>
                </c:pt>
                <c:pt idx="17253">
                  <c:v>0.69511111111111112</c:v>
                </c:pt>
                <c:pt idx="17254">
                  <c:v>0.69511111111111112</c:v>
                </c:pt>
                <c:pt idx="17255">
                  <c:v>0.69511111111111112</c:v>
                </c:pt>
                <c:pt idx="17256">
                  <c:v>0.69511111111111112</c:v>
                </c:pt>
                <c:pt idx="17257">
                  <c:v>0.69511111111111112</c:v>
                </c:pt>
                <c:pt idx="17258">
                  <c:v>0.69511111111111112</c:v>
                </c:pt>
                <c:pt idx="17259">
                  <c:v>0.69511111111111112</c:v>
                </c:pt>
                <c:pt idx="17260">
                  <c:v>0.69511111111111112</c:v>
                </c:pt>
                <c:pt idx="17261">
                  <c:v>0.69511111111111112</c:v>
                </c:pt>
                <c:pt idx="17262">
                  <c:v>0.69511111111111112</c:v>
                </c:pt>
                <c:pt idx="17263">
                  <c:v>0.69511111111111112</c:v>
                </c:pt>
                <c:pt idx="17264">
                  <c:v>0.69511111111111112</c:v>
                </c:pt>
                <c:pt idx="17265">
                  <c:v>0.69511111111111112</c:v>
                </c:pt>
                <c:pt idx="17266">
                  <c:v>0.69525925925925924</c:v>
                </c:pt>
                <c:pt idx="17267">
                  <c:v>0.69525925925925924</c:v>
                </c:pt>
                <c:pt idx="17268">
                  <c:v>0.69525925925925924</c:v>
                </c:pt>
                <c:pt idx="17269">
                  <c:v>0.69525925925925924</c:v>
                </c:pt>
                <c:pt idx="17270">
                  <c:v>0.69525925925925924</c:v>
                </c:pt>
                <c:pt idx="17271">
                  <c:v>0.69525925925925924</c:v>
                </c:pt>
                <c:pt idx="17272">
                  <c:v>0.69525925925925924</c:v>
                </c:pt>
                <c:pt idx="17273">
                  <c:v>0.69525925925925924</c:v>
                </c:pt>
                <c:pt idx="17274">
                  <c:v>0.69540740740740736</c:v>
                </c:pt>
                <c:pt idx="17275">
                  <c:v>0.69540740740740736</c:v>
                </c:pt>
                <c:pt idx="17276">
                  <c:v>0.69540740740740736</c:v>
                </c:pt>
                <c:pt idx="17277">
                  <c:v>0.69540740740740736</c:v>
                </c:pt>
                <c:pt idx="17278">
                  <c:v>0.69540740740740736</c:v>
                </c:pt>
                <c:pt idx="17279">
                  <c:v>0.69540740740740736</c:v>
                </c:pt>
                <c:pt idx="17280">
                  <c:v>0.69540740740740736</c:v>
                </c:pt>
                <c:pt idx="17281">
                  <c:v>0.69540740740740736</c:v>
                </c:pt>
                <c:pt idx="17282">
                  <c:v>0.69555555555555559</c:v>
                </c:pt>
                <c:pt idx="17283">
                  <c:v>0.69555555555555559</c:v>
                </c:pt>
                <c:pt idx="17284">
                  <c:v>0.69555555555555559</c:v>
                </c:pt>
                <c:pt idx="17285">
                  <c:v>0.69555555555555559</c:v>
                </c:pt>
                <c:pt idx="17286">
                  <c:v>0.69555555555555559</c:v>
                </c:pt>
                <c:pt idx="17287">
                  <c:v>0.69555555555555559</c:v>
                </c:pt>
                <c:pt idx="17288">
                  <c:v>0.69555555555555559</c:v>
                </c:pt>
                <c:pt idx="17289">
                  <c:v>0.69570370370370371</c:v>
                </c:pt>
                <c:pt idx="17290">
                  <c:v>0.69570370370370371</c:v>
                </c:pt>
                <c:pt idx="17291">
                  <c:v>0.69570370370370371</c:v>
                </c:pt>
                <c:pt idx="17292">
                  <c:v>0.69570370370370371</c:v>
                </c:pt>
                <c:pt idx="17293">
                  <c:v>0.69570370370370371</c:v>
                </c:pt>
                <c:pt idx="17294">
                  <c:v>0.69570370370370371</c:v>
                </c:pt>
                <c:pt idx="17295">
                  <c:v>0.69570370370370371</c:v>
                </c:pt>
                <c:pt idx="17296">
                  <c:v>0.69585185185185183</c:v>
                </c:pt>
                <c:pt idx="17297">
                  <c:v>0.69599999999999995</c:v>
                </c:pt>
                <c:pt idx="17298">
                  <c:v>0.69614814814814818</c:v>
                </c:pt>
                <c:pt idx="17299">
                  <c:v>0.69614814814814818</c:v>
                </c:pt>
                <c:pt idx="17300">
                  <c:v>0.69614814814814818</c:v>
                </c:pt>
                <c:pt idx="17301">
                  <c:v>0.69614814814814818</c:v>
                </c:pt>
                <c:pt idx="17302">
                  <c:v>0.69614814814814818</c:v>
                </c:pt>
                <c:pt idx="17303">
                  <c:v>0.6962962962962963</c:v>
                </c:pt>
                <c:pt idx="17304">
                  <c:v>0.6962962962962963</c:v>
                </c:pt>
                <c:pt idx="17305">
                  <c:v>0.6962962962962963</c:v>
                </c:pt>
                <c:pt idx="17306">
                  <c:v>0.6962962962962963</c:v>
                </c:pt>
                <c:pt idx="17307">
                  <c:v>0.6962962962962963</c:v>
                </c:pt>
                <c:pt idx="17308">
                  <c:v>0.6962962962962963</c:v>
                </c:pt>
                <c:pt idx="17309">
                  <c:v>0.6962962962962963</c:v>
                </c:pt>
                <c:pt idx="17310">
                  <c:v>0.6962962962962963</c:v>
                </c:pt>
                <c:pt idx="17311">
                  <c:v>0.6962962962962963</c:v>
                </c:pt>
                <c:pt idx="17312">
                  <c:v>0.6962962962962963</c:v>
                </c:pt>
                <c:pt idx="17313">
                  <c:v>0.6962962962962963</c:v>
                </c:pt>
                <c:pt idx="17314">
                  <c:v>0.69644444444444442</c:v>
                </c:pt>
                <c:pt idx="17315">
                  <c:v>0.69644444444444442</c:v>
                </c:pt>
                <c:pt idx="17316">
                  <c:v>0.69644444444444442</c:v>
                </c:pt>
                <c:pt idx="17317">
                  <c:v>0.69659259259259254</c:v>
                </c:pt>
                <c:pt idx="17318">
                  <c:v>0.69659259259259254</c:v>
                </c:pt>
                <c:pt idx="17319">
                  <c:v>0.69659259259259254</c:v>
                </c:pt>
                <c:pt idx="17320">
                  <c:v>0.69659259259259254</c:v>
                </c:pt>
                <c:pt idx="17321">
                  <c:v>0.69659259259259254</c:v>
                </c:pt>
                <c:pt idx="17322">
                  <c:v>0.69659259259259254</c:v>
                </c:pt>
                <c:pt idx="17323">
                  <c:v>0.69674074074074077</c:v>
                </c:pt>
                <c:pt idx="17324">
                  <c:v>0.69674074074074077</c:v>
                </c:pt>
                <c:pt idx="17325">
                  <c:v>0.69674074074074077</c:v>
                </c:pt>
                <c:pt idx="17326">
                  <c:v>0.69674074074074077</c:v>
                </c:pt>
                <c:pt idx="17327">
                  <c:v>0.69674074074074077</c:v>
                </c:pt>
                <c:pt idx="17328">
                  <c:v>0.69688888888888889</c:v>
                </c:pt>
                <c:pt idx="17329">
                  <c:v>0.69703703703703701</c:v>
                </c:pt>
                <c:pt idx="17330">
                  <c:v>0.69703703703703701</c:v>
                </c:pt>
                <c:pt idx="17331">
                  <c:v>0.69703703703703701</c:v>
                </c:pt>
                <c:pt idx="17332">
                  <c:v>0.69703703703703701</c:v>
                </c:pt>
                <c:pt idx="17333">
                  <c:v>0.69703703703703701</c:v>
                </c:pt>
                <c:pt idx="17334">
                  <c:v>0.69703703703703701</c:v>
                </c:pt>
                <c:pt idx="17335">
                  <c:v>0.69718518518518513</c:v>
                </c:pt>
                <c:pt idx="17336">
                  <c:v>0.69733333333333336</c:v>
                </c:pt>
                <c:pt idx="17337">
                  <c:v>0.69733333333333336</c:v>
                </c:pt>
                <c:pt idx="17338">
                  <c:v>0.69733333333333336</c:v>
                </c:pt>
                <c:pt idx="17339">
                  <c:v>0.69733333333333336</c:v>
                </c:pt>
                <c:pt idx="17340">
                  <c:v>0.69733333333333336</c:v>
                </c:pt>
                <c:pt idx="17341">
                  <c:v>0.69733333333333336</c:v>
                </c:pt>
                <c:pt idx="17342">
                  <c:v>0.69733333333333336</c:v>
                </c:pt>
                <c:pt idx="17343">
                  <c:v>0.69733333333333336</c:v>
                </c:pt>
                <c:pt idx="17344">
                  <c:v>0.69733333333333336</c:v>
                </c:pt>
                <c:pt idx="17345">
                  <c:v>0.69733333333333336</c:v>
                </c:pt>
                <c:pt idx="17346">
                  <c:v>0.69733333333333336</c:v>
                </c:pt>
                <c:pt idx="17347">
                  <c:v>0.69733333333333336</c:v>
                </c:pt>
                <c:pt idx="17348">
                  <c:v>0.69733333333333336</c:v>
                </c:pt>
                <c:pt idx="17349">
                  <c:v>0.69748148148148148</c:v>
                </c:pt>
                <c:pt idx="17350">
                  <c:v>0.69748148148148148</c:v>
                </c:pt>
                <c:pt idx="17351">
                  <c:v>0.69748148148148148</c:v>
                </c:pt>
                <c:pt idx="17352">
                  <c:v>0.69748148148148148</c:v>
                </c:pt>
                <c:pt idx="17353">
                  <c:v>0.69748148148148148</c:v>
                </c:pt>
                <c:pt idx="17354">
                  <c:v>0.69748148148148148</c:v>
                </c:pt>
                <c:pt idx="17355">
                  <c:v>0.6976296296296296</c:v>
                </c:pt>
                <c:pt idx="17356">
                  <c:v>0.6976296296296296</c:v>
                </c:pt>
                <c:pt idx="17357">
                  <c:v>0.6976296296296296</c:v>
                </c:pt>
                <c:pt idx="17358">
                  <c:v>0.6976296296296296</c:v>
                </c:pt>
                <c:pt idx="17359">
                  <c:v>0.6976296296296296</c:v>
                </c:pt>
                <c:pt idx="17360">
                  <c:v>0.6976296296296296</c:v>
                </c:pt>
                <c:pt idx="17361">
                  <c:v>0.69777777777777783</c:v>
                </c:pt>
                <c:pt idx="17362">
                  <c:v>0.69777777777777783</c:v>
                </c:pt>
                <c:pt idx="17363">
                  <c:v>0.69777777777777783</c:v>
                </c:pt>
                <c:pt idx="17364">
                  <c:v>0.69777777777777783</c:v>
                </c:pt>
                <c:pt idx="17365">
                  <c:v>0.69777777777777783</c:v>
                </c:pt>
                <c:pt idx="17366">
                  <c:v>0.69792592592592595</c:v>
                </c:pt>
                <c:pt idx="17367">
                  <c:v>0.69792592592592595</c:v>
                </c:pt>
                <c:pt idx="17368">
                  <c:v>0.69792592592592595</c:v>
                </c:pt>
                <c:pt idx="17369">
                  <c:v>0.69792592592592595</c:v>
                </c:pt>
                <c:pt idx="17370">
                  <c:v>0.69807407407407407</c:v>
                </c:pt>
                <c:pt idx="17371">
                  <c:v>0.69807407407407407</c:v>
                </c:pt>
                <c:pt idx="17372">
                  <c:v>0.69822222222222219</c:v>
                </c:pt>
                <c:pt idx="17373">
                  <c:v>0.69822222222222219</c:v>
                </c:pt>
                <c:pt idx="17374">
                  <c:v>0.69822222222222219</c:v>
                </c:pt>
                <c:pt idx="17375">
                  <c:v>0.69822222222222219</c:v>
                </c:pt>
                <c:pt idx="17376">
                  <c:v>0.69822222222222219</c:v>
                </c:pt>
                <c:pt idx="17377">
                  <c:v>0.69837037037037042</c:v>
                </c:pt>
                <c:pt idx="17378">
                  <c:v>0.69837037037037042</c:v>
                </c:pt>
                <c:pt idx="17379">
                  <c:v>0.69851851851851854</c:v>
                </c:pt>
                <c:pt idx="17380">
                  <c:v>0.69851851851851854</c:v>
                </c:pt>
                <c:pt idx="17381">
                  <c:v>0.69851851851851854</c:v>
                </c:pt>
                <c:pt idx="17382">
                  <c:v>0.69851851851851854</c:v>
                </c:pt>
                <c:pt idx="17383">
                  <c:v>0.69851851851851854</c:v>
                </c:pt>
                <c:pt idx="17384">
                  <c:v>0.69851851851851854</c:v>
                </c:pt>
                <c:pt idx="17385">
                  <c:v>0.69851851851851854</c:v>
                </c:pt>
                <c:pt idx="17386">
                  <c:v>0.69851851851851854</c:v>
                </c:pt>
                <c:pt idx="17387">
                  <c:v>0.69851851851851854</c:v>
                </c:pt>
                <c:pt idx="17388">
                  <c:v>0.69851851851851854</c:v>
                </c:pt>
                <c:pt idx="17389">
                  <c:v>0.69851851851851854</c:v>
                </c:pt>
                <c:pt idx="17390">
                  <c:v>0.69851851851851854</c:v>
                </c:pt>
                <c:pt idx="17391">
                  <c:v>0.69851851851851854</c:v>
                </c:pt>
                <c:pt idx="17392">
                  <c:v>0.69866666666666666</c:v>
                </c:pt>
                <c:pt idx="17393">
                  <c:v>0.69881481481481478</c:v>
                </c:pt>
                <c:pt idx="17394">
                  <c:v>0.69896296296296301</c:v>
                </c:pt>
                <c:pt idx="17395">
                  <c:v>0.69911111111111113</c:v>
                </c:pt>
                <c:pt idx="17396">
                  <c:v>0.69911111111111113</c:v>
                </c:pt>
                <c:pt idx="17397">
                  <c:v>0.69925925925925925</c:v>
                </c:pt>
                <c:pt idx="17398">
                  <c:v>0.69925925925925925</c:v>
                </c:pt>
                <c:pt idx="17399">
                  <c:v>0.69925925925925925</c:v>
                </c:pt>
                <c:pt idx="17400">
                  <c:v>0.69940740740740737</c:v>
                </c:pt>
                <c:pt idx="17401">
                  <c:v>0.69940740740740737</c:v>
                </c:pt>
                <c:pt idx="17402">
                  <c:v>0.69940740740740737</c:v>
                </c:pt>
                <c:pt idx="17403">
                  <c:v>0.69940740740740737</c:v>
                </c:pt>
                <c:pt idx="17404">
                  <c:v>0.6995555555555556</c:v>
                </c:pt>
                <c:pt idx="17405">
                  <c:v>0.6995555555555556</c:v>
                </c:pt>
                <c:pt idx="17406">
                  <c:v>0.6995555555555556</c:v>
                </c:pt>
                <c:pt idx="17407">
                  <c:v>0.6995555555555556</c:v>
                </c:pt>
                <c:pt idx="17408">
                  <c:v>0.6995555555555556</c:v>
                </c:pt>
                <c:pt idx="17409">
                  <c:v>0.69970370370370372</c:v>
                </c:pt>
                <c:pt idx="17410">
                  <c:v>0.69970370370370372</c:v>
                </c:pt>
                <c:pt idx="17411">
                  <c:v>0.69970370370370372</c:v>
                </c:pt>
                <c:pt idx="17412">
                  <c:v>0.69970370370370372</c:v>
                </c:pt>
                <c:pt idx="17413">
                  <c:v>0.69970370370370372</c:v>
                </c:pt>
                <c:pt idx="17414">
                  <c:v>0.69970370370370372</c:v>
                </c:pt>
                <c:pt idx="17415">
                  <c:v>0.69985185185185184</c:v>
                </c:pt>
                <c:pt idx="17416">
                  <c:v>0.7</c:v>
                </c:pt>
                <c:pt idx="17417">
                  <c:v>0.70014814814814819</c:v>
                </c:pt>
                <c:pt idx="17418">
                  <c:v>0.70014814814814819</c:v>
                </c:pt>
                <c:pt idx="17419">
                  <c:v>0.70014814814814819</c:v>
                </c:pt>
                <c:pt idx="17420">
                  <c:v>0.70014814814814819</c:v>
                </c:pt>
                <c:pt idx="17421">
                  <c:v>0.70014814814814819</c:v>
                </c:pt>
                <c:pt idx="17422">
                  <c:v>0.70014814814814819</c:v>
                </c:pt>
                <c:pt idx="17423">
                  <c:v>0.70029629629629631</c:v>
                </c:pt>
                <c:pt idx="17424">
                  <c:v>0.70029629629629631</c:v>
                </c:pt>
                <c:pt idx="17425">
                  <c:v>0.70029629629629631</c:v>
                </c:pt>
                <c:pt idx="17426">
                  <c:v>0.70029629629629631</c:v>
                </c:pt>
                <c:pt idx="17427">
                  <c:v>0.70029629629629631</c:v>
                </c:pt>
                <c:pt idx="17428">
                  <c:v>0.70044444444444443</c:v>
                </c:pt>
                <c:pt idx="17429">
                  <c:v>0.70044444444444443</c:v>
                </c:pt>
                <c:pt idx="17430">
                  <c:v>0.70044444444444443</c:v>
                </c:pt>
                <c:pt idx="17431">
                  <c:v>0.70044444444444443</c:v>
                </c:pt>
                <c:pt idx="17432">
                  <c:v>0.70044444444444443</c:v>
                </c:pt>
                <c:pt idx="17433">
                  <c:v>0.70044444444444443</c:v>
                </c:pt>
                <c:pt idx="17434">
                  <c:v>0.70044444444444443</c:v>
                </c:pt>
                <c:pt idx="17435">
                  <c:v>0.70044444444444443</c:v>
                </c:pt>
                <c:pt idx="17436">
                  <c:v>0.70044444444444443</c:v>
                </c:pt>
                <c:pt idx="17437">
                  <c:v>0.70044444444444443</c:v>
                </c:pt>
                <c:pt idx="17438">
                  <c:v>0.70044444444444443</c:v>
                </c:pt>
                <c:pt idx="17439">
                  <c:v>0.70044444444444443</c:v>
                </c:pt>
                <c:pt idx="17440">
                  <c:v>0.70059259259259254</c:v>
                </c:pt>
                <c:pt idx="17441">
                  <c:v>0.70059259259259254</c:v>
                </c:pt>
                <c:pt idx="17442">
                  <c:v>0.70059259259259254</c:v>
                </c:pt>
                <c:pt idx="17443">
                  <c:v>0.70074074074074078</c:v>
                </c:pt>
                <c:pt idx="17444">
                  <c:v>0.70074074074074078</c:v>
                </c:pt>
                <c:pt idx="17445">
                  <c:v>0.70074074074074078</c:v>
                </c:pt>
                <c:pt idx="17446">
                  <c:v>0.70074074074074078</c:v>
                </c:pt>
                <c:pt idx="17447">
                  <c:v>0.70074074074074078</c:v>
                </c:pt>
                <c:pt idx="17448">
                  <c:v>0.70088888888888889</c:v>
                </c:pt>
                <c:pt idx="17449">
                  <c:v>0.70088888888888889</c:v>
                </c:pt>
                <c:pt idx="17450">
                  <c:v>0.70088888888888889</c:v>
                </c:pt>
                <c:pt idx="17451">
                  <c:v>0.70088888888888889</c:v>
                </c:pt>
                <c:pt idx="17452">
                  <c:v>0.70088888888888889</c:v>
                </c:pt>
                <c:pt idx="17453">
                  <c:v>0.70088888888888889</c:v>
                </c:pt>
                <c:pt idx="17454">
                  <c:v>0.70088888888888889</c:v>
                </c:pt>
                <c:pt idx="17455">
                  <c:v>0.70103703703703701</c:v>
                </c:pt>
                <c:pt idx="17456">
                  <c:v>0.70103703703703701</c:v>
                </c:pt>
                <c:pt idx="17457">
                  <c:v>0.70103703703703701</c:v>
                </c:pt>
                <c:pt idx="17458">
                  <c:v>0.70103703703703701</c:v>
                </c:pt>
                <c:pt idx="17459">
                  <c:v>0.70118518518518513</c:v>
                </c:pt>
                <c:pt idx="17460">
                  <c:v>0.70118518518518513</c:v>
                </c:pt>
                <c:pt idx="17461">
                  <c:v>0.70118518518518513</c:v>
                </c:pt>
                <c:pt idx="17462">
                  <c:v>0.70118518518518513</c:v>
                </c:pt>
                <c:pt idx="17463">
                  <c:v>0.70133333333333336</c:v>
                </c:pt>
                <c:pt idx="17464">
                  <c:v>0.70133333333333336</c:v>
                </c:pt>
                <c:pt idx="17465">
                  <c:v>0.70148148148148148</c:v>
                </c:pt>
                <c:pt idx="17466">
                  <c:v>0.70148148148148148</c:v>
                </c:pt>
                <c:pt idx="17467">
                  <c:v>0.70148148148148148</c:v>
                </c:pt>
                <c:pt idx="17468">
                  <c:v>0.70148148148148148</c:v>
                </c:pt>
                <c:pt idx="17469">
                  <c:v>0.70148148148148148</c:v>
                </c:pt>
                <c:pt idx="17470">
                  <c:v>0.7016296296296296</c:v>
                </c:pt>
                <c:pt idx="17471">
                  <c:v>0.7016296296296296</c:v>
                </c:pt>
                <c:pt idx="17472">
                  <c:v>0.7016296296296296</c:v>
                </c:pt>
                <c:pt idx="17473">
                  <c:v>0.7016296296296296</c:v>
                </c:pt>
                <c:pt idx="17474">
                  <c:v>0.7016296296296296</c:v>
                </c:pt>
                <c:pt idx="17475">
                  <c:v>0.7016296296296296</c:v>
                </c:pt>
                <c:pt idx="17476">
                  <c:v>0.7016296296296296</c:v>
                </c:pt>
                <c:pt idx="17477">
                  <c:v>0.7016296296296296</c:v>
                </c:pt>
                <c:pt idx="17478">
                  <c:v>0.7016296296296296</c:v>
                </c:pt>
                <c:pt idx="17479">
                  <c:v>0.7016296296296296</c:v>
                </c:pt>
                <c:pt idx="17480">
                  <c:v>0.70177777777777772</c:v>
                </c:pt>
                <c:pt idx="17481">
                  <c:v>0.70192592592592595</c:v>
                </c:pt>
                <c:pt idx="17482">
                  <c:v>0.70207407407407407</c:v>
                </c:pt>
                <c:pt idx="17483">
                  <c:v>0.70207407407407407</c:v>
                </c:pt>
                <c:pt idx="17484">
                  <c:v>0.70207407407407407</c:v>
                </c:pt>
                <c:pt idx="17485">
                  <c:v>0.70207407407407407</c:v>
                </c:pt>
                <c:pt idx="17486">
                  <c:v>0.70207407407407407</c:v>
                </c:pt>
                <c:pt idx="17487">
                  <c:v>0.70207407407407407</c:v>
                </c:pt>
                <c:pt idx="17488">
                  <c:v>0.70207407407407407</c:v>
                </c:pt>
                <c:pt idx="17489">
                  <c:v>0.70207407407407407</c:v>
                </c:pt>
                <c:pt idx="17490">
                  <c:v>0.70222222222222219</c:v>
                </c:pt>
                <c:pt idx="17491">
                  <c:v>0.70237037037037042</c:v>
                </c:pt>
                <c:pt idx="17492">
                  <c:v>0.70251851851851854</c:v>
                </c:pt>
                <c:pt idx="17493">
                  <c:v>0.70251851851851854</c:v>
                </c:pt>
                <c:pt idx="17494">
                  <c:v>0.70266666666666666</c:v>
                </c:pt>
                <c:pt idx="17495">
                  <c:v>0.70266666666666666</c:v>
                </c:pt>
                <c:pt idx="17496">
                  <c:v>0.70281481481481478</c:v>
                </c:pt>
                <c:pt idx="17497">
                  <c:v>0.70281481481481478</c:v>
                </c:pt>
                <c:pt idx="17498">
                  <c:v>0.70281481481481478</c:v>
                </c:pt>
                <c:pt idx="17499">
                  <c:v>0.70281481481481478</c:v>
                </c:pt>
                <c:pt idx="17500">
                  <c:v>0.70281481481481478</c:v>
                </c:pt>
                <c:pt idx="17501">
                  <c:v>0.70281481481481478</c:v>
                </c:pt>
                <c:pt idx="17502">
                  <c:v>0.70296296296296301</c:v>
                </c:pt>
                <c:pt idx="17503">
                  <c:v>0.70296296296296301</c:v>
                </c:pt>
                <c:pt idx="17504">
                  <c:v>0.70296296296296301</c:v>
                </c:pt>
                <c:pt idx="17505">
                  <c:v>0.70311111111111113</c:v>
                </c:pt>
                <c:pt idx="17506">
                  <c:v>0.70325925925925925</c:v>
                </c:pt>
                <c:pt idx="17507">
                  <c:v>0.70325925925925925</c:v>
                </c:pt>
                <c:pt idx="17508">
                  <c:v>0.70325925925925925</c:v>
                </c:pt>
                <c:pt idx="17509">
                  <c:v>0.70340740740740737</c:v>
                </c:pt>
                <c:pt idx="17510">
                  <c:v>0.70340740740740737</c:v>
                </c:pt>
                <c:pt idx="17511">
                  <c:v>0.70340740740740737</c:v>
                </c:pt>
                <c:pt idx="17512">
                  <c:v>0.70340740740740737</c:v>
                </c:pt>
                <c:pt idx="17513">
                  <c:v>0.70340740740740737</c:v>
                </c:pt>
                <c:pt idx="17514">
                  <c:v>0.7035555555555556</c:v>
                </c:pt>
                <c:pt idx="17515">
                  <c:v>0.7035555555555556</c:v>
                </c:pt>
                <c:pt idx="17516">
                  <c:v>0.7035555555555556</c:v>
                </c:pt>
                <c:pt idx="17517">
                  <c:v>0.7035555555555556</c:v>
                </c:pt>
                <c:pt idx="17518">
                  <c:v>0.7035555555555556</c:v>
                </c:pt>
                <c:pt idx="17519">
                  <c:v>0.7035555555555556</c:v>
                </c:pt>
                <c:pt idx="17520">
                  <c:v>0.70370370370370372</c:v>
                </c:pt>
                <c:pt idx="17521">
                  <c:v>0.70385185185185184</c:v>
                </c:pt>
                <c:pt idx="17522">
                  <c:v>0.70399999999999996</c:v>
                </c:pt>
                <c:pt idx="17523">
                  <c:v>0.70399999999999996</c:v>
                </c:pt>
                <c:pt idx="17524">
                  <c:v>0.70399999999999996</c:v>
                </c:pt>
                <c:pt idx="17525">
                  <c:v>0.70399999999999996</c:v>
                </c:pt>
                <c:pt idx="17526">
                  <c:v>0.70399999999999996</c:v>
                </c:pt>
                <c:pt idx="17527">
                  <c:v>0.70414814814814819</c:v>
                </c:pt>
                <c:pt idx="17528">
                  <c:v>0.70414814814814819</c:v>
                </c:pt>
                <c:pt idx="17529">
                  <c:v>0.70429629629629631</c:v>
                </c:pt>
                <c:pt idx="17530">
                  <c:v>0.70429629629629631</c:v>
                </c:pt>
                <c:pt idx="17531">
                  <c:v>0.70429629629629631</c:v>
                </c:pt>
                <c:pt idx="17532">
                  <c:v>0.70444444444444443</c:v>
                </c:pt>
                <c:pt idx="17533">
                  <c:v>0.70459259259259255</c:v>
                </c:pt>
                <c:pt idx="17534">
                  <c:v>0.70459259259259255</c:v>
                </c:pt>
                <c:pt idx="17535">
                  <c:v>0.70459259259259255</c:v>
                </c:pt>
                <c:pt idx="17536">
                  <c:v>0.70459259259259255</c:v>
                </c:pt>
                <c:pt idx="17537">
                  <c:v>0.70459259259259255</c:v>
                </c:pt>
                <c:pt idx="17538">
                  <c:v>0.70474074074074078</c:v>
                </c:pt>
                <c:pt idx="17539">
                  <c:v>0.70474074074074078</c:v>
                </c:pt>
                <c:pt idx="17540">
                  <c:v>0.7048888888888889</c:v>
                </c:pt>
                <c:pt idx="17541">
                  <c:v>0.70503703703703702</c:v>
                </c:pt>
                <c:pt idx="17542">
                  <c:v>0.70503703703703702</c:v>
                </c:pt>
                <c:pt idx="17543">
                  <c:v>0.70518518518518514</c:v>
                </c:pt>
                <c:pt idx="17544">
                  <c:v>0.70533333333333337</c:v>
                </c:pt>
                <c:pt idx="17545">
                  <c:v>0.70533333333333337</c:v>
                </c:pt>
                <c:pt idx="17546">
                  <c:v>0.70533333333333337</c:v>
                </c:pt>
                <c:pt idx="17547">
                  <c:v>0.70533333333333337</c:v>
                </c:pt>
                <c:pt idx="17548">
                  <c:v>0.70533333333333337</c:v>
                </c:pt>
                <c:pt idx="17549">
                  <c:v>0.70533333333333337</c:v>
                </c:pt>
                <c:pt idx="17550">
                  <c:v>0.70533333333333337</c:v>
                </c:pt>
                <c:pt idx="17551">
                  <c:v>0.70548148148148149</c:v>
                </c:pt>
                <c:pt idx="17552">
                  <c:v>0.70562962962962961</c:v>
                </c:pt>
                <c:pt idx="17553">
                  <c:v>0.70562962962962961</c:v>
                </c:pt>
                <c:pt idx="17554">
                  <c:v>0.70562962962962961</c:v>
                </c:pt>
                <c:pt idx="17555">
                  <c:v>0.70562962962962961</c:v>
                </c:pt>
                <c:pt idx="17556">
                  <c:v>0.70562962962962961</c:v>
                </c:pt>
                <c:pt idx="17557">
                  <c:v>0.70577777777777773</c:v>
                </c:pt>
                <c:pt idx="17558">
                  <c:v>0.70577777777777773</c:v>
                </c:pt>
                <c:pt idx="17559">
                  <c:v>0.70577777777777773</c:v>
                </c:pt>
                <c:pt idx="17560">
                  <c:v>0.70577777777777773</c:v>
                </c:pt>
                <c:pt idx="17561">
                  <c:v>0.70577777777777773</c:v>
                </c:pt>
                <c:pt idx="17562">
                  <c:v>0.70577777777777773</c:v>
                </c:pt>
                <c:pt idx="17563">
                  <c:v>0.70577777777777773</c:v>
                </c:pt>
                <c:pt idx="17564">
                  <c:v>0.70577777777777773</c:v>
                </c:pt>
                <c:pt idx="17565">
                  <c:v>0.70577777777777773</c:v>
                </c:pt>
                <c:pt idx="17566">
                  <c:v>0.70577777777777773</c:v>
                </c:pt>
                <c:pt idx="17567">
                  <c:v>0.70577777777777773</c:v>
                </c:pt>
                <c:pt idx="17568">
                  <c:v>0.70592592592592596</c:v>
                </c:pt>
                <c:pt idx="17569">
                  <c:v>0.70592592592592596</c:v>
                </c:pt>
                <c:pt idx="17570">
                  <c:v>0.70592592592592596</c:v>
                </c:pt>
                <c:pt idx="17571">
                  <c:v>0.70607407407407408</c:v>
                </c:pt>
                <c:pt idx="17572">
                  <c:v>0.70607407407407408</c:v>
                </c:pt>
                <c:pt idx="17573">
                  <c:v>0.7062222222222222</c:v>
                </c:pt>
                <c:pt idx="17574">
                  <c:v>0.70637037037037032</c:v>
                </c:pt>
                <c:pt idx="17575">
                  <c:v>0.70637037037037032</c:v>
                </c:pt>
                <c:pt idx="17576">
                  <c:v>0.70637037037037032</c:v>
                </c:pt>
                <c:pt idx="17577">
                  <c:v>0.70637037037037032</c:v>
                </c:pt>
                <c:pt idx="17578">
                  <c:v>0.70637037037037032</c:v>
                </c:pt>
                <c:pt idx="17579">
                  <c:v>0.70637037037037032</c:v>
                </c:pt>
                <c:pt idx="17580">
                  <c:v>0.70651851851851855</c:v>
                </c:pt>
                <c:pt idx="17581">
                  <c:v>0.70651851851851855</c:v>
                </c:pt>
                <c:pt idx="17582">
                  <c:v>0.70651851851851855</c:v>
                </c:pt>
                <c:pt idx="17583">
                  <c:v>0.70651851851851855</c:v>
                </c:pt>
                <c:pt idx="17584">
                  <c:v>0.70651851851851855</c:v>
                </c:pt>
                <c:pt idx="17585">
                  <c:v>0.70651851851851855</c:v>
                </c:pt>
                <c:pt idx="17586">
                  <c:v>0.70666666666666667</c:v>
                </c:pt>
                <c:pt idx="17587">
                  <c:v>0.70666666666666667</c:v>
                </c:pt>
                <c:pt idx="17588">
                  <c:v>0.70666666666666667</c:v>
                </c:pt>
                <c:pt idx="17589">
                  <c:v>0.70666666666666667</c:v>
                </c:pt>
                <c:pt idx="17590">
                  <c:v>0.70666666666666667</c:v>
                </c:pt>
                <c:pt idx="17591">
                  <c:v>0.70666666666666667</c:v>
                </c:pt>
                <c:pt idx="17592">
                  <c:v>0.70681481481481478</c:v>
                </c:pt>
                <c:pt idx="17593">
                  <c:v>0.70681481481481478</c:v>
                </c:pt>
                <c:pt idx="17594">
                  <c:v>0.70681481481481478</c:v>
                </c:pt>
                <c:pt idx="17595">
                  <c:v>0.70681481481481478</c:v>
                </c:pt>
                <c:pt idx="17596">
                  <c:v>0.70681481481481478</c:v>
                </c:pt>
                <c:pt idx="17597">
                  <c:v>0.70681481481481478</c:v>
                </c:pt>
                <c:pt idx="17598">
                  <c:v>0.70696296296296302</c:v>
                </c:pt>
                <c:pt idx="17599">
                  <c:v>0.70711111111111113</c:v>
                </c:pt>
                <c:pt idx="17600">
                  <c:v>0.70711111111111113</c:v>
                </c:pt>
                <c:pt idx="17601">
                  <c:v>0.70711111111111113</c:v>
                </c:pt>
                <c:pt idx="17602">
                  <c:v>0.70711111111111113</c:v>
                </c:pt>
                <c:pt idx="17603">
                  <c:v>0.70711111111111113</c:v>
                </c:pt>
                <c:pt idx="17604">
                  <c:v>0.70711111111111113</c:v>
                </c:pt>
                <c:pt idx="17605">
                  <c:v>0.70725925925925925</c:v>
                </c:pt>
                <c:pt idx="17606">
                  <c:v>0.70725925925925925</c:v>
                </c:pt>
                <c:pt idx="17607">
                  <c:v>0.70725925925925925</c:v>
                </c:pt>
                <c:pt idx="17608">
                  <c:v>0.70725925925925925</c:v>
                </c:pt>
                <c:pt idx="17609">
                  <c:v>0.70740740740740737</c:v>
                </c:pt>
                <c:pt idx="17610">
                  <c:v>0.70740740740740737</c:v>
                </c:pt>
                <c:pt idx="17611">
                  <c:v>0.7075555555555556</c:v>
                </c:pt>
                <c:pt idx="17612">
                  <c:v>0.70770370370370372</c:v>
                </c:pt>
                <c:pt idx="17613">
                  <c:v>0.70770370370370372</c:v>
                </c:pt>
                <c:pt idx="17614">
                  <c:v>0.70770370370370372</c:v>
                </c:pt>
                <c:pt idx="17615">
                  <c:v>0.70770370370370372</c:v>
                </c:pt>
                <c:pt idx="17616">
                  <c:v>0.70770370370370372</c:v>
                </c:pt>
                <c:pt idx="17617">
                  <c:v>0.70770370370370372</c:v>
                </c:pt>
                <c:pt idx="17618">
                  <c:v>0.70770370370370372</c:v>
                </c:pt>
                <c:pt idx="17619">
                  <c:v>0.70785185185185184</c:v>
                </c:pt>
                <c:pt idx="17620">
                  <c:v>0.70785185185185184</c:v>
                </c:pt>
                <c:pt idx="17621">
                  <c:v>0.70785185185185184</c:v>
                </c:pt>
                <c:pt idx="17622">
                  <c:v>0.70785185185185184</c:v>
                </c:pt>
                <c:pt idx="17623">
                  <c:v>0.70785185185185184</c:v>
                </c:pt>
                <c:pt idx="17624">
                  <c:v>0.70785185185185184</c:v>
                </c:pt>
                <c:pt idx="17625">
                  <c:v>0.70785185185185184</c:v>
                </c:pt>
                <c:pt idx="17626">
                  <c:v>0.70785185185185184</c:v>
                </c:pt>
                <c:pt idx="17627">
                  <c:v>0.70785185185185184</c:v>
                </c:pt>
                <c:pt idx="17628">
                  <c:v>0.70799999999999996</c:v>
                </c:pt>
                <c:pt idx="17629">
                  <c:v>0.70814814814814819</c:v>
                </c:pt>
                <c:pt idx="17630">
                  <c:v>0.70814814814814819</c:v>
                </c:pt>
                <c:pt idx="17631">
                  <c:v>0.70814814814814819</c:v>
                </c:pt>
                <c:pt idx="17632">
                  <c:v>0.70829629629629631</c:v>
                </c:pt>
                <c:pt idx="17633">
                  <c:v>0.70829629629629631</c:v>
                </c:pt>
                <c:pt idx="17634">
                  <c:v>0.70844444444444443</c:v>
                </c:pt>
                <c:pt idx="17635">
                  <c:v>0.70844444444444443</c:v>
                </c:pt>
                <c:pt idx="17636">
                  <c:v>0.70844444444444443</c:v>
                </c:pt>
                <c:pt idx="17637">
                  <c:v>0.70844444444444443</c:v>
                </c:pt>
                <c:pt idx="17638">
                  <c:v>0.70859259259259255</c:v>
                </c:pt>
                <c:pt idx="17639">
                  <c:v>0.70859259259259255</c:v>
                </c:pt>
                <c:pt idx="17640">
                  <c:v>0.70859259259259255</c:v>
                </c:pt>
                <c:pt idx="17641">
                  <c:v>0.70859259259259255</c:v>
                </c:pt>
                <c:pt idx="17642">
                  <c:v>0.70859259259259255</c:v>
                </c:pt>
                <c:pt idx="17643">
                  <c:v>0.70859259259259255</c:v>
                </c:pt>
                <c:pt idx="17644">
                  <c:v>0.70859259259259255</c:v>
                </c:pt>
                <c:pt idx="17645">
                  <c:v>0.70859259259259255</c:v>
                </c:pt>
                <c:pt idx="17646">
                  <c:v>0.70859259259259255</c:v>
                </c:pt>
                <c:pt idx="17647">
                  <c:v>0.70859259259259255</c:v>
                </c:pt>
                <c:pt idx="17648">
                  <c:v>0.70859259259259255</c:v>
                </c:pt>
                <c:pt idx="17649">
                  <c:v>0.70859259259259255</c:v>
                </c:pt>
                <c:pt idx="17650">
                  <c:v>0.70874074074074078</c:v>
                </c:pt>
                <c:pt idx="17651">
                  <c:v>0.70874074074074078</c:v>
                </c:pt>
                <c:pt idx="17652">
                  <c:v>0.7088888888888889</c:v>
                </c:pt>
                <c:pt idx="17653">
                  <c:v>0.7088888888888889</c:v>
                </c:pt>
                <c:pt idx="17654">
                  <c:v>0.7088888888888889</c:v>
                </c:pt>
                <c:pt idx="17655">
                  <c:v>0.7088888888888889</c:v>
                </c:pt>
                <c:pt idx="17656">
                  <c:v>0.7088888888888889</c:v>
                </c:pt>
                <c:pt idx="17657">
                  <c:v>0.70903703703703702</c:v>
                </c:pt>
                <c:pt idx="17658">
                  <c:v>0.70918518518518514</c:v>
                </c:pt>
                <c:pt idx="17659">
                  <c:v>0.70933333333333337</c:v>
                </c:pt>
                <c:pt idx="17660">
                  <c:v>0.70933333333333337</c:v>
                </c:pt>
                <c:pt idx="17661">
                  <c:v>0.70933333333333337</c:v>
                </c:pt>
                <c:pt idx="17662">
                  <c:v>0.70933333333333337</c:v>
                </c:pt>
                <c:pt idx="17663">
                  <c:v>0.70933333333333337</c:v>
                </c:pt>
                <c:pt idx="17664">
                  <c:v>0.70933333333333337</c:v>
                </c:pt>
                <c:pt idx="17665">
                  <c:v>0.70933333333333337</c:v>
                </c:pt>
                <c:pt idx="17666">
                  <c:v>0.70933333333333337</c:v>
                </c:pt>
                <c:pt idx="17667">
                  <c:v>0.70933333333333337</c:v>
                </c:pt>
                <c:pt idx="17668">
                  <c:v>0.70933333333333337</c:v>
                </c:pt>
                <c:pt idx="17669">
                  <c:v>0.70933333333333337</c:v>
                </c:pt>
                <c:pt idx="17670">
                  <c:v>0.70948148148148149</c:v>
                </c:pt>
                <c:pt idx="17671">
                  <c:v>0.70948148148148149</c:v>
                </c:pt>
                <c:pt idx="17672">
                  <c:v>0.70948148148148149</c:v>
                </c:pt>
                <c:pt idx="17673">
                  <c:v>0.70948148148148149</c:v>
                </c:pt>
                <c:pt idx="17674">
                  <c:v>0.70948148148148149</c:v>
                </c:pt>
                <c:pt idx="17675">
                  <c:v>0.70948148148148149</c:v>
                </c:pt>
                <c:pt idx="17676">
                  <c:v>0.70962962962962961</c:v>
                </c:pt>
                <c:pt idx="17677">
                  <c:v>0.70977777777777773</c:v>
                </c:pt>
                <c:pt idx="17678">
                  <c:v>0.70992592592592596</c:v>
                </c:pt>
                <c:pt idx="17679">
                  <c:v>0.70992592592592596</c:v>
                </c:pt>
                <c:pt idx="17680">
                  <c:v>0.70992592592592596</c:v>
                </c:pt>
                <c:pt idx="17681">
                  <c:v>0.70992592592592596</c:v>
                </c:pt>
                <c:pt idx="17682">
                  <c:v>0.70992592592592596</c:v>
                </c:pt>
                <c:pt idx="17683">
                  <c:v>0.70992592592592596</c:v>
                </c:pt>
                <c:pt idx="17684">
                  <c:v>0.70992592592592596</c:v>
                </c:pt>
                <c:pt idx="17685">
                  <c:v>0.70992592592592596</c:v>
                </c:pt>
                <c:pt idx="17686">
                  <c:v>0.70992592592592596</c:v>
                </c:pt>
                <c:pt idx="17687">
                  <c:v>0.70992592592592596</c:v>
                </c:pt>
                <c:pt idx="17688">
                  <c:v>0.70992592592592596</c:v>
                </c:pt>
                <c:pt idx="17689">
                  <c:v>0.70992592592592596</c:v>
                </c:pt>
                <c:pt idx="17690">
                  <c:v>0.70992592592592596</c:v>
                </c:pt>
                <c:pt idx="17691">
                  <c:v>0.70992592592592596</c:v>
                </c:pt>
                <c:pt idx="17692">
                  <c:v>0.70992592592592596</c:v>
                </c:pt>
                <c:pt idx="17693">
                  <c:v>0.70992592592592596</c:v>
                </c:pt>
                <c:pt idx="17694">
                  <c:v>0.70992592592592596</c:v>
                </c:pt>
                <c:pt idx="17695">
                  <c:v>0.71007407407407408</c:v>
                </c:pt>
                <c:pt idx="17696">
                  <c:v>0.71007407407407408</c:v>
                </c:pt>
                <c:pt idx="17697">
                  <c:v>0.71007407407407408</c:v>
                </c:pt>
                <c:pt idx="17698">
                  <c:v>0.71007407407407408</c:v>
                </c:pt>
                <c:pt idx="17699">
                  <c:v>0.7102222222222222</c:v>
                </c:pt>
                <c:pt idx="17700">
                  <c:v>0.7102222222222222</c:v>
                </c:pt>
                <c:pt idx="17701">
                  <c:v>0.7102222222222222</c:v>
                </c:pt>
                <c:pt idx="17702">
                  <c:v>0.7102222222222222</c:v>
                </c:pt>
                <c:pt idx="17703">
                  <c:v>0.7102222222222222</c:v>
                </c:pt>
                <c:pt idx="17704">
                  <c:v>0.71037037037037032</c:v>
                </c:pt>
                <c:pt idx="17705">
                  <c:v>0.71051851851851855</c:v>
                </c:pt>
                <c:pt idx="17706">
                  <c:v>0.71051851851851855</c:v>
                </c:pt>
                <c:pt idx="17707">
                  <c:v>0.71066666666666667</c:v>
                </c:pt>
                <c:pt idx="17708">
                  <c:v>0.71066666666666667</c:v>
                </c:pt>
                <c:pt idx="17709">
                  <c:v>0.71066666666666667</c:v>
                </c:pt>
                <c:pt idx="17710">
                  <c:v>0.71066666666666667</c:v>
                </c:pt>
                <c:pt idx="17711">
                  <c:v>0.71066666666666667</c:v>
                </c:pt>
                <c:pt idx="17712">
                  <c:v>0.71066666666666667</c:v>
                </c:pt>
                <c:pt idx="17713">
                  <c:v>0.71066666666666667</c:v>
                </c:pt>
                <c:pt idx="17714">
                  <c:v>0.71081481481481479</c:v>
                </c:pt>
                <c:pt idx="17715">
                  <c:v>0.71096296296296291</c:v>
                </c:pt>
                <c:pt idx="17716">
                  <c:v>0.71111111111111114</c:v>
                </c:pt>
                <c:pt idx="17717">
                  <c:v>0.71111111111111114</c:v>
                </c:pt>
                <c:pt idx="17718">
                  <c:v>0.71111111111111114</c:v>
                </c:pt>
                <c:pt idx="17719">
                  <c:v>0.71111111111111114</c:v>
                </c:pt>
                <c:pt idx="17720">
                  <c:v>0.71111111111111114</c:v>
                </c:pt>
                <c:pt idx="17721">
                  <c:v>0.71125925925925926</c:v>
                </c:pt>
                <c:pt idx="17722">
                  <c:v>0.71125925925925926</c:v>
                </c:pt>
                <c:pt idx="17723">
                  <c:v>0.71140740740740738</c:v>
                </c:pt>
                <c:pt idx="17724">
                  <c:v>0.71140740740740738</c:v>
                </c:pt>
                <c:pt idx="17725">
                  <c:v>0.71140740740740738</c:v>
                </c:pt>
                <c:pt idx="17726">
                  <c:v>0.71140740740740738</c:v>
                </c:pt>
                <c:pt idx="17727">
                  <c:v>0.71140740740740738</c:v>
                </c:pt>
                <c:pt idx="17728">
                  <c:v>0.71140740740740738</c:v>
                </c:pt>
                <c:pt idx="17729">
                  <c:v>0.71140740740740738</c:v>
                </c:pt>
                <c:pt idx="17730">
                  <c:v>0.71155555555555561</c:v>
                </c:pt>
                <c:pt idx="17731">
                  <c:v>0.71155555555555561</c:v>
                </c:pt>
                <c:pt idx="17732">
                  <c:v>0.71155555555555561</c:v>
                </c:pt>
                <c:pt idx="17733">
                  <c:v>0.71155555555555561</c:v>
                </c:pt>
                <c:pt idx="17734">
                  <c:v>0.71155555555555561</c:v>
                </c:pt>
                <c:pt idx="17735">
                  <c:v>0.71155555555555561</c:v>
                </c:pt>
                <c:pt idx="17736">
                  <c:v>0.71170370370370373</c:v>
                </c:pt>
                <c:pt idx="17737">
                  <c:v>0.71170370370370373</c:v>
                </c:pt>
                <c:pt idx="17738">
                  <c:v>0.71185185185185185</c:v>
                </c:pt>
                <c:pt idx="17739">
                  <c:v>0.71185185185185185</c:v>
                </c:pt>
                <c:pt idx="17740">
                  <c:v>0.71185185185185185</c:v>
                </c:pt>
                <c:pt idx="17741">
                  <c:v>0.71185185185185185</c:v>
                </c:pt>
                <c:pt idx="17742">
                  <c:v>0.71185185185185185</c:v>
                </c:pt>
                <c:pt idx="17743">
                  <c:v>0.71185185185185185</c:v>
                </c:pt>
                <c:pt idx="17744">
                  <c:v>0.71185185185185185</c:v>
                </c:pt>
                <c:pt idx="17745">
                  <c:v>0.71185185185185185</c:v>
                </c:pt>
                <c:pt idx="17746">
                  <c:v>0.71185185185185185</c:v>
                </c:pt>
                <c:pt idx="17747">
                  <c:v>0.71185185185185185</c:v>
                </c:pt>
                <c:pt idx="17748">
                  <c:v>0.71199999999999997</c:v>
                </c:pt>
                <c:pt idx="17749">
                  <c:v>0.71199999999999997</c:v>
                </c:pt>
                <c:pt idx="17750">
                  <c:v>0.7121481481481482</c:v>
                </c:pt>
                <c:pt idx="17751">
                  <c:v>0.7121481481481482</c:v>
                </c:pt>
                <c:pt idx="17752">
                  <c:v>0.71229629629629632</c:v>
                </c:pt>
                <c:pt idx="17753">
                  <c:v>0.71244444444444444</c:v>
                </c:pt>
                <c:pt idx="17754">
                  <c:v>0.71244444444444444</c:v>
                </c:pt>
                <c:pt idx="17755">
                  <c:v>0.71244444444444444</c:v>
                </c:pt>
                <c:pt idx="17756">
                  <c:v>0.71244444444444444</c:v>
                </c:pt>
                <c:pt idx="17757">
                  <c:v>0.71244444444444444</c:v>
                </c:pt>
                <c:pt idx="17758">
                  <c:v>0.71259259259259256</c:v>
                </c:pt>
                <c:pt idx="17759">
                  <c:v>0.71274074074074079</c:v>
                </c:pt>
                <c:pt idx="17760">
                  <c:v>0.71274074074074079</c:v>
                </c:pt>
                <c:pt idx="17761">
                  <c:v>0.71274074074074079</c:v>
                </c:pt>
                <c:pt idx="17762">
                  <c:v>0.71274074074074079</c:v>
                </c:pt>
                <c:pt idx="17763">
                  <c:v>0.71274074074074079</c:v>
                </c:pt>
                <c:pt idx="17764">
                  <c:v>0.71274074074074079</c:v>
                </c:pt>
                <c:pt idx="17765">
                  <c:v>0.71274074074074079</c:v>
                </c:pt>
                <c:pt idx="17766">
                  <c:v>0.71274074074074079</c:v>
                </c:pt>
                <c:pt idx="17767">
                  <c:v>0.71274074074074079</c:v>
                </c:pt>
                <c:pt idx="17768">
                  <c:v>0.71274074074074079</c:v>
                </c:pt>
                <c:pt idx="17769">
                  <c:v>0.71274074074074079</c:v>
                </c:pt>
                <c:pt idx="17770">
                  <c:v>0.71274074074074079</c:v>
                </c:pt>
                <c:pt idx="17771">
                  <c:v>0.71274074074074079</c:v>
                </c:pt>
                <c:pt idx="17772">
                  <c:v>0.71274074074074079</c:v>
                </c:pt>
                <c:pt idx="17773">
                  <c:v>0.71274074074074079</c:v>
                </c:pt>
                <c:pt idx="17774">
                  <c:v>0.71274074074074079</c:v>
                </c:pt>
                <c:pt idx="17775">
                  <c:v>0.71274074074074079</c:v>
                </c:pt>
                <c:pt idx="17776">
                  <c:v>0.71274074074074079</c:v>
                </c:pt>
                <c:pt idx="17777">
                  <c:v>0.71274074074074079</c:v>
                </c:pt>
                <c:pt idx="17778">
                  <c:v>0.71288888888888891</c:v>
                </c:pt>
                <c:pt idx="17779">
                  <c:v>0.71303703703703702</c:v>
                </c:pt>
                <c:pt idx="17780">
                  <c:v>0.71303703703703702</c:v>
                </c:pt>
                <c:pt idx="17781">
                  <c:v>0.71303703703703702</c:v>
                </c:pt>
                <c:pt idx="17782">
                  <c:v>0.71303703703703702</c:v>
                </c:pt>
                <c:pt idx="17783">
                  <c:v>0.71318518518518514</c:v>
                </c:pt>
                <c:pt idx="17784">
                  <c:v>0.71318518518518514</c:v>
                </c:pt>
                <c:pt idx="17785">
                  <c:v>0.71318518518518514</c:v>
                </c:pt>
                <c:pt idx="17786">
                  <c:v>0.71318518518518514</c:v>
                </c:pt>
                <c:pt idx="17787">
                  <c:v>0.71318518518518514</c:v>
                </c:pt>
                <c:pt idx="17788">
                  <c:v>0.71318518518518514</c:v>
                </c:pt>
                <c:pt idx="17789">
                  <c:v>0.71318518518518514</c:v>
                </c:pt>
                <c:pt idx="17790">
                  <c:v>0.71318518518518514</c:v>
                </c:pt>
                <c:pt idx="17791">
                  <c:v>0.71318518518518514</c:v>
                </c:pt>
                <c:pt idx="17792">
                  <c:v>0.71333333333333337</c:v>
                </c:pt>
                <c:pt idx="17793">
                  <c:v>0.71333333333333337</c:v>
                </c:pt>
                <c:pt idx="17794">
                  <c:v>0.71348148148148149</c:v>
                </c:pt>
                <c:pt idx="17795">
                  <c:v>0.71362962962962961</c:v>
                </c:pt>
                <c:pt idx="17796">
                  <c:v>0.71362962962962961</c:v>
                </c:pt>
                <c:pt idx="17797">
                  <c:v>0.71362962962962961</c:v>
                </c:pt>
                <c:pt idx="17798">
                  <c:v>0.71362962962962961</c:v>
                </c:pt>
                <c:pt idx="17799">
                  <c:v>0.71362962962962961</c:v>
                </c:pt>
                <c:pt idx="17800">
                  <c:v>0.71362962962962961</c:v>
                </c:pt>
                <c:pt idx="17801">
                  <c:v>0.71362962962962961</c:v>
                </c:pt>
                <c:pt idx="17802">
                  <c:v>0.71362962962962961</c:v>
                </c:pt>
                <c:pt idx="17803">
                  <c:v>0.71362962962962961</c:v>
                </c:pt>
                <c:pt idx="17804">
                  <c:v>0.71362962962962961</c:v>
                </c:pt>
                <c:pt idx="17805">
                  <c:v>0.71362962962962961</c:v>
                </c:pt>
                <c:pt idx="17806">
                  <c:v>0.71362962962962961</c:v>
                </c:pt>
                <c:pt idx="17807">
                  <c:v>0.71362962962962961</c:v>
                </c:pt>
                <c:pt idx="17808">
                  <c:v>0.71362962962962961</c:v>
                </c:pt>
                <c:pt idx="17809">
                  <c:v>0.71362962962962961</c:v>
                </c:pt>
                <c:pt idx="17810">
                  <c:v>0.71362962962962961</c:v>
                </c:pt>
                <c:pt idx="17811">
                  <c:v>0.71362962962962961</c:v>
                </c:pt>
                <c:pt idx="17812">
                  <c:v>0.71362962962962961</c:v>
                </c:pt>
                <c:pt idx="17813">
                  <c:v>0.71362962962962961</c:v>
                </c:pt>
                <c:pt idx="17814">
                  <c:v>0.71362962962962961</c:v>
                </c:pt>
                <c:pt idx="17815">
                  <c:v>0.71362962962962961</c:v>
                </c:pt>
                <c:pt idx="17816">
                  <c:v>0.71377777777777773</c:v>
                </c:pt>
                <c:pt idx="17817">
                  <c:v>0.71377777777777773</c:v>
                </c:pt>
                <c:pt idx="17818">
                  <c:v>0.71377777777777773</c:v>
                </c:pt>
                <c:pt idx="17819">
                  <c:v>0.71377777777777773</c:v>
                </c:pt>
                <c:pt idx="17820">
                  <c:v>0.71392592592592596</c:v>
                </c:pt>
                <c:pt idx="17821">
                  <c:v>0.71392592592592596</c:v>
                </c:pt>
                <c:pt idx="17822">
                  <c:v>0.71392592592592596</c:v>
                </c:pt>
                <c:pt idx="17823">
                  <c:v>0.71407407407407408</c:v>
                </c:pt>
                <c:pt idx="17824">
                  <c:v>0.71407407407407408</c:v>
                </c:pt>
                <c:pt idx="17825">
                  <c:v>0.71407407407407408</c:v>
                </c:pt>
                <c:pt idx="17826">
                  <c:v>0.71407407407407408</c:v>
                </c:pt>
                <c:pt idx="17827">
                  <c:v>0.7142222222222222</c:v>
                </c:pt>
                <c:pt idx="17828">
                  <c:v>0.7142222222222222</c:v>
                </c:pt>
                <c:pt idx="17829">
                  <c:v>0.7142222222222222</c:v>
                </c:pt>
                <c:pt idx="17830">
                  <c:v>0.71437037037037032</c:v>
                </c:pt>
                <c:pt idx="17831">
                  <c:v>0.71437037037037032</c:v>
                </c:pt>
                <c:pt idx="17832">
                  <c:v>0.71437037037037032</c:v>
                </c:pt>
                <c:pt idx="17833">
                  <c:v>0.71437037037037032</c:v>
                </c:pt>
                <c:pt idx="17834">
                  <c:v>0.71451851851851855</c:v>
                </c:pt>
                <c:pt idx="17835">
                  <c:v>0.71451851851851855</c:v>
                </c:pt>
                <c:pt idx="17836">
                  <c:v>0.71466666666666667</c:v>
                </c:pt>
                <c:pt idx="17837">
                  <c:v>0.71466666666666667</c:v>
                </c:pt>
                <c:pt idx="17838">
                  <c:v>0.71466666666666667</c:v>
                </c:pt>
                <c:pt idx="17839">
                  <c:v>0.71466666666666667</c:v>
                </c:pt>
                <c:pt idx="17840">
                  <c:v>0.71466666666666667</c:v>
                </c:pt>
                <c:pt idx="17841">
                  <c:v>0.71481481481481479</c:v>
                </c:pt>
                <c:pt idx="17842">
                  <c:v>0.71481481481481479</c:v>
                </c:pt>
                <c:pt idx="17843">
                  <c:v>0.71481481481481479</c:v>
                </c:pt>
                <c:pt idx="17844">
                  <c:v>0.71481481481481479</c:v>
                </c:pt>
                <c:pt idx="17845">
                  <c:v>0.71496296296296291</c:v>
                </c:pt>
                <c:pt idx="17846">
                  <c:v>0.71496296296296291</c:v>
                </c:pt>
                <c:pt idx="17847">
                  <c:v>0.71496296296296291</c:v>
                </c:pt>
                <c:pt idx="17848">
                  <c:v>0.71511111111111114</c:v>
                </c:pt>
                <c:pt idx="17849">
                  <c:v>0.71525925925925926</c:v>
                </c:pt>
                <c:pt idx="17850">
                  <c:v>0.71525925925925926</c:v>
                </c:pt>
                <c:pt idx="17851">
                  <c:v>0.71525925925925926</c:v>
                </c:pt>
                <c:pt idx="17852">
                  <c:v>0.71540740740740738</c:v>
                </c:pt>
                <c:pt idx="17853">
                  <c:v>0.71540740740740738</c:v>
                </c:pt>
                <c:pt idx="17854">
                  <c:v>0.71540740740740738</c:v>
                </c:pt>
                <c:pt idx="17855">
                  <c:v>0.71540740740740738</c:v>
                </c:pt>
                <c:pt idx="17856">
                  <c:v>0.7155555555555555</c:v>
                </c:pt>
                <c:pt idx="17857">
                  <c:v>0.7155555555555555</c:v>
                </c:pt>
                <c:pt idx="17858">
                  <c:v>0.7155555555555555</c:v>
                </c:pt>
                <c:pt idx="17859">
                  <c:v>0.7155555555555555</c:v>
                </c:pt>
                <c:pt idx="17860">
                  <c:v>0.7155555555555555</c:v>
                </c:pt>
                <c:pt idx="17861">
                  <c:v>0.7155555555555555</c:v>
                </c:pt>
                <c:pt idx="17862">
                  <c:v>0.7155555555555555</c:v>
                </c:pt>
                <c:pt idx="17863">
                  <c:v>0.7155555555555555</c:v>
                </c:pt>
                <c:pt idx="17864">
                  <c:v>0.7155555555555555</c:v>
                </c:pt>
                <c:pt idx="17865">
                  <c:v>0.71570370370370373</c:v>
                </c:pt>
                <c:pt idx="17866">
                  <c:v>0.71585185185185185</c:v>
                </c:pt>
                <c:pt idx="17867">
                  <c:v>0.71585185185185185</c:v>
                </c:pt>
                <c:pt idx="17868">
                  <c:v>0.71599999999999997</c:v>
                </c:pt>
                <c:pt idx="17869">
                  <c:v>0.71599999999999997</c:v>
                </c:pt>
                <c:pt idx="17870">
                  <c:v>0.71599999999999997</c:v>
                </c:pt>
                <c:pt idx="17871">
                  <c:v>0.71599999999999997</c:v>
                </c:pt>
                <c:pt idx="17872">
                  <c:v>0.71599999999999997</c:v>
                </c:pt>
                <c:pt idx="17873">
                  <c:v>0.7161481481481482</c:v>
                </c:pt>
                <c:pt idx="17874">
                  <c:v>0.71629629629629632</c:v>
                </c:pt>
                <c:pt idx="17875">
                  <c:v>0.71629629629629632</c:v>
                </c:pt>
                <c:pt idx="17876">
                  <c:v>0.71629629629629632</c:v>
                </c:pt>
                <c:pt idx="17877">
                  <c:v>0.71629629629629632</c:v>
                </c:pt>
                <c:pt idx="17878">
                  <c:v>0.71629629629629632</c:v>
                </c:pt>
                <c:pt idx="17879">
                  <c:v>0.71644444444444444</c:v>
                </c:pt>
                <c:pt idx="17880">
                  <c:v>0.71644444444444444</c:v>
                </c:pt>
                <c:pt idx="17881">
                  <c:v>0.71659259259259256</c:v>
                </c:pt>
                <c:pt idx="17882">
                  <c:v>0.71674074074074079</c:v>
                </c:pt>
                <c:pt idx="17883">
                  <c:v>0.71674074074074079</c:v>
                </c:pt>
                <c:pt idx="17884">
                  <c:v>0.71674074074074079</c:v>
                </c:pt>
                <c:pt idx="17885">
                  <c:v>0.71674074074074079</c:v>
                </c:pt>
                <c:pt idx="17886">
                  <c:v>0.71674074074074079</c:v>
                </c:pt>
                <c:pt idx="17887">
                  <c:v>0.71688888888888891</c:v>
                </c:pt>
                <c:pt idx="17888">
                  <c:v>0.71688888888888891</c:v>
                </c:pt>
                <c:pt idx="17889">
                  <c:v>0.71703703703703703</c:v>
                </c:pt>
                <c:pt idx="17890">
                  <c:v>0.71718518518518515</c:v>
                </c:pt>
                <c:pt idx="17891">
                  <c:v>0.71718518518518515</c:v>
                </c:pt>
                <c:pt idx="17892">
                  <c:v>0.71733333333333338</c:v>
                </c:pt>
                <c:pt idx="17893">
                  <c:v>0.71733333333333338</c:v>
                </c:pt>
                <c:pt idx="17894">
                  <c:v>0.71733333333333338</c:v>
                </c:pt>
                <c:pt idx="17895">
                  <c:v>0.7174814814814815</c:v>
                </c:pt>
                <c:pt idx="17896">
                  <c:v>0.7174814814814815</c:v>
                </c:pt>
                <c:pt idx="17897">
                  <c:v>0.7174814814814815</c:v>
                </c:pt>
                <c:pt idx="17898">
                  <c:v>0.7174814814814815</c:v>
                </c:pt>
                <c:pt idx="17899">
                  <c:v>0.7174814814814815</c:v>
                </c:pt>
                <c:pt idx="17900">
                  <c:v>0.7174814814814815</c:v>
                </c:pt>
                <c:pt idx="17901">
                  <c:v>0.7174814814814815</c:v>
                </c:pt>
                <c:pt idx="17902">
                  <c:v>0.7174814814814815</c:v>
                </c:pt>
                <c:pt idx="17903">
                  <c:v>0.7174814814814815</c:v>
                </c:pt>
                <c:pt idx="17904">
                  <c:v>0.71762962962962962</c:v>
                </c:pt>
                <c:pt idx="17905">
                  <c:v>0.71762962962962962</c:v>
                </c:pt>
                <c:pt idx="17906">
                  <c:v>0.71762962962962962</c:v>
                </c:pt>
                <c:pt idx="17907">
                  <c:v>0.71762962962962962</c:v>
                </c:pt>
                <c:pt idx="17908">
                  <c:v>0.71762962962962962</c:v>
                </c:pt>
                <c:pt idx="17909">
                  <c:v>0.71762962962962962</c:v>
                </c:pt>
                <c:pt idx="17910">
                  <c:v>0.71762962962962962</c:v>
                </c:pt>
                <c:pt idx="17911">
                  <c:v>0.71777777777777774</c:v>
                </c:pt>
                <c:pt idx="17912">
                  <c:v>0.71777777777777774</c:v>
                </c:pt>
                <c:pt idx="17913">
                  <c:v>0.71777777777777774</c:v>
                </c:pt>
                <c:pt idx="17914">
                  <c:v>0.71792592592592597</c:v>
                </c:pt>
                <c:pt idx="17915">
                  <c:v>0.71807407407407409</c:v>
                </c:pt>
                <c:pt idx="17916">
                  <c:v>0.71807407407407409</c:v>
                </c:pt>
                <c:pt idx="17917">
                  <c:v>0.71822222222222221</c:v>
                </c:pt>
                <c:pt idx="17918">
                  <c:v>0.71822222222222221</c:v>
                </c:pt>
                <c:pt idx="17919">
                  <c:v>0.71837037037037033</c:v>
                </c:pt>
                <c:pt idx="17920">
                  <c:v>0.71837037037037033</c:v>
                </c:pt>
                <c:pt idx="17921">
                  <c:v>0.71837037037037033</c:v>
                </c:pt>
                <c:pt idx="17922">
                  <c:v>0.71837037037037033</c:v>
                </c:pt>
                <c:pt idx="17923">
                  <c:v>0.71837037037037033</c:v>
                </c:pt>
                <c:pt idx="17924">
                  <c:v>0.71851851851851856</c:v>
                </c:pt>
                <c:pt idx="17925">
                  <c:v>0.71851851851851856</c:v>
                </c:pt>
                <c:pt idx="17926">
                  <c:v>0.71851851851851856</c:v>
                </c:pt>
                <c:pt idx="17927">
                  <c:v>0.71866666666666668</c:v>
                </c:pt>
                <c:pt idx="17928">
                  <c:v>0.7188148148148148</c:v>
                </c:pt>
                <c:pt idx="17929">
                  <c:v>0.7188148148148148</c:v>
                </c:pt>
                <c:pt idx="17930">
                  <c:v>0.7188148148148148</c:v>
                </c:pt>
                <c:pt idx="17931">
                  <c:v>0.71896296296296291</c:v>
                </c:pt>
                <c:pt idx="17932">
                  <c:v>0.71896296296296291</c:v>
                </c:pt>
                <c:pt idx="17933">
                  <c:v>0.71896296296296291</c:v>
                </c:pt>
                <c:pt idx="17934">
                  <c:v>0.71896296296296291</c:v>
                </c:pt>
                <c:pt idx="17935">
                  <c:v>0.71896296296296291</c:v>
                </c:pt>
                <c:pt idx="17936">
                  <c:v>0.71896296296296291</c:v>
                </c:pt>
                <c:pt idx="17937">
                  <c:v>0.71911111111111115</c:v>
                </c:pt>
                <c:pt idx="17938">
                  <c:v>0.71911111111111115</c:v>
                </c:pt>
                <c:pt idx="17939">
                  <c:v>0.71925925925925926</c:v>
                </c:pt>
                <c:pt idx="17940">
                  <c:v>0.71925925925925926</c:v>
                </c:pt>
                <c:pt idx="17941">
                  <c:v>0.71925925925925926</c:v>
                </c:pt>
                <c:pt idx="17942">
                  <c:v>0.71925925925925926</c:v>
                </c:pt>
                <c:pt idx="17943">
                  <c:v>0.71940740740740738</c:v>
                </c:pt>
                <c:pt idx="17944">
                  <c:v>0.71940740740740738</c:v>
                </c:pt>
                <c:pt idx="17945">
                  <c:v>0.71940740740740738</c:v>
                </c:pt>
                <c:pt idx="17946">
                  <c:v>0.7195555555555555</c:v>
                </c:pt>
                <c:pt idx="17947">
                  <c:v>0.7195555555555555</c:v>
                </c:pt>
                <c:pt idx="17948">
                  <c:v>0.7195555555555555</c:v>
                </c:pt>
                <c:pt idx="17949">
                  <c:v>0.7195555555555555</c:v>
                </c:pt>
                <c:pt idx="17950">
                  <c:v>0.7195555555555555</c:v>
                </c:pt>
                <c:pt idx="17951">
                  <c:v>0.7195555555555555</c:v>
                </c:pt>
                <c:pt idx="17952">
                  <c:v>0.7195555555555555</c:v>
                </c:pt>
                <c:pt idx="17953">
                  <c:v>0.7195555555555555</c:v>
                </c:pt>
                <c:pt idx="17954">
                  <c:v>0.7195555555555555</c:v>
                </c:pt>
                <c:pt idx="17955">
                  <c:v>0.7195555555555555</c:v>
                </c:pt>
                <c:pt idx="17956">
                  <c:v>0.71970370370370373</c:v>
                </c:pt>
                <c:pt idx="17957">
                  <c:v>0.71970370370370373</c:v>
                </c:pt>
                <c:pt idx="17958">
                  <c:v>0.71970370370370373</c:v>
                </c:pt>
                <c:pt idx="17959">
                  <c:v>0.71970370370370373</c:v>
                </c:pt>
                <c:pt idx="17960">
                  <c:v>0.71970370370370373</c:v>
                </c:pt>
                <c:pt idx="17961">
                  <c:v>0.71970370370370373</c:v>
                </c:pt>
                <c:pt idx="17962">
                  <c:v>0.71970370370370373</c:v>
                </c:pt>
                <c:pt idx="17963">
                  <c:v>0.71970370370370373</c:v>
                </c:pt>
                <c:pt idx="17964">
                  <c:v>0.71970370370370373</c:v>
                </c:pt>
                <c:pt idx="17965">
                  <c:v>0.71970370370370373</c:v>
                </c:pt>
                <c:pt idx="17966">
                  <c:v>0.71970370370370373</c:v>
                </c:pt>
                <c:pt idx="17967">
                  <c:v>0.71985185185185185</c:v>
                </c:pt>
                <c:pt idx="17968">
                  <c:v>0.71985185185185185</c:v>
                </c:pt>
                <c:pt idx="17969">
                  <c:v>0.72</c:v>
                </c:pt>
                <c:pt idx="17970">
                  <c:v>0.72</c:v>
                </c:pt>
                <c:pt idx="17971">
                  <c:v>0.72</c:v>
                </c:pt>
                <c:pt idx="17972">
                  <c:v>0.72</c:v>
                </c:pt>
                <c:pt idx="17973">
                  <c:v>0.72014814814814809</c:v>
                </c:pt>
                <c:pt idx="17974">
                  <c:v>0.72014814814814809</c:v>
                </c:pt>
                <c:pt idx="17975">
                  <c:v>0.72014814814814809</c:v>
                </c:pt>
                <c:pt idx="17976">
                  <c:v>0.72014814814814809</c:v>
                </c:pt>
                <c:pt idx="17977">
                  <c:v>0.72014814814814809</c:v>
                </c:pt>
                <c:pt idx="17978">
                  <c:v>0.72014814814814809</c:v>
                </c:pt>
                <c:pt idx="17979">
                  <c:v>0.72014814814814809</c:v>
                </c:pt>
                <c:pt idx="17980">
                  <c:v>0.72014814814814809</c:v>
                </c:pt>
                <c:pt idx="17981">
                  <c:v>0.72014814814814809</c:v>
                </c:pt>
                <c:pt idx="17982">
                  <c:v>0.72014814814814809</c:v>
                </c:pt>
                <c:pt idx="17983">
                  <c:v>0.72014814814814809</c:v>
                </c:pt>
                <c:pt idx="17984">
                  <c:v>0.72014814814814809</c:v>
                </c:pt>
                <c:pt idx="17985">
                  <c:v>0.72014814814814809</c:v>
                </c:pt>
                <c:pt idx="17986">
                  <c:v>0.72014814814814809</c:v>
                </c:pt>
                <c:pt idx="17987">
                  <c:v>0.72029629629629632</c:v>
                </c:pt>
                <c:pt idx="17988">
                  <c:v>0.72044444444444444</c:v>
                </c:pt>
                <c:pt idx="17989">
                  <c:v>0.72059259259259256</c:v>
                </c:pt>
                <c:pt idx="17990">
                  <c:v>0.72059259259259256</c:v>
                </c:pt>
                <c:pt idx="17991">
                  <c:v>0.72074074074074079</c:v>
                </c:pt>
                <c:pt idx="17992">
                  <c:v>0.72088888888888891</c:v>
                </c:pt>
                <c:pt idx="17993">
                  <c:v>0.72088888888888891</c:v>
                </c:pt>
                <c:pt idx="17994">
                  <c:v>0.72103703703703703</c:v>
                </c:pt>
                <c:pt idx="17995">
                  <c:v>0.72103703703703703</c:v>
                </c:pt>
                <c:pt idx="17996">
                  <c:v>0.72103703703703703</c:v>
                </c:pt>
                <c:pt idx="17997">
                  <c:v>0.72103703703703703</c:v>
                </c:pt>
                <c:pt idx="17998">
                  <c:v>0.72118518518518515</c:v>
                </c:pt>
                <c:pt idx="17999">
                  <c:v>0.72118518518518515</c:v>
                </c:pt>
                <c:pt idx="18000">
                  <c:v>0.72118518518518515</c:v>
                </c:pt>
                <c:pt idx="18001">
                  <c:v>0.72118518518518515</c:v>
                </c:pt>
                <c:pt idx="18002">
                  <c:v>0.72118518518518515</c:v>
                </c:pt>
                <c:pt idx="18003">
                  <c:v>0.72118518518518515</c:v>
                </c:pt>
                <c:pt idx="18004">
                  <c:v>0.72133333333333338</c:v>
                </c:pt>
                <c:pt idx="18005">
                  <c:v>0.72133333333333338</c:v>
                </c:pt>
                <c:pt idx="18006">
                  <c:v>0.72133333333333338</c:v>
                </c:pt>
                <c:pt idx="18007">
                  <c:v>0.7214814814814815</c:v>
                </c:pt>
                <c:pt idx="18008">
                  <c:v>0.7214814814814815</c:v>
                </c:pt>
                <c:pt idx="18009">
                  <c:v>0.7214814814814815</c:v>
                </c:pt>
                <c:pt idx="18010">
                  <c:v>0.7214814814814815</c:v>
                </c:pt>
                <c:pt idx="18011">
                  <c:v>0.7214814814814815</c:v>
                </c:pt>
                <c:pt idx="18012">
                  <c:v>0.7214814814814815</c:v>
                </c:pt>
                <c:pt idx="18013">
                  <c:v>0.7214814814814815</c:v>
                </c:pt>
                <c:pt idx="18014">
                  <c:v>0.7214814814814815</c:v>
                </c:pt>
                <c:pt idx="18015">
                  <c:v>0.7214814814814815</c:v>
                </c:pt>
                <c:pt idx="18016">
                  <c:v>0.7214814814814815</c:v>
                </c:pt>
                <c:pt idx="18017">
                  <c:v>0.7214814814814815</c:v>
                </c:pt>
                <c:pt idx="18018">
                  <c:v>0.72162962962962962</c:v>
                </c:pt>
                <c:pt idx="18019">
                  <c:v>0.72162962962962962</c:v>
                </c:pt>
                <c:pt idx="18020">
                  <c:v>0.72162962962962962</c:v>
                </c:pt>
                <c:pt idx="18021">
                  <c:v>0.72162962962962962</c:v>
                </c:pt>
                <c:pt idx="18022">
                  <c:v>0.72162962962962962</c:v>
                </c:pt>
                <c:pt idx="18023">
                  <c:v>0.72162962962962962</c:v>
                </c:pt>
                <c:pt idx="18024">
                  <c:v>0.72162962962962962</c:v>
                </c:pt>
                <c:pt idx="18025">
                  <c:v>0.72162962962962962</c:v>
                </c:pt>
                <c:pt idx="18026">
                  <c:v>0.72162962962962962</c:v>
                </c:pt>
                <c:pt idx="18027">
                  <c:v>0.72162962962962962</c:v>
                </c:pt>
                <c:pt idx="18028">
                  <c:v>0.72177777777777774</c:v>
                </c:pt>
                <c:pt idx="18029">
                  <c:v>0.72177777777777774</c:v>
                </c:pt>
                <c:pt idx="18030">
                  <c:v>0.72177777777777774</c:v>
                </c:pt>
                <c:pt idx="18031">
                  <c:v>0.72177777777777774</c:v>
                </c:pt>
                <c:pt idx="18032">
                  <c:v>0.72192592592592597</c:v>
                </c:pt>
                <c:pt idx="18033">
                  <c:v>0.72207407407407409</c:v>
                </c:pt>
                <c:pt idx="18034">
                  <c:v>0.72207407407407409</c:v>
                </c:pt>
                <c:pt idx="18035">
                  <c:v>0.72207407407407409</c:v>
                </c:pt>
                <c:pt idx="18036">
                  <c:v>0.72207407407407409</c:v>
                </c:pt>
                <c:pt idx="18037">
                  <c:v>0.72207407407407409</c:v>
                </c:pt>
                <c:pt idx="18038">
                  <c:v>0.72207407407407409</c:v>
                </c:pt>
                <c:pt idx="18039">
                  <c:v>0.72207407407407409</c:v>
                </c:pt>
                <c:pt idx="18040">
                  <c:v>0.72207407407407409</c:v>
                </c:pt>
                <c:pt idx="18041">
                  <c:v>0.72207407407407409</c:v>
                </c:pt>
                <c:pt idx="18042">
                  <c:v>0.72207407407407409</c:v>
                </c:pt>
                <c:pt idx="18043">
                  <c:v>0.72207407407407409</c:v>
                </c:pt>
                <c:pt idx="18044">
                  <c:v>0.72207407407407409</c:v>
                </c:pt>
                <c:pt idx="18045">
                  <c:v>0.72207407407407409</c:v>
                </c:pt>
                <c:pt idx="18046">
                  <c:v>0.72207407407407409</c:v>
                </c:pt>
                <c:pt idx="18047">
                  <c:v>0.72222222222222221</c:v>
                </c:pt>
                <c:pt idx="18048">
                  <c:v>0.72237037037037033</c:v>
                </c:pt>
                <c:pt idx="18049">
                  <c:v>0.72237037037037033</c:v>
                </c:pt>
                <c:pt idx="18050">
                  <c:v>0.72237037037037033</c:v>
                </c:pt>
                <c:pt idx="18051">
                  <c:v>0.72237037037037033</c:v>
                </c:pt>
                <c:pt idx="18052">
                  <c:v>0.72237037037037033</c:v>
                </c:pt>
                <c:pt idx="18053">
                  <c:v>0.72237037037037033</c:v>
                </c:pt>
                <c:pt idx="18054">
                  <c:v>0.72237037037037033</c:v>
                </c:pt>
                <c:pt idx="18055">
                  <c:v>0.72251851851851856</c:v>
                </c:pt>
                <c:pt idx="18056">
                  <c:v>0.72251851851851856</c:v>
                </c:pt>
                <c:pt idx="18057">
                  <c:v>0.72251851851851856</c:v>
                </c:pt>
                <c:pt idx="18058">
                  <c:v>0.72251851851851856</c:v>
                </c:pt>
                <c:pt idx="18059">
                  <c:v>0.72251851851851856</c:v>
                </c:pt>
                <c:pt idx="18060">
                  <c:v>0.72251851851851856</c:v>
                </c:pt>
                <c:pt idx="18061">
                  <c:v>0.72251851851851856</c:v>
                </c:pt>
                <c:pt idx="18062">
                  <c:v>0.72251851851851856</c:v>
                </c:pt>
                <c:pt idx="18063">
                  <c:v>0.72251851851851856</c:v>
                </c:pt>
                <c:pt idx="18064">
                  <c:v>0.72251851851851856</c:v>
                </c:pt>
                <c:pt idx="18065">
                  <c:v>0.72251851851851856</c:v>
                </c:pt>
                <c:pt idx="18066">
                  <c:v>0.72251851851851856</c:v>
                </c:pt>
                <c:pt idx="18067">
                  <c:v>0.72251851851851856</c:v>
                </c:pt>
                <c:pt idx="18068">
                  <c:v>0.72251851851851856</c:v>
                </c:pt>
                <c:pt idx="18069">
                  <c:v>0.72266666666666668</c:v>
                </c:pt>
                <c:pt idx="18070">
                  <c:v>0.7228148148148148</c:v>
                </c:pt>
                <c:pt idx="18071">
                  <c:v>0.7228148148148148</c:v>
                </c:pt>
                <c:pt idx="18072">
                  <c:v>0.7228148148148148</c:v>
                </c:pt>
                <c:pt idx="18073">
                  <c:v>0.7228148148148148</c:v>
                </c:pt>
                <c:pt idx="18074">
                  <c:v>0.7228148148148148</c:v>
                </c:pt>
                <c:pt idx="18075">
                  <c:v>0.7228148148148148</c:v>
                </c:pt>
                <c:pt idx="18076">
                  <c:v>0.7228148148148148</c:v>
                </c:pt>
                <c:pt idx="18077">
                  <c:v>0.72296296296296292</c:v>
                </c:pt>
                <c:pt idx="18078">
                  <c:v>0.72296296296296292</c:v>
                </c:pt>
                <c:pt idx="18079">
                  <c:v>0.72311111111111115</c:v>
                </c:pt>
                <c:pt idx="18080">
                  <c:v>0.72325925925925927</c:v>
                </c:pt>
                <c:pt idx="18081">
                  <c:v>0.72325925925925927</c:v>
                </c:pt>
                <c:pt idx="18082">
                  <c:v>0.72325925925925927</c:v>
                </c:pt>
                <c:pt idx="18083">
                  <c:v>0.72325925925925927</c:v>
                </c:pt>
                <c:pt idx="18084">
                  <c:v>0.72325925925925927</c:v>
                </c:pt>
                <c:pt idx="18085">
                  <c:v>0.72325925925925927</c:v>
                </c:pt>
                <c:pt idx="18086">
                  <c:v>0.72340740740740739</c:v>
                </c:pt>
                <c:pt idx="18087">
                  <c:v>0.72355555555555551</c:v>
                </c:pt>
                <c:pt idx="18088">
                  <c:v>0.72370370370370374</c:v>
                </c:pt>
                <c:pt idx="18089">
                  <c:v>0.72370370370370374</c:v>
                </c:pt>
                <c:pt idx="18090">
                  <c:v>0.72385185185185186</c:v>
                </c:pt>
                <c:pt idx="18091">
                  <c:v>0.72385185185185186</c:v>
                </c:pt>
                <c:pt idx="18092">
                  <c:v>0.72385185185185186</c:v>
                </c:pt>
                <c:pt idx="18093">
                  <c:v>0.72385185185185186</c:v>
                </c:pt>
                <c:pt idx="18094">
                  <c:v>0.72385185185185186</c:v>
                </c:pt>
                <c:pt idx="18095">
                  <c:v>0.72399999999999998</c:v>
                </c:pt>
                <c:pt idx="18096">
                  <c:v>0.72399999999999998</c:v>
                </c:pt>
                <c:pt idx="18097">
                  <c:v>0.72399999999999998</c:v>
                </c:pt>
                <c:pt idx="18098">
                  <c:v>0.72399999999999998</c:v>
                </c:pt>
                <c:pt idx="18099">
                  <c:v>0.72399999999999998</c:v>
                </c:pt>
                <c:pt idx="18100">
                  <c:v>0.7241481481481481</c:v>
                </c:pt>
                <c:pt idx="18101">
                  <c:v>0.7241481481481481</c:v>
                </c:pt>
                <c:pt idx="18102">
                  <c:v>0.7241481481481481</c:v>
                </c:pt>
                <c:pt idx="18103">
                  <c:v>0.7241481481481481</c:v>
                </c:pt>
                <c:pt idx="18104">
                  <c:v>0.7241481481481481</c:v>
                </c:pt>
                <c:pt idx="18105">
                  <c:v>0.7241481481481481</c:v>
                </c:pt>
                <c:pt idx="18106">
                  <c:v>0.7241481481481481</c:v>
                </c:pt>
                <c:pt idx="18107">
                  <c:v>0.7241481481481481</c:v>
                </c:pt>
                <c:pt idx="18108">
                  <c:v>0.7241481481481481</c:v>
                </c:pt>
                <c:pt idx="18109">
                  <c:v>0.7241481481481481</c:v>
                </c:pt>
                <c:pt idx="18110">
                  <c:v>0.7241481481481481</c:v>
                </c:pt>
                <c:pt idx="18111">
                  <c:v>0.7241481481481481</c:v>
                </c:pt>
                <c:pt idx="18112">
                  <c:v>0.7241481481481481</c:v>
                </c:pt>
                <c:pt idx="18113">
                  <c:v>0.7241481481481481</c:v>
                </c:pt>
                <c:pt idx="18114">
                  <c:v>0.7241481481481481</c:v>
                </c:pt>
                <c:pt idx="18115">
                  <c:v>0.7241481481481481</c:v>
                </c:pt>
                <c:pt idx="18116">
                  <c:v>0.7241481481481481</c:v>
                </c:pt>
                <c:pt idx="18117">
                  <c:v>0.72429629629629633</c:v>
                </c:pt>
                <c:pt idx="18118">
                  <c:v>0.72429629629629633</c:v>
                </c:pt>
                <c:pt idx="18119">
                  <c:v>0.72444444444444445</c:v>
                </c:pt>
                <c:pt idx="18120">
                  <c:v>0.72444444444444445</c:v>
                </c:pt>
                <c:pt idx="18121">
                  <c:v>0.72444444444444445</c:v>
                </c:pt>
                <c:pt idx="18122">
                  <c:v>0.72444444444444445</c:v>
                </c:pt>
                <c:pt idx="18123">
                  <c:v>0.72459259259259257</c:v>
                </c:pt>
                <c:pt idx="18124">
                  <c:v>0.72459259259259257</c:v>
                </c:pt>
                <c:pt idx="18125">
                  <c:v>0.72474074074074069</c:v>
                </c:pt>
                <c:pt idx="18126">
                  <c:v>0.72488888888888892</c:v>
                </c:pt>
                <c:pt idx="18127">
                  <c:v>0.72488888888888892</c:v>
                </c:pt>
                <c:pt idx="18128">
                  <c:v>0.72488888888888892</c:v>
                </c:pt>
                <c:pt idx="18129">
                  <c:v>0.72488888888888892</c:v>
                </c:pt>
                <c:pt idx="18130">
                  <c:v>0.72488888888888892</c:v>
                </c:pt>
                <c:pt idx="18131">
                  <c:v>0.72488888888888892</c:v>
                </c:pt>
                <c:pt idx="18132">
                  <c:v>0.72488888888888892</c:v>
                </c:pt>
                <c:pt idx="18133">
                  <c:v>0.72503703703703704</c:v>
                </c:pt>
                <c:pt idx="18134">
                  <c:v>0.72503703703703704</c:v>
                </c:pt>
                <c:pt idx="18135">
                  <c:v>0.72503703703703704</c:v>
                </c:pt>
                <c:pt idx="18136">
                  <c:v>0.72518518518518515</c:v>
                </c:pt>
                <c:pt idx="18137">
                  <c:v>0.72533333333333339</c:v>
                </c:pt>
                <c:pt idx="18138">
                  <c:v>0.72533333333333339</c:v>
                </c:pt>
                <c:pt idx="18139">
                  <c:v>0.7254814814814815</c:v>
                </c:pt>
                <c:pt idx="18140">
                  <c:v>0.7254814814814815</c:v>
                </c:pt>
                <c:pt idx="18141">
                  <c:v>0.7254814814814815</c:v>
                </c:pt>
                <c:pt idx="18142">
                  <c:v>0.72562962962962962</c:v>
                </c:pt>
                <c:pt idx="18143">
                  <c:v>0.72577777777777774</c:v>
                </c:pt>
                <c:pt idx="18144">
                  <c:v>0.72592592592592597</c:v>
                </c:pt>
                <c:pt idx="18145">
                  <c:v>0.72592592592592597</c:v>
                </c:pt>
                <c:pt idx="18146">
                  <c:v>0.72592592592592597</c:v>
                </c:pt>
                <c:pt idx="18147">
                  <c:v>0.72592592592592597</c:v>
                </c:pt>
                <c:pt idx="18148">
                  <c:v>0.72592592592592597</c:v>
                </c:pt>
                <c:pt idx="18149">
                  <c:v>0.72607407407407409</c:v>
                </c:pt>
                <c:pt idx="18150">
                  <c:v>0.72607407407407409</c:v>
                </c:pt>
                <c:pt idx="18151">
                  <c:v>0.72622222222222221</c:v>
                </c:pt>
                <c:pt idx="18152">
                  <c:v>0.72637037037037033</c:v>
                </c:pt>
                <c:pt idx="18153">
                  <c:v>0.72637037037037033</c:v>
                </c:pt>
                <c:pt idx="18154">
                  <c:v>0.72651851851851856</c:v>
                </c:pt>
                <c:pt idx="18155">
                  <c:v>0.72651851851851856</c:v>
                </c:pt>
                <c:pt idx="18156">
                  <c:v>0.72651851851851856</c:v>
                </c:pt>
                <c:pt idx="18157">
                  <c:v>0.72651851851851856</c:v>
                </c:pt>
                <c:pt idx="18158">
                  <c:v>0.72651851851851856</c:v>
                </c:pt>
                <c:pt idx="18159">
                  <c:v>0.72651851851851856</c:v>
                </c:pt>
                <c:pt idx="18160">
                  <c:v>0.72651851851851856</c:v>
                </c:pt>
                <c:pt idx="18161">
                  <c:v>0.72666666666666668</c:v>
                </c:pt>
                <c:pt idx="18162">
                  <c:v>0.72666666666666668</c:v>
                </c:pt>
                <c:pt idx="18163">
                  <c:v>0.72666666666666668</c:v>
                </c:pt>
                <c:pt idx="18164">
                  <c:v>0.72666666666666668</c:v>
                </c:pt>
                <c:pt idx="18165">
                  <c:v>0.7268148148148148</c:v>
                </c:pt>
                <c:pt idx="18166">
                  <c:v>0.72696296296296292</c:v>
                </c:pt>
                <c:pt idx="18167">
                  <c:v>0.72696296296296292</c:v>
                </c:pt>
                <c:pt idx="18168">
                  <c:v>0.72711111111111115</c:v>
                </c:pt>
                <c:pt idx="18169">
                  <c:v>0.72711111111111115</c:v>
                </c:pt>
                <c:pt idx="18170">
                  <c:v>0.72711111111111115</c:v>
                </c:pt>
                <c:pt idx="18171">
                  <c:v>0.72711111111111115</c:v>
                </c:pt>
                <c:pt idx="18172">
                  <c:v>0.72711111111111115</c:v>
                </c:pt>
                <c:pt idx="18173">
                  <c:v>0.72711111111111115</c:v>
                </c:pt>
                <c:pt idx="18174">
                  <c:v>0.72725925925925927</c:v>
                </c:pt>
                <c:pt idx="18175">
                  <c:v>0.72725925925925927</c:v>
                </c:pt>
                <c:pt idx="18176">
                  <c:v>0.72725925925925927</c:v>
                </c:pt>
                <c:pt idx="18177">
                  <c:v>0.72740740740740739</c:v>
                </c:pt>
                <c:pt idx="18178">
                  <c:v>0.72740740740740739</c:v>
                </c:pt>
                <c:pt idx="18179">
                  <c:v>0.72740740740740739</c:v>
                </c:pt>
                <c:pt idx="18180">
                  <c:v>0.72740740740740739</c:v>
                </c:pt>
                <c:pt idx="18181">
                  <c:v>0.72755555555555551</c:v>
                </c:pt>
                <c:pt idx="18182">
                  <c:v>0.72755555555555551</c:v>
                </c:pt>
                <c:pt idx="18183">
                  <c:v>0.72755555555555551</c:v>
                </c:pt>
                <c:pt idx="18184">
                  <c:v>0.72755555555555551</c:v>
                </c:pt>
                <c:pt idx="18185">
                  <c:v>0.72770370370370374</c:v>
                </c:pt>
                <c:pt idx="18186">
                  <c:v>0.72770370370370374</c:v>
                </c:pt>
                <c:pt idx="18187">
                  <c:v>0.72770370370370374</c:v>
                </c:pt>
                <c:pt idx="18188">
                  <c:v>0.72770370370370374</c:v>
                </c:pt>
                <c:pt idx="18189">
                  <c:v>0.72770370370370374</c:v>
                </c:pt>
                <c:pt idx="18190">
                  <c:v>0.72770370370370374</c:v>
                </c:pt>
                <c:pt idx="18191">
                  <c:v>0.72770370370370374</c:v>
                </c:pt>
                <c:pt idx="18192">
                  <c:v>0.72770370370370374</c:v>
                </c:pt>
                <c:pt idx="18193">
                  <c:v>0.72770370370370374</c:v>
                </c:pt>
                <c:pt idx="18194">
                  <c:v>0.72785185185185186</c:v>
                </c:pt>
                <c:pt idx="18195">
                  <c:v>0.72785185185185186</c:v>
                </c:pt>
                <c:pt idx="18196">
                  <c:v>0.72785185185185186</c:v>
                </c:pt>
                <c:pt idx="18197">
                  <c:v>0.72799999999999998</c:v>
                </c:pt>
                <c:pt idx="18198">
                  <c:v>0.72799999999999998</c:v>
                </c:pt>
                <c:pt idx="18199">
                  <c:v>0.7281481481481481</c:v>
                </c:pt>
                <c:pt idx="18200">
                  <c:v>0.7281481481481481</c:v>
                </c:pt>
                <c:pt idx="18201">
                  <c:v>0.7281481481481481</c:v>
                </c:pt>
                <c:pt idx="18202">
                  <c:v>0.7281481481481481</c:v>
                </c:pt>
                <c:pt idx="18203">
                  <c:v>0.7281481481481481</c:v>
                </c:pt>
                <c:pt idx="18204">
                  <c:v>0.7281481481481481</c:v>
                </c:pt>
                <c:pt idx="18205">
                  <c:v>0.7281481481481481</c:v>
                </c:pt>
                <c:pt idx="18206">
                  <c:v>0.72829629629629633</c:v>
                </c:pt>
                <c:pt idx="18207">
                  <c:v>0.72829629629629633</c:v>
                </c:pt>
                <c:pt idx="18208">
                  <c:v>0.72844444444444445</c:v>
                </c:pt>
                <c:pt idx="18209">
                  <c:v>0.72859259259259257</c:v>
                </c:pt>
                <c:pt idx="18210">
                  <c:v>0.72859259259259257</c:v>
                </c:pt>
                <c:pt idx="18211">
                  <c:v>0.72859259259259257</c:v>
                </c:pt>
                <c:pt idx="18212">
                  <c:v>0.72859259259259257</c:v>
                </c:pt>
                <c:pt idx="18213">
                  <c:v>0.72859259259259257</c:v>
                </c:pt>
                <c:pt idx="18214">
                  <c:v>0.72859259259259257</c:v>
                </c:pt>
                <c:pt idx="18215">
                  <c:v>0.72874074074074069</c:v>
                </c:pt>
                <c:pt idx="18216">
                  <c:v>0.72874074074074069</c:v>
                </c:pt>
                <c:pt idx="18217">
                  <c:v>0.72874074074074069</c:v>
                </c:pt>
                <c:pt idx="18218">
                  <c:v>0.72888888888888892</c:v>
                </c:pt>
                <c:pt idx="18219">
                  <c:v>0.72888888888888892</c:v>
                </c:pt>
                <c:pt idx="18220">
                  <c:v>0.72888888888888892</c:v>
                </c:pt>
                <c:pt idx="18221">
                  <c:v>0.72903703703703704</c:v>
                </c:pt>
                <c:pt idx="18222">
                  <c:v>0.72903703703703704</c:v>
                </c:pt>
                <c:pt idx="18223">
                  <c:v>0.72918518518518516</c:v>
                </c:pt>
                <c:pt idx="18224">
                  <c:v>0.72918518518518516</c:v>
                </c:pt>
                <c:pt idx="18225">
                  <c:v>0.72918518518518516</c:v>
                </c:pt>
                <c:pt idx="18226">
                  <c:v>0.72918518518518516</c:v>
                </c:pt>
                <c:pt idx="18227">
                  <c:v>0.72918518518518516</c:v>
                </c:pt>
                <c:pt idx="18228">
                  <c:v>0.72918518518518516</c:v>
                </c:pt>
                <c:pt idx="18229">
                  <c:v>0.72918518518518516</c:v>
                </c:pt>
                <c:pt idx="18230">
                  <c:v>0.72918518518518516</c:v>
                </c:pt>
                <c:pt idx="18231">
                  <c:v>0.72918518518518516</c:v>
                </c:pt>
                <c:pt idx="18232">
                  <c:v>0.72918518518518516</c:v>
                </c:pt>
                <c:pt idx="18233">
                  <c:v>0.72918518518518516</c:v>
                </c:pt>
                <c:pt idx="18234">
                  <c:v>0.72918518518518516</c:v>
                </c:pt>
                <c:pt idx="18235">
                  <c:v>0.72918518518518516</c:v>
                </c:pt>
                <c:pt idx="18236">
                  <c:v>0.72918518518518516</c:v>
                </c:pt>
                <c:pt idx="18237">
                  <c:v>0.72933333333333328</c:v>
                </c:pt>
                <c:pt idx="18238">
                  <c:v>0.72933333333333328</c:v>
                </c:pt>
                <c:pt idx="18239">
                  <c:v>0.72933333333333328</c:v>
                </c:pt>
                <c:pt idx="18240">
                  <c:v>0.72933333333333328</c:v>
                </c:pt>
                <c:pt idx="18241">
                  <c:v>0.72933333333333328</c:v>
                </c:pt>
                <c:pt idx="18242">
                  <c:v>0.72933333333333328</c:v>
                </c:pt>
                <c:pt idx="18243">
                  <c:v>0.72948148148148151</c:v>
                </c:pt>
                <c:pt idx="18244">
                  <c:v>0.72948148148148151</c:v>
                </c:pt>
                <c:pt idx="18245">
                  <c:v>0.72962962962962963</c:v>
                </c:pt>
                <c:pt idx="18246">
                  <c:v>0.72977777777777775</c:v>
                </c:pt>
                <c:pt idx="18247">
                  <c:v>0.72977777777777775</c:v>
                </c:pt>
                <c:pt idx="18248">
                  <c:v>0.72977777777777775</c:v>
                </c:pt>
                <c:pt idx="18249">
                  <c:v>0.72992592592592598</c:v>
                </c:pt>
                <c:pt idx="18250">
                  <c:v>0.72992592592592598</c:v>
                </c:pt>
                <c:pt idx="18251">
                  <c:v>0.7300740740740741</c:v>
                </c:pt>
                <c:pt idx="18252">
                  <c:v>0.7300740740740741</c:v>
                </c:pt>
                <c:pt idx="18253">
                  <c:v>0.73022222222222222</c:v>
                </c:pt>
                <c:pt idx="18254">
                  <c:v>0.73022222222222222</c:v>
                </c:pt>
                <c:pt idx="18255">
                  <c:v>0.73037037037037034</c:v>
                </c:pt>
                <c:pt idx="18256">
                  <c:v>0.73037037037037034</c:v>
                </c:pt>
                <c:pt idx="18257">
                  <c:v>0.73037037037037034</c:v>
                </c:pt>
                <c:pt idx="18258">
                  <c:v>0.73037037037037034</c:v>
                </c:pt>
                <c:pt idx="18259">
                  <c:v>0.73037037037037034</c:v>
                </c:pt>
                <c:pt idx="18260">
                  <c:v>0.73037037037037034</c:v>
                </c:pt>
                <c:pt idx="18261">
                  <c:v>0.73037037037037034</c:v>
                </c:pt>
                <c:pt idx="18262">
                  <c:v>0.73037037037037034</c:v>
                </c:pt>
                <c:pt idx="18263">
                  <c:v>0.73051851851851857</c:v>
                </c:pt>
                <c:pt idx="18264">
                  <c:v>0.73051851851851857</c:v>
                </c:pt>
                <c:pt idx="18265">
                  <c:v>0.73051851851851857</c:v>
                </c:pt>
                <c:pt idx="18266">
                  <c:v>0.73051851851851857</c:v>
                </c:pt>
                <c:pt idx="18267">
                  <c:v>0.73051851851851857</c:v>
                </c:pt>
                <c:pt idx="18268">
                  <c:v>0.73066666666666669</c:v>
                </c:pt>
                <c:pt idx="18269">
                  <c:v>0.73081481481481481</c:v>
                </c:pt>
                <c:pt idx="18270">
                  <c:v>0.73081481481481481</c:v>
                </c:pt>
                <c:pt idx="18271">
                  <c:v>0.73081481481481481</c:v>
                </c:pt>
                <c:pt idx="18272">
                  <c:v>0.73096296296296293</c:v>
                </c:pt>
                <c:pt idx="18273">
                  <c:v>0.73111111111111116</c:v>
                </c:pt>
                <c:pt idx="18274">
                  <c:v>0.73111111111111116</c:v>
                </c:pt>
                <c:pt idx="18275">
                  <c:v>0.73125925925925928</c:v>
                </c:pt>
                <c:pt idx="18276">
                  <c:v>0.73125925925925928</c:v>
                </c:pt>
                <c:pt idx="18277">
                  <c:v>0.73125925925925928</c:v>
                </c:pt>
                <c:pt idx="18278">
                  <c:v>0.7314074074074074</c:v>
                </c:pt>
                <c:pt idx="18279">
                  <c:v>0.7314074074074074</c:v>
                </c:pt>
                <c:pt idx="18280">
                  <c:v>0.7314074074074074</c:v>
                </c:pt>
                <c:pt idx="18281">
                  <c:v>0.7314074074074074</c:v>
                </c:pt>
                <c:pt idx="18282">
                  <c:v>0.7314074074074074</c:v>
                </c:pt>
                <c:pt idx="18283">
                  <c:v>0.7314074074074074</c:v>
                </c:pt>
                <c:pt idx="18284">
                  <c:v>0.7314074074074074</c:v>
                </c:pt>
                <c:pt idx="18285">
                  <c:v>0.7314074074074074</c:v>
                </c:pt>
                <c:pt idx="18286">
                  <c:v>0.73155555555555551</c:v>
                </c:pt>
                <c:pt idx="18287">
                  <c:v>0.73155555555555551</c:v>
                </c:pt>
                <c:pt idx="18288">
                  <c:v>0.73155555555555551</c:v>
                </c:pt>
                <c:pt idx="18289">
                  <c:v>0.73170370370370375</c:v>
                </c:pt>
                <c:pt idx="18290">
                  <c:v>0.73185185185185186</c:v>
                </c:pt>
                <c:pt idx="18291">
                  <c:v>0.73185185185185186</c:v>
                </c:pt>
                <c:pt idx="18292">
                  <c:v>0.73185185185185186</c:v>
                </c:pt>
                <c:pt idx="18293">
                  <c:v>0.73185185185185186</c:v>
                </c:pt>
                <c:pt idx="18294">
                  <c:v>0.73185185185185186</c:v>
                </c:pt>
                <c:pt idx="18295">
                  <c:v>0.73185185185185186</c:v>
                </c:pt>
                <c:pt idx="18296">
                  <c:v>0.73185185185185186</c:v>
                </c:pt>
                <c:pt idx="18297">
                  <c:v>0.73185185185185186</c:v>
                </c:pt>
                <c:pt idx="18298">
                  <c:v>0.73185185185185186</c:v>
                </c:pt>
                <c:pt idx="18299">
                  <c:v>0.73199999999999998</c:v>
                </c:pt>
                <c:pt idx="18300">
                  <c:v>0.73199999999999998</c:v>
                </c:pt>
                <c:pt idx="18301">
                  <c:v>0.73199999999999998</c:v>
                </c:pt>
                <c:pt idx="18302">
                  <c:v>0.73199999999999998</c:v>
                </c:pt>
                <c:pt idx="18303">
                  <c:v>0.73199999999999998</c:v>
                </c:pt>
                <c:pt idx="18304">
                  <c:v>0.73199999999999998</c:v>
                </c:pt>
                <c:pt idx="18305">
                  <c:v>0.73199999999999998</c:v>
                </c:pt>
                <c:pt idx="18306">
                  <c:v>0.73199999999999998</c:v>
                </c:pt>
                <c:pt idx="18307">
                  <c:v>0.73199999999999998</c:v>
                </c:pt>
                <c:pt idx="18308">
                  <c:v>0.73199999999999998</c:v>
                </c:pt>
                <c:pt idx="18309">
                  <c:v>0.73199999999999998</c:v>
                </c:pt>
                <c:pt idx="18310">
                  <c:v>0.73199999999999998</c:v>
                </c:pt>
                <c:pt idx="18311">
                  <c:v>0.73199999999999998</c:v>
                </c:pt>
                <c:pt idx="18312">
                  <c:v>0.73199999999999998</c:v>
                </c:pt>
                <c:pt idx="18313">
                  <c:v>0.73199999999999998</c:v>
                </c:pt>
                <c:pt idx="18314">
                  <c:v>0.73199999999999998</c:v>
                </c:pt>
                <c:pt idx="18315">
                  <c:v>0.73199999999999998</c:v>
                </c:pt>
                <c:pt idx="18316">
                  <c:v>0.73199999999999998</c:v>
                </c:pt>
                <c:pt idx="18317">
                  <c:v>0.7321481481481481</c:v>
                </c:pt>
                <c:pt idx="18318">
                  <c:v>0.7321481481481481</c:v>
                </c:pt>
                <c:pt idx="18319">
                  <c:v>0.7321481481481481</c:v>
                </c:pt>
                <c:pt idx="18320">
                  <c:v>0.7321481481481481</c:v>
                </c:pt>
                <c:pt idx="18321">
                  <c:v>0.7321481481481481</c:v>
                </c:pt>
                <c:pt idx="18322">
                  <c:v>0.7321481481481481</c:v>
                </c:pt>
                <c:pt idx="18323">
                  <c:v>0.73229629629629633</c:v>
                </c:pt>
                <c:pt idx="18324">
                  <c:v>0.73229629629629633</c:v>
                </c:pt>
                <c:pt idx="18325">
                  <c:v>0.73229629629629633</c:v>
                </c:pt>
                <c:pt idx="18326">
                  <c:v>0.73229629629629633</c:v>
                </c:pt>
                <c:pt idx="18327">
                  <c:v>0.73244444444444445</c:v>
                </c:pt>
                <c:pt idx="18328">
                  <c:v>0.73259259259259257</c:v>
                </c:pt>
                <c:pt idx="18329">
                  <c:v>0.73259259259259257</c:v>
                </c:pt>
                <c:pt idx="18330">
                  <c:v>0.73259259259259257</c:v>
                </c:pt>
                <c:pt idx="18331">
                  <c:v>0.73259259259259257</c:v>
                </c:pt>
                <c:pt idx="18332">
                  <c:v>0.73259259259259257</c:v>
                </c:pt>
                <c:pt idx="18333">
                  <c:v>0.73259259259259257</c:v>
                </c:pt>
                <c:pt idx="18334">
                  <c:v>0.73259259259259257</c:v>
                </c:pt>
                <c:pt idx="18335">
                  <c:v>0.73259259259259257</c:v>
                </c:pt>
                <c:pt idx="18336">
                  <c:v>0.73259259259259257</c:v>
                </c:pt>
                <c:pt idx="18337">
                  <c:v>0.73259259259259257</c:v>
                </c:pt>
                <c:pt idx="18338">
                  <c:v>0.73274074074074069</c:v>
                </c:pt>
                <c:pt idx="18339">
                  <c:v>0.73288888888888892</c:v>
                </c:pt>
                <c:pt idx="18340">
                  <c:v>0.73288888888888892</c:v>
                </c:pt>
                <c:pt idx="18341">
                  <c:v>0.73288888888888892</c:v>
                </c:pt>
                <c:pt idx="18342">
                  <c:v>0.73303703703703704</c:v>
                </c:pt>
                <c:pt idx="18343">
                  <c:v>0.73318518518518516</c:v>
                </c:pt>
                <c:pt idx="18344">
                  <c:v>0.73318518518518516</c:v>
                </c:pt>
                <c:pt idx="18345">
                  <c:v>0.73318518518518516</c:v>
                </c:pt>
                <c:pt idx="18346">
                  <c:v>0.73318518518518516</c:v>
                </c:pt>
                <c:pt idx="18347">
                  <c:v>0.73333333333333328</c:v>
                </c:pt>
                <c:pt idx="18348">
                  <c:v>0.73333333333333328</c:v>
                </c:pt>
                <c:pt idx="18349">
                  <c:v>0.73333333333333328</c:v>
                </c:pt>
                <c:pt idx="18350">
                  <c:v>0.73348148148148151</c:v>
                </c:pt>
                <c:pt idx="18351">
                  <c:v>0.73348148148148151</c:v>
                </c:pt>
                <c:pt idx="18352">
                  <c:v>0.73348148148148151</c:v>
                </c:pt>
                <c:pt idx="18353">
                  <c:v>0.73362962962962963</c:v>
                </c:pt>
                <c:pt idx="18354">
                  <c:v>0.73362962962962963</c:v>
                </c:pt>
                <c:pt idx="18355">
                  <c:v>0.73362962962962963</c:v>
                </c:pt>
                <c:pt idx="18356">
                  <c:v>0.73362962962962963</c:v>
                </c:pt>
                <c:pt idx="18357">
                  <c:v>0.73362962962962963</c:v>
                </c:pt>
                <c:pt idx="18358">
                  <c:v>0.73362962962962963</c:v>
                </c:pt>
                <c:pt idx="18359">
                  <c:v>0.73377777777777775</c:v>
                </c:pt>
                <c:pt idx="18360">
                  <c:v>0.73377777777777775</c:v>
                </c:pt>
                <c:pt idx="18361">
                  <c:v>0.73377777777777775</c:v>
                </c:pt>
                <c:pt idx="18362">
                  <c:v>0.73377777777777775</c:v>
                </c:pt>
                <c:pt idx="18363">
                  <c:v>0.73392592592592587</c:v>
                </c:pt>
                <c:pt idx="18364">
                  <c:v>0.73392592592592587</c:v>
                </c:pt>
                <c:pt idx="18365">
                  <c:v>0.73392592592592587</c:v>
                </c:pt>
                <c:pt idx="18366">
                  <c:v>0.73392592592592587</c:v>
                </c:pt>
                <c:pt idx="18367">
                  <c:v>0.73392592592592587</c:v>
                </c:pt>
                <c:pt idx="18368">
                  <c:v>0.73392592592592587</c:v>
                </c:pt>
                <c:pt idx="18369">
                  <c:v>0.7340740740740741</c:v>
                </c:pt>
                <c:pt idx="18370">
                  <c:v>0.7340740740740741</c:v>
                </c:pt>
                <c:pt idx="18371">
                  <c:v>0.73422222222222222</c:v>
                </c:pt>
                <c:pt idx="18372">
                  <c:v>0.73437037037037034</c:v>
                </c:pt>
                <c:pt idx="18373">
                  <c:v>0.73451851851851857</c:v>
                </c:pt>
                <c:pt idx="18374">
                  <c:v>0.73451851851851857</c:v>
                </c:pt>
                <c:pt idx="18375">
                  <c:v>0.73466666666666669</c:v>
                </c:pt>
                <c:pt idx="18376">
                  <c:v>0.73466666666666669</c:v>
                </c:pt>
                <c:pt idx="18377">
                  <c:v>0.73466666666666669</c:v>
                </c:pt>
                <c:pt idx="18378">
                  <c:v>0.73481481481481481</c:v>
                </c:pt>
                <c:pt idx="18379">
                  <c:v>0.73481481481481481</c:v>
                </c:pt>
                <c:pt idx="18380">
                  <c:v>0.73496296296296293</c:v>
                </c:pt>
                <c:pt idx="18381">
                  <c:v>0.73511111111111116</c:v>
                </c:pt>
                <c:pt idx="18382">
                  <c:v>0.73525925925925928</c:v>
                </c:pt>
                <c:pt idx="18383">
                  <c:v>0.73525925925925928</c:v>
                </c:pt>
                <c:pt idx="18384">
                  <c:v>0.73525925925925928</c:v>
                </c:pt>
                <c:pt idx="18385">
                  <c:v>0.73525925925925928</c:v>
                </c:pt>
                <c:pt idx="18386">
                  <c:v>0.73525925925925928</c:v>
                </c:pt>
                <c:pt idx="18387">
                  <c:v>0.7354074074074074</c:v>
                </c:pt>
                <c:pt idx="18388">
                  <c:v>0.7354074074074074</c:v>
                </c:pt>
                <c:pt idx="18389">
                  <c:v>0.7354074074074074</c:v>
                </c:pt>
                <c:pt idx="18390">
                  <c:v>0.7354074074074074</c:v>
                </c:pt>
                <c:pt idx="18391">
                  <c:v>0.7354074074074074</c:v>
                </c:pt>
                <c:pt idx="18392">
                  <c:v>0.7354074074074074</c:v>
                </c:pt>
                <c:pt idx="18393">
                  <c:v>0.7354074074074074</c:v>
                </c:pt>
                <c:pt idx="18394">
                  <c:v>0.7354074074074074</c:v>
                </c:pt>
                <c:pt idx="18395">
                  <c:v>0.73555555555555552</c:v>
                </c:pt>
                <c:pt idx="18396">
                  <c:v>0.73570370370370375</c:v>
                </c:pt>
                <c:pt idx="18397">
                  <c:v>0.73570370370370375</c:v>
                </c:pt>
                <c:pt idx="18398">
                  <c:v>0.73570370370370375</c:v>
                </c:pt>
                <c:pt idx="18399">
                  <c:v>0.73585185185185187</c:v>
                </c:pt>
                <c:pt idx="18400">
                  <c:v>0.73599999999999999</c:v>
                </c:pt>
                <c:pt idx="18401">
                  <c:v>0.73599999999999999</c:v>
                </c:pt>
                <c:pt idx="18402">
                  <c:v>0.73599999999999999</c:v>
                </c:pt>
                <c:pt idx="18403">
                  <c:v>0.73599999999999999</c:v>
                </c:pt>
                <c:pt idx="18404">
                  <c:v>0.73599999999999999</c:v>
                </c:pt>
                <c:pt idx="18405">
                  <c:v>0.73614814814814811</c:v>
                </c:pt>
                <c:pt idx="18406">
                  <c:v>0.73629629629629634</c:v>
                </c:pt>
                <c:pt idx="18407">
                  <c:v>0.73629629629629634</c:v>
                </c:pt>
                <c:pt idx="18408">
                  <c:v>0.73629629629629634</c:v>
                </c:pt>
                <c:pt idx="18409">
                  <c:v>0.73629629629629634</c:v>
                </c:pt>
                <c:pt idx="18410">
                  <c:v>0.73644444444444446</c:v>
                </c:pt>
                <c:pt idx="18411">
                  <c:v>0.73644444444444446</c:v>
                </c:pt>
                <c:pt idx="18412">
                  <c:v>0.73644444444444446</c:v>
                </c:pt>
                <c:pt idx="18413">
                  <c:v>0.73659259259259258</c:v>
                </c:pt>
                <c:pt idx="18414">
                  <c:v>0.7367407407407407</c:v>
                </c:pt>
                <c:pt idx="18415">
                  <c:v>0.7367407407407407</c:v>
                </c:pt>
                <c:pt idx="18416">
                  <c:v>0.7367407407407407</c:v>
                </c:pt>
                <c:pt idx="18417">
                  <c:v>0.7367407407407407</c:v>
                </c:pt>
                <c:pt idx="18418">
                  <c:v>0.73688888888888893</c:v>
                </c:pt>
                <c:pt idx="18419">
                  <c:v>0.73703703703703705</c:v>
                </c:pt>
                <c:pt idx="18420">
                  <c:v>0.73703703703703705</c:v>
                </c:pt>
                <c:pt idx="18421">
                  <c:v>0.73703703703703705</c:v>
                </c:pt>
                <c:pt idx="18422">
                  <c:v>0.73703703703703705</c:v>
                </c:pt>
                <c:pt idx="18423">
                  <c:v>0.73703703703703705</c:v>
                </c:pt>
                <c:pt idx="18424">
                  <c:v>0.73703703703703705</c:v>
                </c:pt>
                <c:pt idx="18425">
                  <c:v>0.73703703703703705</c:v>
                </c:pt>
                <c:pt idx="18426">
                  <c:v>0.73703703703703705</c:v>
                </c:pt>
                <c:pt idx="18427">
                  <c:v>0.73703703703703705</c:v>
                </c:pt>
                <c:pt idx="18428">
                  <c:v>0.73718518518518517</c:v>
                </c:pt>
                <c:pt idx="18429">
                  <c:v>0.73718518518518517</c:v>
                </c:pt>
                <c:pt idx="18430">
                  <c:v>0.73718518518518517</c:v>
                </c:pt>
                <c:pt idx="18431">
                  <c:v>0.73733333333333329</c:v>
                </c:pt>
                <c:pt idx="18432">
                  <c:v>0.73733333333333329</c:v>
                </c:pt>
                <c:pt idx="18433">
                  <c:v>0.73748148148148152</c:v>
                </c:pt>
                <c:pt idx="18434">
                  <c:v>0.73748148148148152</c:v>
                </c:pt>
                <c:pt idx="18435">
                  <c:v>0.73748148148148152</c:v>
                </c:pt>
                <c:pt idx="18436">
                  <c:v>0.73762962962962964</c:v>
                </c:pt>
                <c:pt idx="18437">
                  <c:v>0.73762962962962964</c:v>
                </c:pt>
                <c:pt idx="18438">
                  <c:v>0.73777777777777775</c:v>
                </c:pt>
                <c:pt idx="18439">
                  <c:v>0.73792592592592587</c:v>
                </c:pt>
                <c:pt idx="18440">
                  <c:v>0.7380740740740741</c:v>
                </c:pt>
                <c:pt idx="18441">
                  <c:v>0.7380740740740741</c:v>
                </c:pt>
                <c:pt idx="18442">
                  <c:v>0.73822222222222222</c:v>
                </c:pt>
                <c:pt idx="18443">
                  <c:v>0.73822222222222222</c:v>
                </c:pt>
                <c:pt idx="18444">
                  <c:v>0.73822222222222222</c:v>
                </c:pt>
                <c:pt idx="18445">
                  <c:v>0.73837037037037034</c:v>
                </c:pt>
                <c:pt idx="18446">
                  <c:v>0.73837037037037034</c:v>
                </c:pt>
                <c:pt idx="18447">
                  <c:v>0.73837037037037034</c:v>
                </c:pt>
                <c:pt idx="18448">
                  <c:v>0.73837037037037034</c:v>
                </c:pt>
                <c:pt idx="18449">
                  <c:v>0.73837037037037034</c:v>
                </c:pt>
                <c:pt idx="18450">
                  <c:v>0.73837037037037034</c:v>
                </c:pt>
                <c:pt idx="18451">
                  <c:v>0.73837037037037034</c:v>
                </c:pt>
                <c:pt idx="18452">
                  <c:v>0.73851851851851846</c:v>
                </c:pt>
                <c:pt idx="18453">
                  <c:v>0.73851851851851846</c:v>
                </c:pt>
                <c:pt idx="18454">
                  <c:v>0.73851851851851846</c:v>
                </c:pt>
                <c:pt idx="18455">
                  <c:v>0.73851851851851846</c:v>
                </c:pt>
                <c:pt idx="18456">
                  <c:v>0.73851851851851846</c:v>
                </c:pt>
                <c:pt idx="18457">
                  <c:v>0.73851851851851846</c:v>
                </c:pt>
                <c:pt idx="18458">
                  <c:v>0.73851851851851846</c:v>
                </c:pt>
                <c:pt idx="18459">
                  <c:v>0.73851851851851846</c:v>
                </c:pt>
                <c:pt idx="18460">
                  <c:v>0.73851851851851846</c:v>
                </c:pt>
                <c:pt idx="18461">
                  <c:v>0.73851851851851846</c:v>
                </c:pt>
                <c:pt idx="18462">
                  <c:v>0.73866666666666669</c:v>
                </c:pt>
                <c:pt idx="18463">
                  <c:v>0.73866666666666669</c:v>
                </c:pt>
                <c:pt idx="18464">
                  <c:v>0.73866666666666669</c:v>
                </c:pt>
                <c:pt idx="18465">
                  <c:v>0.73866666666666669</c:v>
                </c:pt>
                <c:pt idx="18466">
                  <c:v>0.73866666666666669</c:v>
                </c:pt>
                <c:pt idx="18467">
                  <c:v>0.73881481481481481</c:v>
                </c:pt>
                <c:pt idx="18468">
                  <c:v>0.73881481481481481</c:v>
                </c:pt>
                <c:pt idx="18469">
                  <c:v>0.73881481481481481</c:v>
                </c:pt>
                <c:pt idx="18470">
                  <c:v>0.73896296296296293</c:v>
                </c:pt>
                <c:pt idx="18471">
                  <c:v>0.73896296296296293</c:v>
                </c:pt>
                <c:pt idx="18472">
                  <c:v>0.73896296296296293</c:v>
                </c:pt>
                <c:pt idx="18473">
                  <c:v>0.73911111111111116</c:v>
                </c:pt>
                <c:pt idx="18474">
                  <c:v>0.73911111111111116</c:v>
                </c:pt>
                <c:pt idx="18475">
                  <c:v>0.73911111111111116</c:v>
                </c:pt>
                <c:pt idx="18476">
                  <c:v>0.73925925925925928</c:v>
                </c:pt>
                <c:pt idx="18477">
                  <c:v>0.73925925925925928</c:v>
                </c:pt>
                <c:pt idx="18478">
                  <c:v>0.73925925925925928</c:v>
                </c:pt>
                <c:pt idx="18479">
                  <c:v>0.73925925925925928</c:v>
                </c:pt>
                <c:pt idx="18480">
                  <c:v>0.7394074074074074</c:v>
                </c:pt>
                <c:pt idx="18481">
                  <c:v>0.73955555555555552</c:v>
                </c:pt>
                <c:pt idx="18482">
                  <c:v>0.73970370370370375</c:v>
                </c:pt>
                <c:pt idx="18483">
                  <c:v>0.73970370370370375</c:v>
                </c:pt>
                <c:pt idx="18484">
                  <c:v>0.73970370370370375</c:v>
                </c:pt>
                <c:pt idx="18485">
                  <c:v>0.73970370370370375</c:v>
                </c:pt>
                <c:pt idx="18486">
                  <c:v>0.73970370370370375</c:v>
                </c:pt>
                <c:pt idx="18487">
                  <c:v>0.73985185185185187</c:v>
                </c:pt>
                <c:pt idx="18488">
                  <c:v>0.73985185185185187</c:v>
                </c:pt>
                <c:pt idx="18489">
                  <c:v>0.74</c:v>
                </c:pt>
                <c:pt idx="18490">
                  <c:v>0.74</c:v>
                </c:pt>
                <c:pt idx="18491">
                  <c:v>0.74</c:v>
                </c:pt>
                <c:pt idx="18492">
                  <c:v>0.74014814814814811</c:v>
                </c:pt>
                <c:pt idx="18493">
                  <c:v>0.74014814814814811</c:v>
                </c:pt>
                <c:pt idx="18494">
                  <c:v>0.74014814814814811</c:v>
                </c:pt>
                <c:pt idx="18495">
                  <c:v>0.74014814814814811</c:v>
                </c:pt>
                <c:pt idx="18496">
                  <c:v>0.74014814814814811</c:v>
                </c:pt>
                <c:pt idx="18497">
                  <c:v>0.74014814814814811</c:v>
                </c:pt>
                <c:pt idx="18498">
                  <c:v>0.74014814814814811</c:v>
                </c:pt>
                <c:pt idx="18499">
                  <c:v>0.74014814814814811</c:v>
                </c:pt>
                <c:pt idx="18500">
                  <c:v>0.74014814814814811</c:v>
                </c:pt>
                <c:pt idx="18501">
                  <c:v>0.74014814814814811</c:v>
                </c:pt>
                <c:pt idx="18502">
                  <c:v>0.74029629629629634</c:v>
                </c:pt>
                <c:pt idx="18503">
                  <c:v>0.74029629629629634</c:v>
                </c:pt>
                <c:pt idx="18504">
                  <c:v>0.74029629629629634</c:v>
                </c:pt>
                <c:pt idx="18505">
                  <c:v>0.74029629629629634</c:v>
                </c:pt>
                <c:pt idx="18506">
                  <c:v>0.74029629629629634</c:v>
                </c:pt>
                <c:pt idx="18507">
                  <c:v>0.74029629629629634</c:v>
                </c:pt>
                <c:pt idx="18508">
                  <c:v>0.74029629629629634</c:v>
                </c:pt>
                <c:pt idx="18509">
                  <c:v>0.74044444444444446</c:v>
                </c:pt>
                <c:pt idx="18510">
                  <c:v>0.74044444444444446</c:v>
                </c:pt>
                <c:pt idx="18511">
                  <c:v>0.74059259259259258</c:v>
                </c:pt>
                <c:pt idx="18512">
                  <c:v>0.74059259259259258</c:v>
                </c:pt>
                <c:pt idx="18513">
                  <c:v>0.74059259259259258</c:v>
                </c:pt>
                <c:pt idx="18514">
                  <c:v>0.7407407407407407</c:v>
                </c:pt>
                <c:pt idx="18515">
                  <c:v>0.7407407407407407</c:v>
                </c:pt>
                <c:pt idx="18516">
                  <c:v>0.7407407407407407</c:v>
                </c:pt>
                <c:pt idx="18517">
                  <c:v>0.7407407407407407</c:v>
                </c:pt>
                <c:pt idx="18518">
                  <c:v>0.7407407407407407</c:v>
                </c:pt>
                <c:pt idx="18519">
                  <c:v>0.7407407407407407</c:v>
                </c:pt>
                <c:pt idx="18520">
                  <c:v>0.7407407407407407</c:v>
                </c:pt>
                <c:pt idx="18521">
                  <c:v>0.74088888888888893</c:v>
                </c:pt>
                <c:pt idx="18522">
                  <c:v>0.74088888888888893</c:v>
                </c:pt>
                <c:pt idx="18523">
                  <c:v>0.74103703703703705</c:v>
                </c:pt>
                <c:pt idx="18524">
                  <c:v>0.74118518518518517</c:v>
                </c:pt>
                <c:pt idx="18525">
                  <c:v>0.74118518518518517</c:v>
                </c:pt>
                <c:pt idx="18526">
                  <c:v>0.74118518518518517</c:v>
                </c:pt>
                <c:pt idx="18527">
                  <c:v>0.74133333333333329</c:v>
                </c:pt>
                <c:pt idx="18528">
                  <c:v>0.74133333333333329</c:v>
                </c:pt>
                <c:pt idx="18529">
                  <c:v>0.74148148148148152</c:v>
                </c:pt>
                <c:pt idx="18530">
                  <c:v>0.74148148148148152</c:v>
                </c:pt>
                <c:pt idx="18531">
                  <c:v>0.74148148148148152</c:v>
                </c:pt>
                <c:pt idx="18532">
                  <c:v>0.74148148148148152</c:v>
                </c:pt>
                <c:pt idx="18533">
                  <c:v>0.74148148148148152</c:v>
                </c:pt>
                <c:pt idx="18534">
                  <c:v>0.74148148148148152</c:v>
                </c:pt>
                <c:pt idx="18535">
                  <c:v>0.74148148148148152</c:v>
                </c:pt>
                <c:pt idx="18536">
                  <c:v>0.74162962962962964</c:v>
                </c:pt>
                <c:pt idx="18537">
                  <c:v>0.74177777777777776</c:v>
                </c:pt>
                <c:pt idx="18538">
                  <c:v>0.74177777777777776</c:v>
                </c:pt>
                <c:pt idx="18539">
                  <c:v>0.74177777777777776</c:v>
                </c:pt>
                <c:pt idx="18540">
                  <c:v>0.74177777777777776</c:v>
                </c:pt>
                <c:pt idx="18541">
                  <c:v>0.74177777777777776</c:v>
                </c:pt>
                <c:pt idx="18542">
                  <c:v>0.74192592592592588</c:v>
                </c:pt>
                <c:pt idx="18543">
                  <c:v>0.74192592592592588</c:v>
                </c:pt>
                <c:pt idx="18544">
                  <c:v>0.74192592592592588</c:v>
                </c:pt>
                <c:pt idx="18545">
                  <c:v>0.74192592592592588</c:v>
                </c:pt>
                <c:pt idx="18546">
                  <c:v>0.74192592592592588</c:v>
                </c:pt>
                <c:pt idx="18547">
                  <c:v>0.74207407407407411</c:v>
                </c:pt>
                <c:pt idx="18548">
                  <c:v>0.74207407407407411</c:v>
                </c:pt>
                <c:pt idx="18549">
                  <c:v>0.74207407407407411</c:v>
                </c:pt>
                <c:pt idx="18550">
                  <c:v>0.74207407407407411</c:v>
                </c:pt>
                <c:pt idx="18551">
                  <c:v>0.74207407407407411</c:v>
                </c:pt>
                <c:pt idx="18552">
                  <c:v>0.74207407407407411</c:v>
                </c:pt>
                <c:pt idx="18553">
                  <c:v>0.74207407407407411</c:v>
                </c:pt>
                <c:pt idx="18554">
                  <c:v>0.74207407407407411</c:v>
                </c:pt>
                <c:pt idx="18555">
                  <c:v>0.74207407407407411</c:v>
                </c:pt>
                <c:pt idx="18556">
                  <c:v>0.74207407407407411</c:v>
                </c:pt>
                <c:pt idx="18557">
                  <c:v>0.74207407407407411</c:v>
                </c:pt>
                <c:pt idx="18558">
                  <c:v>0.74207407407407411</c:v>
                </c:pt>
                <c:pt idx="18559">
                  <c:v>0.74207407407407411</c:v>
                </c:pt>
                <c:pt idx="18560">
                  <c:v>0.74207407407407411</c:v>
                </c:pt>
                <c:pt idx="18561">
                  <c:v>0.74207407407407411</c:v>
                </c:pt>
                <c:pt idx="18562">
                  <c:v>0.74207407407407411</c:v>
                </c:pt>
                <c:pt idx="18563">
                  <c:v>0.74222222222222223</c:v>
                </c:pt>
                <c:pt idx="18564">
                  <c:v>0.74222222222222223</c:v>
                </c:pt>
                <c:pt idx="18565">
                  <c:v>0.74222222222222223</c:v>
                </c:pt>
                <c:pt idx="18566">
                  <c:v>0.74222222222222223</c:v>
                </c:pt>
                <c:pt idx="18567">
                  <c:v>0.74222222222222223</c:v>
                </c:pt>
                <c:pt idx="18568">
                  <c:v>0.74222222222222223</c:v>
                </c:pt>
                <c:pt idx="18569">
                  <c:v>0.74222222222222223</c:v>
                </c:pt>
                <c:pt idx="18570">
                  <c:v>0.74222222222222223</c:v>
                </c:pt>
                <c:pt idx="18571">
                  <c:v>0.74237037037037035</c:v>
                </c:pt>
                <c:pt idx="18572">
                  <c:v>0.74251851851851847</c:v>
                </c:pt>
                <c:pt idx="18573">
                  <c:v>0.74251851851851847</c:v>
                </c:pt>
                <c:pt idx="18574">
                  <c:v>0.74251851851851847</c:v>
                </c:pt>
                <c:pt idx="18575">
                  <c:v>0.74251851851851847</c:v>
                </c:pt>
                <c:pt idx="18576">
                  <c:v>0.74251851851851847</c:v>
                </c:pt>
                <c:pt idx="18577">
                  <c:v>0.7426666666666667</c:v>
                </c:pt>
                <c:pt idx="18578">
                  <c:v>0.7426666666666667</c:v>
                </c:pt>
                <c:pt idx="18579">
                  <c:v>0.7426666666666667</c:v>
                </c:pt>
                <c:pt idx="18580">
                  <c:v>0.7426666666666667</c:v>
                </c:pt>
                <c:pt idx="18581">
                  <c:v>0.7426666666666667</c:v>
                </c:pt>
                <c:pt idx="18582">
                  <c:v>0.7426666666666667</c:v>
                </c:pt>
                <c:pt idx="18583">
                  <c:v>0.7426666666666667</c:v>
                </c:pt>
                <c:pt idx="18584">
                  <c:v>0.74281481481481482</c:v>
                </c:pt>
                <c:pt idx="18585">
                  <c:v>0.74281481481481482</c:v>
                </c:pt>
                <c:pt idx="18586">
                  <c:v>0.74296296296296294</c:v>
                </c:pt>
                <c:pt idx="18587">
                  <c:v>0.74296296296296294</c:v>
                </c:pt>
                <c:pt idx="18588">
                  <c:v>0.74296296296296294</c:v>
                </c:pt>
                <c:pt idx="18589">
                  <c:v>0.74311111111111106</c:v>
                </c:pt>
                <c:pt idx="18590">
                  <c:v>0.74311111111111106</c:v>
                </c:pt>
                <c:pt idx="18591">
                  <c:v>0.74311111111111106</c:v>
                </c:pt>
                <c:pt idx="18592">
                  <c:v>0.74311111111111106</c:v>
                </c:pt>
                <c:pt idx="18593">
                  <c:v>0.74311111111111106</c:v>
                </c:pt>
                <c:pt idx="18594">
                  <c:v>0.74311111111111106</c:v>
                </c:pt>
                <c:pt idx="18595">
                  <c:v>0.74311111111111106</c:v>
                </c:pt>
                <c:pt idx="18596">
                  <c:v>0.74311111111111106</c:v>
                </c:pt>
                <c:pt idx="18597">
                  <c:v>0.74311111111111106</c:v>
                </c:pt>
                <c:pt idx="18598">
                  <c:v>0.74311111111111106</c:v>
                </c:pt>
                <c:pt idx="18599">
                  <c:v>0.74311111111111106</c:v>
                </c:pt>
                <c:pt idx="18600">
                  <c:v>0.74311111111111106</c:v>
                </c:pt>
                <c:pt idx="18601">
                  <c:v>0.74325925925925929</c:v>
                </c:pt>
                <c:pt idx="18602">
                  <c:v>0.74325925925925929</c:v>
                </c:pt>
                <c:pt idx="18603">
                  <c:v>0.74325925925925929</c:v>
                </c:pt>
                <c:pt idx="18604">
                  <c:v>0.74325925925925929</c:v>
                </c:pt>
                <c:pt idx="18605">
                  <c:v>0.74325925925925929</c:v>
                </c:pt>
                <c:pt idx="18606">
                  <c:v>0.74325925925925929</c:v>
                </c:pt>
                <c:pt idx="18607">
                  <c:v>0.74325925925925929</c:v>
                </c:pt>
                <c:pt idx="18608">
                  <c:v>0.74325925925925929</c:v>
                </c:pt>
                <c:pt idx="18609">
                  <c:v>0.74325925925925929</c:v>
                </c:pt>
                <c:pt idx="18610">
                  <c:v>0.74325925925925929</c:v>
                </c:pt>
                <c:pt idx="18611">
                  <c:v>0.74325925925925929</c:v>
                </c:pt>
                <c:pt idx="18612">
                  <c:v>0.74325925925925929</c:v>
                </c:pt>
                <c:pt idx="18613">
                  <c:v>0.74325925925925929</c:v>
                </c:pt>
                <c:pt idx="18614">
                  <c:v>0.74325925925925929</c:v>
                </c:pt>
                <c:pt idx="18615">
                  <c:v>0.74340740740740741</c:v>
                </c:pt>
                <c:pt idx="18616">
                  <c:v>0.74340740740740741</c:v>
                </c:pt>
                <c:pt idx="18617">
                  <c:v>0.74355555555555553</c:v>
                </c:pt>
                <c:pt idx="18618">
                  <c:v>0.74355555555555553</c:v>
                </c:pt>
                <c:pt idx="18619">
                  <c:v>0.74370370370370376</c:v>
                </c:pt>
                <c:pt idx="18620">
                  <c:v>0.74370370370370376</c:v>
                </c:pt>
                <c:pt idx="18621">
                  <c:v>0.74370370370370376</c:v>
                </c:pt>
                <c:pt idx="18622">
                  <c:v>0.74370370370370376</c:v>
                </c:pt>
                <c:pt idx="18623">
                  <c:v>0.74385185185185188</c:v>
                </c:pt>
                <c:pt idx="18624">
                  <c:v>0.74385185185185188</c:v>
                </c:pt>
                <c:pt idx="18625">
                  <c:v>0.74385185185185188</c:v>
                </c:pt>
                <c:pt idx="18626">
                  <c:v>0.74399999999999999</c:v>
                </c:pt>
                <c:pt idx="18627">
                  <c:v>0.74399999999999999</c:v>
                </c:pt>
                <c:pt idx="18628">
                  <c:v>0.74414814814814811</c:v>
                </c:pt>
                <c:pt idx="18629">
                  <c:v>0.74414814814814811</c:v>
                </c:pt>
                <c:pt idx="18630">
                  <c:v>0.74429629629629634</c:v>
                </c:pt>
                <c:pt idx="18631">
                  <c:v>0.74429629629629634</c:v>
                </c:pt>
                <c:pt idx="18632">
                  <c:v>0.74429629629629634</c:v>
                </c:pt>
                <c:pt idx="18633">
                  <c:v>0.74444444444444446</c:v>
                </c:pt>
                <c:pt idx="18634">
                  <c:v>0.74444444444444446</c:v>
                </c:pt>
                <c:pt idx="18635">
                  <c:v>0.74444444444444446</c:v>
                </c:pt>
                <c:pt idx="18636">
                  <c:v>0.74444444444444446</c:v>
                </c:pt>
                <c:pt idx="18637">
                  <c:v>0.74444444444444446</c:v>
                </c:pt>
                <c:pt idx="18638">
                  <c:v>0.74444444444444446</c:v>
                </c:pt>
                <c:pt idx="18639">
                  <c:v>0.74444444444444446</c:v>
                </c:pt>
                <c:pt idx="18640">
                  <c:v>0.74444444444444446</c:v>
                </c:pt>
                <c:pt idx="18641">
                  <c:v>0.74444444444444446</c:v>
                </c:pt>
                <c:pt idx="18642">
                  <c:v>0.74444444444444446</c:v>
                </c:pt>
                <c:pt idx="18643">
                  <c:v>0.74444444444444446</c:v>
                </c:pt>
                <c:pt idx="18644">
                  <c:v>0.74444444444444446</c:v>
                </c:pt>
                <c:pt idx="18645">
                  <c:v>0.74444444444444446</c:v>
                </c:pt>
                <c:pt idx="18646">
                  <c:v>0.74444444444444446</c:v>
                </c:pt>
                <c:pt idx="18647">
                  <c:v>0.74444444444444446</c:v>
                </c:pt>
                <c:pt idx="18648">
                  <c:v>0.74444444444444446</c:v>
                </c:pt>
                <c:pt idx="18649">
                  <c:v>0.74444444444444446</c:v>
                </c:pt>
                <c:pt idx="18650">
                  <c:v>0.74444444444444446</c:v>
                </c:pt>
                <c:pt idx="18651">
                  <c:v>0.74444444444444446</c:v>
                </c:pt>
                <c:pt idx="18652">
                  <c:v>0.74444444444444446</c:v>
                </c:pt>
                <c:pt idx="18653">
                  <c:v>0.74444444444444446</c:v>
                </c:pt>
                <c:pt idx="18654">
                  <c:v>0.74444444444444446</c:v>
                </c:pt>
                <c:pt idx="18655">
                  <c:v>0.74444444444444446</c:v>
                </c:pt>
                <c:pt idx="18656">
                  <c:v>0.74444444444444446</c:v>
                </c:pt>
                <c:pt idx="18657">
                  <c:v>0.74444444444444446</c:v>
                </c:pt>
                <c:pt idx="18658">
                  <c:v>0.74444444444444446</c:v>
                </c:pt>
                <c:pt idx="18659">
                  <c:v>0.74444444444444446</c:v>
                </c:pt>
                <c:pt idx="18660">
                  <c:v>0.74444444444444446</c:v>
                </c:pt>
                <c:pt idx="18661">
                  <c:v>0.74444444444444446</c:v>
                </c:pt>
                <c:pt idx="18662">
                  <c:v>0.74444444444444446</c:v>
                </c:pt>
                <c:pt idx="18663">
                  <c:v>0.74444444444444446</c:v>
                </c:pt>
                <c:pt idx="18664">
                  <c:v>0.74444444444444446</c:v>
                </c:pt>
                <c:pt idx="18665">
                  <c:v>0.74459259259259258</c:v>
                </c:pt>
                <c:pt idx="18666">
                  <c:v>0.74459259259259258</c:v>
                </c:pt>
                <c:pt idx="18667">
                  <c:v>0.74459259259259258</c:v>
                </c:pt>
                <c:pt idx="18668">
                  <c:v>0.74459259259259258</c:v>
                </c:pt>
                <c:pt idx="18669">
                  <c:v>0.74459259259259258</c:v>
                </c:pt>
                <c:pt idx="18670">
                  <c:v>0.74459259259259258</c:v>
                </c:pt>
                <c:pt idx="18671">
                  <c:v>0.74459259259259258</c:v>
                </c:pt>
                <c:pt idx="18672">
                  <c:v>0.74459259259259258</c:v>
                </c:pt>
                <c:pt idx="18673">
                  <c:v>0.74459259259259258</c:v>
                </c:pt>
                <c:pt idx="18674">
                  <c:v>0.74459259259259258</c:v>
                </c:pt>
                <c:pt idx="18675">
                  <c:v>0.74459259259259258</c:v>
                </c:pt>
                <c:pt idx="18676">
                  <c:v>0.74459259259259258</c:v>
                </c:pt>
                <c:pt idx="18677">
                  <c:v>0.74459259259259258</c:v>
                </c:pt>
                <c:pt idx="18678">
                  <c:v>0.74459259259259258</c:v>
                </c:pt>
                <c:pt idx="18679">
                  <c:v>0.74459259259259258</c:v>
                </c:pt>
                <c:pt idx="18680">
                  <c:v>0.74459259259259258</c:v>
                </c:pt>
                <c:pt idx="18681">
                  <c:v>0.74459259259259258</c:v>
                </c:pt>
                <c:pt idx="18682">
                  <c:v>0.74459259259259258</c:v>
                </c:pt>
                <c:pt idx="18683">
                  <c:v>0.7447407407407407</c:v>
                </c:pt>
                <c:pt idx="18684">
                  <c:v>0.7447407407407407</c:v>
                </c:pt>
                <c:pt idx="18685">
                  <c:v>0.74488888888888893</c:v>
                </c:pt>
                <c:pt idx="18686">
                  <c:v>0.74488888888888893</c:v>
                </c:pt>
                <c:pt idx="18687">
                  <c:v>0.74503703703703705</c:v>
                </c:pt>
                <c:pt idx="18688">
                  <c:v>0.74503703703703705</c:v>
                </c:pt>
                <c:pt idx="18689">
                  <c:v>0.74503703703703705</c:v>
                </c:pt>
                <c:pt idx="18690">
                  <c:v>0.74518518518518517</c:v>
                </c:pt>
                <c:pt idx="18691">
                  <c:v>0.74533333333333329</c:v>
                </c:pt>
                <c:pt idx="18692">
                  <c:v>0.74533333333333329</c:v>
                </c:pt>
                <c:pt idx="18693">
                  <c:v>0.74533333333333329</c:v>
                </c:pt>
                <c:pt idx="18694">
                  <c:v>0.74533333333333329</c:v>
                </c:pt>
                <c:pt idx="18695">
                  <c:v>0.74548148148148152</c:v>
                </c:pt>
                <c:pt idx="18696">
                  <c:v>0.74562962962962964</c:v>
                </c:pt>
                <c:pt idx="18697">
                  <c:v>0.74562962962962964</c:v>
                </c:pt>
                <c:pt idx="18698">
                  <c:v>0.74577777777777776</c:v>
                </c:pt>
                <c:pt idx="18699">
                  <c:v>0.74577777777777776</c:v>
                </c:pt>
                <c:pt idx="18700">
                  <c:v>0.74592592592592588</c:v>
                </c:pt>
                <c:pt idx="18701">
                  <c:v>0.74592592592592588</c:v>
                </c:pt>
                <c:pt idx="18702">
                  <c:v>0.74592592592592588</c:v>
                </c:pt>
                <c:pt idx="18703">
                  <c:v>0.74592592592592588</c:v>
                </c:pt>
                <c:pt idx="18704">
                  <c:v>0.74607407407407411</c:v>
                </c:pt>
                <c:pt idx="18705">
                  <c:v>0.74607407407407411</c:v>
                </c:pt>
                <c:pt idx="18706">
                  <c:v>0.74607407407407411</c:v>
                </c:pt>
                <c:pt idx="18707">
                  <c:v>0.74607407407407411</c:v>
                </c:pt>
                <c:pt idx="18708">
                  <c:v>0.74607407407407411</c:v>
                </c:pt>
                <c:pt idx="18709">
                  <c:v>0.74607407407407411</c:v>
                </c:pt>
                <c:pt idx="18710">
                  <c:v>0.74622222222222223</c:v>
                </c:pt>
                <c:pt idx="18711">
                  <c:v>0.74622222222222223</c:v>
                </c:pt>
                <c:pt idx="18712">
                  <c:v>0.74622222222222223</c:v>
                </c:pt>
                <c:pt idx="18713">
                  <c:v>0.74622222222222223</c:v>
                </c:pt>
                <c:pt idx="18714">
                  <c:v>0.74637037037037035</c:v>
                </c:pt>
                <c:pt idx="18715">
                  <c:v>0.74651851851851847</c:v>
                </c:pt>
                <c:pt idx="18716">
                  <c:v>0.7466666666666667</c:v>
                </c:pt>
                <c:pt idx="18717">
                  <c:v>0.7466666666666667</c:v>
                </c:pt>
                <c:pt idx="18718">
                  <c:v>0.7466666666666667</c:v>
                </c:pt>
                <c:pt idx="18719">
                  <c:v>0.7466666666666667</c:v>
                </c:pt>
                <c:pt idx="18720">
                  <c:v>0.74681481481481482</c:v>
                </c:pt>
                <c:pt idx="18721">
                  <c:v>0.74681481481481482</c:v>
                </c:pt>
                <c:pt idx="18722">
                  <c:v>0.74681481481481482</c:v>
                </c:pt>
                <c:pt idx="18723">
                  <c:v>0.74681481481481482</c:v>
                </c:pt>
                <c:pt idx="18724">
                  <c:v>0.74696296296296294</c:v>
                </c:pt>
                <c:pt idx="18725">
                  <c:v>0.74696296296296294</c:v>
                </c:pt>
                <c:pt idx="18726">
                  <c:v>0.74711111111111106</c:v>
                </c:pt>
                <c:pt idx="18727">
                  <c:v>0.74711111111111106</c:v>
                </c:pt>
                <c:pt idx="18728">
                  <c:v>0.74711111111111106</c:v>
                </c:pt>
                <c:pt idx="18729">
                  <c:v>0.74711111111111106</c:v>
                </c:pt>
                <c:pt idx="18730">
                  <c:v>0.74711111111111106</c:v>
                </c:pt>
                <c:pt idx="18731">
                  <c:v>0.74725925925925929</c:v>
                </c:pt>
                <c:pt idx="18732">
                  <c:v>0.74740740740740741</c:v>
                </c:pt>
                <c:pt idx="18733">
                  <c:v>0.74740740740740741</c:v>
                </c:pt>
                <c:pt idx="18734">
                  <c:v>0.74740740740740741</c:v>
                </c:pt>
                <c:pt idx="18735">
                  <c:v>0.74755555555555553</c:v>
                </c:pt>
                <c:pt idx="18736">
                  <c:v>0.74755555555555553</c:v>
                </c:pt>
                <c:pt idx="18737">
                  <c:v>0.74755555555555553</c:v>
                </c:pt>
                <c:pt idx="18738">
                  <c:v>0.74755555555555553</c:v>
                </c:pt>
                <c:pt idx="18739">
                  <c:v>0.74755555555555553</c:v>
                </c:pt>
                <c:pt idx="18740">
                  <c:v>0.74755555555555553</c:v>
                </c:pt>
                <c:pt idx="18741">
                  <c:v>0.74755555555555553</c:v>
                </c:pt>
                <c:pt idx="18742">
                  <c:v>0.74755555555555553</c:v>
                </c:pt>
                <c:pt idx="18743">
                  <c:v>0.74770370370370365</c:v>
                </c:pt>
                <c:pt idx="18744">
                  <c:v>0.74770370370370365</c:v>
                </c:pt>
                <c:pt idx="18745">
                  <c:v>0.74770370370370365</c:v>
                </c:pt>
                <c:pt idx="18746">
                  <c:v>0.74770370370370365</c:v>
                </c:pt>
                <c:pt idx="18747">
                  <c:v>0.74785185185185188</c:v>
                </c:pt>
                <c:pt idx="18748">
                  <c:v>0.74785185185185188</c:v>
                </c:pt>
                <c:pt idx="18749">
                  <c:v>0.74785185185185188</c:v>
                </c:pt>
                <c:pt idx="18750">
                  <c:v>0.74785185185185188</c:v>
                </c:pt>
                <c:pt idx="18751">
                  <c:v>0.74785185185185188</c:v>
                </c:pt>
                <c:pt idx="18752">
                  <c:v>0.748</c:v>
                </c:pt>
                <c:pt idx="18753">
                  <c:v>0.748</c:v>
                </c:pt>
                <c:pt idx="18754">
                  <c:v>0.748</c:v>
                </c:pt>
                <c:pt idx="18755">
                  <c:v>0.748</c:v>
                </c:pt>
                <c:pt idx="18756">
                  <c:v>0.748</c:v>
                </c:pt>
                <c:pt idx="18757">
                  <c:v>0.748</c:v>
                </c:pt>
                <c:pt idx="18758">
                  <c:v>0.748</c:v>
                </c:pt>
                <c:pt idx="18759">
                  <c:v>0.748</c:v>
                </c:pt>
                <c:pt idx="18760">
                  <c:v>0.748</c:v>
                </c:pt>
                <c:pt idx="18761">
                  <c:v>0.748</c:v>
                </c:pt>
                <c:pt idx="18762">
                  <c:v>0.748</c:v>
                </c:pt>
                <c:pt idx="18763">
                  <c:v>0.748</c:v>
                </c:pt>
                <c:pt idx="18764">
                  <c:v>0.74814814814814812</c:v>
                </c:pt>
                <c:pt idx="18765">
                  <c:v>0.74829629629629635</c:v>
                </c:pt>
                <c:pt idx="18766">
                  <c:v>0.74829629629629635</c:v>
                </c:pt>
                <c:pt idx="18767">
                  <c:v>0.74829629629629635</c:v>
                </c:pt>
                <c:pt idx="18768">
                  <c:v>0.74844444444444447</c:v>
                </c:pt>
                <c:pt idx="18769">
                  <c:v>0.74844444444444447</c:v>
                </c:pt>
                <c:pt idx="18770">
                  <c:v>0.74844444444444447</c:v>
                </c:pt>
                <c:pt idx="18771">
                  <c:v>0.74844444444444447</c:v>
                </c:pt>
                <c:pt idx="18772">
                  <c:v>0.74859259259259259</c:v>
                </c:pt>
                <c:pt idx="18773">
                  <c:v>0.74859259259259259</c:v>
                </c:pt>
                <c:pt idx="18774">
                  <c:v>0.74859259259259259</c:v>
                </c:pt>
                <c:pt idx="18775">
                  <c:v>0.74874074074074071</c:v>
                </c:pt>
                <c:pt idx="18776">
                  <c:v>0.74888888888888894</c:v>
                </c:pt>
                <c:pt idx="18777">
                  <c:v>0.74888888888888894</c:v>
                </c:pt>
                <c:pt idx="18778">
                  <c:v>0.74903703703703706</c:v>
                </c:pt>
                <c:pt idx="18779">
                  <c:v>0.74903703703703706</c:v>
                </c:pt>
                <c:pt idx="18780">
                  <c:v>0.74903703703703706</c:v>
                </c:pt>
                <c:pt idx="18781">
                  <c:v>0.74903703703703706</c:v>
                </c:pt>
                <c:pt idx="18782">
                  <c:v>0.74903703703703706</c:v>
                </c:pt>
                <c:pt idx="18783">
                  <c:v>0.74903703703703706</c:v>
                </c:pt>
                <c:pt idx="18784">
                  <c:v>0.74918518518518518</c:v>
                </c:pt>
                <c:pt idx="18785">
                  <c:v>0.74918518518518518</c:v>
                </c:pt>
                <c:pt idx="18786">
                  <c:v>0.74918518518518518</c:v>
                </c:pt>
                <c:pt idx="18787">
                  <c:v>0.74918518518518518</c:v>
                </c:pt>
                <c:pt idx="18788">
                  <c:v>0.74918518518518518</c:v>
                </c:pt>
                <c:pt idx="18789">
                  <c:v>0.7493333333333333</c:v>
                </c:pt>
                <c:pt idx="18790">
                  <c:v>0.7493333333333333</c:v>
                </c:pt>
                <c:pt idx="18791">
                  <c:v>0.74948148148148153</c:v>
                </c:pt>
                <c:pt idx="18792">
                  <c:v>0.74948148148148153</c:v>
                </c:pt>
                <c:pt idx="18793">
                  <c:v>0.74962962962962965</c:v>
                </c:pt>
                <c:pt idx="18794">
                  <c:v>0.74962962962962965</c:v>
                </c:pt>
                <c:pt idx="18795">
                  <c:v>0.74977777777777777</c:v>
                </c:pt>
                <c:pt idx="18796">
                  <c:v>0.74977777777777777</c:v>
                </c:pt>
                <c:pt idx="18797">
                  <c:v>0.74977777777777777</c:v>
                </c:pt>
                <c:pt idx="18798">
                  <c:v>0.74977777777777777</c:v>
                </c:pt>
                <c:pt idx="18799">
                  <c:v>0.74977777777777777</c:v>
                </c:pt>
                <c:pt idx="18800">
                  <c:v>0.74992592592592588</c:v>
                </c:pt>
                <c:pt idx="18801">
                  <c:v>0.74992592592592588</c:v>
                </c:pt>
                <c:pt idx="18802">
                  <c:v>0.74992592592592588</c:v>
                </c:pt>
                <c:pt idx="18803">
                  <c:v>0.74992592592592588</c:v>
                </c:pt>
                <c:pt idx="18804">
                  <c:v>0.75007407407407412</c:v>
                </c:pt>
                <c:pt idx="18805">
                  <c:v>0.75007407407407412</c:v>
                </c:pt>
                <c:pt idx="18806">
                  <c:v>0.75022222222222223</c:v>
                </c:pt>
                <c:pt idx="18807">
                  <c:v>0.75022222222222223</c:v>
                </c:pt>
                <c:pt idx="18808">
                  <c:v>0.75022222222222223</c:v>
                </c:pt>
                <c:pt idx="18809">
                  <c:v>0.75022222222222223</c:v>
                </c:pt>
                <c:pt idx="18810">
                  <c:v>0.75022222222222223</c:v>
                </c:pt>
                <c:pt idx="18811">
                  <c:v>0.75022222222222223</c:v>
                </c:pt>
                <c:pt idx="18812">
                  <c:v>0.75022222222222223</c:v>
                </c:pt>
                <c:pt idx="18813">
                  <c:v>0.75022222222222223</c:v>
                </c:pt>
                <c:pt idx="18814">
                  <c:v>0.75022222222222223</c:v>
                </c:pt>
                <c:pt idx="18815">
                  <c:v>0.75022222222222223</c:v>
                </c:pt>
                <c:pt idx="18816">
                  <c:v>0.75022222222222223</c:v>
                </c:pt>
                <c:pt idx="18817">
                  <c:v>0.75037037037037035</c:v>
                </c:pt>
                <c:pt idx="18818">
                  <c:v>0.75037037037037035</c:v>
                </c:pt>
                <c:pt idx="18819">
                  <c:v>0.75037037037037035</c:v>
                </c:pt>
                <c:pt idx="18820">
                  <c:v>0.75037037037037035</c:v>
                </c:pt>
                <c:pt idx="18821">
                  <c:v>0.75051851851851847</c:v>
                </c:pt>
                <c:pt idx="18822">
                  <c:v>0.75051851851851847</c:v>
                </c:pt>
                <c:pt idx="18823">
                  <c:v>0.75051851851851847</c:v>
                </c:pt>
                <c:pt idx="18824">
                  <c:v>0.75051851851851847</c:v>
                </c:pt>
                <c:pt idx="18825">
                  <c:v>0.75051851851851847</c:v>
                </c:pt>
                <c:pt idx="18826">
                  <c:v>0.75051851851851847</c:v>
                </c:pt>
                <c:pt idx="18827">
                  <c:v>0.75051851851851847</c:v>
                </c:pt>
                <c:pt idx="18828">
                  <c:v>0.75051851851851847</c:v>
                </c:pt>
                <c:pt idx="18829">
                  <c:v>0.75051851851851847</c:v>
                </c:pt>
                <c:pt idx="18830">
                  <c:v>0.75051851851851847</c:v>
                </c:pt>
                <c:pt idx="18831">
                  <c:v>0.7506666666666667</c:v>
                </c:pt>
                <c:pt idx="18832">
                  <c:v>0.75081481481481482</c:v>
                </c:pt>
                <c:pt idx="18833">
                  <c:v>0.75081481481481482</c:v>
                </c:pt>
                <c:pt idx="18834">
                  <c:v>0.75081481481481482</c:v>
                </c:pt>
                <c:pt idx="18835">
                  <c:v>0.75081481481481482</c:v>
                </c:pt>
                <c:pt idx="18836">
                  <c:v>0.75081481481481482</c:v>
                </c:pt>
                <c:pt idx="18837">
                  <c:v>0.75081481481481482</c:v>
                </c:pt>
                <c:pt idx="18838">
                  <c:v>0.75081481481481482</c:v>
                </c:pt>
                <c:pt idx="18839">
                  <c:v>0.75081481481481482</c:v>
                </c:pt>
                <c:pt idx="18840">
                  <c:v>0.75081481481481482</c:v>
                </c:pt>
                <c:pt idx="18841">
                  <c:v>0.75081481481481482</c:v>
                </c:pt>
                <c:pt idx="18842">
                  <c:v>0.75081481481481482</c:v>
                </c:pt>
                <c:pt idx="18843">
                  <c:v>0.75081481481481482</c:v>
                </c:pt>
                <c:pt idx="18844">
                  <c:v>0.75081481481481482</c:v>
                </c:pt>
                <c:pt idx="18845">
                  <c:v>0.75096296296296294</c:v>
                </c:pt>
                <c:pt idx="18846">
                  <c:v>0.75096296296296294</c:v>
                </c:pt>
                <c:pt idx="18847">
                  <c:v>0.75111111111111106</c:v>
                </c:pt>
                <c:pt idx="18848">
                  <c:v>0.75111111111111106</c:v>
                </c:pt>
                <c:pt idx="18849">
                  <c:v>0.75125925925925929</c:v>
                </c:pt>
                <c:pt idx="18850">
                  <c:v>0.75125925925925929</c:v>
                </c:pt>
                <c:pt idx="18851">
                  <c:v>0.75140740740740741</c:v>
                </c:pt>
                <c:pt idx="18852">
                  <c:v>0.75155555555555553</c:v>
                </c:pt>
                <c:pt idx="18853">
                  <c:v>0.75155555555555553</c:v>
                </c:pt>
                <c:pt idx="18854">
                  <c:v>0.75170370370370365</c:v>
                </c:pt>
                <c:pt idx="18855">
                  <c:v>0.75170370370370365</c:v>
                </c:pt>
                <c:pt idx="18856">
                  <c:v>0.75170370370370365</c:v>
                </c:pt>
                <c:pt idx="18857">
                  <c:v>0.75185185185185188</c:v>
                </c:pt>
                <c:pt idx="18858">
                  <c:v>0.752</c:v>
                </c:pt>
                <c:pt idx="18859">
                  <c:v>0.75214814814814812</c:v>
                </c:pt>
                <c:pt idx="18860">
                  <c:v>0.75214814814814812</c:v>
                </c:pt>
                <c:pt idx="18861">
                  <c:v>0.75229629629629635</c:v>
                </c:pt>
                <c:pt idx="18862">
                  <c:v>0.75229629629629635</c:v>
                </c:pt>
                <c:pt idx="18863">
                  <c:v>0.75244444444444447</c:v>
                </c:pt>
                <c:pt idx="18864">
                  <c:v>0.75259259259259259</c:v>
                </c:pt>
                <c:pt idx="18865">
                  <c:v>0.75259259259259259</c:v>
                </c:pt>
                <c:pt idx="18866">
                  <c:v>0.75274074074074071</c:v>
                </c:pt>
                <c:pt idx="18867">
                  <c:v>0.75288888888888894</c:v>
                </c:pt>
                <c:pt idx="18868">
                  <c:v>0.75288888888888894</c:v>
                </c:pt>
                <c:pt idx="18869">
                  <c:v>0.75288888888888894</c:v>
                </c:pt>
                <c:pt idx="18870">
                  <c:v>0.75288888888888894</c:v>
                </c:pt>
                <c:pt idx="18871">
                  <c:v>0.75288888888888894</c:v>
                </c:pt>
                <c:pt idx="18872">
                  <c:v>0.75288888888888894</c:v>
                </c:pt>
                <c:pt idx="18873">
                  <c:v>0.75288888888888894</c:v>
                </c:pt>
                <c:pt idx="18874">
                  <c:v>0.75288888888888894</c:v>
                </c:pt>
                <c:pt idx="18875">
                  <c:v>0.75288888888888894</c:v>
                </c:pt>
                <c:pt idx="18876">
                  <c:v>0.75288888888888894</c:v>
                </c:pt>
                <c:pt idx="18877">
                  <c:v>0.75288888888888894</c:v>
                </c:pt>
                <c:pt idx="18878">
                  <c:v>0.75288888888888894</c:v>
                </c:pt>
                <c:pt idx="18879">
                  <c:v>0.75288888888888894</c:v>
                </c:pt>
                <c:pt idx="18880">
                  <c:v>0.75288888888888894</c:v>
                </c:pt>
                <c:pt idx="18881">
                  <c:v>0.75288888888888894</c:v>
                </c:pt>
                <c:pt idx="18882">
                  <c:v>0.75288888888888894</c:v>
                </c:pt>
                <c:pt idx="18883">
                  <c:v>0.75288888888888894</c:v>
                </c:pt>
                <c:pt idx="18884">
                  <c:v>0.75288888888888894</c:v>
                </c:pt>
                <c:pt idx="18885">
                  <c:v>0.75303703703703706</c:v>
                </c:pt>
                <c:pt idx="18886">
                  <c:v>0.75303703703703706</c:v>
                </c:pt>
                <c:pt idx="18887">
                  <c:v>0.75303703703703706</c:v>
                </c:pt>
                <c:pt idx="18888">
                  <c:v>0.75303703703703706</c:v>
                </c:pt>
                <c:pt idx="18889">
                  <c:v>0.75318518518518518</c:v>
                </c:pt>
                <c:pt idx="18890">
                  <c:v>0.75318518518518518</c:v>
                </c:pt>
                <c:pt idx="18891">
                  <c:v>0.75318518518518518</c:v>
                </c:pt>
                <c:pt idx="18892">
                  <c:v>0.75318518518518518</c:v>
                </c:pt>
                <c:pt idx="18893">
                  <c:v>0.75318518518518518</c:v>
                </c:pt>
                <c:pt idx="18894">
                  <c:v>0.75318518518518518</c:v>
                </c:pt>
                <c:pt idx="18895">
                  <c:v>0.75318518518518518</c:v>
                </c:pt>
                <c:pt idx="18896">
                  <c:v>0.75318518518518518</c:v>
                </c:pt>
                <c:pt idx="18897">
                  <c:v>0.75318518518518518</c:v>
                </c:pt>
                <c:pt idx="18898">
                  <c:v>0.75318518518518518</c:v>
                </c:pt>
                <c:pt idx="18899">
                  <c:v>0.75318518518518518</c:v>
                </c:pt>
                <c:pt idx="18900">
                  <c:v>0.75318518518518518</c:v>
                </c:pt>
                <c:pt idx="18901">
                  <c:v>0.7533333333333333</c:v>
                </c:pt>
                <c:pt idx="18902">
                  <c:v>0.7533333333333333</c:v>
                </c:pt>
                <c:pt idx="18903">
                  <c:v>0.75348148148148153</c:v>
                </c:pt>
                <c:pt idx="18904">
                  <c:v>0.75348148148148153</c:v>
                </c:pt>
                <c:pt idx="18905">
                  <c:v>0.75348148148148153</c:v>
                </c:pt>
                <c:pt idx="18906">
                  <c:v>0.75348148148148153</c:v>
                </c:pt>
                <c:pt idx="18907">
                  <c:v>0.75348148148148153</c:v>
                </c:pt>
                <c:pt idx="18908">
                  <c:v>0.75362962962962965</c:v>
                </c:pt>
                <c:pt idx="18909">
                  <c:v>0.75362962962962965</c:v>
                </c:pt>
                <c:pt idx="18910">
                  <c:v>0.75362962962962965</c:v>
                </c:pt>
                <c:pt idx="18911">
                  <c:v>0.75362962962962965</c:v>
                </c:pt>
                <c:pt idx="18912">
                  <c:v>0.75362962962962965</c:v>
                </c:pt>
                <c:pt idx="18913">
                  <c:v>0.75362962962962965</c:v>
                </c:pt>
                <c:pt idx="18914">
                  <c:v>0.75362962962962965</c:v>
                </c:pt>
                <c:pt idx="18915">
                  <c:v>0.75362962962962965</c:v>
                </c:pt>
                <c:pt idx="18916">
                  <c:v>0.75362962962962965</c:v>
                </c:pt>
                <c:pt idx="18917">
                  <c:v>0.75362962962962965</c:v>
                </c:pt>
                <c:pt idx="18918">
                  <c:v>0.75377777777777777</c:v>
                </c:pt>
                <c:pt idx="18919">
                  <c:v>0.75392592592592589</c:v>
                </c:pt>
                <c:pt idx="18920">
                  <c:v>0.75392592592592589</c:v>
                </c:pt>
                <c:pt idx="18921">
                  <c:v>0.75392592592592589</c:v>
                </c:pt>
                <c:pt idx="18922">
                  <c:v>0.75392592592592589</c:v>
                </c:pt>
                <c:pt idx="18923">
                  <c:v>0.75407407407407412</c:v>
                </c:pt>
                <c:pt idx="18924">
                  <c:v>0.75407407407407412</c:v>
                </c:pt>
                <c:pt idx="18925">
                  <c:v>0.75407407407407412</c:v>
                </c:pt>
                <c:pt idx="18926">
                  <c:v>0.75407407407407412</c:v>
                </c:pt>
                <c:pt idx="18927">
                  <c:v>0.75407407407407412</c:v>
                </c:pt>
                <c:pt idx="18928">
                  <c:v>0.75407407407407412</c:v>
                </c:pt>
                <c:pt idx="18929">
                  <c:v>0.75422222222222224</c:v>
                </c:pt>
                <c:pt idx="18930">
                  <c:v>0.75422222222222224</c:v>
                </c:pt>
                <c:pt idx="18931">
                  <c:v>0.75437037037037036</c:v>
                </c:pt>
                <c:pt idx="18932">
                  <c:v>0.75451851851851848</c:v>
                </c:pt>
                <c:pt idx="18933">
                  <c:v>0.75451851851851848</c:v>
                </c:pt>
                <c:pt idx="18934">
                  <c:v>0.75451851851851848</c:v>
                </c:pt>
                <c:pt idx="18935">
                  <c:v>0.75451851851851848</c:v>
                </c:pt>
                <c:pt idx="18936">
                  <c:v>0.75466666666666671</c:v>
                </c:pt>
                <c:pt idx="18937">
                  <c:v>0.75481481481481483</c:v>
                </c:pt>
                <c:pt idx="18938">
                  <c:v>0.75481481481481483</c:v>
                </c:pt>
                <c:pt idx="18939">
                  <c:v>0.75481481481481483</c:v>
                </c:pt>
                <c:pt idx="18940">
                  <c:v>0.75481481481481483</c:v>
                </c:pt>
                <c:pt idx="18941">
                  <c:v>0.75496296296296295</c:v>
                </c:pt>
                <c:pt idx="18942">
                  <c:v>0.75496296296296295</c:v>
                </c:pt>
                <c:pt idx="18943">
                  <c:v>0.75496296296296295</c:v>
                </c:pt>
                <c:pt idx="18944">
                  <c:v>0.75511111111111107</c:v>
                </c:pt>
                <c:pt idx="18945">
                  <c:v>0.75511111111111107</c:v>
                </c:pt>
                <c:pt idx="18946">
                  <c:v>0.75511111111111107</c:v>
                </c:pt>
                <c:pt idx="18947">
                  <c:v>0.75511111111111107</c:v>
                </c:pt>
                <c:pt idx="18948">
                  <c:v>0.7552592592592593</c:v>
                </c:pt>
                <c:pt idx="18949">
                  <c:v>0.7552592592592593</c:v>
                </c:pt>
                <c:pt idx="18950">
                  <c:v>0.7552592592592593</c:v>
                </c:pt>
                <c:pt idx="18951">
                  <c:v>0.7552592592592593</c:v>
                </c:pt>
                <c:pt idx="18952">
                  <c:v>0.7552592592592593</c:v>
                </c:pt>
                <c:pt idx="18953">
                  <c:v>0.7552592592592593</c:v>
                </c:pt>
                <c:pt idx="18954">
                  <c:v>0.7552592592592593</c:v>
                </c:pt>
                <c:pt idx="18955">
                  <c:v>0.75540740740740742</c:v>
                </c:pt>
                <c:pt idx="18956">
                  <c:v>0.75555555555555554</c:v>
                </c:pt>
                <c:pt idx="18957">
                  <c:v>0.75555555555555554</c:v>
                </c:pt>
                <c:pt idx="18958">
                  <c:v>0.75555555555555554</c:v>
                </c:pt>
                <c:pt idx="18959">
                  <c:v>0.75555555555555554</c:v>
                </c:pt>
                <c:pt idx="18960">
                  <c:v>0.75555555555555554</c:v>
                </c:pt>
                <c:pt idx="18961">
                  <c:v>0.75555555555555554</c:v>
                </c:pt>
                <c:pt idx="18962">
                  <c:v>0.75555555555555554</c:v>
                </c:pt>
                <c:pt idx="18963">
                  <c:v>0.75555555555555554</c:v>
                </c:pt>
                <c:pt idx="18964">
                  <c:v>0.75555555555555554</c:v>
                </c:pt>
                <c:pt idx="18965">
                  <c:v>0.75570370370370366</c:v>
                </c:pt>
                <c:pt idx="18966">
                  <c:v>0.75570370370370366</c:v>
                </c:pt>
                <c:pt idx="18967">
                  <c:v>0.75570370370370366</c:v>
                </c:pt>
                <c:pt idx="18968">
                  <c:v>0.75585185185185189</c:v>
                </c:pt>
                <c:pt idx="18969">
                  <c:v>0.75585185185185189</c:v>
                </c:pt>
                <c:pt idx="18970">
                  <c:v>0.75585185185185189</c:v>
                </c:pt>
                <c:pt idx="18971">
                  <c:v>0.75585185185185189</c:v>
                </c:pt>
                <c:pt idx="18972">
                  <c:v>0.75585185185185189</c:v>
                </c:pt>
                <c:pt idx="18973">
                  <c:v>0.75600000000000001</c:v>
                </c:pt>
                <c:pt idx="18974">
                  <c:v>0.75614814814814812</c:v>
                </c:pt>
                <c:pt idx="18975">
                  <c:v>0.75614814814814812</c:v>
                </c:pt>
                <c:pt idx="18976">
                  <c:v>0.75614814814814812</c:v>
                </c:pt>
                <c:pt idx="18977">
                  <c:v>0.75614814814814812</c:v>
                </c:pt>
                <c:pt idx="18978">
                  <c:v>0.75614814814814812</c:v>
                </c:pt>
                <c:pt idx="18979">
                  <c:v>0.75629629629629624</c:v>
                </c:pt>
                <c:pt idx="18980">
                  <c:v>0.75629629629629624</c:v>
                </c:pt>
                <c:pt idx="18981">
                  <c:v>0.75629629629629624</c:v>
                </c:pt>
                <c:pt idx="18982">
                  <c:v>0.75629629629629624</c:v>
                </c:pt>
                <c:pt idx="18983">
                  <c:v>0.75644444444444447</c:v>
                </c:pt>
                <c:pt idx="18984">
                  <c:v>0.75659259259259259</c:v>
                </c:pt>
                <c:pt idx="18985">
                  <c:v>0.75659259259259259</c:v>
                </c:pt>
                <c:pt idx="18986">
                  <c:v>0.75659259259259259</c:v>
                </c:pt>
                <c:pt idx="18987">
                  <c:v>0.75659259259259259</c:v>
                </c:pt>
                <c:pt idx="18988">
                  <c:v>0.75674074074074071</c:v>
                </c:pt>
                <c:pt idx="18989">
                  <c:v>0.75674074074074071</c:v>
                </c:pt>
                <c:pt idx="18990">
                  <c:v>0.75674074074074071</c:v>
                </c:pt>
                <c:pt idx="18991">
                  <c:v>0.75674074074074071</c:v>
                </c:pt>
                <c:pt idx="18992">
                  <c:v>0.75674074074074071</c:v>
                </c:pt>
                <c:pt idx="18993">
                  <c:v>0.75688888888888894</c:v>
                </c:pt>
                <c:pt idx="18994">
                  <c:v>0.75688888888888894</c:v>
                </c:pt>
                <c:pt idx="18995">
                  <c:v>0.75688888888888894</c:v>
                </c:pt>
                <c:pt idx="18996">
                  <c:v>0.75703703703703706</c:v>
                </c:pt>
                <c:pt idx="18997">
                  <c:v>0.75703703703703706</c:v>
                </c:pt>
                <c:pt idx="18998">
                  <c:v>0.75703703703703706</c:v>
                </c:pt>
                <c:pt idx="18999">
                  <c:v>0.75703703703703706</c:v>
                </c:pt>
                <c:pt idx="19000">
                  <c:v>0.75703703703703706</c:v>
                </c:pt>
                <c:pt idx="19001">
                  <c:v>0.75703703703703706</c:v>
                </c:pt>
                <c:pt idx="19002">
                  <c:v>0.75703703703703706</c:v>
                </c:pt>
                <c:pt idx="19003">
                  <c:v>0.75703703703703706</c:v>
                </c:pt>
                <c:pt idx="19004">
                  <c:v>0.75703703703703706</c:v>
                </c:pt>
                <c:pt idx="19005">
                  <c:v>0.75718518518518518</c:v>
                </c:pt>
                <c:pt idx="19006">
                  <c:v>0.7573333333333333</c:v>
                </c:pt>
                <c:pt idx="19007">
                  <c:v>0.7573333333333333</c:v>
                </c:pt>
                <c:pt idx="19008">
                  <c:v>0.7573333333333333</c:v>
                </c:pt>
                <c:pt idx="19009">
                  <c:v>0.75748148148148153</c:v>
                </c:pt>
                <c:pt idx="19010">
                  <c:v>0.75748148148148153</c:v>
                </c:pt>
                <c:pt idx="19011">
                  <c:v>0.75748148148148153</c:v>
                </c:pt>
                <c:pt idx="19012">
                  <c:v>0.75762962962962965</c:v>
                </c:pt>
                <c:pt idx="19013">
                  <c:v>0.75762962962962965</c:v>
                </c:pt>
                <c:pt idx="19014">
                  <c:v>0.75762962962962965</c:v>
                </c:pt>
                <c:pt idx="19015">
                  <c:v>0.75762962962962965</c:v>
                </c:pt>
                <c:pt idx="19016">
                  <c:v>0.75762962962962965</c:v>
                </c:pt>
                <c:pt idx="19017">
                  <c:v>0.75762962962962965</c:v>
                </c:pt>
                <c:pt idx="19018">
                  <c:v>0.75762962962962965</c:v>
                </c:pt>
                <c:pt idx="19019">
                  <c:v>0.75762962962962965</c:v>
                </c:pt>
                <c:pt idx="19020">
                  <c:v>0.75777777777777777</c:v>
                </c:pt>
                <c:pt idx="19021">
                  <c:v>0.75777777777777777</c:v>
                </c:pt>
                <c:pt idx="19022">
                  <c:v>0.75777777777777777</c:v>
                </c:pt>
                <c:pt idx="19023">
                  <c:v>0.75777777777777777</c:v>
                </c:pt>
                <c:pt idx="19024">
                  <c:v>0.75777777777777777</c:v>
                </c:pt>
                <c:pt idx="19025">
                  <c:v>0.75777777777777777</c:v>
                </c:pt>
                <c:pt idx="19026">
                  <c:v>0.75777777777777777</c:v>
                </c:pt>
                <c:pt idx="19027">
                  <c:v>0.75777777777777777</c:v>
                </c:pt>
                <c:pt idx="19028">
                  <c:v>0.75792592592592589</c:v>
                </c:pt>
                <c:pt idx="19029">
                  <c:v>0.75792592592592589</c:v>
                </c:pt>
                <c:pt idx="19030">
                  <c:v>0.75807407407407412</c:v>
                </c:pt>
                <c:pt idx="19031">
                  <c:v>0.75807407407407412</c:v>
                </c:pt>
                <c:pt idx="19032">
                  <c:v>0.75807407407407412</c:v>
                </c:pt>
                <c:pt idx="19033">
                  <c:v>0.75807407407407412</c:v>
                </c:pt>
                <c:pt idx="19034">
                  <c:v>0.75807407407407412</c:v>
                </c:pt>
                <c:pt idx="19035">
                  <c:v>0.75807407407407412</c:v>
                </c:pt>
                <c:pt idx="19036">
                  <c:v>0.75807407407407412</c:v>
                </c:pt>
                <c:pt idx="19037">
                  <c:v>0.75807407407407412</c:v>
                </c:pt>
                <c:pt idx="19038">
                  <c:v>0.75807407407407412</c:v>
                </c:pt>
                <c:pt idx="19039">
                  <c:v>0.75822222222222224</c:v>
                </c:pt>
                <c:pt idx="19040">
                  <c:v>0.75837037037037036</c:v>
                </c:pt>
                <c:pt idx="19041">
                  <c:v>0.75837037037037036</c:v>
                </c:pt>
                <c:pt idx="19042">
                  <c:v>0.75851851851851848</c:v>
                </c:pt>
                <c:pt idx="19043">
                  <c:v>0.75866666666666671</c:v>
                </c:pt>
                <c:pt idx="19044">
                  <c:v>0.75866666666666671</c:v>
                </c:pt>
                <c:pt idx="19045">
                  <c:v>0.75866666666666671</c:v>
                </c:pt>
                <c:pt idx="19046">
                  <c:v>0.75866666666666671</c:v>
                </c:pt>
                <c:pt idx="19047">
                  <c:v>0.75866666666666671</c:v>
                </c:pt>
                <c:pt idx="19048">
                  <c:v>0.75866666666666671</c:v>
                </c:pt>
                <c:pt idx="19049">
                  <c:v>0.75866666666666671</c:v>
                </c:pt>
                <c:pt idx="19050">
                  <c:v>0.75866666666666671</c:v>
                </c:pt>
                <c:pt idx="19051">
                  <c:v>0.75866666666666671</c:v>
                </c:pt>
                <c:pt idx="19052">
                  <c:v>0.75866666666666671</c:v>
                </c:pt>
                <c:pt idx="19053">
                  <c:v>0.75881481481481483</c:v>
                </c:pt>
                <c:pt idx="19054">
                  <c:v>0.75881481481481483</c:v>
                </c:pt>
                <c:pt idx="19055">
                  <c:v>0.75881481481481483</c:v>
                </c:pt>
                <c:pt idx="19056">
                  <c:v>0.75881481481481483</c:v>
                </c:pt>
                <c:pt idx="19057">
                  <c:v>0.75881481481481483</c:v>
                </c:pt>
                <c:pt idx="19058">
                  <c:v>0.75881481481481483</c:v>
                </c:pt>
                <c:pt idx="19059">
                  <c:v>0.75896296296296295</c:v>
                </c:pt>
                <c:pt idx="19060">
                  <c:v>0.75896296296296295</c:v>
                </c:pt>
                <c:pt idx="19061">
                  <c:v>0.75896296296296295</c:v>
                </c:pt>
                <c:pt idx="19062">
                  <c:v>0.75896296296296295</c:v>
                </c:pt>
                <c:pt idx="19063">
                  <c:v>0.75896296296296295</c:v>
                </c:pt>
                <c:pt idx="19064">
                  <c:v>0.75896296296296295</c:v>
                </c:pt>
                <c:pt idx="19065">
                  <c:v>0.75896296296296295</c:v>
                </c:pt>
                <c:pt idx="19066">
                  <c:v>0.75896296296296295</c:v>
                </c:pt>
                <c:pt idx="19067">
                  <c:v>0.75896296296296295</c:v>
                </c:pt>
                <c:pt idx="19068">
                  <c:v>0.75896296296296295</c:v>
                </c:pt>
                <c:pt idx="19069">
                  <c:v>0.75911111111111107</c:v>
                </c:pt>
                <c:pt idx="19070">
                  <c:v>0.75911111111111107</c:v>
                </c:pt>
                <c:pt idx="19071">
                  <c:v>0.75911111111111107</c:v>
                </c:pt>
                <c:pt idx="19072">
                  <c:v>0.75911111111111107</c:v>
                </c:pt>
                <c:pt idx="19073">
                  <c:v>0.75911111111111107</c:v>
                </c:pt>
                <c:pt idx="19074">
                  <c:v>0.7592592592592593</c:v>
                </c:pt>
                <c:pt idx="19075">
                  <c:v>0.7592592592592593</c:v>
                </c:pt>
                <c:pt idx="19076">
                  <c:v>0.75940740740740742</c:v>
                </c:pt>
                <c:pt idx="19077">
                  <c:v>0.75955555555555554</c:v>
                </c:pt>
                <c:pt idx="19078">
                  <c:v>0.75970370370370366</c:v>
                </c:pt>
                <c:pt idx="19079">
                  <c:v>0.75970370370370366</c:v>
                </c:pt>
                <c:pt idx="19080">
                  <c:v>0.75970370370370366</c:v>
                </c:pt>
                <c:pt idx="19081">
                  <c:v>0.75970370370370366</c:v>
                </c:pt>
                <c:pt idx="19082">
                  <c:v>0.75970370370370366</c:v>
                </c:pt>
                <c:pt idx="19083">
                  <c:v>0.75970370370370366</c:v>
                </c:pt>
                <c:pt idx="19084">
                  <c:v>0.75985185185185189</c:v>
                </c:pt>
                <c:pt idx="19085">
                  <c:v>0.75985185185185189</c:v>
                </c:pt>
                <c:pt idx="19086">
                  <c:v>0.75985185185185189</c:v>
                </c:pt>
                <c:pt idx="19087">
                  <c:v>0.75985185185185189</c:v>
                </c:pt>
                <c:pt idx="19088">
                  <c:v>0.76</c:v>
                </c:pt>
                <c:pt idx="19089">
                  <c:v>0.76</c:v>
                </c:pt>
                <c:pt idx="19090">
                  <c:v>0.76</c:v>
                </c:pt>
                <c:pt idx="19091">
                  <c:v>0.76</c:v>
                </c:pt>
                <c:pt idx="19092">
                  <c:v>0.76</c:v>
                </c:pt>
                <c:pt idx="19093">
                  <c:v>0.76</c:v>
                </c:pt>
                <c:pt idx="19094">
                  <c:v>0.76</c:v>
                </c:pt>
                <c:pt idx="19095">
                  <c:v>0.76</c:v>
                </c:pt>
                <c:pt idx="19096">
                  <c:v>0.76</c:v>
                </c:pt>
                <c:pt idx="19097">
                  <c:v>0.76014814814814813</c:v>
                </c:pt>
                <c:pt idx="19098">
                  <c:v>0.76014814814814813</c:v>
                </c:pt>
                <c:pt idx="19099">
                  <c:v>0.76014814814814813</c:v>
                </c:pt>
                <c:pt idx="19100">
                  <c:v>0.76029629629629625</c:v>
                </c:pt>
                <c:pt idx="19101">
                  <c:v>0.76029629629629625</c:v>
                </c:pt>
                <c:pt idx="19102">
                  <c:v>0.76029629629629625</c:v>
                </c:pt>
                <c:pt idx="19103">
                  <c:v>0.76029629629629625</c:v>
                </c:pt>
                <c:pt idx="19104">
                  <c:v>0.76044444444444448</c:v>
                </c:pt>
                <c:pt idx="19105">
                  <c:v>0.76044444444444448</c:v>
                </c:pt>
                <c:pt idx="19106">
                  <c:v>0.7605925925925926</c:v>
                </c:pt>
                <c:pt idx="19107">
                  <c:v>0.76074074074074072</c:v>
                </c:pt>
                <c:pt idx="19108">
                  <c:v>0.76074074074074072</c:v>
                </c:pt>
                <c:pt idx="19109">
                  <c:v>0.76088888888888884</c:v>
                </c:pt>
                <c:pt idx="19110">
                  <c:v>0.76088888888888884</c:v>
                </c:pt>
                <c:pt idx="19111">
                  <c:v>0.76088888888888884</c:v>
                </c:pt>
                <c:pt idx="19112">
                  <c:v>0.76088888888888884</c:v>
                </c:pt>
                <c:pt idx="19113">
                  <c:v>0.76088888888888884</c:v>
                </c:pt>
                <c:pt idx="19114">
                  <c:v>0.76088888888888884</c:v>
                </c:pt>
                <c:pt idx="19115">
                  <c:v>0.76088888888888884</c:v>
                </c:pt>
                <c:pt idx="19116">
                  <c:v>0.76088888888888884</c:v>
                </c:pt>
                <c:pt idx="19117">
                  <c:v>0.76088888888888884</c:v>
                </c:pt>
                <c:pt idx="19118">
                  <c:v>0.76088888888888884</c:v>
                </c:pt>
                <c:pt idx="19119">
                  <c:v>0.76103703703703707</c:v>
                </c:pt>
                <c:pt idx="19120">
                  <c:v>0.76103703703703707</c:v>
                </c:pt>
                <c:pt idx="19121">
                  <c:v>0.76103703703703707</c:v>
                </c:pt>
                <c:pt idx="19122">
                  <c:v>0.76118518518518519</c:v>
                </c:pt>
                <c:pt idx="19123">
                  <c:v>0.76133333333333331</c:v>
                </c:pt>
                <c:pt idx="19124">
                  <c:v>0.76133333333333331</c:v>
                </c:pt>
                <c:pt idx="19125">
                  <c:v>0.76148148148148154</c:v>
                </c:pt>
                <c:pt idx="19126">
                  <c:v>0.76162962962962966</c:v>
                </c:pt>
                <c:pt idx="19127">
                  <c:v>0.76162962962962966</c:v>
                </c:pt>
                <c:pt idx="19128">
                  <c:v>0.76162962962962966</c:v>
                </c:pt>
                <c:pt idx="19129">
                  <c:v>0.76177777777777778</c:v>
                </c:pt>
                <c:pt idx="19130">
                  <c:v>0.7619259259259259</c:v>
                </c:pt>
                <c:pt idx="19131">
                  <c:v>0.76207407407407413</c:v>
                </c:pt>
                <c:pt idx="19132">
                  <c:v>0.76222222222222225</c:v>
                </c:pt>
                <c:pt idx="19133">
                  <c:v>0.76222222222222225</c:v>
                </c:pt>
                <c:pt idx="19134">
                  <c:v>0.76237037037037036</c:v>
                </c:pt>
                <c:pt idx="19135">
                  <c:v>0.76251851851851848</c:v>
                </c:pt>
                <c:pt idx="19136">
                  <c:v>0.76251851851851848</c:v>
                </c:pt>
                <c:pt idx="19137">
                  <c:v>0.76251851851851848</c:v>
                </c:pt>
                <c:pt idx="19138">
                  <c:v>0.76251851851851848</c:v>
                </c:pt>
                <c:pt idx="19139">
                  <c:v>0.76251851851851848</c:v>
                </c:pt>
                <c:pt idx="19140">
                  <c:v>0.76251851851851848</c:v>
                </c:pt>
                <c:pt idx="19141">
                  <c:v>0.76251851851851848</c:v>
                </c:pt>
                <c:pt idx="19142">
                  <c:v>0.76266666666666671</c:v>
                </c:pt>
                <c:pt idx="19143">
                  <c:v>0.76266666666666671</c:v>
                </c:pt>
                <c:pt idx="19144">
                  <c:v>0.76266666666666671</c:v>
                </c:pt>
                <c:pt idx="19145">
                  <c:v>0.76266666666666671</c:v>
                </c:pt>
                <c:pt idx="19146">
                  <c:v>0.76266666666666671</c:v>
                </c:pt>
                <c:pt idx="19147">
                  <c:v>0.76281481481481483</c:v>
                </c:pt>
                <c:pt idx="19148">
                  <c:v>0.76281481481481483</c:v>
                </c:pt>
                <c:pt idx="19149">
                  <c:v>0.76281481481481483</c:v>
                </c:pt>
                <c:pt idx="19150">
                  <c:v>0.76296296296296295</c:v>
                </c:pt>
                <c:pt idx="19151">
                  <c:v>0.76296296296296295</c:v>
                </c:pt>
                <c:pt idx="19152">
                  <c:v>0.76296296296296295</c:v>
                </c:pt>
                <c:pt idx="19153">
                  <c:v>0.76296296296296295</c:v>
                </c:pt>
                <c:pt idx="19154">
                  <c:v>0.76296296296296295</c:v>
                </c:pt>
                <c:pt idx="19155">
                  <c:v>0.76296296296296295</c:v>
                </c:pt>
                <c:pt idx="19156">
                  <c:v>0.76296296296296295</c:v>
                </c:pt>
                <c:pt idx="19157">
                  <c:v>0.76296296296296295</c:v>
                </c:pt>
                <c:pt idx="19158">
                  <c:v>0.76311111111111107</c:v>
                </c:pt>
                <c:pt idx="19159">
                  <c:v>0.76311111111111107</c:v>
                </c:pt>
                <c:pt idx="19160">
                  <c:v>0.76311111111111107</c:v>
                </c:pt>
                <c:pt idx="19161">
                  <c:v>0.76311111111111107</c:v>
                </c:pt>
                <c:pt idx="19162">
                  <c:v>0.76311111111111107</c:v>
                </c:pt>
                <c:pt idx="19163">
                  <c:v>0.76311111111111107</c:v>
                </c:pt>
                <c:pt idx="19164">
                  <c:v>0.76311111111111107</c:v>
                </c:pt>
                <c:pt idx="19165">
                  <c:v>0.76311111111111107</c:v>
                </c:pt>
                <c:pt idx="19166">
                  <c:v>0.76311111111111107</c:v>
                </c:pt>
                <c:pt idx="19167">
                  <c:v>0.76311111111111107</c:v>
                </c:pt>
                <c:pt idx="19168">
                  <c:v>0.7632592592592593</c:v>
                </c:pt>
                <c:pt idx="19169">
                  <c:v>0.7632592592592593</c:v>
                </c:pt>
                <c:pt idx="19170">
                  <c:v>0.76340740740740742</c:v>
                </c:pt>
                <c:pt idx="19171">
                  <c:v>0.76340740740740742</c:v>
                </c:pt>
                <c:pt idx="19172">
                  <c:v>0.76340740740740742</c:v>
                </c:pt>
                <c:pt idx="19173">
                  <c:v>0.76340740740740742</c:v>
                </c:pt>
                <c:pt idx="19174">
                  <c:v>0.76340740740740742</c:v>
                </c:pt>
                <c:pt idx="19175">
                  <c:v>0.76340740740740742</c:v>
                </c:pt>
                <c:pt idx="19176">
                  <c:v>0.76355555555555554</c:v>
                </c:pt>
                <c:pt idx="19177">
                  <c:v>0.76370370370370366</c:v>
                </c:pt>
                <c:pt idx="19178">
                  <c:v>0.76370370370370366</c:v>
                </c:pt>
                <c:pt idx="19179">
                  <c:v>0.76370370370370366</c:v>
                </c:pt>
                <c:pt idx="19180">
                  <c:v>0.76385185185185189</c:v>
                </c:pt>
                <c:pt idx="19181">
                  <c:v>0.76385185185185189</c:v>
                </c:pt>
                <c:pt idx="19182">
                  <c:v>0.76385185185185189</c:v>
                </c:pt>
                <c:pt idx="19183">
                  <c:v>0.76385185185185189</c:v>
                </c:pt>
                <c:pt idx="19184">
                  <c:v>0.76385185185185189</c:v>
                </c:pt>
                <c:pt idx="19185">
                  <c:v>0.76385185185185189</c:v>
                </c:pt>
                <c:pt idx="19186">
                  <c:v>0.76385185185185189</c:v>
                </c:pt>
                <c:pt idx="19187">
                  <c:v>0.76400000000000001</c:v>
                </c:pt>
                <c:pt idx="19188">
                  <c:v>0.76400000000000001</c:v>
                </c:pt>
                <c:pt idx="19189">
                  <c:v>0.76414814814814813</c:v>
                </c:pt>
                <c:pt idx="19190">
                  <c:v>0.76414814814814813</c:v>
                </c:pt>
                <c:pt idx="19191">
                  <c:v>0.76414814814814813</c:v>
                </c:pt>
                <c:pt idx="19192">
                  <c:v>0.76414814814814813</c:v>
                </c:pt>
                <c:pt idx="19193">
                  <c:v>0.76414814814814813</c:v>
                </c:pt>
                <c:pt idx="19194">
                  <c:v>0.76414814814814813</c:v>
                </c:pt>
                <c:pt idx="19195">
                  <c:v>0.76414814814814813</c:v>
                </c:pt>
                <c:pt idx="19196">
                  <c:v>0.76414814814814813</c:v>
                </c:pt>
                <c:pt idx="19197">
                  <c:v>0.76414814814814813</c:v>
                </c:pt>
                <c:pt idx="19198">
                  <c:v>0.76429629629629625</c:v>
                </c:pt>
                <c:pt idx="19199">
                  <c:v>0.76429629629629625</c:v>
                </c:pt>
                <c:pt idx="19200">
                  <c:v>0.76444444444444448</c:v>
                </c:pt>
                <c:pt idx="19201">
                  <c:v>0.76444444444444448</c:v>
                </c:pt>
                <c:pt idx="19202">
                  <c:v>0.76444444444444448</c:v>
                </c:pt>
                <c:pt idx="19203">
                  <c:v>0.76444444444444448</c:v>
                </c:pt>
                <c:pt idx="19204">
                  <c:v>0.7645925925925926</c:v>
                </c:pt>
                <c:pt idx="19205">
                  <c:v>0.7645925925925926</c:v>
                </c:pt>
                <c:pt idx="19206">
                  <c:v>0.7645925925925926</c:v>
                </c:pt>
                <c:pt idx="19207">
                  <c:v>0.7645925925925926</c:v>
                </c:pt>
                <c:pt idx="19208">
                  <c:v>0.7645925925925926</c:v>
                </c:pt>
                <c:pt idx="19209">
                  <c:v>0.7645925925925926</c:v>
                </c:pt>
                <c:pt idx="19210">
                  <c:v>0.76474074074074072</c:v>
                </c:pt>
                <c:pt idx="19211">
                  <c:v>0.76474074074074072</c:v>
                </c:pt>
                <c:pt idx="19212">
                  <c:v>0.76474074074074072</c:v>
                </c:pt>
                <c:pt idx="19213">
                  <c:v>0.76474074074074072</c:v>
                </c:pt>
                <c:pt idx="19214">
                  <c:v>0.76474074074074072</c:v>
                </c:pt>
                <c:pt idx="19215">
                  <c:v>0.76474074074074072</c:v>
                </c:pt>
                <c:pt idx="19216">
                  <c:v>0.76474074074074072</c:v>
                </c:pt>
                <c:pt idx="19217">
                  <c:v>0.76474074074074072</c:v>
                </c:pt>
                <c:pt idx="19218">
                  <c:v>0.76488888888888884</c:v>
                </c:pt>
                <c:pt idx="19219">
                  <c:v>0.76488888888888884</c:v>
                </c:pt>
                <c:pt idx="19220">
                  <c:v>0.76488888888888884</c:v>
                </c:pt>
                <c:pt idx="19221">
                  <c:v>0.76488888888888884</c:v>
                </c:pt>
                <c:pt idx="19222">
                  <c:v>0.76488888888888884</c:v>
                </c:pt>
                <c:pt idx="19223">
                  <c:v>0.76503703703703707</c:v>
                </c:pt>
                <c:pt idx="19224">
                  <c:v>0.76518518518518519</c:v>
                </c:pt>
                <c:pt idx="19225">
                  <c:v>0.76518518518518519</c:v>
                </c:pt>
                <c:pt idx="19226">
                  <c:v>0.76518518518518519</c:v>
                </c:pt>
                <c:pt idx="19227">
                  <c:v>0.76518518518518519</c:v>
                </c:pt>
                <c:pt idx="19228">
                  <c:v>0.76518518518518519</c:v>
                </c:pt>
                <c:pt idx="19229">
                  <c:v>0.76518518518518519</c:v>
                </c:pt>
                <c:pt idx="19230">
                  <c:v>0.76518518518518519</c:v>
                </c:pt>
                <c:pt idx="19231">
                  <c:v>0.76518518518518519</c:v>
                </c:pt>
                <c:pt idx="19232">
                  <c:v>0.76518518518518519</c:v>
                </c:pt>
                <c:pt idx="19233">
                  <c:v>0.76518518518518519</c:v>
                </c:pt>
                <c:pt idx="19234">
                  <c:v>0.76533333333333331</c:v>
                </c:pt>
                <c:pt idx="19235">
                  <c:v>0.76533333333333331</c:v>
                </c:pt>
                <c:pt idx="19236">
                  <c:v>0.76548148148148143</c:v>
                </c:pt>
                <c:pt idx="19237">
                  <c:v>0.76548148148148143</c:v>
                </c:pt>
                <c:pt idx="19238">
                  <c:v>0.76548148148148143</c:v>
                </c:pt>
                <c:pt idx="19239">
                  <c:v>0.76548148148148143</c:v>
                </c:pt>
                <c:pt idx="19240">
                  <c:v>0.76548148148148143</c:v>
                </c:pt>
                <c:pt idx="19241">
                  <c:v>0.76548148148148143</c:v>
                </c:pt>
                <c:pt idx="19242">
                  <c:v>0.76548148148148143</c:v>
                </c:pt>
                <c:pt idx="19243">
                  <c:v>0.76548148148148143</c:v>
                </c:pt>
                <c:pt idx="19244">
                  <c:v>0.76548148148148143</c:v>
                </c:pt>
                <c:pt idx="19245">
                  <c:v>0.76548148148148143</c:v>
                </c:pt>
                <c:pt idx="19246">
                  <c:v>0.76562962962962966</c:v>
                </c:pt>
                <c:pt idx="19247">
                  <c:v>0.76577777777777778</c:v>
                </c:pt>
                <c:pt idx="19248">
                  <c:v>0.76577777777777778</c:v>
                </c:pt>
                <c:pt idx="19249">
                  <c:v>0.76577777777777778</c:v>
                </c:pt>
                <c:pt idx="19250">
                  <c:v>0.7659259259259259</c:v>
                </c:pt>
                <c:pt idx="19251">
                  <c:v>0.7659259259259259</c:v>
                </c:pt>
                <c:pt idx="19252">
                  <c:v>0.76607407407407413</c:v>
                </c:pt>
                <c:pt idx="19253">
                  <c:v>0.76607407407407413</c:v>
                </c:pt>
                <c:pt idx="19254">
                  <c:v>0.76607407407407413</c:v>
                </c:pt>
                <c:pt idx="19255">
                  <c:v>0.76622222222222225</c:v>
                </c:pt>
                <c:pt idx="19256">
                  <c:v>0.76622222222222225</c:v>
                </c:pt>
                <c:pt idx="19257">
                  <c:v>0.76637037037037037</c:v>
                </c:pt>
                <c:pt idx="19258">
                  <c:v>0.76637037037037037</c:v>
                </c:pt>
                <c:pt idx="19259">
                  <c:v>0.76637037037037037</c:v>
                </c:pt>
                <c:pt idx="19260">
                  <c:v>0.76637037037037037</c:v>
                </c:pt>
                <c:pt idx="19261">
                  <c:v>0.76651851851851849</c:v>
                </c:pt>
                <c:pt idx="19262">
                  <c:v>0.76651851851851849</c:v>
                </c:pt>
                <c:pt idx="19263">
                  <c:v>0.76651851851851849</c:v>
                </c:pt>
                <c:pt idx="19264">
                  <c:v>0.76651851851851849</c:v>
                </c:pt>
                <c:pt idx="19265">
                  <c:v>0.76666666666666672</c:v>
                </c:pt>
                <c:pt idx="19266">
                  <c:v>0.76666666666666672</c:v>
                </c:pt>
                <c:pt idx="19267">
                  <c:v>0.76666666666666672</c:v>
                </c:pt>
                <c:pt idx="19268">
                  <c:v>0.76666666666666672</c:v>
                </c:pt>
                <c:pt idx="19269">
                  <c:v>0.76666666666666672</c:v>
                </c:pt>
                <c:pt idx="19270">
                  <c:v>0.76666666666666672</c:v>
                </c:pt>
                <c:pt idx="19271">
                  <c:v>0.76666666666666672</c:v>
                </c:pt>
                <c:pt idx="19272">
                  <c:v>0.76681481481481484</c:v>
                </c:pt>
                <c:pt idx="19273">
                  <c:v>0.76681481481481484</c:v>
                </c:pt>
                <c:pt idx="19274">
                  <c:v>0.76681481481481484</c:v>
                </c:pt>
                <c:pt idx="19275">
                  <c:v>0.76681481481481484</c:v>
                </c:pt>
                <c:pt idx="19276">
                  <c:v>0.76696296296296296</c:v>
                </c:pt>
                <c:pt idx="19277">
                  <c:v>0.76696296296296296</c:v>
                </c:pt>
                <c:pt idx="19278">
                  <c:v>0.76696296296296296</c:v>
                </c:pt>
                <c:pt idx="19279">
                  <c:v>0.76696296296296296</c:v>
                </c:pt>
                <c:pt idx="19280">
                  <c:v>0.76711111111111108</c:v>
                </c:pt>
                <c:pt idx="19281">
                  <c:v>0.76711111111111108</c:v>
                </c:pt>
                <c:pt idx="19282">
                  <c:v>0.76725925925925931</c:v>
                </c:pt>
                <c:pt idx="19283">
                  <c:v>0.76725925925925931</c:v>
                </c:pt>
                <c:pt idx="19284">
                  <c:v>0.76740740740740743</c:v>
                </c:pt>
                <c:pt idx="19285">
                  <c:v>0.76740740740740743</c:v>
                </c:pt>
                <c:pt idx="19286">
                  <c:v>0.76740740740740743</c:v>
                </c:pt>
                <c:pt idx="19287">
                  <c:v>0.76755555555555555</c:v>
                </c:pt>
                <c:pt idx="19288">
                  <c:v>0.76770370370370367</c:v>
                </c:pt>
                <c:pt idx="19289">
                  <c:v>0.76770370370370367</c:v>
                </c:pt>
                <c:pt idx="19290">
                  <c:v>0.76770370370370367</c:v>
                </c:pt>
                <c:pt idx="19291">
                  <c:v>0.76770370370370367</c:v>
                </c:pt>
                <c:pt idx="19292">
                  <c:v>0.76770370370370367</c:v>
                </c:pt>
                <c:pt idx="19293">
                  <c:v>0.76770370370370367</c:v>
                </c:pt>
                <c:pt idx="19294">
                  <c:v>0.7678518518518519</c:v>
                </c:pt>
                <c:pt idx="19295">
                  <c:v>0.7678518518518519</c:v>
                </c:pt>
                <c:pt idx="19296">
                  <c:v>0.76800000000000002</c:v>
                </c:pt>
                <c:pt idx="19297">
                  <c:v>0.76800000000000002</c:v>
                </c:pt>
                <c:pt idx="19298">
                  <c:v>0.76800000000000002</c:v>
                </c:pt>
                <c:pt idx="19299">
                  <c:v>0.76800000000000002</c:v>
                </c:pt>
                <c:pt idx="19300">
                  <c:v>0.76800000000000002</c:v>
                </c:pt>
                <c:pt idx="19301">
                  <c:v>0.76814814814814814</c:v>
                </c:pt>
                <c:pt idx="19302">
                  <c:v>0.76814814814814814</c:v>
                </c:pt>
                <c:pt idx="19303">
                  <c:v>0.76814814814814814</c:v>
                </c:pt>
                <c:pt idx="19304">
                  <c:v>0.76814814814814814</c:v>
                </c:pt>
                <c:pt idx="19305">
                  <c:v>0.76814814814814814</c:v>
                </c:pt>
                <c:pt idx="19306">
                  <c:v>0.76814814814814814</c:v>
                </c:pt>
                <c:pt idx="19307">
                  <c:v>0.76814814814814814</c:v>
                </c:pt>
                <c:pt idx="19308">
                  <c:v>0.76829629629629625</c:v>
                </c:pt>
                <c:pt idx="19309">
                  <c:v>0.76829629629629625</c:v>
                </c:pt>
                <c:pt idx="19310">
                  <c:v>0.76844444444444449</c:v>
                </c:pt>
                <c:pt idx="19311">
                  <c:v>0.76844444444444449</c:v>
                </c:pt>
                <c:pt idx="19312">
                  <c:v>0.76844444444444449</c:v>
                </c:pt>
                <c:pt idx="19313">
                  <c:v>0.7685925925925926</c:v>
                </c:pt>
                <c:pt idx="19314">
                  <c:v>0.76874074074074072</c:v>
                </c:pt>
                <c:pt idx="19315">
                  <c:v>0.76874074074074072</c:v>
                </c:pt>
                <c:pt idx="19316">
                  <c:v>0.76874074074074072</c:v>
                </c:pt>
                <c:pt idx="19317">
                  <c:v>0.76874074074074072</c:v>
                </c:pt>
                <c:pt idx="19318">
                  <c:v>0.76874074074074072</c:v>
                </c:pt>
                <c:pt idx="19319">
                  <c:v>0.76874074074074072</c:v>
                </c:pt>
                <c:pt idx="19320">
                  <c:v>0.76888888888888884</c:v>
                </c:pt>
                <c:pt idx="19321">
                  <c:v>0.76888888888888884</c:v>
                </c:pt>
                <c:pt idx="19322">
                  <c:v>0.76888888888888884</c:v>
                </c:pt>
                <c:pt idx="19323">
                  <c:v>0.76888888888888884</c:v>
                </c:pt>
                <c:pt idx="19324">
                  <c:v>0.76888888888888884</c:v>
                </c:pt>
                <c:pt idx="19325">
                  <c:v>0.76888888888888884</c:v>
                </c:pt>
                <c:pt idx="19326">
                  <c:v>0.76888888888888884</c:v>
                </c:pt>
                <c:pt idx="19327">
                  <c:v>0.76888888888888884</c:v>
                </c:pt>
                <c:pt idx="19328">
                  <c:v>0.76888888888888884</c:v>
                </c:pt>
                <c:pt idx="19329">
                  <c:v>0.76888888888888884</c:v>
                </c:pt>
                <c:pt idx="19330">
                  <c:v>0.76888888888888884</c:v>
                </c:pt>
                <c:pt idx="19331">
                  <c:v>0.76888888888888884</c:v>
                </c:pt>
                <c:pt idx="19332">
                  <c:v>0.76888888888888884</c:v>
                </c:pt>
                <c:pt idx="19333">
                  <c:v>0.76888888888888884</c:v>
                </c:pt>
                <c:pt idx="19334">
                  <c:v>0.76888888888888884</c:v>
                </c:pt>
                <c:pt idx="19335">
                  <c:v>0.76903703703703707</c:v>
                </c:pt>
                <c:pt idx="19336">
                  <c:v>0.76903703703703707</c:v>
                </c:pt>
                <c:pt idx="19337">
                  <c:v>0.76903703703703707</c:v>
                </c:pt>
                <c:pt idx="19338">
                  <c:v>0.76903703703703707</c:v>
                </c:pt>
                <c:pt idx="19339">
                  <c:v>0.76903703703703707</c:v>
                </c:pt>
                <c:pt idx="19340">
                  <c:v>0.76903703703703707</c:v>
                </c:pt>
                <c:pt idx="19341">
                  <c:v>0.76903703703703707</c:v>
                </c:pt>
                <c:pt idx="19342">
                  <c:v>0.76903703703703707</c:v>
                </c:pt>
                <c:pt idx="19343">
                  <c:v>0.76903703703703707</c:v>
                </c:pt>
                <c:pt idx="19344">
                  <c:v>0.76903703703703707</c:v>
                </c:pt>
                <c:pt idx="19345">
                  <c:v>0.76903703703703707</c:v>
                </c:pt>
                <c:pt idx="19346">
                  <c:v>0.76903703703703707</c:v>
                </c:pt>
                <c:pt idx="19347">
                  <c:v>0.76903703703703707</c:v>
                </c:pt>
                <c:pt idx="19348">
                  <c:v>0.76918518518518519</c:v>
                </c:pt>
                <c:pt idx="19349">
                  <c:v>0.76918518518518519</c:v>
                </c:pt>
                <c:pt idx="19350">
                  <c:v>0.76918518518518519</c:v>
                </c:pt>
                <c:pt idx="19351">
                  <c:v>0.76918518518518519</c:v>
                </c:pt>
                <c:pt idx="19352">
                  <c:v>0.76918518518518519</c:v>
                </c:pt>
                <c:pt idx="19353">
                  <c:v>0.76918518518518519</c:v>
                </c:pt>
                <c:pt idx="19354">
                  <c:v>0.76918518518518519</c:v>
                </c:pt>
                <c:pt idx="19355">
                  <c:v>0.76933333333333331</c:v>
                </c:pt>
                <c:pt idx="19356">
                  <c:v>0.76948148148148143</c:v>
                </c:pt>
                <c:pt idx="19357">
                  <c:v>0.76948148148148143</c:v>
                </c:pt>
                <c:pt idx="19358">
                  <c:v>0.76962962962962966</c:v>
                </c:pt>
                <c:pt idx="19359">
                  <c:v>0.76977777777777778</c:v>
                </c:pt>
                <c:pt idx="19360">
                  <c:v>0.76977777777777778</c:v>
                </c:pt>
                <c:pt idx="19361">
                  <c:v>0.76977777777777778</c:v>
                </c:pt>
                <c:pt idx="19362">
                  <c:v>0.76977777777777778</c:v>
                </c:pt>
                <c:pt idx="19363">
                  <c:v>0.7699259259259259</c:v>
                </c:pt>
                <c:pt idx="19364">
                  <c:v>0.77007407407407402</c:v>
                </c:pt>
                <c:pt idx="19365">
                  <c:v>0.77007407407407402</c:v>
                </c:pt>
                <c:pt idx="19366">
                  <c:v>0.77007407407407402</c:v>
                </c:pt>
                <c:pt idx="19367">
                  <c:v>0.77007407407407402</c:v>
                </c:pt>
                <c:pt idx="19368">
                  <c:v>0.77007407407407402</c:v>
                </c:pt>
                <c:pt idx="19369">
                  <c:v>0.77007407407407402</c:v>
                </c:pt>
                <c:pt idx="19370">
                  <c:v>0.77007407407407402</c:v>
                </c:pt>
                <c:pt idx="19371">
                  <c:v>0.77022222222222225</c:v>
                </c:pt>
                <c:pt idx="19372">
                  <c:v>0.77022222222222225</c:v>
                </c:pt>
                <c:pt idx="19373">
                  <c:v>0.77037037037037037</c:v>
                </c:pt>
                <c:pt idx="19374">
                  <c:v>0.77037037037037037</c:v>
                </c:pt>
                <c:pt idx="19375">
                  <c:v>0.77037037037037037</c:v>
                </c:pt>
                <c:pt idx="19376">
                  <c:v>0.77037037037037037</c:v>
                </c:pt>
                <c:pt idx="19377">
                  <c:v>0.77037037037037037</c:v>
                </c:pt>
                <c:pt idx="19378">
                  <c:v>0.77051851851851849</c:v>
                </c:pt>
                <c:pt idx="19379">
                  <c:v>0.77051851851851849</c:v>
                </c:pt>
                <c:pt idx="19380">
                  <c:v>0.77051851851851849</c:v>
                </c:pt>
                <c:pt idx="19381">
                  <c:v>0.77051851851851849</c:v>
                </c:pt>
                <c:pt idx="19382">
                  <c:v>0.77066666666666672</c:v>
                </c:pt>
                <c:pt idx="19383">
                  <c:v>0.77066666666666672</c:v>
                </c:pt>
                <c:pt idx="19384">
                  <c:v>0.77081481481481484</c:v>
                </c:pt>
                <c:pt idx="19385">
                  <c:v>0.77096296296296296</c:v>
                </c:pt>
                <c:pt idx="19386">
                  <c:v>0.77096296296296296</c:v>
                </c:pt>
                <c:pt idx="19387">
                  <c:v>0.77096296296296296</c:v>
                </c:pt>
                <c:pt idx="19388">
                  <c:v>0.77111111111111108</c:v>
                </c:pt>
                <c:pt idx="19389">
                  <c:v>0.77111111111111108</c:v>
                </c:pt>
                <c:pt idx="19390">
                  <c:v>0.77125925925925931</c:v>
                </c:pt>
                <c:pt idx="19391">
                  <c:v>0.77125925925925931</c:v>
                </c:pt>
                <c:pt idx="19392">
                  <c:v>0.77125925925925931</c:v>
                </c:pt>
                <c:pt idx="19393">
                  <c:v>0.77140740740740743</c:v>
                </c:pt>
                <c:pt idx="19394">
                  <c:v>0.77140740740740743</c:v>
                </c:pt>
                <c:pt idx="19395">
                  <c:v>0.77155555555555555</c:v>
                </c:pt>
                <c:pt idx="19396">
                  <c:v>0.77170370370370367</c:v>
                </c:pt>
                <c:pt idx="19397">
                  <c:v>0.77170370370370367</c:v>
                </c:pt>
                <c:pt idx="19398">
                  <c:v>0.77170370370370367</c:v>
                </c:pt>
                <c:pt idx="19399">
                  <c:v>0.77170370370370367</c:v>
                </c:pt>
                <c:pt idx="19400">
                  <c:v>0.77170370370370367</c:v>
                </c:pt>
                <c:pt idx="19401">
                  <c:v>0.77170370370370367</c:v>
                </c:pt>
                <c:pt idx="19402">
                  <c:v>0.77170370370370367</c:v>
                </c:pt>
                <c:pt idx="19403">
                  <c:v>0.77170370370370367</c:v>
                </c:pt>
                <c:pt idx="19404">
                  <c:v>0.7718518518518519</c:v>
                </c:pt>
                <c:pt idx="19405">
                  <c:v>0.7718518518518519</c:v>
                </c:pt>
                <c:pt idx="19406">
                  <c:v>0.7718518518518519</c:v>
                </c:pt>
                <c:pt idx="19407">
                  <c:v>0.7718518518518519</c:v>
                </c:pt>
                <c:pt idx="19408">
                  <c:v>0.7718518518518519</c:v>
                </c:pt>
                <c:pt idx="19409">
                  <c:v>0.77200000000000002</c:v>
                </c:pt>
                <c:pt idx="19410">
                  <c:v>0.77200000000000002</c:v>
                </c:pt>
                <c:pt idx="19411">
                  <c:v>0.77214814814814814</c:v>
                </c:pt>
                <c:pt idx="19412">
                  <c:v>0.77214814814814814</c:v>
                </c:pt>
                <c:pt idx="19413">
                  <c:v>0.77214814814814814</c:v>
                </c:pt>
                <c:pt idx="19414">
                  <c:v>0.77214814814814814</c:v>
                </c:pt>
                <c:pt idx="19415">
                  <c:v>0.77214814814814814</c:v>
                </c:pt>
                <c:pt idx="19416">
                  <c:v>0.77214814814814814</c:v>
                </c:pt>
                <c:pt idx="19417">
                  <c:v>0.77229629629629626</c:v>
                </c:pt>
                <c:pt idx="19418">
                  <c:v>0.77229629629629626</c:v>
                </c:pt>
                <c:pt idx="19419">
                  <c:v>0.77229629629629626</c:v>
                </c:pt>
                <c:pt idx="19420">
                  <c:v>0.77244444444444449</c:v>
                </c:pt>
                <c:pt idx="19421">
                  <c:v>0.77244444444444449</c:v>
                </c:pt>
                <c:pt idx="19422">
                  <c:v>0.77244444444444449</c:v>
                </c:pt>
                <c:pt idx="19423">
                  <c:v>0.77244444444444449</c:v>
                </c:pt>
                <c:pt idx="19424">
                  <c:v>0.77244444444444449</c:v>
                </c:pt>
                <c:pt idx="19425">
                  <c:v>0.77244444444444449</c:v>
                </c:pt>
                <c:pt idx="19426">
                  <c:v>0.77244444444444449</c:v>
                </c:pt>
                <c:pt idx="19427">
                  <c:v>0.77244444444444449</c:v>
                </c:pt>
                <c:pt idx="19428">
                  <c:v>0.77259259259259261</c:v>
                </c:pt>
                <c:pt idx="19429">
                  <c:v>0.77274074074074073</c:v>
                </c:pt>
                <c:pt idx="19430">
                  <c:v>0.77274074074074073</c:v>
                </c:pt>
                <c:pt idx="19431">
                  <c:v>0.77274074074074073</c:v>
                </c:pt>
                <c:pt idx="19432">
                  <c:v>0.77288888888888885</c:v>
                </c:pt>
                <c:pt idx="19433">
                  <c:v>0.77303703703703708</c:v>
                </c:pt>
                <c:pt idx="19434">
                  <c:v>0.77303703703703708</c:v>
                </c:pt>
                <c:pt idx="19435">
                  <c:v>0.77303703703703708</c:v>
                </c:pt>
                <c:pt idx="19436">
                  <c:v>0.7731851851851852</c:v>
                </c:pt>
                <c:pt idx="19437">
                  <c:v>0.7731851851851852</c:v>
                </c:pt>
                <c:pt idx="19438">
                  <c:v>0.7731851851851852</c:v>
                </c:pt>
                <c:pt idx="19439">
                  <c:v>0.7731851851851852</c:v>
                </c:pt>
                <c:pt idx="19440">
                  <c:v>0.7731851851851852</c:v>
                </c:pt>
                <c:pt idx="19441">
                  <c:v>0.7731851851851852</c:v>
                </c:pt>
                <c:pt idx="19442">
                  <c:v>0.7731851851851852</c:v>
                </c:pt>
                <c:pt idx="19443">
                  <c:v>0.77333333333333332</c:v>
                </c:pt>
                <c:pt idx="19444">
                  <c:v>0.77333333333333332</c:v>
                </c:pt>
                <c:pt idx="19445">
                  <c:v>0.77333333333333332</c:v>
                </c:pt>
                <c:pt idx="19446">
                  <c:v>0.77333333333333332</c:v>
                </c:pt>
                <c:pt idx="19447">
                  <c:v>0.77333333333333332</c:v>
                </c:pt>
                <c:pt idx="19448">
                  <c:v>0.77333333333333332</c:v>
                </c:pt>
                <c:pt idx="19449">
                  <c:v>0.77333333333333332</c:v>
                </c:pt>
                <c:pt idx="19450">
                  <c:v>0.77333333333333332</c:v>
                </c:pt>
                <c:pt idx="19451">
                  <c:v>0.77333333333333332</c:v>
                </c:pt>
                <c:pt idx="19452">
                  <c:v>0.77333333333333332</c:v>
                </c:pt>
                <c:pt idx="19453">
                  <c:v>0.77348148148148144</c:v>
                </c:pt>
                <c:pt idx="19454">
                  <c:v>0.77348148148148144</c:v>
                </c:pt>
                <c:pt idx="19455">
                  <c:v>0.77348148148148144</c:v>
                </c:pt>
                <c:pt idx="19456">
                  <c:v>0.77348148148148144</c:v>
                </c:pt>
                <c:pt idx="19457">
                  <c:v>0.77348148148148144</c:v>
                </c:pt>
                <c:pt idx="19458">
                  <c:v>0.77348148148148144</c:v>
                </c:pt>
                <c:pt idx="19459">
                  <c:v>0.77348148148148144</c:v>
                </c:pt>
                <c:pt idx="19460">
                  <c:v>0.77348148148148144</c:v>
                </c:pt>
                <c:pt idx="19461">
                  <c:v>0.77348148148148144</c:v>
                </c:pt>
                <c:pt idx="19462">
                  <c:v>0.77348148148148144</c:v>
                </c:pt>
                <c:pt idx="19463">
                  <c:v>0.77348148148148144</c:v>
                </c:pt>
                <c:pt idx="19464">
                  <c:v>0.77362962962962967</c:v>
                </c:pt>
                <c:pt idx="19465">
                  <c:v>0.77362962962962967</c:v>
                </c:pt>
                <c:pt idx="19466">
                  <c:v>0.77377777777777779</c:v>
                </c:pt>
                <c:pt idx="19467">
                  <c:v>0.77377777777777779</c:v>
                </c:pt>
                <c:pt idx="19468">
                  <c:v>0.77377777777777779</c:v>
                </c:pt>
                <c:pt idx="19469">
                  <c:v>0.77377777777777779</c:v>
                </c:pt>
                <c:pt idx="19470">
                  <c:v>0.77377777777777779</c:v>
                </c:pt>
                <c:pt idx="19471">
                  <c:v>0.77377777777777779</c:v>
                </c:pt>
                <c:pt idx="19472">
                  <c:v>0.77377777777777779</c:v>
                </c:pt>
                <c:pt idx="19473">
                  <c:v>0.77377777777777779</c:v>
                </c:pt>
                <c:pt idx="19474">
                  <c:v>0.77392592592592591</c:v>
                </c:pt>
                <c:pt idx="19475">
                  <c:v>0.77392592592592591</c:v>
                </c:pt>
                <c:pt idx="19476">
                  <c:v>0.77392592592592591</c:v>
                </c:pt>
                <c:pt idx="19477">
                  <c:v>0.77392592592592591</c:v>
                </c:pt>
                <c:pt idx="19478">
                  <c:v>0.77392592592592591</c:v>
                </c:pt>
                <c:pt idx="19479">
                  <c:v>0.77407407407407403</c:v>
                </c:pt>
                <c:pt idx="19480">
                  <c:v>0.77407407407407403</c:v>
                </c:pt>
                <c:pt idx="19481">
                  <c:v>0.77407407407407403</c:v>
                </c:pt>
                <c:pt idx="19482">
                  <c:v>0.77407407407407403</c:v>
                </c:pt>
                <c:pt idx="19483">
                  <c:v>0.77407407407407403</c:v>
                </c:pt>
                <c:pt idx="19484">
                  <c:v>0.77407407407407403</c:v>
                </c:pt>
                <c:pt idx="19485">
                  <c:v>0.77422222222222226</c:v>
                </c:pt>
                <c:pt idx="19486">
                  <c:v>0.77422222222222226</c:v>
                </c:pt>
                <c:pt idx="19487">
                  <c:v>0.77437037037037038</c:v>
                </c:pt>
                <c:pt idx="19488">
                  <c:v>0.7745185185185185</c:v>
                </c:pt>
                <c:pt idx="19489">
                  <c:v>0.77466666666666661</c:v>
                </c:pt>
                <c:pt idx="19490">
                  <c:v>0.77466666666666661</c:v>
                </c:pt>
                <c:pt idx="19491">
                  <c:v>0.77466666666666661</c:v>
                </c:pt>
                <c:pt idx="19492">
                  <c:v>0.77466666666666661</c:v>
                </c:pt>
                <c:pt idx="19493">
                  <c:v>0.77466666666666661</c:v>
                </c:pt>
                <c:pt idx="19494">
                  <c:v>0.77466666666666661</c:v>
                </c:pt>
                <c:pt idx="19495">
                  <c:v>0.77481481481481485</c:v>
                </c:pt>
                <c:pt idx="19496">
                  <c:v>0.77496296296296296</c:v>
                </c:pt>
                <c:pt idx="19497">
                  <c:v>0.77496296296296296</c:v>
                </c:pt>
                <c:pt idx="19498">
                  <c:v>0.77496296296296296</c:v>
                </c:pt>
                <c:pt idx="19499">
                  <c:v>0.77511111111111108</c:v>
                </c:pt>
                <c:pt idx="19500">
                  <c:v>0.77525925925925931</c:v>
                </c:pt>
                <c:pt idx="19501">
                  <c:v>0.77525925925925931</c:v>
                </c:pt>
                <c:pt idx="19502">
                  <c:v>0.77525925925925931</c:v>
                </c:pt>
                <c:pt idx="19503">
                  <c:v>0.77540740740740743</c:v>
                </c:pt>
                <c:pt idx="19504">
                  <c:v>0.77540740740740743</c:v>
                </c:pt>
                <c:pt idx="19505">
                  <c:v>0.77555555555555555</c:v>
                </c:pt>
                <c:pt idx="19506">
                  <c:v>0.77555555555555555</c:v>
                </c:pt>
                <c:pt idx="19507">
                  <c:v>0.77555555555555555</c:v>
                </c:pt>
                <c:pt idx="19508">
                  <c:v>0.77570370370370367</c:v>
                </c:pt>
                <c:pt idx="19509">
                  <c:v>0.77570370370370367</c:v>
                </c:pt>
                <c:pt idx="19510">
                  <c:v>0.77570370370370367</c:v>
                </c:pt>
                <c:pt idx="19511">
                  <c:v>0.7758518518518519</c:v>
                </c:pt>
                <c:pt idx="19512">
                  <c:v>0.77600000000000002</c:v>
                </c:pt>
                <c:pt idx="19513">
                  <c:v>0.77600000000000002</c:v>
                </c:pt>
                <c:pt idx="19514">
                  <c:v>0.77600000000000002</c:v>
                </c:pt>
                <c:pt idx="19515">
                  <c:v>0.77600000000000002</c:v>
                </c:pt>
                <c:pt idx="19516">
                  <c:v>0.77600000000000002</c:v>
                </c:pt>
                <c:pt idx="19517">
                  <c:v>0.77600000000000002</c:v>
                </c:pt>
                <c:pt idx="19518">
                  <c:v>0.77600000000000002</c:v>
                </c:pt>
                <c:pt idx="19519">
                  <c:v>0.77600000000000002</c:v>
                </c:pt>
                <c:pt idx="19520">
                  <c:v>0.77600000000000002</c:v>
                </c:pt>
                <c:pt idx="19521">
                  <c:v>0.77614814814814814</c:v>
                </c:pt>
                <c:pt idx="19522">
                  <c:v>0.77614814814814814</c:v>
                </c:pt>
                <c:pt idx="19523">
                  <c:v>0.77629629629629626</c:v>
                </c:pt>
                <c:pt idx="19524">
                  <c:v>0.77629629629629626</c:v>
                </c:pt>
                <c:pt idx="19525">
                  <c:v>0.77629629629629626</c:v>
                </c:pt>
                <c:pt idx="19526">
                  <c:v>0.77629629629629626</c:v>
                </c:pt>
                <c:pt idx="19527">
                  <c:v>0.77629629629629626</c:v>
                </c:pt>
                <c:pt idx="19528">
                  <c:v>0.77644444444444449</c:v>
                </c:pt>
                <c:pt idx="19529">
                  <c:v>0.77644444444444449</c:v>
                </c:pt>
                <c:pt idx="19530">
                  <c:v>0.77659259259259261</c:v>
                </c:pt>
                <c:pt idx="19531">
                  <c:v>0.77674074074074073</c:v>
                </c:pt>
                <c:pt idx="19532">
                  <c:v>0.77688888888888885</c:v>
                </c:pt>
                <c:pt idx="19533">
                  <c:v>0.77688888888888885</c:v>
                </c:pt>
                <c:pt idx="19534">
                  <c:v>0.77688888888888885</c:v>
                </c:pt>
                <c:pt idx="19535">
                  <c:v>0.77688888888888885</c:v>
                </c:pt>
                <c:pt idx="19536">
                  <c:v>0.77688888888888885</c:v>
                </c:pt>
                <c:pt idx="19537">
                  <c:v>0.77703703703703708</c:v>
                </c:pt>
                <c:pt idx="19538">
                  <c:v>0.77703703703703708</c:v>
                </c:pt>
                <c:pt idx="19539">
                  <c:v>0.77703703703703708</c:v>
                </c:pt>
                <c:pt idx="19540">
                  <c:v>0.7771851851851852</c:v>
                </c:pt>
                <c:pt idx="19541">
                  <c:v>0.7771851851851852</c:v>
                </c:pt>
                <c:pt idx="19542">
                  <c:v>0.7771851851851852</c:v>
                </c:pt>
                <c:pt idx="19543">
                  <c:v>0.7771851851851852</c:v>
                </c:pt>
                <c:pt idx="19544">
                  <c:v>0.7771851851851852</c:v>
                </c:pt>
                <c:pt idx="19545">
                  <c:v>0.7771851851851852</c:v>
                </c:pt>
                <c:pt idx="19546">
                  <c:v>0.7771851851851852</c:v>
                </c:pt>
                <c:pt idx="19547">
                  <c:v>0.7771851851851852</c:v>
                </c:pt>
                <c:pt idx="19548">
                  <c:v>0.7771851851851852</c:v>
                </c:pt>
                <c:pt idx="19549">
                  <c:v>0.77733333333333332</c:v>
                </c:pt>
                <c:pt idx="19550">
                  <c:v>0.77733333333333332</c:v>
                </c:pt>
                <c:pt idx="19551">
                  <c:v>0.77733333333333332</c:v>
                </c:pt>
                <c:pt idx="19552">
                  <c:v>0.77733333333333332</c:v>
                </c:pt>
                <c:pt idx="19553">
                  <c:v>0.77733333333333332</c:v>
                </c:pt>
                <c:pt idx="19554">
                  <c:v>0.77748148148148144</c:v>
                </c:pt>
                <c:pt idx="19555">
                  <c:v>0.77748148148148144</c:v>
                </c:pt>
                <c:pt idx="19556">
                  <c:v>0.77762962962962967</c:v>
                </c:pt>
                <c:pt idx="19557">
                  <c:v>0.77777777777777779</c:v>
                </c:pt>
                <c:pt idx="19558">
                  <c:v>0.77777777777777779</c:v>
                </c:pt>
                <c:pt idx="19559">
                  <c:v>0.77792592592592591</c:v>
                </c:pt>
                <c:pt idx="19560">
                  <c:v>0.77792592592592591</c:v>
                </c:pt>
                <c:pt idx="19561">
                  <c:v>0.77792592592592591</c:v>
                </c:pt>
                <c:pt idx="19562">
                  <c:v>0.77792592592592591</c:v>
                </c:pt>
                <c:pt idx="19563">
                  <c:v>0.77792592592592591</c:v>
                </c:pt>
                <c:pt idx="19564">
                  <c:v>0.77792592592592591</c:v>
                </c:pt>
                <c:pt idx="19565">
                  <c:v>0.77792592592592591</c:v>
                </c:pt>
                <c:pt idx="19566">
                  <c:v>0.77807407407407403</c:v>
                </c:pt>
                <c:pt idx="19567">
                  <c:v>0.77807407407407403</c:v>
                </c:pt>
                <c:pt idx="19568">
                  <c:v>0.77807407407407403</c:v>
                </c:pt>
                <c:pt idx="19569">
                  <c:v>0.77807407407407403</c:v>
                </c:pt>
                <c:pt idx="19570">
                  <c:v>0.77822222222222226</c:v>
                </c:pt>
                <c:pt idx="19571">
                  <c:v>0.77822222222222226</c:v>
                </c:pt>
                <c:pt idx="19572">
                  <c:v>0.77822222222222226</c:v>
                </c:pt>
                <c:pt idx="19573">
                  <c:v>0.77822222222222226</c:v>
                </c:pt>
                <c:pt idx="19574">
                  <c:v>0.77822222222222226</c:v>
                </c:pt>
                <c:pt idx="19575">
                  <c:v>0.77822222222222226</c:v>
                </c:pt>
                <c:pt idx="19576">
                  <c:v>0.77822222222222226</c:v>
                </c:pt>
                <c:pt idx="19577">
                  <c:v>0.77837037037037038</c:v>
                </c:pt>
                <c:pt idx="19578">
                  <c:v>0.77837037037037038</c:v>
                </c:pt>
                <c:pt idx="19579">
                  <c:v>0.77837037037037038</c:v>
                </c:pt>
                <c:pt idx="19580">
                  <c:v>0.77837037037037038</c:v>
                </c:pt>
                <c:pt idx="19581">
                  <c:v>0.77837037037037038</c:v>
                </c:pt>
                <c:pt idx="19582">
                  <c:v>0.77837037037037038</c:v>
                </c:pt>
                <c:pt idx="19583">
                  <c:v>0.77837037037037038</c:v>
                </c:pt>
                <c:pt idx="19584">
                  <c:v>0.77837037037037038</c:v>
                </c:pt>
                <c:pt idx="19585">
                  <c:v>0.77837037037037038</c:v>
                </c:pt>
                <c:pt idx="19586">
                  <c:v>0.77837037037037038</c:v>
                </c:pt>
                <c:pt idx="19587">
                  <c:v>0.77837037037037038</c:v>
                </c:pt>
                <c:pt idx="19588">
                  <c:v>0.77837037037037038</c:v>
                </c:pt>
                <c:pt idx="19589">
                  <c:v>0.77837037037037038</c:v>
                </c:pt>
                <c:pt idx="19590">
                  <c:v>0.77837037037037038</c:v>
                </c:pt>
                <c:pt idx="19591">
                  <c:v>0.7785185185185185</c:v>
                </c:pt>
                <c:pt idx="19592">
                  <c:v>0.7785185185185185</c:v>
                </c:pt>
                <c:pt idx="19593">
                  <c:v>0.7785185185185185</c:v>
                </c:pt>
                <c:pt idx="19594">
                  <c:v>0.7785185185185185</c:v>
                </c:pt>
                <c:pt idx="19595">
                  <c:v>0.7785185185185185</c:v>
                </c:pt>
                <c:pt idx="19596">
                  <c:v>0.7785185185185185</c:v>
                </c:pt>
                <c:pt idx="19597">
                  <c:v>0.7785185185185185</c:v>
                </c:pt>
                <c:pt idx="19598">
                  <c:v>0.7785185185185185</c:v>
                </c:pt>
                <c:pt idx="19599">
                  <c:v>0.7785185185185185</c:v>
                </c:pt>
                <c:pt idx="19600">
                  <c:v>0.7785185185185185</c:v>
                </c:pt>
                <c:pt idx="19601">
                  <c:v>0.7785185185185185</c:v>
                </c:pt>
                <c:pt idx="19602">
                  <c:v>0.77866666666666662</c:v>
                </c:pt>
                <c:pt idx="19603">
                  <c:v>0.77866666666666662</c:v>
                </c:pt>
                <c:pt idx="19604">
                  <c:v>0.77866666666666662</c:v>
                </c:pt>
                <c:pt idx="19605">
                  <c:v>0.77866666666666662</c:v>
                </c:pt>
                <c:pt idx="19606">
                  <c:v>0.77866666666666662</c:v>
                </c:pt>
                <c:pt idx="19607">
                  <c:v>0.77881481481481485</c:v>
                </c:pt>
                <c:pt idx="19608">
                  <c:v>0.77896296296296297</c:v>
                </c:pt>
                <c:pt idx="19609">
                  <c:v>0.77896296296296297</c:v>
                </c:pt>
                <c:pt idx="19610">
                  <c:v>0.77896296296296297</c:v>
                </c:pt>
                <c:pt idx="19611">
                  <c:v>0.77896296296296297</c:v>
                </c:pt>
                <c:pt idx="19612">
                  <c:v>0.77896296296296297</c:v>
                </c:pt>
                <c:pt idx="19613">
                  <c:v>0.77896296296296297</c:v>
                </c:pt>
                <c:pt idx="19614">
                  <c:v>0.77896296296296297</c:v>
                </c:pt>
                <c:pt idx="19615">
                  <c:v>0.77896296296296297</c:v>
                </c:pt>
                <c:pt idx="19616">
                  <c:v>0.77896296296296297</c:v>
                </c:pt>
                <c:pt idx="19617">
                  <c:v>0.77911111111111109</c:v>
                </c:pt>
                <c:pt idx="19618">
                  <c:v>0.77911111111111109</c:v>
                </c:pt>
                <c:pt idx="19619">
                  <c:v>0.77911111111111109</c:v>
                </c:pt>
                <c:pt idx="19620">
                  <c:v>0.77911111111111109</c:v>
                </c:pt>
                <c:pt idx="19621">
                  <c:v>0.77911111111111109</c:v>
                </c:pt>
                <c:pt idx="19622">
                  <c:v>0.77911111111111109</c:v>
                </c:pt>
                <c:pt idx="19623">
                  <c:v>0.77925925925925921</c:v>
                </c:pt>
                <c:pt idx="19624">
                  <c:v>0.77925925925925921</c:v>
                </c:pt>
                <c:pt idx="19625">
                  <c:v>0.77940740740740744</c:v>
                </c:pt>
                <c:pt idx="19626">
                  <c:v>0.77955555555555556</c:v>
                </c:pt>
                <c:pt idx="19627">
                  <c:v>0.77955555555555556</c:v>
                </c:pt>
                <c:pt idx="19628">
                  <c:v>0.77970370370370368</c:v>
                </c:pt>
                <c:pt idx="19629">
                  <c:v>0.77970370370370368</c:v>
                </c:pt>
                <c:pt idx="19630">
                  <c:v>0.77985185185185191</c:v>
                </c:pt>
                <c:pt idx="19631">
                  <c:v>0.77985185185185191</c:v>
                </c:pt>
                <c:pt idx="19632">
                  <c:v>0.77985185185185191</c:v>
                </c:pt>
                <c:pt idx="19633">
                  <c:v>0.77985185185185191</c:v>
                </c:pt>
                <c:pt idx="19634">
                  <c:v>0.78</c:v>
                </c:pt>
                <c:pt idx="19635">
                  <c:v>0.78</c:v>
                </c:pt>
                <c:pt idx="19636">
                  <c:v>0.78</c:v>
                </c:pt>
                <c:pt idx="19637">
                  <c:v>0.78</c:v>
                </c:pt>
                <c:pt idx="19638">
                  <c:v>0.78</c:v>
                </c:pt>
                <c:pt idx="19639">
                  <c:v>0.78</c:v>
                </c:pt>
                <c:pt idx="19640">
                  <c:v>0.78</c:v>
                </c:pt>
                <c:pt idx="19641">
                  <c:v>0.78014814814814815</c:v>
                </c:pt>
                <c:pt idx="19642">
                  <c:v>0.78014814814814815</c:v>
                </c:pt>
                <c:pt idx="19643">
                  <c:v>0.78029629629629627</c:v>
                </c:pt>
                <c:pt idx="19644">
                  <c:v>0.7804444444444445</c:v>
                </c:pt>
                <c:pt idx="19645">
                  <c:v>0.78059259259259262</c:v>
                </c:pt>
                <c:pt idx="19646">
                  <c:v>0.78059259259259262</c:v>
                </c:pt>
                <c:pt idx="19647">
                  <c:v>0.78059259259259262</c:v>
                </c:pt>
                <c:pt idx="19648">
                  <c:v>0.78074074074074074</c:v>
                </c:pt>
                <c:pt idx="19649">
                  <c:v>0.78074074074074074</c:v>
                </c:pt>
                <c:pt idx="19650">
                  <c:v>0.78074074074074074</c:v>
                </c:pt>
                <c:pt idx="19651">
                  <c:v>0.78074074074074074</c:v>
                </c:pt>
                <c:pt idx="19652">
                  <c:v>0.78074074074074074</c:v>
                </c:pt>
                <c:pt idx="19653">
                  <c:v>0.78074074074074074</c:v>
                </c:pt>
                <c:pt idx="19654">
                  <c:v>0.78074074074074074</c:v>
                </c:pt>
                <c:pt idx="19655">
                  <c:v>0.78074074074074074</c:v>
                </c:pt>
                <c:pt idx="19656">
                  <c:v>0.78088888888888885</c:v>
                </c:pt>
                <c:pt idx="19657">
                  <c:v>0.78088888888888885</c:v>
                </c:pt>
                <c:pt idx="19658">
                  <c:v>0.78088888888888885</c:v>
                </c:pt>
                <c:pt idx="19659">
                  <c:v>0.78088888888888885</c:v>
                </c:pt>
                <c:pt idx="19660">
                  <c:v>0.78088888888888885</c:v>
                </c:pt>
                <c:pt idx="19661">
                  <c:v>0.78088888888888885</c:v>
                </c:pt>
                <c:pt idx="19662">
                  <c:v>0.78088888888888885</c:v>
                </c:pt>
                <c:pt idx="19663">
                  <c:v>0.78088888888888885</c:v>
                </c:pt>
                <c:pt idx="19664">
                  <c:v>0.78088888888888885</c:v>
                </c:pt>
                <c:pt idx="19665">
                  <c:v>0.78088888888888885</c:v>
                </c:pt>
                <c:pt idx="19666">
                  <c:v>0.78088888888888885</c:v>
                </c:pt>
                <c:pt idx="19667">
                  <c:v>0.78088888888888885</c:v>
                </c:pt>
                <c:pt idx="19668">
                  <c:v>0.78088888888888885</c:v>
                </c:pt>
                <c:pt idx="19669">
                  <c:v>0.78088888888888885</c:v>
                </c:pt>
                <c:pt idx="19670">
                  <c:v>0.78103703703703709</c:v>
                </c:pt>
                <c:pt idx="19671">
                  <c:v>0.78103703703703709</c:v>
                </c:pt>
                <c:pt idx="19672">
                  <c:v>0.78103703703703709</c:v>
                </c:pt>
                <c:pt idx="19673">
                  <c:v>0.78103703703703709</c:v>
                </c:pt>
                <c:pt idx="19674">
                  <c:v>0.78103703703703709</c:v>
                </c:pt>
                <c:pt idx="19675">
                  <c:v>0.78103703703703709</c:v>
                </c:pt>
                <c:pt idx="19676">
                  <c:v>0.7811851851851852</c:v>
                </c:pt>
                <c:pt idx="19677">
                  <c:v>0.7811851851851852</c:v>
                </c:pt>
                <c:pt idx="19678">
                  <c:v>0.78133333333333332</c:v>
                </c:pt>
                <c:pt idx="19679">
                  <c:v>0.78133333333333332</c:v>
                </c:pt>
                <c:pt idx="19680">
                  <c:v>0.78133333333333332</c:v>
                </c:pt>
                <c:pt idx="19681">
                  <c:v>0.78148148148148144</c:v>
                </c:pt>
                <c:pt idx="19682">
                  <c:v>0.78148148148148144</c:v>
                </c:pt>
                <c:pt idx="19683">
                  <c:v>0.78162962962962967</c:v>
                </c:pt>
                <c:pt idx="19684">
                  <c:v>0.78162962962962967</c:v>
                </c:pt>
                <c:pt idx="19685">
                  <c:v>0.78177777777777779</c:v>
                </c:pt>
                <c:pt idx="19686">
                  <c:v>0.78177777777777779</c:v>
                </c:pt>
                <c:pt idx="19687">
                  <c:v>0.78177777777777779</c:v>
                </c:pt>
                <c:pt idx="19688">
                  <c:v>0.78177777777777779</c:v>
                </c:pt>
                <c:pt idx="19689">
                  <c:v>0.78192592592592591</c:v>
                </c:pt>
                <c:pt idx="19690">
                  <c:v>0.78192592592592591</c:v>
                </c:pt>
                <c:pt idx="19691">
                  <c:v>0.78192592592592591</c:v>
                </c:pt>
                <c:pt idx="19692">
                  <c:v>0.78207407407407403</c:v>
                </c:pt>
                <c:pt idx="19693">
                  <c:v>0.78207407407407403</c:v>
                </c:pt>
                <c:pt idx="19694">
                  <c:v>0.78222222222222226</c:v>
                </c:pt>
                <c:pt idx="19695">
                  <c:v>0.78222222222222226</c:v>
                </c:pt>
                <c:pt idx="19696">
                  <c:v>0.78222222222222226</c:v>
                </c:pt>
                <c:pt idx="19697">
                  <c:v>0.78222222222222226</c:v>
                </c:pt>
                <c:pt idx="19698">
                  <c:v>0.78222222222222226</c:v>
                </c:pt>
                <c:pt idx="19699">
                  <c:v>0.78222222222222226</c:v>
                </c:pt>
                <c:pt idx="19700">
                  <c:v>0.78222222222222226</c:v>
                </c:pt>
                <c:pt idx="19701">
                  <c:v>0.78237037037037038</c:v>
                </c:pt>
                <c:pt idx="19702">
                  <c:v>0.78237037037037038</c:v>
                </c:pt>
                <c:pt idx="19703">
                  <c:v>0.78237037037037038</c:v>
                </c:pt>
                <c:pt idx="19704">
                  <c:v>0.78237037037037038</c:v>
                </c:pt>
                <c:pt idx="19705">
                  <c:v>0.7825185185185185</c:v>
                </c:pt>
                <c:pt idx="19706">
                  <c:v>0.7825185185185185</c:v>
                </c:pt>
                <c:pt idx="19707">
                  <c:v>0.78266666666666662</c:v>
                </c:pt>
                <c:pt idx="19708">
                  <c:v>0.78266666666666662</c:v>
                </c:pt>
                <c:pt idx="19709">
                  <c:v>0.78266666666666662</c:v>
                </c:pt>
                <c:pt idx="19710">
                  <c:v>0.78266666666666662</c:v>
                </c:pt>
                <c:pt idx="19711">
                  <c:v>0.78281481481481485</c:v>
                </c:pt>
                <c:pt idx="19712">
                  <c:v>0.78281481481481485</c:v>
                </c:pt>
                <c:pt idx="19713">
                  <c:v>0.78281481481481485</c:v>
                </c:pt>
                <c:pt idx="19714">
                  <c:v>0.78281481481481485</c:v>
                </c:pt>
                <c:pt idx="19715">
                  <c:v>0.78281481481481485</c:v>
                </c:pt>
                <c:pt idx="19716">
                  <c:v>0.78296296296296297</c:v>
                </c:pt>
                <c:pt idx="19717">
                  <c:v>0.78311111111111109</c:v>
                </c:pt>
                <c:pt idx="19718">
                  <c:v>0.78311111111111109</c:v>
                </c:pt>
                <c:pt idx="19719">
                  <c:v>0.78325925925925921</c:v>
                </c:pt>
                <c:pt idx="19720">
                  <c:v>0.78325925925925921</c:v>
                </c:pt>
                <c:pt idx="19721">
                  <c:v>0.78325925925925921</c:v>
                </c:pt>
                <c:pt idx="19722">
                  <c:v>0.78325925925925921</c:v>
                </c:pt>
                <c:pt idx="19723">
                  <c:v>0.78325925925925921</c:v>
                </c:pt>
                <c:pt idx="19724">
                  <c:v>0.78325925925925921</c:v>
                </c:pt>
                <c:pt idx="19725">
                  <c:v>0.78325925925925921</c:v>
                </c:pt>
                <c:pt idx="19726">
                  <c:v>0.78325925925925921</c:v>
                </c:pt>
                <c:pt idx="19727">
                  <c:v>0.78325925925925921</c:v>
                </c:pt>
                <c:pt idx="19728">
                  <c:v>0.78325925925925921</c:v>
                </c:pt>
                <c:pt idx="19729">
                  <c:v>0.78325925925925921</c:v>
                </c:pt>
                <c:pt idx="19730">
                  <c:v>0.78340740740740744</c:v>
                </c:pt>
                <c:pt idx="19731">
                  <c:v>0.78340740740740744</c:v>
                </c:pt>
                <c:pt idx="19732">
                  <c:v>0.78340740740740744</c:v>
                </c:pt>
                <c:pt idx="19733">
                  <c:v>0.78340740740740744</c:v>
                </c:pt>
                <c:pt idx="19734">
                  <c:v>0.78355555555555556</c:v>
                </c:pt>
                <c:pt idx="19735">
                  <c:v>0.78355555555555556</c:v>
                </c:pt>
                <c:pt idx="19736">
                  <c:v>0.78355555555555556</c:v>
                </c:pt>
                <c:pt idx="19737">
                  <c:v>0.78355555555555556</c:v>
                </c:pt>
                <c:pt idx="19738">
                  <c:v>0.78370370370370368</c:v>
                </c:pt>
                <c:pt idx="19739">
                  <c:v>0.7838518518518518</c:v>
                </c:pt>
                <c:pt idx="19740">
                  <c:v>0.7838518518518518</c:v>
                </c:pt>
                <c:pt idx="19741">
                  <c:v>0.78400000000000003</c:v>
                </c:pt>
                <c:pt idx="19742">
                  <c:v>0.78400000000000003</c:v>
                </c:pt>
                <c:pt idx="19743">
                  <c:v>0.78400000000000003</c:v>
                </c:pt>
                <c:pt idx="19744">
                  <c:v>0.78400000000000003</c:v>
                </c:pt>
                <c:pt idx="19745">
                  <c:v>0.78400000000000003</c:v>
                </c:pt>
                <c:pt idx="19746">
                  <c:v>0.78400000000000003</c:v>
                </c:pt>
                <c:pt idx="19747">
                  <c:v>0.78400000000000003</c:v>
                </c:pt>
                <c:pt idx="19748">
                  <c:v>0.78414814814814815</c:v>
                </c:pt>
                <c:pt idx="19749">
                  <c:v>0.78429629629629627</c:v>
                </c:pt>
                <c:pt idx="19750">
                  <c:v>0.7844444444444445</c:v>
                </c:pt>
                <c:pt idx="19751">
                  <c:v>0.7844444444444445</c:v>
                </c:pt>
                <c:pt idx="19752">
                  <c:v>0.7844444444444445</c:v>
                </c:pt>
                <c:pt idx="19753">
                  <c:v>0.7844444444444445</c:v>
                </c:pt>
                <c:pt idx="19754">
                  <c:v>0.78459259259259262</c:v>
                </c:pt>
                <c:pt idx="19755">
                  <c:v>0.78459259259259262</c:v>
                </c:pt>
                <c:pt idx="19756">
                  <c:v>0.78459259259259262</c:v>
                </c:pt>
                <c:pt idx="19757">
                  <c:v>0.78459259259259262</c:v>
                </c:pt>
                <c:pt idx="19758">
                  <c:v>0.78459259259259262</c:v>
                </c:pt>
                <c:pt idx="19759">
                  <c:v>0.78459259259259262</c:v>
                </c:pt>
                <c:pt idx="19760">
                  <c:v>0.78459259259259262</c:v>
                </c:pt>
                <c:pt idx="19761">
                  <c:v>0.78459259259259262</c:v>
                </c:pt>
                <c:pt idx="19762">
                  <c:v>0.78459259259259262</c:v>
                </c:pt>
                <c:pt idx="19763">
                  <c:v>0.78474074074074074</c:v>
                </c:pt>
                <c:pt idx="19764">
                  <c:v>0.78474074074074074</c:v>
                </c:pt>
                <c:pt idx="19765">
                  <c:v>0.78474074074074074</c:v>
                </c:pt>
                <c:pt idx="19766">
                  <c:v>0.78488888888888886</c:v>
                </c:pt>
                <c:pt idx="19767">
                  <c:v>0.78488888888888886</c:v>
                </c:pt>
                <c:pt idx="19768">
                  <c:v>0.78488888888888886</c:v>
                </c:pt>
                <c:pt idx="19769">
                  <c:v>0.78488888888888886</c:v>
                </c:pt>
                <c:pt idx="19770">
                  <c:v>0.78488888888888886</c:v>
                </c:pt>
                <c:pt idx="19771">
                  <c:v>0.78503703703703709</c:v>
                </c:pt>
                <c:pt idx="19772">
                  <c:v>0.78503703703703709</c:v>
                </c:pt>
                <c:pt idx="19773">
                  <c:v>0.78503703703703709</c:v>
                </c:pt>
                <c:pt idx="19774">
                  <c:v>0.78503703703703709</c:v>
                </c:pt>
                <c:pt idx="19775">
                  <c:v>0.78503703703703709</c:v>
                </c:pt>
                <c:pt idx="19776">
                  <c:v>0.78503703703703709</c:v>
                </c:pt>
                <c:pt idx="19777">
                  <c:v>0.78503703703703709</c:v>
                </c:pt>
                <c:pt idx="19778">
                  <c:v>0.78503703703703709</c:v>
                </c:pt>
                <c:pt idx="19779">
                  <c:v>0.78503703703703709</c:v>
                </c:pt>
                <c:pt idx="19780">
                  <c:v>0.78503703703703709</c:v>
                </c:pt>
                <c:pt idx="19781">
                  <c:v>0.78518518518518521</c:v>
                </c:pt>
                <c:pt idx="19782">
                  <c:v>0.78518518518518521</c:v>
                </c:pt>
                <c:pt idx="19783">
                  <c:v>0.78518518518518521</c:v>
                </c:pt>
                <c:pt idx="19784">
                  <c:v>0.78533333333333333</c:v>
                </c:pt>
                <c:pt idx="19785">
                  <c:v>0.78548148148148145</c:v>
                </c:pt>
                <c:pt idx="19786">
                  <c:v>0.78548148148148145</c:v>
                </c:pt>
                <c:pt idx="19787">
                  <c:v>0.78548148148148145</c:v>
                </c:pt>
                <c:pt idx="19788">
                  <c:v>0.78548148148148145</c:v>
                </c:pt>
                <c:pt idx="19789">
                  <c:v>0.78548148148148145</c:v>
                </c:pt>
                <c:pt idx="19790">
                  <c:v>0.78548148148148145</c:v>
                </c:pt>
                <c:pt idx="19791">
                  <c:v>0.78548148148148145</c:v>
                </c:pt>
                <c:pt idx="19792">
                  <c:v>0.78548148148148145</c:v>
                </c:pt>
                <c:pt idx="19793">
                  <c:v>0.78562962962962968</c:v>
                </c:pt>
                <c:pt idx="19794">
                  <c:v>0.78562962962962968</c:v>
                </c:pt>
                <c:pt idx="19795">
                  <c:v>0.78562962962962968</c:v>
                </c:pt>
                <c:pt idx="19796">
                  <c:v>0.78562962962962968</c:v>
                </c:pt>
                <c:pt idx="19797">
                  <c:v>0.78562962962962968</c:v>
                </c:pt>
                <c:pt idx="19798">
                  <c:v>0.78562962962962968</c:v>
                </c:pt>
                <c:pt idx="19799">
                  <c:v>0.78562962962962968</c:v>
                </c:pt>
                <c:pt idx="19800">
                  <c:v>0.78562962962962968</c:v>
                </c:pt>
                <c:pt idx="19801">
                  <c:v>0.78562962962962968</c:v>
                </c:pt>
                <c:pt idx="19802">
                  <c:v>0.78562962962962968</c:v>
                </c:pt>
                <c:pt idx="19803">
                  <c:v>0.78562962962962968</c:v>
                </c:pt>
                <c:pt idx="19804">
                  <c:v>0.78562962962962968</c:v>
                </c:pt>
                <c:pt idx="19805">
                  <c:v>0.78562962962962968</c:v>
                </c:pt>
                <c:pt idx="19806">
                  <c:v>0.78562962962962968</c:v>
                </c:pt>
                <c:pt idx="19807">
                  <c:v>0.7857777777777778</c:v>
                </c:pt>
                <c:pt idx="19808">
                  <c:v>0.7857777777777778</c:v>
                </c:pt>
                <c:pt idx="19809">
                  <c:v>0.7857777777777778</c:v>
                </c:pt>
                <c:pt idx="19810">
                  <c:v>0.7857777777777778</c:v>
                </c:pt>
                <c:pt idx="19811">
                  <c:v>0.7857777777777778</c:v>
                </c:pt>
                <c:pt idx="19812">
                  <c:v>0.7857777777777778</c:v>
                </c:pt>
                <c:pt idx="19813">
                  <c:v>0.7857777777777778</c:v>
                </c:pt>
                <c:pt idx="19814">
                  <c:v>0.7857777777777778</c:v>
                </c:pt>
                <c:pt idx="19815">
                  <c:v>0.7857777777777778</c:v>
                </c:pt>
                <c:pt idx="19816">
                  <c:v>0.7857777777777778</c:v>
                </c:pt>
                <c:pt idx="19817">
                  <c:v>0.7857777777777778</c:v>
                </c:pt>
                <c:pt idx="19818">
                  <c:v>0.78592592592592592</c:v>
                </c:pt>
                <c:pt idx="19819">
                  <c:v>0.78592592592592592</c:v>
                </c:pt>
                <c:pt idx="19820">
                  <c:v>0.78607407407407404</c:v>
                </c:pt>
                <c:pt idx="19821">
                  <c:v>0.78607407407407404</c:v>
                </c:pt>
                <c:pt idx="19822">
                  <c:v>0.78622222222222227</c:v>
                </c:pt>
                <c:pt idx="19823">
                  <c:v>0.78637037037037039</c:v>
                </c:pt>
                <c:pt idx="19824">
                  <c:v>0.78637037037037039</c:v>
                </c:pt>
                <c:pt idx="19825">
                  <c:v>0.78637037037037039</c:v>
                </c:pt>
                <c:pt idx="19826">
                  <c:v>0.78637037037037039</c:v>
                </c:pt>
                <c:pt idx="19827">
                  <c:v>0.78651851851851851</c:v>
                </c:pt>
                <c:pt idx="19828">
                  <c:v>0.78651851851851851</c:v>
                </c:pt>
                <c:pt idx="19829">
                  <c:v>0.78651851851851851</c:v>
                </c:pt>
                <c:pt idx="19830">
                  <c:v>0.78651851851851851</c:v>
                </c:pt>
                <c:pt idx="19831">
                  <c:v>0.78651851851851851</c:v>
                </c:pt>
                <c:pt idx="19832">
                  <c:v>0.78651851851851851</c:v>
                </c:pt>
                <c:pt idx="19833">
                  <c:v>0.78651851851851851</c:v>
                </c:pt>
                <c:pt idx="19834">
                  <c:v>0.78651851851851851</c:v>
                </c:pt>
                <c:pt idx="19835">
                  <c:v>0.78666666666666663</c:v>
                </c:pt>
                <c:pt idx="19836">
                  <c:v>0.78681481481481486</c:v>
                </c:pt>
                <c:pt idx="19837">
                  <c:v>0.78681481481481486</c:v>
                </c:pt>
                <c:pt idx="19838">
                  <c:v>0.78681481481481486</c:v>
                </c:pt>
                <c:pt idx="19839">
                  <c:v>0.78696296296296298</c:v>
                </c:pt>
                <c:pt idx="19840">
                  <c:v>0.78696296296296298</c:v>
                </c:pt>
                <c:pt idx="19841">
                  <c:v>0.78711111111111109</c:v>
                </c:pt>
                <c:pt idx="19842">
                  <c:v>0.78711111111111109</c:v>
                </c:pt>
                <c:pt idx="19843">
                  <c:v>0.78711111111111109</c:v>
                </c:pt>
                <c:pt idx="19844">
                  <c:v>0.78711111111111109</c:v>
                </c:pt>
                <c:pt idx="19845">
                  <c:v>0.78711111111111109</c:v>
                </c:pt>
                <c:pt idx="19846">
                  <c:v>0.78725925925925921</c:v>
                </c:pt>
                <c:pt idx="19847">
                  <c:v>0.78725925925925921</c:v>
                </c:pt>
                <c:pt idx="19848">
                  <c:v>0.78725925925925921</c:v>
                </c:pt>
                <c:pt idx="19849">
                  <c:v>0.78725925925925921</c:v>
                </c:pt>
                <c:pt idx="19850">
                  <c:v>0.78740740740740744</c:v>
                </c:pt>
                <c:pt idx="19851">
                  <c:v>0.78740740740740744</c:v>
                </c:pt>
                <c:pt idx="19852">
                  <c:v>0.78740740740740744</c:v>
                </c:pt>
                <c:pt idx="19853">
                  <c:v>0.78740740740740744</c:v>
                </c:pt>
                <c:pt idx="19854">
                  <c:v>0.78755555555555556</c:v>
                </c:pt>
                <c:pt idx="19855">
                  <c:v>0.78770370370370368</c:v>
                </c:pt>
                <c:pt idx="19856">
                  <c:v>0.7878518518518518</c:v>
                </c:pt>
                <c:pt idx="19857">
                  <c:v>0.7878518518518518</c:v>
                </c:pt>
                <c:pt idx="19858">
                  <c:v>0.78800000000000003</c:v>
                </c:pt>
                <c:pt idx="19859">
                  <c:v>0.78800000000000003</c:v>
                </c:pt>
                <c:pt idx="19860">
                  <c:v>0.78800000000000003</c:v>
                </c:pt>
                <c:pt idx="19861">
                  <c:v>0.78800000000000003</c:v>
                </c:pt>
                <c:pt idx="19862">
                  <c:v>0.78800000000000003</c:v>
                </c:pt>
                <c:pt idx="19863">
                  <c:v>0.78800000000000003</c:v>
                </c:pt>
                <c:pt idx="19864">
                  <c:v>0.78800000000000003</c:v>
                </c:pt>
                <c:pt idx="19865">
                  <c:v>0.78814814814814815</c:v>
                </c:pt>
                <c:pt idx="19866">
                  <c:v>0.78814814814814815</c:v>
                </c:pt>
                <c:pt idx="19867">
                  <c:v>0.78814814814814815</c:v>
                </c:pt>
                <c:pt idx="19868">
                  <c:v>0.78829629629629627</c:v>
                </c:pt>
                <c:pt idx="19869">
                  <c:v>0.78829629629629627</c:v>
                </c:pt>
                <c:pt idx="19870">
                  <c:v>0.78829629629629627</c:v>
                </c:pt>
                <c:pt idx="19871">
                  <c:v>0.78844444444444439</c:v>
                </c:pt>
                <c:pt idx="19872">
                  <c:v>0.78844444444444439</c:v>
                </c:pt>
                <c:pt idx="19873">
                  <c:v>0.78844444444444439</c:v>
                </c:pt>
                <c:pt idx="19874">
                  <c:v>0.78844444444444439</c:v>
                </c:pt>
                <c:pt idx="19875">
                  <c:v>0.78844444444444439</c:v>
                </c:pt>
                <c:pt idx="19876">
                  <c:v>0.78844444444444439</c:v>
                </c:pt>
                <c:pt idx="19877">
                  <c:v>0.78859259259259262</c:v>
                </c:pt>
                <c:pt idx="19878">
                  <c:v>0.78859259259259262</c:v>
                </c:pt>
                <c:pt idx="19879">
                  <c:v>0.78859259259259262</c:v>
                </c:pt>
                <c:pt idx="19880">
                  <c:v>0.78859259259259262</c:v>
                </c:pt>
                <c:pt idx="19881">
                  <c:v>0.78859259259259262</c:v>
                </c:pt>
                <c:pt idx="19882">
                  <c:v>0.78859259259259262</c:v>
                </c:pt>
                <c:pt idx="19883">
                  <c:v>0.78859259259259262</c:v>
                </c:pt>
                <c:pt idx="19884">
                  <c:v>0.78859259259259262</c:v>
                </c:pt>
                <c:pt idx="19885">
                  <c:v>0.78859259259259262</c:v>
                </c:pt>
                <c:pt idx="19886">
                  <c:v>0.78859259259259262</c:v>
                </c:pt>
                <c:pt idx="19887">
                  <c:v>0.78859259259259262</c:v>
                </c:pt>
                <c:pt idx="19888">
                  <c:v>0.78859259259259262</c:v>
                </c:pt>
                <c:pt idx="19889">
                  <c:v>0.78859259259259262</c:v>
                </c:pt>
                <c:pt idx="19890">
                  <c:v>0.78859259259259262</c:v>
                </c:pt>
                <c:pt idx="19891">
                  <c:v>0.78874074074074074</c:v>
                </c:pt>
                <c:pt idx="19892">
                  <c:v>0.78874074074074074</c:v>
                </c:pt>
                <c:pt idx="19893">
                  <c:v>0.78874074074074074</c:v>
                </c:pt>
                <c:pt idx="19894">
                  <c:v>0.78874074074074074</c:v>
                </c:pt>
                <c:pt idx="19895">
                  <c:v>0.78874074074074074</c:v>
                </c:pt>
                <c:pt idx="19896">
                  <c:v>0.78888888888888886</c:v>
                </c:pt>
                <c:pt idx="19897">
                  <c:v>0.78888888888888886</c:v>
                </c:pt>
                <c:pt idx="19898">
                  <c:v>0.78888888888888886</c:v>
                </c:pt>
                <c:pt idx="19899">
                  <c:v>0.78888888888888886</c:v>
                </c:pt>
                <c:pt idx="19900">
                  <c:v>0.78888888888888886</c:v>
                </c:pt>
                <c:pt idx="19901">
                  <c:v>0.78888888888888886</c:v>
                </c:pt>
                <c:pt idx="19902">
                  <c:v>0.78903703703703709</c:v>
                </c:pt>
                <c:pt idx="19903">
                  <c:v>0.78918518518518521</c:v>
                </c:pt>
                <c:pt idx="19904">
                  <c:v>0.78933333333333333</c:v>
                </c:pt>
                <c:pt idx="19905">
                  <c:v>0.78933333333333333</c:v>
                </c:pt>
                <c:pt idx="19906">
                  <c:v>0.78933333333333333</c:v>
                </c:pt>
                <c:pt idx="19907">
                  <c:v>0.78948148148148145</c:v>
                </c:pt>
                <c:pt idx="19908">
                  <c:v>0.78948148148148145</c:v>
                </c:pt>
                <c:pt idx="19909">
                  <c:v>0.78948148148148145</c:v>
                </c:pt>
                <c:pt idx="19910">
                  <c:v>0.78962962962962968</c:v>
                </c:pt>
                <c:pt idx="19911">
                  <c:v>0.78962962962962968</c:v>
                </c:pt>
                <c:pt idx="19912">
                  <c:v>0.78962962962962968</c:v>
                </c:pt>
                <c:pt idx="19913">
                  <c:v>0.78962962962962968</c:v>
                </c:pt>
                <c:pt idx="19914">
                  <c:v>0.78962962962962968</c:v>
                </c:pt>
                <c:pt idx="19915">
                  <c:v>0.7897777777777778</c:v>
                </c:pt>
                <c:pt idx="19916">
                  <c:v>0.7897777777777778</c:v>
                </c:pt>
                <c:pt idx="19917">
                  <c:v>0.7897777777777778</c:v>
                </c:pt>
                <c:pt idx="19918">
                  <c:v>0.7897777777777778</c:v>
                </c:pt>
                <c:pt idx="19919">
                  <c:v>0.7897777777777778</c:v>
                </c:pt>
                <c:pt idx="19920">
                  <c:v>0.7897777777777778</c:v>
                </c:pt>
                <c:pt idx="19921">
                  <c:v>0.7897777777777778</c:v>
                </c:pt>
                <c:pt idx="19922">
                  <c:v>0.7897777777777778</c:v>
                </c:pt>
                <c:pt idx="19923">
                  <c:v>0.7897777777777778</c:v>
                </c:pt>
                <c:pt idx="19924">
                  <c:v>0.7897777777777778</c:v>
                </c:pt>
                <c:pt idx="19925">
                  <c:v>0.7897777777777778</c:v>
                </c:pt>
                <c:pt idx="19926">
                  <c:v>0.7897777777777778</c:v>
                </c:pt>
                <c:pt idx="19927">
                  <c:v>0.78992592592592592</c:v>
                </c:pt>
                <c:pt idx="19928">
                  <c:v>0.78992592592592592</c:v>
                </c:pt>
                <c:pt idx="19929">
                  <c:v>0.78992592592592592</c:v>
                </c:pt>
                <c:pt idx="19930">
                  <c:v>0.79007407407407404</c:v>
                </c:pt>
                <c:pt idx="19931">
                  <c:v>0.79022222222222227</c:v>
                </c:pt>
                <c:pt idx="19932">
                  <c:v>0.79022222222222227</c:v>
                </c:pt>
                <c:pt idx="19933">
                  <c:v>0.79022222222222227</c:v>
                </c:pt>
                <c:pt idx="19934">
                  <c:v>0.79022222222222227</c:v>
                </c:pt>
                <c:pt idx="19935">
                  <c:v>0.79022222222222227</c:v>
                </c:pt>
                <c:pt idx="19936">
                  <c:v>0.79037037037037039</c:v>
                </c:pt>
                <c:pt idx="19937">
                  <c:v>0.79051851851851851</c:v>
                </c:pt>
                <c:pt idx="19938">
                  <c:v>0.79066666666666663</c:v>
                </c:pt>
                <c:pt idx="19939">
                  <c:v>0.79066666666666663</c:v>
                </c:pt>
                <c:pt idx="19940">
                  <c:v>0.79066666666666663</c:v>
                </c:pt>
                <c:pt idx="19941">
                  <c:v>0.79066666666666663</c:v>
                </c:pt>
                <c:pt idx="19942">
                  <c:v>0.79066666666666663</c:v>
                </c:pt>
                <c:pt idx="19943">
                  <c:v>0.79066666666666663</c:v>
                </c:pt>
                <c:pt idx="19944">
                  <c:v>0.79066666666666663</c:v>
                </c:pt>
                <c:pt idx="19945">
                  <c:v>0.79066666666666663</c:v>
                </c:pt>
                <c:pt idx="19946">
                  <c:v>0.79066666666666663</c:v>
                </c:pt>
                <c:pt idx="19947">
                  <c:v>0.79066666666666663</c:v>
                </c:pt>
                <c:pt idx="19948">
                  <c:v>0.79066666666666663</c:v>
                </c:pt>
                <c:pt idx="19949">
                  <c:v>0.79081481481481486</c:v>
                </c:pt>
                <c:pt idx="19950">
                  <c:v>0.79081481481481486</c:v>
                </c:pt>
                <c:pt idx="19951">
                  <c:v>0.79081481481481486</c:v>
                </c:pt>
                <c:pt idx="19952">
                  <c:v>0.79096296296296298</c:v>
                </c:pt>
                <c:pt idx="19953">
                  <c:v>0.7911111111111111</c:v>
                </c:pt>
                <c:pt idx="19954">
                  <c:v>0.79125925925925922</c:v>
                </c:pt>
                <c:pt idx="19955">
                  <c:v>0.79125925925925922</c:v>
                </c:pt>
                <c:pt idx="19956">
                  <c:v>0.79125925925925922</c:v>
                </c:pt>
                <c:pt idx="19957">
                  <c:v>0.79140740740740745</c:v>
                </c:pt>
                <c:pt idx="19958">
                  <c:v>0.79155555555555557</c:v>
                </c:pt>
                <c:pt idx="19959">
                  <c:v>0.79155555555555557</c:v>
                </c:pt>
                <c:pt idx="19960">
                  <c:v>0.79155555555555557</c:v>
                </c:pt>
                <c:pt idx="19961">
                  <c:v>0.79155555555555557</c:v>
                </c:pt>
                <c:pt idx="19962">
                  <c:v>0.79155555555555557</c:v>
                </c:pt>
                <c:pt idx="19963">
                  <c:v>0.79155555555555557</c:v>
                </c:pt>
                <c:pt idx="19964">
                  <c:v>0.79170370370370369</c:v>
                </c:pt>
                <c:pt idx="19965">
                  <c:v>0.79170370370370369</c:v>
                </c:pt>
                <c:pt idx="19966">
                  <c:v>0.79170370370370369</c:v>
                </c:pt>
                <c:pt idx="19967">
                  <c:v>0.79170370370370369</c:v>
                </c:pt>
                <c:pt idx="19968">
                  <c:v>0.79170370370370369</c:v>
                </c:pt>
                <c:pt idx="19969">
                  <c:v>0.79170370370370369</c:v>
                </c:pt>
                <c:pt idx="19970">
                  <c:v>0.79185185185185181</c:v>
                </c:pt>
                <c:pt idx="19971">
                  <c:v>0.79185185185185181</c:v>
                </c:pt>
                <c:pt idx="19972">
                  <c:v>0.79185185185185181</c:v>
                </c:pt>
                <c:pt idx="19973">
                  <c:v>0.79200000000000004</c:v>
                </c:pt>
                <c:pt idx="19974">
                  <c:v>0.79214814814814816</c:v>
                </c:pt>
                <c:pt idx="19975">
                  <c:v>0.79214814814814816</c:v>
                </c:pt>
                <c:pt idx="19976">
                  <c:v>0.79214814814814816</c:v>
                </c:pt>
                <c:pt idx="19977">
                  <c:v>0.79214814814814816</c:v>
                </c:pt>
                <c:pt idx="19978">
                  <c:v>0.79214814814814816</c:v>
                </c:pt>
                <c:pt idx="19979">
                  <c:v>0.79229629629629628</c:v>
                </c:pt>
                <c:pt idx="19980">
                  <c:v>0.79229629629629628</c:v>
                </c:pt>
                <c:pt idx="19981">
                  <c:v>0.79229629629629628</c:v>
                </c:pt>
                <c:pt idx="19982">
                  <c:v>0.7924444444444444</c:v>
                </c:pt>
                <c:pt idx="19983">
                  <c:v>0.7924444444444444</c:v>
                </c:pt>
                <c:pt idx="19984">
                  <c:v>0.7924444444444444</c:v>
                </c:pt>
                <c:pt idx="19985">
                  <c:v>0.79259259259259263</c:v>
                </c:pt>
                <c:pt idx="19986">
                  <c:v>0.79259259259259263</c:v>
                </c:pt>
                <c:pt idx="19987">
                  <c:v>0.79274074074074075</c:v>
                </c:pt>
                <c:pt idx="19988">
                  <c:v>0.79288888888888887</c:v>
                </c:pt>
                <c:pt idx="19989">
                  <c:v>0.79303703703703698</c:v>
                </c:pt>
                <c:pt idx="19990">
                  <c:v>0.79303703703703698</c:v>
                </c:pt>
                <c:pt idx="19991">
                  <c:v>0.79303703703703698</c:v>
                </c:pt>
                <c:pt idx="19992">
                  <c:v>0.79303703703703698</c:v>
                </c:pt>
                <c:pt idx="19993">
                  <c:v>0.79303703703703698</c:v>
                </c:pt>
                <c:pt idx="19994">
                  <c:v>0.79303703703703698</c:v>
                </c:pt>
                <c:pt idx="19995">
                  <c:v>0.79318518518518522</c:v>
                </c:pt>
                <c:pt idx="19996">
                  <c:v>0.79318518518518522</c:v>
                </c:pt>
                <c:pt idx="19997">
                  <c:v>0.79318518518518522</c:v>
                </c:pt>
                <c:pt idx="19998">
                  <c:v>0.79333333333333333</c:v>
                </c:pt>
                <c:pt idx="19999">
                  <c:v>0.79333333333333333</c:v>
                </c:pt>
                <c:pt idx="20000">
                  <c:v>0.79333333333333333</c:v>
                </c:pt>
                <c:pt idx="20001">
                  <c:v>0.79333333333333333</c:v>
                </c:pt>
                <c:pt idx="20002">
                  <c:v>0.79333333333333333</c:v>
                </c:pt>
                <c:pt idx="20003">
                  <c:v>0.79333333333333333</c:v>
                </c:pt>
                <c:pt idx="20004">
                  <c:v>0.79333333333333333</c:v>
                </c:pt>
                <c:pt idx="20005">
                  <c:v>0.79333333333333333</c:v>
                </c:pt>
                <c:pt idx="20006">
                  <c:v>0.79333333333333333</c:v>
                </c:pt>
                <c:pt idx="20007">
                  <c:v>0.79333333333333333</c:v>
                </c:pt>
                <c:pt idx="20008">
                  <c:v>0.79333333333333333</c:v>
                </c:pt>
                <c:pt idx="20009">
                  <c:v>0.79333333333333333</c:v>
                </c:pt>
                <c:pt idx="20010">
                  <c:v>0.79333333333333333</c:v>
                </c:pt>
                <c:pt idx="20011">
                  <c:v>0.79333333333333333</c:v>
                </c:pt>
                <c:pt idx="20012">
                  <c:v>0.79333333333333333</c:v>
                </c:pt>
                <c:pt idx="20013">
                  <c:v>0.79333333333333333</c:v>
                </c:pt>
                <c:pt idx="20014">
                  <c:v>0.79333333333333333</c:v>
                </c:pt>
                <c:pt idx="20015">
                  <c:v>0.79348148148148145</c:v>
                </c:pt>
                <c:pt idx="20016">
                  <c:v>0.79348148148148145</c:v>
                </c:pt>
                <c:pt idx="20017">
                  <c:v>0.79348148148148145</c:v>
                </c:pt>
                <c:pt idx="20018">
                  <c:v>0.79362962962962968</c:v>
                </c:pt>
                <c:pt idx="20019">
                  <c:v>0.79362962962962968</c:v>
                </c:pt>
                <c:pt idx="20020">
                  <c:v>0.7937777777777778</c:v>
                </c:pt>
                <c:pt idx="20021">
                  <c:v>0.7937777777777778</c:v>
                </c:pt>
                <c:pt idx="20022">
                  <c:v>0.7937777777777778</c:v>
                </c:pt>
                <c:pt idx="20023">
                  <c:v>0.7937777777777778</c:v>
                </c:pt>
                <c:pt idx="20024">
                  <c:v>0.7937777777777778</c:v>
                </c:pt>
                <c:pt idx="20025">
                  <c:v>0.7937777777777778</c:v>
                </c:pt>
                <c:pt idx="20026">
                  <c:v>0.7937777777777778</c:v>
                </c:pt>
                <c:pt idx="20027">
                  <c:v>0.7937777777777778</c:v>
                </c:pt>
                <c:pt idx="20028">
                  <c:v>0.79392592592592592</c:v>
                </c:pt>
                <c:pt idx="20029">
                  <c:v>0.79392592592592592</c:v>
                </c:pt>
                <c:pt idx="20030">
                  <c:v>0.79392592592592592</c:v>
                </c:pt>
                <c:pt idx="20031">
                  <c:v>0.79407407407407404</c:v>
                </c:pt>
                <c:pt idx="20032">
                  <c:v>0.79422222222222227</c:v>
                </c:pt>
                <c:pt idx="20033">
                  <c:v>0.79422222222222227</c:v>
                </c:pt>
                <c:pt idx="20034">
                  <c:v>0.79437037037037039</c:v>
                </c:pt>
                <c:pt idx="20035">
                  <c:v>0.79437037037037039</c:v>
                </c:pt>
                <c:pt idx="20036">
                  <c:v>0.79437037037037039</c:v>
                </c:pt>
                <c:pt idx="20037">
                  <c:v>0.79451851851851851</c:v>
                </c:pt>
                <c:pt idx="20038">
                  <c:v>0.79466666666666663</c:v>
                </c:pt>
                <c:pt idx="20039">
                  <c:v>0.79466666666666663</c:v>
                </c:pt>
                <c:pt idx="20040">
                  <c:v>0.79481481481481486</c:v>
                </c:pt>
                <c:pt idx="20041">
                  <c:v>0.79481481481481486</c:v>
                </c:pt>
                <c:pt idx="20042">
                  <c:v>0.79481481481481486</c:v>
                </c:pt>
                <c:pt idx="20043">
                  <c:v>0.79496296296296298</c:v>
                </c:pt>
                <c:pt idx="20044">
                  <c:v>0.79496296296296298</c:v>
                </c:pt>
                <c:pt idx="20045">
                  <c:v>0.7951111111111111</c:v>
                </c:pt>
                <c:pt idx="20046">
                  <c:v>0.7951111111111111</c:v>
                </c:pt>
                <c:pt idx="20047">
                  <c:v>0.7951111111111111</c:v>
                </c:pt>
                <c:pt idx="20048">
                  <c:v>0.79525925925925922</c:v>
                </c:pt>
                <c:pt idx="20049">
                  <c:v>0.79525925925925922</c:v>
                </c:pt>
                <c:pt idx="20050">
                  <c:v>0.79525925925925922</c:v>
                </c:pt>
                <c:pt idx="20051">
                  <c:v>0.79525925925925922</c:v>
                </c:pt>
                <c:pt idx="20052">
                  <c:v>0.79540740740740745</c:v>
                </c:pt>
                <c:pt idx="20053">
                  <c:v>0.79555555555555557</c:v>
                </c:pt>
                <c:pt idx="20054">
                  <c:v>0.79570370370370369</c:v>
                </c:pt>
                <c:pt idx="20055">
                  <c:v>0.79585185185185181</c:v>
                </c:pt>
                <c:pt idx="20056">
                  <c:v>0.79585185185185181</c:v>
                </c:pt>
                <c:pt idx="20057">
                  <c:v>0.79585185185185181</c:v>
                </c:pt>
                <c:pt idx="20058">
                  <c:v>0.79585185185185181</c:v>
                </c:pt>
                <c:pt idx="20059">
                  <c:v>0.79585185185185181</c:v>
                </c:pt>
                <c:pt idx="20060">
                  <c:v>0.79585185185185181</c:v>
                </c:pt>
                <c:pt idx="20061">
                  <c:v>0.79585185185185181</c:v>
                </c:pt>
                <c:pt idx="20062">
                  <c:v>0.79600000000000004</c:v>
                </c:pt>
                <c:pt idx="20063">
                  <c:v>0.79600000000000004</c:v>
                </c:pt>
                <c:pt idx="20064">
                  <c:v>0.79600000000000004</c:v>
                </c:pt>
                <c:pt idx="20065">
                  <c:v>0.79614814814814816</c:v>
                </c:pt>
                <c:pt idx="20066">
                  <c:v>0.79614814814814816</c:v>
                </c:pt>
                <c:pt idx="20067">
                  <c:v>0.79629629629629628</c:v>
                </c:pt>
                <c:pt idx="20068">
                  <c:v>0.7964444444444444</c:v>
                </c:pt>
                <c:pt idx="20069">
                  <c:v>0.7964444444444444</c:v>
                </c:pt>
                <c:pt idx="20070">
                  <c:v>0.7964444444444444</c:v>
                </c:pt>
                <c:pt idx="20071">
                  <c:v>0.7964444444444444</c:v>
                </c:pt>
                <c:pt idx="20072">
                  <c:v>0.7964444444444444</c:v>
                </c:pt>
                <c:pt idx="20073">
                  <c:v>0.7964444444444444</c:v>
                </c:pt>
                <c:pt idx="20074">
                  <c:v>0.7964444444444444</c:v>
                </c:pt>
                <c:pt idx="20075">
                  <c:v>0.7964444444444444</c:v>
                </c:pt>
                <c:pt idx="20076">
                  <c:v>0.79659259259259263</c:v>
                </c:pt>
                <c:pt idx="20077">
                  <c:v>0.79659259259259263</c:v>
                </c:pt>
                <c:pt idx="20078">
                  <c:v>0.79659259259259263</c:v>
                </c:pt>
                <c:pt idx="20079">
                  <c:v>0.79659259259259263</c:v>
                </c:pt>
                <c:pt idx="20080">
                  <c:v>0.79659259259259263</c:v>
                </c:pt>
                <c:pt idx="20081">
                  <c:v>0.79659259259259263</c:v>
                </c:pt>
                <c:pt idx="20082">
                  <c:v>0.79659259259259263</c:v>
                </c:pt>
                <c:pt idx="20083">
                  <c:v>0.79674074074074075</c:v>
                </c:pt>
                <c:pt idx="20084">
                  <c:v>0.79674074074074075</c:v>
                </c:pt>
                <c:pt idx="20085">
                  <c:v>0.79674074074074075</c:v>
                </c:pt>
                <c:pt idx="20086">
                  <c:v>0.79674074074074075</c:v>
                </c:pt>
                <c:pt idx="20087">
                  <c:v>0.79688888888888887</c:v>
                </c:pt>
                <c:pt idx="20088">
                  <c:v>0.79688888888888887</c:v>
                </c:pt>
                <c:pt idx="20089">
                  <c:v>0.79703703703703699</c:v>
                </c:pt>
                <c:pt idx="20090">
                  <c:v>0.79703703703703699</c:v>
                </c:pt>
                <c:pt idx="20091">
                  <c:v>0.79703703703703699</c:v>
                </c:pt>
                <c:pt idx="20092">
                  <c:v>0.79703703703703699</c:v>
                </c:pt>
                <c:pt idx="20093">
                  <c:v>0.79703703703703699</c:v>
                </c:pt>
                <c:pt idx="20094">
                  <c:v>0.79703703703703699</c:v>
                </c:pt>
                <c:pt idx="20095">
                  <c:v>0.79718518518518522</c:v>
                </c:pt>
                <c:pt idx="20096">
                  <c:v>0.79718518518518522</c:v>
                </c:pt>
                <c:pt idx="20097">
                  <c:v>0.79718518518518522</c:v>
                </c:pt>
                <c:pt idx="20098">
                  <c:v>0.79718518518518522</c:v>
                </c:pt>
                <c:pt idx="20099">
                  <c:v>0.79718518518518522</c:v>
                </c:pt>
                <c:pt idx="20100">
                  <c:v>0.79733333333333334</c:v>
                </c:pt>
                <c:pt idx="20101">
                  <c:v>0.79733333333333334</c:v>
                </c:pt>
                <c:pt idx="20102">
                  <c:v>0.79733333333333334</c:v>
                </c:pt>
                <c:pt idx="20103">
                  <c:v>0.79748148148148146</c:v>
                </c:pt>
                <c:pt idx="20104">
                  <c:v>0.79748148148148146</c:v>
                </c:pt>
                <c:pt idx="20105">
                  <c:v>0.79748148148148146</c:v>
                </c:pt>
                <c:pt idx="20106">
                  <c:v>0.79748148148148146</c:v>
                </c:pt>
                <c:pt idx="20107">
                  <c:v>0.79748148148148146</c:v>
                </c:pt>
                <c:pt idx="20108">
                  <c:v>0.79748148148148146</c:v>
                </c:pt>
                <c:pt idx="20109">
                  <c:v>0.79748148148148146</c:v>
                </c:pt>
                <c:pt idx="20110">
                  <c:v>0.79748148148148146</c:v>
                </c:pt>
                <c:pt idx="20111">
                  <c:v>0.79748148148148146</c:v>
                </c:pt>
                <c:pt idx="20112">
                  <c:v>0.79748148148148146</c:v>
                </c:pt>
                <c:pt idx="20113">
                  <c:v>0.79762962962962958</c:v>
                </c:pt>
                <c:pt idx="20114">
                  <c:v>0.79762962962962958</c:v>
                </c:pt>
                <c:pt idx="20115">
                  <c:v>0.79762962962962958</c:v>
                </c:pt>
                <c:pt idx="20116">
                  <c:v>0.79762962962962958</c:v>
                </c:pt>
                <c:pt idx="20117">
                  <c:v>0.79762962962962958</c:v>
                </c:pt>
                <c:pt idx="20118">
                  <c:v>0.79762962962962958</c:v>
                </c:pt>
                <c:pt idx="20119">
                  <c:v>0.79762962962962958</c:v>
                </c:pt>
                <c:pt idx="20120">
                  <c:v>0.79777777777777781</c:v>
                </c:pt>
                <c:pt idx="20121">
                  <c:v>0.79777777777777781</c:v>
                </c:pt>
                <c:pt idx="20122">
                  <c:v>0.79792592592592593</c:v>
                </c:pt>
                <c:pt idx="20123">
                  <c:v>0.79792592592592593</c:v>
                </c:pt>
                <c:pt idx="20124">
                  <c:v>0.79792592592592593</c:v>
                </c:pt>
                <c:pt idx="20125">
                  <c:v>0.79792592592592593</c:v>
                </c:pt>
                <c:pt idx="20126">
                  <c:v>0.79792592592592593</c:v>
                </c:pt>
                <c:pt idx="20127">
                  <c:v>0.79792592592592593</c:v>
                </c:pt>
                <c:pt idx="20128">
                  <c:v>0.79792592592592593</c:v>
                </c:pt>
                <c:pt idx="20129">
                  <c:v>0.79807407407407405</c:v>
                </c:pt>
                <c:pt idx="20130">
                  <c:v>0.79822222222222228</c:v>
                </c:pt>
                <c:pt idx="20131">
                  <c:v>0.7983703703703704</c:v>
                </c:pt>
                <c:pt idx="20132">
                  <c:v>0.7983703703703704</c:v>
                </c:pt>
                <c:pt idx="20133">
                  <c:v>0.79851851851851852</c:v>
                </c:pt>
                <c:pt idx="20134">
                  <c:v>0.79851851851851852</c:v>
                </c:pt>
                <c:pt idx="20135">
                  <c:v>0.79851851851851852</c:v>
                </c:pt>
                <c:pt idx="20136">
                  <c:v>0.79866666666666664</c:v>
                </c:pt>
                <c:pt idx="20137">
                  <c:v>0.79881481481481487</c:v>
                </c:pt>
                <c:pt idx="20138">
                  <c:v>0.79881481481481487</c:v>
                </c:pt>
                <c:pt idx="20139">
                  <c:v>0.79896296296296299</c:v>
                </c:pt>
                <c:pt idx="20140">
                  <c:v>0.79896296296296299</c:v>
                </c:pt>
                <c:pt idx="20141">
                  <c:v>0.79896296296296299</c:v>
                </c:pt>
                <c:pt idx="20142">
                  <c:v>0.79911111111111111</c:v>
                </c:pt>
                <c:pt idx="20143">
                  <c:v>0.79911111111111111</c:v>
                </c:pt>
                <c:pt idx="20144">
                  <c:v>0.79911111111111111</c:v>
                </c:pt>
                <c:pt idx="20145">
                  <c:v>0.79911111111111111</c:v>
                </c:pt>
                <c:pt idx="20146">
                  <c:v>0.79911111111111111</c:v>
                </c:pt>
                <c:pt idx="20147">
                  <c:v>0.79911111111111111</c:v>
                </c:pt>
                <c:pt idx="20148">
                  <c:v>0.79911111111111111</c:v>
                </c:pt>
                <c:pt idx="20149">
                  <c:v>0.79925925925925922</c:v>
                </c:pt>
                <c:pt idx="20150">
                  <c:v>0.79925925925925922</c:v>
                </c:pt>
                <c:pt idx="20151">
                  <c:v>0.79925925925925922</c:v>
                </c:pt>
                <c:pt idx="20152">
                  <c:v>0.79940740740740746</c:v>
                </c:pt>
                <c:pt idx="20153">
                  <c:v>0.79940740740740746</c:v>
                </c:pt>
                <c:pt idx="20154">
                  <c:v>0.79955555555555557</c:v>
                </c:pt>
                <c:pt idx="20155">
                  <c:v>0.79970370370370369</c:v>
                </c:pt>
                <c:pt idx="20156">
                  <c:v>0.79970370370370369</c:v>
                </c:pt>
                <c:pt idx="20157">
                  <c:v>0.79970370370370369</c:v>
                </c:pt>
                <c:pt idx="20158">
                  <c:v>0.79970370370370369</c:v>
                </c:pt>
                <c:pt idx="20159">
                  <c:v>0.79970370370370369</c:v>
                </c:pt>
                <c:pt idx="20160">
                  <c:v>0.79970370370370369</c:v>
                </c:pt>
                <c:pt idx="20161">
                  <c:v>0.79970370370370369</c:v>
                </c:pt>
                <c:pt idx="20162">
                  <c:v>0.79970370370370369</c:v>
                </c:pt>
                <c:pt idx="20163">
                  <c:v>0.79970370370370369</c:v>
                </c:pt>
                <c:pt idx="20164">
                  <c:v>0.79970370370370369</c:v>
                </c:pt>
                <c:pt idx="20165">
                  <c:v>0.79970370370370369</c:v>
                </c:pt>
                <c:pt idx="20166">
                  <c:v>0.79970370370370369</c:v>
                </c:pt>
                <c:pt idx="20167">
                  <c:v>0.79970370370370369</c:v>
                </c:pt>
                <c:pt idx="20168">
                  <c:v>0.79970370370370369</c:v>
                </c:pt>
                <c:pt idx="20169">
                  <c:v>0.79985185185185181</c:v>
                </c:pt>
                <c:pt idx="20170">
                  <c:v>0.79985185185185181</c:v>
                </c:pt>
                <c:pt idx="20171">
                  <c:v>0.79985185185185181</c:v>
                </c:pt>
                <c:pt idx="20172">
                  <c:v>0.8</c:v>
                </c:pt>
                <c:pt idx="20173">
                  <c:v>0.8</c:v>
                </c:pt>
                <c:pt idx="20174">
                  <c:v>0.8</c:v>
                </c:pt>
                <c:pt idx="20175">
                  <c:v>0.80014814814814816</c:v>
                </c:pt>
                <c:pt idx="20176">
                  <c:v>0.80029629629629628</c:v>
                </c:pt>
                <c:pt idx="20177">
                  <c:v>0.8004444444444444</c:v>
                </c:pt>
                <c:pt idx="20178">
                  <c:v>0.80059259259259263</c:v>
                </c:pt>
                <c:pt idx="20179">
                  <c:v>0.80059259259259263</c:v>
                </c:pt>
                <c:pt idx="20180">
                  <c:v>0.80059259259259263</c:v>
                </c:pt>
                <c:pt idx="20181">
                  <c:v>0.80059259259259263</c:v>
                </c:pt>
                <c:pt idx="20182">
                  <c:v>0.80059259259259263</c:v>
                </c:pt>
                <c:pt idx="20183">
                  <c:v>0.80059259259259263</c:v>
                </c:pt>
                <c:pt idx="20184">
                  <c:v>0.80074074074074075</c:v>
                </c:pt>
                <c:pt idx="20185">
                  <c:v>0.80088888888888887</c:v>
                </c:pt>
                <c:pt idx="20186">
                  <c:v>0.80088888888888887</c:v>
                </c:pt>
                <c:pt idx="20187">
                  <c:v>0.80088888888888887</c:v>
                </c:pt>
                <c:pt idx="20188">
                  <c:v>0.80088888888888887</c:v>
                </c:pt>
                <c:pt idx="20189">
                  <c:v>0.80088888888888887</c:v>
                </c:pt>
                <c:pt idx="20190">
                  <c:v>0.80103703703703699</c:v>
                </c:pt>
                <c:pt idx="20191">
                  <c:v>0.80103703703703699</c:v>
                </c:pt>
                <c:pt idx="20192">
                  <c:v>0.80103703703703699</c:v>
                </c:pt>
                <c:pt idx="20193">
                  <c:v>0.80103703703703699</c:v>
                </c:pt>
                <c:pt idx="20194">
                  <c:v>0.80103703703703699</c:v>
                </c:pt>
                <c:pt idx="20195">
                  <c:v>0.80118518518518522</c:v>
                </c:pt>
                <c:pt idx="20196">
                  <c:v>0.80118518518518522</c:v>
                </c:pt>
                <c:pt idx="20197">
                  <c:v>0.80118518518518522</c:v>
                </c:pt>
                <c:pt idx="20198">
                  <c:v>0.80133333333333334</c:v>
                </c:pt>
                <c:pt idx="20199">
                  <c:v>0.80133333333333334</c:v>
                </c:pt>
                <c:pt idx="20200">
                  <c:v>0.80148148148148146</c:v>
                </c:pt>
                <c:pt idx="20201">
                  <c:v>0.80148148148148146</c:v>
                </c:pt>
                <c:pt idx="20202">
                  <c:v>0.80148148148148146</c:v>
                </c:pt>
                <c:pt idx="20203">
                  <c:v>0.80148148148148146</c:v>
                </c:pt>
                <c:pt idx="20204">
                  <c:v>0.80162962962962958</c:v>
                </c:pt>
                <c:pt idx="20205">
                  <c:v>0.80177777777777781</c:v>
                </c:pt>
                <c:pt idx="20206">
                  <c:v>0.80192592592592593</c:v>
                </c:pt>
                <c:pt idx="20207">
                  <c:v>0.80192592592592593</c:v>
                </c:pt>
                <c:pt idx="20208">
                  <c:v>0.80192592592592593</c:v>
                </c:pt>
                <c:pt idx="20209">
                  <c:v>0.80192592592592593</c:v>
                </c:pt>
                <c:pt idx="20210">
                  <c:v>0.80192592592592593</c:v>
                </c:pt>
                <c:pt idx="20211">
                  <c:v>0.80192592592592593</c:v>
                </c:pt>
                <c:pt idx="20212">
                  <c:v>0.80192592592592593</c:v>
                </c:pt>
                <c:pt idx="20213">
                  <c:v>0.80192592592592593</c:v>
                </c:pt>
                <c:pt idx="20214">
                  <c:v>0.80207407407407405</c:v>
                </c:pt>
                <c:pt idx="20215">
                  <c:v>0.80207407407407405</c:v>
                </c:pt>
                <c:pt idx="20216">
                  <c:v>0.80207407407407405</c:v>
                </c:pt>
                <c:pt idx="20217">
                  <c:v>0.80207407407407405</c:v>
                </c:pt>
                <c:pt idx="20218">
                  <c:v>0.80222222222222217</c:v>
                </c:pt>
                <c:pt idx="20219">
                  <c:v>0.80222222222222217</c:v>
                </c:pt>
                <c:pt idx="20220">
                  <c:v>0.80222222222222217</c:v>
                </c:pt>
                <c:pt idx="20221">
                  <c:v>0.80222222222222217</c:v>
                </c:pt>
                <c:pt idx="20222">
                  <c:v>0.80222222222222217</c:v>
                </c:pt>
                <c:pt idx="20223">
                  <c:v>0.80222222222222217</c:v>
                </c:pt>
                <c:pt idx="20224">
                  <c:v>0.80222222222222217</c:v>
                </c:pt>
                <c:pt idx="20225">
                  <c:v>0.80222222222222217</c:v>
                </c:pt>
                <c:pt idx="20226">
                  <c:v>0.80222222222222217</c:v>
                </c:pt>
                <c:pt idx="20227">
                  <c:v>0.8023703703703704</c:v>
                </c:pt>
                <c:pt idx="20228">
                  <c:v>0.8023703703703704</c:v>
                </c:pt>
                <c:pt idx="20229">
                  <c:v>0.8023703703703704</c:v>
                </c:pt>
                <c:pt idx="20230">
                  <c:v>0.8023703703703704</c:v>
                </c:pt>
                <c:pt idx="20231">
                  <c:v>0.80251851851851852</c:v>
                </c:pt>
                <c:pt idx="20232">
                  <c:v>0.80251851851851852</c:v>
                </c:pt>
                <c:pt idx="20233">
                  <c:v>0.80251851851851852</c:v>
                </c:pt>
                <c:pt idx="20234">
                  <c:v>0.80266666666666664</c:v>
                </c:pt>
                <c:pt idx="20235">
                  <c:v>0.80281481481481487</c:v>
                </c:pt>
                <c:pt idx="20236">
                  <c:v>0.80281481481481487</c:v>
                </c:pt>
                <c:pt idx="20237">
                  <c:v>0.80281481481481487</c:v>
                </c:pt>
                <c:pt idx="20238">
                  <c:v>0.80281481481481487</c:v>
                </c:pt>
                <c:pt idx="20239">
                  <c:v>0.80296296296296299</c:v>
                </c:pt>
                <c:pt idx="20240">
                  <c:v>0.80296296296296299</c:v>
                </c:pt>
                <c:pt idx="20241">
                  <c:v>0.80296296296296299</c:v>
                </c:pt>
                <c:pt idx="20242">
                  <c:v>0.80296296296296299</c:v>
                </c:pt>
                <c:pt idx="20243">
                  <c:v>0.80296296296296299</c:v>
                </c:pt>
                <c:pt idx="20244">
                  <c:v>0.80296296296296299</c:v>
                </c:pt>
                <c:pt idx="20245">
                  <c:v>0.80311111111111111</c:v>
                </c:pt>
                <c:pt idx="20246">
                  <c:v>0.80311111111111111</c:v>
                </c:pt>
                <c:pt idx="20247">
                  <c:v>0.80311111111111111</c:v>
                </c:pt>
                <c:pt idx="20248">
                  <c:v>0.80325925925925923</c:v>
                </c:pt>
                <c:pt idx="20249">
                  <c:v>0.80325925925925923</c:v>
                </c:pt>
                <c:pt idx="20250">
                  <c:v>0.80325925925925923</c:v>
                </c:pt>
                <c:pt idx="20251">
                  <c:v>0.80325925925925923</c:v>
                </c:pt>
                <c:pt idx="20252">
                  <c:v>0.80325925925925923</c:v>
                </c:pt>
                <c:pt idx="20253">
                  <c:v>0.80325925925925923</c:v>
                </c:pt>
                <c:pt idx="20254">
                  <c:v>0.80325925925925923</c:v>
                </c:pt>
                <c:pt idx="20255">
                  <c:v>0.80325925925925923</c:v>
                </c:pt>
                <c:pt idx="20256">
                  <c:v>0.80325925925925923</c:v>
                </c:pt>
                <c:pt idx="20257">
                  <c:v>0.80340740740740746</c:v>
                </c:pt>
                <c:pt idx="20258">
                  <c:v>0.80340740740740746</c:v>
                </c:pt>
                <c:pt idx="20259">
                  <c:v>0.80355555555555558</c:v>
                </c:pt>
                <c:pt idx="20260">
                  <c:v>0.8037037037037037</c:v>
                </c:pt>
                <c:pt idx="20261">
                  <c:v>0.8037037037037037</c:v>
                </c:pt>
                <c:pt idx="20262">
                  <c:v>0.8037037037037037</c:v>
                </c:pt>
                <c:pt idx="20263">
                  <c:v>0.8037037037037037</c:v>
                </c:pt>
                <c:pt idx="20264">
                  <c:v>0.80385185185185182</c:v>
                </c:pt>
                <c:pt idx="20265">
                  <c:v>0.80385185185185182</c:v>
                </c:pt>
                <c:pt idx="20266">
                  <c:v>0.80385185185185182</c:v>
                </c:pt>
                <c:pt idx="20267">
                  <c:v>0.80385185185185182</c:v>
                </c:pt>
                <c:pt idx="20268">
                  <c:v>0.80400000000000005</c:v>
                </c:pt>
                <c:pt idx="20269">
                  <c:v>0.80400000000000005</c:v>
                </c:pt>
                <c:pt idx="20270">
                  <c:v>0.80414814814814817</c:v>
                </c:pt>
                <c:pt idx="20271">
                  <c:v>0.80429629629629629</c:v>
                </c:pt>
                <c:pt idx="20272">
                  <c:v>0.80429629629629629</c:v>
                </c:pt>
                <c:pt idx="20273">
                  <c:v>0.80444444444444441</c:v>
                </c:pt>
                <c:pt idx="20274">
                  <c:v>0.80444444444444441</c:v>
                </c:pt>
                <c:pt idx="20275">
                  <c:v>0.80444444444444441</c:v>
                </c:pt>
                <c:pt idx="20276">
                  <c:v>0.80444444444444441</c:v>
                </c:pt>
                <c:pt idx="20277">
                  <c:v>0.80444444444444441</c:v>
                </c:pt>
                <c:pt idx="20278">
                  <c:v>0.80459259259259264</c:v>
                </c:pt>
                <c:pt idx="20279">
                  <c:v>0.80459259259259264</c:v>
                </c:pt>
                <c:pt idx="20280">
                  <c:v>0.80459259259259264</c:v>
                </c:pt>
                <c:pt idx="20281">
                  <c:v>0.80459259259259264</c:v>
                </c:pt>
                <c:pt idx="20282">
                  <c:v>0.80459259259259264</c:v>
                </c:pt>
                <c:pt idx="20283">
                  <c:v>0.80459259259259264</c:v>
                </c:pt>
                <c:pt idx="20284">
                  <c:v>0.80459259259259264</c:v>
                </c:pt>
                <c:pt idx="20285">
                  <c:v>0.80474074074074076</c:v>
                </c:pt>
                <c:pt idx="20286">
                  <c:v>0.80474074074074076</c:v>
                </c:pt>
                <c:pt idx="20287">
                  <c:v>0.80474074074074076</c:v>
                </c:pt>
                <c:pt idx="20288">
                  <c:v>0.80474074074074076</c:v>
                </c:pt>
                <c:pt idx="20289">
                  <c:v>0.80474074074074076</c:v>
                </c:pt>
                <c:pt idx="20290">
                  <c:v>0.80488888888888888</c:v>
                </c:pt>
                <c:pt idx="20291">
                  <c:v>0.80488888888888888</c:v>
                </c:pt>
                <c:pt idx="20292">
                  <c:v>0.80488888888888888</c:v>
                </c:pt>
                <c:pt idx="20293">
                  <c:v>0.805037037037037</c:v>
                </c:pt>
                <c:pt idx="20294">
                  <c:v>0.805037037037037</c:v>
                </c:pt>
                <c:pt idx="20295">
                  <c:v>0.805037037037037</c:v>
                </c:pt>
                <c:pt idx="20296">
                  <c:v>0.80518518518518523</c:v>
                </c:pt>
                <c:pt idx="20297">
                  <c:v>0.80518518518518523</c:v>
                </c:pt>
                <c:pt idx="20298">
                  <c:v>0.80518518518518523</c:v>
                </c:pt>
                <c:pt idx="20299">
                  <c:v>0.80518518518518523</c:v>
                </c:pt>
                <c:pt idx="20300">
                  <c:v>0.80518518518518523</c:v>
                </c:pt>
                <c:pt idx="20301">
                  <c:v>0.80518518518518523</c:v>
                </c:pt>
                <c:pt idx="20302">
                  <c:v>0.80533333333333335</c:v>
                </c:pt>
                <c:pt idx="20303">
                  <c:v>0.80533333333333335</c:v>
                </c:pt>
                <c:pt idx="20304">
                  <c:v>0.80533333333333335</c:v>
                </c:pt>
                <c:pt idx="20305">
                  <c:v>0.80533333333333335</c:v>
                </c:pt>
                <c:pt idx="20306">
                  <c:v>0.80533333333333335</c:v>
                </c:pt>
                <c:pt idx="20307">
                  <c:v>0.80533333333333335</c:v>
                </c:pt>
                <c:pt idx="20308">
                  <c:v>0.80533333333333335</c:v>
                </c:pt>
                <c:pt idx="20309">
                  <c:v>0.80548148148148146</c:v>
                </c:pt>
                <c:pt idx="20310">
                  <c:v>0.80548148148148146</c:v>
                </c:pt>
                <c:pt idx="20311">
                  <c:v>0.80548148148148146</c:v>
                </c:pt>
                <c:pt idx="20312">
                  <c:v>0.80548148148148146</c:v>
                </c:pt>
                <c:pt idx="20313">
                  <c:v>0.80548148148148146</c:v>
                </c:pt>
                <c:pt idx="20314">
                  <c:v>0.80548148148148146</c:v>
                </c:pt>
                <c:pt idx="20315">
                  <c:v>0.80548148148148146</c:v>
                </c:pt>
                <c:pt idx="20316">
                  <c:v>0.80548148148148146</c:v>
                </c:pt>
                <c:pt idx="20317">
                  <c:v>0.80548148148148146</c:v>
                </c:pt>
                <c:pt idx="20318">
                  <c:v>0.80562962962962958</c:v>
                </c:pt>
                <c:pt idx="20319">
                  <c:v>0.80562962962962958</c:v>
                </c:pt>
                <c:pt idx="20320">
                  <c:v>0.80562962962962958</c:v>
                </c:pt>
                <c:pt idx="20321">
                  <c:v>0.80562962962962958</c:v>
                </c:pt>
                <c:pt idx="20322">
                  <c:v>0.80562962962962958</c:v>
                </c:pt>
                <c:pt idx="20323">
                  <c:v>0.80562962962962958</c:v>
                </c:pt>
                <c:pt idx="20324">
                  <c:v>0.80562962962962958</c:v>
                </c:pt>
                <c:pt idx="20325">
                  <c:v>0.80562962962962958</c:v>
                </c:pt>
                <c:pt idx="20326">
                  <c:v>0.80562962962962958</c:v>
                </c:pt>
                <c:pt idx="20327">
                  <c:v>0.80562962962962958</c:v>
                </c:pt>
                <c:pt idx="20328">
                  <c:v>0.80562962962962958</c:v>
                </c:pt>
                <c:pt idx="20329">
                  <c:v>0.80577777777777781</c:v>
                </c:pt>
                <c:pt idx="20330">
                  <c:v>0.80577777777777781</c:v>
                </c:pt>
                <c:pt idx="20331">
                  <c:v>0.80592592592592593</c:v>
                </c:pt>
                <c:pt idx="20332">
                  <c:v>0.80592592592592593</c:v>
                </c:pt>
                <c:pt idx="20333">
                  <c:v>0.80592592592592593</c:v>
                </c:pt>
                <c:pt idx="20334">
                  <c:v>0.80592592592592593</c:v>
                </c:pt>
                <c:pt idx="20335">
                  <c:v>0.80592592592592593</c:v>
                </c:pt>
                <c:pt idx="20336">
                  <c:v>0.80592592592592593</c:v>
                </c:pt>
                <c:pt idx="20337">
                  <c:v>0.80592592592592593</c:v>
                </c:pt>
                <c:pt idx="20338">
                  <c:v>0.80607407407407405</c:v>
                </c:pt>
                <c:pt idx="20339">
                  <c:v>0.80607407407407405</c:v>
                </c:pt>
                <c:pt idx="20340">
                  <c:v>0.80607407407407405</c:v>
                </c:pt>
                <c:pt idx="20341">
                  <c:v>0.80607407407407405</c:v>
                </c:pt>
                <c:pt idx="20342">
                  <c:v>0.80607407407407405</c:v>
                </c:pt>
                <c:pt idx="20343">
                  <c:v>0.80607407407407405</c:v>
                </c:pt>
                <c:pt idx="20344">
                  <c:v>0.80622222222222217</c:v>
                </c:pt>
                <c:pt idx="20345">
                  <c:v>0.80622222222222217</c:v>
                </c:pt>
                <c:pt idx="20346">
                  <c:v>0.80622222222222217</c:v>
                </c:pt>
                <c:pt idx="20347">
                  <c:v>0.80622222222222217</c:v>
                </c:pt>
                <c:pt idx="20348">
                  <c:v>0.80622222222222217</c:v>
                </c:pt>
                <c:pt idx="20349">
                  <c:v>0.80622222222222217</c:v>
                </c:pt>
                <c:pt idx="20350">
                  <c:v>0.80622222222222217</c:v>
                </c:pt>
                <c:pt idx="20351">
                  <c:v>0.80622222222222217</c:v>
                </c:pt>
                <c:pt idx="20352">
                  <c:v>0.80622222222222217</c:v>
                </c:pt>
                <c:pt idx="20353">
                  <c:v>0.8063703703703704</c:v>
                </c:pt>
                <c:pt idx="20354">
                  <c:v>0.80651851851851852</c:v>
                </c:pt>
                <c:pt idx="20355">
                  <c:v>0.80651851851851852</c:v>
                </c:pt>
                <c:pt idx="20356">
                  <c:v>0.80666666666666664</c:v>
                </c:pt>
                <c:pt idx="20357">
                  <c:v>0.80681481481481476</c:v>
                </c:pt>
                <c:pt idx="20358">
                  <c:v>0.80681481481481476</c:v>
                </c:pt>
                <c:pt idx="20359">
                  <c:v>0.80681481481481476</c:v>
                </c:pt>
                <c:pt idx="20360">
                  <c:v>0.80681481481481476</c:v>
                </c:pt>
                <c:pt idx="20361">
                  <c:v>0.80681481481481476</c:v>
                </c:pt>
                <c:pt idx="20362">
                  <c:v>0.80681481481481476</c:v>
                </c:pt>
                <c:pt idx="20363">
                  <c:v>0.80681481481481476</c:v>
                </c:pt>
                <c:pt idx="20364">
                  <c:v>0.80696296296296299</c:v>
                </c:pt>
                <c:pt idx="20365">
                  <c:v>0.80696296296296299</c:v>
                </c:pt>
                <c:pt idx="20366">
                  <c:v>0.80696296296296299</c:v>
                </c:pt>
                <c:pt idx="20367">
                  <c:v>0.80696296296296299</c:v>
                </c:pt>
                <c:pt idx="20368">
                  <c:v>0.80696296296296299</c:v>
                </c:pt>
                <c:pt idx="20369">
                  <c:v>0.80696296296296299</c:v>
                </c:pt>
                <c:pt idx="20370">
                  <c:v>0.80696296296296299</c:v>
                </c:pt>
                <c:pt idx="20371">
                  <c:v>0.80696296296296299</c:v>
                </c:pt>
                <c:pt idx="20372">
                  <c:v>0.80711111111111111</c:v>
                </c:pt>
                <c:pt idx="20373">
                  <c:v>0.80711111111111111</c:v>
                </c:pt>
                <c:pt idx="20374">
                  <c:v>0.80711111111111111</c:v>
                </c:pt>
                <c:pt idx="20375">
                  <c:v>0.80725925925925923</c:v>
                </c:pt>
                <c:pt idx="20376">
                  <c:v>0.80725925925925923</c:v>
                </c:pt>
                <c:pt idx="20377">
                  <c:v>0.80725925925925923</c:v>
                </c:pt>
                <c:pt idx="20378">
                  <c:v>0.80725925925925923</c:v>
                </c:pt>
                <c:pt idx="20379">
                  <c:v>0.80725925925925923</c:v>
                </c:pt>
                <c:pt idx="20380">
                  <c:v>0.80725925925925923</c:v>
                </c:pt>
                <c:pt idx="20381">
                  <c:v>0.80725925925925923</c:v>
                </c:pt>
                <c:pt idx="20382">
                  <c:v>0.80725925925925923</c:v>
                </c:pt>
                <c:pt idx="20383">
                  <c:v>0.80725925925925923</c:v>
                </c:pt>
                <c:pt idx="20384">
                  <c:v>0.80725925925925923</c:v>
                </c:pt>
                <c:pt idx="20385">
                  <c:v>0.80725925925925923</c:v>
                </c:pt>
                <c:pt idx="20386">
                  <c:v>0.80725925925925923</c:v>
                </c:pt>
                <c:pt idx="20387">
                  <c:v>0.80725925925925923</c:v>
                </c:pt>
                <c:pt idx="20388">
                  <c:v>0.80725925925925923</c:v>
                </c:pt>
                <c:pt idx="20389">
                  <c:v>0.80725925925925923</c:v>
                </c:pt>
                <c:pt idx="20390">
                  <c:v>0.80740740740740746</c:v>
                </c:pt>
                <c:pt idx="20391">
                  <c:v>0.80755555555555558</c:v>
                </c:pt>
                <c:pt idx="20392">
                  <c:v>0.80755555555555558</c:v>
                </c:pt>
                <c:pt idx="20393">
                  <c:v>0.8077037037037037</c:v>
                </c:pt>
                <c:pt idx="20394">
                  <c:v>0.8077037037037037</c:v>
                </c:pt>
                <c:pt idx="20395">
                  <c:v>0.80785185185185182</c:v>
                </c:pt>
                <c:pt idx="20396">
                  <c:v>0.80785185185185182</c:v>
                </c:pt>
                <c:pt idx="20397">
                  <c:v>0.80785185185185182</c:v>
                </c:pt>
                <c:pt idx="20398">
                  <c:v>0.80800000000000005</c:v>
                </c:pt>
                <c:pt idx="20399">
                  <c:v>0.80800000000000005</c:v>
                </c:pt>
                <c:pt idx="20400">
                  <c:v>0.80800000000000005</c:v>
                </c:pt>
                <c:pt idx="20401">
                  <c:v>0.80800000000000005</c:v>
                </c:pt>
                <c:pt idx="20402">
                  <c:v>0.80800000000000005</c:v>
                </c:pt>
                <c:pt idx="20403">
                  <c:v>0.80800000000000005</c:v>
                </c:pt>
                <c:pt idx="20404">
                  <c:v>0.80800000000000005</c:v>
                </c:pt>
                <c:pt idx="20405">
                  <c:v>0.80800000000000005</c:v>
                </c:pt>
                <c:pt idx="20406">
                  <c:v>0.80800000000000005</c:v>
                </c:pt>
                <c:pt idx="20407">
                  <c:v>0.80800000000000005</c:v>
                </c:pt>
                <c:pt idx="20408">
                  <c:v>0.80814814814814817</c:v>
                </c:pt>
                <c:pt idx="20409">
                  <c:v>0.80814814814814817</c:v>
                </c:pt>
                <c:pt idx="20410">
                  <c:v>0.80814814814814817</c:v>
                </c:pt>
                <c:pt idx="20411">
                  <c:v>0.80814814814814817</c:v>
                </c:pt>
                <c:pt idx="20412">
                  <c:v>0.80814814814814817</c:v>
                </c:pt>
                <c:pt idx="20413">
                  <c:v>0.80814814814814817</c:v>
                </c:pt>
                <c:pt idx="20414">
                  <c:v>0.80829629629629629</c:v>
                </c:pt>
                <c:pt idx="20415">
                  <c:v>0.80829629629629629</c:v>
                </c:pt>
                <c:pt idx="20416">
                  <c:v>0.80829629629629629</c:v>
                </c:pt>
                <c:pt idx="20417">
                  <c:v>0.80829629629629629</c:v>
                </c:pt>
                <c:pt idx="20418">
                  <c:v>0.80844444444444441</c:v>
                </c:pt>
                <c:pt idx="20419">
                  <c:v>0.80844444444444441</c:v>
                </c:pt>
                <c:pt idx="20420">
                  <c:v>0.80844444444444441</c:v>
                </c:pt>
                <c:pt idx="20421">
                  <c:v>0.80859259259259264</c:v>
                </c:pt>
                <c:pt idx="20422">
                  <c:v>0.80859259259259264</c:v>
                </c:pt>
                <c:pt idx="20423">
                  <c:v>0.80859259259259264</c:v>
                </c:pt>
                <c:pt idx="20424">
                  <c:v>0.80859259259259264</c:v>
                </c:pt>
                <c:pt idx="20425">
                  <c:v>0.80874074074074076</c:v>
                </c:pt>
                <c:pt idx="20426">
                  <c:v>0.80874074074074076</c:v>
                </c:pt>
                <c:pt idx="20427">
                  <c:v>0.80888888888888888</c:v>
                </c:pt>
                <c:pt idx="20428">
                  <c:v>0.80888888888888888</c:v>
                </c:pt>
                <c:pt idx="20429">
                  <c:v>0.80888888888888888</c:v>
                </c:pt>
                <c:pt idx="20430">
                  <c:v>0.809037037037037</c:v>
                </c:pt>
                <c:pt idx="20431">
                  <c:v>0.809037037037037</c:v>
                </c:pt>
                <c:pt idx="20432">
                  <c:v>0.809037037037037</c:v>
                </c:pt>
                <c:pt idx="20433">
                  <c:v>0.80918518518518523</c:v>
                </c:pt>
                <c:pt idx="20434">
                  <c:v>0.80918518518518523</c:v>
                </c:pt>
                <c:pt idx="20435">
                  <c:v>0.80918518518518523</c:v>
                </c:pt>
                <c:pt idx="20436">
                  <c:v>0.80918518518518523</c:v>
                </c:pt>
                <c:pt idx="20437">
                  <c:v>0.80933333333333335</c:v>
                </c:pt>
                <c:pt idx="20438">
                  <c:v>0.80933333333333335</c:v>
                </c:pt>
                <c:pt idx="20439">
                  <c:v>0.80933333333333335</c:v>
                </c:pt>
                <c:pt idx="20440">
                  <c:v>0.80933333333333335</c:v>
                </c:pt>
                <c:pt idx="20441">
                  <c:v>0.80948148148148147</c:v>
                </c:pt>
                <c:pt idx="20442">
                  <c:v>0.80948148148148147</c:v>
                </c:pt>
                <c:pt idx="20443">
                  <c:v>0.80962962962962959</c:v>
                </c:pt>
                <c:pt idx="20444">
                  <c:v>0.80962962962962959</c:v>
                </c:pt>
                <c:pt idx="20445">
                  <c:v>0.80962962962962959</c:v>
                </c:pt>
                <c:pt idx="20446">
                  <c:v>0.80962962962962959</c:v>
                </c:pt>
                <c:pt idx="20447">
                  <c:v>0.80962962962962959</c:v>
                </c:pt>
                <c:pt idx="20448">
                  <c:v>0.80977777777777782</c:v>
                </c:pt>
                <c:pt idx="20449">
                  <c:v>0.80977777777777782</c:v>
                </c:pt>
                <c:pt idx="20450">
                  <c:v>0.80977777777777782</c:v>
                </c:pt>
                <c:pt idx="20451">
                  <c:v>0.80992592592592594</c:v>
                </c:pt>
                <c:pt idx="20452">
                  <c:v>0.80992592592592594</c:v>
                </c:pt>
                <c:pt idx="20453">
                  <c:v>0.81007407407407406</c:v>
                </c:pt>
                <c:pt idx="20454">
                  <c:v>0.81007407407407406</c:v>
                </c:pt>
                <c:pt idx="20455">
                  <c:v>0.81007407407407406</c:v>
                </c:pt>
                <c:pt idx="20456">
                  <c:v>0.81007407407407406</c:v>
                </c:pt>
                <c:pt idx="20457">
                  <c:v>0.81022222222222218</c:v>
                </c:pt>
                <c:pt idx="20458">
                  <c:v>0.81037037037037041</c:v>
                </c:pt>
                <c:pt idx="20459">
                  <c:v>0.81051851851851853</c:v>
                </c:pt>
                <c:pt idx="20460">
                  <c:v>0.81051851851851853</c:v>
                </c:pt>
                <c:pt idx="20461">
                  <c:v>0.81051851851851853</c:v>
                </c:pt>
                <c:pt idx="20462">
                  <c:v>0.81051851851851853</c:v>
                </c:pt>
                <c:pt idx="20463">
                  <c:v>0.81051851851851853</c:v>
                </c:pt>
                <c:pt idx="20464">
                  <c:v>0.81051851851851853</c:v>
                </c:pt>
                <c:pt idx="20465">
                  <c:v>0.81051851851851853</c:v>
                </c:pt>
                <c:pt idx="20466">
                  <c:v>0.81051851851851853</c:v>
                </c:pt>
                <c:pt idx="20467">
                  <c:v>0.81066666666666665</c:v>
                </c:pt>
                <c:pt idx="20468">
                  <c:v>0.81081481481481477</c:v>
                </c:pt>
                <c:pt idx="20469">
                  <c:v>0.810962962962963</c:v>
                </c:pt>
                <c:pt idx="20470">
                  <c:v>0.810962962962963</c:v>
                </c:pt>
                <c:pt idx="20471">
                  <c:v>0.810962962962963</c:v>
                </c:pt>
                <c:pt idx="20472">
                  <c:v>0.810962962962963</c:v>
                </c:pt>
                <c:pt idx="20473">
                  <c:v>0.810962962962963</c:v>
                </c:pt>
                <c:pt idx="20474">
                  <c:v>0.81111111111111112</c:v>
                </c:pt>
                <c:pt idx="20475">
                  <c:v>0.81111111111111112</c:v>
                </c:pt>
                <c:pt idx="20476">
                  <c:v>0.81125925925925924</c:v>
                </c:pt>
                <c:pt idx="20477">
                  <c:v>0.81125925925925924</c:v>
                </c:pt>
                <c:pt idx="20478">
                  <c:v>0.81125925925925924</c:v>
                </c:pt>
                <c:pt idx="20479">
                  <c:v>0.81125925925925924</c:v>
                </c:pt>
                <c:pt idx="20480">
                  <c:v>0.81125925925925924</c:v>
                </c:pt>
                <c:pt idx="20481">
                  <c:v>0.81125925925925924</c:v>
                </c:pt>
                <c:pt idx="20482">
                  <c:v>0.81125925925925924</c:v>
                </c:pt>
                <c:pt idx="20483">
                  <c:v>0.81125925925925924</c:v>
                </c:pt>
                <c:pt idx="20484">
                  <c:v>0.81125925925925924</c:v>
                </c:pt>
                <c:pt idx="20485">
                  <c:v>0.81125925925925924</c:v>
                </c:pt>
                <c:pt idx="20486">
                  <c:v>0.81125925925925924</c:v>
                </c:pt>
                <c:pt idx="20487">
                  <c:v>0.81125925925925924</c:v>
                </c:pt>
                <c:pt idx="20488">
                  <c:v>0.81140740740740736</c:v>
                </c:pt>
                <c:pt idx="20489">
                  <c:v>0.81140740740740736</c:v>
                </c:pt>
                <c:pt idx="20490">
                  <c:v>0.81140740740740736</c:v>
                </c:pt>
                <c:pt idx="20491">
                  <c:v>0.81155555555555559</c:v>
                </c:pt>
                <c:pt idx="20492">
                  <c:v>0.81155555555555559</c:v>
                </c:pt>
                <c:pt idx="20493">
                  <c:v>0.81155555555555559</c:v>
                </c:pt>
                <c:pt idx="20494">
                  <c:v>0.81170370370370371</c:v>
                </c:pt>
                <c:pt idx="20495">
                  <c:v>0.81170370370370371</c:v>
                </c:pt>
                <c:pt idx="20496">
                  <c:v>0.81170370370370371</c:v>
                </c:pt>
                <c:pt idx="20497">
                  <c:v>0.81185185185185182</c:v>
                </c:pt>
                <c:pt idx="20498">
                  <c:v>0.81185185185185182</c:v>
                </c:pt>
                <c:pt idx="20499">
                  <c:v>0.81185185185185182</c:v>
                </c:pt>
                <c:pt idx="20500">
                  <c:v>0.81185185185185182</c:v>
                </c:pt>
                <c:pt idx="20501">
                  <c:v>0.81200000000000006</c:v>
                </c:pt>
                <c:pt idx="20502">
                  <c:v>0.81200000000000006</c:v>
                </c:pt>
                <c:pt idx="20503">
                  <c:v>0.81200000000000006</c:v>
                </c:pt>
                <c:pt idx="20504">
                  <c:v>0.81200000000000006</c:v>
                </c:pt>
                <c:pt idx="20505">
                  <c:v>0.81200000000000006</c:v>
                </c:pt>
                <c:pt idx="20506">
                  <c:v>0.81200000000000006</c:v>
                </c:pt>
                <c:pt idx="20507">
                  <c:v>0.81200000000000006</c:v>
                </c:pt>
                <c:pt idx="20508">
                  <c:v>0.81214814814814817</c:v>
                </c:pt>
                <c:pt idx="20509">
                  <c:v>0.81214814814814817</c:v>
                </c:pt>
                <c:pt idx="20510">
                  <c:v>0.81214814814814817</c:v>
                </c:pt>
                <c:pt idx="20511">
                  <c:v>0.81229629629629629</c:v>
                </c:pt>
                <c:pt idx="20512">
                  <c:v>0.81229629629629629</c:v>
                </c:pt>
                <c:pt idx="20513">
                  <c:v>0.81229629629629629</c:v>
                </c:pt>
                <c:pt idx="20514">
                  <c:v>0.81229629629629629</c:v>
                </c:pt>
                <c:pt idx="20515">
                  <c:v>0.81229629629629629</c:v>
                </c:pt>
                <c:pt idx="20516">
                  <c:v>0.81229629629629629</c:v>
                </c:pt>
                <c:pt idx="20517">
                  <c:v>0.81229629629629629</c:v>
                </c:pt>
                <c:pt idx="20518">
                  <c:v>0.81229629629629629</c:v>
                </c:pt>
                <c:pt idx="20519">
                  <c:v>0.81229629629629629</c:v>
                </c:pt>
                <c:pt idx="20520">
                  <c:v>0.81229629629629629</c:v>
                </c:pt>
                <c:pt idx="20521">
                  <c:v>0.81244444444444441</c:v>
                </c:pt>
                <c:pt idx="20522">
                  <c:v>0.81244444444444441</c:v>
                </c:pt>
                <c:pt idx="20523">
                  <c:v>0.81244444444444441</c:v>
                </c:pt>
                <c:pt idx="20524">
                  <c:v>0.81244444444444441</c:v>
                </c:pt>
                <c:pt idx="20525">
                  <c:v>0.81244444444444441</c:v>
                </c:pt>
                <c:pt idx="20526">
                  <c:v>0.81244444444444441</c:v>
                </c:pt>
                <c:pt idx="20527">
                  <c:v>0.81259259259259264</c:v>
                </c:pt>
                <c:pt idx="20528">
                  <c:v>0.81274074074074076</c:v>
                </c:pt>
                <c:pt idx="20529">
                  <c:v>0.81274074074074076</c:v>
                </c:pt>
                <c:pt idx="20530">
                  <c:v>0.81274074074074076</c:v>
                </c:pt>
                <c:pt idx="20531">
                  <c:v>0.81288888888888888</c:v>
                </c:pt>
                <c:pt idx="20532">
                  <c:v>0.81288888888888888</c:v>
                </c:pt>
                <c:pt idx="20533">
                  <c:v>0.81288888888888888</c:v>
                </c:pt>
                <c:pt idx="20534">
                  <c:v>0.81288888888888888</c:v>
                </c:pt>
                <c:pt idx="20535">
                  <c:v>0.81288888888888888</c:v>
                </c:pt>
                <c:pt idx="20536">
                  <c:v>0.81288888888888888</c:v>
                </c:pt>
                <c:pt idx="20537">
                  <c:v>0.81288888888888888</c:v>
                </c:pt>
                <c:pt idx="20538">
                  <c:v>0.81288888888888888</c:v>
                </c:pt>
                <c:pt idx="20539">
                  <c:v>0.81288888888888888</c:v>
                </c:pt>
                <c:pt idx="20540">
                  <c:v>0.81288888888888888</c:v>
                </c:pt>
                <c:pt idx="20541">
                  <c:v>0.81288888888888888</c:v>
                </c:pt>
                <c:pt idx="20542">
                  <c:v>0.813037037037037</c:v>
                </c:pt>
                <c:pt idx="20543">
                  <c:v>0.813037037037037</c:v>
                </c:pt>
                <c:pt idx="20544">
                  <c:v>0.813037037037037</c:v>
                </c:pt>
                <c:pt idx="20545">
                  <c:v>0.81318518518518523</c:v>
                </c:pt>
                <c:pt idx="20546">
                  <c:v>0.81318518518518523</c:v>
                </c:pt>
                <c:pt idx="20547">
                  <c:v>0.81333333333333335</c:v>
                </c:pt>
                <c:pt idx="20548">
                  <c:v>0.81333333333333335</c:v>
                </c:pt>
                <c:pt idx="20549">
                  <c:v>0.81348148148148147</c:v>
                </c:pt>
                <c:pt idx="20550">
                  <c:v>0.81348148148148147</c:v>
                </c:pt>
                <c:pt idx="20551">
                  <c:v>0.81348148148148147</c:v>
                </c:pt>
                <c:pt idx="20552">
                  <c:v>0.81348148148148147</c:v>
                </c:pt>
                <c:pt idx="20553">
                  <c:v>0.81348148148148147</c:v>
                </c:pt>
                <c:pt idx="20554">
                  <c:v>0.81348148148148147</c:v>
                </c:pt>
                <c:pt idx="20555">
                  <c:v>0.81348148148148147</c:v>
                </c:pt>
                <c:pt idx="20556">
                  <c:v>0.81348148148148147</c:v>
                </c:pt>
                <c:pt idx="20557">
                  <c:v>0.81348148148148147</c:v>
                </c:pt>
                <c:pt idx="20558">
                  <c:v>0.81348148148148147</c:v>
                </c:pt>
                <c:pt idx="20559">
                  <c:v>0.81348148148148147</c:v>
                </c:pt>
                <c:pt idx="20560">
                  <c:v>0.81362962962962959</c:v>
                </c:pt>
                <c:pt idx="20561">
                  <c:v>0.81362962962962959</c:v>
                </c:pt>
                <c:pt idx="20562">
                  <c:v>0.81362962962962959</c:v>
                </c:pt>
                <c:pt idx="20563">
                  <c:v>0.81377777777777782</c:v>
                </c:pt>
                <c:pt idx="20564">
                  <c:v>0.81377777777777782</c:v>
                </c:pt>
                <c:pt idx="20565">
                  <c:v>0.81377777777777782</c:v>
                </c:pt>
                <c:pt idx="20566">
                  <c:v>0.81392592592592594</c:v>
                </c:pt>
                <c:pt idx="20567">
                  <c:v>0.81392592592592594</c:v>
                </c:pt>
                <c:pt idx="20568">
                  <c:v>0.81392592592592594</c:v>
                </c:pt>
                <c:pt idx="20569">
                  <c:v>0.81392592592592594</c:v>
                </c:pt>
                <c:pt idx="20570">
                  <c:v>0.81392592592592594</c:v>
                </c:pt>
                <c:pt idx="20571">
                  <c:v>0.81407407407407406</c:v>
                </c:pt>
                <c:pt idx="20572">
                  <c:v>0.81407407407407406</c:v>
                </c:pt>
                <c:pt idx="20573">
                  <c:v>0.81407407407407406</c:v>
                </c:pt>
                <c:pt idx="20574">
                  <c:v>0.81407407407407406</c:v>
                </c:pt>
                <c:pt idx="20575">
                  <c:v>0.81407407407407406</c:v>
                </c:pt>
                <c:pt idx="20576">
                  <c:v>0.81407407407407406</c:v>
                </c:pt>
                <c:pt idx="20577">
                  <c:v>0.81407407407407406</c:v>
                </c:pt>
                <c:pt idx="20578">
                  <c:v>0.81422222222222218</c:v>
                </c:pt>
                <c:pt idx="20579">
                  <c:v>0.81422222222222218</c:v>
                </c:pt>
                <c:pt idx="20580">
                  <c:v>0.81422222222222218</c:v>
                </c:pt>
                <c:pt idx="20581">
                  <c:v>0.81422222222222218</c:v>
                </c:pt>
                <c:pt idx="20582">
                  <c:v>0.81422222222222218</c:v>
                </c:pt>
                <c:pt idx="20583">
                  <c:v>0.81422222222222218</c:v>
                </c:pt>
                <c:pt idx="20584">
                  <c:v>0.81437037037037041</c:v>
                </c:pt>
                <c:pt idx="20585">
                  <c:v>0.81451851851851853</c:v>
                </c:pt>
                <c:pt idx="20586">
                  <c:v>0.81451851851851853</c:v>
                </c:pt>
                <c:pt idx="20587">
                  <c:v>0.81451851851851853</c:v>
                </c:pt>
                <c:pt idx="20588">
                  <c:v>0.81451851851851853</c:v>
                </c:pt>
                <c:pt idx="20589">
                  <c:v>0.81451851851851853</c:v>
                </c:pt>
                <c:pt idx="20590">
                  <c:v>0.81466666666666665</c:v>
                </c:pt>
                <c:pt idx="20591">
                  <c:v>0.81481481481481477</c:v>
                </c:pt>
                <c:pt idx="20592">
                  <c:v>0.81481481481481477</c:v>
                </c:pt>
                <c:pt idx="20593">
                  <c:v>0.81481481481481477</c:v>
                </c:pt>
                <c:pt idx="20594">
                  <c:v>0.814962962962963</c:v>
                </c:pt>
                <c:pt idx="20595">
                  <c:v>0.81511111111111112</c:v>
                </c:pt>
                <c:pt idx="20596">
                  <c:v>0.81511111111111112</c:v>
                </c:pt>
                <c:pt idx="20597">
                  <c:v>0.81511111111111112</c:v>
                </c:pt>
                <c:pt idx="20598">
                  <c:v>0.81511111111111112</c:v>
                </c:pt>
                <c:pt idx="20599">
                  <c:v>0.81511111111111112</c:v>
                </c:pt>
                <c:pt idx="20600">
                  <c:v>0.81511111111111112</c:v>
                </c:pt>
                <c:pt idx="20601">
                  <c:v>0.81511111111111112</c:v>
                </c:pt>
                <c:pt idx="20602">
                  <c:v>0.81511111111111112</c:v>
                </c:pt>
                <c:pt idx="20603">
                  <c:v>0.81511111111111112</c:v>
                </c:pt>
                <c:pt idx="20604">
                  <c:v>0.81525925925925924</c:v>
                </c:pt>
                <c:pt idx="20605">
                  <c:v>0.81525925925925924</c:v>
                </c:pt>
                <c:pt idx="20606">
                  <c:v>0.81525925925925924</c:v>
                </c:pt>
                <c:pt idx="20607">
                  <c:v>0.81540740740740736</c:v>
                </c:pt>
                <c:pt idx="20608">
                  <c:v>0.81540740740740736</c:v>
                </c:pt>
                <c:pt idx="20609">
                  <c:v>0.81540740740740736</c:v>
                </c:pt>
                <c:pt idx="20610">
                  <c:v>0.81555555555555559</c:v>
                </c:pt>
                <c:pt idx="20611">
                  <c:v>0.81570370370370371</c:v>
                </c:pt>
                <c:pt idx="20612">
                  <c:v>0.81585185185185183</c:v>
                </c:pt>
                <c:pt idx="20613">
                  <c:v>0.81585185185185183</c:v>
                </c:pt>
                <c:pt idx="20614">
                  <c:v>0.81599999999999995</c:v>
                </c:pt>
                <c:pt idx="20615">
                  <c:v>0.81599999999999995</c:v>
                </c:pt>
                <c:pt idx="20616">
                  <c:v>0.81614814814814818</c:v>
                </c:pt>
                <c:pt idx="20617">
                  <c:v>0.81614814814814818</c:v>
                </c:pt>
                <c:pt idx="20618">
                  <c:v>0.81614814814814818</c:v>
                </c:pt>
                <c:pt idx="20619">
                  <c:v>0.81614814814814818</c:v>
                </c:pt>
                <c:pt idx="20620">
                  <c:v>0.81614814814814818</c:v>
                </c:pt>
                <c:pt idx="20621">
                  <c:v>0.81614814814814818</c:v>
                </c:pt>
                <c:pt idx="20622">
                  <c:v>0.81614814814814818</c:v>
                </c:pt>
                <c:pt idx="20623">
                  <c:v>0.81614814814814818</c:v>
                </c:pt>
                <c:pt idx="20624">
                  <c:v>0.81614814814814818</c:v>
                </c:pt>
                <c:pt idx="20625">
                  <c:v>0.81614814814814818</c:v>
                </c:pt>
                <c:pt idx="20626">
                  <c:v>0.81614814814814818</c:v>
                </c:pt>
                <c:pt idx="20627">
                  <c:v>0.81614814814814818</c:v>
                </c:pt>
                <c:pt idx="20628">
                  <c:v>0.81614814814814818</c:v>
                </c:pt>
                <c:pt idx="20629">
                  <c:v>0.81614814814814818</c:v>
                </c:pt>
                <c:pt idx="20630">
                  <c:v>0.8162962962962963</c:v>
                </c:pt>
                <c:pt idx="20631">
                  <c:v>0.8162962962962963</c:v>
                </c:pt>
                <c:pt idx="20632">
                  <c:v>0.8162962962962963</c:v>
                </c:pt>
                <c:pt idx="20633">
                  <c:v>0.8162962962962963</c:v>
                </c:pt>
                <c:pt idx="20634">
                  <c:v>0.81644444444444442</c:v>
                </c:pt>
                <c:pt idx="20635">
                  <c:v>0.81644444444444442</c:v>
                </c:pt>
                <c:pt idx="20636">
                  <c:v>0.81659259259259265</c:v>
                </c:pt>
                <c:pt idx="20637">
                  <c:v>0.81659259259259265</c:v>
                </c:pt>
                <c:pt idx="20638">
                  <c:v>0.81674074074074077</c:v>
                </c:pt>
                <c:pt idx="20639">
                  <c:v>0.81674074074074077</c:v>
                </c:pt>
                <c:pt idx="20640">
                  <c:v>0.81674074074074077</c:v>
                </c:pt>
                <c:pt idx="20641">
                  <c:v>0.81688888888888889</c:v>
                </c:pt>
                <c:pt idx="20642">
                  <c:v>0.81688888888888889</c:v>
                </c:pt>
                <c:pt idx="20643">
                  <c:v>0.81688888888888889</c:v>
                </c:pt>
                <c:pt idx="20644">
                  <c:v>0.81688888888888889</c:v>
                </c:pt>
                <c:pt idx="20645">
                  <c:v>0.81688888888888889</c:v>
                </c:pt>
                <c:pt idx="20646">
                  <c:v>0.81688888888888889</c:v>
                </c:pt>
                <c:pt idx="20647">
                  <c:v>0.81703703703703701</c:v>
                </c:pt>
                <c:pt idx="20648">
                  <c:v>0.81718518518518524</c:v>
                </c:pt>
                <c:pt idx="20649">
                  <c:v>0.81718518518518524</c:v>
                </c:pt>
                <c:pt idx="20650">
                  <c:v>0.81733333333333336</c:v>
                </c:pt>
                <c:pt idx="20651">
                  <c:v>0.81733333333333336</c:v>
                </c:pt>
                <c:pt idx="20652">
                  <c:v>0.81748148148148148</c:v>
                </c:pt>
                <c:pt idx="20653">
                  <c:v>0.81748148148148148</c:v>
                </c:pt>
                <c:pt idx="20654">
                  <c:v>0.81748148148148148</c:v>
                </c:pt>
                <c:pt idx="20655">
                  <c:v>0.8176296296296296</c:v>
                </c:pt>
                <c:pt idx="20656">
                  <c:v>0.8176296296296296</c:v>
                </c:pt>
                <c:pt idx="20657">
                  <c:v>0.8176296296296296</c:v>
                </c:pt>
                <c:pt idx="20658">
                  <c:v>0.8176296296296296</c:v>
                </c:pt>
                <c:pt idx="20659">
                  <c:v>0.8176296296296296</c:v>
                </c:pt>
                <c:pt idx="20660">
                  <c:v>0.8176296296296296</c:v>
                </c:pt>
                <c:pt idx="20661">
                  <c:v>0.81777777777777783</c:v>
                </c:pt>
                <c:pt idx="20662">
                  <c:v>0.81777777777777783</c:v>
                </c:pt>
                <c:pt idx="20663">
                  <c:v>0.81777777777777783</c:v>
                </c:pt>
                <c:pt idx="20664">
                  <c:v>0.81777777777777783</c:v>
                </c:pt>
                <c:pt idx="20665">
                  <c:v>0.81777777777777783</c:v>
                </c:pt>
                <c:pt idx="20666">
                  <c:v>0.81777777777777783</c:v>
                </c:pt>
                <c:pt idx="20667">
                  <c:v>0.81777777777777783</c:v>
                </c:pt>
                <c:pt idx="20668">
                  <c:v>0.81792592592592595</c:v>
                </c:pt>
                <c:pt idx="20669">
                  <c:v>0.81792592592592595</c:v>
                </c:pt>
                <c:pt idx="20670">
                  <c:v>0.81792592592592595</c:v>
                </c:pt>
                <c:pt idx="20671">
                  <c:v>0.81792592592592595</c:v>
                </c:pt>
                <c:pt idx="20672">
                  <c:v>0.81792592592592595</c:v>
                </c:pt>
                <c:pt idx="20673">
                  <c:v>0.81792592592592595</c:v>
                </c:pt>
                <c:pt idx="20674">
                  <c:v>0.81792592592592595</c:v>
                </c:pt>
                <c:pt idx="20675">
                  <c:v>0.81792592592592595</c:v>
                </c:pt>
                <c:pt idx="20676">
                  <c:v>0.81792592592592595</c:v>
                </c:pt>
                <c:pt idx="20677">
                  <c:v>0.81792592592592595</c:v>
                </c:pt>
                <c:pt idx="20678">
                  <c:v>0.81792592592592595</c:v>
                </c:pt>
                <c:pt idx="20679">
                  <c:v>0.81792592592592595</c:v>
                </c:pt>
                <c:pt idx="20680">
                  <c:v>0.81807407407407406</c:v>
                </c:pt>
                <c:pt idx="20681">
                  <c:v>0.81807407407407406</c:v>
                </c:pt>
                <c:pt idx="20682">
                  <c:v>0.81807407407407406</c:v>
                </c:pt>
                <c:pt idx="20683">
                  <c:v>0.81807407407407406</c:v>
                </c:pt>
                <c:pt idx="20684">
                  <c:v>0.81822222222222218</c:v>
                </c:pt>
                <c:pt idx="20685">
                  <c:v>0.81822222222222218</c:v>
                </c:pt>
                <c:pt idx="20686">
                  <c:v>0.81822222222222218</c:v>
                </c:pt>
                <c:pt idx="20687">
                  <c:v>0.81822222222222218</c:v>
                </c:pt>
                <c:pt idx="20688">
                  <c:v>0.81837037037037041</c:v>
                </c:pt>
                <c:pt idx="20689">
                  <c:v>0.81837037037037041</c:v>
                </c:pt>
                <c:pt idx="20690">
                  <c:v>0.81851851851851853</c:v>
                </c:pt>
                <c:pt idx="20691">
                  <c:v>0.81851851851851853</c:v>
                </c:pt>
                <c:pt idx="20692">
                  <c:v>0.81851851851851853</c:v>
                </c:pt>
                <c:pt idx="20693">
                  <c:v>0.81851851851851853</c:v>
                </c:pt>
                <c:pt idx="20694">
                  <c:v>0.81866666666666665</c:v>
                </c:pt>
                <c:pt idx="20695">
                  <c:v>0.81881481481481477</c:v>
                </c:pt>
                <c:pt idx="20696">
                  <c:v>0.81881481481481477</c:v>
                </c:pt>
                <c:pt idx="20697">
                  <c:v>0.818962962962963</c:v>
                </c:pt>
                <c:pt idx="20698">
                  <c:v>0.818962962962963</c:v>
                </c:pt>
                <c:pt idx="20699">
                  <c:v>0.818962962962963</c:v>
                </c:pt>
                <c:pt idx="20700">
                  <c:v>0.818962962962963</c:v>
                </c:pt>
                <c:pt idx="20701">
                  <c:v>0.818962962962963</c:v>
                </c:pt>
                <c:pt idx="20702">
                  <c:v>0.818962962962963</c:v>
                </c:pt>
                <c:pt idx="20703">
                  <c:v>0.818962962962963</c:v>
                </c:pt>
                <c:pt idx="20704">
                  <c:v>0.81911111111111112</c:v>
                </c:pt>
                <c:pt idx="20705">
                  <c:v>0.81911111111111112</c:v>
                </c:pt>
                <c:pt idx="20706">
                  <c:v>0.81911111111111112</c:v>
                </c:pt>
                <c:pt idx="20707">
                  <c:v>0.81925925925925924</c:v>
                </c:pt>
                <c:pt idx="20708">
                  <c:v>0.81925925925925924</c:v>
                </c:pt>
                <c:pt idx="20709">
                  <c:v>0.81925925925925924</c:v>
                </c:pt>
                <c:pt idx="20710">
                  <c:v>0.81940740740740736</c:v>
                </c:pt>
                <c:pt idx="20711">
                  <c:v>0.81940740740740736</c:v>
                </c:pt>
                <c:pt idx="20712">
                  <c:v>0.81940740740740736</c:v>
                </c:pt>
                <c:pt idx="20713">
                  <c:v>0.81940740740740736</c:v>
                </c:pt>
                <c:pt idx="20714">
                  <c:v>0.81940740740740736</c:v>
                </c:pt>
                <c:pt idx="20715">
                  <c:v>0.81955555555555559</c:v>
                </c:pt>
                <c:pt idx="20716">
                  <c:v>0.81955555555555559</c:v>
                </c:pt>
                <c:pt idx="20717">
                  <c:v>0.81955555555555559</c:v>
                </c:pt>
                <c:pt idx="20718">
                  <c:v>0.81955555555555559</c:v>
                </c:pt>
                <c:pt idx="20719">
                  <c:v>0.81955555555555559</c:v>
                </c:pt>
                <c:pt idx="20720">
                  <c:v>0.81955555555555559</c:v>
                </c:pt>
                <c:pt idx="20721">
                  <c:v>0.81955555555555559</c:v>
                </c:pt>
                <c:pt idx="20722">
                  <c:v>0.81970370370370371</c:v>
                </c:pt>
                <c:pt idx="20723">
                  <c:v>0.81970370370370371</c:v>
                </c:pt>
                <c:pt idx="20724">
                  <c:v>0.81970370370370371</c:v>
                </c:pt>
                <c:pt idx="20725">
                  <c:v>0.81970370370370371</c:v>
                </c:pt>
                <c:pt idx="20726">
                  <c:v>0.81985185185185183</c:v>
                </c:pt>
                <c:pt idx="20727">
                  <c:v>0.81985185185185183</c:v>
                </c:pt>
                <c:pt idx="20728">
                  <c:v>0.81985185185185183</c:v>
                </c:pt>
                <c:pt idx="20729">
                  <c:v>0.81985185185185183</c:v>
                </c:pt>
                <c:pt idx="20730">
                  <c:v>0.81985185185185183</c:v>
                </c:pt>
                <c:pt idx="20731">
                  <c:v>0.81985185185185183</c:v>
                </c:pt>
                <c:pt idx="20732">
                  <c:v>0.81985185185185183</c:v>
                </c:pt>
                <c:pt idx="20733">
                  <c:v>0.81985185185185183</c:v>
                </c:pt>
                <c:pt idx="20734">
                  <c:v>0.81985185185185183</c:v>
                </c:pt>
                <c:pt idx="20735">
                  <c:v>0.82</c:v>
                </c:pt>
                <c:pt idx="20736">
                  <c:v>0.82</c:v>
                </c:pt>
                <c:pt idx="20737">
                  <c:v>0.82</c:v>
                </c:pt>
                <c:pt idx="20738">
                  <c:v>0.82014814814814818</c:v>
                </c:pt>
                <c:pt idx="20739">
                  <c:v>0.8202962962962963</c:v>
                </c:pt>
                <c:pt idx="20740">
                  <c:v>0.8202962962962963</c:v>
                </c:pt>
                <c:pt idx="20741">
                  <c:v>0.8202962962962963</c:v>
                </c:pt>
                <c:pt idx="20742">
                  <c:v>0.8202962962962963</c:v>
                </c:pt>
                <c:pt idx="20743">
                  <c:v>0.8202962962962963</c:v>
                </c:pt>
                <c:pt idx="20744">
                  <c:v>0.82044444444444442</c:v>
                </c:pt>
                <c:pt idx="20745">
                  <c:v>0.82044444444444442</c:v>
                </c:pt>
                <c:pt idx="20746">
                  <c:v>0.82044444444444442</c:v>
                </c:pt>
                <c:pt idx="20747">
                  <c:v>0.82044444444444442</c:v>
                </c:pt>
                <c:pt idx="20748">
                  <c:v>0.82059259259259254</c:v>
                </c:pt>
                <c:pt idx="20749">
                  <c:v>0.82059259259259254</c:v>
                </c:pt>
                <c:pt idx="20750">
                  <c:v>0.82074074074074077</c:v>
                </c:pt>
                <c:pt idx="20751">
                  <c:v>0.82074074074074077</c:v>
                </c:pt>
                <c:pt idx="20752">
                  <c:v>0.82074074074074077</c:v>
                </c:pt>
                <c:pt idx="20753">
                  <c:v>0.82074074074074077</c:v>
                </c:pt>
                <c:pt idx="20754">
                  <c:v>0.82074074074074077</c:v>
                </c:pt>
                <c:pt idx="20755">
                  <c:v>0.82074074074074077</c:v>
                </c:pt>
                <c:pt idx="20756">
                  <c:v>0.82074074074074077</c:v>
                </c:pt>
                <c:pt idx="20757">
                  <c:v>0.82088888888888889</c:v>
                </c:pt>
                <c:pt idx="20758">
                  <c:v>0.82103703703703701</c:v>
                </c:pt>
                <c:pt idx="20759">
                  <c:v>0.82103703703703701</c:v>
                </c:pt>
                <c:pt idx="20760">
                  <c:v>0.82103703703703701</c:v>
                </c:pt>
                <c:pt idx="20761">
                  <c:v>0.82103703703703701</c:v>
                </c:pt>
                <c:pt idx="20762">
                  <c:v>0.82118518518518524</c:v>
                </c:pt>
                <c:pt idx="20763">
                  <c:v>0.82118518518518524</c:v>
                </c:pt>
                <c:pt idx="20764">
                  <c:v>0.82133333333333336</c:v>
                </c:pt>
                <c:pt idx="20765">
                  <c:v>0.82148148148148148</c:v>
                </c:pt>
                <c:pt idx="20766">
                  <c:v>0.8216296296296296</c:v>
                </c:pt>
                <c:pt idx="20767">
                  <c:v>0.8216296296296296</c:v>
                </c:pt>
                <c:pt idx="20768">
                  <c:v>0.8216296296296296</c:v>
                </c:pt>
                <c:pt idx="20769">
                  <c:v>0.8216296296296296</c:v>
                </c:pt>
                <c:pt idx="20770">
                  <c:v>0.82177777777777783</c:v>
                </c:pt>
                <c:pt idx="20771">
                  <c:v>0.82177777777777783</c:v>
                </c:pt>
                <c:pt idx="20772">
                  <c:v>0.82177777777777783</c:v>
                </c:pt>
                <c:pt idx="20773">
                  <c:v>0.82177777777777783</c:v>
                </c:pt>
                <c:pt idx="20774">
                  <c:v>0.82192592592592595</c:v>
                </c:pt>
                <c:pt idx="20775">
                  <c:v>0.82192592592592595</c:v>
                </c:pt>
                <c:pt idx="20776">
                  <c:v>0.82192592592592595</c:v>
                </c:pt>
                <c:pt idx="20777">
                  <c:v>0.82192592592592595</c:v>
                </c:pt>
                <c:pt idx="20778">
                  <c:v>0.82192592592592595</c:v>
                </c:pt>
                <c:pt idx="20779">
                  <c:v>0.82192592592592595</c:v>
                </c:pt>
                <c:pt idx="20780">
                  <c:v>0.82207407407407407</c:v>
                </c:pt>
                <c:pt idx="20781">
                  <c:v>0.82207407407407407</c:v>
                </c:pt>
                <c:pt idx="20782">
                  <c:v>0.82207407407407407</c:v>
                </c:pt>
                <c:pt idx="20783">
                  <c:v>0.82207407407407407</c:v>
                </c:pt>
                <c:pt idx="20784">
                  <c:v>0.82222222222222219</c:v>
                </c:pt>
                <c:pt idx="20785">
                  <c:v>0.82222222222222219</c:v>
                </c:pt>
                <c:pt idx="20786">
                  <c:v>0.82237037037037042</c:v>
                </c:pt>
                <c:pt idx="20787">
                  <c:v>0.82237037037037042</c:v>
                </c:pt>
                <c:pt idx="20788">
                  <c:v>0.82237037037037042</c:v>
                </c:pt>
                <c:pt idx="20789">
                  <c:v>0.82251851851851854</c:v>
                </c:pt>
                <c:pt idx="20790">
                  <c:v>0.82266666666666666</c:v>
                </c:pt>
                <c:pt idx="20791">
                  <c:v>0.82266666666666666</c:v>
                </c:pt>
                <c:pt idx="20792">
                  <c:v>0.82266666666666666</c:v>
                </c:pt>
                <c:pt idx="20793">
                  <c:v>0.82266666666666666</c:v>
                </c:pt>
                <c:pt idx="20794">
                  <c:v>0.82266666666666666</c:v>
                </c:pt>
                <c:pt idx="20795">
                  <c:v>0.82281481481481478</c:v>
                </c:pt>
                <c:pt idx="20796">
                  <c:v>0.82281481481481478</c:v>
                </c:pt>
                <c:pt idx="20797">
                  <c:v>0.82296296296296301</c:v>
                </c:pt>
                <c:pt idx="20798">
                  <c:v>0.82296296296296301</c:v>
                </c:pt>
                <c:pt idx="20799">
                  <c:v>0.82296296296296301</c:v>
                </c:pt>
                <c:pt idx="20800">
                  <c:v>0.82296296296296301</c:v>
                </c:pt>
                <c:pt idx="20801">
                  <c:v>0.82296296296296301</c:v>
                </c:pt>
                <c:pt idx="20802">
                  <c:v>0.82296296296296301</c:v>
                </c:pt>
                <c:pt idx="20803">
                  <c:v>0.82296296296296301</c:v>
                </c:pt>
                <c:pt idx="20804">
                  <c:v>0.82296296296296301</c:v>
                </c:pt>
                <c:pt idx="20805">
                  <c:v>0.82296296296296301</c:v>
                </c:pt>
                <c:pt idx="20806">
                  <c:v>0.82296296296296301</c:v>
                </c:pt>
                <c:pt idx="20807">
                  <c:v>0.82296296296296301</c:v>
                </c:pt>
                <c:pt idx="20808">
                  <c:v>0.82296296296296301</c:v>
                </c:pt>
                <c:pt idx="20809">
                  <c:v>0.82296296296296301</c:v>
                </c:pt>
                <c:pt idx="20810">
                  <c:v>0.82296296296296301</c:v>
                </c:pt>
                <c:pt idx="20811">
                  <c:v>0.82296296296296301</c:v>
                </c:pt>
                <c:pt idx="20812">
                  <c:v>0.82296296296296301</c:v>
                </c:pt>
                <c:pt idx="20813">
                  <c:v>0.82296296296296301</c:v>
                </c:pt>
                <c:pt idx="20814">
                  <c:v>0.82296296296296301</c:v>
                </c:pt>
                <c:pt idx="20815">
                  <c:v>0.82296296296296301</c:v>
                </c:pt>
                <c:pt idx="20816">
                  <c:v>0.82296296296296301</c:v>
                </c:pt>
                <c:pt idx="20817">
                  <c:v>0.82311111111111113</c:v>
                </c:pt>
                <c:pt idx="20818">
                  <c:v>0.82311111111111113</c:v>
                </c:pt>
                <c:pt idx="20819">
                  <c:v>0.82311111111111113</c:v>
                </c:pt>
                <c:pt idx="20820">
                  <c:v>0.82325925925925925</c:v>
                </c:pt>
                <c:pt idx="20821">
                  <c:v>0.82340740740740737</c:v>
                </c:pt>
                <c:pt idx="20822">
                  <c:v>0.8235555555555556</c:v>
                </c:pt>
                <c:pt idx="20823">
                  <c:v>0.82370370370370372</c:v>
                </c:pt>
                <c:pt idx="20824">
                  <c:v>0.82370370370370372</c:v>
                </c:pt>
                <c:pt idx="20825">
                  <c:v>0.82385185185185184</c:v>
                </c:pt>
                <c:pt idx="20826">
                  <c:v>0.82385185185185184</c:v>
                </c:pt>
                <c:pt idx="20827">
                  <c:v>0.82385185185185184</c:v>
                </c:pt>
                <c:pt idx="20828">
                  <c:v>0.82385185185185184</c:v>
                </c:pt>
                <c:pt idx="20829">
                  <c:v>0.82385185185185184</c:v>
                </c:pt>
                <c:pt idx="20830">
                  <c:v>0.82399999999999995</c:v>
                </c:pt>
                <c:pt idx="20831">
                  <c:v>0.82399999999999995</c:v>
                </c:pt>
                <c:pt idx="20832">
                  <c:v>0.82399999999999995</c:v>
                </c:pt>
                <c:pt idx="20833">
                  <c:v>0.82399999999999995</c:v>
                </c:pt>
                <c:pt idx="20834">
                  <c:v>0.82399999999999995</c:v>
                </c:pt>
                <c:pt idx="20835">
                  <c:v>0.82399999999999995</c:v>
                </c:pt>
                <c:pt idx="20836">
                  <c:v>0.82399999999999995</c:v>
                </c:pt>
                <c:pt idx="20837">
                  <c:v>0.82399999999999995</c:v>
                </c:pt>
                <c:pt idx="20838">
                  <c:v>0.82399999999999995</c:v>
                </c:pt>
                <c:pt idx="20839">
                  <c:v>0.82399999999999995</c:v>
                </c:pt>
                <c:pt idx="20840">
                  <c:v>0.82399999999999995</c:v>
                </c:pt>
                <c:pt idx="20841">
                  <c:v>0.82399999999999995</c:v>
                </c:pt>
                <c:pt idx="20842">
                  <c:v>0.82399999999999995</c:v>
                </c:pt>
                <c:pt idx="20843">
                  <c:v>0.82399999999999995</c:v>
                </c:pt>
                <c:pt idx="20844">
                  <c:v>0.82399999999999995</c:v>
                </c:pt>
                <c:pt idx="20845">
                  <c:v>0.82399999999999995</c:v>
                </c:pt>
                <c:pt idx="20846">
                  <c:v>0.82399999999999995</c:v>
                </c:pt>
                <c:pt idx="20847">
                  <c:v>0.82399999999999995</c:v>
                </c:pt>
                <c:pt idx="20848">
                  <c:v>0.82399999999999995</c:v>
                </c:pt>
                <c:pt idx="20849">
                  <c:v>0.82399999999999995</c:v>
                </c:pt>
                <c:pt idx="20850">
                  <c:v>0.82399999999999995</c:v>
                </c:pt>
                <c:pt idx="20851">
                  <c:v>0.82414814814814819</c:v>
                </c:pt>
                <c:pt idx="20852">
                  <c:v>0.82414814814814819</c:v>
                </c:pt>
                <c:pt idx="20853">
                  <c:v>0.82414814814814819</c:v>
                </c:pt>
                <c:pt idx="20854">
                  <c:v>0.82414814814814819</c:v>
                </c:pt>
                <c:pt idx="20855">
                  <c:v>0.82414814814814819</c:v>
                </c:pt>
                <c:pt idx="20856">
                  <c:v>0.82414814814814819</c:v>
                </c:pt>
                <c:pt idx="20857">
                  <c:v>0.8242962962962963</c:v>
                </c:pt>
                <c:pt idx="20858">
                  <c:v>0.82444444444444442</c:v>
                </c:pt>
                <c:pt idx="20859">
                  <c:v>0.82459259259259254</c:v>
                </c:pt>
                <c:pt idx="20860">
                  <c:v>0.82459259259259254</c:v>
                </c:pt>
                <c:pt idx="20861">
                  <c:v>0.82459259259259254</c:v>
                </c:pt>
                <c:pt idx="20862">
                  <c:v>0.82459259259259254</c:v>
                </c:pt>
                <c:pt idx="20863">
                  <c:v>0.82459259259259254</c:v>
                </c:pt>
                <c:pt idx="20864">
                  <c:v>0.82474074074074077</c:v>
                </c:pt>
                <c:pt idx="20865">
                  <c:v>0.82474074074074077</c:v>
                </c:pt>
                <c:pt idx="20866">
                  <c:v>0.82474074074074077</c:v>
                </c:pt>
                <c:pt idx="20867">
                  <c:v>0.82474074074074077</c:v>
                </c:pt>
                <c:pt idx="20868">
                  <c:v>0.82488888888888889</c:v>
                </c:pt>
                <c:pt idx="20869">
                  <c:v>0.82503703703703701</c:v>
                </c:pt>
                <c:pt idx="20870">
                  <c:v>0.82503703703703701</c:v>
                </c:pt>
                <c:pt idx="20871">
                  <c:v>0.82518518518518513</c:v>
                </c:pt>
                <c:pt idx="20872">
                  <c:v>0.82518518518518513</c:v>
                </c:pt>
                <c:pt idx="20873">
                  <c:v>0.82533333333333336</c:v>
                </c:pt>
                <c:pt idx="20874">
                  <c:v>0.82533333333333336</c:v>
                </c:pt>
                <c:pt idx="20875">
                  <c:v>0.82533333333333336</c:v>
                </c:pt>
                <c:pt idx="20876">
                  <c:v>0.82533333333333336</c:v>
                </c:pt>
                <c:pt idx="20877">
                  <c:v>0.82533333333333336</c:v>
                </c:pt>
                <c:pt idx="20878">
                  <c:v>0.82533333333333336</c:v>
                </c:pt>
                <c:pt idx="20879">
                  <c:v>0.82548148148148148</c:v>
                </c:pt>
                <c:pt idx="20880">
                  <c:v>0.8256296296296296</c:v>
                </c:pt>
                <c:pt idx="20881">
                  <c:v>0.8256296296296296</c:v>
                </c:pt>
                <c:pt idx="20882">
                  <c:v>0.8256296296296296</c:v>
                </c:pt>
                <c:pt idx="20883">
                  <c:v>0.8256296296296296</c:v>
                </c:pt>
                <c:pt idx="20884">
                  <c:v>0.8256296296296296</c:v>
                </c:pt>
                <c:pt idx="20885">
                  <c:v>0.82577777777777783</c:v>
                </c:pt>
                <c:pt idx="20886">
                  <c:v>0.82577777777777783</c:v>
                </c:pt>
                <c:pt idx="20887">
                  <c:v>0.82577777777777783</c:v>
                </c:pt>
                <c:pt idx="20888">
                  <c:v>0.82577777777777783</c:v>
                </c:pt>
                <c:pt idx="20889">
                  <c:v>0.82577777777777783</c:v>
                </c:pt>
                <c:pt idx="20890">
                  <c:v>0.82577777777777783</c:v>
                </c:pt>
                <c:pt idx="20891">
                  <c:v>0.82577777777777783</c:v>
                </c:pt>
                <c:pt idx="20892">
                  <c:v>0.82577777777777783</c:v>
                </c:pt>
                <c:pt idx="20893">
                  <c:v>0.82592592592592595</c:v>
                </c:pt>
                <c:pt idx="20894">
                  <c:v>0.82592592592592595</c:v>
                </c:pt>
                <c:pt idx="20895">
                  <c:v>0.82607407407407407</c:v>
                </c:pt>
                <c:pt idx="20896">
                  <c:v>0.82607407407407407</c:v>
                </c:pt>
                <c:pt idx="20897">
                  <c:v>0.82607407407407407</c:v>
                </c:pt>
                <c:pt idx="20898">
                  <c:v>0.82607407407407407</c:v>
                </c:pt>
                <c:pt idx="20899">
                  <c:v>0.82622222222222219</c:v>
                </c:pt>
                <c:pt idx="20900">
                  <c:v>0.82622222222222219</c:v>
                </c:pt>
                <c:pt idx="20901">
                  <c:v>0.82622222222222219</c:v>
                </c:pt>
                <c:pt idx="20902">
                  <c:v>0.82637037037037042</c:v>
                </c:pt>
                <c:pt idx="20903">
                  <c:v>0.82637037037037042</c:v>
                </c:pt>
                <c:pt idx="20904">
                  <c:v>0.82637037037037042</c:v>
                </c:pt>
                <c:pt idx="20905">
                  <c:v>0.82651851851851854</c:v>
                </c:pt>
                <c:pt idx="20906">
                  <c:v>0.82651851851851854</c:v>
                </c:pt>
                <c:pt idx="20907">
                  <c:v>0.82666666666666666</c:v>
                </c:pt>
                <c:pt idx="20908">
                  <c:v>0.82681481481481478</c:v>
                </c:pt>
                <c:pt idx="20909">
                  <c:v>0.82681481481481478</c:v>
                </c:pt>
                <c:pt idx="20910">
                  <c:v>0.82681481481481478</c:v>
                </c:pt>
                <c:pt idx="20911">
                  <c:v>0.82681481481481478</c:v>
                </c:pt>
                <c:pt idx="20912">
                  <c:v>0.82681481481481478</c:v>
                </c:pt>
                <c:pt idx="20913">
                  <c:v>0.82681481481481478</c:v>
                </c:pt>
                <c:pt idx="20914">
                  <c:v>0.82696296296296301</c:v>
                </c:pt>
                <c:pt idx="20915">
                  <c:v>0.82696296296296301</c:v>
                </c:pt>
                <c:pt idx="20916">
                  <c:v>0.82696296296296301</c:v>
                </c:pt>
                <c:pt idx="20917">
                  <c:v>0.82711111111111113</c:v>
                </c:pt>
                <c:pt idx="20918">
                  <c:v>0.82711111111111113</c:v>
                </c:pt>
                <c:pt idx="20919">
                  <c:v>0.82725925925925925</c:v>
                </c:pt>
                <c:pt idx="20920">
                  <c:v>0.82725925925925925</c:v>
                </c:pt>
                <c:pt idx="20921">
                  <c:v>0.82725925925925925</c:v>
                </c:pt>
                <c:pt idx="20922">
                  <c:v>0.82725925925925925</c:v>
                </c:pt>
                <c:pt idx="20923">
                  <c:v>0.82725925925925925</c:v>
                </c:pt>
                <c:pt idx="20924">
                  <c:v>0.82740740740740737</c:v>
                </c:pt>
                <c:pt idx="20925">
                  <c:v>0.82740740740740737</c:v>
                </c:pt>
                <c:pt idx="20926">
                  <c:v>0.82740740740740737</c:v>
                </c:pt>
                <c:pt idx="20927">
                  <c:v>0.82740740740740737</c:v>
                </c:pt>
                <c:pt idx="20928">
                  <c:v>0.82740740740740737</c:v>
                </c:pt>
                <c:pt idx="20929">
                  <c:v>0.82740740740740737</c:v>
                </c:pt>
                <c:pt idx="20930">
                  <c:v>0.82740740740740737</c:v>
                </c:pt>
                <c:pt idx="20931">
                  <c:v>0.82740740740740737</c:v>
                </c:pt>
                <c:pt idx="20932">
                  <c:v>0.82740740740740737</c:v>
                </c:pt>
                <c:pt idx="20933">
                  <c:v>0.82740740740740737</c:v>
                </c:pt>
                <c:pt idx="20934">
                  <c:v>0.82740740740740737</c:v>
                </c:pt>
                <c:pt idx="20935">
                  <c:v>0.82740740740740737</c:v>
                </c:pt>
                <c:pt idx="20936">
                  <c:v>0.8275555555555556</c:v>
                </c:pt>
                <c:pt idx="20937">
                  <c:v>0.82770370370370372</c:v>
                </c:pt>
                <c:pt idx="20938">
                  <c:v>0.82770370370370372</c:v>
                </c:pt>
                <c:pt idx="20939">
                  <c:v>0.82770370370370372</c:v>
                </c:pt>
                <c:pt idx="20940">
                  <c:v>0.82770370370370372</c:v>
                </c:pt>
                <c:pt idx="20941">
                  <c:v>0.82770370370370372</c:v>
                </c:pt>
                <c:pt idx="20942">
                  <c:v>0.82785185185185184</c:v>
                </c:pt>
                <c:pt idx="20943">
                  <c:v>0.82785185185185184</c:v>
                </c:pt>
                <c:pt idx="20944">
                  <c:v>0.82785185185185184</c:v>
                </c:pt>
                <c:pt idx="20945">
                  <c:v>0.82785185185185184</c:v>
                </c:pt>
                <c:pt idx="20946">
                  <c:v>0.82785185185185184</c:v>
                </c:pt>
                <c:pt idx="20947">
                  <c:v>0.82799999999999996</c:v>
                </c:pt>
                <c:pt idx="20948">
                  <c:v>0.82799999999999996</c:v>
                </c:pt>
                <c:pt idx="20949">
                  <c:v>0.82799999999999996</c:v>
                </c:pt>
                <c:pt idx="20950">
                  <c:v>0.82799999999999996</c:v>
                </c:pt>
                <c:pt idx="20951">
                  <c:v>0.82799999999999996</c:v>
                </c:pt>
                <c:pt idx="20952">
                  <c:v>0.82799999999999996</c:v>
                </c:pt>
                <c:pt idx="20953">
                  <c:v>0.82799999999999996</c:v>
                </c:pt>
                <c:pt idx="20954">
                  <c:v>0.82799999999999996</c:v>
                </c:pt>
                <c:pt idx="20955">
                  <c:v>0.82799999999999996</c:v>
                </c:pt>
                <c:pt idx="20956">
                  <c:v>0.82799999999999996</c:v>
                </c:pt>
                <c:pt idx="20957">
                  <c:v>0.82799999999999996</c:v>
                </c:pt>
                <c:pt idx="20958">
                  <c:v>0.82799999999999996</c:v>
                </c:pt>
                <c:pt idx="20959">
                  <c:v>0.82799999999999996</c:v>
                </c:pt>
                <c:pt idx="20960">
                  <c:v>0.82799999999999996</c:v>
                </c:pt>
                <c:pt idx="20961">
                  <c:v>0.82799999999999996</c:v>
                </c:pt>
                <c:pt idx="20962">
                  <c:v>0.82799999999999996</c:v>
                </c:pt>
                <c:pt idx="20963">
                  <c:v>0.82799999999999996</c:v>
                </c:pt>
                <c:pt idx="20964">
                  <c:v>0.82799999999999996</c:v>
                </c:pt>
                <c:pt idx="20965">
                  <c:v>0.82799999999999996</c:v>
                </c:pt>
                <c:pt idx="20966">
                  <c:v>0.82799999999999996</c:v>
                </c:pt>
                <c:pt idx="20967">
                  <c:v>0.82799999999999996</c:v>
                </c:pt>
                <c:pt idx="20968">
                  <c:v>0.82814814814814819</c:v>
                </c:pt>
                <c:pt idx="20969">
                  <c:v>0.82814814814814819</c:v>
                </c:pt>
                <c:pt idx="20970">
                  <c:v>0.82829629629629631</c:v>
                </c:pt>
                <c:pt idx="20971">
                  <c:v>0.82829629629629631</c:v>
                </c:pt>
                <c:pt idx="20972">
                  <c:v>0.82829629629629631</c:v>
                </c:pt>
                <c:pt idx="20973">
                  <c:v>0.82829629629629631</c:v>
                </c:pt>
                <c:pt idx="20974">
                  <c:v>0.82829629629629631</c:v>
                </c:pt>
                <c:pt idx="20975">
                  <c:v>0.82829629629629631</c:v>
                </c:pt>
                <c:pt idx="20976">
                  <c:v>0.82829629629629631</c:v>
                </c:pt>
                <c:pt idx="20977">
                  <c:v>0.82844444444444443</c:v>
                </c:pt>
                <c:pt idx="20978">
                  <c:v>0.82844444444444443</c:v>
                </c:pt>
                <c:pt idx="20979">
                  <c:v>0.82844444444444443</c:v>
                </c:pt>
                <c:pt idx="20980">
                  <c:v>0.82844444444444443</c:v>
                </c:pt>
                <c:pt idx="20981">
                  <c:v>0.82844444444444443</c:v>
                </c:pt>
                <c:pt idx="20982">
                  <c:v>0.82844444444444443</c:v>
                </c:pt>
                <c:pt idx="20983">
                  <c:v>0.82844444444444443</c:v>
                </c:pt>
                <c:pt idx="20984">
                  <c:v>0.82844444444444443</c:v>
                </c:pt>
                <c:pt idx="20985">
                  <c:v>0.82844444444444443</c:v>
                </c:pt>
                <c:pt idx="20986">
                  <c:v>0.82844444444444443</c:v>
                </c:pt>
                <c:pt idx="20987">
                  <c:v>0.82844444444444443</c:v>
                </c:pt>
                <c:pt idx="20988">
                  <c:v>0.82859259259259255</c:v>
                </c:pt>
                <c:pt idx="20989">
                  <c:v>0.82859259259259255</c:v>
                </c:pt>
                <c:pt idx="20990">
                  <c:v>0.82874074074074078</c:v>
                </c:pt>
                <c:pt idx="20991">
                  <c:v>0.82874074074074078</c:v>
                </c:pt>
                <c:pt idx="20992">
                  <c:v>0.8288888888888889</c:v>
                </c:pt>
                <c:pt idx="20993">
                  <c:v>0.8288888888888889</c:v>
                </c:pt>
                <c:pt idx="20994">
                  <c:v>0.82903703703703702</c:v>
                </c:pt>
                <c:pt idx="20995">
                  <c:v>0.82918518518518514</c:v>
                </c:pt>
                <c:pt idx="20996">
                  <c:v>0.82918518518518514</c:v>
                </c:pt>
                <c:pt idx="20997">
                  <c:v>0.82933333333333337</c:v>
                </c:pt>
                <c:pt idx="20998">
                  <c:v>0.82933333333333337</c:v>
                </c:pt>
                <c:pt idx="20999">
                  <c:v>0.82933333333333337</c:v>
                </c:pt>
                <c:pt idx="21000">
                  <c:v>0.82933333333333337</c:v>
                </c:pt>
                <c:pt idx="21001">
                  <c:v>0.82933333333333337</c:v>
                </c:pt>
                <c:pt idx="21002">
                  <c:v>0.82933333333333337</c:v>
                </c:pt>
                <c:pt idx="21003">
                  <c:v>0.82933333333333337</c:v>
                </c:pt>
                <c:pt idx="21004">
                  <c:v>0.82933333333333337</c:v>
                </c:pt>
                <c:pt idx="21005">
                  <c:v>0.82948148148148149</c:v>
                </c:pt>
                <c:pt idx="21006">
                  <c:v>0.82962962962962961</c:v>
                </c:pt>
                <c:pt idx="21007">
                  <c:v>0.82962962962962961</c:v>
                </c:pt>
                <c:pt idx="21008">
                  <c:v>0.82962962962962961</c:v>
                </c:pt>
                <c:pt idx="21009">
                  <c:v>0.82962962962962961</c:v>
                </c:pt>
                <c:pt idx="21010">
                  <c:v>0.82962962962962961</c:v>
                </c:pt>
                <c:pt idx="21011">
                  <c:v>0.82962962962962961</c:v>
                </c:pt>
                <c:pt idx="21012">
                  <c:v>0.82977777777777773</c:v>
                </c:pt>
                <c:pt idx="21013">
                  <c:v>0.82992592592592596</c:v>
                </c:pt>
                <c:pt idx="21014">
                  <c:v>0.82992592592592596</c:v>
                </c:pt>
                <c:pt idx="21015">
                  <c:v>0.83007407407407408</c:v>
                </c:pt>
                <c:pt idx="21016">
                  <c:v>0.83007407407407408</c:v>
                </c:pt>
                <c:pt idx="21017">
                  <c:v>0.83007407407407408</c:v>
                </c:pt>
                <c:pt idx="21018">
                  <c:v>0.83007407407407408</c:v>
                </c:pt>
                <c:pt idx="21019">
                  <c:v>0.83007407407407408</c:v>
                </c:pt>
                <c:pt idx="21020">
                  <c:v>0.83007407407407408</c:v>
                </c:pt>
                <c:pt idx="21021">
                  <c:v>0.83007407407407408</c:v>
                </c:pt>
                <c:pt idx="21022">
                  <c:v>0.83007407407407408</c:v>
                </c:pt>
                <c:pt idx="21023">
                  <c:v>0.83022222222222219</c:v>
                </c:pt>
                <c:pt idx="21024">
                  <c:v>0.83022222222222219</c:v>
                </c:pt>
                <c:pt idx="21025">
                  <c:v>0.83022222222222219</c:v>
                </c:pt>
                <c:pt idx="21026">
                  <c:v>0.83022222222222219</c:v>
                </c:pt>
                <c:pt idx="21027">
                  <c:v>0.83022222222222219</c:v>
                </c:pt>
                <c:pt idx="21028">
                  <c:v>0.83022222222222219</c:v>
                </c:pt>
                <c:pt idx="21029">
                  <c:v>0.83022222222222219</c:v>
                </c:pt>
                <c:pt idx="21030">
                  <c:v>0.83022222222222219</c:v>
                </c:pt>
                <c:pt idx="21031">
                  <c:v>0.83022222222222219</c:v>
                </c:pt>
                <c:pt idx="21032">
                  <c:v>0.83022222222222219</c:v>
                </c:pt>
                <c:pt idx="21033">
                  <c:v>0.83037037037037043</c:v>
                </c:pt>
                <c:pt idx="21034">
                  <c:v>0.83051851851851854</c:v>
                </c:pt>
                <c:pt idx="21035">
                  <c:v>0.83051851851851854</c:v>
                </c:pt>
                <c:pt idx="21036">
                  <c:v>0.83051851851851854</c:v>
                </c:pt>
                <c:pt idx="21037">
                  <c:v>0.83051851851851854</c:v>
                </c:pt>
                <c:pt idx="21038">
                  <c:v>0.83051851851851854</c:v>
                </c:pt>
                <c:pt idx="21039">
                  <c:v>0.83051851851851854</c:v>
                </c:pt>
                <c:pt idx="21040">
                  <c:v>0.83051851851851854</c:v>
                </c:pt>
                <c:pt idx="21041">
                  <c:v>0.83051851851851854</c:v>
                </c:pt>
                <c:pt idx="21042">
                  <c:v>0.83066666666666666</c:v>
                </c:pt>
                <c:pt idx="21043">
                  <c:v>0.83066666666666666</c:v>
                </c:pt>
                <c:pt idx="21044">
                  <c:v>0.83066666666666666</c:v>
                </c:pt>
                <c:pt idx="21045">
                  <c:v>0.83066666666666666</c:v>
                </c:pt>
                <c:pt idx="21046">
                  <c:v>0.83066666666666666</c:v>
                </c:pt>
                <c:pt idx="21047">
                  <c:v>0.83066666666666666</c:v>
                </c:pt>
                <c:pt idx="21048">
                  <c:v>0.83081481481481478</c:v>
                </c:pt>
                <c:pt idx="21049">
                  <c:v>0.83081481481481478</c:v>
                </c:pt>
                <c:pt idx="21050">
                  <c:v>0.83081481481481478</c:v>
                </c:pt>
                <c:pt idx="21051">
                  <c:v>0.83081481481481478</c:v>
                </c:pt>
                <c:pt idx="21052">
                  <c:v>0.83081481481481478</c:v>
                </c:pt>
                <c:pt idx="21053">
                  <c:v>0.83081481481481478</c:v>
                </c:pt>
                <c:pt idx="21054">
                  <c:v>0.83096296296296301</c:v>
                </c:pt>
                <c:pt idx="21055">
                  <c:v>0.83096296296296301</c:v>
                </c:pt>
                <c:pt idx="21056">
                  <c:v>0.83111111111111113</c:v>
                </c:pt>
                <c:pt idx="21057">
                  <c:v>0.83111111111111113</c:v>
                </c:pt>
                <c:pt idx="21058">
                  <c:v>0.83111111111111113</c:v>
                </c:pt>
                <c:pt idx="21059">
                  <c:v>0.83111111111111113</c:v>
                </c:pt>
                <c:pt idx="21060">
                  <c:v>0.83111111111111113</c:v>
                </c:pt>
                <c:pt idx="21061">
                  <c:v>0.83125925925925925</c:v>
                </c:pt>
                <c:pt idx="21062">
                  <c:v>0.83125925925925925</c:v>
                </c:pt>
                <c:pt idx="21063">
                  <c:v>0.83125925925925925</c:v>
                </c:pt>
                <c:pt idx="21064">
                  <c:v>0.83125925925925925</c:v>
                </c:pt>
                <c:pt idx="21065">
                  <c:v>0.83140740740740737</c:v>
                </c:pt>
                <c:pt idx="21066">
                  <c:v>0.83140740740740737</c:v>
                </c:pt>
                <c:pt idx="21067">
                  <c:v>0.8315555555555556</c:v>
                </c:pt>
                <c:pt idx="21068">
                  <c:v>0.83170370370370372</c:v>
                </c:pt>
                <c:pt idx="21069">
                  <c:v>0.83170370370370372</c:v>
                </c:pt>
                <c:pt idx="21070">
                  <c:v>0.83170370370370372</c:v>
                </c:pt>
                <c:pt idx="21071">
                  <c:v>0.83185185185185184</c:v>
                </c:pt>
                <c:pt idx="21072">
                  <c:v>0.83185185185185184</c:v>
                </c:pt>
                <c:pt idx="21073">
                  <c:v>0.83185185185185184</c:v>
                </c:pt>
                <c:pt idx="21074">
                  <c:v>0.83199999999999996</c:v>
                </c:pt>
                <c:pt idx="21075">
                  <c:v>0.83199999999999996</c:v>
                </c:pt>
                <c:pt idx="21076">
                  <c:v>0.83199999999999996</c:v>
                </c:pt>
                <c:pt idx="21077">
                  <c:v>0.83199999999999996</c:v>
                </c:pt>
                <c:pt idx="21078">
                  <c:v>0.83199999999999996</c:v>
                </c:pt>
                <c:pt idx="21079">
                  <c:v>0.83199999999999996</c:v>
                </c:pt>
                <c:pt idx="21080">
                  <c:v>0.83199999999999996</c:v>
                </c:pt>
                <c:pt idx="21081">
                  <c:v>0.83199999999999996</c:v>
                </c:pt>
                <c:pt idx="21082">
                  <c:v>0.83199999999999996</c:v>
                </c:pt>
                <c:pt idx="21083">
                  <c:v>0.83199999999999996</c:v>
                </c:pt>
                <c:pt idx="21084">
                  <c:v>0.83214814814814819</c:v>
                </c:pt>
                <c:pt idx="21085">
                  <c:v>0.83214814814814819</c:v>
                </c:pt>
                <c:pt idx="21086">
                  <c:v>0.83229629629629631</c:v>
                </c:pt>
                <c:pt idx="21087">
                  <c:v>0.83229629629629631</c:v>
                </c:pt>
                <c:pt idx="21088">
                  <c:v>0.83229629629629631</c:v>
                </c:pt>
                <c:pt idx="21089">
                  <c:v>0.83229629629629631</c:v>
                </c:pt>
                <c:pt idx="21090">
                  <c:v>0.83244444444444443</c:v>
                </c:pt>
                <c:pt idx="21091">
                  <c:v>0.83244444444444443</c:v>
                </c:pt>
                <c:pt idx="21092">
                  <c:v>0.83244444444444443</c:v>
                </c:pt>
                <c:pt idx="21093">
                  <c:v>0.83244444444444443</c:v>
                </c:pt>
                <c:pt idx="21094">
                  <c:v>0.83244444444444443</c:v>
                </c:pt>
                <c:pt idx="21095">
                  <c:v>0.83244444444444443</c:v>
                </c:pt>
                <c:pt idx="21096">
                  <c:v>0.83244444444444443</c:v>
                </c:pt>
                <c:pt idx="21097">
                  <c:v>0.83244444444444443</c:v>
                </c:pt>
                <c:pt idx="21098">
                  <c:v>0.83244444444444443</c:v>
                </c:pt>
                <c:pt idx="21099">
                  <c:v>0.83244444444444443</c:v>
                </c:pt>
                <c:pt idx="21100">
                  <c:v>0.83244444444444443</c:v>
                </c:pt>
                <c:pt idx="21101">
                  <c:v>0.83244444444444443</c:v>
                </c:pt>
                <c:pt idx="21102">
                  <c:v>0.83244444444444443</c:v>
                </c:pt>
                <c:pt idx="21103">
                  <c:v>0.83259259259259255</c:v>
                </c:pt>
                <c:pt idx="21104">
                  <c:v>0.83259259259259255</c:v>
                </c:pt>
                <c:pt idx="21105">
                  <c:v>0.83274074074074078</c:v>
                </c:pt>
                <c:pt idx="21106">
                  <c:v>0.83274074074074078</c:v>
                </c:pt>
                <c:pt idx="21107">
                  <c:v>0.8328888888888889</c:v>
                </c:pt>
                <c:pt idx="21108">
                  <c:v>0.8328888888888889</c:v>
                </c:pt>
                <c:pt idx="21109">
                  <c:v>0.8328888888888889</c:v>
                </c:pt>
                <c:pt idx="21110">
                  <c:v>0.8328888888888889</c:v>
                </c:pt>
                <c:pt idx="21111">
                  <c:v>0.83303703703703702</c:v>
                </c:pt>
                <c:pt idx="21112">
                  <c:v>0.83318518518518514</c:v>
                </c:pt>
                <c:pt idx="21113">
                  <c:v>0.83318518518518514</c:v>
                </c:pt>
                <c:pt idx="21114">
                  <c:v>0.83318518518518514</c:v>
                </c:pt>
                <c:pt idx="21115">
                  <c:v>0.83318518518518514</c:v>
                </c:pt>
                <c:pt idx="21116">
                  <c:v>0.83318518518518514</c:v>
                </c:pt>
                <c:pt idx="21117">
                  <c:v>0.83318518518518514</c:v>
                </c:pt>
                <c:pt idx="21118">
                  <c:v>0.83318518518518514</c:v>
                </c:pt>
                <c:pt idx="21119">
                  <c:v>0.83333333333333337</c:v>
                </c:pt>
                <c:pt idx="21120">
                  <c:v>0.83348148148148149</c:v>
                </c:pt>
                <c:pt idx="21121">
                  <c:v>0.83362962962962961</c:v>
                </c:pt>
                <c:pt idx="21122">
                  <c:v>0.83362962962962961</c:v>
                </c:pt>
                <c:pt idx="21123">
                  <c:v>0.83362962962962961</c:v>
                </c:pt>
                <c:pt idx="21124">
                  <c:v>0.83377777777777773</c:v>
                </c:pt>
                <c:pt idx="21125">
                  <c:v>0.83392592592592596</c:v>
                </c:pt>
                <c:pt idx="21126">
                  <c:v>0.83392592592592596</c:v>
                </c:pt>
                <c:pt idx="21127">
                  <c:v>0.83392592592592596</c:v>
                </c:pt>
                <c:pt idx="21128">
                  <c:v>0.83392592592592596</c:v>
                </c:pt>
                <c:pt idx="21129">
                  <c:v>0.83392592592592596</c:v>
                </c:pt>
                <c:pt idx="21130">
                  <c:v>0.83392592592592596</c:v>
                </c:pt>
                <c:pt idx="21131">
                  <c:v>0.83392592592592596</c:v>
                </c:pt>
                <c:pt idx="21132">
                  <c:v>0.83392592592592596</c:v>
                </c:pt>
                <c:pt idx="21133">
                  <c:v>0.83392592592592596</c:v>
                </c:pt>
                <c:pt idx="21134">
                  <c:v>0.83407407407407408</c:v>
                </c:pt>
                <c:pt idx="21135">
                  <c:v>0.8342222222222222</c:v>
                </c:pt>
                <c:pt idx="21136">
                  <c:v>0.83437037037037032</c:v>
                </c:pt>
                <c:pt idx="21137">
                  <c:v>0.83437037037037032</c:v>
                </c:pt>
                <c:pt idx="21138">
                  <c:v>0.83451851851851855</c:v>
                </c:pt>
                <c:pt idx="21139">
                  <c:v>0.83451851851851855</c:v>
                </c:pt>
                <c:pt idx="21140">
                  <c:v>0.83451851851851855</c:v>
                </c:pt>
                <c:pt idx="21141">
                  <c:v>0.83451851851851855</c:v>
                </c:pt>
                <c:pt idx="21142">
                  <c:v>0.83451851851851855</c:v>
                </c:pt>
                <c:pt idx="21143">
                  <c:v>0.83451851851851855</c:v>
                </c:pt>
                <c:pt idx="21144">
                  <c:v>0.83451851851851855</c:v>
                </c:pt>
                <c:pt idx="21145">
                  <c:v>0.83451851851851855</c:v>
                </c:pt>
                <c:pt idx="21146">
                  <c:v>0.83451851851851855</c:v>
                </c:pt>
                <c:pt idx="21147">
                  <c:v>0.83451851851851855</c:v>
                </c:pt>
                <c:pt idx="21148">
                  <c:v>0.83451851851851855</c:v>
                </c:pt>
                <c:pt idx="21149">
                  <c:v>0.83451851851851855</c:v>
                </c:pt>
                <c:pt idx="21150">
                  <c:v>0.83451851851851855</c:v>
                </c:pt>
                <c:pt idx="21151">
                  <c:v>0.83451851851851855</c:v>
                </c:pt>
                <c:pt idx="21152">
                  <c:v>0.83466666666666667</c:v>
                </c:pt>
                <c:pt idx="21153">
                  <c:v>0.83466666666666667</c:v>
                </c:pt>
                <c:pt idx="21154">
                  <c:v>0.83466666666666667</c:v>
                </c:pt>
                <c:pt idx="21155">
                  <c:v>0.83466666666666667</c:v>
                </c:pt>
                <c:pt idx="21156">
                  <c:v>0.83481481481481479</c:v>
                </c:pt>
                <c:pt idx="21157">
                  <c:v>0.83481481481481479</c:v>
                </c:pt>
                <c:pt idx="21158">
                  <c:v>0.83481481481481479</c:v>
                </c:pt>
                <c:pt idx="21159">
                  <c:v>0.83481481481481479</c:v>
                </c:pt>
                <c:pt idx="21160">
                  <c:v>0.83496296296296302</c:v>
                </c:pt>
                <c:pt idx="21161">
                  <c:v>0.83496296296296302</c:v>
                </c:pt>
                <c:pt idx="21162">
                  <c:v>0.83496296296296302</c:v>
                </c:pt>
                <c:pt idx="21163">
                  <c:v>0.83511111111111114</c:v>
                </c:pt>
                <c:pt idx="21164">
                  <c:v>0.83525925925925926</c:v>
                </c:pt>
                <c:pt idx="21165">
                  <c:v>0.83525925925925926</c:v>
                </c:pt>
                <c:pt idx="21166">
                  <c:v>0.83525925925925926</c:v>
                </c:pt>
                <c:pt idx="21167">
                  <c:v>0.83525925925925926</c:v>
                </c:pt>
                <c:pt idx="21168">
                  <c:v>0.83540740740740738</c:v>
                </c:pt>
                <c:pt idx="21169">
                  <c:v>0.83540740740740738</c:v>
                </c:pt>
                <c:pt idx="21170">
                  <c:v>0.83540740740740738</c:v>
                </c:pt>
                <c:pt idx="21171">
                  <c:v>0.83540740740740738</c:v>
                </c:pt>
                <c:pt idx="21172">
                  <c:v>0.83555555555555561</c:v>
                </c:pt>
                <c:pt idx="21173">
                  <c:v>0.83555555555555561</c:v>
                </c:pt>
                <c:pt idx="21174">
                  <c:v>0.83555555555555561</c:v>
                </c:pt>
                <c:pt idx="21175">
                  <c:v>0.83555555555555561</c:v>
                </c:pt>
                <c:pt idx="21176">
                  <c:v>0.83555555555555561</c:v>
                </c:pt>
                <c:pt idx="21177">
                  <c:v>0.83555555555555561</c:v>
                </c:pt>
                <c:pt idx="21178">
                  <c:v>0.83555555555555561</c:v>
                </c:pt>
                <c:pt idx="21179">
                  <c:v>0.83570370370370373</c:v>
                </c:pt>
                <c:pt idx="21180">
                  <c:v>0.83570370370370373</c:v>
                </c:pt>
                <c:pt idx="21181">
                  <c:v>0.83570370370370373</c:v>
                </c:pt>
                <c:pt idx="21182">
                  <c:v>0.83570370370370373</c:v>
                </c:pt>
                <c:pt idx="21183">
                  <c:v>0.83570370370370373</c:v>
                </c:pt>
                <c:pt idx="21184">
                  <c:v>0.83585185185185185</c:v>
                </c:pt>
                <c:pt idx="21185">
                  <c:v>0.83585185185185185</c:v>
                </c:pt>
                <c:pt idx="21186">
                  <c:v>0.83585185185185185</c:v>
                </c:pt>
                <c:pt idx="21187">
                  <c:v>0.83585185185185185</c:v>
                </c:pt>
                <c:pt idx="21188">
                  <c:v>0.83599999999999997</c:v>
                </c:pt>
                <c:pt idx="21189">
                  <c:v>0.83599999999999997</c:v>
                </c:pt>
                <c:pt idx="21190">
                  <c:v>0.83599999999999997</c:v>
                </c:pt>
                <c:pt idx="21191">
                  <c:v>0.83599999999999997</c:v>
                </c:pt>
                <c:pt idx="21192">
                  <c:v>0.83599999999999997</c:v>
                </c:pt>
                <c:pt idx="21193">
                  <c:v>0.83599999999999997</c:v>
                </c:pt>
                <c:pt idx="21194">
                  <c:v>0.83599999999999997</c:v>
                </c:pt>
                <c:pt idx="21195">
                  <c:v>0.83599999999999997</c:v>
                </c:pt>
                <c:pt idx="21196">
                  <c:v>0.83599999999999997</c:v>
                </c:pt>
                <c:pt idx="21197">
                  <c:v>0.83599999999999997</c:v>
                </c:pt>
                <c:pt idx="21198">
                  <c:v>0.83599999999999997</c:v>
                </c:pt>
                <c:pt idx="21199">
                  <c:v>0.83599999999999997</c:v>
                </c:pt>
                <c:pt idx="21200">
                  <c:v>0.83599999999999997</c:v>
                </c:pt>
                <c:pt idx="21201">
                  <c:v>0.83599999999999997</c:v>
                </c:pt>
                <c:pt idx="21202">
                  <c:v>0.8361481481481482</c:v>
                </c:pt>
                <c:pt idx="21203">
                  <c:v>0.8361481481481482</c:v>
                </c:pt>
                <c:pt idx="21204">
                  <c:v>0.8361481481481482</c:v>
                </c:pt>
                <c:pt idx="21205">
                  <c:v>0.8361481481481482</c:v>
                </c:pt>
                <c:pt idx="21206">
                  <c:v>0.8361481481481482</c:v>
                </c:pt>
                <c:pt idx="21207">
                  <c:v>0.8361481481481482</c:v>
                </c:pt>
                <c:pt idx="21208">
                  <c:v>0.8361481481481482</c:v>
                </c:pt>
                <c:pt idx="21209">
                  <c:v>0.8361481481481482</c:v>
                </c:pt>
                <c:pt idx="21210">
                  <c:v>0.8361481481481482</c:v>
                </c:pt>
                <c:pt idx="21211">
                  <c:v>0.8361481481481482</c:v>
                </c:pt>
                <c:pt idx="21212">
                  <c:v>0.8361481481481482</c:v>
                </c:pt>
                <c:pt idx="21213">
                  <c:v>0.83629629629629632</c:v>
                </c:pt>
                <c:pt idx="21214">
                  <c:v>0.83644444444444443</c:v>
                </c:pt>
                <c:pt idx="21215">
                  <c:v>0.83659259259259255</c:v>
                </c:pt>
                <c:pt idx="21216">
                  <c:v>0.83659259259259255</c:v>
                </c:pt>
                <c:pt idx="21217">
                  <c:v>0.83659259259259255</c:v>
                </c:pt>
                <c:pt idx="21218">
                  <c:v>0.83659259259259255</c:v>
                </c:pt>
                <c:pt idx="21219">
                  <c:v>0.83659259259259255</c:v>
                </c:pt>
                <c:pt idx="21220">
                  <c:v>0.83659259259259255</c:v>
                </c:pt>
                <c:pt idx="21221">
                  <c:v>0.83674074074074078</c:v>
                </c:pt>
                <c:pt idx="21222">
                  <c:v>0.83674074074074078</c:v>
                </c:pt>
                <c:pt idx="21223">
                  <c:v>0.8368888888888889</c:v>
                </c:pt>
                <c:pt idx="21224">
                  <c:v>0.83703703703703702</c:v>
                </c:pt>
                <c:pt idx="21225">
                  <c:v>0.83718518518518514</c:v>
                </c:pt>
                <c:pt idx="21226">
                  <c:v>0.83718518518518514</c:v>
                </c:pt>
                <c:pt idx="21227">
                  <c:v>0.83733333333333337</c:v>
                </c:pt>
                <c:pt idx="21228">
                  <c:v>0.83748148148148149</c:v>
                </c:pt>
                <c:pt idx="21229">
                  <c:v>0.83762962962962961</c:v>
                </c:pt>
                <c:pt idx="21230">
                  <c:v>0.83762962962962961</c:v>
                </c:pt>
                <c:pt idx="21231">
                  <c:v>0.83762962962962961</c:v>
                </c:pt>
                <c:pt idx="21232">
                  <c:v>0.83762962962962961</c:v>
                </c:pt>
                <c:pt idx="21233">
                  <c:v>0.83762962962962961</c:v>
                </c:pt>
                <c:pt idx="21234">
                  <c:v>0.83762962962962961</c:v>
                </c:pt>
                <c:pt idx="21235">
                  <c:v>0.83762962962962961</c:v>
                </c:pt>
                <c:pt idx="21236">
                  <c:v>0.83777777777777773</c:v>
                </c:pt>
                <c:pt idx="21237">
                  <c:v>0.83792592592592596</c:v>
                </c:pt>
                <c:pt idx="21238">
                  <c:v>0.83792592592592596</c:v>
                </c:pt>
                <c:pt idx="21239">
                  <c:v>0.83807407407407408</c:v>
                </c:pt>
                <c:pt idx="21240">
                  <c:v>0.83807407407407408</c:v>
                </c:pt>
                <c:pt idx="21241">
                  <c:v>0.83807407407407408</c:v>
                </c:pt>
                <c:pt idx="21242">
                  <c:v>0.83807407407407408</c:v>
                </c:pt>
                <c:pt idx="21243">
                  <c:v>0.83807407407407408</c:v>
                </c:pt>
                <c:pt idx="21244">
                  <c:v>0.83807407407407408</c:v>
                </c:pt>
                <c:pt idx="21245">
                  <c:v>0.8382222222222222</c:v>
                </c:pt>
                <c:pt idx="21246">
                  <c:v>0.8382222222222222</c:v>
                </c:pt>
                <c:pt idx="21247">
                  <c:v>0.8382222222222222</c:v>
                </c:pt>
                <c:pt idx="21248">
                  <c:v>0.8382222222222222</c:v>
                </c:pt>
                <c:pt idx="21249">
                  <c:v>0.8382222222222222</c:v>
                </c:pt>
                <c:pt idx="21250">
                  <c:v>0.8382222222222222</c:v>
                </c:pt>
                <c:pt idx="21251">
                  <c:v>0.83837037037037032</c:v>
                </c:pt>
                <c:pt idx="21252">
                  <c:v>0.83837037037037032</c:v>
                </c:pt>
                <c:pt idx="21253">
                  <c:v>0.83837037037037032</c:v>
                </c:pt>
                <c:pt idx="21254">
                  <c:v>0.83851851851851855</c:v>
                </c:pt>
                <c:pt idx="21255">
                  <c:v>0.83851851851851855</c:v>
                </c:pt>
                <c:pt idx="21256">
                  <c:v>0.83851851851851855</c:v>
                </c:pt>
                <c:pt idx="21257">
                  <c:v>0.83851851851851855</c:v>
                </c:pt>
                <c:pt idx="21258">
                  <c:v>0.83866666666666667</c:v>
                </c:pt>
                <c:pt idx="21259">
                  <c:v>0.83866666666666667</c:v>
                </c:pt>
                <c:pt idx="21260">
                  <c:v>0.83866666666666667</c:v>
                </c:pt>
                <c:pt idx="21261">
                  <c:v>0.83881481481481479</c:v>
                </c:pt>
                <c:pt idx="21262">
                  <c:v>0.83881481481481479</c:v>
                </c:pt>
                <c:pt idx="21263">
                  <c:v>0.83896296296296291</c:v>
                </c:pt>
                <c:pt idx="21264">
                  <c:v>0.83896296296296291</c:v>
                </c:pt>
                <c:pt idx="21265">
                  <c:v>0.83911111111111114</c:v>
                </c:pt>
                <c:pt idx="21266">
                  <c:v>0.83911111111111114</c:v>
                </c:pt>
                <c:pt idx="21267">
                  <c:v>0.83925925925925926</c:v>
                </c:pt>
                <c:pt idx="21268">
                  <c:v>0.83925925925925926</c:v>
                </c:pt>
                <c:pt idx="21269">
                  <c:v>0.83925925925925926</c:v>
                </c:pt>
                <c:pt idx="21270">
                  <c:v>0.83925925925925926</c:v>
                </c:pt>
                <c:pt idx="21271">
                  <c:v>0.83940740740740738</c:v>
                </c:pt>
                <c:pt idx="21272">
                  <c:v>0.83940740740740738</c:v>
                </c:pt>
                <c:pt idx="21273">
                  <c:v>0.83940740740740738</c:v>
                </c:pt>
                <c:pt idx="21274">
                  <c:v>0.83940740740740738</c:v>
                </c:pt>
                <c:pt idx="21275">
                  <c:v>0.83940740740740738</c:v>
                </c:pt>
                <c:pt idx="21276">
                  <c:v>0.83955555555555561</c:v>
                </c:pt>
                <c:pt idx="21277">
                  <c:v>0.83955555555555561</c:v>
                </c:pt>
                <c:pt idx="21278">
                  <c:v>0.83955555555555561</c:v>
                </c:pt>
                <c:pt idx="21279">
                  <c:v>0.83955555555555561</c:v>
                </c:pt>
                <c:pt idx="21280">
                  <c:v>0.83970370370370373</c:v>
                </c:pt>
                <c:pt idx="21281">
                  <c:v>0.83970370370370373</c:v>
                </c:pt>
                <c:pt idx="21282">
                  <c:v>0.83970370370370373</c:v>
                </c:pt>
                <c:pt idx="21283">
                  <c:v>0.83970370370370373</c:v>
                </c:pt>
                <c:pt idx="21284">
                  <c:v>0.83985185185185185</c:v>
                </c:pt>
                <c:pt idx="21285">
                  <c:v>0.83985185185185185</c:v>
                </c:pt>
                <c:pt idx="21286">
                  <c:v>0.83985185185185185</c:v>
                </c:pt>
                <c:pt idx="21287">
                  <c:v>0.84</c:v>
                </c:pt>
                <c:pt idx="21288">
                  <c:v>0.84</c:v>
                </c:pt>
                <c:pt idx="21289">
                  <c:v>0.84</c:v>
                </c:pt>
                <c:pt idx="21290">
                  <c:v>0.84</c:v>
                </c:pt>
                <c:pt idx="21291">
                  <c:v>0.8401481481481482</c:v>
                </c:pt>
                <c:pt idx="21292">
                  <c:v>0.8401481481481482</c:v>
                </c:pt>
                <c:pt idx="21293">
                  <c:v>0.8401481481481482</c:v>
                </c:pt>
                <c:pt idx="21294">
                  <c:v>0.8401481481481482</c:v>
                </c:pt>
                <c:pt idx="21295">
                  <c:v>0.8401481481481482</c:v>
                </c:pt>
                <c:pt idx="21296">
                  <c:v>0.8401481481481482</c:v>
                </c:pt>
                <c:pt idx="21297">
                  <c:v>0.8401481481481482</c:v>
                </c:pt>
                <c:pt idx="21298">
                  <c:v>0.84029629629629632</c:v>
                </c:pt>
                <c:pt idx="21299">
                  <c:v>0.84029629629629632</c:v>
                </c:pt>
                <c:pt idx="21300">
                  <c:v>0.84044444444444444</c:v>
                </c:pt>
                <c:pt idx="21301">
                  <c:v>0.84044444444444444</c:v>
                </c:pt>
                <c:pt idx="21302">
                  <c:v>0.84059259259259256</c:v>
                </c:pt>
                <c:pt idx="21303">
                  <c:v>0.84059259259259256</c:v>
                </c:pt>
                <c:pt idx="21304">
                  <c:v>0.84059259259259256</c:v>
                </c:pt>
                <c:pt idx="21305">
                  <c:v>0.84059259259259256</c:v>
                </c:pt>
                <c:pt idx="21306">
                  <c:v>0.84074074074074079</c:v>
                </c:pt>
                <c:pt idx="21307">
                  <c:v>0.84074074074074079</c:v>
                </c:pt>
                <c:pt idx="21308">
                  <c:v>0.84074074074074079</c:v>
                </c:pt>
                <c:pt idx="21309">
                  <c:v>0.84088888888888891</c:v>
                </c:pt>
                <c:pt idx="21310">
                  <c:v>0.84088888888888891</c:v>
                </c:pt>
                <c:pt idx="21311">
                  <c:v>0.84103703703703703</c:v>
                </c:pt>
                <c:pt idx="21312">
                  <c:v>0.84103703703703703</c:v>
                </c:pt>
                <c:pt idx="21313">
                  <c:v>0.84103703703703703</c:v>
                </c:pt>
                <c:pt idx="21314">
                  <c:v>0.84103703703703703</c:v>
                </c:pt>
                <c:pt idx="21315">
                  <c:v>0.84103703703703703</c:v>
                </c:pt>
                <c:pt idx="21316">
                  <c:v>0.84103703703703703</c:v>
                </c:pt>
                <c:pt idx="21317">
                  <c:v>0.84103703703703703</c:v>
                </c:pt>
                <c:pt idx="21318">
                  <c:v>0.84103703703703703</c:v>
                </c:pt>
                <c:pt idx="21319">
                  <c:v>0.84103703703703703</c:v>
                </c:pt>
                <c:pt idx="21320">
                  <c:v>0.84103703703703703</c:v>
                </c:pt>
                <c:pt idx="21321">
                  <c:v>0.84103703703703703</c:v>
                </c:pt>
                <c:pt idx="21322">
                  <c:v>0.84103703703703703</c:v>
                </c:pt>
                <c:pt idx="21323">
                  <c:v>0.84103703703703703</c:v>
                </c:pt>
                <c:pt idx="21324">
                  <c:v>0.84103703703703703</c:v>
                </c:pt>
                <c:pt idx="21325">
                  <c:v>0.84103703703703703</c:v>
                </c:pt>
                <c:pt idx="21326">
                  <c:v>0.84118518518518515</c:v>
                </c:pt>
                <c:pt idx="21327">
                  <c:v>0.84133333333333338</c:v>
                </c:pt>
                <c:pt idx="21328">
                  <c:v>0.84133333333333338</c:v>
                </c:pt>
                <c:pt idx="21329">
                  <c:v>0.8414814814814815</c:v>
                </c:pt>
                <c:pt idx="21330">
                  <c:v>0.84162962962962962</c:v>
                </c:pt>
                <c:pt idx="21331">
                  <c:v>0.84162962962962962</c:v>
                </c:pt>
                <c:pt idx="21332">
                  <c:v>0.84162962962962962</c:v>
                </c:pt>
                <c:pt idx="21333">
                  <c:v>0.84162962962962962</c:v>
                </c:pt>
                <c:pt idx="21334">
                  <c:v>0.84162962962962962</c:v>
                </c:pt>
                <c:pt idx="21335">
                  <c:v>0.84162962962962962</c:v>
                </c:pt>
                <c:pt idx="21336">
                  <c:v>0.84162962962962962</c:v>
                </c:pt>
                <c:pt idx="21337">
                  <c:v>0.84162962962962962</c:v>
                </c:pt>
                <c:pt idx="21338">
                  <c:v>0.84162962962962962</c:v>
                </c:pt>
                <c:pt idx="21339">
                  <c:v>0.84177777777777774</c:v>
                </c:pt>
                <c:pt idx="21340">
                  <c:v>0.84177777777777774</c:v>
                </c:pt>
                <c:pt idx="21341">
                  <c:v>0.84177777777777774</c:v>
                </c:pt>
                <c:pt idx="21342">
                  <c:v>0.84177777777777774</c:v>
                </c:pt>
                <c:pt idx="21343">
                  <c:v>0.84192592592592597</c:v>
                </c:pt>
                <c:pt idx="21344">
                  <c:v>0.84192592592592597</c:v>
                </c:pt>
                <c:pt idx="21345">
                  <c:v>0.84207407407407409</c:v>
                </c:pt>
                <c:pt idx="21346">
                  <c:v>0.84207407407407409</c:v>
                </c:pt>
                <c:pt idx="21347">
                  <c:v>0.84222222222222221</c:v>
                </c:pt>
                <c:pt idx="21348">
                  <c:v>0.84222222222222221</c:v>
                </c:pt>
                <c:pt idx="21349">
                  <c:v>0.84222222222222221</c:v>
                </c:pt>
                <c:pt idx="21350">
                  <c:v>0.84237037037037032</c:v>
                </c:pt>
                <c:pt idx="21351">
                  <c:v>0.84237037037037032</c:v>
                </c:pt>
                <c:pt idx="21352">
                  <c:v>0.84237037037037032</c:v>
                </c:pt>
                <c:pt idx="21353">
                  <c:v>0.84237037037037032</c:v>
                </c:pt>
                <c:pt idx="21354">
                  <c:v>0.84237037037037032</c:v>
                </c:pt>
                <c:pt idx="21355">
                  <c:v>0.84237037037037032</c:v>
                </c:pt>
                <c:pt idx="21356">
                  <c:v>0.84237037037037032</c:v>
                </c:pt>
                <c:pt idx="21357">
                  <c:v>0.84237037037037032</c:v>
                </c:pt>
                <c:pt idx="21358">
                  <c:v>0.84251851851851856</c:v>
                </c:pt>
                <c:pt idx="21359">
                  <c:v>0.84251851851851856</c:v>
                </c:pt>
                <c:pt idx="21360">
                  <c:v>0.84266666666666667</c:v>
                </c:pt>
                <c:pt idx="21361">
                  <c:v>0.84266666666666667</c:v>
                </c:pt>
                <c:pt idx="21362">
                  <c:v>0.84266666666666667</c:v>
                </c:pt>
                <c:pt idx="21363">
                  <c:v>0.84281481481481479</c:v>
                </c:pt>
                <c:pt idx="21364">
                  <c:v>0.84281481481481479</c:v>
                </c:pt>
                <c:pt idx="21365">
                  <c:v>0.84281481481481479</c:v>
                </c:pt>
                <c:pt idx="21366">
                  <c:v>0.84281481481481479</c:v>
                </c:pt>
                <c:pt idx="21367">
                  <c:v>0.84281481481481479</c:v>
                </c:pt>
                <c:pt idx="21368">
                  <c:v>0.84281481481481479</c:v>
                </c:pt>
                <c:pt idx="21369">
                  <c:v>0.84281481481481479</c:v>
                </c:pt>
                <c:pt idx="21370">
                  <c:v>0.84296296296296291</c:v>
                </c:pt>
                <c:pt idx="21371">
                  <c:v>0.84296296296296291</c:v>
                </c:pt>
                <c:pt idx="21372">
                  <c:v>0.84296296296296291</c:v>
                </c:pt>
                <c:pt idx="21373">
                  <c:v>0.84296296296296291</c:v>
                </c:pt>
                <c:pt idx="21374">
                  <c:v>0.84296296296296291</c:v>
                </c:pt>
                <c:pt idx="21375">
                  <c:v>0.84296296296296291</c:v>
                </c:pt>
                <c:pt idx="21376">
                  <c:v>0.84296296296296291</c:v>
                </c:pt>
                <c:pt idx="21377">
                  <c:v>0.84296296296296291</c:v>
                </c:pt>
                <c:pt idx="21378">
                  <c:v>0.84296296296296291</c:v>
                </c:pt>
                <c:pt idx="21379">
                  <c:v>0.84296296296296291</c:v>
                </c:pt>
                <c:pt idx="21380">
                  <c:v>0.84296296296296291</c:v>
                </c:pt>
                <c:pt idx="21381">
                  <c:v>0.84296296296296291</c:v>
                </c:pt>
                <c:pt idx="21382">
                  <c:v>0.84311111111111114</c:v>
                </c:pt>
                <c:pt idx="21383">
                  <c:v>0.84311111111111114</c:v>
                </c:pt>
                <c:pt idx="21384">
                  <c:v>0.84325925925925926</c:v>
                </c:pt>
                <c:pt idx="21385">
                  <c:v>0.84325925925925926</c:v>
                </c:pt>
                <c:pt idx="21386">
                  <c:v>0.84325925925925926</c:v>
                </c:pt>
                <c:pt idx="21387">
                  <c:v>0.84325925925925926</c:v>
                </c:pt>
                <c:pt idx="21388">
                  <c:v>0.84325925925925926</c:v>
                </c:pt>
                <c:pt idx="21389">
                  <c:v>0.84325925925925926</c:v>
                </c:pt>
                <c:pt idx="21390">
                  <c:v>0.84325925925925926</c:v>
                </c:pt>
                <c:pt idx="21391">
                  <c:v>0.84325925925925926</c:v>
                </c:pt>
                <c:pt idx="21392">
                  <c:v>0.84325925925925926</c:v>
                </c:pt>
                <c:pt idx="21393">
                  <c:v>0.84325925925925926</c:v>
                </c:pt>
                <c:pt idx="21394">
                  <c:v>0.84325925925925926</c:v>
                </c:pt>
                <c:pt idx="21395">
                  <c:v>0.84325925925925926</c:v>
                </c:pt>
                <c:pt idx="21396">
                  <c:v>0.84325925925925926</c:v>
                </c:pt>
                <c:pt idx="21397">
                  <c:v>0.84325925925925926</c:v>
                </c:pt>
                <c:pt idx="21398">
                  <c:v>0.84340740740740738</c:v>
                </c:pt>
                <c:pt idx="21399">
                  <c:v>0.84340740740740738</c:v>
                </c:pt>
                <c:pt idx="21400">
                  <c:v>0.84340740740740738</c:v>
                </c:pt>
                <c:pt idx="21401">
                  <c:v>0.84340740740740738</c:v>
                </c:pt>
                <c:pt idx="21402">
                  <c:v>0.8435555555555555</c:v>
                </c:pt>
                <c:pt idx="21403">
                  <c:v>0.8435555555555555</c:v>
                </c:pt>
                <c:pt idx="21404">
                  <c:v>0.8435555555555555</c:v>
                </c:pt>
                <c:pt idx="21405">
                  <c:v>0.84370370370370373</c:v>
                </c:pt>
                <c:pt idx="21406">
                  <c:v>0.84370370370370373</c:v>
                </c:pt>
                <c:pt idx="21407">
                  <c:v>0.84370370370370373</c:v>
                </c:pt>
                <c:pt idx="21408">
                  <c:v>0.84370370370370373</c:v>
                </c:pt>
                <c:pt idx="21409">
                  <c:v>0.84370370370370373</c:v>
                </c:pt>
                <c:pt idx="21410">
                  <c:v>0.84370370370370373</c:v>
                </c:pt>
                <c:pt idx="21411">
                  <c:v>0.84370370370370373</c:v>
                </c:pt>
                <c:pt idx="21412">
                  <c:v>0.84370370370370373</c:v>
                </c:pt>
                <c:pt idx="21413">
                  <c:v>0.84385185185185185</c:v>
                </c:pt>
                <c:pt idx="21414">
                  <c:v>0.84399999999999997</c:v>
                </c:pt>
                <c:pt idx="21415">
                  <c:v>0.8441481481481482</c:v>
                </c:pt>
                <c:pt idx="21416">
                  <c:v>0.8441481481481482</c:v>
                </c:pt>
                <c:pt idx="21417">
                  <c:v>0.8441481481481482</c:v>
                </c:pt>
                <c:pt idx="21418">
                  <c:v>0.84429629629629632</c:v>
                </c:pt>
                <c:pt idx="21419">
                  <c:v>0.84429629629629632</c:v>
                </c:pt>
                <c:pt idx="21420">
                  <c:v>0.84429629629629632</c:v>
                </c:pt>
                <c:pt idx="21421">
                  <c:v>0.84429629629629632</c:v>
                </c:pt>
                <c:pt idx="21422">
                  <c:v>0.84429629629629632</c:v>
                </c:pt>
                <c:pt idx="21423">
                  <c:v>0.84429629629629632</c:v>
                </c:pt>
                <c:pt idx="21424">
                  <c:v>0.84429629629629632</c:v>
                </c:pt>
                <c:pt idx="21425">
                  <c:v>0.84429629629629632</c:v>
                </c:pt>
                <c:pt idx="21426">
                  <c:v>0.84429629629629632</c:v>
                </c:pt>
                <c:pt idx="21427">
                  <c:v>0.84429629629629632</c:v>
                </c:pt>
                <c:pt idx="21428">
                  <c:v>0.84429629629629632</c:v>
                </c:pt>
                <c:pt idx="21429">
                  <c:v>0.84429629629629632</c:v>
                </c:pt>
                <c:pt idx="21430">
                  <c:v>0.84429629629629632</c:v>
                </c:pt>
                <c:pt idx="21431">
                  <c:v>0.84429629629629632</c:v>
                </c:pt>
                <c:pt idx="21432">
                  <c:v>0.84429629629629632</c:v>
                </c:pt>
                <c:pt idx="21433">
                  <c:v>0.84429629629629632</c:v>
                </c:pt>
                <c:pt idx="21434">
                  <c:v>0.84429629629629632</c:v>
                </c:pt>
                <c:pt idx="21435">
                  <c:v>0.84429629629629632</c:v>
                </c:pt>
                <c:pt idx="21436">
                  <c:v>0.84429629629629632</c:v>
                </c:pt>
                <c:pt idx="21437">
                  <c:v>0.84429629629629632</c:v>
                </c:pt>
                <c:pt idx="21438">
                  <c:v>0.84429629629629632</c:v>
                </c:pt>
                <c:pt idx="21439">
                  <c:v>0.84429629629629632</c:v>
                </c:pt>
                <c:pt idx="21440">
                  <c:v>0.84444444444444444</c:v>
                </c:pt>
                <c:pt idx="21441">
                  <c:v>0.84444444444444444</c:v>
                </c:pt>
                <c:pt idx="21442">
                  <c:v>0.84444444444444444</c:v>
                </c:pt>
                <c:pt idx="21443">
                  <c:v>0.84459259259259256</c:v>
                </c:pt>
                <c:pt idx="21444">
                  <c:v>0.84474074074074079</c:v>
                </c:pt>
                <c:pt idx="21445">
                  <c:v>0.84474074074074079</c:v>
                </c:pt>
                <c:pt idx="21446">
                  <c:v>0.84474074074074079</c:v>
                </c:pt>
                <c:pt idx="21447">
                  <c:v>0.84474074074074079</c:v>
                </c:pt>
                <c:pt idx="21448">
                  <c:v>0.84474074074074079</c:v>
                </c:pt>
                <c:pt idx="21449">
                  <c:v>0.84474074074074079</c:v>
                </c:pt>
                <c:pt idx="21450">
                  <c:v>0.84488888888888891</c:v>
                </c:pt>
                <c:pt idx="21451">
                  <c:v>0.84488888888888891</c:v>
                </c:pt>
                <c:pt idx="21452">
                  <c:v>0.84503703703703703</c:v>
                </c:pt>
                <c:pt idx="21453">
                  <c:v>0.84503703703703703</c:v>
                </c:pt>
                <c:pt idx="21454">
                  <c:v>0.84503703703703703</c:v>
                </c:pt>
                <c:pt idx="21455">
                  <c:v>0.84503703703703703</c:v>
                </c:pt>
                <c:pt idx="21456">
                  <c:v>0.84503703703703703</c:v>
                </c:pt>
                <c:pt idx="21457">
                  <c:v>0.84503703703703703</c:v>
                </c:pt>
                <c:pt idx="21458">
                  <c:v>0.84503703703703703</c:v>
                </c:pt>
                <c:pt idx="21459">
                  <c:v>0.84503703703703703</c:v>
                </c:pt>
                <c:pt idx="21460">
                  <c:v>0.84503703703703703</c:v>
                </c:pt>
                <c:pt idx="21461">
                  <c:v>0.84503703703703703</c:v>
                </c:pt>
                <c:pt idx="21462">
                  <c:v>0.84503703703703703</c:v>
                </c:pt>
                <c:pt idx="21463">
                  <c:v>0.84503703703703703</c:v>
                </c:pt>
                <c:pt idx="21464">
                  <c:v>0.84503703703703703</c:v>
                </c:pt>
                <c:pt idx="21465">
                  <c:v>0.84503703703703703</c:v>
                </c:pt>
                <c:pt idx="21466">
                  <c:v>0.84503703703703703</c:v>
                </c:pt>
                <c:pt idx="21467">
                  <c:v>0.84503703703703703</c:v>
                </c:pt>
                <c:pt idx="21468">
                  <c:v>0.84503703703703703</c:v>
                </c:pt>
                <c:pt idx="21469">
                  <c:v>0.84503703703703703</c:v>
                </c:pt>
                <c:pt idx="21470">
                  <c:v>0.84518518518518515</c:v>
                </c:pt>
                <c:pt idx="21471">
                  <c:v>0.84518518518518515</c:v>
                </c:pt>
                <c:pt idx="21472">
                  <c:v>0.84533333333333338</c:v>
                </c:pt>
                <c:pt idx="21473">
                  <c:v>0.84533333333333338</c:v>
                </c:pt>
                <c:pt idx="21474">
                  <c:v>0.84533333333333338</c:v>
                </c:pt>
                <c:pt idx="21475">
                  <c:v>0.8454814814814815</c:v>
                </c:pt>
                <c:pt idx="21476">
                  <c:v>0.8454814814814815</c:v>
                </c:pt>
                <c:pt idx="21477">
                  <c:v>0.8454814814814815</c:v>
                </c:pt>
                <c:pt idx="21478">
                  <c:v>0.84562962962962962</c:v>
                </c:pt>
                <c:pt idx="21479">
                  <c:v>0.84562962962962962</c:v>
                </c:pt>
                <c:pt idx="21480">
                  <c:v>0.84562962962962962</c:v>
                </c:pt>
                <c:pt idx="21481">
                  <c:v>0.84562962962962962</c:v>
                </c:pt>
                <c:pt idx="21482">
                  <c:v>0.84562962962962962</c:v>
                </c:pt>
                <c:pt idx="21483">
                  <c:v>0.84562962962962962</c:v>
                </c:pt>
                <c:pt idx="21484">
                  <c:v>0.84577777777777774</c:v>
                </c:pt>
                <c:pt idx="21485">
                  <c:v>0.84577777777777774</c:v>
                </c:pt>
                <c:pt idx="21486">
                  <c:v>0.84577777777777774</c:v>
                </c:pt>
                <c:pt idx="21487">
                  <c:v>0.84577777777777774</c:v>
                </c:pt>
                <c:pt idx="21488">
                  <c:v>0.84592592592592597</c:v>
                </c:pt>
                <c:pt idx="21489">
                  <c:v>0.84592592592592597</c:v>
                </c:pt>
                <c:pt idx="21490">
                  <c:v>0.84592592592592597</c:v>
                </c:pt>
                <c:pt idx="21491">
                  <c:v>0.84592592592592597</c:v>
                </c:pt>
                <c:pt idx="21492">
                  <c:v>0.84592592592592597</c:v>
                </c:pt>
                <c:pt idx="21493">
                  <c:v>0.84592592592592597</c:v>
                </c:pt>
                <c:pt idx="21494">
                  <c:v>0.84592592592592597</c:v>
                </c:pt>
                <c:pt idx="21495">
                  <c:v>0.84592592592592597</c:v>
                </c:pt>
                <c:pt idx="21496">
                  <c:v>0.84592592592592597</c:v>
                </c:pt>
                <c:pt idx="21497">
                  <c:v>0.84592592592592597</c:v>
                </c:pt>
                <c:pt idx="21498">
                  <c:v>0.84592592592592597</c:v>
                </c:pt>
                <c:pt idx="21499">
                  <c:v>0.84607407407407409</c:v>
                </c:pt>
                <c:pt idx="21500">
                  <c:v>0.84607407407407409</c:v>
                </c:pt>
                <c:pt idx="21501">
                  <c:v>0.84607407407407409</c:v>
                </c:pt>
                <c:pt idx="21502">
                  <c:v>0.84607407407407409</c:v>
                </c:pt>
                <c:pt idx="21503">
                  <c:v>0.84622222222222221</c:v>
                </c:pt>
                <c:pt idx="21504">
                  <c:v>0.84622222222222221</c:v>
                </c:pt>
                <c:pt idx="21505">
                  <c:v>0.84622222222222221</c:v>
                </c:pt>
                <c:pt idx="21506">
                  <c:v>0.84637037037037033</c:v>
                </c:pt>
                <c:pt idx="21507">
                  <c:v>0.84637037037037033</c:v>
                </c:pt>
                <c:pt idx="21508">
                  <c:v>0.84637037037037033</c:v>
                </c:pt>
                <c:pt idx="21509">
                  <c:v>0.84637037037037033</c:v>
                </c:pt>
                <c:pt idx="21510">
                  <c:v>0.84637037037037033</c:v>
                </c:pt>
                <c:pt idx="21511">
                  <c:v>0.84651851851851856</c:v>
                </c:pt>
                <c:pt idx="21512">
                  <c:v>0.84651851851851856</c:v>
                </c:pt>
                <c:pt idx="21513">
                  <c:v>0.84651851851851856</c:v>
                </c:pt>
                <c:pt idx="21514">
                  <c:v>0.84666666666666668</c:v>
                </c:pt>
                <c:pt idx="21515">
                  <c:v>0.84666666666666668</c:v>
                </c:pt>
                <c:pt idx="21516">
                  <c:v>0.8468148148148148</c:v>
                </c:pt>
                <c:pt idx="21517">
                  <c:v>0.8468148148148148</c:v>
                </c:pt>
                <c:pt idx="21518">
                  <c:v>0.8468148148148148</c:v>
                </c:pt>
                <c:pt idx="21519">
                  <c:v>0.8468148148148148</c:v>
                </c:pt>
                <c:pt idx="21520">
                  <c:v>0.84696296296296292</c:v>
                </c:pt>
                <c:pt idx="21521">
                  <c:v>0.84696296296296292</c:v>
                </c:pt>
                <c:pt idx="21522">
                  <c:v>0.84696296296296292</c:v>
                </c:pt>
                <c:pt idx="21523">
                  <c:v>0.84696296296296292</c:v>
                </c:pt>
                <c:pt idx="21524">
                  <c:v>0.84711111111111115</c:v>
                </c:pt>
                <c:pt idx="21525">
                  <c:v>0.84711111111111115</c:v>
                </c:pt>
                <c:pt idx="21526">
                  <c:v>0.84711111111111115</c:v>
                </c:pt>
                <c:pt idx="21527">
                  <c:v>0.84711111111111115</c:v>
                </c:pt>
                <c:pt idx="21528">
                  <c:v>0.84725925925925927</c:v>
                </c:pt>
                <c:pt idx="21529">
                  <c:v>0.84725925925925927</c:v>
                </c:pt>
                <c:pt idx="21530">
                  <c:v>0.84725925925925927</c:v>
                </c:pt>
                <c:pt idx="21531">
                  <c:v>0.84725925925925927</c:v>
                </c:pt>
                <c:pt idx="21532">
                  <c:v>0.84725925925925927</c:v>
                </c:pt>
                <c:pt idx="21533">
                  <c:v>0.84725925925925927</c:v>
                </c:pt>
                <c:pt idx="21534">
                  <c:v>0.84740740740740739</c:v>
                </c:pt>
                <c:pt idx="21535">
                  <c:v>0.84755555555555551</c:v>
                </c:pt>
                <c:pt idx="21536">
                  <c:v>0.84755555555555551</c:v>
                </c:pt>
                <c:pt idx="21537">
                  <c:v>0.84755555555555551</c:v>
                </c:pt>
                <c:pt idx="21538">
                  <c:v>0.84755555555555551</c:v>
                </c:pt>
                <c:pt idx="21539">
                  <c:v>0.84755555555555551</c:v>
                </c:pt>
                <c:pt idx="21540">
                  <c:v>0.84755555555555551</c:v>
                </c:pt>
                <c:pt idx="21541">
                  <c:v>0.84755555555555551</c:v>
                </c:pt>
                <c:pt idx="21542">
                  <c:v>0.84770370370370374</c:v>
                </c:pt>
                <c:pt idx="21543">
                  <c:v>0.84770370370370374</c:v>
                </c:pt>
                <c:pt idx="21544">
                  <c:v>0.84770370370370374</c:v>
                </c:pt>
                <c:pt idx="21545">
                  <c:v>0.84770370370370374</c:v>
                </c:pt>
                <c:pt idx="21546">
                  <c:v>0.84770370370370374</c:v>
                </c:pt>
                <c:pt idx="21547">
                  <c:v>0.84770370370370374</c:v>
                </c:pt>
                <c:pt idx="21548">
                  <c:v>0.84770370370370374</c:v>
                </c:pt>
                <c:pt idx="21549">
                  <c:v>0.84770370370370374</c:v>
                </c:pt>
                <c:pt idx="21550">
                  <c:v>0.84770370370370374</c:v>
                </c:pt>
                <c:pt idx="21551">
                  <c:v>0.84770370370370374</c:v>
                </c:pt>
                <c:pt idx="21552">
                  <c:v>0.84770370370370374</c:v>
                </c:pt>
                <c:pt idx="21553">
                  <c:v>0.84770370370370374</c:v>
                </c:pt>
                <c:pt idx="21554">
                  <c:v>0.84785185185185186</c:v>
                </c:pt>
                <c:pt idx="21555">
                  <c:v>0.84799999999999998</c:v>
                </c:pt>
                <c:pt idx="21556">
                  <c:v>0.84799999999999998</c:v>
                </c:pt>
                <c:pt idx="21557">
                  <c:v>0.84799999999999998</c:v>
                </c:pt>
                <c:pt idx="21558">
                  <c:v>0.8481481481481481</c:v>
                </c:pt>
                <c:pt idx="21559">
                  <c:v>0.8481481481481481</c:v>
                </c:pt>
                <c:pt idx="21560">
                  <c:v>0.8481481481481481</c:v>
                </c:pt>
                <c:pt idx="21561">
                  <c:v>0.8481481481481481</c:v>
                </c:pt>
                <c:pt idx="21562">
                  <c:v>0.8481481481481481</c:v>
                </c:pt>
                <c:pt idx="21563">
                  <c:v>0.8481481481481481</c:v>
                </c:pt>
                <c:pt idx="21564">
                  <c:v>0.8481481481481481</c:v>
                </c:pt>
                <c:pt idx="21565">
                  <c:v>0.84829629629629633</c:v>
                </c:pt>
                <c:pt idx="21566">
                  <c:v>0.84829629629629633</c:v>
                </c:pt>
                <c:pt idx="21567">
                  <c:v>0.84844444444444445</c:v>
                </c:pt>
                <c:pt idx="21568">
                  <c:v>0.84844444444444445</c:v>
                </c:pt>
                <c:pt idx="21569">
                  <c:v>0.84859259259259257</c:v>
                </c:pt>
                <c:pt idx="21570">
                  <c:v>0.8487407407407408</c:v>
                </c:pt>
                <c:pt idx="21571">
                  <c:v>0.8487407407407408</c:v>
                </c:pt>
                <c:pt idx="21572">
                  <c:v>0.84888888888888892</c:v>
                </c:pt>
                <c:pt idx="21573">
                  <c:v>0.84888888888888892</c:v>
                </c:pt>
                <c:pt idx="21574">
                  <c:v>0.84888888888888892</c:v>
                </c:pt>
                <c:pt idx="21575">
                  <c:v>0.84903703703703703</c:v>
                </c:pt>
                <c:pt idx="21576">
                  <c:v>0.84918518518518515</c:v>
                </c:pt>
                <c:pt idx="21577">
                  <c:v>0.84918518518518515</c:v>
                </c:pt>
                <c:pt idx="21578">
                  <c:v>0.84918518518518515</c:v>
                </c:pt>
                <c:pt idx="21579">
                  <c:v>0.84918518518518515</c:v>
                </c:pt>
                <c:pt idx="21580">
                  <c:v>0.84918518518518515</c:v>
                </c:pt>
                <c:pt idx="21581">
                  <c:v>0.84933333333333338</c:v>
                </c:pt>
                <c:pt idx="21582">
                  <c:v>0.84933333333333338</c:v>
                </c:pt>
                <c:pt idx="21583">
                  <c:v>0.84933333333333338</c:v>
                </c:pt>
                <c:pt idx="21584">
                  <c:v>0.8494814814814815</c:v>
                </c:pt>
                <c:pt idx="21585">
                  <c:v>0.8494814814814815</c:v>
                </c:pt>
                <c:pt idx="21586">
                  <c:v>0.84962962962962962</c:v>
                </c:pt>
                <c:pt idx="21587">
                  <c:v>0.84962962962962962</c:v>
                </c:pt>
                <c:pt idx="21588">
                  <c:v>0.84962962962962962</c:v>
                </c:pt>
                <c:pt idx="21589">
                  <c:v>0.84962962962962962</c:v>
                </c:pt>
                <c:pt idx="21590">
                  <c:v>0.84962962962962962</c:v>
                </c:pt>
                <c:pt idx="21591">
                  <c:v>0.84977777777777774</c:v>
                </c:pt>
                <c:pt idx="21592">
                  <c:v>0.84977777777777774</c:v>
                </c:pt>
                <c:pt idx="21593">
                  <c:v>0.84977777777777774</c:v>
                </c:pt>
                <c:pt idx="21594">
                  <c:v>0.84977777777777774</c:v>
                </c:pt>
                <c:pt idx="21595">
                  <c:v>0.84977777777777774</c:v>
                </c:pt>
                <c:pt idx="21596">
                  <c:v>0.84977777777777774</c:v>
                </c:pt>
                <c:pt idx="21597">
                  <c:v>0.84977777777777774</c:v>
                </c:pt>
                <c:pt idx="21598">
                  <c:v>0.84977777777777774</c:v>
                </c:pt>
                <c:pt idx="21599">
                  <c:v>0.84977777777777774</c:v>
                </c:pt>
                <c:pt idx="21600">
                  <c:v>0.84977777777777774</c:v>
                </c:pt>
                <c:pt idx="21601">
                  <c:v>0.84977777777777774</c:v>
                </c:pt>
                <c:pt idx="21602">
                  <c:v>0.84992592592592597</c:v>
                </c:pt>
                <c:pt idx="21603">
                  <c:v>0.84992592592592597</c:v>
                </c:pt>
                <c:pt idx="21604">
                  <c:v>0.84992592592592597</c:v>
                </c:pt>
                <c:pt idx="21605">
                  <c:v>0.84992592592592597</c:v>
                </c:pt>
                <c:pt idx="21606">
                  <c:v>0.85007407407407409</c:v>
                </c:pt>
                <c:pt idx="21607">
                  <c:v>0.85007407407407409</c:v>
                </c:pt>
                <c:pt idx="21608">
                  <c:v>0.85007407407407409</c:v>
                </c:pt>
                <c:pt idx="21609">
                  <c:v>0.85022222222222221</c:v>
                </c:pt>
                <c:pt idx="21610">
                  <c:v>0.85022222222222221</c:v>
                </c:pt>
                <c:pt idx="21611">
                  <c:v>0.85022222222222221</c:v>
                </c:pt>
                <c:pt idx="21612">
                  <c:v>0.85022222222222221</c:v>
                </c:pt>
                <c:pt idx="21613">
                  <c:v>0.85022222222222221</c:v>
                </c:pt>
                <c:pt idx="21614">
                  <c:v>0.85037037037037033</c:v>
                </c:pt>
                <c:pt idx="21615">
                  <c:v>0.85037037037037033</c:v>
                </c:pt>
                <c:pt idx="21616">
                  <c:v>0.85037037037037033</c:v>
                </c:pt>
                <c:pt idx="21617">
                  <c:v>0.85051851851851856</c:v>
                </c:pt>
                <c:pt idx="21618">
                  <c:v>0.85051851851851856</c:v>
                </c:pt>
                <c:pt idx="21619">
                  <c:v>0.85051851851851856</c:v>
                </c:pt>
                <c:pt idx="21620">
                  <c:v>0.85051851851851856</c:v>
                </c:pt>
                <c:pt idx="21621">
                  <c:v>0.85051851851851856</c:v>
                </c:pt>
                <c:pt idx="21622">
                  <c:v>0.85066666666666668</c:v>
                </c:pt>
                <c:pt idx="21623">
                  <c:v>0.85066666666666668</c:v>
                </c:pt>
                <c:pt idx="21624">
                  <c:v>0.85066666666666668</c:v>
                </c:pt>
                <c:pt idx="21625">
                  <c:v>0.85066666666666668</c:v>
                </c:pt>
                <c:pt idx="21626">
                  <c:v>0.85066666666666668</c:v>
                </c:pt>
                <c:pt idx="21627">
                  <c:v>0.8508148148148148</c:v>
                </c:pt>
                <c:pt idx="21628">
                  <c:v>0.8508148148148148</c:v>
                </c:pt>
                <c:pt idx="21629">
                  <c:v>0.8508148148148148</c:v>
                </c:pt>
                <c:pt idx="21630">
                  <c:v>0.8508148148148148</c:v>
                </c:pt>
                <c:pt idx="21631">
                  <c:v>0.8508148148148148</c:v>
                </c:pt>
                <c:pt idx="21632">
                  <c:v>0.8508148148148148</c:v>
                </c:pt>
                <c:pt idx="21633">
                  <c:v>0.8508148148148148</c:v>
                </c:pt>
                <c:pt idx="21634">
                  <c:v>0.8508148148148148</c:v>
                </c:pt>
                <c:pt idx="21635">
                  <c:v>0.85096296296296292</c:v>
                </c:pt>
                <c:pt idx="21636">
                  <c:v>0.85096296296296292</c:v>
                </c:pt>
                <c:pt idx="21637">
                  <c:v>0.85096296296296292</c:v>
                </c:pt>
                <c:pt idx="21638">
                  <c:v>0.85096296296296292</c:v>
                </c:pt>
                <c:pt idx="21639">
                  <c:v>0.85096296296296292</c:v>
                </c:pt>
                <c:pt idx="21640">
                  <c:v>0.85096296296296292</c:v>
                </c:pt>
                <c:pt idx="21641">
                  <c:v>0.85096296296296292</c:v>
                </c:pt>
                <c:pt idx="21642">
                  <c:v>0.85096296296296292</c:v>
                </c:pt>
                <c:pt idx="21643">
                  <c:v>0.85096296296296292</c:v>
                </c:pt>
                <c:pt idx="21644">
                  <c:v>0.85111111111111115</c:v>
                </c:pt>
                <c:pt idx="21645">
                  <c:v>0.85111111111111115</c:v>
                </c:pt>
                <c:pt idx="21646">
                  <c:v>0.85111111111111115</c:v>
                </c:pt>
                <c:pt idx="21647">
                  <c:v>0.85111111111111115</c:v>
                </c:pt>
                <c:pt idx="21648">
                  <c:v>0.85125925925925927</c:v>
                </c:pt>
                <c:pt idx="21649">
                  <c:v>0.85140740740740739</c:v>
                </c:pt>
                <c:pt idx="21650">
                  <c:v>0.85155555555555551</c:v>
                </c:pt>
                <c:pt idx="21651">
                  <c:v>0.85155555555555551</c:v>
                </c:pt>
                <c:pt idx="21652">
                  <c:v>0.85155555555555551</c:v>
                </c:pt>
                <c:pt idx="21653">
                  <c:v>0.85155555555555551</c:v>
                </c:pt>
                <c:pt idx="21654">
                  <c:v>0.85155555555555551</c:v>
                </c:pt>
                <c:pt idx="21655">
                  <c:v>0.85170370370370374</c:v>
                </c:pt>
                <c:pt idx="21656">
                  <c:v>0.85170370370370374</c:v>
                </c:pt>
                <c:pt idx="21657">
                  <c:v>0.85170370370370374</c:v>
                </c:pt>
                <c:pt idx="21658">
                  <c:v>0.85170370370370374</c:v>
                </c:pt>
                <c:pt idx="21659">
                  <c:v>0.85170370370370374</c:v>
                </c:pt>
                <c:pt idx="21660">
                  <c:v>0.85170370370370374</c:v>
                </c:pt>
                <c:pt idx="21661">
                  <c:v>0.85170370370370374</c:v>
                </c:pt>
                <c:pt idx="21662">
                  <c:v>0.85170370370370374</c:v>
                </c:pt>
                <c:pt idx="21663">
                  <c:v>0.85185185185185186</c:v>
                </c:pt>
                <c:pt idx="21664">
                  <c:v>0.85185185185185186</c:v>
                </c:pt>
                <c:pt idx="21665">
                  <c:v>0.85185185185185186</c:v>
                </c:pt>
                <c:pt idx="21666">
                  <c:v>0.85185185185185186</c:v>
                </c:pt>
                <c:pt idx="21667">
                  <c:v>0.85185185185185186</c:v>
                </c:pt>
                <c:pt idx="21668">
                  <c:v>0.85185185185185186</c:v>
                </c:pt>
                <c:pt idx="21669">
                  <c:v>0.85185185185185186</c:v>
                </c:pt>
                <c:pt idx="21670">
                  <c:v>0.85185185185185186</c:v>
                </c:pt>
                <c:pt idx="21671">
                  <c:v>0.85185185185185186</c:v>
                </c:pt>
                <c:pt idx="21672">
                  <c:v>0.85199999999999998</c:v>
                </c:pt>
                <c:pt idx="21673">
                  <c:v>0.8521481481481481</c:v>
                </c:pt>
                <c:pt idx="21674">
                  <c:v>0.8521481481481481</c:v>
                </c:pt>
                <c:pt idx="21675">
                  <c:v>0.8521481481481481</c:v>
                </c:pt>
                <c:pt idx="21676">
                  <c:v>0.8521481481481481</c:v>
                </c:pt>
                <c:pt idx="21677">
                  <c:v>0.8521481481481481</c:v>
                </c:pt>
                <c:pt idx="21678">
                  <c:v>0.8521481481481481</c:v>
                </c:pt>
                <c:pt idx="21679">
                  <c:v>0.8521481481481481</c:v>
                </c:pt>
                <c:pt idx="21680">
                  <c:v>0.85229629629629633</c:v>
                </c:pt>
                <c:pt idx="21681">
                  <c:v>0.85229629629629633</c:v>
                </c:pt>
                <c:pt idx="21682">
                  <c:v>0.85229629629629633</c:v>
                </c:pt>
                <c:pt idx="21683">
                  <c:v>0.85229629629629633</c:v>
                </c:pt>
                <c:pt idx="21684">
                  <c:v>0.85229629629629633</c:v>
                </c:pt>
                <c:pt idx="21685">
                  <c:v>0.85229629629629633</c:v>
                </c:pt>
                <c:pt idx="21686">
                  <c:v>0.85244444444444445</c:v>
                </c:pt>
                <c:pt idx="21687">
                  <c:v>0.85244444444444445</c:v>
                </c:pt>
                <c:pt idx="21688">
                  <c:v>0.85259259259259257</c:v>
                </c:pt>
                <c:pt idx="21689">
                  <c:v>0.85259259259259257</c:v>
                </c:pt>
                <c:pt idx="21690">
                  <c:v>0.85274074074074069</c:v>
                </c:pt>
                <c:pt idx="21691">
                  <c:v>0.85288888888888892</c:v>
                </c:pt>
                <c:pt idx="21692">
                  <c:v>0.85288888888888892</c:v>
                </c:pt>
                <c:pt idx="21693">
                  <c:v>0.85303703703703704</c:v>
                </c:pt>
                <c:pt idx="21694">
                  <c:v>0.85303703703703704</c:v>
                </c:pt>
                <c:pt idx="21695">
                  <c:v>0.85303703703703704</c:v>
                </c:pt>
                <c:pt idx="21696">
                  <c:v>0.85318518518518516</c:v>
                </c:pt>
                <c:pt idx="21697">
                  <c:v>0.85318518518518516</c:v>
                </c:pt>
                <c:pt idx="21698">
                  <c:v>0.85318518518518516</c:v>
                </c:pt>
                <c:pt idx="21699">
                  <c:v>0.85318518518518516</c:v>
                </c:pt>
                <c:pt idx="21700">
                  <c:v>0.85318518518518516</c:v>
                </c:pt>
                <c:pt idx="21701">
                  <c:v>0.85318518518518516</c:v>
                </c:pt>
                <c:pt idx="21702">
                  <c:v>0.85318518518518516</c:v>
                </c:pt>
                <c:pt idx="21703">
                  <c:v>0.85333333333333339</c:v>
                </c:pt>
                <c:pt idx="21704">
                  <c:v>0.85348148148148151</c:v>
                </c:pt>
                <c:pt idx="21705">
                  <c:v>0.85348148148148151</c:v>
                </c:pt>
                <c:pt idx="21706">
                  <c:v>0.85348148148148151</c:v>
                </c:pt>
                <c:pt idx="21707">
                  <c:v>0.85362962962962963</c:v>
                </c:pt>
                <c:pt idx="21708">
                  <c:v>0.85362962962962963</c:v>
                </c:pt>
                <c:pt idx="21709">
                  <c:v>0.85362962962962963</c:v>
                </c:pt>
                <c:pt idx="21710">
                  <c:v>0.85377777777777775</c:v>
                </c:pt>
                <c:pt idx="21711">
                  <c:v>0.85377777777777775</c:v>
                </c:pt>
                <c:pt idx="21712">
                  <c:v>0.85377777777777775</c:v>
                </c:pt>
                <c:pt idx="21713">
                  <c:v>0.85392592592592598</c:v>
                </c:pt>
                <c:pt idx="21714">
                  <c:v>0.8540740740740741</c:v>
                </c:pt>
                <c:pt idx="21715">
                  <c:v>0.8540740740740741</c:v>
                </c:pt>
                <c:pt idx="21716">
                  <c:v>0.85422222222222222</c:v>
                </c:pt>
                <c:pt idx="21717">
                  <c:v>0.85422222222222222</c:v>
                </c:pt>
                <c:pt idx="21718">
                  <c:v>0.85437037037037034</c:v>
                </c:pt>
                <c:pt idx="21719">
                  <c:v>0.85437037037037034</c:v>
                </c:pt>
                <c:pt idx="21720">
                  <c:v>0.85437037037037034</c:v>
                </c:pt>
                <c:pt idx="21721">
                  <c:v>0.85451851851851857</c:v>
                </c:pt>
                <c:pt idx="21722">
                  <c:v>0.85451851851851857</c:v>
                </c:pt>
                <c:pt idx="21723">
                  <c:v>0.85451851851851857</c:v>
                </c:pt>
                <c:pt idx="21724">
                  <c:v>0.85451851851851857</c:v>
                </c:pt>
                <c:pt idx="21725">
                  <c:v>0.85466666666666669</c:v>
                </c:pt>
                <c:pt idx="21726">
                  <c:v>0.85481481481481481</c:v>
                </c:pt>
                <c:pt idx="21727">
                  <c:v>0.85481481481481481</c:v>
                </c:pt>
                <c:pt idx="21728">
                  <c:v>0.85496296296296292</c:v>
                </c:pt>
                <c:pt idx="21729">
                  <c:v>0.85511111111111116</c:v>
                </c:pt>
                <c:pt idx="21730">
                  <c:v>0.85511111111111116</c:v>
                </c:pt>
                <c:pt idx="21731">
                  <c:v>0.85511111111111116</c:v>
                </c:pt>
                <c:pt idx="21732">
                  <c:v>0.85511111111111116</c:v>
                </c:pt>
                <c:pt idx="21733">
                  <c:v>0.85525925925925927</c:v>
                </c:pt>
                <c:pt idx="21734">
                  <c:v>0.85525925925925927</c:v>
                </c:pt>
                <c:pt idx="21735">
                  <c:v>0.85540740740740739</c:v>
                </c:pt>
                <c:pt idx="21736">
                  <c:v>0.85540740740740739</c:v>
                </c:pt>
                <c:pt idx="21737">
                  <c:v>0.85540740740740739</c:v>
                </c:pt>
                <c:pt idx="21738">
                  <c:v>0.85540740740740739</c:v>
                </c:pt>
                <c:pt idx="21739">
                  <c:v>0.85540740740740739</c:v>
                </c:pt>
                <c:pt idx="21740">
                  <c:v>0.85540740740740739</c:v>
                </c:pt>
                <c:pt idx="21741">
                  <c:v>0.85540740740740739</c:v>
                </c:pt>
                <c:pt idx="21742">
                  <c:v>0.85540740740740739</c:v>
                </c:pt>
                <c:pt idx="21743">
                  <c:v>0.85540740740740739</c:v>
                </c:pt>
                <c:pt idx="21744">
                  <c:v>0.85540740740740739</c:v>
                </c:pt>
                <c:pt idx="21745">
                  <c:v>0.85540740740740739</c:v>
                </c:pt>
                <c:pt idx="21746">
                  <c:v>0.85540740740740739</c:v>
                </c:pt>
                <c:pt idx="21747">
                  <c:v>0.85540740740740739</c:v>
                </c:pt>
                <c:pt idx="21748">
                  <c:v>0.85540740740740739</c:v>
                </c:pt>
                <c:pt idx="21749">
                  <c:v>0.85540740740740739</c:v>
                </c:pt>
                <c:pt idx="21750">
                  <c:v>0.85540740740740739</c:v>
                </c:pt>
                <c:pt idx="21751">
                  <c:v>0.85540740740740739</c:v>
                </c:pt>
                <c:pt idx="21752">
                  <c:v>0.85540740740740739</c:v>
                </c:pt>
                <c:pt idx="21753">
                  <c:v>0.85540740740740739</c:v>
                </c:pt>
                <c:pt idx="21754">
                  <c:v>0.85540740740740739</c:v>
                </c:pt>
                <c:pt idx="21755">
                  <c:v>0.85540740740740739</c:v>
                </c:pt>
                <c:pt idx="21756">
                  <c:v>0.85540740740740739</c:v>
                </c:pt>
                <c:pt idx="21757">
                  <c:v>0.85555555555555551</c:v>
                </c:pt>
                <c:pt idx="21758">
                  <c:v>0.85570370370370374</c:v>
                </c:pt>
                <c:pt idx="21759">
                  <c:v>0.85570370370370374</c:v>
                </c:pt>
                <c:pt idx="21760">
                  <c:v>0.85585185185185186</c:v>
                </c:pt>
                <c:pt idx="21761">
                  <c:v>0.85585185185185186</c:v>
                </c:pt>
                <c:pt idx="21762">
                  <c:v>0.85599999999999998</c:v>
                </c:pt>
                <c:pt idx="21763">
                  <c:v>0.85599999999999998</c:v>
                </c:pt>
                <c:pt idx="21764">
                  <c:v>0.8561481481481481</c:v>
                </c:pt>
                <c:pt idx="21765">
                  <c:v>0.8561481481481481</c:v>
                </c:pt>
                <c:pt idx="21766">
                  <c:v>0.85629629629629633</c:v>
                </c:pt>
                <c:pt idx="21767">
                  <c:v>0.85629629629629633</c:v>
                </c:pt>
                <c:pt idx="21768">
                  <c:v>0.85629629629629633</c:v>
                </c:pt>
                <c:pt idx="21769">
                  <c:v>0.85629629629629633</c:v>
                </c:pt>
                <c:pt idx="21770">
                  <c:v>0.85629629629629633</c:v>
                </c:pt>
                <c:pt idx="21771">
                  <c:v>0.85629629629629633</c:v>
                </c:pt>
                <c:pt idx="21772">
                  <c:v>0.85629629629629633</c:v>
                </c:pt>
                <c:pt idx="21773">
                  <c:v>0.85629629629629633</c:v>
                </c:pt>
                <c:pt idx="21774">
                  <c:v>0.85629629629629633</c:v>
                </c:pt>
                <c:pt idx="21775">
                  <c:v>0.85644444444444445</c:v>
                </c:pt>
                <c:pt idx="21776">
                  <c:v>0.85644444444444445</c:v>
                </c:pt>
                <c:pt idx="21777">
                  <c:v>0.85644444444444445</c:v>
                </c:pt>
                <c:pt idx="21778">
                  <c:v>0.85644444444444445</c:v>
                </c:pt>
                <c:pt idx="21779">
                  <c:v>0.85644444444444445</c:v>
                </c:pt>
                <c:pt idx="21780">
                  <c:v>0.85644444444444445</c:v>
                </c:pt>
                <c:pt idx="21781">
                  <c:v>0.85644444444444445</c:v>
                </c:pt>
                <c:pt idx="21782">
                  <c:v>0.85644444444444445</c:v>
                </c:pt>
                <c:pt idx="21783">
                  <c:v>0.85644444444444445</c:v>
                </c:pt>
                <c:pt idx="21784">
                  <c:v>0.85644444444444445</c:v>
                </c:pt>
                <c:pt idx="21785">
                  <c:v>0.85644444444444445</c:v>
                </c:pt>
                <c:pt idx="21786">
                  <c:v>0.85644444444444445</c:v>
                </c:pt>
                <c:pt idx="21787">
                  <c:v>0.85644444444444445</c:v>
                </c:pt>
                <c:pt idx="21788">
                  <c:v>0.85644444444444445</c:v>
                </c:pt>
                <c:pt idx="21789">
                  <c:v>0.85644444444444445</c:v>
                </c:pt>
                <c:pt idx="21790">
                  <c:v>0.85644444444444445</c:v>
                </c:pt>
                <c:pt idx="21791">
                  <c:v>0.85644444444444445</c:v>
                </c:pt>
                <c:pt idx="21792">
                  <c:v>0.85644444444444445</c:v>
                </c:pt>
                <c:pt idx="21793">
                  <c:v>0.85644444444444445</c:v>
                </c:pt>
                <c:pt idx="21794">
                  <c:v>0.85659259259259257</c:v>
                </c:pt>
                <c:pt idx="21795">
                  <c:v>0.85659259259259257</c:v>
                </c:pt>
                <c:pt idx="21796">
                  <c:v>0.85659259259259257</c:v>
                </c:pt>
                <c:pt idx="21797">
                  <c:v>0.85659259259259257</c:v>
                </c:pt>
                <c:pt idx="21798">
                  <c:v>0.85674074074074069</c:v>
                </c:pt>
                <c:pt idx="21799">
                  <c:v>0.85674074074074069</c:v>
                </c:pt>
                <c:pt idx="21800">
                  <c:v>0.85674074074074069</c:v>
                </c:pt>
                <c:pt idx="21801">
                  <c:v>0.85674074074074069</c:v>
                </c:pt>
                <c:pt idx="21802">
                  <c:v>0.85674074074074069</c:v>
                </c:pt>
                <c:pt idx="21803">
                  <c:v>0.85674074074074069</c:v>
                </c:pt>
                <c:pt idx="21804">
                  <c:v>0.85688888888888892</c:v>
                </c:pt>
                <c:pt idx="21805">
                  <c:v>0.85688888888888892</c:v>
                </c:pt>
                <c:pt idx="21806">
                  <c:v>0.85688888888888892</c:v>
                </c:pt>
                <c:pt idx="21807">
                  <c:v>0.85688888888888892</c:v>
                </c:pt>
                <c:pt idx="21808">
                  <c:v>0.85688888888888892</c:v>
                </c:pt>
                <c:pt idx="21809">
                  <c:v>0.85688888888888892</c:v>
                </c:pt>
                <c:pt idx="21810">
                  <c:v>0.85688888888888892</c:v>
                </c:pt>
                <c:pt idx="21811">
                  <c:v>0.85688888888888892</c:v>
                </c:pt>
                <c:pt idx="21812">
                  <c:v>0.85688888888888892</c:v>
                </c:pt>
                <c:pt idx="21813">
                  <c:v>0.85688888888888892</c:v>
                </c:pt>
                <c:pt idx="21814">
                  <c:v>0.85688888888888892</c:v>
                </c:pt>
                <c:pt idx="21815">
                  <c:v>0.85688888888888892</c:v>
                </c:pt>
                <c:pt idx="21816">
                  <c:v>0.85688888888888892</c:v>
                </c:pt>
                <c:pt idx="21817">
                  <c:v>0.85703703703703704</c:v>
                </c:pt>
                <c:pt idx="21818">
                  <c:v>0.85703703703703704</c:v>
                </c:pt>
                <c:pt idx="21819">
                  <c:v>0.85703703703703704</c:v>
                </c:pt>
                <c:pt idx="21820">
                  <c:v>0.85703703703703704</c:v>
                </c:pt>
                <c:pt idx="21821">
                  <c:v>0.85718518518518516</c:v>
                </c:pt>
                <c:pt idx="21822">
                  <c:v>0.85733333333333328</c:v>
                </c:pt>
                <c:pt idx="21823">
                  <c:v>0.85748148148148151</c:v>
                </c:pt>
                <c:pt idx="21824">
                  <c:v>0.85748148148148151</c:v>
                </c:pt>
                <c:pt idx="21825">
                  <c:v>0.85762962962962963</c:v>
                </c:pt>
                <c:pt idx="21826">
                  <c:v>0.85762962962962963</c:v>
                </c:pt>
                <c:pt idx="21827">
                  <c:v>0.85762962962962963</c:v>
                </c:pt>
                <c:pt idx="21828">
                  <c:v>0.85762962962962963</c:v>
                </c:pt>
                <c:pt idx="21829">
                  <c:v>0.85762962962962963</c:v>
                </c:pt>
                <c:pt idx="21830">
                  <c:v>0.85777777777777775</c:v>
                </c:pt>
                <c:pt idx="21831">
                  <c:v>0.85792592592592598</c:v>
                </c:pt>
                <c:pt idx="21832">
                  <c:v>0.85792592592592598</c:v>
                </c:pt>
                <c:pt idx="21833">
                  <c:v>0.85792592592592598</c:v>
                </c:pt>
                <c:pt idx="21834">
                  <c:v>0.85792592592592598</c:v>
                </c:pt>
                <c:pt idx="21835">
                  <c:v>0.85792592592592598</c:v>
                </c:pt>
                <c:pt idx="21836">
                  <c:v>0.8580740740740741</c:v>
                </c:pt>
                <c:pt idx="21837">
                  <c:v>0.8580740740740741</c:v>
                </c:pt>
                <c:pt idx="21838">
                  <c:v>0.8580740740740741</c:v>
                </c:pt>
                <c:pt idx="21839">
                  <c:v>0.8580740740740741</c:v>
                </c:pt>
                <c:pt idx="21840">
                  <c:v>0.8580740740740741</c:v>
                </c:pt>
                <c:pt idx="21841">
                  <c:v>0.8580740740740741</c:v>
                </c:pt>
                <c:pt idx="21842">
                  <c:v>0.8580740740740741</c:v>
                </c:pt>
                <c:pt idx="21843">
                  <c:v>0.8580740740740741</c:v>
                </c:pt>
                <c:pt idx="21844">
                  <c:v>0.8580740740740741</c:v>
                </c:pt>
                <c:pt idx="21845">
                  <c:v>0.8580740740740741</c:v>
                </c:pt>
                <c:pt idx="21846">
                  <c:v>0.85822222222222222</c:v>
                </c:pt>
                <c:pt idx="21847">
                  <c:v>0.85822222222222222</c:v>
                </c:pt>
                <c:pt idx="21848">
                  <c:v>0.85822222222222222</c:v>
                </c:pt>
                <c:pt idx="21849">
                  <c:v>0.85822222222222222</c:v>
                </c:pt>
                <c:pt idx="21850">
                  <c:v>0.85822222222222222</c:v>
                </c:pt>
                <c:pt idx="21851">
                  <c:v>0.85837037037037034</c:v>
                </c:pt>
                <c:pt idx="21852">
                  <c:v>0.85851851851851857</c:v>
                </c:pt>
                <c:pt idx="21853">
                  <c:v>0.85851851851851857</c:v>
                </c:pt>
                <c:pt idx="21854">
                  <c:v>0.85851851851851857</c:v>
                </c:pt>
                <c:pt idx="21855">
                  <c:v>0.85866666666666669</c:v>
                </c:pt>
                <c:pt idx="21856">
                  <c:v>0.85866666666666669</c:v>
                </c:pt>
                <c:pt idx="21857">
                  <c:v>0.85866666666666669</c:v>
                </c:pt>
                <c:pt idx="21858">
                  <c:v>0.85866666666666669</c:v>
                </c:pt>
                <c:pt idx="21859">
                  <c:v>0.85866666666666669</c:v>
                </c:pt>
                <c:pt idx="21860">
                  <c:v>0.85866666666666669</c:v>
                </c:pt>
                <c:pt idx="21861">
                  <c:v>0.85866666666666669</c:v>
                </c:pt>
                <c:pt idx="21862">
                  <c:v>0.85866666666666669</c:v>
                </c:pt>
                <c:pt idx="21863">
                  <c:v>0.85866666666666669</c:v>
                </c:pt>
                <c:pt idx="21864">
                  <c:v>0.85866666666666669</c:v>
                </c:pt>
                <c:pt idx="21865">
                  <c:v>0.85866666666666669</c:v>
                </c:pt>
                <c:pt idx="21866">
                  <c:v>0.85866666666666669</c:v>
                </c:pt>
                <c:pt idx="21867">
                  <c:v>0.85881481481481481</c:v>
                </c:pt>
                <c:pt idx="21868">
                  <c:v>0.85881481481481481</c:v>
                </c:pt>
                <c:pt idx="21869">
                  <c:v>0.85881481481481481</c:v>
                </c:pt>
                <c:pt idx="21870">
                  <c:v>0.85896296296296293</c:v>
                </c:pt>
                <c:pt idx="21871">
                  <c:v>0.85896296296296293</c:v>
                </c:pt>
                <c:pt idx="21872">
                  <c:v>0.85911111111111116</c:v>
                </c:pt>
                <c:pt idx="21873">
                  <c:v>0.85911111111111116</c:v>
                </c:pt>
                <c:pt idx="21874">
                  <c:v>0.85911111111111116</c:v>
                </c:pt>
                <c:pt idx="21875">
                  <c:v>0.85911111111111116</c:v>
                </c:pt>
                <c:pt idx="21876">
                  <c:v>0.85911111111111116</c:v>
                </c:pt>
                <c:pt idx="21877">
                  <c:v>0.85911111111111116</c:v>
                </c:pt>
                <c:pt idx="21878">
                  <c:v>0.85925925925925928</c:v>
                </c:pt>
                <c:pt idx="21879">
                  <c:v>0.85925925925925928</c:v>
                </c:pt>
                <c:pt idx="21880">
                  <c:v>0.85925925925925928</c:v>
                </c:pt>
                <c:pt idx="21881">
                  <c:v>0.85925925925925928</c:v>
                </c:pt>
                <c:pt idx="21882">
                  <c:v>0.85925925925925928</c:v>
                </c:pt>
                <c:pt idx="21883">
                  <c:v>0.85925925925925928</c:v>
                </c:pt>
                <c:pt idx="21884">
                  <c:v>0.85925925925925928</c:v>
                </c:pt>
                <c:pt idx="21885">
                  <c:v>0.85925925925925928</c:v>
                </c:pt>
                <c:pt idx="21886">
                  <c:v>0.85925925925925928</c:v>
                </c:pt>
                <c:pt idx="21887">
                  <c:v>0.85925925925925928</c:v>
                </c:pt>
                <c:pt idx="21888">
                  <c:v>0.85925925925925928</c:v>
                </c:pt>
                <c:pt idx="21889">
                  <c:v>0.85925925925925928</c:v>
                </c:pt>
                <c:pt idx="21890">
                  <c:v>0.85925925925925928</c:v>
                </c:pt>
                <c:pt idx="21891">
                  <c:v>0.8594074074074074</c:v>
                </c:pt>
                <c:pt idx="21892">
                  <c:v>0.8594074074074074</c:v>
                </c:pt>
                <c:pt idx="21893">
                  <c:v>0.8594074074074074</c:v>
                </c:pt>
                <c:pt idx="21894">
                  <c:v>0.8594074074074074</c:v>
                </c:pt>
                <c:pt idx="21895">
                  <c:v>0.85955555555555552</c:v>
                </c:pt>
                <c:pt idx="21896">
                  <c:v>0.85970370370370375</c:v>
                </c:pt>
                <c:pt idx="21897">
                  <c:v>0.85970370370370375</c:v>
                </c:pt>
                <c:pt idx="21898">
                  <c:v>0.85970370370370375</c:v>
                </c:pt>
                <c:pt idx="21899">
                  <c:v>0.85970370370370375</c:v>
                </c:pt>
                <c:pt idx="21900">
                  <c:v>0.85985185185185187</c:v>
                </c:pt>
                <c:pt idx="21901">
                  <c:v>0.85985185185185187</c:v>
                </c:pt>
                <c:pt idx="21902">
                  <c:v>0.85985185185185187</c:v>
                </c:pt>
                <c:pt idx="21903">
                  <c:v>0.85985185185185187</c:v>
                </c:pt>
                <c:pt idx="21904">
                  <c:v>0.85985185185185187</c:v>
                </c:pt>
                <c:pt idx="21905">
                  <c:v>0.86</c:v>
                </c:pt>
                <c:pt idx="21906">
                  <c:v>0.86014814814814811</c:v>
                </c:pt>
                <c:pt idx="21907">
                  <c:v>0.86029629629629634</c:v>
                </c:pt>
                <c:pt idx="21908">
                  <c:v>0.86029629629629634</c:v>
                </c:pt>
                <c:pt idx="21909">
                  <c:v>0.86029629629629634</c:v>
                </c:pt>
                <c:pt idx="21910">
                  <c:v>0.86029629629629634</c:v>
                </c:pt>
                <c:pt idx="21911">
                  <c:v>0.86044444444444446</c:v>
                </c:pt>
                <c:pt idx="21912">
                  <c:v>0.86059259259259258</c:v>
                </c:pt>
                <c:pt idx="21913">
                  <c:v>0.86059259259259258</c:v>
                </c:pt>
                <c:pt idx="21914">
                  <c:v>0.8607407407407407</c:v>
                </c:pt>
                <c:pt idx="21915">
                  <c:v>0.8607407407407407</c:v>
                </c:pt>
                <c:pt idx="21916">
                  <c:v>0.8607407407407407</c:v>
                </c:pt>
                <c:pt idx="21917">
                  <c:v>0.86088888888888893</c:v>
                </c:pt>
                <c:pt idx="21918">
                  <c:v>0.86088888888888893</c:v>
                </c:pt>
                <c:pt idx="21919">
                  <c:v>0.86088888888888893</c:v>
                </c:pt>
                <c:pt idx="21920">
                  <c:v>0.86103703703703705</c:v>
                </c:pt>
                <c:pt idx="21921">
                  <c:v>0.86103703703703705</c:v>
                </c:pt>
                <c:pt idx="21922">
                  <c:v>0.86103703703703705</c:v>
                </c:pt>
                <c:pt idx="21923">
                  <c:v>0.86103703703703705</c:v>
                </c:pt>
                <c:pt idx="21924">
                  <c:v>0.86103703703703705</c:v>
                </c:pt>
                <c:pt idx="21925">
                  <c:v>0.86103703703703705</c:v>
                </c:pt>
                <c:pt idx="21926">
                  <c:v>0.86103703703703705</c:v>
                </c:pt>
                <c:pt idx="21927">
                  <c:v>0.86103703703703705</c:v>
                </c:pt>
                <c:pt idx="21928">
                  <c:v>0.86103703703703705</c:v>
                </c:pt>
                <c:pt idx="21929">
                  <c:v>0.86103703703703705</c:v>
                </c:pt>
                <c:pt idx="21930">
                  <c:v>0.86103703703703705</c:v>
                </c:pt>
                <c:pt idx="21931">
                  <c:v>0.86103703703703705</c:v>
                </c:pt>
                <c:pt idx="21932">
                  <c:v>0.86103703703703705</c:v>
                </c:pt>
                <c:pt idx="21933">
                  <c:v>0.86103703703703705</c:v>
                </c:pt>
                <c:pt idx="21934">
                  <c:v>0.86118518518518516</c:v>
                </c:pt>
                <c:pt idx="21935">
                  <c:v>0.86118518518518516</c:v>
                </c:pt>
                <c:pt idx="21936">
                  <c:v>0.86133333333333328</c:v>
                </c:pt>
                <c:pt idx="21937">
                  <c:v>0.86133333333333328</c:v>
                </c:pt>
                <c:pt idx="21938">
                  <c:v>0.86133333333333328</c:v>
                </c:pt>
                <c:pt idx="21939">
                  <c:v>0.86133333333333328</c:v>
                </c:pt>
                <c:pt idx="21940">
                  <c:v>0.86133333333333328</c:v>
                </c:pt>
                <c:pt idx="21941">
                  <c:v>0.86148148148148151</c:v>
                </c:pt>
                <c:pt idx="21942">
                  <c:v>0.86148148148148151</c:v>
                </c:pt>
                <c:pt idx="21943">
                  <c:v>0.86148148148148151</c:v>
                </c:pt>
                <c:pt idx="21944">
                  <c:v>0.86148148148148151</c:v>
                </c:pt>
                <c:pt idx="21945">
                  <c:v>0.86162962962962963</c:v>
                </c:pt>
                <c:pt idx="21946">
                  <c:v>0.86162962962962963</c:v>
                </c:pt>
                <c:pt idx="21947">
                  <c:v>0.86162962962962963</c:v>
                </c:pt>
                <c:pt idx="21948">
                  <c:v>0.86162962962962963</c:v>
                </c:pt>
                <c:pt idx="21949">
                  <c:v>0.86162962962962963</c:v>
                </c:pt>
                <c:pt idx="21950">
                  <c:v>0.86177777777777775</c:v>
                </c:pt>
                <c:pt idx="21951">
                  <c:v>0.86177777777777775</c:v>
                </c:pt>
                <c:pt idx="21952">
                  <c:v>0.86177777777777775</c:v>
                </c:pt>
                <c:pt idx="21953">
                  <c:v>0.86177777777777775</c:v>
                </c:pt>
                <c:pt idx="21954">
                  <c:v>0.86192592592592587</c:v>
                </c:pt>
                <c:pt idx="21955">
                  <c:v>0.86192592592592587</c:v>
                </c:pt>
                <c:pt idx="21956">
                  <c:v>0.86192592592592587</c:v>
                </c:pt>
                <c:pt idx="21957">
                  <c:v>0.86192592592592587</c:v>
                </c:pt>
                <c:pt idx="21958">
                  <c:v>0.86192592592592587</c:v>
                </c:pt>
                <c:pt idx="21959">
                  <c:v>0.86192592592592587</c:v>
                </c:pt>
                <c:pt idx="21960">
                  <c:v>0.86192592592592587</c:v>
                </c:pt>
                <c:pt idx="21961">
                  <c:v>0.86192592592592587</c:v>
                </c:pt>
                <c:pt idx="21962">
                  <c:v>0.86192592592592587</c:v>
                </c:pt>
                <c:pt idx="21963">
                  <c:v>0.86192592592592587</c:v>
                </c:pt>
                <c:pt idx="21964">
                  <c:v>0.86192592592592587</c:v>
                </c:pt>
                <c:pt idx="21965">
                  <c:v>0.86192592592592587</c:v>
                </c:pt>
                <c:pt idx="21966">
                  <c:v>0.8620740740740741</c:v>
                </c:pt>
                <c:pt idx="21967">
                  <c:v>0.8620740740740741</c:v>
                </c:pt>
                <c:pt idx="21968">
                  <c:v>0.86222222222222222</c:v>
                </c:pt>
                <c:pt idx="21969">
                  <c:v>0.86222222222222222</c:v>
                </c:pt>
                <c:pt idx="21970">
                  <c:v>0.86222222222222222</c:v>
                </c:pt>
                <c:pt idx="21971">
                  <c:v>0.86222222222222222</c:v>
                </c:pt>
                <c:pt idx="21972">
                  <c:v>0.86222222222222222</c:v>
                </c:pt>
                <c:pt idx="21973">
                  <c:v>0.86222222222222222</c:v>
                </c:pt>
                <c:pt idx="21974">
                  <c:v>0.86222222222222222</c:v>
                </c:pt>
                <c:pt idx="21975">
                  <c:v>0.86222222222222222</c:v>
                </c:pt>
                <c:pt idx="21976">
                  <c:v>0.86237037037037034</c:v>
                </c:pt>
                <c:pt idx="21977">
                  <c:v>0.86251851851851857</c:v>
                </c:pt>
                <c:pt idx="21978">
                  <c:v>0.86251851851851857</c:v>
                </c:pt>
                <c:pt idx="21979">
                  <c:v>0.86251851851851857</c:v>
                </c:pt>
                <c:pt idx="21980">
                  <c:v>0.86251851851851857</c:v>
                </c:pt>
                <c:pt idx="21981">
                  <c:v>0.86251851851851857</c:v>
                </c:pt>
                <c:pt idx="21982">
                  <c:v>0.86251851851851857</c:v>
                </c:pt>
                <c:pt idx="21983">
                  <c:v>0.86251851851851857</c:v>
                </c:pt>
                <c:pt idx="21984">
                  <c:v>0.86251851851851857</c:v>
                </c:pt>
                <c:pt idx="21985">
                  <c:v>0.86266666666666669</c:v>
                </c:pt>
                <c:pt idx="21986">
                  <c:v>0.86266666666666669</c:v>
                </c:pt>
                <c:pt idx="21987">
                  <c:v>0.86266666666666669</c:v>
                </c:pt>
                <c:pt idx="21988">
                  <c:v>0.86266666666666669</c:v>
                </c:pt>
                <c:pt idx="21989">
                  <c:v>0.86266666666666669</c:v>
                </c:pt>
                <c:pt idx="21990">
                  <c:v>0.86266666666666669</c:v>
                </c:pt>
                <c:pt idx="21991">
                  <c:v>0.86281481481481481</c:v>
                </c:pt>
                <c:pt idx="21992">
                  <c:v>0.86281481481481481</c:v>
                </c:pt>
                <c:pt idx="21993">
                  <c:v>0.86281481481481481</c:v>
                </c:pt>
                <c:pt idx="21994">
                  <c:v>0.86296296296296293</c:v>
                </c:pt>
                <c:pt idx="21995">
                  <c:v>0.86296296296296293</c:v>
                </c:pt>
                <c:pt idx="21996">
                  <c:v>0.86296296296296293</c:v>
                </c:pt>
                <c:pt idx="21997">
                  <c:v>0.86296296296296293</c:v>
                </c:pt>
                <c:pt idx="21998">
                  <c:v>0.86311111111111116</c:v>
                </c:pt>
                <c:pt idx="21999">
                  <c:v>0.86311111111111116</c:v>
                </c:pt>
                <c:pt idx="22000">
                  <c:v>0.86311111111111116</c:v>
                </c:pt>
                <c:pt idx="22001">
                  <c:v>0.86325925925925928</c:v>
                </c:pt>
                <c:pt idx="22002">
                  <c:v>0.86325925925925928</c:v>
                </c:pt>
                <c:pt idx="22003">
                  <c:v>0.86325925925925928</c:v>
                </c:pt>
                <c:pt idx="22004">
                  <c:v>0.86325925925925928</c:v>
                </c:pt>
                <c:pt idx="22005">
                  <c:v>0.86325925925925928</c:v>
                </c:pt>
                <c:pt idx="22006">
                  <c:v>0.86325925925925928</c:v>
                </c:pt>
                <c:pt idx="22007">
                  <c:v>0.86325925925925928</c:v>
                </c:pt>
                <c:pt idx="22008">
                  <c:v>0.86325925925925928</c:v>
                </c:pt>
                <c:pt idx="22009">
                  <c:v>0.86325925925925928</c:v>
                </c:pt>
                <c:pt idx="22010">
                  <c:v>0.86325925925925928</c:v>
                </c:pt>
                <c:pt idx="22011">
                  <c:v>0.86325925925925928</c:v>
                </c:pt>
                <c:pt idx="22012">
                  <c:v>0.8634074074074074</c:v>
                </c:pt>
                <c:pt idx="22013">
                  <c:v>0.8634074074074074</c:v>
                </c:pt>
                <c:pt idx="22014">
                  <c:v>0.8634074074074074</c:v>
                </c:pt>
                <c:pt idx="22015">
                  <c:v>0.8634074074074074</c:v>
                </c:pt>
                <c:pt idx="22016">
                  <c:v>0.8634074074074074</c:v>
                </c:pt>
                <c:pt idx="22017">
                  <c:v>0.8634074074074074</c:v>
                </c:pt>
                <c:pt idx="22018">
                  <c:v>0.86355555555555552</c:v>
                </c:pt>
                <c:pt idx="22019">
                  <c:v>0.86355555555555552</c:v>
                </c:pt>
                <c:pt idx="22020">
                  <c:v>0.86355555555555552</c:v>
                </c:pt>
                <c:pt idx="22021">
                  <c:v>0.86355555555555552</c:v>
                </c:pt>
                <c:pt idx="22022">
                  <c:v>0.86355555555555552</c:v>
                </c:pt>
                <c:pt idx="22023">
                  <c:v>0.86355555555555552</c:v>
                </c:pt>
                <c:pt idx="22024">
                  <c:v>0.86355555555555552</c:v>
                </c:pt>
                <c:pt idx="22025">
                  <c:v>0.86355555555555552</c:v>
                </c:pt>
                <c:pt idx="22026">
                  <c:v>0.86355555555555552</c:v>
                </c:pt>
                <c:pt idx="22027">
                  <c:v>0.86355555555555552</c:v>
                </c:pt>
                <c:pt idx="22028">
                  <c:v>0.86355555555555552</c:v>
                </c:pt>
                <c:pt idx="22029">
                  <c:v>0.86355555555555552</c:v>
                </c:pt>
                <c:pt idx="22030">
                  <c:v>0.86355555555555552</c:v>
                </c:pt>
                <c:pt idx="22031">
                  <c:v>0.86355555555555552</c:v>
                </c:pt>
                <c:pt idx="22032">
                  <c:v>0.86370370370370375</c:v>
                </c:pt>
                <c:pt idx="22033">
                  <c:v>0.86370370370370375</c:v>
                </c:pt>
                <c:pt idx="22034">
                  <c:v>0.86385185185185187</c:v>
                </c:pt>
                <c:pt idx="22035">
                  <c:v>0.86385185185185187</c:v>
                </c:pt>
                <c:pt idx="22036">
                  <c:v>0.86385185185185187</c:v>
                </c:pt>
                <c:pt idx="22037">
                  <c:v>0.86399999999999999</c:v>
                </c:pt>
                <c:pt idx="22038">
                  <c:v>0.86399999999999999</c:v>
                </c:pt>
                <c:pt idx="22039">
                  <c:v>0.86399999999999999</c:v>
                </c:pt>
                <c:pt idx="22040">
                  <c:v>0.86399999999999999</c:v>
                </c:pt>
                <c:pt idx="22041">
                  <c:v>0.86399999999999999</c:v>
                </c:pt>
                <c:pt idx="22042">
                  <c:v>0.86399999999999999</c:v>
                </c:pt>
                <c:pt idx="22043">
                  <c:v>0.86399999999999999</c:v>
                </c:pt>
                <c:pt idx="22044">
                  <c:v>0.86414814814814811</c:v>
                </c:pt>
                <c:pt idx="22045">
                  <c:v>0.86414814814814811</c:v>
                </c:pt>
                <c:pt idx="22046">
                  <c:v>0.86414814814814811</c:v>
                </c:pt>
                <c:pt idx="22047">
                  <c:v>0.86414814814814811</c:v>
                </c:pt>
                <c:pt idx="22048">
                  <c:v>0.86414814814814811</c:v>
                </c:pt>
                <c:pt idx="22049">
                  <c:v>0.86429629629629634</c:v>
                </c:pt>
                <c:pt idx="22050">
                  <c:v>0.86429629629629634</c:v>
                </c:pt>
                <c:pt idx="22051">
                  <c:v>0.86429629629629634</c:v>
                </c:pt>
                <c:pt idx="22052">
                  <c:v>0.86429629629629634</c:v>
                </c:pt>
                <c:pt idx="22053">
                  <c:v>0.86429629629629634</c:v>
                </c:pt>
                <c:pt idx="22054">
                  <c:v>0.86429629629629634</c:v>
                </c:pt>
                <c:pt idx="22055">
                  <c:v>0.86429629629629634</c:v>
                </c:pt>
                <c:pt idx="22056">
                  <c:v>0.86444444444444446</c:v>
                </c:pt>
                <c:pt idx="22057">
                  <c:v>0.86444444444444446</c:v>
                </c:pt>
                <c:pt idx="22058">
                  <c:v>0.86459259259259258</c:v>
                </c:pt>
                <c:pt idx="22059">
                  <c:v>0.86459259259259258</c:v>
                </c:pt>
                <c:pt idx="22060">
                  <c:v>0.86459259259259258</c:v>
                </c:pt>
                <c:pt idx="22061">
                  <c:v>0.8647407407407407</c:v>
                </c:pt>
                <c:pt idx="22062">
                  <c:v>0.8647407407407407</c:v>
                </c:pt>
                <c:pt idx="22063">
                  <c:v>0.86488888888888893</c:v>
                </c:pt>
                <c:pt idx="22064">
                  <c:v>0.86503703703703705</c:v>
                </c:pt>
                <c:pt idx="22065">
                  <c:v>0.86503703703703705</c:v>
                </c:pt>
                <c:pt idx="22066">
                  <c:v>0.86518518518518517</c:v>
                </c:pt>
                <c:pt idx="22067">
                  <c:v>0.86518518518518517</c:v>
                </c:pt>
                <c:pt idx="22068">
                  <c:v>0.86518518518518517</c:v>
                </c:pt>
                <c:pt idx="22069">
                  <c:v>0.86533333333333329</c:v>
                </c:pt>
                <c:pt idx="22070">
                  <c:v>0.86533333333333329</c:v>
                </c:pt>
                <c:pt idx="22071">
                  <c:v>0.86533333333333329</c:v>
                </c:pt>
                <c:pt idx="22072">
                  <c:v>0.86548148148148152</c:v>
                </c:pt>
                <c:pt idx="22073">
                  <c:v>0.86548148148148152</c:v>
                </c:pt>
                <c:pt idx="22074">
                  <c:v>0.86548148148148152</c:v>
                </c:pt>
                <c:pt idx="22075">
                  <c:v>0.86562962962962964</c:v>
                </c:pt>
                <c:pt idx="22076">
                  <c:v>0.86562962962962964</c:v>
                </c:pt>
                <c:pt idx="22077">
                  <c:v>0.86562962962962964</c:v>
                </c:pt>
                <c:pt idx="22078">
                  <c:v>0.86562962962962964</c:v>
                </c:pt>
                <c:pt idx="22079">
                  <c:v>0.86562962962962964</c:v>
                </c:pt>
                <c:pt idx="22080">
                  <c:v>0.86562962962962964</c:v>
                </c:pt>
                <c:pt idx="22081">
                  <c:v>0.86562962962962964</c:v>
                </c:pt>
                <c:pt idx="22082">
                  <c:v>0.86562962962962964</c:v>
                </c:pt>
                <c:pt idx="22083">
                  <c:v>0.86562962962962964</c:v>
                </c:pt>
                <c:pt idx="22084">
                  <c:v>0.86577777777777776</c:v>
                </c:pt>
                <c:pt idx="22085">
                  <c:v>0.86577777777777776</c:v>
                </c:pt>
                <c:pt idx="22086">
                  <c:v>0.86577777777777776</c:v>
                </c:pt>
                <c:pt idx="22087">
                  <c:v>0.86592592592592588</c:v>
                </c:pt>
                <c:pt idx="22088">
                  <c:v>0.86592592592592588</c:v>
                </c:pt>
                <c:pt idx="22089">
                  <c:v>0.86592592592592588</c:v>
                </c:pt>
                <c:pt idx="22090">
                  <c:v>0.86592592592592588</c:v>
                </c:pt>
                <c:pt idx="22091">
                  <c:v>0.86592592592592588</c:v>
                </c:pt>
                <c:pt idx="22092">
                  <c:v>0.86592592592592588</c:v>
                </c:pt>
                <c:pt idx="22093">
                  <c:v>0.86607407407407411</c:v>
                </c:pt>
                <c:pt idx="22094">
                  <c:v>0.86622222222222223</c:v>
                </c:pt>
                <c:pt idx="22095">
                  <c:v>0.86622222222222223</c:v>
                </c:pt>
                <c:pt idx="22096">
                  <c:v>0.86622222222222223</c:v>
                </c:pt>
                <c:pt idx="22097">
                  <c:v>0.86622222222222223</c:v>
                </c:pt>
                <c:pt idx="22098">
                  <c:v>0.86622222222222223</c:v>
                </c:pt>
                <c:pt idx="22099">
                  <c:v>0.86622222222222223</c:v>
                </c:pt>
                <c:pt idx="22100">
                  <c:v>0.86622222222222223</c:v>
                </c:pt>
                <c:pt idx="22101">
                  <c:v>0.86622222222222223</c:v>
                </c:pt>
                <c:pt idx="22102">
                  <c:v>0.86622222222222223</c:v>
                </c:pt>
                <c:pt idx="22103">
                  <c:v>0.86637037037037035</c:v>
                </c:pt>
                <c:pt idx="22104">
                  <c:v>0.86637037037037035</c:v>
                </c:pt>
                <c:pt idx="22105">
                  <c:v>0.86637037037037035</c:v>
                </c:pt>
                <c:pt idx="22106">
                  <c:v>0.86637037037037035</c:v>
                </c:pt>
                <c:pt idx="22107">
                  <c:v>0.86637037037037035</c:v>
                </c:pt>
                <c:pt idx="22108">
                  <c:v>0.86637037037037035</c:v>
                </c:pt>
                <c:pt idx="22109">
                  <c:v>0.86637037037037035</c:v>
                </c:pt>
                <c:pt idx="22110">
                  <c:v>0.86637037037037035</c:v>
                </c:pt>
                <c:pt idx="22111">
                  <c:v>0.86651851851851847</c:v>
                </c:pt>
                <c:pt idx="22112">
                  <c:v>0.86651851851851847</c:v>
                </c:pt>
                <c:pt idx="22113">
                  <c:v>0.86651851851851847</c:v>
                </c:pt>
                <c:pt idx="22114">
                  <c:v>0.86651851851851847</c:v>
                </c:pt>
                <c:pt idx="22115">
                  <c:v>0.86651851851851847</c:v>
                </c:pt>
                <c:pt idx="22116">
                  <c:v>0.8666666666666667</c:v>
                </c:pt>
                <c:pt idx="22117">
                  <c:v>0.8666666666666667</c:v>
                </c:pt>
                <c:pt idx="22118">
                  <c:v>0.8666666666666667</c:v>
                </c:pt>
                <c:pt idx="22119">
                  <c:v>0.86681481481481482</c:v>
                </c:pt>
                <c:pt idx="22120">
                  <c:v>0.86681481481481482</c:v>
                </c:pt>
                <c:pt idx="22121">
                  <c:v>0.86681481481481482</c:v>
                </c:pt>
                <c:pt idx="22122">
                  <c:v>0.86681481481481482</c:v>
                </c:pt>
                <c:pt idx="22123">
                  <c:v>0.86681481481481482</c:v>
                </c:pt>
                <c:pt idx="22124">
                  <c:v>0.86681481481481482</c:v>
                </c:pt>
                <c:pt idx="22125">
                  <c:v>0.86681481481481482</c:v>
                </c:pt>
                <c:pt idx="22126">
                  <c:v>0.86681481481481482</c:v>
                </c:pt>
                <c:pt idx="22127">
                  <c:v>0.86681481481481482</c:v>
                </c:pt>
                <c:pt idx="22128">
                  <c:v>0.86681481481481482</c:v>
                </c:pt>
                <c:pt idx="22129">
                  <c:v>0.86696296296296294</c:v>
                </c:pt>
                <c:pt idx="22130">
                  <c:v>0.86696296296296294</c:v>
                </c:pt>
                <c:pt idx="22131">
                  <c:v>0.86711111111111117</c:v>
                </c:pt>
                <c:pt idx="22132">
                  <c:v>0.86725925925925929</c:v>
                </c:pt>
                <c:pt idx="22133">
                  <c:v>0.86725925925925929</c:v>
                </c:pt>
                <c:pt idx="22134">
                  <c:v>0.86725925925925929</c:v>
                </c:pt>
                <c:pt idx="22135">
                  <c:v>0.86725925925925929</c:v>
                </c:pt>
                <c:pt idx="22136">
                  <c:v>0.86725925925925929</c:v>
                </c:pt>
                <c:pt idx="22137">
                  <c:v>0.86725925925925929</c:v>
                </c:pt>
                <c:pt idx="22138">
                  <c:v>0.86725925925925929</c:v>
                </c:pt>
                <c:pt idx="22139">
                  <c:v>0.86725925925925929</c:v>
                </c:pt>
                <c:pt idx="22140">
                  <c:v>0.86725925925925929</c:v>
                </c:pt>
                <c:pt idx="22141">
                  <c:v>0.86725925925925929</c:v>
                </c:pt>
                <c:pt idx="22142">
                  <c:v>0.86725925925925929</c:v>
                </c:pt>
                <c:pt idx="22143">
                  <c:v>0.86725925925925929</c:v>
                </c:pt>
                <c:pt idx="22144">
                  <c:v>0.86725925925925929</c:v>
                </c:pt>
                <c:pt idx="22145">
                  <c:v>0.86725925925925929</c:v>
                </c:pt>
                <c:pt idx="22146">
                  <c:v>0.86725925925925929</c:v>
                </c:pt>
                <c:pt idx="22147">
                  <c:v>0.8674074074074074</c:v>
                </c:pt>
                <c:pt idx="22148">
                  <c:v>0.8674074074074074</c:v>
                </c:pt>
                <c:pt idx="22149">
                  <c:v>0.8674074074074074</c:v>
                </c:pt>
                <c:pt idx="22150">
                  <c:v>0.8674074074074074</c:v>
                </c:pt>
                <c:pt idx="22151">
                  <c:v>0.8674074074074074</c:v>
                </c:pt>
                <c:pt idx="22152">
                  <c:v>0.86755555555555552</c:v>
                </c:pt>
                <c:pt idx="22153">
                  <c:v>0.86755555555555552</c:v>
                </c:pt>
                <c:pt idx="22154">
                  <c:v>0.86770370370370375</c:v>
                </c:pt>
                <c:pt idx="22155">
                  <c:v>0.86785185185185187</c:v>
                </c:pt>
                <c:pt idx="22156">
                  <c:v>0.86799999999999999</c:v>
                </c:pt>
                <c:pt idx="22157">
                  <c:v>0.86814814814814811</c:v>
                </c:pt>
                <c:pt idx="22158">
                  <c:v>0.86814814814814811</c:v>
                </c:pt>
                <c:pt idx="22159">
                  <c:v>0.86829629629629634</c:v>
                </c:pt>
                <c:pt idx="22160">
                  <c:v>0.86829629629629634</c:v>
                </c:pt>
                <c:pt idx="22161">
                  <c:v>0.86829629629629634</c:v>
                </c:pt>
                <c:pt idx="22162">
                  <c:v>0.86829629629629634</c:v>
                </c:pt>
                <c:pt idx="22163">
                  <c:v>0.86829629629629634</c:v>
                </c:pt>
                <c:pt idx="22164">
                  <c:v>0.86829629629629634</c:v>
                </c:pt>
                <c:pt idx="22165">
                  <c:v>0.86829629629629634</c:v>
                </c:pt>
                <c:pt idx="22166">
                  <c:v>0.86844444444444446</c:v>
                </c:pt>
                <c:pt idx="22167">
                  <c:v>0.86844444444444446</c:v>
                </c:pt>
                <c:pt idx="22168">
                  <c:v>0.86844444444444446</c:v>
                </c:pt>
                <c:pt idx="22169">
                  <c:v>0.86844444444444446</c:v>
                </c:pt>
                <c:pt idx="22170">
                  <c:v>0.86844444444444446</c:v>
                </c:pt>
                <c:pt idx="22171">
                  <c:v>0.86844444444444446</c:v>
                </c:pt>
                <c:pt idx="22172">
                  <c:v>0.86844444444444446</c:v>
                </c:pt>
                <c:pt idx="22173">
                  <c:v>0.86859259259259258</c:v>
                </c:pt>
                <c:pt idx="22174">
                  <c:v>0.86859259259259258</c:v>
                </c:pt>
                <c:pt idx="22175">
                  <c:v>0.8687407407407407</c:v>
                </c:pt>
                <c:pt idx="22176">
                  <c:v>0.8687407407407407</c:v>
                </c:pt>
                <c:pt idx="22177">
                  <c:v>0.8687407407407407</c:v>
                </c:pt>
                <c:pt idx="22178">
                  <c:v>0.8687407407407407</c:v>
                </c:pt>
                <c:pt idx="22179">
                  <c:v>0.8687407407407407</c:v>
                </c:pt>
                <c:pt idx="22180">
                  <c:v>0.8687407407407407</c:v>
                </c:pt>
                <c:pt idx="22181">
                  <c:v>0.8687407407407407</c:v>
                </c:pt>
                <c:pt idx="22182">
                  <c:v>0.8687407407407407</c:v>
                </c:pt>
                <c:pt idx="22183">
                  <c:v>0.8687407407407407</c:v>
                </c:pt>
                <c:pt idx="22184">
                  <c:v>0.8687407407407407</c:v>
                </c:pt>
                <c:pt idx="22185">
                  <c:v>0.8687407407407407</c:v>
                </c:pt>
                <c:pt idx="22186">
                  <c:v>0.86888888888888893</c:v>
                </c:pt>
                <c:pt idx="22187">
                  <c:v>0.86903703703703705</c:v>
                </c:pt>
                <c:pt idx="22188">
                  <c:v>0.86903703703703705</c:v>
                </c:pt>
                <c:pt idx="22189">
                  <c:v>0.86903703703703705</c:v>
                </c:pt>
                <c:pt idx="22190">
                  <c:v>0.86903703703703705</c:v>
                </c:pt>
                <c:pt idx="22191">
                  <c:v>0.86918518518518517</c:v>
                </c:pt>
                <c:pt idx="22192">
                  <c:v>0.86933333333333329</c:v>
                </c:pt>
                <c:pt idx="22193">
                  <c:v>0.86933333333333329</c:v>
                </c:pt>
                <c:pt idx="22194">
                  <c:v>0.86948148148148152</c:v>
                </c:pt>
                <c:pt idx="22195">
                  <c:v>0.86962962962962964</c:v>
                </c:pt>
                <c:pt idx="22196">
                  <c:v>0.86962962962962964</c:v>
                </c:pt>
                <c:pt idx="22197">
                  <c:v>0.86962962962962964</c:v>
                </c:pt>
                <c:pt idx="22198">
                  <c:v>0.86977777777777776</c:v>
                </c:pt>
                <c:pt idx="22199">
                  <c:v>0.86977777777777776</c:v>
                </c:pt>
                <c:pt idx="22200">
                  <c:v>0.86977777777777776</c:v>
                </c:pt>
                <c:pt idx="22201">
                  <c:v>0.86977777777777776</c:v>
                </c:pt>
                <c:pt idx="22202">
                  <c:v>0.86977777777777776</c:v>
                </c:pt>
                <c:pt idx="22203">
                  <c:v>0.86977777777777776</c:v>
                </c:pt>
                <c:pt idx="22204">
                  <c:v>0.86992592592592588</c:v>
                </c:pt>
                <c:pt idx="22205">
                  <c:v>0.86992592592592588</c:v>
                </c:pt>
                <c:pt idx="22206">
                  <c:v>0.86992592592592588</c:v>
                </c:pt>
                <c:pt idx="22207">
                  <c:v>0.87007407407407411</c:v>
                </c:pt>
                <c:pt idx="22208">
                  <c:v>0.87007407407407411</c:v>
                </c:pt>
                <c:pt idx="22209">
                  <c:v>0.87007407407407411</c:v>
                </c:pt>
                <c:pt idx="22210">
                  <c:v>0.87007407407407411</c:v>
                </c:pt>
                <c:pt idx="22211">
                  <c:v>0.87022222222222223</c:v>
                </c:pt>
                <c:pt idx="22212">
                  <c:v>0.87022222222222223</c:v>
                </c:pt>
                <c:pt idx="22213">
                  <c:v>0.87037037037037035</c:v>
                </c:pt>
                <c:pt idx="22214">
                  <c:v>0.87037037037037035</c:v>
                </c:pt>
                <c:pt idx="22215">
                  <c:v>0.87051851851851847</c:v>
                </c:pt>
                <c:pt idx="22216">
                  <c:v>0.8706666666666667</c:v>
                </c:pt>
                <c:pt idx="22217">
                  <c:v>0.8706666666666667</c:v>
                </c:pt>
                <c:pt idx="22218">
                  <c:v>0.87081481481481482</c:v>
                </c:pt>
                <c:pt idx="22219">
                  <c:v>0.87096296296296294</c:v>
                </c:pt>
                <c:pt idx="22220">
                  <c:v>0.87096296296296294</c:v>
                </c:pt>
                <c:pt idx="22221">
                  <c:v>0.87111111111111106</c:v>
                </c:pt>
                <c:pt idx="22222">
                  <c:v>0.87111111111111106</c:v>
                </c:pt>
                <c:pt idx="22223">
                  <c:v>0.87111111111111106</c:v>
                </c:pt>
                <c:pt idx="22224">
                  <c:v>0.87111111111111106</c:v>
                </c:pt>
                <c:pt idx="22225">
                  <c:v>0.87125925925925929</c:v>
                </c:pt>
                <c:pt idx="22226">
                  <c:v>0.87125925925925929</c:v>
                </c:pt>
                <c:pt idx="22227">
                  <c:v>0.87125925925925929</c:v>
                </c:pt>
                <c:pt idx="22228">
                  <c:v>0.87140740740740741</c:v>
                </c:pt>
                <c:pt idx="22229">
                  <c:v>0.87155555555555553</c:v>
                </c:pt>
                <c:pt idx="22230">
                  <c:v>0.87155555555555553</c:v>
                </c:pt>
                <c:pt idx="22231">
                  <c:v>0.87155555555555553</c:v>
                </c:pt>
                <c:pt idx="22232">
                  <c:v>0.87155555555555553</c:v>
                </c:pt>
                <c:pt idx="22233">
                  <c:v>0.87170370370370376</c:v>
                </c:pt>
                <c:pt idx="22234">
                  <c:v>0.87170370370370376</c:v>
                </c:pt>
                <c:pt idx="22235">
                  <c:v>0.87170370370370376</c:v>
                </c:pt>
                <c:pt idx="22236">
                  <c:v>0.87170370370370376</c:v>
                </c:pt>
                <c:pt idx="22237">
                  <c:v>0.87170370370370376</c:v>
                </c:pt>
                <c:pt idx="22238">
                  <c:v>0.87185185185185188</c:v>
                </c:pt>
                <c:pt idx="22239">
                  <c:v>0.87185185185185188</c:v>
                </c:pt>
                <c:pt idx="22240">
                  <c:v>0.872</c:v>
                </c:pt>
                <c:pt idx="22241">
                  <c:v>0.872</c:v>
                </c:pt>
                <c:pt idx="22242">
                  <c:v>0.872</c:v>
                </c:pt>
                <c:pt idx="22243">
                  <c:v>0.872</c:v>
                </c:pt>
                <c:pt idx="22244">
                  <c:v>0.872</c:v>
                </c:pt>
                <c:pt idx="22245">
                  <c:v>0.872</c:v>
                </c:pt>
                <c:pt idx="22246">
                  <c:v>0.872</c:v>
                </c:pt>
                <c:pt idx="22247">
                  <c:v>0.872</c:v>
                </c:pt>
                <c:pt idx="22248">
                  <c:v>0.87214814814814812</c:v>
                </c:pt>
                <c:pt idx="22249">
                  <c:v>0.87214814814814812</c:v>
                </c:pt>
                <c:pt idx="22250">
                  <c:v>0.87229629629629635</c:v>
                </c:pt>
                <c:pt idx="22251">
                  <c:v>0.87229629629629635</c:v>
                </c:pt>
                <c:pt idx="22252">
                  <c:v>0.87229629629629635</c:v>
                </c:pt>
                <c:pt idx="22253">
                  <c:v>0.87229629629629635</c:v>
                </c:pt>
                <c:pt idx="22254">
                  <c:v>0.87244444444444447</c:v>
                </c:pt>
                <c:pt idx="22255">
                  <c:v>0.87259259259259259</c:v>
                </c:pt>
                <c:pt idx="22256">
                  <c:v>0.87274074074074071</c:v>
                </c:pt>
                <c:pt idx="22257">
                  <c:v>0.87274074074074071</c:v>
                </c:pt>
                <c:pt idx="22258">
                  <c:v>0.87274074074074071</c:v>
                </c:pt>
                <c:pt idx="22259">
                  <c:v>0.87274074074074071</c:v>
                </c:pt>
                <c:pt idx="22260">
                  <c:v>0.87274074074074071</c:v>
                </c:pt>
                <c:pt idx="22261">
                  <c:v>0.87274074074074071</c:v>
                </c:pt>
                <c:pt idx="22262">
                  <c:v>0.87274074074074071</c:v>
                </c:pt>
                <c:pt idx="22263">
                  <c:v>0.87274074074074071</c:v>
                </c:pt>
                <c:pt idx="22264">
                  <c:v>0.87274074074074071</c:v>
                </c:pt>
                <c:pt idx="22265">
                  <c:v>0.87274074074074071</c:v>
                </c:pt>
                <c:pt idx="22266">
                  <c:v>0.87274074074074071</c:v>
                </c:pt>
                <c:pt idx="22267">
                  <c:v>0.87288888888888894</c:v>
                </c:pt>
                <c:pt idx="22268">
                  <c:v>0.87288888888888894</c:v>
                </c:pt>
                <c:pt idx="22269">
                  <c:v>0.87288888888888894</c:v>
                </c:pt>
                <c:pt idx="22270">
                  <c:v>0.87288888888888894</c:v>
                </c:pt>
                <c:pt idx="22271">
                  <c:v>0.87288888888888894</c:v>
                </c:pt>
                <c:pt idx="22272">
                  <c:v>0.87288888888888894</c:v>
                </c:pt>
                <c:pt idx="22273">
                  <c:v>0.87288888888888894</c:v>
                </c:pt>
                <c:pt idx="22274">
                  <c:v>0.87303703703703706</c:v>
                </c:pt>
                <c:pt idx="22275">
                  <c:v>0.87303703703703706</c:v>
                </c:pt>
                <c:pt idx="22276">
                  <c:v>0.87303703703703706</c:v>
                </c:pt>
                <c:pt idx="22277">
                  <c:v>0.87303703703703706</c:v>
                </c:pt>
                <c:pt idx="22278">
                  <c:v>0.87303703703703706</c:v>
                </c:pt>
                <c:pt idx="22279">
                  <c:v>0.87303703703703706</c:v>
                </c:pt>
                <c:pt idx="22280">
                  <c:v>0.87303703703703706</c:v>
                </c:pt>
                <c:pt idx="22281">
                  <c:v>0.87303703703703706</c:v>
                </c:pt>
                <c:pt idx="22282">
                  <c:v>0.87303703703703706</c:v>
                </c:pt>
                <c:pt idx="22283">
                  <c:v>0.87303703703703706</c:v>
                </c:pt>
                <c:pt idx="22284">
                  <c:v>0.87303703703703706</c:v>
                </c:pt>
                <c:pt idx="22285">
                  <c:v>0.87303703703703706</c:v>
                </c:pt>
                <c:pt idx="22286">
                  <c:v>0.87303703703703706</c:v>
                </c:pt>
                <c:pt idx="22287">
                  <c:v>0.87303703703703706</c:v>
                </c:pt>
                <c:pt idx="22288">
                  <c:v>0.87303703703703706</c:v>
                </c:pt>
                <c:pt idx="22289">
                  <c:v>0.87303703703703706</c:v>
                </c:pt>
                <c:pt idx="22290">
                  <c:v>0.87318518518518518</c:v>
                </c:pt>
                <c:pt idx="22291">
                  <c:v>0.87318518518518518</c:v>
                </c:pt>
                <c:pt idx="22292">
                  <c:v>0.87318518518518518</c:v>
                </c:pt>
                <c:pt idx="22293">
                  <c:v>0.87318518518518518</c:v>
                </c:pt>
                <c:pt idx="22294">
                  <c:v>0.87318518518518518</c:v>
                </c:pt>
                <c:pt idx="22295">
                  <c:v>0.87318518518518518</c:v>
                </c:pt>
                <c:pt idx="22296">
                  <c:v>0.87318518518518518</c:v>
                </c:pt>
                <c:pt idx="22297">
                  <c:v>0.87333333333333329</c:v>
                </c:pt>
                <c:pt idx="22298">
                  <c:v>0.87348148148148153</c:v>
                </c:pt>
                <c:pt idx="22299">
                  <c:v>0.87348148148148153</c:v>
                </c:pt>
                <c:pt idx="22300">
                  <c:v>0.87348148148148153</c:v>
                </c:pt>
                <c:pt idx="22301">
                  <c:v>0.87348148148148153</c:v>
                </c:pt>
                <c:pt idx="22302">
                  <c:v>0.87348148148148153</c:v>
                </c:pt>
                <c:pt idx="22303">
                  <c:v>0.87362962962962964</c:v>
                </c:pt>
                <c:pt idx="22304">
                  <c:v>0.87362962962962964</c:v>
                </c:pt>
                <c:pt idx="22305">
                  <c:v>0.87362962962962964</c:v>
                </c:pt>
                <c:pt idx="22306">
                  <c:v>0.87362962962962964</c:v>
                </c:pt>
                <c:pt idx="22307">
                  <c:v>0.87362962962962964</c:v>
                </c:pt>
                <c:pt idx="22308">
                  <c:v>0.87362962962962964</c:v>
                </c:pt>
                <c:pt idx="22309">
                  <c:v>0.87362962962962964</c:v>
                </c:pt>
                <c:pt idx="22310">
                  <c:v>0.87362962962962964</c:v>
                </c:pt>
                <c:pt idx="22311">
                  <c:v>0.87362962962962964</c:v>
                </c:pt>
                <c:pt idx="22312">
                  <c:v>0.87362962962962964</c:v>
                </c:pt>
                <c:pt idx="22313">
                  <c:v>0.87377777777777776</c:v>
                </c:pt>
                <c:pt idx="22314">
                  <c:v>0.87377777777777776</c:v>
                </c:pt>
                <c:pt idx="22315">
                  <c:v>0.87392592592592588</c:v>
                </c:pt>
                <c:pt idx="22316">
                  <c:v>0.87392592592592588</c:v>
                </c:pt>
                <c:pt idx="22317">
                  <c:v>0.87392592592592588</c:v>
                </c:pt>
                <c:pt idx="22318">
                  <c:v>0.87392592592592588</c:v>
                </c:pt>
                <c:pt idx="22319">
                  <c:v>0.87392592592592588</c:v>
                </c:pt>
                <c:pt idx="22320">
                  <c:v>0.87392592592592588</c:v>
                </c:pt>
                <c:pt idx="22321">
                  <c:v>0.87392592592592588</c:v>
                </c:pt>
                <c:pt idx="22322">
                  <c:v>0.87392592592592588</c:v>
                </c:pt>
                <c:pt idx="22323">
                  <c:v>0.87392592592592588</c:v>
                </c:pt>
                <c:pt idx="22324">
                  <c:v>0.87392592592592588</c:v>
                </c:pt>
                <c:pt idx="22325">
                  <c:v>0.87392592592592588</c:v>
                </c:pt>
                <c:pt idx="22326">
                  <c:v>0.87392592592592588</c:v>
                </c:pt>
                <c:pt idx="22327">
                  <c:v>0.87392592592592588</c:v>
                </c:pt>
                <c:pt idx="22328">
                  <c:v>0.87392592592592588</c:v>
                </c:pt>
                <c:pt idx="22329">
                  <c:v>0.87392592592592588</c:v>
                </c:pt>
                <c:pt idx="22330">
                  <c:v>0.87392592592592588</c:v>
                </c:pt>
                <c:pt idx="22331">
                  <c:v>0.87392592592592588</c:v>
                </c:pt>
                <c:pt idx="22332">
                  <c:v>0.87392592592592588</c:v>
                </c:pt>
                <c:pt idx="22333">
                  <c:v>0.87407407407407411</c:v>
                </c:pt>
                <c:pt idx="22334">
                  <c:v>0.87422222222222223</c:v>
                </c:pt>
                <c:pt idx="22335">
                  <c:v>0.87422222222222223</c:v>
                </c:pt>
                <c:pt idx="22336">
                  <c:v>0.87422222222222223</c:v>
                </c:pt>
                <c:pt idx="22337">
                  <c:v>0.87422222222222223</c:v>
                </c:pt>
                <c:pt idx="22338">
                  <c:v>0.87422222222222223</c:v>
                </c:pt>
                <c:pt idx="22339">
                  <c:v>0.87422222222222223</c:v>
                </c:pt>
                <c:pt idx="22340">
                  <c:v>0.87422222222222223</c:v>
                </c:pt>
                <c:pt idx="22341">
                  <c:v>0.87422222222222223</c:v>
                </c:pt>
                <c:pt idx="22342">
                  <c:v>0.87422222222222223</c:v>
                </c:pt>
                <c:pt idx="22343">
                  <c:v>0.87422222222222223</c:v>
                </c:pt>
                <c:pt idx="22344">
                  <c:v>0.87437037037037035</c:v>
                </c:pt>
                <c:pt idx="22345">
                  <c:v>0.87451851851851847</c:v>
                </c:pt>
                <c:pt idx="22346">
                  <c:v>0.87451851851851847</c:v>
                </c:pt>
                <c:pt idx="22347">
                  <c:v>0.87451851851851847</c:v>
                </c:pt>
                <c:pt idx="22348">
                  <c:v>0.87451851851851847</c:v>
                </c:pt>
                <c:pt idx="22349">
                  <c:v>0.87451851851851847</c:v>
                </c:pt>
                <c:pt idx="22350">
                  <c:v>0.87451851851851847</c:v>
                </c:pt>
                <c:pt idx="22351">
                  <c:v>0.87451851851851847</c:v>
                </c:pt>
                <c:pt idx="22352">
                  <c:v>0.87451851851851847</c:v>
                </c:pt>
                <c:pt idx="22353">
                  <c:v>0.8746666666666667</c:v>
                </c:pt>
                <c:pt idx="22354">
                  <c:v>0.8746666666666667</c:v>
                </c:pt>
                <c:pt idx="22355">
                  <c:v>0.8746666666666667</c:v>
                </c:pt>
                <c:pt idx="22356">
                  <c:v>0.8746666666666667</c:v>
                </c:pt>
                <c:pt idx="22357">
                  <c:v>0.8746666666666667</c:v>
                </c:pt>
                <c:pt idx="22358">
                  <c:v>0.8746666666666667</c:v>
                </c:pt>
                <c:pt idx="22359">
                  <c:v>0.8746666666666667</c:v>
                </c:pt>
                <c:pt idx="22360">
                  <c:v>0.8746666666666667</c:v>
                </c:pt>
                <c:pt idx="22361">
                  <c:v>0.87481481481481482</c:v>
                </c:pt>
                <c:pt idx="22362">
                  <c:v>0.87496296296296294</c:v>
                </c:pt>
                <c:pt idx="22363">
                  <c:v>0.87496296296296294</c:v>
                </c:pt>
                <c:pt idx="22364">
                  <c:v>0.87496296296296294</c:v>
                </c:pt>
                <c:pt idx="22365">
                  <c:v>0.87511111111111106</c:v>
                </c:pt>
                <c:pt idx="22366">
                  <c:v>0.87511111111111106</c:v>
                </c:pt>
                <c:pt idx="22367">
                  <c:v>0.87525925925925929</c:v>
                </c:pt>
                <c:pt idx="22368">
                  <c:v>0.87540740740740741</c:v>
                </c:pt>
                <c:pt idx="22369">
                  <c:v>0.87540740740740741</c:v>
                </c:pt>
                <c:pt idx="22370">
                  <c:v>0.87540740740740741</c:v>
                </c:pt>
                <c:pt idx="22371">
                  <c:v>0.87540740740740741</c:v>
                </c:pt>
                <c:pt idx="22372">
                  <c:v>0.87540740740740741</c:v>
                </c:pt>
                <c:pt idx="22373">
                  <c:v>0.87540740740740741</c:v>
                </c:pt>
                <c:pt idx="22374">
                  <c:v>0.87540740740740741</c:v>
                </c:pt>
                <c:pt idx="22375">
                  <c:v>0.87555555555555553</c:v>
                </c:pt>
                <c:pt idx="22376">
                  <c:v>0.87555555555555553</c:v>
                </c:pt>
                <c:pt idx="22377">
                  <c:v>0.87555555555555553</c:v>
                </c:pt>
                <c:pt idx="22378">
                  <c:v>0.87570370370370365</c:v>
                </c:pt>
                <c:pt idx="22379">
                  <c:v>0.87585185185185188</c:v>
                </c:pt>
                <c:pt idx="22380">
                  <c:v>0.87585185185185188</c:v>
                </c:pt>
                <c:pt idx="22381">
                  <c:v>0.87585185185185188</c:v>
                </c:pt>
                <c:pt idx="22382">
                  <c:v>0.87585185185185188</c:v>
                </c:pt>
                <c:pt idx="22383">
                  <c:v>0.87585185185185188</c:v>
                </c:pt>
                <c:pt idx="22384">
                  <c:v>0.87585185185185188</c:v>
                </c:pt>
                <c:pt idx="22385">
                  <c:v>0.87585185185185188</c:v>
                </c:pt>
                <c:pt idx="22386">
                  <c:v>0.87585185185185188</c:v>
                </c:pt>
                <c:pt idx="22387">
                  <c:v>0.87585185185185188</c:v>
                </c:pt>
                <c:pt idx="22388">
                  <c:v>0.87585185185185188</c:v>
                </c:pt>
                <c:pt idx="22389">
                  <c:v>0.876</c:v>
                </c:pt>
                <c:pt idx="22390">
                  <c:v>0.87614814814814812</c:v>
                </c:pt>
                <c:pt idx="22391">
                  <c:v>0.87614814814814812</c:v>
                </c:pt>
                <c:pt idx="22392">
                  <c:v>0.87614814814814812</c:v>
                </c:pt>
                <c:pt idx="22393">
                  <c:v>0.87614814814814812</c:v>
                </c:pt>
                <c:pt idx="22394">
                  <c:v>0.87614814814814812</c:v>
                </c:pt>
                <c:pt idx="22395">
                  <c:v>0.87629629629629635</c:v>
                </c:pt>
                <c:pt idx="22396">
                  <c:v>0.87629629629629635</c:v>
                </c:pt>
                <c:pt idx="22397">
                  <c:v>0.87629629629629635</c:v>
                </c:pt>
                <c:pt idx="22398">
                  <c:v>0.87644444444444447</c:v>
                </c:pt>
                <c:pt idx="22399">
                  <c:v>0.87644444444444447</c:v>
                </c:pt>
                <c:pt idx="22400">
                  <c:v>0.87644444444444447</c:v>
                </c:pt>
                <c:pt idx="22401">
                  <c:v>0.87644444444444447</c:v>
                </c:pt>
                <c:pt idx="22402">
                  <c:v>0.87644444444444447</c:v>
                </c:pt>
                <c:pt idx="22403">
                  <c:v>0.87659259259259259</c:v>
                </c:pt>
                <c:pt idx="22404">
                  <c:v>0.87659259259259259</c:v>
                </c:pt>
                <c:pt idx="22405">
                  <c:v>0.87659259259259259</c:v>
                </c:pt>
                <c:pt idx="22406">
                  <c:v>0.87659259259259259</c:v>
                </c:pt>
                <c:pt idx="22407">
                  <c:v>0.87659259259259259</c:v>
                </c:pt>
                <c:pt idx="22408">
                  <c:v>0.87674074074074071</c:v>
                </c:pt>
                <c:pt idx="22409">
                  <c:v>0.87688888888888894</c:v>
                </c:pt>
                <c:pt idx="22410">
                  <c:v>0.87688888888888894</c:v>
                </c:pt>
                <c:pt idx="22411">
                  <c:v>0.87688888888888894</c:v>
                </c:pt>
                <c:pt idx="22412">
                  <c:v>0.87688888888888894</c:v>
                </c:pt>
                <c:pt idx="22413">
                  <c:v>0.87688888888888894</c:v>
                </c:pt>
                <c:pt idx="22414">
                  <c:v>0.87688888888888894</c:v>
                </c:pt>
                <c:pt idx="22415">
                  <c:v>0.87688888888888894</c:v>
                </c:pt>
                <c:pt idx="22416">
                  <c:v>0.87688888888888894</c:v>
                </c:pt>
                <c:pt idx="22417">
                  <c:v>0.87688888888888894</c:v>
                </c:pt>
                <c:pt idx="22418">
                  <c:v>0.87688888888888894</c:v>
                </c:pt>
                <c:pt idx="22419">
                  <c:v>0.87688888888888894</c:v>
                </c:pt>
                <c:pt idx="22420">
                  <c:v>0.87688888888888894</c:v>
                </c:pt>
                <c:pt idx="22421">
                  <c:v>0.87703703703703706</c:v>
                </c:pt>
                <c:pt idx="22422">
                  <c:v>0.87718518518518518</c:v>
                </c:pt>
                <c:pt idx="22423">
                  <c:v>0.87718518518518518</c:v>
                </c:pt>
                <c:pt idx="22424">
                  <c:v>0.87718518518518518</c:v>
                </c:pt>
                <c:pt idx="22425">
                  <c:v>0.87718518518518518</c:v>
                </c:pt>
                <c:pt idx="22426">
                  <c:v>0.87718518518518518</c:v>
                </c:pt>
                <c:pt idx="22427">
                  <c:v>0.8773333333333333</c:v>
                </c:pt>
                <c:pt idx="22428">
                  <c:v>0.8773333333333333</c:v>
                </c:pt>
                <c:pt idx="22429">
                  <c:v>0.8773333333333333</c:v>
                </c:pt>
                <c:pt idx="22430">
                  <c:v>0.8773333333333333</c:v>
                </c:pt>
                <c:pt idx="22431">
                  <c:v>0.8773333333333333</c:v>
                </c:pt>
                <c:pt idx="22432">
                  <c:v>0.8773333333333333</c:v>
                </c:pt>
                <c:pt idx="22433">
                  <c:v>0.87748148148148153</c:v>
                </c:pt>
                <c:pt idx="22434">
                  <c:v>0.87748148148148153</c:v>
                </c:pt>
                <c:pt idx="22435">
                  <c:v>0.87748148148148153</c:v>
                </c:pt>
                <c:pt idx="22436">
                  <c:v>0.87762962962962965</c:v>
                </c:pt>
                <c:pt idx="22437">
                  <c:v>0.87762962962962965</c:v>
                </c:pt>
                <c:pt idx="22438">
                  <c:v>0.87777777777777777</c:v>
                </c:pt>
                <c:pt idx="22439">
                  <c:v>0.87777777777777777</c:v>
                </c:pt>
                <c:pt idx="22440">
                  <c:v>0.87777777777777777</c:v>
                </c:pt>
                <c:pt idx="22441">
                  <c:v>0.87777777777777777</c:v>
                </c:pt>
                <c:pt idx="22442">
                  <c:v>0.87777777777777777</c:v>
                </c:pt>
                <c:pt idx="22443">
                  <c:v>0.87777777777777777</c:v>
                </c:pt>
                <c:pt idx="22444">
                  <c:v>0.87792592592592589</c:v>
                </c:pt>
                <c:pt idx="22445">
                  <c:v>0.87792592592592589</c:v>
                </c:pt>
                <c:pt idx="22446">
                  <c:v>0.87807407407407412</c:v>
                </c:pt>
                <c:pt idx="22447">
                  <c:v>0.87822222222222224</c:v>
                </c:pt>
                <c:pt idx="22448">
                  <c:v>0.87822222222222224</c:v>
                </c:pt>
                <c:pt idx="22449">
                  <c:v>0.87822222222222224</c:v>
                </c:pt>
                <c:pt idx="22450">
                  <c:v>0.87837037037037036</c:v>
                </c:pt>
                <c:pt idx="22451">
                  <c:v>0.87837037037037036</c:v>
                </c:pt>
                <c:pt idx="22452">
                  <c:v>0.87837037037037036</c:v>
                </c:pt>
                <c:pt idx="22453">
                  <c:v>0.87837037037037036</c:v>
                </c:pt>
                <c:pt idx="22454">
                  <c:v>0.87837037037037036</c:v>
                </c:pt>
                <c:pt idx="22455">
                  <c:v>0.87837037037037036</c:v>
                </c:pt>
                <c:pt idx="22456">
                  <c:v>0.87837037037037036</c:v>
                </c:pt>
                <c:pt idx="22457">
                  <c:v>0.87837037037037036</c:v>
                </c:pt>
                <c:pt idx="22458">
                  <c:v>0.87851851851851848</c:v>
                </c:pt>
                <c:pt idx="22459">
                  <c:v>0.87866666666666671</c:v>
                </c:pt>
                <c:pt idx="22460">
                  <c:v>0.87866666666666671</c:v>
                </c:pt>
                <c:pt idx="22461">
                  <c:v>0.87866666666666671</c:v>
                </c:pt>
                <c:pt idx="22462">
                  <c:v>0.87866666666666671</c:v>
                </c:pt>
                <c:pt idx="22463">
                  <c:v>0.87881481481481483</c:v>
                </c:pt>
                <c:pt idx="22464">
                  <c:v>0.87881481481481483</c:v>
                </c:pt>
                <c:pt idx="22465">
                  <c:v>0.87881481481481483</c:v>
                </c:pt>
                <c:pt idx="22466">
                  <c:v>0.87896296296296295</c:v>
                </c:pt>
                <c:pt idx="22467">
                  <c:v>0.87896296296296295</c:v>
                </c:pt>
                <c:pt idx="22468">
                  <c:v>0.87911111111111107</c:v>
                </c:pt>
                <c:pt idx="22469">
                  <c:v>0.87911111111111107</c:v>
                </c:pt>
                <c:pt idx="22470">
                  <c:v>0.87911111111111107</c:v>
                </c:pt>
                <c:pt idx="22471">
                  <c:v>0.8792592592592593</c:v>
                </c:pt>
                <c:pt idx="22472">
                  <c:v>0.87940740740740742</c:v>
                </c:pt>
                <c:pt idx="22473">
                  <c:v>0.87940740740740742</c:v>
                </c:pt>
                <c:pt idx="22474">
                  <c:v>0.87940740740740742</c:v>
                </c:pt>
                <c:pt idx="22475">
                  <c:v>0.87940740740740742</c:v>
                </c:pt>
                <c:pt idx="22476">
                  <c:v>0.87940740740740742</c:v>
                </c:pt>
                <c:pt idx="22477">
                  <c:v>0.87940740740740742</c:v>
                </c:pt>
                <c:pt idx="22478">
                  <c:v>0.87940740740740742</c:v>
                </c:pt>
                <c:pt idx="22479">
                  <c:v>0.87940740740740742</c:v>
                </c:pt>
                <c:pt idx="22480">
                  <c:v>0.87940740740740742</c:v>
                </c:pt>
                <c:pt idx="22481">
                  <c:v>0.87940740740740742</c:v>
                </c:pt>
                <c:pt idx="22482">
                  <c:v>0.87940740740740742</c:v>
                </c:pt>
                <c:pt idx="22483">
                  <c:v>0.87940740740740742</c:v>
                </c:pt>
                <c:pt idx="22484">
                  <c:v>0.87940740740740742</c:v>
                </c:pt>
                <c:pt idx="22485">
                  <c:v>0.87940740740740742</c:v>
                </c:pt>
                <c:pt idx="22486">
                  <c:v>0.87940740740740742</c:v>
                </c:pt>
                <c:pt idx="22487">
                  <c:v>0.87940740740740742</c:v>
                </c:pt>
                <c:pt idx="22488">
                  <c:v>0.87940740740740742</c:v>
                </c:pt>
                <c:pt idx="22489">
                  <c:v>0.87940740740740742</c:v>
                </c:pt>
                <c:pt idx="22490">
                  <c:v>0.87940740740740742</c:v>
                </c:pt>
                <c:pt idx="22491">
                  <c:v>0.87955555555555553</c:v>
                </c:pt>
                <c:pt idx="22492">
                  <c:v>0.87955555555555553</c:v>
                </c:pt>
                <c:pt idx="22493">
                  <c:v>0.87970370370370365</c:v>
                </c:pt>
                <c:pt idx="22494">
                  <c:v>0.87970370370370365</c:v>
                </c:pt>
                <c:pt idx="22495">
                  <c:v>0.87985185185185188</c:v>
                </c:pt>
                <c:pt idx="22496">
                  <c:v>0.88</c:v>
                </c:pt>
                <c:pt idx="22497">
                  <c:v>0.88014814814814812</c:v>
                </c:pt>
                <c:pt idx="22498">
                  <c:v>0.88014814814814812</c:v>
                </c:pt>
                <c:pt idx="22499">
                  <c:v>0.88014814814814812</c:v>
                </c:pt>
                <c:pt idx="22500">
                  <c:v>0.88014814814814812</c:v>
                </c:pt>
                <c:pt idx="22501">
                  <c:v>0.88014814814814812</c:v>
                </c:pt>
                <c:pt idx="22502">
                  <c:v>0.88014814814814812</c:v>
                </c:pt>
                <c:pt idx="22503">
                  <c:v>0.88029629629629624</c:v>
                </c:pt>
                <c:pt idx="22504">
                  <c:v>0.88029629629629624</c:v>
                </c:pt>
                <c:pt idx="22505">
                  <c:v>0.88029629629629624</c:v>
                </c:pt>
                <c:pt idx="22506">
                  <c:v>0.88029629629629624</c:v>
                </c:pt>
                <c:pt idx="22507">
                  <c:v>0.88044444444444447</c:v>
                </c:pt>
                <c:pt idx="22508">
                  <c:v>0.88059259259259259</c:v>
                </c:pt>
                <c:pt idx="22509">
                  <c:v>0.88059259259259259</c:v>
                </c:pt>
                <c:pt idx="22510">
                  <c:v>0.88059259259259259</c:v>
                </c:pt>
                <c:pt idx="22511">
                  <c:v>0.88059259259259259</c:v>
                </c:pt>
                <c:pt idx="22512">
                  <c:v>0.88059259259259259</c:v>
                </c:pt>
                <c:pt idx="22513">
                  <c:v>0.88059259259259259</c:v>
                </c:pt>
                <c:pt idx="22514">
                  <c:v>0.88059259259259259</c:v>
                </c:pt>
                <c:pt idx="22515">
                  <c:v>0.88059259259259259</c:v>
                </c:pt>
                <c:pt idx="22516">
                  <c:v>0.88059259259259259</c:v>
                </c:pt>
                <c:pt idx="22517">
                  <c:v>0.88074074074074071</c:v>
                </c:pt>
                <c:pt idx="22518">
                  <c:v>0.88074074074074071</c:v>
                </c:pt>
                <c:pt idx="22519">
                  <c:v>0.88074074074074071</c:v>
                </c:pt>
                <c:pt idx="22520">
                  <c:v>0.88074074074074071</c:v>
                </c:pt>
                <c:pt idx="22521">
                  <c:v>0.88074074074074071</c:v>
                </c:pt>
                <c:pt idx="22522">
                  <c:v>0.88088888888888894</c:v>
                </c:pt>
                <c:pt idx="22523">
                  <c:v>0.88088888888888894</c:v>
                </c:pt>
                <c:pt idx="22524">
                  <c:v>0.88088888888888894</c:v>
                </c:pt>
                <c:pt idx="22525">
                  <c:v>0.88103703703703706</c:v>
                </c:pt>
                <c:pt idx="22526">
                  <c:v>0.88103703703703706</c:v>
                </c:pt>
                <c:pt idx="22527">
                  <c:v>0.88103703703703706</c:v>
                </c:pt>
                <c:pt idx="22528">
                  <c:v>0.88103703703703706</c:v>
                </c:pt>
                <c:pt idx="22529">
                  <c:v>0.88118518518518518</c:v>
                </c:pt>
                <c:pt idx="22530">
                  <c:v>0.8813333333333333</c:v>
                </c:pt>
                <c:pt idx="22531">
                  <c:v>0.8813333333333333</c:v>
                </c:pt>
                <c:pt idx="22532">
                  <c:v>0.88148148148148153</c:v>
                </c:pt>
                <c:pt idx="22533">
                  <c:v>0.88148148148148153</c:v>
                </c:pt>
                <c:pt idx="22534">
                  <c:v>0.88148148148148153</c:v>
                </c:pt>
                <c:pt idx="22535">
                  <c:v>0.88148148148148153</c:v>
                </c:pt>
                <c:pt idx="22536">
                  <c:v>0.88162962962962965</c:v>
                </c:pt>
                <c:pt idx="22537">
                  <c:v>0.88162962962962965</c:v>
                </c:pt>
                <c:pt idx="22538">
                  <c:v>0.88162962962962965</c:v>
                </c:pt>
                <c:pt idx="22539">
                  <c:v>0.88162962962962965</c:v>
                </c:pt>
                <c:pt idx="22540">
                  <c:v>0.88162962962962965</c:v>
                </c:pt>
                <c:pt idx="22541">
                  <c:v>0.88162962962962965</c:v>
                </c:pt>
                <c:pt idx="22542">
                  <c:v>0.88177777777777777</c:v>
                </c:pt>
                <c:pt idx="22543">
                  <c:v>0.88177777777777777</c:v>
                </c:pt>
                <c:pt idx="22544">
                  <c:v>0.88177777777777777</c:v>
                </c:pt>
                <c:pt idx="22545">
                  <c:v>0.88177777777777777</c:v>
                </c:pt>
                <c:pt idx="22546">
                  <c:v>0.88177777777777777</c:v>
                </c:pt>
                <c:pt idx="22547">
                  <c:v>0.88177777777777777</c:v>
                </c:pt>
                <c:pt idx="22548">
                  <c:v>0.88177777777777777</c:v>
                </c:pt>
                <c:pt idx="22549">
                  <c:v>0.88177777777777777</c:v>
                </c:pt>
                <c:pt idx="22550">
                  <c:v>0.88192592592592589</c:v>
                </c:pt>
                <c:pt idx="22551">
                  <c:v>0.88192592592592589</c:v>
                </c:pt>
                <c:pt idx="22552">
                  <c:v>0.88192592592592589</c:v>
                </c:pt>
                <c:pt idx="22553">
                  <c:v>0.88192592592592589</c:v>
                </c:pt>
                <c:pt idx="22554">
                  <c:v>0.88192592592592589</c:v>
                </c:pt>
                <c:pt idx="22555">
                  <c:v>0.88207407407407412</c:v>
                </c:pt>
                <c:pt idx="22556">
                  <c:v>0.88207407407407412</c:v>
                </c:pt>
                <c:pt idx="22557">
                  <c:v>0.88207407407407412</c:v>
                </c:pt>
                <c:pt idx="22558">
                  <c:v>0.88222222222222224</c:v>
                </c:pt>
                <c:pt idx="22559">
                  <c:v>0.88237037037037036</c:v>
                </c:pt>
                <c:pt idx="22560">
                  <c:v>0.88237037037037036</c:v>
                </c:pt>
                <c:pt idx="22561">
                  <c:v>0.88237037037037036</c:v>
                </c:pt>
                <c:pt idx="22562">
                  <c:v>0.88237037037037036</c:v>
                </c:pt>
                <c:pt idx="22563">
                  <c:v>0.88237037037037036</c:v>
                </c:pt>
                <c:pt idx="22564">
                  <c:v>0.88237037037037036</c:v>
                </c:pt>
                <c:pt idx="22565">
                  <c:v>0.88237037037037036</c:v>
                </c:pt>
                <c:pt idx="22566">
                  <c:v>0.88237037037037036</c:v>
                </c:pt>
                <c:pt idx="22567">
                  <c:v>0.88237037037037036</c:v>
                </c:pt>
                <c:pt idx="22568">
                  <c:v>0.88237037037037036</c:v>
                </c:pt>
                <c:pt idx="22569">
                  <c:v>0.88237037037037036</c:v>
                </c:pt>
                <c:pt idx="22570">
                  <c:v>0.88251851851851848</c:v>
                </c:pt>
                <c:pt idx="22571">
                  <c:v>0.88251851851851848</c:v>
                </c:pt>
                <c:pt idx="22572">
                  <c:v>0.88266666666666671</c:v>
                </c:pt>
                <c:pt idx="22573">
                  <c:v>0.88266666666666671</c:v>
                </c:pt>
                <c:pt idx="22574">
                  <c:v>0.88266666666666671</c:v>
                </c:pt>
                <c:pt idx="22575">
                  <c:v>0.88266666666666671</c:v>
                </c:pt>
                <c:pt idx="22576">
                  <c:v>0.88281481481481483</c:v>
                </c:pt>
                <c:pt idx="22577">
                  <c:v>0.88296296296296295</c:v>
                </c:pt>
                <c:pt idx="22578">
                  <c:v>0.88296296296296295</c:v>
                </c:pt>
                <c:pt idx="22579">
                  <c:v>0.88311111111111107</c:v>
                </c:pt>
                <c:pt idx="22580">
                  <c:v>0.8832592592592593</c:v>
                </c:pt>
                <c:pt idx="22581">
                  <c:v>0.88340740740740742</c:v>
                </c:pt>
                <c:pt idx="22582">
                  <c:v>0.88355555555555554</c:v>
                </c:pt>
                <c:pt idx="22583">
                  <c:v>0.88355555555555554</c:v>
                </c:pt>
                <c:pt idx="22584">
                  <c:v>0.88355555555555554</c:v>
                </c:pt>
                <c:pt idx="22585">
                  <c:v>0.88355555555555554</c:v>
                </c:pt>
                <c:pt idx="22586">
                  <c:v>0.88355555555555554</c:v>
                </c:pt>
                <c:pt idx="22587">
                  <c:v>0.88370370370370366</c:v>
                </c:pt>
                <c:pt idx="22588">
                  <c:v>0.88370370370370366</c:v>
                </c:pt>
                <c:pt idx="22589">
                  <c:v>0.88370370370370366</c:v>
                </c:pt>
                <c:pt idx="22590">
                  <c:v>0.88385185185185189</c:v>
                </c:pt>
                <c:pt idx="22591">
                  <c:v>0.88400000000000001</c:v>
                </c:pt>
                <c:pt idx="22592">
                  <c:v>0.88400000000000001</c:v>
                </c:pt>
                <c:pt idx="22593">
                  <c:v>0.88400000000000001</c:v>
                </c:pt>
                <c:pt idx="22594">
                  <c:v>0.88400000000000001</c:v>
                </c:pt>
                <c:pt idx="22595">
                  <c:v>0.88400000000000001</c:v>
                </c:pt>
                <c:pt idx="22596">
                  <c:v>0.88400000000000001</c:v>
                </c:pt>
                <c:pt idx="22597">
                  <c:v>0.88400000000000001</c:v>
                </c:pt>
                <c:pt idx="22598">
                  <c:v>0.88400000000000001</c:v>
                </c:pt>
                <c:pt idx="22599">
                  <c:v>0.88400000000000001</c:v>
                </c:pt>
                <c:pt idx="22600">
                  <c:v>0.88400000000000001</c:v>
                </c:pt>
                <c:pt idx="22601">
                  <c:v>0.88400000000000001</c:v>
                </c:pt>
                <c:pt idx="22602">
                  <c:v>0.88400000000000001</c:v>
                </c:pt>
                <c:pt idx="22603">
                  <c:v>0.88400000000000001</c:v>
                </c:pt>
                <c:pt idx="22604">
                  <c:v>0.88400000000000001</c:v>
                </c:pt>
                <c:pt idx="22605">
                  <c:v>0.88400000000000001</c:v>
                </c:pt>
                <c:pt idx="22606">
                  <c:v>0.88400000000000001</c:v>
                </c:pt>
                <c:pt idx="22607">
                  <c:v>0.88400000000000001</c:v>
                </c:pt>
                <c:pt idx="22608">
                  <c:v>0.88400000000000001</c:v>
                </c:pt>
                <c:pt idx="22609">
                  <c:v>0.88414814814814813</c:v>
                </c:pt>
                <c:pt idx="22610">
                  <c:v>0.88414814814814813</c:v>
                </c:pt>
                <c:pt idx="22611">
                  <c:v>0.88429629629629625</c:v>
                </c:pt>
                <c:pt idx="22612">
                  <c:v>0.88429629629629625</c:v>
                </c:pt>
                <c:pt idx="22613">
                  <c:v>0.88429629629629625</c:v>
                </c:pt>
                <c:pt idx="22614">
                  <c:v>0.88429629629629625</c:v>
                </c:pt>
                <c:pt idx="22615">
                  <c:v>0.88444444444444448</c:v>
                </c:pt>
                <c:pt idx="22616">
                  <c:v>0.88444444444444448</c:v>
                </c:pt>
                <c:pt idx="22617">
                  <c:v>0.88444444444444448</c:v>
                </c:pt>
                <c:pt idx="22618">
                  <c:v>0.88444444444444448</c:v>
                </c:pt>
                <c:pt idx="22619">
                  <c:v>0.8845925925925926</c:v>
                </c:pt>
                <c:pt idx="22620">
                  <c:v>0.8845925925925926</c:v>
                </c:pt>
                <c:pt idx="22621">
                  <c:v>0.8845925925925926</c:v>
                </c:pt>
                <c:pt idx="22622">
                  <c:v>0.8845925925925926</c:v>
                </c:pt>
                <c:pt idx="22623">
                  <c:v>0.8845925925925926</c:v>
                </c:pt>
                <c:pt idx="22624">
                  <c:v>0.8845925925925926</c:v>
                </c:pt>
                <c:pt idx="22625">
                  <c:v>0.8845925925925926</c:v>
                </c:pt>
                <c:pt idx="22626">
                  <c:v>0.8845925925925926</c:v>
                </c:pt>
                <c:pt idx="22627">
                  <c:v>0.8845925925925926</c:v>
                </c:pt>
                <c:pt idx="22628">
                  <c:v>0.8845925925925926</c:v>
                </c:pt>
                <c:pt idx="22629">
                  <c:v>0.8845925925925926</c:v>
                </c:pt>
                <c:pt idx="22630">
                  <c:v>0.8845925925925926</c:v>
                </c:pt>
                <c:pt idx="22631">
                  <c:v>0.88474074074074072</c:v>
                </c:pt>
                <c:pt idx="22632">
                  <c:v>0.88474074074074072</c:v>
                </c:pt>
                <c:pt idx="22633">
                  <c:v>0.88474074074074072</c:v>
                </c:pt>
                <c:pt idx="22634">
                  <c:v>0.88474074074074072</c:v>
                </c:pt>
                <c:pt idx="22635">
                  <c:v>0.88474074074074072</c:v>
                </c:pt>
                <c:pt idx="22636">
                  <c:v>0.88474074074074072</c:v>
                </c:pt>
                <c:pt idx="22637">
                  <c:v>0.88474074074074072</c:v>
                </c:pt>
                <c:pt idx="22638">
                  <c:v>0.88474074074074072</c:v>
                </c:pt>
                <c:pt idx="22639">
                  <c:v>0.88474074074074072</c:v>
                </c:pt>
                <c:pt idx="22640">
                  <c:v>0.88474074074074072</c:v>
                </c:pt>
                <c:pt idx="22641">
                  <c:v>0.88474074074074072</c:v>
                </c:pt>
                <c:pt idx="22642">
                  <c:v>0.88488888888888884</c:v>
                </c:pt>
                <c:pt idx="22643">
                  <c:v>0.88488888888888884</c:v>
                </c:pt>
                <c:pt idx="22644">
                  <c:v>0.88488888888888884</c:v>
                </c:pt>
                <c:pt idx="22645">
                  <c:v>0.88488888888888884</c:v>
                </c:pt>
                <c:pt idx="22646">
                  <c:v>0.88488888888888884</c:v>
                </c:pt>
                <c:pt idx="22647">
                  <c:v>0.88488888888888884</c:v>
                </c:pt>
                <c:pt idx="22648">
                  <c:v>0.88503703703703707</c:v>
                </c:pt>
                <c:pt idx="22649">
                  <c:v>0.88503703703703707</c:v>
                </c:pt>
                <c:pt idx="22650">
                  <c:v>0.88503703703703707</c:v>
                </c:pt>
                <c:pt idx="22651">
                  <c:v>0.88518518518518519</c:v>
                </c:pt>
                <c:pt idx="22652">
                  <c:v>0.88518518518518519</c:v>
                </c:pt>
                <c:pt idx="22653">
                  <c:v>0.88518518518518519</c:v>
                </c:pt>
                <c:pt idx="22654">
                  <c:v>0.88518518518518519</c:v>
                </c:pt>
                <c:pt idx="22655">
                  <c:v>0.88518518518518519</c:v>
                </c:pt>
                <c:pt idx="22656">
                  <c:v>0.88518518518518519</c:v>
                </c:pt>
                <c:pt idx="22657">
                  <c:v>0.88518518518518519</c:v>
                </c:pt>
                <c:pt idx="22658">
                  <c:v>0.88518518518518519</c:v>
                </c:pt>
                <c:pt idx="22659">
                  <c:v>0.88518518518518519</c:v>
                </c:pt>
                <c:pt idx="22660">
                  <c:v>0.88533333333333331</c:v>
                </c:pt>
                <c:pt idx="22661">
                  <c:v>0.88548148148148154</c:v>
                </c:pt>
                <c:pt idx="22662">
                  <c:v>0.88562962962962966</c:v>
                </c:pt>
                <c:pt idx="22663">
                  <c:v>0.88577777777777778</c:v>
                </c:pt>
                <c:pt idx="22664">
                  <c:v>0.88577777777777778</c:v>
                </c:pt>
                <c:pt idx="22665">
                  <c:v>0.88577777777777778</c:v>
                </c:pt>
                <c:pt idx="22666">
                  <c:v>0.88577777777777778</c:v>
                </c:pt>
                <c:pt idx="22667">
                  <c:v>0.88577777777777778</c:v>
                </c:pt>
                <c:pt idx="22668">
                  <c:v>0.88577777777777778</c:v>
                </c:pt>
                <c:pt idx="22669">
                  <c:v>0.88592592592592589</c:v>
                </c:pt>
                <c:pt idx="22670">
                  <c:v>0.88607407407407413</c:v>
                </c:pt>
                <c:pt idx="22671">
                  <c:v>0.88607407407407413</c:v>
                </c:pt>
                <c:pt idx="22672">
                  <c:v>0.88607407407407413</c:v>
                </c:pt>
                <c:pt idx="22673">
                  <c:v>0.88607407407407413</c:v>
                </c:pt>
                <c:pt idx="22674">
                  <c:v>0.88607407407407413</c:v>
                </c:pt>
                <c:pt idx="22675">
                  <c:v>0.88607407407407413</c:v>
                </c:pt>
                <c:pt idx="22676">
                  <c:v>0.88607407407407413</c:v>
                </c:pt>
                <c:pt idx="22677">
                  <c:v>0.88622222222222224</c:v>
                </c:pt>
                <c:pt idx="22678">
                  <c:v>0.88622222222222224</c:v>
                </c:pt>
                <c:pt idx="22679">
                  <c:v>0.88622222222222224</c:v>
                </c:pt>
                <c:pt idx="22680">
                  <c:v>0.88622222222222224</c:v>
                </c:pt>
                <c:pt idx="22681">
                  <c:v>0.88622222222222224</c:v>
                </c:pt>
                <c:pt idx="22682">
                  <c:v>0.88622222222222224</c:v>
                </c:pt>
                <c:pt idx="22683">
                  <c:v>0.88622222222222224</c:v>
                </c:pt>
                <c:pt idx="22684">
                  <c:v>0.88637037037037036</c:v>
                </c:pt>
                <c:pt idx="22685">
                  <c:v>0.88637037037037036</c:v>
                </c:pt>
                <c:pt idx="22686">
                  <c:v>0.88637037037037036</c:v>
                </c:pt>
                <c:pt idx="22687">
                  <c:v>0.88651851851851848</c:v>
                </c:pt>
                <c:pt idx="22688">
                  <c:v>0.88651851851851848</c:v>
                </c:pt>
                <c:pt idx="22689">
                  <c:v>0.88651851851851848</c:v>
                </c:pt>
                <c:pt idx="22690">
                  <c:v>0.88651851851851848</c:v>
                </c:pt>
                <c:pt idx="22691">
                  <c:v>0.88651851851851848</c:v>
                </c:pt>
                <c:pt idx="22692">
                  <c:v>0.88666666666666671</c:v>
                </c:pt>
                <c:pt idx="22693">
                  <c:v>0.88666666666666671</c:v>
                </c:pt>
                <c:pt idx="22694">
                  <c:v>0.88666666666666671</c:v>
                </c:pt>
                <c:pt idx="22695">
                  <c:v>0.88666666666666671</c:v>
                </c:pt>
                <c:pt idx="22696">
                  <c:v>0.88666666666666671</c:v>
                </c:pt>
                <c:pt idx="22697">
                  <c:v>0.88666666666666671</c:v>
                </c:pt>
                <c:pt idx="22698">
                  <c:v>0.88666666666666671</c:v>
                </c:pt>
                <c:pt idx="22699">
                  <c:v>0.88681481481481483</c:v>
                </c:pt>
                <c:pt idx="22700">
                  <c:v>0.88681481481481483</c:v>
                </c:pt>
                <c:pt idx="22701">
                  <c:v>0.88681481481481483</c:v>
                </c:pt>
                <c:pt idx="22702">
                  <c:v>0.88696296296296295</c:v>
                </c:pt>
                <c:pt idx="22703">
                  <c:v>0.88696296296296295</c:v>
                </c:pt>
                <c:pt idx="22704">
                  <c:v>0.88696296296296295</c:v>
                </c:pt>
                <c:pt idx="22705">
                  <c:v>0.88696296296296295</c:v>
                </c:pt>
                <c:pt idx="22706">
                  <c:v>0.88696296296296295</c:v>
                </c:pt>
                <c:pt idx="22707">
                  <c:v>0.88696296296296295</c:v>
                </c:pt>
                <c:pt idx="22708">
                  <c:v>0.88696296296296295</c:v>
                </c:pt>
                <c:pt idx="22709">
                  <c:v>0.88711111111111107</c:v>
                </c:pt>
                <c:pt idx="22710">
                  <c:v>0.88711111111111107</c:v>
                </c:pt>
                <c:pt idx="22711">
                  <c:v>0.88711111111111107</c:v>
                </c:pt>
                <c:pt idx="22712">
                  <c:v>0.88711111111111107</c:v>
                </c:pt>
                <c:pt idx="22713">
                  <c:v>0.88711111111111107</c:v>
                </c:pt>
                <c:pt idx="22714">
                  <c:v>0.88711111111111107</c:v>
                </c:pt>
                <c:pt idx="22715">
                  <c:v>0.8872592592592593</c:v>
                </c:pt>
                <c:pt idx="22716">
                  <c:v>0.8872592592592593</c:v>
                </c:pt>
                <c:pt idx="22717">
                  <c:v>0.88740740740740742</c:v>
                </c:pt>
                <c:pt idx="22718">
                  <c:v>0.88740740740740742</c:v>
                </c:pt>
                <c:pt idx="22719">
                  <c:v>0.88740740740740742</c:v>
                </c:pt>
                <c:pt idx="22720">
                  <c:v>0.88740740740740742</c:v>
                </c:pt>
                <c:pt idx="22721">
                  <c:v>0.88740740740740742</c:v>
                </c:pt>
                <c:pt idx="22722">
                  <c:v>0.88740740740740742</c:v>
                </c:pt>
                <c:pt idx="22723">
                  <c:v>0.88740740740740742</c:v>
                </c:pt>
                <c:pt idx="22724">
                  <c:v>0.88755555555555554</c:v>
                </c:pt>
                <c:pt idx="22725">
                  <c:v>0.88770370370370366</c:v>
                </c:pt>
                <c:pt idx="22726">
                  <c:v>0.88770370370370366</c:v>
                </c:pt>
                <c:pt idx="22727">
                  <c:v>0.88770370370370366</c:v>
                </c:pt>
                <c:pt idx="22728">
                  <c:v>0.88770370370370366</c:v>
                </c:pt>
                <c:pt idx="22729">
                  <c:v>0.88770370370370366</c:v>
                </c:pt>
                <c:pt idx="22730">
                  <c:v>0.88770370370370366</c:v>
                </c:pt>
                <c:pt idx="22731">
                  <c:v>0.88785185185185189</c:v>
                </c:pt>
                <c:pt idx="22732">
                  <c:v>0.88785185185185189</c:v>
                </c:pt>
                <c:pt idx="22733">
                  <c:v>0.88785185185185189</c:v>
                </c:pt>
                <c:pt idx="22734">
                  <c:v>0.88785185185185189</c:v>
                </c:pt>
                <c:pt idx="22735">
                  <c:v>0.88785185185185189</c:v>
                </c:pt>
                <c:pt idx="22736">
                  <c:v>0.88785185185185189</c:v>
                </c:pt>
                <c:pt idx="22737">
                  <c:v>0.88785185185185189</c:v>
                </c:pt>
                <c:pt idx="22738">
                  <c:v>0.88800000000000001</c:v>
                </c:pt>
                <c:pt idx="22739">
                  <c:v>0.88814814814814813</c:v>
                </c:pt>
                <c:pt idx="22740">
                  <c:v>0.88829629629629625</c:v>
                </c:pt>
                <c:pt idx="22741">
                  <c:v>0.88844444444444448</c:v>
                </c:pt>
                <c:pt idx="22742">
                  <c:v>0.88844444444444448</c:v>
                </c:pt>
                <c:pt idx="22743">
                  <c:v>0.88844444444444448</c:v>
                </c:pt>
                <c:pt idx="22744">
                  <c:v>0.88844444444444448</c:v>
                </c:pt>
                <c:pt idx="22745">
                  <c:v>0.88844444444444448</c:v>
                </c:pt>
                <c:pt idx="22746">
                  <c:v>0.8885925925925926</c:v>
                </c:pt>
                <c:pt idx="22747">
                  <c:v>0.88874074074074072</c:v>
                </c:pt>
                <c:pt idx="22748">
                  <c:v>0.88874074074074072</c:v>
                </c:pt>
                <c:pt idx="22749">
                  <c:v>0.88874074074074072</c:v>
                </c:pt>
                <c:pt idx="22750">
                  <c:v>0.88874074074074072</c:v>
                </c:pt>
                <c:pt idx="22751">
                  <c:v>0.88888888888888884</c:v>
                </c:pt>
                <c:pt idx="22752">
                  <c:v>0.88888888888888884</c:v>
                </c:pt>
                <c:pt idx="22753">
                  <c:v>0.88903703703703707</c:v>
                </c:pt>
                <c:pt idx="22754">
                  <c:v>0.88903703703703707</c:v>
                </c:pt>
                <c:pt idx="22755">
                  <c:v>0.88918518518518519</c:v>
                </c:pt>
                <c:pt idx="22756">
                  <c:v>0.88918518518518519</c:v>
                </c:pt>
                <c:pt idx="22757">
                  <c:v>0.88933333333333331</c:v>
                </c:pt>
                <c:pt idx="22758">
                  <c:v>0.88933333333333331</c:v>
                </c:pt>
                <c:pt idx="22759">
                  <c:v>0.88933333333333331</c:v>
                </c:pt>
                <c:pt idx="22760">
                  <c:v>0.88933333333333331</c:v>
                </c:pt>
                <c:pt idx="22761">
                  <c:v>0.88933333333333331</c:v>
                </c:pt>
                <c:pt idx="22762">
                  <c:v>0.88933333333333331</c:v>
                </c:pt>
                <c:pt idx="22763">
                  <c:v>0.88948148148148143</c:v>
                </c:pt>
                <c:pt idx="22764">
                  <c:v>0.88948148148148143</c:v>
                </c:pt>
                <c:pt idx="22765">
                  <c:v>0.88962962962962966</c:v>
                </c:pt>
                <c:pt idx="22766">
                  <c:v>0.88962962962962966</c:v>
                </c:pt>
                <c:pt idx="22767">
                  <c:v>0.88962962962962966</c:v>
                </c:pt>
                <c:pt idx="22768">
                  <c:v>0.88962962962962966</c:v>
                </c:pt>
                <c:pt idx="22769">
                  <c:v>0.88962962962962966</c:v>
                </c:pt>
                <c:pt idx="22770">
                  <c:v>0.88962962962962966</c:v>
                </c:pt>
                <c:pt idx="22771">
                  <c:v>0.88977777777777778</c:v>
                </c:pt>
                <c:pt idx="22772">
                  <c:v>0.8899259259259259</c:v>
                </c:pt>
                <c:pt idx="22773">
                  <c:v>0.8899259259259259</c:v>
                </c:pt>
                <c:pt idx="22774">
                  <c:v>0.8899259259259259</c:v>
                </c:pt>
                <c:pt idx="22775">
                  <c:v>0.8899259259259259</c:v>
                </c:pt>
                <c:pt idx="22776">
                  <c:v>0.8899259259259259</c:v>
                </c:pt>
                <c:pt idx="22777">
                  <c:v>0.8899259259259259</c:v>
                </c:pt>
                <c:pt idx="22778">
                  <c:v>0.89007407407407413</c:v>
                </c:pt>
                <c:pt idx="22779">
                  <c:v>0.89007407407407413</c:v>
                </c:pt>
                <c:pt idx="22780">
                  <c:v>0.89022222222222225</c:v>
                </c:pt>
                <c:pt idx="22781">
                  <c:v>0.89037037037037037</c:v>
                </c:pt>
                <c:pt idx="22782">
                  <c:v>0.89037037037037037</c:v>
                </c:pt>
                <c:pt idx="22783">
                  <c:v>0.89037037037037037</c:v>
                </c:pt>
                <c:pt idx="22784">
                  <c:v>0.89037037037037037</c:v>
                </c:pt>
                <c:pt idx="22785">
                  <c:v>0.89051851851851849</c:v>
                </c:pt>
                <c:pt idx="22786">
                  <c:v>0.89051851851851849</c:v>
                </c:pt>
                <c:pt idx="22787">
                  <c:v>0.89051851851851849</c:v>
                </c:pt>
                <c:pt idx="22788">
                  <c:v>0.89066666666666672</c:v>
                </c:pt>
                <c:pt idx="22789">
                  <c:v>0.89066666666666672</c:v>
                </c:pt>
                <c:pt idx="22790">
                  <c:v>0.89066666666666672</c:v>
                </c:pt>
                <c:pt idx="22791">
                  <c:v>0.89066666666666672</c:v>
                </c:pt>
                <c:pt idx="22792">
                  <c:v>0.89066666666666672</c:v>
                </c:pt>
                <c:pt idx="22793">
                  <c:v>0.89066666666666672</c:v>
                </c:pt>
                <c:pt idx="22794">
                  <c:v>0.89066666666666672</c:v>
                </c:pt>
                <c:pt idx="22795">
                  <c:v>0.89066666666666672</c:v>
                </c:pt>
                <c:pt idx="22796">
                  <c:v>0.89081481481481484</c:v>
                </c:pt>
                <c:pt idx="22797">
                  <c:v>0.89081481481481484</c:v>
                </c:pt>
                <c:pt idx="22798">
                  <c:v>0.89096296296296296</c:v>
                </c:pt>
                <c:pt idx="22799">
                  <c:v>0.89096296296296296</c:v>
                </c:pt>
                <c:pt idx="22800">
                  <c:v>0.89111111111111108</c:v>
                </c:pt>
                <c:pt idx="22801">
                  <c:v>0.89111111111111108</c:v>
                </c:pt>
                <c:pt idx="22802">
                  <c:v>0.89111111111111108</c:v>
                </c:pt>
                <c:pt idx="22803">
                  <c:v>0.89125925925925931</c:v>
                </c:pt>
                <c:pt idx="22804">
                  <c:v>0.89125925925925931</c:v>
                </c:pt>
                <c:pt idx="22805">
                  <c:v>0.89125925925925931</c:v>
                </c:pt>
                <c:pt idx="22806">
                  <c:v>0.89125925925925931</c:v>
                </c:pt>
                <c:pt idx="22807">
                  <c:v>0.89125925925925931</c:v>
                </c:pt>
                <c:pt idx="22808">
                  <c:v>0.89125925925925931</c:v>
                </c:pt>
                <c:pt idx="22809">
                  <c:v>0.89125925925925931</c:v>
                </c:pt>
                <c:pt idx="22810">
                  <c:v>0.89125925925925931</c:v>
                </c:pt>
                <c:pt idx="22811">
                  <c:v>0.89140740740740743</c:v>
                </c:pt>
                <c:pt idx="22812">
                  <c:v>0.89155555555555555</c:v>
                </c:pt>
                <c:pt idx="22813">
                  <c:v>0.89155555555555555</c:v>
                </c:pt>
                <c:pt idx="22814">
                  <c:v>0.89170370370370367</c:v>
                </c:pt>
                <c:pt idx="22815">
                  <c:v>0.89170370370370367</c:v>
                </c:pt>
                <c:pt idx="22816">
                  <c:v>0.89170370370370367</c:v>
                </c:pt>
                <c:pt idx="22817">
                  <c:v>0.8918518518518519</c:v>
                </c:pt>
                <c:pt idx="22818">
                  <c:v>0.89200000000000002</c:v>
                </c:pt>
                <c:pt idx="22819">
                  <c:v>0.89200000000000002</c:v>
                </c:pt>
                <c:pt idx="22820">
                  <c:v>0.89200000000000002</c:v>
                </c:pt>
                <c:pt idx="22821">
                  <c:v>0.89200000000000002</c:v>
                </c:pt>
                <c:pt idx="22822">
                  <c:v>0.89200000000000002</c:v>
                </c:pt>
                <c:pt idx="22823">
                  <c:v>0.89200000000000002</c:v>
                </c:pt>
                <c:pt idx="22824">
                  <c:v>0.89200000000000002</c:v>
                </c:pt>
                <c:pt idx="22825">
                  <c:v>0.89200000000000002</c:v>
                </c:pt>
                <c:pt idx="22826">
                  <c:v>0.89200000000000002</c:v>
                </c:pt>
                <c:pt idx="22827">
                  <c:v>0.89200000000000002</c:v>
                </c:pt>
                <c:pt idx="22828">
                  <c:v>0.89200000000000002</c:v>
                </c:pt>
                <c:pt idx="22829">
                  <c:v>0.89214814814814813</c:v>
                </c:pt>
                <c:pt idx="22830">
                  <c:v>0.89214814814814813</c:v>
                </c:pt>
                <c:pt idx="22831">
                  <c:v>0.89214814814814813</c:v>
                </c:pt>
                <c:pt idx="22832">
                  <c:v>0.89214814814814813</c:v>
                </c:pt>
                <c:pt idx="22833">
                  <c:v>0.89214814814814813</c:v>
                </c:pt>
                <c:pt idx="22834">
                  <c:v>0.89229629629629625</c:v>
                </c:pt>
                <c:pt idx="22835">
                  <c:v>0.89229629629629625</c:v>
                </c:pt>
                <c:pt idx="22836">
                  <c:v>0.89229629629629625</c:v>
                </c:pt>
                <c:pt idx="22837">
                  <c:v>0.89229629629629625</c:v>
                </c:pt>
                <c:pt idx="22838">
                  <c:v>0.89229629629629625</c:v>
                </c:pt>
                <c:pt idx="22839">
                  <c:v>0.89229629629629625</c:v>
                </c:pt>
                <c:pt idx="22840">
                  <c:v>0.89244444444444448</c:v>
                </c:pt>
                <c:pt idx="22841">
                  <c:v>0.8925925925925926</c:v>
                </c:pt>
                <c:pt idx="22842">
                  <c:v>0.8925925925925926</c:v>
                </c:pt>
                <c:pt idx="22843">
                  <c:v>0.8925925925925926</c:v>
                </c:pt>
                <c:pt idx="22844">
                  <c:v>0.8925925925925926</c:v>
                </c:pt>
                <c:pt idx="22845">
                  <c:v>0.8925925925925926</c:v>
                </c:pt>
                <c:pt idx="22846">
                  <c:v>0.8925925925925926</c:v>
                </c:pt>
                <c:pt idx="22847">
                  <c:v>0.8925925925925926</c:v>
                </c:pt>
                <c:pt idx="22848">
                  <c:v>0.8925925925925926</c:v>
                </c:pt>
                <c:pt idx="22849">
                  <c:v>0.8925925925925926</c:v>
                </c:pt>
                <c:pt idx="22850">
                  <c:v>0.8925925925925926</c:v>
                </c:pt>
                <c:pt idx="22851">
                  <c:v>0.8925925925925926</c:v>
                </c:pt>
                <c:pt idx="22852">
                  <c:v>0.8925925925925926</c:v>
                </c:pt>
                <c:pt idx="22853">
                  <c:v>0.8925925925925926</c:v>
                </c:pt>
                <c:pt idx="22854">
                  <c:v>0.8925925925925926</c:v>
                </c:pt>
                <c:pt idx="22855">
                  <c:v>0.8925925925925926</c:v>
                </c:pt>
                <c:pt idx="22856">
                  <c:v>0.8925925925925926</c:v>
                </c:pt>
                <c:pt idx="22857">
                  <c:v>0.8925925925925926</c:v>
                </c:pt>
                <c:pt idx="22858">
                  <c:v>0.8925925925925926</c:v>
                </c:pt>
                <c:pt idx="22859">
                  <c:v>0.8925925925925926</c:v>
                </c:pt>
                <c:pt idx="22860">
                  <c:v>0.89274074074074072</c:v>
                </c:pt>
                <c:pt idx="22861">
                  <c:v>0.89274074074074072</c:v>
                </c:pt>
                <c:pt idx="22862">
                  <c:v>0.89288888888888884</c:v>
                </c:pt>
                <c:pt idx="22863">
                  <c:v>0.89303703703703707</c:v>
                </c:pt>
                <c:pt idx="22864">
                  <c:v>0.89303703703703707</c:v>
                </c:pt>
                <c:pt idx="22865">
                  <c:v>0.89303703703703707</c:v>
                </c:pt>
                <c:pt idx="22866">
                  <c:v>0.89303703703703707</c:v>
                </c:pt>
                <c:pt idx="22867">
                  <c:v>0.89303703703703707</c:v>
                </c:pt>
                <c:pt idx="22868">
                  <c:v>0.89318518518518519</c:v>
                </c:pt>
                <c:pt idx="22869">
                  <c:v>0.89318518518518519</c:v>
                </c:pt>
                <c:pt idx="22870">
                  <c:v>0.89318518518518519</c:v>
                </c:pt>
                <c:pt idx="22871">
                  <c:v>0.89318518518518519</c:v>
                </c:pt>
                <c:pt idx="22872">
                  <c:v>0.89318518518518519</c:v>
                </c:pt>
                <c:pt idx="22873">
                  <c:v>0.89318518518518519</c:v>
                </c:pt>
                <c:pt idx="22874">
                  <c:v>0.89318518518518519</c:v>
                </c:pt>
                <c:pt idx="22875">
                  <c:v>0.89333333333333331</c:v>
                </c:pt>
                <c:pt idx="22876">
                  <c:v>0.89333333333333331</c:v>
                </c:pt>
                <c:pt idx="22877">
                  <c:v>0.89333333333333331</c:v>
                </c:pt>
                <c:pt idx="22878">
                  <c:v>0.89333333333333331</c:v>
                </c:pt>
                <c:pt idx="22879">
                  <c:v>0.89333333333333331</c:v>
                </c:pt>
                <c:pt idx="22880">
                  <c:v>0.89348148148148143</c:v>
                </c:pt>
                <c:pt idx="22881">
                  <c:v>0.89348148148148143</c:v>
                </c:pt>
                <c:pt idx="22882">
                  <c:v>0.89348148148148143</c:v>
                </c:pt>
                <c:pt idx="22883">
                  <c:v>0.89348148148148143</c:v>
                </c:pt>
                <c:pt idx="22884">
                  <c:v>0.89362962962962966</c:v>
                </c:pt>
                <c:pt idx="22885">
                  <c:v>0.89362962962962966</c:v>
                </c:pt>
                <c:pt idx="22886">
                  <c:v>0.89362962962962966</c:v>
                </c:pt>
                <c:pt idx="22887">
                  <c:v>0.89362962962962966</c:v>
                </c:pt>
                <c:pt idx="22888">
                  <c:v>0.89362962962962966</c:v>
                </c:pt>
                <c:pt idx="22889">
                  <c:v>0.89377777777777778</c:v>
                </c:pt>
                <c:pt idx="22890">
                  <c:v>0.89377777777777778</c:v>
                </c:pt>
                <c:pt idx="22891">
                  <c:v>0.89377777777777778</c:v>
                </c:pt>
                <c:pt idx="22892">
                  <c:v>0.89377777777777778</c:v>
                </c:pt>
                <c:pt idx="22893">
                  <c:v>0.8939259259259259</c:v>
                </c:pt>
                <c:pt idx="22894">
                  <c:v>0.8939259259259259</c:v>
                </c:pt>
                <c:pt idx="22895">
                  <c:v>0.89407407407407402</c:v>
                </c:pt>
                <c:pt idx="22896">
                  <c:v>0.89407407407407402</c:v>
                </c:pt>
                <c:pt idx="22897">
                  <c:v>0.89407407407407402</c:v>
                </c:pt>
                <c:pt idx="22898">
                  <c:v>0.89407407407407402</c:v>
                </c:pt>
                <c:pt idx="22899">
                  <c:v>0.89407407407407402</c:v>
                </c:pt>
                <c:pt idx="22900">
                  <c:v>0.89407407407407402</c:v>
                </c:pt>
                <c:pt idx="22901">
                  <c:v>0.89422222222222225</c:v>
                </c:pt>
                <c:pt idx="22902">
                  <c:v>0.89422222222222225</c:v>
                </c:pt>
                <c:pt idx="22903">
                  <c:v>0.89437037037037037</c:v>
                </c:pt>
                <c:pt idx="22904">
                  <c:v>0.89451851851851849</c:v>
                </c:pt>
                <c:pt idx="22905">
                  <c:v>0.89466666666666672</c:v>
                </c:pt>
                <c:pt idx="22906">
                  <c:v>0.89481481481481484</c:v>
                </c:pt>
                <c:pt idx="22907">
                  <c:v>0.89481481481481484</c:v>
                </c:pt>
                <c:pt idx="22908">
                  <c:v>0.89481481481481484</c:v>
                </c:pt>
                <c:pt idx="22909">
                  <c:v>0.89496296296296296</c:v>
                </c:pt>
                <c:pt idx="22910">
                  <c:v>0.89496296296296296</c:v>
                </c:pt>
                <c:pt idx="22911">
                  <c:v>0.89496296296296296</c:v>
                </c:pt>
                <c:pt idx="22912">
                  <c:v>0.89496296296296296</c:v>
                </c:pt>
                <c:pt idx="22913">
                  <c:v>0.89511111111111108</c:v>
                </c:pt>
                <c:pt idx="22914">
                  <c:v>0.89511111111111108</c:v>
                </c:pt>
                <c:pt idx="22915">
                  <c:v>0.89511111111111108</c:v>
                </c:pt>
                <c:pt idx="22916">
                  <c:v>0.89525925925925931</c:v>
                </c:pt>
                <c:pt idx="22917">
                  <c:v>0.89525925925925931</c:v>
                </c:pt>
                <c:pt idx="22918">
                  <c:v>0.89540740740740743</c:v>
                </c:pt>
                <c:pt idx="22919">
                  <c:v>0.89540740740740743</c:v>
                </c:pt>
                <c:pt idx="22920">
                  <c:v>0.89555555555555555</c:v>
                </c:pt>
                <c:pt idx="22921">
                  <c:v>0.89555555555555555</c:v>
                </c:pt>
                <c:pt idx="22922">
                  <c:v>0.89555555555555555</c:v>
                </c:pt>
                <c:pt idx="22923">
                  <c:v>0.89570370370370367</c:v>
                </c:pt>
                <c:pt idx="22924">
                  <c:v>0.89570370370370367</c:v>
                </c:pt>
                <c:pt idx="22925">
                  <c:v>0.89570370370370367</c:v>
                </c:pt>
                <c:pt idx="22926">
                  <c:v>0.8958518518518519</c:v>
                </c:pt>
                <c:pt idx="22927">
                  <c:v>0.8958518518518519</c:v>
                </c:pt>
                <c:pt idx="22928">
                  <c:v>0.8958518518518519</c:v>
                </c:pt>
                <c:pt idx="22929">
                  <c:v>0.89600000000000002</c:v>
                </c:pt>
                <c:pt idx="22930">
                  <c:v>0.89600000000000002</c:v>
                </c:pt>
                <c:pt idx="22931">
                  <c:v>0.89600000000000002</c:v>
                </c:pt>
                <c:pt idx="22932">
                  <c:v>0.89614814814814814</c:v>
                </c:pt>
                <c:pt idx="22933">
                  <c:v>0.89614814814814814</c:v>
                </c:pt>
                <c:pt idx="22934">
                  <c:v>0.89614814814814814</c:v>
                </c:pt>
                <c:pt idx="22935">
                  <c:v>0.89629629629629626</c:v>
                </c:pt>
                <c:pt idx="22936">
                  <c:v>0.89629629629629626</c:v>
                </c:pt>
                <c:pt idx="22937">
                  <c:v>0.89629629629629626</c:v>
                </c:pt>
                <c:pt idx="22938">
                  <c:v>0.89644444444444449</c:v>
                </c:pt>
                <c:pt idx="22939">
                  <c:v>0.89644444444444449</c:v>
                </c:pt>
                <c:pt idx="22940">
                  <c:v>0.89644444444444449</c:v>
                </c:pt>
                <c:pt idx="22941">
                  <c:v>0.89644444444444449</c:v>
                </c:pt>
                <c:pt idx="22942">
                  <c:v>0.89644444444444449</c:v>
                </c:pt>
                <c:pt idx="22943">
                  <c:v>0.89644444444444449</c:v>
                </c:pt>
                <c:pt idx="22944">
                  <c:v>0.89644444444444449</c:v>
                </c:pt>
                <c:pt idx="22945">
                  <c:v>0.89644444444444449</c:v>
                </c:pt>
                <c:pt idx="22946">
                  <c:v>0.89644444444444449</c:v>
                </c:pt>
                <c:pt idx="22947">
                  <c:v>0.89644444444444449</c:v>
                </c:pt>
                <c:pt idx="22948">
                  <c:v>0.89644444444444449</c:v>
                </c:pt>
                <c:pt idx="22949">
                  <c:v>0.89644444444444449</c:v>
                </c:pt>
                <c:pt idx="22950">
                  <c:v>0.89644444444444449</c:v>
                </c:pt>
                <c:pt idx="22951">
                  <c:v>0.89659259259259261</c:v>
                </c:pt>
                <c:pt idx="22952">
                  <c:v>0.89659259259259261</c:v>
                </c:pt>
                <c:pt idx="22953">
                  <c:v>0.89659259259259261</c:v>
                </c:pt>
                <c:pt idx="22954">
                  <c:v>0.89659259259259261</c:v>
                </c:pt>
                <c:pt idx="22955">
                  <c:v>0.89659259259259261</c:v>
                </c:pt>
                <c:pt idx="22956">
                  <c:v>0.89659259259259261</c:v>
                </c:pt>
                <c:pt idx="22957">
                  <c:v>0.89674074074074073</c:v>
                </c:pt>
                <c:pt idx="22958">
                  <c:v>0.89674074074074073</c:v>
                </c:pt>
                <c:pt idx="22959">
                  <c:v>0.89674074074074073</c:v>
                </c:pt>
                <c:pt idx="22960">
                  <c:v>0.89674074074074073</c:v>
                </c:pt>
                <c:pt idx="22961">
                  <c:v>0.89674074074074073</c:v>
                </c:pt>
                <c:pt idx="22962">
                  <c:v>0.89674074074074073</c:v>
                </c:pt>
                <c:pt idx="22963">
                  <c:v>0.89674074074074073</c:v>
                </c:pt>
                <c:pt idx="22964">
                  <c:v>0.89688888888888885</c:v>
                </c:pt>
                <c:pt idx="22965">
                  <c:v>0.89688888888888885</c:v>
                </c:pt>
                <c:pt idx="22966">
                  <c:v>0.89688888888888885</c:v>
                </c:pt>
                <c:pt idx="22967">
                  <c:v>0.89703703703703708</c:v>
                </c:pt>
                <c:pt idx="22968">
                  <c:v>0.8971851851851852</c:v>
                </c:pt>
                <c:pt idx="22969">
                  <c:v>0.89733333333333332</c:v>
                </c:pt>
                <c:pt idx="22970">
                  <c:v>0.89733333333333332</c:v>
                </c:pt>
                <c:pt idx="22971">
                  <c:v>0.89733333333333332</c:v>
                </c:pt>
                <c:pt idx="22972">
                  <c:v>0.89733333333333332</c:v>
                </c:pt>
                <c:pt idx="22973">
                  <c:v>0.89733333333333332</c:v>
                </c:pt>
                <c:pt idx="22974">
                  <c:v>0.89733333333333332</c:v>
                </c:pt>
                <c:pt idx="22975">
                  <c:v>0.89733333333333332</c:v>
                </c:pt>
                <c:pt idx="22976">
                  <c:v>0.89733333333333332</c:v>
                </c:pt>
                <c:pt idx="22977">
                  <c:v>0.89733333333333332</c:v>
                </c:pt>
                <c:pt idx="22978">
                  <c:v>0.89733333333333332</c:v>
                </c:pt>
                <c:pt idx="22979">
                  <c:v>0.89733333333333332</c:v>
                </c:pt>
                <c:pt idx="22980">
                  <c:v>0.89733333333333332</c:v>
                </c:pt>
                <c:pt idx="22981">
                  <c:v>0.89733333333333332</c:v>
                </c:pt>
                <c:pt idx="22982">
                  <c:v>0.89733333333333332</c:v>
                </c:pt>
                <c:pt idx="22983">
                  <c:v>0.89733333333333332</c:v>
                </c:pt>
                <c:pt idx="22984">
                  <c:v>0.89748148148148144</c:v>
                </c:pt>
                <c:pt idx="22985">
                  <c:v>0.89748148148148144</c:v>
                </c:pt>
                <c:pt idx="22986">
                  <c:v>0.89748148148148144</c:v>
                </c:pt>
                <c:pt idx="22987">
                  <c:v>0.89748148148148144</c:v>
                </c:pt>
                <c:pt idx="22988">
                  <c:v>0.89748148148148144</c:v>
                </c:pt>
                <c:pt idx="22989">
                  <c:v>0.89748148148148144</c:v>
                </c:pt>
                <c:pt idx="22990">
                  <c:v>0.89748148148148144</c:v>
                </c:pt>
                <c:pt idx="22991">
                  <c:v>0.89748148148148144</c:v>
                </c:pt>
                <c:pt idx="22992">
                  <c:v>0.89762962962962967</c:v>
                </c:pt>
                <c:pt idx="22993">
                  <c:v>0.89762962962962967</c:v>
                </c:pt>
                <c:pt idx="22994">
                  <c:v>0.89777777777777779</c:v>
                </c:pt>
                <c:pt idx="22995">
                  <c:v>0.89777777777777779</c:v>
                </c:pt>
                <c:pt idx="22996">
                  <c:v>0.89777777777777779</c:v>
                </c:pt>
                <c:pt idx="22997">
                  <c:v>0.89777777777777779</c:v>
                </c:pt>
                <c:pt idx="22998">
                  <c:v>0.89792592592592591</c:v>
                </c:pt>
                <c:pt idx="22999">
                  <c:v>0.89792592592592591</c:v>
                </c:pt>
                <c:pt idx="23000">
                  <c:v>0.89792592592592591</c:v>
                </c:pt>
                <c:pt idx="23001">
                  <c:v>0.89807407407407402</c:v>
                </c:pt>
                <c:pt idx="23002">
                  <c:v>0.89807407407407402</c:v>
                </c:pt>
                <c:pt idx="23003">
                  <c:v>0.89822222222222226</c:v>
                </c:pt>
                <c:pt idx="23004">
                  <c:v>0.89822222222222226</c:v>
                </c:pt>
                <c:pt idx="23005">
                  <c:v>0.89822222222222226</c:v>
                </c:pt>
                <c:pt idx="23006">
                  <c:v>0.89822222222222226</c:v>
                </c:pt>
                <c:pt idx="23007">
                  <c:v>0.89822222222222226</c:v>
                </c:pt>
                <c:pt idx="23008">
                  <c:v>0.89822222222222226</c:v>
                </c:pt>
                <c:pt idx="23009">
                  <c:v>0.89837037037037037</c:v>
                </c:pt>
                <c:pt idx="23010">
                  <c:v>0.89837037037037037</c:v>
                </c:pt>
                <c:pt idx="23011">
                  <c:v>0.89837037037037037</c:v>
                </c:pt>
                <c:pt idx="23012">
                  <c:v>0.89837037037037037</c:v>
                </c:pt>
                <c:pt idx="23013">
                  <c:v>0.89837037037037037</c:v>
                </c:pt>
                <c:pt idx="23014">
                  <c:v>0.89837037037037037</c:v>
                </c:pt>
                <c:pt idx="23015">
                  <c:v>0.89837037037037037</c:v>
                </c:pt>
                <c:pt idx="23016">
                  <c:v>0.89851851851851849</c:v>
                </c:pt>
                <c:pt idx="23017">
                  <c:v>0.89851851851851849</c:v>
                </c:pt>
                <c:pt idx="23018">
                  <c:v>0.89851851851851849</c:v>
                </c:pt>
                <c:pt idx="23019">
                  <c:v>0.89851851851851849</c:v>
                </c:pt>
                <c:pt idx="23020">
                  <c:v>0.89851851851851849</c:v>
                </c:pt>
                <c:pt idx="23021">
                  <c:v>0.89866666666666661</c:v>
                </c:pt>
                <c:pt idx="23022">
                  <c:v>0.89866666666666661</c:v>
                </c:pt>
                <c:pt idx="23023">
                  <c:v>0.89866666666666661</c:v>
                </c:pt>
                <c:pt idx="23024">
                  <c:v>0.89866666666666661</c:v>
                </c:pt>
                <c:pt idx="23025">
                  <c:v>0.89866666666666661</c:v>
                </c:pt>
                <c:pt idx="23026">
                  <c:v>0.89866666666666661</c:v>
                </c:pt>
                <c:pt idx="23027">
                  <c:v>0.89866666666666661</c:v>
                </c:pt>
                <c:pt idx="23028">
                  <c:v>0.89881481481481484</c:v>
                </c:pt>
                <c:pt idx="23029">
                  <c:v>0.89881481481481484</c:v>
                </c:pt>
                <c:pt idx="23030">
                  <c:v>0.89881481481481484</c:v>
                </c:pt>
                <c:pt idx="23031">
                  <c:v>0.89881481481481484</c:v>
                </c:pt>
                <c:pt idx="23032">
                  <c:v>0.89896296296296296</c:v>
                </c:pt>
                <c:pt idx="23033">
                  <c:v>0.89896296296296296</c:v>
                </c:pt>
                <c:pt idx="23034">
                  <c:v>0.89896296296296296</c:v>
                </c:pt>
                <c:pt idx="23035">
                  <c:v>0.89896296296296296</c:v>
                </c:pt>
                <c:pt idx="23036">
                  <c:v>0.89896296296296296</c:v>
                </c:pt>
                <c:pt idx="23037">
                  <c:v>0.89896296296296296</c:v>
                </c:pt>
                <c:pt idx="23038">
                  <c:v>0.89911111111111108</c:v>
                </c:pt>
                <c:pt idx="23039">
                  <c:v>0.89911111111111108</c:v>
                </c:pt>
                <c:pt idx="23040">
                  <c:v>0.89911111111111108</c:v>
                </c:pt>
                <c:pt idx="23041">
                  <c:v>0.89911111111111108</c:v>
                </c:pt>
                <c:pt idx="23042">
                  <c:v>0.89925925925925931</c:v>
                </c:pt>
                <c:pt idx="23043">
                  <c:v>0.89940740740740743</c:v>
                </c:pt>
                <c:pt idx="23044">
                  <c:v>0.89955555555555555</c:v>
                </c:pt>
                <c:pt idx="23045">
                  <c:v>0.89955555555555555</c:v>
                </c:pt>
                <c:pt idx="23046">
                  <c:v>0.89970370370370367</c:v>
                </c:pt>
                <c:pt idx="23047">
                  <c:v>0.89970370370370367</c:v>
                </c:pt>
                <c:pt idx="23048">
                  <c:v>0.89970370370370367</c:v>
                </c:pt>
                <c:pt idx="23049">
                  <c:v>0.89970370370370367</c:v>
                </c:pt>
                <c:pt idx="23050">
                  <c:v>0.89970370370370367</c:v>
                </c:pt>
                <c:pt idx="23051">
                  <c:v>0.8998518518518519</c:v>
                </c:pt>
                <c:pt idx="23052">
                  <c:v>0.9</c:v>
                </c:pt>
                <c:pt idx="23053">
                  <c:v>0.9</c:v>
                </c:pt>
                <c:pt idx="23054">
                  <c:v>0.9</c:v>
                </c:pt>
                <c:pt idx="23055">
                  <c:v>0.90014814814814814</c:v>
                </c:pt>
                <c:pt idx="23056">
                  <c:v>0.90014814814814814</c:v>
                </c:pt>
                <c:pt idx="23057">
                  <c:v>0.90014814814814814</c:v>
                </c:pt>
                <c:pt idx="23058">
                  <c:v>0.90014814814814814</c:v>
                </c:pt>
                <c:pt idx="23059">
                  <c:v>0.90029629629629626</c:v>
                </c:pt>
                <c:pt idx="23060">
                  <c:v>0.90044444444444449</c:v>
                </c:pt>
                <c:pt idx="23061">
                  <c:v>0.90044444444444449</c:v>
                </c:pt>
                <c:pt idx="23062">
                  <c:v>0.90044444444444449</c:v>
                </c:pt>
                <c:pt idx="23063">
                  <c:v>0.90044444444444449</c:v>
                </c:pt>
                <c:pt idx="23064">
                  <c:v>0.90044444444444449</c:v>
                </c:pt>
                <c:pt idx="23065">
                  <c:v>0.90059259259259261</c:v>
                </c:pt>
                <c:pt idx="23066">
                  <c:v>0.90074074074074073</c:v>
                </c:pt>
                <c:pt idx="23067">
                  <c:v>0.90074074074074073</c:v>
                </c:pt>
                <c:pt idx="23068">
                  <c:v>0.90074074074074073</c:v>
                </c:pt>
                <c:pt idx="23069">
                  <c:v>0.90074074074074073</c:v>
                </c:pt>
                <c:pt idx="23070">
                  <c:v>0.90074074074074073</c:v>
                </c:pt>
                <c:pt idx="23071">
                  <c:v>0.90074074074074073</c:v>
                </c:pt>
                <c:pt idx="23072">
                  <c:v>0.90074074074074073</c:v>
                </c:pt>
                <c:pt idx="23073">
                  <c:v>0.90074074074074073</c:v>
                </c:pt>
                <c:pt idx="23074">
                  <c:v>0.90074074074074073</c:v>
                </c:pt>
                <c:pt idx="23075">
                  <c:v>0.90074074074074073</c:v>
                </c:pt>
                <c:pt idx="23076">
                  <c:v>0.90088888888888885</c:v>
                </c:pt>
                <c:pt idx="23077">
                  <c:v>0.90088888888888885</c:v>
                </c:pt>
                <c:pt idx="23078">
                  <c:v>0.90088888888888885</c:v>
                </c:pt>
                <c:pt idx="23079">
                  <c:v>0.90088888888888885</c:v>
                </c:pt>
                <c:pt idx="23080">
                  <c:v>0.90088888888888885</c:v>
                </c:pt>
                <c:pt idx="23081">
                  <c:v>0.90088888888888885</c:v>
                </c:pt>
                <c:pt idx="23082">
                  <c:v>0.90103703703703708</c:v>
                </c:pt>
                <c:pt idx="23083">
                  <c:v>0.90103703703703708</c:v>
                </c:pt>
                <c:pt idx="23084">
                  <c:v>0.90103703703703708</c:v>
                </c:pt>
                <c:pt idx="23085">
                  <c:v>0.90103703703703708</c:v>
                </c:pt>
                <c:pt idx="23086">
                  <c:v>0.90103703703703708</c:v>
                </c:pt>
                <c:pt idx="23087">
                  <c:v>0.9011851851851852</c:v>
                </c:pt>
                <c:pt idx="23088">
                  <c:v>0.9011851851851852</c:v>
                </c:pt>
                <c:pt idx="23089">
                  <c:v>0.9011851851851852</c:v>
                </c:pt>
                <c:pt idx="23090">
                  <c:v>0.9011851851851852</c:v>
                </c:pt>
                <c:pt idx="23091">
                  <c:v>0.90133333333333332</c:v>
                </c:pt>
                <c:pt idx="23092">
                  <c:v>0.90133333333333332</c:v>
                </c:pt>
                <c:pt idx="23093">
                  <c:v>0.90133333333333332</c:v>
                </c:pt>
                <c:pt idx="23094">
                  <c:v>0.90133333333333332</c:v>
                </c:pt>
                <c:pt idx="23095">
                  <c:v>0.90133333333333332</c:v>
                </c:pt>
                <c:pt idx="23096">
                  <c:v>0.90133333333333332</c:v>
                </c:pt>
                <c:pt idx="23097">
                  <c:v>0.90133333333333332</c:v>
                </c:pt>
                <c:pt idx="23098">
                  <c:v>0.90148148148148144</c:v>
                </c:pt>
                <c:pt idx="23099">
                  <c:v>0.90148148148148144</c:v>
                </c:pt>
                <c:pt idx="23100">
                  <c:v>0.90162962962962967</c:v>
                </c:pt>
                <c:pt idx="23101">
                  <c:v>0.90162962962962967</c:v>
                </c:pt>
                <c:pt idx="23102">
                  <c:v>0.90162962962962967</c:v>
                </c:pt>
                <c:pt idx="23103">
                  <c:v>0.90177777777777779</c:v>
                </c:pt>
                <c:pt idx="23104">
                  <c:v>0.90177777777777779</c:v>
                </c:pt>
                <c:pt idx="23105">
                  <c:v>0.90192592592592591</c:v>
                </c:pt>
                <c:pt idx="23106">
                  <c:v>0.90207407407407403</c:v>
                </c:pt>
                <c:pt idx="23107">
                  <c:v>0.90207407407407403</c:v>
                </c:pt>
                <c:pt idx="23108">
                  <c:v>0.90207407407407403</c:v>
                </c:pt>
                <c:pt idx="23109">
                  <c:v>0.90207407407407403</c:v>
                </c:pt>
                <c:pt idx="23110">
                  <c:v>0.90207407407407403</c:v>
                </c:pt>
                <c:pt idx="23111">
                  <c:v>0.90222222222222226</c:v>
                </c:pt>
                <c:pt idx="23112">
                  <c:v>0.90222222222222226</c:v>
                </c:pt>
                <c:pt idx="23113">
                  <c:v>0.90222222222222226</c:v>
                </c:pt>
                <c:pt idx="23114">
                  <c:v>0.90222222222222226</c:v>
                </c:pt>
                <c:pt idx="23115">
                  <c:v>0.90222222222222226</c:v>
                </c:pt>
                <c:pt idx="23116">
                  <c:v>0.90237037037037038</c:v>
                </c:pt>
                <c:pt idx="23117">
                  <c:v>0.90237037037037038</c:v>
                </c:pt>
                <c:pt idx="23118">
                  <c:v>0.90237037037037038</c:v>
                </c:pt>
                <c:pt idx="23119">
                  <c:v>0.90237037037037038</c:v>
                </c:pt>
                <c:pt idx="23120">
                  <c:v>0.90237037037037038</c:v>
                </c:pt>
                <c:pt idx="23121">
                  <c:v>0.9025185185185185</c:v>
                </c:pt>
                <c:pt idx="23122">
                  <c:v>0.9025185185185185</c:v>
                </c:pt>
                <c:pt idx="23123">
                  <c:v>0.9025185185185185</c:v>
                </c:pt>
                <c:pt idx="23124">
                  <c:v>0.9025185185185185</c:v>
                </c:pt>
                <c:pt idx="23125">
                  <c:v>0.9025185185185185</c:v>
                </c:pt>
                <c:pt idx="23126">
                  <c:v>0.9025185185185185</c:v>
                </c:pt>
                <c:pt idx="23127">
                  <c:v>0.9025185185185185</c:v>
                </c:pt>
                <c:pt idx="23128">
                  <c:v>0.9025185185185185</c:v>
                </c:pt>
                <c:pt idx="23129">
                  <c:v>0.9025185185185185</c:v>
                </c:pt>
                <c:pt idx="23130">
                  <c:v>0.9025185185185185</c:v>
                </c:pt>
                <c:pt idx="23131">
                  <c:v>0.9025185185185185</c:v>
                </c:pt>
                <c:pt idx="23132">
                  <c:v>0.9025185185185185</c:v>
                </c:pt>
                <c:pt idx="23133">
                  <c:v>0.90266666666666662</c:v>
                </c:pt>
                <c:pt idx="23134">
                  <c:v>0.90266666666666662</c:v>
                </c:pt>
                <c:pt idx="23135">
                  <c:v>0.90266666666666662</c:v>
                </c:pt>
                <c:pt idx="23136">
                  <c:v>0.90266666666666662</c:v>
                </c:pt>
                <c:pt idx="23137">
                  <c:v>0.90266666666666662</c:v>
                </c:pt>
                <c:pt idx="23138">
                  <c:v>0.90266666666666662</c:v>
                </c:pt>
                <c:pt idx="23139">
                  <c:v>0.90266666666666662</c:v>
                </c:pt>
                <c:pt idx="23140">
                  <c:v>0.90266666666666662</c:v>
                </c:pt>
                <c:pt idx="23141">
                  <c:v>0.90266666666666662</c:v>
                </c:pt>
                <c:pt idx="23142">
                  <c:v>0.90266666666666662</c:v>
                </c:pt>
                <c:pt idx="23143">
                  <c:v>0.90266666666666662</c:v>
                </c:pt>
                <c:pt idx="23144">
                  <c:v>0.90266666666666662</c:v>
                </c:pt>
                <c:pt idx="23145">
                  <c:v>0.90266666666666662</c:v>
                </c:pt>
                <c:pt idx="23146">
                  <c:v>0.90266666666666662</c:v>
                </c:pt>
                <c:pt idx="23147">
                  <c:v>0.90266666666666662</c:v>
                </c:pt>
                <c:pt idx="23148">
                  <c:v>0.90266666666666662</c:v>
                </c:pt>
                <c:pt idx="23149">
                  <c:v>0.90266666666666662</c:v>
                </c:pt>
                <c:pt idx="23150">
                  <c:v>0.90281481481481485</c:v>
                </c:pt>
                <c:pt idx="23151">
                  <c:v>0.90296296296296297</c:v>
                </c:pt>
                <c:pt idx="23152">
                  <c:v>0.90296296296296297</c:v>
                </c:pt>
                <c:pt idx="23153">
                  <c:v>0.90296296296296297</c:v>
                </c:pt>
                <c:pt idx="23154">
                  <c:v>0.90296296296296297</c:v>
                </c:pt>
                <c:pt idx="23155">
                  <c:v>0.90311111111111109</c:v>
                </c:pt>
                <c:pt idx="23156">
                  <c:v>0.90311111111111109</c:v>
                </c:pt>
                <c:pt idx="23157">
                  <c:v>0.90311111111111109</c:v>
                </c:pt>
                <c:pt idx="23158">
                  <c:v>0.90311111111111109</c:v>
                </c:pt>
                <c:pt idx="23159">
                  <c:v>0.90311111111111109</c:v>
                </c:pt>
                <c:pt idx="23160">
                  <c:v>0.90311111111111109</c:v>
                </c:pt>
                <c:pt idx="23161">
                  <c:v>0.90311111111111109</c:v>
                </c:pt>
                <c:pt idx="23162">
                  <c:v>0.90311111111111109</c:v>
                </c:pt>
                <c:pt idx="23163">
                  <c:v>0.90325925925925921</c:v>
                </c:pt>
                <c:pt idx="23164">
                  <c:v>0.90325925925925921</c:v>
                </c:pt>
                <c:pt idx="23165">
                  <c:v>0.90340740740740744</c:v>
                </c:pt>
                <c:pt idx="23166">
                  <c:v>0.90355555555555556</c:v>
                </c:pt>
                <c:pt idx="23167">
                  <c:v>0.90370370370370368</c:v>
                </c:pt>
                <c:pt idx="23168">
                  <c:v>0.90370370370370368</c:v>
                </c:pt>
                <c:pt idx="23169">
                  <c:v>0.90370370370370368</c:v>
                </c:pt>
                <c:pt idx="23170">
                  <c:v>0.90385185185185191</c:v>
                </c:pt>
                <c:pt idx="23171">
                  <c:v>0.90385185185185191</c:v>
                </c:pt>
                <c:pt idx="23172">
                  <c:v>0.90385185185185191</c:v>
                </c:pt>
                <c:pt idx="23173">
                  <c:v>0.90385185185185191</c:v>
                </c:pt>
                <c:pt idx="23174">
                  <c:v>0.90385185185185191</c:v>
                </c:pt>
                <c:pt idx="23175">
                  <c:v>0.90400000000000003</c:v>
                </c:pt>
                <c:pt idx="23176">
                  <c:v>0.90400000000000003</c:v>
                </c:pt>
                <c:pt idx="23177">
                  <c:v>0.90400000000000003</c:v>
                </c:pt>
                <c:pt idx="23178">
                  <c:v>0.90400000000000003</c:v>
                </c:pt>
                <c:pt idx="23179">
                  <c:v>0.90400000000000003</c:v>
                </c:pt>
                <c:pt idx="23180">
                  <c:v>0.90400000000000003</c:v>
                </c:pt>
                <c:pt idx="23181">
                  <c:v>0.90414814814814815</c:v>
                </c:pt>
                <c:pt idx="23182">
                  <c:v>0.90414814814814815</c:v>
                </c:pt>
                <c:pt idx="23183">
                  <c:v>0.90414814814814815</c:v>
                </c:pt>
                <c:pt idx="23184">
                  <c:v>0.90414814814814815</c:v>
                </c:pt>
                <c:pt idx="23185">
                  <c:v>0.90414814814814815</c:v>
                </c:pt>
                <c:pt idx="23186">
                  <c:v>0.90429629629629626</c:v>
                </c:pt>
                <c:pt idx="23187">
                  <c:v>0.90429629629629626</c:v>
                </c:pt>
                <c:pt idx="23188">
                  <c:v>0.90429629629629626</c:v>
                </c:pt>
                <c:pt idx="23189">
                  <c:v>0.90429629629629626</c:v>
                </c:pt>
                <c:pt idx="23190">
                  <c:v>0.90429629629629626</c:v>
                </c:pt>
                <c:pt idx="23191">
                  <c:v>0.90429629629629626</c:v>
                </c:pt>
                <c:pt idx="23192">
                  <c:v>0.9044444444444445</c:v>
                </c:pt>
                <c:pt idx="23193">
                  <c:v>0.9044444444444445</c:v>
                </c:pt>
                <c:pt idx="23194">
                  <c:v>0.9044444444444445</c:v>
                </c:pt>
                <c:pt idx="23195">
                  <c:v>0.9044444444444445</c:v>
                </c:pt>
                <c:pt idx="23196">
                  <c:v>0.9044444444444445</c:v>
                </c:pt>
                <c:pt idx="23197">
                  <c:v>0.9044444444444445</c:v>
                </c:pt>
                <c:pt idx="23198">
                  <c:v>0.9044444444444445</c:v>
                </c:pt>
                <c:pt idx="23199">
                  <c:v>0.9044444444444445</c:v>
                </c:pt>
                <c:pt idx="23200">
                  <c:v>0.9044444444444445</c:v>
                </c:pt>
                <c:pt idx="23201">
                  <c:v>0.90459259259259261</c:v>
                </c:pt>
                <c:pt idx="23202">
                  <c:v>0.90459259259259261</c:v>
                </c:pt>
                <c:pt idx="23203">
                  <c:v>0.90474074074074073</c:v>
                </c:pt>
                <c:pt idx="23204">
                  <c:v>0.90474074074074073</c:v>
                </c:pt>
                <c:pt idx="23205">
                  <c:v>0.90474074074074073</c:v>
                </c:pt>
                <c:pt idx="23206">
                  <c:v>0.90474074074074073</c:v>
                </c:pt>
                <c:pt idx="23207">
                  <c:v>0.90474074074074073</c:v>
                </c:pt>
                <c:pt idx="23208">
                  <c:v>0.90474074074074073</c:v>
                </c:pt>
                <c:pt idx="23209">
                  <c:v>0.90474074074074073</c:v>
                </c:pt>
                <c:pt idx="23210">
                  <c:v>0.90488888888888885</c:v>
                </c:pt>
                <c:pt idx="23211">
                  <c:v>0.90488888888888885</c:v>
                </c:pt>
                <c:pt idx="23212">
                  <c:v>0.90488888888888885</c:v>
                </c:pt>
                <c:pt idx="23213">
                  <c:v>0.90488888888888885</c:v>
                </c:pt>
                <c:pt idx="23214">
                  <c:v>0.90503703703703708</c:v>
                </c:pt>
                <c:pt idx="23215">
                  <c:v>0.90503703703703708</c:v>
                </c:pt>
                <c:pt idx="23216">
                  <c:v>0.9051851851851852</c:v>
                </c:pt>
                <c:pt idx="23217">
                  <c:v>0.9051851851851852</c:v>
                </c:pt>
                <c:pt idx="23218">
                  <c:v>0.9051851851851852</c:v>
                </c:pt>
                <c:pt idx="23219">
                  <c:v>0.90533333333333332</c:v>
                </c:pt>
                <c:pt idx="23220">
                  <c:v>0.90533333333333332</c:v>
                </c:pt>
                <c:pt idx="23221">
                  <c:v>0.90533333333333332</c:v>
                </c:pt>
                <c:pt idx="23222">
                  <c:v>0.90533333333333332</c:v>
                </c:pt>
                <c:pt idx="23223">
                  <c:v>0.90533333333333332</c:v>
                </c:pt>
                <c:pt idx="23224">
                  <c:v>0.90533333333333332</c:v>
                </c:pt>
                <c:pt idx="23225">
                  <c:v>0.90533333333333332</c:v>
                </c:pt>
                <c:pt idx="23226">
                  <c:v>0.90533333333333332</c:v>
                </c:pt>
                <c:pt idx="23227">
                  <c:v>0.90533333333333332</c:v>
                </c:pt>
                <c:pt idx="23228">
                  <c:v>0.90548148148148144</c:v>
                </c:pt>
                <c:pt idx="23229">
                  <c:v>0.90548148148148144</c:v>
                </c:pt>
                <c:pt idx="23230">
                  <c:v>0.90548148148148144</c:v>
                </c:pt>
                <c:pt idx="23231">
                  <c:v>0.90562962962962967</c:v>
                </c:pt>
                <c:pt idx="23232">
                  <c:v>0.90562962962962967</c:v>
                </c:pt>
                <c:pt idx="23233">
                  <c:v>0.90562962962962967</c:v>
                </c:pt>
                <c:pt idx="23234">
                  <c:v>0.90562962962962967</c:v>
                </c:pt>
                <c:pt idx="23235">
                  <c:v>0.90562962962962967</c:v>
                </c:pt>
                <c:pt idx="23236">
                  <c:v>0.90577777777777779</c:v>
                </c:pt>
                <c:pt idx="23237">
                  <c:v>0.90577777777777779</c:v>
                </c:pt>
                <c:pt idx="23238">
                  <c:v>0.90592592592592591</c:v>
                </c:pt>
                <c:pt idx="23239">
                  <c:v>0.90592592592592591</c:v>
                </c:pt>
                <c:pt idx="23240">
                  <c:v>0.90592592592592591</c:v>
                </c:pt>
                <c:pt idx="23241">
                  <c:v>0.90592592592592591</c:v>
                </c:pt>
                <c:pt idx="23242">
                  <c:v>0.90607407407407403</c:v>
                </c:pt>
                <c:pt idx="23243">
                  <c:v>0.90607407407407403</c:v>
                </c:pt>
                <c:pt idx="23244">
                  <c:v>0.90607407407407403</c:v>
                </c:pt>
                <c:pt idx="23245">
                  <c:v>0.90607407407407403</c:v>
                </c:pt>
                <c:pt idx="23246">
                  <c:v>0.90622222222222226</c:v>
                </c:pt>
                <c:pt idx="23247">
                  <c:v>0.90622222222222226</c:v>
                </c:pt>
                <c:pt idx="23248">
                  <c:v>0.90637037037037038</c:v>
                </c:pt>
                <c:pt idx="23249">
                  <c:v>0.90637037037037038</c:v>
                </c:pt>
                <c:pt idx="23250">
                  <c:v>0.9065185185185185</c:v>
                </c:pt>
                <c:pt idx="23251">
                  <c:v>0.9065185185185185</c:v>
                </c:pt>
                <c:pt idx="23252">
                  <c:v>0.9065185185185185</c:v>
                </c:pt>
                <c:pt idx="23253">
                  <c:v>0.90666666666666662</c:v>
                </c:pt>
                <c:pt idx="23254">
                  <c:v>0.90666666666666662</c:v>
                </c:pt>
                <c:pt idx="23255">
                  <c:v>0.90666666666666662</c:v>
                </c:pt>
                <c:pt idx="23256">
                  <c:v>0.90666666666666662</c:v>
                </c:pt>
                <c:pt idx="23257">
                  <c:v>0.90666666666666662</c:v>
                </c:pt>
                <c:pt idx="23258">
                  <c:v>0.90666666666666662</c:v>
                </c:pt>
                <c:pt idx="23259">
                  <c:v>0.90666666666666662</c:v>
                </c:pt>
                <c:pt idx="23260">
                  <c:v>0.90666666666666662</c:v>
                </c:pt>
                <c:pt idx="23261">
                  <c:v>0.90681481481481485</c:v>
                </c:pt>
                <c:pt idx="23262">
                  <c:v>0.90696296296296297</c:v>
                </c:pt>
                <c:pt idx="23263">
                  <c:v>0.90696296296296297</c:v>
                </c:pt>
                <c:pt idx="23264">
                  <c:v>0.90711111111111109</c:v>
                </c:pt>
                <c:pt idx="23265">
                  <c:v>0.90711111111111109</c:v>
                </c:pt>
                <c:pt idx="23266">
                  <c:v>0.90711111111111109</c:v>
                </c:pt>
                <c:pt idx="23267">
                  <c:v>0.90711111111111109</c:v>
                </c:pt>
                <c:pt idx="23268">
                  <c:v>0.90711111111111109</c:v>
                </c:pt>
                <c:pt idx="23269">
                  <c:v>0.90725925925925921</c:v>
                </c:pt>
                <c:pt idx="23270">
                  <c:v>0.90725925925925921</c:v>
                </c:pt>
                <c:pt idx="23271">
                  <c:v>0.90725925925925921</c:v>
                </c:pt>
                <c:pt idx="23272">
                  <c:v>0.90725925925925921</c:v>
                </c:pt>
                <c:pt idx="23273">
                  <c:v>0.90725925925925921</c:v>
                </c:pt>
                <c:pt idx="23274">
                  <c:v>0.90740740740740744</c:v>
                </c:pt>
                <c:pt idx="23275">
                  <c:v>0.90740740740740744</c:v>
                </c:pt>
                <c:pt idx="23276">
                  <c:v>0.90740740740740744</c:v>
                </c:pt>
                <c:pt idx="23277">
                  <c:v>0.90740740740740744</c:v>
                </c:pt>
                <c:pt idx="23278">
                  <c:v>0.90755555555555556</c:v>
                </c:pt>
                <c:pt idx="23279">
                  <c:v>0.90755555555555556</c:v>
                </c:pt>
                <c:pt idx="23280">
                  <c:v>0.90755555555555556</c:v>
                </c:pt>
                <c:pt idx="23281">
                  <c:v>0.90770370370370368</c:v>
                </c:pt>
                <c:pt idx="23282">
                  <c:v>0.90770370370370368</c:v>
                </c:pt>
                <c:pt idx="23283">
                  <c:v>0.90770370370370368</c:v>
                </c:pt>
                <c:pt idx="23284">
                  <c:v>0.90770370370370368</c:v>
                </c:pt>
                <c:pt idx="23285">
                  <c:v>0.90770370370370368</c:v>
                </c:pt>
                <c:pt idx="23286">
                  <c:v>0.90770370370370368</c:v>
                </c:pt>
                <c:pt idx="23287">
                  <c:v>0.90770370370370368</c:v>
                </c:pt>
                <c:pt idx="23288">
                  <c:v>0.9078518518518518</c:v>
                </c:pt>
                <c:pt idx="23289">
                  <c:v>0.9078518518518518</c:v>
                </c:pt>
                <c:pt idx="23290">
                  <c:v>0.9078518518518518</c:v>
                </c:pt>
                <c:pt idx="23291">
                  <c:v>0.9078518518518518</c:v>
                </c:pt>
                <c:pt idx="23292">
                  <c:v>0.9078518518518518</c:v>
                </c:pt>
                <c:pt idx="23293">
                  <c:v>0.9078518518518518</c:v>
                </c:pt>
                <c:pt idx="23294">
                  <c:v>0.9078518518518518</c:v>
                </c:pt>
                <c:pt idx="23295">
                  <c:v>0.9078518518518518</c:v>
                </c:pt>
                <c:pt idx="23296">
                  <c:v>0.90800000000000003</c:v>
                </c:pt>
                <c:pt idx="23297">
                  <c:v>0.90800000000000003</c:v>
                </c:pt>
                <c:pt idx="23298">
                  <c:v>0.90800000000000003</c:v>
                </c:pt>
                <c:pt idx="23299">
                  <c:v>0.90800000000000003</c:v>
                </c:pt>
                <c:pt idx="23300">
                  <c:v>0.90800000000000003</c:v>
                </c:pt>
                <c:pt idx="23301">
                  <c:v>0.90800000000000003</c:v>
                </c:pt>
                <c:pt idx="23302">
                  <c:v>0.90800000000000003</c:v>
                </c:pt>
                <c:pt idx="23303">
                  <c:v>0.90814814814814815</c:v>
                </c:pt>
                <c:pt idx="23304">
                  <c:v>0.90814814814814815</c:v>
                </c:pt>
                <c:pt idx="23305">
                  <c:v>0.90814814814814815</c:v>
                </c:pt>
                <c:pt idx="23306">
                  <c:v>0.90814814814814815</c:v>
                </c:pt>
                <c:pt idx="23307">
                  <c:v>0.90814814814814815</c:v>
                </c:pt>
                <c:pt idx="23308">
                  <c:v>0.90814814814814815</c:v>
                </c:pt>
                <c:pt idx="23309">
                  <c:v>0.90814814814814815</c:v>
                </c:pt>
                <c:pt idx="23310">
                  <c:v>0.90814814814814815</c:v>
                </c:pt>
                <c:pt idx="23311">
                  <c:v>0.90814814814814815</c:v>
                </c:pt>
                <c:pt idx="23312">
                  <c:v>0.90829629629629627</c:v>
                </c:pt>
                <c:pt idx="23313">
                  <c:v>0.9084444444444445</c:v>
                </c:pt>
                <c:pt idx="23314">
                  <c:v>0.9084444444444445</c:v>
                </c:pt>
                <c:pt idx="23315">
                  <c:v>0.9084444444444445</c:v>
                </c:pt>
                <c:pt idx="23316">
                  <c:v>0.9084444444444445</c:v>
                </c:pt>
                <c:pt idx="23317">
                  <c:v>0.9084444444444445</c:v>
                </c:pt>
                <c:pt idx="23318">
                  <c:v>0.90859259259259262</c:v>
                </c:pt>
                <c:pt idx="23319">
                  <c:v>0.90859259259259262</c:v>
                </c:pt>
                <c:pt idx="23320">
                  <c:v>0.90859259259259262</c:v>
                </c:pt>
                <c:pt idx="23321">
                  <c:v>0.90859259259259262</c:v>
                </c:pt>
                <c:pt idx="23322">
                  <c:v>0.90859259259259262</c:v>
                </c:pt>
                <c:pt idx="23323">
                  <c:v>0.90859259259259262</c:v>
                </c:pt>
                <c:pt idx="23324">
                  <c:v>0.90874074074074074</c:v>
                </c:pt>
                <c:pt idx="23325">
                  <c:v>0.90874074074074074</c:v>
                </c:pt>
                <c:pt idx="23326">
                  <c:v>0.90874074074074074</c:v>
                </c:pt>
                <c:pt idx="23327">
                  <c:v>0.90888888888888886</c:v>
                </c:pt>
                <c:pt idx="23328">
                  <c:v>0.90888888888888886</c:v>
                </c:pt>
                <c:pt idx="23329">
                  <c:v>0.90888888888888886</c:v>
                </c:pt>
                <c:pt idx="23330">
                  <c:v>0.90888888888888886</c:v>
                </c:pt>
                <c:pt idx="23331">
                  <c:v>0.90888888888888886</c:v>
                </c:pt>
                <c:pt idx="23332">
                  <c:v>0.90888888888888886</c:v>
                </c:pt>
                <c:pt idx="23333">
                  <c:v>0.90888888888888886</c:v>
                </c:pt>
                <c:pt idx="23334">
                  <c:v>0.90888888888888886</c:v>
                </c:pt>
                <c:pt idx="23335">
                  <c:v>0.90888888888888886</c:v>
                </c:pt>
                <c:pt idx="23336">
                  <c:v>0.90888888888888886</c:v>
                </c:pt>
                <c:pt idx="23337">
                  <c:v>0.90888888888888886</c:v>
                </c:pt>
                <c:pt idx="23338">
                  <c:v>0.90888888888888886</c:v>
                </c:pt>
                <c:pt idx="23339">
                  <c:v>0.90888888888888886</c:v>
                </c:pt>
                <c:pt idx="23340">
                  <c:v>0.90903703703703709</c:v>
                </c:pt>
                <c:pt idx="23341">
                  <c:v>0.90903703703703709</c:v>
                </c:pt>
                <c:pt idx="23342">
                  <c:v>0.90903703703703709</c:v>
                </c:pt>
                <c:pt idx="23343">
                  <c:v>0.90903703703703709</c:v>
                </c:pt>
                <c:pt idx="23344">
                  <c:v>0.90903703703703709</c:v>
                </c:pt>
                <c:pt idx="23345">
                  <c:v>0.90903703703703709</c:v>
                </c:pt>
                <c:pt idx="23346">
                  <c:v>0.90918518518518521</c:v>
                </c:pt>
                <c:pt idx="23347">
                  <c:v>0.90918518518518521</c:v>
                </c:pt>
                <c:pt idx="23348">
                  <c:v>0.90933333333333333</c:v>
                </c:pt>
                <c:pt idx="23349">
                  <c:v>0.90933333333333333</c:v>
                </c:pt>
                <c:pt idx="23350">
                  <c:v>0.90933333333333333</c:v>
                </c:pt>
                <c:pt idx="23351">
                  <c:v>0.90948148148148145</c:v>
                </c:pt>
                <c:pt idx="23352">
                  <c:v>0.90962962962962968</c:v>
                </c:pt>
                <c:pt idx="23353">
                  <c:v>0.9097777777777778</c:v>
                </c:pt>
                <c:pt idx="23354">
                  <c:v>0.9097777777777778</c:v>
                </c:pt>
                <c:pt idx="23355">
                  <c:v>0.9097777777777778</c:v>
                </c:pt>
                <c:pt idx="23356">
                  <c:v>0.9097777777777778</c:v>
                </c:pt>
                <c:pt idx="23357">
                  <c:v>0.9097777777777778</c:v>
                </c:pt>
                <c:pt idx="23358">
                  <c:v>0.9097777777777778</c:v>
                </c:pt>
                <c:pt idx="23359">
                  <c:v>0.90992592592592592</c:v>
                </c:pt>
                <c:pt idx="23360">
                  <c:v>0.91007407407407404</c:v>
                </c:pt>
                <c:pt idx="23361">
                  <c:v>0.91007407407407404</c:v>
                </c:pt>
                <c:pt idx="23362">
                  <c:v>0.91007407407407404</c:v>
                </c:pt>
                <c:pt idx="23363">
                  <c:v>0.91007407407407404</c:v>
                </c:pt>
                <c:pt idx="23364">
                  <c:v>0.91022222222222227</c:v>
                </c:pt>
                <c:pt idx="23365">
                  <c:v>0.91022222222222227</c:v>
                </c:pt>
                <c:pt idx="23366">
                  <c:v>0.91037037037037039</c:v>
                </c:pt>
                <c:pt idx="23367">
                  <c:v>0.91037037037037039</c:v>
                </c:pt>
                <c:pt idx="23368">
                  <c:v>0.91037037037037039</c:v>
                </c:pt>
                <c:pt idx="23369">
                  <c:v>0.91037037037037039</c:v>
                </c:pt>
                <c:pt idx="23370">
                  <c:v>0.91037037037037039</c:v>
                </c:pt>
                <c:pt idx="23371">
                  <c:v>0.91037037037037039</c:v>
                </c:pt>
                <c:pt idx="23372">
                  <c:v>0.91037037037037039</c:v>
                </c:pt>
                <c:pt idx="23373">
                  <c:v>0.9105185185185185</c:v>
                </c:pt>
                <c:pt idx="23374">
                  <c:v>0.9105185185185185</c:v>
                </c:pt>
                <c:pt idx="23375">
                  <c:v>0.9105185185185185</c:v>
                </c:pt>
                <c:pt idx="23376">
                  <c:v>0.9105185185185185</c:v>
                </c:pt>
                <c:pt idx="23377">
                  <c:v>0.9105185185185185</c:v>
                </c:pt>
                <c:pt idx="23378">
                  <c:v>0.9105185185185185</c:v>
                </c:pt>
                <c:pt idx="23379">
                  <c:v>0.9105185185185185</c:v>
                </c:pt>
                <c:pt idx="23380">
                  <c:v>0.9105185185185185</c:v>
                </c:pt>
                <c:pt idx="23381">
                  <c:v>0.91066666666666662</c:v>
                </c:pt>
                <c:pt idx="23382">
                  <c:v>0.91066666666666662</c:v>
                </c:pt>
                <c:pt idx="23383">
                  <c:v>0.91081481481481485</c:v>
                </c:pt>
                <c:pt idx="23384">
                  <c:v>0.91096296296296297</c:v>
                </c:pt>
                <c:pt idx="23385">
                  <c:v>0.91111111111111109</c:v>
                </c:pt>
                <c:pt idx="23386">
                  <c:v>0.91111111111111109</c:v>
                </c:pt>
                <c:pt idx="23387">
                  <c:v>0.91111111111111109</c:v>
                </c:pt>
                <c:pt idx="23388">
                  <c:v>0.91125925925925921</c:v>
                </c:pt>
                <c:pt idx="23389">
                  <c:v>0.91125925925925921</c:v>
                </c:pt>
                <c:pt idx="23390">
                  <c:v>0.91125925925925921</c:v>
                </c:pt>
                <c:pt idx="23391">
                  <c:v>0.91140740740740744</c:v>
                </c:pt>
                <c:pt idx="23392">
                  <c:v>0.91155555555555556</c:v>
                </c:pt>
                <c:pt idx="23393">
                  <c:v>0.91155555555555556</c:v>
                </c:pt>
                <c:pt idx="23394">
                  <c:v>0.91170370370370368</c:v>
                </c:pt>
                <c:pt idx="23395">
                  <c:v>0.91170370370370368</c:v>
                </c:pt>
                <c:pt idx="23396">
                  <c:v>0.91170370370370368</c:v>
                </c:pt>
                <c:pt idx="23397">
                  <c:v>0.91170370370370368</c:v>
                </c:pt>
                <c:pt idx="23398">
                  <c:v>0.91170370370370368</c:v>
                </c:pt>
                <c:pt idx="23399">
                  <c:v>0.91170370370370368</c:v>
                </c:pt>
                <c:pt idx="23400">
                  <c:v>0.91170370370370368</c:v>
                </c:pt>
                <c:pt idx="23401">
                  <c:v>0.91170370370370368</c:v>
                </c:pt>
                <c:pt idx="23402">
                  <c:v>0.91170370370370368</c:v>
                </c:pt>
                <c:pt idx="23403">
                  <c:v>0.9118518518518518</c:v>
                </c:pt>
                <c:pt idx="23404">
                  <c:v>0.9118518518518518</c:v>
                </c:pt>
                <c:pt idx="23405">
                  <c:v>0.91200000000000003</c:v>
                </c:pt>
                <c:pt idx="23406">
                  <c:v>0.91214814814814815</c:v>
                </c:pt>
                <c:pt idx="23407">
                  <c:v>0.91214814814814815</c:v>
                </c:pt>
                <c:pt idx="23408">
                  <c:v>0.91214814814814815</c:v>
                </c:pt>
                <c:pt idx="23409">
                  <c:v>0.91214814814814815</c:v>
                </c:pt>
                <c:pt idx="23410">
                  <c:v>0.91229629629629627</c:v>
                </c:pt>
                <c:pt idx="23411">
                  <c:v>0.91244444444444439</c:v>
                </c:pt>
                <c:pt idx="23412">
                  <c:v>0.91259259259259262</c:v>
                </c:pt>
                <c:pt idx="23413">
                  <c:v>0.91259259259259262</c:v>
                </c:pt>
                <c:pt idx="23414">
                  <c:v>0.91274074074074074</c:v>
                </c:pt>
                <c:pt idx="23415">
                  <c:v>0.91274074074074074</c:v>
                </c:pt>
                <c:pt idx="23416">
                  <c:v>0.91274074074074074</c:v>
                </c:pt>
                <c:pt idx="23417">
                  <c:v>0.91274074074074074</c:v>
                </c:pt>
                <c:pt idx="23418">
                  <c:v>0.91274074074074074</c:v>
                </c:pt>
                <c:pt idx="23419">
                  <c:v>0.91274074074074074</c:v>
                </c:pt>
                <c:pt idx="23420">
                  <c:v>0.91274074074074074</c:v>
                </c:pt>
                <c:pt idx="23421">
                  <c:v>0.91274074074074074</c:v>
                </c:pt>
                <c:pt idx="23422">
                  <c:v>0.91274074074074074</c:v>
                </c:pt>
                <c:pt idx="23423">
                  <c:v>0.91274074074074074</c:v>
                </c:pt>
                <c:pt idx="23424">
                  <c:v>0.91274074074074074</c:v>
                </c:pt>
                <c:pt idx="23425">
                  <c:v>0.91288888888888886</c:v>
                </c:pt>
                <c:pt idx="23426">
                  <c:v>0.91288888888888886</c:v>
                </c:pt>
                <c:pt idx="23427">
                  <c:v>0.91288888888888886</c:v>
                </c:pt>
                <c:pt idx="23428">
                  <c:v>0.91288888888888886</c:v>
                </c:pt>
                <c:pt idx="23429">
                  <c:v>0.91288888888888886</c:v>
                </c:pt>
                <c:pt idx="23430">
                  <c:v>0.91288888888888886</c:v>
                </c:pt>
                <c:pt idx="23431">
                  <c:v>0.91303703703703709</c:v>
                </c:pt>
                <c:pt idx="23432">
                  <c:v>0.91303703703703709</c:v>
                </c:pt>
                <c:pt idx="23433">
                  <c:v>0.91303703703703709</c:v>
                </c:pt>
                <c:pt idx="23434">
                  <c:v>0.91303703703703709</c:v>
                </c:pt>
                <c:pt idx="23435">
                  <c:v>0.91318518518518521</c:v>
                </c:pt>
                <c:pt idx="23436">
                  <c:v>0.91333333333333333</c:v>
                </c:pt>
                <c:pt idx="23437">
                  <c:v>0.91333333333333333</c:v>
                </c:pt>
                <c:pt idx="23438">
                  <c:v>0.91333333333333333</c:v>
                </c:pt>
                <c:pt idx="23439">
                  <c:v>0.91333333333333333</c:v>
                </c:pt>
                <c:pt idx="23440">
                  <c:v>0.91333333333333333</c:v>
                </c:pt>
                <c:pt idx="23441">
                  <c:v>0.91333333333333333</c:v>
                </c:pt>
                <c:pt idx="23442">
                  <c:v>0.91333333333333333</c:v>
                </c:pt>
                <c:pt idx="23443">
                  <c:v>0.91348148148148145</c:v>
                </c:pt>
                <c:pt idx="23444">
                  <c:v>0.91348148148148145</c:v>
                </c:pt>
                <c:pt idx="23445">
                  <c:v>0.91348148148148145</c:v>
                </c:pt>
                <c:pt idx="23446">
                  <c:v>0.91348148148148145</c:v>
                </c:pt>
                <c:pt idx="23447">
                  <c:v>0.91348148148148145</c:v>
                </c:pt>
                <c:pt idx="23448">
                  <c:v>0.91348148148148145</c:v>
                </c:pt>
                <c:pt idx="23449">
                  <c:v>0.91348148148148145</c:v>
                </c:pt>
                <c:pt idx="23450">
                  <c:v>0.91348148148148145</c:v>
                </c:pt>
                <c:pt idx="23451">
                  <c:v>0.91348148148148145</c:v>
                </c:pt>
                <c:pt idx="23452">
                  <c:v>0.91348148148148145</c:v>
                </c:pt>
                <c:pt idx="23453">
                  <c:v>0.91362962962962968</c:v>
                </c:pt>
                <c:pt idx="23454">
                  <c:v>0.91362962962962968</c:v>
                </c:pt>
                <c:pt idx="23455">
                  <c:v>0.91362962962962968</c:v>
                </c:pt>
                <c:pt idx="23456">
                  <c:v>0.91362962962962968</c:v>
                </c:pt>
                <c:pt idx="23457">
                  <c:v>0.91362962962962968</c:v>
                </c:pt>
                <c:pt idx="23458">
                  <c:v>0.91362962962962968</c:v>
                </c:pt>
                <c:pt idx="23459">
                  <c:v>0.91362962962962968</c:v>
                </c:pt>
                <c:pt idx="23460">
                  <c:v>0.91362962962962968</c:v>
                </c:pt>
                <c:pt idx="23461">
                  <c:v>0.91362962962962968</c:v>
                </c:pt>
                <c:pt idx="23462">
                  <c:v>0.91362962962962968</c:v>
                </c:pt>
                <c:pt idx="23463">
                  <c:v>0.91362962962962968</c:v>
                </c:pt>
                <c:pt idx="23464">
                  <c:v>0.9137777777777778</c:v>
                </c:pt>
                <c:pt idx="23465">
                  <c:v>0.9137777777777778</c:v>
                </c:pt>
                <c:pt idx="23466">
                  <c:v>0.91392592592592592</c:v>
                </c:pt>
                <c:pt idx="23467">
                  <c:v>0.91407407407407404</c:v>
                </c:pt>
                <c:pt idx="23468">
                  <c:v>0.91407407407407404</c:v>
                </c:pt>
                <c:pt idx="23469">
                  <c:v>0.91407407407407404</c:v>
                </c:pt>
                <c:pt idx="23470">
                  <c:v>0.91407407407407404</c:v>
                </c:pt>
                <c:pt idx="23471">
                  <c:v>0.91407407407407404</c:v>
                </c:pt>
                <c:pt idx="23472">
                  <c:v>0.91407407407407404</c:v>
                </c:pt>
                <c:pt idx="23473">
                  <c:v>0.91407407407407404</c:v>
                </c:pt>
                <c:pt idx="23474">
                  <c:v>0.91407407407407404</c:v>
                </c:pt>
                <c:pt idx="23475">
                  <c:v>0.91407407407407404</c:v>
                </c:pt>
                <c:pt idx="23476">
                  <c:v>0.91407407407407404</c:v>
                </c:pt>
                <c:pt idx="23477">
                  <c:v>0.91422222222222227</c:v>
                </c:pt>
                <c:pt idx="23478">
                  <c:v>0.91422222222222227</c:v>
                </c:pt>
                <c:pt idx="23479">
                  <c:v>0.91422222222222227</c:v>
                </c:pt>
                <c:pt idx="23480">
                  <c:v>0.91422222222222227</c:v>
                </c:pt>
                <c:pt idx="23481">
                  <c:v>0.91422222222222227</c:v>
                </c:pt>
                <c:pt idx="23482">
                  <c:v>0.91437037037037039</c:v>
                </c:pt>
                <c:pt idx="23483">
                  <c:v>0.91437037037037039</c:v>
                </c:pt>
                <c:pt idx="23484">
                  <c:v>0.91437037037037039</c:v>
                </c:pt>
                <c:pt idx="23485">
                  <c:v>0.91437037037037039</c:v>
                </c:pt>
                <c:pt idx="23486">
                  <c:v>0.91451851851851851</c:v>
                </c:pt>
                <c:pt idx="23487">
                  <c:v>0.91451851851851851</c:v>
                </c:pt>
                <c:pt idx="23488">
                  <c:v>0.91451851851851851</c:v>
                </c:pt>
                <c:pt idx="23489">
                  <c:v>0.91451851851851851</c:v>
                </c:pt>
                <c:pt idx="23490">
                  <c:v>0.91451851851851851</c:v>
                </c:pt>
                <c:pt idx="23491">
                  <c:v>0.91466666666666663</c:v>
                </c:pt>
                <c:pt idx="23492">
                  <c:v>0.91481481481481486</c:v>
                </c:pt>
                <c:pt idx="23493">
                  <c:v>0.91481481481481486</c:v>
                </c:pt>
                <c:pt idx="23494">
                  <c:v>0.91481481481481486</c:v>
                </c:pt>
                <c:pt idx="23495">
                  <c:v>0.91481481481481486</c:v>
                </c:pt>
                <c:pt idx="23496">
                  <c:v>0.91481481481481486</c:v>
                </c:pt>
                <c:pt idx="23497">
                  <c:v>0.91481481481481486</c:v>
                </c:pt>
                <c:pt idx="23498">
                  <c:v>0.91481481481481486</c:v>
                </c:pt>
                <c:pt idx="23499">
                  <c:v>0.91481481481481486</c:v>
                </c:pt>
                <c:pt idx="23500">
                  <c:v>0.91496296296296298</c:v>
                </c:pt>
                <c:pt idx="23501">
                  <c:v>0.91496296296296298</c:v>
                </c:pt>
                <c:pt idx="23502">
                  <c:v>0.9151111111111111</c:v>
                </c:pt>
                <c:pt idx="23503">
                  <c:v>0.9151111111111111</c:v>
                </c:pt>
                <c:pt idx="23504">
                  <c:v>0.9151111111111111</c:v>
                </c:pt>
                <c:pt idx="23505">
                  <c:v>0.9151111111111111</c:v>
                </c:pt>
                <c:pt idx="23506">
                  <c:v>0.9151111111111111</c:v>
                </c:pt>
                <c:pt idx="23507">
                  <c:v>0.9151111111111111</c:v>
                </c:pt>
                <c:pt idx="23508">
                  <c:v>0.91525925925925922</c:v>
                </c:pt>
                <c:pt idx="23509">
                  <c:v>0.91525925925925922</c:v>
                </c:pt>
                <c:pt idx="23510">
                  <c:v>0.91540740740740745</c:v>
                </c:pt>
                <c:pt idx="23511">
                  <c:v>0.91540740740740745</c:v>
                </c:pt>
                <c:pt idx="23512">
                  <c:v>0.91540740740740745</c:v>
                </c:pt>
                <c:pt idx="23513">
                  <c:v>0.91540740740740745</c:v>
                </c:pt>
                <c:pt idx="23514">
                  <c:v>0.91540740740740745</c:v>
                </c:pt>
                <c:pt idx="23515">
                  <c:v>0.91540740740740745</c:v>
                </c:pt>
                <c:pt idx="23516">
                  <c:v>0.91540740740740745</c:v>
                </c:pt>
                <c:pt idx="23517">
                  <c:v>0.91555555555555557</c:v>
                </c:pt>
                <c:pt idx="23518">
                  <c:v>0.91555555555555557</c:v>
                </c:pt>
                <c:pt idx="23519">
                  <c:v>0.91555555555555557</c:v>
                </c:pt>
                <c:pt idx="23520">
                  <c:v>0.91555555555555557</c:v>
                </c:pt>
                <c:pt idx="23521">
                  <c:v>0.91555555555555557</c:v>
                </c:pt>
                <c:pt idx="23522">
                  <c:v>0.91570370370370369</c:v>
                </c:pt>
                <c:pt idx="23523">
                  <c:v>0.91570370370370369</c:v>
                </c:pt>
                <c:pt idx="23524">
                  <c:v>0.91570370370370369</c:v>
                </c:pt>
                <c:pt idx="23525">
                  <c:v>0.91585185185185181</c:v>
                </c:pt>
                <c:pt idx="23526">
                  <c:v>0.91585185185185181</c:v>
                </c:pt>
                <c:pt idx="23527">
                  <c:v>0.91585185185185181</c:v>
                </c:pt>
                <c:pt idx="23528">
                  <c:v>0.91585185185185181</c:v>
                </c:pt>
                <c:pt idx="23529">
                  <c:v>0.91585185185185181</c:v>
                </c:pt>
                <c:pt idx="23530">
                  <c:v>0.91585185185185181</c:v>
                </c:pt>
                <c:pt idx="23531">
                  <c:v>0.91585185185185181</c:v>
                </c:pt>
                <c:pt idx="23532">
                  <c:v>0.91600000000000004</c:v>
                </c:pt>
                <c:pt idx="23533">
                  <c:v>0.91614814814814816</c:v>
                </c:pt>
                <c:pt idx="23534">
                  <c:v>0.91614814814814816</c:v>
                </c:pt>
                <c:pt idx="23535">
                  <c:v>0.91614814814814816</c:v>
                </c:pt>
                <c:pt idx="23536">
                  <c:v>0.91629629629629628</c:v>
                </c:pt>
                <c:pt idx="23537">
                  <c:v>0.91629629629629628</c:v>
                </c:pt>
                <c:pt idx="23538">
                  <c:v>0.91629629629629628</c:v>
                </c:pt>
                <c:pt idx="23539">
                  <c:v>0.91629629629629628</c:v>
                </c:pt>
                <c:pt idx="23540">
                  <c:v>0.91644444444444439</c:v>
                </c:pt>
                <c:pt idx="23541">
                  <c:v>0.91644444444444439</c:v>
                </c:pt>
                <c:pt idx="23542">
                  <c:v>0.91659259259259263</c:v>
                </c:pt>
                <c:pt idx="23543">
                  <c:v>0.91659259259259263</c:v>
                </c:pt>
                <c:pt idx="23544">
                  <c:v>0.91659259259259263</c:v>
                </c:pt>
                <c:pt idx="23545">
                  <c:v>0.91659259259259263</c:v>
                </c:pt>
                <c:pt idx="23546">
                  <c:v>0.91674074074074074</c:v>
                </c:pt>
                <c:pt idx="23547">
                  <c:v>0.91674074074074074</c:v>
                </c:pt>
                <c:pt idx="23548">
                  <c:v>0.91674074074074074</c:v>
                </c:pt>
                <c:pt idx="23549">
                  <c:v>0.91674074074074074</c:v>
                </c:pt>
                <c:pt idx="23550">
                  <c:v>0.91688888888888886</c:v>
                </c:pt>
                <c:pt idx="23551">
                  <c:v>0.91703703703703698</c:v>
                </c:pt>
                <c:pt idx="23552">
                  <c:v>0.91703703703703698</c:v>
                </c:pt>
                <c:pt idx="23553">
                  <c:v>0.91703703703703698</c:v>
                </c:pt>
                <c:pt idx="23554">
                  <c:v>0.91703703703703698</c:v>
                </c:pt>
                <c:pt idx="23555">
                  <c:v>0.91703703703703698</c:v>
                </c:pt>
                <c:pt idx="23556">
                  <c:v>0.91703703703703698</c:v>
                </c:pt>
                <c:pt idx="23557">
                  <c:v>0.91703703703703698</c:v>
                </c:pt>
                <c:pt idx="23558">
                  <c:v>0.91703703703703698</c:v>
                </c:pt>
                <c:pt idx="23559">
                  <c:v>0.91703703703703698</c:v>
                </c:pt>
                <c:pt idx="23560">
                  <c:v>0.91703703703703698</c:v>
                </c:pt>
                <c:pt idx="23561">
                  <c:v>0.91703703703703698</c:v>
                </c:pt>
                <c:pt idx="23562">
                  <c:v>0.91703703703703698</c:v>
                </c:pt>
                <c:pt idx="23563">
                  <c:v>0.91703703703703698</c:v>
                </c:pt>
                <c:pt idx="23564">
                  <c:v>0.91703703703703698</c:v>
                </c:pt>
                <c:pt idx="23565">
                  <c:v>0.91703703703703698</c:v>
                </c:pt>
                <c:pt idx="23566">
                  <c:v>0.91718518518518521</c:v>
                </c:pt>
                <c:pt idx="23567">
                  <c:v>0.91733333333333333</c:v>
                </c:pt>
                <c:pt idx="23568">
                  <c:v>0.91733333333333333</c:v>
                </c:pt>
                <c:pt idx="23569">
                  <c:v>0.91733333333333333</c:v>
                </c:pt>
                <c:pt idx="23570">
                  <c:v>0.91733333333333333</c:v>
                </c:pt>
                <c:pt idx="23571">
                  <c:v>0.91733333333333333</c:v>
                </c:pt>
                <c:pt idx="23572">
                  <c:v>0.91733333333333333</c:v>
                </c:pt>
                <c:pt idx="23573">
                  <c:v>0.91748148148148145</c:v>
                </c:pt>
                <c:pt idx="23574">
                  <c:v>0.91748148148148145</c:v>
                </c:pt>
                <c:pt idx="23575">
                  <c:v>0.91748148148148145</c:v>
                </c:pt>
                <c:pt idx="23576">
                  <c:v>0.91748148148148145</c:v>
                </c:pt>
                <c:pt idx="23577">
                  <c:v>0.91762962962962968</c:v>
                </c:pt>
                <c:pt idx="23578">
                  <c:v>0.91762962962962968</c:v>
                </c:pt>
                <c:pt idx="23579">
                  <c:v>0.91762962962962968</c:v>
                </c:pt>
                <c:pt idx="23580">
                  <c:v>0.91762962962962968</c:v>
                </c:pt>
                <c:pt idx="23581">
                  <c:v>0.9177777777777778</c:v>
                </c:pt>
                <c:pt idx="23582">
                  <c:v>0.9177777777777778</c:v>
                </c:pt>
                <c:pt idx="23583">
                  <c:v>0.9177777777777778</c:v>
                </c:pt>
                <c:pt idx="23584">
                  <c:v>0.9177777777777778</c:v>
                </c:pt>
                <c:pt idx="23585">
                  <c:v>0.9177777777777778</c:v>
                </c:pt>
                <c:pt idx="23586">
                  <c:v>0.91792592592592592</c:v>
                </c:pt>
                <c:pt idx="23587">
                  <c:v>0.91807407407407404</c:v>
                </c:pt>
                <c:pt idx="23588">
                  <c:v>0.91822222222222227</c:v>
                </c:pt>
                <c:pt idx="23589">
                  <c:v>0.91837037037037039</c:v>
                </c:pt>
                <c:pt idx="23590">
                  <c:v>0.91837037037037039</c:v>
                </c:pt>
                <c:pt idx="23591">
                  <c:v>0.91851851851851851</c:v>
                </c:pt>
                <c:pt idx="23592">
                  <c:v>0.91851851851851851</c:v>
                </c:pt>
                <c:pt idx="23593">
                  <c:v>0.91851851851851851</c:v>
                </c:pt>
                <c:pt idx="23594">
                  <c:v>0.91851851851851851</c:v>
                </c:pt>
                <c:pt idx="23595">
                  <c:v>0.91851851851851851</c:v>
                </c:pt>
                <c:pt idx="23596">
                  <c:v>0.91851851851851851</c:v>
                </c:pt>
                <c:pt idx="23597">
                  <c:v>0.91851851851851851</c:v>
                </c:pt>
                <c:pt idx="23598">
                  <c:v>0.91851851851851851</c:v>
                </c:pt>
                <c:pt idx="23599">
                  <c:v>0.91851851851851851</c:v>
                </c:pt>
                <c:pt idx="23600">
                  <c:v>0.91851851851851851</c:v>
                </c:pt>
                <c:pt idx="23601">
                  <c:v>0.91851851851851851</c:v>
                </c:pt>
                <c:pt idx="23602">
                  <c:v>0.91866666666666663</c:v>
                </c:pt>
                <c:pt idx="23603">
                  <c:v>0.91866666666666663</c:v>
                </c:pt>
                <c:pt idx="23604">
                  <c:v>0.91866666666666663</c:v>
                </c:pt>
                <c:pt idx="23605">
                  <c:v>0.91866666666666663</c:v>
                </c:pt>
                <c:pt idx="23606">
                  <c:v>0.91866666666666663</c:v>
                </c:pt>
                <c:pt idx="23607">
                  <c:v>0.91866666666666663</c:v>
                </c:pt>
                <c:pt idx="23608">
                  <c:v>0.91881481481481486</c:v>
                </c:pt>
                <c:pt idx="23609">
                  <c:v>0.91881481481481486</c:v>
                </c:pt>
                <c:pt idx="23610">
                  <c:v>0.91881481481481486</c:v>
                </c:pt>
                <c:pt idx="23611">
                  <c:v>0.91881481481481486</c:v>
                </c:pt>
                <c:pt idx="23612">
                  <c:v>0.91881481481481486</c:v>
                </c:pt>
                <c:pt idx="23613">
                  <c:v>0.91881481481481486</c:v>
                </c:pt>
                <c:pt idx="23614">
                  <c:v>0.91881481481481486</c:v>
                </c:pt>
                <c:pt idx="23615">
                  <c:v>0.91896296296296298</c:v>
                </c:pt>
                <c:pt idx="23616">
                  <c:v>0.91896296296296298</c:v>
                </c:pt>
                <c:pt idx="23617">
                  <c:v>0.91896296296296298</c:v>
                </c:pt>
                <c:pt idx="23618">
                  <c:v>0.91896296296296298</c:v>
                </c:pt>
                <c:pt idx="23619">
                  <c:v>0.91896296296296298</c:v>
                </c:pt>
                <c:pt idx="23620">
                  <c:v>0.91896296296296298</c:v>
                </c:pt>
                <c:pt idx="23621">
                  <c:v>0.9191111111111111</c:v>
                </c:pt>
                <c:pt idx="23622">
                  <c:v>0.91925925925925922</c:v>
                </c:pt>
                <c:pt idx="23623">
                  <c:v>0.91925925925925922</c:v>
                </c:pt>
                <c:pt idx="23624">
                  <c:v>0.91925925925925922</c:v>
                </c:pt>
                <c:pt idx="23625">
                  <c:v>0.91925925925925922</c:v>
                </c:pt>
                <c:pt idx="23626">
                  <c:v>0.91940740740740745</c:v>
                </c:pt>
                <c:pt idx="23627">
                  <c:v>0.91940740740740745</c:v>
                </c:pt>
                <c:pt idx="23628">
                  <c:v>0.91940740740740745</c:v>
                </c:pt>
                <c:pt idx="23629">
                  <c:v>0.91940740740740745</c:v>
                </c:pt>
                <c:pt idx="23630">
                  <c:v>0.91955555555555557</c:v>
                </c:pt>
                <c:pt idx="23631">
                  <c:v>0.91955555555555557</c:v>
                </c:pt>
                <c:pt idx="23632">
                  <c:v>0.91970370370370369</c:v>
                </c:pt>
                <c:pt idx="23633">
                  <c:v>0.91970370370370369</c:v>
                </c:pt>
                <c:pt idx="23634">
                  <c:v>0.91970370370370369</c:v>
                </c:pt>
                <c:pt idx="23635">
                  <c:v>0.91970370370370369</c:v>
                </c:pt>
                <c:pt idx="23636">
                  <c:v>0.91970370370370369</c:v>
                </c:pt>
                <c:pt idx="23637">
                  <c:v>0.91985185185185181</c:v>
                </c:pt>
                <c:pt idx="23638">
                  <c:v>0.91985185185185181</c:v>
                </c:pt>
                <c:pt idx="23639">
                  <c:v>0.91985185185185181</c:v>
                </c:pt>
                <c:pt idx="23640">
                  <c:v>0.92</c:v>
                </c:pt>
                <c:pt idx="23641">
                  <c:v>0.92014814814814816</c:v>
                </c:pt>
                <c:pt idx="23642">
                  <c:v>0.92014814814814816</c:v>
                </c:pt>
                <c:pt idx="23643">
                  <c:v>0.92014814814814816</c:v>
                </c:pt>
                <c:pt idx="23644">
                  <c:v>0.92014814814814816</c:v>
                </c:pt>
                <c:pt idx="23645">
                  <c:v>0.92014814814814816</c:v>
                </c:pt>
                <c:pt idx="23646">
                  <c:v>0.92014814814814816</c:v>
                </c:pt>
                <c:pt idx="23647">
                  <c:v>0.92014814814814816</c:v>
                </c:pt>
                <c:pt idx="23648">
                  <c:v>0.92014814814814816</c:v>
                </c:pt>
                <c:pt idx="23649">
                  <c:v>0.92014814814814816</c:v>
                </c:pt>
                <c:pt idx="23650">
                  <c:v>0.92014814814814816</c:v>
                </c:pt>
                <c:pt idx="23651">
                  <c:v>0.92029629629629628</c:v>
                </c:pt>
                <c:pt idx="23652">
                  <c:v>0.92029629629629628</c:v>
                </c:pt>
                <c:pt idx="23653">
                  <c:v>0.92029629629629628</c:v>
                </c:pt>
                <c:pt idx="23654">
                  <c:v>0.9204444444444444</c:v>
                </c:pt>
                <c:pt idx="23655">
                  <c:v>0.9204444444444444</c:v>
                </c:pt>
                <c:pt idx="23656">
                  <c:v>0.9204444444444444</c:v>
                </c:pt>
                <c:pt idx="23657">
                  <c:v>0.9204444444444444</c:v>
                </c:pt>
                <c:pt idx="23658">
                  <c:v>0.9204444444444444</c:v>
                </c:pt>
                <c:pt idx="23659">
                  <c:v>0.9204444444444444</c:v>
                </c:pt>
                <c:pt idx="23660">
                  <c:v>0.9204444444444444</c:v>
                </c:pt>
                <c:pt idx="23661">
                  <c:v>0.9204444444444444</c:v>
                </c:pt>
                <c:pt idx="23662">
                  <c:v>0.9204444444444444</c:v>
                </c:pt>
                <c:pt idx="23663">
                  <c:v>0.9204444444444444</c:v>
                </c:pt>
                <c:pt idx="23664">
                  <c:v>0.9204444444444444</c:v>
                </c:pt>
                <c:pt idx="23665">
                  <c:v>0.9204444444444444</c:v>
                </c:pt>
                <c:pt idx="23666">
                  <c:v>0.9204444444444444</c:v>
                </c:pt>
                <c:pt idx="23667">
                  <c:v>0.92059259259259263</c:v>
                </c:pt>
                <c:pt idx="23668">
                  <c:v>0.92059259259259263</c:v>
                </c:pt>
                <c:pt idx="23669">
                  <c:v>0.92059259259259263</c:v>
                </c:pt>
                <c:pt idx="23670">
                  <c:v>0.92059259259259263</c:v>
                </c:pt>
                <c:pt idx="23671">
                  <c:v>0.92074074074074075</c:v>
                </c:pt>
                <c:pt idx="23672">
                  <c:v>0.92074074074074075</c:v>
                </c:pt>
                <c:pt idx="23673">
                  <c:v>0.92074074074074075</c:v>
                </c:pt>
                <c:pt idx="23674">
                  <c:v>0.92074074074074075</c:v>
                </c:pt>
                <c:pt idx="23675">
                  <c:v>0.92074074074074075</c:v>
                </c:pt>
                <c:pt idx="23676">
                  <c:v>0.92074074074074075</c:v>
                </c:pt>
                <c:pt idx="23677">
                  <c:v>0.92074074074074075</c:v>
                </c:pt>
                <c:pt idx="23678">
                  <c:v>0.92074074074074075</c:v>
                </c:pt>
                <c:pt idx="23679">
                  <c:v>0.92074074074074075</c:v>
                </c:pt>
                <c:pt idx="23680">
                  <c:v>0.92074074074074075</c:v>
                </c:pt>
                <c:pt idx="23681">
                  <c:v>0.92074074074074075</c:v>
                </c:pt>
                <c:pt idx="23682">
                  <c:v>0.92088888888888887</c:v>
                </c:pt>
                <c:pt idx="23683">
                  <c:v>0.92088888888888887</c:v>
                </c:pt>
                <c:pt idx="23684">
                  <c:v>0.92088888888888887</c:v>
                </c:pt>
                <c:pt idx="23685">
                  <c:v>0.92088888888888887</c:v>
                </c:pt>
                <c:pt idx="23686">
                  <c:v>0.92088888888888887</c:v>
                </c:pt>
                <c:pt idx="23687">
                  <c:v>0.92088888888888887</c:v>
                </c:pt>
                <c:pt idx="23688">
                  <c:v>0.92088888888888887</c:v>
                </c:pt>
                <c:pt idx="23689">
                  <c:v>0.92088888888888887</c:v>
                </c:pt>
                <c:pt idx="23690">
                  <c:v>0.92088888888888887</c:v>
                </c:pt>
                <c:pt idx="23691">
                  <c:v>0.92103703703703699</c:v>
                </c:pt>
                <c:pt idx="23692">
                  <c:v>0.92103703703703699</c:v>
                </c:pt>
                <c:pt idx="23693">
                  <c:v>0.92118518518518522</c:v>
                </c:pt>
                <c:pt idx="23694">
                  <c:v>0.92118518518518522</c:v>
                </c:pt>
                <c:pt idx="23695">
                  <c:v>0.92118518518518522</c:v>
                </c:pt>
                <c:pt idx="23696">
                  <c:v>0.92118518518518522</c:v>
                </c:pt>
                <c:pt idx="23697">
                  <c:v>0.92118518518518522</c:v>
                </c:pt>
                <c:pt idx="23698">
                  <c:v>0.92118518518518522</c:v>
                </c:pt>
                <c:pt idx="23699">
                  <c:v>0.92118518518518522</c:v>
                </c:pt>
                <c:pt idx="23700">
                  <c:v>0.92118518518518522</c:v>
                </c:pt>
                <c:pt idx="23701">
                  <c:v>0.92118518518518522</c:v>
                </c:pt>
                <c:pt idx="23702">
                  <c:v>0.92133333333333334</c:v>
                </c:pt>
                <c:pt idx="23703">
                  <c:v>0.92133333333333334</c:v>
                </c:pt>
                <c:pt idx="23704">
                  <c:v>0.92133333333333334</c:v>
                </c:pt>
                <c:pt idx="23705">
                  <c:v>0.92133333333333334</c:v>
                </c:pt>
                <c:pt idx="23706">
                  <c:v>0.92148148148148146</c:v>
                </c:pt>
                <c:pt idx="23707">
                  <c:v>0.92148148148148146</c:v>
                </c:pt>
                <c:pt idx="23708">
                  <c:v>0.92162962962962958</c:v>
                </c:pt>
                <c:pt idx="23709">
                  <c:v>0.92162962962962958</c:v>
                </c:pt>
                <c:pt idx="23710">
                  <c:v>0.92162962962962958</c:v>
                </c:pt>
                <c:pt idx="23711">
                  <c:v>0.92162962962962958</c:v>
                </c:pt>
                <c:pt idx="23712">
                  <c:v>0.92162962962962958</c:v>
                </c:pt>
                <c:pt idx="23713">
                  <c:v>0.92162962962962958</c:v>
                </c:pt>
                <c:pt idx="23714">
                  <c:v>0.92177777777777781</c:v>
                </c:pt>
                <c:pt idx="23715">
                  <c:v>0.92177777777777781</c:v>
                </c:pt>
                <c:pt idx="23716">
                  <c:v>0.92177777777777781</c:v>
                </c:pt>
                <c:pt idx="23717">
                  <c:v>0.92192592592592593</c:v>
                </c:pt>
                <c:pt idx="23718">
                  <c:v>0.92192592592592593</c:v>
                </c:pt>
                <c:pt idx="23719">
                  <c:v>0.92207407407407405</c:v>
                </c:pt>
                <c:pt idx="23720">
                  <c:v>0.92207407407407405</c:v>
                </c:pt>
                <c:pt idx="23721">
                  <c:v>0.92207407407407405</c:v>
                </c:pt>
                <c:pt idx="23722">
                  <c:v>0.92222222222222228</c:v>
                </c:pt>
                <c:pt idx="23723">
                  <c:v>0.92222222222222228</c:v>
                </c:pt>
                <c:pt idx="23724">
                  <c:v>0.92222222222222228</c:v>
                </c:pt>
                <c:pt idx="23725">
                  <c:v>0.92222222222222228</c:v>
                </c:pt>
                <c:pt idx="23726">
                  <c:v>0.92222222222222228</c:v>
                </c:pt>
                <c:pt idx="23727">
                  <c:v>0.9223703703703704</c:v>
                </c:pt>
                <c:pt idx="23728">
                  <c:v>0.92251851851851852</c:v>
                </c:pt>
                <c:pt idx="23729">
                  <c:v>0.92251851851851852</c:v>
                </c:pt>
                <c:pt idx="23730">
                  <c:v>0.92251851851851852</c:v>
                </c:pt>
                <c:pt idx="23731">
                  <c:v>0.92251851851851852</c:v>
                </c:pt>
                <c:pt idx="23732">
                  <c:v>0.92251851851851852</c:v>
                </c:pt>
                <c:pt idx="23733">
                  <c:v>0.92266666666666663</c:v>
                </c:pt>
                <c:pt idx="23734">
                  <c:v>0.92266666666666663</c:v>
                </c:pt>
                <c:pt idx="23735">
                  <c:v>0.92266666666666663</c:v>
                </c:pt>
                <c:pt idx="23736">
                  <c:v>0.92266666666666663</c:v>
                </c:pt>
                <c:pt idx="23737">
                  <c:v>0.92266666666666663</c:v>
                </c:pt>
                <c:pt idx="23738">
                  <c:v>0.92266666666666663</c:v>
                </c:pt>
                <c:pt idx="23739">
                  <c:v>0.92266666666666663</c:v>
                </c:pt>
                <c:pt idx="23740">
                  <c:v>0.92266666666666663</c:v>
                </c:pt>
                <c:pt idx="23741">
                  <c:v>0.92266666666666663</c:v>
                </c:pt>
                <c:pt idx="23742">
                  <c:v>0.92266666666666663</c:v>
                </c:pt>
                <c:pt idx="23743">
                  <c:v>0.92281481481481487</c:v>
                </c:pt>
                <c:pt idx="23744">
                  <c:v>0.92296296296296299</c:v>
                </c:pt>
                <c:pt idx="23745">
                  <c:v>0.92296296296296299</c:v>
                </c:pt>
                <c:pt idx="23746">
                  <c:v>0.92296296296296299</c:v>
                </c:pt>
                <c:pt idx="23747">
                  <c:v>0.92296296296296299</c:v>
                </c:pt>
                <c:pt idx="23748">
                  <c:v>0.9231111111111111</c:v>
                </c:pt>
                <c:pt idx="23749">
                  <c:v>0.9231111111111111</c:v>
                </c:pt>
                <c:pt idx="23750">
                  <c:v>0.9231111111111111</c:v>
                </c:pt>
                <c:pt idx="23751">
                  <c:v>0.9231111111111111</c:v>
                </c:pt>
                <c:pt idx="23752">
                  <c:v>0.92325925925925922</c:v>
                </c:pt>
                <c:pt idx="23753">
                  <c:v>0.92325925925925922</c:v>
                </c:pt>
                <c:pt idx="23754">
                  <c:v>0.92325925925925922</c:v>
                </c:pt>
                <c:pt idx="23755">
                  <c:v>0.92325925925925922</c:v>
                </c:pt>
                <c:pt idx="23756">
                  <c:v>0.92325925925925922</c:v>
                </c:pt>
                <c:pt idx="23757">
                  <c:v>0.92325925925925922</c:v>
                </c:pt>
                <c:pt idx="23758">
                  <c:v>0.92325925925925922</c:v>
                </c:pt>
                <c:pt idx="23759">
                  <c:v>0.92325925925925922</c:v>
                </c:pt>
                <c:pt idx="23760">
                  <c:v>0.92325925925925922</c:v>
                </c:pt>
                <c:pt idx="23761">
                  <c:v>0.92325925925925922</c:v>
                </c:pt>
                <c:pt idx="23762">
                  <c:v>0.92325925925925922</c:v>
                </c:pt>
                <c:pt idx="23763">
                  <c:v>0.92340740740740745</c:v>
                </c:pt>
                <c:pt idx="23764">
                  <c:v>0.92355555555555557</c:v>
                </c:pt>
                <c:pt idx="23765">
                  <c:v>0.92370370370370369</c:v>
                </c:pt>
                <c:pt idx="23766">
                  <c:v>0.92385185185185181</c:v>
                </c:pt>
                <c:pt idx="23767">
                  <c:v>0.92385185185185181</c:v>
                </c:pt>
                <c:pt idx="23768">
                  <c:v>0.92385185185185181</c:v>
                </c:pt>
                <c:pt idx="23769">
                  <c:v>0.92385185185185181</c:v>
                </c:pt>
                <c:pt idx="23770">
                  <c:v>0.92385185185185181</c:v>
                </c:pt>
                <c:pt idx="23771">
                  <c:v>0.92385185185185181</c:v>
                </c:pt>
                <c:pt idx="23772">
                  <c:v>0.92400000000000004</c:v>
                </c:pt>
                <c:pt idx="23773">
                  <c:v>0.92414814814814816</c:v>
                </c:pt>
                <c:pt idx="23774">
                  <c:v>0.92414814814814816</c:v>
                </c:pt>
                <c:pt idx="23775">
                  <c:v>0.92414814814814816</c:v>
                </c:pt>
                <c:pt idx="23776">
                  <c:v>0.92414814814814816</c:v>
                </c:pt>
                <c:pt idx="23777">
                  <c:v>0.92414814814814816</c:v>
                </c:pt>
                <c:pt idx="23778">
                  <c:v>0.92414814814814816</c:v>
                </c:pt>
                <c:pt idx="23779">
                  <c:v>0.92414814814814816</c:v>
                </c:pt>
                <c:pt idx="23780">
                  <c:v>0.92414814814814816</c:v>
                </c:pt>
                <c:pt idx="23781">
                  <c:v>0.92414814814814816</c:v>
                </c:pt>
                <c:pt idx="23782">
                  <c:v>0.92414814814814816</c:v>
                </c:pt>
                <c:pt idx="23783">
                  <c:v>0.92414814814814816</c:v>
                </c:pt>
                <c:pt idx="23784">
                  <c:v>0.92429629629629628</c:v>
                </c:pt>
                <c:pt idx="23785">
                  <c:v>0.9244444444444444</c:v>
                </c:pt>
                <c:pt idx="23786">
                  <c:v>0.9244444444444444</c:v>
                </c:pt>
                <c:pt idx="23787">
                  <c:v>0.9244444444444444</c:v>
                </c:pt>
                <c:pt idx="23788">
                  <c:v>0.9244444444444444</c:v>
                </c:pt>
                <c:pt idx="23789">
                  <c:v>0.9244444444444444</c:v>
                </c:pt>
                <c:pt idx="23790">
                  <c:v>0.9244444444444444</c:v>
                </c:pt>
                <c:pt idx="23791">
                  <c:v>0.92459259259259263</c:v>
                </c:pt>
                <c:pt idx="23792">
                  <c:v>0.92459259259259263</c:v>
                </c:pt>
                <c:pt idx="23793">
                  <c:v>0.92459259259259263</c:v>
                </c:pt>
                <c:pt idx="23794">
                  <c:v>0.92474074074074075</c:v>
                </c:pt>
                <c:pt idx="23795">
                  <c:v>0.92474074074074075</c:v>
                </c:pt>
                <c:pt idx="23796">
                  <c:v>0.92474074074074075</c:v>
                </c:pt>
                <c:pt idx="23797">
                  <c:v>0.92474074074074075</c:v>
                </c:pt>
                <c:pt idx="23798">
                  <c:v>0.92474074074074075</c:v>
                </c:pt>
                <c:pt idx="23799">
                  <c:v>0.92474074074074075</c:v>
                </c:pt>
                <c:pt idx="23800">
                  <c:v>0.92488888888888887</c:v>
                </c:pt>
                <c:pt idx="23801">
                  <c:v>0.92503703703703699</c:v>
                </c:pt>
                <c:pt idx="23802">
                  <c:v>0.92518518518518522</c:v>
                </c:pt>
                <c:pt idx="23803">
                  <c:v>0.92518518518518522</c:v>
                </c:pt>
                <c:pt idx="23804">
                  <c:v>0.92518518518518522</c:v>
                </c:pt>
                <c:pt idx="23805">
                  <c:v>0.92518518518518522</c:v>
                </c:pt>
                <c:pt idx="23806">
                  <c:v>0.92518518518518522</c:v>
                </c:pt>
                <c:pt idx="23807">
                  <c:v>0.92518518518518522</c:v>
                </c:pt>
                <c:pt idx="23808">
                  <c:v>0.92518518518518522</c:v>
                </c:pt>
                <c:pt idx="23809">
                  <c:v>0.92518518518518522</c:v>
                </c:pt>
                <c:pt idx="23810">
                  <c:v>0.92518518518518522</c:v>
                </c:pt>
                <c:pt idx="23811">
                  <c:v>0.92518518518518522</c:v>
                </c:pt>
                <c:pt idx="23812">
                  <c:v>0.92518518518518522</c:v>
                </c:pt>
                <c:pt idx="23813">
                  <c:v>0.92533333333333334</c:v>
                </c:pt>
                <c:pt idx="23814">
                  <c:v>0.92533333333333334</c:v>
                </c:pt>
                <c:pt idx="23815">
                  <c:v>0.92533333333333334</c:v>
                </c:pt>
                <c:pt idx="23816">
                  <c:v>0.92533333333333334</c:v>
                </c:pt>
                <c:pt idx="23817">
                  <c:v>0.92548148148148146</c:v>
                </c:pt>
                <c:pt idx="23818">
                  <c:v>0.92548148148148146</c:v>
                </c:pt>
                <c:pt idx="23819">
                  <c:v>0.92548148148148146</c:v>
                </c:pt>
                <c:pt idx="23820">
                  <c:v>0.92548148148148146</c:v>
                </c:pt>
                <c:pt idx="23821">
                  <c:v>0.92548148148148146</c:v>
                </c:pt>
                <c:pt idx="23822">
                  <c:v>0.92548148148148146</c:v>
                </c:pt>
                <c:pt idx="23823">
                  <c:v>0.92548148148148146</c:v>
                </c:pt>
                <c:pt idx="23824">
                  <c:v>0.92548148148148146</c:v>
                </c:pt>
                <c:pt idx="23825">
                  <c:v>0.92548148148148146</c:v>
                </c:pt>
                <c:pt idx="23826">
                  <c:v>0.92548148148148146</c:v>
                </c:pt>
                <c:pt idx="23827">
                  <c:v>0.92562962962962958</c:v>
                </c:pt>
                <c:pt idx="23828">
                  <c:v>0.92577777777777781</c:v>
                </c:pt>
                <c:pt idx="23829">
                  <c:v>0.92577777777777781</c:v>
                </c:pt>
                <c:pt idx="23830">
                  <c:v>0.92592592592592593</c:v>
                </c:pt>
                <c:pt idx="23831">
                  <c:v>0.92592592592592593</c:v>
                </c:pt>
                <c:pt idx="23832">
                  <c:v>0.92592592592592593</c:v>
                </c:pt>
                <c:pt idx="23833">
                  <c:v>0.92592592592592593</c:v>
                </c:pt>
                <c:pt idx="23834">
                  <c:v>0.92607407407407405</c:v>
                </c:pt>
                <c:pt idx="23835">
                  <c:v>0.92607407407407405</c:v>
                </c:pt>
                <c:pt idx="23836">
                  <c:v>0.92607407407407405</c:v>
                </c:pt>
                <c:pt idx="23837">
                  <c:v>0.92607407407407405</c:v>
                </c:pt>
                <c:pt idx="23838">
                  <c:v>0.92607407407407405</c:v>
                </c:pt>
                <c:pt idx="23839">
                  <c:v>0.92607407407407405</c:v>
                </c:pt>
                <c:pt idx="23840">
                  <c:v>0.92607407407407405</c:v>
                </c:pt>
                <c:pt idx="23841">
                  <c:v>0.92607407407407405</c:v>
                </c:pt>
                <c:pt idx="23842">
                  <c:v>0.92622222222222217</c:v>
                </c:pt>
                <c:pt idx="23843">
                  <c:v>0.9263703703703704</c:v>
                </c:pt>
                <c:pt idx="23844">
                  <c:v>0.9263703703703704</c:v>
                </c:pt>
                <c:pt idx="23845">
                  <c:v>0.92651851851851852</c:v>
                </c:pt>
                <c:pt idx="23846">
                  <c:v>0.92651851851851852</c:v>
                </c:pt>
                <c:pt idx="23847">
                  <c:v>0.92651851851851852</c:v>
                </c:pt>
                <c:pt idx="23848">
                  <c:v>0.92651851851851852</c:v>
                </c:pt>
                <c:pt idx="23849">
                  <c:v>0.92651851851851852</c:v>
                </c:pt>
                <c:pt idx="23850">
                  <c:v>0.92651851851851852</c:v>
                </c:pt>
                <c:pt idx="23851">
                  <c:v>0.92651851851851852</c:v>
                </c:pt>
                <c:pt idx="23852">
                  <c:v>0.92651851851851852</c:v>
                </c:pt>
                <c:pt idx="23853">
                  <c:v>0.92651851851851852</c:v>
                </c:pt>
                <c:pt idx="23854">
                  <c:v>0.92651851851851852</c:v>
                </c:pt>
                <c:pt idx="23855">
                  <c:v>0.92651851851851852</c:v>
                </c:pt>
                <c:pt idx="23856">
                  <c:v>0.92651851851851852</c:v>
                </c:pt>
                <c:pt idx="23857">
                  <c:v>0.92666666666666664</c:v>
                </c:pt>
                <c:pt idx="23858">
                  <c:v>0.92666666666666664</c:v>
                </c:pt>
                <c:pt idx="23859">
                  <c:v>0.92666666666666664</c:v>
                </c:pt>
                <c:pt idx="23860">
                  <c:v>0.92666666666666664</c:v>
                </c:pt>
                <c:pt idx="23861">
                  <c:v>0.92666666666666664</c:v>
                </c:pt>
                <c:pt idx="23862">
                  <c:v>0.92666666666666664</c:v>
                </c:pt>
                <c:pt idx="23863">
                  <c:v>0.92681481481481487</c:v>
                </c:pt>
                <c:pt idx="23864">
                  <c:v>0.92681481481481487</c:v>
                </c:pt>
                <c:pt idx="23865">
                  <c:v>0.92696296296296299</c:v>
                </c:pt>
                <c:pt idx="23866">
                  <c:v>0.92696296296296299</c:v>
                </c:pt>
                <c:pt idx="23867">
                  <c:v>0.92711111111111111</c:v>
                </c:pt>
                <c:pt idx="23868">
                  <c:v>0.92711111111111111</c:v>
                </c:pt>
                <c:pt idx="23869">
                  <c:v>0.92711111111111111</c:v>
                </c:pt>
                <c:pt idx="23870">
                  <c:v>0.92711111111111111</c:v>
                </c:pt>
                <c:pt idx="23871">
                  <c:v>0.92711111111111111</c:v>
                </c:pt>
                <c:pt idx="23872">
                  <c:v>0.92725925925925923</c:v>
                </c:pt>
                <c:pt idx="23873">
                  <c:v>0.92740740740740746</c:v>
                </c:pt>
                <c:pt idx="23874">
                  <c:v>0.92755555555555558</c:v>
                </c:pt>
                <c:pt idx="23875">
                  <c:v>0.92755555555555558</c:v>
                </c:pt>
                <c:pt idx="23876">
                  <c:v>0.92755555555555558</c:v>
                </c:pt>
                <c:pt idx="23877">
                  <c:v>0.9277037037037037</c:v>
                </c:pt>
                <c:pt idx="23878">
                  <c:v>0.9277037037037037</c:v>
                </c:pt>
                <c:pt idx="23879">
                  <c:v>0.9277037037037037</c:v>
                </c:pt>
                <c:pt idx="23880">
                  <c:v>0.92785185185185182</c:v>
                </c:pt>
                <c:pt idx="23881">
                  <c:v>0.92785185185185182</c:v>
                </c:pt>
                <c:pt idx="23882">
                  <c:v>0.92785185185185182</c:v>
                </c:pt>
                <c:pt idx="23883">
                  <c:v>0.92800000000000005</c:v>
                </c:pt>
                <c:pt idx="23884">
                  <c:v>0.92800000000000005</c:v>
                </c:pt>
                <c:pt idx="23885">
                  <c:v>0.92800000000000005</c:v>
                </c:pt>
                <c:pt idx="23886">
                  <c:v>0.92800000000000005</c:v>
                </c:pt>
                <c:pt idx="23887">
                  <c:v>0.92800000000000005</c:v>
                </c:pt>
                <c:pt idx="23888">
                  <c:v>0.92800000000000005</c:v>
                </c:pt>
                <c:pt idx="23889">
                  <c:v>0.92800000000000005</c:v>
                </c:pt>
                <c:pt idx="23890">
                  <c:v>0.92800000000000005</c:v>
                </c:pt>
                <c:pt idx="23891">
                  <c:v>0.92800000000000005</c:v>
                </c:pt>
                <c:pt idx="23892">
                  <c:v>0.92800000000000005</c:v>
                </c:pt>
                <c:pt idx="23893">
                  <c:v>0.92814814814814817</c:v>
                </c:pt>
                <c:pt idx="23894">
                  <c:v>0.92829629629629629</c:v>
                </c:pt>
                <c:pt idx="23895">
                  <c:v>0.92829629629629629</c:v>
                </c:pt>
                <c:pt idx="23896">
                  <c:v>0.92844444444444441</c:v>
                </c:pt>
                <c:pt idx="23897">
                  <c:v>0.92844444444444441</c:v>
                </c:pt>
                <c:pt idx="23898">
                  <c:v>0.92844444444444441</c:v>
                </c:pt>
                <c:pt idx="23899">
                  <c:v>0.92859259259259264</c:v>
                </c:pt>
                <c:pt idx="23900">
                  <c:v>0.92859259259259264</c:v>
                </c:pt>
                <c:pt idx="23901">
                  <c:v>0.92859259259259264</c:v>
                </c:pt>
                <c:pt idx="23902">
                  <c:v>0.92859259259259264</c:v>
                </c:pt>
                <c:pt idx="23903">
                  <c:v>0.92859259259259264</c:v>
                </c:pt>
                <c:pt idx="23904">
                  <c:v>0.92859259259259264</c:v>
                </c:pt>
                <c:pt idx="23905">
                  <c:v>0.92859259259259264</c:v>
                </c:pt>
                <c:pt idx="23906">
                  <c:v>0.92859259259259264</c:v>
                </c:pt>
                <c:pt idx="23907">
                  <c:v>0.92859259259259264</c:v>
                </c:pt>
                <c:pt idx="23908">
                  <c:v>0.92874074074074076</c:v>
                </c:pt>
                <c:pt idx="23909">
                  <c:v>0.92874074074074076</c:v>
                </c:pt>
                <c:pt idx="23910">
                  <c:v>0.92874074074074076</c:v>
                </c:pt>
                <c:pt idx="23911">
                  <c:v>0.92874074074074076</c:v>
                </c:pt>
                <c:pt idx="23912">
                  <c:v>0.92874074074074076</c:v>
                </c:pt>
                <c:pt idx="23913">
                  <c:v>0.92874074074074076</c:v>
                </c:pt>
                <c:pt idx="23914">
                  <c:v>0.92874074074074076</c:v>
                </c:pt>
                <c:pt idx="23915">
                  <c:v>0.92874074074074076</c:v>
                </c:pt>
                <c:pt idx="23916">
                  <c:v>0.92874074074074076</c:v>
                </c:pt>
                <c:pt idx="23917">
                  <c:v>0.92874074074074076</c:v>
                </c:pt>
                <c:pt idx="23918">
                  <c:v>0.92888888888888888</c:v>
                </c:pt>
                <c:pt idx="23919">
                  <c:v>0.92888888888888888</c:v>
                </c:pt>
                <c:pt idx="23920">
                  <c:v>0.92888888888888888</c:v>
                </c:pt>
                <c:pt idx="23921">
                  <c:v>0.92888888888888888</c:v>
                </c:pt>
                <c:pt idx="23922">
                  <c:v>0.92888888888888888</c:v>
                </c:pt>
                <c:pt idx="23923">
                  <c:v>0.92888888888888888</c:v>
                </c:pt>
                <c:pt idx="23924">
                  <c:v>0.92888888888888888</c:v>
                </c:pt>
                <c:pt idx="23925">
                  <c:v>0.92888888888888888</c:v>
                </c:pt>
                <c:pt idx="23926">
                  <c:v>0.92888888888888888</c:v>
                </c:pt>
                <c:pt idx="23927">
                  <c:v>0.92888888888888888</c:v>
                </c:pt>
                <c:pt idx="23928">
                  <c:v>0.92888888888888888</c:v>
                </c:pt>
                <c:pt idx="23929">
                  <c:v>0.92903703703703699</c:v>
                </c:pt>
                <c:pt idx="23930">
                  <c:v>0.92903703703703699</c:v>
                </c:pt>
                <c:pt idx="23931">
                  <c:v>0.92918518518518523</c:v>
                </c:pt>
                <c:pt idx="23932">
                  <c:v>0.92933333333333334</c:v>
                </c:pt>
                <c:pt idx="23933">
                  <c:v>0.92933333333333334</c:v>
                </c:pt>
                <c:pt idx="23934">
                  <c:v>0.92933333333333334</c:v>
                </c:pt>
                <c:pt idx="23935">
                  <c:v>0.92948148148148146</c:v>
                </c:pt>
                <c:pt idx="23936">
                  <c:v>0.92948148148148146</c:v>
                </c:pt>
                <c:pt idx="23937">
                  <c:v>0.92948148148148146</c:v>
                </c:pt>
                <c:pt idx="23938">
                  <c:v>0.92948148148148146</c:v>
                </c:pt>
                <c:pt idx="23939">
                  <c:v>0.92962962962962958</c:v>
                </c:pt>
                <c:pt idx="23940">
                  <c:v>0.92962962962962958</c:v>
                </c:pt>
                <c:pt idx="23941">
                  <c:v>0.92962962962962958</c:v>
                </c:pt>
                <c:pt idx="23942">
                  <c:v>0.92977777777777781</c:v>
                </c:pt>
                <c:pt idx="23943">
                  <c:v>0.92992592592592593</c:v>
                </c:pt>
                <c:pt idx="23944">
                  <c:v>0.92992592592592593</c:v>
                </c:pt>
                <c:pt idx="23945">
                  <c:v>0.93007407407407405</c:v>
                </c:pt>
                <c:pt idx="23946">
                  <c:v>0.93007407407407405</c:v>
                </c:pt>
                <c:pt idx="23947">
                  <c:v>0.93007407407407405</c:v>
                </c:pt>
                <c:pt idx="23948">
                  <c:v>0.93022222222222217</c:v>
                </c:pt>
                <c:pt idx="23949">
                  <c:v>0.93022222222222217</c:v>
                </c:pt>
                <c:pt idx="23950">
                  <c:v>0.9303703703703704</c:v>
                </c:pt>
                <c:pt idx="23951">
                  <c:v>0.93051851851851852</c:v>
                </c:pt>
                <c:pt idx="23952">
                  <c:v>0.93051851851851852</c:v>
                </c:pt>
                <c:pt idx="23953">
                  <c:v>0.93066666666666664</c:v>
                </c:pt>
                <c:pt idx="23954">
                  <c:v>0.93066666666666664</c:v>
                </c:pt>
                <c:pt idx="23955">
                  <c:v>0.93066666666666664</c:v>
                </c:pt>
                <c:pt idx="23956">
                  <c:v>0.93081481481481476</c:v>
                </c:pt>
                <c:pt idx="23957">
                  <c:v>0.93081481481481476</c:v>
                </c:pt>
                <c:pt idx="23958">
                  <c:v>0.93081481481481476</c:v>
                </c:pt>
                <c:pt idx="23959">
                  <c:v>0.93081481481481476</c:v>
                </c:pt>
                <c:pt idx="23960">
                  <c:v>0.93081481481481476</c:v>
                </c:pt>
                <c:pt idx="23961">
                  <c:v>0.93081481481481476</c:v>
                </c:pt>
                <c:pt idx="23962">
                  <c:v>0.93081481481481476</c:v>
                </c:pt>
                <c:pt idx="23963">
                  <c:v>0.93081481481481476</c:v>
                </c:pt>
                <c:pt idx="23964">
                  <c:v>0.93081481481481476</c:v>
                </c:pt>
                <c:pt idx="23965">
                  <c:v>0.93081481481481476</c:v>
                </c:pt>
                <c:pt idx="23966">
                  <c:v>0.93096296296296299</c:v>
                </c:pt>
                <c:pt idx="23967">
                  <c:v>0.93096296296296299</c:v>
                </c:pt>
                <c:pt idx="23968">
                  <c:v>0.93111111111111111</c:v>
                </c:pt>
                <c:pt idx="23969">
                  <c:v>0.93111111111111111</c:v>
                </c:pt>
                <c:pt idx="23970">
                  <c:v>0.93111111111111111</c:v>
                </c:pt>
                <c:pt idx="23971">
                  <c:v>0.93111111111111111</c:v>
                </c:pt>
                <c:pt idx="23972">
                  <c:v>0.93111111111111111</c:v>
                </c:pt>
                <c:pt idx="23973">
                  <c:v>0.93111111111111111</c:v>
                </c:pt>
                <c:pt idx="23974">
                  <c:v>0.93125925925925923</c:v>
                </c:pt>
                <c:pt idx="23975">
                  <c:v>0.93125925925925923</c:v>
                </c:pt>
                <c:pt idx="23976">
                  <c:v>0.93125925925925923</c:v>
                </c:pt>
                <c:pt idx="23977">
                  <c:v>0.93125925925925923</c:v>
                </c:pt>
                <c:pt idx="23978">
                  <c:v>0.93125925925925923</c:v>
                </c:pt>
                <c:pt idx="23979">
                  <c:v>0.93125925925925923</c:v>
                </c:pt>
                <c:pt idx="23980">
                  <c:v>0.93125925925925923</c:v>
                </c:pt>
                <c:pt idx="23981">
                  <c:v>0.93125925925925923</c:v>
                </c:pt>
                <c:pt idx="23982">
                  <c:v>0.93140740740740746</c:v>
                </c:pt>
                <c:pt idx="23983">
                  <c:v>0.93140740740740746</c:v>
                </c:pt>
                <c:pt idx="23984">
                  <c:v>0.93140740740740746</c:v>
                </c:pt>
                <c:pt idx="23985">
                  <c:v>0.93140740740740746</c:v>
                </c:pt>
                <c:pt idx="23986">
                  <c:v>0.93155555555555558</c:v>
                </c:pt>
                <c:pt idx="23987">
                  <c:v>0.9317037037037037</c:v>
                </c:pt>
                <c:pt idx="23988">
                  <c:v>0.9317037037037037</c:v>
                </c:pt>
                <c:pt idx="23989">
                  <c:v>0.93185185185185182</c:v>
                </c:pt>
                <c:pt idx="23990">
                  <c:v>0.93185185185185182</c:v>
                </c:pt>
                <c:pt idx="23991">
                  <c:v>0.93185185185185182</c:v>
                </c:pt>
                <c:pt idx="23992">
                  <c:v>0.93185185185185182</c:v>
                </c:pt>
                <c:pt idx="23993">
                  <c:v>0.93185185185185182</c:v>
                </c:pt>
                <c:pt idx="23994">
                  <c:v>0.93185185185185182</c:v>
                </c:pt>
                <c:pt idx="23995">
                  <c:v>0.93200000000000005</c:v>
                </c:pt>
                <c:pt idx="23996">
                  <c:v>0.93214814814814817</c:v>
                </c:pt>
                <c:pt idx="23997">
                  <c:v>0.93229629629629629</c:v>
                </c:pt>
                <c:pt idx="23998">
                  <c:v>0.93229629629629629</c:v>
                </c:pt>
                <c:pt idx="23999">
                  <c:v>0.93244444444444441</c:v>
                </c:pt>
                <c:pt idx="24000">
                  <c:v>0.93259259259259264</c:v>
                </c:pt>
                <c:pt idx="24001">
                  <c:v>0.93274074074074076</c:v>
                </c:pt>
                <c:pt idx="24002">
                  <c:v>0.93288888888888888</c:v>
                </c:pt>
                <c:pt idx="24003">
                  <c:v>0.93288888888888888</c:v>
                </c:pt>
                <c:pt idx="24004">
                  <c:v>0.93288888888888888</c:v>
                </c:pt>
                <c:pt idx="24005">
                  <c:v>0.93288888888888888</c:v>
                </c:pt>
                <c:pt idx="24006">
                  <c:v>0.93288888888888888</c:v>
                </c:pt>
                <c:pt idx="24007">
                  <c:v>0.93288888888888888</c:v>
                </c:pt>
                <c:pt idx="24008">
                  <c:v>0.93288888888888888</c:v>
                </c:pt>
                <c:pt idx="24009">
                  <c:v>0.93288888888888888</c:v>
                </c:pt>
                <c:pt idx="24010">
                  <c:v>0.93288888888888888</c:v>
                </c:pt>
                <c:pt idx="24011">
                  <c:v>0.93288888888888888</c:v>
                </c:pt>
                <c:pt idx="24012">
                  <c:v>0.93288888888888888</c:v>
                </c:pt>
                <c:pt idx="24013">
                  <c:v>0.93288888888888888</c:v>
                </c:pt>
                <c:pt idx="24014">
                  <c:v>0.93288888888888888</c:v>
                </c:pt>
                <c:pt idx="24015">
                  <c:v>0.933037037037037</c:v>
                </c:pt>
                <c:pt idx="24016">
                  <c:v>0.933037037037037</c:v>
                </c:pt>
                <c:pt idx="24017">
                  <c:v>0.933037037037037</c:v>
                </c:pt>
                <c:pt idx="24018">
                  <c:v>0.933037037037037</c:v>
                </c:pt>
                <c:pt idx="24019">
                  <c:v>0.93318518518518523</c:v>
                </c:pt>
                <c:pt idx="24020">
                  <c:v>0.93318518518518523</c:v>
                </c:pt>
                <c:pt idx="24021">
                  <c:v>0.93333333333333335</c:v>
                </c:pt>
                <c:pt idx="24022">
                  <c:v>0.93333333333333335</c:v>
                </c:pt>
                <c:pt idx="24023">
                  <c:v>0.93348148148148147</c:v>
                </c:pt>
                <c:pt idx="24024">
                  <c:v>0.93362962962962959</c:v>
                </c:pt>
                <c:pt idx="24025">
                  <c:v>0.93362962962962959</c:v>
                </c:pt>
                <c:pt idx="24026">
                  <c:v>0.93362962962962959</c:v>
                </c:pt>
                <c:pt idx="24027">
                  <c:v>0.93377777777777782</c:v>
                </c:pt>
                <c:pt idx="24028">
                  <c:v>0.93377777777777782</c:v>
                </c:pt>
                <c:pt idx="24029">
                  <c:v>0.93377777777777782</c:v>
                </c:pt>
                <c:pt idx="24030">
                  <c:v>0.93377777777777782</c:v>
                </c:pt>
                <c:pt idx="24031">
                  <c:v>0.93377777777777782</c:v>
                </c:pt>
                <c:pt idx="24032">
                  <c:v>0.93377777777777782</c:v>
                </c:pt>
                <c:pt idx="24033">
                  <c:v>0.93392592592592594</c:v>
                </c:pt>
                <c:pt idx="24034">
                  <c:v>0.93392592592592594</c:v>
                </c:pt>
                <c:pt idx="24035">
                  <c:v>0.93392592592592594</c:v>
                </c:pt>
                <c:pt idx="24036">
                  <c:v>0.93392592592592594</c:v>
                </c:pt>
                <c:pt idx="24037">
                  <c:v>0.93392592592592594</c:v>
                </c:pt>
                <c:pt idx="24038">
                  <c:v>0.93392592592592594</c:v>
                </c:pt>
                <c:pt idx="24039">
                  <c:v>0.93392592592592594</c:v>
                </c:pt>
                <c:pt idx="24040">
                  <c:v>0.93392592592592594</c:v>
                </c:pt>
                <c:pt idx="24041">
                  <c:v>0.93392592592592594</c:v>
                </c:pt>
                <c:pt idx="24042">
                  <c:v>0.93392592592592594</c:v>
                </c:pt>
                <c:pt idx="24043">
                  <c:v>0.93392592592592594</c:v>
                </c:pt>
                <c:pt idx="24044">
                  <c:v>0.93392592592592594</c:v>
                </c:pt>
                <c:pt idx="24045">
                  <c:v>0.93392592592592594</c:v>
                </c:pt>
                <c:pt idx="24046">
                  <c:v>0.93392592592592594</c:v>
                </c:pt>
                <c:pt idx="24047">
                  <c:v>0.93407407407407406</c:v>
                </c:pt>
                <c:pt idx="24048">
                  <c:v>0.93407407407407406</c:v>
                </c:pt>
                <c:pt idx="24049">
                  <c:v>0.93407407407407406</c:v>
                </c:pt>
                <c:pt idx="24050">
                  <c:v>0.93407407407407406</c:v>
                </c:pt>
                <c:pt idx="24051">
                  <c:v>0.93407407407407406</c:v>
                </c:pt>
                <c:pt idx="24052">
                  <c:v>0.93407407407407406</c:v>
                </c:pt>
                <c:pt idx="24053">
                  <c:v>0.93407407407407406</c:v>
                </c:pt>
                <c:pt idx="24054">
                  <c:v>0.93407407407407406</c:v>
                </c:pt>
                <c:pt idx="24055">
                  <c:v>0.93422222222222218</c:v>
                </c:pt>
                <c:pt idx="24056">
                  <c:v>0.93422222222222218</c:v>
                </c:pt>
                <c:pt idx="24057">
                  <c:v>0.93422222222222218</c:v>
                </c:pt>
                <c:pt idx="24058">
                  <c:v>0.93422222222222218</c:v>
                </c:pt>
                <c:pt idx="24059">
                  <c:v>0.93422222222222218</c:v>
                </c:pt>
                <c:pt idx="24060">
                  <c:v>0.93422222222222218</c:v>
                </c:pt>
                <c:pt idx="24061">
                  <c:v>0.93422222222222218</c:v>
                </c:pt>
                <c:pt idx="24062">
                  <c:v>0.93437037037037041</c:v>
                </c:pt>
                <c:pt idx="24063">
                  <c:v>0.93437037037037041</c:v>
                </c:pt>
                <c:pt idx="24064">
                  <c:v>0.93451851851851853</c:v>
                </c:pt>
                <c:pt idx="24065">
                  <c:v>0.93451851851851853</c:v>
                </c:pt>
                <c:pt idx="24066">
                  <c:v>0.93466666666666665</c:v>
                </c:pt>
                <c:pt idx="24067">
                  <c:v>0.93466666666666665</c:v>
                </c:pt>
                <c:pt idx="24068">
                  <c:v>0.93466666666666665</c:v>
                </c:pt>
                <c:pt idx="24069">
                  <c:v>0.93466666666666665</c:v>
                </c:pt>
                <c:pt idx="24070">
                  <c:v>0.93466666666666665</c:v>
                </c:pt>
                <c:pt idx="24071">
                  <c:v>0.93466666666666665</c:v>
                </c:pt>
                <c:pt idx="24072">
                  <c:v>0.93466666666666665</c:v>
                </c:pt>
                <c:pt idx="24073">
                  <c:v>0.93466666666666665</c:v>
                </c:pt>
                <c:pt idx="24074">
                  <c:v>0.93466666666666665</c:v>
                </c:pt>
                <c:pt idx="24075">
                  <c:v>0.93466666666666665</c:v>
                </c:pt>
                <c:pt idx="24076">
                  <c:v>0.93466666666666665</c:v>
                </c:pt>
                <c:pt idx="24077">
                  <c:v>0.93466666666666665</c:v>
                </c:pt>
                <c:pt idx="24078">
                  <c:v>0.93466666666666665</c:v>
                </c:pt>
                <c:pt idx="24079">
                  <c:v>0.93466666666666665</c:v>
                </c:pt>
                <c:pt idx="24080">
                  <c:v>0.93466666666666665</c:v>
                </c:pt>
                <c:pt idx="24081">
                  <c:v>0.93466666666666665</c:v>
                </c:pt>
                <c:pt idx="24082">
                  <c:v>0.93466666666666665</c:v>
                </c:pt>
                <c:pt idx="24083">
                  <c:v>0.93481481481481477</c:v>
                </c:pt>
                <c:pt idx="24084">
                  <c:v>0.93481481481481477</c:v>
                </c:pt>
                <c:pt idx="24085">
                  <c:v>0.934962962962963</c:v>
                </c:pt>
                <c:pt idx="24086">
                  <c:v>0.934962962962963</c:v>
                </c:pt>
                <c:pt idx="24087">
                  <c:v>0.934962962962963</c:v>
                </c:pt>
                <c:pt idx="24088">
                  <c:v>0.93511111111111112</c:v>
                </c:pt>
                <c:pt idx="24089">
                  <c:v>0.93511111111111112</c:v>
                </c:pt>
                <c:pt idx="24090">
                  <c:v>0.93511111111111112</c:v>
                </c:pt>
                <c:pt idx="24091">
                  <c:v>0.93511111111111112</c:v>
                </c:pt>
                <c:pt idx="24092">
                  <c:v>0.93511111111111112</c:v>
                </c:pt>
                <c:pt idx="24093">
                  <c:v>0.93511111111111112</c:v>
                </c:pt>
                <c:pt idx="24094">
                  <c:v>0.93511111111111112</c:v>
                </c:pt>
                <c:pt idx="24095">
                  <c:v>0.93511111111111112</c:v>
                </c:pt>
                <c:pt idx="24096">
                  <c:v>0.93525925925925923</c:v>
                </c:pt>
                <c:pt idx="24097">
                  <c:v>0.93540740740740735</c:v>
                </c:pt>
                <c:pt idx="24098">
                  <c:v>0.93555555555555558</c:v>
                </c:pt>
                <c:pt idx="24099">
                  <c:v>0.93555555555555558</c:v>
                </c:pt>
                <c:pt idx="24100">
                  <c:v>0.93555555555555558</c:v>
                </c:pt>
                <c:pt idx="24101">
                  <c:v>0.9357037037037037</c:v>
                </c:pt>
                <c:pt idx="24102">
                  <c:v>0.93585185185185182</c:v>
                </c:pt>
                <c:pt idx="24103">
                  <c:v>0.93585185185185182</c:v>
                </c:pt>
                <c:pt idx="24104">
                  <c:v>0.93585185185185182</c:v>
                </c:pt>
                <c:pt idx="24105">
                  <c:v>0.93585185185185182</c:v>
                </c:pt>
                <c:pt idx="24106">
                  <c:v>0.93600000000000005</c:v>
                </c:pt>
                <c:pt idx="24107">
                  <c:v>0.93600000000000005</c:v>
                </c:pt>
                <c:pt idx="24108">
                  <c:v>0.93600000000000005</c:v>
                </c:pt>
                <c:pt idx="24109">
                  <c:v>0.93614814814814817</c:v>
                </c:pt>
                <c:pt idx="24110">
                  <c:v>0.93629629629629629</c:v>
                </c:pt>
                <c:pt idx="24111">
                  <c:v>0.93629629629629629</c:v>
                </c:pt>
                <c:pt idx="24112">
                  <c:v>0.93629629629629629</c:v>
                </c:pt>
                <c:pt idx="24113">
                  <c:v>0.93644444444444441</c:v>
                </c:pt>
                <c:pt idx="24114">
                  <c:v>0.93644444444444441</c:v>
                </c:pt>
                <c:pt idx="24115">
                  <c:v>0.93659259259259264</c:v>
                </c:pt>
                <c:pt idx="24116">
                  <c:v>0.93659259259259264</c:v>
                </c:pt>
                <c:pt idx="24117">
                  <c:v>0.93659259259259264</c:v>
                </c:pt>
                <c:pt idx="24118">
                  <c:v>0.93659259259259264</c:v>
                </c:pt>
                <c:pt idx="24119">
                  <c:v>0.93659259259259264</c:v>
                </c:pt>
                <c:pt idx="24120">
                  <c:v>0.93674074074074076</c:v>
                </c:pt>
                <c:pt idx="24121">
                  <c:v>0.93674074074074076</c:v>
                </c:pt>
                <c:pt idx="24122">
                  <c:v>0.93674074074074076</c:v>
                </c:pt>
                <c:pt idx="24123">
                  <c:v>0.93674074074074076</c:v>
                </c:pt>
                <c:pt idx="24124">
                  <c:v>0.93674074074074076</c:v>
                </c:pt>
                <c:pt idx="24125">
                  <c:v>0.93674074074074076</c:v>
                </c:pt>
                <c:pt idx="24126">
                  <c:v>0.93674074074074076</c:v>
                </c:pt>
                <c:pt idx="24127">
                  <c:v>0.93674074074074076</c:v>
                </c:pt>
                <c:pt idx="24128">
                  <c:v>0.93674074074074076</c:v>
                </c:pt>
                <c:pt idx="24129">
                  <c:v>0.93674074074074076</c:v>
                </c:pt>
                <c:pt idx="24130">
                  <c:v>0.93674074074074076</c:v>
                </c:pt>
                <c:pt idx="24131">
                  <c:v>0.93674074074074076</c:v>
                </c:pt>
                <c:pt idx="24132">
                  <c:v>0.93688888888888888</c:v>
                </c:pt>
                <c:pt idx="24133">
                  <c:v>0.93688888888888888</c:v>
                </c:pt>
                <c:pt idx="24134">
                  <c:v>0.93688888888888888</c:v>
                </c:pt>
                <c:pt idx="24135">
                  <c:v>0.93688888888888888</c:v>
                </c:pt>
                <c:pt idx="24136">
                  <c:v>0.937037037037037</c:v>
                </c:pt>
                <c:pt idx="24137">
                  <c:v>0.937037037037037</c:v>
                </c:pt>
                <c:pt idx="24138">
                  <c:v>0.937037037037037</c:v>
                </c:pt>
                <c:pt idx="24139">
                  <c:v>0.937037037037037</c:v>
                </c:pt>
                <c:pt idx="24140">
                  <c:v>0.937037037037037</c:v>
                </c:pt>
                <c:pt idx="24141">
                  <c:v>0.937037037037037</c:v>
                </c:pt>
                <c:pt idx="24142">
                  <c:v>0.937037037037037</c:v>
                </c:pt>
                <c:pt idx="24143">
                  <c:v>0.937037037037037</c:v>
                </c:pt>
                <c:pt idx="24144">
                  <c:v>0.937037037037037</c:v>
                </c:pt>
                <c:pt idx="24145">
                  <c:v>0.937037037037037</c:v>
                </c:pt>
                <c:pt idx="24146">
                  <c:v>0.93718518518518523</c:v>
                </c:pt>
                <c:pt idx="24147">
                  <c:v>0.93718518518518523</c:v>
                </c:pt>
                <c:pt idx="24148">
                  <c:v>0.93718518518518523</c:v>
                </c:pt>
                <c:pt idx="24149">
                  <c:v>0.93733333333333335</c:v>
                </c:pt>
                <c:pt idx="24150">
                  <c:v>0.93733333333333335</c:v>
                </c:pt>
                <c:pt idx="24151">
                  <c:v>0.93733333333333335</c:v>
                </c:pt>
                <c:pt idx="24152">
                  <c:v>0.93733333333333335</c:v>
                </c:pt>
                <c:pt idx="24153">
                  <c:v>0.93733333333333335</c:v>
                </c:pt>
                <c:pt idx="24154">
                  <c:v>0.93748148148148147</c:v>
                </c:pt>
                <c:pt idx="24155">
                  <c:v>0.93748148148148147</c:v>
                </c:pt>
                <c:pt idx="24156">
                  <c:v>0.93748148148148147</c:v>
                </c:pt>
                <c:pt idx="24157">
                  <c:v>0.93748148148148147</c:v>
                </c:pt>
                <c:pt idx="24158">
                  <c:v>0.93762962962962959</c:v>
                </c:pt>
                <c:pt idx="24159">
                  <c:v>0.93762962962962959</c:v>
                </c:pt>
                <c:pt idx="24160">
                  <c:v>0.93777777777777782</c:v>
                </c:pt>
                <c:pt idx="24161">
                  <c:v>0.93777777777777782</c:v>
                </c:pt>
                <c:pt idx="24162">
                  <c:v>0.93792592592592594</c:v>
                </c:pt>
                <c:pt idx="24163">
                  <c:v>0.93807407407407406</c:v>
                </c:pt>
                <c:pt idx="24164">
                  <c:v>0.93822222222222218</c:v>
                </c:pt>
                <c:pt idx="24165">
                  <c:v>0.93837037037037041</c:v>
                </c:pt>
                <c:pt idx="24166">
                  <c:v>0.93851851851851853</c:v>
                </c:pt>
                <c:pt idx="24167">
                  <c:v>0.93851851851851853</c:v>
                </c:pt>
                <c:pt idx="24168">
                  <c:v>0.93851851851851853</c:v>
                </c:pt>
                <c:pt idx="24169">
                  <c:v>0.93851851851851853</c:v>
                </c:pt>
                <c:pt idx="24170">
                  <c:v>0.93851851851851853</c:v>
                </c:pt>
                <c:pt idx="24171">
                  <c:v>0.93866666666666665</c:v>
                </c:pt>
                <c:pt idx="24172">
                  <c:v>0.93866666666666665</c:v>
                </c:pt>
                <c:pt idx="24173">
                  <c:v>0.93866666666666665</c:v>
                </c:pt>
                <c:pt idx="24174">
                  <c:v>0.93866666666666665</c:v>
                </c:pt>
                <c:pt idx="24175">
                  <c:v>0.93881481481481477</c:v>
                </c:pt>
                <c:pt idx="24176">
                  <c:v>0.93881481481481477</c:v>
                </c:pt>
                <c:pt idx="24177">
                  <c:v>0.93881481481481477</c:v>
                </c:pt>
                <c:pt idx="24178">
                  <c:v>0.93881481481481477</c:v>
                </c:pt>
                <c:pt idx="24179">
                  <c:v>0.93881481481481477</c:v>
                </c:pt>
                <c:pt idx="24180">
                  <c:v>0.93881481481481477</c:v>
                </c:pt>
                <c:pt idx="24181">
                  <c:v>0.93881481481481477</c:v>
                </c:pt>
                <c:pt idx="24182">
                  <c:v>0.93881481481481477</c:v>
                </c:pt>
                <c:pt idx="24183">
                  <c:v>0.93881481481481477</c:v>
                </c:pt>
                <c:pt idx="24184">
                  <c:v>0.93881481481481477</c:v>
                </c:pt>
                <c:pt idx="24185">
                  <c:v>0.93881481481481477</c:v>
                </c:pt>
                <c:pt idx="24186">
                  <c:v>0.93881481481481477</c:v>
                </c:pt>
                <c:pt idx="24187">
                  <c:v>0.93881481481481477</c:v>
                </c:pt>
                <c:pt idx="24188">
                  <c:v>0.93881481481481477</c:v>
                </c:pt>
                <c:pt idx="24189">
                  <c:v>0.93881481481481477</c:v>
                </c:pt>
                <c:pt idx="24190">
                  <c:v>0.93881481481481477</c:v>
                </c:pt>
                <c:pt idx="24191">
                  <c:v>0.93881481481481477</c:v>
                </c:pt>
                <c:pt idx="24192">
                  <c:v>0.938962962962963</c:v>
                </c:pt>
                <c:pt idx="24193">
                  <c:v>0.938962962962963</c:v>
                </c:pt>
                <c:pt idx="24194">
                  <c:v>0.938962962962963</c:v>
                </c:pt>
                <c:pt idx="24195">
                  <c:v>0.938962962962963</c:v>
                </c:pt>
                <c:pt idx="24196">
                  <c:v>0.938962962962963</c:v>
                </c:pt>
                <c:pt idx="24197">
                  <c:v>0.938962962962963</c:v>
                </c:pt>
                <c:pt idx="24198">
                  <c:v>0.938962962962963</c:v>
                </c:pt>
                <c:pt idx="24199">
                  <c:v>0.938962962962963</c:v>
                </c:pt>
                <c:pt idx="24200">
                  <c:v>0.93911111111111112</c:v>
                </c:pt>
                <c:pt idx="24201">
                  <c:v>0.93911111111111112</c:v>
                </c:pt>
                <c:pt idx="24202">
                  <c:v>0.93925925925925924</c:v>
                </c:pt>
                <c:pt idx="24203">
                  <c:v>0.93925925925925924</c:v>
                </c:pt>
                <c:pt idx="24204">
                  <c:v>0.93925925925925924</c:v>
                </c:pt>
                <c:pt idx="24205">
                  <c:v>0.93925925925925924</c:v>
                </c:pt>
                <c:pt idx="24206">
                  <c:v>0.93940740740740736</c:v>
                </c:pt>
                <c:pt idx="24207">
                  <c:v>0.93940740740740736</c:v>
                </c:pt>
                <c:pt idx="24208">
                  <c:v>0.93940740740740736</c:v>
                </c:pt>
                <c:pt idx="24209">
                  <c:v>0.93940740740740736</c:v>
                </c:pt>
                <c:pt idx="24210">
                  <c:v>0.93955555555555559</c:v>
                </c:pt>
                <c:pt idx="24211">
                  <c:v>0.93955555555555559</c:v>
                </c:pt>
                <c:pt idx="24212">
                  <c:v>0.93970370370370371</c:v>
                </c:pt>
                <c:pt idx="24213">
                  <c:v>0.93970370370370371</c:v>
                </c:pt>
                <c:pt idx="24214">
                  <c:v>0.93970370370370371</c:v>
                </c:pt>
                <c:pt idx="24215">
                  <c:v>0.93970370370370371</c:v>
                </c:pt>
                <c:pt idx="24216">
                  <c:v>0.93970370370370371</c:v>
                </c:pt>
                <c:pt idx="24217">
                  <c:v>0.93970370370370371</c:v>
                </c:pt>
                <c:pt idx="24218">
                  <c:v>0.93970370370370371</c:v>
                </c:pt>
                <c:pt idx="24219">
                  <c:v>0.93970370370370371</c:v>
                </c:pt>
                <c:pt idx="24220">
                  <c:v>0.93970370370370371</c:v>
                </c:pt>
                <c:pt idx="24221">
                  <c:v>0.93970370370370371</c:v>
                </c:pt>
                <c:pt idx="24222">
                  <c:v>0.93970370370370371</c:v>
                </c:pt>
                <c:pt idx="24223">
                  <c:v>0.93970370370370371</c:v>
                </c:pt>
                <c:pt idx="24224">
                  <c:v>0.93970370370370371</c:v>
                </c:pt>
                <c:pt idx="24225">
                  <c:v>0.93970370370370371</c:v>
                </c:pt>
                <c:pt idx="24226">
                  <c:v>0.93985185185185183</c:v>
                </c:pt>
                <c:pt idx="24227">
                  <c:v>0.94</c:v>
                </c:pt>
                <c:pt idx="24228">
                  <c:v>0.94</c:v>
                </c:pt>
                <c:pt idx="24229">
                  <c:v>0.94014814814814818</c:v>
                </c:pt>
                <c:pt idx="24230">
                  <c:v>0.94014814814814818</c:v>
                </c:pt>
                <c:pt idx="24231">
                  <c:v>0.9402962962962963</c:v>
                </c:pt>
                <c:pt idx="24232">
                  <c:v>0.9402962962962963</c:v>
                </c:pt>
                <c:pt idx="24233">
                  <c:v>0.9402962962962963</c:v>
                </c:pt>
                <c:pt idx="24234">
                  <c:v>0.9402962962962963</c:v>
                </c:pt>
                <c:pt idx="24235">
                  <c:v>0.9402962962962963</c:v>
                </c:pt>
                <c:pt idx="24236">
                  <c:v>0.9402962962962963</c:v>
                </c:pt>
                <c:pt idx="24237">
                  <c:v>0.9402962962962963</c:v>
                </c:pt>
                <c:pt idx="24238">
                  <c:v>0.94044444444444442</c:v>
                </c:pt>
                <c:pt idx="24239">
                  <c:v>0.94044444444444442</c:v>
                </c:pt>
                <c:pt idx="24240">
                  <c:v>0.94044444444444442</c:v>
                </c:pt>
                <c:pt idx="24241">
                  <c:v>0.94044444444444442</c:v>
                </c:pt>
                <c:pt idx="24242">
                  <c:v>0.94044444444444442</c:v>
                </c:pt>
                <c:pt idx="24243">
                  <c:v>0.94044444444444442</c:v>
                </c:pt>
                <c:pt idx="24244">
                  <c:v>0.94044444444444442</c:v>
                </c:pt>
                <c:pt idx="24245">
                  <c:v>0.94044444444444442</c:v>
                </c:pt>
                <c:pt idx="24246">
                  <c:v>0.94044444444444442</c:v>
                </c:pt>
                <c:pt idx="24247">
                  <c:v>0.94044444444444442</c:v>
                </c:pt>
                <c:pt idx="24248">
                  <c:v>0.94059259259259265</c:v>
                </c:pt>
                <c:pt idx="24249">
                  <c:v>0.94059259259259265</c:v>
                </c:pt>
                <c:pt idx="24250">
                  <c:v>0.94074074074074077</c:v>
                </c:pt>
                <c:pt idx="24251">
                  <c:v>0.94074074074074077</c:v>
                </c:pt>
                <c:pt idx="24252">
                  <c:v>0.94074074074074077</c:v>
                </c:pt>
                <c:pt idx="24253">
                  <c:v>0.94074074074074077</c:v>
                </c:pt>
                <c:pt idx="24254">
                  <c:v>0.94074074074074077</c:v>
                </c:pt>
                <c:pt idx="24255">
                  <c:v>0.94074074074074077</c:v>
                </c:pt>
                <c:pt idx="24256">
                  <c:v>0.94074074074074077</c:v>
                </c:pt>
                <c:pt idx="24257">
                  <c:v>0.94074074074074077</c:v>
                </c:pt>
                <c:pt idx="24258">
                  <c:v>0.94074074074074077</c:v>
                </c:pt>
                <c:pt idx="24259">
                  <c:v>0.94074074074074077</c:v>
                </c:pt>
                <c:pt idx="24260">
                  <c:v>0.94074074074074077</c:v>
                </c:pt>
                <c:pt idx="24261">
                  <c:v>0.94074074074074077</c:v>
                </c:pt>
                <c:pt idx="24262">
                  <c:v>0.94074074074074077</c:v>
                </c:pt>
                <c:pt idx="24263">
                  <c:v>0.94074074074074077</c:v>
                </c:pt>
                <c:pt idx="24264">
                  <c:v>0.94088888888888889</c:v>
                </c:pt>
                <c:pt idx="24265">
                  <c:v>0.94088888888888889</c:v>
                </c:pt>
                <c:pt idx="24266">
                  <c:v>0.94088888888888889</c:v>
                </c:pt>
                <c:pt idx="24267">
                  <c:v>0.94088888888888889</c:v>
                </c:pt>
                <c:pt idx="24268">
                  <c:v>0.94103703703703701</c:v>
                </c:pt>
                <c:pt idx="24269">
                  <c:v>0.94103703703703701</c:v>
                </c:pt>
                <c:pt idx="24270">
                  <c:v>0.94103703703703701</c:v>
                </c:pt>
                <c:pt idx="24271">
                  <c:v>0.94118518518518524</c:v>
                </c:pt>
                <c:pt idx="24272">
                  <c:v>0.94118518518518524</c:v>
                </c:pt>
                <c:pt idx="24273">
                  <c:v>0.94118518518518524</c:v>
                </c:pt>
                <c:pt idx="24274">
                  <c:v>0.94133333333333336</c:v>
                </c:pt>
                <c:pt idx="24275">
                  <c:v>0.94133333333333336</c:v>
                </c:pt>
                <c:pt idx="24276">
                  <c:v>0.94133333333333336</c:v>
                </c:pt>
                <c:pt idx="24277">
                  <c:v>0.94133333333333336</c:v>
                </c:pt>
                <c:pt idx="24278">
                  <c:v>0.94133333333333336</c:v>
                </c:pt>
                <c:pt idx="24279">
                  <c:v>0.94133333333333336</c:v>
                </c:pt>
                <c:pt idx="24280">
                  <c:v>0.94133333333333336</c:v>
                </c:pt>
                <c:pt idx="24281">
                  <c:v>0.94133333333333336</c:v>
                </c:pt>
                <c:pt idx="24282">
                  <c:v>0.94133333333333336</c:v>
                </c:pt>
                <c:pt idx="24283">
                  <c:v>0.94133333333333336</c:v>
                </c:pt>
                <c:pt idx="24284">
                  <c:v>0.94133333333333336</c:v>
                </c:pt>
                <c:pt idx="24285">
                  <c:v>0.94148148148148147</c:v>
                </c:pt>
                <c:pt idx="24286">
                  <c:v>0.94148148148148147</c:v>
                </c:pt>
                <c:pt idx="24287">
                  <c:v>0.94148148148148147</c:v>
                </c:pt>
                <c:pt idx="24288">
                  <c:v>0.94162962962962959</c:v>
                </c:pt>
                <c:pt idx="24289">
                  <c:v>0.94162962962962959</c:v>
                </c:pt>
                <c:pt idx="24290">
                  <c:v>0.94162962962962959</c:v>
                </c:pt>
                <c:pt idx="24291">
                  <c:v>0.94162962962962959</c:v>
                </c:pt>
                <c:pt idx="24292">
                  <c:v>0.94162962962962959</c:v>
                </c:pt>
                <c:pt idx="24293">
                  <c:v>0.94162962962962959</c:v>
                </c:pt>
                <c:pt idx="24294">
                  <c:v>0.94162962962962959</c:v>
                </c:pt>
                <c:pt idx="24295">
                  <c:v>0.94177777777777782</c:v>
                </c:pt>
                <c:pt idx="24296">
                  <c:v>0.94177777777777782</c:v>
                </c:pt>
                <c:pt idx="24297">
                  <c:v>0.94177777777777782</c:v>
                </c:pt>
                <c:pt idx="24298">
                  <c:v>0.94177777777777782</c:v>
                </c:pt>
                <c:pt idx="24299">
                  <c:v>0.94177777777777782</c:v>
                </c:pt>
                <c:pt idx="24300">
                  <c:v>0.94192592592592594</c:v>
                </c:pt>
                <c:pt idx="24301">
                  <c:v>0.94207407407407406</c:v>
                </c:pt>
                <c:pt idx="24302">
                  <c:v>0.94207407407407406</c:v>
                </c:pt>
                <c:pt idx="24303">
                  <c:v>0.94222222222222218</c:v>
                </c:pt>
                <c:pt idx="24304">
                  <c:v>0.94222222222222218</c:v>
                </c:pt>
                <c:pt idx="24305">
                  <c:v>0.94222222222222218</c:v>
                </c:pt>
                <c:pt idx="24306">
                  <c:v>0.94222222222222218</c:v>
                </c:pt>
                <c:pt idx="24307">
                  <c:v>0.94222222222222218</c:v>
                </c:pt>
                <c:pt idx="24308">
                  <c:v>0.94222222222222218</c:v>
                </c:pt>
                <c:pt idx="24309">
                  <c:v>0.94222222222222218</c:v>
                </c:pt>
                <c:pt idx="24310">
                  <c:v>0.94222222222222218</c:v>
                </c:pt>
                <c:pt idx="24311">
                  <c:v>0.94237037037037041</c:v>
                </c:pt>
                <c:pt idx="24312">
                  <c:v>0.94237037037037041</c:v>
                </c:pt>
                <c:pt idx="24313">
                  <c:v>0.94237037037037041</c:v>
                </c:pt>
                <c:pt idx="24314">
                  <c:v>0.94237037037037041</c:v>
                </c:pt>
                <c:pt idx="24315">
                  <c:v>0.94237037037037041</c:v>
                </c:pt>
                <c:pt idx="24316">
                  <c:v>0.94237037037037041</c:v>
                </c:pt>
                <c:pt idx="24317">
                  <c:v>0.94237037037037041</c:v>
                </c:pt>
                <c:pt idx="24318">
                  <c:v>0.94237037037037041</c:v>
                </c:pt>
                <c:pt idx="24319">
                  <c:v>0.94251851851851853</c:v>
                </c:pt>
                <c:pt idx="24320">
                  <c:v>0.94251851851851853</c:v>
                </c:pt>
                <c:pt idx="24321">
                  <c:v>0.94251851851851853</c:v>
                </c:pt>
                <c:pt idx="24322">
                  <c:v>0.94251851851851853</c:v>
                </c:pt>
                <c:pt idx="24323">
                  <c:v>0.94251851851851853</c:v>
                </c:pt>
                <c:pt idx="24324">
                  <c:v>0.94251851851851853</c:v>
                </c:pt>
                <c:pt idx="24325">
                  <c:v>0.94251851851851853</c:v>
                </c:pt>
                <c:pt idx="24326">
                  <c:v>0.94251851851851853</c:v>
                </c:pt>
                <c:pt idx="24327">
                  <c:v>0.94266666666666665</c:v>
                </c:pt>
                <c:pt idx="24328">
                  <c:v>0.94266666666666665</c:v>
                </c:pt>
                <c:pt idx="24329">
                  <c:v>0.94266666666666665</c:v>
                </c:pt>
                <c:pt idx="24330">
                  <c:v>0.94266666666666665</c:v>
                </c:pt>
                <c:pt idx="24331">
                  <c:v>0.94281481481481477</c:v>
                </c:pt>
                <c:pt idx="24332">
                  <c:v>0.94281481481481477</c:v>
                </c:pt>
                <c:pt idx="24333">
                  <c:v>0.94281481481481477</c:v>
                </c:pt>
                <c:pt idx="24334">
                  <c:v>0.942962962962963</c:v>
                </c:pt>
                <c:pt idx="24335">
                  <c:v>0.94311111111111112</c:v>
                </c:pt>
                <c:pt idx="24336">
                  <c:v>0.94311111111111112</c:v>
                </c:pt>
                <c:pt idx="24337">
                  <c:v>0.94311111111111112</c:v>
                </c:pt>
                <c:pt idx="24338">
                  <c:v>0.94311111111111112</c:v>
                </c:pt>
                <c:pt idx="24339">
                  <c:v>0.94311111111111112</c:v>
                </c:pt>
                <c:pt idx="24340">
                  <c:v>0.94311111111111112</c:v>
                </c:pt>
                <c:pt idx="24341">
                  <c:v>0.94311111111111112</c:v>
                </c:pt>
                <c:pt idx="24342">
                  <c:v>0.94311111111111112</c:v>
                </c:pt>
                <c:pt idx="24343">
                  <c:v>0.94311111111111112</c:v>
                </c:pt>
                <c:pt idx="24344">
                  <c:v>0.94325925925925924</c:v>
                </c:pt>
                <c:pt idx="24345">
                  <c:v>0.94325925925925924</c:v>
                </c:pt>
                <c:pt idx="24346">
                  <c:v>0.94325925925925924</c:v>
                </c:pt>
                <c:pt idx="24347">
                  <c:v>0.94325925925925924</c:v>
                </c:pt>
                <c:pt idx="24348">
                  <c:v>0.94325925925925924</c:v>
                </c:pt>
                <c:pt idx="24349">
                  <c:v>0.94325925925925924</c:v>
                </c:pt>
                <c:pt idx="24350">
                  <c:v>0.94340740740740736</c:v>
                </c:pt>
                <c:pt idx="24351">
                  <c:v>0.94340740740740736</c:v>
                </c:pt>
                <c:pt idx="24352">
                  <c:v>0.94340740740740736</c:v>
                </c:pt>
                <c:pt idx="24353">
                  <c:v>0.94340740740740736</c:v>
                </c:pt>
                <c:pt idx="24354">
                  <c:v>0.94355555555555559</c:v>
                </c:pt>
                <c:pt idx="24355">
                  <c:v>0.94355555555555559</c:v>
                </c:pt>
                <c:pt idx="24356">
                  <c:v>0.94355555555555559</c:v>
                </c:pt>
                <c:pt idx="24357">
                  <c:v>0.94355555555555559</c:v>
                </c:pt>
                <c:pt idx="24358">
                  <c:v>0.94370370370370371</c:v>
                </c:pt>
                <c:pt idx="24359">
                  <c:v>0.94370370370370371</c:v>
                </c:pt>
                <c:pt idx="24360">
                  <c:v>0.94385185185185183</c:v>
                </c:pt>
                <c:pt idx="24361">
                  <c:v>0.94399999999999995</c:v>
                </c:pt>
                <c:pt idx="24362">
                  <c:v>0.94399999999999995</c:v>
                </c:pt>
                <c:pt idx="24363">
                  <c:v>0.94414814814814818</c:v>
                </c:pt>
                <c:pt idx="24364">
                  <c:v>0.94414814814814818</c:v>
                </c:pt>
                <c:pt idx="24365">
                  <c:v>0.94414814814814818</c:v>
                </c:pt>
                <c:pt idx="24366">
                  <c:v>0.94414814814814818</c:v>
                </c:pt>
                <c:pt idx="24367">
                  <c:v>0.94414814814814818</c:v>
                </c:pt>
                <c:pt idx="24368">
                  <c:v>0.94414814814814818</c:v>
                </c:pt>
                <c:pt idx="24369">
                  <c:v>0.94414814814814818</c:v>
                </c:pt>
                <c:pt idx="24370">
                  <c:v>0.94414814814814818</c:v>
                </c:pt>
                <c:pt idx="24371">
                  <c:v>0.94414814814814818</c:v>
                </c:pt>
                <c:pt idx="24372">
                  <c:v>0.94414814814814818</c:v>
                </c:pt>
                <c:pt idx="24373">
                  <c:v>0.94414814814814818</c:v>
                </c:pt>
                <c:pt idx="24374">
                  <c:v>0.94414814814814818</c:v>
                </c:pt>
                <c:pt idx="24375">
                  <c:v>0.94414814814814818</c:v>
                </c:pt>
                <c:pt idx="24376">
                  <c:v>0.9442962962962963</c:v>
                </c:pt>
                <c:pt idx="24377">
                  <c:v>0.9442962962962963</c:v>
                </c:pt>
                <c:pt idx="24378">
                  <c:v>0.9442962962962963</c:v>
                </c:pt>
                <c:pt idx="24379">
                  <c:v>0.9442962962962963</c:v>
                </c:pt>
                <c:pt idx="24380">
                  <c:v>0.9442962962962963</c:v>
                </c:pt>
                <c:pt idx="24381">
                  <c:v>0.94444444444444442</c:v>
                </c:pt>
                <c:pt idx="24382">
                  <c:v>0.94444444444444442</c:v>
                </c:pt>
                <c:pt idx="24383">
                  <c:v>0.94444444444444442</c:v>
                </c:pt>
                <c:pt idx="24384">
                  <c:v>0.94444444444444442</c:v>
                </c:pt>
                <c:pt idx="24385">
                  <c:v>0.94444444444444442</c:v>
                </c:pt>
                <c:pt idx="24386">
                  <c:v>0.94444444444444442</c:v>
                </c:pt>
                <c:pt idx="24387">
                  <c:v>0.94444444444444442</c:v>
                </c:pt>
                <c:pt idx="24388">
                  <c:v>0.94444444444444442</c:v>
                </c:pt>
                <c:pt idx="24389">
                  <c:v>0.94444444444444442</c:v>
                </c:pt>
                <c:pt idx="24390">
                  <c:v>0.94444444444444442</c:v>
                </c:pt>
                <c:pt idx="24391">
                  <c:v>0.94444444444444442</c:v>
                </c:pt>
                <c:pt idx="24392">
                  <c:v>0.94444444444444442</c:v>
                </c:pt>
                <c:pt idx="24393">
                  <c:v>0.94444444444444442</c:v>
                </c:pt>
                <c:pt idx="24394">
                  <c:v>0.94444444444444442</c:v>
                </c:pt>
                <c:pt idx="24395">
                  <c:v>0.94444444444444442</c:v>
                </c:pt>
                <c:pt idx="24396">
                  <c:v>0.94444444444444442</c:v>
                </c:pt>
                <c:pt idx="24397">
                  <c:v>0.94444444444444442</c:v>
                </c:pt>
                <c:pt idx="24398">
                  <c:v>0.94459259259259254</c:v>
                </c:pt>
                <c:pt idx="24399">
                  <c:v>0.94474074074074077</c:v>
                </c:pt>
                <c:pt idx="24400">
                  <c:v>0.94474074074074077</c:v>
                </c:pt>
                <c:pt idx="24401">
                  <c:v>0.94474074074074077</c:v>
                </c:pt>
                <c:pt idx="24402">
                  <c:v>0.94474074074074077</c:v>
                </c:pt>
                <c:pt idx="24403">
                  <c:v>0.94488888888888889</c:v>
                </c:pt>
                <c:pt idx="24404">
                  <c:v>0.94488888888888889</c:v>
                </c:pt>
                <c:pt idx="24405">
                  <c:v>0.94488888888888889</c:v>
                </c:pt>
                <c:pt idx="24406">
                  <c:v>0.94503703703703701</c:v>
                </c:pt>
                <c:pt idx="24407">
                  <c:v>0.94503703703703701</c:v>
                </c:pt>
                <c:pt idx="24408">
                  <c:v>0.94518518518518524</c:v>
                </c:pt>
                <c:pt idx="24409">
                  <c:v>0.94518518518518524</c:v>
                </c:pt>
                <c:pt idx="24410">
                  <c:v>0.94533333333333336</c:v>
                </c:pt>
                <c:pt idx="24411">
                  <c:v>0.94533333333333336</c:v>
                </c:pt>
                <c:pt idx="24412">
                  <c:v>0.94533333333333336</c:v>
                </c:pt>
                <c:pt idx="24413">
                  <c:v>0.94533333333333336</c:v>
                </c:pt>
                <c:pt idx="24414">
                  <c:v>0.94533333333333336</c:v>
                </c:pt>
                <c:pt idx="24415">
                  <c:v>0.94533333333333336</c:v>
                </c:pt>
                <c:pt idx="24416">
                  <c:v>0.94533333333333336</c:v>
                </c:pt>
                <c:pt idx="24417">
                  <c:v>0.94548148148148148</c:v>
                </c:pt>
                <c:pt idx="24418">
                  <c:v>0.94548148148148148</c:v>
                </c:pt>
                <c:pt idx="24419">
                  <c:v>0.94548148148148148</c:v>
                </c:pt>
                <c:pt idx="24420">
                  <c:v>0.94548148148148148</c:v>
                </c:pt>
                <c:pt idx="24421">
                  <c:v>0.94548148148148148</c:v>
                </c:pt>
                <c:pt idx="24422">
                  <c:v>0.94548148148148148</c:v>
                </c:pt>
                <c:pt idx="24423">
                  <c:v>0.94548148148148148</c:v>
                </c:pt>
                <c:pt idx="24424">
                  <c:v>0.94548148148148148</c:v>
                </c:pt>
                <c:pt idx="24425">
                  <c:v>0.94548148148148148</c:v>
                </c:pt>
                <c:pt idx="24426">
                  <c:v>0.9456296296296296</c:v>
                </c:pt>
                <c:pt idx="24427">
                  <c:v>0.94577777777777783</c:v>
                </c:pt>
                <c:pt idx="24428">
                  <c:v>0.94592592592592595</c:v>
                </c:pt>
                <c:pt idx="24429">
                  <c:v>0.94592592592592595</c:v>
                </c:pt>
                <c:pt idx="24430">
                  <c:v>0.94592592592592595</c:v>
                </c:pt>
                <c:pt idx="24431">
                  <c:v>0.94592592592592595</c:v>
                </c:pt>
                <c:pt idx="24432">
                  <c:v>0.94592592592592595</c:v>
                </c:pt>
                <c:pt idx="24433">
                  <c:v>0.94592592592592595</c:v>
                </c:pt>
                <c:pt idx="24434">
                  <c:v>0.94592592592592595</c:v>
                </c:pt>
                <c:pt idx="24435">
                  <c:v>0.94592592592592595</c:v>
                </c:pt>
                <c:pt idx="24436">
                  <c:v>0.94607407407407407</c:v>
                </c:pt>
                <c:pt idx="24437">
                  <c:v>0.94607407407407407</c:v>
                </c:pt>
                <c:pt idx="24438">
                  <c:v>0.94622222222222219</c:v>
                </c:pt>
                <c:pt idx="24439">
                  <c:v>0.94637037037037042</c:v>
                </c:pt>
                <c:pt idx="24440">
                  <c:v>0.94637037037037042</c:v>
                </c:pt>
                <c:pt idx="24441">
                  <c:v>0.94651851851851854</c:v>
                </c:pt>
                <c:pt idx="24442">
                  <c:v>0.94651851851851854</c:v>
                </c:pt>
                <c:pt idx="24443">
                  <c:v>0.94666666666666666</c:v>
                </c:pt>
                <c:pt idx="24444">
                  <c:v>0.94666666666666666</c:v>
                </c:pt>
                <c:pt idx="24445">
                  <c:v>0.94681481481481478</c:v>
                </c:pt>
                <c:pt idx="24446">
                  <c:v>0.94681481481481478</c:v>
                </c:pt>
                <c:pt idx="24447">
                  <c:v>0.94681481481481478</c:v>
                </c:pt>
                <c:pt idx="24448">
                  <c:v>0.94681481481481478</c:v>
                </c:pt>
                <c:pt idx="24449">
                  <c:v>0.94696296296296301</c:v>
                </c:pt>
                <c:pt idx="24450">
                  <c:v>0.94696296296296301</c:v>
                </c:pt>
                <c:pt idx="24451">
                  <c:v>0.94711111111111113</c:v>
                </c:pt>
                <c:pt idx="24452">
                  <c:v>0.94711111111111113</c:v>
                </c:pt>
                <c:pt idx="24453">
                  <c:v>0.94711111111111113</c:v>
                </c:pt>
                <c:pt idx="24454">
                  <c:v>0.94711111111111113</c:v>
                </c:pt>
                <c:pt idx="24455">
                  <c:v>0.94725925925925925</c:v>
                </c:pt>
                <c:pt idx="24456">
                  <c:v>0.94725925925925925</c:v>
                </c:pt>
                <c:pt idx="24457">
                  <c:v>0.94740740740740736</c:v>
                </c:pt>
                <c:pt idx="24458">
                  <c:v>0.94740740740740736</c:v>
                </c:pt>
                <c:pt idx="24459">
                  <c:v>0.94740740740740736</c:v>
                </c:pt>
                <c:pt idx="24460">
                  <c:v>0.94740740740740736</c:v>
                </c:pt>
                <c:pt idx="24461">
                  <c:v>0.94740740740740736</c:v>
                </c:pt>
                <c:pt idx="24462">
                  <c:v>0.9475555555555556</c:v>
                </c:pt>
                <c:pt idx="24463">
                  <c:v>0.9475555555555556</c:v>
                </c:pt>
                <c:pt idx="24464">
                  <c:v>0.9475555555555556</c:v>
                </c:pt>
                <c:pt idx="24465">
                  <c:v>0.9475555555555556</c:v>
                </c:pt>
                <c:pt idx="24466">
                  <c:v>0.9475555555555556</c:v>
                </c:pt>
                <c:pt idx="24467">
                  <c:v>0.9475555555555556</c:v>
                </c:pt>
                <c:pt idx="24468">
                  <c:v>0.94770370370370371</c:v>
                </c:pt>
                <c:pt idx="24469">
                  <c:v>0.94770370370370371</c:v>
                </c:pt>
                <c:pt idx="24470">
                  <c:v>0.94770370370370371</c:v>
                </c:pt>
                <c:pt idx="24471">
                  <c:v>0.94770370370370371</c:v>
                </c:pt>
                <c:pt idx="24472">
                  <c:v>0.94770370370370371</c:v>
                </c:pt>
                <c:pt idx="24473">
                  <c:v>0.94785185185185183</c:v>
                </c:pt>
                <c:pt idx="24474">
                  <c:v>0.94785185185185183</c:v>
                </c:pt>
                <c:pt idx="24475">
                  <c:v>0.94785185185185183</c:v>
                </c:pt>
                <c:pt idx="24476">
                  <c:v>0.94785185185185183</c:v>
                </c:pt>
                <c:pt idx="24477">
                  <c:v>0.94785185185185183</c:v>
                </c:pt>
                <c:pt idx="24478">
                  <c:v>0.94785185185185183</c:v>
                </c:pt>
                <c:pt idx="24479">
                  <c:v>0.94785185185185183</c:v>
                </c:pt>
                <c:pt idx="24480">
                  <c:v>0.94785185185185183</c:v>
                </c:pt>
                <c:pt idx="24481">
                  <c:v>0.94785185185185183</c:v>
                </c:pt>
                <c:pt idx="24482">
                  <c:v>0.94785185185185183</c:v>
                </c:pt>
                <c:pt idx="24483">
                  <c:v>0.94799999999999995</c:v>
                </c:pt>
                <c:pt idx="24484">
                  <c:v>0.94814814814814818</c:v>
                </c:pt>
                <c:pt idx="24485">
                  <c:v>0.94814814814814818</c:v>
                </c:pt>
                <c:pt idx="24486">
                  <c:v>0.94814814814814818</c:v>
                </c:pt>
                <c:pt idx="24487">
                  <c:v>0.94814814814814818</c:v>
                </c:pt>
                <c:pt idx="24488">
                  <c:v>0.94814814814814818</c:v>
                </c:pt>
                <c:pt idx="24489">
                  <c:v>0.94814814814814818</c:v>
                </c:pt>
                <c:pt idx="24490">
                  <c:v>0.94814814814814818</c:v>
                </c:pt>
                <c:pt idx="24491">
                  <c:v>0.94814814814814818</c:v>
                </c:pt>
                <c:pt idx="24492">
                  <c:v>0.94814814814814818</c:v>
                </c:pt>
                <c:pt idx="24493">
                  <c:v>0.94814814814814818</c:v>
                </c:pt>
                <c:pt idx="24494">
                  <c:v>0.9482962962962963</c:v>
                </c:pt>
                <c:pt idx="24495">
                  <c:v>0.94844444444444442</c:v>
                </c:pt>
                <c:pt idx="24496">
                  <c:v>0.94844444444444442</c:v>
                </c:pt>
                <c:pt idx="24497">
                  <c:v>0.94844444444444442</c:v>
                </c:pt>
                <c:pt idx="24498">
                  <c:v>0.94844444444444442</c:v>
                </c:pt>
                <c:pt idx="24499">
                  <c:v>0.94844444444444442</c:v>
                </c:pt>
                <c:pt idx="24500">
                  <c:v>0.94844444444444442</c:v>
                </c:pt>
                <c:pt idx="24501">
                  <c:v>0.94844444444444442</c:v>
                </c:pt>
                <c:pt idx="24502">
                  <c:v>0.94844444444444442</c:v>
                </c:pt>
                <c:pt idx="24503">
                  <c:v>0.94844444444444442</c:v>
                </c:pt>
                <c:pt idx="24504">
                  <c:v>0.94844444444444442</c:v>
                </c:pt>
                <c:pt idx="24505">
                  <c:v>0.94844444444444442</c:v>
                </c:pt>
                <c:pt idx="24506">
                  <c:v>0.94844444444444442</c:v>
                </c:pt>
                <c:pt idx="24507">
                  <c:v>0.94859259259259254</c:v>
                </c:pt>
                <c:pt idx="24508">
                  <c:v>0.94874074074074077</c:v>
                </c:pt>
                <c:pt idx="24509">
                  <c:v>0.94874074074074077</c:v>
                </c:pt>
                <c:pt idx="24510">
                  <c:v>0.94888888888888889</c:v>
                </c:pt>
                <c:pt idx="24511">
                  <c:v>0.94888888888888889</c:v>
                </c:pt>
                <c:pt idx="24512">
                  <c:v>0.94888888888888889</c:v>
                </c:pt>
                <c:pt idx="24513">
                  <c:v>0.94888888888888889</c:v>
                </c:pt>
                <c:pt idx="24514">
                  <c:v>0.94903703703703701</c:v>
                </c:pt>
                <c:pt idx="24515">
                  <c:v>0.94903703703703701</c:v>
                </c:pt>
                <c:pt idx="24516">
                  <c:v>0.94918518518518513</c:v>
                </c:pt>
                <c:pt idx="24517">
                  <c:v>0.94918518518518513</c:v>
                </c:pt>
                <c:pt idx="24518">
                  <c:v>0.94918518518518513</c:v>
                </c:pt>
                <c:pt idx="24519">
                  <c:v>0.94918518518518513</c:v>
                </c:pt>
                <c:pt idx="24520">
                  <c:v>0.94918518518518513</c:v>
                </c:pt>
                <c:pt idx="24521">
                  <c:v>0.94918518518518513</c:v>
                </c:pt>
                <c:pt idx="24522">
                  <c:v>0.94933333333333336</c:v>
                </c:pt>
                <c:pt idx="24523">
                  <c:v>0.94933333333333336</c:v>
                </c:pt>
                <c:pt idx="24524">
                  <c:v>0.94933333333333336</c:v>
                </c:pt>
                <c:pt idx="24525">
                  <c:v>0.94933333333333336</c:v>
                </c:pt>
                <c:pt idx="24526">
                  <c:v>0.94933333333333336</c:v>
                </c:pt>
                <c:pt idx="24527">
                  <c:v>0.94933333333333336</c:v>
                </c:pt>
                <c:pt idx="24528">
                  <c:v>0.94933333333333336</c:v>
                </c:pt>
                <c:pt idx="24529">
                  <c:v>0.94948148148148148</c:v>
                </c:pt>
                <c:pt idx="24530">
                  <c:v>0.94948148148148148</c:v>
                </c:pt>
                <c:pt idx="24531">
                  <c:v>0.94948148148148148</c:v>
                </c:pt>
                <c:pt idx="24532">
                  <c:v>0.94948148148148148</c:v>
                </c:pt>
                <c:pt idx="24533">
                  <c:v>0.94948148148148148</c:v>
                </c:pt>
                <c:pt idx="24534">
                  <c:v>0.94948148148148148</c:v>
                </c:pt>
                <c:pt idx="24535">
                  <c:v>0.94948148148148148</c:v>
                </c:pt>
                <c:pt idx="24536">
                  <c:v>0.94948148148148148</c:v>
                </c:pt>
                <c:pt idx="24537">
                  <c:v>0.94948148148148148</c:v>
                </c:pt>
                <c:pt idx="24538">
                  <c:v>0.9496296296296296</c:v>
                </c:pt>
                <c:pt idx="24539">
                  <c:v>0.94977777777777783</c:v>
                </c:pt>
                <c:pt idx="24540">
                  <c:v>0.94977777777777783</c:v>
                </c:pt>
                <c:pt idx="24541">
                  <c:v>0.94977777777777783</c:v>
                </c:pt>
                <c:pt idx="24542">
                  <c:v>0.94992592592592595</c:v>
                </c:pt>
                <c:pt idx="24543">
                  <c:v>0.94992592592592595</c:v>
                </c:pt>
                <c:pt idx="24544">
                  <c:v>0.95007407407407407</c:v>
                </c:pt>
                <c:pt idx="24545">
                  <c:v>0.95007407407407407</c:v>
                </c:pt>
                <c:pt idx="24546">
                  <c:v>0.95007407407407407</c:v>
                </c:pt>
                <c:pt idx="24547">
                  <c:v>0.95022222222222219</c:v>
                </c:pt>
                <c:pt idx="24548">
                  <c:v>0.95022222222222219</c:v>
                </c:pt>
                <c:pt idx="24549">
                  <c:v>0.95022222222222219</c:v>
                </c:pt>
                <c:pt idx="24550">
                  <c:v>0.95022222222222219</c:v>
                </c:pt>
                <c:pt idx="24551">
                  <c:v>0.95022222222222219</c:v>
                </c:pt>
                <c:pt idx="24552">
                  <c:v>0.95022222222222219</c:v>
                </c:pt>
                <c:pt idx="24553">
                  <c:v>0.95037037037037042</c:v>
                </c:pt>
                <c:pt idx="24554">
                  <c:v>0.95037037037037042</c:v>
                </c:pt>
                <c:pt idx="24555">
                  <c:v>0.95037037037037042</c:v>
                </c:pt>
                <c:pt idx="24556">
                  <c:v>0.95037037037037042</c:v>
                </c:pt>
                <c:pt idx="24557">
                  <c:v>0.95037037037037042</c:v>
                </c:pt>
                <c:pt idx="24558">
                  <c:v>0.95051851851851854</c:v>
                </c:pt>
                <c:pt idx="24559">
                  <c:v>0.95066666666666666</c:v>
                </c:pt>
                <c:pt idx="24560">
                  <c:v>0.95066666666666666</c:v>
                </c:pt>
                <c:pt idx="24561">
                  <c:v>0.95066666666666666</c:v>
                </c:pt>
                <c:pt idx="24562">
                  <c:v>0.95066666666666666</c:v>
                </c:pt>
                <c:pt idx="24563">
                  <c:v>0.95066666666666666</c:v>
                </c:pt>
                <c:pt idx="24564">
                  <c:v>0.95066666666666666</c:v>
                </c:pt>
                <c:pt idx="24565">
                  <c:v>0.95066666666666666</c:v>
                </c:pt>
                <c:pt idx="24566">
                  <c:v>0.95066666666666666</c:v>
                </c:pt>
                <c:pt idx="24567">
                  <c:v>0.95066666666666666</c:v>
                </c:pt>
                <c:pt idx="24568">
                  <c:v>0.95066666666666666</c:v>
                </c:pt>
                <c:pt idx="24569">
                  <c:v>0.95066666666666666</c:v>
                </c:pt>
                <c:pt idx="24570">
                  <c:v>0.95066666666666666</c:v>
                </c:pt>
                <c:pt idx="24571">
                  <c:v>0.95066666666666666</c:v>
                </c:pt>
                <c:pt idx="24572">
                  <c:v>0.95066666666666666</c:v>
                </c:pt>
                <c:pt idx="24573">
                  <c:v>0.95081481481481478</c:v>
                </c:pt>
                <c:pt idx="24574">
                  <c:v>0.95096296296296301</c:v>
                </c:pt>
                <c:pt idx="24575">
                  <c:v>0.95096296296296301</c:v>
                </c:pt>
                <c:pt idx="24576">
                  <c:v>0.95096296296296301</c:v>
                </c:pt>
                <c:pt idx="24577">
                  <c:v>0.95096296296296301</c:v>
                </c:pt>
                <c:pt idx="24578">
                  <c:v>0.95096296296296301</c:v>
                </c:pt>
                <c:pt idx="24579">
                  <c:v>0.95096296296296301</c:v>
                </c:pt>
                <c:pt idx="24580">
                  <c:v>0.95111111111111113</c:v>
                </c:pt>
                <c:pt idx="24581">
                  <c:v>0.95111111111111113</c:v>
                </c:pt>
                <c:pt idx="24582">
                  <c:v>0.95111111111111113</c:v>
                </c:pt>
                <c:pt idx="24583">
                  <c:v>0.95111111111111113</c:v>
                </c:pt>
                <c:pt idx="24584">
                  <c:v>0.95111111111111113</c:v>
                </c:pt>
                <c:pt idx="24585">
                  <c:v>0.95111111111111113</c:v>
                </c:pt>
                <c:pt idx="24586">
                  <c:v>0.95111111111111113</c:v>
                </c:pt>
                <c:pt idx="24587">
                  <c:v>0.95125925925925925</c:v>
                </c:pt>
                <c:pt idx="24588">
                  <c:v>0.95140740740740737</c:v>
                </c:pt>
                <c:pt idx="24589">
                  <c:v>0.95140740740740737</c:v>
                </c:pt>
                <c:pt idx="24590">
                  <c:v>0.9515555555555556</c:v>
                </c:pt>
                <c:pt idx="24591">
                  <c:v>0.9515555555555556</c:v>
                </c:pt>
                <c:pt idx="24592">
                  <c:v>0.9515555555555556</c:v>
                </c:pt>
                <c:pt idx="24593">
                  <c:v>0.9515555555555556</c:v>
                </c:pt>
                <c:pt idx="24594">
                  <c:v>0.9515555555555556</c:v>
                </c:pt>
                <c:pt idx="24595">
                  <c:v>0.9515555555555556</c:v>
                </c:pt>
                <c:pt idx="24596">
                  <c:v>0.95170370370370372</c:v>
                </c:pt>
                <c:pt idx="24597">
                  <c:v>0.95170370370370372</c:v>
                </c:pt>
                <c:pt idx="24598">
                  <c:v>0.95185185185185184</c:v>
                </c:pt>
                <c:pt idx="24599">
                  <c:v>0.95185185185185184</c:v>
                </c:pt>
                <c:pt idx="24600">
                  <c:v>0.95185185185185184</c:v>
                </c:pt>
                <c:pt idx="24601">
                  <c:v>0.95185185185185184</c:v>
                </c:pt>
                <c:pt idx="24602">
                  <c:v>0.95185185185185184</c:v>
                </c:pt>
                <c:pt idx="24603">
                  <c:v>0.95185185185185184</c:v>
                </c:pt>
                <c:pt idx="24604">
                  <c:v>0.95199999999999996</c:v>
                </c:pt>
                <c:pt idx="24605">
                  <c:v>0.95214814814814819</c:v>
                </c:pt>
                <c:pt idx="24606">
                  <c:v>0.95214814814814819</c:v>
                </c:pt>
                <c:pt idx="24607">
                  <c:v>0.95214814814814819</c:v>
                </c:pt>
                <c:pt idx="24608">
                  <c:v>0.95214814814814819</c:v>
                </c:pt>
                <c:pt idx="24609">
                  <c:v>0.95229629629629631</c:v>
                </c:pt>
                <c:pt idx="24610">
                  <c:v>0.95229629629629631</c:v>
                </c:pt>
                <c:pt idx="24611">
                  <c:v>0.95229629629629631</c:v>
                </c:pt>
                <c:pt idx="24612">
                  <c:v>0.95244444444444443</c:v>
                </c:pt>
                <c:pt idx="24613">
                  <c:v>0.95259259259259255</c:v>
                </c:pt>
                <c:pt idx="24614">
                  <c:v>0.95259259259259255</c:v>
                </c:pt>
                <c:pt idx="24615">
                  <c:v>0.95274074074074078</c:v>
                </c:pt>
                <c:pt idx="24616">
                  <c:v>0.95274074074074078</c:v>
                </c:pt>
                <c:pt idx="24617">
                  <c:v>0.95274074074074078</c:v>
                </c:pt>
                <c:pt idx="24618">
                  <c:v>0.9528888888888889</c:v>
                </c:pt>
                <c:pt idx="24619">
                  <c:v>0.9528888888888889</c:v>
                </c:pt>
                <c:pt idx="24620">
                  <c:v>0.9528888888888889</c:v>
                </c:pt>
                <c:pt idx="24621">
                  <c:v>0.9528888888888889</c:v>
                </c:pt>
                <c:pt idx="24622">
                  <c:v>0.9528888888888889</c:v>
                </c:pt>
                <c:pt idx="24623">
                  <c:v>0.9528888888888889</c:v>
                </c:pt>
                <c:pt idx="24624">
                  <c:v>0.9528888888888889</c:v>
                </c:pt>
                <c:pt idx="24625">
                  <c:v>0.9528888888888889</c:v>
                </c:pt>
                <c:pt idx="24626">
                  <c:v>0.9528888888888889</c:v>
                </c:pt>
                <c:pt idx="24627">
                  <c:v>0.9528888888888889</c:v>
                </c:pt>
                <c:pt idx="24628">
                  <c:v>0.9528888888888889</c:v>
                </c:pt>
                <c:pt idx="24629">
                  <c:v>0.9528888888888889</c:v>
                </c:pt>
                <c:pt idx="24630">
                  <c:v>0.95303703703703702</c:v>
                </c:pt>
                <c:pt idx="24631">
                  <c:v>0.95303703703703702</c:v>
                </c:pt>
                <c:pt idx="24632">
                  <c:v>0.95303703703703702</c:v>
                </c:pt>
                <c:pt idx="24633">
                  <c:v>0.95303703703703702</c:v>
                </c:pt>
                <c:pt idx="24634">
                  <c:v>0.95303703703703702</c:v>
                </c:pt>
                <c:pt idx="24635">
                  <c:v>0.95303703703703702</c:v>
                </c:pt>
                <c:pt idx="24636">
                  <c:v>0.95303703703703702</c:v>
                </c:pt>
                <c:pt idx="24637">
                  <c:v>0.95318518518518514</c:v>
                </c:pt>
                <c:pt idx="24638">
                  <c:v>0.95318518518518514</c:v>
                </c:pt>
                <c:pt idx="24639">
                  <c:v>0.95318518518518514</c:v>
                </c:pt>
                <c:pt idx="24640">
                  <c:v>0.95318518518518514</c:v>
                </c:pt>
                <c:pt idx="24641">
                  <c:v>0.95318518518518514</c:v>
                </c:pt>
                <c:pt idx="24642">
                  <c:v>0.95318518518518514</c:v>
                </c:pt>
                <c:pt idx="24643">
                  <c:v>0.95318518518518514</c:v>
                </c:pt>
                <c:pt idx="24644">
                  <c:v>0.95318518518518514</c:v>
                </c:pt>
                <c:pt idx="24645">
                  <c:v>0.95318518518518514</c:v>
                </c:pt>
                <c:pt idx="24646">
                  <c:v>0.95318518518518514</c:v>
                </c:pt>
                <c:pt idx="24647">
                  <c:v>0.95318518518518514</c:v>
                </c:pt>
                <c:pt idx="24648">
                  <c:v>0.95318518518518514</c:v>
                </c:pt>
                <c:pt idx="24649">
                  <c:v>0.95318518518518514</c:v>
                </c:pt>
                <c:pt idx="24650">
                  <c:v>0.95318518518518514</c:v>
                </c:pt>
                <c:pt idx="24651">
                  <c:v>0.95318518518518514</c:v>
                </c:pt>
                <c:pt idx="24652">
                  <c:v>0.95333333333333337</c:v>
                </c:pt>
                <c:pt idx="24653">
                  <c:v>0.95348148148148149</c:v>
                </c:pt>
                <c:pt idx="24654">
                  <c:v>0.9536296296296296</c:v>
                </c:pt>
                <c:pt idx="24655">
                  <c:v>0.9536296296296296</c:v>
                </c:pt>
                <c:pt idx="24656">
                  <c:v>0.9536296296296296</c:v>
                </c:pt>
                <c:pt idx="24657">
                  <c:v>0.9536296296296296</c:v>
                </c:pt>
                <c:pt idx="24658">
                  <c:v>0.9536296296296296</c:v>
                </c:pt>
                <c:pt idx="24659">
                  <c:v>0.95377777777777772</c:v>
                </c:pt>
                <c:pt idx="24660">
                  <c:v>0.95392592592592595</c:v>
                </c:pt>
                <c:pt idx="24661">
                  <c:v>0.95392592592592595</c:v>
                </c:pt>
                <c:pt idx="24662">
                  <c:v>0.95392592592592595</c:v>
                </c:pt>
                <c:pt idx="24663">
                  <c:v>0.95392592592592595</c:v>
                </c:pt>
                <c:pt idx="24664">
                  <c:v>0.95392592592592595</c:v>
                </c:pt>
                <c:pt idx="24665">
                  <c:v>0.95392592592592595</c:v>
                </c:pt>
                <c:pt idx="24666">
                  <c:v>0.95392592592592595</c:v>
                </c:pt>
                <c:pt idx="24667">
                  <c:v>0.95407407407407407</c:v>
                </c:pt>
                <c:pt idx="24668">
                  <c:v>0.95422222222222219</c:v>
                </c:pt>
                <c:pt idx="24669">
                  <c:v>0.95437037037037042</c:v>
                </c:pt>
                <c:pt idx="24670">
                  <c:v>0.95451851851851854</c:v>
                </c:pt>
                <c:pt idx="24671">
                  <c:v>0.95451851851851854</c:v>
                </c:pt>
                <c:pt idx="24672">
                  <c:v>0.95451851851851854</c:v>
                </c:pt>
                <c:pt idx="24673">
                  <c:v>0.95451851851851854</c:v>
                </c:pt>
                <c:pt idx="24674">
                  <c:v>0.95451851851851854</c:v>
                </c:pt>
                <c:pt idx="24675">
                  <c:v>0.95451851851851854</c:v>
                </c:pt>
                <c:pt idx="24676">
                  <c:v>0.95451851851851854</c:v>
                </c:pt>
                <c:pt idx="24677">
                  <c:v>0.95451851851851854</c:v>
                </c:pt>
                <c:pt idx="24678">
                  <c:v>0.95466666666666666</c:v>
                </c:pt>
                <c:pt idx="24679">
                  <c:v>0.95466666666666666</c:v>
                </c:pt>
                <c:pt idx="24680">
                  <c:v>0.95466666666666666</c:v>
                </c:pt>
                <c:pt idx="24681">
                  <c:v>0.95466666666666666</c:v>
                </c:pt>
                <c:pt idx="24682">
                  <c:v>0.95466666666666666</c:v>
                </c:pt>
                <c:pt idx="24683">
                  <c:v>0.95466666666666666</c:v>
                </c:pt>
                <c:pt idx="24684">
                  <c:v>0.95466666666666666</c:v>
                </c:pt>
                <c:pt idx="24685">
                  <c:v>0.95466666666666666</c:v>
                </c:pt>
                <c:pt idx="24686">
                  <c:v>0.95466666666666666</c:v>
                </c:pt>
                <c:pt idx="24687">
                  <c:v>0.95466666666666666</c:v>
                </c:pt>
                <c:pt idx="24688">
                  <c:v>0.95466666666666666</c:v>
                </c:pt>
                <c:pt idx="24689">
                  <c:v>0.95466666666666666</c:v>
                </c:pt>
                <c:pt idx="24690">
                  <c:v>0.95466666666666666</c:v>
                </c:pt>
                <c:pt idx="24691">
                  <c:v>0.95466666666666666</c:v>
                </c:pt>
                <c:pt idx="24692">
                  <c:v>0.95466666666666666</c:v>
                </c:pt>
                <c:pt idx="24693">
                  <c:v>0.95466666666666666</c:v>
                </c:pt>
                <c:pt idx="24694">
                  <c:v>0.95466666666666666</c:v>
                </c:pt>
                <c:pt idx="24695">
                  <c:v>0.95481481481481478</c:v>
                </c:pt>
                <c:pt idx="24696">
                  <c:v>0.95481481481481478</c:v>
                </c:pt>
                <c:pt idx="24697">
                  <c:v>0.95481481481481478</c:v>
                </c:pt>
                <c:pt idx="24698">
                  <c:v>0.95481481481481478</c:v>
                </c:pt>
                <c:pt idx="24699">
                  <c:v>0.95481481481481478</c:v>
                </c:pt>
                <c:pt idx="24700">
                  <c:v>0.95481481481481478</c:v>
                </c:pt>
                <c:pt idx="24701">
                  <c:v>0.95481481481481478</c:v>
                </c:pt>
                <c:pt idx="24702">
                  <c:v>0.95481481481481478</c:v>
                </c:pt>
                <c:pt idx="24703">
                  <c:v>0.95481481481481478</c:v>
                </c:pt>
                <c:pt idx="24704">
                  <c:v>0.95496296296296301</c:v>
                </c:pt>
                <c:pt idx="24705">
                  <c:v>0.95511111111111113</c:v>
                </c:pt>
                <c:pt idx="24706">
                  <c:v>0.95525925925925925</c:v>
                </c:pt>
                <c:pt idx="24707">
                  <c:v>0.95525925925925925</c:v>
                </c:pt>
                <c:pt idx="24708">
                  <c:v>0.95525925925925925</c:v>
                </c:pt>
                <c:pt idx="24709">
                  <c:v>0.95525925925925925</c:v>
                </c:pt>
                <c:pt idx="24710">
                  <c:v>0.95525925925925925</c:v>
                </c:pt>
                <c:pt idx="24711">
                  <c:v>0.95540740740740737</c:v>
                </c:pt>
                <c:pt idx="24712">
                  <c:v>0.95540740740740737</c:v>
                </c:pt>
                <c:pt idx="24713">
                  <c:v>0.95540740740740737</c:v>
                </c:pt>
                <c:pt idx="24714">
                  <c:v>0.95540740740740737</c:v>
                </c:pt>
                <c:pt idx="24715">
                  <c:v>0.9555555555555556</c:v>
                </c:pt>
                <c:pt idx="24716">
                  <c:v>0.9555555555555556</c:v>
                </c:pt>
                <c:pt idx="24717">
                  <c:v>0.9555555555555556</c:v>
                </c:pt>
                <c:pt idx="24718">
                  <c:v>0.9555555555555556</c:v>
                </c:pt>
                <c:pt idx="24719">
                  <c:v>0.95570370370370372</c:v>
                </c:pt>
                <c:pt idx="24720">
                  <c:v>0.95570370370370372</c:v>
                </c:pt>
                <c:pt idx="24721">
                  <c:v>0.95570370370370372</c:v>
                </c:pt>
                <c:pt idx="24722">
                  <c:v>0.95585185185185184</c:v>
                </c:pt>
                <c:pt idx="24723">
                  <c:v>0.95599999999999996</c:v>
                </c:pt>
                <c:pt idx="24724">
                  <c:v>0.95599999999999996</c:v>
                </c:pt>
                <c:pt idx="24725">
                  <c:v>0.95599999999999996</c:v>
                </c:pt>
                <c:pt idx="24726">
                  <c:v>0.95599999999999996</c:v>
                </c:pt>
                <c:pt idx="24727">
                  <c:v>0.95614814814814819</c:v>
                </c:pt>
                <c:pt idx="24728">
                  <c:v>0.95614814814814819</c:v>
                </c:pt>
                <c:pt idx="24729">
                  <c:v>0.95614814814814819</c:v>
                </c:pt>
                <c:pt idx="24730">
                  <c:v>0.95629629629629631</c:v>
                </c:pt>
                <c:pt idx="24731">
                  <c:v>0.95629629629629631</c:v>
                </c:pt>
                <c:pt idx="24732">
                  <c:v>0.95629629629629631</c:v>
                </c:pt>
                <c:pt idx="24733">
                  <c:v>0.95629629629629631</c:v>
                </c:pt>
                <c:pt idx="24734">
                  <c:v>0.95644444444444443</c:v>
                </c:pt>
                <c:pt idx="24735">
                  <c:v>0.95644444444444443</c:v>
                </c:pt>
                <c:pt idx="24736">
                  <c:v>0.95644444444444443</c:v>
                </c:pt>
                <c:pt idx="24737">
                  <c:v>0.95644444444444443</c:v>
                </c:pt>
                <c:pt idx="24738">
                  <c:v>0.95644444444444443</c:v>
                </c:pt>
                <c:pt idx="24739">
                  <c:v>0.95644444444444443</c:v>
                </c:pt>
                <c:pt idx="24740">
                  <c:v>0.95644444444444443</c:v>
                </c:pt>
                <c:pt idx="24741">
                  <c:v>0.95659259259259255</c:v>
                </c:pt>
                <c:pt idx="24742">
                  <c:v>0.95659259259259255</c:v>
                </c:pt>
                <c:pt idx="24743">
                  <c:v>0.95659259259259255</c:v>
                </c:pt>
                <c:pt idx="24744">
                  <c:v>0.95659259259259255</c:v>
                </c:pt>
                <c:pt idx="24745">
                  <c:v>0.95659259259259255</c:v>
                </c:pt>
                <c:pt idx="24746">
                  <c:v>0.95659259259259255</c:v>
                </c:pt>
                <c:pt idx="24747">
                  <c:v>0.95659259259259255</c:v>
                </c:pt>
                <c:pt idx="24748">
                  <c:v>0.95674074074074078</c:v>
                </c:pt>
                <c:pt idx="24749">
                  <c:v>0.95674074074074078</c:v>
                </c:pt>
                <c:pt idx="24750">
                  <c:v>0.95674074074074078</c:v>
                </c:pt>
                <c:pt idx="24751">
                  <c:v>0.95674074074074078</c:v>
                </c:pt>
                <c:pt idx="24752">
                  <c:v>0.95674074074074078</c:v>
                </c:pt>
                <c:pt idx="24753">
                  <c:v>0.9568888888888889</c:v>
                </c:pt>
                <c:pt idx="24754">
                  <c:v>0.9568888888888889</c:v>
                </c:pt>
                <c:pt idx="24755">
                  <c:v>0.9568888888888889</c:v>
                </c:pt>
                <c:pt idx="24756">
                  <c:v>0.95703703703703702</c:v>
                </c:pt>
                <c:pt idx="24757">
                  <c:v>0.95703703703703702</c:v>
                </c:pt>
                <c:pt idx="24758">
                  <c:v>0.95703703703703702</c:v>
                </c:pt>
                <c:pt idx="24759">
                  <c:v>0.95718518518518514</c:v>
                </c:pt>
                <c:pt idx="24760">
                  <c:v>0.95718518518518514</c:v>
                </c:pt>
                <c:pt idx="24761">
                  <c:v>0.95733333333333337</c:v>
                </c:pt>
                <c:pt idx="24762">
                  <c:v>0.95733333333333337</c:v>
                </c:pt>
                <c:pt idx="24763">
                  <c:v>0.95733333333333337</c:v>
                </c:pt>
                <c:pt idx="24764">
                  <c:v>0.95733333333333337</c:v>
                </c:pt>
                <c:pt idx="24765">
                  <c:v>0.95733333333333337</c:v>
                </c:pt>
                <c:pt idx="24766">
                  <c:v>0.95748148148148149</c:v>
                </c:pt>
                <c:pt idx="24767">
                  <c:v>0.95748148148148149</c:v>
                </c:pt>
                <c:pt idx="24768">
                  <c:v>0.95748148148148149</c:v>
                </c:pt>
                <c:pt idx="24769">
                  <c:v>0.95748148148148149</c:v>
                </c:pt>
                <c:pt idx="24770">
                  <c:v>0.95748148148148149</c:v>
                </c:pt>
                <c:pt idx="24771">
                  <c:v>0.95748148148148149</c:v>
                </c:pt>
                <c:pt idx="24772">
                  <c:v>0.95748148148148149</c:v>
                </c:pt>
                <c:pt idx="24773">
                  <c:v>0.95748148148148149</c:v>
                </c:pt>
                <c:pt idx="24774">
                  <c:v>0.95748148148148149</c:v>
                </c:pt>
                <c:pt idx="24775">
                  <c:v>0.95748148148148149</c:v>
                </c:pt>
                <c:pt idx="24776">
                  <c:v>0.95762962962962961</c:v>
                </c:pt>
                <c:pt idx="24777">
                  <c:v>0.95762962962962961</c:v>
                </c:pt>
                <c:pt idx="24778">
                  <c:v>0.95777777777777773</c:v>
                </c:pt>
                <c:pt idx="24779">
                  <c:v>0.95777777777777773</c:v>
                </c:pt>
                <c:pt idx="24780">
                  <c:v>0.95777777777777773</c:v>
                </c:pt>
                <c:pt idx="24781">
                  <c:v>0.95792592592592596</c:v>
                </c:pt>
                <c:pt idx="24782">
                  <c:v>0.95807407407407408</c:v>
                </c:pt>
                <c:pt idx="24783">
                  <c:v>0.95807407407407408</c:v>
                </c:pt>
                <c:pt idx="24784">
                  <c:v>0.9582222222222222</c:v>
                </c:pt>
                <c:pt idx="24785">
                  <c:v>0.9582222222222222</c:v>
                </c:pt>
                <c:pt idx="24786">
                  <c:v>0.9582222222222222</c:v>
                </c:pt>
                <c:pt idx="24787">
                  <c:v>0.9582222222222222</c:v>
                </c:pt>
                <c:pt idx="24788">
                  <c:v>0.9582222222222222</c:v>
                </c:pt>
                <c:pt idx="24789">
                  <c:v>0.9582222222222222</c:v>
                </c:pt>
                <c:pt idx="24790">
                  <c:v>0.9582222222222222</c:v>
                </c:pt>
                <c:pt idx="24791">
                  <c:v>0.9582222222222222</c:v>
                </c:pt>
                <c:pt idx="24792">
                  <c:v>0.9582222222222222</c:v>
                </c:pt>
                <c:pt idx="24793">
                  <c:v>0.9582222222222222</c:v>
                </c:pt>
                <c:pt idx="24794">
                  <c:v>0.9582222222222222</c:v>
                </c:pt>
                <c:pt idx="24795">
                  <c:v>0.9582222222222222</c:v>
                </c:pt>
                <c:pt idx="24796">
                  <c:v>0.95837037037037032</c:v>
                </c:pt>
                <c:pt idx="24797">
                  <c:v>0.95837037037037032</c:v>
                </c:pt>
                <c:pt idx="24798">
                  <c:v>0.95837037037037032</c:v>
                </c:pt>
                <c:pt idx="24799">
                  <c:v>0.95837037037037032</c:v>
                </c:pt>
                <c:pt idx="24800">
                  <c:v>0.95837037037037032</c:v>
                </c:pt>
                <c:pt idx="24801">
                  <c:v>0.95851851851851855</c:v>
                </c:pt>
                <c:pt idx="24802">
                  <c:v>0.95851851851851855</c:v>
                </c:pt>
                <c:pt idx="24803">
                  <c:v>0.95851851851851855</c:v>
                </c:pt>
                <c:pt idx="24804">
                  <c:v>0.95866666666666667</c:v>
                </c:pt>
                <c:pt idx="24805">
                  <c:v>0.95866666666666667</c:v>
                </c:pt>
                <c:pt idx="24806">
                  <c:v>0.95881481481481479</c:v>
                </c:pt>
                <c:pt idx="24807">
                  <c:v>0.95881481481481479</c:v>
                </c:pt>
                <c:pt idx="24808">
                  <c:v>0.95896296296296302</c:v>
                </c:pt>
                <c:pt idx="24809">
                  <c:v>0.95911111111111114</c:v>
                </c:pt>
                <c:pt idx="24810">
                  <c:v>0.95925925925925926</c:v>
                </c:pt>
                <c:pt idx="24811">
                  <c:v>0.95925925925925926</c:v>
                </c:pt>
                <c:pt idx="24812">
                  <c:v>0.95940740740740738</c:v>
                </c:pt>
                <c:pt idx="24813">
                  <c:v>0.95940740740740738</c:v>
                </c:pt>
                <c:pt idx="24814">
                  <c:v>0.95940740740740738</c:v>
                </c:pt>
                <c:pt idx="24815">
                  <c:v>0.95940740740740738</c:v>
                </c:pt>
                <c:pt idx="24816">
                  <c:v>0.95940740740740738</c:v>
                </c:pt>
                <c:pt idx="24817">
                  <c:v>0.95940740740740738</c:v>
                </c:pt>
                <c:pt idx="24818">
                  <c:v>0.95940740740740738</c:v>
                </c:pt>
                <c:pt idx="24819">
                  <c:v>0.95940740740740738</c:v>
                </c:pt>
                <c:pt idx="24820">
                  <c:v>0.95940740740740738</c:v>
                </c:pt>
                <c:pt idx="24821">
                  <c:v>0.95940740740740738</c:v>
                </c:pt>
                <c:pt idx="24822">
                  <c:v>0.95940740740740738</c:v>
                </c:pt>
                <c:pt idx="24823">
                  <c:v>0.95940740740740738</c:v>
                </c:pt>
                <c:pt idx="24824">
                  <c:v>0.95940740740740738</c:v>
                </c:pt>
                <c:pt idx="24825">
                  <c:v>0.95940740740740738</c:v>
                </c:pt>
                <c:pt idx="24826">
                  <c:v>0.95955555555555561</c:v>
                </c:pt>
                <c:pt idx="24827">
                  <c:v>0.95955555555555561</c:v>
                </c:pt>
                <c:pt idx="24828">
                  <c:v>0.95970370370370373</c:v>
                </c:pt>
                <c:pt idx="24829">
                  <c:v>0.95970370370370373</c:v>
                </c:pt>
                <c:pt idx="24830">
                  <c:v>0.95970370370370373</c:v>
                </c:pt>
                <c:pt idx="24831">
                  <c:v>0.95970370370370373</c:v>
                </c:pt>
                <c:pt idx="24832">
                  <c:v>0.95985185185185184</c:v>
                </c:pt>
                <c:pt idx="24833">
                  <c:v>0.96</c:v>
                </c:pt>
                <c:pt idx="24834">
                  <c:v>0.96014814814814819</c:v>
                </c:pt>
                <c:pt idx="24835">
                  <c:v>0.96029629629629631</c:v>
                </c:pt>
                <c:pt idx="24836">
                  <c:v>0.96029629629629631</c:v>
                </c:pt>
                <c:pt idx="24837">
                  <c:v>0.96029629629629631</c:v>
                </c:pt>
                <c:pt idx="24838">
                  <c:v>0.96029629629629631</c:v>
                </c:pt>
                <c:pt idx="24839">
                  <c:v>0.96029629629629631</c:v>
                </c:pt>
                <c:pt idx="24840">
                  <c:v>0.96044444444444443</c:v>
                </c:pt>
                <c:pt idx="24841">
                  <c:v>0.96044444444444443</c:v>
                </c:pt>
                <c:pt idx="24842">
                  <c:v>0.96044444444444443</c:v>
                </c:pt>
                <c:pt idx="24843">
                  <c:v>0.96044444444444443</c:v>
                </c:pt>
                <c:pt idx="24844">
                  <c:v>0.96044444444444443</c:v>
                </c:pt>
                <c:pt idx="24845">
                  <c:v>0.96044444444444443</c:v>
                </c:pt>
                <c:pt idx="24846">
                  <c:v>0.96044444444444443</c:v>
                </c:pt>
                <c:pt idx="24847">
                  <c:v>0.96059259259259255</c:v>
                </c:pt>
                <c:pt idx="24848">
                  <c:v>0.96074074074074078</c:v>
                </c:pt>
                <c:pt idx="24849">
                  <c:v>0.96074074074074078</c:v>
                </c:pt>
                <c:pt idx="24850">
                  <c:v>0.9608888888888889</c:v>
                </c:pt>
                <c:pt idx="24851">
                  <c:v>0.9608888888888889</c:v>
                </c:pt>
                <c:pt idx="24852">
                  <c:v>0.96103703703703702</c:v>
                </c:pt>
                <c:pt idx="24853">
                  <c:v>0.96103703703703702</c:v>
                </c:pt>
                <c:pt idx="24854">
                  <c:v>0.96103703703703702</c:v>
                </c:pt>
                <c:pt idx="24855">
                  <c:v>0.96103703703703702</c:v>
                </c:pt>
                <c:pt idx="24856">
                  <c:v>0.96103703703703702</c:v>
                </c:pt>
                <c:pt idx="24857">
                  <c:v>0.96103703703703702</c:v>
                </c:pt>
                <c:pt idx="24858">
                  <c:v>0.96103703703703702</c:v>
                </c:pt>
                <c:pt idx="24859">
                  <c:v>0.96103703703703702</c:v>
                </c:pt>
                <c:pt idx="24860">
                  <c:v>0.96103703703703702</c:v>
                </c:pt>
                <c:pt idx="24861">
                  <c:v>0.96118518518518514</c:v>
                </c:pt>
                <c:pt idx="24862">
                  <c:v>0.96118518518518514</c:v>
                </c:pt>
                <c:pt idx="24863">
                  <c:v>0.96118518518518514</c:v>
                </c:pt>
                <c:pt idx="24864">
                  <c:v>0.96118518518518514</c:v>
                </c:pt>
                <c:pt idx="24865">
                  <c:v>0.96118518518518514</c:v>
                </c:pt>
                <c:pt idx="24866">
                  <c:v>0.96118518518518514</c:v>
                </c:pt>
                <c:pt idx="24867">
                  <c:v>0.96118518518518514</c:v>
                </c:pt>
                <c:pt idx="24868">
                  <c:v>0.96118518518518514</c:v>
                </c:pt>
                <c:pt idx="24869">
                  <c:v>0.96133333333333337</c:v>
                </c:pt>
                <c:pt idx="24870">
                  <c:v>0.96133333333333337</c:v>
                </c:pt>
                <c:pt idx="24871">
                  <c:v>0.96133333333333337</c:v>
                </c:pt>
                <c:pt idx="24872">
                  <c:v>0.96133333333333337</c:v>
                </c:pt>
                <c:pt idx="24873">
                  <c:v>0.96133333333333337</c:v>
                </c:pt>
                <c:pt idx="24874">
                  <c:v>0.96148148148148149</c:v>
                </c:pt>
                <c:pt idx="24875">
                  <c:v>0.96162962962962961</c:v>
                </c:pt>
                <c:pt idx="24876">
                  <c:v>0.96162962962962961</c:v>
                </c:pt>
                <c:pt idx="24877">
                  <c:v>0.96162962962962961</c:v>
                </c:pt>
                <c:pt idx="24878">
                  <c:v>0.96162962962962961</c:v>
                </c:pt>
                <c:pt idx="24879">
                  <c:v>0.96162962962962961</c:v>
                </c:pt>
                <c:pt idx="24880">
                  <c:v>0.96162962962962961</c:v>
                </c:pt>
                <c:pt idx="24881">
                  <c:v>0.96162962962962961</c:v>
                </c:pt>
                <c:pt idx="24882">
                  <c:v>0.96162962962962961</c:v>
                </c:pt>
                <c:pt idx="24883">
                  <c:v>0.96162962962962961</c:v>
                </c:pt>
                <c:pt idx="24884">
                  <c:v>0.96177777777777773</c:v>
                </c:pt>
                <c:pt idx="24885">
                  <c:v>0.96177777777777773</c:v>
                </c:pt>
                <c:pt idx="24886">
                  <c:v>0.96177777777777773</c:v>
                </c:pt>
                <c:pt idx="24887">
                  <c:v>0.96192592592592596</c:v>
                </c:pt>
                <c:pt idx="24888">
                  <c:v>0.96192592592592596</c:v>
                </c:pt>
                <c:pt idx="24889">
                  <c:v>0.96192592592592596</c:v>
                </c:pt>
                <c:pt idx="24890">
                  <c:v>0.96192592592592596</c:v>
                </c:pt>
                <c:pt idx="24891">
                  <c:v>0.96192592592592596</c:v>
                </c:pt>
                <c:pt idx="24892">
                  <c:v>0.96207407407407408</c:v>
                </c:pt>
                <c:pt idx="24893">
                  <c:v>0.96207407407407408</c:v>
                </c:pt>
                <c:pt idx="24894">
                  <c:v>0.96207407407407408</c:v>
                </c:pt>
                <c:pt idx="24895">
                  <c:v>0.9622222222222222</c:v>
                </c:pt>
                <c:pt idx="24896">
                  <c:v>0.9622222222222222</c:v>
                </c:pt>
                <c:pt idx="24897">
                  <c:v>0.9622222222222222</c:v>
                </c:pt>
                <c:pt idx="24898">
                  <c:v>0.9622222222222222</c:v>
                </c:pt>
                <c:pt idx="24899">
                  <c:v>0.9622222222222222</c:v>
                </c:pt>
                <c:pt idx="24900">
                  <c:v>0.9622222222222222</c:v>
                </c:pt>
                <c:pt idx="24901">
                  <c:v>0.96237037037037032</c:v>
                </c:pt>
                <c:pt idx="24902">
                  <c:v>0.96237037037037032</c:v>
                </c:pt>
                <c:pt idx="24903">
                  <c:v>0.96251851851851855</c:v>
                </c:pt>
                <c:pt idx="24904">
                  <c:v>0.96251851851851855</c:v>
                </c:pt>
                <c:pt idx="24905">
                  <c:v>0.96251851851851855</c:v>
                </c:pt>
                <c:pt idx="24906">
                  <c:v>0.96251851851851855</c:v>
                </c:pt>
                <c:pt idx="24907">
                  <c:v>0.96251851851851855</c:v>
                </c:pt>
                <c:pt idx="24908">
                  <c:v>0.96251851851851855</c:v>
                </c:pt>
                <c:pt idx="24909">
                  <c:v>0.96251851851851855</c:v>
                </c:pt>
                <c:pt idx="24910">
                  <c:v>0.96251851851851855</c:v>
                </c:pt>
                <c:pt idx="24911">
                  <c:v>0.96251851851851855</c:v>
                </c:pt>
                <c:pt idx="24912">
                  <c:v>0.96251851851851855</c:v>
                </c:pt>
                <c:pt idx="24913">
                  <c:v>0.96251851851851855</c:v>
                </c:pt>
                <c:pt idx="24914">
                  <c:v>0.96251851851851855</c:v>
                </c:pt>
                <c:pt idx="24915">
                  <c:v>0.96266666666666667</c:v>
                </c:pt>
                <c:pt idx="24916">
                  <c:v>0.96266666666666667</c:v>
                </c:pt>
                <c:pt idx="24917">
                  <c:v>0.96266666666666667</c:v>
                </c:pt>
                <c:pt idx="24918">
                  <c:v>0.96266666666666667</c:v>
                </c:pt>
                <c:pt idx="24919">
                  <c:v>0.96266666666666667</c:v>
                </c:pt>
                <c:pt idx="24920">
                  <c:v>0.96266666666666667</c:v>
                </c:pt>
                <c:pt idx="24921">
                  <c:v>0.96266666666666667</c:v>
                </c:pt>
                <c:pt idx="24922">
                  <c:v>0.96266666666666667</c:v>
                </c:pt>
                <c:pt idx="24923">
                  <c:v>0.96266666666666667</c:v>
                </c:pt>
                <c:pt idx="24924">
                  <c:v>0.96266666666666667</c:v>
                </c:pt>
                <c:pt idx="24925">
                  <c:v>0.96266666666666667</c:v>
                </c:pt>
                <c:pt idx="24926">
                  <c:v>0.96281481481481479</c:v>
                </c:pt>
                <c:pt idx="24927">
                  <c:v>0.96296296296296291</c:v>
                </c:pt>
                <c:pt idx="24928">
                  <c:v>0.96296296296296291</c:v>
                </c:pt>
                <c:pt idx="24929">
                  <c:v>0.96296296296296291</c:v>
                </c:pt>
                <c:pt idx="24930">
                  <c:v>0.96296296296296291</c:v>
                </c:pt>
                <c:pt idx="24931">
                  <c:v>0.96311111111111114</c:v>
                </c:pt>
                <c:pt idx="24932">
                  <c:v>0.96311111111111114</c:v>
                </c:pt>
                <c:pt idx="24933">
                  <c:v>0.96311111111111114</c:v>
                </c:pt>
                <c:pt idx="24934">
                  <c:v>0.96325925925925926</c:v>
                </c:pt>
                <c:pt idx="24935">
                  <c:v>0.96325925925925926</c:v>
                </c:pt>
                <c:pt idx="24936">
                  <c:v>0.96325925925925926</c:v>
                </c:pt>
                <c:pt idx="24937">
                  <c:v>0.96325925925925926</c:v>
                </c:pt>
                <c:pt idx="24938">
                  <c:v>0.96340740740740738</c:v>
                </c:pt>
                <c:pt idx="24939">
                  <c:v>0.96355555555555561</c:v>
                </c:pt>
                <c:pt idx="24940">
                  <c:v>0.96355555555555561</c:v>
                </c:pt>
                <c:pt idx="24941">
                  <c:v>0.96355555555555561</c:v>
                </c:pt>
                <c:pt idx="24942">
                  <c:v>0.96370370370370373</c:v>
                </c:pt>
                <c:pt idx="24943">
                  <c:v>0.96370370370370373</c:v>
                </c:pt>
                <c:pt idx="24944">
                  <c:v>0.96370370370370373</c:v>
                </c:pt>
                <c:pt idx="24945">
                  <c:v>0.96370370370370373</c:v>
                </c:pt>
                <c:pt idx="24946">
                  <c:v>0.96370370370370373</c:v>
                </c:pt>
                <c:pt idx="24947">
                  <c:v>0.96370370370370373</c:v>
                </c:pt>
                <c:pt idx="24948">
                  <c:v>0.96370370370370373</c:v>
                </c:pt>
                <c:pt idx="24949">
                  <c:v>0.96370370370370373</c:v>
                </c:pt>
                <c:pt idx="24950">
                  <c:v>0.96370370370370373</c:v>
                </c:pt>
                <c:pt idx="24951">
                  <c:v>0.96370370370370373</c:v>
                </c:pt>
                <c:pt idx="24952">
                  <c:v>0.96370370370370373</c:v>
                </c:pt>
                <c:pt idx="24953">
                  <c:v>0.96370370370370373</c:v>
                </c:pt>
                <c:pt idx="24954">
                  <c:v>0.96385185185185185</c:v>
                </c:pt>
                <c:pt idx="24955">
                  <c:v>0.96399999999999997</c:v>
                </c:pt>
                <c:pt idx="24956">
                  <c:v>0.96399999999999997</c:v>
                </c:pt>
                <c:pt idx="24957">
                  <c:v>0.96399999999999997</c:v>
                </c:pt>
                <c:pt idx="24958">
                  <c:v>0.9641481481481482</c:v>
                </c:pt>
                <c:pt idx="24959">
                  <c:v>0.9641481481481482</c:v>
                </c:pt>
                <c:pt idx="24960">
                  <c:v>0.9641481481481482</c:v>
                </c:pt>
                <c:pt idx="24961">
                  <c:v>0.96429629629629632</c:v>
                </c:pt>
                <c:pt idx="24962">
                  <c:v>0.96429629629629632</c:v>
                </c:pt>
                <c:pt idx="24963">
                  <c:v>0.96444444444444444</c:v>
                </c:pt>
                <c:pt idx="24964">
                  <c:v>0.96444444444444444</c:v>
                </c:pt>
                <c:pt idx="24965">
                  <c:v>0.96444444444444444</c:v>
                </c:pt>
                <c:pt idx="24966">
                  <c:v>0.96459259259259256</c:v>
                </c:pt>
                <c:pt idx="24967">
                  <c:v>0.96459259259259256</c:v>
                </c:pt>
                <c:pt idx="24968">
                  <c:v>0.96459259259259256</c:v>
                </c:pt>
                <c:pt idx="24969">
                  <c:v>0.96459259259259256</c:v>
                </c:pt>
                <c:pt idx="24970">
                  <c:v>0.96459259259259256</c:v>
                </c:pt>
                <c:pt idx="24971">
                  <c:v>0.96459259259259256</c:v>
                </c:pt>
                <c:pt idx="24972">
                  <c:v>0.96474074074074079</c:v>
                </c:pt>
                <c:pt idx="24973">
                  <c:v>0.96474074074074079</c:v>
                </c:pt>
                <c:pt idx="24974">
                  <c:v>0.96474074074074079</c:v>
                </c:pt>
                <c:pt idx="24975">
                  <c:v>0.96474074074074079</c:v>
                </c:pt>
                <c:pt idx="24976">
                  <c:v>0.96474074074074079</c:v>
                </c:pt>
                <c:pt idx="24977">
                  <c:v>0.96474074074074079</c:v>
                </c:pt>
                <c:pt idx="24978">
                  <c:v>0.96474074074074079</c:v>
                </c:pt>
                <c:pt idx="24979">
                  <c:v>0.96474074074074079</c:v>
                </c:pt>
                <c:pt idx="24980">
                  <c:v>0.96488888888888891</c:v>
                </c:pt>
                <c:pt idx="24981">
                  <c:v>0.96488888888888891</c:v>
                </c:pt>
                <c:pt idx="24982">
                  <c:v>0.96488888888888891</c:v>
                </c:pt>
                <c:pt idx="24983">
                  <c:v>0.96488888888888891</c:v>
                </c:pt>
                <c:pt idx="24984">
                  <c:v>0.96488888888888891</c:v>
                </c:pt>
                <c:pt idx="24985">
                  <c:v>0.96503703703703703</c:v>
                </c:pt>
                <c:pt idx="24986">
                  <c:v>0.96503703703703703</c:v>
                </c:pt>
                <c:pt idx="24987">
                  <c:v>0.96503703703703703</c:v>
                </c:pt>
                <c:pt idx="24988">
                  <c:v>0.96503703703703703</c:v>
                </c:pt>
                <c:pt idx="24989">
                  <c:v>0.96503703703703703</c:v>
                </c:pt>
                <c:pt idx="24990">
                  <c:v>0.96518518518518515</c:v>
                </c:pt>
                <c:pt idx="24991">
                  <c:v>0.96518518518518515</c:v>
                </c:pt>
                <c:pt idx="24992">
                  <c:v>0.96533333333333338</c:v>
                </c:pt>
                <c:pt idx="24993">
                  <c:v>0.96533333333333338</c:v>
                </c:pt>
                <c:pt idx="24994">
                  <c:v>0.96533333333333338</c:v>
                </c:pt>
                <c:pt idx="24995">
                  <c:v>0.96533333333333338</c:v>
                </c:pt>
                <c:pt idx="24996">
                  <c:v>0.96533333333333338</c:v>
                </c:pt>
                <c:pt idx="24997">
                  <c:v>0.96533333333333338</c:v>
                </c:pt>
                <c:pt idx="24998">
                  <c:v>0.9654814814814815</c:v>
                </c:pt>
                <c:pt idx="24999">
                  <c:v>0.9654814814814815</c:v>
                </c:pt>
                <c:pt idx="25000">
                  <c:v>0.9654814814814815</c:v>
                </c:pt>
                <c:pt idx="25001">
                  <c:v>0.9654814814814815</c:v>
                </c:pt>
                <c:pt idx="25002">
                  <c:v>0.9654814814814815</c:v>
                </c:pt>
                <c:pt idx="25003">
                  <c:v>0.9654814814814815</c:v>
                </c:pt>
                <c:pt idx="25004">
                  <c:v>0.9654814814814815</c:v>
                </c:pt>
                <c:pt idx="25005">
                  <c:v>0.9654814814814815</c:v>
                </c:pt>
                <c:pt idx="25006">
                  <c:v>0.96562962962962962</c:v>
                </c:pt>
                <c:pt idx="25007">
                  <c:v>0.96577777777777774</c:v>
                </c:pt>
                <c:pt idx="25008">
                  <c:v>0.96577777777777774</c:v>
                </c:pt>
                <c:pt idx="25009">
                  <c:v>0.96577777777777774</c:v>
                </c:pt>
                <c:pt idx="25010">
                  <c:v>0.96577777777777774</c:v>
                </c:pt>
                <c:pt idx="25011">
                  <c:v>0.96577777777777774</c:v>
                </c:pt>
                <c:pt idx="25012">
                  <c:v>0.96592592592592597</c:v>
                </c:pt>
                <c:pt idx="25013">
                  <c:v>0.96592592592592597</c:v>
                </c:pt>
                <c:pt idx="25014">
                  <c:v>0.96592592592592597</c:v>
                </c:pt>
                <c:pt idx="25015">
                  <c:v>0.96592592592592597</c:v>
                </c:pt>
                <c:pt idx="25016">
                  <c:v>0.96592592592592597</c:v>
                </c:pt>
                <c:pt idx="25017">
                  <c:v>0.96607407407407409</c:v>
                </c:pt>
                <c:pt idx="25018">
                  <c:v>0.96607407407407409</c:v>
                </c:pt>
                <c:pt idx="25019">
                  <c:v>0.96607407407407409</c:v>
                </c:pt>
                <c:pt idx="25020">
                  <c:v>0.96607407407407409</c:v>
                </c:pt>
                <c:pt idx="25021">
                  <c:v>0.9662222222222222</c:v>
                </c:pt>
                <c:pt idx="25022">
                  <c:v>0.9662222222222222</c:v>
                </c:pt>
                <c:pt idx="25023">
                  <c:v>0.96637037037037032</c:v>
                </c:pt>
                <c:pt idx="25024">
                  <c:v>0.96637037037037032</c:v>
                </c:pt>
                <c:pt idx="25025">
                  <c:v>0.96637037037037032</c:v>
                </c:pt>
                <c:pt idx="25026">
                  <c:v>0.96637037037037032</c:v>
                </c:pt>
                <c:pt idx="25027">
                  <c:v>0.96637037037037032</c:v>
                </c:pt>
                <c:pt idx="25028">
                  <c:v>0.96637037037037032</c:v>
                </c:pt>
                <c:pt idx="25029">
                  <c:v>0.96637037037037032</c:v>
                </c:pt>
                <c:pt idx="25030">
                  <c:v>0.96637037037037032</c:v>
                </c:pt>
                <c:pt idx="25031">
                  <c:v>0.96637037037037032</c:v>
                </c:pt>
                <c:pt idx="25032">
                  <c:v>0.96637037037037032</c:v>
                </c:pt>
                <c:pt idx="25033">
                  <c:v>0.96637037037037032</c:v>
                </c:pt>
                <c:pt idx="25034">
                  <c:v>0.96637037037037032</c:v>
                </c:pt>
                <c:pt idx="25035">
                  <c:v>0.96651851851851855</c:v>
                </c:pt>
                <c:pt idx="25036">
                  <c:v>0.96651851851851855</c:v>
                </c:pt>
                <c:pt idx="25037">
                  <c:v>0.96651851851851855</c:v>
                </c:pt>
                <c:pt idx="25038">
                  <c:v>0.96651851851851855</c:v>
                </c:pt>
                <c:pt idx="25039">
                  <c:v>0.96651851851851855</c:v>
                </c:pt>
                <c:pt idx="25040">
                  <c:v>0.96651851851851855</c:v>
                </c:pt>
                <c:pt idx="25041">
                  <c:v>0.96651851851851855</c:v>
                </c:pt>
                <c:pt idx="25042">
                  <c:v>0.96651851851851855</c:v>
                </c:pt>
                <c:pt idx="25043">
                  <c:v>0.96651851851851855</c:v>
                </c:pt>
                <c:pt idx="25044">
                  <c:v>0.96651851851851855</c:v>
                </c:pt>
                <c:pt idx="25045">
                  <c:v>0.96651851851851855</c:v>
                </c:pt>
                <c:pt idx="25046">
                  <c:v>0.96666666666666667</c:v>
                </c:pt>
                <c:pt idx="25047">
                  <c:v>0.96666666666666667</c:v>
                </c:pt>
                <c:pt idx="25048">
                  <c:v>0.96666666666666667</c:v>
                </c:pt>
                <c:pt idx="25049">
                  <c:v>0.96666666666666667</c:v>
                </c:pt>
                <c:pt idx="25050">
                  <c:v>0.96681481481481479</c:v>
                </c:pt>
                <c:pt idx="25051">
                  <c:v>0.96681481481481479</c:v>
                </c:pt>
                <c:pt idx="25052">
                  <c:v>0.96681481481481479</c:v>
                </c:pt>
                <c:pt idx="25053">
                  <c:v>0.96681481481481479</c:v>
                </c:pt>
                <c:pt idx="25054">
                  <c:v>0.96681481481481479</c:v>
                </c:pt>
                <c:pt idx="25055">
                  <c:v>0.96681481481481479</c:v>
                </c:pt>
                <c:pt idx="25056">
                  <c:v>0.96681481481481479</c:v>
                </c:pt>
                <c:pt idx="25057">
                  <c:v>0.96681481481481479</c:v>
                </c:pt>
                <c:pt idx="25058">
                  <c:v>0.96696296296296291</c:v>
                </c:pt>
                <c:pt idx="25059">
                  <c:v>0.96711111111111114</c:v>
                </c:pt>
                <c:pt idx="25060">
                  <c:v>0.96711111111111114</c:v>
                </c:pt>
                <c:pt idx="25061">
                  <c:v>0.96725925925925926</c:v>
                </c:pt>
                <c:pt idx="25062">
                  <c:v>0.96740740740740738</c:v>
                </c:pt>
                <c:pt idx="25063">
                  <c:v>0.96740740740740738</c:v>
                </c:pt>
                <c:pt idx="25064">
                  <c:v>0.96740740740740738</c:v>
                </c:pt>
                <c:pt idx="25065">
                  <c:v>0.96740740740740738</c:v>
                </c:pt>
                <c:pt idx="25066">
                  <c:v>0.9675555555555555</c:v>
                </c:pt>
                <c:pt idx="25067">
                  <c:v>0.96770370370370373</c:v>
                </c:pt>
                <c:pt idx="25068">
                  <c:v>0.96785185185185185</c:v>
                </c:pt>
                <c:pt idx="25069">
                  <c:v>0.96785185185185185</c:v>
                </c:pt>
                <c:pt idx="25070">
                  <c:v>0.96785185185185185</c:v>
                </c:pt>
                <c:pt idx="25071">
                  <c:v>0.96785185185185185</c:v>
                </c:pt>
                <c:pt idx="25072">
                  <c:v>0.96785185185185185</c:v>
                </c:pt>
                <c:pt idx="25073">
                  <c:v>0.96785185185185185</c:v>
                </c:pt>
                <c:pt idx="25074">
                  <c:v>0.96785185185185185</c:v>
                </c:pt>
                <c:pt idx="25075">
                  <c:v>0.96785185185185185</c:v>
                </c:pt>
                <c:pt idx="25076">
                  <c:v>0.96785185185185185</c:v>
                </c:pt>
                <c:pt idx="25077">
                  <c:v>0.96799999999999997</c:v>
                </c:pt>
                <c:pt idx="25078">
                  <c:v>0.96799999999999997</c:v>
                </c:pt>
                <c:pt idx="25079">
                  <c:v>0.96799999999999997</c:v>
                </c:pt>
                <c:pt idx="25080">
                  <c:v>0.9681481481481482</c:v>
                </c:pt>
                <c:pt idx="25081">
                  <c:v>0.9681481481481482</c:v>
                </c:pt>
                <c:pt idx="25082">
                  <c:v>0.96829629629629632</c:v>
                </c:pt>
                <c:pt idx="25083">
                  <c:v>0.96829629629629632</c:v>
                </c:pt>
                <c:pt idx="25084">
                  <c:v>0.96829629629629632</c:v>
                </c:pt>
                <c:pt idx="25085">
                  <c:v>0.96829629629629632</c:v>
                </c:pt>
                <c:pt idx="25086">
                  <c:v>0.96829629629629632</c:v>
                </c:pt>
                <c:pt idx="25087">
                  <c:v>0.96844444444444444</c:v>
                </c:pt>
                <c:pt idx="25088">
                  <c:v>0.96844444444444444</c:v>
                </c:pt>
                <c:pt idx="25089">
                  <c:v>0.96844444444444444</c:v>
                </c:pt>
                <c:pt idx="25090">
                  <c:v>0.96844444444444444</c:v>
                </c:pt>
                <c:pt idx="25091">
                  <c:v>0.96844444444444444</c:v>
                </c:pt>
                <c:pt idx="25092">
                  <c:v>0.96844444444444444</c:v>
                </c:pt>
                <c:pt idx="25093">
                  <c:v>0.96844444444444444</c:v>
                </c:pt>
                <c:pt idx="25094">
                  <c:v>0.96844444444444444</c:v>
                </c:pt>
                <c:pt idx="25095">
                  <c:v>0.96859259259259256</c:v>
                </c:pt>
                <c:pt idx="25096">
                  <c:v>0.96859259259259256</c:v>
                </c:pt>
                <c:pt idx="25097">
                  <c:v>0.96859259259259256</c:v>
                </c:pt>
                <c:pt idx="25098">
                  <c:v>0.96874074074074079</c:v>
                </c:pt>
                <c:pt idx="25099">
                  <c:v>0.96874074074074079</c:v>
                </c:pt>
                <c:pt idx="25100">
                  <c:v>0.96874074074074079</c:v>
                </c:pt>
                <c:pt idx="25101">
                  <c:v>0.96888888888888891</c:v>
                </c:pt>
                <c:pt idx="25102">
                  <c:v>0.96888888888888891</c:v>
                </c:pt>
                <c:pt idx="25103">
                  <c:v>0.96888888888888891</c:v>
                </c:pt>
                <c:pt idx="25104">
                  <c:v>0.96888888888888891</c:v>
                </c:pt>
                <c:pt idx="25105">
                  <c:v>0.96888888888888891</c:v>
                </c:pt>
                <c:pt idx="25106">
                  <c:v>0.96888888888888891</c:v>
                </c:pt>
                <c:pt idx="25107">
                  <c:v>0.96903703703703703</c:v>
                </c:pt>
                <c:pt idx="25108">
                  <c:v>0.96903703703703703</c:v>
                </c:pt>
                <c:pt idx="25109">
                  <c:v>0.96903703703703703</c:v>
                </c:pt>
                <c:pt idx="25110">
                  <c:v>0.96903703703703703</c:v>
                </c:pt>
                <c:pt idx="25111">
                  <c:v>0.96903703703703703</c:v>
                </c:pt>
                <c:pt idx="25112">
                  <c:v>0.96903703703703703</c:v>
                </c:pt>
                <c:pt idx="25113">
                  <c:v>0.96903703703703703</c:v>
                </c:pt>
                <c:pt idx="25114">
                  <c:v>0.96903703703703703</c:v>
                </c:pt>
                <c:pt idx="25115">
                  <c:v>0.96903703703703703</c:v>
                </c:pt>
                <c:pt idx="25116">
                  <c:v>0.96903703703703703</c:v>
                </c:pt>
                <c:pt idx="25117">
                  <c:v>0.96903703703703703</c:v>
                </c:pt>
                <c:pt idx="25118">
                  <c:v>0.96903703703703703</c:v>
                </c:pt>
                <c:pt idx="25119">
                  <c:v>0.96903703703703703</c:v>
                </c:pt>
                <c:pt idx="25120">
                  <c:v>0.96903703703703703</c:v>
                </c:pt>
                <c:pt idx="25121">
                  <c:v>0.96903703703703703</c:v>
                </c:pt>
                <c:pt idx="25122">
                  <c:v>0.96903703703703703</c:v>
                </c:pt>
                <c:pt idx="25123">
                  <c:v>0.96903703703703703</c:v>
                </c:pt>
                <c:pt idx="25124">
                  <c:v>0.96903703703703703</c:v>
                </c:pt>
                <c:pt idx="25125">
                  <c:v>0.96903703703703703</c:v>
                </c:pt>
                <c:pt idx="25126">
                  <c:v>0.96903703703703703</c:v>
                </c:pt>
                <c:pt idx="25127">
                  <c:v>0.96918518518518515</c:v>
                </c:pt>
                <c:pt idx="25128">
                  <c:v>0.96933333333333338</c:v>
                </c:pt>
                <c:pt idx="25129">
                  <c:v>0.9694814814814815</c:v>
                </c:pt>
                <c:pt idx="25130">
                  <c:v>0.96962962962962962</c:v>
                </c:pt>
                <c:pt idx="25131">
                  <c:v>0.96962962962962962</c:v>
                </c:pt>
                <c:pt idx="25132">
                  <c:v>0.96962962962962962</c:v>
                </c:pt>
                <c:pt idx="25133">
                  <c:v>0.96962962962962962</c:v>
                </c:pt>
                <c:pt idx="25134">
                  <c:v>0.96962962962962962</c:v>
                </c:pt>
                <c:pt idx="25135">
                  <c:v>0.96962962962962962</c:v>
                </c:pt>
                <c:pt idx="25136">
                  <c:v>0.96962962962962962</c:v>
                </c:pt>
                <c:pt idx="25137">
                  <c:v>0.96962962962962962</c:v>
                </c:pt>
                <c:pt idx="25138">
                  <c:v>0.96962962962962962</c:v>
                </c:pt>
                <c:pt idx="25139">
                  <c:v>0.96962962962962962</c:v>
                </c:pt>
                <c:pt idx="25140">
                  <c:v>0.96962962962962962</c:v>
                </c:pt>
                <c:pt idx="25141">
                  <c:v>0.96962962962962962</c:v>
                </c:pt>
                <c:pt idx="25142">
                  <c:v>0.96962962962962962</c:v>
                </c:pt>
                <c:pt idx="25143">
                  <c:v>0.96962962962962962</c:v>
                </c:pt>
                <c:pt idx="25144">
                  <c:v>0.96962962962962962</c:v>
                </c:pt>
                <c:pt idx="25145">
                  <c:v>0.96977777777777774</c:v>
                </c:pt>
                <c:pt idx="25146">
                  <c:v>0.96977777777777774</c:v>
                </c:pt>
                <c:pt idx="25147">
                  <c:v>0.96977777777777774</c:v>
                </c:pt>
                <c:pt idx="25148">
                  <c:v>0.96992592592592597</c:v>
                </c:pt>
                <c:pt idx="25149">
                  <c:v>0.96992592592592597</c:v>
                </c:pt>
                <c:pt idx="25150">
                  <c:v>0.97007407407407409</c:v>
                </c:pt>
                <c:pt idx="25151">
                  <c:v>0.97007407407407409</c:v>
                </c:pt>
                <c:pt idx="25152">
                  <c:v>0.97022222222222221</c:v>
                </c:pt>
                <c:pt idx="25153">
                  <c:v>0.97022222222222221</c:v>
                </c:pt>
                <c:pt idx="25154">
                  <c:v>0.97022222222222221</c:v>
                </c:pt>
                <c:pt idx="25155">
                  <c:v>0.97037037037037033</c:v>
                </c:pt>
                <c:pt idx="25156">
                  <c:v>0.97051851851851856</c:v>
                </c:pt>
                <c:pt idx="25157">
                  <c:v>0.97066666666666668</c:v>
                </c:pt>
                <c:pt idx="25158">
                  <c:v>0.97066666666666668</c:v>
                </c:pt>
                <c:pt idx="25159">
                  <c:v>0.9708148148148148</c:v>
                </c:pt>
                <c:pt idx="25160">
                  <c:v>0.9708148148148148</c:v>
                </c:pt>
                <c:pt idx="25161">
                  <c:v>0.9708148148148148</c:v>
                </c:pt>
                <c:pt idx="25162">
                  <c:v>0.9708148148148148</c:v>
                </c:pt>
                <c:pt idx="25163">
                  <c:v>0.9708148148148148</c:v>
                </c:pt>
                <c:pt idx="25164">
                  <c:v>0.9708148148148148</c:v>
                </c:pt>
                <c:pt idx="25165">
                  <c:v>0.9708148148148148</c:v>
                </c:pt>
                <c:pt idx="25166">
                  <c:v>0.9708148148148148</c:v>
                </c:pt>
                <c:pt idx="25167">
                  <c:v>0.9708148148148148</c:v>
                </c:pt>
                <c:pt idx="25168">
                  <c:v>0.97096296296296292</c:v>
                </c:pt>
                <c:pt idx="25169">
                  <c:v>0.97096296296296292</c:v>
                </c:pt>
                <c:pt idx="25170">
                  <c:v>0.97096296296296292</c:v>
                </c:pt>
                <c:pt idx="25171">
                  <c:v>0.97096296296296292</c:v>
                </c:pt>
                <c:pt idx="25172">
                  <c:v>0.97096296296296292</c:v>
                </c:pt>
                <c:pt idx="25173">
                  <c:v>0.97096296296296292</c:v>
                </c:pt>
                <c:pt idx="25174">
                  <c:v>0.97111111111111115</c:v>
                </c:pt>
                <c:pt idx="25175">
                  <c:v>0.97111111111111115</c:v>
                </c:pt>
                <c:pt idx="25176">
                  <c:v>0.97111111111111115</c:v>
                </c:pt>
                <c:pt idx="25177">
                  <c:v>0.97125925925925927</c:v>
                </c:pt>
                <c:pt idx="25178">
                  <c:v>0.97140740740740739</c:v>
                </c:pt>
                <c:pt idx="25179">
                  <c:v>0.97140740740740739</c:v>
                </c:pt>
                <c:pt idx="25180">
                  <c:v>0.97140740740740739</c:v>
                </c:pt>
                <c:pt idx="25181">
                  <c:v>0.97140740740740739</c:v>
                </c:pt>
                <c:pt idx="25182">
                  <c:v>0.97155555555555551</c:v>
                </c:pt>
                <c:pt idx="25183">
                  <c:v>0.97155555555555551</c:v>
                </c:pt>
                <c:pt idx="25184">
                  <c:v>0.97155555555555551</c:v>
                </c:pt>
                <c:pt idx="25185">
                  <c:v>0.97155555555555551</c:v>
                </c:pt>
                <c:pt idx="25186">
                  <c:v>0.97170370370370374</c:v>
                </c:pt>
                <c:pt idx="25187">
                  <c:v>0.97170370370370374</c:v>
                </c:pt>
                <c:pt idx="25188">
                  <c:v>0.97170370370370374</c:v>
                </c:pt>
                <c:pt idx="25189">
                  <c:v>0.97170370370370374</c:v>
                </c:pt>
                <c:pt idx="25190">
                  <c:v>0.97170370370370374</c:v>
                </c:pt>
                <c:pt idx="25191">
                  <c:v>0.97170370370370374</c:v>
                </c:pt>
                <c:pt idx="25192">
                  <c:v>0.97170370370370374</c:v>
                </c:pt>
                <c:pt idx="25193">
                  <c:v>0.97170370370370374</c:v>
                </c:pt>
                <c:pt idx="25194">
                  <c:v>0.97170370370370374</c:v>
                </c:pt>
                <c:pt idx="25195">
                  <c:v>0.97185185185185186</c:v>
                </c:pt>
                <c:pt idx="25196">
                  <c:v>0.97185185185185186</c:v>
                </c:pt>
                <c:pt idx="25197">
                  <c:v>0.97185185185185186</c:v>
                </c:pt>
                <c:pt idx="25198">
                  <c:v>0.97185185185185186</c:v>
                </c:pt>
                <c:pt idx="25199">
                  <c:v>0.97185185185185186</c:v>
                </c:pt>
                <c:pt idx="25200">
                  <c:v>0.97185185185185186</c:v>
                </c:pt>
                <c:pt idx="25201">
                  <c:v>0.97199999999999998</c:v>
                </c:pt>
                <c:pt idx="25202">
                  <c:v>0.97199999999999998</c:v>
                </c:pt>
                <c:pt idx="25203">
                  <c:v>0.97199999999999998</c:v>
                </c:pt>
                <c:pt idx="25204">
                  <c:v>0.97199999999999998</c:v>
                </c:pt>
                <c:pt idx="25205">
                  <c:v>0.97199999999999998</c:v>
                </c:pt>
                <c:pt idx="25206">
                  <c:v>0.97199999999999998</c:v>
                </c:pt>
                <c:pt idx="25207">
                  <c:v>0.97199999999999998</c:v>
                </c:pt>
                <c:pt idx="25208">
                  <c:v>0.97214814814814809</c:v>
                </c:pt>
                <c:pt idx="25209">
                  <c:v>0.97214814814814809</c:v>
                </c:pt>
                <c:pt idx="25210">
                  <c:v>0.97214814814814809</c:v>
                </c:pt>
                <c:pt idx="25211">
                  <c:v>0.97229629629629633</c:v>
                </c:pt>
                <c:pt idx="25212">
                  <c:v>0.97244444444444444</c:v>
                </c:pt>
                <c:pt idx="25213">
                  <c:v>0.97244444444444444</c:v>
                </c:pt>
                <c:pt idx="25214">
                  <c:v>0.97259259259259256</c:v>
                </c:pt>
                <c:pt idx="25215">
                  <c:v>0.97274074074074079</c:v>
                </c:pt>
                <c:pt idx="25216">
                  <c:v>0.97274074074074079</c:v>
                </c:pt>
                <c:pt idx="25217">
                  <c:v>0.97274074074074079</c:v>
                </c:pt>
                <c:pt idx="25218">
                  <c:v>0.97288888888888891</c:v>
                </c:pt>
                <c:pt idx="25219">
                  <c:v>0.97288888888888891</c:v>
                </c:pt>
                <c:pt idx="25220">
                  <c:v>0.97288888888888891</c:v>
                </c:pt>
                <c:pt idx="25221">
                  <c:v>0.97288888888888891</c:v>
                </c:pt>
                <c:pt idx="25222">
                  <c:v>0.97288888888888891</c:v>
                </c:pt>
                <c:pt idx="25223">
                  <c:v>0.97288888888888891</c:v>
                </c:pt>
                <c:pt idx="25224">
                  <c:v>0.97288888888888891</c:v>
                </c:pt>
                <c:pt idx="25225">
                  <c:v>0.97288888888888891</c:v>
                </c:pt>
                <c:pt idx="25226">
                  <c:v>0.97303703703703703</c:v>
                </c:pt>
                <c:pt idx="25227">
                  <c:v>0.97303703703703703</c:v>
                </c:pt>
                <c:pt idx="25228">
                  <c:v>0.97303703703703703</c:v>
                </c:pt>
                <c:pt idx="25229">
                  <c:v>0.97303703703703703</c:v>
                </c:pt>
                <c:pt idx="25230">
                  <c:v>0.97303703703703703</c:v>
                </c:pt>
                <c:pt idx="25231">
                  <c:v>0.97303703703703703</c:v>
                </c:pt>
                <c:pt idx="25232">
                  <c:v>0.97303703703703703</c:v>
                </c:pt>
                <c:pt idx="25233">
                  <c:v>0.97318518518518515</c:v>
                </c:pt>
                <c:pt idx="25234">
                  <c:v>0.97318518518518515</c:v>
                </c:pt>
                <c:pt idx="25235">
                  <c:v>0.97318518518518515</c:v>
                </c:pt>
                <c:pt idx="25236">
                  <c:v>0.97318518518518515</c:v>
                </c:pt>
                <c:pt idx="25237">
                  <c:v>0.97318518518518515</c:v>
                </c:pt>
                <c:pt idx="25238">
                  <c:v>0.97318518518518515</c:v>
                </c:pt>
                <c:pt idx="25239">
                  <c:v>0.97318518518518515</c:v>
                </c:pt>
                <c:pt idx="25240">
                  <c:v>0.97318518518518515</c:v>
                </c:pt>
                <c:pt idx="25241">
                  <c:v>0.97318518518518515</c:v>
                </c:pt>
                <c:pt idx="25242">
                  <c:v>0.97318518518518515</c:v>
                </c:pt>
                <c:pt idx="25243">
                  <c:v>0.97318518518518515</c:v>
                </c:pt>
                <c:pt idx="25244">
                  <c:v>0.97318518518518515</c:v>
                </c:pt>
                <c:pt idx="25245">
                  <c:v>0.97318518518518515</c:v>
                </c:pt>
                <c:pt idx="25246">
                  <c:v>0.97333333333333338</c:v>
                </c:pt>
                <c:pt idx="25247">
                  <c:v>0.97333333333333338</c:v>
                </c:pt>
                <c:pt idx="25248">
                  <c:v>0.97333333333333338</c:v>
                </c:pt>
                <c:pt idx="25249">
                  <c:v>0.97333333333333338</c:v>
                </c:pt>
                <c:pt idx="25250">
                  <c:v>0.97333333333333338</c:v>
                </c:pt>
                <c:pt idx="25251">
                  <c:v>0.97333333333333338</c:v>
                </c:pt>
                <c:pt idx="25252">
                  <c:v>0.9734814814814815</c:v>
                </c:pt>
                <c:pt idx="25253">
                  <c:v>0.9734814814814815</c:v>
                </c:pt>
                <c:pt idx="25254">
                  <c:v>0.9734814814814815</c:v>
                </c:pt>
                <c:pt idx="25255">
                  <c:v>0.9734814814814815</c:v>
                </c:pt>
                <c:pt idx="25256">
                  <c:v>0.9734814814814815</c:v>
                </c:pt>
                <c:pt idx="25257">
                  <c:v>0.9734814814814815</c:v>
                </c:pt>
                <c:pt idx="25258">
                  <c:v>0.9734814814814815</c:v>
                </c:pt>
                <c:pt idx="25259">
                  <c:v>0.9734814814814815</c:v>
                </c:pt>
                <c:pt idx="25260">
                  <c:v>0.9734814814814815</c:v>
                </c:pt>
                <c:pt idx="25261">
                  <c:v>0.9734814814814815</c:v>
                </c:pt>
                <c:pt idx="25262">
                  <c:v>0.9734814814814815</c:v>
                </c:pt>
                <c:pt idx="25263">
                  <c:v>0.9734814814814815</c:v>
                </c:pt>
                <c:pt idx="25264">
                  <c:v>0.9734814814814815</c:v>
                </c:pt>
                <c:pt idx="25265">
                  <c:v>0.9734814814814815</c:v>
                </c:pt>
                <c:pt idx="25266">
                  <c:v>0.9734814814814815</c:v>
                </c:pt>
                <c:pt idx="25267">
                  <c:v>0.9734814814814815</c:v>
                </c:pt>
                <c:pt idx="25268">
                  <c:v>0.9734814814814815</c:v>
                </c:pt>
                <c:pt idx="25269">
                  <c:v>0.97362962962962962</c:v>
                </c:pt>
                <c:pt idx="25270">
                  <c:v>0.97362962962962962</c:v>
                </c:pt>
                <c:pt idx="25271">
                  <c:v>0.97362962962962962</c:v>
                </c:pt>
                <c:pt idx="25272">
                  <c:v>0.97377777777777774</c:v>
                </c:pt>
                <c:pt idx="25273">
                  <c:v>0.97377777777777774</c:v>
                </c:pt>
                <c:pt idx="25274">
                  <c:v>0.97377777777777774</c:v>
                </c:pt>
                <c:pt idx="25275">
                  <c:v>0.97377777777777774</c:v>
                </c:pt>
                <c:pt idx="25276">
                  <c:v>0.97377777777777774</c:v>
                </c:pt>
                <c:pt idx="25277">
                  <c:v>0.97377777777777774</c:v>
                </c:pt>
                <c:pt idx="25278">
                  <c:v>0.97392592592592597</c:v>
                </c:pt>
                <c:pt idx="25279">
                  <c:v>0.97392592592592597</c:v>
                </c:pt>
                <c:pt idx="25280">
                  <c:v>0.97392592592592597</c:v>
                </c:pt>
                <c:pt idx="25281">
                  <c:v>0.97392592592592597</c:v>
                </c:pt>
                <c:pt idx="25282">
                  <c:v>0.97392592592592597</c:v>
                </c:pt>
                <c:pt idx="25283">
                  <c:v>0.97392592592592597</c:v>
                </c:pt>
                <c:pt idx="25284">
                  <c:v>0.97392592592592597</c:v>
                </c:pt>
                <c:pt idx="25285">
                  <c:v>0.97392592592592597</c:v>
                </c:pt>
                <c:pt idx="25286">
                  <c:v>0.97392592592592597</c:v>
                </c:pt>
                <c:pt idx="25287">
                  <c:v>0.97392592592592597</c:v>
                </c:pt>
                <c:pt idx="25288">
                  <c:v>0.97392592592592597</c:v>
                </c:pt>
                <c:pt idx="25289">
                  <c:v>0.97392592592592597</c:v>
                </c:pt>
                <c:pt idx="25290">
                  <c:v>0.97392592592592597</c:v>
                </c:pt>
                <c:pt idx="25291">
                  <c:v>0.97392592592592597</c:v>
                </c:pt>
                <c:pt idx="25292">
                  <c:v>0.97392592592592597</c:v>
                </c:pt>
                <c:pt idx="25293">
                  <c:v>0.97392592592592597</c:v>
                </c:pt>
                <c:pt idx="25294">
                  <c:v>0.97392592592592597</c:v>
                </c:pt>
                <c:pt idx="25295">
                  <c:v>0.97392592592592597</c:v>
                </c:pt>
                <c:pt idx="25296">
                  <c:v>0.97392592592592597</c:v>
                </c:pt>
                <c:pt idx="25297">
                  <c:v>0.97407407407407409</c:v>
                </c:pt>
                <c:pt idx="25298">
                  <c:v>0.97407407407407409</c:v>
                </c:pt>
                <c:pt idx="25299">
                  <c:v>0.97407407407407409</c:v>
                </c:pt>
                <c:pt idx="25300">
                  <c:v>0.97407407407407409</c:v>
                </c:pt>
                <c:pt idx="25301">
                  <c:v>0.97407407407407409</c:v>
                </c:pt>
                <c:pt idx="25302">
                  <c:v>0.97407407407407409</c:v>
                </c:pt>
                <c:pt idx="25303">
                  <c:v>0.97407407407407409</c:v>
                </c:pt>
                <c:pt idx="25304">
                  <c:v>0.97407407407407409</c:v>
                </c:pt>
                <c:pt idx="25305">
                  <c:v>0.97407407407407409</c:v>
                </c:pt>
                <c:pt idx="25306">
                  <c:v>0.97422222222222221</c:v>
                </c:pt>
                <c:pt idx="25307">
                  <c:v>0.97422222222222221</c:v>
                </c:pt>
                <c:pt idx="25308">
                  <c:v>0.97422222222222221</c:v>
                </c:pt>
                <c:pt idx="25309">
                  <c:v>0.97422222222222221</c:v>
                </c:pt>
                <c:pt idx="25310">
                  <c:v>0.97437037037037033</c:v>
                </c:pt>
                <c:pt idx="25311">
                  <c:v>0.97437037037037033</c:v>
                </c:pt>
                <c:pt idx="25312">
                  <c:v>0.97437037037037033</c:v>
                </c:pt>
                <c:pt idx="25313">
                  <c:v>0.97437037037037033</c:v>
                </c:pt>
                <c:pt idx="25314">
                  <c:v>0.97437037037037033</c:v>
                </c:pt>
                <c:pt idx="25315">
                  <c:v>0.97437037037037033</c:v>
                </c:pt>
                <c:pt idx="25316">
                  <c:v>0.97437037037037033</c:v>
                </c:pt>
                <c:pt idx="25317">
                  <c:v>0.97437037037037033</c:v>
                </c:pt>
                <c:pt idx="25318">
                  <c:v>0.97437037037037033</c:v>
                </c:pt>
                <c:pt idx="25319">
                  <c:v>0.97451851851851856</c:v>
                </c:pt>
                <c:pt idx="25320">
                  <c:v>0.97451851851851856</c:v>
                </c:pt>
                <c:pt idx="25321">
                  <c:v>0.97451851851851856</c:v>
                </c:pt>
                <c:pt idx="25322">
                  <c:v>0.97466666666666668</c:v>
                </c:pt>
                <c:pt idx="25323">
                  <c:v>0.97466666666666668</c:v>
                </c:pt>
                <c:pt idx="25324">
                  <c:v>0.97466666666666668</c:v>
                </c:pt>
                <c:pt idx="25325">
                  <c:v>0.97466666666666668</c:v>
                </c:pt>
                <c:pt idx="25326">
                  <c:v>0.97466666666666668</c:v>
                </c:pt>
                <c:pt idx="25327">
                  <c:v>0.97466666666666668</c:v>
                </c:pt>
                <c:pt idx="25328">
                  <c:v>0.9748148148148148</c:v>
                </c:pt>
                <c:pt idx="25329">
                  <c:v>0.9748148148148148</c:v>
                </c:pt>
                <c:pt idx="25330">
                  <c:v>0.97496296296296292</c:v>
                </c:pt>
                <c:pt idx="25331">
                  <c:v>0.97496296296296292</c:v>
                </c:pt>
                <c:pt idx="25332">
                  <c:v>0.97496296296296292</c:v>
                </c:pt>
                <c:pt idx="25333">
                  <c:v>0.97496296296296292</c:v>
                </c:pt>
                <c:pt idx="25334">
                  <c:v>0.97496296296296292</c:v>
                </c:pt>
                <c:pt idx="25335">
                  <c:v>0.97496296296296292</c:v>
                </c:pt>
                <c:pt idx="25336">
                  <c:v>0.97511111111111115</c:v>
                </c:pt>
                <c:pt idx="25337">
                  <c:v>0.97511111111111115</c:v>
                </c:pt>
                <c:pt idx="25338">
                  <c:v>0.97511111111111115</c:v>
                </c:pt>
                <c:pt idx="25339">
                  <c:v>0.97511111111111115</c:v>
                </c:pt>
                <c:pt idx="25340">
                  <c:v>0.97511111111111115</c:v>
                </c:pt>
                <c:pt idx="25341">
                  <c:v>0.97525925925925927</c:v>
                </c:pt>
                <c:pt idx="25342">
                  <c:v>0.97540740740740739</c:v>
                </c:pt>
                <c:pt idx="25343">
                  <c:v>0.97540740740740739</c:v>
                </c:pt>
                <c:pt idx="25344">
                  <c:v>0.97555555555555551</c:v>
                </c:pt>
                <c:pt idx="25345">
                  <c:v>0.97555555555555551</c:v>
                </c:pt>
                <c:pt idx="25346">
                  <c:v>0.97555555555555551</c:v>
                </c:pt>
                <c:pt idx="25347">
                  <c:v>0.97555555555555551</c:v>
                </c:pt>
                <c:pt idx="25348">
                  <c:v>0.97555555555555551</c:v>
                </c:pt>
                <c:pt idx="25349">
                  <c:v>0.97570370370370374</c:v>
                </c:pt>
                <c:pt idx="25350">
                  <c:v>0.97585185185185186</c:v>
                </c:pt>
                <c:pt idx="25351">
                  <c:v>0.97585185185185186</c:v>
                </c:pt>
                <c:pt idx="25352">
                  <c:v>0.97585185185185186</c:v>
                </c:pt>
                <c:pt idx="25353">
                  <c:v>0.97585185185185186</c:v>
                </c:pt>
                <c:pt idx="25354">
                  <c:v>0.97599999999999998</c:v>
                </c:pt>
                <c:pt idx="25355">
                  <c:v>0.97599999999999998</c:v>
                </c:pt>
                <c:pt idx="25356">
                  <c:v>0.97599999999999998</c:v>
                </c:pt>
                <c:pt idx="25357">
                  <c:v>0.97599999999999998</c:v>
                </c:pt>
                <c:pt idx="25358">
                  <c:v>0.97599999999999998</c:v>
                </c:pt>
                <c:pt idx="25359">
                  <c:v>0.9761481481481481</c:v>
                </c:pt>
                <c:pt idx="25360">
                  <c:v>0.9761481481481481</c:v>
                </c:pt>
                <c:pt idx="25361">
                  <c:v>0.97629629629629633</c:v>
                </c:pt>
                <c:pt idx="25362">
                  <c:v>0.97629629629629633</c:v>
                </c:pt>
                <c:pt idx="25363">
                  <c:v>0.97629629629629633</c:v>
                </c:pt>
                <c:pt idx="25364">
                  <c:v>0.97629629629629633</c:v>
                </c:pt>
                <c:pt idx="25365">
                  <c:v>0.97629629629629633</c:v>
                </c:pt>
                <c:pt idx="25366">
                  <c:v>0.97629629629629633</c:v>
                </c:pt>
                <c:pt idx="25367">
                  <c:v>0.97629629629629633</c:v>
                </c:pt>
                <c:pt idx="25368">
                  <c:v>0.97629629629629633</c:v>
                </c:pt>
                <c:pt idx="25369">
                  <c:v>0.97629629629629633</c:v>
                </c:pt>
                <c:pt idx="25370">
                  <c:v>0.97629629629629633</c:v>
                </c:pt>
                <c:pt idx="25371">
                  <c:v>0.97629629629629633</c:v>
                </c:pt>
                <c:pt idx="25372">
                  <c:v>0.97629629629629633</c:v>
                </c:pt>
                <c:pt idx="25373">
                  <c:v>0.97629629629629633</c:v>
                </c:pt>
                <c:pt idx="25374">
                  <c:v>0.97629629629629633</c:v>
                </c:pt>
                <c:pt idx="25375">
                  <c:v>0.97629629629629633</c:v>
                </c:pt>
                <c:pt idx="25376">
                  <c:v>0.97644444444444445</c:v>
                </c:pt>
                <c:pt idx="25377">
                  <c:v>0.97644444444444445</c:v>
                </c:pt>
                <c:pt idx="25378">
                  <c:v>0.97644444444444445</c:v>
                </c:pt>
                <c:pt idx="25379">
                  <c:v>0.97644444444444445</c:v>
                </c:pt>
                <c:pt idx="25380">
                  <c:v>0.97644444444444445</c:v>
                </c:pt>
                <c:pt idx="25381">
                  <c:v>0.97644444444444445</c:v>
                </c:pt>
                <c:pt idx="25382">
                  <c:v>0.97659259259259257</c:v>
                </c:pt>
                <c:pt idx="25383">
                  <c:v>0.97659259259259257</c:v>
                </c:pt>
                <c:pt idx="25384">
                  <c:v>0.97659259259259257</c:v>
                </c:pt>
                <c:pt idx="25385">
                  <c:v>0.97659259259259257</c:v>
                </c:pt>
                <c:pt idx="25386">
                  <c:v>0.97659259259259257</c:v>
                </c:pt>
                <c:pt idx="25387">
                  <c:v>0.97674074074074069</c:v>
                </c:pt>
                <c:pt idx="25388">
                  <c:v>0.97674074074074069</c:v>
                </c:pt>
                <c:pt idx="25389">
                  <c:v>0.97688888888888892</c:v>
                </c:pt>
                <c:pt idx="25390">
                  <c:v>0.97688888888888892</c:v>
                </c:pt>
                <c:pt idx="25391">
                  <c:v>0.97703703703703704</c:v>
                </c:pt>
                <c:pt idx="25392">
                  <c:v>0.97703703703703704</c:v>
                </c:pt>
                <c:pt idx="25393">
                  <c:v>0.97703703703703704</c:v>
                </c:pt>
                <c:pt idx="25394">
                  <c:v>0.97718518518518516</c:v>
                </c:pt>
                <c:pt idx="25395">
                  <c:v>0.97718518518518516</c:v>
                </c:pt>
                <c:pt idx="25396">
                  <c:v>0.97718518518518516</c:v>
                </c:pt>
                <c:pt idx="25397">
                  <c:v>0.97718518518518516</c:v>
                </c:pt>
                <c:pt idx="25398">
                  <c:v>0.97718518518518516</c:v>
                </c:pt>
                <c:pt idx="25399">
                  <c:v>0.97718518518518516</c:v>
                </c:pt>
                <c:pt idx="25400">
                  <c:v>0.97733333333333339</c:v>
                </c:pt>
                <c:pt idx="25401">
                  <c:v>0.97733333333333339</c:v>
                </c:pt>
                <c:pt idx="25402">
                  <c:v>0.97733333333333339</c:v>
                </c:pt>
                <c:pt idx="25403">
                  <c:v>0.97733333333333339</c:v>
                </c:pt>
                <c:pt idx="25404">
                  <c:v>0.97733333333333339</c:v>
                </c:pt>
                <c:pt idx="25405">
                  <c:v>0.97733333333333339</c:v>
                </c:pt>
                <c:pt idx="25406">
                  <c:v>0.97733333333333339</c:v>
                </c:pt>
                <c:pt idx="25407">
                  <c:v>0.97733333333333339</c:v>
                </c:pt>
                <c:pt idx="25408">
                  <c:v>0.97733333333333339</c:v>
                </c:pt>
                <c:pt idx="25409">
                  <c:v>0.97733333333333339</c:v>
                </c:pt>
                <c:pt idx="25410">
                  <c:v>0.97733333333333339</c:v>
                </c:pt>
                <c:pt idx="25411">
                  <c:v>0.97733333333333339</c:v>
                </c:pt>
                <c:pt idx="25412">
                  <c:v>0.97748148148148151</c:v>
                </c:pt>
                <c:pt idx="25413">
                  <c:v>0.97748148148148151</c:v>
                </c:pt>
                <c:pt idx="25414">
                  <c:v>0.97762962962962963</c:v>
                </c:pt>
                <c:pt idx="25415">
                  <c:v>0.97762962962962963</c:v>
                </c:pt>
                <c:pt idx="25416">
                  <c:v>0.97762962962962963</c:v>
                </c:pt>
                <c:pt idx="25417">
                  <c:v>0.97762962962962963</c:v>
                </c:pt>
                <c:pt idx="25418">
                  <c:v>0.97762962962962963</c:v>
                </c:pt>
                <c:pt idx="25419">
                  <c:v>0.97762962962962963</c:v>
                </c:pt>
                <c:pt idx="25420">
                  <c:v>0.97762962962962963</c:v>
                </c:pt>
                <c:pt idx="25421">
                  <c:v>0.97762962962962963</c:v>
                </c:pt>
                <c:pt idx="25422">
                  <c:v>0.97777777777777775</c:v>
                </c:pt>
                <c:pt idx="25423">
                  <c:v>0.97777777777777775</c:v>
                </c:pt>
                <c:pt idx="25424">
                  <c:v>0.97777777777777775</c:v>
                </c:pt>
                <c:pt idx="25425">
                  <c:v>0.97777777777777775</c:v>
                </c:pt>
                <c:pt idx="25426">
                  <c:v>0.97777777777777775</c:v>
                </c:pt>
                <c:pt idx="25427">
                  <c:v>0.97777777777777775</c:v>
                </c:pt>
                <c:pt idx="25428">
                  <c:v>0.97777777777777775</c:v>
                </c:pt>
                <c:pt idx="25429">
                  <c:v>0.97792592592592598</c:v>
                </c:pt>
                <c:pt idx="25430">
                  <c:v>0.97792592592592598</c:v>
                </c:pt>
                <c:pt idx="25431">
                  <c:v>0.97792592592592598</c:v>
                </c:pt>
                <c:pt idx="25432">
                  <c:v>0.97792592592592598</c:v>
                </c:pt>
                <c:pt idx="25433">
                  <c:v>0.97792592592592598</c:v>
                </c:pt>
                <c:pt idx="25434">
                  <c:v>0.97792592592592598</c:v>
                </c:pt>
                <c:pt idx="25435">
                  <c:v>0.97792592592592598</c:v>
                </c:pt>
                <c:pt idx="25436">
                  <c:v>0.97792592592592598</c:v>
                </c:pt>
                <c:pt idx="25437">
                  <c:v>0.97792592592592598</c:v>
                </c:pt>
                <c:pt idx="25438">
                  <c:v>0.97792592592592598</c:v>
                </c:pt>
                <c:pt idx="25439">
                  <c:v>0.97792592592592598</c:v>
                </c:pt>
                <c:pt idx="25440">
                  <c:v>0.97792592592592598</c:v>
                </c:pt>
                <c:pt idx="25441">
                  <c:v>0.97792592592592598</c:v>
                </c:pt>
                <c:pt idx="25442">
                  <c:v>0.97792592592592598</c:v>
                </c:pt>
                <c:pt idx="25443">
                  <c:v>0.97792592592592598</c:v>
                </c:pt>
                <c:pt idx="25444">
                  <c:v>0.9780740740740741</c:v>
                </c:pt>
                <c:pt idx="25445">
                  <c:v>0.9780740740740741</c:v>
                </c:pt>
                <c:pt idx="25446">
                  <c:v>0.9780740740740741</c:v>
                </c:pt>
                <c:pt idx="25447">
                  <c:v>0.9780740740740741</c:v>
                </c:pt>
                <c:pt idx="25448">
                  <c:v>0.9780740740740741</c:v>
                </c:pt>
                <c:pt idx="25449">
                  <c:v>0.97822222222222222</c:v>
                </c:pt>
                <c:pt idx="25450">
                  <c:v>0.97822222222222222</c:v>
                </c:pt>
                <c:pt idx="25451">
                  <c:v>0.97822222222222222</c:v>
                </c:pt>
                <c:pt idx="25452">
                  <c:v>0.97822222222222222</c:v>
                </c:pt>
                <c:pt idx="25453">
                  <c:v>0.97822222222222222</c:v>
                </c:pt>
                <c:pt idx="25454">
                  <c:v>0.97822222222222222</c:v>
                </c:pt>
                <c:pt idx="25455">
                  <c:v>0.97822222222222222</c:v>
                </c:pt>
                <c:pt idx="25456">
                  <c:v>0.97822222222222222</c:v>
                </c:pt>
                <c:pt idx="25457">
                  <c:v>0.97822222222222222</c:v>
                </c:pt>
                <c:pt idx="25458">
                  <c:v>0.97822222222222222</c:v>
                </c:pt>
                <c:pt idx="25459">
                  <c:v>0.97822222222222222</c:v>
                </c:pt>
                <c:pt idx="25460">
                  <c:v>0.97822222222222222</c:v>
                </c:pt>
                <c:pt idx="25461">
                  <c:v>0.97822222222222222</c:v>
                </c:pt>
                <c:pt idx="25462">
                  <c:v>0.97822222222222222</c:v>
                </c:pt>
                <c:pt idx="25463">
                  <c:v>0.97822222222222222</c:v>
                </c:pt>
                <c:pt idx="25464">
                  <c:v>0.97822222222222222</c:v>
                </c:pt>
                <c:pt idx="25465">
                  <c:v>0.97822222222222222</c:v>
                </c:pt>
                <c:pt idx="25466">
                  <c:v>0.97822222222222222</c:v>
                </c:pt>
                <c:pt idx="25467">
                  <c:v>0.97837037037037033</c:v>
                </c:pt>
                <c:pt idx="25468">
                  <c:v>0.97837037037037033</c:v>
                </c:pt>
                <c:pt idx="25469">
                  <c:v>0.97837037037037033</c:v>
                </c:pt>
                <c:pt idx="25470">
                  <c:v>0.97837037037037033</c:v>
                </c:pt>
                <c:pt idx="25471">
                  <c:v>0.97837037037037033</c:v>
                </c:pt>
                <c:pt idx="25472">
                  <c:v>0.97837037037037033</c:v>
                </c:pt>
                <c:pt idx="25473">
                  <c:v>0.97837037037037033</c:v>
                </c:pt>
                <c:pt idx="25474">
                  <c:v>0.97837037037037033</c:v>
                </c:pt>
                <c:pt idx="25475">
                  <c:v>0.97837037037037033</c:v>
                </c:pt>
                <c:pt idx="25476">
                  <c:v>0.97837037037037033</c:v>
                </c:pt>
                <c:pt idx="25477">
                  <c:v>0.97837037037037033</c:v>
                </c:pt>
                <c:pt idx="25478">
                  <c:v>0.97837037037037033</c:v>
                </c:pt>
                <c:pt idx="25479">
                  <c:v>0.97851851851851857</c:v>
                </c:pt>
                <c:pt idx="25480">
                  <c:v>0.97851851851851857</c:v>
                </c:pt>
                <c:pt idx="25481">
                  <c:v>0.97851851851851857</c:v>
                </c:pt>
                <c:pt idx="25482">
                  <c:v>0.97866666666666668</c:v>
                </c:pt>
                <c:pt idx="25483">
                  <c:v>0.9788148148148148</c:v>
                </c:pt>
                <c:pt idx="25484">
                  <c:v>0.97896296296296292</c:v>
                </c:pt>
                <c:pt idx="25485">
                  <c:v>0.97896296296296292</c:v>
                </c:pt>
                <c:pt idx="25486">
                  <c:v>0.97896296296296292</c:v>
                </c:pt>
                <c:pt idx="25487">
                  <c:v>0.97911111111111115</c:v>
                </c:pt>
                <c:pt idx="25488">
                  <c:v>0.97911111111111115</c:v>
                </c:pt>
                <c:pt idx="25489">
                  <c:v>0.97911111111111115</c:v>
                </c:pt>
                <c:pt idx="25490">
                  <c:v>0.97911111111111115</c:v>
                </c:pt>
                <c:pt idx="25491">
                  <c:v>0.97911111111111115</c:v>
                </c:pt>
                <c:pt idx="25492">
                  <c:v>0.97911111111111115</c:v>
                </c:pt>
                <c:pt idx="25493">
                  <c:v>0.97911111111111115</c:v>
                </c:pt>
                <c:pt idx="25494">
                  <c:v>0.97911111111111115</c:v>
                </c:pt>
                <c:pt idx="25495">
                  <c:v>0.97911111111111115</c:v>
                </c:pt>
                <c:pt idx="25496">
                  <c:v>0.97911111111111115</c:v>
                </c:pt>
                <c:pt idx="25497">
                  <c:v>0.97911111111111115</c:v>
                </c:pt>
                <c:pt idx="25498">
                  <c:v>0.97911111111111115</c:v>
                </c:pt>
                <c:pt idx="25499">
                  <c:v>0.97911111111111115</c:v>
                </c:pt>
                <c:pt idx="25500">
                  <c:v>0.97911111111111115</c:v>
                </c:pt>
                <c:pt idx="25501">
                  <c:v>0.97911111111111115</c:v>
                </c:pt>
                <c:pt idx="25502">
                  <c:v>0.97911111111111115</c:v>
                </c:pt>
                <c:pt idx="25503">
                  <c:v>0.97911111111111115</c:v>
                </c:pt>
                <c:pt idx="25504">
                  <c:v>0.97911111111111115</c:v>
                </c:pt>
                <c:pt idx="25505">
                  <c:v>0.97911111111111115</c:v>
                </c:pt>
                <c:pt idx="25506">
                  <c:v>0.97911111111111115</c:v>
                </c:pt>
                <c:pt idx="25507">
                  <c:v>0.97911111111111115</c:v>
                </c:pt>
                <c:pt idx="25508">
                  <c:v>0.97925925925925927</c:v>
                </c:pt>
                <c:pt idx="25509">
                  <c:v>0.97925925925925927</c:v>
                </c:pt>
                <c:pt idx="25510">
                  <c:v>0.97925925925925927</c:v>
                </c:pt>
                <c:pt idx="25511">
                  <c:v>0.97925925925925927</c:v>
                </c:pt>
                <c:pt idx="25512">
                  <c:v>0.97925925925925927</c:v>
                </c:pt>
                <c:pt idx="25513">
                  <c:v>0.97925925925925927</c:v>
                </c:pt>
                <c:pt idx="25514">
                  <c:v>0.97925925925925927</c:v>
                </c:pt>
                <c:pt idx="25515">
                  <c:v>0.97925925925925927</c:v>
                </c:pt>
                <c:pt idx="25516">
                  <c:v>0.97940740740740739</c:v>
                </c:pt>
                <c:pt idx="25517">
                  <c:v>0.97940740740740739</c:v>
                </c:pt>
                <c:pt idx="25518">
                  <c:v>0.97955555555555551</c:v>
                </c:pt>
                <c:pt idx="25519">
                  <c:v>0.97955555555555551</c:v>
                </c:pt>
                <c:pt idx="25520">
                  <c:v>0.97955555555555551</c:v>
                </c:pt>
                <c:pt idx="25521">
                  <c:v>0.97955555555555551</c:v>
                </c:pt>
                <c:pt idx="25522">
                  <c:v>0.97955555555555551</c:v>
                </c:pt>
                <c:pt idx="25523">
                  <c:v>0.97970370370370374</c:v>
                </c:pt>
                <c:pt idx="25524">
                  <c:v>0.97970370370370374</c:v>
                </c:pt>
                <c:pt idx="25525">
                  <c:v>0.97970370370370374</c:v>
                </c:pt>
                <c:pt idx="25526">
                  <c:v>0.97985185185185186</c:v>
                </c:pt>
                <c:pt idx="25527">
                  <c:v>0.97985185185185186</c:v>
                </c:pt>
                <c:pt idx="25528">
                  <c:v>0.98</c:v>
                </c:pt>
                <c:pt idx="25529">
                  <c:v>0.98</c:v>
                </c:pt>
                <c:pt idx="25530">
                  <c:v>0.98</c:v>
                </c:pt>
                <c:pt idx="25531">
                  <c:v>0.98</c:v>
                </c:pt>
                <c:pt idx="25532">
                  <c:v>0.98</c:v>
                </c:pt>
                <c:pt idx="25533">
                  <c:v>0.98</c:v>
                </c:pt>
                <c:pt idx="25534">
                  <c:v>0.98</c:v>
                </c:pt>
                <c:pt idx="25535">
                  <c:v>0.9801481481481481</c:v>
                </c:pt>
                <c:pt idx="25536">
                  <c:v>0.9801481481481481</c:v>
                </c:pt>
                <c:pt idx="25537">
                  <c:v>0.9801481481481481</c:v>
                </c:pt>
                <c:pt idx="25538">
                  <c:v>0.9801481481481481</c:v>
                </c:pt>
                <c:pt idx="25539">
                  <c:v>0.9801481481481481</c:v>
                </c:pt>
                <c:pt idx="25540">
                  <c:v>0.98029629629629633</c:v>
                </c:pt>
                <c:pt idx="25541">
                  <c:v>0.98029629629629633</c:v>
                </c:pt>
                <c:pt idx="25542">
                  <c:v>0.98029629629629633</c:v>
                </c:pt>
                <c:pt idx="25543">
                  <c:v>0.98029629629629633</c:v>
                </c:pt>
                <c:pt idx="25544">
                  <c:v>0.98044444444444445</c:v>
                </c:pt>
                <c:pt idx="25545">
                  <c:v>0.98044444444444445</c:v>
                </c:pt>
                <c:pt idx="25546">
                  <c:v>0.98044444444444445</c:v>
                </c:pt>
                <c:pt idx="25547">
                  <c:v>0.98044444444444445</c:v>
                </c:pt>
                <c:pt idx="25548">
                  <c:v>0.98059259259259257</c:v>
                </c:pt>
                <c:pt idx="25549">
                  <c:v>0.98074074074074069</c:v>
                </c:pt>
                <c:pt idx="25550">
                  <c:v>0.98074074074074069</c:v>
                </c:pt>
                <c:pt idx="25551">
                  <c:v>0.98074074074074069</c:v>
                </c:pt>
                <c:pt idx="25552">
                  <c:v>0.98074074074074069</c:v>
                </c:pt>
                <c:pt idx="25553">
                  <c:v>0.98074074074074069</c:v>
                </c:pt>
                <c:pt idx="25554">
                  <c:v>0.98074074074074069</c:v>
                </c:pt>
                <c:pt idx="25555">
                  <c:v>0.98074074074074069</c:v>
                </c:pt>
                <c:pt idx="25556">
                  <c:v>0.98074074074074069</c:v>
                </c:pt>
                <c:pt idx="25557">
                  <c:v>0.98074074074074069</c:v>
                </c:pt>
                <c:pt idx="25558">
                  <c:v>0.98074074074074069</c:v>
                </c:pt>
                <c:pt idx="25559">
                  <c:v>0.98074074074074069</c:v>
                </c:pt>
                <c:pt idx="25560">
                  <c:v>0.98074074074074069</c:v>
                </c:pt>
                <c:pt idx="25561">
                  <c:v>0.98074074074074069</c:v>
                </c:pt>
                <c:pt idx="25562">
                  <c:v>0.98074074074074069</c:v>
                </c:pt>
                <c:pt idx="25563">
                  <c:v>0.98074074074074069</c:v>
                </c:pt>
                <c:pt idx="25564">
                  <c:v>0.98088888888888892</c:v>
                </c:pt>
                <c:pt idx="25565">
                  <c:v>0.98088888888888892</c:v>
                </c:pt>
                <c:pt idx="25566">
                  <c:v>0.98088888888888892</c:v>
                </c:pt>
                <c:pt idx="25567">
                  <c:v>0.98088888888888892</c:v>
                </c:pt>
                <c:pt idx="25568">
                  <c:v>0.98088888888888892</c:v>
                </c:pt>
                <c:pt idx="25569">
                  <c:v>0.98088888888888892</c:v>
                </c:pt>
                <c:pt idx="25570">
                  <c:v>0.98088888888888892</c:v>
                </c:pt>
                <c:pt idx="25571">
                  <c:v>0.98088888888888892</c:v>
                </c:pt>
                <c:pt idx="25572">
                  <c:v>0.98088888888888892</c:v>
                </c:pt>
                <c:pt idx="25573">
                  <c:v>0.98088888888888892</c:v>
                </c:pt>
                <c:pt idx="25574">
                  <c:v>0.98088888888888892</c:v>
                </c:pt>
                <c:pt idx="25575">
                  <c:v>0.98088888888888892</c:v>
                </c:pt>
                <c:pt idx="25576">
                  <c:v>0.98088888888888892</c:v>
                </c:pt>
                <c:pt idx="25577">
                  <c:v>0.98103703703703704</c:v>
                </c:pt>
                <c:pt idx="25578">
                  <c:v>0.98103703703703704</c:v>
                </c:pt>
                <c:pt idx="25579">
                  <c:v>0.98118518518518516</c:v>
                </c:pt>
                <c:pt idx="25580">
                  <c:v>0.98133333333333328</c:v>
                </c:pt>
                <c:pt idx="25581">
                  <c:v>0.98133333333333328</c:v>
                </c:pt>
                <c:pt idx="25582">
                  <c:v>0.98133333333333328</c:v>
                </c:pt>
                <c:pt idx="25583">
                  <c:v>0.98133333333333328</c:v>
                </c:pt>
                <c:pt idx="25584">
                  <c:v>0.98133333333333328</c:v>
                </c:pt>
                <c:pt idx="25585">
                  <c:v>0.98133333333333328</c:v>
                </c:pt>
                <c:pt idx="25586">
                  <c:v>0.98148148148148151</c:v>
                </c:pt>
                <c:pt idx="25587">
                  <c:v>0.98148148148148151</c:v>
                </c:pt>
                <c:pt idx="25588">
                  <c:v>0.98148148148148151</c:v>
                </c:pt>
                <c:pt idx="25589">
                  <c:v>0.98148148148148151</c:v>
                </c:pt>
                <c:pt idx="25590">
                  <c:v>0.98148148148148151</c:v>
                </c:pt>
                <c:pt idx="25591">
                  <c:v>0.98148148148148151</c:v>
                </c:pt>
                <c:pt idx="25592">
                  <c:v>0.98148148148148151</c:v>
                </c:pt>
                <c:pt idx="25593">
                  <c:v>0.98148148148148151</c:v>
                </c:pt>
                <c:pt idx="25594">
                  <c:v>0.98162962962962963</c:v>
                </c:pt>
                <c:pt idx="25595">
                  <c:v>0.98162962962962963</c:v>
                </c:pt>
                <c:pt idx="25596">
                  <c:v>0.98162962962962963</c:v>
                </c:pt>
                <c:pt idx="25597">
                  <c:v>0.98162962962962963</c:v>
                </c:pt>
                <c:pt idx="25598">
                  <c:v>0.98162962962962963</c:v>
                </c:pt>
                <c:pt idx="25599">
                  <c:v>0.98162962962962963</c:v>
                </c:pt>
                <c:pt idx="25600">
                  <c:v>0.98162962962962963</c:v>
                </c:pt>
                <c:pt idx="25601">
                  <c:v>0.98162962962962963</c:v>
                </c:pt>
                <c:pt idx="25602">
                  <c:v>0.98162962962962963</c:v>
                </c:pt>
                <c:pt idx="25603">
                  <c:v>0.98162962962962963</c:v>
                </c:pt>
                <c:pt idx="25604">
                  <c:v>0.98177777777777775</c:v>
                </c:pt>
                <c:pt idx="25605">
                  <c:v>0.98177777777777775</c:v>
                </c:pt>
                <c:pt idx="25606">
                  <c:v>0.98177777777777775</c:v>
                </c:pt>
                <c:pt idx="25607">
                  <c:v>0.98192592592592598</c:v>
                </c:pt>
                <c:pt idx="25608">
                  <c:v>0.9820740740740741</c:v>
                </c:pt>
                <c:pt idx="25609">
                  <c:v>0.98222222222222222</c:v>
                </c:pt>
                <c:pt idx="25610">
                  <c:v>0.98237037037037034</c:v>
                </c:pt>
                <c:pt idx="25611">
                  <c:v>0.98237037037037034</c:v>
                </c:pt>
                <c:pt idx="25612">
                  <c:v>0.98237037037037034</c:v>
                </c:pt>
                <c:pt idx="25613">
                  <c:v>0.98237037037037034</c:v>
                </c:pt>
                <c:pt idx="25614">
                  <c:v>0.98251851851851857</c:v>
                </c:pt>
                <c:pt idx="25615">
                  <c:v>0.98251851851851857</c:v>
                </c:pt>
                <c:pt idx="25616">
                  <c:v>0.98266666666666669</c:v>
                </c:pt>
                <c:pt idx="25617">
                  <c:v>0.98266666666666669</c:v>
                </c:pt>
                <c:pt idx="25618">
                  <c:v>0.98266666666666669</c:v>
                </c:pt>
                <c:pt idx="25619">
                  <c:v>0.98266666666666669</c:v>
                </c:pt>
                <c:pt idx="25620">
                  <c:v>0.98281481481481481</c:v>
                </c:pt>
                <c:pt idx="25621">
                  <c:v>0.98281481481481481</c:v>
                </c:pt>
                <c:pt idx="25622">
                  <c:v>0.98281481481481481</c:v>
                </c:pt>
                <c:pt idx="25623">
                  <c:v>0.98281481481481481</c:v>
                </c:pt>
                <c:pt idx="25624">
                  <c:v>0.98281481481481481</c:v>
                </c:pt>
                <c:pt idx="25625">
                  <c:v>0.98281481481481481</c:v>
                </c:pt>
                <c:pt idx="25626">
                  <c:v>0.98281481481481481</c:v>
                </c:pt>
                <c:pt idx="25627">
                  <c:v>0.98281481481481481</c:v>
                </c:pt>
                <c:pt idx="25628">
                  <c:v>0.98296296296296293</c:v>
                </c:pt>
                <c:pt idx="25629">
                  <c:v>0.98296296296296293</c:v>
                </c:pt>
                <c:pt idx="25630">
                  <c:v>0.98296296296296293</c:v>
                </c:pt>
                <c:pt idx="25631">
                  <c:v>0.98296296296296293</c:v>
                </c:pt>
                <c:pt idx="25632">
                  <c:v>0.98296296296296293</c:v>
                </c:pt>
                <c:pt idx="25633">
                  <c:v>0.98311111111111116</c:v>
                </c:pt>
                <c:pt idx="25634">
                  <c:v>0.98311111111111116</c:v>
                </c:pt>
                <c:pt idx="25635">
                  <c:v>0.98311111111111116</c:v>
                </c:pt>
                <c:pt idx="25636">
                  <c:v>0.98311111111111116</c:v>
                </c:pt>
                <c:pt idx="25637">
                  <c:v>0.98311111111111116</c:v>
                </c:pt>
                <c:pt idx="25638">
                  <c:v>0.98311111111111116</c:v>
                </c:pt>
                <c:pt idx="25639">
                  <c:v>0.98311111111111116</c:v>
                </c:pt>
                <c:pt idx="25640">
                  <c:v>0.98311111111111116</c:v>
                </c:pt>
                <c:pt idx="25641">
                  <c:v>0.98311111111111116</c:v>
                </c:pt>
                <c:pt idx="25642">
                  <c:v>0.98311111111111116</c:v>
                </c:pt>
                <c:pt idx="25643">
                  <c:v>0.98325925925925928</c:v>
                </c:pt>
                <c:pt idx="25644">
                  <c:v>0.98325925925925928</c:v>
                </c:pt>
                <c:pt idx="25645">
                  <c:v>0.9834074074074074</c:v>
                </c:pt>
                <c:pt idx="25646">
                  <c:v>0.9834074074074074</c:v>
                </c:pt>
                <c:pt idx="25647">
                  <c:v>0.9834074074074074</c:v>
                </c:pt>
                <c:pt idx="25648">
                  <c:v>0.9834074074074074</c:v>
                </c:pt>
                <c:pt idx="25649">
                  <c:v>0.9834074074074074</c:v>
                </c:pt>
                <c:pt idx="25650">
                  <c:v>0.9834074074074074</c:v>
                </c:pt>
                <c:pt idx="25651">
                  <c:v>0.9834074074074074</c:v>
                </c:pt>
                <c:pt idx="25652">
                  <c:v>0.9834074074074074</c:v>
                </c:pt>
                <c:pt idx="25653">
                  <c:v>0.9834074074074074</c:v>
                </c:pt>
                <c:pt idx="25654">
                  <c:v>0.98355555555555552</c:v>
                </c:pt>
                <c:pt idx="25655">
                  <c:v>0.98355555555555552</c:v>
                </c:pt>
                <c:pt idx="25656">
                  <c:v>0.98355555555555552</c:v>
                </c:pt>
                <c:pt idx="25657">
                  <c:v>0.98355555555555552</c:v>
                </c:pt>
                <c:pt idx="25658">
                  <c:v>0.98355555555555552</c:v>
                </c:pt>
                <c:pt idx="25659">
                  <c:v>0.98355555555555552</c:v>
                </c:pt>
                <c:pt idx="25660">
                  <c:v>0.98355555555555552</c:v>
                </c:pt>
                <c:pt idx="25661">
                  <c:v>0.98355555555555552</c:v>
                </c:pt>
                <c:pt idx="25662">
                  <c:v>0.98355555555555552</c:v>
                </c:pt>
                <c:pt idx="25663">
                  <c:v>0.98370370370370375</c:v>
                </c:pt>
                <c:pt idx="25664">
                  <c:v>0.98370370370370375</c:v>
                </c:pt>
                <c:pt idx="25665">
                  <c:v>0.98385185185185187</c:v>
                </c:pt>
                <c:pt idx="25666">
                  <c:v>0.98385185185185187</c:v>
                </c:pt>
                <c:pt idx="25667">
                  <c:v>0.98385185185185187</c:v>
                </c:pt>
                <c:pt idx="25668">
                  <c:v>0.98399999999999999</c:v>
                </c:pt>
                <c:pt idx="25669">
                  <c:v>0.98399999999999999</c:v>
                </c:pt>
                <c:pt idx="25670">
                  <c:v>0.98399999999999999</c:v>
                </c:pt>
                <c:pt idx="25671">
                  <c:v>0.98399999999999999</c:v>
                </c:pt>
                <c:pt idx="25672">
                  <c:v>0.98399999999999999</c:v>
                </c:pt>
                <c:pt idx="25673">
                  <c:v>0.98414814814814811</c:v>
                </c:pt>
                <c:pt idx="25674">
                  <c:v>0.98414814814814811</c:v>
                </c:pt>
                <c:pt idx="25675">
                  <c:v>0.98414814814814811</c:v>
                </c:pt>
                <c:pt idx="25676">
                  <c:v>0.98414814814814811</c:v>
                </c:pt>
                <c:pt idx="25677">
                  <c:v>0.98414814814814811</c:v>
                </c:pt>
                <c:pt idx="25678">
                  <c:v>0.98414814814814811</c:v>
                </c:pt>
                <c:pt idx="25679">
                  <c:v>0.98429629629629634</c:v>
                </c:pt>
                <c:pt idx="25680">
                  <c:v>0.98444444444444446</c:v>
                </c:pt>
                <c:pt idx="25681">
                  <c:v>0.98444444444444446</c:v>
                </c:pt>
                <c:pt idx="25682">
                  <c:v>0.98444444444444446</c:v>
                </c:pt>
                <c:pt idx="25683">
                  <c:v>0.98459259259259257</c:v>
                </c:pt>
                <c:pt idx="25684">
                  <c:v>0.98474074074074069</c:v>
                </c:pt>
                <c:pt idx="25685">
                  <c:v>0.98474074074074069</c:v>
                </c:pt>
                <c:pt idx="25686">
                  <c:v>0.98488888888888892</c:v>
                </c:pt>
                <c:pt idx="25687">
                  <c:v>0.98488888888888892</c:v>
                </c:pt>
                <c:pt idx="25688">
                  <c:v>0.98488888888888892</c:v>
                </c:pt>
                <c:pt idx="25689">
                  <c:v>0.98488888888888892</c:v>
                </c:pt>
                <c:pt idx="25690">
                  <c:v>0.98488888888888892</c:v>
                </c:pt>
                <c:pt idx="25691">
                  <c:v>0.98488888888888892</c:v>
                </c:pt>
                <c:pt idx="25692">
                  <c:v>0.98488888888888892</c:v>
                </c:pt>
                <c:pt idx="25693">
                  <c:v>0.98488888888888892</c:v>
                </c:pt>
                <c:pt idx="25694">
                  <c:v>0.98488888888888892</c:v>
                </c:pt>
                <c:pt idx="25695">
                  <c:v>0.98488888888888892</c:v>
                </c:pt>
                <c:pt idx="25696">
                  <c:v>0.98488888888888892</c:v>
                </c:pt>
                <c:pt idx="25697">
                  <c:v>0.98488888888888892</c:v>
                </c:pt>
                <c:pt idx="25698">
                  <c:v>0.98503703703703704</c:v>
                </c:pt>
                <c:pt idx="25699">
                  <c:v>0.98503703703703704</c:v>
                </c:pt>
                <c:pt idx="25700">
                  <c:v>0.98503703703703704</c:v>
                </c:pt>
                <c:pt idx="25701">
                  <c:v>0.98503703703703704</c:v>
                </c:pt>
                <c:pt idx="25702">
                  <c:v>0.98518518518518516</c:v>
                </c:pt>
                <c:pt idx="25703">
                  <c:v>0.98518518518518516</c:v>
                </c:pt>
                <c:pt idx="25704">
                  <c:v>0.98518518518518516</c:v>
                </c:pt>
                <c:pt idx="25705">
                  <c:v>0.98533333333333328</c:v>
                </c:pt>
                <c:pt idx="25706">
                  <c:v>0.98533333333333328</c:v>
                </c:pt>
                <c:pt idx="25707">
                  <c:v>0.98533333333333328</c:v>
                </c:pt>
                <c:pt idx="25708">
                  <c:v>0.98533333333333328</c:v>
                </c:pt>
                <c:pt idx="25709">
                  <c:v>0.98548148148148151</c:v>
                </c:pt>
                <c:pt idx="25710">
                  <c:v>0.98548148148148151</c:v>
                </c:pt>
                <c:pt idx="25711">
                  <c:v>0.98548148148148151</c:v>
                </c:pt>
                <c:pt idx="25712">
                  <c:v>0.98548148148148151</c:v>
                </c:pt>
                <c:pt idx="25713">
                  <c:v>0.98548148148148151</c:v>
                </c:pt>
                <c:pt idx="25714">
                  <c:v>0.98548148148148151</c:v>
                </c:pt>
                <c:pt idx="25715">
                  <c:v>0.98562962962962963</c:v>
                </c:pt>
                <c:pt idx="25716">
                  <c:v>0.98562962962962963</c:v>
                </c:pt>
                <c:pt idx="25717">
                  <c:v>0.98562962962962963</c:v>
                </c:pt>
                <c:pt idx="25718">
                  <c:v>0.98562962962962963</c:v>
                </c:pt>
                <c:pt idx="25719">
                  <c:v>0.98562962962962963</c:v>
                </c:pt>
                <c:pt idx="25720">
                  <c:v>0.98562962962962963</c:v>
                </c:pt>
                <c:pt idx="25721">
                  <c:v>0.98562962962962963</c:v>
                </c:pt>
                <c:pt idx="25722">
                  <c:v>0.98577777777777775</c:v>
                </c:pt>
                <c:pt idx="25723">
                  <c:v>0.98577777777777775</c:v>
                </c:pt>
                <c:pt idx="25724">
                  <c:v>0.98577777777777775</c:v>
                </c:pt>
                <c:pt idx="25725">
                  <c:v>0.98577777777777775</c:v>
                </c:pt>
                <c:pt idx="25726">
                  <c:v>0.98592592592592587</c:v>
                </c:pt>
                <c:pt idx="25727">
                  <c:v>0.98592592592592587</c:v>
                </c:pt>
                <c:pt idx="25728">
                  <c:v>0.98592592592592587</c:v>
                </c:pt>
                <c:pt idx="25729">
                  <c:v>0.98592592592592587</c:v>
                </c:pt>
                <c:pt idx="25730">
                  <c:v>0.98592592592592587</c:v>
                </c:pt>
                <c:pt idx="25731">
                  <c:v>0.98592592592592587</c:v>
                </c:pt>
                <c:pt idx="25732">
                  <c:v>0.98592592592592587</c:v>
                </c:pt>
                <c:pt idx="25733">
                  <c:v>0.98592592592592587</c:v>
                </c:pt>
                <c:pt idx="25734">
                  <c:v>0.98592592592592587</c:v>
                </c:pt>
                <c:pt idx="25735">
                  <c:v>0.9860740740740741</c:v>
                </c:pt>
                <c:pt idx="25736">
                  <c:v>0.9860740740740741</c:v>
                </c:pt>
                <c:pt idx="25737">
                  <c:v>0.9860740740740741</c:v>
                </c:pt>
                <c:pt idx="25738">
                  <c:v>0.9860740740740741</c:v>
                </c:pt>
                <c:pt idx="25739">
                  <c:v>0.9860740740740741</c:v>
                </c:pt>
                <c:pt idx="25740">
                  <c:v>0.9860740740740741</c:v>
                </c:pt>
                <c:pt idx="25741">
                  <c:v>0.9860740740740741</c:v>
                </c:pt>
                <c:pt idx="25742">
                  <c:v>0.9860740740740741</c:v>
                </c:pt>
                <c:pt idx="25743">
                  <c:v>0.9860740740740741</c:v>
                </c:pt>
                <c:pt idx="25744">
                  <c:v>0.9860740740740741</c:v>
                </c:pt>
                <c:pt idx="25745">
                  <c:v>0.9860740740740741</c:v>
                </c:pt>
                <c:pt idx="25746">
                  <c:v>0.9860740740740741</c:v>
                </c:pt>
                <c:pt idx="25747">
                  <c:v>0.98622222222222222</c:v>
                </c:pt>
                <c:pt idx="25748">
                  <c:v>0.98622222222222222</c:v>
                </c:pt>
                <c:pt idx="25749">
                  <c:v>0.98622222222222222</c:v>
                </c:pt>
                <c:pt idx="25750">
                  <c:v>0.98622222222222222</c:v>
                </c:pt>
                <c:pt idx="25751">
                  <c:v>0.98622222222222222</c:v>
                </c:pt>
                <c:pt idx="25752">
                  <c:v>0.98622222222222222</c:v>
                </c:pt>
                <c:pt idx="25753">
                  <c:v>0.98622222222222222</c:v>
                </c:pt>
                <c:pt idx="25754">
                  <c:v>0.98622222222222222</c:v>
                </c:pt>
                <c:pt idx="25755">
                  <c:v>0.98622222222222222</c:v>
                </c:pt>
                <c:pt idx="25756">
                  <c:v>0.98622222222222222</c:v>
                </c:pt>
                <c:pt idx="25757">
                  <c:v>0.98622222222222222</c:v>
                </c:pt>
                <c:pt idx="25758">
                  <c:v>0.98637037037037034</c:v>
                </c:pt>
                <c:pt idx="25759">
                  <c:v>0.98637037037037034</c:v>
                </c:pt>
                <c:pt idx="25760">
                  <c:v>0.98637037037037034</c:v>
                </c:pt>
                <c:pt idx="25761">
                  <c:v>0.98651851851851857</c:v>
                </c:pt>
                <c:pt idx="25762">
                  <c:v>0.98651851851851857</c:v>
                </c:pt>
                <c:pt idx="25763">
                  <c:v>0.98651851851851857</c:v>
                </c:pt>
                <c:pt idx="25764">
                  <c:v>0.98651851851851857</c:v>
                </c:pt>
                <c:pt idx="25765">
                  <c:v>0.98651851851851857</c:v>
                </c:pt>
                <c:pt idx="25766">
                  <c:v>0.98651851851851857</c:v>
                </c:pt>
                <c:pt idx="25767">
                  <c:v>0.98651851851851857</c:v>
                </c:pt>
                <c:pt idx="25768">
                  <c:v>0.98651851851851857</c:v>
                </c:pt>
                <c:pt idx="25769">
                  <c:v>0.98651851851851857</c:v>
                </c:pt>
                <c:pt idx="25770">
                  <c:v>0.98666666666666669</c:v>
                </c:pt>
                <c:pt idx="25771">
                  <c:v>0.98666666666666669</c:v>
                </c:pt>
                <c:pt idx="25772">
                  <c:v>0.98681481481481481</c:v>
                </c:pt>
                <c:pt idx="25773">
                  <c:v>0.98681481481481481</c:v>
                </c:pt>
                <c:pt idx="25774">
                  <c:v>0.98696296296296293</c:v>
                </c:pt>
                <c:pt idx="25775">
                  <c:v>0.98696296296296293</c:v>
                </c:pt>
                <c:pt idx="25776">
                  <c:v>0.98711111111111116</c:v>
                </c:pt>
                <c:pt idx="25777">
                  <c:v>0.98711111111111116</c:v>
                </c:pt>
                <c:pt idx="25778">
                  <c:v>0.98711111111111116</c:v>
                </c:pt>
                <c:pt idx="25779">
                  <c:v>0.98725925925925928</c:v>
                </c:pt>
                <c:pt idx="25780">
                  <c:v>0.98725925925925928</c:v>
                </c:pt>
                <c:pt idx="25781">
                  <c:v>0.98725925925925928</c:v>
                </c:pt>
                <c:pt idx="25782">
                  <c:v>0.98725925925925928</c:v>
                </c:pt>
                <c:pt idx="25783">
                  <c:v>0.98725925925925928</c:v>
                </c:pt>
                <c:pt idx="25784">
                  <c:v>0.98725925925925928</c:v>
                </c:pt>
                <c:pt idx="25785">
                  <c:v>0.98725925925925928</c:v>
                </c:pt>
                <c:pt idx="25786">
                  <c:v>0.98725925925925928</c:v>
                </c:pt>
                <c:pt idx="25787">
                  <c:v>0.98725925925925928</c:v>
                </c:pt>
                <c:pt idx="25788">
                  <c:v>0.98725925925925928</c:v>
                </c:pt>
                <c:pt idx="25789">
                  <c:v>0.98725925925925928</c:v>
                </c:pt>
                <c:pt idx="25790">
                  <c:v>0.9874074074074074</c:v>
                </c:pt>
                <c:pt idx="25791">
                  <c:v>0.9874074074074074</c:v>
                </c:pt>
                <c:pt idx="25792">
                  <c:v>0.9874074074074074</c:v>
                </c:pt>
                <c:pt idx="25793">
                  <c:v>0.9874074074074074</c:v>
                </c:pt>
                <c:pt idx="25794">
                  <c:v>0.9874074074074074</c:v>
                </c:pt>
                <c:pt idx="25795">
                  <c:v>0.9874074074074074</c:v>
                </c:pt>
                <c:pt idx="25796">
                  <c:v>0.9874074074074074</c:v>
                </c:pt>
                <c:pt idx="25797">
                  <c:v>0.98755555555555552</c:v>
                </c:pt>
                <c:pt idx="25798">
                  <c:v>0.98755555555555552</c:v>
                </c:pt>
                <c:pt idx="25799">
                  <c:v>0.98755555555555552</c:v>
                </c:pt>
                <c:pt idx="25800">
                  <c:v>0.98755555555555552</c:v>
                </c:pt>
                <c:pt idx="25801">
                  <c:v>0.98755555555555552</c:v>
                </c:pt>
                <c:pt idx="25802">
                  <c:v>0.98755555555555552</c:v>
                </c:pt>
                <c:pt idx="25803">
                  <c:v>0.98755555555555552</c:v>
                </c:pt>
                <c:pt idx="25804">
                  <c:v>0.98755555555555552</c:v>
                </c:pt>
                <c:pt idx="25805">
                  <c:v>0.98755555555555552</c:v>
                </c:pt>
                <c:pt idx="25806">
                  <c:v>0.98755555555555552</c:v>
                </c:pt>
                <c:pt idx="25807">
                  <c:v>0.98755555555555552</c:v>
                </c:pt>
                <c:pt idx="25808">
                  <c:v>0.98755555555555552</c:v>
                </c:pt>
                <c:pt idx="25809">
                  <c:v>0.98755555555555552</c:v>
                </c:pt>
                <c:pt idx="25810">
                  <c:v>0.98755555555555552</c:v>
                </c:pt>
                <c:pt idx="25811">
                  <c:v>0.98755555555555552</c:v>
                </c:pt>
                <c:pt idx="25812">
                  <c:v>0.98755555555555552</c:v>
                </c:pt>
                <c:pt idx="25813">
                  <c:v>0.98770370370370375</c:v>
                </c:pt>
                <c:pt idx="25814">
                  <c:v>0.98770370370370375</c:v>
                </c:pt>
                <c:pt idx="25815">
                  <c:v>0.98785185185185187</c:v>
                </c:pt>
                <c:pt idx="25816">
                  <c:v>0.98785185185185187</c:v>
                </c:pt>
                <c:pt idx="25817">
                  <c:v>0.98785185185185187</c:v>
                </c:pt>
                <c:pt idx="25818">
                  <c:v>0.98785185185185187</c:v>
                </c:pt>
                <c:pt idx="25819">
                  <c:v>0.98785185185185187</c:v>
                </c:pt>
                <c:pt idx="25820">
                  <c:v>0.98785185185185187</c:v>
                </c:pt>
                <c:pt idx="25821">
                  <c:v>0.98785185185185187</c:v>
                </c:pt>
                <c:pt idx="25822">
                  <c:v>0.98785185185185187</c:v>
                </c:pt>
                <c:pt idx="25823">
                  <c:v>0.98785185185185187</c:v>
                </c:pt>
                <c:pt idx="25824">
                  <c:v>0.98785185185185187</c:v>
                </c:pt>
                <c:pt idx="25825">
                  <c:v>0.98799999999999999</c:v>
                </c:pt>
                <c:pt idx="25826">
                  <c:v>0.98799999999999999</c:v>
                </c:pt>
                <c:pt idx="25827">
                  <c:v>0.98814814814814811</c:v>
                </c:pt>
                <c:pt idx="25828">
                  <c:v>0.98814814814814811</c:v>
                </c:pt>
                <c:pt idx="25829">
                  <c:v>0.98814814814814811</c:v>
                </c:pt>
                <c:pt idx="25830">
                  <c:v>0.98814814814814811</c:v>
                </c:pt>
                <c:pt idx="25831">
                  <c:v>0.98814814814814811</c:v>
                </c:pt>
                <c:pt idx="25832">
                  <c:v>0.98814814814814811</c:v>
                </c:pt>
                <c:pt idx="25833">
                  <c:v>0.98814814814814811</c:v>
                </c:pt>
                <c:pt idx="25834">
                  <c:v>0.98814814814814811</c:v>
                </c:pt>
                <c:pt idx="25835">
                  <c:v>0.98814814814814811</c:v>
                </c:pt>
                <c:pt idx="25836">
                  <c:v>0.98814814814814811</c:v>
                </c:pt>
                <c:pt idx="25837">
                  <c:v>0.98829629629629634</c:v>
                </c:pt>
                <c:pt idx="25838">
                  <c:v>0.98829629629629634</c:v>
                </c:pt>
                <c:pt idx="25839">
                  <c:v>0.98829629629629634</c:v>
                </c:pt>
                <c:pt idx="25840">
                  <c:v>0.98829629629629634</c:v>
                </c:pt>
                <c:pt idx="25841">
                  <c:v>0.98829629629629634</c:v>
                </c:pt>
                <c:pt idx="25842">
                  <c:v>0.98829629629629634</c:v>
                </c:pt>
                <c:pt idx="25843">
                  <c:v>0.98829629629629634</c:v>
                </c:pt>
                <c:pt idx="25844">
                  <c:v>0.98844444444444446</c:v>
                </c:pt>
                <c:pt idx="25845">
                  <c:v>0.98844444444444446</c:v>
                </c:pt>
                <c:pt idx="25846">
                  <c:v>0.98844444444444446</c:v>
                </c:pt>
                <c:pt idx="25847">
                  <c:v>0.98844444444444446</c:v>
                </c:pt>
                <c:pt idx="25848">
                  <c:v>0.98844444444444446</c:v>
                </c:pt>
                <c:pt idx="25849">
                  <c:v>0.98844444444444446</c:v>
                </c:pt>
                <c:pt idx="25850">
                  <c:v>0.98844444444444446</c:v>
                </c:pt>
                <c:pt idx="25851">
                  <c:v>0.98844444444444446</c:v>
                </c:pt>
                <c:pt idx="25852">
                  <c:v>0.98844444444444446</c:v>
                </c:pt>
                <c:pt idx="25853">
                  <c:v>0.98844444444444446</c:v>
                </c:pt>
                <c:pt idx="25854">
                  <c:v>0.98844444444444446</c:v>
                </c:pt>
                <c:pt idx="25855">
                  <c:v>0.98859259259259258</c:v>
                </c:pt>
                <c:pt idx="25856">
                  <c:v>0.98859259259259258</c:v>
                </c:pt>
                <c:pt idx="25857">
                  <c:v>0.98859259259259258</c:v>
                </c:pt>
                <c:pt idx="25858">
                  <c:v>0.98859259259259258</c:v>
                </c:pt>
                <c:pt idx="25859">
                  <c:v>0.98859259259259258</c:v>
                </c:pt>
                <c:pt idx="25860">
                  <c:v>0.98859259259259258</c:v>
                </c:pt>
                <c:pt idx="25861">
                  <c:v>0.98859259259259258</c:v>
                </c:pt>
                <c:pt idx="25862">
                  <c:v>0.98859259259259258</c:v>
                </c:pt>
                <c:pt idx="25863">
                  <c:v>0.98859259259259258</c:v>
                </c:pt>
                <c:pt idx="25864">
                  <c:v>0.98859259259259258</c:v>
                </c:pt>
                <c:pt idx="25865">
                  <c:v>0.98859259259259258</c:v>
                </c:pt>
                <c:pt idx="25866">
                  <c:v>0.98859259259259258</c:v>
                </c:pt>
                <c:pt idx="25867">
                  <c:v>0.98859259259259258</c:v>
                </c:pt>
                <c:pt idx="25868">
                  <c:v>0.98859259259259258</c:v>
                </c:pt>
                <c:pt idx="25869">
                  <c:v>0.98859259259259258</c:v>
                </c:pt>
                <c:pt idx="25870">
                  <c:v>0.98859259259259258</c:v>
                </c:pt>
                <c:pt idx="25871">
                  <c:v>0.98859259259259258</c:v>
                </c:pt>
                <c:pt idx="25872">
                  <c:v>0.98859259259259258</c:v>
                </c:pt>
                <c:pt idx="25873">
                  <c:v>0.9887407407407407</c:v>
                </c:pt>
                <c:pt idx="25874">
                  <c:v>0.9887407407407407</c:v>
                </c:pt>
                <c:pt idx="25875">
                  <c:v>0.9887407407407407</c:v>
                </c:pt>
                <c:pt idx="25876">
                  <c:v>0.9887407407407407</c:v>
                </c:pt>
                <c:pt idx="25877">
                  <c:v>0.9887407407407407</c:v>
                </c:pt>
                <c:pt idx="25878">
                  <c:v>0.9887407407407407</c:v>
                </c:pt>
                <c:pt idx="25879">
                  <c:v>0.98888888888888893</c:v>
                </c:pt>
                <c:pt idx="25880">
                  <c:v>0.98888888888888893</c:v>
                </c:pt>
                <c:pt idx="25881">
                  <c:v>0.98888888888888893</c:v>
                </c:pt>
                <c:pt idx="25882">
                  <c:v>0.98888888888888893</c:v>
                </c:pt>
                <c:pt idx="25883">
                  <c:v>0.98888888888888893</c:v>
                </c:pt>
                <c:pt idx="25884">
                  <c:v>0.98888888888888893</c:v>
                </c:pt>
                <c:pt idx="25885">
                  <c:v>0.98888888888888893</c:v>
                </c:pt>
                <c:pt idx="25886">
                  <c:v>0.98888888888888893</c:v>
                </c:pt>
                <c:pt idx="25887">
                  <c:v>0.98888888888888893</c:v>
                </c:pt>
                <c:pt idx="25888">
                  <c:v>0.98888888888888893</c:v>
                </c:pt>
                <c:pt idx="25889">
                  <c:v>0.98888888888888893</c:v>
                </c:pt>
                <c:pt idx="25890">
                  <c:v>0.98888888888888893</c:v>
                </c:pt>
                <c:pt idx="25891">
                  <c:v>0.98888888888888893</c:v>
                </c:pt>
                <c:pt idx="25892">
                  <c:v>0.98903703703703705</c:v>
                </c:pt>
                <c:pt idx="25893">
                  <c:v>0.98903703703703705</c:v>
                </c:pt>
                <c:pt idx="25894">
                  <c:v>0.98903703703703705</c:v>
                </c:pt>
                <c:pt idx="25895">
                  <c:v>0.98918518518518517</c:v>
                </c:pt>
                <c:pt idx="25896">
                  <c:v>0.98918518518518517</c:v>
                </c:pt>
                <c:pt idx="25897">
                  <c:v>0.98918518518518517</c:v>
                </c:pt>
                <c:pt idx="25898">
                  <c:v>0.98918518518518517</c:v>
                </c:pt>
                <c:pt idx="25899">
                  <c:v>0.98918518518518517</c:v>
                </c:pt>
                <c:pt idx="25900">
                  <c:v>0.98918518518518517</c:v>
                </c:pt>
                <c:pt idx="25901">
                  <c:v>0.98918518518518517</c:v>
                </c:pt>
                <c:pt idx="25902">
                  <c:v>0.98918518518518517</c:v>
                </c:pt>
                <c:pt idx="25903">
                  <c:v>0.98918518518518517</c:v>
                </c:pt>
                <c:pt idx="25904">
                  <c:v>0.98918518518518517</c:v>
                </c:pt>
                <c:pt idx="25905">
                  <c:v>0.98918518518518517</c:v>
                </c:pt>
                <c:pt idx="25906">
                  <c:v>0.98918518518518517</c:v>
                </c:pt>
                <c:pt idx="25907">
                  <c:v>0.98918518518518517</c:v>
                </c:pt>
                <c:pt idx="25908">
                  <c:v>0.98918518518518517</c:v>
                </c:pt>
                <c:pt idx="25909">
                  <c:v>0.98933333333333329</c:v>
                </c:pt>
                <c:pt idx="25910">
                  <c:v>0.98933333333333329</c:v>
                </c:pt>
                <c:pt idx="25911">
                  <c:v>0.98933333333333329</c:v>
                </c:pt>
                <c:pt idx="25912">
                  <c:v>0.98933333333333329</c:v>
                </c:pt>
                <c:pt idx="25913">
                  <c:v>0.98933333333333329</c:v>
                </c:pt>
                <c:pt idx="25914">
                  <c:v>0.98933333333333329</c:v>
                </c:pt>
                <c:pt idx="25915">
                  <c:v>0.98933333333333329</c:v>
                </c:pt>
                <c:pt idx="25916">
                  <c:v>0.98933333333333329</c:v>
                </c:pt>
                <c:pt idx="25917">
                  <c:v>0.98933333333333329</c:v>
                </c:pt>
                <c:pt idx="25918">
                  <c:v>0.98933333333333329</c:v>
                </c:pt>
                <c:pt idx="25919">
                  <c:v>0.98933333333333329</c:v>
                </c:pt>
                <c:pt idx="25920">
                  <c:v>0.98933333333333329</c:v>
                </c:pt>
                <c:pt idx="25921">
                  <c:v>0.98933333333333329</c:v>
                </c:pt>
                <c:pt idx="25922">
                  <c:v>0.98948148148148152</c:v>
                </c:pt>
                <c:pt idx="25923">
                  <c:v>0.98962962962962964</c:v>
                </c:pt>
                <c:pt idx="25924">
                  <c:v>0.98977777777777776</c:v>
                </c:pt>
                <c:pt idx="25925">
                  <c:v>0.98977777777777776</c:v>
                </c:pt>
                <c:pt idx="25926">
                  <c:v>0.98977777777777776</c:v>
                </c:pt>
                <c:pt idx="25927">
                  <c:v>0.98977777777777776</c:v>
                </c:pt>
                <c:pt idx="25928">
                  <c:v>0.98977777777777776</c:v>
                </c:pt>
                <c:pt idx="25929">
                  <c:v>0.98977777777777776</c:v>
                </c:pt>
                <c:pt idx="25930">
                  <c:v>0.98977777777777776</c:v>
                </c:pt>
                <c:pt idx="25931">
                  <c:v>0.98977777777777776</c:v>
                </c:pt>
                <c:pt idx="25932">
                  <c:v>0.98977777777777776</c:v>
                </c:pt>
                <c:pt idx="25933">
                  <c:v>0.98977777777777776</c:v>
                </c:pt>
                <c:pt idx="25934">
                  <c:v>0.98977777777777776</c:v>
                </c:pt>
                <c:pt idx="25935">
                  <c:v>0.98977777777777776</c:v>
                </c:pt>
                <c:pt idx="25936">
                  <c:v>0.98977777777777776</c:v>
                </c:pt>
                <c:pt idx="25937">
                  <c:v>0.98977777777777776</c:v>
                </c:pt>
                <c:pt idx="25938">
                  <c:v>0.98977777777777776</c:v>
                </c:pt>
                <c:pt idx="25939">
                  <c:v>0.98977777777777776</c:v>
                </c:pt>
                <c:pt idx="25940">
                  <c:v>0.98977777777777776</c:v>
                </c:pt>
                <c:pt idx="25941">
                  <c:v>0.98977777777777776</c:v>
                </c:pt>
                <c:pt idx="25942">
                  <c:v>0.98977777777777776</c:v>
                </c:pt>
                <c:pt idx="25943">
                  <c:v>0.98992592592592588</c:v>
                </c:pt>
                <c:pt idx="25944">
                  <c:v>0.98992592592592588</c:v>
                </c:pt>
                <c:pt idx="25945">
                  <c:v>0.99007407407407411</c:v>
                </c:pt>
                <c:pt idx="25946">
                  <c:v>0.99007407407407411</c:v>
                </c:pt>
                <c:pt idx="25947">
                  <c:v>0.99007407407407411</c:v>
                </c:pt>
                <c:pt idx="25948">
                  <c:v>0.99022222222222223</c:v>
                </c:pt>
                <c:pt idx="25949">
                  <c:v>0.99022222222222223</c:v>
                </c:pt>
                <c:pt idx="25950">
                  <c:v>0.99022222222222223</c:v>
                </c:pt>
                <c:pt idx="25951">
                  <c:v>0.99037037037037035</c:v>
                </c:pt>
                <c:pt idx="25952">
                  <c:v>0.99037037037037035</c:v>
                </c:pt>
                <c:pt idx="25953">
                  <c:v>0.99037037037037035</c:v>
                </c:pt>
                <c:pt idx="25954">
                  <c:v>0.99037037037037035</c:v>
                </c:pt>
                <c:pt idx="25955">
                  <c:v>0.99037037037037035</c:v>
                </c:pt>
                <c:pt idx="25956">
                  <c:v>0.99051851851851846</c:v>
                </c:pt>
                <c:pt idx="25957">
                  <c:v>0.99051851851851846</c:v>
                </c:pt>
                <c:pt idx="25958">
                  <c:v>0.99051851851851846</c:v>
                </c:pt>
                <c:pt idx="25959">
                  <c:v>0.99051851851851846</c:v>
                </c:pt>
                <c:pt idx="25960">
                  <c:v>0.99051851851851846</c:v>
                </c:pt>
                <c:pt idx="25961">
                  <c:v>0.99051851851851846</c:v>
                </c:pt>
                <c:pt idx="25962">
                  <c:v>0.99051851851851846</c:v>
                </c:pt>
                <c:pt idx="25963">
                  <c:v>0.9906666666666667</c:v>
                </c:pt>
                <c:pt idx="25964">
                  <c:v>0.9906666666666667</c:v>
                </c:pt>
                <c:pt idx="25965">
                  <c:v>0.9906666666666667</c:v>
                </c:pt>
                <c:pt idx="25966">
                  <c:v>0.9906666666666667</c:v>
                </c:pt>
                <c:pt idx="25967">
                  <c:v>0.9906666666666667</c:v>
                </c:pt>
                <c:pt idx="25968">
                  <c:v>0.9906666666666667</c:v>
                </c:pt>
                <c:pt idx="25969">
                  <c:v>0.99081481481481481</c:v>
                </c:pt>
                <c:pt idx="25970">
                  <c:v>0.99081481481481481</c:v>
                </c:pt>
                <c:pt idx="25971">
                  <c:v>0.99096296296296293</c:v>
                </c:pt>
                <c:pt idx="25972">
                  <c:v>0.99096296296296293</c:v>
                </c:pt>
                <c:pt idx="25973">
                  <c:v>0.99096296296296293</c:v>
                </c:pt>
                <c:pt idx="25974">
                  <c:v>0.99096296296296293</c:v>
                </c:pt>
                <c:pt idx="25975">
                  <c:v>0.99096296296296293</c:v>
                </c:pt>
                <c:pt idx="25976">
                  <c:v>0.99096296296296293</c:v>
                </c:pt>
                <c:pt idx="25977">
                  <c:v>0.99096296296296293</c:v>
                </c:pt>
                <c:pt idx="25978">
                  <c:v>0.99096296296296293</c:v>
                </c:pt>
                <c:pt idx="25979">
                  <c:v>0.99096296296296293</c:v>
                </c:pt>
                <c:pt idx="25980">
                  <c:v>0.99111111111111116</c:v>
                </c:pt>
                <c:pt idx="25981">
                  <c:v>0.99111111111111116</c:v>
                </c:pt>
                <c:pt idx="25982">
                  <c:v>0.99125925925925928</c:v>
                </c:pt>
                <c:pt idx="25983">
                  <c:v>0.99125925925925928</c:v>
                </c:pt>
                <c:pt idx="25984">
                  <c:v>0.99125925925925928</c:v>
                </c:pt>
                <c:pt idx="25985">
                  <c:v>0.99125925925925928</c:v>
                </c:pt>
                <c:pt idx="25986">
                  <c:v>0.99125925925925928</c:v>
                </c:pt>
                <c:pt idx="25987">
                  <c:v>0.99125925925925928</c:v>
                </c:pt>
                <c:pt idx="25988">
                  <c:v>0.99125925925925928</c:v>
                </c:pt>
                <c:pt idx="25989">
                  <c:v>0.99125925925925928</c:v>
                </c:pt>
                <c:pt idx="25990">
                  <c:v>0.99125925925925928</c:v>
                </c:pt>
                <c:pt idx="25991">
                  <c:v>0.99125925925925928</c:v>
                </c:pt>
                <c:pt idx="25992">
                  <c:v>0.99125925925925928</c:v>
                </c:pt>
                <c:pt idx="25993">
                  <c:v>0.9914074074074074</c:v>
                </c:pt>
                <c:pt idx="25994">
                  <c:v>0.99155555555555552</c:v>
                </c:pt>
                <c:pt idx="25995">
                  <c:v>0.99155555555555552</c:v>
                </c:pt>
                <c:pt idx="25996">
                  <c:v>0.99155555555555552</c:v>
                </c:pt>
                <c:pt idx="25997">
                  <c:v>0.99155555555555552</c:v>
                </c:pt>
                <c:pt idx="25998">
                  <c:v>0.99155555555555552</c:v>
                </c:pt>
                <c:pt idx="25999">
                  <c:v>0.99170370370370375</c:v>
                </c:pt>
                <c:pt idx="26000">
                  <c:v>0.99170370370370375</c:v>
                </c:pt>
                <c:pt idx="26001">
                  <c:v>0.99170370370370375</c:v>
                </c:pt>
                <c:pt idx="26002">
                  <c:v>0.99170370370370375</c:v>
                </c:pt>
                <c:pt idx="26003">
                  <c:v>0.99170370370370375</c:v>
                </c:pt>
                <c:pt idx="26004">
                  <c:v>0.99170370370370375</c:v>
                </c:pt>
                <c:pt idx="26005">
                  <c:v>0.99170370370370375</c:v>
                </c:pt>
                <c:pt idx="26006">
                  <c:v>0.99170370370370375</c:v>
                </c:pt>
                <c:pt idx="26007">
                  <c:v>0.99185185185185187</c:v>
                </c:pt>
                <c:pt idx="26008">
                  <c:v>0.99185185185185187</c:v>
                </c:pt>
                <c:pt idx="26009">
                  <c:v>0.99185185185185187</c:v>
                </c:pt>
                <c:pt idx="26010">
                  <c:v>0.99185185185185187</c:v>
                </c:pt>
                <c:pt idx="26011">
                  <c:v>0.99185185185185187</c:v>
                </c:pt>
                <c:pt idx="26012">
                  <c:v>0.99185185185185187</c:v>
                </c:pt>
                <c:pt idx="26013">
                  <c:v>0.99185185185185187</c:v>
                </c:pt>
                <c:pt idx="26014">
                  <c:v>0.99185185185185187</c:v>
                </c:pt>
                <c:pt idx="26015">
                  <c:v>0.99185185185185187</c:v>
                </c:pt>
                <c:pt idx="26016">
                  <c:v>0.99185185185185187</c:v>
                </c:pt>
                <c:pt idx="26017">
                  <c:v>0.99185185185185187</c:v>
                </c:pt>
                <c:pt idx="26018">
                  <c:v>0.99199999999999999</c:v>
                </c:pt>
                <c:pt idx="26019">
                  <c:v>0.99199999999999999</c:v>
                </c:pt>
                <c:pt idx="26020">
                  <c:v>0.99199999999999999</c:v>
                </c:pt>
                <c:pt idx="26021">
                  <c:v>0.99199999999999999</c:v>
                </c:pt>
                <c:pt idx="26022">
                  <c:v>0.99199999999999999</c:v>
                </c:pt>
                <c:pt idx="26023">
                  <c:v>0.99214814814814811</c:v>
                </c:pt>
                <c:pt idx="26024">
                  <c:v>0.99214814814814811</c:v>
                </c:pt>
                <c:pt idx="26025">
                  <c:v>0.99214814814814811</c:v>
                </c:pt>
                <c:pt idx="26026">
                  <c:v>0.99214814814814811</c:v>
                </c:pt>
                <c:pt idx="26027">
                  <c:v>0.99214814814814811</c:v>
                </c:pt>
                <c:pt idx="26028">
                  <c:v>0.99214814814814811</c:v>
                </c:pt>
                <c:pt idx="26029">
                  <c:v>0.99214814814814811</c:v>
                </c:pt>
                <c:pt idx="26030">
                  <c:v>0.99229629629629634</c:v>
                </c:pt>
                <c:pt idx="26031">
                  <c:v>0.99229629629629634</c:v>
                </c:pt>
                <c:pt idx="26032">
                  <c:v>0.99229629629629634</c:v>
                </c:pt>
                <c:pt idx="26033">
                  <c:v>0.99244444444444446</c:v>
                </c:pt>
                <c:pt idx="26034">
                  <c:v>0.99244444444444446</c:v>
                </c:pt>
                <c:pt idx="26035">
                  <c:v>0.99244444444444446</c:v>
                </c:pt>
                <c:pt idx="26036">
                  <c:v>0.99244444444444446</c:v>
                </c:pt>
                <c:pt idx="26037">
                  <c:v>0.99244444444444446</c:v>
                </c:pt>
                <c:pt idx="26038">
                  <c:v>0.99244444444444446</c:v>
                </c:pt>
                <c:pt idx="26039">
                  <c:v>0.99259259259259258</c:v>
                </c:pt>
                <c:pt idx="26040">
                  <c:v>0.9927407407407407</c:v>
                </c:pt>
                <c:pt idx="26041">
                  <c:v>0.99288888888888893</c:v>
                </c:pt>
                <c:pt idx="26042">
                  <c:v>0.99288888888888893</c:v>
                </c:pt>
                <c:pt idx="26043">
                  <c:v>0.99288888888888893</c:v>
                </c:pt>
                <c:pt idx="26044">
                  <c:v>0.99288888888888893</c:v>
                </c:pt>
                <c:pt idx="26045">
                  <c:v>0.99288888888888893</c:v>
                </c:pt>
                <c:pt idx="26046">
                  <c:v>0.99288888888888893</c:v>
                </c:pt>
                <c:pt idx="26047">
                  <c:v>0.99288888888888893</c:v>
                </c:pt>
                <c:pt idx="26048">
                  <c:v>0.99288888888888893</c:v>
                </c:pt>
                <c:pt idx="26049">
                  <c:v>0.99288888888888893</c:v>
                </c:pt>
                <c:pt idx="26050">
                  <c:v>0.99288888888888893</c:v>
                </c:pt>
                <c:pt idx="26051">
                  <c:v>0.99288888888888893</c:v>
                </c:pt>
                <c:pt idx="26052">
                  <c:v>0.99303703703703705</c:v>
                </c:pt>
                <c:pt idx="26053">
                  <c:v>0.99303703703703705</c:v>
                </c:pt>
                <c:pt idx="26054">
                  <c:v>0.99318518518518517</c:v>
                </c:pt>
                <c:pt idx="26055">
                  <c:v>0.99318518518518517</c:v>
                </c:pt>
                <c:pt idx="26056">
                  <c:v>0.99318518518518517</c:v>
                </c:pt>
                <c:pt idx="26057">
                  <c:v>0.99318518518518517</c:v>
                </c:pt>
                <c:pt idx="26058">
                  <c:v>0.99318518518518517</c:v>
                </c:pt>
                <c:pt idx="26059">
                  <c:v>0.99318518518518517</c:v>
                </c:pt>
                <c:pt idx="26060">
                  <c:v>0.99318518518518517</c:v>
                </c:pt>
                <c:pt idx="26061">
                  <c:v>0.99318518518518517</c:v>
                </c:pt>
                <c:pt idx="26062">
                  <c:v>0.99318518518518517</c:v>
                </c:pt>
                <c:pt idx="26063">
                  <c:v>0.99318518518518517</c:v>
                </c:pt>
                <c:pt idx="26064">
                  <c:v>0.99318518518518517</c:v>
                </c:pt>
                <c:pt idx="26065">
                  <c:v>0.99318518518518517</c:v>
                </c:pt>
                <c:pt idx="26066">
                  <c:v>0.99318518518518517</c:v>
                </c:pt>
                <c:pt idx="26067">
                  <c:v>0.99318518518518517</c:v>
                </c:pt>
                <c:pt idx="26068">
                  <c:v>0.99318518518518517</c:v>
                </c:pt>
                <c:pt idx="26069">
                  <c:v>0.99318518518518517</c:v>
                </c:pt>
                <c:pt idx="26070">
                  <c:v>0.99333333333333329</c:v>
                </c:pt>
                <c:pt idx="26071">
                  <c:v>0.99333333333333329</c:v>
                </c:pt>
                <c:pt idx="26072">
                  <c:v>0.99333333333333329</c:v>
                </c:pt>
                <c:pt idx="26073">
                  <c:v>0.99333333333333329</c:v>
                </c:pt>
                <c:pt idx="26074">
                  <c:v>0.99333333333333329</c:v>
                </c:pt>
                <c:pt idx="26075">
                  <c:v>0.99333333333333329</c:v>
                </c:pt>
                <c:pt idx="26076">
                  <c:v>0.99333333333333329</c:v>
                </c:pt>
                <c:pt idx="26077">
                  <c:v>0.99333333333333329</c:v>
                </c:pt>
                <c:pt idx="26078">
                  <c:v>0.99333333333333329</c:v>
                </c:pt>
                <c:pt idx="26079">
                  <c:v>0.99333333333333329</c:v>
                </c:pt>
                <c:pt idx="26080">
                  <c:v>0.99333333333333329</c:v>
                </c:pt>
                <c:pt idx="26081">
                  <c:v>0.99348148148148152</c:v>
                </c:pt>
                <c:pt idx="26082">
                  <c:v>0.99348148148148152</c:v>
                </c:pt>
                <c:pt idx="26083">
                  <c:v>0.99348148148148152</c:v>
                </c:pt>
                <c:pt idx="26084">
                  <c:v>0.99348148148148152</c:v>
                </c:pt>
                <c:pt idx="26085">
                  <c:v>0.99362962962962964</c:v>
                </c:pt>
                <c:pt idx="26086">
                  <c:v>0.99362962962962964</c:v>
                </c:pt>
                <c:pt idx="26087">
                  <c:v>0.99362962962962964</c:v>
                </c:pt>
                <c:pt idx="26088">
                  <c:v>0.99362962962962964</c:v>
                </c:pt>
                <c:pt idx="26089">
                  <c:v>0.99362962962962964</c:v>
                </c:pt>
                <c:pt idx="26090">
                  <c:v>0.99362962962962964</c:v>
                </c:pt>
                <c:pt idx="26091">
                  <c:v>0.99362962962962964</c:v>
                </c:pt>
                <c:pt idx="26092">
                  <c:v>0.99362962962962964</c:v>
                </c:pt>
                <c:pt idx="26093">
                  <c:v>0.99362962962962964</c:v>
                </c:pt>
                <c:pt idx="26094">
                  <c:v>0.99362962962962964</c:v>
                </c:pt>
                <c:pt idx="26095">
                  <c:v>0.99362962962962964</c:v>
                </c:pt>
                <c:pt idx="26096">
                  <c:v>0.99362962962962964</c:v>
                </c:pt>
                <c:pt idx="26097">
                  <c:v>0.99362962962962964</c:v>
                </c:pt>
                <c:pt idx="26098">
                  <c:v>0.99377777777777776</c:v>
                </c:pt>
                <c:pt idx="26099">
                  <c:v>0.99377777777777776</c:v>
                </c:pt>
                <c:pt idx="26100">
                  <c:v>0.99377777777777776</c:v>
                </c:pt>
                <c:pt idx="26101">
                  <c:v>0.99377777777777776</c:v>
                </c:pt>
                <c:pt idx="26102">
                  <c:v>0.99377777777777776</c:v>
                </c:pt>
                <c:pt idx="26103">
                  <c:v>0.99377777777777776</c:v>
                </c:pt>
                <c:pt idx="26104">
                  <c:v>0.99377777777777776</c:v>
                </c:pt>
                <c:pt idx="26105">
                  <c:v>0.99377777777777776</c:v>
                </c:pt>
                <c:pt idx="26106">
                  <c:v>0.99377777777777776</c:v>
                </c:pt>
                <c:pt idx="26107">
                  <c:v>0.99377777777777776</c:v>
                </c:pt>
                <c:pt idx="26108">
                  <c:v>0.99377777777777776</c:v>
                </c:pt>
                <c:pt idx="26109">
                  <c:v>0.99377777777777776</c:v>
                </c:pt>
                <c:pt idx="26110">
                  <c:v>0.99377777777777776</c:v>
                </c:pt>
                <c:pt idx="26111">
                  <c:v>0.99377777777777776</c:v>
                </c:pt>
                <c:pt idx="26112">
                  <c:v>0.99392592592592588</c:v>
                </c:pt>
                <c:pt idx="26113">
                  <c:v>0.99392592592592588</c:v>
                </c:pt>
                <c:pt idx="26114">
                  <c:v>0.99392592592592588</c:v>
                </c:pt>
                <c:pt idx="26115">
                  <c:v>0.99392592592592588</c:v>
                </c:pt>
                <c:pt idx="26116">
                  <c:v>0.99392592592592588</c:v>
                </c:pt>
                <c:pt idx="26117">
                  <c:v>0.99392592592592588</c:v>
                </c:pt>
                <c:pt idx="26118">
                  <c:v>0.99392592592592588</c:v>
                </c:pt>
                <c:pt idx="26119">
                  <c:v>0.99392592592592588</c:v>
                </c:pt>
                <c:pt idx="26120">
                  <c:v>0.99392592592592588</c:v>
                </c:pt>
                <c:pt idx="26121">
                  <c:v>0.99392592592592588</c:v>
                </c:pt>
                <c:pt idx="26122">
                  <c:v>0.99392592592592588</c:v>
                </c:pt>
                <c:pt idx="26123">
                  <c:v>0.99392592592592588</c:v>
                </c:pt>
                <c:pt idx="26124">
                  <c:v>0.99392592592592588</c:v>
                </c:pt>
                <c:pt idx="26125">
                  <c:v>0.99407407407407411</c:v>
                </c:pt>
                <c:pt idx="26126">
                  <c:v>0.99407407407407411</c:v>
                </c:pt>
                <c:pt idx="26127">
                  <c:v>0.99407407407407411</c:v>
                </c:pt>
                <c:pt idx="26128">
                  <c:v>0.99407407407407411</c:v>
                </c:pt>
                <c:pt idx="26129">
                  <c:v>0.99407407407407411</c:v>
                </c:pt>
                <c:pt idx="26130">
                  <c:v>0.99407407407407411</c:v>
                </c:pt>
                <c:pt idx="26131">
                  <c:v>0.99407407407407411</c:v>
                </c:pt>
                <c:pt idx="26132">
                  <c:v>0.99407407407407411</c:v>
                </c:pt>
                <c:pt idx="26133">
                  <c:v>0.99407407407407411</c:v>
                </c:pt>
                <c:pt idx="26134">
                  <c:v>0.99407407407407411</c:v>
                </c:pt>
                <c:pt idx="26135">
                  <c:v>0.99407407407407411</c:v>
                </c:pt>
                <c:pt idx="26136">
                  <c:v>0.99407407407407411</c:v>
                </c:pt>
                <c:pt idx="26137">
                  <c:v>0.99407407407407411</c:v>
                </c:pt>
                <c:pt idx="26138">
                  <c:v>0.99407407407407411</c:v>
                </c:pt>
                <c:pt idx="26139">
                  <c:v>0.99407407407407411</c:v>
                </c:pt>
                <c:pt idx="26140">
                  <c:v>0.99407407407407411</c:v>
                </c:pt>
                <c:pt idx="26141">
                  <c:v>0.99407407407407411</c:v>
                </c:pt>
                <c:pt idx="26142">
                  <c:v>0.99407407407407411</c:v>
                </c:pt>
                <c:pt idx="26143">
                  <c:v>0.99407407407407411</c:v>
                </c:pt>
                <c:pt idx="26144">
                  <c:v>0.99407407407407411</c:v>
                </c:pt>
                <c:pt idx="26145">
                  <c:v>0.99407407407407411</c:v>
                </c:pt>
                <c:pt idx="26146">
                  <c:v>0.99407407407407411</c:v>
                </c:pt>
                <c:pt idx="26147">
                  <c:v>0.99407407407407411</c:v>
                </c:pt>
                <c:pt idx="26148">
                  <c:v>0.99407407407407411</c:v>
                </c:pt>
                <c:pt idx="26149">
                  <c:v>0.99407407407407411</c:v>
                </c:pt>
                <c:pt idx="26150">
                  <c:v>0.99407407407407411</c:v>
                </c:pt>
                <c:pt idx="26151">
                  <c:v>0.99407407407407411</c:v>
                </c:pt>
                <c:pt idx="26152">
                  <c:v>0.99407407407407411</c:v>
                </c:pt>
                <c:pt idx="26153">
                  <c:v>0.99407407407407411</c:v>
                </c:pt>
                <c:pt idx="26154">
                  <c:v>0.99407407407407411</c:v>
                </c:pt>
                <c:pt idx="26155">
                  <c:v>0.99407407407407411</c:v>
                </c:pt>
                <c:pt idx="26156">
                  <c:v>0.99407407407407411</c:v>
                </c:pt>
                <c:pt idx="26157">
                  <c:v>0.99407407407407411</c:v>
                </c:pt>
                <c:pt idx="26158">
                  <c:v>0.99407407407407411</c:v>
                </c:pt>
                <c:pt idx="26159">
                  <c:v>0.99422222222222223</c:v>
                </c:pt>
                <c:pt idx="26160">
                  <c:v>0.99422222222222223</c:v>
                </c:pt>
                <c:pt idx="26161">
                  <c:v>0.99422222222222223</c:v>
                </c:pt>
                <c:pt idx="26162">
                  <c:v>0.99422222222222223</c:v>
                </c:pt>
                <c:pt idx="26163">
                  <c:v>0.99437037037037035</c:v>
                </c:pt>
                <c:pt idx="26164">
                  <c:v>0.99437037037037035</c:v>
                </c:pt>
                <c:pt idx="26165">
                  <c:v>0.99437037037037035</c:v>
                </c:pt>
                <c:pt idx="26166">
                  <c:v>0.99437037037037035</c:v>
                </c:pt>
                <c:pt idx="26167">
                  <c:v>0.99437037037037035</c:v>
                </c:pt>
                <c:pt idx="26168">
                  <c:v>0.99451851851851847</c:v>
                </c:pt>
                <c:pt idx="26169">
                  <c:v>0.99451851851851847</c:v>
                </c:pt>
                <c:pt idx="26170">
                  <c:v>0.99451851851851847</c:v>
                </c:pt>
                <c:pt idx="26171">
                  <c:v>0.99451851851851847</c:v>
                </c:pt>
                <c:pt idx="26172">
                  <c:v>0.9946666666666667</c:v>
                </c:pt>
                <c:pt idx="26173">
                  <c:v>0.9946666666666667</c:v>
                </c:pt>
                <c:pt idx="26174">
                  <c:v>0.9946666666666667</c:v>
                </c:pt>
                <c:pt idx="26175">
                  <c:v>0.9946666666666667</c:v>
                </c:pt>
                <c:pt idx="26176">
                  <c:v>0.9946666666666667</c:v>
                </c:pt>
                <c:pt idx="26177">
                  <c:v>0.9946666666666667</c:v>
                </c:pt>
                <c:pt idx="26178">
                  <c:v>0.9946666666666667</c:v>
                </c:pt>
                <c:pt idx="26179">
                  <c:v>0.9946666666666667</c:v>
                </c:pt>
                <c:pt idx="26180">
                  <c:v>0.9946666666666667</c:v>
                </c:pt>
                <c:pt idx="26181">
                  <c:v>0.9946666666666667</c:v>
                </c:pt>
                <c:pt idx="26182">
                  <c:v>0.9946666666666667</c:v>
                </c:pt>
                <c:pt idx="26183">
                  <c:v>0.9946666666666667</c:v>
                </c:pt>
                <c:pt idx="26184">
                  <c:v>0.9946666666666667</c:v>
                </c:pt>
                <c:pt idx="26185">
                  <c:v>0.9946666666666667</c:v>
                </c:pt>
                <c:pt idx="26186">
                  <c:v>0.9946666666666667</c:v>
                </c:pt>
                <c:pt idx="26187">
                  <c:v>0.9946666666666667</c:v>
                </c:pt>
                <c:pt idx="26188">
                  <c:v>0.9946666666666667</c:v>
                </c:pt>
                <c:pt idx="26189">
                  <c:v>0.9946666666666667</c:v>
                </c:pt>
                <c:pt idx="26190">
                  <c:v>0.9946666666666667</c:v>
                </c:pt>
                <c:pt idx="26191">
                  <c:v>0.9946666666666667</c:v>
                </c:pt>
                <c:pt idx="26192">
                  <c:v>0.9946666666666667</c:v>
                </c:pt>
                <c:pt idx="26193">
                  <c:v>0.9946666666666667</c:v>
                </c:pt>
                <c:pt idx="26194">
                  <c:v>0.9946666666666667</c:v>
                </c:pt>
                <c:pt idx="26195">
                  <c:v>0.9946666666666667</c:v>
                </c:pt>
                <c:pt idx="26196">
                  <c:v>0.9946666666666667</c:v>
                </c:pt>
                <c:pt idx="26197">
                  <c:v>0.9946666666666667</c:v>
                </c:pt>
                <c:pt idx="26198">
                  <c:v>0.9946666666666667</c:v>
                </c:pt>
                <c:pt idx="26199">
                  <c:v>0.9946666666666667</c:v>
                </c:pt>
                <c:pt idx="26200">
                  <c:v>0.9946666666666667</c:v>
                </c:pt>
                <c:pt idx="26201">
                  <c:v>0.9946666666666667</c:v>
                </c:pt>
                <c:pt idx="26202">
                  <c:v>0.9946666666666667</c:v>
                </c:pt>
                <c:pt idx="26203">
                  <c:v>0.9946666666666667</c:v>
                </c:pt>
                <c:pt idx="26204">
                  <c:v>0.9946666666666667</c:v>
                </c:pt>
                <c:pt idx="26205">
                  <c:v>0.99481481481481482</c:v>
                </c:pt>
                <c:pt idx="26206">
                  <c:v>0.99481481481481482</c:v>
                </c:pt>
                <c:pt idx="26207">
                  <c:v>0.99481481481481482</c:v>
                </c:pt>
                <c:pt idx="26208">
                  <c:v>0.99481481481481482</c:v>
                </c:pt>
                <c:pt idx="26209">
                  <c:v>0.99481481481481482</c:v>
                </c:pt>
                <c:pt idx="26210">
                  <c:v>0.99481481481481482</c:v>
                </c:pt>
                <c:pt idx="26211">
                  <c:v>0.99481481481481482</c:v>
                </c:pt>
                <c:pt idx="26212">
                  <c:v>0.99481481481481482</c:v>
                </c:pt>
                <c:pt idx="26213">
                  <c:v>0.99481481481481482</c:v>
                </c:pt>
                <c:pt idx="26214">
                  <c:v>0.99481481481481482</c:v>
                </c:pt>
                <c:pt idx="26215">
                  <c:v>0.99481481481481482</c:v>
                </c:pt>
                <c:pt idx="26216">
                  <c:v>0.99481481481481482</c:v>
                </c:pt>
                <c:pt idx="26217">
                  <c:v>0.99481481481481482</c:v>
                </c:pt>
                <c:pt idx="26218">
                  <c:v>0.99481481481481482</c:v>
                </c:pt>
                <c:pt idx="26219">
                  <c:v>0.99481481481481482</c:v>
                </c:pt>
                <c:pt idx="26220">
                  <c:v>0.99481481481481482</c:v>
                </c:pt>
                <c:pt idx="26221">
                  <c:v>0.99481481481481482</c:v>
                </c:pt>
                <c:pt idx="26222">
                  <c:v>0.99481481481481482</c:v>
                </c:pt>
                <c:pt idx="26223">
                  <c:v>0.99481481481481482</c:v>
                </c:pt>
                <c:pt idx="26224">
                  <c:v>0.99481481481481482</c:v>
                </c:pt>
                <c:pt idx="26225">
                  <c:v>0.99481481481481482</c:v>
                </c:pt>
                <c:pt idx="26226">
                  <c:v>0.99481481481481482</c:v>
                </c:pt>
                <c:pt idx="26227">
                  <c:v>0.99481481481481482</c:v>
                </c:pt>
                <c:pt idx="26228">
                  <c:v>0.99496296296296294</c:v>
                </c:pt>
                <c:pt idx="26229">
                  <c:v>0.99496296296296294</c:v>
                </c:pt>
                <c:pt idx="26230">
                  <c:v>0.99496296296296294</c:v>
                </c:pt>
                <c:pt idx="26231">
                  <c:v>0.99511111111111106</c:v>
                </c:pt>
                <c:pt idx="26232">
                  <c:v>0.99511111111111106</c:v>
                </c:pt>
                <c:pt idx="26233">
                  <c:v>0.99511111111111106</c:v>
                </c:pt>
                <c:pt idx="26234">
                  <c:v>0.99511111111111106</c:v>
                </c:pt>
                <c:pt idx="26235">
                  <c:v>0.99511111111111106</c:v>
                </c:pt>
                <c:pt idx="26236">
                  <c:v>0.99511111111111106</c:v>
                </c:pt>
                <c:pt idx="26237">
                  <c:v>0.99511111111111106</c:v>
                </c:pt>
                <c:pt idx="26238">
                  <c:v>0.99511111111111106</c:v>
                </c:pt>
                <c:pt idx="26239">
                  <c:v>0.99525925925925929</c:v>
                </c:pt>
                <c:pt idx="26240">
                  <c:v>0.99525925925925929</c:v>
                </c:pt>
                <c:pt idx="26241">
                  <c:v>0.99525925925925929</c:v>
                </c:pt>
                <c:pt idx="26242">
                  <c:v>0.99525925925925929</c:v>
                </c:pt>
                <c:pt idx="26243">
                  <c:v>0.99525925925925929</c:v>
                </c:pt>
                <c:pt idx="26244">
                  <c:v>0.99525925925925929</c:v>
                </c:pt>
                <c:pt idx="26245">
                  <c:v>0.99525925925925929</c:v>
                </c:pt>
                <c:pt idx="26246">
                  <c:v>0.99525925925925929</c:v>
                </c:pt>
                <c:pt idx="26247">
                  <c:v>0.99525925925925929</c:v>
                </c:pt>
                <c:pt idx="26248">
                  <c:v>0.99525925925925929</c:v>
                </c:pt>
                <c:pt idx="26249">
                  <c:v>0.99525925925925929</c:v>
                </c:pt>
                <c:pt idx="26250">
                  <c:v>0.99525925925925929</c:v>
                </c:pt>
                <c:pt idx="26251">
                  <c:v>0.99525925925925929</c:v>
                </c:pt>
                <c:pt idx="26252">
                  <c:v>0.99525925925925929</c:v>
                </c:pt>
                <c:pt idx="26253">
                  <c:v>0.99525925925925929</c:v>
                </c:pt>
                <c:pt idx="26254">
                  <c:v>0.99525925925925929</c:v>
                </c:pt>
                <c:pt idx="26255">
                  <c:v>0.99525925925925929</c:v>
                </c:pt>
                <c:pt idx="26256">
                  <c:v>0.99540740740740741</c:v>
                </c:pt>
                <c:pt idx="26257">
                  <c:v>0.99540740740740741</c:v>
                </c:pt>
                <c:pt idx="26258">
                  <c:v>0.99540740740740741</c:v>
                </c:pt>
                <c:pt idx="26259">
                  <c:v>0.99540740740740741</c:v>
                </c:pt>
                <c:pt idx="26260">
                  <c:v>0.99540740740740741</c:v>
                </c:pt>
                <c:pt idx="26261">
                  <c:v>0.99540740740740741</c:v>
                </c:pt>
                <c:pt idx="26262">
                  <c:v>0.99540740740740741</c:v>
                </c:pt>
                <c:pt idx="26263">
                  <c:v>0.99540740740740741</c:v>
                </c:pt>
                <c:pt idx="26264">
                  <c:v>0.99540740740740741</c:v>
                </c:pt>
                <c:pt idx="26265">
                  <c:v>0.99540740740740741</c:v>
                </c:pt>
                <c:pt idx="26266">
                  <c:v>0.99540740740740741</c:v>
                </c:pt>
                <c:pt idx="26267">
                  <c:v>0.99540740740740741</c:v>
                </c:pt>
                <c:pt idx="26268">
                  <c:v>0.99540740740740741</c:v>
                </c:pt>
                <c:pt idx="26269">
                  <c:v>0.99540740740740741</c:v>
                </c:pt>
                <c:pt idx="26270">
                  <c:v>0.99540740740740741</c:v>
                </c:pt>
                <c:pt idx="26271">
                  <c:v>0.99540740740740741</c:v>
                </c:pt>
                <c:pt idx="26272">
                  <c:v>0.99540740740740741</c:v>
                </c:pt>
                <c:pt idx="26273">
                  <c:v>0.99540740740740741</c:v>
                </c:pt>
                <c:pt idx="26274">
                  <c:v>0.99540740740740741</c:v>
                </c:pt>
                <c:pt idx="26275">
                  <c:v>0.99540740740740741</c:v>
                </c:pt>
                <c:pt idx="26276">
                  <c:v>0.99540740740740741</c:v>
                </c:pt>
                <c:pt idx="26277">
                  <c:v>0.99540740740740741</c:v>
                </c:pt>
                <c:pt idx="26278">
                  <c:v>0.99540740740740741</c:v>
                </c:pt>
                <c:pt idx="26279">
                  <c:v>0.99540740740740741</c:v>
                </c:pt>
                <c:pt idx="26280">
                  <c:v>0.99540740740740741</c:v>
                </c:pt>
                <c:pt idx="26281">
                  <c:v>0.99540740740740741</c:v>
                </c:pt>
                <c:pt idx="26282">
                  <c:v>0.99540740740740741</c:v>
                </c:pt>
                <c:pt idx="26283">
                  <c:v>0.99540740740740741</c:v>
                </c:pt>
                <c:pt idx="26284">
                  <c:v>0.99540740740740741</c:v>
                </c:pt>
                <c:pt idx="26285">
                  <c:v>0.99540740740740741</c:v>
                </c:pt>
                <c:pt idx="26286">
                  <c:v>0.99540740740740741</c:v>
                </c:pt>
                <c:pt idx="26287">
                  <c:v>0.99540740740740741</c:v>
                </c:pt>
                <c:pt idx="26288">
                  <c:v>0.99540740740740741</c:v>
                </c:pt>
                <c:pt idx="26289">
                  <c:v>0.99540740740740741</c:v>
                </c:pt>
                <c:pt idx="26290">
                  <c:v>0.99540740740740741</c:v>
                </c:pt>
                <c:pt idx="26291">
                  <c:v>0.99540740740740741</c:v>
                </c:pt>
                <c:pt idx="26292">
                  <c:v>0.99540740740740741</c:v>
                </c:pt>
                <c:pt idx="26293">
                  <c:v>0.99555555555555553</c:v>
                </c:pt>
                <c:pt idx="26294">
                  <c:v>0.99555555555555553</c:v>
                </c:pt>
                <c:pt idx="26295">
                  <c:v>0.99555555555555553</c:v>
                </c:pt>
                <c:pt idx="26296">
                  <c:v>0.99570370370370376</c:v>
                </c:pt>
                <c:pt idx="26297">
                  <c:v>0.99570370370370376</c:v>
                </c:pt>
                <c:pt idx="26298">
                  <c:v>0.99585185185185188</c:v>
                </c:pt>
                <c:pt idx="26299">
                  <c:v>0.996</c:v>
                </c:pt>
                <c:pt idx="26300">
                  <c:v>0.996</c:v>
                </c:pt>
                <c:pt idx="26301">
                  <c:v>0.996</c:v>
                </c:pt>
                <c:pt idx="26302">
                  <c:v>0.996</c:v>
                </c:pt>
                <c:pt idx="26303">
                  <c:v>0.996</c:v>
                </c:pt>
                <c:pt idx="26304">
                  <c:v>0.996</c:v>
                </c:pt>
                <c:pt idx="26305">
                  <c:v>0.99614814814814812</c:v>
                </c:pt>
                <c:pt idx="26306">
                  <c:v>0.99614814814814812</c:v>
                </c:pt>
                <c:pt idx="26307">
                  <c:v>0.99614814814814812</c:v>
                </c:pt>
                <c:pt idx="26308">
                  <c:v>0.99614814814814812</c:v>
                </c:pt>
                <c:pt idx="26309">
                  <c:v>0.99614814814814812</c:v>
                </c:pt>
                <c:pt idx="26310">
                  <c:v>0.99614814814814812</c:v>
                </c:pt>
                <c:pt idx="26311">
                  <c:v>0.99614814814814812</c:v>
                </c:pt>
                <c:pt idx="26312">
                  <c:v>0.99614814814814812</c:v>
                </c:pt>
                <c:pt idx="26313">
                  <c:v>0.99614814814814812</c:v>
                </c:pt>
                <c:pt idx="26314">
                  <c:v>0.99614814814814812</c:v>
                </c:pt>
                <c:pt idx="26315">
                  <c:v>0.99629629629629635</c:v>
                </c:pt>
                <c:pt idx="26316">
                  <c:v>0.99629629629629635</c:v>
                </c:pt>
                <c:pt idx="26317">
                  <c:v>0.99629629629629635</c:v>
                </c:pt>
                <c:pt idx="26318">
                  <c:v>0.99629629629629635</c:v>
                </c:pt>
                <c:pt idx="26319">
                  <c:v>0.99629629629629635</c:v>
                </c:pt>
                <c:pt idx="26320">
                  <c:v>0.99629629629629635</c:v>
                </c:pt>
                <c:pt idx="26321">
                  <c:v>0.99629629629629635</c:v>
                </c:pt>
                <c:pt idx="26322">
                  <c:v>0.99629629629629635</c:v>
                </c:pt>
                <c:pt idx="26323">
                  <c:v>0.99629629629629635</c:v>
                </c:pt>
                <c:pt idx="26324">
                  <c:v>0.99629629629629635</c:v>
                </c:pt>
                <c:pt idx="26325">
                  <c:v>0.99629629629629635</c:v>
                </c:pt>
                <c:pt idx="26326">
                  <c:v>0.99629629629629635</c:v>
                </c:pt>
                <c:pt idx="26327">
                  <c:v>0.99629629629629635</c:v>
                </c:pt>
                <c:pt idx="26328">
                  <c:v>0.99629629629629635</c:v>
                </c:pt>
                <c:pt idx="26329">
                  <c:v>0.99629629629629635</c:v>
                </c:pt>
                <c:pt idx="26330">
                  <c:v>0.99629629629629635</c:v>
                </c:pt>
                <c:pt idx="26331">
                  <c:v>0.99629629629629635</c:v>
                </c:pt>
                <c:pt idx="26332">
                  <c:v>0.99629629629629635</c:v>
                </c:pt>
                <c:pt idx="26333">
                  <c:v>0.99629629629629635</c:v>
                </c:pt>
                <c:pt idx="26334">
                  <c:v>0.99629629629629635</c:v>
                </c:pt>
                <c:pt idx="26335">
                  <c:v>0.99629629629629635</c:v>
                </c:pt>
                <c:pt idx="26336">
                  <c:v>0.99629629629629635</c:v>
                </c:pt>
                <c:pt idx="26337">
                  <c:v>0.99629629629629635</c:v>
                </c:pt>
                <c:pt idx="26338">
                  <c:v>0.99629629629629635</c:v>
                </c:pt>
                <c:pt idx="26339">
                  <c:v>0.99629629629629635</c:v>
                </c:pt>
                <c:pt idx="26340">
                  <c:v>0.99629629629629635</c:v>
                </c:pt>
                <c:pt idx="26341">
                  <c:v>0.99629629629629635</c:v>
                </c:pt>
                <c:pt idx="26342">
                  <c:v>0.99629629629629635</c:v>
                </c:pt>
                <c:pt idx="26343">
                  <c:v>0.99629629629629635</c:v>
                </c:pt>
                <c:pt idx="26344">
                  <c:v>0.99629629629629635</c:v>
                </c:pt>
                <c:pt idx="26345">
                  <c:v>0.99629629629629635</c:v>
                </c:pt>
                <c:pt idx="26346">
                  <c:v>0.99629629629629635</c:v>
                </c:pt>
                <c:pt idx="26347">
                  <c:v>0.99629629629629635</c:v>
                </c:pt>
                <c:pt idx="26348">
                  <c:v>0.99644444444444447</c:v>
                </c:pt>
                <c:pt idx="26349">
                  <c:v>0.99644444444444447</c:v>
                </c:pt>
                <c:pt idx="26350">
                  <c:v>0.99644444444444447</c:v>
                </c:pt>
                <c:pt idx="26351">
                  <c:v>0.99644444444444447</c:v>
                </c:pt>
                <c:pt idx="26352">
                  <c:v>0.99644444444444447</c:v>
                </c:pt>
                <c:pt idx="26353">
                  <c:v>0.99644444444444447</c:v>
                </c:pt>
                <c:pt idx="26354">
                  <c:v>0.99644444444444447</c:v>
                </c:pt>
                <c:pt idx="26355">
                  <c:v>0.99644444444444447</c:v>
                </c:pt>
                <c:pt idx="26356">
                  <c:v>0.99659259259259259</c:v>
                </c:pt>
                <c:pt idx="26357">
                  <c:v>0.99659259259259259</c:v>
                </c:pt>
                <c:pt idx="26358">
                  <c:v>0.99659259259259259</c:v>
                </c:pt>
                <c:pt idx="26359">
                  <c:v>0.9967407407407407</c:v>
                </c:pt>
                <c:pt idx="26360">
                  <c:v>0.9967407407407407</c:v>
                </c:pt>
                <c:pt idx="26361">
                  <c:v>0.9967407407407407</c:v>
                </c:pt>
                <c:pt idx="26362">
                  <c:v>0.99688888888888894</c:v>
                </c:pt>
                <c:pt idx="26363">
                  <c:v>0.99688888888888894</c:v>
                </c:pt>
                <c:pt idx="26364">
                  <c:v>0.99688888888888894</c:v>
                </c:pt>
                <c:pt idx="26365">
                  <c:v>0.99688888888888894</c:v>
                </c:pt>
                <c:pt idx="26366">
                  <c:v>0.99688888888888894</c:v>
                </c:pt>
                <c:pt idx="26367">
                  <c:v>0.99688888888888894</c:v>
                </c:pt>
                <c:pt idx="26368">
                  <c:v>0.99688888888888894</c:v>
                </c:pt>
                <c:pt idx="26369">
                  <c:v>0.99703703703703705</c:v>
                </c:pt>
                <c:pt idx="26370">
                  <c:v>0.99703703703703705</c:v>
                </c:pt>
                <c:pt idx="26371">
                  <c:v>0.99703703703703705</c:v>
                </c:pt>
                <c:pt idx="26372">
                  <c:v>0.99703703703703705</c:v>
                </c:pt>
                <c:pt idx="26373">
                  <c:v>0.99703703703703705</c:v>
                </c:pt>
                <c:pt idx="26374">
                  <c:v>0.99703703703703705</c:v>
                </c:pt>
                <c:pt idx="26375">
                  <c:v>0.99718518518518517</c:v>
                </c:pt>
                <c:pt idx="26376">
                  <c:v>0.99718518518518517</c:v>
                </c:pt>
                <c:pt idx="26377">
                  <c:v>0.99733333333333329</c:v>
                </c:pt>
                <c:pt idx="26378">
                  <c:v>0.99733333333333329</c:v>
                </c:pt>
                <c:pt idx="26379">
                  <c:v>0.99733333333333329</c:v>
                </c:pt>
                <c:pt idx="26380">
                  <c:v>0.99733333333333329</c:v>
                </c:pt>
                <c:pt idx="26381">
                  <c:v>0.99733333333333329</c:v>
                </c:pt>
                <c:pt idx="26382">
                  <c:v>0.99733333333333329</c:v>
                </c:pt>
                <c:pt idx="26383">
                  <c:v>0.99733333333333329</c:v>
                </c:pt>
                <c:pt idx="26384">
                  <c:v>0.99733333333333329</c:v>
                </c:pt>
                <c:pt idx="26385">
                  <c:v>0.99733333333333329</c:v>
                </c:pt>
                <c:pt idx="26386">
                  <c:v>0.99733333333333329</c:v>
                </c:pt>
                <c:pt idx="26387">
                  <c:v>0.99733333333333329</c:v>
                </c:pt>
                <c:pt idx="26388">
                  <c:v>0.99733333333333329</c:v>
                </c:pt>
                <c:pt idx="26389">
                  <c:v>0.99748148148148152</c:v>
                </c:pt>
                <c:pt idx="26390">
                  <c:v>0.99748148148148152</c:v>
                </c:pt>
                <c:pt idx="26391">
                  <c:v>0.99748148148148152</c:v>
                </c:pt>
                <c:pt idx="26392">
                  <c:v>0.99748148148148152</c:v>
                </c:pt>
                <c:pt idx="26393">
                  <c:v>0.99762962962962964</c:v>
                </c:pt>
                <c:pt idx="26394">
                  <c:v>0.99762962962962964</c:v>
                </c:pt>
                <c:pt idx="26395">
                  <c:v>0.99762962962962964</c:v>
                </c:pt>
                <c:pt idx="26396">
                  <c:v>0.99762962962962964</c:v>
                </c:pt>
                <c:pt idx="26397">
                  <c:v>0.99762962962962964</c:v>
                </c:pt>
                <c:pt idx="26398">
                  <c:v>0.99762962962962964</c:v>
                </c:pt>
                <c:pt idx="26399">
                  <c:v>0.99762962962962964</c:v>
                </c:pt>
                <c:pt idx="26400">
                  <c:v>0.99777777777777776</c:v>
                </c:pt>
                <c:pt idx="26401">
                  <c:v>0.99777777777777776</c:v>
                </c:pt>
                <c:pt idx="26402">
                  <c:v>0.99777777777777776</c:v>
                </c:pt>
                <c:pt idx="26403">
                  <c:v>0.99777777777777776</c:v>
                </c:pt>
                <c:pt idx="26404">
                  <c:v>0.99777777777777776</c:v>
                </c:pt>
                <c:pt idx="26405">
                  <c:v>0.99777777777777776</c:v>
                </c:pt>
                <c:pt idx="26406">
                  <c:v>0.99777777777777776</c:v>
                </c:pt>
                <c:pt idx="26407">
                  <c:v>0.99777777777777776</c:v>
                </c:pt>
                <c:pt idx="26408">
                  <c:v>0.99777777777777776</c:v>
                </c:pt>
                <c:pt idx="26409">
                  <c:v>0.99777777777777776</c:v>
                </c:pt>
                <c:pt idx="26410">
                  <c:v>0.99777777777777776</c:v>
                </c:pt>
                <c:pt idx="26411">
                  <c:v>0.99777777777777776</c:v>
                </c:pt>
                <c:pt idx="26412">
                  <c:v>0.99777777777777776</c:v>
                </c:pt>
                <c:pt idx="26413">
                  <c:v>0.99777777777777776</c:v>
                </c:pt>
                <c:pt idx="26414">
                  <c:v>0.99777777777777776</c:v>
                </c:pt>
                <c:pt idx="26415">
                  <c:v>0.99777777777777776</c:v>
                </c:pt>
                <c:pt idx="26416">
                  <c:v>0.99792592592592588</c:v>
                </c:pt>
                <c:pt idx="26417">
                  <c:v>0.99792592592592588</c:v>
                </c:pt>
                <c:pt idx="26418">
                  <c:v>0.99792592592592588</c:v>
                </c:pt>
                <c:pt idx="26419">
                  <c:v>0.99792592592592588</c:v>
                </c:pt>
                <c:pt idx="26420">
                  <c:v>0.99792592592592588</c:v>
                </c:pt>
                <c:pt idx="26421">
                  <c:v>0.99792592592592588</c:v>
                </c:pt>
                <c:pt idx="26422">
                  <c:v>0.99792592592592588</c:v>
                </c:pt>
                <c:pt idx="26423">
                  <c:v>0.99792592592592588</c:v>
                </c:pt>
                <c:pt idx="26424">
                  <c:v>0.99792592592592588</c:v>
                </c:pt>
                <c:pt idx="26425">
                  <c:v>0.99792592592592588</c:v>
                </c:pt>
                <c:pt idx="26426">
                  <c:v>0.99792592592592588</c:v>
                </c:pt>
                <c:pt idx="26427">
                  <c:v>0.99792592592592588</c:v>
                </c:pt>
                <c:pt idx="26428">
                  <c:v>0.99792592592592588</c:v>
                </c:pt>
                <c:pt idx="26429">
                  <c:v>0.99792592592592588</c:v>
                </c:pt>
                <c:pt idx="26430">
                  <c:v>0.99792592592592588</c:v>
                </c:pt>
                <c:pt idx="26431">
                  <c:v>0.99792592592592588</c:v>
                </c:pt>
                <c:pt idx="26432">
                  <c:v>0.99792592592592588</c:v>
                </c:pt>
                <c:pt idx="26433">
                  <c:v>0.99792592592592588</c:v>
                </c:pt>
                <c:pt idx="26434">
                  <c:v>0.99792592592592588</c:v>
                </c:pt>
                <c:pt idx="26435">
                  <c:v>0.99792592592592588</c:v>
                </c:pt>
                <c:pt idx="26436">
                  <c:v>0.99792592592592588</c:v>
                </c:pt>
                <c:pt idx="26437">
                  <c:v>0.99792592592592588</c:v>
                </c:pt>
                <c:pt idx="26438">
                  <c:v>0.99792592592592588</c:v>
                </c:pt>
                <c:pt idx="26439">
                  <c:v>0.99807407407407411</c:v>
                </c:pt>
                <c:pt idx="26440">
                  <c:v>0.99807407407407411</c:v>
                </c:pt>
                <c:pt idx="26441">
                  <c:v>0.99807407407407411</c:v>
                </c:pt>
                <c:pt idx="26442">
                  <c:v>0.99807407407407411</c:v>
                </c:pt>
                <c:pt idx="26443">
                  <c:v>0.99807407407407411</c:v>
                </c:pt>
                <c:pt idx="26444">
                  <c:v>0.99807407407407411</c:v>
                </c:pt>
                <c:pt idx="26445">
                  <c:v>0.99807407407407411</c:v>
                </c:pt>
                <c:pt idx="26446">
                  <c:v>0.99807407407407411</c:v>
                </c:pt>
                <c:pt idx="26447">
                  <c:v>0.99822222222222223</c:v>
                </c:pt>
                <c:pt idx="26448">
                  <c:v>0.99822222222222223</c:v>
                </c:pt>
                <c:pt idx="26449">
                  <c:v>0.99822222222222223</c:v>
                </c:pt>
                <c:pt idx="26450">
                  <c:v>0.99822222222222223</c:v>
                </c:pt>
                <c:pt idx="26451">
                  <c:v>0.99822222222222223</c:v>
                </c:pt>
                <c:pt idx="26452">
                  <c:v>0.99822222222222223</c:v>
                </c:pt>
                <c:pt idx="26453">
                  <c:v>0.99822222222222223</c:v>
                </c:pt>
                <c:pt idx="26454">
                  <c:v>0.99822222222222223</c:v>
                </c:pt>
                <c:pt idx="26455">
                  <c:v>0.99822222222222223</c:v>
                </c:pt>
                <c:pt idx="26456">
                  <c:v>0.99822222222222223</c:v>
                </c:pt>
                <c:pt idx="26457">
                  <c:v>0.99822222222222223</c:v>
                </c:pt>
                <c:pt idx="26458">
                  <c:v>0.99822222222222223</c:v>
                </c:pt>
                <c:pt idx="26459">
                  <c:v>0.99822222222222223</c:v>
                </c:pt>
                <c:pt idx="26460">
                  <c:v>0.99822222222222223</c:v>
                </c:pt>
                <c:pt idx="26461">
                  <c:v>0.99822222222222223</c:v>
                </c:pt>
                <c:pt idx="26462">
                  <c:v>0.99822222222222223</c:v>
                </c:pt>
                <c:pt idx="26463">
                  <c:v>0.99822222222222223</c:v>
                </c:pt>
                <c:pt idx="26464">
                  <c:v>0.99822222222222223</c:v>
                </c:pt>
                <c:pt idx="26465">
                  <c:v>0.99837037037037035</c:v>
                </c:pt>
                <c:pt idx="26466">
                  <c:v>0.99837037037037035</c:v>
                </c:pt>
                <c:pt idx="26467">
                  <c:v>0.99837037037037035</c:v>
                </c:pt>
                <c:pt idx="26468">
                  <c:v>0.99837037037037035</c:v>
                </c:pt>
                <c:pt idx="26469">
                  <c:v>0.99837037037037035</c:v>
                </c:pt>
                <c:pt idx="26470">
                  <c:v>0.99837037037037035</c:v>
                </c:pt>
                <c:pt idx="26471">
                  <c:v>0.99837037037037035</c:v>
                </c:pt>
                <c:pt idx="26472">
                  <c:v>0.99837037037037035</c:v>
                </c:pt>
                <c:pt idx="26473">
                  <c:v>0.99837037037037035</c:v>
                </c:pt>
                <c:pt idx="26474">
                  <c:v>0.99837037037037035</c:v>
                </c:pt>
                <c:pt idx="26475">
                  <c:v>0.99837037037037035</c:v>
                </c:pt>
                <c:pt idx="26476">
                  <c:v>0.99837037037037035</c:v>
                </c:pt>
                <c:pt idx="26477">
                  <c:v>0.99837037037037035</c:v>
                </c:pt>
                <c:pt idx="26478">
                  <c:v>0.99837037037037035</c:v>
                </c:pt>
                <c:pt idx="26479">
                  <c:v>0.99837037037037035</c:v>
                </c:pt>
                <c:pt idx="26480">
                  <c:v>0.99837037037037035</c:v>
                </c:pt>
                <c:pt idx="26481">
                  <c:v>0.99837037037037035</c:v>
                </c:pt>
                <c:pt idx="26482">
                  <c:v>0.99837037037037035</c:v>
                </c:pt>
                <c:pt idx="26483">
                  <c:v>0.99837037037037035</c:v>
                </c:pt>
                <c:pt idx="26484">
                  <c:v>0.99837037037037035</c:v>
                </c:pt>
                <c:pt idx="26485">
                  <c:v>0.99837037037037035</c:v>
                </c:pt>
                <c:pt idx="26486">
                  <c:v>0.99837037037037035</c:v>
                </c:pt>
                <c:pt idx="26487">
                  <c:v>0.99837037037037035</c:v>
                </c:pt>
                <c:pt idx="26488">
                  <c:v>0.99837037037037035</c:v>
                </c:pt>
                <c:pt idx="26489">
                  <c:v>0.99837037037037035</c:v>
                </c:pt>
                <c:pt idx="26490">
                  <c:v>0.99837037037037035</c:v>
                </c:pt>
                <c:pt idx="26491">
                  <c:v>0.99837037037037035</c:v>
                </c:pt>
                <c:pt idx="26492">
                  <c:v>0.99837037037037035</c:v>
                </c:pt>
                <c:pt idx="26493">
                  <c:v>0.99851851851851847</c:v>
                </c:pt>
                <c:pt idx="26494">
                  <c:v>0.99851851851851847</c:v>
                </c:pt>
                <c:pt idx="26495">
                  <c:v>0.99851851851851847</c:v>
                </c:pt>
                <c:pt idx="26496">
                  <c:v>0.99851851851851847</c:v>
                </c:pt>
                <c:pt idx="26497">
                  <c:v>0.99851851851851847</c:v>
                </c:pt>
                <c:pt idx="26498">
                  <c:v>0.99851851851851847</c:v>
                </c:pt>
                <c:pt idx="26499">
                  <c:v>0.99851851851851847</c:v>
                </c:pt>
                <c:pt idx="26500">
                  <c:v>0.99851851851851847</c:v>
                </c:pt>
                <c:pt idx="26501">
                  <c:v>0.99851851851851847</c:v>
                </c:pt>
                <c:pt idx="26502">
                  <c:v>0.9986666666666667</c:v>
                </c:pt>
                <c:pt idx="26503">
                  <c:v>0.9986666666666667</c:v>
                </c:pt>
                <c:pt idx="26504">
                  <c:v>0.9986666666666667</c:v>
                </c:pt>
                <c:pt idx="26505">
                  <c:v>0.99881481481481482</c:v>
                </c:pt>
                <c:pt idx="26506">
                  <c:v>0.99881481481481482</c:v>
                </c:pt>
                <c:pt idx="26507">
                  <c:v>0.99881481481481482</c:v>
                </c:pt>
                <c:pt idx="26508">
                  <c:v>0.99881481481481482</c:v>
                </c:pt>
                <c:pt idx="26509">
                  <c:v>0.99881481481481482</c:v>
                </c:pt>
                <c:pt idx="26510">
                  <c:v>0.99881481481481482</c:v>
                </c:pt>
                <c:pt idx="26511">
                  <c:v>0.99881481481481482</c:v>
                </c:pt>
                <c:pt idx="26512">
                  <c:v>0.99881481481481482</c:v>
                </c:pt>
                <c:pt idx="26513">
                  <c:v>0.99881481481481482</c:v>
                </c:pt>
                <c:pt idx="26514">
                  <c:v>0.99881481481481482</c:v>
                </c:pt>
                <c:pt idx="26515">
                  <c:v>0.99881481481481482</c:v>
                </c:pt>
                <c:pt idx="26516">
                  <c:v>0.99881481481481482</c:v>
                </c:pt>
                <c:pt idx="26517">
                  <c:v>0.99881481481481482</c:v>
                </c:pt>
                <c:pt idx="26518">
                  <c:v>0.99881481481481482</c:v>
                </c:pt>
                <c:pt idx="26519">
                  <c:v>0.99881481481481482</c:v>
                </c:pt>
                <c:pt idx="26520">
                  <c:v>0.99881481481481482</c:v>
                </c:pt>
                <c:pt idx="26521">
                  <c:v>0.99881481481481482</c:v>
                </c:pt>
                <c:pt idx="26522">
                  <c:v>0.99881481481481482</c:v>
                </c:pt>
                <c:pt idx="26523">
                  <c:v>0.99881481481481482</c:v>
                </c:pt>
                <c:pt idx="26524">
                  <c:v>0.99881481481481482</c:v>
                </c:pt>
                <c:pt idx="26525">
                  <c:v>0.99881481481481482</c:v>
                </c:pt>
                <c:pt idx="26526">
                  <c:v>0.99881481481481482</c:v>
                </c:pt>
                <c:pt idx="26527">
                  <c:v>0.99881481481481482</c:v>
                </c:pt>
                <c:pt idx="26528">
                  <c:v>0.99881481481481482</c:v>
                </c:pt>
                <c:pt idx="26529">
                  <c:v>0.99896296296296294</c:v>
                </c:pt>
                <c:pt idx="26530">
                  <c:v>0.99896296296296294</c:v>
                </c:pt>
                <c:pt idx="26531">
                  <c:v>0.99896296296296294</c:v>
                </c:pt>
                <c:pt idx="26532">
                  <c:v>0.99896296296296294</c:v>
                </c:pt>
                <c:pt idx="26533">
                  <c:v>0.99896296296296294</c:v>
                </c:pt>
                <c:pt idx="26534">
                  <c:v>0.99896296296296294</c:v>
                </c:pt>
                <c:pt idx="26535">
                  <c:v>0.99896296296296294</c:v>
                </c:pt>
                <c:pt idx="26536">
                  <c:v>0.99896296296296294</c:v>
                </c:pt>
                <c:pt idx="26537">
                  <c:v>0.99896296296296294</c:v>
                </c:pt>
                <c:pt idx="26538">
                  <c:v>0.99896296296296294</c:v>
                </c:pt>
                <c:pt idx="26539">
                  <c:v>0.99911111111111106</c:v>
                </c:pt>
                <c:pt idx="26540">
                  <c:v>0.99925925925925929</c:v>
                </c:pt>
                <c:pt idx="26541">
                  <c:v>0.99925925925925929</c:v>
                </c:pt>
                <c:pt idx="26542">
                  <c:v>0.99925925925925929</c:v>
                </c:pt>
                <c:pt idx="26543">
                  <c:v>0.99925925925925929</c:v>
                </c:pt>
                <c:pt idx="26544">
                  <c:v>0.99925925925925929</c:v>
                </c:pt>
                <c:pt idx="26545">
                  <c:v>0.99940740740740741</c:v>
                </c:pt>
                <c:pt idx="26546">
                  <c:v>0.99940740740740741</c:v>
                </c:pt>
                <c:pt idx="26547">
                  <c:v>0.99940740740740741</c:v>
                </c:pt>
                <c:pt idx="26548">
                  <c:v>0.99940740740740741</c:v>
                </c:pt>
                <c:pt idx="26549">
                  <c:v>0.99940740740740741</c:v>
                </c:pt>
                <c:pt idx="26550">
                  <c:v>0.99940740740740741</c:v>
                </c:pt>
                <c:pt idx="26551">
                  <c:v>0.99940740740740741</c:v>
                </c:pt>
                <c:pt idx="26552">
                  <c:v>0.99940740740740741</c:v>
                </c:pt>
                <c:pt idx="26553">
                  <c:v>0.99940740740740741</c:v>
                </c:pt>
                <c:pt idx="26554">
                  <c:v>0.99940740740740741</c:v>
                </c:pt>
                <c:pt idx="26555">
                  <c:v>0.99940740740740741</c:v>
                </c:pt>
                <c:pt idx="26556">
                  <c:v>0.99940740740740741</c:v>
                </c:pt>
                <c:pt idx="26557">
                  <c:v>0.99940740740740741</c:v>
                </c:pt>
                <c:pt idx="26558">
                  <c:v>0.99940740740740741</c:v>
                </c:pt>
                <c:pt idx="26559">
                  <c:v>0.99940740740740741</c:v>
                </c:pt>
                <c:pt idx="26560">
                  <c:v>0.99940740740740741</c:v>
                </c:pt>
                <c:pt idx="26561">
                  <c:v>0.99940740740740741</c:v>
                </c:pt>
                <c:pt idx="26562">
                  <c:v>0.99940740740740741</c:v>
                </c:pt>
                <c:pt idx="26563">
                  <c:v>0.99940740740740741</c:v>
                </c:pt>
                <c:pt idx="26564">
                  <c:v>0.99955555555555553</c:v>
                </c:pt>
                <c:pt idx="26565">
                  <c:v>0.99955555555555553</c:v>
                </c:pt>
                <c:pt idx="26566">
                  <c:v>0.99955555555555553</c:v>
                </c:pt>
                <c:pt idx="26567">
                  <c:v>0.99955555555555553</c:v>
                </c:pt>
                <c:pt idx="26568">
                  <c:v>0.99955555555555553</c:v>
                </c:pt>
                <c:pt idx="26569">
                  <c:v>0.99955555555555553</c:v>
                </c:pt>
                <c:pt idx="26570">
                  <c:v>0.99955555555555553</c:v>
                </c:pt>
                <c:pt idx="26571">
                  <c:v>0.99955555555555553</c:v>
                </c:pt>
                <c:pt idx="26572">
                  <c:v>0.99955555555555553</c:v>
                </c:pt>
                <c:pt idx="26573">
                  <c:v>0.99955555555555553</c:v>
                </c:pt>
                <c:pt idx="26574">
                  <c:v>0.99955555555555553</c:v>
                </c:pt>
                <c:pt idx="26575">
                  <c:v>0.99955555555555553</c:v>
                </c:pt>
                <c:pt idx="26576">
                  <c:v>0.99970370370370365</c:v>
                </c:pt>
                <c:pt idx="26577">
                  <c:v>0.99970370370370365</c:v>
                </c:pt>
                <c:pt idx="26578">
                  <c:v>0.99970370370370365</c:v>
                </c:pt>
                <c:pt idx="26579">
                  <c:v>0.99970370370370365</c:v>
                </c:pt>
                <c:pt idx="26580">
                  <c:v>0.99970370370370365</c:v>
                </c:pt>
                <c:pt idx="26581">
                  <c:v>0.99970370370370365</c:v>
                </c:pt>
                <c:pt idx="26582">
                  <c:v>0.99970370370370365</c:v>
                </c:pt>
                <c:pt idx="26583">
                  <c:v>0.99970370370370365</c:v>
                </c:pt>
                <c:pt idx="26584">
                  <c:v>0.99970370370370365</c:v>
                </c:pt>
                <c:pt idx="26585">
                  <c:v>0.99970370370370365</c:v>
                </c:pt>
                <c:pt idx="26586">
                  <c:v>0.99970370370370365</c:v>
                </c:pt>
                <c:pt idx="26587">
                  <c:v>0.99970370370370365</c:v>
                </c:pt>
                <c:pt idx="26588">
                  <c:v>0.99970370370370365</c:v>
                </c:pt>
                <c:pt idx="26589">
                  <c:v>0.99970370370370365</c:v>
                </c:pt>
                <c:pt idx="26590">
                  <c:v>0.99970370370370365</c:v>
                </c:pt>
                <c:pt idx="26591">
                  <c:v>0.99970370370370365</c:v>
                </c:pt>
                <c:pt idx="26592">
                  <c:v>0.99970370370370365</c:v>
                </c:pt>
                <c:pt idx="26593">
                  <c:v>0.99970370370370365</c:v>
                </c:pt>
                <c:pt idx="26594">
                  <c:v>0.99970370370370365</c:v>
                </c:pt>
                <c:pt idx="26595">
                  <c:v>0.99970370370370365</c:v>
                </c:pt>
                <c:pt idx="26596">
                  <c:v>0.99970370370370365</c:v>
                </c:pt>
                <c:pt idx="26597">
                  <c:v>0.99970370370370365</c:v>
                </c:pt>
                <c:pt idx="26598">
                  <c:v>0.99970370370370365</c:v>
                </c:pt>
                <c:pt idx="26599">
                  <c:v>0.99970370370370365</c:v>
                </c:pt>
                <c:pt idx="26600">
                  <c:v>0.99970370370370365</c:v>
                </c:pt>
                <c:pt idx="26601">
                  <c:v>0.99970370370370365</c:v>
                </c:pt>
                <c:pt idx="26602">
                  <c:v>0.99970370370370365</c:v>
                </c:pt>
                <c:pt idx="26603">
                  <c:v>0.99970370370370365</c:v>
                </c:pt>
                <c:pt idx="26604">
                  <c:v>0.99970370370370365</c:v>
                </c:pt>
                <c:pt idx="26605">
                  <c:v>0.99970370370370365</c:v>
                </c:pt>
                <c:pt idx="26606">
                  <c:v>0.99970370370370365</c:v>
                </c:pt>
                <c:pt idx="26607">
                  <c:v>0.99970370370370365</c:v>
                </c:pt>
                <c:pt idx="26608">
                  <c:v>0.99970370370370365</c:v>
                </c:pt>
                <c:pt idx="26609">
                  <c:v>0.99970370370370365</c:v>
                </c:pt>
                <c:pt idx="26610">
                  <c:v>0.99970370370370365</c:v>
                </c:pt>
                <c:pt idx="26611">
                  <c:v>0.99970370370370365</c:v>
                </c:pt>
                <c:pt idx="26612">
                  <c:v>0.99970370370370365</c:v>
                </c:pt>
                <c:pt idx="26613">
                  <c:v>0.99970370370370365</c:v>
                </c:pt>
                <c:pt idx="26614">
                  <c:v>0.99970370370370365</c:v>
                </c:pt>
                <c:pt idx="26615">
                  <c:v>0.99970370370370365</c:v>
                </c:pt>
                <c:pt idx="26616">
                  <c:v>0.99970370370370365</c:v>
                </c:pt>
                <c:pt idx="26617">
                  <c:v>0.99970370370370365</c:v>
                </c:pt>
                <c:pt idx="26618">
                  <c:v>0.99970370370370365</c:v>
                </c:pt>
                <c:pt idx="26619">
                  <c:v>0.99970370370370365</c:v>
                </c:pt>
                <c:pt idx="26620">
                  <c:v>0.99970370370370365</c:v>
                </c:pt>
                <c:pt idx="26621">
                  <c:v>0.99970370370370365</c:v>
                </c:pt>
                <c:pt idx="26622">
                  <c:v>0.99970370370370365</c:v>
                </c:pt>
                <c:pt idx="26623">
                  <c:v>0.99970370370370365</c:v>
                </c:pt>
                <c:pt idx="26624">
                  <c:v>0.99970370370370365</c:v>
                </c:pt>
                <c:pt idx="26625">
                  <c:v>0.99970370370370365</c:v>
                </c:pt>
                <c:pt idx="26626">
                  <c:v>0.99970370370370365</c:v>
                </c:pt>
                <c:pt idx="26627">
                  <c:v>0.99970370370370365</c:v>
                </c:pt>
                <c:pt idx="26628">
                  <c:v>0.99970370370370365</c:v>
                </c:pt>
                <c:pt idx="26629">
                  <c:v>0.99970370370370365</c:v>
                </c:pt>
                <c:pt idx="26630">
                  <c:v>0.99970370370370365</c:v>
                </c:pt>
                <c:pt idx="26631">
                  <c:v>0.99970370370370365</c:v>
                </c:pt>
                <c:pt idx="26632">
                  <c:v>0.99970370370370365</c:v>
                </c:pt>
                <c:pt idx="26633">
                  <c:v>0.99970370370370365</c:v>
                </c:pt>
                <c:pt idx="26634">
                  <c:v>0.99970370370370365</c:v>
                </c:pt>
                <c:pt idx="26635">
                  <c:v>0.99970370370370365</c:v>
                </c:pt>
                <c:pt idx="26636">
                  <c:v>0.99970370370370365</c:v>
                </c:pt>
                <c:pt idx="26637">
                  <c:v>0.99970370370370365</c:v>
                </c:pt>
                <c:pt idx="26638">
                  <c:v>0.99970370370370365</c:v>
                </c:pt>
                <c:pt idx="26639">
                  <c:v>0.99970370370370365</c:v>
                </c:pt>
                <c:pt idx="26640">
                  <c:v>0.99970370370370365</c:v>
                </c:pt>
                <c:pt idx="26641">
                  <c:v>0.99970370370370365</c:v>
                </c:pt>
                <c:pt idx="26642">
                  <c:v>0.99970370370370365</c:v>
                </c:pt>
                <c:pt idx="26643">
                  <c:v>0.99970370370370365</c:v>
                </c:pt>
                <c:pt idx="26644">
                  <c:v>0.99970370370370365</c:v>
                </c:pt>
                <c:pt idx="26645">
                  <c:v>0.99970370370370365</c:v>
                </c:pt>
                <c:pt idx="26646">
                  <c:v>0.99970370370370365</c:v>
                </c:pt>
                <c:pt idx="26647">
                  <c:v>0.99970370370370365</c:v>
                </c:pt>
                <c:pt idx="26648">
                  <c:v>0.99970370370370365</c:v>
                </c:pt>
                <c:pt idx="26649">
                  <c:v>0.99970370370370365</c:v>
                </c:pt>
                <c:pt idx="26650">
                  <c:v>0.99970370370370365</c:v>
                </c:pt>
                <c:pt idx="26651">
                  <c:v>0.99970370370370365</c:v>
                </c:pt>
                <c:pt idx="26652">
                  <c:v>0.99970370370370365</c:v>
                </c:pt>
                <c:pt idx="26653">
                  <c:v>0.99970370370370365</c:v>
                </c:pt>
                <c:pt idx="26654">
                  <c:v>0.99970370370370365</c:v>
                </c:pt>
                <c:pt idx="26655">
                  <c:v>0.99970370370370365</c:v>
                </c:pt>
                <c:pt idx="26656">
                  <c:v>0.99970370370370365</c:v>
                </c:pt>
                <c:pt idx="26657">
                  <c:v>0.99970370370370365</c:v>
                </c:pt>
                <c:pt idx="26658">
                  <c:v>0.99970370370370365</c:v>
                </c:pt>
                <c:pt idx="26659">
                  <c:v>0.99970370370370365</c:v>
                </c:pt>
                <c:pt idx="26660">
                  <c:v>0.99970370370370365</c:v>
                </c:pt>
                <c:pt idx="26661">
                  <c:v>0.99970370370370365</c:v>
                </c:pt>
                <c:pt idx="26662">
                  <c:v>0.99970370370370365</c:v>
                </c:pt>
                <c:pt idx="26663">
                  <c:v>0.99970370370370365</c:v>
                </c:pt>
                <c:pt idx="26664">
                  <c:v>0.99970370370370365</c:v>
                </c:pt>
                <c:pt idx="26665">
                  <c:v>0.99970370370370365</c:v>
                </c:pt>
                <c:pt idx="26666">
                  <c:v>0.99970370370370365</c:v>
                </c:pt>
                <c:pt idx="26667">
                  <c:v>0.99970370370370365</c:v>
                </c:pt>
                <c:pt idx="26668">
                  <c:v>0.99970370370370365</c:v>
                </c:pt>
                <c:pt idx="26669">
                  <c:v>0.99970370370370365</c:v>
                </c:pt>
                <c:pt idx="26670">
                  <c:v>0.99970370370370365</c:v>
                </c:pt>
                <c:pt idx="26671">
                  <c:v>0.99970370370370365</c:v>
                </c:pt>
                <c:pt idx="26672">
                  <c:v>0.99970370370370365</c:v>
                </c:pt>
                <c:pt idx="26673">
                  <c:v>0.99970370370370365</c:v>
                </c:pt>
                <c:pt idx="26674">
                  <c:v>0.99970370370370365</c:v>
                </c:pt>
                <c:pt idx="26675">
                  <c:v>0.99970370370370365</c:v>
                </c:pt>
                <c:pt idx="26676">
                  <c:v>0.99970370370370365</c:v>
                </c:pt>
                <c:pt idx="26677">
                  <c:v>0.99970370370370365</c:v>
                </c:pt>
                <c:pt idx="26678">
                  <c:v>0.99970370370370365</c:v>
                </c:pt>
                <c:pt idx="26679">
                  <c:v>0.99970370370370365</c:v>
                </c:pt>
                <c:pt idx="26680">
                  <c:v>0.99970370370370365</c:v>
                </c:pt>
                <c:pt idx="26681">
                  <c:v>0.99970370370370365</c:v>
                </c:pt>
                <c:pt idx="26682">
                  <c:v>0.99970370370370365</c:v>
                </c:pt>
                <c:pt idx="26683">
                  <c:v>0.99970370370370365</c:v>
                </c:pt>
                <c:pt idx="26684">
                  <c:v>0.99970370370370365</c:v>
                </c:pt>
                <c:pt idx="26685">
                  <c:v>0.99970370370370365</c:v>
                </c:pt>
                <c:pt idx="26686">
                  <c:v>0.99970370370370365</c:v>
                </c:pt>
                <c:pt idx="26687">
                  <c:v>0.99970370370370365</c:v>
                </c:pt>
                <c:pt idx="26688">
                  <c:v>0.99970370370370365</c:v>
                </c:pt>
                <c:pt idx="26689">
                  <c:v>0.99970370370370365</c:v>
                </c:pt>
                <c:pt idx="26690">
                  <c:v>0.99970370370370365</c:v>
                </c:pt>
                <c:pt idx="26691">
                  <c:v>0.99970370370370365</c:v>
                </c:pt>
                <c:pt idx="26692">
                  <c:v>0.99970370370370365</c:v>
                </c:pt>
                <c:pt idx="26693">
                  <c:v>0.99970370370370365</c:v>
                </c:pt>
                <c:pt idx="26694">
                  <c:v>0.99970370370370365</c:v>
                </c:pt>
                <c:pt idx="26695">
                  <c:v>0.99970370370370365</c:v>
                </c:pt>
                <c:pt idx="26696">
                  <c:v>0.99970370370370365</c:v>
                </c:pt>
                <c:pt idx="26697">
                  <c:v>0.99970370370370365</c:v>
                </c:pt>
                <c:pt idx="26698">
                  <c:v>0.99970370370370365</c:v>
                </c:pt>
                <c:pt idx="26699">
                  <c:v>0.99970370370370365</c:v>
                </c:pt>
                <c:pt idx="26700">
                  <c:v>0.99970370370370365</c:v>
                </c:pt>
                <c:pt idx="26701">
                  <c:v>0.99970370370370365</c:v>
                </c:pt>
                <c:pt idx="26702">
                  <c:v>0.99970370370370365</c:v>
                </c:pt>
                <c:pt idx="26703">
                  <c:v>0.99970370370370365</c:v>
                </c:pt>
                <c:pt idx="26704">
                  <c:v>0.99970370370370365</c:v>
                </c:pt>
                <c:pt idx="26705">
                  <c:v>0.99970370370370365</c:v>
                </c:pt>
                <c:pt idx="26706">
                  <c:v>0.99970370370370365</c:v>
                </c:pt>
                <c:pt idx="26707">
                  <c:v>0.99970370370370365</c:v>
                </c:pt>
                <c:pt idx="26708">
                  <c:v>0.99970370370370365</c:v>
                </c:pt>
                <c:pt idx="26709">
                  <c:v>0.99970370370370365</c:v>
                </c:pt>
                <c:pt idx="26710">
                  <c:v>0.99970370370370365</c:v>
                </c:pt>
                <c:pt idx="26711">
                  <c:v>0.99970370370370365</c:v>
                </c:pt>
                <c:pt idx="26712">
                  <c:v>0.99970370370370365</c:v>
                </c:pt>
                <c:pt idx="26713">
                  <c:v>0.99970370370370365</c:v>
                </c:pt>
                <c:pt idx="26714">
                  <c:v>0.99970370370370365</c:v>
                </c:pt>
                <c:pt idx="26715">
                  <c:v>0.99970370370370365</c:v>
                </c:pt>
                <c:pt idx="26716">
                  <c:v>0.99970370370370365</c:v>
                </c:pt>
                <c:pt idx="26717">
                  <c:v>0.99970370370370365</c:v>
                </c:pt>
                <c:pt idx="26718">
                  <c:v>0.99970370370370365</c:v>
                </c:pt>
                <c:pt idx="26719">
                  <c:v>0.99970370370370365</c:v>
                </c:pt>
                <c:pt idx="26720">
                  <c:v>0.99970370370370365</c:v>
                </c:pt>
                <c:pt idx="26721">
                  <c:v>0.99970370370370365</c:v>
                </c:pt>
                <c:pt idx="26722">
                  <c:v>0.99970370370370365</c:v>
                </c:pt>
                <c:pt idx="26723">
                  <c:v>0.99970370370370365</c:v>
                </c:pt>
                <c:pt idx="26724">
                  <c:v>0.99970370370370365</c:v>
                </c:pt>
                <c:pt idx="26725">
                  <c:v>0.99970370370370365</c:v>
                </c:pt>
                <c:pt idx="26726">
                  <c:v>0.99970370370370365</c:v>
                </c:pt>
                <c:pt idx="26727">
                  <c:v>0.99970370370370365</c:v>
                </c:pt>
                <c:pt idx="26728">
                  <c:v>0.99970370370370365</c:v>
                </c:pt>
                <c:pt idx="26729">
                  <c:v>0.99970370370370365</c:v>
                </c:pt>
                <c:pt idx="26730">
                  <c:v>0.99970370370370365</c:v>
                </c:pt>
                <c:pt idx="26731">
                  <c:v>0.99970370370370365</c:v>
                </c:pt>
                <c:pt idx="26732">
                  <c:v>0.99970370370370365</c:v>
                </c:pt>
                <c:pt idx="26733">
                  <c:v>0.99970370370370365</c:v>
                </c:pt>
                <c:pt idx="26734">
                  <c:v>0.99970370370370365</c:v>
                </c:pt>
                <c:pt idx="26735">
                  <c:v>0.99970370370370365</c:v>
                </c:pt>
                <c:pt idx="26736">
                  <c:v>0.99970370370370365</c:v>
                </c:pt>
                <c:pt idx="26737">
                  <c:v>0.99970370370370365</c:v>
                </c:pt>
                <c:pt idx="26738">
                  <c:v>0.99970370370370365</c:v>
                </c:pt>
                <c:pt idx="26739">
                  <c:v>0.99970370370370365</c:v>
                </c:pt>
                <c:pt idx="26740">
                  <c:v>0.99970370370370365</c:v>
                </c:pt>
                <c:pt idx="26741">
                  <c:v>0.99970370370370365</c:v>
                </c:pt>
                <c:pt idx="26742">
                  <c:v>0.99970370370370365</c:v>
                </c:pt>
                <c:pt idx="26743">
                  <c:v>0.99970370370370365</c:v>
                </c:pt>
                <c:pt idx="26744">
                  <c:v>0.99970370370370365</c:v>
                </c:pt>
                <c:pt idx="26745">
                  <c:v>0.99970370370370365</c:v>
                </c:pt>
                <c:pt idx="26746">
                  <c:v>0.99970370370370365</c:v>
                </c:pt>
                <c:pt idx="26747">
                  <c:v>0.99970370370370365</c:v>
                </c:pt>
                <c:pt idx="26748">
                  <c:v>0.99970370370370365</c:v>
                </c:pt>
                <c:pt idx="26749">
                  <c:v>0.99970370370370365</c:v>
                </c:pt>
                <c:pt idx="26750">
                  <c:v>0.99970370370370365</c:v>
                </c:pt>
                <c:pt idx="26751">
                  <c:v>0.99970370370370365</c:v>
                </c:pt>
                <c:pt idx="26752">
                  <c:v>0.99970370370370365</c:v>
                </c:pt>
                <c:pt idx="26753">
                  <c:v>0.99970370370370365</c:v>
                </c:pt>
                <c:pt idx="26754">
                  <c:v>0.99970370370370365</c:v>
                </c:pt>
                <c:pt idx="26755">
                  <c:v>0.99970370370370365</c:v>
                </c:pt>
                <c:pt idx="26756">
                  <c:v>0.99970370370370365</c:v>
                </c:pt>
                <c:pt idx="26757">
                  <c:v>0.99970370370370365</c:v>
                </c:pt>
                <c:pt idx="26758">
                  <c:v>0.99970370370370365</c:v>
                </c:pt>
                <c:pt idx="26759">
                  <c:v>0.99970370370370365</c:v>
                </c:pt>
                <c:pt idx="26760">
                  <c:v>0.99970370370370365</c:v>
                </c:pt>
                <c:pt idx="26761">
                  <c:v>0.99970370370370365</c:v>
                </c:pt>
                <c:pt idx="26762">
                  <c:v>0.99970370370370365</c:v>
                </c:pt>
                <c:pt idx="26763">
                  <c:v>0.99970370370370365</c:v>
                </c:pt>
                <c:pt idx="26764">
                  <c:v>0.99970370370370365</c:v>
                </c:pt>
                <c:pt idx="26765">
                  <c:v>0.99970370370370365</c:v>
                </c:pt>
                <c:pt idx="26766">
                  <c:v>0.99970370370370365</c:v>
                </c:pt>
                <c:pt idx="26767">
                  <c:v>0.99970370370370365</c:v>
                </c:pt>
                <c:pt idx="26768">
                  <c:v>0.99970370370370365</c:v>
                </c:pt>
                <c:pt idx="26769">
                  <c:v>0.99970370370370365</c:v>
                </c:pt>
                <c:pt idx="26770">
                  <c:v>0.99970370370370365</c:v>
                </c:pt>
                <c:pt idx="26771">
                  <c:v>0.99970370370370365</c:v>
                </c:pt>
                <c:pt idx="26772">
                  <c:v>0.99970370370370365</c:v>
                </c:pt>
                <c:pt idx="26773">
                  <c:v>0.99970370370370365</c:v>
                </c:pt>
                <c:pt idx="26774">
                  <c:v>0.99970370370370365</c:v>
                </c:pt>
                <c:pt idx="26775">
                  <c:v>0.99970370370370365</c:v>
                </c:pt>
                <c:pt idx="26776">
                  <c:v>0.99970370370370365</c:v>
                </c:pt>
                <c:pt idx="26777">
                  <c:v>0.99970370370370365</c:v>
                </c:pt>
                <c:pt idx="26778">
                  <c:v>0.99970370370370365</c:v>
                </c:pt>
                <c:pt idx="26779">
                  <c:v>0.99970370370370365</c:v>
                </c:pt>
                <c:pt idx="26780">
                  <c:v>0.99970370370370365</c:v>
                </c:pt>
                <c:pt idx="26781">
                  <c:v>0.99970370370370365</c:v>
                </c:pt>
                <c:pt idx="26782">
                  <c:v>0.99970370370370365</c:v>
                </c:pt>
                <c:pt idx="26783">
                  <c:v>0.99970370370370365</c:v>
                </c:pt>
                <c:pt idx="26784">
                  <c:v>0.99970370370370365</c:v>
                </c:pt>
                <c:pt idx="26785">
                  <c:v>0.99970370370370365</c:v>
                </c:pt>
                <c:pt idx="26786">
                  <c:v>0.99970370370370365</c:v>
                </c:pt>
                <c:pt idx="26787">
                  <c:v>0.99985185185185188</c:v>
                </c:pt>
                <c:pt idx="26788">
                  <c:v>0.99985185185185188</c:v>
                </c:pt>
                <c:pt idx="26789">
                  <c:v>0.99985185185185188</c:v>
                </c:pt>
                <c:pt idx="26790">
                  <c:v>0.99985185185185188</c:v>
                </c:pt>
                <c:pt idx="26791">
                  <c:v>0.99985185185185188</c:v>
                </c:pt>
                <c:pt idx="26792">
                  <c:v>0.99985185185185188</c:v>
                </c:pt>
                <c:pt idx="26793">
                  <c:v>0.99985185185185188</c:v>
                </c:pt>
                <c:pt idx="26794">
                  <c:v>0.99985185185185188</c:v>
                </c:pt>
                <c:pt idx="26795">
                  <c:v>0.99985185185185188</c:v>
                </c:pt>
                <c:pt idx="26796">
                  <c:v>0.99985185185185188</c:v>
                </c:pt>
                <c:pt idx="26797">
                  <c:v>0.99985185185185188</c:v>
                </c:pt>
                <c:pt idx="26798">
                  <c:v>0.99985185185185188</c:v>
                </c:pt>
                <c:pt idx="26799">
                  <c:v>0.99985185185185188</c:v>
                </c:pt>
                <c:pt idx="26800">
                  <c:v>0.99985185185185188</c:v>
                </c:pt>
                <c:pt idx="26801">
                  <c:v>0.99985185185185188</c:v>
                </c:pt>
                <c:pt idx="26802">
                  <c:v>0.99985185185185188</c:v>
                </c:pt>
                <c:pt idx="26803">
                  <c:v>0.99985185185185188</c:v>
                </c:pt>
                <c:pt idx="26804">
                  <c:v>0.99985185185185188</c:v>
                </c:pt>
                <c:pt idx="26805">
                  <c:v>0.99985185185185188</c:v>
                </c:pt>
                <c:pt idx="26806">
                  <c:v>0.99985185185185188</c:v>
                </c:pt>
                <c:pt idx="26807">
                  <c:v>0.99985185185185188</c:v>
                </c:pt>
                <c:pt idx="26808">
                  <c:v>0.99985185185185188</c:v>
                </c:pt>
                <c:pt idx="26809">
                  <c:v>0.99985185185185188</c:v>
                </c:pt>
                <c:pt idx="26810">
                  <c:v>0.99985185185185188</c:v>
                </c:pt>
                <c:pt idx="26811">
                  <c:v>0.99985185185185188</c:v>
                </c:pt>
                <c:pt idx="26812">
                  <c:v>0.99985185185185188</c:v>
                </c:pt>
                <c:pt idx="26813">
                  <c:v>0.99985185185185188</c:v>
                </c:pt>
                <c:pt idx="26814">
                  <c:v>0.99985185185185188</c:v>
                </c:pt>
                <c:pt idx="26815">
                  <c:v>0.99985185185185188</c:v>
                </c:pt>
                <c:pt idx="26816">
                  <c:v>0.99985185185185188</c:v>
                </c:pt>
                <c:pt idx="26817">
                  <c:v>0.99985185185185188</c:v>
                </c:pt>
                <c:pt idx="26818">
                  <c:v>0.99985185185185188</c:v>
                </c:pt>
                <c:pt idx="26819">
                  <c:v>0.99985185185185188</c:v>
                </c:pt>
                <c:pt idx="26820">
                  <c:v>0.99985185185185188</c:v>
                </c:pt>
                <c:pt idx="26821">
                  <c:v>0.99985185185185188</c:v>
                </c:pt>
                <c:pt idx="26822">
                  <c:v>0.99985185185185188</c:v>
                </c:pt>
                <c:pt idx="26823">
                  <c:v>0.99985185185185188</c:v>
                </c:pt>
                <c:pt idx="26824">
                  <c:v>0.99985185185185188</c:v>
                </c:pt>
                <c:pt idx="26825">
                  <c:v>0.99985185185185188</c:v>
                </c:pt>
                <c:pt idx="26826">
                  <c:v>0.99985185185185188</c:v>
                </c:pt>
                <c:pt idx="26827">
                  <c:v>0.99985185185185188</c:v>
                </c:pt>
                <c:pt idx="26828">
                  <c:v>0.99985185185185188</c:v>
                </c:pt>
                <c:pt idx="26829">
                  <c:v>0.99985185185185188</c:v>
                </c:pt>
                <c:pt idx="26830">
                  <c:v>0.99985185185185188</c:v>
                </c:pt>
                <c:pt idx="26831">
                  <c:v>0.99985185185185188</c:v>
                </c:pt>
                <c:pt idx="26832">
                  <c:v>0.99985185185185188</c:v>
                </c:pt>
                <c:pt idx="26833">
                  <c:v>0.99985185185185188</c:v>
                </c:pt>
                <c:pt idx="26834">
                  <c:v>0.99985185185185188</c:v>
                </c:pt>
                <c:pt idx="26835">
                  <c:v>0.99985185185185188</c:v>
                </c:pt>
                <c:pt idx="26836">
                  <c:v>0.99985185185185188</c:v>
                </c:pt>
                <c:pt idx="26837">
                  <c:v>0.99985185185185188</c:v>
                </c:pt>
                <c:pt idx="26838">
                  <c:v>0.99985185185185188</c:v>
                </c:pt>
                <c:pt idx="26839">
                  <c:v>0.99985185185185188</c:v>
                </c:pt>
                <c:pt idx="26840">
                  <c:v>0.99985185185185188</c:v>
                </c:pt>
                <c:pt idx="26841">
                  <c:v>0.99985185185185188</c:v>
                </c:pt>
                <c:pt idx="26842">
                  <c:v>0.99985185185185188</c:v>
                </c:pt>
                <c:pt idx="26843">
                  <c:v>0.99985185185185188</c:v>
                </c:pt>
                <c:pt idx="26844">
                  <c:v>0.99985185185185188</c:v>
                </c:pt>
                <c:pt idx="26845">
                  <c:v>0.99985185185185188</c:v>
                </c:pt>
                <c:pt idx="26846">
                  <c:v>0.99985185185185188</c:v>
                </c:pt>
                <c:pt idx="26847">
                  <c:v>0.99985185185185188</c:v>
                </c:pt>
                <c:pt idx="26848">
                  <c:v>0.99985185185185188</c:v>
                </c:pt>
                <c:pt idx="26849">
                  <c:v>0.99985185185185188</c:v>
                </c:pt>
                <c:pt idx="26850">
                  <c:v>0.99985185185185188</c:v>
                </c:pt>
                <c:pt idx="26851">
                  <c:v>0.99985185185185188</c:v>
                </c:pt>
                <c:pt idx="26852">
                  <c:v>0.99985185185185188</c:v>
                </c:pt>
                <c:pt idx="26853">
                  <c:v>0.99985185185185188</c:v>
                </c:pt>
                <c:pt idx="26854">
                  <c:v>0.99985185185185188</c:v>
                </c:pt>
                <c:pt idx="26855">
                  <c:v>0.99985185185185188</c:v>
                </c:pt>
                <c:pt idx="26856">
                  <c:v>0.99985185185185188</c:v>
                </c:pt>
                <c:pt idx="26857">
                  <c:v>0.99985185185185188</c:v>
                </c:pt>
                <c:pt idx="26858">
                  <c:v>0.99985185185185188</c:v>
                </c:pt>
                <c:pt idx="26859">
                  <c:v>0.99985185185185188</c:v>
                </c:pt>
                <c:pt idx="26860">
                  <c:v>0.99985185185185188</c:v>
                </c:pt>
                <c:pt idx="26861">
                  <c:v>0.99985185185185188</c:v>
                </c:pt>
                <c:pt idx="26862">
                  <c:v>0.99985185185185188</c:v>
                </c:pt>
                <c:pt idx="26863">
                  <c:v>0.99985185185185188</c:v>
                </c:pt>
                <c:pt idx="26864">
                  <c:v>0.99985185185185188</c:v>
                </c:pt>
                <c:pt idx="26865">
                  <c:v>0.99985185185185188</c:v>
                </c:pt>
                <c:pt idx="26866">
                  <c:v>0.99985185185185188</c:v>
                </c:pt>
                <c:pt idx="26867">
                  <c:v>0.99985185185185188</c:v>
                </c:pt>
                <c:pt idx="26868">
                  <c:v>0.99985185185185188</c:v>
                </c:pt>
                <c:pt idx="26869">
                  <c:v>0.99985185185185188</c:v>
                </c:pt>
                <c:pt idx="26870">
                  <c:v>0.99985185185185188</c:v>
                </c:pt>
                <c:pt idx="26871">
                  <c:v>0.99985185185185188</c:v>
                </c:pt>
                <c:pt idx="26872">
                  <c:v>0.99985185185185188</c:v>
                </c:pt>
                <c:pt idx="26873">
                  <c:v>0.99985185185185188</c:v>
                </c:pt>
                <c:pt idx="26874">
                  <c:v>0.99985185185185188</c:v>
                </c:pt>
                <c:pt idx="26875">
                  <c:v>0.99985185185185188</c:v>
                </c:pt>
                <c:pt idx="26876">
                  <c:v>0.99985185185185188</c:v>
                </c:pt>
                <c:pt idx="26877">
                  <c:v>0.99985185185185188</c:v>
                </c:pt>
                <c:pt idx="26878">
                  <c:v>0.99985185185185188</c:v>
                </c:pt>
                <c:pt idx="26879">
                  <c:v>0.99985185185185188</c:v>
                </c:pt>
                <c:pt idx="26880">
                  <c:v>0.99985185185185188</c:v>
                </c:pt>
                <c:pt idx="26881">
                  <c:v>0.99985185185185188</c:v>
                </c:pt>
                <c:pt idx="26882">
                  <c:v>0.99985185185185188</c:v>
                </c:pt>
                <c:pt idx="26883">
                  <c:v>0.99985185185185188</c:v>
                </c:pt>
                <c:pt idx="26884">
                  <c:v>0.99985185185185188</c:v>
                </c:pt>
                <c:pt idx="26885">
                  <c:v>0.99985185185185188</c:v>
                </c:pt>
                <c:pt idx="26886">
                  <c:v>0.99985185185185188</c:v>
                </c:pt>
                <c:pt idx="26887">
                  <c:v>0.99985185185185188</c:v>
                </c:pt>
                <c:pt idx="26888">
                  <c:v>0.99985185185185188</c:v>
                </c:pt>
                <c:pt idx="26889">
                  <c:v>0.99985185185185188</c:v>
                </c:pt>
                <c:pt idx="26890">
                  <c:v>0.99985185185185188</c:v>
                </c:pt>
                <c:pt idx="26891">
                  <c:v>0.99985185185185188</c:v>
                </c:pt>
                <c:pt idx="26892">
                  <c:v>0.99985185185185188</c:v>
                </c:pt>
                <c:pt idx="26893">
                  <c:v>0.99985185185185188</c:v>
                </c:pt>
                <c:pt idx="26894">
                  <c:v>0.99985185185185188</c:v>
                </c:pt>
                <c:pt idx="26895">
                  <c:v>0.99985185185185188</c:v>
                </c:pt>
                <c:pt idx="26896">
                  <c:v>0.99985185185185188</c:v>
                </c:pt>
                <c:pt idx="26897">
                  <c:v>0.99985185185185188</c:v>
                </c:pt>
                <c:pt idx="26898">
                  <c:v>0.99985185185185188</c:v>
                </c:pt>
                <c:pt idx="26899">
                  <c:v>0.99985185185185188</c:v>
                </c:pt>
                <c:pt idx="26900">
                  <c:v>0.99985185185185188</c:v>
                </c:pt>
                <c:pt idx="26901">
                  <c:v>0.99985185185185188</c:v>
                </c:pt>
                <c:pt idx="26902">
                  <c:v>0.99985185185185188</c:v>
                </c:pt>
                <c:pt idx="26903">
                  <c:v>0.99985185185185188</c:v>
                </c:pt>
                <c:pt idx="26904">
                  <c:v>1</c:v>
                </c:pt>
                <c:pt idx="26905">
                  <c:v>1</c:v>
                </c:pt>
                <c:pt idx="26906">
                  <c:v>1</c:v>
                </c:pt>
                <c:pt idx="26907">
                  <c:v>1</c:v>
                </c:pt>
                <c:pt idx="26908">
                  <c:v>1</c:v>
                </c:pt>
                <c:pt idx="26909">
                  <c:v>1</c:v>
                </c:pt>
                <c:pt idx="26910">
                  <c:v>1</c:v>
                </c:pt>
                <c:pt idx="26911">
                  <c:v>1</c:v>
                </c:pt>
                <c:pt idx="26912">
                  <c:v>1</c:v>
                </c:pt>
                <c:pt idx="26913">
                  <c:v>1</c:v>
                </c:pt>
                <c:pt idx="26914">
                  <c:v>1</c:v>
                </c:pt>
                <c:pt idx="26915">
                  <c:v>1</c:v>
                </c:pt>
                <c:pt idx="26916">
                  <c:v>1</c:v>
                </c:pt>
                <c:pt idx="26917">
                  <c:v>1</c:v>
                </c:pt>
                <c:pt idx="26918">
                  <c:v>1</c:v>
                </c:pt>
                <c:pt idx="26919">
                  <c:v>1</c:v>
                </c:pt>
                <c:pt idx="26920">
                  <c:v>1</c:v>
                </c:pt>
                <c:pt idx="26921">
                  <c:v>1</c:v>
                </c:pt>
                <c:pt idx="26922">
                  <c:v>1</c:v>
                </c:pt>
                <c:pt idx="26923">
                  <c:v>1</c:v>
                </c:pt>
                <c:pt idx="26924">
                  <c:v>1</c:v>
                </c:pt>
                <c:pt idx="26925">
                  <c:v>1</c:v>
                </c:pt>
                <c:pt idx="26926">
                  <c:v>1</c:v>
                </c:pt>
                <c:pt idx="26927">
                  <c:v>1</c:v>
                </c:pt>
                <c:pt idx="26928">
                  <c:v>1</c:v>
                </c:pt>
                <c:pt idx="26929">
                  <c:v>1</c:v>
                </c:pt>
                <c:pt idx="26930">
                  <c:v>1</c:v>
                </c:pt>
                <c:pt idx="26931">
                  <c:v>1</c:v>
                </c:pt>
                <c:pt idx="26932">
                  <c:v>1</c:v>
                </c:pt>
                <c:pt idx="26933">
                  <c:v>1</c:v>
                </c:pt>
                <c:pt idx="26934">
                  <c:v>1</c:v>
                </c:pt>
                <c:pt idx="26935">
                  <c:v>1</c:v>
                </c:pt>
                <c:pt idx="26936">
                  <c:v>1</c:v>
                </c:pt>
                <c:pt idx="26937">
                  <c:v>1</c:v>
                </c:pt>
                <c:pt idx="26938">
                  <c:v>1</c:v>
                </c:pt>
                <c:pt idx="26939">
                  <c:v>1</c:v>
                </c:pt>
                <c:pt idx="2694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FE2D-416B-B255-03E6C9C7180D}"/>
            </c:ext>
          </c:extLst>
        </c:ser>
        <c:ser>
          <c:idx val="3"/>
          <c:order val="3"/>
          <c:tx>
            <c:v>4D-GWO</c:v>
          </c:tx>
          <c:spPr>
            <a:ln w="19050" cap="rnd">
              <a:solidFill>
                <a:srgbClr val="961E23"/>
              </a:solidFill>
              <a:round/>
            </a:ln>
            <a:effectLst/>
          </c:spPr>
          <c:marker>
            <c:symbol val="none"/>
          </c:marker>
          <c:xVal>
            <c:numRef>
              <c:f>工作表1!$A$2:$A$26942</c:f>
              <c:numCache>
                <c:formatCode>General</c:formatCode>
                <c:ptCount val="26941"/>
                <c:pt idx="0">
                  <c:v>0</c:v>
                </c:pt>
                <c:pt idx="1">
                  <c:v>2.7946249469234358E-3</c:v>
                </c:pt>
                <c:pt idx="2">
                  <c:v>5.8133160780984286E-3</c:v>
                </c:pt>
                <c:pt idx="3">
                  <c:v>6.7863413197884869E-3</c:v>
                </c:pt>
                <c:pt idx="4">
                  <c:v>8.494081710897142E-3</c:v>
                </c:pt>
                <c:pt idx="5">
                  <c:v>8.7118407497888302E-3</c:v>
                </c:pt>
                <c:pt idx="6">
                  <c:v>9.6531330635455572E-3</c:v>
                </c:pt>
                <c:pt idx="7">
                  <c:v>9.6615782392173201E-3</c:v>
                </c:pt>
                <c:pt idx="8">
                  <c:v>9.714840091438047E-3</c:v>
                </c:pt>
                <c:pt idx="9">
                  <c:v>1.0642148906982939E-2</c:v>
                </c:pt>
                <c:pt idx="10">
                  <c:v>1.0845885352890368E-2</c:v>
                </c:pt>
                <c:pt idx="11">
                  <c:v>1.0887713584082784E-2</c:v>
                </c:pt>
                <c:pt idx="12">
                  <c:v>1.1121837707425955E-2</c:v>
                </c:pt>
                <c:pt idx="13">
                  <c:v>1.118248073238505E-2</c:v>
                </c:pt>
                <c:pt idx="14">
                  <c:v>1.126468237349371E-2</c:v>
                </c:pt>
                <c:pt idx="15">
                  <c:v>1.1314141257244685E-2</c:v>
                </c:pt>
                <c:pt idx="16">
                  <c:v>1.1847415394384582E-2</c:v>
                </c:pt>
                <c:pt idx="17">
                  <c:v>1.2673139283812978E-2</c:v>
                </c:pt>
                <c:pt idx="18">
                  <c:v>1.314549675097082E-2</c:v>
                </c:pt>
                <c:pt idx="19">
                  <c:v>1.3212676364019176E-2</c:v>
                </c:pt>
                <c:pt idx="20">
                  <c:v>1.360673804721076E-2</c:v>
                </c:pt>
                <c:pt idx="21">
                  <c:v>1.3687228952116409E-2</c:v>
                </c:pt>
                <c:pt idx="22">
                  <c:v>1.3927287493673479E-2</c:v>
                </c:pt>
                <c:pt idx="23">
                  <c:v>1.4012699083072342E-2</c:v>
                </c:pt>
                <c:pt idx="24">
                  <c:v>1.4023410641627298E-2</c:v>
                </c:pt>
                <c:pt idx="25">
                  <c:v>1.432861614113738E-2</c:v>
                </c:pt>
                <c:pt idx="26">
                  <c:v>1.4485113375701918E-2</c:v>
                </c:pt>
                <c:pt idx="27">
                  <c:v>1.4563015991601759E-2</c:v>
                </c:pt>
                <c:pt idx="28">
                  <c:v>1.4687147892411019E-2</c:v>
                </c:pt>
                <c:pt idx="29">
                  <c:v>1.4694763264302033E-2</c:v>
                </c:pt>
                <c:pt idx="30">
                  <c:v>1.476511103309874E-2</c:v>
                </c:pt>
                <c:pt idx="31">
                  <c:v>1.484898437023211E-2</c:v>
                </c:pt>
                <c:pt idx="32">
                  <c:v>1.4859859758991439E-2</c:v>
                </c:pt>
                <c:pt idx="33">
                  <c:v>1.4903385093742127E-2</c:v>
                </c:pt>
                <c:pt idx="34">
                  <c:v>1.4917318223854318E-2</c:v>
                </c:pt>
                <c:pt idx="35">
                  <c:v>1.49616125610163E-2</c:v>
                </c:pt>
                <c:pt idx="36">
                  <c:v>1.5035428115915107E-2</c:v>
                </c:pt>
                <c:pt idx="37">
                  <c:v>1.5120961252069983E-2</c:v>
                </c:pt>
                <c:pt idx="38">
                  <c:v>1.5130655445956777E-2</c:v>
                </c:pt>
                <c:pt idx="39">
                  <c:v>1.5187729457684047E-2</c:v>
                </c:pt>
                <c:pt idx="40">
                  <c:v>1.5229989910488651E-2</c:v>
                </c:pt>
                <c:pt idx="41">
                  <c:v>1.5244250370344468E-2</c:v>
                </c:pt>
                <c:pt idx="42">
                  <c:v>1.5324896548165675E-2</c:v>
                </c:pt>
                <c:pt idx="43">
                  <c:v>1.5677153377740373E-2</c:v>
                </c:pt>
                <c:pt idx="44">
                  <c:v>1.5727751022163883E-2</c:v>
                </c:pt>
                <c:pt idx="45">
                  <c:v>1.5755763680214929E-2</c:v>
                </c:pt>
                <c:pt idx="46">
                  <c:v>1.5805431979660979E-2</c:v>
                </c:pt>
                <c:pt idx="47">
                  <c:v>1.5827888605158453E-2</c:v>
                </c:pt>
                <c:pt idx="48">
                  <c:v>1.5828952189759084E-2</c:v>
                </c:pt>
                <c:pt idx="49">
                  <c:v>1.5839164760096273E-2</c:v>
                </c:pt>
                <c:pt idx="50">
                  <c:v>1.5845944867392082E-2</c:v>
                </c:pt>
                <c:pt idx="51">
                  <c:v>1.5908882965316055E-2</c:v>
                </c:pt>
                <c:pt idx="52">
                  <c:v>1.596216596288479E-2</c:v>
                </c:pt>
                <c:pt idx="53">
                  <c:v>1.614808509337292E-2</c:v>
                </c:pt>
                <c:pt idx="54">
                  <c:v>1.6251250144594668E-2</c:v>
                </c:pt>
                <c:pt idx="55">
                  <c:v>1.6319446464865828E-2</c:v>
                </c:pt>
                <c:pt idx="56">
                  <c:v>1.636817856162882E-2</c:v>
                </c:pt>
                <c:pt idx="57">
                  <c:v>1.6526034594841671E-2</c:v>
                </c:pt>
                <c:pt idx="58">
                  <c:v>1.6611942971331461E-2</c:v>
                </c:pt>
                <c:pt idx="59">
                  <c:v>1.661742198047678E-2</c:v>
                </c:pt>
                <c:pt idx="60">
                  <c:v>1.6639843613107112E-2</c:v>
                </c:pt>
                <c:pt idx="61">
                  <c:v>1.7080210097148284E-2</c:v>
                </c:pt>
                <c:pt idx="62">
                  <c:v>1.7239360371540578E-2</c:v>
                </c:pt>
                <c:pt idx="63">
                  <c:v>1.7620990971011351E-2</c:v>
                </c:pt>
                <c:pt idx="64">
                  <c:v>1.7733617289644839E-2</c:v>
                </c:pt>
                <c:pt idx="65">
                  <c:v>1.7760863719355938E-2</c:v>
                </c:pt>
                <c:pt idx="66">
                  <c:v>1.7829508735857567E-2</c:v>
                </c:pt>
                <c:pt idx="67">
                  <c:v>1.785970877571225E-2</c:v>
                </c:pt>
                <c:pt idx="68">
                  <c:v>1.8007196430383798E-2</c:v>
                </c:pt>
                <c:pt idx="69">
                  <c:v>1.8050631657241082E-2</c:v>
                </c:pt>
                <c:pt idx="70">
                  <c:v>1.8379839877929339E-2</c:v>
                </c:pt>
                <c:pt idx="71">
                  <c:v>1.839615982290169E-2</c:v>
                </c:pt>
                <c:pt idx="72">
                  <c:v>1.8416601443944317E-2</c:v>
                </c:pt>
                <c:pt idx="73">
                  <c:v>1.8427930099273512E-2</c:v>
                </c:pt>
                <c:pt idx="74">
                  <c:v>1.8445683955885004E-2</c:v>
                </c:pt>
                <c:pt idx="75">
                  <c:v>1.8497417288738674E-2</c:v>
                </c:pt>
                <c:pt idx="76">
                  <c:v>1.8727550734930994E-2</c:v>
                </c:pt>
                <c:pt idx="77">
                  <c:v>1.8752029072994371E-2</c:v>
                </c:pt>
                <c:pt idx="78">
                  <c:v>1.8831560770845E-2</c:v>
                </c:pt>
                <c:pt idx="79">
                  <c:v>1.8959071008263446E-2</c:v>
                </c:pt>
                <c:pt idx="80">
                  <c:v>1.9002221025354302E-2</c:v>
                </c:pt>
                <c:pt idx="81">
                  <c:v>1.9016104402484874E-2</c:v>
                </c:pt>
                <c:pt idx="82">
                  <c:v>1.9038457407767141E-2</c:v>
                </c:pt>
                <c:pt idx="83">
                  <c:v>1.907767780560302E-2</c:v>
                </c:pt>
                <c:pt idx="84">
                  <c:v>1.9088312197216746E-2</c:v>
                </c:pt>
                <c:pt idx="85">
                  <c:v>1.9207416463143365E-2</c:v>
                </c:pt>
                <c:pt idx="86">
                  <c:v>1.925840576733328E-2</c:v>
                </c:pt>
                <c:pt idx="87">
                  <c:v>1.9312910886457112E-2</c:v>
                </c:pt>
                <c:pt idx="88">
                  <c:v>1.9425829771959086E-2</c:v>
                </c:pt>
                <c:pt idx="89">
                  <c:v>1.9436268906452874E-2</c:v>
                </c:pt>
                <c:pt idx="90">
                  <c:v>1.9505621271938726E-2</c:v>
                </c:pt>
                <c:pt idx="91">
                  <c:v>1.9526642195612103E-2</c:v>
                </c:pt>
                <c:pt idx="92">
                  <c:v>1.9560035743192494E-2</c:v>
                </c:pt>
                <c:pt idx="93">
                  <c:v>1.9566732466683369E-2</c:v>
                </c:pt>
                <c:pt idx="94">
                  <c:v>1.9627908672666585E-2</c:v>
                </c:pt>
                <c:pt idx="95">
                  <c:v>1.9629751286064263E-2</c:v>
                </c:pt>
                <c:pt idx="96">
                  <c:v>1.9652926843234751E-2</c:v>
                </c:pt>
                <c:pt idx="97">
                  <c:v>1.9737861122868221E-2</c:v>
                </c:pt>
                <c:pt idx="98">
                  <c:v>1.9879159733926614E-2</c:v>
                </c:pt>
                <c:pt idx="99">
                  <c:v>2.0041820476773244E-2</c:v>
                </c:pt>
                <c:pt idx="100">
                  <c:v>2.0045729553574476E-2</c:v>
                </c:pt>
                <c:pt idx="101">
                  <c:v>2.0051997602070007E-2</c:v>
                </c:pt>
                <c:pt idx="102">
                  <c:v>2.0086857435721514E-2</c:v>
                </c:pt>
                <c:pt idx="103">
                  <c:v>2.0132803396867401E-2</c:v>
                </c:pt>
                <c:pt idx="104">
                  <c:v>2.0175578711191945E-2</c:v>
                </c:pt>
                <c:pt idx="105">
                  <c:v>2.0219642378517113E-2</c:v>
                </c:pt>
                <c:pt idx="106">
                  <c:v>2.0226485472933882E-2</c:v>
                </c:pt>
                <c:pt idx="107">
                  <c:v>2.0254141653905593E-2</c:v>
                </c:pt>
                <c:pt idx="108">
                  <c:v>2.0256229240169905E-2</c:v>
                </c:pt>
                <c:pt idx="109">
                  <c:v>2.0350623117269383E-2</c:v>
                </c:pt>
                <c:pt idx="110">
                  <c:v>2.0369618986872739E-2</c:v>
                </c:pt>
                <c:pt idx="111">
                  <c:v>2.0388708177338118E-2</c:v>
                </c:pt>
                <c:pt idx="112">
                  <c:v>2.0501150484307597E-2</c:v>
                </c:pt>
                <c:pt idx="113">
                  <c:v>2.0620558006817325E-2</c:v>
                </c:pt>
                <c:pt idx="114">
                  <c:v>2.0632626296641206E-2</c:v>
                </c:pt>
                <c:pt idx="115">
                  <c:v>2.0632919117782842E-2</c:v>
                </c:pt>
                <c:pt idx="116">
                  <c:v>2.0716924694877029E-2</c:v>
                </c:pt>
                <c:pt idx="117">
                  <c:v>2.0792039620116529E-2</c:v>
                </c:pt>
                <c:pt idx="118">
                  <c:v>2.0835695828122693E-2</c:v>
                </c:pt>
                <c:pt idx="119">
                  <c:v>2.0839694386045989E-2</c:v>
                </c:pt>
                <c:pt idx="120">
                  <c:v>2.0869306576844583E-2</c:v>
                </c:pt>
                <c:pt idx="121">
                  <c:v>2.0883557937528288E-2</c:v>
                </c:pt>
                <c:pt idx="122">
                  <c:v>2.0916456866530358E-2</c:v>
                </c:pt>
                <c:pt idx="123">
                  <c:v>2.0939245426459641E-2</c:v>
                </c:pt>
                <c:pt idx="124">
                  <c:v>2.1014683858514602E-2</c:v>
                </c:pt>
                <c:pt idx="125">
                  <c:v>2.1048761568904482E-2</c:v>
                </c:pt>
                <c:pt idx="126">
                  <c:v>2.1072220959858744E-2</c:v>
                </c:pt>
                <c:pt idx="127">
                  <c:v>2.1072550420810989E-2</c:v>
                </c:pt>
                <c:pt idx="128">
                  <c:v>2.1160066031370203E-2</c:v>
                </c:pt>
                <c:pt idx="129">
                  <c:v>2.1193918478500027E-2</c:v>
                </c:pt>
                <c:pt idx="130">
                  <c:v>2.1264100187298431E-2</c:v>
                </c:pt>
                <c:pt idx="131">
                  <c:v>2.1285652144249965E-2</c:v>
                </c:pt>
                <c:pt idx="132">
                  <c:v>2.1299137277566924E-2</c:v>
                </c:pt>
                <c:pt idx="133">
                  <c:v>2.1330034757207003E-2</c:v>
                </c:pt>
                <c:pt idx="134">
                  <c:v>2.139491028475687E-2</c:v>
                </c:pt>
                <c:pt idx="135">
                  <c:v>2.1408224839947011E-2</c:v>
                </c:pt>
                <c:pt idx="136">
                  <c:v>2.1526579732944705E-2</c:v>
                </c:pt>
                <c:pt idx="137">
                  <c:v>2.1724833555679172E-2</c:v>
                </c:pt>
                <c:pt idx="138">
                  <c:v>2.1860561255419766E-2</c:v>
                </c:pt>
                <c:pt idx="139">
                  <c:v>2.1868108313850623E-2</c:v>
                </c:pt>
                <c:pt idx="140">
                  <c:v>2.1922962132367087E-2</c:v>
                </c:pt>
                <c:pt idx="141">
                  <c:v>2.196130059143481E-2</c:v>
                </c:pt>
                <c:pt idx="142">
                  <c:v>2.196230815156924E-2</c:v>
                </c:pt>
                <c:pt idx="143">
                  <c:v>2.2178489260441657E-2</c:v>
                </c:pt>
                <c:pt idx="144">
                  <c:v>2.226893459541086E-2</c:v>
                </c:pt>
                <c:pt idx="145">
                  <c:v>2.2272072139618081E-2</c:v>
                </c:pt>
                <c:pt idx="146">
                  <c:v>2.2289412177165374E-2</c:v>
                </c:pt>
                <c:pt idx="147">
                  <c:v>2.253417842227623E-2</c:v>
                </c:pt>
                <c:pt idx="148">
                  <c:v>2.253449377705502E-2</c:v>
                </c:pt>
                <c:pt idx="149">
                  <c:v>2.2559771334456372E-2</c:v>
                </c:pt>
                <c:pt idx="150">
                  <c:v>2.2650997673022703E-2</c:v>
                </c:pt>
                <c:pt idx="151">
                  <c:v>2.2707374074392054E-2</c:v>
                </c:pt>
                <c:pt idx="152">
                  <c:v>2.2710088470610235E-2</c:v>
                </c:pt>
                <c:pt idx="153">
                  <c:v>2.2745265231750744E-2</c:v>
                </c:pt>
                <c:pt idx="154">
                  <c:v>2.2839121822925454E-2</c:v>
                </c:pt>
                <c:pt idx="155">
                  <c:v>2.2931644168681931E-2</c:v>
                </c:pt>
                <c:pt idx="156">
                  <c:v>2.3103437061361694E-2</c:v>
                </c:pt>
                <c:pt idx="157">
                  <c:v>2.3129719260792037E-2</c:v>
                </c:pt>
                <c:pt idx="158">
                  <c:v>2.3161575358178147E-2</c:v>
                </c:pt>
                <c:pt idx="159">
                  <c:v>2.321471717880054E-2</c:v>
                </c:pt>
                <c:pt idx="160">
                  <c:v>2.3223916217405674E-2</c:v>
                </c:pt>
                <c:pt idx="161">
                  <c:v>2.3247179265834181E-2</c:v>
                </c:pt>
                <c:pt idx="162">
                  <c:v>2.3319694239727309E-2</c:v>
                </c:pt>
                <c:pt idx="163">
                  <c:v>2.3340783659182567E-2</c:v>
                </c:pt>
                <c:pt idx="164">
                  <c:v>2.339526929805082E-2</c:v>
                </c:pt>
                <c:pt idx="165">
                  <c:v>2.3450315855462429E-2</c:v>
                </c:pt>
                <c:pt idx="166">
                  <c:v>2.3505680966091902E-2</c:v>
                </c:pt>
                <c:pt idx="167">
                  <c:v>2.3522813092614784E-2</c:v>
                </c:pt>
                <c:pt idx="168">
                  <c:v>2.3528218229763902E-2</c:v>
                </c:pt>
                <c:pt idx="169">
                  <c:v>2.3610007371887932E-2</c:v>
                </c:pt>
                <c:pt idx="170">
                  <c:v>2.3671180686273673E-2</c:v>
                </c:pt>
                <c:pt idx="171">
                  <c:v>2.3803337038865661E-2</c:v>
                </c:pt>
                <c:pt idx="172">
                  <c:v>2.384117449872564E-2</c:v>
                </c:pt>
                <c:pt idx="173">
                  <c:v>2.3890905373300162E-2</c:v>
                </c:pt>
                <c:pt idx="174">
                  <c:v>2.3979898520208067E-2</c:v>
                </c:pt>
                <c:pt idx="175">
                  <c:v>2.4019872238880736E-2</c:v>
                </c:pt>
                <c:pt idx="176">
                  <c:v>2.4028752213200315E-2</c:v>
                </c:pt>
                <c:pt idx="177">
                  <c:v>2.4110941814319192E-2</c:v>
                </c:pt>
                <c:pt idx="178">
                  <c:v>2.4178404135712598E-2</c:v>
                </c:pt>
                <c:pt idx="179">
                  <c:v>2.4245118151989764E-2</c:v>
                </c:pt>
                <c:pt idx="180">
                  <c:v>2.4246296882368353E-2</c:v>
                </c:pt>
                <c:pt idx="181">
                  <c:v>2.4256807762148436E-2</c:v>
                </c:pt>
                <c:pt idx="182">
                  <c:v>2.4300641778867312E-2</c:v>
                </c:pt>
                <c:pt idx="183">
                  <c:v>2.4345474432461545E-2</c:v>
                </c:pt>
                <c:pt idx="184">
                  <c:v>2.4493215881306509E-2</c:v>
                </c:pt>
                <c:pt idx="185">
                  <c:v>2.4610695335288382E-2</c:v>
                </c:pt>
                <c:pt idx="186">
                  <c:v>2.4619427880454119E-2</c:v>
                </c:pt>
                <c:pt idx="187">
                  <c:v>2.4634485955590216E-2</c:v>
                </c:pt>
                <c:pt idx="188">
                  <c:v>2.4635623227300014E-2</c:v>
                </c:pt>
                <c:pt idx="189">
                  <c:v>2.4636654215412699E-2</c:v>
                </c:pt>
                <c:pt idx="190">
                  <c:v>2.4702574783048423E-2</c:v>
                </c:pt>
                <c:pt idx="191">
                  <c:v>2.4840667554414796E-2</c:v>
                </c:pt>
                <c:pt idx="192">
                  <c:v>2.4882099679208541E-2</c:v>
                </c:pt>
                <c:pt idx="193">
                  <c:v>2.4884957185164324E-2</c:v>
                </c:pt>
                <c:pt idx="194">
                  <c:v>2.4909761143768722E-2</c:v>
                </c:pt>
                <c:pt idx="195">
                  <c:v>2.4927933340578683E-2</c:v>
                </c:pt>
                <c:pt idx="196">
                  <c:v>2.5054942011981839E-2</c:v>
                </c:pt>
                <c:pt idx="197">
                  <c:v>2.5074777630550098E-2</c:v>
                </c:pt>
                <c:pt idx="198">
                  <c:v>2.5105042901654238E-2</c:v>
                </c:pt>
                <c:pt idx="199">
                  <c:v>2.5122609490622585E-2</c:v>
                </c:pt>
                <c:pt idx="200">
                  <c:v>2.5124061698978416E-2</c:v>
                </c:pt>
                <c:pt idx="201">
                  <c:v>2.5205335245657882E-2</c:v>
                </c:pt>
                <c:pt idx="202">
                  <c:v>2.527943772945173E-2</c:v>
                </c:pt>
                <c:pt idx="203">
                  <c:v>2.5284409011600492E-2</c:v>
                </c:pt>
                <c:pt idx="204">
                  <c:v>2.5287547709908896E-2</c:v>
                </c:pt>
                <c:pt idx="205">
                  <c:v>2.5291250604457902E-2</c:v>
                </c:pt>
                <c:pt idx="206">
                  <c:v>2.5331741200475693E-2</c:v>
                </c:pt>
                <c:pt idx="207">
                  <c:v>2.5339380156061939E-2</c:v>
                </c:pt>
                <c:pt idx="208">
                  <c:v>2.5347722876513372E-2</c:v>
                </c:pt>
                <c:pt idx="209">
                  <c:v>2.5386432772230429E-2</c:v>
                </c:pt>
                <c:pt idx="210">
                  <c:v>2.5472868685416126E-2</c:v>
                </c:pt>
                <c:pt idx="211">
                  <c:v>2.5481099979444262E-2</c:v>
                </c:pt>
                <c:pt idx="212">
                  <c:v>2.549677049498323E-2</c:v>
                </c:pt>
                <c:pt idx="213">
                  <c:v>2.5500938566857062E-2</c:v>
                </c:pt>
                <c:pt idx="214">
                  <c:v>2.5501185787788302E-2</c:v>
                </c:pt>
                <c:pt idx="215">
                  <c:v>2.5511565824766769E-2</c:v>
                </c:pt>
                <c:pt idx="216">
                  <c:v>2.5602404227773701E-2</c:v>
                </c:pt>
                <c:pt idx="217">
                  <c:v>2.5609805778246522E-2</c:v>
                </c:pt>
                <c:pt idx="218">
                  <c:v>2.561370378783466E-2</c:v>
                </c:pt>
                <c:pt idx="219">
                  <c:v>2.5618282603704426E-2</c:v>
                </c:pt>
                <c:pt idx="220">
                  <c:v>2.5638050909134891E-2</c:v>
                </c:pt>
                <c:pt idx="221">
                  <c:v>2.5661353849248055E-2</c:v>
                </c:pt>
                <c:pt idx="222">
                  <c:v>2.5673793480366486E-2</c:v>
                </c:pt>
                <c:pt idx="223">
                  <c:v>2.5709646911287545E-2</c:v>
                </c:pt>
                <c:pt idx="224">
                  <c:v>2.5740872179616264E-2</c:v>
                </c:pt>
                <c:pt idx="225">
                  <c:v>2.5779420122112214E-2</c:v>
                </c:pt>
                <c:pt idx="226">
                  <c:v>2.5782261473869323E-2</c:v>
                </c:pt>
                <c:pt idx="227">
                  <c:v>2.578520156150552E-2</c:v>
                </c:pt>
                <c:pt idx="228">
                  <c:v>2.5861380655302992E-2</c:v>
                </c:pt>
                <c:pt idx="229">
                  <c:v>2.5873874540479649E-2</c:v>
                </c:pt>
                <c:pt idx="230">
                  <c:v>2.5944006974140756E-2</c:v>
                </c:pt>
                <c:pt idx="231">
                  <c:v>2.6033838713724701E-2</c:v>
                </c:pt>
                <c:pt idx="232">
                  <c:v>2.6198658890493373E-2</c:v>
                </c:pt>
                <c:pt idx="233">
                  <c:v>2.6221661715417077E-2</c:v>
                </c:pt>
                <c:pt idx="234">
                  <c:v>2.6231122020420321E-2</c:v>
                </c:pt>
                <c:pt idx="235">
                  <c:v>2.6249742209449135E-2</c:v>
                </c:pt>
                <c:pt idx="236">
                  <c:v>2.6252991573892496E-2</c:v>
                </c:pt>
                <c:pt idx="237">
                  <c:v>2.6253683961528312E-2</c:v>
                </c:pt>
                <c:pt idx="238">
                  <c:v>2.6326627677423029E-2</c:v>
                </c:pt>
                <c:pt idx="239">
                  <c:v>2.6329638686378488E-2</c:v>
                </c:pt>
                <c:pt idx="240">
                  <c:v>2.6336362643709147E-2</c:v>
                </c:pt>
                <c:pt idx="241">
                  <c:v>2.6387715225027992E-2</c:v>
                </c:pt>
                <c:pt idx="242">
                  <c:v>2.6422166424166539E-2</c:v>
                </c:pt>
                <c:pt idx="243">
                  <c:v>2.6493438646203328E-2</c:v>
                </c:pt>
                <c:pt idx="244">
                  <c:v>2.6494997572391772E-2</c:v>
                </c:pt>
                <c:pt idx="245">
                  <c:v>2.6499671880683622E-2</c:v>
                </c:pt>
                <c:pt idx="246">
                  <c:v>2.6508889269356965E-2</c:v>
                </c:pt>
                <c:pt idx="247">
                  <c:v>2.6544708867512336E-2</c:v>
                </c:pt>
                <c:pt idx="248">
                  <c:v>2.65620766499697E-2</c:v>
                </c:pt>
                <c:pt idx="249">
                  <c:v>2.6573850983603368E-2</c:v>
                </c:pt>
                <c:pt idx="250">
                  <c:v>2.6644102560650938E-2</c:v>
                </c:pt>
                <c:pt idx="251">
                  <c:v>2.6696925514229891E-2</c:v>
                </c:pt>
                <c:pt idx="252">
                  <c:v>2.6736985236177437E-2</c:v>
                </c:pt>
                <c:pt idx="253">
                  <c:v>2.6752101493376378E-2</c:v>
                </c:pt>
                <c:pt idx="254">
                  <c:v>2.6769423407164469E-2</c:v>
                </c:pt>
                <c:pt idx="255">
                  <c:v>2.6773691159009835E-2</c:v>
                </c:pt>
                <c:pt idx="256">
                  <c:v>2.682771192524926E-2</c:v>
                </c:pt>
                <c:pt idx="257">
                  <c:v>2.6841112730467322E-2</c:v>
                </c:pt>
                <c:pt idx="258">
                  <c:v>2.703317046824652E-2</c:v>
                </c:pt>
                <c:pt idx="259">
                  <c:v>2.7037675481536006E-2</c:v>
                </c:pt>
                <c:pt idx="260">
                  <c:v>2.7067076481357845E-2</c:v>
                </c:pt>
                <c:pt idx="261">
                  <c:v>2.7077037618816309E-2</c:v>
                </c:pt>
                <c:pt idx="262">
                  <c:v>2.7149757155679261E-2</c:v>
                </c:pt>
                <c:pt idx="263">
                  <c:v>2.7169134563715475E-2</c:v>
                </c:pt>
                <c:pt idx="264">
                  <c:v>2.7172281084900007E-2</c:v>
                </c:pt>
                <c:pt idx="265">
                  <c:v>2.7208385293603692E-2</c:v>
                </c:pt>
                <c:pt idx="266">
                  <c:v>2.7258176426774226E-2</c:v>
                </c:pt>
                <c:pt idx="267">
                  <c:v>2.7291223400967859E-2</c:v>
                </c:pt>
                <c:pt idx="268">
                  <c:v>2.7308304757198733E-2</c:v>
                </c:pt>
                <c:pt idx="269">
                  <c:v>2.7325917104399203E-2</c:v>
                </c:pt>
                <c:pt idx="270">
                  <c:v>2.7328441500939327E-2</c:v>
                </c:pt>
                <c:pt idx="271">
                  <c:v>2.734351353350032E-2</c:v>
                </c:pt>
                <c:pt idx="272">
                  <c:v>2.7472452042820204E-2</c:v>
                </c:pt>
                <c:pt idx="273">
                  <c:v>2.7473115547030507E-2</c:v>
                </c:pt>
                <c:pt idx="274">
                  <c:v>2.7485350849914623E-2</c:v>
                </c:pt>
                <c:pt idx="275">
                  <c:v>2.7522536085511654E-2</c:v>
                </c:pt>
                <c:pt idx="276">
                  <c:v>2.7559729979893841E-2</c:v>
                </c:pt>
                <c:pt idx="277">
                  <c:v>2.7650594112282708E-2</c:v>
                </c:pt>
                <c:pt idx="278">
                  <c:v>2.7666171292043139E-2</c:v>
                </c:pt>
                <c:pt idx="279">
                  <c:v>2.7674643797140599E-2</c:v>
                </c:pt>
                <c:pt idx="280">
                  <c:v>2.7781697651822791E-2</c:v>
                </c:pt>
                <c:pt idx="281">
                  <c:v>2.7822100069167098E-2</c:v>
                </c:pt>
                <c:pt idx="282">
                  <c:v>2.7856862832280251E-2</c:v>
                </c:pt>
                <c:pt idx="283">
                  <c:v>2.7877521795953378E-2</c:v>
                </c:pt>
                <c:pt idx="284">
                  <c:v>2.7913729240587475E-2</c:v>
                </c:pt>
                <c:pt idx="285">
                  <c:v>2.791696456339076E-2</c:v>
                </c:pt>
                <c:pt idx="286">
                  <c:v>2.7944385459199646E-2</c:v>
                </c:pt>
                <c:pt idx="287">
                  <c:v>2.7998330972583835E-2</c:v>
                </c:pt>
                <c:pt idx="288">
                  <c:v>2.8003205981659847E-2</c:v>
                </c:pt>
                <c:pt idx="289">
                  <c:v>2.8066759753218391E-2</c:v>
                </c:pt>
                <c:pt idx="290">
                  <c:v>2.80840049909836E-2</c:v>
                </c:pt>
                <c:pt idx="291">
                  <c:v>2.8106963398894014E-2</c:v>
                </c:pt>
                <c:pt idx="292">
                  <c:v>2.8137714175918909E-2</c:v>
                </c:pt>
                <c:pt idx="293">
                  <c:v>2.8197796381280369E-2</c:v>
                </c:pt>
                <c:pt idx="294">
                  <c:v>2.8247304599839641E-2</c:v>
                </c:pt>
                <c:pt idx="295">
                  <c:v>2.8251151429097836E-2</c:v>
                </c:pt>
                <c:pt idx="296">
                  <c:v>2.8283770863984082E-2</c:v>
                </c:pt>
                <c:pt idx="297">
                  <c:v>2.8317556166438471E-2</c:v>
                </c:pt>
                <c:pt idx="298">
                  <c:v>2.857018224588527E-2</c:v>
                </c:pt>
                <c:pt idx="299">
                  <c:v>2.867285039409519E-2</c:v>
                </c:pt>
                <c:pt idx="300">
                  <c:v>2.8724654425521429E-2</c:v>
                </c:pt>
                <c:pt idx="301">
                  <c:v>2.883448290200805E-2</c:v>
                </c:pt>
                <c:pt idx="302">
                  <c:v>2.8840417988880186E-2</c:v>
                </c:pt>
                <c:pt idx="303">
                  <c:v>2.8845786205027028E-2</c:v>
                </c:pt>
                <c:pt idx="304">
                  <c:v>2.8884046761059722E-2</c:v>
                </c:pt>
                <c:pt idx="305">
                  <c:v>2.8898224184427959E-2</c:v>
                </c:pt>
                <c:pt idx="306">
                  <c:v>2.8902362216336654E-2</c:v>
                </c:pt>
                <c:pt idx="307">
                  <c:v>2.8939705945520658E-2</c:v>
                </c:pt>
                <c:pt idx="308">
                  <c:v>2.8942566782271487E-2</c:v>
                </c:pt>
                <c:pt idx="309">
                  <c:v>2.8977184185380006E-2</c:v>
                </c:pt>
                <c:pt idx="310">
                  <c:v>2.8978453841767289E-2</c:v>
                </c:pt>
                <c:pt idx="311">
                  <c:v>2.8994015588952107E-2</c:v>
                </c:pt>
                <c:pt idx="312">
                  <c:v>2.9052347243148938E-2</c:v>
                </c:pt>
                <c:pt idx="313">
                  <c:v>2.9069418404889778E-2</c:v>
                </c:pt>
                <c:pt idx="314">
                  <c:v>2.910495962970663E-2</c:v>
                </c:pt>
                <c:pt idx="315">
                  <c:v>2.9246673812641767E-2</c:v>
                </c:pt>
                <c:pt idx="316">
                  <c:v>2.9273047101499562E-2</c:v>
                </c:pt>
                <c:pt idx="317">
                  <c:v>2.9293074323938961E-2</c:v>
                </c:pt>
                <c:pt idx="318">
                  <c:v>2.9313202236875162E-2</c:v>
                </c:pt>
                <c:pt idx="319">
                  <c:v>2.9322260202835317E-2</c:v>
                </c:pt>
                <c:pt idx="320">
                  <c:v>2.9359607224557622E-2</c:v>
                </c:pt>
                <c:pt idx="321">
                  <c:v>2.94045839893451E-2</c:v>
                </c:pt>
                <c:pt idx="322">
                  <c:v>2.9421953858217328E-2</c:v>
                </c:pt>
                <c:pt idx="323">
                  <c:v>2.945626750110563E-2</c:v>
                </c:pt>
                <c:pt idx="324">
                  <c:v>2.945678482533098E-2</c:v>
                </c:pt>
                <c:pt idx="325">
                  <c:v>2.9502741922817065E-2</c:v>
                </c:pt>
                <c:pt idx="326">
                  <c:v>2.9511514511861511E-2</c:v>
                </c:pt>
                <c:pt idx="327">
                  <c:v>2.9517815029300513E-2</c:v>
                </c:pt>
                <c:pt idx="328">
                  <c:v>2.9524155718592477E-2</c:v>
                </c:pt>
                <c:pt idx="329">
                  <c:v>2.9527155360729574E-2</c:v>
                </c:pt>
                <c:pt idx="330">
                  <c:v>2.9542425528598416E-2</c:v>
                </c:pt>
                <c:pt idx="331">
                  <c:v>2.9662151086602119E-2</c:v>
                </c:pt>
                <c:pt idx="332">
                  <c:v>2.9717132022907263E-2</c:v>
                </c:pt>
                <c:pt idx="333">
                  <c:v>2.9744155019205888E-2</c:v>
                </c:pt>
                <c:pt idx="334">
                  <c:v>2.9817198192625217E-2</c:v>
                </c:pt>
                <c:pt idx="335">
                  <c:v>2.9852310499732332E-2</c:v>
                </c:pt>
                <c:pt idx="336">
                  <c:v>2.9884534729346386E-2</c:v>
                </c:pt>
                <c:pt idx="337">
                  <c:v>2.9936181733058589E-2</c:v>
                </c:pt>
                <c:pt idx="338">
                  <c:v>2.9942903581204921E-2</c:v>
                </c:pt>
                <c:pt idx="339">
                  <c:v>2.9950343269218874E-2</c:v>
                </c:pt>
                <c:pt idx="340">
                  <c:v>2.9954378145728006E-2</c:v>
                </c:pt>
                <c:pt idx="341">
                  <c:v>3.0025474713187492E-2</c:v>
                </c:pt>
                <c:pt idx="342">
                  <c:v>3.0117380138116556E-2</c:v>
                </c:pt>
                <c:pt idx="343">
                  <c:v>3.013933215903199E-2</c:v>
                </c:pt>
                <c:pt idx="344">
                  <c:v>3.0167032739287048E-2</c:v>
                </c:pt>
                <c:pt idx="345">
                  <c:v>3.018548002996924E-2</c:v>
                </c:pt>
                <c:pt idx="346">
                  <c:v>3.0192737300354842E-2</c:v>
                </c:pt>
                <c:pt idx="347">
                  <c:v>3.0232583051756714E-2</c:v>
                </c:pt>
                <c:pt idx="348">
                  <c:v>3.0236453801783188E-2</c:v>
                </c:pt>
                <c:pt idx="349">
                  <c:v>3.0259537484967382E-2</c:v>
                </c:pt>
                <c:pt idx="350">
                  <c:v>3.029809305493214E-2</c:v>
                </c:pt>
                <c:pt idx="351">
                  <c:v>3.0336099384738652E-2</c:v>
                </c:pt>
                <c:pt idx="352">
                  <c:v>3.0398710738882544E-2</c:v>
                </c:pt>
                <c:pt idx="353">
                  <c:v>3.0400947842756754E-2</c:v>
                </c:pt>
                <c:pt idx="354">
                  <c:v>3.0401683169358939E-2</c:v>
                </c:pt>
                <c:pt idx="355">
                  <c:v>3.040354315668202E-2</c:v>
                </c:pt>
                <c:pt idx="356">
                  <c:v>3.0413386283792511E-2</c:v>
                </c:pt>
                <c:pt idx="357">
                  <c:v>3.0439941921189932E-2</c:v>
                </c:pt>
                <c:pt idx="358">
                  <c:v>3.0450325296283446E-2</c:v>
                </c:pt>
                <c:pt idx="359">
                  <c:v>3.0505540956343696E-2</c:v>
                </c:pt>
                <c:pt idx="360">
                  <c:v>3.0510001183105005E-2</c:v>
                </c:pt>
                <c:pt idx="361">
                  <c:v>3.0595886531791953E-2</c:v>
                </c:pt>
                <c:pt idx="362">
                  <c:v>3.0633564500316915E-2</c:v>
                </c:pt>
                <c:pt idx="363">
                  <c:v>3.0650377193019711E-2</c:v>
                </c:pt>
                <c:pt idx="364">
                  <c:v>3.0669512258185611E-2</c:v>
                </c:pt>
                <c:pt idx="365">
                  <c:v>3.0742996046854713E-2</c:v>
                </c:pt>
                <c:pt idx="366">
                  <c:v>3.0771544128842743E-2</c:v>
                </c:pt>
                <c:pt idx="367">
                  <c:v>3.0778366388669785E-2</c:v>
                </c:pt>
                <c:pt idx="368">
                  <c:v>3.0801711167126926E-2</c:v>
                </c:pt>
                <c:pt idx="369">
                  <c:v>3.0820097210803185E-2</c:v>
                </c:pt>
                <c:pt idx="370">
                  <c:v>3.0836525279374017E-2</c:v>
                </c:pt>
                <c:pt idx="371">
                  <c:v>3.0839222370092473E-2</c:v>
                </c:pt>
                <c:pt idx="372">
                  <c:v>3.0857011012231018E-2</c:v>
                </c:pt>
                <c:pt idx="373">
                  <c:v>3.0867290147477078E-2</c:v>
                </c:pt>
                <c:pt idx="374">
                  <c:v>3.0922123974725546E-2</c:v>
                </c:pt>
                <c:pt idx="375">
                  <c:v>3.0925181372568517E-2</c:v>
                </c:pt>
                <c:pt idx="376">
                  <c:v>3.0928635615477928E-2</c:v>
                </c:pt>
                <c:pt idx="377">
                  <c:v>3.0948272954061183E-2</c:v>
                </c:pt>
                <c:pt idx="378">
                  <c:v>3.0953950314458419E-2</c:v>
                </c:pt>
                <c:pt idx="379">
                  <c:v>3.0969136265792518E-2</c:v>
                </c:pt>
                <c:pt idx="380">
                  <c:v>3.098016332913035E-2</c:v>
                </c:pt>
                <c:pt idx="381">
                  <c:v>3.0984965238504639E-2</c:v>
                </c:pt>
                <c:pt idx="382">
                  <c:v>3.0994435621960661E-2</c:v>
                </c:pt>
                <c:pt idx="383">
                  <c:v>3.1046923556102293E-2</c:v>
                </c:pt>
                <c:pt idx="384">
                  <c:v>3.1096333533415604E-2</c:v>
                </c:pt>
                <c:pt idx="385">
                  <c:v>3.1140612695318304E-2</c:v>
                </c:pt>
                <c:pt idx="386">
                  <c:v>3.1170610271512546E-2</c:v>
                </c:pt>
                <c:pt idx="387">
                  <c:v>3.1180399391982101E-2</c:v>
                </c:pt>
                <c:pt idx="388">
                  <c:v>3.1189165176456663E-2</c:v>
                </c:pt>
                <c:pt idx="389">
                  <c:v>3.1215033994144655E-2</c:v>
                </c:pt>
                <c:pt idx="390">
                  <c:v>3.1231920829560611E-2</c:v>
                </c:pt>
                <c:pt idx="391">
                  <c:v>3.1263139005907485E-2</c:v>
                </c:pt>
                <c:pt idx="392">
                  <c:v>3.1293012264638043E-2</c:v>
                </c:pt>
                <c:pt idx="393">
                  <c:v>3.1298340332178785E-2</c:v>
                </c:pt>
                <c:pt idx="394">
                  <c:v>3.1311591251627323E-2</c:v>
                </c:pt>
                <c:pt idx="395">
                  <c:v>3.1319958480780667E-2</c:v>
                </c:pt>
                <c:pt idx="396">
                  <c:v>3.1349359169950811E-2</c:v>
                </c:pt>
                <c:pt idx="397">
                  <c:v>3.1361400082303002E-2</c:v>
                </c:pt>
                <c:pt idx="398">
                  <c:v>3.1373306202646008E-2</c:v>
                </c:pt>
                <c:pt idx="399">
                  <c:v>3.1423853625559883E-2</c:v>
                </c:pt>
                <c:pt idx="400">
                  <c:v>3.1439854677847399E-2</c:v>
                </c:pt>
                <c:pt idx="401">
                  <c:v>3.1453529433616727E-2</c:v>
                </c:pt>
                <c:pt idx="402">
                  <c:v>3.1467085541234334E-2</c:v>
                </c:pt>
                <c:pt idx="403">
                  <c:v>3.1476107836111322E-2</c:v>
                </c:pt>
                <c:pt idx="404">
                  <c:v>3.1482417597822984E-2</c:v>
                </c:pt>
                <c:pt idx="405">
                  <c:v>3.1508765911070387E-2</c:v>
                </c:pt>
                <c:pt idx="406">
                  <c:v>3.1590374668622988E-2</c:v>
                </c:pt>
                <c:pt idx="407">
                  <c:v>3.1597046361728463E-2</c:v>
                </c:pt>
                <c:pt idx="408">
                  <c:v>3.168395366775778E-2</c:v>
                </c:pt>
                <c:pt idx="409">
                  <c:v>3.1712591576750111E-2</c:v>
                </c:pt>
                <c:pt idx="410">
                  <c:v>3.1724495121235832E-2</c:v>
                </c:pt>
                <c:pt idx="411">
                  <c:v>3.1742576868092884E-2</c:v>
                </c:pt>
                <c:pt idx="412">
                  <c:v>3.1773788201171639E-2</c:v>
                </c:pt>
                <c:pt idx="413">
                  <c:v>3.1775706638618659E-2</c:v>
                </c:pt>
                <c:pt idx="414">
                  <c:v>3.1788515145517462E-2</c:v>
                </c:pt>
                <c:pt idx="415">
                  <c:v>3.1810149922786787E-2</c:v>
                </c:pt>
                <c:pt idx="416">
                  <c:v>3.1828980720414388E-2</c:v>
                </c:pt>
                <c:pt idx="417">
                  <c:v>3.1850128274382834E-2</c:v>
                </c:pt>
                <c:pt idx="418">
                  <c:v>3.1871710990240006E-2</c:v>
                </c:pt>
                <c:pt idx="419">
                  <c:v>3.1874728713457111E-2</c:v>
                </c:pt>
                <c:pt idx="420">
                  <c:v>3.1874730766101297E-2</c:v>
                </c:pt>
                <c:pt idx="421">
                  <c:v>3.1933643177415191E-2</c:v>
                </c:pt>
                <c:pt idx="422">
                  <c:v>3.1994705872221765E-2</c:v>
                </c:pt>
                <c:pt idx="423">
                  <c:v>3.201316209889038E-2</c:v>
                </c:pt>
                <c:pt idx="424">
                  <c:v>3.201830134297428E-2</c:v>
                </c:pt>
                <c:pt idx="425">
                  <c:v>3.2021352477802315E-2</c:v>
                </c:pt>
                <c:pt idx="426">
                  <c:v>3.2028273818384412E-2</c:v>
                </c:pt>
                <c:pt idx="427">
                  <c:v>3.2124256720043903E-2</c:v>
                </c:pt>
                <c:pt idx="428">
                  <c:v>3.215797518844675E-2</c:v>
                </c:pt>
                <c:pt idx="429">
                  <c:v>3.2170917861651244E-2</c:v>
                </c:pt>
                <c:pt idx="430">
                  <c:v>3.2209843646366955E-2</c:v>
                </c:pt>
                <c:pt idx="431">
                  <c:v>3.2219498824846662E-2</c:v>
                </c:pt>
                <c:pt idx="432">
                  <c:v>3.222555857796694E-2</c:v>
                </c:pt>
                <c:pt idx="433">
                  <c:v>3.2234498644922796E-2</c:v>
                </c:pt>
                <c:pt idx="434">
                  <c:v>3.2241003509221204E-2</c:v>
                </c:pt>
                <c:pt idx="435">
                  <c:v>3.2249480257723166E-2</c:v>
                </c:pt>
                <c:pt idx="436">
                  <c:v>3.2258797270070805E-2</c:v>
                </c:pt>
                <c:pt idx="437">
                  <c:v>3.229657701754101E-2</c:v>
                </c:pt>
                <c:pt idx="438">
                  <c:v>3.2324688769657085E-2</c:v>
                </c:pt>
                <c:pt idx="439">
                  <c:v>3.2331678768004739E-2</c:v>
                </c:pt>
                <c:pt idx="440">
                  <c:v>3.237499688908612E-2</c:v>
                </c:pt>
                <c:pt idx="441">
                  <c:v>3.2412761636044805E-2</c:v>
                </c:pt>
                <c:pt idx="442">
                  <c:v>3.2419380805110108E-2</c:v>
                </c:pt>
                <c:pt idx="443">
                  <c:v>3.2434571566374866E-2</c:v>
                </c:pt>
                <c:pt idx="444">
                  <c:v>3.2447312004404559E-2</c:v>
                </c:pt>
                <c:pt idx="445">
                  <c:v>3.2478317507410648E-2</c:v>
                </c:pt>
                <c:pt idx="446">
                  <c:v>3.2487843161795746E-2</c:v>
                </c:pt>
                <c:pt idx="447">
                  <c:v>3.2491833960735746E-2</c:v>
                </c:pt>
                <c:pt idx="448">
                  <c:v>3.2556823639556177E-2</c:v>
                </c:pt>
                <c:pt idx="449">
                  <c:v>3.2558466988666074E-2</c:v>
                </c:pt>
                <c:pt idx="450">
                  <c:v>3.2664475314467784E-2</c:v>
                </c:pt>
                <c:pt idx="451">
                  <c:v>3.2666401034285572E-2</c:v>
                </c:pt>
                <c:pt idx="452">
                  <c:v>3.2691508992411911E-2</c:v>
                </c:pt>
                <c:pt idx="453">
                  <c:v>3.2693915915064653E-2</c:v>
                </c:pt>
                <c:pt idx="454">
                  <c:v>3.2697239551474133E-2</c:v>
                </c:pt>
                <c:pt idx="455">
                  <c:v>3.2719758439072134E-2</c:v>
                </c:pt>
                <c:pt idx="456">
                  <c:v>3.2725882819643483E-2</c:v>
                </c:pt>
                <c:pt idx="457">
                  <c:v>3.273352813521202E-2</c:v>
                </c:pt>
                <c:pt idx="458">
                  <c:v>3.2738488003681177E-2</c:v>
                </c:pt>
                <c:pt idx="459">
                  <c:v>3.2755861122846154E-2</c:v>
                </c:pt>
                <c:pt idx="460">
                  <c:v>3.2765195524539534E-2</c:v>
                </c:pt>
                <c:pt idx="461">
                  <c:v>3.2770293472460271E-2</c:v>
                </c:pt>
                <c:pt idx="462">
                  <c:v>3.2773831898186723E-2</c:v>
                </c:pt>
                <c:pt idx="463">
                  <c:v>3.277524360199742E-2</c:v>
                </c:pt>
                <c:pt idx="464">
                  <c:v>3.2807764136701396E-2</c:v>
                </c:pt>
                <c:pt idx="465">
                  <c:v>3.2823273255641355E-2</c:v>
                </c:pt>
                <c:pt idx="466">
                  <c:v>3.2835460068617442E-2</c:v>
                </c:pt>
                <c:pt idx="467">
                  <c:v>3.2848202435574292E-2</c:v>
                </c:pt>
                <c:pt idx="468">
                  <c:v>3.2864090270628407E-2</c:v>
                </c:pt>
                <c:pt idx="469">
                  <c:v>3.2902639992162516E-2</c:v>
                </c:pt>
                <c:pt idx="470">
                  <c:v>3.2924500890545098E-2</c:v>
                </c:pt>
                <c:pt idx="471">
                  <c:v>3.2927808103701592E-2</c:v>
                </c:pt>
                <c:pt idx="472">
                  <c:v>3.2953536931737984E-2</c:v>
                </c:pt>
                <c:pt idx="473">
                  <c:v>3.2971628008699343E-2</c:v>
                </c:pt>
                <c:pt idx="474">
                  <c:v>3.2981641023185217E-2</c:v>
                </c:pt>
                <c:pt idx="475">
                  <c:v>3.2983480129917052E-2</c:v>
                </c:pt>
                <c:pt idx="476">
                  <c:v>3.3052708649685923E-2</c:v>
                </c:pt>
                <c:pt idx="477">
                  <c:v>3.3080497951131015E-2</c:v>
                </c:pt>
                <c:pt idx="478">
                  <c:v>3.3101048911482057E-2</c:v>
                </c:pt>
                <c:pt idx="479">
                  <c:v>3.3104466349434085E-2</c:v>
                </c:pt>
                <c:pt idx="480">
                  <c:v>3.3113083502086089E-2</c:v>
                </c:pt>
                <c:pt idx="481">
                  <c:v>3.3183282420003089E-2</c:v>
                </c:pt>
                <c:pt idx="482">
                  <c:v>3.3206477167973203E-2</c:v>
                </c:pt>
                <c:pt idx="483">
                  <c:v>3.3259667515800395E-2</c:v>
                </c:pt>
                <c:pt idx="484">
                  <c:v>3.3267098886016498E-2</c:v>
                </c:pt>
                <c:pt idx="485">
                  <c:v>3.327451814935288E-2</c:v>
                </c:pt>
                <c:pt idx="486">
                  <c:v>3.3309384694085842E-2</c:v>
                </c:pt>
                <c:pt idx="487">
                  <c:v>3.3399045280118174E-2</c:v>
                </c:pt>
                <c:pt idx="488">
                  <c:v>3.3418540154301318E-2</c:v>
                </c:pt>
                <c:pt idx="489">
                  <c:v>3.342496468693347E-2</c:v>
                </c:pt>
                <c:pt idx="490">
                  <c:v>3.3441460685589099E-2</c:v>
                </c:pt>
                <c:pt idx="491">
                  <c:v>3.3475481141725036E-2</c:v>
                </c:pt>
                <c:pt idx="492">
                  <c:v>3.3501474170610022E-2</c:v>
                </c:pt>
                <c:pt idx="493">
                  <c:v>3.3503981153473569E-2</c:v>
                </c:pt>
                <c:pt idx="494">
                  <c:v>3.3533740004061306E-2</c:v>
                </c:pt>
                <c:pt idx="495">
                  <c:v>3.3553686122710528E-2</c:v>
                </c:pt>
                <c:pt idx="496">
                  <c:v>3.3555519483820566E-2</c:v>
                </c:pt>
                <c:pt idx="497">
                  <c:v>3.3638916485164795E-2</c:v>
                </c:pt>
                <c:pt idx="498">
                  <c:v>3.3666553477363761E-2</c:v>
                </c:pt>
                <c:pt idx="499">
                  <c:v>3.3690333164097648E-2</c:v>
                </c:pt>
                <c:pt idx="500">
                  <c:v>3.3695594527383549E-2</c:v>
                </c:pt>
                <c:pt idx="501">
                  <c:v>3.3708416067768511E-2</c:v>
                </c:pt>
                <c:pt idx="502">
                  <c:v>3.3730845161523172E-2</c:v>
                </c:pt>
                <c:pt idx="503">
                  <c:v>3.3781164472978999E-2</c:v>
                </c:pt>
                <c:pt idx="504">
                  <c:v>3.3832309213282875E-2</c:v>
                </c:pt>
                <c:pt idx="505">
                  <c:v>3.3841100005772957E-2</c:v>
                </c:pt>
                <c:pt idx="506">
                  <c:v>3.3855594823889189E-2</c:v>
                </c:pt>
                <c:pt idx="507">
                  <c:v>3.3859005751816745E-2</c:v>
                </c:pt>
                <c:pt idx="508">
                  <c:v>3.3959342216121041E-2</c:v>
                </c:pt>
                <c:pt idx="509">
                  <c:v>3.4041719816292254E-2</c:v>
                </c:pt>
                <c:pt idx="510">
                  <c:v>3.4044913204599472E-2</c:v>
                </c:pt>
                <c:pt idx="511">
                  <c:v>3.40687740581192E-2</c:v>
                </c:pt>
                <c:pt idx="512">
                  <c:v>3.4110496745348745E-2</c:v>
                </c:pt>
                <c:pt idx="513">
                  <c:v>3.4113440655914956E-2</c:v>
                </c:pt>
                <c:pt idx="514">
                  <c:v>3.4121545448734622E-2</c:v>
                </c:pt>
                <c:pt idx="515">
                  <c:v>3.4129490640828777E-2</c:v>
                </c:pt>
                <c:pt idx="516">
                  <c:v>3.4132286166390358E-2</c:v>
                </c:pt>
                <c:pt idx="517">
                  <c:v>3.4176626839293255E-2</c:v>
                </c:pt>
                <c:pt idx="518">
                  <c:v>3.4176781621623048E-2</c:v>
                </c:pt>
                <c:pt idx="519">
                  <c:v>3.4186119709814923E-2</c:v>
                </c:pt>
                <c:pt idx="520">
                  <c:v>3.4270254578363156E-2</c:v>
                </c:pt>
                <c:pt idx="521">
                  <c:v>3.4278318457959762E-2</c:v>
                </c:pt>
                <c:pt idx="522">
                  <c:v>3.4297392991272581E-2</c:v>
                </c:pt>
                <c:pt idx="523">
                  <c:v>3.431541418386852E-2</c:v>
                </c:pt>
                <c:pt idx="524">
                  <c:v>3.437319782092934E-2</c:v>
                </c:pt>
                <c:pt idx="525">
                  <c:v>3.43839982218897E-2</c:v>
                </c:pt>
                <c:pt idx="526">
                  <c:v>3.4407072507318705E-2</c:v>
                </c:pt>
                <c:pt idx="527">
                  <c:v>3.4490400493664093E-2</c:v>
                </c:pt>
                <c:pt idx="528">
                  <c:v>3.4506640584926571E-2</c:v>
                </c:pt>
                <c:pt idx="529">
                  <c:v>3.4524556282724217E-2</c:v>
                </c:pt>
                <c:pt idx="530">
                  <c:v>3.4531166534156651E-2</c:v>
                </c:pt>
                <c:pt idx="531">
                  <c:v>3.4537796850064771E-2</c:v>
                </c:pt>
                <c:pt idx="532">
                  <c:v>3.4550195690687666E-2</c:v>
                </c:pt>
                <c:pt idx="533">
                  <c:v>3.455067891357979E-2</c:v>
                </c:pt>
                <c:pt idx="534">
                  <c:v>3.4553153594260366E-2</c:v>
                </c:pt>
                <c:pt idx="535">
                  <c:v>3.4588021045537175E-2</c:v>
                </c:pt>
                <c:pt idx="536">
                  <c:v>3.4591445086702921E-2</c:v>
                </c:pt>
                <c:pt idx="537">
                  <c:v>3.4598594333244234E-2</c:v>
                </c:pt>
                <c:pt idx="538">
                  <c:v>3.4613609325841337E-2</c:v>
                </c:pt>
                <c:pt idx="539">
                  <c:v>3.4615460816147844E-2</c:v>
                </c:pt>
                <c:pt idx="540">
                  <c:v>3.4662576193352029E-2</c:v>
                </c:pt>
                <c:pt idx="541">
                  <c:v>3.4671981867635503E-2</c:v>
                </c:pt>
                <c:pt idx="542">
                  <c:v>3.4697953497911618E-2</c:v>
                </c:pt>
                <c:pt idx="543">
                  <c:v>3.4719690305271923E-2</c:v>
                </c:pt>
                <c:pt idx="544">
                  <c:v>3.472503561138289E-2</c:v>
                </c:pt>
                <c:pt idx="545">
                  <c:v>3.474809571112146E-2</c:v>
                </c:pt>
                <c:pt idx="546">
                  <c:v>3.4748961412181666E-2</c:v>
                </c:pt>
                <c:pt idx="547">
                  <c:v>3.4765659788204215E-2</c:v>
                </c:pt>
                <c:pt idx="548">
                  <c:v>3.4826598533780034E-2</c:v>
                </c:pt>
                <c:pt idx="549">
                  <c:v>3.4850033440909853E-2</c:v>
                </c:pt>
                <c:pt idx="550">
                  <c:v>3.4903940733924957E-2</c:v>
                </c:pt>
                <c:pt idx="551">
                  <c:v>3.4984871779215908E-2</c:v>
                </c:pt>
                <c:pt idx="552">
                  <c:v>3.5011887311090027E-2</c:v>
                </c:pt>
                <c:pt idx="553">
                  <c:v>3.5019139157056497E-2</c:v>
                </c:pt>
                <c:pt idx="554">
                  <c:v>3.5090095062340849E-2</c:v>
                </c:pt>
                <c:pt idx="555">
                  <c:v>3.5092747439480862E-2</c:v>
                </c:pt>
                <c:pt idx="556">
                  <c:v>3.5125141117178037E-2</c:v>
                </c:pt>
                <c:pt idx="557">
                  <c:v>3.5127888445234547E-2</c:v>
                </c:pt>
                <c:pt idx="558">
                  <c:v>3.5131467235464016E-2</c:v>
                </c:pt>
                <c:pt idx="559">
                  <c:v>3.5168119870211907E-2</c:v>
                </c:pt>
                <c:pt idx="560">
                  <c:v>3.5184187425834387E-2</c:v>
                </c:pt>
                <c:pt idx="561">
                  <c:v>3.5232012933137741E-2</c:v>
                </c:pt>
                <c:pt idx="562">
                  <c:v>3.5240650312212754E-2</c:v>
                </c:pt>
                <c:pt idx="563">
                  <c:v>3.5276580723429894E-2</c:v>
                </c:pt>
                <c:pt idx="564">
                  <c:v>3.5294638321515082E-2</c:v>
                </c:pt>
                <c:pt idx="565">
                  <c:v>3.5302790676742184E-2</c:v>
                </c:pt>
                <c:pt idx="566">
                  <c:v>3.5308483409500387E-2</c:v>
                </c:pt>
                <c:pt idx="567">
                  <c:v>3.5313078893747699E-2</c:v>
                </c:pt>
                <c:pt idx="568">
                  <c:v>3.5356068720657947E-2</c:v>
                </c:pt>
                <c:pt idx="569">
                  <c:v>3.535724090716421E-2</c:v>
                </c:pt>
                <c:pt idx="570">
                  <c:v>3.5370178351931417E-2</c:v>
                </c:pt>
                <c:pt idx="571">
                  <c:v>3.5404925861388124E-2</c:v>
                </c:pt>
                <c:pt idx="572">
                  <c:v>3.5420508530767836E-2</c:v>
                </c:pt>
                <c:pt idx="573">
                  <c:v>3.5432887943979016E-2</c:v>
                </c:pt>
                <c:pt idx="574">
                  <c:v>3.5468777334006329E-2</c:v>
                </c:pt>
                <c:pt idx="575">
                  <c:v>3.5594058237746112E-2</c:v>
                </c:pt>
                <c:pt idx="576">
                  <c:v>3.5600538793398244E-2</c:v>
                </c:pt>
                <c:pt idx="577">
                  <c:v>3.5604833018019068E-2</c:v>
                </c:pt>
                <c:pt idx="578">
                  <c:v>3.5650969655949029E-2</c:v>
                </c:pt>
                <c:pt idx="579">
                  <c:v>3.565234121180854E-2</c:v>
                </c:pt>
                <c:pt idx="580">
                  <c:v>3.5740767701405496E-2</c:v>
                </c:pt>
                <c:pt idx="581">
                  <c:v>3.5759356584798452E-2</c:v>
                </c:pt>
                <c:pt idx="582">
                  <c:v>3.5781991074186711E-2</c:v>
                </c:pt>
                <c:pt idx="583">
                  <c:v>3.5868471938064764E-2</c:v>
                </c:pt>
                <c:pt idx="584">
                  <c:v>3.5874396066582916E-2</c:v>
                </c:pt>
                <c:pt idx="585">
                  <c:v>3.5882979816724683E-2</c:v>
                </c:pt>
                <c:pt idx="586">
                  <c:v>3.5891755252511981E-2</c:v>
                </c:pt>
                <c:pt idx="587">
                  <c:v>3.5917447106732343E-2</c:v>
                </c:pt>
                <c:pt idx="588">
                  <c:v>3.5920966693798337E-2</c:v>
                </c:pt>
                <c:pt idx="589">
                  <c:v>3.5960704657760724E-2</c:v>
                </c:pt>
                <c:pt idx="590">
                  <c:v>3.5979452318513593E-2</c:v>
                </c:pt>
                <c:pt idx="591">
                  <c:v>3.6006346208834659E-2</c:v>
                </c:pt>
                <c:pt idx="592">
                  <c:v>3.603511403708301E-2</c:v>
                </c:pt>
                <c:pt idx="593">
                  <c:v>3.6036334790716329E-2</c:v>
                </c:pt>
                <c:pt idx="594">
                  <c:v>3.6048932197957871E-2</c:v>
                </c:pt>
                <c:pt idx="595">
                  <c:v>3.6051414342387546E-2</c:v>
                </c:pt>
                <c:pt idx="596">
                  <c:v>3.6067921445883028E-2</c:v>
                </c:pt>
                <c:pt idx="597">
                  <c:v>3.6068308900954568E-2</c:v>
                </c:pt>
                <c:pt idx="598">
                  <c:v>3.6104051818455898E-2</c:v>
                </c:pt>
                <c:pt idx="599">
                  <c:v>3.6120410431112124E-2</c:v>
                </c:pt>
                <c:pt idx="600">
                  <c:v>3.6128855037488139E-2</c:v>
                </c:pt>
                <c:pt idx="601">
                  <c:v>3.6131559945580552E-2</c:v>
                </c:pt>
                <c:pt idx="602">
                  <c:v>3.6137576584660921E-2</c:v>
                </c:pt>
                <c:pt idx="603">
                  <c:v>3.6161056485906569E-2</c:v>
                </c:pt>
                <c:pt idx="604">
                  <c:v>3.6173739616412452E-2</c:v>
                </c:pt>
                <c:pt idx="605">
                  <c:v>3.6267054860837263E-2</c:v>
                </c:pt>
                <c:pt idx="606">
                  <c:v>3.6269463906114172E-2</c:v>
                </c:pt>
                <c:pt idx="607">
                  <c:v>3.6274293164023357E-2</c:v>
                </c:pt>
                <c:pt idx="608">
                  <c:v>3.6291153143942684E-2</c:v>
                </c:pt>
                <c:pt idx="609">
                  <c:v>3.6291664593070289E-2</c:v>
                </c:pt>
                <c:pt idx="610">
                  <c:v>3.6295061083196238E-2</c:v>
                </c:pt>
                <c:pt idx="611">
                  <c:v>3.6303801319023617E-2</c:v>
                </c:pt>
                <c:pt idx="612">
                  <c:v>3.6329483629697394E-2</c:v>
                </c:pt>
                <c:pt idx="613">
                  <c:v>3.6337269002039138E-2</c:v>
                </c:pt>
                <c:pt idx="614">
                  <c:v>3.6337994925007756E-2</c:v>
                </c:pt>
                <c:pt idx="615">
                  <c:v>3.6343725402968041E-2</c:v>
                </c:pt>
                <c:pt idx="616">
                  <c:v>3.6345561196256169E-2</c:v>
                </c:pt>
                <c:pt idx="617">
                  <c:v>3.6443118785831487E-2</c:v>
                </c:pt>
                <c:pt idx="618">
                  <c:v>3.6459900235596643E-2</c:v>
                </c:pt>
                <c:pt idx="619">
                  <c:v>3.6528581490364802E-2</c:v>
                </c:pt>
                <c:pt idx="620">
                  <c:v>3.65398188673473E-2</c:v>
                </c:pt>
                <c:pt idx="621">
                  <c:v>3.6541066076804893E-2</c:v>
                </c:pt>
                <c:pt idx="622">
                  <c:v>3.6553493319263552E-2</c:v>
                </c:pt>
                <c:pt idx="623">
                  <c:v>3.6560868314772448E-2</c:v>
                </c:pt>
                <c:pt idx="624">
                  <c:v>3.6590868276607652E-2</c:v>
                </c:pt>
                <c:pt idx="625">
                  <c:v>3.6597218124299453E-2</c:v>
                </c:pt>
                <c:pt idx="626">
                  <c:v>3.6628367298304314E-2</c:v>
                </c:pt>
                <c:pt idx="627">
                  <c:v>3.6637863031149825E-2</c:v>
                </c:pt>
                <c:pt idx="628">
                  <c:v>3.6648085197864298E-2</c:v>
                </c:pt>
                <c:pt idx="629">
                  <c:v>3.6679182036105769E-2</c:v>
                </c:pt>
                <c:pt idx="630">
                  <c:v>3.6702545921582154E-2</c:v>
                </c:pt>
                <c:pt idx="631">
                  <c:v>3.6717526163477163E-2</c:v>
                </c:pt>
                <c:pt idx="632">
                  <c:v>3.6723726766081259E-2</c:v>
                </c:pt>
                <c:pt idx="633">
                  <c:v>3.673076091642466E-2</c:v>
                </c:pt>
                <c:pt idx="634">
                  <c:v>3.6732799328929325E-2</c:v>
                </c:pt>
                <c:pt idx="635">
                  <c:v>3.6741040293407391E-2</c:v>
                </c:pt>
                <c:pt idx="636">
                  <c:v>3.6757541506622082E-2</c:v>
                </c:pt>
                <c:pt idx="637">
                  <c:v>3.6819462597723653E-2</c:v>
                </c:pt>
                <c:pt idx="638">
                  <c:v>3.6833192989926357E-2</c:v>
                </c:pt>
                <c:pt idx="639">
                  <c:v>3.6839604009161656E-2</c:v>
                </c:pt>
                <c:pt idx="640">
                  <c:v>3.6847427430208267E-2</c:v>
                </c:pt>
                <c:pt idx="641">
                  <c:v>3.6874810018411856E-2</c:v>
                </c:pt>
                <c:pt idx="642">
                  <c:v>3.6898281071788691E-2</c:v>
                </c:pt>
                <c:pt idx="643">
                  <c:v>3.6912677761730094E-2</c:v>
                </c:pt>
                <c:pt idx="644">
                  <c:v>3.691598099742336E-2</c:v>
                </c:pt>
                <c:pt idx="645">
                  <c:v>3.6937240033510656E-2</c:v>
                </c:pt>
                <c:pt idx="646">
                  <c:v>3.697793486233783E-2</c:v>
                </c:pt>
                <c:pt idx="647">
                  <c:v>3.6991061320583989E-2</c:v>
                </c:pt>
                <c:pt idx="648">
                  <c:v>3.699946052386352E-2</c:v>
                </c:pt>
                <c:pt idx="649">
                  <c:v>3.7055838802409403E-2</c:v>
                </c:pt>
                <c:pt idx="650">
                  <c:v>3.705665526855758E-2</c:v>
                </c:pt>
                <c:pt idx="651">
                  <c:v>3.7063605843313148E-2</c:v>
                </c:pt>
                <c:pt idx="652">
                  <c:v>3.7093912035418453E-2</c:v>
                </c:pt>
                <c:pt idx="653">
                  <c:v>3.7095423408969173E-2</c:v>
                </c:pt>
                <c:pt idx="654">
                  <c:v>3.7099774636162562E-2</c:v>
                </c:pt>
                <c:pt idx="655">
                  <c:v>3.7102362070815062E-2</c:v>
                </c:pt>
                <c:pt idx="656">
                  <c:v>3.711982431592388E-2</c:v>
                </c:pt>
                <c:pt idx="657">
                  <c:v>3.7152118605050549E-2</c:v>
                </c:pt>
                <c:pt idx="658">
                  <c:v>3.7168722881456541E-2</c:v>
                </c:pt>
                <c:pt idx="659">
                  <c:v>3.7183518757539905E-2</c:v>
                </c:pt>
                <c:pt idx="660">
                  <c:v>3.7197849873616809E-2</c:v>
                </c:pt>
                <c:pt idx="661">
                  <c:v>3.7210123986129898E-2</c:v>
                </c:pt>
                <c:pt idx="662">
                  <c:v>3.7218897272810199E-2</c:v>
                </c:pt>
                <c:pt idx="663">
                  <c:v>3.7223635319200664E-2</c:v>
                </c:pt>
                <c:pt idx="664">
                  <c:v>3.7228044332145063E-2</c:v>
                </c:pt>
                <c:pt idx="665">
                  <c:v>3.7243630582634517E-2</c:v>
                </c:pt>
                <c:pt idx="666">
                  <c:v>3.7295978241787507E-2</c:v>
                </c:pt>
                <c:pt idx="667">
                  <c:v>3.7329605699524662E-2</c:v>
                </c:pt>
                <c:pt idx="668">
                  <c:v>3.7354463340111811E-2</c:v>
                </c:pt>
                <c:pt idx="669">
                  <c:v>3.7363117534770569E-2</c:v>
                </c:pt>
                <c:pt idx="670">
                  <c:v>3.7375075799180299E-2</c:v>
                </c:pt>
                <c:pt idx="671">
                  <c:v>3.7387043948546625E-2</c:v>
                </c:pt>
                <c:pt idx="672">
                  <c:v>3.7392115192410938E-2</c:v>
                </c:pt>
                <c:pt idx="673">
                  <c:v>3.7426997766112226E-2</c:v>
                </c:pt>
                <c:pt idx="674">
                  <c:v>3.7428989040992178E-2</c:v>
                </c:pt>
                <c:pt idx="675">
                  <c:v>3.7431740702927027E-2</c:v>
                </c:pt>
                <c:pt idx="676">
                  <c:v>3.7432546601032526E-2</c:v>
                </c:pt>
                <c:pt idx="677">
                  <c:v>3.7447004808966219E-2</c:v>
                </c:pt>
                <c:pt idx="678">
                  <c:v>3.7569292732391867E-2</c:v>
                </c:pt>
                <c:pt idx="679">
                  <c:v>3.7578545750728005E-2</c:v>
                </c:pt>
                <c:pt idx="680">
                  <c:v>3.7630843596114086E-2</c:v>
                </c:pt>
                <c:pt idx="681">
                  <c:v>3.7662111008819166E-2</c:v>
                </c:pt>
                <c:pt idx="682">
                  <c:v>3.7692262619478362E-2</c:v>
                </c:pt>
                <c:pt idx="683">
                  <c:v>3.7730529628137693E-2</c:v>
                </c:pt>
                <c:pt idx="684">
                  <c:v>3.7739963052223803E-2</c:v>
                </c:pt>
                <c:pt idx="685">
                  <c:v>3.7754957756534008E-2</c:v>
                </c:pt>
                <c:pt idx="686">
                  <c:v>3.7775207201303361E-2</c:v>
                </c:pt>
                <c:pt idx="687">
                  <c:v>3.7799635580582518E-2</c:v>
                </c:pt>
                <c:pt idx="688">
                  <c:v>3.7810939994056124E-2</c:v>
                </c:pt>
                <c:pt idx="689">
                  <c:v>3.7828686828530037E-2</c:v>
                </c:pt>
                <c:pt idx="690">
                  <c:v>3.7829383288169732E-2</c:v>
                </c:pt>
                <c:pt idx="691">
                  <c:v>3.7851880118723764E-2</c:v>
                </c:pt>
                <c:pt idx="692">
                  <c:v>3.7884568814998139E-2</c:v>
                </c:pt>
                <c:pt idx="693">
                  <c:v>3.7896934179046597E-2</c:v>
                </c:pt>
                <c:pt idx="694">
                  <c:v>3.7978988795885564E-2</c:v>
                </c:pt>
                <c:pt idx="695">
                  <c:v>3.8010548231020513E-2</c:v>
                </c:pt>
                <c:pt idx="696">
                  <c:v>3.8017283640003015E-2</c:v>
                </c:pt>
                <c:pt idx="697">
                  <c:v>3.8049734926782583E-2</c:v>
                </c:pt>
                <c:pt idx="698">
                  <c:v>3.8065243269765382E-2</c:v>
                </c:pt>
                <c:pt idx="699">
                  <c:v>3.8105693094323871E-2</c:v>
                </c:pt>
                <c:pt idx="700">
                  <c:v>3.8126977978673302E-2</c:v>
                </c:pt>
                <c:pt idx="701">
                  <c:v>3.8127897904538306E-2</c:v>
                </c:pt>
                <c:pt idx="702">
                  <c:v>3.8129372595835855E-2</c:v>
                </c:pt>
                <c:pt idx="703">
                  <c:v>3.8129967989133963E-2</c:v>
                </c:pt>
                <c:pt idx="704">
                  <c:v>3.8141991346148596E-2</c:v>
                </c:pt>
                <c:pt idx="705">
                  <c:v>3.8166725090460062E-2</c:v>
                </c:pt>
                <c:pt idx="706">
                  <c:v>3.8182471221498697E-2</c:v>
                </c:pt>
                <c:pt idx="707">
                  <c:v>3.8191248445079561E-2</c:v>
                </c:pt>
                <c:pt idx="708">
                  <c:v>3.8194379344840851E-2</c:v>
                </c:pt>
                <c:pt idx="709">
                  <c:v>3.8200161333296789E-2</c:v>
                </c:pt>
                <c:pt idx="710">
                  <c:v>3.8205619068768265E-2</c:v>
                </c:pt>
                <c:pt idx="711">
                  <c:v>3.8209473645476291E-2</c:v>
                </c:pt>
                <c:pt idx="712">
                  <c:v>3.8221899721678783E-2</c:v>
                </c:pt>
                <c:pt idx="713">
                  <c:v>3.8229439464737482E-2</c:v>
                </c:pt>
                <c:pt idx="714">
                  <c:v>3.8230802275513599E-2</c:v>
                </c:pt>
                <c:pt idx="715">
                  <c:v>3.8270140246264808E-2</c:v>
                </c:pt>
                <c:pt idx="716">
                  <c:v>3.8306450377642451E-2</c:v>
                </c:pt>
                <c:pt idx="717">
                  <c:v>3.8327410541448011E-2</c:v>
                </c:pt>
                <c:pt idx="718">
                  <c:v>3.8331046456348591E-2</c:v>
                </c:pt>
                <c:pt idx="719">
                  <c:v>3.8386292500363448E-2</c:v>
                </c:pt>
                <c:pt idx="720">
                  <c:v>3.8390544189501552E-2</c:v>
                </c:pt>
                <c:pt idx="721">
                  <c:v>3.8421791179937152E-2</c:v>
                </c:pt>
                <c:pt idx="722">
                  <c:v>3.8440471376140907E-2</c:v>
                </c:pt>
                <c:pt idx="723">
                  <c:v>3.8462554532837201E-2</c:v>
                </c:pt>
                <c:pt idx="724">
                  <c:v>3.8466584138748032E-2</c:v>
                </c:pt>
                <c:pt idx="725">
                  <c:v>3.8496805111239873E-2</c:v>
                </c:pt>
                <c:pt idx="726">
                  <c:v>3.8504916899420719E-2</c:v>
                </c:pt>
                <c:pt idx="727">
                  <c:v>3.8506303740535305E-2</c:v>
                </c:pt>
                <c:pt idx="728">
                  <c:v>3.8557617308022159E-2</c:v>
                </c:pt>
                <c:pt idx="729">
                  <c:v>3.8557872387835493E-2</c:v>
                </c:pt>
                <c:pt idx="730">
                  <c:v>3.8558255258033032E-2</c:v>
                </c:pt>
                <c:pt idx="731">
                  <c:v>3.8568537790886648E-2</c:v>
                </c:pt>
                <c:pt idx="732">
                  <c:v>3.8573121925232885E-2</c:v>
                </c:pt>
                <c:pt idx="733">
                  <c:v>3.8601375177288205E-2</c:v>
                </c:pt>
                <c:pt idx="734">
                  <c:v>3.8609366717777614E-2</c:v>
                </c:pt>
                <c:pt idx="735">
                  <c:v>3.8613945299616342E-2</c:v>
                </c:pt>
                <c:pt idx="736">
                  <c:v>3.8643480283726259E-2</c:v>
                </c:pt>
                <c:pt idx="737">
                  <c:v>3.8653065910130437E-2</c:v>
                </c:pt>
                <c:pt idx="738">
                  <c:v>3.8673474103610765E-2</c:v>
                </c:pt>
                <c:pt idx="739">
                  <c:v>3.8685505850722987E-2</c:v>
                </c:pt>
                <c:pt idx="740">
                  <c:v>3.8687710255078632E-2</c:v>
                </c:pt>
                <c:pt idx="741">
                  <c:v>3.8694153654348105E-2</c:v>
                </c:pt>
                <c:pt idx="742">
                  <c:v>3.8771197763786604E-2</c:v>
                </c:pt>
                <c:pt idx="743">
                  <c:v>3.8839335813854313E-2</c:v>
                </c:pt>
                <c:pt idx="744">
                  <c:v>3.8860652162192547E-2</c:v>
                </c:pt>
                <c:pt idx="745">
                  <c:v>3.8894600489619943E-2</c:v>
                </c:pt>
                <c:pt idx="746">
                  <c:v>3.8979182416185088E-2</c:v>
                </c:pt>
                <c:pt idx="747">
                  <c:v>3.897960756997286E-2</c:v>
                </c:pt>
                <c:pt idx="748">
                  <c:v>3.8990190720667749E-2</c:v>
                </c:pt>
                <c:pt idx="749">
                  <c:v>3.9001333500233618E-2</c:v>
                </c:pt>
                <c:pt idx="750">
                  <c:v>3.9044392960500711E-2</c:v>
                </c:pt>
                <c:pt idx="751">
                  <c:v>3.9046456789680439E-2</c:v>
                </c:pt>
                <c:pt idx="752">
                  <c:v>3.9047581182204666E-2</c:v>
                </c:pt>
                <c:pt idx="753">
                  <c:v>3.9049759849258327E-2</c:v>
                </c:pt>
                <c:pt idx="754">
                  <c:v>3.9060306484520475E-2</c:v>
                </c:pt>
                <c:pt idx="755">
                  <c:v>3.9069648235242609E-2</c:v>
                </c:pt>
                <c:pt idx="756">
                  <c:v>3.9074297066370639E-2</c:v>
                </c:pt>
                <c:pt idx="757">
                  <c:v>3.9075901992057079E-2</c:v>
                </c:pt>
                <c:pt idx="758">
                  <c:v>3.9094744973994774E-2</c:v>
                </c:pt>
                <c:pt idx="759">
                  <c:v>3.9114099061876823E-2</c:v>
                </c:pt>
                <c:pt idx="760">
                  <c:v>3.9115970414387906E-2</c:v>
                </c:pt>
                <c:pt idx="761">
                  <c:v>3.91372586943175E-2</c:v>
                </c:pt>
                <c:pt idx="762">
                  <c:v>3.918515378628034E-2</c:v>
                </c:pt>
                <c:pt idx="763">
                  <c:v>3.9191988130357597E-2</c:v>
                </c:pt>
                <c:pt idx="764">
                  <c:v>3.920101118281287E-2</c:v>
                </c:pt>
                <c:pt idx="765">
                  <c:v>3.9217795918157383E-2</c:v>
                </c:pt>
                <c:pt idx="766">
                  <c:v>3.9269848546923364E-2</c:v>
                </c:pt>
                <c:pt idx="767">
                  <c:v>3.9289925730666052E-2</c:v>
                </c:pt>
                <c:pt idx="768">
                  <c:v>3.931316164517918E-2</c:v>
                </c:pt>
                <c:pt idx="769">
                  <c:v>3.93174352475998E-2</c:v>
                </c:pt>
                <c:pt idx="770">
                  <c:v>3.9329103413915732E-2</c:v>
                </c:pt>
                <c:pt idx="771">
                  <c:v>3.9345767531578105E-2</c:v>
                </c:pt>
                <c:pt idx="772">
                  <c:v>3.9350935178962945E-2</c:v>
                </c:pt>
                <c:pt idx="773">
                  <c:v>3.9385603799422665E-2</c:v>
                </c:pt>
                <c:pt idx="774">
                  <c:v>3.9387550146267387E-2</c:v>
                </c:pt>
                <c:pt idx="775">
                  <c:v>3.9388799679328929E-2</c:v>
                </c:pt>
                <c:pt idx="776">
                  <c:v>3.9391142855200227E-2</c:v>
                </c:pt>
                <c:pt idx="777">
                  <c:v>3.9445905374860382E-2</c:v>
                </c:pt>
                <c:pt idx="778">
                  <c:v>3.9448889236734681E-2</c:v>
                </c:pt>
                <c:pt idx="779">
                  <c:v>3.9456973288131261E-2</c:v>
                </c:pt>
                <c:pt idx="780">
                  <c:v>3.9469590370004512E-2</c:v>
                </c:pt>
                <c:pt idx="781">
                  <c:v>3.9554253959747536E-2</c:v>
                </c:pt>
                <c:pt idx="782">
                  <c:v>3.9561820557025881E-2</c:v>
                </c:pt>
                <c:pt idx="783">
                  <c:v>3.9622531333183678E-2</c:v>
                </c:pt>
                <c:pt idx="784">
                  <c:v>3.9627040397798657E-2</c:v>
                </c:pt>
                <c:pt idx="785">
                  <c:v>3.9629081620868332E-2</c:v>
                </c:pt>
                <c:pt idx="786">
                  <c:v>3.964046060358719E-2</c:v>
                </c:pt>
                <c:pt idx="787">
                  <c:v>3.9647210225927036E-2</c:v>
                </c:pt>
                <c:pt idx="788">
                  <c:v>3.9728071378883401E-2</c:v>
                </c:pt>
                <c:pt idx="789">
                  <c:v>3.9732697911748181E-2</c:v>
                </c:pt>
                <c:pt idx="790">
                  <c:v>3.9741157297454859E-2</c:v>
                </c:pt>
                <c:pt idx="791">
                  <c:v>3.9743331590355459E-2</c:v>
                </c:pt>
                <c:pt idx="792">
                  <c:v>3.9773939214442521E-2</c:v>
                </c:pt>
                <c:pt idx="793">
                  <c:v>3.9775822243788637E-2</c:v>
                </c:pt>
                <c:pt idx="794">
                  <c:v>3.982400207429343E-2</c:v>
                </c:pt>
                <c:pt idx="795">
                  <c:v>3.9862121068530057E-2</c:v>
                </c:pt>
                <c:pt idx="796">
                  <c:v>3.991008667202587E-2</c:v>
                </c:pt>
                <c:pt idx="797">
                  <c:v>3.9921403172484639E-2</c:v>
                </c:pt>
                <c:pt idx="798">
                  <c:v>3.9927179664877778E-2</c:v>
                </c:pt>
                <c:pt idx="799">
                  <c:v>3.9973379657453338E-2</c:v>
                </c:pt>
                <c:pt idx="800">
                  <c:v>3.9984652235551844E-2</c:v>
                </c:pt>
                <c:pt idx="801">
                  <c:v>4.0016286138060457E-2</c:v>
                </c:pt>
                <c:pt idx="802">
                  <c:v>4.0048043766761479E-2</c:v>
                </c:pt>
                <c:pt idx="803">
                  <c:v>4.0103607636731355E-2</c:v>
                </c:pt>
                <c:pt idx="804">
                  <c:v>4.0154819547009071E-2</c:v>
                </c:pt>
                <c:pt idx="805">
                  <c:v>4.0184117283166877E-2</c:v>
                </c:pt>
                <c:pt idx="806">
                  <c:v>4.0219200872616621E-2</c:v>
                </c:pt>
                <c:pt idx="807">
                  <c:v>4.0230391351238147E-2</c:v>
                </c:pt>
                <c:pt idx="808">
                  <c:v>4.0290513549091814E-2</c:v>
                </c:pt>
                <c:pt idx="809">
                  <c:v>4.0293356488431686E-2</c:v>
                </c:pt>
                <c:pt idx="810">
                  <c:v>4.0301348077458277E-2</c:v>
                </c:pt>
                <c:pt idx="811">
                  <c:v>4.030689648067301E-2</c:v>
                </c:pt>
                <c:pt idx="812">
                  <c:v>4.0312300121228051E-2</c:v>
                </c:pt>
                <c:pt idx="813">
                  <c:v>4.0385177658641913E-2</c:v>
                </c:pt>
                <c:pt idx="814">
                  <c:v>4.0412715967789357E-2</c:v>
                </c:pt>
                <c:pt idx="815">
                  <c:v>4.0453039375355167E-2</c:v>
                </c:pt>
                <c:pt idx="816">
                  <c:v>4.0477561735255858E-2</c:v>
                </c:pt>
                <c:pt idx="817">
                  <c:v>4.0479956743385628E-2</c:v>
                </c:pt>
                <c:pt idx="818">
                  <c:v>4.0486079708087784E-2</c:v>
                </c:pt>
                <c:pt idx="819">
                  <c:v>4.0502059441639766E-2</c:v>
                </c:pt>
                <c:pt idx="820">
                  <c:v>4.051563025996098E-2</c:v>
                </c:pt>
                <c:pt idx="821">
                  <c:v>4.0525299045824921E-2</c:v>
                </c:pt>
                <c:pt idx="822">
                  <c:v>4.0544880859736857E-2</c:v>
                </c:pt>
                <c:pt idx="823">
                  <c:v>4.0560780509941136E-2</c:v>
                </c:pt>
                <c:pt idx="824">
                  <c:v>4.0565970641688917E-2</c:v>
                </c:pt>
                <c:pt idx="825">
                  <c:v>4.0581624868517852E-2</c:v>
                </c:pt>
                <c:pt idx="826">
                  <c:v>4.0594976189375423E-2</c:v>
                </c:pt>
                <c:pt idx="827">
                  <c:v>4.0621615355878514E-2</c:v>
                </c:pt>
                <c:pt idx="828">
                  <c:v>4.0648151658037493E-2</c:v>
                </c:pt>
                <c:pt idx="829">
                  <c:v>4.0673626532655813E-2</c:v>
                </c:pt>
                <c:pt idx="830">
                  <c:v>4.0697064102104323E-2</c:v>
                </c:pt>
                <c:pt idx="831">
                  <c:v>4.0698766892146805E-2</c:v>
                </c:pt>
                <c:pt idx="832">
                  <c:v>4.072249005415194E-2</c:v>
                </c:pt>
                <c:pt idx="833">
                  <c:v>4.0727717751831559E-2</c:v>
                </c:pt>
                <c:pt idx="834">
                  <c:v>4.073928559892958E-2</c:v>
                </c:pt>
                <c:pt idx="835">
                  <c:v>4.0759195613720427E-2</c:v>
                </c:pt>
                <c:pt idx="836">
                  <c:v>4.0778171454402629E-2</c:v>
                </c:pt>
                <c:pt idx="837">
                  <c:v>4.0781019611819326E-2</c:v>
                </c:pt>
                <c:pt idx="838">
                  <c:v>4.078134988865225E-2</c:v>
                </c:pt>
                <c:pt idx="839">
                  <c:v>4.0792847345348687E-2</c:v>
                </c:pt>
                <c:pt idx="840">
                  <c:v>4.0796824054176693E-2</c:v>
                </c:pt>
                <c:pt idx="841">
                  <c:v>4.0825254576412992E-2</c:v>
                </c:pt>
                <c:pt idx="842">
                  <c:v>4.0883023049122044E-2</c:v>
                </c:pt>
                <c:pt idx="843">
                  <c:v>4.0922513984220123E-2</c:v>
                </c:pt>
                <c:pt idx="844">
                  <c:v>4.0923240742950916E-2</c:v>
                </c:pt>
                <c:pt idx="845">
                  <c:v>4.0966718154041973E-2</c:v>
                </c:pt>
                <c:pt idx="846">
                  <c:v>4.098938954815539E-2</c:v>
                </c:pt>
                <c:pt idx="847">
                  <c:v>4.1026815209462476E-2</c:v>
                </c:pt>
                <c:pt idx="848">
                  <c:v>4.1035809287525954E-2</c:v>
                </c:pt>
                <c:pt idx="849">
                  <c:v>4.1054641777305445E-2</c:v>
                </c:pt>
                <c:pt idx="850">
                  <c:v>4.112354014804491E-2</c:v>
                </c:pt>
                <c:pt idx="851">
                  <c:v>4.1133625766094459E-2</c:v>
                </c:pt>
                <c:pt idx="852">
                  <c:v>4.1137616627597351E-2</c:v>
                </c:pt>
                <c:pt idx="853">
                  <c:v>4.1162423098415772E-2</c:v>
                </c:pt>
                <c:pt idx="854">
                  <c:v>4.1168351464288322E-2</c:v>
                </c:pt>
                <c:pt idx="855">
                  <c:v>4.1192926358552429E-2</c:v>
                </c:pt>
                <c:pt idx="856">
                  <c:v>4.1197101700492456E-2</c:v>
                </c:pt>
                <c:pt idx="857">
                  <c:v>4.1204183659168031E-2</c:v>
                </c:pt>
                <c:pt idx="858">
                  <c:v>4.1231901977392828E-2</c:v>
                </c:pt>
                <c:pt idx="859">
                  <c:v>4.1269916421152492E-2</c:v>
                </c:pt>
                <c:pt idx="860">
                  <c:v>4.128135506191212E-2</c:v>
                </c:pt>
                <c:pt idx="861">
                  <c:v>4.133580274866859E-2</c:v>
                </c:pt>
                <c:pt idx="862">
                  <c:v>4.1368267182013599E-2</c:v>
                </c:pt>
                <c:pt idx="863">
                  <c:v>4.1370048291002777E-2</c:v>
                </c:pt>
                <c:pt idx="864">
                  <c:v>4.1418290052972935E-2</c:v>
                </c:pt>
                <c:pt idx="865">
                  <c:v>4.1419083644526719E-2</c:v>
                </c:pt>
                <c:pt idx="866">
                  <c:v>4.1440260337289835E-2</c:v>
                </c:pt>
                <c:pt idx="867">
                  <c:v>4.14410053683563E-2</c:v>
                </c:pt>
                <c:pt idx="868">
                  <c:v>4.1488296798486056E-2</c:v>
                </c:pt>
                <c:pt idx="869">
                  <c:v>4.1503820279808222E-2</c:v>
                </c:pt>
                <c:pt idx="870">
                  <c:v>4.15185340120321E-2</c:v>
                </c:pt>
                <c:pt idx="871">
                  <c:v>4.1519942891838628E-2</c:v>
                </c:pt>
                <c:pt idx="872">
                  <c:v>4.1548889001815435E-2</c:v>
                </c:pt>
                <c:pt idx="873">
                  <c:v>4.1553745612901254E-2</c:v>
                </c:pt>
                <c:pt idx="874">
                  <c:v>4.1558240740145108E-2</c:v>
                </c:pt>
                <c:pt idx="875">
                  <c:v>4.1585197467788604E-2</c:v>
                </c:pt>
                <c:pt idx="876">
                  <c:v>4.163739316245265E-2</c:v>
                </c:pt>
                <c:pt idx="877">
                  <c:v>4.1668418927547669E-2</c:v>
                </c:pt>
                <c:pt idx="878">
                  <c:v>4.1678232262524817E-2</c:v>
                </c:pt>
                <c:pt idx="879">
                  <c:v>4.1720387085162985E-2</c:v>
                </c:pt>
                <c:pt idx="880">
                  <c:v>4.1729770431153362E-2</c:v>
                </c:pt>
                <c:pt idx="881">
                  <c:v>4.173200113584305E-2</c:v>
                </c:pt>
                <c:pt idx="882">
                  <c:v>4.1745262924989028E-2</c:v>
                </c:pt>
                <c:pt idx="883">
                  <c:v>4.1754292880744087E-2</c:v>
                </c:pt>
                <c:pt idx="884">
                  <c:v>4.1772105251433746E-2</c:v>
                </c:pt>
                <c:pt idx="885">
                  <c:v>4.1780236064219836E-2</c:v>
                </c:pt>
                <c:pt idx="886">
                  <c:v>4.1783063379487846E-2</c:v>
                </c:pt>
                <c:pt idx="887">
                  <c:v>4.1810257611304885E-2</c:v>
                </c:pt>
                <c:pt idx="888">
                  <c:v>4.1813379152225008E-2</c:v>
                </c:pt>
                <c:pt idx="889">
                  <c:v>4.18223309779302E-2</c:v>
                </c:pt>
                <c:pt idx="890">
                  <c:v>4.1957273883721495E-2</c:v>
                </c:pt>
                <c:pt idx="891">
                  <c:v>4.1971301568025005E-2</c:v>
                </c:pt>
                <c:pt idx="892">
                  <c:v>4.1973975092662978E-2</c:v>
                </c:pt>
                <c:pt idx="893">
                  <c:v>4.1978667299845313E-2</c:v>
                </c:pt>
                <c:pt idx="894">
                  <c:v>4.1984643980192742E-2</c:v>
                </c:pt>
                <c:pt idx="895">
                  <c:v>4.2079157208752951E-2</c:v>
                </c:pt>
                <c:pt idx="896">
                  <c:v>4.2096779229619873E-2</c:v>
                </c:pt>
                <c:pt idx="897">
                  <c:v>4.2130112657860576E-2</c:v>
                </c:pt>
                <c:pt idx="898">
                  <c:v>4.218275787611981E-2</c:v>
                </c:pt>
                <c:pt idx="899">
                  <c:v>4.2185250435417869E-2</c:v>
                </c:pt>
                <c:pt idx="900">
                  <c:v>4.2197696485069533E-2</c:v>
                </c:pt>
                <c:pt idx="901">
                  <c:v>4.2199003243846532E-2</c:v>
                </c:pt>
                <c:pt idx="902">
                  <c:v>4.2202395228953464E-2</c:v>
                </c:pt>
                <c:pt idx="903">
                  <c:v>4.2225141541354788E-2</c:v>
                </c:pt>
                <c:pt idx="904">
                  <c:v>4.2234665133998178E-2</c:v>
                </c:pt>
                <c:pt idx="905">
                  <c:v>4.2242304699431216E-2</c:v>
                </c:pt>
                <c:pt idx="906">
                  <c:v>4.22519902595049E-2</c:v>
                </c:pt>
                <c:pt idx="907">
                  <c:v>4.2288524421706407E-2</c:v>
                </c:pt>
                <c:pt idx="908">
                  <c:v>4.2356047006973568E-2</c:v>
                </c:pt>
                <c:pt idx="909">
                  <c:v>4.2379393562603722E-2</c:v>
                </c:pt>
                <c:pt idx="910">
                  <c:v>4.2418657998810394E-2</c:v>
                </c:pt>
                <c:pt idx="911">
                  <c:v>4.2433103956879874E-2</c:v>
                </c:pt>
                <c:pt idx="912">
                  <c:v>4.2442881062694324E-2</c:v>
                </c:pt>
                <c:pt idx="913">
                  <c:v>4.2448545203513009E-2</c:v>
                </c:pt>
                <c:pt idx="914">
                  <c:v>4.246911997810339E-2</c:v>
                </c:pt>
                <c:pt idx="915">
                  <c:v>4.2510913350965678E-2</c:v>
                </c:pt>
                <c:pt idx="916">
                  <c:v>4.2530345094049522E-2</c:v>
                </c:pt>
                <c:pt idx="917">
                  <c:v>4.2555290541376072E-2</c:v>
                </c:pt>
                <c:pt idx="918">
                  <c:v>4.2579959794621848E-2</c:v>
                </c:pt>
                <c:pt idx="919">
                  <c:v>4.2583694768030957E-2</c:v>
                </c:pt>
                <c:pt idx="920">
                  <c:v>4.2585783771117929E-2</c:v>
                </c:pt>
                <c:pt idx="921">
                  <c:v>4.2593824494061377E-2</c:v>
                </c:pt>
                <c:pt idx="922">
                  <c:v>4.2595031972424965E-2</c:v>
                </c:pt>
                <c:pt idx="923">
                  <c:v>4.2606179735865987E-2</c:v>
                </c:pt>
                <c:pt idx="924">
                  <c:v>4.2610824910727416E-2</c:v>
                </c:pt>
                <c:pt idx="925">
                  <c:v>4.2627070467749044E-2</c:v>
                </c:pt>
                <c:pt idx="926">
                  <c:v>4.2671695718796546E-2</c:v>
                </c:pt>
                <c:pt idx="927">
                  <c:v>4.2691856953416166E-2</c:v>
                </c:pt>
                <c:pt idx="928">
                  <c:v>4.2705342275342693E-2</c:v>
                </c:pt>
                <c:pt idx="929">
                  <c:v>4.2746943091461251E-2</c:v>
                </c:pt>
                <c:pt idx="930">
                  <c:v>4.2752156597267207E-2</c:v>
                </c:pt>
                <c:pt idx="931">
                  <c:v>4.2758756096127684E-2</c:v>
                </c:pt>
                <c:pt idx="932">
                  <c:v>4.2785068553573523E-2</c:v>
                </c:pt>
                <c:pt idx="933">
                  <c:v>4.2789804956006108E-2</c:v>
                </c:pt>
                <c:pt idx="934">
                  <c:v>4.2799477544083551E-2</c:v>
                </c:pt>
                <c:pt idx="935">
                  <c:v>4.2810391329705134E-2</c:v>
                </c:pt>
                <c:pt idx="936">
                  <c:v>4.2864722216053697E-2</c:v>
                </c:pt>
                <c:pt idx="937">
                  <c:v>4.2876409400226842E-2</c:v>
                </c:pt>
                <c:pt idx="938">
                  <c:v>4.2907844747647243E-2</c:v>
                </c:pt>
                <c:pt idx="939">
                  <c:v>4.2922783811868599E-2</c:v>
                </c:pt>
                <c:pt idx="940">
                  <c:v>4.2935282671672993E-2</c:v>
                </c:pt>
                <c:pt idx="941">
                  <c:v>4.2943996972971694E-2</c:v>
                </c:pt>
                <c:pt idx="942">
                  <c:v>4.2962550331579377E-2</c:v>
                </c:pt>
                <c:pt idx="943">
                  <c:v>4.2982693150115957E-2</c:v>
                </c:pt>
                <c:pt idx="944">
                  <c:v>4.3014757625445967E-2</c:v>
                </c:pt>
                <c:pt idx="945">
                  <c:v>4.3019586253105674E-2</c:v>
                </c:pt>
                <c:pt idx="946">
                  <c:v>4.3057726824562895E-2</c:v>
                </c:pt>
                <c:pt idx="947">
                  <c:v>4.3059000668740792E-2</c:v>
                </c:pt>
                <c:pt idx="948">
                  <c:v>4.3062556371887592E-2</c:v>
                </c:pt>
                <c:pt idx="949">
                  <c:v>4.307364946435905E-2</c:v>
                </c:pt>
                <c:pt idx="950">
                  <c:v>4.311123357783652E-2</c:v>
                </c:pt>
                <c:pt idx="951">
                  <c:v>4.3127306866589332E-2</c:v>
                </c:pt>
                <c:pt idx="952">
                  <c:v>4.3136150521923378E-2</c:v>
                </c:pt>
                <c:pt idx="953">
                  <c:v>4.3139850832652871E-2</c:v>
                </c:pt>
                <c:pt idx="954">
                  <c:v>4.3160972606096651E-2</c:v>
                </c:pt>
                <c:pt idx="955">
                  <c:v>4.3165745229024687E-2</c:v>
                </c:pt>
                <c:pt idx="956">
                  <c:v>4.3169952983673793E-2</c:v>
                </c:pt>
                <c:pt idx="957">
                  <c:v>4.3173528446068712E-2</c:v>
                </c:pt>
                <c:pt idx="958">
                  <c:v>4.3182511057602006E-2</c:v>
                </c:pt>
                <c:pt idx="959">
                  <c:v>4.318812752218975E-2</c:v>
                </c:pt>
                <c:pt idx="960">
                  <c:v>4.319331127829415E-2</c:v>
                </c:pt>
                <c:pt idx="961">
                  <c:v>4.3221920274939839E-2</c:v>
                </c:pt>
                <c:pt idx="962">
                  <c:v>4.3228309394308419E-2</c:v>
                </c:pt>
                <c:pt idx="963">
                  <c:v>4.3250298329646351E-2</c:v>
                </c:pt>
                <c:pt idx="964">
                  <c:v>4.3294852219139139E-2</c:v>
                </c:pt>
                <c:pt idx="965">
                  <c:v>4.3297077921095224E-2</c:v>
                </c:pt>
                <c:pt idx="966">
                  <c:v>4.3300098367775854E-2</c:v>
                </c:pt>
                <c:pt idx="967">
                  <c:v>4.3303221568936547E-2</c:v>
                </c:pt>
                <c:pt idx="968">
                  <c:v>4.3324530578481138E-2</c:v>
                </c:pt>
                <c:pt idx="969">
                  <c:v>4.3326132261781662E-2</c:v>
                </c:pt>
                <c:pt idx="970">
                  <c:v>4.3354433583136995E-2</c:v>
                </c:pt>
                <c:pt idx="971">
                  <c:v>4.3355897796648731E-2</c:v>
                </c:pt>
                <c:pt idx="972">
                  <c:v>4.344559308589447E-2</c:v>
                </c:pt>
                <c:pt idx="973">
                  <c:v>4.3454131937488948E-2</c:v>
                </c:pt>
                <c:pt idx="974">
                  <c:v>4.3487232131284623E-2</c:v>
                </c:pt>
                <c:pt idx="975">
                  <c:v>4.3509062503532446E-2</c:v>
                </c:pt>
                <c:pt idx="976">
                  <c:v>4.3553487851859668E-2</c:v>
                </c:pt>
                <c:pt idx="977">
                  <c:v>4.3576761933109075E-2</c:v>
                </c:pt>
                <c:pt idx="978">
                  <c:v>4.3584644584815514E-2</c:v>
                </c:pt>
                <c:pt idx="979">
                  <c:v>4.3585440183795857E-2</c:v>
                </c:pt>
                <c:pt idx="980">
                  <c:v>4.3600578369324572E-2</c:v>
                </c:pt>
                <c:pt idx="981">
                  <c:v>4.3614766432381734E-2</c:v>
                </c:pt>
                <c:pt idx="982">
                  <c:v>4.3632412277148966E-2</c:v>
                </c:pt>
                <c:pt idx="983">
                  <c:v>4.3679427141923952E-2</c:v>
                </c:pt>
                <c:pt idx="984">
                  <c:v>4.3684144331105977E-2</c:v>
                </c:pt>
                <c:pt idx="985">
                  <c:v>4.3767887553783989E-2</c:v>
                </c:pt>
                <c:pt idx="986">
                  <c:v>4.3777105225633696E-2</c:v>
                </c:pt>
                <c:pt idx="987">
                  <c:v>4.3791693288994432E-2</c:v>
                </c:pt>
                <c:pt idx="988">
                  <c:v>4.3840572636787666E-2</c:v>
                </c:pt>
                <c:pt idx="989">
                  <c:v>4.385570520295453E-2</c:v>
                </c:pt>
                <c:pt idx="990">
                  <c:v>4.3861304647077153E-2</c:v>
                </c:pt>
                <c:pt idx="991">
                  <c:v>4.3864474524575744E-2</c:v>
                </c:pt>
                <c:pt idx="992">
                  <c:v>4.3867233537887226E-2</c:v>
                </c:pt>
                <c:pt idx="993">
                  <c:v>4.3883250017047799E-2</c:v>
                </c:pt>
                <c:pt idx="994">
                  <c:v>4.3927941798028669E-2</c:v>
                </c:pt>
                <c:pt idx="995">
                  <c:v>4.3970397382981696E-2</c:v>
                </c:pt>
                <c:pt idx="996">
                  <c:v>4.404318047011526E-2</c:v>
                </c:pt>
                <c:pt idx="997">
                  <c:v>4.4044573856259567E-2</c:v>
                </c:pt>
                <c:pt idx="998">
                  <c:v>4.4055950701712678E-2</c:v>
                </c:pt>
                <c:pt idx="999">
                  <c:v>4.4062009348563524E-2</c:v>
                </c:pt>
                <c:pt idx="1000">
                  <c:v>4.4096078126844476E-2</c:v>
                </c:pt>
                <c:pt idx="1001">
                  <c:v>4.4106122109266344E-2</c:v>
                </c:pt>
                <c:pt idx="1002">
                  <c:v>4.4141072030413002E-2</c:v>
                </c:pt>
                <c:pt idx="1003">
                  <c:v>4.4145887015856741E-2</c:v>
                </c:pt>
                <c:pt idx="1004">
                  <c:v>4.415229526049113E-2</c:v>
                </c:pt>
                <c:pt idx="1005">
                  <c:v>4.4206938109350863E-2</c:v>
                </c:pt>
                <c:pt idx="1006">
                  <c:v>4.4290545111182258E-2</c:v>
                </c:pt>
                <c:pt idx="1007">
                  <c:v>4.4303771887570148E-2</c:v>
                </c:pt>
                <c:pt idx="1008">
                  <c:v>4.4327472192985197E-2</c:v>
                </c:pt>
                <c:pt idx="1009">
                  <c:v>4.4330498344970416E-2</c:v>
                </c:pt>
                <c:pt idx="1010">
                  <c:v>4.4337160279571186E-2</c:v>
                </c:pt>
                <c:pt idx="1011">
                  <c:v>4.436433126944786E-2</c:v>
                </c:pt>
                <c:pt idx="1012">
                  <c:v>4.441052921745723E-2</c:v>
                </c:pt>
                <c:pt idx="1013">
                  <c:v>4.4442724882240464E-2</c:v>
                </c:pt>
                <c:pt idx="1014">
                  <c:v>4.4521814243001737E-2</c:v>
                </c:pt>
                <c:pt idx="1015">
                  <c:v>4.4532047642349706E-2</c:v>
                </c:pt>
                <c:pt idx="1016">
                  <c:v>4.4548413498315675E-2</c:v>
                </c:pt>
                <c:pt idx="1017">
                  <c:v>4.4586840465187329E-2</c:v>
                </c:pt>
                <c:pt idx="1018">
                  <c:v>4.4595657921960984E-2</c:v>
                </c:pt>
                <c:pt idx="1019">
                  <c:v>4.4615498431073111E-2</c:v>
                </c:pt>
                <c:pt idx="1020">
                  <c:v>4.4635812454641266E-2</c:v>
                </c:pt>
                <c:pt idx="1021">
                  <c:v>4.4645184527864971E-2</c:v>
                </c:pt>
                <c:pt idx="1022">
                  <c:v>4.4655989020011187E-2</c:v>
                </c:pt>
                <c:pt idx="1023">
                  <c:v>4.4660892480034423E-2</c:v>
                </c:pt>
                <c:pt idx="1024">
                  <c:v>4.4674131400594362E-2</c:v>
                </c:pt>
                <c:pt idx="1025">
                  <c:v>4.472066358178909E-2</c:v>
                </c:pt>
                <c:pt idx="1026">
                  <c:v>4.4730765797436511E-2</c:v>
                </c:pt>
                <c:pt idx="1027">
                  <c:v>4.4737360045748367E-2</c:v>
                </c:pt>
                <c:pt idx="1028">
                  <c:v>4.4742515044495196E-2</c:v>
                </c:pt>
                <c:pt idx="1029">
                  <c:v>4.4764454350999676E-2</c:v>
                </c:pt>
                <c:pt idx="1030">
                  <c:v>4.4768718695467662E-2</c:v>
                </c:pt>
                <c:pt idx="1031">
                  <c:v>4.4785099423086457E-2</c:v>
                </c:pt>
                <c:pt idx="1032">
                  <c:v>4.480710546035134E-2</c:v>
                </c:pt>
                <c:pt idx="1033">
                  <c:v>4.4815832051978394E-2</c:v>
                </c:pt>
                <c:pt idx="1034">
                  <c:v>4.4827033773601921E-2</c:v>
                </c:pt>
                <c:pt idx="1035">
                  <c:v>4.4834206792762954E-2</c:v>
                </c:pt>
                <c:pt idx="1036">
                  <c:v>4.4836364962823123E-2</c:v>
                </c:pt>
                <c:pt idx="1037">
                  <c:v>4.4847746699378965E-2</c:v>
                </c:pt>
                <c:pt idx="1038">
                  <c:v>4.4870211768441449E-2</c:v>
                </c:pt>
                <c:pt idx="1039">
                  <c:v>4.4874520495851944E-2</c:v>
                </c:pt>
                <c:pt idx="1040">
                  <c:v>4.4881551684456615E-2</c:v>
                </c:pt>
                <c:pt idx="1041">
                  <c:v>4.4890366736190256E-2</c:v>
                </c:pt>
                <c:pt idx="1042">
                  <c:v>4.4901965495247512E-2</c:v>
                </c:pt>
                <c:pt idx="1043">
                  <c:v>4.4921321335215869E-2</c:v>
                </c:pt>
                <c:pt idx="1044">
                  <c:v>4.4923392339476842E-2</c:v>
                </c:pt>
                <c:pt idx="1045">
                  <c:v>4.4928373733196539E-2</c:v>
                </c:pt>
                <c:pt idx="1046">
                  <c:v>4.4938398410706321E-2</c:v>
                </c:pt>
                <c:pt idx="1047">
                  <c:v>4.4954387606986716E-2</c:v>
                </c:pt>
                <c:pt idx="1048">
                  <c:v>4.4956028314414184E-2</c:v>
                </c:pt>
                <c:pt idx="1049">
                  <c:v>4.4969536128481799E-2</c:v>
                </c:pt>
                <c:pt idx="1050">
                  <c:v>4.4980243957608815E-2</c:v>
                </c:pt>
                <c:pt idx="1051">
                  <c:v>4.4995115545108828E-2</c:v>
                </c:pt>
                <c:pt idx="1052">
                  <c:v>4.5018651937051776E-2</c:v>
                </c:pt>
                <c:pt idx="1053">
                  <c:v>4.5037209505812671E-2</c:v>
                </c:pt>
                <c:pt idx="1054">
                  <c:v>4.5063699916038424E-2</c:v>
                </c:pt>
                <c:pt idx="1055">
                  <c:v>4.5071731104573902E-2</c:v>
                </c:pt>
                <c:pt idx="1056">
                  <c:v>4.5091472422751425E-2</c:v>
                </c:pt>
                <c:pt idx="1057">
                  <c:v>4.5094354259512658E-2</c:v>
                </c:pt>
                <c:pt idx="1058">
                  <c:v>4.5099591431603879E-2</c:v>
                </c:pt>
                <c:pt idx="1059">
                  <c:v>4.5102331519396667E-2</c:v>
                </c:pt>
                <c:pt idx="1060">
                  <c:v>4.5123397982482986E-2</c:v>
                </c:pt>
                <c:pt idx="1061">
                  <c:v>4.5129777618525498E-2</c:v>
                </c:pt>
                <c:pt idx="1062">
                  <c:v>4.5138218752504761E-2</c:v>
                </c:pt>
                <c:pt idx="1063">
                  <c:v>4.516002518065515E-2</c:v>
                </c:pt>
                <c:pt idx="1064">
                  <c:v>4.5212263182453444E-2</c:v>
                </c:pt>
                <c:pt idx="1065">
                  <c:v>4.5228472286753633E-2</c:v>
                </c:pt>
                <c:pt idx="1066">
                  <c:v>4.5246175336329103E-2</c:v>
                </c:pt>
                <c:pt idx="1067">
                  <c:v>4.5304024603340515E-2</c:v>
                </c:pt>
                <c:pt idx="1068">
                  <c:v>4.5308134579981209E-2</c:v>
                </c:pt>
                <c:pt idx="1069">
                  <c:v>4.5321736235912818E-2</c:v>
                </c:pt>
                <c:pt idx="1070">
                  <c:v>4.5331134108461825E-2</c:v>
                </c:pt>
                <c:pt idx="1071">
                  <c:v>4.5332442581366532E-2</c:v>
                </c:pt>
                <c:pt idx="1072">
                  <c:v>4.533266200159683E-2</c:v>
                </c:pt>
                <c:pt idx="1073">
                  <c:v>4.5337711183195496E-2</c:v>
                </c:pt>
                <c:pt idx="1074">
                  <c:v>4.5342911130992987E-2</c:v>
                </c:pt>
                <c:pt idx="1075">
                  <c:v>4.5408728676660716E-2</c:v>
                </c:pt>
                <c:pt idx="1076">
                  <c:v>4.5468086856434449E-2</c:v>
                </c:pt>
                <c:pt idx="1077">
                  <c:v>4.5471358701189152E-2</c:v>
                </c:pt>
                <c:pt idx="1078">
                  <c:v>4.5486604951707581E-2</c:v>
                </c:pt>
                <c:pt idx="1079">
                  <c:v>4.5489666271752383E-2</c:v>
                </c:pt>
                <c:pt idx="1080">
                  <c:v>4.5510882851128524E-2</c:v>
                </c:pt>
                <c:pt idx="1081">
                  <c:v>4.5517860662587582E-2</c:v>
                </c:pt>
                <c:pt idx="1082">
                  <c:v>4.5524996137033362E-2</c:v>
                </c:pt>
                <c:pt idx="1083">
                  <c:v>4.5537872964373449E-2</c:v>
                </c:pt>
                <c:pt idx="1084">
                  <c:v>4.5546841195130576E-2</c:v>
                </c:pt>
                <c:pt idx="1085">
                  <c:v>4.5553584605308235E-2</c:v>
                </c:pt>
                <c:pt idx="1086">
                  <c:v>4.5558721016836605E-2</c:v>
                </c:pt>
                <c:pt idx="1087">
                  <c:v>4.5569745961549488E-2</c:v>
                </c:pt>
                <c:pt idx="1088">
                  <c:v>4.558863806990425E-2</c:v>
                </c:pt>
                <c:pt idx="1089">
                  <c:v>4.5608083192068459E-2</c:v>
                </c:pt>
                <c:pt idx="1090">
                  <c:v>4.5613185752701159E-2</c:v>
                </c:pt>
                <c:pt idx="1091">
                  <c:v>4.5618086923784218E-2</c:v>
                </c:pt>
                <c:pt idx="1092">
                  <c:v>4.5624386223374676E-2</c:v>
                </c:pt>
                <c:pt idx="1093">
                  <c:v>4.5637856767233441E-2</c:v>
                </c:pt>
                <c:pt idx="1094">
                  <c:v>4.5655673210746699E-2</c:v>
                </c:pt>
                <c:pt idx="1095">
                  <c:v>4.5664111523664279E-2</c:v>
                </c:pt>
                <c:pt idx="1096">
                  <c:v>4.5680474438201002E-2</c:v>
                </c:pt>
                <c:pt idx="1097">
                  <c:v>4.5683679017918997E-2</c:v>
                </c:pt>
                <c:pt idx="1098">
                  <c:v>4.5710480952913551E-2</c:v>
                </c:pt>
                <c:pt idx="1099">
                  <c:v>4.5732010828928714E-2</c:v>
                </c:pt>
                <c:pt idx="1100">
                  <c:v>4.5738333694056985E-2</c:v>
                </c:pt>
                <c:pt idx="1101">
                  <c:v>4.5741932611480393E-2</c:v>
                </c:pt>
                <c:pt idx="1102">
                  <c:v>4.5769456097577862E-2</c:v>
                </c:pt>
                <c:pt idx="1103">
                  <c:v>4.579976699198466E-2</c:v>
                </c:pt>
                <c:pt idx="1104">
                  <c:v>4.5843139699199661E-2</c:v>
                </c:pt>
                <c:pt idx="1105">
                  <c:v>4.5861002131665385E-2</c:v>
                </c:pt>
                <c:pt idx="1106">
                  <c:v>4.587622160377583E-2</c:v>
                </c:pt>
                <c:pt idx="1107">
                  <c:v>4.5902960126724297E-2</c:v>
                </c:pt>
                <c:pt idx="1108">
                  <c:v>4.5915746513106204E-2</c:v>
                </c:pt>
                <c:pt idx="1109">
                  <c:v>4.5941353671027099E-2</c:v>
                </c:pt>
                <c:pt idx="1110">
                  <c:v>4.5958561328912843E-2</c:v>
                </c:pt>
                <c:pt idx="1111">
                  <c:v>4.5968024953051516E-2</c:v>
                </c:pt>
                <c:pt idx="1112">
                  <c:v>4.5987014442366525E-2</c:v>
                </c:pt>
                <c:pt idx="1113">
                  <c:v>4.5987496597693987E-2</c:v>
                </c:pt>
                <c:pt idx="1114">
                  <c:v>4.6021471852652117E-2</c:v>
                </c:pt>
                <c:pt idx="1115">
                  <c:v>4.6033329688999224E-2</c:v>
                </c:pt>
                <c:pt idx="1116">
                  <c:v>4.6058653904534071E-2</c:v>
                </c:pt>
                <c:pt idx="1117">
                  <c:v>4.6096297665627256E-2</c:v>
                </c:pt>
                <c:pt idx="1118">
                  <c:v>4.6125159739175185E-2</c:v>
                </c:pt>
                <c:pt idx="1119">
                  <c:v>4.6139344974246772E-2</c:v>
                </c:pt>
                <c:pt idx="1120">
                  <c:v>4.6164681520575693E-2</c:v>
                </c:pt>
                <c:pt idx="1121">
                  <c:v>4.6189048856658414E-2</c:v>
                </c:pt>
                <c:pt idx="1122">
                  <c:v>4.6209308043022701E-2</c:v>
                </c:pt>
                <c:pt idx="1123">
                  <c:v>4.6214861118176256E-2</c:v>
                </c:pt>
                <c:pt idx="1124">
                  <c:v>4.6251411763889042E-2</c:v>
                </c:pt>
                <c:pt idx="1125">
                  <c:v>4.6257559805094467E-2</c:v>
                </c:pt>
                <c:pt idx="1126">
                  <c:v>4.6278476664214328E-2</c:v>
                </c:pt>
                <c:pt idx="1127">
                  <c:v>4.6294441995126043E-2</c:v>
                </c:pt>
                <c:pt idx="1128">
                  <c:v>4.6300889054157017E-2</c:v>
                </c:pt>
                <c:pt idx="1129">
                  <c:v>4.6308774841652051E-2</c:v>
                </c:pt>
                <c:pt idx="1130">
                  <c:v>4.6317969210023888E-2</c:v>
                </c:pt>
                <c:pt idx="1131">
                  <c:v>4.6346866296163997E-2</c:v>
                </c:pt>
                <c:pt idx="1132">
                  <c:v>4.6439510927125636E-2</c:v>
                </c:pt>
                <c:pt idx="1133">
                  <c:v>4.644453917440905E-2</c:v>
                </c:pt>
                <c:pt idx="1134">
                  <c:v>4.647586162620488E-2</c:v>
                </c:pt>
                <c:pt idx="1135">
                  <c:v>4.6486374813612986E-2</c:v>
                </c:pt>
                <c:pt idx="1136">
                  <c:v>4.6489326538946947E-2</c:v>
                </c:pt>
                <c:pt idx="1137">
                  <c:v>4.6497814399042985E-2</c:v>
                </c:pt>
                <c:pt idx="1138">
                  <c:v>4.6505851848485269E-2</c:v>
                </c:pt>
                <c:pt idx="1139">
                  <c:v>4.650891887709397E-2</c:v>
                </c:pt>
                <c:pt idx="1140">
                  <c:v>4.6512463909227052E-2</c:v>
                </c:pt>
                <c:pt idx="1141">
                  <c:v>4.6543522301400769E-2</c:v>
                </c:pt>
                <c:pt idx="1142">
                  <c:v>4.6555066840001991E-2</c:v>
                </c:pt>
                <c:pt idx="1143">
                  <c:v>4.6565348554671836E-2</c:v>
                </c:pt>
                <c:pt idx="1144">
                  <c:v>4.6580008648988432E-2</c:v>
                </c:pt>
                <c:pt idx="1145">
                  <c:v>4.6594028816253824E-2</c:v>
                </c:pt>
                <c:pt idx="1146">
                  <c:v>4.6597138312454954E-2</c:v>
                </c:pt>
                <c:pt idx="1147">
                  <c:v>4.661060452356737E-2</c:v>
                </c:pt>
                <c:pt idx="1148">
                  <c:v>4.6617503757596046E-2</c:v>
                </c:pt>
                <c:pt idx="1149">
                  <c:v>4.6634432487769058E-2</c:v>
                </c:pt>
                <c:pt idx="1150">
                  <c:v>4.6639010562695864E-2</c:v>
                </c:pt>
                <c:pt idx="1151">
                  <c:v>4.6652683172577335E-2</c:v>
                </c:pt>
                <c:pt idx="1152">
                  <c:v>4.6653381568511017E-2</c:v>
                </c:pt>
                <c:pt idx="1153">
                  <c:v>4.666336496591577E-2</c:v>
                </c:pt>
                <c:pt idx="1154">
                  <c:v>4.6675496351620036E-2</c:v>
                </c:pt>
                <c:pt idx="1155">
                  <c:v>4.6714381704257263E-2</c:v>
                </c:pt>
                <c:pt idx="1156">
                  <c:v>4.6735183957681413E-2</c:v>
                </c:pt>
                <c:pt idx="1157">
                  <c:v>4.6752298377718875E-2</c:v>
                </c:pt>
                <c:pt idx="1158">
                  <c:v>4.6762917750746744E-2</c:v>
                </c:pt>
                <c:pt idx="1159">
                  <c:v>4.676528053415601E-2</c:v>
                </c:pt>
                <c:pt idx="1160">
                  <c:v>4.6766406838730339E-2</c:v>
                </c:pt>
                <c:pt idx="1161">
                  <c:v>4.6778686753288751E-2</c:v>
                </c:pt>
                <c:pt idx="1162">
                  <c:v>4.6793422169717672E-2</c:v>
                </c:pt>
                <c:pt idx="1163">
                  <c:v>4.6811137260202584E-2</c:v>
                </c:pt>
                <c:pt idx="1164">
                  <c:v>4.6822012921543539E-2</c:v>
                </c:pt>
                <c:pt idx="1165">
                  <c:v>4.6834890105498309E-2</c:v>
                </c:pt>
                <c:pt idx="1166">
                  <c:v>4.6840918636739365E-2</c:v>
                </c:pt>
                <c:pt idx="1167">
                  <c:v>4.6848621766217367E-2</c:v>
                </c:pt>
                <c:pt idx="1168">
                  <c:v>4.6856983901578754E-2</c:v>
                </c:pt>
                <c:pt idx="1169">
                  <c:v>4.6867712683013943E-2</c:v>
                </c:pt>
                <c:pt idx="1170">
                  <c:v>4.6910555194864777E-2</c:v>
                </c:pt>
                <c:pt idx="1171">
                  <c:v>4.6916947510206142E-2</c:v>
                </c:pt>
                <c:pt idx="1172">
                  <c:v>4.6935456255374625E-2</c:v>
                </c:pt>
                <c:pt idx="1173">
                  <c:v>4.6936282555426041E-2</c:v>
                </c:pt>
                <c:pt idx="1174">
                  <c:v>4.69488435589617E-2</c:v>
                </c:pt>
                <c:pt idx="1175">
                  <c:v>4.697258246898172E-2</c:v>
                </c:pt>
                <c:pt idx="1176">
                  <c:v>4.7041767107476283E-2</c:v>
                </c:pt>
                <c:pt idx="1177">
                  <c:v>4.7050756602992835E-2</c:v>
                </c:pt>
                <c:pt idx="1178">
                  <c:v>4.7053603331632637E-2</c:v>
                </c:pt>
                <c:pt idx="1179">
                  <c:v>4.7064388505837516E-2</c:v>
                </c:pt>
                <c:pt idx="1180">
                  <c:v>4.7066303500926776E-2</c:v>
                </c:pt>
                <c:pt idx="1181">
                  <c:v>4.7080429409863567E-2</c:v>
                </c:pt>
                <c:pt idx="1182">
                  <c:v>4.7089723473720833E-2</c:v>
                </c:pt>
                <c:pt idx="1183">
                  <c:v>4.7092566416308448E-2</c:v>
                </c:pt>
                <c:pt idx="1184">
                  <c:v>4.7110861676258081E-2</c:v>
                </c:pt>
                <c:pt idx="1185">
                  <c:v>4.7128715442322902E-2</c:v>
                </c:pt>
                <c:pt idx="1186">
                  <c:v>4.7160245028641183E-2</c:v>
                </c:pt>
                <c:pt idx="1187">
                  <c:v>4.7167865777424503E-2</c:v>
                </c:pt>
                <c:pt idx="1188">
                  <c:v>4.7167946053937648E-2</c:v>
                </c:pt>
                <c:pt idx="1189">
                  <c:v>4.7173512556429986E-2</c:v>
                </c:pt>
                <c:pt idx="1190">
                  <c:v>4.7197208766712899E-2</c:v>
                </c:pt>
                <c:pt idx="1191">
                  <c:v>4.7247159360110064E-2</c:v>
                </c:pt>
                <c:pt idx="1192">
                  <c:v>4.7253770999298214E-2</c:v>
                </c:pt>
                <c:pt idx="1193">
                  <c:v>4.7261619170522989E-2</c:v>
                </c:pt>
                <c:pt idx="1194">
                  <c:v>4.7274596013411337E-2</c:v>
                </c:pt>
                <c:pt idx="1195">
                  <c:v>4.7352881663251467E-2</c:v>
                </c:pt>
                <c:pt idx="1196">
                  <c:v>4.7380025614965654E-2</c:v>
                </c:pt>
                <c:pt idx="1197">
                  <c:v>4.7384266842139935E-2</c:v>
                </c:pt>
                <c:pt idx="1198">
                  <c:v>4.7386186380759927E-2</c:v>
                </c:pt>
                <c:pt idx="1199">
                  <c:v>4.7394139142396964E-2</c:v>
                </c:pt>
                <c:pt idx="1200">
                  <c:v>4.7411895403509513E-2</c:v>
                </c:pt>
                <c:pt idx="1201">
                  <c:v>4.7426038058062767E-2</c:v>
                </c:pt>
                <c:pt idx="1202">
                  <c:v>4.7434321808791403E-2</c:v>
                </c:pt>
                <c:pt idx="1203">
                  <c:v>4.7451589402221835E-2</c:v>
                </c:pt>
                <c:pt idx="1204">
                  <c:v>4.74540056286437E-2</c:v>
                </c:pt>
                <c:pt idx="1205">
                  <c:v>4.7478573126294853E-2</c:v>
                </c:pt>
                <c:pt idx="1206">
                  <c:v>4.7529510506517929E-2</c:v>
                </c:pt>
                <c:pt idx="1207">
                  <c:v>4.7543185124706226E-2</c:v>
                </c:pt>
                <c:pt idx="1208">
                  <c:v>4.756207651560046E-2</c:v>
                </c:pt>
                <c:pt idx="1209">
                  <c:v>4.7582501734205675E-2</c:v>
                </c:pt>
                <c:pt idx="1210">
                  <c:v>4.7584093939478052E-2</c:v>
                </c:pt>
                <c:pt idx="1211">
                  <c:v>4.7623854987167563E-2</c:v>
                </c:pt>
                <c:pt idx="1212">
                  <c:v>4.7650038438869613E-2</c:v>
                </c:pt>
                <c:pt idx="1213">
                  <c:v>4.7653289407364283E-2</c:v>
                </c:pt>
                <c:pt idx="1214">
                  <c:v>4.7667649088044703E-2</c:v>
                </c:pt>
                <c:pt idx="1215">
                  <c:v>4.7675155180261483E-2</c:v>
                </c:pt>
                <c:pt idx="1216">
                  <c:v>4.7685892294676242E-2</c:v>
                </c:pt>
                <c:pt idx="1217">
                  <c:v>4.7714065169447741E-2</c:v>
                </c:pt>
                <c:pt idx="1218">
                  <c:v>4.7725244541453257E-2</c:v>
                </c:pt>
                <c:pt idx="1219">
                  <c:v>4.7727394366860798E-2</c:v>
                </c:pt>
                <c:pt idx="1220">
                  <c:v>4.7747904283265023E-2</c:v>
                </c:pt>
                <c:pt idx="1221">
                  <c:v>4.776112984416838E-2</c:v>
                </c:pt>
                <c:pt idx="1222">
                  <c:v>4.7780183648361493E-2</c:v>
                </c:pt>
                <c:pt idx="1223">
                  <c:v>4.7801276211586946E-2</c:v>
                </c:pt>
                <c:pt idx="1224">
                  <c:v>4.781847817520006E-2</c:v>
                </c:pt>
                <c:pt idx="1225">
                  <c:v>4.783586732036723E-2</c:v>
                </c:pt>
                <c:pt idx="1226">
                  <c:v>4.785681420453132E-2</c:v>
                </c:pt>
                <c:pt idx="1227">
                  <c:v>4.785691045057211E-2</c:v>
                </c:pt>
                <c:pt idx="1228">
                  <c:v>4.7869551132243685E-2</c:v>
                </c:pt>
                <c:pt idx="1229">
                  <c:v>4.7870202376871451E-2</c:v>
                </c:pt>
                <c:pt idx="1230">
                  <c:v>4.7873324418908049E-2</c:v>
                </c:pt>
                <c:pt idx="1231">
                  <c:v>4.7882649646410085E-2</c:v>
                </c:pt>
                <c:pt idx="1232">
                  <c:v>4.7892288353273152E-2</c:v>
                </c:pt>
                <c:pt idx="1233">
                  <c:v>4.791866933410853E-2</c:v>
                </c:pt>
                <c:pt idx="1234">
                  <c:v>4.792116258624176E-2</c:v>
                </c:pt>
                <c:pt idx="1235">
                  <c:v>4.7923318145270281E-2</c:v>
                </c:pt>
                <c:pt idx="1236">
                  <c:v>4.7937466070235898E-2</c:v>
                </c:pt>
                <c:pt idx="1237">
                  <c:v>4.7938956681766051E-2</c:v>
                </c:pt>
                <c:pt idx="1238">
                  <c:v>4.7943733338757531E-2</c:v>
                </c:pt>
                <c:pt idx="1239">
                  <c:v>4.7979856292552726E-2</c:v>
                </c:pt>
                <c:pt idx="1240">
                  <c:v>4.7981295447481871E-2</c:v>
                </c:pt>
                <c:pt idx="1241">
                  <c:v>4.7991336022463769E-2</c:v>
                </c:pt>
                <c:pt idx="1242">
                  <c:v>4.7996847699910396E-2</c:v>
                </c:pt>
                <c:pt idx="1243">
                  <c:v>4.7997947638158407E-2</c:v>
                </c:pt>
                <c:pt idx="1244">
                  <c:v>4.8000618578839638E-2</c:v>
                </c:pt>
                <c:pt idx="1245">
                  <c:v>4.8006394322251733E-2</c:v>
                </c:pt>
                <c:pt idx="1246">
                  <c:v>4.8018140894402796E-2</c:v>
                </c:pt>
                <c:pt idx="1247">
                  <c:v>4.8019969082439565E-2</c:v>
                </c:pt>
                <c:pt idx="1248">
                  <c:v>4.8030824253888882E-2</c:v>
                </c:pt>
                <c:pt idx="1249">
                  <c:v>4.8050632237081288E-2</c:v>
                </c:pt>
                <c:pt idx="1250">
                  <c:v>4.8075646087221445E-2</c:v>
                </c:pt>
                <c:pt idx="1251">
                  <c:v>4.8093730608368822E-2</c:v>
                </c:pt>
                <c:pt idx="1252">
                  <c:v>4.8096357732848372E-2</c:v>
                </c:pt>
                <c:pt idx="1253">
                  <c:v>4.8149381257893857E-2</c:v>
                </c:pt>
                <c:pt idx="1254">
                  <c:v>4.8167130716615165E-2</c:v>
                </c:pt>
                <c:pt idx="1255">
                  <c:v>4.8174701874750515E-2</c:v>
                </c:pt>
                <c:pt idx="1256">
                  <c:v>4.8190727737015424E-2</c:v>
                </c:pt>
                <c:pt idx="1257">
                  <c:v>4.8195551802966537E-2</c:v>
                </c:pt>
                <c:pt idx="1258">
                  <c:v>4.8209582744850467E-2</c:v>
                </c:pt>
                <c:pt idx="1259">
                  <c:v>4.8211378316528317E-2</c:v>
                </c:pt>
                <c:pt idx="1260">
                  <c:v>4.8218143386562717E-2</c:v>
                </c:pt>
                <c:pt idx="1261">
                  <c:v>4.8233251372384149E-2</c:v>
                </c:pt>
                <c:pt idx="1262">
                  <c:v>4.8233501598995136E-2</c:v>
                </c:pt>
                <c:pt idx="1263">
                  <c:v>4.8235467103945343E-2</c:v>
                </c:pt>
                <c:pt idx="1264">
                  <c:v>4.8252711809799981E-2</c:v>
                </c:pt>
                <c:pt idx="1265">
                  <c:v>4.8267085468954876E-2</c:v>
                </c:pt>
                <c:pt idx="1266">
                  <c:v>4.8283417793926253E-2</c:v>
                </c:pt>
                <c:pt idx="1267">
                  <c:v>4.8307626744473232E-2</c:v>
                </c:pt>
                <c:pt idx="1268">
                  <c:v>4.8347005448002356E-2</c:v>
                </c:pt>
                <c:pt idx="1269">
                  <c:v>4.8363231502322357E-2</c:v>
                </c:pt>
                <c:pt idx="1270">
                  <c:v>4.8368090957518838E-2</c:v>
                </c:pt>
                <c:pt idx="1271">
                  <c:v>4.8379370300275976E-2</c:v>
                </c:pt>
                <c:pt idx="1272">
                  <c:v>4.8390549213192996E-2</c:v>
                </c:pt>
                <c:pt idx="1273">
                  <c:v>4.8465456717280184E-2</c:v>
                </c:pt>
                <c:pt idx="1274">
                  <c:v>4.8490070910513286E-2</c:v>
                </c:pt>
                <c:pt idx="1275">
                  <c:v>4.8498398255308439E-2</c:v>
                </c:pt>
                <c:pt idx="1276">
                  <c:v>4.8535905810663818E-2</c:v>
                </c:pt>
                <c:pt idx="1277">
                  <c:v>4.8543553572703464E-2</c:v>
                </c:pt>
                <c:pt idx="1278">
                  <c:v>4.8568018545603144E-2</c:v>
                </c:pt>
                <c:pt idx="1279">
                  <c:v>4.8570455251020342E-2</c:v>
                </c:pt>
                <c:pt idx="1280">
                  <c:v>4.8595207685266623E-2</c:v>
                </c:pt>
                <c:pt idx="1281">
                  <c:v>4.8596597319526078E-2</c:v>
                </c:pt>
                <c:pt idx="1282">
                  <c:v>4.8606222245003813E-2</c:v>
                </c:pt>
                <c:pt idx="1283">
                  <c:v>4.8607740253216382E-2</c:v>
                </c:pt>
                <c:pt idx="1284">
                  <c:v>4.8621495869732363E-2</c:v>
                </c:pt>
                <c:pt idx="1285">
                  <c:v>4.8622139522891294E-2</c:v>
                </c:pt>
                <c:pt idx="1286">
                  <c:v>4.8632951989502939E-2</c:v>
                </c:pt>
                <c:pt idx="1287">
                  <c:v>4.8704159612934284E-2</c:v>
                </c:pt>
                <c:pt idx="1288">
                  <c:v>4.8711659588064359E-2</c:v>
                </c:pt>
                <c:pt idx="1289">
                  <c:v>4.8718505290919333E-2</c:v>
                </c:pt>
                <c:pt idx="1290">
                  <c:v>4.872085216658617E-2</c:v>
                </c:pt>
                <c:pt idx="1291">
                  <c:v>4.8727324495949111E-2</c:v>
                </c:pt>
                <c:pt idx="1292">
                  <c:v>4.8732002865756699E-2</c:v>
                </c:pt>
                <c:pt idx="1293">
                  <c:v>4.8742572124928156E-2</c:v>
                </c:pt>
                <c:pt idx="1294">
                  <c:v>4.8801536322799335E-2</c:v>
                </c:pt>
                <c:pt idx="1295">
                  <c:v>4.8801741624101287E-2</c:v>
                </c:pt>
                <c:pt idx="1296">
                  <c:v>4.8814622200675326E-2</c:v>
                </c:pt>
                <c:pt idx="1297">
                  <c:v>4.8815759687919763E-2</c:v>
                </c:pt>
                <c:pt idx="1298">
                  <c:v>4.8834066676022511E-2</c:v>
                </c:pt>
                <c:pt idx="1299">
                  <c:v>4.8835466324504931E-2</c:v>
                </c:pt>
                <c:pt idx="1300">
                  <c:v>4.8838529260845177E-2</c:v>
                </c:pt>
                <c:pt idx="1301">
                  <c:v>4.8855024834541155E-2</c:v>
                </c:pt>
                <c:pt idx="1302">
                  <c:v>4.8886485566533459E-2</c:v>
                </c:pt>
                <c:pt idx="1303">
                  <c:v>4.8938285558204835E-2</c:v>
                </c:pt>
                <c:pt idx="1304">
                  <c:v>4.8963281688860556E-2</c:v>
                </c:pt>
                <c:pt idx="1305">
                  <c:v>4.8971750127267712E-2</c:v>
                </c:pt>
                <c:pt idx="1306">
                  <c:v>4.9012790538026645E-2</c:v>
                </c:pt>
                <c:pt idx="1307">
                  <c:v>4.9025598563597977E-2</c:v>
                </c:pt>
                <c:pt idx="1308">
                  <c:v>4.9076899067719393E-2</c:v>
                </c:pt>
                <c:pt idx="1309">
                  <c:v>4.9122612395659501E-2</c:v>
                </c:pt>
                <c:pt idx="1310">
                  <c:v>4.9123799236237359E-2</c:v>
                </c:pt>
                <c:pt idx="1311">
                  <c:v>4.9126126634663328E-2</c:v>
                </c:pt>
                <c:pt idx="1312">
                  <c:v>4.9140669410524085E-2</c:v>
                </c:pt>
                <c:pt idx="1313">
                  <c:v>4.9148125652056285E-2</c:v>
                </c:pt>
                <c:pt idx="1314">
                  <c:v>4.915298279073041E-2</c:v>
                </c:pt>
                <c:pt idx="1315">
                  <c:v>4.9158630247189951E-2</c:v>
                </c:pt>
                <c:pt idx="1316">
                  <c:v>4.9160284254854164E-2</c:v>
                </c:pt>
                <c:pt idx="1317">
                  <c:v>4.9161481882335233E-2</c:v>
                </c:pt>
                <c:pt idx="1318">
                  <c:v>4.9165457014141781E-2</c:v>
                </c:pt>
                <c:pt idx="1319">
                  <c:v>4.9167871783039357E-2</c:v>
                </c:pt>
                <c:pt idx="1320">
                  <c:v>4.9177609481041364E-2</c:v>
                </c:pt>
                <c:pt idx="1321">
                  <c:v>4.918218032328163E-2</c:v>
                </c:pt>
                <c:pt idx="1322">
                  <c:v>4.9190806117148649E-2</c:v>
                </c:pt>
                <c:pt idx="1323">
                  <c:v>4.9195064267229846E-2</c:v>
                </c:pt>
                <c:pt idx="1324">
                  <c:v>4.9202656502235965E-2</c:v>
                </c:pt>
                <c:pt idx="1325">
                  <c:v>4.9262897025532923E-2</c:v>
                </c:pt>
                <c:pt idx="1326">
                  <c:v>4.929172201942221E-2</c:v>
                </c:pt>
                <c:pt idx="1327">
                  <c:v>4.9295847209533165E-2</c:v>
                </c:pt>
                <c:pt idx="1328">
                  <c:v>4.9300352448271079E-2</c:v>
                </c:pt>
                <c:pt idx="1329">
                  <c:v>4.9328545198322443E-2</c:v>
                </c:pt>
                <c:pt idx="1330">
                  <c:v>4.9341178822064298E-2</c:v>
                </c:pt>
                <c:pt idx="1331">
                  <c:v>4.9343571711986466E-2</c:v>
                </c:pt>
                <c:pt idx="1332">
                  <c:v>4.934904028563826E-2</c:v>
                </c:pt>
                <c:pt idx="1333">
                  <c:v>4.935919434054703E-2</c:v>
                </c:pt>
                <c:pt idx="1334">
                  <c:v>4.9373374745463279E-2</c:v>
                </c:pt>
                <c:pt idx="1335">
                  <c:v>4.9390395313426629E-2</c:v>
                </c:pt>
                <c:pt idx="1336">
                  <c:v>4.9391571285278761E-2</c:v>
                </c:pt>
                <c:pt idx="1337">
                  <c:v>4.9399839788203226E-2</c:v>
                </c:pt>
                <c:pt idx="1338">
                  <c:v>4.9401718503039808E-2</c:v>
                </c:pt>
                <c:pt idx="1339">
                  <c:v>4.9434964887292578E-2</c:v>
                </c:pt>
                <c:pt idx="1340">
                  <c:v>4.9442548920416662E-2</c:v>
                </c:pt>
                <c:pt idx="1341">
                  <c:v>4.9457202270187857E-2</c:v>
                </c:pt>
                <c:pt idx="1342">
                  <c:v>4.9467298846650132E-2</c:v>
                </c:pt>
                <c:pt idx="1343">
                  <c:v>4.9475702557640264E-2</c:v>
                </c:pt>
                <c:pt idx="1344">
                  <c:v>4.9476671558561371E-2</c:v>
                </c:pt>
                <c:pt idx="1345">
                  <c:v>4.9490208817618182E-2</c:v>
                </c:pt>
                <c:pt idx="1346">
                  <c:v>4.9531366882358561E-2</c:v>
                </c:pt>
                <c:pt idx="1347">
                  <c:v>4.9566112629813516E-2</c:v>
                </c:pt>
                <c:pt idx="1348">
                  <c:v>4.9574948738814517E-2</c:v>
                </c:pt>
                <c:pt idx="1349">
                  <c:v>4.9580582221098776E-2</c:v>
                </c:pt>
                <c:pt idx="1350">
                  <c:v>4.9588502237935081E-2</c:v>
                </c:pt>
                <c:pt idx="1351">
                  <c:v>4.9611890213768862E-2</c:v>
                </c:pt>
                <c:pt idx="1352">
                  <c:v>4.9611972546078215E-2</c:v>
                </c:pt>
                <c:pt idx="1353">
                  <c:v>4.9646235314832386E-2</c:v>
                </c:pt>
                <c:pt idx="1354">
                  <c:v>4.964721778364059E-2</c:v>
                </c:pt>
                <c:pt idx="1355">
                  <c:v>4.9649546000803152E-2</c:v>
                </c:pt>
                <c:pt idx="1356">
                  <c:v>4.9654878322785298E-2</c:v>
                </c:pt>
                <c:pt idx="1357">
                  <c:v>4.9657742355464413E-2</c:v>
                </c:pt>
                <c:pt idx="1358">
                  <c:v>4.9659488227532841E-2</c:v>
                </c:pt>
                <c:pt idx="1359">
                  <c:v>4.9659777992901125E-2</c:v>
                </c:pt>
                <c:pt idx="1360">
                  <c:v>4.9692660581003315E-2</c:v>
                </c:pt>
                <c:pt idx="1361">
                  <c:v>4.9698246831112486E-2</c:v>
                </c:pt>
                <c:pt idx="1362">
                  <c:v>4.9719016687373142E-2</c:v>
                </c:pt>
                <c:pt idx="1363">
                  <c:v>4.9740841289381409E-2</c:v>
                </c:pt>
                <c:pt idx="1364">
                  <c:v>4.9744868857199996E-2</c:v>
                </c:pt>
                <c:pt idx="1365">
                  <c:v>4.9759571064719704E-2</c:v>
                </c:pt>
                <c:pt idx="1366">
                  <c:v>4.9777482647089359E-2</c:v>
                </c:pt>
                <c:pt idx="1367">
                  <c:v>4.9784178502805657E-2</c:v>
                </c:pt>
                <c:pt idx="1368">
                  <c:v>4.9801122671181725E-2</c:v>
                </c:pt>
                <c:pt idx="1369">
                  <c:v>4.9814279982016124E-2</c:v>
                </c:pt>
                <c:pt idx="1370">
                  <c:v>4.9824666793024698E-2</c:v>
                </c:pt>
                <c:pt idx="1371">
                  <c:v>4.9855465323157475E-2</c:v>
                </c:pt>
                <c:pt idx="1372">
                  <c:v>4.9855535603346809E-2</c:v>
                </c:pt>
                <c:pt idx="1373">
                  <c:v>4.987255258898985E-2</c:v>
                </c:pt>
                <c:pt idx="1374">
                  <c:v>4.9873773571932435E-2</c:v>
                </c:pt>
                <c:pt idx="1375">
                  <c:v>4.9883313912686481E-2</c:v>
                </c:pt>
                <c:pt idx="1376">
                  <c:v>4.9888094750759331E-2</c:v>
                </c:pt>
                <c:pt idx="1377">
                  <c:v>4.9888143932770072E-2</c:v>
                </c:pt>
                <c:pt idx="1378">
                  <c:v>4.9912375055477298E-2</c:v>
                </c:pt>
                <c:pt idx="1379">
                  <c:v>4.9924011804371143E-2</c:v>
                </c:pt>
                <c:pt idx="1380">
                  <c:v>4.992909687646873E-2</c:v>
                </c:pt>
                <c:pt idx="1381">
                  <c:v>4.9941351881148136E-2</c:v>
                </c:pt>
                <c:pt idx="1382">
                  <c:v>4.9952949111557808E-2</c:v>
                </c:pt>
                <c:pt idx="1383">
                  <c:v>4.995899485642312E-2</c:v>
                </c:pt>
                <c:pt idx="1384">
                  <c:v>4.9990112188173431E-2</c:v>
                </c:pt>
                <c:pt idx="1385">
                  <c:v>4.9993565798935428E-2</c:v>
                </c:pt>
                <c:pt idx="1386">
                  <c:v>5.0005174409168358E-2</c:v>
                </c:pt>
                <c:pt idx="1387">
                  <c:v>5.0014644985642405E-2</c:v>
                </c:pt>
                <c:pt idx="1388">
                  <c:v>5.0022013229673166E-2</c:v>
                </c:pt>
                <c:pt idx="1389">
                  <c:v>5.0026210286673201E-2</c:v>
                </c:pt>
                <c:pt idx="1390">
                  <c:v>5.0052157203805112E-2</c:v>
                </c:pt>
                <c:pt idx="1391">
                  <c:v>5.0059124726877673E-2</c:v>
                </c:pt>
                <c:pt idx="1392">
                  <c:v>5.0060365381727659E-2</c:v>
                </c:pt>
                <c:pt idx="1393">
                  <c:v>5.006928737111966E-2</c:v>
                </c:pt>
                <c:pt idx="1394">
                  <c:v>5.0081781677049582E-2</c:v>
                </c:pt>
                <c:pt idx="1395">
                  <c:v>5.0088949870923077E-2</c:v>
                </c:pt>
                <c:pt idx="1396">
                  <c:v>5.0103573339425819E-2</c:v>
                </c:pt>
                <c:pt idx="1397">
                  <c:v>5.0111462340984583E-2</c:v>
                </c:pt>
                <c:pt idx="1398">
                  <c:v>5.0113329014979002E-2</c:v>
                </c:pt>
                <c:pt idx="1399">
                  <c:v>5.0114586222404167E-2</c:v>
                </c:pt>
                <c:pt idx="1400">
                  <c:v>5.0118639131521273E-2</c:v>
                </c:pt>
                <c:pt idx="1401">
                  <c:v>5.0125919076709949E-2</c:v>
                </c:pt>
                <c:pt idx="1402">
                  <c:v>5.0130340537064499E-2</c:v>
                </c:pt>
                <c:pt idx="1403">
                  <c:v>5.0133325003124722E-2</c:v>
                </c:pt>
                <c:pt idx="1404">
                  <c:v>5.013627262867186E-2</c:v>
                </c:pt>
                <c:pt idx="1405">
                  <c:v>5.0140321573958639E-2</c:v>
                </c:pt>
                <c:pt idx="1406">
                  <c:v>5.0174046502017872E-2</c:v>
                </c:pt>
                <c:pt idx="1407">
                  <c:v>5.0177272779316107E-2</c:v>
                </c:pt>
                <c:pt idx="1408">
                  <c:v>5.0212954782382795E-2</c:v>
                </c:pt>
                <c:pt idx="1409">
                  <c:v>5.021338319088537E-2</c:v>
                </c:pt>
                <c:pt idx="1410">
                  <c:v>5.0218488062454235E-2</c:v>
                </c:pt>
                <c:pt idx="1411">
                  <c:v>5.0247362070017863E-2</c:v>
                </c:pt>
                <c:pt idx="1412">
                  <c:v>5.0265732130029855E-2</c:v>
                </c:pt>
                <c:pt idx="1413">
                  <c:v>5.0278138513599066E-2</c:v>
                </c:pt>
                <c:pt idx="1414">
                  <c:v>5.0285277423707239E-2</c:v>
                </c:pt>
                <c:pt idx="1415">
                  <c:v>5.0327403385592925E-2</c:v>
                </c:pt>
                <c:pt idx="1416">
                  <c:v>5.0367479909479915E-2</c:v>
                </c:pt>
                <c:pt idx="1417">
                  <c:v>5.0377510900043089E-2</c:v>
                </c:pt>
                <c:pt idx="1418">
                  <c:v>5.0378608613860093E-2</c:v>
                </c:pt>
                <c:pt idx="1419">
                  <c:v>5.0391851885780568E-2</c:v>
                </c:pt>
                <c:pt idx="1420">
                  <c:v>5.0394023125363813E-2</c:v>
                </c:pt>
                <c:pt idx="1421">
                  <c:v>5.039942251064531E-2</c:v>
                </c:pt>
                <c:pt idx="1422">
                  <c:v>5.0413708256439864E-2</c:v>
                </c:pt>
                <c:pt idx="1423">
                  <c:v>5.0421773792006096E-2</c:v>
                </c:pt>
                <c:pt idx="1424">
                  <c:v>5.0432720075010859E-2</c:v>
                </c:pt>
                <c:pt idx="1425">
                  <c:v>5.0457206504621474E-2</c:v>
                </c:pt>
                <c:pt idx="1426">
                  <c:v>5.046037222147895E-2</c:v>
                </c:pt>
                <c:pt idx="1427">
                  <c:v>5.0463583611729264E-2</c:v>
                </c:pt>
                <c:pt idx="1428">
                  <c:v>5.0465337029487474E-2</c:v>
                </c:pt>
                <c:pt idx="1429">
                  <c:v>5.047061525777774E-2</c:v>
                </c:pt>
                <c:pt idx="1430">
                  <c:v>5.0507062216553739E-2</c:v>
                </c:pt>
                <c:pt idx="1431">
                  <c:v>5.0515689717994264E-2</c:v>
                </c:pt>
                <c:pt idx="1432">
                  <c:v>5.0523103968629336E-2</c:v>
                </c:pt>
                <c:pt idx="1433">
                  <c:v>5.0524699825296886E-2</c:v>
                </c:pt>
                <c:pt idx="1434">
                  <c:v>5.0529887468338371E-2</c:v>
                </c:pt>
                <c:pt idx="1435">
                  <c:v>5.055005664582489E-2</c:v>
                </c:pt>
                <c:pt idx="1436">
                  <c:v>5.0550169893652658E-2</c:v>
                </c:pt>
                <c:pt idx="1437">
                  <c:v>5.0552275966801757E-2</c:v>
                </c:pt>
                <c:pt idx="1438">
                  <c:v>5.0570029543595303E-2</c:v>
                </c:pt>
                <c:pt idx="1439">
                  <c:v>5.060601835487042E-2</c:v>
                </c:pt>
                <c:pt idx="1440">
                  <c:v>5.0609090193431634E-2</c:v>
                </c:pt>
                <c:pt idx="1441">
                  <c:v>5.0610073068903104E-2</c:v>
                </c:pt>
                <c:pt idx="1442">
                  <c:v>5.0621107138544313E-2</c:v>
                </c:pt>
                <c:pt idx="1443">
                  <c:v>5.0633841066545095E-2</c:v>
                </c:pt>
                <c:pt idx="1444">
                  <c:v>5.0650572528587012E-2</c:v>
                </c:pt>
                <c:pt idx="1445">
                  <c:v>5.0662429639911646E-2</c:v>
                </c:pt>
                <c:pt idx="1446">
                  <c:v>5.0671857430593041E-2</c:v>
                </c:pt>
                <c:pt idx="1447">
                  <c:v>5.0677199257881833E-2</c:v>
                </c:pt>
                <c:pt idx="1448">
                  <c:v>5.0682142939644514E-2</c:v>
                </c:pt>
                <c:pt idx="1449">
                  <c:v>5.0721019912371067E-2</c:v>
                </c:pt>
                <c:pt idx="1450">
                  <c:v>5.0751325015648004E-2</c:v>
                </c:pt>
                <c:pt idx="1451">
                  <c:v>5.0805764160831379E-2</c:v>
                </c:pt>
                <c:pt idx="1452">
                  <c:v>5.0808946067678891E-2</c:v>
                </c:pt>
                <c:pt idx="1453">
                  <c:v>5.0825005523487655E-2</c:v>
                </c:pt>
                <c:pt idx="1454">
                  <c:v>5.0825290504595708E-2</c:v>
                </c:pt>
                <c:pt idx="1455">
                  <c:v>5.0846113511563214E-2</c:v>
                </c:pt>
                <c:pt idx="1456">
                  <c:v>5.0847448586137274E-2</c:v>
                </c:pt>
                <c:pt idx="1457">
                  <c:v>5.0855943929316555E-2</c:v>
                </c:pt>
                <c:pt idx="1458">
                  <c:v>5.0859671852224626E-2</c:v>
                </c:pt>
                <c:pt idx="1459">
                  <c:v>5.0866870584006713E-2</c:v>
                </c:pt>
                <c:pt idx="1460">
                  <c:v>5.0869443181281691E-2</c:v>
                </c:pt>
                <c:pt idx="1461">
                  <c:v>5.0881631222994057E-2</c:v>
                </c:pt>
                <c:pt idx="1462">
                  <c:v>5.0883956874859644E-2</c:v>
                </c:pt>
                <c:pt idx="1463">
                  <c:v>5.0889864090926669E-2</c:v>
                </c:pt>
                <c:pt idx="1464">
                  <c:v>5.089098279072337E-2</c:v>
                </c:pt>
                <c:pt idx="1465">
                  <c:v>5.0895702169749556E-2</c:v>
                </c:pt>
                <c:pt idx="1466">
                  <c:v>5.0904828511954069E-2</c:v>
                </c:pt>
                <c:pt idx="1467">
                  <c:v>5.0918804614264977E-2</c:v>
                </c:pt>
                <c:pt idx="1468">
                  <c:v>5.0935160063507637E-2</c:v>
                </c:pt>
                <c:pt idx="1469">
                  <c:v>5.0938802937121656E-2</c:v>
                </c:pt>
                <c:pt idx="1470">
                  <c:v>5.0957835938278788E-2</c:v>
                </c:pt>
                <c:pt idx="1471">
                  <c:v>5.0960055911383438E-2</c:v>
                </c:pt>
                <c:pt idx="1472">
                  <c:v>5.10103318703184E-2</c:v>
                </c:pt>
                <c:pt idx="1473">
                  <c:v>5.1044652616839763E-2</c:v>
                </c:pt>
                <c:pt idx="1474">
                  <c:v>5.1067017413905659E-2</c:v>
                </c:pt>
                <c:pt idx="1475">
                  <c:v>5.10707952282883E-2</c:v>
                </c:pt>
                <c:pt idx="1476">
                  <c:v>5.1082445202684679E-2</c:v>
                </c:pt>
                <c:pt idx="1477">
                  <c:v>5.1125546038496471E-2</c:v>
                </c:pt>
                <c:pt idx="1478">
                  <c:v>5.1129510613091664E-2</c:v>
                </c:pt>
                <c:pt idx="1479">
                  <c:v>5.1135148752232878E-2</c:v>
                </c:pt>
                <c:pt idx="1480">
                  <c:v>5.1140192832690931E-2</c:v>
                </c:pt>
                <c:pt idx="1481">
                  <c:v>5.1142849732896893E-2</c:v>
                </c:pt>
                <c:pt idx="1482">
                  <c:v>5.1158685069252995E-2</c:v>
                </c:pt>
                <c:pt idx="1483">
                  <c:v>5.1166779915522147E-2</c:v>
                </c:pt>
                <c:pt idx="1484">
                  <c:v>5.1200609124513949E-2</c:v>
                </c:pt>
                <c:pt idx="1485">
                  <c:v>5.1209541768073658E-2</c:v>
                </c:pt>
                <c:pt idx="1486">
                  <c:v>5.1212914816338904E-2</c:v>
                </c:pt>
                <c:pt idx="1487">
                  <c:v>5.1219306036119287E-2</c:v>
                </c:pt>
                <c:pt idx="1488">
                  <c:v>5.1229203056742889E-2</c:v>
                </c:pt>
                <c:pt idx="1489">
                  <c:v>5.1266133678549992E-2</c:v>
                </c:pt>
                <c:pt idx="1490">
                  <c:v>5.1266680992764678E-2</c:v>
                </c:pt>
                <c:pt idx="1491">
                  <c:v>5.1281474487464243E-2</c:v>
                </c:pt>
                <c:pt idx="1492">
                  <c:v>5.1288393222386056E-2</c:v>
                </c:pt>
                <c:pt idx="1493">
                  <c:v>5.1303035413418033E-2</c:v>
                </c:pt>
                <c:pt idx="1494">
                  <c:v>5.1334218626520198E-2</c:v>
                </c:pt>
                <c:pt idx="1495">
                  <c:v>5.1341462071967263E-2</c:v>
                </c:pt>
                <c:pt idx="1496">
                  <c:v>5.1342100442511189E-2</c:v>
                </c:pt>
                <c:pt idx="1497">
                  <c:v>5.1378463270546619E-2</c:v>
                </c:pt>
                <c:pt idx="1498">
                  <c:v>5.138230390130518E-2</c:v>
                </c:pt>
                <c:pt idx="1499">
                  <c:v>5.1383687801464288E-2</c:v>
                </c:pt>
                <c:pt idx="1500">
                  <c:v>5.1388456495025436E-2</c:v>
                </c:pt>
                <c:pt idx="1501">
                  <c:v>5.1406619243940702E-2</c:v>
                </c:pt>
                <c:pt idx="1502">
                  <c:v>5.1410503797972448E-2</c:v>
                </c:pt>
                <c:pt idx="1503">
                  <c:v>5.1415164117440022E-2</c:v>
                </c:pt>
                <c:pt idx="1504">
                  <c:v>5.1416572456257074E-2</c:v>
                </c:pt>
                <c:pt idx="1505">
                  <c:v>5.1416937810336863E-2</c:v>
                </c:pt>
                <c:pt idx="1506">
                  <c:v>5.1433096792880377E-2</c:v>
                </c:pt>
                <c:pt idx="1507">
                  <c:v>5.1437734742764606E-2</c:v>
                </c:pt>
                <c:pt idx="1508">
                  <c:v>5.1464147144708233E-2</c:v>
                </c:pt>
                <c:pt idx="1509">
                  <c:v>5.1474019271985354E-2</c:v>
                </c:pt>
                <c:pt idx="1510">
                  <c:v>5.1486705394708995E-2</c:v>
                </c:pt>
                <c:pt idx="1511">
                  <c:v>5.1488531612492269E-2</c:v>
                </c:pt>
                <c:pt idx="1512">
                  <c:v>5.1489058026148456E-2</c:v>
                </c:pt>
                <c:pt idx="1513">
                  <c:v>5.1507662691836986E-2</c:v>
                </c:pt>
                <c:pt idx="1514">
                  <c:v>5.1508770057353374E-2</c:v>
                </c:pt>
                <c:pt idx="1515">
                  <c:v>5.152547972769362E-2</c:v>
                </c:pt>
                <c:pt idx="1516">
                  <c:v>5.1525805612109982E-2</c:v>
                </c:pt>
                <c:pt idx="1517">
                  <c:v>5.154070723579289E-2</c:v>
                </c:pt>
                <c:pt idx="1518">
                  <c:v>5.1541055281651121E-2</c:v>
                </c:pt>
                <c:pt idx="1519">
                  <c:v>5.1558574898466394E-2</c:v>
                </c:pt>
                <c:pt idx="1520">
                  <c:v>5.1560046629709567E-2</c:v>
                </c:pt>
                <c:pt idx="1521">
                  <c:v>5.1569512349104576E-2</c:v>
                </c:pt>
                <c:pt idx="1522">
                  <c:v>5.1587630269451713E-2</c:v>
                </c:pt>
                <c:pt idx="1523">
                  <c:v>5.1591677862554218E-2</c:v>
                </c:pt>
                <c:pt idx="1524">
                  <c:v>5.1592001675223646E-2</c:v>
                </c:pt>
                <c:pt idx="1525">
                  <c:v>5.1594848085915461E-2</c:v>
                </c:pt>
                <c:pt idx="1526">
                  <c:v>5.1605636029061555E-2</c:v>
                </c:pt>
                <c:pt idx="1527">
                  <c:v>5.1618054571505548E-2</c:v>
                </c:pt>
                <c:pt idx="1528">
                  <c:v>5.1624049149964671E-2</c:v>
                </c:pt>
                <c:pt idx="1529">
                  <c:v>5.1631406238775539E-2</c:v>
                </c:pt>
                <c:pt idx="1530">
                  <c:v>5.1653638670833189E-2</c:v>
                </c:pt>
                <c:pt idx="1531">
                  <c:v>5.1694312441325045E-2</c:v>
                </c:pt>
                <c:pt idx="1532">
                  <c:v>5.1699044583316409E-2</c:v>
                </c:pt>
                <c:pt idx="1533">
                  <c:v>5.1699914022576163E-2</c:v>
                </c:pt>
                <c:pt idx="1534">
                  <c:v>5.1705036097249225E-2</c:v>
                </c:pt>
                <c:pt idx="1535">
                  <c:v>5.173919422968918E-2</c:v>
                </c:pt>
                <c:pt idx="1536">
                  <c:v>5.1768974957839539E-2</c:v>
                </c:pt>
                <c:pt idx="1537">
                  <c:v>5.1829504145970866E-2</c:v>
                </c:pt>
                <c:pt idx="1538">
                  <c:v>5.1845565374267405E-2</c:v>
                </c:pt>
                <c:pt idx="1539">
                  <c:v>5.1864884444651434E-2</c:v>
                </c:pt>
                <c:pt idx="1540">
                  <c:v>5.1887905294750791E-2</c:v>
                </c:pt>
                <c:pt idx="1541">
                  <c:v>5.192230233051328E-2</c:v>
                </c:pt>
                <c:pt idx="1542">
                  <c:v>5.1932655269066784E-2</c:v>
                </c:pt>
                <c:pt idx="1543">
                  <c:v>5.1989238392436257E-2</c:v>
                </c:pt>
                <c:pt idx="1544">
                  <c:v>5.1989956960467321E-2</c:v>
                </c:pt>
                <c:pt idx="1545">
                  <c:v>5.1992815131674919E-2</c:v>
                </c:pt>
                <c:pt idx="1546">
                  <c:v>5.200434257160471E-2</c:v>
                </c:pt>
                <c:pt idx="1547">
                  <c:v>5.2013893587262681E-2</c:v>
                </c:pt>
                <c:pt idx="1548">
                  <c:v>5.2014349432721894E-2</c:v>
                </c:pt>
                <c:pt idx="1549">
                  <c:v>5.2017627048568264E-2</c:v>
                </c:pt>
                <c:pt idx="1550">
                  <c:v>5.202161302681934E-2</c:v>
                </c:pt>
                <c:pt idx="1551">
                  <c:v>5.2036109924924093E-2</c:v>
                </c:pt>
                <c:pt idx="1552">
                  <c:v>5.2039043267602843E-2</c:v>
                </c:pt>
                <c:pt idx="1553">
                  <c:v>5.2041421451381131E-2</c:v>
                </c:pt>
                <c:pt idx="1554">
                  <c:v>5.2060493471833585E-2</c:v>
                </c:pt>
                <c:pt idx="1555">
                  <c:v>5.2066252724022856E-2</c:v>
                </c:pt>
                <c:pt idx="1556">
                  <c:v>5.2078766945963618E-2</c:v>
                </c:pt>
                <c:pt idx="1557">
                  <c:v>5.2080476331561897E-2</c:v>
                </c:pt>
                <c:pt idx="1558">
                  <c:v>5.2081389414203809E-2</c:v>
                </c:pt>
                <c:pt idx="1559">
                  <c:v>5.2082800986133757E-2</c:v>
                </c:pt>
                <c:pt idx="1560">
                  <c:v>5.2092123719758653E-2</c:v>
                </c:pt>
                <c:pt idx="1561">
                  <c:v>5.2111373945659671E-2</c:v>
                </c:pt>
                <c:pt idx="1562">
                  <c:v>5.2113316220229002E-2</c:v>
                </c:pt>
                <c:pt idx="1563">
                  <c:v>5.211861419705819E-2</c:v>
                </c:pt>
                <c:pt idx="1564">
                  <c:v>5.2134423629075395E-2</c:v>
                </c:pt>
                <c:pt idx="1565">
                  <c:v>5.2176811107724409E-2</c:v>
                </c:pt>
                <c:pt idx="1566">
                  <c:v>5.2182735677741038E-2</c:v>
                </c:pt>
                <c:pt idx="1567">
                  <c:v>5.2200002595580386E-2</c:v>
                </c:pt>
                <c:pt idx="1568">
                  <c:v>5.2220956075835205E-2</c:v>
                </c:pt>
                <c:pt idx="1569">
                  <c:v>5.2227209559957986E-2</c:v>
                </c:pt>
                <c:pt idx="1570">
                  <c:v>5.2254654375469167E-2</c:v>
                </c:pt>
                <c:pt idx="1571">
                  <c:v>5.22572615793628E-2</c:v>
                </c:pt>
                <c:pt idx="1572">
                  <c:v>5.2258767650788407E-2</c:v>
                </c:pt>
                <c:pt idx="1573">
                  <c:v>5.2314947762000907E-2</c:v>
                </c:pt>
                <c:pt idx="1574">
                  <c:v>5.2335254854731235E-2</c:v>
                </c:pt>
                <c:pt idx="1575">
                  <c:v>5.2346325455134506E-2</c:v>
                </c:pt>
                <c:pt idx="1576">
                  <c:v>5.2385427707090378E-2</c:v>
                </c:pt>
                <c:pt idx="1577">
                  <c:v>5.2393475292062251E-2</c:v>
                </c:pt>
                <c:pt idx="1578">
                  <c:v>5.2397095464121933E-2</c:v>
                </c:pt>
                <c:pt idx="1579">
                  <c:v>5.2426556210579435E-2</c:v>
                </c:pt>
                <c:pt idx="1580">
                  <c:v>5.2441809677977444E-2</c:v>
                </c:pt>
                <c:pt idx="1581">
                  <c:v>5.2448365798270141E-2</c:v>
                </c:pt>
                <c:pt idx="1582">
                  <c:v>5.2448501540561618E-2</c:v>
                </c:pt>
                <c:pt idx="1583">
                  <c:v>5.2458798696651029E-2</c:v>
                </c:pt>
                <c:pt idx="1584">
                  <c:v>5.2466018928082517E-2</c:v>
                </c:pt>
                <c:pt idx="1585">
                  <c:v>5.2487146635949646E-2</c:v>
                </c:pt>
                <c:pt idx="1586">
                  <c:v>5.2493106612048063E-2</c:v>
                </c:pt>
                <c:pt idx="1587">
                  <c:v>5.2494850221234811E-2</c:v>
                </c:pt>
                <c:pt idx="1588">
                  <c:v>5.250168970409743E-2</c:v>
                </c:pt>
                <c:pt idx="1589">
                  <c:v>5.2539417350750593E-2</c:v>
                </c:pt>
                <c:pt idx="1590">
                  <c:v>5.254347213635658E-2</c:v>
                </c:pt>
                <c:pt idx="1591">
                  <c:v>5.2544723710541683E-2</c:v>
                </c:pt>
                <c:pt idx="1592">
                  <c:v>5.2544941467902846E-2</c:v>
                </c:pt>
                <c:pt idx="1593">
                  <c:v>5.2547515708045139E-2</c:v>
                </c:pt>
                <c:pt idx="1594">
                  <c:v>5.2589286762040451E-2</c:v>
                </c:pt>
                <c:pt idx="1595">
                  <c:v>5.2593808507841934E-2</c:v>
                </c:pt>
                <c:pt idx="1596">
                  <c:v>5.2637691687448321E-2</c:v>
                </c:pt>
                <c:pt idx="1597">
                  <c:v>5.2678612270571037E-2</c:v>
                </c:pt>
                <c:pt idx="1598">
                  <c:v>5.2734410811563159E-2</c:v>
                </c:pt>
                <c:pt idx="1599">
                  <c:v>5.2753532176469838E-2</c:v>
                </c:pt>
                <c:pt idx="1600">
                  <c:v>5.2761940213941899E-2</c:v>
                </c:pt>
                <c:pt idx="1601">
                  <c:v>5.2767495912769122E-2</c:v>
                </c:pt>
                <c:pt idx="1602">
                  <c:v>5.2796140985356052E-2</c:v>
                </c:pt>
                <c:pt idx="1603">
                  <c:v>5.2836823023966237E-2</c:v>
                </c:pt>
                <c:pt idx="1604">
                  <c:v>5.28385513537349E-2</c:v>
                </c:pt>
                <c:pt idx="1605">
                  <c:v>5.2856424556413005E-2</c:v>
                </c:pt>
                <c:pt idx="1606">
                  <c:v>5.2889528385857552E-2</c:v>
                </c:pt>
                <c:pt idx="1607">
                  <c:v>5.2890292213520006E-2</c:v>
                </c:pt>
                <c:pt idx="1608">
                  <c:v>5.2921432913338999E-2</c:v>
                </c:pt>
                <c:pt idx="1609">
                  <c:v>5.2924329474230612E-2</c:v>
                </c:pt>
                <c:pt idx="1610">
                  <c:v>5.2931514132199153E-2</c:v>
                </c:pt>
                <c:pt idx="1611">
                  <c:v>5.2940486669967694E-2</c:v>
                </c:pt>
                <c:pt idx="1612">
                  <c:v>5.2952051833731632E-2</c:v>
                </c:pt>
                <c:pt idx="1613">
                  <c:v>5.2979586913966294E-2</c:v>
                </c:pt>
                <c:pt idx="1614">
                  <c:v>5.30092557770553E-2</c:v>
                </c:pt>
                <c:pt idx="1615">
                  <c:v>5.3017818214768996E-2</c:v>
                </c:pt>
                <c:pt idx="1616">
                  <c:v>5.301911624921038E-2</c:v>
                </c:pt>
                <c:pt idx="1617">
                  <c:v>5.3049964804950583E-2</c:v>
                </c:pt>
                <c:pt idx="1618">
                  <c:v>5.3058799650385249E-2</c:v>
                </c:pt>
                <c:pt idx="1619">
                  <c:v>5.3096942849228175E-2</c:v>
                </c:pt>
                <c:pt idx="1620">
                  <c:v>5.310215582648864E-2</c:v>
                </c:pt>
                <c:pt idx="1621">
                  <c:v>5.3112833501695877E-2</c:v>
                </c:pt>
                <c:pt idx="1622">
                  <c:v>5.3143384281685288E-2</c:v>
                </c:pt>
                <c:pt idx="1623">
                  <c:v>5.3147269094318175E-2</c:v>
                </c:pt>
                <c:pt idx="1624">
                  <c:v>5.3155671835270646E-2</c:v>
                </c:pt>
                <c:pt idx="1625">
                  <c:v>5.3169768395359994E-2</c:v>
                </c:pt>
                <c:pt idx="1626">
                  <c:v>5.3221094523947868E-2</c:v>
                </c:pt>
                <c:pt idx="1627">
                  <c:v>5.3231908154600584E-2</c:v>
                </c:pt>
                <c:pt idx="1628">
                  <c:v>5.3233033161427898E-2</c:v>
                </c:pt>
                <c:pt idx="1629">
                  <c:v>5.3233464263141544E-2</c:v>
                </c:pt>
                <c:pt idx="1630">
                  <c:v>5.32364919186731E-2</c:v>
                </c:pt>
                <c:pt idx="1631">
                  <c:v>5.32609382137978E-2</c:v>
                </c:pt>
                <c:pt idx="1632">
                  <c:v>5.3275556377908095E-2</c:v>
                </c:pt>
                <c:pt idx="1633">
                  <c:v>5.3292756326468523E-2</c:v>
                </c:pt>
                <c:pt idx="1634">
                  <c:v>5.329431377026448E-2</c:v>
                </c:pt>
                <c:pt idx="1635">
                  <c:v>5.3298115043849917E-2</c:v>
                </c:pt>
                <c:pt idx="1636">
                  <c:v>5.3327978079662532E-2</c:v>
                </c:pt>
                <c:pt idx="1637">
                  <c:v>5.3331310708895116E-2</c:v>
                </c:pt>
                <c:pt idx="1638">
                  <c:v>5.333273498279039E-2</c:v>
                </c:pt>
                <c:pt idx="1639">
                  <c:v>5.3350034515115149E-2</c:v>
                </c:pt>
                <c:pt idx="1640">
                  <c:v>5.3366862464973276E-2</c:v>
                </c:pt>
                <c:pt idx="1641">
                  <c:v>5.3370808327053959E-2</c:v>
                </c:pt>
                <c:pt idx="1642">
                  <c:v>5.3388737063943599E-2</c:v>
                </c:pt>
                <c:pt idx="1643">
                  <c:v>5.3390485441976498E-2</c:v>
                </c:pt>
                <c:pt idx="1644">
                  <c:v>5.3408406695974228E-2</c:v>
                </c:pt>
                <c:pt idx="1645">
                  <c:v>5.341575066786778E-2</c:v>
                </c:pt>
                <c:pt idx="1646">
                  <c:v>5.3417535484840926E-2</c:v>
                </c:pt>
                <c:pt idx="1647">
                  <c:v>5.3417989852295483E-2</c:v>
                </c:pt>
                <c:pt idx="1648">
                  <c:v>5.3420654430207055E-2</c:v>
                </c:pt>
                <c:pt idx="1649">
                  <c:v>5.3423833209375424E-2</c:v>
                </c:pt>
                <c:pt idx="1650">
                  <c:v>5.342920623247073E-2</c:v>
                </c:pt>
                <c:pt idx="1651">
                  <c:v>5.3429262071221159E-2</c:v>
                </c:pt>
                <c:pt idx="1652">
                  <c:v>5.3430354621948631E-2</c:v>
                </c:pt>
                <c:pt idx="1653">
                  <c:v>5.3448453433088378E-2</c:v>
                </c:pt>
                <c:pt idx="1654">
                  <c:v>5.3459419752246294E-2</c:v>
                </c:pt>
                <c:pt idx="1655">
                  <c:v>5.3461662304147284E-2</c:v>
                </c:pt>
                <c:pt idx="1656">
                  <c:v>5.3469818740430677E-2</c:v>
                </c:pt>
                <c:pt idx="1657">
                  <c:v>5.3480387471187829E-2</c:v>
                </c:pt>
                <c:pt idx="1658">
                  <c:v>5.3484086343098029E-2</c:v>
                </c:pt>
                <c:pt idx="1659">
                  <c:v>5.3488441173974437E-2</c:v>
                </c:pt>
                <c:pt idx="1660">
                  <c:v>5.3498005161867687E-2</c:v>
                </c:pt>
                <c:pt idx="1661">
                  <c:v>5.3520691888868085E-2</c:v>
                </c:pt>
                <c:pt idx="1662">
                  <c:v>5.3520854854875684E-2</c:v>
                </c:pt>
                <c:pt idx="1663">
                  <c:v>5.3524594615670155E-2</c:v>
                </c:pt>
                <c:pt idx="1664">
                  <c:v>5.3527010155684625E-2</c:v>
                </c:pt>
                <c:pt idx="1665">
                  <c:v>5.3530354118322528E-2</c:v>
                </c:pt>
                <c:pt idx="1666">
                  <c:v>5.3531550801656481E-2</c:v>
                </c:pt>
                <c:pt idx="1667">
                  <c:v>5.3542840601240427E-2</c:v>
                </c:pt>
                <c:pt idx="1668">
                  <c:v>5.3575558854096719E-2</c:v>
                </c:pt>
                <c:pt idx="1669">
                  <c:v>5.3589129776665675E-2</c:v>
                </c:pt>
                <c:pt idx="1670">
                  <c:v>5.3589709607306905E-2</c:v>
                </c:pt>
                <c:pt idx="1671">
                  <c:v>5.3597094858048734E-2</c:v>
                </c:pt>
                <c:pt idx="1672">
                  <c:v>5.3600751671879901E-2</c:v>
                </c:pt>
                <c:pt idx="1673">
                  <c:v>5.3615696634691193E-2</c:v>
                </c:pt>
                <c:pt idx="1674">
                  <c:v>5.3653974693918471E-2</c:v>
                </c:pt>
                <c:pt idx="1675">
                  <c:v>5.3656802441963594E-2</c:v>
                </c:pt>
                <c:pt idx="1676">
                  <c:v>5.3692170328597952E-2</c:v>
                </c:pt>
                <c:pt idx="1677">
                  <c:v>5.3695923861849598E-2</c:v>
                </c:pt>
                <c:pt idx="1678">
                  <c:v>5.3717485647855327E-2</c:v>
                </c:pt>
                <c:pt idx="1679">
                  <c:v>5.3732527536338011E-2</c:v>
                </c:pt>
                <c:pt idx="1680">
                  <c:v>5.3748688213497292E-2</c:v>
                </c:pt>
                <c:pt idx="1681">
                  <c:v>5.3827303395661608E-2</c:v>
                </c:pt>
                <c:pt idx="1682">
                  <c:v>5.3854517003569989E-2</c:v>
                </c:pt>
                <c:pt idx="1683">
                  <c:v>5.3859427705908312E-2</c:v>
                </c:pt>
                <c:pt idx="1684">
                  <c:v>5.3868440104298657E-2</c:v>
                </c:pt>
                <c:pt idx="1685">
                  <c:v>5.3890214981569963E-2</c:v>
                </c:pt>
                <c:pt idx="1686">
                  <c:v>5.3898111825125453E-2</c:v>
                </c:pt>
                <c:pt idx="1687">
                  <c:v>5.3911774591513903E-2</c:v>
                </c:pt>
                <c:pt idx="1688">
                  <c:v>5.391257718823074E-2</c:v>
                </c:pt>
                <c:pt idx="1689">
                  <c:v>5.3913936999353228E-2</c:v>
                </c:pt>
                <c:pt idx="1690">
                  <c:v>5.3920909840111185E-2</c:v>
                </c:pt>
                <c:pt idx="1691">
                  <c:v>5.3928910280198146E-2</c:v>
                </c:pt>
                <c:pt idx="1692">
                  <c:v>5.3936041890717559E-2</c:v>
                </c:pt>
                <c:pt idx="1693">
                  <c:v>5.3954204628246932E-2</c:v>
                </c:pt>
                <c:pt idx="1694">
                  <c:v>5.3965602146016839E-2</c:v>
                </c:pt>
                <c:pt idx="1695">
                  <c:v>5.3973299065012123E-2</c:v>
                </c:pt>
                <c:pt idx="1696">
                  <c:v>5.3992204032305813E-2</c:v>
                </c:pt>
                <c:pt idx="1697">
                  <c:v>5.4007143399817929E-2</c:v>
                </c:pt>
                <c:pt idx="1698">
                  <c:v>5.4016167953095551E-2</c:v>
                </c:pt>
                <c:pt idx="1699">
                  <c:v>5.4021947103837294E-2</c:v>
                </c:pt>
                <c:pt idx="1700">
                  <c:v>5.4026365827529947E-2</c:v>
                </c:pt>
                <c:pt idx="1701">
                  <c:v>5.4027113480047177E-2</c:v>
                </c:pt>
                <c:pt idx="1702">
                  <c:v>5.4032110089601161E-2</c:v>
                </c:pt>
                <c:pt idx="1703">
                  <c:v>5.4055349930576771E-2</c:v>
                </c:pt>
                <c:pt idx="1704">
                  <c:v>5.4066945769367082E-2</c:v>
                </c:pt>
                <c:pt idx="1705">
                  <c:v>5.4084971387213202E-2</c:v>
                </c:pt>
                <c:pt idx="1706">
                  <c:v>5.4111153667650229E-2</c:v>
                </c:pt>
                <c:pt idx="1707">
                  <c:v>5.4112462543453616E-2</c:v>
                </c:pt>
                <c:pt idx="1708">
                  <c:v>5.412798651491408E-2</c:v>
                </c:pt>
                <c:pt idx="1709">
                  <c:v>5.4136227329842031E-2</c:v>
                </c:pt>
                <c:pt idx="1710">
                  <c:v>5.4136505011511765E-2</c:v>
                </c:pt>
                <c:pt idx="1711">
                  <c:v>5.4144148263812135E-2</c:v>
                </c:pt>
                <c:pt idx="1712">
                  <c:v>5.4144414755733263E-2</c:v>
                </c:pt>
                <c:pt idx="1713">
                  <c:v>5.4154750067550488E-2</c:v>
                </c:pt>
                <c:pt idx="1714">
                  <c:v>5.4160914691606971E-2</c:v>
                </c:pt>
                <c:pt idx="1715">
                  <c:v>5.4178739882532662E-2</c:v>
                </c:pt>
                <c:pt idx="1716">
                  <c:v>5.418737641207759E-2</c:v>
                </c:pt>
                <c:pt idx="1717">
                  <c:v>5.4201786438933933E-2</c:v>
                </c:pt>
                <c:pt idx="1718">
                  <c:v>5.4240744643784436E-2</c:v>
                </c:pt>
                <c:pt idx="1719">
                  <c:v>5.4250959874351232E-2</c:v>
                </c:pt>
                <c:pt idx="1720">
                  <c:v>5.4262001608476107E-2</c:v>
                </c:pt>
                <c:pt idx="1721">
                  <c:v>5.4276140653302059E-2</c:v>
                </c:pt>
                <c:pt idx="1722">
                  <c:v>5.4276894972608833E-2</c:v>
                </c:pt>
                <c:pt idx="1723">
                  <c:v>5.4301612956108969E-2</c:v>
                </c:pt>
                <c:pt idx="1724">
                  <c:v>5.4307203248443486E-2</c:v>
                </c:pt>
                <c:pt idx="1725">
                  <c:v>5.4308049729867407E-2</c:v>
                </c:pt>
                <c:pt idx="1726">
                  <c:v>5.431044886363709E-2</c:v>
                </c:pt>
                <c:pt idx="1727">
                  <c:v>5.4312209895614173E-2</c:v>
                </c:pt>
                <c:pt idx="1728">
                  <c:v>5.4348392241727855E-2</c:v>
                </c:pt>
                <c:pt idx="1729">
                  <c:v>5.4350827724954955E-2</c:v>
                </c:pt>
                <c:pt idx="1730">
                  <c:v>5.4359866087896412E-2</c:v>
                </c:pt>
                <c:pt idx="1731">
                  <c:v>5.4366966619130819E-2</c:v>
                </c:pt>
                <c:pt idx="1732">
                  <c:v>5.437497453133374E-2</c:v>
                </c:pt>
                <c:pt idx="1733">
                  <c:v>5.4379616342062051E-2</c:v>
                </c:pt>
                <c:pt idx="1734">
                  <c:v>5.4390042563632439E-2</c:v>
                </c:pt>
                <c:pt idx="1735">
                  <c:v>5.4395835904316792E-2</c:v>
                </c:pt>
                <c:pt idx="1736">
                  <c:v>5.4397195177380987E-2</c:v>
                </c:pt>
                <c:pt idx="1737">
                  <c:v>5.4397894419944873E-2</c:v>
                </c:pt>
                <c:pt idx="1738">
                  <c:v>5.4399254260393978E-2</c:v>
                </c:pt>
                <c:pt idx="1739">
                  <c:v>5.4409982045628691E-2</c:v>
                </c:pt>
                <c:pt idx="1740">
                  <c:v>5.4411832439885607E-2</c:v>
                </c:pt>
                <c:pt idx="1741">
                  <c:v>5.4428378142888333E-2</c:v>
                </c:pt>
                <c:pt idx="1742">
                  <c:v>5.448855406536051E-2</c:v>
                </c:pt>
                <c:pt idx="1743">
                  <c:v>5.4489283737933054E-2</c:v>
                </c:pt>
                <c:pt idx="1744">
                  <c:v>5.4490386505030276E-2</c:v>
                </c:pt>
                <c:pt idx="1745">
                  <c:v>5.4490970566025261E-2</c:v>
                </c:pt>
                <c:pt idx="1746">
                  <c:v>5.4492186240486865E-2</c:v>
                </c:pt>
                <c:pt idx="1747">
                  <c:v>5.4493728772948169E-2</c:v>
                </c:pt>
                <c:pt idx="1748">
                  <c:v>5.4502849867122387E-2</c:v>
                </c:pt>
                <c:pt idx="1749">
                  <c:v>5.4506022097775469E-2</c:v>
                </c:pt>
                <c:pt idx="1750">
                  <c:v>5.4519389334597795E-2</c:v>
                </c:pt>
                <c:pt idx="1751">
                  <c:v>5.4528237436932268E-2</c:v>
                </c:pt>
                <c:pt idx="1752">
                  <c:v>5.4546641739783332E-2</c:v>
                </c:pt>
                <c:pt idx="1753">
                  <c:v>5.4555613776119928E-2</c:v>
                </c:pt>
                <c:pt idx="1754">
                  <c:v>5.4565675403269086E-2</c:v>
                </c:pt>
                <c:pt idx="1755">
                  <c:v>5.4595209558902617E-2</c:v>
                </c:pt>
                <c:pt idx="1756">
                  <c:v>5.460737668520977E-2</c:v>
                </c:pt>
                <c:pt idx="1757">
                  <c:v>5.4615202282252959E-2</c:v>
                </c:pt>
                <c:pt idx="1758">
                  <c:v>5.4657244848682181E-2</c:v>
                </c:pt>
                <c:pt idx="1759">
                  <c:v>5.4677860077506128E-2</c:v>
                </c:pt>
                <c:pt idx="1760">
                  <c:v>5.4692502863400522E-2</c:v>
                </c:pt>
                <c:pt idx="1761">
                  <c:v>5.4704830191984403E-2</c:v>
                </c:pt>
                <c:pt idx="1762">
                  <c:v>5.4718397514020377E-2</c:v>
                </c:pt>
                <c:pt idx="1763">
                  <c:v>5.4735169894928992E-2</c:v>
                </c:pt>
                <c:pt idx="1764">
                  <c:v>5.4735522661791193E-2</c:v>
                </c:pt>
                <c:pt idx="1765">
                  <c:v>5.4755762653493197E-2</c:v>
                </c:pt>
                <c:pt idx="1766">
                  <c:v>5.4774803543690812E-2</c:v>
                </c:pt>
                <c:pt idx="1767">
                  <c:v>5.4796357310545343E-2</c:v>
                </c:pt>
                <c:pt idx="1768">
                  <c:v>5.480453029589382E-2</c:v>
                </c:pt>
                <c:pt idx="1769">
                  <c:v>5.4808971027240368E-2</c:v>
                </c:pt>
                <c:pt idx="1770">
                  <c:v>5.4819911616243784E-2</c:v>
                </c:pt>
                <c:pt idx="1771">
                  <c:v>5.4836835414029658E-2</c:v>
                </c:pt>
                <c:pt idx="1772">
                  <c:v>5.4852346528304001E-2</c:v>
                </c:pt>
                <c:pt idx="1773">
                  <c:v>5.485642815445143E-2</c:v>
                </c:pt>
                <c:pt idx="1774">
                  <c:v>5.4860231111203833E-2</c:v>
                </c:pt>
                <c:pt idx="1775">
                  <c:v>5.4915278920786181E-2</c:v>
                </c:pt>
                <c:pt idx="1776">
                  <c:v>5.492313046406333E-2</c:v>
                </c:pt>
                <c:pt idx="1777">
                  <c:v>5.4955172813536762E-2</c:v>
                </c:pt>
                <c:pt idx="1778">
                  <c:v>5.4960287979709081E-2</c:v>
                </c:pt>
                <c:pt idx="1779">
                  <c:v>5.4965085970469611E-2</c:v>
                </c:pt>
                <c:pt idx="1780">
                  <c:v>5.4966187000199757E-2</c:v>
                </c:pt>
                <c:pt idx="1781">
                  <c:v>5.49765915762171E-2</c:v>
                </c:pt>
                <c:pt idx="1782">
                  <c:v>5.4993557345312437E-2</c:v>
                </c:pt>
                <c:pt idx="1783">
                  <c:v>5.5000444373611644E-2</c:v>
                </c:pt>
                <c:pt idx="1784">
                  <c:v>5.502334479087774E-2</c:v>
                </c:pt>
                <c:pt idx="1785">
                  <c:v>5.5023863042567948E-2</c:v>
                </c:pt>
                <c:pt idx="1786">
                  <c:v>5.5035419448184568E-2</c:v>
                </c:pt>
                <c:pt idx="1787">
                  <c:v>5.5039807364459771E-2</c:v>
                </c:pt>
                <c:pt idx="1788">
                  <c:v>5.5056452754814224E-2</c:v>
                </c:pt>
                <c:pt idx="1789">
                  <c:v>5.5059439151325641E-2</c:v>
                </c:pt>
                <c:pt idx="1790">
                  <c:v>5.5061917749282353E-2</c:v>
                </c:pt>
                <c:pt idx="1791">
                  <c:v>5.5071302899221193E-2</c:v>
                </c:pt>
                <c:pt idx="1792">
                  <c:v>5.5077836810410744E-2</c:v>
                </c:pt>
                <c:pt idx="1793">
                  <c:v>5.5080104889446937E-2</c:v>
                </c:pt>
                <c:pt idx="1794">
                  <c:v>5.5080354507701171E-2</c:v>
                </c:pt>
                <c:pt idx="1795">
                  <c:v>5.5085431816684065E-2</c:v>
                </c:pt>
                <c:pt idx="1796">
                  <c:v>5.5085605085429069E-2</c:v>
                </c:pt>
                <c:pt idx="1797">
                  <c:v>5.5103092296957104E-2</c:v>
                </c:pt>
                <c:pt idx="1798">
                  <c:v>5.5136474140654874E-2</c:v>
                </c:pt>
                <c:pt idx="1799">
                  <c:v>5.514363859538178E-2</c:v>
                </c:pt>
                <c:pt idx="1800">
                  <c:v>5.5166785562415339E-2</c:v>
                </c:pt>
                <c:pt idx="1801">
                  <c:v>5.5173503639845523E-2</c:v>
                </c:pt>
                <c:pt idx="1802">
                  <c:v>5.5182676039932682E-2</c:v>
                </c:pt>
                <c:pt idx="1803">
                  <c:v>5.5184096698697373E-2</c:v>
                </c:pt>
                <c:pt idx="1804">
                  <c:v>5.5206068334910055E-2</c:v>
                </c:pt>
                <c:pt idx="1805">
                  <c:v>5.5212032092289656E-2</c:v>
                </c:pt>
                <c:pt idx="1806">
                  <c:v>5.5234441089172005E-2</c:v>
                </c:pt>
                <c:pt idx="1807">
                  <c:v>5.52387003424624E-2</c:v>
                </c:pt>
                <c:pt idx="1808">
                  <c:v>5.5262482749944337E-2</c:v>
                </c:pt>
                <c:pt idx="1809">
                  <c:v>5.5263408034363873E-2</c:v>
                </c:pt>
                <c:pt idx="1810">
                  <c:v>5.5281498221163794E-2</c:v>
                </c:pt>
                <c:pt idx="1811">
                  <c:v>5.5292151867021522E-2</c:v>
                </c:pt>
                <c:pt idx="1812">
                  <c:v>5.5318960034611175E-2</c:v>
                </c:pt>
                <c:pt idx="1813">
                  <c:v>5.5323929469028282E-2</c:v>
                </c:pt>
                <c:pt idx="1814">
                  <c:v>5.5349665786421802E-2</c:v>
                </c:pt>
                <c:pt idx="1815">
                  <c:v>5.5357430917106425E-2</c:v>
                </c:pt>
                <c:pt idx="1816">
                  <c:v>5.5382862034422754E-2</c:v>
                </c:pt>
                <c:pt idx="1817">
                  <c:v>5.5427595139291845E-2</c:v>
                </c:pt>
                <c:pt idx="1818">
                  <c:v>5.5440227295990151E-2</c:v>
                </c:pt>
                <c:pt idx="1819">
                  <c:v>5.5440539433668126E-2</c:v>
                </c:pt>
                <c:pt idx="1820">
                  <c:v>5.5441107463588261E-2</c:v>
                </c:pt>
                <c:pt idx="1821">
                  <c:v>5.5448325428671279E-2</c:v>
                </c:pt>
                <c:pt idx="1822">
                  <c:v>5.5452688431244061E-2</c:v>
                </c:pt>
                <c:pt idx="1823">
                  <c:v>5.5461766243377258E-2</c:v>
                </c:pt>
                <c:pt idx="1824">
                  <c:v>5.5466535917479312E-2</c:v>
                </c:pt>
                <c:pt idx="1825">
                  <c:v>5.5468351871186657E-2</c:v>
                </c:pt>
                <c:pt idx="1826">
                  <c:v>5.5476762900802494E-2</c:v>
                </c:pt>
                <c:pt idx="1827">
                  <c:v>5.5479004517014249E-2</c:v>
                </c:pt>
                <c:pt idx="1828">
                  <c:v>5.5480925619296705E-2</c:v>
                </c:pt>
                <c:pt idx="1829">
                  <c:v>5.5487205139367383E-2</c:v>
                </c:pt>
                <c:pt idx="1830">
                  <c:v>5.5493285939392359E-2</c:v>
                </c:pt>
                <c:pt idx="1831">
                  <c:v>5.5493309199796698E-2</c:v>
                </c:pt>
                <c:pt idx="1832">
                  <c:v>5.5498824462585104E-2</c:v>
                </c:pt>
                <c:pt idx="1833">
                  <c:v>5.5510903450460024E-2</c:v>
                </c:pt>
                <c:pt idx="1834">
                  <c:v>5.5525796456057618E-2</c:v>
                </c:pt>
                <c:pt idx="1835">
                  <c:v>5.55282393139594E-2</c:v>
                </c:pt>
                <c:pt idx="1836">
                  <c:v>5.5597875492979044E-2</c:v>
                </c:pt>
                <c:pt idx="1837">
                  <c:v>5.5599651064031946E-2</c:v>
                </c:pt>
                <c:pt idx="1838">
                  <c:v>5.5602365289021773E-2</c:v>
                </c:pt>
                <c:pt idx="1839">
                  <c:v>5.5649212675306141E-2</c:v>
                </c:pt>
                <c:pt idx="1840">
                  <c:v>5.5650501685834519E-2</c:v>
                </c:pt>
                <c:pt idx="1841">
                  <c:v>5.5670887449020164E-2</c:v>
                </c:pt>
                <c:pt idx="1842">
                  <c:v>5.5679518029740117E-2</c:v>
                </c:pt>
                <c:pt idx="1843">
                  <c:v>5.5702326748876492E-2</c:v>
                </c:pt>
                <c:pt idx="1844">
                  <c:v>5.5703509161847721E-2</c:v>
                </c:pt>
                <c:pt idx="1845">
                  <c:v>5.5715538722752297E-2</c:v>
                </c:pt>
                <c:pt idx="1846">
                  <c:v>5.5727001693102976E-2</c:v>
                </c:pt>
                <c:pt idx="1847">
                  <c:v>5.5737855484910052E-2</c:v>
                </c:pt>
                <c:pt idx="1848">
                  <c:v>5.5779018479203787E-2</c:v>
                </c:pt>
                <c:pt idx="1849">
                  <c:v>5.5781648316932081E-2</c:v>
                </c:pt>
                <c:pt idx="1850">
                  <c:v>5.5784721744654965E-2</c:v>
                </c:pt>
                <c:pt idx="1851">
                  <c:v>5.5787669480006873E-2</c:v>
                </c:pt>
                <c:pt idx="1852">
                  <c:v>5.5807291286588429E-2</c:v>
                </c:pt>
                <c:pt idx="1853">
                  <c:v>5.582117529673989E-2</c:v>
                </c:pt>
                <c:pt idx="1854">
                  <c:v>5.5839997946690048E-2</c:v>
                </c:pt>
                <c:pt idx="1855">
                  <c:v>5.5847441300106958E-2</c:v>
                </c:pt>
                <c:pt idx="1856">
                  <c:v>5.5854905939793538E-2</c:v>
                </c:pt>
                <c:pt idx="1857">
                  <c:v>5.5872239148453476E-2</c:v>
                </c:pt>
                <c:pt idx="1858">
                  <c:v>5.5876173113610879E-2</c:v>
                </c:pt>
                <c:pt idx="1859">
                  <c:v>5.5892300646412436E-2</c:v>
                </c:pt>
                <c:pt idx="1860">
                  <c:v>5.5894256793545601E-2</c:v>
                </c:pt>
                <c:pt idx="1861">
                  <c:v>5.5926538527102561E-2</c:v>
                </c:pt>
                <c:pt idx="1862">
                  <c:v>5.5932863960573086E-2</c:v>
                </c:pt>
                <c:pt idx="1863">
                  <c:v>5.5946952329592528E-2</c:v>
                </c:pt>
                <c:pt idx="1864">
                  <c:v>5.5950598519021982E-2</c:v>
                </c:pt>
                <c:pt idx="1865">
                  <c:v>5.5960117867740883E-2</c:v>
                </c:pt>
                <c:pt idx="1866">
                  <c:v>5.5960175405556589E-2</c:v>
                </c:pt>
                <c:pt idx="1867">
                  <c:v>5.5975381375600063E-2</c:v>
                </c:pt>
                <c:pt idx="1868">
                  <c:v>5.5983792101980435E-2</c:v>
                </c:pt>
                <c:pt idx="1869">
                  <c:v>5.6007314616088676E-2</c:v>
                </c:pt>
                <c:pt idx="1870">
                  <c:v>5.6009948271646785E-2</c:v>
                </c:pt>
                <c:pt idx="1871">
                  <c:v>5.6010407915932724E-2</c:v>
                </c:pt>
                <c:pt idx="1872">
                  <c:v>5.6033911647243785E-2</c:v>
                </c:pt>
                <c:pt idx="1873">
                  <c:v>5.6059770717990925E-2</c:v>
                </c:pt>
                <c:pt idx="1874">
                  <c:v>5.6102178059573286E-2</c:v>
                </c:pt>
                <c:pt idx="1875">
                  <c:v>5.611629999505216E-2</c:v>
                </c:pt>
                <c:pt idx="1876">
                  <c:v>5.6118673905872683E-2</c:v>
                </c:pt>
                <c:pt idx="1877">
                  <c:v>5.6144596058088081E-2</c:v>
                </c:pt>
                <c:pt idx="1878">
                  <c:v>5.6145558978534876E-2</c:v>
                </c:pt>
                <c:pt idx="1879">
                  <c:v>5.6145595189038763E-2</c:v>
                </c:pt>
                <c:pt idx="1880">
                  <c:v>5.617662949581987E-2</c:v>
                </c:pt>
                <c:pt idx="1881">
                  <c:v>5.620471153177501E-2</c:v>
                </c:pt>
                <c:pt idx="1882">
                  <c:v>5.620818283936397E-2</c:v>
                </c:pt>
                <c:pt idx="1883">
                  <c:v>5.6209166563557941E-2</c:v>
                </c:pt>
                <c:pt idx="1884">
                  <c:v>5.6210983017926069E-2</c:v>
                </c:pt>
                <c:pt idx="1885">
                  <c:v>5.6212519448283052E-2</c:v>
                </c:pt>
                <c:pt idx="1886">
                  <c:v>5.6217437197476988E-2</c:v>
                </c:pt>
                <c:pt idx="1887">
                  <c:v>5.6224883674403821E-2</c:v>
                </c:pt>
                <c:pt idx="1888">
                  <c:v>5.6231195223092487E-2</c:v>
                </c:pt>
                <c:pt idx="1889">
                  <c:v>5.6269818615139668E-2</c:v>
                </c:pt>
                <c:pt idx="1890">
                  <c:v>5.6288209165334883E-2</c:v>
                </c:pt>
                <c:pt idx="1891">
                  <c:v>5.6290463050706098E-2</c:v>
                </c:pt>
                <c:pt idx="1892">
                  <c:v>5.6296856047818263E-2</c:v>
                </c:pt>
                <c:pt idx="1893">
                  <c:v>5.6298449286681318E-2</c:v>
                </c:pt>
                <c:pt idx="1894">
                  <c:v>5.6304273319050011E-2</c:v>
                </c:pt>
                <c:pt idx="1895">
                  <c:v>5.6318308519480074E-2</c:v>
                </c:pt>
                <c:pt idx="1896">
                  <c:v>5.6323759190140321E-2</c:v>
                </c:pt>
                <c:pt idx="1897">
                  <c:v>5.637426828827654E-2</c:v>
                </c:pt>
                <c:pt idx="1898">
                  <c:v>5.6375639510036012E-2</c:v>
                </c:pt>
                <c:pt idx="1899">
                  <c:v>5.6392126548162044E-2</c:v>
                </c:pt>
                <c:pt idx="1900">
                  <c:v>5.6396573063275238E-2</c:v>
                </c:pt>
                <c:pt idx="1901">
                  <c:v>5.6402501713849404E-2</c:v>
                </c:pt>
                <c:pt idx="1902">
                  <c:v>5.6410153536704158E-2</c:v>
                </c:pt>
                <c:pt idx="1903">
                  <c:v>5.642803761493722E-2</c:v>
                </c:pt>
                <c:pt idx="1904">
                  <c:v>5.6443474873921824E-2</c:v>
                </c:pt>
                <c:pt idx="1905">
                  <c:v>5.6452007128592475E-2</c:v>
                </c:pt>
                <c:pt idx="1906">
                  <c:v>5.6458349934338271E-2</c:v>
                </c:pt>
                <c:pt idx="1907">
                  <c:v>5.6490163305585539E-2</c:v>
                </c:pt>
                <c:pt idx="1908">
                  <c:v>5.6497867237047909E-2</c:v>
                </c:pt>
                <c:pt idx="1909">
                  <c:v>5.6510280228482625E-2</c:v>
                </c:pt>
                <c:pt idx="1910">
                  <c:v>5.6516059428678149E-2</c:v>
                </c:pt>
                <c:pt idx="1911">
                  <c:v>5.6526970529657099E-2</c:v>
                </c:pt>
                <c:pt idx="1912">
                  <c:v>5.6529611726821749E-2</c:v>
                </c:pt>
                <c:pt idx="1913">
                  <c:v>5.6534013305849645E-2</c:v>
                </c:pt>
                <c:pt idx="1914">
                  <c:v>5.6560410370803373E-2</c:v>
                </c:pt>
                <c:pt idx="1915">
                  <c:v>5.6569602884843813E-2</c:v>
                </c:pt>
                <c:pt idx="1916">
                  <c:v>5.6594142397988191E-2</c:v>
                </c:pt>
                <c:pt idx="1917">
                  <c:v>5.6598680662942748E-2</c:v>
                </c:pt>
                <c:pt idx="1918">
                  <c:v>5.6606357899900928E-2</c:v>
                </c:pt>
                <c:pt idx="1919">
                  <c:v>5.6609617621804359E-2</c:v>
                </c:pt>
                <c:pt idx="1920">
                  <c:v>5.6625241852794904E-2</c:v>
                </c:pt>
                <c:pt idx="1921">
                  <c:v>5.6634053985513029E-2</c:v>
                </c:pt>
                <c:pt idx="1922">
                  <c:v>5.6639134435021422E-2</c:v>
                </c:pt>
                <c:pt idx="1923">
                  <c:v>5.6646747311260716E-2</c:v>
                </c:pt>
                <c:pt idx="1924">
                  <c:v>5.6658142181685987E-2</c:v>
                </c:pt>
                <c:pt idx="1925">
                  <c:v>5.6681953661394738E-2</c:v>
                </c:pt>
                <c:pt idx="1926">
                  <c:v>5.6684512286882274E-2</c:v>
                </c:pt>
                <c:pt idx="1927">
                  <c:v>5.6698023063037693E-2</c:v>
                </c:pt>
                <c:pt idx="1928">
                  <c:v>5.6699954443725199E-2</c:v>
                </c:pt>
                <c:pt idx="1929">
                  <c:v>5.6703770504781134E-2</c:v>
                </c:pt>
                <c:pt idx="1930">
                  <c:v>5.671125666439069E-2</c:v>
                </c:pt>
                <c:pt idx="1931">
                  <c:v>5.6729331205325154E-2</c:v>
                </c:pt>
                <c:pt idx="1932">
                  <c:v>5.6745248936668359E-2</c:v>
                </c:pt>
                <c:pt idx="1933">
                  <c:v>5.6746095703192889E-2</c:v>
                </c:pt>
                <c:pt idx="1934">
                  <c:v>5.6749206112481021E-2</c:v>
                </c:pt>
                <c:pt idx="1935">
                  <c:v>5.6789907109685345E-2</c:v>
                </c:pt>
                <c:pt idx="1936">
                  <c:v>5.6802628899655927E-2</c:v>
                </c:pt>
                <c:pt idx="1937">
                  <c:v>5.682259575440432E-2</c:v>
                </c:pt>
                <c:pt idx="1938">
                  <c:v>5.6835153804181505E-2</c:v>
                </c:pt>
                <c:pt idx="1939">
                  <c:v>5.6856969209112707E-2</c:v>
                </c:pt>
                <c:pt idx="1940">
                  <c:v>5.687093547508839E-2</c:v>
                </c:pt>
                <c:pt idx="1941">
                  <c:v>5.6889803012463915E-2</c:v>
                </c:pt>
                <c:pt idx="1942">
                  <c:v>5.6903312302618317E-2</c:v>
                </c:pt>
                <c:pt idx="1943">
                  <c:v>5.6915728248900677E-2</c:v>
                </c:pt>
                <c:pt idx="1944">
                  <c:v>5.6922613612455847E-2</c:v>
                </c:pt>
                <c:pt idx="1945">
                  <c:v>5.6931608743638312E-2</c:v>
                </c:pt>
                <c:pt idx="1946">
                  <c:v>5.7006512369784219E-2</c:v>
                </c:pt>
                <c:pt idx="1947">
                  <c:v>5.7013772968063786E-2</c:v>
                </c:pt>
                <c:pt idx="1948">
                  <c:v>5.7073564527551107E-2</c:v>
                </c:pt>
                <c:pt idx="1949">
                  <c:v>5.7077697299597531E-2</c:v>
                </c:pt>
                <c:pt idx="1950">
                  <c:v>5.7078572617258856E-2</c:v>
                </c:pt>
                <c:pt idx="1951">
                  <c:v>5.7084275863794477E-2</c:v>
                </c:pt>
                <c:pt idx="1952">
                  <c:v>5.7087032834496156E-2</c:v>
                </c:pt>
                <c:pt idx="1953">
                  <c:v>5.7091447067363021E-2</c:v>
                </c:pt>
                <c:pt idx="1954">
                  <c:v>5.7091691254377408E-2</c:v>
                </c:pt>
                <c:pt idx="1955">
                  <c:v>5.7098356395719606E-2</c:v>
                </c:pt>
                <c:pt idx="1956">
                  <c:v>5.7126266471908022E-2</c:v>
                </c:pt>
                <c:pt idx="1957">
                  <c:v>5.7129255443782008E-2</c:v>
                </c:pt>
                <c:pt idx="1958">
                  <c:v>5.7131475217780107E-2</c:v>
                </c:pt>
                <c:pt idx="1959">
                  <c:v>5.7145908775240603E-2</c:v>
                </c:pt>
                <c:pt idx="1960">
                  <c:v>5.7178410602412195E-2</c:v>
                </c:pt>
                <c:pt idx="1961">
                  <c:v>5.718604991635682E-2</c:v>
                </c:pt>
                <c:pt idx="1962">
                  <c:v>5.7187186337931593E-2</c:v>
                </c:pt>
                <c:pt idx="1963">
                  <c:v>5.7187890361979798E-2</c:v>
                </c:pt>
                <c:pt idx="1964">
                  <c:v>5.7268049137639006E-2</c:v>
                </c:pt>
                <c:pt idx="1965">
                  <c:v>5.7293031659883899E-2</c:v>
                </c:pt>
                <c:pt idx="1966">
                  <c:v>5.7298336167147995E-2</c:v>
                </c:pt>
                <c:pt idx="1967">
                  <c:v>5.7317634251171583E-2</c:v>
                </c:pt>
                <c:pt idx="1968">
                  <c:v>5.732025753110917E-2</c:v>
                </c:pt>
                <c:pt idx="1969">
                  <c:v>5.7322477688777108E-2</c:v>
                </c:pt>
                <c:pt idx="1970">
                  <c:v>5.7348794835475302E-2</c:v>
                </c:pt>
                <c:pt idx="1971">
                  <c:v>5.7354433749685817E-2</c:v>
                </c:pt>
                <c:pt idx="1972">
                  <c:v>5.7378655089710719E-2</c:v>
                </c:pt>
                <c:pt idx="1973">
                  <c:v>5.7419118964722578E-2</c:v>
                </c:pt>
                <c:pt idx="1974">
                  <c:v>5.745181146523802E-2</c:v>
                </c:pt>
                <c:pt idx="1975">
                  <c:v>5.7486327904711289E-2</c:v>
                </c:pt>
                <c:pt idx="1976">
                  <c:v>5.7496863181485502E-2</c:v>
                </c:pt>
                <c:pt idx="1977">
                  <c:v>5.7498536836897041E-2</c:v>
                </c:pt>
                <c:pt idx="1978">
                  <c:v>5.7507929751790164E-2</c:v>
                </c:pt>
                <c:pt idx="1979">
                  <c:v>5.7516609886095624E-2</c:v>
                </c:pt>
                <c:pt idx="1980">
                  <c:v>5.7528238155177908E-2</c:v>
                </c:pt>
                <c:pt idx="1981">
                  <c:v>5.7541252071460498E-2</c:v>
                </c:pt>
                <c:pt idx="1982">
                  <c:v>5.7555816674570215E-2</c:v>
                </c:pt>
                <c:pt idx="1983">
                  <c:v>5.7561954105486458E-2</c:v>
                </c:pt>
                <c:pt idx="1984">
                  <c:v>5.7562058149301397E-2</c:v>
                </c:pt>
                <c:pt idx="1985">
                  <c:v>5.7570792101822373E-2</c:v>
                </c:pt>
                <c:pt idx="1986">
                  <c:v>5.7571828158351185E-2</c:v>
                </c:pt>
                <c:pt idx="1987">
                  <c:v>5.7588241847832164E-2</c:v>
                </c:pt>
                <c:pt idx="1988">
                  <c:v>5.7600038816719969E-2</c:v>
                </c:pt>
                <c:pt idx="1989">
                  <c:v>5.7627581537013348E-2</c:v>
                </c:pt>
                <c:pt idx="1990">
                  <c:v>5.7643283411718947E-2</c:v>
                </c:pt>
                <c:pt idx="1991">
                  <c:v>5.7645681363028223E-2</c:v>
                </c:pt>
                <c:pt idx="1992">
                  <c:v>5.7666285801936674E-2</c:v>
                </c:pt>
                <c:pt idx="1993">
                  <c:v>5.7671588443295042E-2</c:v>
                </c:pt>
                <c:pt idx="1994">
                  <c:v>5.7680073526847633E-2</c:v>
                </c:pt>
                <c:pt idx="1995">
                  <c:v>5.7686944989034962E-2</c:v>
                </c:pt>
                <c:pt idx="1996">
                  <c:v>5.773477670250441E-2</c:v>
                </c:pt>
                <c:pt idx="1997">
                  <c:v>5.7735680856131039E-2</c:v>
                </c:pt>
                <c:pt idx="1998">
                  <c:v>5.7742408468150305E-2</c:v>
                </c:pt>
                <c:pt idx="1999">
                  <c:v>5.7750005121688645E-2</c:v>
                </c:pt>
                <c:pt idx="2000">
                  <c:v>5.7814280753191706E-2</c:v>
                </c:pt>
                <c:pt idx="2001">
                  <c:v>5.7818526494025246E-2</c:v>
                </c:pt>
                <c:pt idx="2002">
                  <c:v>5.7821066959972939E-2</c:v>
                </c:pt>
                <c:pt idx="2003">
                  <c:v>5.7822838111638679E-2</c:v>
                </c:pt>
                <c:pt idx="2004">
                  <c:v>5.7825502595139161E-2</c:v>
                </c:pt>
                <c:pt idx="2005">
                  <c:v>5.7859046524931602E-2</c:v>
                </c:pt>
                <c:pt idx="2006">
                  <c:v>5.7863044396774227E-2</c:v>
                </c:pt>
                <c:pt idx="2007">
                  <c:v>5.7876496412661023E-2</c:v>
                </c:pt>
                <c:pt idx="2008">
                  <c:v>5.787905465621223E-2</c:v>
                </c:pt>
                <c:pt idx="2009">
                  <c:v>5.7913734719550816E-2</c:v>
                </c:pt>
                <c:pt idx="2010">
                  <c:v>5.792128343612734E-2</c:v>
                </c:pt>
                <c:pt idx="2011">
                  <c:v>5.7954764186226845E-2</c:v>
                </c:pt>
                <c:pt idx="2012">
                  <c:v>5.7963829707240698E-2</c:v>
                </c:pt>
                <c:pt idx="2013">
                  <c:v>5.796403235226992E-2</c:v>
                </c:pt>
                <c:pt idx="2014">
                  <c:v>5.7983973176241002E-2</c:v>
                </c:pt>
                <c:pt idx="2015">
                  <c:v>5.7997784102386554E-2</c:v>
                </c:pt>
                <c:pt idx="2016">
                  <c:v>5.8028672639966174E-2</c:v>
                </c:pt>
                <c:pt idx="2017">
                  <c:v>5.8057798451418459E-2</c:v>
                </c:pt>
                <c:pt idx="2018">
                  <c:v>5.8072610155248311E-2</c:v>
                </c:pt>
                <c:pt idx="2019">
                  <c:v>5.8117582600534512E-2</c:v>
                </c:pt>
                <c:pt idx="2020">
                  <c:v>5.8126479530869204E-2</c:v>
                </c:pt>
                <c:pt idx="2021">
                  <c:v>5.8132746859279397E-2</c:v>
                </c:pt>
                <c:pt idx="2022">
                  <c:v>5.8150259727129318E-2</c:v>
                </c:pt>
                <c:pt idx="2023">
                  <c:v>5.8150563370354735E-2</c:v>
                </c:pt>
                <c:pt idx="2024">
                  <c:v>5.8152826895390017E-2</c:v>
                </c:pt>
                <c:pt idx="2025">
                  <c:v>5.8152828292454418E-2</c:v>
                </c:pt>
                <c:pt idx="2026">
                  <c:v>5.8162529032384697E-2</c:v>
                </c:pt>
                <c:pt idx="2027">
                  <c:v>5.8163522898828708E-2</c:v>
                </c:pt>
                <c:pt idx="2028">
                  <c:v>5.8212881483862097E-2</c:v>
                </c:pt>
                <c:pt idx="2029">
                  <c:v>5.8219114731183845E-2</c:v>
                </c:pt>
                <c:pt idx="2030">
                  <c:v>5.8238454649959102E-2</c:v>
                </c:pt>
                <c:pt idx="2031">
                  <c:v>5.8238684039688696E-2</c:v>
                </c:pt>
                <c:pt idx="2032">
                  <c:v>5.8259463081222672E-2</c:v>
                </c:pt>
                <c:pt idx="2033">
                  <c:v>5.8259500403711875E-2</c:v>
                </c:pt>
                <c:pt idx="2034">
                  <c:v>5.8310240661754525E-2</c:v>
                </c:pt>
                <c:pt idx="2035">
                  <c:v>5.8316047317208658E-2</c:v>
                </c:pt>
                <c:pt idx="2036">
                  <c:v>5.8333071221329511E-2</c:v>
                </c:pt>
                <c:pt idx="2037">
                  <c:v>5.8390518711180443E-2</c:v>
                </c:pt>
                <c:pt idx="2038">
                  <c:v>5.83943486764395E-2</c:v>
                </c:pt>
                <c:pt idx="2039">
                  <c:v>5.839522623194978E-2</c:v>
                </c:pt>
                <c:pt idx="2040">
                  <c:v>5.841298785551282E-2</c:v>
                </c:pt>
                <c:pt idx="2041">
                  <c:v>5.8429912018543521E-2</c:v>
                </c:pt>
                <c:pt idx="2042">
                  <c:v>5.8452199577323519E-2</c:v>
                </c:pt>
                <c:pt idx="2043">
                  <c:v>5.8455047613586546E-2</c:v>
                </c:pt>
                <c:pt idx="2044">
                  <c:v>5.8474889166726697E-2</c:v>
                </c:pt>
                <c:pt idx="2045">
                  <c:v>5.8496020665586505E-2</c:v>
                </c:pt>
                <c:pt idx="2046">
                  <c:v>5.8502029254881134E-2</c:v>
                </c:pt>
                <c:pt idx="2047">
                  <c:v>5.8516796723256298E-2</c:v>
                </c:pt>
                <c:pt idx="2048">
                  <c:v>5.8564050029303739E-2</c:v>
                </c:pt>
                <c:pt idx="2049">
                  <c:v>5.8612557640766429E-2</c:v>
                </c:pt>
                <c:pt idx="2050">
                  <c:v>5.8622605631508534E-2</c:v>
                </c:pt>
                <c:pt idx="2051">
                  <c:v>5.8624283488471131E-2</c:v>
                </c:pt>
                <c:pt idx="2052">
                  <c:v>5.8625710653960404E-2</c:v>
                </c:pt>
                <c:pt idx="2053">
                  <c:v>5.8659376168123389E-2</c:v>
                </c:pt>
                <c:pt idx="2054">
                  <c:v>5.8669844601996327E-2</c:v>
                </c:pt>
                <c:pt idx="2055">
                  <c:v>5.8672489716533223E-2</c:v>
                </c:pt>
                <c:pt idx="2056">
                  <c:v>5.8678801635926828E-2</c:v>
                </c:pt>
                <c:pt idx="2057">
                  <c:v>5.8681449493926452E-2</c:v>
                </c:pt>
                <c:pt idx="2058">
                  <c:v>5.8701501605937526E-2</c:v>
                </c:pt>
                <c:pt idx="2059">
                  <c:v>5.8705914110491739E-2</c:v>
                </c:pt>
                <c:pt idx="2060">
                  <c:v>5.8707049438146995E-2</c:v>
                </c:pt>
                <c:pt idx="2061">
                  <c:v>5.8710454516819041E-2</c:v>
                </c:pt>
                <c:pt idx="2062">
                  <c:v>5.8713307399159476E-2</c:v>
                </c:pt>
                <c:pt idx="2063">
                  <c:v>5.8727538515840921E-2</c:v>
                </c:pt>
                <c:pt idx="2064">
                  <c:v>5.8752107923956E-2</c:v>
                </c:pt>
                <c:pt idx="2065">
                  <c:v>5.8763046634446377E-2</c:v>
                </c:pt>
                <c:pt idx="2066">
                  <c:v>5.8772977564355289E-2</c:v>
                </c:pt>
                <c:pt idx="2067">
                  <c:v>5.8780413779781646E-2</c:v>
                </c:pt>
                <c:pt idx="2068">
                  <c:v>5.8805521122335599E-2</c:v>
                </c:pt>
                <c:pt idx="2069">
                  <c:v>5.8810464751038877E-2</c:v>
                </c:pt>
                <c:pt idx="2070">
                  <c:v>5.881654747069872E-2</c:v>
                </c:pt>
                <c:pt idx="2071">
                  <c:v>5.8824960041004619E-2</c:v>
                </c:pt>
                <c:pt idx="2072">
                  <c:v>5.8832901455771032E-2</c:v>
                </c:pt>
                <c:pt idx="2073">
                  <c:v>5.8834559101286737E-2</c:v>
                </c:pt>
                <c:pt idx="2074">
                  <c:v>5.8855606755008227E-2</c:v>
                </c:pt>
                <c:pt idx="2075">
                  <c:v>5.885888661448798E-2</c:v>
                </c:pt>
                <c:pt idx="2076">
                  <c:v>5.8862356700377844E-2</c:v>
                </c:pt>
                <c:pt idx="2077">
                  <c:v>5.8875904349846013E-2</c:v>
                </c:pt>
                <c:pt idx="2078">
                  <c:v>5.8905565098967834E-2</c:v>
                </c:pt>
                <c:pt idx="2079">
                  <c:v>5.890653862688125E-2</c:v>
                </c:pt>
                <c:pt idx="2080">
                  <c:v>5.8910185117613964E-2</c:v>
                </c:pt>
                <c:pt idx="2081">
                  <c:v>5.8910511094738049E-2</c:v>
                </c:pt>
                <c:pt idx="2082">
                  <c:v>5.8920000463615847E-2</c:v>
                </c:pt>
                <c:pt idx="2083">
                  <c:v>5.8965721349977358E-2</c:v>
                </c:pt>
                <c:pt idx="2084">
                  <c:v>5.8969548763084571E-2</c:v>
                </c:pt>
                <c:pt idx="2085">
                  <c:v>5.8972838958909715E-2</c:v>
                </c:pt>
                <c:pt idx="2086">
                  <c:v>5.8980303962991233E-2</c:v>
                </c:pt>
                <c:pt idx="2087">
                  <c:v>5.9011010674381338E-2</c:v>
                </c:pt>
                <c:pt idx="2088">
                  <c:v>5.9013874610724854E-2</c:v>
                </c:pt>
                <c:pt idx="2089">
                  <c:v>5.9020690127225779E-2</c:v>
                </c:pt>
                <c:pt idx="2090">
                  <c:v>5.9020765789618471E-2</c:v>
                </c:pt>
                <c:pt idx="2091">
                  <c:v>5.9036152065485355E-2</c:v>
                </c:pt>
                <c:pt idx="2092">
                  <c:v>5.9036195557236423E-2</c:v>
                </c:pt>
                <c:pt idx="2093">
                  <c:v>5.9039005761864681E-2</c:v>
                </c:pt>
                <c:pt idx="2094">
                  <c:v>5.9058703611983995E-2</c:v>
                </c:pt>
                <c:pt idx="2095">
                  <c:v>5.9059593566279905E-2</c:v>
                </c:pt>
                <c:pt idx="2096">
                  <c:v>5.9066406339739266E-2</c:v>
                </c:pt>
                <c:pt idx="2097">
                  <c:v>5.9080820554428072E-2</c:v>
                </c:pt>
                <c:pt idx="2098">
                  <c:v>5.9129964244355238E-2</c:v>
                </c:pt>
                <c:pt idx="2099">
                  <c:v>5.9130261634386137E-2</c:v>
                </c:pt>
                <c:pt idx="2100">
                  <c:v>5.9134833109029505E-2</c:v>
                </c:pt>
                <c:pt idx="2101">
                  <c:v>5.9135582026305679E-2</c:v>
                </c:pt>
                <c:pt idx="2102">
                  <c:v>5.9137780169664332E-2</c:v>
                </c:pt>
                <c:pt idx="2103">
                  <c:v>5.9157895551895719E-2</c:v>
                </c:pt>
                <c:pt idx="2104">
                  <c:v>5.91604255357411E-2</c:v>
                </c:pt>
                <c:pt idx="2105">
                  <c:v>5.9166758242016435E-2</c:v>
                </c:pt>
                <c:pt idx="2106">
                  <c:v>5.9170190593833549E-2</c:v>
                </c:pt>
                <c:pt idx="2107">
                  <c:v>5.9190635964695093E-2</c:v>
                </c:pt>
                <c:pt idx="2108">
                  <c:v>5.9190834208285054E-2</c:v>
                </c:pt>
                <c:pt idx="2109">
                  <c:v>5.9240031446954389E-2</c:v>
                </c:pt>
                <c:pt idx="2110">
                  <c:v>5.9247137928797752E-2</c:v>
                </c:pt>
                <c:pt idx="2111">
                  <c:v>5.9274605349332245E-2</c:v>
                </c:pt>
                <c:pt idx="2112">
                  <c:v>5.9283716907370755E-2</c:v>
                </c:pt>
                <c:pt idx="2113">
                  <c:v>5.928638653501235E-2</c:v>
                </c:pt>
                <c:pt idx="2114">
                  <c:v>5.9315139314422477E-2</c:v>
                </c:pt>
                <c:pt idx="2115">
                  <c:v>5.9318304408342154E-2</c:v>
                </c:pt>
                <c:pt idx="2116">
                  <c:v>5.9323863846864645E-2</c:v>
                </c:pt>
                <c:pt idx="2117">
                  <c:v>5.9323936826580131E-2</c:v>
                </c:pt>
                <c:pt idx="2118">
                  <c:v>5.9330176583187989E-2</c:v>
                </c:pt>
                <c:pt idx="2119">
                  <c:v>5.9370422323994393E-2</c:v>
                </c:pt>
                <c:pt idx="2120">
                  <c:v>5.9386851618598219E-2</c:v>
                </c:pt>
                <c:pt idx="2121">
                  <c:v>5.9395558492743201E-2</c:v>
                </c:pt>
                <c:pt idx="2122">
                  <c:v>5.9411961372826803E-2</c:v>
                </c:pt>
                <c:pt idx="2123">
                  <c:v>5.9425724223155472E-2</c:v>
                </c:pt>
                <c:pt idx="2124">
                  <c:v>5.9442532451257614E-2</c:v>
                </c:pt>
                <c:pt idx="2125">
                  <c:v>5.9443023895680125E-2</c:v>
                </c:pt>
                <c:pt idx="2126">
                  <c:v>5.9470438432714628E-2</c:v>
                </c:pt>
                <c:pt idx="2127">
                  <c:v>5.9474946908591279E-2</c:v>
                </c:pt>
                <c:pt idx="2128">
                  <c:v>5.9476709852967345E-2</c:v>
                </c:pt>
                <c:pt idx="2129">
                  <c:v>5.9478319705509292E-2</c:v>
                </c:pt>
                <c:pt idx="2130">
                  <c:v>5.9479011459691367E-2</c:v>
                </c:pt>
                <c:pt idx="2131">
                  <c:v>5.9483376289486384E-2</c:v>
                </c:pt>
                <c:pt idx="2132">
                  <c:v>5.9483693848263422E-2</c:v>
                </c:pt>
                <c:pt idx="2133">
                  <c:v>5.9493644623526645E-2</c:v>
                </c:pt>
                <c:pt idx="2134">
                  <c:v>5.9516424135437125E-2</c:v>
                </c:pt>
                <c:pt idx="2135">
                  <c:v>5.9557761348941779E-2</c:v>
                </c:pt>
                <c:pt idx="2136">
                  <c:v>5.9598544764726112E-2</c:v>
                </c:pt>
                <c:pt idx="2137">
                  <c:v>5.961778449093303E-2</c:v>
                </c:pt>
                <c:pt idx="2138">
                  <c:v>5.962215682280847E-2</c:v>
                </c:pt>
                <c:pt idx="2139">
                  <c:v>5.962363030166485E-2</c:v>
                </c:pt>
                <c:pt idx="2140">
                  <c:v>5.9625797350563989E-2</c:v>
                </c:pt>
                <c:pt idx="2141">
                  <c:v>5.963466174572421E-2</c:v>
                </c:pt>
                <c:pt idx="2142">
                  <c:v>5.9658703993610854E-2</c:v>
                </c:pt>
                <c:pt idx="2143">
                  <c:v>5.9664396084939321E-2</c:v>
                </c:pt>
                <c:pt idx="2144">
                  <c:v>5.970539533162654E-2</c:v>
                </c:pt>
                <c:pt idx="2145">
                  <c:v>5.9706561127347936E-2</c:v>
                </c:pt>
                <c:pt idx="2146">
                  <c:v>5.971540475585415E-2</c:v>
                </c:pt>
                <c:pt idx="2147">
                  <c:v>5.9721709328624355E-2</c:v>
                </c:pt>
                <c:pt idx="2148">
                  <c:v>5.9734926096186407E-2</c:v>
                </c:pt>
                <c:pt idx="2149">
                  <c:v>5.9742375812998454E-2</c:v>
                </c:pt>
                <c:pt idx="2150">
                  <c:v>5.9756010265810913E-2</c:v>
                </c:pt>
                <c:pt idx="2151">
                  <c:v>5.9759366374400984E-2</c:v>
                </c:pt>
                <c:pt idx="2152">
                  <c:v>5.9763158865722775E-2</c:v>
                </c:pt>
                <c:pt idx="2153">
                  <c:v>5.9765479731572424E-2</c:v>
                </c:pt>
                <c:pt idx="2154">
                  <c:v>5.9775862454454085E-2</c:v>
                </c:pt>
                <c:pt idx="2155">
                  <c:v>5.9793697305369327E-2</c:v>
                </c:pt>
                <c:pt idx="2156">
                  <c:v>5.9803141521767147E-2</c:v>
                </c:pt>
                <c:pt idx="2157">
                  <c:v>5.9812723318719431E-2</c:v>
                </c:pt>
                <c:pt idx="2158">
                  <c:v>5.9829649550600501E-2</c:v>
                </c:pt>
                <c:pt idx="2159">
                  <c:v>5.9830667120504256E-2</c:v>
                </c:pt>
                <c:pt idx="2160">
                  <c:v>5.9837701906155345E-2</c:v>
                </c:pt>
                <c:pt idx="2161">
                  <c:v>5.9861849631120151E-2</c:v>
                </c:pt>
                <c:pt idx="2162">
                  <c:v>5.986208471222295E-2</c:v>
                </c:pt>
                <c:pt idx="2163">
                  <c:v>5.9873778593320624E-2</c:v>
                </c:pt>
                <c:pt idx="2164">
                  <c:v>5.9888562949900206E-2</c:v>
                </c:pt>
                <c:pt idx="2165">
                  <c:v>5.9893508953424109E-2</c:v>
                </c:pt>
                <c:pt idx="2166">
                  <c:v>5.98986158495773E-2</c:v>
                </c:pt>
                <c:pt idx="2167">
                  <c:v>5.992839489475893E-2</c:v>
                </c:pt>
                <c:pt idx="2168">
                  <c:v>5.9928798774309518E-2</c:v>
                </c:pt>
                <c:pt idx="2169">
                  <c:v>5.9940160419513173E-2</c:v>
                </c:pt>
                <c:pt idx="2170">
                  <c:v>5.9944239550531048E-2</c:v>
                </c:pt>
                <c:pt idx="2171">
                  <c:v>5.9948515737579394E-2</c:v>
                </c:pt>
                <c:pt idx="2172">
                  <c:v>5.9949250083866049E-2</c:v>
                </c:pt>
                <c:pt idx="2173">
                  <c:v>5.9953308773341006E-2</c:v>
                </c:pt>
                <c:pt idx="2174">
                  <c:v>5.9955308231545025E-2</c:v>
                </c:pt>
                <c:pt idx="2175">
                  <c:v>5.9959674625272991E-2</c:v>
                </c:pt>
                <c:pt idx="2176">
                  <c:v>5.9977906573034007E-2</c:v>
                </c:pt>
                <c:pt idx="2177">
                  <c:v>5.9988300754083533E-2</c:v>
                </c:pt>
                <c:pt idx="2178">
                  <c:v>5.9990099398411663E-2</c:v>
                </c:pt>
                <c:pt idx="2179">
                  <c:v>5.9992315050847858E-2</c:v>
                </c:pt>
                <c:pt idx="2180">
                  <c:v>5.9999435347823329E-2</c:v>
                </c:pt>
                <c:pt idx="2181">
                  <c:v>6.0014119393841513E-2</c:v>
                </c:pt>
                <c:pt idx="2182">
                  <c:v>6.0015341617907489E-2</c:v>
                </c:pt>
                <c:pt idx="2183">
                  <c:v>6.0034909078169101E-2</c:v>
                </c:pt>
                <c:pt idx="2184">
                  <c:v>6.0049631644896288E-2</c:v>
                </c:pt>
                <c:pt idx="2185">
                  <c:v>6.0067576619231886E-2</c:v>
                </c:pt>
                <c:pt idx="2186">
                  <c:v>6.0092118344505063E-2</c:v>
                </c:pt>
                <c:pt idx="2187">
                  <c:v>6.0108605704502362E-2</c:v>
                </c:pt>
                <c:pt idx="2188">
                  <c:v>6.0124137459367011E-2</c:v>
                </c:pt>
                <c:pt idx="2189">
                  <c:v>6.0127361684346979E-2</c:v>
                </c:pt>
                <c:pt idx="2190">
                  <c:v>6.0140850197881082E-2</c:v>
                </c:pt>
                <c:pt idx="2191">
                  <c:v>6.014425519303334E-2</c:v>
                </c:pt>
                <c:pt idx="2192">
                  <c:v>6.0159597081456483E-2</c:v>
                </c:pt>
                <c:pt idx="2193">
                  <c:v>6.0168909258484053E-2</c:v>
                </c:pt>
                <c:pt idx="2194">
                  <c:v>6.0193095868526739E-2</c:v>
                </c:pt>
                <c:pt idx="2195">
                  <c:v>6.0193304892489516E-2</c:v>
                </c:pt>
                <c:pt idx="2196">
                  <c:v>6.0218669280608268E-2</c:v>
                </c:pt>
                <c:pt idx="2197">
                  <c:v>6.0224254713110978E-2</c:v>
                </c:pt>
                <c:pt idx="2198">
                  <c:v>6.0228613379876964E-2</c:v>
                </c:pt>
                <c:pt idx="2199">
                  <c:v>6.0242229572601808E-2</c:v>
                </c:pt>
                <c:pt idx="2200">
                  <c:v>6.0270497659870477E-2</c:v>
                </c:pt>
                <c:pt idx="2201">
                  <c:v>6.0281392031221154E-2</c:v>
                </c:pt>
                <c:pt idx="2202">
                  <c:v>6.0283901692552877E-2</c:v>
                </c:pt>
                <c:pt idx="2203">
                  <c:v>6.0287101996563737E-2</c:v>
                </c:pt>
                <c:pt idx="2204">
                  <c:v>6.0297256345392222E-2</c:v>
                </c:pt>
                <c:pt idx="2205">
                  <c:v>6.0316241665725752E-2</c:v>
                </c:pt>
                <c:pt idx="2206">
                  <c:v>6.032611965214333E-2</c:v>
                </c:pt>
                <c:pt idx="2207">
                  <c:v>6.0327823477583288E-2</c:v>
                </c:pt>
                <c:pt idx="2208">
                  <c:v>6.0334041319112637E-2</c:v>
                </c:pt>
                <c:pt idx="2209">
                  <c:v>6.0340284117492309E-2</c:v>
                </c:pt>
                <c:pt idx="2210">
                  <c:v>6.0342561301746533E-2</c:v>
                </c:pt>
                <c:pt idx="2211">
                  <c:v>6.0344542582210246E-2</c:v>
                </c:pt>
                <c:pt idx="2212">
                  <c:v>6.0382981264968626E-2</c:v>
                </c:pt>
                <c:pt idx="2213">
                  <c:v>6.0396908044334403E-2</c:v>
                </c:pt>
                <c:pt idx="2214">
                  <c:v>6.0417517521539364E-2</c:v>
                </c:pt>
                <c:pt idx="2215">
                  <c:v>6.0422835810761556E-2</c:v>
                </c:pt>
                <c:pt idx="2216">
                  <c:v>6.0430965378177E-2</c:v>
                </c:pt>
                <c:pt idx="2217">
                  <c:v>6.0449971773648435E-2</c:v>
                </c:pt>
                <c:pt idx="2218">
                  <c:v>6.0473989815832373E-2</c:v>
                </c:pt>
                <c:pt idx="2219">
                  <c:v>6.0486695687042562E-2</c:v>
                </c:pt>
                <c:pt idx="2220">
                  <c:v>6.0493790941254844E-2</c:v>
                </c:pt>
                <c:pt idx="2221">
                  <c:v>6.0518048840195786E-2</c:v>
                </c:pt>
                <c:pt idx="2222">
                  <c:v>6.0525608337930588E-2</c:v>
                </c:pt>
                <c:pt idx="2223">
                  <c:v>6.05468040435743E-2</c:v>
                </c:pt>
                <c:pt idx="2224">
                  <c:v>6.0553159385146091E-2</c:v>
                </c:pt>
                <c:pt idx="2225">
                  <c:v>6.0561092168708412E-2</c:v>
                </c:pt>
                <c:pt idx="2226">
                  <c:v>6.0574205230590365E-2</c:v>
                </c:pt>
                <c:pt idx="2227">
                  <c:v>6.0580478227217315E-2</c:v>
                </c:pt>
                <c:pt idx="2228">
                  <c:v>6.0589371359072011E-2</c:v>
                </c:pt>
                <c:pt idx="2229">
                  <c:v>6.0615991576921366E-2</c:v>
                </c:pt>
                <c:pt idx="2230">
                  <c:v>6.0618358560217113E-2</c:v>
                </c:pt>
                <c:pt idx="2231">
                  <c:v>6.0635740533709577E-2</c:v>
                </c:pt>
                <c:pt idx="2232">
                  <c:v>6.0638033236300765E-2</c:v>
                </c:pt>
                <c:pt idx="2233">
                  <c:v>6.0655255094678139E-2</c:v>
                </c:pt>
                <c:pt idx="2234">
                  <c:v>6.06570367259169E-2</c:v>
                </c:pt>
                <c:pt idx="2235">
                  <c:v>6.0661607043478567E-2</c:v>
                </c:pt>
                <c:pt idx="2236">
                  <c:v>6.0666155823361219E-2</c:v>
                </c:pt>
                <c:pt idx="2237">
                  <c:v>6.0683347764540381E-2</c:v>
                </c:pt>
                <c:pt idx="2238">
                  <c:v>6.0712674401389596E-2</c:v>
                </c:pt>
                <c:pt idx="2239">
                  <c:v>6.0728781445473348E-2</c:v>
                </c:pt>
                <c:pt idx="2240">
                  <c:v>6.07316813059273E-2</c:v>
                </c:pt>
                <c:pt idx="2241">
                  <c:v>6.0742578892701286E-2</c:v>
                </c:pt>
                <c:pt idx="2242">
                  <c:v>6.0773220030485124E-2</c:v>
                </c:pt>
                <c:pt idx="2243">
                  <c:v>6.0783283902184876E-2</c:v>
                </c:pt>
                <c:pt idx="2244">
                  <c:v>6.0791984951694911E-2</c:v>
                </c:pt>
                <c:pt idx="2245">
                  <c:v>6.0798773202284745E-2</c:v>
                </c:pt>
                <c:pt idx="2246">
                  <c:v>6.080123570335115E-2</c:v>
                </c:pt>
                <c:pt idx="2247">
                  <c:v>6.080720483744731E-2</c:v>
                </c:pt>
                <c:pt idx="2248">
                  <c:v>6.0813874682297001E-2</c:v>
                </c:pt>
                <c:pt idx="2249">
                  <c:v>6.0817693806642904E-2</c:v>
                </c:pt>
                <c:pt idx="2250">
                  <c:v>6.0827594827439969E-2</c:v>
                </c:pt>
                <c:pt idx="2251">
                  <c:v>6.0827624844427809E-2</c:v>
                </c:pt>
                <c:pt idx="2252">
                  <c:v>6.0840564122616674E-2</c:v>
                </c:pt>
                <c:pt idx="2253">
                  <c:v>6.0856453557498164E-2</c:v>
                </c:pt>
                <c:pt idx="2254">
                  <c:v>6.0878312831960192E-2</c:v>
                </c:pt>
                <c:pt idx="2255">
                  <c:v>6.0893617102845563E-2</c:v>
                </c:pt>
                <c:pt idx="2256">
                  <c:v>6.0894770981729698E-2</c:v>
                </c:pt>
                <c:pt idx="2257">
                  <c:v>6.0895709067224156E-2</c:v>
                </c:pt>
                <c:pt idx="2258">
                  <c:v>6.0899800021676928E-2</c:v>
                </c:pt>
                <c:pt idx="2259">
                  <c:v>6.0909694762428045E-2</c:v>
                </c:pt>
                <c:pt idx="2260">
                  <c:v>6.0922703351518219E-2</c:v>
                </c:pt>
                <c:pt idx="2261">
                  <c:v>6.0926080033180043E-2</c:v>
                </c:pt>
                <c:pt idx="2262">
                  <c:v>6.0928268746445496E-2</c:v>
                </c:pt>
                <c:pt idx="2263">
                  <c:v>6.0931171743816896E-2</c:v>
                </c:pt>
                <c:pt idx="2264">
                  <c:v>6.0939693723887606E-2</c:v>
                </c:pt>
                <c:pt idx="2265">
                  <c:v>6.0946077531087585E-2</c:v>
                </c:pt>
                <c:pt idx="2266">
                  <c:v>6.0968124415253247E-2</c:v>
                </c:pt>
                <c:pt idx="2267">
                  <c:v>6.0969256550935116E-2</c:v>
                </c:pt>
                <c:pt idx="2268">
                  <c:v>6.0986449496351021E-2</c:v>
                </c:pt>
                <c:pt idx="2269">
                  <c:v>6.0998203981784953E-2</c:v>
                </c:pt>
                <c:pt idx="2270">
                  <c:v>6.1000873407125629E-2</c:v>
                </c:pt>
                <c:pt idx="2271">
                  <c:v>6.1009238026776179E-2</c:v>
                </c:pt>
                <c:pt idx="2272">
                  <c:v>6.1064347582661771E-2</c:v>
                </c:pt>
                <c:pt idx="2273">
                  <c:v>6.108333219726312E-2</c:v>
                </c:pt>
                <c:pt idx="2274">
                  <c:v>6.1099747118938209E-2</c:v>
                </c:pt>
                <c:pt idx="2275">
                  <c:v>6.1115251589032374E-2</c:v>
                </c:pt>
                <c:pt idx="2276">
                  <c:v>6.1116990113354502E-2</c:v>
                </c:pt>
                <c:pt idx="2277">
                  <c:v>6.1124378688197027E-2</c:v>
                </c:pt>
                <c:pt idx="2278">
                  <c:v>6.114438066606754E-2</c:v>
                </c:pt>
                <c:pt idx="2279">
                  <c:v>6.115221085378534E-2</c:v>
                </c:pt>
                <c:pt idx="2280">
                  <c:v>6.1175876536763922E-2</c:v>
                </c:pt>
                <c:pt idx="2281">
                  <c:v>6.1193775651305932E-2</c:v>
                </c:pt>
                <c:pt idx="2282">
                  <c:v>6.1197481317954154E-2</c:v>
                </c:pt>
                <c:pt idx="2283">
                  <c:v>6.1217404098952898E-2</c:v>
                </c:pt>
                <c:pt idx="2284">
                  <c:v>6.1223508292771213E-2</c:v>
                </c:pt>
                <c:pt idx="2285">
                  <c:v>6.1225775384789051E-2</c:v>
                </c:pt>
                <c:pt idx="2286">
                  <c:v>6.1227685497273074E-2</c:v>
                </c:pt>
                <c:pt idx="2287">
                  <c:v>6.1232868722079455E-2</c:v>
                </c:pt>
                <c:pt idx="2288">
                  <c:v>6.1232881067721553E-2</c:v>
                </c:pt>
                <c:pt idx="2289">
                  <c:v>6.1234313704170699E-2</c:v>
                </c:pt>
                <c:pt idx="2290">
                  <c:v>6.1236149113629665E-2</c:v>
                </c:pt>
                <c:pt idx="2291">
                  <c:v>6.1260432202285268E-2</c:v>
                </c:pt>
                <c:pt idx="2292">
                  <c:v>6.1268536352188471E-2</c:v>
                </c:pt>
                <c:pt idx="2293">
                  <c:v>6.1306795134830269E-2</c:v>
                </c:pt>
                <c:pt idx="2294">
                  <c:v>6.1311185621426553E-2</c:v>
                </c:pt>
                <c:pt idx="2295">
                  <c:v>6.1312805045950242E-2</c:v>
                </c:pt>
                <c:pt idx="2296">
                  <c:v>6.1325824864940211E-2</c:v>
                </c:pt>
                <c:pt idx="2297">
                  <c:v>6.1332954767181841E-2</c:v>
                </c:pt>
                <c:pt idx="2298">
                  <c:v>6.1333743761525276E-2</c:v>
                </c:pt>
                <c:pt idx="2299">
                  <c:v>6.1347755383666498E-2</c:v>
                </c:pt>
                <c:pt idx="2300">
                  <c:v>6.1349704248653825E-2</c:v>
                </c:pt>
                <c:pt idx="2301">
                  <c:v>6.1382159887214571E-2</c:v>
                </c:pt>
                <c:pt idx="2302">
                  <c:v>6.1389021070672893E-2</c:v>
                </c:pt>
                <c:pt idx="2303">
                  <c:v>6.1389976468884486E-2</c:v>
                </c:pt>
                <c:pt idx="2304">
                  <c:v>6.1398677428157168E-2</c:v>
                </c:pt>
                <c:pt idx="2305">
                  <c:v>6.1419313524744064E-2</c:v>
                </c:pt>
                <c:pt idx="2306">
                  <c:v>6.1434449796417843E-2</c:v>
                </c:pt>
                <c:pt idx="2307">
                  <c:v>6.1468080793711403E-2</c:v>
                </c:pt>
                <c:pt idx="2308">
                  <c:v>6.1498406922166807E-2</c:v>
                </c:pt>
                <c:pt idx="2309">
                  <c:v>6.1504078553304184E-2</c:v>
                </c:pt>
                <c:pt idx="2310">
                  <c:v>6.1507007550625187E-2</c:v>
                </c:pt>
                <c:pt idx="2311">
                  <c:v>6.1517419183424744E-2</c:v>
                </c:pt>
                <c:pt idx="2312">
                  <c:v>6.1534069325291166E-2</c:v>
                </c:pt>
                <c:pt idx="2313">
                  <c:v>6.1534227460798729E-2</c:v>
                </c:pt>
                <c:pt idx="2314">
                  <c:v>6.1541724307214718E-2</c:v>
                </c:pt>
                <c:pt idx="2315">
                  <c:v>6.1545003466501921E-2</c:v>
                </c:pt>
                <c:pt idx="2316">
                  <c:v>6.1560649490245006E-2</c:v>
                </c:pt>
                <c:pt idx="2317">
                  <c:v>6.1569698204084658E-2</c:v>
                </c:pt>
                <c:pt idx="2318">
                  <c:v>6.1571773389682088E-2</c:v>
                </c:pt>
                <c:pt idx="2319">
                  <c:v>6.1578485822240417E-2</c:v>
                </c:pt>
                <c:pt idx="2320">
                  <c:v>6.1581869557945507E-2</c:v>
                </c:pt>
                <c:pt idx="2321">
                  <c:v>6.1586940993727982E-2</c:v>
                </c:pt>
                <c:pt idx="2322">
                  <c:v>6.1601626607653615E-2</c:v>
                </c:pt>
                <c:pt idx="2323">
                  <c:v>6.1606506900010662E-2</c:v>
                </c:pt>
                <c:pt idx="2324">
                  <c:v>6.1606521863851932E-2</c:v>
                </c:pt>
                <c:pt idx="2325">
                  <c:v>6.1618617763761041E-2</c:v>
                </c:pt>
                <c:pt idx="2326">
                  <c:v>6.1627121539333592E-2</c:v>
                </c:pt>
                <c:pt idx="2327">
                  <c:v>6.1647160264801097E-2</c:v>
                </c:pt>
                <c:pt idx="2328">
                  <c:v>6.1649951888539195E-2</c:v>
                </c:pt>
                <c:pt idx="2329">
                  <c:v>6.1651589175635547E-2</c:v>
                </c:pt>
                <c:pt idx="2330">
                  <c:v>6.1659678687405885E-2</c:v>
                </c:pt>
                <c:pt idx="2331">
                  <c:v>6.1660493816789667E-2</c:v>
                </c:pt>
                <c:pt idx="2332">
                  <c:v>6.1669075961155437E-2</c:v>
                </c:pt>
                <c:pt idx="2333">
                  <c:v>6.1691460972629092E-2</c:v>
                </c:pt>
                <c:pt idx="2334">
                  <c:v>6.170291144160775E-2</c:v>
                </c:pt>
                <c:pt idx="2335">
                  <c:v>6.1711965385298453E-2</c:v>
                </c:pt>
                <c:pt idx="2336">
                  <c:v>6.1726895672639247E-2</c:v>
                </c:pt>
                <c:pt idx="2337">
                  <c:v>6.1765887755770535E-2</c:v>
                </c:pt>
                <c:pt idx="2338">
                  <c:v>6.1780663100865607E-2</c:v>
                </c:pt>
                <c:pt idx="2339">
                  <c:v>6.179642087391321E-2</c:v>
                </c:pt>
                <c:pt idx="2340">
                  <c:v>6.1797400631210926E-2</c:v>
                </c:pt>
                <c:pt idx="2341">
                  <c:v>6.1797939885747603E-2</c:v>
                </c:pt>
                <c:pt idx="2342">
                  <c:v>6.180338831921494E-2</c:v>
                </c:pt>
                <c:pt idx="2343">
                  <c:v>6.1809150944785826E-2</c:v>
                </c:pt>
                <c:pt idx="2344">
                  <c:v>6.1812477407178962E-2</c:v>
                </c:pt>
                <c:pt idx="2345">
                  <c:v>6.1827824950010282E-2</c:v>
                </c:pt>
                <c:pt idx="2346">
                  <c:v>6.1845273066125118E-2</c:v>
                </c:pt>
                <c:pt idx="2347">
                  <c:v>6.185558203513894E-2</c:v>
                </c:pt>
                <c:pt idx="2348">
                  <c:v>6.1855584481004276E-2</c:v>
                </c:pt>
                <c:pt idx="2349">
                  <c:v>6.1866578965594721E-2</c:v>
                </c:pt>
                <c:pt idx="2350">
                  <c:v>6.1883693215067315E-2</c:v>
                </c:pt>
                <c:pt idx="2351">
                  <c:v>6.1885543381667955E-2</c:v>
                </c:pt>
                <c:pt idx="2352">
                  <c:v>6.1892102040970585E-2</c:v>
                </c:pt>
                <c:pt idx="2353">
                  <c:v>6.19043255416271E-2</c:v>
                </c:pt>
                <c:pt idx="2354">
                  <c:v>6.1936681792848974E-2</c:v>
                </c:pt>
                <c:pt idx="2355">
                  <c:v>6.1952692121886054E-2</c:v>
                </c:pt>
                <c:pt idx="2356">
                  <c:v>6.1969167332702177E-2</c:v>
                </c:pt>
                <c:pt idx="2357">
                  <c:v>6.1981560102715778E-2</c:v>
                </c:pt>
                <c:pt idx="2358">
                  <c:v>6.1994142616999606E-2</c:v>
                </c:pt>
                <c:pt idx="2359">
                  <c:v>6.2004574902765432E-2</c:v>
                </c:pt>
                <c:pt idx="2360">
                  <c:v>6.2033400544676195E-2</c:v>
                </c:pt>
                <c:pt idx="2361">
                  <c:v>6.2033733888273282E-2</c:v>
                </c:pt>
                <c:pt idx="2362">
                  <c:v>6.2043286044597641E-2</c:v>
                </c:pt>
                <c:pt idx="2363">
                  <c:v>6.2074075478300135E-2</c:v>
                </c:pt>
                <c:pt idx="2364">
                  <c:v>6.2079784415518535E-2</c:v>
                </c:pt>
                <c:pt idx="2365">
                  <c:v>6.208771973874018E-2</c:v>
                </c:pt>
                <c:pt idx="2366">
                  <c:v>6.2097775479470103E-2</c:v>
                </c:pt>
                <c:pt idx="2367">
                  <c:v>6.2101652918353754E-2</c:v>
                </c:pt>
                <c:pt idx="2368">
                  <c:v>6.2119610111296818E-2</c:v>
                </c:pt>
                <c:pt idx="2369">
                  <c:v>6.2128506955188477E-2</c:v>
                </c:pt>
                <c:pt idx="2370">
                  <c:v>6.2131604719284771E-2</c:v>
                </c:pt>
                <c:pt idx="2371">
                  <c:v>6.2132322372227336E-2</c:v>
                </c:pt>
                <c:pt idx="2372">
                  <c:v>6.213706504886541E-2</c:v>
                </c:pt>
                <c:pt idx="2373">
                  <c:v>6.2162668788164656E-2</c:v>
                </c:pt>
                <c:pt idx="2374">
                  <c:v>6.2171962942736921E-2</c:v>
                </c:pt>
                <c:pt idx="2375">
                  <c:v>6.2190363273212576E-2</c:v>
                </c:pt>
                <c:pt idx="2376">
                  <c:v>6.2195261380804237E-2</c:v>
                </c:pt>
                <c:pt idx="2377">
                  <c:v>6.2199283486103159E-2</c:v>
                </c:pt>
                <c:pt idx="2378">
                  <c:v>6.2212701730464642E-2</c:v>
                </c:pt>
                <c:pt idx="2379">
                  <c:v>6.2212994582051671E-2</c:v>
                </c:pt>
                <c:pt idx="2380">
                  <c:v>6.2225709365777503E-2</c:v>
                </c:pt>
                <c:pt idx="2381">
                  <c:v>6.223147924741481E-2</c:v>
                </c:pt>
                <c:pt idx="2382">
                  <c:v>6.2236449511968196E-2</c:v>
                </c:pt>
                <c:pt idx="2383">
                  <c:v>6.2243426974251718E-2</c:v>
                </c:pt>
                <c:pt idx="2384">
                  <c:v>6.2258272970522645E-2</c:v>
                </c:pt>
                <c:pt idx="2385">
                  <c:v>6.228553636359168E-2</c:v>
                </c:pt>
                <c:pt idx="2386">
                  <c:v>6.2319122679776677E-2</c:v>
                </c:pt>
                <c:pt idx="2387">
                  <c:v>6.2320064759368909E-2</c:v>
                </c:pt>
                <c:pt idx="2388">
                  <c:v>6.2323498928397093E-2</c:v>
                </c:pt>
                <c:pt idx="2389">
                  <c:v>6.2327216291845011E-2</c:v>
                </c:pt>
                <c:pt idx="2390">
                  <c:v>6.2330410046012745E-2</c:v>
                </c:pt>
                <c:pt idx="2391">
                  <c:v>6.2348910505247615E-2</c:v>
                </c:pt>
                <c:pt idx="2392">
                  <c:v>6.2383185014171685E-2</c:v>
                </c:pt>
                <c:pt idx="2393">
                  <c:v>6.2407228267360414E-2</c:v>
                </c:pt>
                <c:pt idx="2394">
                  <c:v>6.2412352174196516E-2</c:v>
                </c:pt>
                <c:pt idx="2395">
                  <c:v>6.2412417291306234E-2</c:v>
                </c:pt>
                <c:pt idx="2396">
                  <c:v>6.2433862182798866E-2</c:v>
                </c:pt>
                <c:pt idx="2397">
                  <c:v>6.2476823753784251E-2</c:v>
                </c:pt>
                <c:pt idx="2398">
                  <c:v>6.2485843767772373E-2</c:v>
                </c:pt>
                <c:pt idx="2399">
                  <c:v>6.2487030184425411E-2</c:v>
                </c:pt>
                <c:pt idx="2400">
                  <c:v>6.2487776430299208E-2</c:v>
                </c:pt>
                <c:pt idx="2401">
                  <c:v>6.248904458053256E-2</c:v>
                </c:pt>
                <c:pt idx="2402">
                  <c:v>6.2493918310689345E-2</c:v>
                </c:pt>
                <c:pt idx="2403">
                  <c:v>6.2499160181349482E-2</c:v>
                </c:pt>
                <c:pt idx="2404">
                  <c:v>6.2505015055167798E-2</c:v>
                </c:pt>
                <c:pt idx="2405">
                  <c:v>6.2505388799600339E-2</c:v>
                </c:pt>
                <c:pt idx="2406">
                  <c:v>6.2516536987252389E-2</c:v>
                </c:pt>
                <c:pt idx="2407">
                  <c:v>6.2519165538489962E-2</c:v>
                </c:pt>
                <c:pt idx="2408">
                  <c:v>6.2524678502852829E-2</c:v>
                </c:pt>
                <c:pt idx="2409">
                  <c:v>6.2537776819058685E-2</c:v>
                </c:pt>
                <c:pt idx="2410">
                  <c:v>6.2552670781883826E-2</c:v>
                </c:pt>
                <c:pt idx="2411">
                  <c:v>6.2564864946156276E-2</c:v>
                </c:pt>
                <c:pt idx="2412">
                  <c:v>6.2565601606428961E-2</c:v>
                </c:pt>
                <c:pt idx="2413">
                  <c:v>6.2582398917887264E-2</c:v>
                </c:pt>
                <c:pt idx="2414">
                  <c:v>6.2613951800511269E-2</c:v>
                </c:pt>
                <c:pt idx="2415">
                  <c:v>6.2630324546416177E-2</c:v>
                </c:pt>
                <c:pt idx="2416">
                  <c:v>6.2632320212677561E-2</c:v>
                </c:pt>
                <c:pt idx="2417">
                  <c:v>6.2632551555223612E-2</c:v>
                </c:pt>
                <c:pt idx="2418">
                  <c:v>6.2636025974873694E-2</c:v>
                </c:pt>
                <c:pt idx="2419">
                  <c:v>6.2673710036990155E-2</c:v>
                </c:pt>
                <c:pt idx="2420">
                  <c:v>6.2685925796766864E-2</c:v>
                </c:pt>
                <c:pt idx="2421">
                  <c:v>6.2686268823500119E-2</c:v>
                </c:pt>
                <c:pt idx="2422">
                  <c:v>6.2686543652741192E-2</c:v>
                </c:pt>
                <c:pt idx="2423">
                  <c:v>6.2712190221472175E-2</c:v>
                </c:pt>
                <c:pt idx="2424">
                  <c:v>6.2729371283923141E-2</c:v>
                </c:pt>
                <c:pt idx="2425">
                  <c:v>6.2740192873124448E-2</c:v>
                </c:pt>
                <c:pt idx="2426">
                  <c:v>6.274853150803153E-2</c:v>
                </c:pt>
                <c:pt idx="2427">
                  <c:v>6.2764862383257902E-2</c:v>
                </c:pt>
                <c:pt idx="2428">
                  <c:v>6.280509457915634E-2</c:v>
                </c:pt>
                <c:pt idx="2429">
                  <c:v>6.2806091755985047E-2</c:v>
                </c:pt>
                <c:pt idx="2430">
                  <c:v>6.2829829220827527E-2</c:v>
                </c:pt>
                <c:pt idx="2431">
                  <c:v>6.2834604657379473E-2</c:v>
                </c:pt>
                <c:pt idx="2432">
                  <c:v>6.2835235645798598E-2</c:v>
                </c:pt>
                <c:pt idx="2433">
                  <c:v>6.2845919903052883E-2</c:v>
                </c:pt>
                <c:pt idx="2434">
                  <c:v>6.2846683463498462E-2</c:v>
                </c:pt>
                <c:pt idx="2435">
                  <c:v>6.2853049579244355E-2</c:v>
                </c:pt>
                <c:pt idx="2436">
                  <c:v>6.2856164580610802E-2</c:v>
                </c:pt>
                <c:pt idx="2437">
                  <c:v>6.2860315404021927E-2</c:v>
                </c:pt>
                <c:pt idx="2438">
                  <c:v>6.286057752297268E-2</c:v>
                </c:pt>
                <c:pt idx="2439">
                  <c:v>6.2872383906904097E-2</c:v>
                </c:pt>
                <c:pt idx="2440">
                  <c:v>6.2881261022180265E-2</c:v>
                </c:pt>
                <c:pt idx="2441">
                  <c:v>6.2904889314844531E-2</c:v>
                </c:pt>
                <c:pt idx="2442">
                  <c:v>6.291729552175615E-2</c:v>
                </c:pt>
                <c:pt idx="2443">
                  <c:v>6.2920249755458138E-2</c:v>
                </c:pt>
                <c:pt idx="2444">
                  <c:v>6.2955847005444557E-2</c:v>
                </c:pt>
                <c:pt idx="2445">
                  <c:v>6.2994882530342605E-2</c:v>
                </c:pt>
                <c:pt idx="2446">
                  <c:v>6.2998846742432016E-2</c:v>
                </c:pt>
                <c:pt idx="2447">
                  <c:v>6.3004985345786718E-2</c:v>
                </c:pt>
                <c:pt idx="2448">
                  <c:v>6.3013598780314151E-2</c:v>
                </c:pt>
                <c:pt idx="2449">
                  <c:v>6.3014999204389646E-2</c:v>
                </c:pt>
                <c:pt idx="2450">
                  <c:v>6.3028759812484431E-2</c:v>
                </c:pt>
                <c:pt idx="2451">
                  <c:v>6.3030013937099422E-2</c:v>
                </c:pt>
                <c:pt idx="2452">
                  <c:v>6.3048016190652575E-2</c:v>
                </c:pt>
                <c:pt idx="2453">
                  <c:v>6.305113094592181E-2</c:v>
                </c:pt>
                <c:pt idx="2454">
                  <c:v>6.305243972114162E-2</c:v>
                </c:pt>
                <c:pt idx="2455">
                  <c:v>6.3080584795054351E-2</c:v>
                </c:pt>
                <c:pt idx="2456">
                  <c:v>6.3092467916140274E-2</c:v>
                </c:pt>
                <c:pt idx="2457">
                  <c:v>6.3120008763496091E-2</c:v>
                </c:pt>
                <c:pt idx="2458">
                  <c:v>6.3122605525382319E-2</c:v>
                </c:pt>
                <c:pt idx="2459">
                  <c:v>6.312631357541458E-2</c:v>
                </c:pt>
                <c:pt idx="2460">
                  <c:v>6.3135945311644667E-2</c:v>
                </c:pt>
                <c:pt idx="2461">
                  <c:v>6.3139754789908936E-2</c:v>
                </c:pt>
                <c:pt idx="2462">
                  <c:v>6.3154099221295501E-2</c:v>
                </c:pt>
                <c:pt idx="2463">
                  <c:v>6.318964110689855E-2</c:v>
                </c:pt>
                <c:pt idx="2464">
                  <c:v>6.3216194193385575E-2</c:v>
                </c:pt>
                <c:pt idx="2465">
                  <c:v>6.32198379209616E-2</c:v>
                </c:pt>
                <c:pt idx="2466">
                  <c:v>6.3242836323724419E-2</c:v>
                </c:pt>
                <c:pt idx="2467">
                  <c:v>6.3246548454942805E-2</c:v>
                </c:pt>
                <c:pt idx="2468">
                  <c:v>6.3247784315916877E-2</c:v>
                </c:pt>
                <c:pt idx="2469">
                  <c:v>6.3259329193920938E-2</c:v>
                </c:pt>
                <c:pt idx="2470">
                  <c:v>6.3265989251332103E-2</c:v>
                </c:pt>
                <c:pt idx="2471">
                  <c:v>6.3280110523415006E-2</c:v>
                </c:pt>
                <c:pt idx="2472">
                  <c:v>6.328487843543161E-2</c:v>
                </c:pt>
                <c:pt idx="2473">
                  <c:v>6.3286908969852396E-2</c:v>
                </c:pt>
                <c:pt idx="2474">
                  <c:v>6.3323879737483851E-2</c:v>
                </c:pt>
                <c:pt idx="2475">
                  <c:v>6.3327640828276383E-2</c:v>
                </c:pt>
                <c:pt idx="2476">
                  <c:v>6.3333359752089508E-2</c:v>
                </c:pt>
                <c:pt idx="2477">
                  <c:v>6.3336141948824573E-2</c:v>
                </c:pt>
                <c:pt idx="2478">
                  <c:v>6.3343462744645446E-2</c:v>
                </c:pt>
                <c:pt idx="2479">
                  <c:v>6.3347321397349596E-2</c:v>
                </c:pt>
                <c:pt idx="2480">
                  <c:v>6.3355741927840686E-2</c:v>
                </c:pt>
                <c:pt idx="2481">
                  <c:v>6.3360194690238042E-2</c:v>
                </c:pt>
                <c:pt idx="2482">
                  <c:v>6.3370063940203156E-2</c:v>
                </c:pt>
                <c:pt idx="2483">
                  <c:v>6.3370498889684157E-2</c:v>
                </c:pt>
                <c:pt idx="2484">
                  <c:v>6.3402411049328949E-2</c:v>
                </c:pt>
                <c:pt idx="2485">
                  <c:v>6.3408494462771137E-2</c:v>
                </c:pt>
                <c:pt idx="2486">
                  <c:v>6.3426542485381848E-2</c:v>
                </c:pt>
                <c:pt idx="2487">
                  <c:v>6.3429304861967281E-2</c:v>
                </c:pt>
                <c:pt idx="2488">
                  <c:v>6.3435792119979059E-2</c:v>
                </c:pt>
                <c:pt idx="2489">
                  <c:v>6.3445946203695647E-2</c:v>
                </c:pt>
                <c:pt idx="2490">
                  <c:v>6.3464493659933355E-2</c:v>
                </c:pt>
                <c:pt idx="2491">
                  <c:v>6.3468324609561769E-2</c:v>
                </c:pt>
                <c:pt idx="2492">
                  <c:v>6.3480969012028918E-2</c:v>
                </c:pt>
                <c:pt idx="2493">
                  <c:v>6.3491257761888992E-2</c:v>
                </c:pt>
                <c:pt idx="2494">
                  <c:v>6.3502465145840056E-2</c:v>
                </c:pt>
                <c:pt idx="2495">
                  <c:v>6.3504035712105084E-2</c:v>
                </c:pt>
                <c:pt idx="2496">
                  <c:v>6.3520870818202721E-2</c:v>
                </c:pt>
                <c:pt idx="2497">
                  <c:v>6.3523033659043007E-2</c:v>
                </c:pt>
                <c:pt idx="2498">
                  <c:v>6.3536069769244169E-2</c:v>
                </c:pt>
                <c:pt idx="2499">
                  <c:v>6.3549646671982263E-2</c:v>
                </c:pt>
                <c:pt idx="2500">
                  <c:v>6.3549671584868378E-2</c:v>
                </c:pt>
                <c:pt idx="2501">
                  <c:v>6.3562065440810903E-2</c:v>
                </c:pt>
                <c:pt idx="2502">
                  <c:v>6.3596936570154208E-2</c:v>
                </c:pt>
                <c:pt idx="2503">
                  <c:v>6.361779237855239E-2</c:v>
                </c:pt>
                <c:pt idx="2504">
                  <c:v>6.3629996491837662E-2</c:v>
                </c:pt>
                <c:pt idx="2505">
                  <c:v>6.3640894472767343E-2</c:v>
                </c:pt>
                <c:pt idx="2506">
                  <c:v>6.3675122201566736E-2</c:v>
                </c:pt>
                <c:pt idx="2507">
                  <c:v>6.3677774844026189E-2</c:v>
                </c:pt>
                <c:pt idx="2508">
                  <c:v>6.3687550148736463E-2</c:v>
                </c:pt>
                <c:pt idx="2509">
                  <c:v>6.3703245524035237E-2</c:v>
                </c:pt>
                <c:pt idx="2510">
                  <c:v>6.3740606183851592E-2</c:v>
                </c:pt>
                <c:pt idx="2511">
                  <c:v>6.3765698519322997E-2</c:v>
                </c:pt>
                <c:pt idx="2512">
                  <c:v>6.3767762563097907E-2</c:v>
                </c:pt>
                <c:pt idx="2513">
                  <c:v>6.3769208829318302E-2</c:v>
                </c:pt>
                <c:pt idx="2514">
                  <c:v>6.3783882329793012E-2</c:v>
                </c:pt>
                <c:pt idx="2515">
                  <c:v>6.3786447187072298E-2</c:v>
                </c:pt>
                <c:pt idx="2516">
                  <c:v>6.3793369463786317E-2</c:v>
                </c:pt>
                <c:pt idx="2517">
                  <c:v>6.3796029016477102E-2</c:v>
                </c:pt>
                <c:pt idx="2518">
                  <c:v>6.3809094365347221E-2</c:v>
                </c:pt>
                <c:pt idx="2519">
                  <c:v>6.3814039544073484E-2</c:v>
                </c:pt>
                <c:pt idx="2520">
                  <c:v>6.3839192673041167E-2</c:v>
                </c:pt>
                <c:pt idx="2521">
                  <c:v>6.3844154213480636E-2</c:v>
                </c:pt>
                <c:pt idx="2522">
                  <c:v>6.3851233171910424E-2</c:v>
                </c:pt>
                <c:pt idx="2523">
                  <c:v>6.3860082811667301E-2</c:v>
                </c:pt>
                <c:pt idx="2524">
                  <c:v>6.3870734372247578E-2</c:v>
                </c:pt>
                <c:pt idx="2525">
                  <c:v>6.3884730740782783E-2</c:v>
                </c:pt>
                <c:pt idx="2526">
                  <c:v>6.3897833356577963E-2</c:v>
                </c:pt>
                <c:pt idx="2527">
                  <c:v>6.3909837496915534E-2</c:v>
                </c:pt>
                <c:pt idx="2528">
                  <c:v>6.3934225564204764E-2</c:v>
                </c:pt>
                <c:pt idx="2529">
                  <c:v>6.3939324788867657E-2</c:v>
                </c:pt>
                <c:pt idx="2530">
                  <c:v>6.3949159286819809E-2</c:v>
                </c:pt>
                <c:pt idx="2531">
                  <c:v>6.3971164170888703E-2</c:v>
                </c:pt>
                <c:pt idx="2532">
                  <c:v>6.3988025857617967E-2</c:v>
                </c:pt>
                <c:pt idx="2533">
                  <c:v>6.401577427455743E-2</c:v>
                </c:pt>
                <c:pt idx="2534">
                  <c:v>6.4016193247910802E-2</c:v>
                </c:pt>
                <c:pt idx="2535">
                  <c:v>6.4044548986351521E-2</c:v>
                </c:pt>
                <c:pt idx="2536">
                  <c:v>6.4066584320456421E-2</c:v>
                </c:pt>
                <c:pt idx="2537">
                  <c:v>6.4076619902566856E-2</c:v>
                </c:pt>
                <c:pt idx="2538">
                  <c:v>6.4093207225597693E-2</c:v>
                </c:pt>
                <c:pt idx="2539">
                  <c:v>6.4107596006402451E-2</c:v>
                </c:pt>
                <c:pt idx="2540">
                  <c:v>6.4109689611345277E-2</c:v>
                </c:pt>
                <c:pt idx="2541">
                  <c:v>6.4110675708401746E-2</c:v>
                </c:pt>
                <c:pt idx="2542">
                  <c:v>6.4112492275251162E-2</c:v>
                </c:pt>
                <c:pt idx="2543">
                  <c:v>6.4115927312097462E-2</c:v>
                </c:pt>
                <c:pt idx="2544">
                  <c:v>6.4132048465210131E-2</c:v>
                </c:pt>
                <c:pt idx="2545">
                  <c:v>6.4168681301346966E-2</c:v>
                </c:pt>
                <c:pt idx="2546">
                  <c:v>6.4179320997662784E-2</c:v>
                </c:pt>
                <c:pt idx="2547">
                  <c:v>6.4182339552560447E-2</c:v>
                </c:pt>
                <c:pt idx="2548">
                  <c:v>6.4190155870730431E-2</c:v>
                </c:pt>
                <c:pt idx="2549">
                  <c:v>6.4198534948416833E-2</c:v>
                </c:pt>
                <c:pt idx="2550">
                  <c:v>6.4206976438955288E-2</c:v>
                </c:pt>
                <c:pt idx="2551">
                  <c:v>6.4218946593843737E-2</c:v>
                </c:pt>
                <c:pt idx="2552">
                  <c:v>6.4226901976265446E-2</c:v>
                </c:pt>
                <c:pt idx="2553">
                  <c:v>6.4228051756987009E-2</c:v>
                </c:pt>
                <c:pt idx="2554">
                  <c:v>6.4228882762257175E-2</c:v>
                </c:pt>
                <c:pt idx="2555">
                  <c:v>6.4235918714440107E-2</c:v>
                </c:pt>
                <c:pt idx="2556">
                  <c:v>6.4237904400847298E-2</c:v>
                </c:pt>
                <c:pt idx="2557">
                  <c:v>6.4243513021163115E-2</c:v>
                </c:pt>
                <c:pt idx="2558">
                  <c:v>6.4247394479482842E-2</c:v>
                </c:pt>
                <c:pt idx="2559">
                  <c:v>6.4258538346812499E-2</c:v>
                </c:pt>
                <c:pt idx="2560">
                  <c:v>6.4270728587726478E-2</c:v>
                </c:pt>
                <c:pt idx="2561">
                  <c:v>6.4272808696833397E-2</c:v>
                </c:pt>
                <c:pt idx="2562">
                  <c:v>6.4276976039338768E-2</c:v>
                </c:pt>
                <c:pt idx="2563">
                  <c:v>6.4280887689072738E-2</c:v>
                </c:pt>
                <c:pt idx="2564">
                  <c:v>6.4285511660352818E-2</c:v>
                </c:pt>
                <c:pt idx="2565">
                  <c:v>6.4325219350511692E-2</c:v>
                </c:pt>
                <c:pt idx="2566">
                  <c:v>6.4333281859799349E-2</c:v>
                </c:pt>
                <c:pt idx="2567">
                  <c:v>6.4357768906049148E-2</c:v>
                </c:pt>
                <c:pt idx="2568">
                  <c:v>6.4364881589347916E-2</c:v>
                </c:pt>
                <c:pt idx="2569">
                  <c:v>6.4366801109438626E-2</c:v>
                </c:pt>
                <c:pt idx="2570">
                  <c:v>6.4375911393202603E-2</c:v>
                </c:pt>
                <c:pt idx="2571">
                  <c:v>6.4392242202222422E-2</c:v>
                </c:pt>
                <c:pt idx="2572">
                  <c:v>6.4433627659860257E-2</c:v>
                </c:pt>
                <c:pt idx="2573">
                  <c:v>6.4448986956824508E-2</c:v>
                </c:pt>
                <c:pt idx="2574">
                  <c:v>6.4455047507386148E-2</c:v>
                </c:pt>
                <c:pt idx="2575">
                  <c:v>6.4480112890100347E-2</c:v>
                </c:pt>
                <c:pt idx="2576">
                  <c:v>6.4514832003024658E-2</c:v>
                </c:pt>
                <c:pt idx="2577">
                  <c:v>6.4554941805927912E-2</c:v>
                </c:pt>
                <c:pt idx="2578">
                  <c:v>6.4565417538745576E-2</c:v>
                </c:pt>
                <c:pt idx="2579">
                  <c:v>6.4587574905709724E-2</c:v>
                </c:pt>
                <c:pt idx="2580">
                  <c:v>6.4617075929927312E-2</c:v>
                </c:pt>
                <c:pt idx="2581">
                  <c:v>6.4618533049538518E-2</c:v>
                </c:pt>
                <c:pt idx="2582">
                  <c:v>6.4627420151121148E-2</c:v>
                </c:pt>
                <c:pt idx="2583">
                  <c:v>6.4628002406711099E-2</c:v>
                </c:pt>
                <c:pt idx="2584">
                  <c:v>6.4632330708870228E-2</c:v>
                </c:pt>
                <c:pt idx="2585">
                  <c:v>6.4632832503359633E-2</c:v>
                </c:pt>
                <c:pt idx="2586">
                  <c:v>6.4633940843201565E-2</c:v>
                </c:pt>
                <c:pt idx="2587">
                  <c:v>6.463991861181459E-2</c:v>
                </c:pt>
                <c:pt idx="2588">
                  <c:v>6.4664802284258902E-2</c:v>
                </c:pt>
                <c:pt idx="2589">
                  <c:v>6.4717962954575589E-2</c:v>
                </c:pt>
                <c:pt idx="2590">
                  <c:v>6.4724751693099769E-2</c:v>
                </c:pt>
                <c:pt idx="2591">
                  <c:v>6.4728748518430052E-2</c:v>
                </c:pt>
                <c:pt idx="2592">
                  <c:v>6.4731165381543498E-2</c:v>
                </c:pt>
                <c:pt idx="2593">
                  <c:v>6.4766073588436557E-2</c:v>
                </c:pt>
                <c:pt idx="2594">
                  <c:v>6.4774777740191941E-2</c:v>
                </c:pt>
                <c:pt idx="2595">
                  <c:v>6.4787992615120624E-2</c:v>
                </c:pt>
                <c:pt idx="2596">
                  <c:v>6.479540460035503E-2</c:v>
                </c:pt>
                <c:pt idx="2597">
                  <c:v>6.4795932543952217E-2</c:v>
                </c:pt>
                <c:pt idx="2598">
                  <c:v>6.4796015645312205E-2</c:v>
                </c:pt>
                <c:pt idx="2599">
                  <c:v>6.4849371150844187E-2</c:v>
                </c:pt>
                <c:pt idx="2600">
                  <c:v>6.4856361286641753E-2</c:v>
                </c:pt>
                <c:pt idx="2601">
                  <c:v>6.486258462835047E-2</c:v>
                </c:pt>
                <c:pt idx="2602">
                  <c:v>6.4899627602031176E-2</c:v>
                </c:pt>
                <c:pt idx="2603">
                  <c:v>6.4903015343202017E-2</c:v>
                </c:pt>
                <c:pt idx="2604">
                  <c:v>6.4903626644623638E-2</c:v>
                </c:pt>
                <c:pt idx="2605">
                  <c:v>6.4905926696431679E-2</c:v>
                </c:pt>
                <c:pt idx="2606">
                  <c:v>6.4911587570963505E-2</c:v>
                </c:pt>
                <c:pt idx="2607">
                  <c:v>6.4934937601247744E-2</c:v>
                </c:pt>
                <c:pt idx="2608">
                  <c:v>6.495239683329504E-2</c:v>
                </c:pt>
                <c:pt idx="2609">
                  <c:v>6.4962720629575491E-2</c:v>
                </c:pt>
                <c:pt idx="2610">
                  <c:v>6.4963451273598163E-2</c:v>
                </c:pt>
                <c:pt idx="2611">
                  <c:v>6.4964739523907675E-2</c:v>
                </c:pt>
                <c:pt idx="2612">
                  <c:v>6.4973871085462973E-2</c:v>
                </c:pt>
                <c:pt idx="2613">
                  <c:v>6.4994775658033715E-2</c:v>
                </c:pt>
                <c:pt idx="2614">
                  <c:v>6.5013646182929513E-2</c:v>
                </c:pt>
                <c:pt idx="2615">
                  <c:v>6.5053135365084599E-2</c:v>
                </c:pt>
                <c:pt idx="2616">
                  <c:v>6.5056530161953591E-2</c:v>
                </c:pt>
                <c:pt idx="2617">
                  <c:v>6.5057876043973173E-2</c:v>
                </c:pt>
                <c:pt idx="2618">
                  <c:v>6.5061257187171456E-2</c:v>
                </c:pt>
                <c:pt idx="2619">
                  <c:v>6.5070786879601702E-2</c:v>
                </c:pt>
                <c:pt idx="2620">
                  <c:v>6.5078389382494092E-2</c:v>
                </c:pt>
                <c:pt idx="2621">
                  <c:v>6.5083840883863722E-2</c:v>
                </c:pt>
                <c:pt idx="2622">
                  <c:v>6.5092791001166009E-2</c:v>
                </c:pt>
                <c:pt idx="2623">
                  <c:v>6.5093683806885808E-2</c:v>
                </c:pt>
                <c:pt idx="2624">
                  <c:v>6.5110844050156991E-2</c:v>
                </c:pt>
                <c:pt idx="2625">
                  <c:v>6.5114624966212772E-2</c:v>
                </c:pt>
                <c:pt idx="2626">
                  <c:v>6.5148200048747495E-2</c:v>
                </c:pt>
                <c:pt idx="2627">
                  <c:v>6.5161943556279453E-2</c:v>
                </c:pt>
                <c:pt idx="2628">
                  <c:v>6.5163880794059534E-2</c:v>
                </c:pt>
                <c:pt idx="2629">
                  <c:v>6.5169327770034952E-2</c:v>
                </c:pt>
                <c:pt idx="2630">
                  <c:v>6.5186111309661204E-2</c:v>
                </c:pt>
                <c:pt idx="2631">
                  <c:v>6.5188552420297308E-2</c:v>
                </c:pt>
                <c:pt idx="2632">
                  <c:v>6.5216887417464134E-2</c:v>
                </c:pt>
                <c:pt idx="2633">
                  <c:v>6.523735412061081E-2</c:v>
                </c:pt>
                <c:pt idx="2634">
                  <c:v>6.5239519485183001E-2</c:v>
                </c:pt>
                <c:pt idx="2635">
                  <c:v>6.5242424369851421E-2</c:v>
                </c:pt>
                <c:pt idx="2636">
                  <c:v>6.5245061472589808E-2</c:v>
                </c:pt>
                <c:pt idx="2637">
                  <c:v>6.5246238278056909E-2</c:v>
                </c:pt>
                <c:pt idx="2638">
                  <c:v>6.5260139642585938E-2</c:v>
                </c:pt>
                <c:pt idx="2639">
                  <c:v>6.5273694907582877E-2</c:v>
                </c:pt>
                <c:pt idx="2640">
                  <c:v>6.5274324379615084E-2</c:v>
                </c:pt>
                <c:pt idx="2641">
                  <c:v>6.527867314554664E-2</c:v>
                </c:pt>
                <c:pt idx="2642">
                  <c:v>6.5279081489312704E-2</c:v>
                </c:pt>
                <c:pt idx="2643">
                  <c:v>6.5296640425969374E-2</c:v>
                </c:pt>
                <c:pt idx="2644">
                  <c:v>6.5298540695634136E-2</c:v>
                </c:pt>
                <c:pt idx="2645">
                  <c:v>6.5303994029523388E-2</c:v>
                </c:pt>
                <c:pt idx="2646">
                  <c:v>6.5316600892996818E-2</c:v>
                </c:pt>
                <c:pt idx="2647">
                  <c:v>6.5317630873243007E-2</c:v>
                </c:pt>
                <c:pt idx="2648">
                  <c:v>6.53386636448125E-2</c:v>
                </c:pt>
                <c:pt idx="2649">
                  <c:v>6.5339208368490553E-2</c:v>
                </c:pt>
                <c:pt idx="2650">
                  <c:v>6.5340554589449124E-2</c:v>
                </c:pt>
                <c:pt idx="2651">
                  <c:v>6.5356377599451718E-2</c:v>
                </c:pt>
                <c:pt idx="2652">
                  <c:v>6.5357969530739427E-2</c:v>
                </c:pt>
                <c:pt idx="2653">
                  <c:v>6.5387878699110336E-2</c:v>
                </c:pt>
                <c:pt idx="2654">
                  <c:v>6.5388850401056617E-2</c:v>
                </c:pt>
                <c:pt idx="2655">
                  <c:v>6.5395142329507813E-2</c:v>
                </c:pt>
                <c:pt idx="2656">
                  <c:v>6.5398607409999573E-2</c:v>
                </c:pt>
                <c:pt idx="2657">
                  <c:v>6.5401279235891452E-2</c:v>
                </c:pt>
                <c:pt idx="2658">
                  <c:v>6.5406286848575745E-2</c:v>
                </c:pt>
                <c:pt idx="2659">
                  <c:v>6.5418378256040216E-2</c:v>
                </c:pt>
                <c:pt idx="2660">
                  <c:v>6.5435938629807247E-2</c:v>
                </c:pt>
                <c:pt idx="2661">
                  <c:v>6.5436244429973867E-2</c:v>
                </c:pt>
                <c:pt idx="2662">
                  <c:v>6.5448964375200286E-2</c:v>
                </c:pt>
                <c:pt idx="2663">
                  <c:v>6.5470290091036859E-2</c:v>
                </c:pt>
                <c:pt idx="2664">
                  <c:v>6.5472536182881527E-2</c:v>
                </c:pt>
                <c:pt idx="2665">
                  <c:v>6.549267262806184E-2</c:v>
                </c:pt>
                <c:pt idx="2666">
                  <c:v>6.5498687531663699E-2</c:v>
                </c:pt>
                <c:pt idx="2667">
                  <c:v>6.5516780177807432E-2</c:v>
                </c:pt>
                <c:pt idx="2668">
                  <c:v>6.5524453832474475E-2</c:v>
                </c:pt>
                <c:pt idx="2669">
                  <c:v>6.5534164447948615E-2</c:v>
                </c:pt>
                <c:pt idx="2670">
                  <c:v>6.5568801170458019E-2</c:v>
                </c:pt>
                <c:pt idx="2671">
                  <c:v>6.5576158115300306E-2</c:v>
                </c:pt>
                <c:pt idx="2672">
                  <c:v>6.5581015625889486E-2</c:v>
                </c:pt>
                <c:pt idx="2673">
                  <c:v>6.5586427803087266E-2</c:v>
                </c:pt>
                <c:pt idx="2674">
                  <c:v>6.5593910365265642E-2</c:v>
                </c:pt>
                <c:pt idx="2675">
                  <c:v>6.5610154765418635E-2</c:v>
                </c:pt>
                <c:pt idx="2676">
                  <c:v>6.5611506678173032E-2</c:v>
                </c:pt>
                <c:pt idx="2677">
                  <c:v>6.5625211328280808E-2</c:v>
                </c:pt>
                <c:pt idx="2678">
                  <c:v>6.5639513914176967E-2</c:v>
                </c:pt>
                <c:pt idx="2679">
                  <c:v>6.5647907567071825E-2</c:v>
                </c:pt>
                <c:pt idx="2680">
                  <c:v>6.5670032826550401E-2</c:v>
                </c:pt>
                <c:pt idx="2681">
                  <c:v>6.5675257169589898E-2</c:v>
                </c:pt>
                <c:pt idx="2682">
                  <c:v>6.5679843723572578E-2</c:v>
                </c:pt>
                <c:pt idx="2683">
                  <c:v>6.568068061617123E-2</c:v>
                </c:pt>
                <c:pt idx="2684">
                  <c:v>6.5682988614897686E-2</c:v>
                </c:pt>
                <c:pt idx="2685">
                  <c:v>6.5695094474069057E-2</c:v>
                </c:pt>
                <c:pt idx="2686">
                  <c:v>6.5713218320592431E-2</c:v>
                </c:pt>
                <c:pt idx="2687">
                  <c:v>6.5717140530610785E-2</c:v>
                </c:pt>
                <c:pt idx="2688">
                  <c:v>6.5725052741780837E-2</c:v>
                </c:pt>
                <c:pt idx="2689">
                  <c:v>6.5747432008987333E-2</c:v>
                </c:pt>
                <c:pt idx="2690">
                  <c:v>6.5781928767849732E-2</c:v>
                </c:pt>
                <c:pt idx="2691">
                  <c:v>6.5786350172134578E-2</c:v>
                </c:pt>
                <c:pt idx="2692">
                  <c:v>6.5787929252060576E-2</c:v>
                </c:pt>
                <c:pt idx="2693">
                  <c:v>6.5810665100448293E-2</c:v>
                </c:pt>
                <c:pt idx="2694">
                  <c:v>6.5811451968733684E-2</c:v>
                </c:pt>
                <c:pt idx="2695">
                  <c:v>6.5823815229235541E-2</c:v>
                </c:pt>
                <c:pt idx="2696">
                  <c:v>6.5836266046344377E-2</c:v>
                </c:pt>
                <c:pt idx="2697">
                  <c:v>6.5839270183088494E-2</c:v>
                </c:pt>
                <c:pt idx="2698">
                  <c:v>6.58433484542085E-2</c:v>
                </c:pt>
                <c:pt idx="2699">
                  <c:v>6.5849828605216973E-2</c:v>
                </c:pt>
                <c:pt idx="2700">
                  <c:v>6.5853490583244897E-2</c:v>
                </c:pt>
                <c:pt idx="2701">
                  <c:v>6.5885003250035101E-2</c:v>
                </c:pt>
                <c:pt idx="2702">
                  <c:v>6.5922138840026512E-2</c:v>
                </c:pt>
                <c:pt idx="2703">
                  <c:v>6.5924947194325553E-2</c:v>
                </c:pt>
                <c:pt idx="2704">
                  <c:v>6.5928340301932162E-2</c:v>
                </c:pt>
                <c:pt idx="2705">
                  <c:v>6.5930621941784645E-2</c:v>
                </c:pt>
                <c:pt idx="2706">
                  <c:v>6.5933257669861425E-2</c:v>
                </c:pt>
                <c:pt idx="2707">
                  <c:v>6.5958109847886748E-2</c:v>
                </c:pt>
                <c:pt idx="2708">
                  <c:v>6.5968511392006615E-2</c:v>
                </c:pt>
                <c:pt idx="2709">
                  <c:v>6.5978686414464846E-2</c:v>
                </c:pt>
                <c:pt idx="2710">
                  <c:v>6.5994951548955225E-2</c:v>
                </c:pt>
                <c:pt idx="2711">
                  <c:v>6.6003846781210726E-2</c:v>
                </c:pt>
                <c:pt idx="2712">
                  <c:v>6.6007702556886275E-2</c:v>
                </c:pt>
                <c:pt idx="2713">
                  <c:v>6.6016250640383287E-2</c:v>
                </c:pt>
                <c:pt idx="2714">
                  <c:v>6.6042352325617643E-2</c:v>
                </c:pt>
                <c:pt idx="2715">
                  <c:v>6.6054428651730612E-2</c:v>
                </c:pt>
                <c:pt idx="2716">
                  <c:v>6.6056931889161577E-2</c:v>
                </c:pt>
                <c:pt idx="2717">
                  <c:v>6.6077640786098749E-2</c:v>
                </c:pt>
                <c:pt idx="2718">
                  <c:v>6.6082166240969173E-2</c:v>
                </c:pt>
                <c:pt idx="2719">
                  <c:v>6.6084804915733708E-2</c:v>
                </c:pt>
                <c:pt idx="2720">
                  <c:v>6.6088768752174107E-2</c:v>
                </c:pt>
                <c:pt idx="2721">
                  <c:v>6.6095666957387222E-2</c:v>
                </c:pt>
                <c:pt idx="2722">
                  <c:v>6.6101407418259109E-2</c:v>
                </c:pt>
                <c:pt idx="2723">
                  <c:v>6.6101436423815371E-2</c:v>
                </c:pt>
                <c:pt idx="2724">
                  <c:v>6.6126794849314829E-2</c:v>
                </c:pt>
                <c:pt idx="2725">
                  <c:v>6.6162863757893042E-2</c:v>
                </c:pt>
                <c:pt idx="2726">
                  <c:v>6.6172512366804173E-2</c:v>
                </c:pt>
                <c:pt idx="2727">
                  <c:v>6.6177307134125257E-2</c:v>
                </c:pt>
                <c:pt idx="2728">
                  <c:v>6.6203522616403693E-2</c:v>
                </c:pt>
                <c:pt idx="2729">
                  <c:v>6.6206064736669984E-2</c:v>
                </c:pt>
                <c:pt idx="2730">
                  <c:v>6.6208155855637843E-2</c:v>
                </c:pt>
                <c:pt idx="2731">
                  <c:v>6.62115119080081E-2</c:v>
                </c:pt>
                <c:pt idx="2732">
                  <c:v>6.6243438276242711E-2</c:v>
                </c:pt>
                <c:pt idx="2733">
                  <c:v>6.624821350452284E-2</c:v>
                </c:pt>
                <c:pt idx="2734">
                  <c:v>6.6254839699014301E-2</c:v>
                </c:pt>
                <c:pt idx="2735">
                  <c:v>6.6259157582712669E-2</c:v>
                </c:pt>
                <c:pt idx="2736">
                  <c:v>6.627370399925113E-2</c:v>
                </c:pt>
                <c:pt idx="2737">
                  <c:v>6.6277055213699365E-2</c:v>
                </c:pt>
                <c:pt idx="2738">
                  <c:v>6.6288159906612007E-2</c:v>
                </c:pt>
                <c:pt idx="2739">
                  <c:v>6.6293135607694439E-2</c:v>
                </c:pt>
                <c:pt idx="2740">
                  <c:v>6.6314621358179587E-2</c:v>
                </c:pt>
                <c:pt idx="2741">
                  <c:v>6.6318535649059554E-2</c:v>
                </c:pt>
                <c:pt idx="2742">
                  <c:v>6.6335793084887337E-2</c:v>
                </c:pt>
                <c:pt idx="2743">
                  <c:v>6.6344146387717906E-2</c:v>
                </c:pt>
                <c:pt idx="2744">
                  <c:v>6.6346168598798869E-2</c:v>
                </c:pt>
                <c:pt idx="2745">
                  <c:v>6.6360189017248924E-2</c:v>
                </c:pt>
                <c:pt idx="2746">
                  <c:v>6.6375124928770846E-2</c:v>
                </c:pt>
                <c:pt idx="2747">
                  <c:v>6.6377367538933085E-2</c:v>
                </c:pt>
                <c:pt idx="2748">
                  <c:v>6.6377825750604386E-2</c:v>
                </c:pt>
                <c:pt idx="2749">
                  <c:v>6.6400753276005128E-2</c:v>
                </c:pt>
                <c:pt idx="2750">
                  <c:v>6.6417795637816288E-2</c:v>
                </c:pt>
                <c:pt idx="2751">
                  <c:v>6.6431279645007543E-2</c:v>
                </c:pt>
                <c:pt idx="2752">
                  <c:v>6.645142879537258E-2</c:v>
                </c:pt>
                <c:pt idx="2753">
                  <c:v>6.645392353151984E-2</c:v>
                </c:pt>
                <c:pt idx="2754">
                  <c:v>6.6455401905810216E-2</c:v>
                </c:pt>
                <c:pt idx="2755">
                  <c:v>6.6463770156646326E-2</c:v>
                </c:pt>
                <c:pt idx="2756">
                  <c:v>6.6466712360252103E-2</c:v>
                </c:pt>
                <c:pt idx="2757">
                  <c:v>6.6471213676633029E-2</c:v>
                </c:pt>
                <c:pt idx="2758">
                  <c:v>6.6471541462485503E-2</c:v>
                </c:pt>
                <c:pt idx="2759">
                  <c:v>6.6473999961769101E-2</c:v>
                </c:pt>
                <c:pt idx="2760">
                  <c:v>6.647566797324049E-2</c:v>
                </c:pt>
                <c:pt idx="2761">
                  <c:v>6.6477660183571374E-2</c:v>
                </c:pt>
                <c:pt idx="2762">
                  <c:v>6.6531008507979161E-2</c:v>
                </c:pt>
                <c:pt idx="2763">
                  <c:v>6.653412067203969E-2</c:v>
                </c:pt>
                <c:pt idx="2764">
                  <c:v>6.6540464989132117E-2</c:v>
                </c:pt>
                <c:pt idx="2765">
                  <c:v>6.6540714882470584E-2</c:v>
                </c:pt>
                <c:pt idx="2766">
                  <c:v>6.6554138705537572E-2</c:v>
                </c:pt>
                <c:pt idx="2767">
                  <c:v>6.6557683790003166E-2</c:v>
                </c:pt>
                <c:pt idx="2768">
                  <c:v>6.6570480535952256E-2</c:v>
                </c:pt>
                <c:pt idx="2769">
                  <c:v>6.6576049654546304E-2</c:v>
                </c:pt>
                <c:pt idx="2770">
                  <c:v>6.6588083519129787E-2</c:v>
                </c:pt>
                <c:pt idx="2771">
                  <c:v>6.6591992908647465E-2</c:v>
                </c:pt>
                <c:pt idx="2772">
                  <c:v>6.6594597705939271E-2</c:v>
                </c:pt>
                <c:pt idx="2773">
                  <c:v>6.6617834355818001E-2</c:v>
                </c:pt>
                <c:pt idx="2774">
                  <c:v>6.6627601449067958E-2</c:v>
                </c:pt>
                <c:pt idx="2775">
                  <c:v>6.6632500003885126E-2</c:v>
                </c:pt>
                <c:pt idx="2776">
                  <c:v>6.6633850010224857E-2</c:v>
                </c:pt>
                <c:pt idx="2777">
                  <c:v>6.6650579527330903E-2</c:v>
                </c:pt>
                <c:pt idx="2778">
                  <c:v>6.6660975683968809E-2</c:v>
                </c:pt>
                <c:pt idx="2779">
                  <c:v>6.6663776176312681E-2</c:v>
                </c:pt>
                <c:pt idx="2780">
                  <c:v>6.6668882765812357E-2</c:v>
                </c:pt>
                <c:pt idx="2781">
                  <c:v>6.6688692633252722E-2</c:v>
                </c:pt>
                <c:pt idx="2782">
                  <c:v>6.6690865403150626E-2</c:v>
                </c:pt>
                <c:pt idx="2783">
                  <c:v>6.6696441604437773E-2</c:v>
                </c:pt>
                <c:pt idx="2784">
                  <c:v>6.6700848404745702E-2</c:v>
                </c:pt>
                <c:pt idx="2785">
                  <c:v>6.6724016658211843E-2</c:v>
                </c:pt>
                <c:pt idx="2786">
                  <c:v>6.6740295523207274E-2</c:v>
                </c:pt>
                <c:pt idx="2787">
                  <c:v>6.6749488196669524E-2</c:v>
                </c:pt>
                <c:pt idx="2788">
                  <c:v>6.6750356874224717E-2</c:v>
                </c:pt>
                <c:pt idx="2789">
                  <c:v>6.6757287002772378E-2</c:v>
                </c:pt>
                <c:pt idx="2790">
                  <c:v>6.676367300966668E-2</c:v>
                </c:pt>
                <c:pt idx="2791">
                  <c:v>6.6769821205557925E-2</c:v>
                </c:pt>
                <c:pt idx="2792">
                  <c:v>6.6783843955319666E-2</c:v>
                </c:pt>
                <c:pt idx="2793">
                  <c:v>6.6787891183823223E-2</c:v>
                </c:pt>
                <c:pt idx="2794">
                  <c:v>6.680156474868508E-2</c:v>
                </c:pt>
                <c:pt idx="2795">
                  <c:v>6.6806033285581184E-2</c:v>
                </c:pt>
                <c:pt idx="2796">
                  <c:v>6.6827739430786265E-2</c:v>
                </c:pt>
                <c:pt idx="2797">
                  <c:v>6.6836655072693013E-2</c:v>
                </c:pt>
                <c:pt idx="2798">
                  <c:v>6.6863038128069471E-2</c:v>
                </c:pt>
                <c:pt idx="2799">
                  <c:v>6.6870194308879999E-2</c:v>
                </c:pt>
                <c:pt idx="2800">
                  <c:v>6.687078933798439E-2</c:v>
                </c:pt>
                <c:pt idx="2801">
                  <c:v>6.6926021431674615E-2</c:v>
                </c:pt>
                <c:pt idx="2802">
                  <c:v>6.6932381989747131E-2</c:v>
                </c:pt>
                <c:pt idx="2803">
                  <c:v>6.6936751154218668E-2</c:v>
                </c:pt>
                <c:pt idx="2804">
                  <c:v>6.6941664181323246E-2</c:v>
                </c:pt>
                <c:pt idx="2805">
                  <c:v>6.6944173969240947E-2</c:v>
                </c:pt>
                <c:pt idx="2806">
                  <c:v>6.695064432813129E-2</c:v>
                </c:pt>
                <c:pt idx="2807">
                  <c:v>6.6984550764792289E-2</c:v>
                </c:pt>
                <c:pt idx="2808">
                  <c:v>6.6986566099101752E-2</c:v>
                </c:pt>
                <c:pt idx="2809">
                  <c:v>6.7006666647158541E-2</c:v>
                </c:pt>
                <c:pt idx="2810">
                  <c:v>6.7007982378369566E-2</c:v>
                </c:pt>
                <c:pt idx="2811">
                  <c:v>6.7023940161178727E-2</c:v>
                </c:pt>
                <c:pt idx="2812">
                  <c:v>6.7039675923898673E-2</c:v>
                </c:pt>
                <c:pt idx="2813">
                  <c:v>6.7042231170352795E-2</c:v>
                </c:pt>
                <c:pt idx="2814">
                  <c:v>6.7045672208127544E-2</c:v>
                </c:pt>
                <c:pt idx="2815">
                  <c:v>6.7060218070903163E-2</c:v>
                </c:pt>
                <c:pt idx="2816">
                  <c:v>6.7062779403414305E-2</c:v>
                </c:pt>
                <c:pt idx="2817">
                  <c:v>6.7087854866341404E-2</c:v>
                </c:pt>
                <c:pt idx="2818">
                  <c:v>6.7123338265249646E-2</c:v>
                </c:pt>
                <c:pt idx="2819">
                  <c:v>6.7140055225592257E-2</c:v>
                </c:pt>
                <c:pt idx="2820">
                  <c:v>6.7146189241336932E-2</c:v>
                </c:pt>
                <c:pt idx="2821">
                  <c:v>6.7168306081998141E-2</c:v>
                </c:pt>
                <c:pt idx="2822">
                  <c:v>6.7193639587419168E-2</c:v>
                </c:pt>
                <c:pt idx="2823">
                  <c:v>6.7215705062460301E-2</c:v>
                </c:pt>
                <c:pt idx="2824">
                  <c:v>6.7218631874592288E-2</c:v>
                </c:pt>
                <c:pt idx="2825">
                  <c:v>6.7228568688817159E-2</c:v>
                </c:pt>
                <c:pt idx="2826">
                  <c:v>6.723364639545297E-2</c:v>
                </c:pt>
                <c:pt idx="2827">
                  <c:v>6.7234800750122836E-2</c:v>
                </c:pt>
                <c:pt idx="2828">
                  <c:v>6.7245780472614244E-2</c:v>
                </c:pt>
                <c:pt idx="2829">
                  <c:v>6.7248066373969226E-2</c:v>
                </c:pt>
                <c:pt idx="2830">
                  <c:v>6.7261989720526966E-2</c:v>
                </c:pt>
                <c:pt idx="2831">
                  <c:v>6.728664552456308E-2</c:v>
                </c:pt>
                <c:pt idx="2832">
                  <c:v>6.7295345772538956E-2</c:v>
                </c:pt>
                <c:pt idx="2833">
                  <c:v>6.733056815757385E-2</c:v>
                </c:pt>
                <c:pt idx="2834">
                  <c:v>6.7336059746488111E-2</c:v>
                </c:pt>
                <c:pt idx="2835">
                  <c:v>6.7344252705723362E-2</c:v>
                </c:pt>
                <c:pt idx="2836">
                  <c:v>6.7344647354663945E-2</c:v>
                </c:pt>
                <c:pt idx="2837">
                  <c:v>6.7357737582365795E-2</c:v>
                </c:pt>
                <c:pt idx="2838">
                  <c:v>6.7373318944121366E-2</c:v>
                </c:pt>
                <c:pt idx="2839">
                  <c:v>6.7382468921637892E-2</c:v>
                </c:pt>
                <c:pt idx="2840">
                  <c:v>6.7394095530784792E-2</c:v>
                </c:pt>
                <c:pt idx="2841">
                  <c:v>6.7397994943445533E-2</c:v>
                </c:pt>
                <c:pt idx="2842">
                  <c:v>6.739996292966749E-2</c:v>
                </c:pt>
                <c:pt idx="2843">
                  <c:v>6.7406138975775326E-2</c:v>
                </c:pt>
                <c:pt idx="2844">
                  <c:v>6.741782190676654E-2</c:v>
                </c:pt>
                <c:pt idx="2845">
                  <c:v>6.7423596880138881E-2</c:v>
                </c:pt>
                <c:pt idx="2846">
                  <c:v>6.7425287724060756E-2</c:v>
                </c:pt>
                <c:pt idx="2847">
                  <c:v>6.7433322959190953E-2</c:v>
                </c:pt>
                <c:pt idx="2848">
                  <c:v>6.7434956658415923E-2</c:v>
                </c:pt>
                <c:pt idx="2849">
                  <c:v>6.7448492038771235E-2</c:v>
                </c:pt>
                <c:pt idx="2850">
                  <c:v>6.7448727641480979E-2</c:v>
                </c:pt>
                <c:pt idx="2851">
                  <c:v>6.7461658185378637E-2</c:v>
                </c:pt>
                <c:pt idx="2852">
                  <c:v>6.7469214494501051E-2</c:v>
                </c:pt>
                <c:pt idx="2853">
                  <c:v>6.7482570363316702E-2</c:v>
                </c:pt>
                <c:pt idx="2854">
                  <c:v>6.7483096702316545E-2</c:v>
                </c:pt>
                <c:pt idx="2855">
                  <c:v>6.7488856202907815E-2</c:v>
                </c:pt>
                <c:pt idx="2856">
                  <c:v>6.7504109268625975E-2</c:v>
                </c:pt>
                <c:pt idx="2857">
                  <c:v>6.7512114108301657E-2</c:v>
                </c:pt>
                <c:pt idx="2858">
                  <c:v>6.7524477520579121E-2</c:v>
                </c:pt>
                <c:pt idx="2859">
                  <c:v>6.752457962740159E-2</c:v>
                </c:pt>
                <c:pt idx="2860">
                  <c:v>6.7524604854588471E-2</c:v>
                </c:pt>
                <c:pt idx="2861">
                  <c:v>6.753569179445594E-2</c:v>
                </c:pt>
                <c:pt idx="2862">
                  <c:v>6.7554596912078713E-2</c:v>
                </c:pt>
                <c:pt idx="2863">
                  <c:v>6.756352670282241E-2</c:v>
                </c:pt>
                <c:pt idx="2864">
                  <c:v>6.7564749010276259E-2</c:v>
                </c:pt>
                <c:pt idx="2865">
                  <c:v>6.7576232269256006E-2</c:v>
                </c:pt>
                <c:pt idx="2866">
                  <c:v>6.7585769852684399E-2</c:v>
                </c:pt>
                <c:pt idx="2867">
                  <c:v>6.7603529990034897E-2</c:v>
                </c:pt>
                <c:pt idx="2868">
                  <c:v>6.7604448581904189E-2</c:v>
                </c:pt>
                <c:pt idx="2869">
                  <c:v>6.7618268172758261E-2</c:v>
                </c:pt>
                <c:pt idx="2870">
                  <c:v>6.7639311923512913E-2</c:v>
                </c:pt>
                <c:pt idx="2871">
                  <c:v>6.7652313427758598E-2</c:v>
                </c:pt>
                <c:pt idx="2872">
                  <c:v>6.7656175505175192E-2</c:v>
                </c:pt>
                <c:pt idx="2873">
                  <c:v>6.7663321824929137E-2</c:v>
                </c:pt>
                <c:pt idx="2874">
                  <c:v>6.767635240897292E-2</c:v>
                </c:pt>
                <c:pt idx="2875">
                  <c:v>6.7679578380100386E-2</c:v>
                </c:pt>
                <c:pt idx="2876">
                  <c:v>6.7689017871392754E-2</c:v>
                </c:pt>
                <c:pt idx="2877">
                  <c:v>6.7689647948836404E-2</c:v>
                </c:pt>
                <c:pt idx="2878">
                  <c:v>6.7699084888202893E-2</c:v>
                </c:pt>
                <c:pt idx="2879">
                  <c:v>6.7722472691635865E-2</c:v>
                </c:pt>
                <c:pt idx="2880">
                  <c:v>6.7724698624487212E-2</c:v>
                </c:pt>
                <c:pt idx="2881">
                  <c:v>6.772798418693339E-2</c:v>
                </c:pt>
                <c:pt idx="2882">
                  <c:v>6.773213608842471E-2</c:v>
                </c:pt>
                <c:pt idx="2883">
                  <c:v>6.7736023817980245E-2</c:v>
                </c:pt>
                <c:pt idx="2884">
                  <c:v>6.775566536716271E-2</c:v>
                </c:pt>
                <c:pt idx="2885">
                  <c:v>6.7760671004093415E-2</c:v>
                </c:pt>
                <c:pt idx="2886">
                  <c:v>6.7789093427392408E-2</c:v>
                </c:pt>
                <c:pt idx="2887">
                  <c:v>6.7804633272958256E-2</c:v>
                </c:pt>
                <c:pt idx="2888">
                  <c:v>6.7807135378458797E-2</c:v>
                </c:pt>
                <c:pt idx="2889">
                  <c:v>6.7831342553310831E-2</c:v>
                </c:pt>
                <c:pt idx="2890">
                  <c:v>6.7833121605887434E-2</c:v>
                </c:pt>
                <c:pt idx="2891">
                  <c:v>6.7835187975885933E-2</c:v>
                </c:pt>
                <c:pt idx="2892">
                  <c:v>6.7856759772856726E-2</c:v>
                </c:pt>
                <c:pt idx="2893">
                  <c:v>6.789644961564946E-2</c:v>
                </c:pt>
                <c:pt idx="2894">
                  <c:v>6.790043678040554E-2</c:v>
                </c:pt>
                <c:pt idx="2895">
                  <c:v>6.7912930412793102E-2</c:v>
                </c:pt>
                <c:pt idx="2896">
                  <c:v>6.7922667508824516E-2</c:v>
                </c:pt>
                <c:pt idx="2897">
                  <c:v>6.7981647009493967E-2</c:v>
                </c:pt>
                <c:pt idx="2898">
                  <c:v>6.801644788042574E-2</c:v>
                </c:pt>
                <c:pt idx="2899">
                  <c:v>6.8065074552263807E-2</c:v>
                </c:pt>
                <c:pt idx="2900">
                  <c:v>6.8070466462264403E-2</c:v>
                </c:pt>
                <c:pt idx="2901">
                  <c:v>6.8074244408300386E-2</c:v>
                </c:pt>
                <c:pt idx="2902">
                  <c:v>6.807473852607776E-2</c:v>
                </c:pt>
                <c:pt idx="2903">
                  <c:v>6.8077813466828077E-2</c:v>
                </c:pt>
                <c:pt idx="2904">
                  <c:v>6.8092883077343708E-2</c:v>
                </c:pt>
                <c:pt idx="2905">
                  <c:v>6.80949607031682E-2</c:v>
                </c:pt>
                <c:pt idx="2906">
                  <c:v>6.8098467195704157E-2</c:v>
                </c:pt>
                <c:pt idx="2907">
                  <c:v>6.8109882722101847E-2</c:v>
                </c:pt>
                <c:pt idx="2908">
                  <c:v>6.8112626863375839E-2</c:v>
                </c:pt>
                <c:pt idx="2909">
                  <c:v>6.812685780731044E-2</c:v>
                </c:pt>
                <c:pt idx="2910">
                  <c:v>6.8180362149644097E-2</c:v>
                </c:pt>
                <c:pt idx="2911">
                  <c:v>6.8194823804005156E-2</c:v>
                </c:pt>
                <c:pt idx="2912">
                  <c:v>6.8195302254408965E-2</c:v>
                </c:pt>
                <c:pt idx="2913">
                  <c:v>6.8200925902998519E-2</c:v>
                </c:pt>
                <c:pt idx="2914">
                  <c:v>6.820801831744519E-2</c:v>
                </c:pt>
                <c:pt idx="2915">
                  <c:v>6.8208804627264474E-2</c:v>
                </c:pt>
                <c:pt idx="2916">
                  <c:v>6.8209260773477998E-2</c:v>
                </c:pt>
                <c:pt idx="2917">
                  <c:v>6.821769573058456E-2</c:v>
                </c:pt>
                <c:pt idx="2918">
                  <c:v>6.8218588717942411E-2</c:v>
                </c:pt>
                <c:pt idx="2919">
                  <c:v>6.8221762107847375E-2</c:v>
                </c:pt>
                <c:pt idx="2920">
                  <c:v>6.822713561120626E-2</c:v>
                </c:pt>
                <c:pt idx="2921">
                  <c:v>6.8236010717026452E-2</c:v>
                </c:pt>
                <c:pt idx="2922">
                  <c:v>6.823719790096365E-2</c:v>
                </c:pt>
                <c:pt idx="2923">
                  <c:v>6.8253105273475723E-2</c:v>
                </c:pt>
                <c:pt idx="2924">
                  <c:v>6.8263049323995184E-2</c:v>
                </c:pt>
                <c:pt idx="2925">
                  <c:v>6.8280364916212907E-2</c:v>
                </c:pt>
                <c:pt idx="2926">
                  <c:v>6.8304258868037801E-2</c:v>
                </c:pt>
                <c:pt idx="2927">
                  <c:v>6.8317684176360388E-2</c:v>
                </c:pt>
                <c:pt idx="2928">
                  <c:v>6.8388356308853718E-2</c:v>
                </c:pt>
                <c:pt idx="2929">
                  <c:v>6.8396696020772724E-2</c:v>
                </c:pt>
                <c:pt idx="2930">
                  <c:v>6.8396720257202739E-2</c:v>
                </c:pt>
                <c:pt idx="2931">
                  <c:v>6.8400545714748531E-2</c:v>
                </c:pt>
                <c:pt idx="2932">
                  <c:v>6.8426837247923603E-2</c:v>
                </c:pt>
                <c:pt idx="2933">
                  <c:v>6.8429657337519559E-2</c:v>
                </c:pt>
                <c:pt idx="2934">
                  <c:v>6.8432048173916529E-2</c:v>
                </c:pt>
                <c:pt idx="2935">
                  <c:v>6.8458932118503443E-2</c:v>
                </c:pt>
                <c:pt idx="2936">
                  <c:v>6.8463148847162508E-2</c:v>
                </c:pt>
                <c:pt idx="2937">
                  <c:v>6.8470392072758124E-2</c:v>
                </c:pt>
                <c:pt idx="2938">
                  <c:v>6.847815527305072E-2</c:v>
                </c:pt>
                <c:pt idx="2939">
                  <c:v>6.8479406941269361E-2</c:v>
                </c:pt>
                <c:pt idx="2940">
                  <c:v>6.8496289543598793E-2</c:v>
                </c:pt>
                <c:pt idx="2941">
                  <c:v>6.8513984246217241E-2</c:v>
                </c:pt>
                <c:pt idx="2942">
                  <c:v>6.8519343250056181E-2</c:v>
                </c:pt>
                <c:pt idx="2943">
                  <c:v>6.8519907381964451E-2</c:v>
                </c:pt>
                <c:pt idx="2944">
                  <c:v>6.8534686827881747E-2</c:v>
                </c:pt>
                <c:pt idx="2945">
                  <c:v>6.8556674094528883E-2</c:v>
                </c:pt>
                <c:pt idx="2946">
                  <c:v>6.8562252935932141E-2</c:v>
                </c:pt>
                <c:pt idx="2947">
                  <c:v>6.856243980553435E-2</c:v>
                </c:pt>
                <c:pt idx="2948">
                  <c:v>6.85892067146638E-2</c:v>
                </c:pt>
                <c:pt idx="2949">
                  <c:v>6.8606896454345229E-2</c:v>
                </c:pt>
                <c:pt idx="2950">
                  <c:v>6.8612242619423267E-2</c:v>
                </c:pt>
                <c:pt idx="2951">
                  <c:v>6.8617986519435376E-2</c:v>
                </c:pt>
                <c:pt idx="2952">
                  <c:v>6.8643260178627832E-2</c:v>
                </c:pt>
                <c:pt idx="2953">
                  <c:v>6.8650952394456857E-2</c:v>
                </c:pt>
                <c:pt idx="2954">
                  <c:v>6.8658984947281704E-2</c:v>
                </c:pt>
                <c:pt idx="2955">
                  <c:v>6.8660213220027411E-2</c:v>
                </c:pt>
                <c:pt idx="2956">
                  <c:v>6.866481570064141E-2</c:v>
                </c:pt>
                <c:pt idx="2957">
                  <c:v>6.8671492358831701E-2</c:v>
                </c:pt>
                <c:pt idx="2958">
                  <c:v>6.8692312273971934E-2</c:v>
                </c:pt>
                <c:pt idx="2959">
                  <c:v>6.8707200421649503E-2</c:v>
                </c:pt>
                <c:pt idx="2960">
                  <c:v>6.8710286132123502E-2</c:v>
                </c:pt>
                <c:pt idx="2961">
                  <c:v>6.8718092161597813E-2</c:v>
                </c:pt>
                <c:pt idx="2962">
                  <c:v>6.8743222622100433E-2</c:v>
                </c:pt>
                <c:pt idx="2963">
                  <c:v>6.875154527854177E-2</c:v>
                </c:pt>
                <c:pt idx="2964">
                  <c:v>6.8752201651323619E-2</c:v>
                </c:pt>
                <c:pt idx="2965">
                  <c:v>6.8765310813434025E-2</c:v>
                </c:pt>
                <c:pt idx="2966">
                  <c:v>6.8773086678250481E-2</c:v>
                </c:pt>
                <c:pt idx="2967">
                  <c:v>6.8793157666024868E-2</c:v>
                </c:pt>
                <c:pt idx="2968">
                  <c:v>6.8811705447286875E-2</c:v>
                </c:pt>
                <c:pt idx="2969">
                  <c:v>6.8822601333313305E-2</c:v>
                </c:pt>
                <c:pt idx="2970">
                  <c:v>6.8832542067713887E-2</c:v>
                </c:pt>
                <c:pt idx="2971">
                  <c:v>6.8837571798452582E-2</c:v>
                </c:pt>
                <c:pt idx="2972">
                  <c:v>6.8843943470201271E-2</c:v>
                </c:pt>
                <c:pt idx="2973">
                  <c:v>6.8852893227296888E-2</c:v>
                </c:pt>
                <c:pt idx="2974">
                  <c:v>6.8900625389243852E-2</c:v>
                </c:pt>
                <c:pt idx="2975">
                  <c:v>6.890107791635966E-2</c:v>
                </c:pt>
                <c:pt idx="2976">
                  <c:v>6.8917675248189078E-2</c:v>
                </c:pt>
                <c:pt idx="2977">
                  <c:v>6.8920399841411753E-2</c:v>
                </c:pt>
                <c:pt idx="2978">
                  <c:v>6.8929748640893976E-2</c:v>
                </c:pt>
                <c:pt idx="2979">
                  <c:v>6.8937026401285684E-2</c:v>
                </c:pt>
                <c:pt idx="2980">
                  <c:v>6.8945971460387792E-2</c:v>
                </c:pt>
                <c:pt idx="2981">
                  <c:v>6.8966369243923492E-2</c:v>
                </c:pt>
                <c:pt idx="2982">
                  <c:v>6.8969928411572595E-2</c:v>
                </c:pt>
                <c:pt idx="2983">
                  <c:v>6.8972652871183648E-2</c:v>
                </c:pt>
                <c:pt idx="2984">
                  <c:v>6.898296739662732E-2</c:v>
                </c:pt>
                <c:pt idx="2985">
                  <c:v>6.898415310731168E-2</c:v>
                </c:pt>
                <c:pt idx="2986">
                  <c:v>6.8985244420440905E-2</c:v>
                </c:pt>
                <c:pt idx="2987">
                  <c:v>6.8990500530585822E-2</c:v>
                </c:pt>
                <c:pt idx="2988">
                  <c:v>6.8996193974994485E-2</c:v>
                </c:pt>
                <c:pt idx="2989">
                  <c:v>6.9001826234843341E-2</c:v>
                </c:pt>
                <c:pt idx="2990">
                  <c:v>6.9011321332898001E-2</c:v>
                </c:pt>
                <c:pt idx="2991">
                  <c:v>6.9021545727613071E-2</c:v>
                </c:pt>
                <c:pt idx="2992">
                  <c:v>6.9053841031225069E-2</c:v>
                </c:pt>
                <c:pt idx="2993">
                  <c:v>6.9054800676690953E-2</c:v>
                </c:pt>
                <c:pt idx="2994">
                  <c:v>6.9070164395777858E-2</c:v>
                </c:pt>
                <c:pt idx="2995">
                  <c:v>6.9075548676273205E-2</c:v>
                </c:pt>
                <c:pt idx="2996">
                  <c:v>6.9083637348395233E-2</c:v>
                </c:pt>
                <c:pt idx="2997">
                  <c:v>6.9089579599229789E-2</c:v>
                </c:pt>
                <c:pt idx="2998">
                  <c:v>6.9133016611573159E-2</c:v>
                </c:pt>
                <c:pt idx="2999">
                  <c:v>6.9133442627608122E-2</c:v>
                </c:pt>
                <c:pt idx="3000">
                  <c:v>6.9141301442172565E-2</c:v>
                </c:pt>
                <c:pt idx="3001">
                  <c:v>6.9157271439963294E-2</c:v>
                </c:pt>
                <c:pt idx="3002">
                  <c:v>6.9162684869705268E-2</c:v>
                </c:pt>
                <c:pt idx="3003">
                  <c:v>6.9178839947331566E-2</c:v>
                </c:pt>
                <c:pt idx="3004">
                  <c:v>6.9180072275879065E-2</c:v>
                </c:pt>
                <c:pt idx="3005">
                  <c:v>6.9195291342890736E-2</c:v>
                </c:pt>
                <c:pt idx="3006">
                  <c:v>6.9220897502522985E-2</c:v>
                </c:pt>
                <c:pt idx="3007">
                  <c:v>6.9221606762966584E-2</c:v>
                </c:pt>
                <c:pt idx="3008">
                  <c:v>6.9236989878650429E-2</c:v>
                </c:pt>
                <c:pt idx="3009">
                  <c:v>6.9246675733094482E-2</c:v>
                </c:pt>
                <c:pt idx="3010">
                  <c:v>6.927722309630252E-2</c:v>
                </c:pt>
                <c:pt idx="3011">
                  <c:v>6.9281651540818043E-2</c:v>
                </c:pt>
                <c:pt idx="3012">
                  <c:v>6.928778106611802E-2</c:v>
                </c:pt>
                <c:pt idx="3013">
                  <c:v>6.929062924815671E-2</c:v>
                </c:pt>
                <c:pt idx="3014">
                  <c:v>6.9294725304394594E-2</c:v>
                </c:pt>
                <c:pt idx="3015">
                  <c:v>6.9309311503801346E-2</c:v>
                </c:pt>
                <c:pt idx="3016">
                  <c:v>6.9311280720092433E-2</c:v>
                </c:pt>
                <c:pt idx="3017">
                  <c:v>6.9323930746546206E-2</c:v>
                </c:pt>
                <c:pt idx="3018">
                  <c:v>6.9330139925945014E-2</c:v>
                </c:pt>
                <c:pt idx="3019">
                  <c:v>6.9339291594237573E-2</c:v>
                </c:pt>
                <c:pt idx="3020">
                  <c:v>6.9349812480113043E-2</c:v>
                </c:pt>
                <c:pt idx="3021">
                  <c:v>6.9378143838342149E-2</c:v>
                </c:pt>
                <c:pt idx="3022">
                  <c:v>6.9381079228201095E-2</c:v>
                </c:pt>
                <c:pt idx="3023">
                  <c:v>6.9387751532624498E-2</c:v>
                </c:pt>
                <c:pt idx="3024">
                  <c:v>6.9397566711601133E-2</c:v>
                </c:pt>
                <c:pt idx="3025">
                  <c:v>6.9401215210260464E-2</c:v>
                </c:pt>
                <c:pt idx="3026">
                  <c:v>6.9407603492883732E-2</c:v>
                </c:pt>
                <c:pt idx="3027">
                  <c:v>6.9411690934225695E-2</c:v>
                </c:pt>
                <c:pt idx="3028">
                  <c:v>6.9412193993889371E-2</c:v>
                </c:pt>
                <c:pt idx="3029">
                  <c:v>6.9412748994782419E-2</c:v>
                </c:pt>
                <c:pt idx="3030">
                  <c:v>6.9419936270183946E-2</c:v>
                </c:pt>
                <c:pt idx="3031">
                  <c:v>6.9427158090441837E-2</c:v>
                </c:pt>
                <c:pt idx="3032">
                  <c:v>6.9431505935802079E-2</c:v>
                </c:pt>
                <c:pt idx="3033">
                  <c:v>6.94540732969295E-2</c:v>
                </c:pt>
                <c:pt idx="3034">
                  <c:v>6.9454949945070038E-2</c:v>
                </c:pt>
                <c:pt idx="3035">
                  <c:v>6.9458067811703272E-2</c:v>
                </c:pt>
                <c:pt idx="3036">
                  <c:v>6.9463409773368914E-2</c:v>
                </c:pt>
                <c:pt idx="3037">
                  <c:v>6.9463658506774606E-2</c:v>
                </c:pt>
                <c:pt idx="3038">
                  <c:v>6.9475521788277761E-2</c:v>
                </c:pt>
                <c:pt idx="3039">
                  <c:v>6.9479857727426153E-2</c:v>
                </c:pt>
                <c:pt idx="3040">
                  <c:v>6.9480302857314435E-2</c:v>
                </c:pt>
                <c:pt idx="3041">
                  <c:v>6.9487537614256786E-2</c:v>
                </c:pt>
                <c:pt idx="3042">
                  <c:v>6.94904673132683E-2</c:v>
                </c:pt>
                <c:pt idx="3043">
                  <c:v>6.9499814096392221E-2</c:v>
                </c:pt>
                <c:pt idx="3044">
                  <c:v>6.9522525589259407E-2</c:v>
                </c:pt>
                <c:pt idx="3045">
                  <c:v>6.9533495230221828E-2</c:v>
                </c:pt>
                <c:pt idx="3046">
                  <c:v>6.9563529092859677E-2</c:v>
                </c:pt>
                <c:pt idx="3047">
                  <c:v>6.9563564337900813E-2</c:v>
                </c:pt>
                <c:pt idx="3048">
                  <c:v>6.9564173820887421E-2</c:v>
                </c:pt>
                <c:pt idx="3049">
                  <c:v>6.9565973172361475E-2</c:v>
                </c:pt>
                <c:pt idx="3050">
                  <c:v>6.959851272587797E-2</c:v>
                </c:pt>
                <c:pt idx="3051">
                  <c:v>6.9609677812798518E-2</c:v>
                </c:pt>
                <c:pt idx="3052">
                  <c:v>6.9641661816916597E-2</c:v>
                </c:pt>
                <c:pt idx="3053">
                  <c:v>6.9662363878994105E-2</c:v>
                </c:pt>
                <c:pt idx="3054">
                  <c:v>6.9662478924411214E-2</c:v>
                </c:pt>
                <c:pt idx="3055">
                  <c:v>6.9685705426261679E-2</c:v>
                </c:pt>
                <c:pt idx="3056">
                  <c:v>6.9703644644196178E-2</c:v>
                </c:pt>
                <c:pt idx="3057">
                  <c:v>6.970605134652097E-2</c:v>
                </c:pt>
                <c:pt idx="3058">
                  <c:v>6.9709008470934614E-2</c:v>
                </c:pt>
                <c:pt idx="3059">
                  <c:v>6.9710031134344499E-2</c:v>
                </c:pt>
                <c:pt idx="3060">
                  <c:v>6.9715245135984913E-2</c:v>
                </c:pt>
                <c:pt idx="3061">
                  <c:v>6.9758849410214679E-2</c:v>
                </c:pt>
                <c:pt idx="3062">
                  <c:v>6.9760303484868724E-2</c:v>
                </c:pt>
                <c:pt idx="3063">
                  <c:v>6.9763626102714638E-2</c:v>
                </c:pt>
                <c:pt idx="3064">
                  <c:v>6.9780747414167052E-2</c:v>
                </c:pt>
                <c:pt idx="3065">
                  <c:v>6.9784324146634616E-2</c:v>
                </c:pt>
                <c:pt idx="3066">
                  <c:v>6.9784831848254653E-2</c:v>
                </c:pt>
                <c:pt idx="3067">
                  <c:v>6.9794282184560033E-2</c:v>
                </c:pt>
                <c:pt idx="3068">
                  <c:v>6.97960163870361E-2</c:v>
                </c:pt>
                <c:pt idx="3069">
                  <c:v>6.9802535428635529E-2</c:v>
                </c:pt>
                <c:pt idx="3070">
                  <c:v>6.9813437942819911E-2</c:v>
                </c:pt>
                <c:pt idx="3071">
                  <c:v>6.9827607264869709E-2</c:v>
                </c:pt>
                <c:pt idx="3072">
                  <c:v>6.9840587585402875E-2</c:v>
                </c:pt>
                <c:pt idx="3073">
                  <c:v>6.9840645088393508E-2</c:v>
                </c:pt>
                <c:pt idx="3074">
                  <c:v>6.9848479508832786E-2</c:v>
                </c:pt>
                <c:pt idx="3075">
                  <c:v>6.9862968002039783E-2</c:v>
                </c:pt>
                <c:pt idx="3076">
                  <c:v>6.98640392608222E-2</c:v>
                </c:pt>
                <c:pt idx="3077">
                  <c:v>6.9887995264551819E-2</c:v>
                </c:pt>
                <c:pt idx="3078">
                  <c:v>6.9888837386593891E-2</c:v>
                </c:pt>
                <c:pt idx="3079">
                  <c:v>6.9905308593382828E-2</c:v>
                </c:pt>
                <c:pt idx="3080">
                  <c:v>6.9918396928028786E-2</c:v>
                </c:pt>
                <c:pt idx="3081">
                  <c:v>6.9920463470898198E-2</c:v>
                </c:pt>
                <c:pt idx="3082">
                  <c:v>6.9926737921497395E-2</c:v>
                </c:pt>
                <c:pt idx="3083">
                  <c:v>6.9932903862216025E-2</c:v>
                </c:pt>
                <c:pt idx="3084">
                  <c:v>6.9936517456233527E-2</c:v>
                </c:pt>
                <c:pt idx="3085">
                  <c:v>6.9938954641699275E-2</c:v>
                </c:pt>
                <c:pt idx="3086">
                  <c:v>6.9942451982470316E-2</c:v>
                </c:pt>
                <c:pt idx="3087">
                  <c:v>6.9946260873990626E-2</c:v>
                </c:pt>
                <c:pt idx="3088">
                  <c:v>6.9946320471091297E-2</c:v>
                </c:pt>
                <c:pt idx="3089">
                  <c:v>6.9948920532895739E-2</c:v>
                </c:pt>
                <c:pt idx="3090">
                  <c:v>6.9950242678157803E-2</c:v>
                </c:pt>
                <c:pt idx="3091">
                  <c:v>6.9963923028602437E-2</c:v>
                </c:pt>
                <c:pt idx="3092">
                  <c:v>6.9984425845279821E-2</c:v>
                </c:pt>
                <c:pt idx="3093">
                  <c:v>6.9985072884654942E-2</c:v>
                </c:pt>
                <c:pt idx="3094">
                  <c:v>6.9985283968537662E-2</c:v>
                </c:pt>
                <c:pt idx="3095">
                  <c:v>6.999638717148618E-2</c:v>
                </c:pt>
                <c:pt idx="3096">
                  <c:v>6.9999186171214908E-2</c:v>
                </c:pt>
                <c:pt idx="3097">
                  <c:v>7.0016507142854845E-2</c:v>
                </c:pt>
                <c:pt idx="3098">
                  <c:v>7.0018294376219647E-2</c:v>
                </c:pt>
                <c:pt idx="3099">
                  <c:v>7.0023672277688132E-2</c:v>
                </c:pt>
                <c:pt idx="3100">
                  <c:v>7.0030140790032169E-2</c:v>
                </c:pt>
                <c:pt idx="3101">
                  <c:v>7.0031478499735789E-2</c:v>
                </c:pt>
                <c:pt idx="3102">
                  <c:v>7.0032317137518424E-2</c:v>
                </c:pt>
                <c:pt idx="3103">
                  <c:v>7.0037343532586449E-2</c:v>
                </c:pt>
                <c:pt idx="3104">
                  <c:v>7.0042308589536709E-2</c:v>
                </c:pt>
                <c:pt idx="3105">
                  <c:v>7.0047829131086009E-2</c:v>
                </c:pt>
                <c:pt idx="3106">
                  <c:v>7.005435778778496E-2</c:v>
                </c:pt>
                <c:pt idx="3107">
                  <c:v>7.0059385042915853E-2</c:v>
                </c:pt>
                <c:pt idx="3108">
                  <c:v>7.0067679256362439E-2</c:v>
                </c:pt>
                <c:pt idx="3109">
                  <c:v>7.0079770188100438E-2</c:v>
                </c:pt>
                <c:pt idx="3110">
                  <c:v>7.0095381422130634E-2</c:v>
                </c:pt>
                <c:pt idx="3111">
                  <c:v>7.0095786539433935E-2</c:v>
                </c:pt>
                <c:pt idx="3112">
                  <c:v>7.0103594626528376E-2</c:v>
                </c:pt>
                <c:pt idx="3113">
                  <c:v>7.0112715365654568E-2</c:v>
                </c:pt>
                <c:pt idx="3114">
                  <c:v>7.0130099634359691E-2</c:v>
                </c:pt>
                <c:pt idx="3115">
                  <c:v>7.0144162979305341E-2</c:v>
                </c:pt>
                <c:pt idx="3116">
                  <c:v>7.0149933911194909E-2</c:v>
                </c:pt>
                <c:pt idx="3117">
                  <c:v>7.0171744195133112E-2</c:v>
                </c:pt>
                <c:pt idx="3118">
                  <c:v>7.0189875199308346E-2</c:v>
                </c:pt>
                <c:pt idx="3119">
                  <c:v>7.0204418130783819E-2</c:v>
                </c:pt>
                <c:pt idx="3120">
                  <c:v>7.0221819987441356E-2</c:v>
                </c:pt>
                <c:pt idx="3121">
                  <c:v>7.0240317827909113E-2</c:v>
                </c:pt>
                <c:pt idx="3122">
                  <c:v>7.0252759635745204E-2</c:v>
                </c:pt>
                <c:pt idx="3123">
                  <c:v>7.0259733600811183E-2</c:v>
                </c:pt>
                <c:pt idx="3124">
                  <c:v>7.0272564751281533E-2</c:v>
                </c:pt>
                <c:pt idx="3125">
                  <c:v>7.0279304849744165E-2</c:v>
                </c:pt>
                <c:pt idx="3126">
                  <c:v>7.0280049358436625E-2</c:v>
                </c:pt>
                <c:pt idx="3127">
                  <c:v>7.0284314054446531E-2</c:v>
                </c:pt>
                <c:pt idx="3128">
                  <c:v>7.0284852753431132E-2</c:v>
                </c:pt>
                <c:pt idx="3129">
                  <c:v>7.0289328751669031E-2</c:v>
                </c:pt>
                <c:pt idx="3130">
                  <c:v>7.0304159141053146E-2</c:v>
                </c:pt>
                <c:pt idx="3131">
                  <c:v>7.0338226726379627E-2</c:v>
                </c:pt>
                <c:pt idx="3132">
                  <c:v>7.0338392371576991E-2</c:v>
                </c:pt>
                <c:pt idx="3133">
                  <c:v>7.0341841764820737E-2</c:v>
                </c:pt>
                <c:pt idx="3134">
                  <c:v>7.0349887852980533E-2</c:v>
                </c:pt>
                <c:pt idx="3135">
                  <c:v>7.0361043321551617E-2</c:v>
                </c:pt>
                <c:pt idx="3136">
                  <c:v>7.0365677098074828E-2</c:v>
                </c:pt>
                <c:pt idx="3137">
                  <c:v>7.0373476229697418E-2</c:v>
                </c:pt>
                <c:pt idx="3138">
                  <c:v>7.0374013993308171E-2</c:v>
                </c:pt>
                <c:pt idx="3139">
                  <c:v>7.0376917452008692E-2</c:v>
                </c:pt>
                <c:pt idx="3140">
                  <c:v>7.0387687334458951E-2</c:v>
                </c:pt>
                <c:pt idx="3141">
                  <c:v>7.038800878398592E-2</c:v>
                </c:pt>
                <c:pt idx="3142">
                  <c:v>7.0388428034039011E-2</c:v>
                </c:pt>
                <c:pt idx="3143">
                  <c:v>7.0393802714865492E-2</c:v>
                </c:pt>
                <c:pt idx="3144">
                  <c:v>7.0398024637633769E-2</c:v>
                </c:pt>
                <c:pt idx="3145">
                  <c:v>7.0403688541679957E-2</c:v>
                </c:pt>
                <c:pt idx="3146">
                  <c:v>7.0425396513302416E-2</c:v>
                </c:pt>
                <c:pt idx="3147">
                  <c:v>7.0425783884834822E-2</c:v>
                </c:pt>
                <c:pt idx="3148">
                  <c:v>7.0432313332187566E-2</c:v>
                </c:pt>
                <c:pt idx="3149">
                  <c:v>7.0437083651512758E-2</c:v>
                </c:pt>
                <c:pt idx="3150">
                  <c:v>7.0450700354240878E-2</c:v>
                </c:pt>
                <c:pt idx="3151">
                  <c:v>7.0458790023287587E-2</c:v>
                </c:pt>
                <c:pt idx="3152">
                  <c:v>7.0459967652478792E-2</c:v>
                </c:pt>
                <c:pt idx="3153">
                  <c:v>7.046079835451298E-2</c:v>
                </c:pt>
                <c:pt idx="3154">
                  <c:v>7.0476537783335097E-2</c:v>
                </c:pt>
                <c:pt idx="3155">
                  <c:v>7.0490347122830463E-2</c:v>
                </c:pt>
                <c:pt idx="3156">
                  <c:v>7.0496276437459218E-2</c:v>
                </c:pt>
                <c:pt idx="3157">
                  <c:v>7.0498290876507802E-2</c:v>
                </c:pt>
                <c:pt idx="3158">
                  <c:v>7.0516231659586592E-2</c:v>
                </c:pt>
                <c:pt idx="3159">
                  <c:v>7.0516293986956635E-2</c:v>
                </c:pt>
                <c:pt idx="3160">
                  <c:v>7.0521032522172081E-2</c:v>
                </c:pt>
                <c:pt idx="3161">
                  <c:v>7.0525358240772329E-2</c:v>
                </c:pt>
                <c:pt idx="3162">
                  <c:v>7.0534566383761738E-2</c:v>
                </c:pt>
                <c:pt idx="3163">
                  <c:v>7.0563734216614424E-2</c:v>
                </c:pt>
                <c:pt idx="3164">
                  <c:v>7.0591288535964539E-2</c:v>
                </c:pt>
                <c:pt idx="3165">
                  <c:v>7.0591786716125399E-2</c:v>
                </c:pt>
                <c:pt idx="3166">
                  <c:v>7.0617434734665738E-2</c:v>
                </c:pt>
                <c:pt idx="3167">
                  <c:v>7.0625939568009499E-2</c:v>
                </c:pt>
                <c:pt idx="3168">
                  <c:v>7.0629007656826018E-2</c:v>
                </c:pt>
                <c:pt idx="3169">
                  <c:v>7.0679768717083841E-2</c:v>
                </c:pt>
                <c:pt idx="3170">
                  <c:v>7.0681823670171201E-2</c:v>
                </c:pt>
                <c:pt idx="3171">
                  <c:v>7.0687727974928449E-2</c:v>
                </c:pt>
                <c:pt idx="3172">
                  <c:v>7.069070503360482E-2</c:v>
                </c:pt>
                <c:pt idx="3173">
                  <c:v>7.0699495925379358E-2</c:v>
                </c:pt>
                <c:pt idx="3174">
                  <c:v>7.0711331782662173E-2</c:v>
                </c:pt>
                <c:pt idx="3175">
                  <c:v>7.0715083679446872E-2</c:v>
                </c:pt>
                <c:pt idx="3176">
                  <c:v>7.0722834129135922E-2</c:v>
                </c:pt>
                <c:pt idx="3177">
                  <c:v>7.0729102030292035E-2</c:v>
                </c:pt>
                <c:pt idx="3178">
                  <c:v>7.0731061969019973E-2</c:v>
                </c:pt>
                <c:pt idx="3179">
                  <c:v>7.0788997250335925E-2</c:v>
                </c:pt>
                <c:pt idx="3180">
                  <c:v>7.0812213469409274E-2</c:v>
                </c:pt>
                <c:pt idx="3181">
                  <c:v>7.0824404089819354E-2</c:v>
                </c:pt>
                <c:pt idx="3182">
                  <c:v>7.0828914325855391E-2</c:v>
                </c:pt>
                <c:pt idx="3183">
                  <c:v>7.0839488246670815E-2</c:v>
                </c:pt>
                <c:pt idx="3184">
                  <c:v>7.0840308673075919E-2</c:v>
                </c:pt>
                <c:pt idx="3185">
                  <c:v>7.084622177488574E-2</c:v>
                </c:pt>
                <c:pt idx="3186">
                  <c:v>7.0861293015058349E-2</c:v>
                </c:pt>
                <c:pt idx="3187">
                  <c:v>7.0869466597074077E-2</c:v>
                </c:pt>
                <c:pt idx="3188">
                  <c:v>7.0896701965205741E-2</c:v>
                </c:pt>
                <c:pt idx="3189">
                  <c:v>7.0899684572212976E-2</c:v>
                </c:pt>
                <c:pt idx="3190">
                  <c:v>7.0901054959014803E-2</c:v>
                </c:pt>
                <c:pt idx="3191">
                  <c:v>7.0920522122427082E-2</c:v>
                </c:pt>
                <c:pt idx="3192">
                  <c:v>7.0923099407822598E-2</c:v>
                </c:pt>
                <c:pt idx="3193">
                  <c:v>7.0926568179351404E-2</c:v>
                </c:pt>
                <c:pt idx="3194">
                  <c:v>7.0943748109335153E-2</c:v>
                </c:pt>
                <c:pt idx="3195">
                  <c:v>7.094773926295711E-2</c:v>
                </c:pt>
                <c:pt idx="3196">
                  <c:v>7.0953179728492452E-2</c:v>
                </c:pt>
                <c:pt idx="3197">
                  <c:v>7.0953254386711059E-2</c:v>
                </c:pt>
                <c:pt idx="3198">
                  <c:v>7.0962087737453342E-2</c:v>
                </c:pt>
                <c:pt idx="3199">
                  <c:v>7.0987086245736464E-2</c:v>
                </c:pt>
                <c:pt idx="3200">
                  <c:v>7.0994788729992375E-2</c:v>
                </c:pt>
                <c:pt idx="3201">
                  <c:v>7.0998040685870345E-2</c:v>
                </c:pt>
                <c:pt idx="3202">
                  <c:v>7.1007085961413488E-2</c:v>
                </c:pt>
                <c:pt idx="3203">
                  <c:v>7.1009995125905986E-2</c:v>
                </c:pt>
                <c:pt idx="3204">
                  <c:v>7.1013449239962931E-2</c:v>
                </c:pt>
                <c:pt idx="3205">
                  <c:v>7.1014874210594797E-2</c:v>
                </c:pt>
                <c:pt idx="3206">
                  <c:v>7.1015115689664954E-2</c:v>
                </c:pt>
                <c:pt idx="3207">
                  <c:v>7.1030739342559684E-2</c:v>
                </c:pt>
                <c:pt idx="3208">
                  <c:v>7.1039974706562647E-2</c:v>
                </c:pt>
                <c:pt idx="3209">
                  <c:v>7.1040271530348795E-2</c:v>
                </c:pt>
                <c:pt idx="3210">
                  <c:v>7.1040398463986618E-2</c:v>
                </c:pt>
                <c:pt idx="3211">
                  <c:v>7.1044785173326686E-2</c:v>
                </c:pt>
                <c:pt idx="3212">
                  <c:v>7.104866887977826E-2</c:v>
                </c:pt>
                <c:pt idx="3213">
                  <c:v>7.1062146284886482E-2</c:v>
                </c:pt>
                <c:pt idx="3214">
                  <c:v>7.1064092051123171E-2</c:v>
                </c:pt>
                <c:pt idx="3215">
                  <c:v>7.1094968475669332E-2</c:v>
                </c:pt>
                <c:pt idx="3216">
                  <c:v>7.1111586445168296E-2</c:v>
                </c:pt>
                <c:pt idx="3217">
                  <c:v>7.1116167836355479E-2</c:v>
                </c:pt>
                <c:pt idx="3218">
                  <c:v>7.1119441658426222E-2</c:v>
                </c:pt>
                <c:pt idx="3219">
                  <c:v>7.1125764424542687E-2</c:v>
                </c:pt>
                <c:pt idx="3220">
                  <c:v>7.1137372414721872E-2</c:v>
                </c:pt>
                <c:pt idx="3221">
                  <c:v>7.1144460781811192E-2</c:v>
                </c:pt>
                <c:pt idx="3222">
                  <c:v>7.1149501604976031E-2</c:v>
                </c:pt>
                <c:pt idx="3223">
                  <c:v>7.117215795071441E-2</c:v>
                </c:pt>
                <c:pt idx="3224">
                  <c:v>7.1174007949680235E-2</c:v>
                </c:pt>
                <c:pt idx="3225">
                  <c:v>7.1176703907788672E-2</c:v>
                </c:pt>
                <c:pt idx="3226">
                  <c:v>7.1178322585403353E-2</c:v>
                </c:pt>
                <c:pt idx="3227">
                  <c:v>7.1190360475102007E-2</c:v>
                </c:pt>
                <c:pt idx="3228">
                  <c:v>7.1199458215443767E-2</c:v>
                </c:pt>
                <c:pt idx="3229">
                  <c:v>7.1208434362713693E-2</c:v>
                </c:pt>
                <c:pt idx="3230">
                  <c:v>7.1227473450956078E-2</c:v>
                </c:pt>
                <c:pt idx="3231">
                  <c:v>7.1234349327708862E-2</c:v>
                </c:pt>
                <c:pt idx="3232">
                  <c:v>7.1240609013311015E-2</c:v>
                </c:pt>
                <c:pt idx="3233">
                  <c:v>7.1247667887287675E-2</c:v>
                </c:pt>
                <c:pt idx="3234">
                  <c:v>7.1250884277034146E-2</c:v>
                </c:pt>
                <c:pt idx="3235">
                  <c:v>7.1263389697669294E-2</c:v>
                </c:pt>
                <c:pt idx="3236">
                  <c:v>7.1291979672487085E-2</c:v>
                </c:pt>
                <c:pt idx="3237">
                  <c:v>7.1309312476987463E-2</c:v>
                </c:pt>
                <c:pt idx="3238">
                  <c:v>7.1329113905145999E-2</c:v>
                </c:pt>
                <c:pt idx="3239">
                  <c:v>7.1329316717872501E-2</c:v>
                </c:pt>
                <c:pt idx="3240">
                  <c:v>7.1355337362748419E-2</c:v>
                </c:pt>
                <c:pt idx="3241">
                  <c:v>7.1355469396431975E-2</c:v>
                </c:pt>
                <c:pt idx="3242">
                  <c:v>7.1378389356919994E-2</c:v>
                </c:pt>
                <c:pt idx="3243">
                  <c:v>7.138404194721984E-2</c:v>
                </c:pt>
                <c:pt idx="3244">
                  <c:v>7.138420625237521E-2</c:v>
                </c:pt>
                <c:pt idx="3245">
                  <c:v>7.1388602108984692E-2</c:v>
                </c:pt>
                <c:pt idx="3246">
                  <c:v>7.1397214249758173E-2</c:v>
                </c:pt>
                <c:pt idx="3247">
                  <c:v>7.1397600717804752E-2</c:v>
                </c:pt>
                <c:pt idx="3248">
                  <c:v>7.1422886459103954E-2</c:v>
                </c:pt>
                <c:pt idx="3249">
                  <c:v>7.1424912093511816E-2</c:v>
                </c:pt>
                <c:pt idx="3250">
                  <c:v>7.1425443574431646E-2</c:v>
                </c:pt>
                <c:pt idx="3251">
                  <c:v>7.1431411796080688E-2</c:v>
                </c:pt>
                <c:pt idx="3252">
                  <c:v>7.1438751098470837E-2</c:v>
                </c:pt>
                <c:pt idx="3253">
                  <c:v>7.1445620395923087E-2</c:v>
                </c:pt>
                <c:pt idx="3254">
                  <c:v>7.1451343613545465E-2</c:v>
                </c:pt>
                <c:pt idx="3255">
                  <c:v>7.1475898513035388E-2</c:v>
                </c:pt>
                <c:pt idx="3256">
                  <c:v>7.1479005740774759E-2</c:v>
                </c:pt>
                <c:pt idx="3257">
                  <c:v>7.1486902588479687E-2</c:v>
                </c:pt>
                <c:pt idx="3258">
                  <c:v>7.1492772291632672E-2</c:v>
                </c:pt>
                <c:pt idx="3259">
                  <c:v>7.1508068030066374E-2</c:v>
                </c:pt>
                <c:pt idx="3260">
                  <c:v>7.1508951730792636E-2</c:v>
                </c:pt>
                <c:pt idx="3261">
                  <c:v>7.1511910846129845E-2</c:v>
                </c:pt>
                <c:pt idx="3262">
                  <c:v>7.1532267090542112E-2</c:v>
                </c:pt>
                <c:pt idx="3263">
                  <c:v>7.1542399537472573E-2</c:v>
                </c:pt>
                <c:pt idx="3264">
                  <c:v>7.1542812150815135E-2</c:v>
                </c:pt>
                <c:pt idx="3265">
                  <c:v>7.1545545477242928E-2</c:v>
                </c:pt>
                <c:pt idx="3266">
                  <c:v>7.1572481811015276E-2</c:v>
                </c:pt>
                <c:pt idx="3267">
                  <c:v>7.1574936311760429E-2</c:v>
                </c:pt>
                <c:pt idx="3268">
                  <c:v>7.1606415704357967E-2</c:v>
                </c:pt>
                <c:pt idx="3269">
                  <c:v>7.1606671995000773E-2</c:v>
                </c:pt>
                <c:pt idx="3270">
                  <c:v>7.1611818245582229E-2</c:v>
                </c:pt>
                <c:pt idx="3271">
                  <c:v>7.1626916616385039E-2</c:v>
                </c:pt>
                <c:pt idx="3272">
                  <c:v>7.1639799123892026E-2</c:v>
                </c:pt>
                <c:pt idx="3273">
                  <c:v>7.1650487212947228E-2</c:v>
                </c:pt>
                <c:pt idx="3274">
                  <c:v>7.1658444043909517E-2</c:v>
                </c:pt>
                <c:pt idx="3275">
                  <c:v>7.1662231573603019E-2</c:v>
                </c:pt>
                <c:pt idx="3276">
                  <c:v>7.1666414306990583E-2</c:v>
                </c:pt>
                <c:pt idx="3277">
                  <c:v>7.167653563969674E-2</c:v>
                </c:pt>
                <c:pt idx="3278">
                  <c:v>7.1680578272907372E-2</c:v>
                </c:pt>
                <c:pt idx="3279">
                  <c:v>7.1682241259088411E-2</c:v>
                </c:pt>
                <c:pt idx="3280">
                  <c:v>7.1685297526681388E-2</c:v>
                </c:pt>
                <c:pt idx="3281">
                  <c:v>7.1687792404682441E-2</c:v>
                </c:pt>
                <c:pt idx="3282">
                  <c:v>7.1693770797792489E-2</c:v>
                </c:pt>
                <c:pt idx="3283">
                  <c:v>7.1699823634965701E-2</c:v>
                </c:pt>
                <c:pt idx="3284">
                  <c:v>7.1712269127457706E-2</c:v>
                </c:pt>
                <c:pt idx="3285">
                  <c:v>7.1715382432450001E-2</c:v>
                </c:pt>
                <c:pt idx="3286">
                  <c:v>7.1718631409802766E-2</c:v>
                </c:pt>
                <c:pt idx="3287">
                  <c:v>7.1720032966621938E-2</c:v>
                </c:pt>
                <c:pt idx="3288">
                  <c:v>7.1721939599241696E-2</c:v>
                </c:pt>
                <c:pt idx="3289">
                  <c:v>7.1740262196448273E-2</c:v>
                </c:pt>
                <c:pt idx="3290">
                  <c:v>7.1746122863560177E-2</c:v>
                </c:pt>
                <c:pt idx="3291">
                  <c:v>7.1750963417245017E-2</c:v>
                </c:pt>
                <c:pt idx="3292">
                  <c:v>7.1754015742473171E-2</c:v>
                </c:pt>
                <c:pt idx="3293">
                  <c:v>7.1764836313484709E-2</c:v>
                </c:pt>
                <c:pt idx="3294">
                  <c:v>7.1775327102286582E-2</c:v>
                </c:pt>
                <c:pt idx="3295">
                  <c:v>7.1776391788036312E-2</c:v>
                </c:pt>
                <c:pt idx="3296">
                  <c:v>7.1780937200533468E-2</c:v>
                </c:pt>
                <c:pt idx="3297">
                  <c:v>7.1787400742037696E-2</c:v>
                </c:pt>
                <c:pt idx="3298">
                  <c:v>7.1798581106643278E-2</c:v>
                </c:pt>
                <c:pt idx="3299">
                  <c:v>7.1800747450716906E-2</c:v>
                </c:pt>
                <c:pt idx="3300">
                  <c:v>7.1801532614089669E-2</c:v>
                </c:pt>
                <c:pt idx="3301">
                  <c:v>7.1810060798016481E-2</c:v>
                </c:pt>
                <c:pt idx="3302">
                  <c:v>7.1816018688639502E-2</c:v>
                </c:pt>
                <c:pt idx="3303">
                  <c:v>7.1816794813794299E-2</c:v>
                </c:pt>
                <c:pt idx="3304">
                  <c:v>7.1824372702315925E-2</c:v>
                </c:pt>
                <c:pt idx="3305">
                  <c:v>7.1824860602525673E-2</c:v>
                </c:pt>
                <c:pt idx="3306">
                  <c:v>7.1825255747329897E-2</c:v>
                </c:pt>
                <c:pt idx="3307">
                  <c:v>7.1827281198567461E-2</c:v>
                </c:pt>
                <c:pt idx="3308">
                  <c:v>7.1836734502034344E-2</c:v>
                </c:pt>
                <c:pt idx="3309">
                  <c:v>7.1837730916193082E-2</c:v>
                </c:pt>
                <c:pt idx="3310">
                  <c:v>7.1840703555610536E-2</c:v>
                </c:pt>
                <c:pt idx="3311">
                  <c:v>7.1885267188802213E-2</c:v>
                </c:pt>
                <c:pt idx="3312">
                  <c:v>7.1893761062651856E-2</c:v>
                </c:pt>
                <c:pt idx="3313">
                  <c:v>7.1899350085325039E-2</c:v>
                </c:pt>
                <c:pt idx="3314">
                  <c:v>7.190682499514163E-2</c:v>
                </c:pt>
                <c:pt idx="3315">
                  <c:v>7.1911461952145941E-2</c:v>
                </c:pt>
                <c:pt idx="3316">
                  <c:v>7.1944550552342335E-2</c:v>
                </c:pt>
                <c:pt idx="3317">
                  <c:v>7.1946856836717338E-2</c:v>
                </c:pt>
                <c:pt idx="3318">
                  <c:v>7.1953394329310472E-2</c:v>
                </c:pt>
                <c:pt idx="3319">
                  <c:v>7.1957397729042222E-2</c:v>
                </c:pt>
                <c:pt idx="3320">
                  <c:v>7.1957663598199759E-2</c:v>
                </c:pt>
                <c:pt idx="3321">
                  <c:v>7.1976888851607648E-2</c:v>
                </c:pt>
                <c:pt idx="3322">
                  <c:v>7.1987397613084328E-2</c:v>
                </c:pt>
                <c:pt idx="3323">
                  <c:v>7.1991999162898931E-2</c:v>
                </c:pt>
                <c:pt idx="3324">
                  <c:v>7.1999956033370768E-2</c:v>
                </c:pt>
                <c:pt idx="3325">
                  <c:v>7.2000395536733278E-2</c:v>
                </c:pt>
                <c:pt idx="3326">
                  <c:v>7.2006191597942415E-2</c:v>
                </c:pt>
                <c:pt idx="3327">
                  <c:v>7.2008072319044214E-2</c:v>
                </c:pt>
                <c:pt idx="3328">
                  <c:v>7.20214227428745E-2</c:v>
                </c:pt>
                <c:pt idx="3329">
                  <c:v>7.2031846303531946E-2</c:v>
                </c:pt>
                <c:pt idx="3330">
                  <c:v>7.2063908919808128E-2</c:v>
                </c:pt>
                <c:pt idx="3331">
                  <c:v>7.207079071378672E-2</c:v>
                </c:pt>
                <c:pt idx="3332">
                  <c:v>7.207257506298248E-2</c:v>
                </c:pt>
                <c:pt idx="3333">
                  <c:v>7.2075107200917699E-2</c:v>
                </c:pt>
                <c:pt idx="3334">
                  <c:v>7.2079807357104148E-2</c:v>
                </c:pt>
                <c:pt idx="3335">
                  <c:v>7.2082027227854742E-2</c:v>
                </c:pt>
                <c:pt idx="3336">
                  <c:v>7.2093965862542506E-2</c:v>
                </c:pt>
                <c:pt idx="3337">
                  <c:v>7.209681761731504E-2</c:v>
                </c:pt>
                <c:pt idx="3338">
                  <c:v>7.21173682344005E-2</c:v>
                </c:pt>
                <c:pt idx="3339">
                  <c:v>7.2127820866825523E-2</c:v>
                </c:pt>
                <c:pt idx="3340">
                  <c:v>7.2136646284822206E-2</c:v>
                </c:pt>
                <c:pt idx="3341">
                  <c:v>7.214103652542582E-2</c:v>
                </c:pt>
                <c:pt idx="3342">
                  <c:v>7.2153249894426355E-2</c:v>
                </c:pt>
                <c:pt idx="3343">
                  <c:v>7.2155330932432621E-2</c:v>
                </c:pt>
                <c:pt idx="3344">
                  <c:v>7.2163027778348543E-2</c:v>
                </c:pt>
                <c:pt idx="3345">
                  <c:v>7.2163724150795486E-2</c:v>
                </c:pt>
                <c:pt idx="3346">
                  <c:v>7.2169546316769861E-2</c:v>
                </c:pt>
                <c:pt idx="3347">
                  <c:v>7.2176095126712789E-2</c:v>
                </c:pt>
                <c:pt idx="3348">
                  <c:v>7.2178321882874777E-2</c:v>
                </c:pt>
                <c:pt idx="3349">
                  <c:v>7.2195484499306614E-2</c:v>
                </c:pt>
                <c:pt idx="3350">
                  <c:v>7.2205098591484621E-2</c:v>
                </c:pt>
                <c:pt idx="3351">
                  <c:v>7.2210528845834884E-2</c:v>
                </c:pt>
                <c:pt idx="3352">
                  <c:v>7.2211899347691899E-2</c:v>
                </c:pt>
                <c:pt idx="3353">
                  <c:v>7.2212690028897616E-2</c:v>
                </c:pt>
                <c:pt idx="3354">
                  <c:v>7.2218534776593693E-2</c:v>
                </c:pt>
                <c:pt idx="3355">
                  <c:v>7.2221854784481634E-2</c:v>
                </c:pt>
                <c:pt idx="3356">
                  <c:v>7.2270279759794678E-2</c:v>
                </c:pt>
                <c:pt idx="3357">
                  <c:v>7.2302558917161586E-2</c:v>
                </c:pt>
                <c:pt idx="3358">
                  <c:v>7.2305994835943938E-2</c:v>
                </c:pt>
                <c:pt idx="3359">
                  <c:v>7.2308604675964394E-2</c:v>
                </c:pt>
                <c:pt idx="3360">
                  <c:v>7.2313917327040497E-2</c:v>
                </c:pt>
                <c:pt idx="3361">
                  <c:v>7.2331646349436604E-2</c:v>
                </c:pt>
                <c:pt idx="3362">
                  <c:v>7.2334426865552831E-2</c:v>
                </c:pt>
                <c:pt idx="3363">
                  <c:v>7.2337142934358153E-2</c:v>
                </c:pt>
                <c:pt idx="3364">
                  <c:v>7.2355821558164266E-2</c:v>
                </c:pt>
                <c:pt idx="3365">
                  <c:v>7.2386491726294536E-2</c:v>
                </c:pt>
                <c:pt idx="3366">
                  <c:v>7.2392369607605464E-2</c:v>
                </c:pt>
                <c:pt idx="3367">
                  <c:v>7.2428169032795239E-2</c:v>
                </c:pt>
                <c:pt idx="3368">
                  <c:v>7.2432022366815355E-2</c:v>
                </c:pt>
                <c:pt idx="3369">
                  <c:v>7.2453661909269232E-2</c:v>
                </c:pt>
                <c:pt idx="3370">
                  <c:v>7.2456243461975114E-2</c:v>
                </c:pt>
                <c:pt idx="3371">
                  <c:v>7.2469031349158206E-2</c:v>
                </c:pt>
                <c:pt idx="3372">
                  <c:v>7.2484040986279613E-2</c:v>
                </c:pt>
                <c:pt idx="3373">
                  <c:v>7.249275070525886E-2</c:v>
                </c:pt>
                <c:pt idx="3374">
                  <c:v>7.2514497022068511E-2</c:v>
                </c:pt>
                <c:pt idx="3375">
                  <c:v>7.2516573032534948E-2</c:v>
                </c:pt>
                <c:pt idx="3376">
                  <c:v>7.2526157776632363E-2</c:v>
                </c:pt>
                <c:pt idx="3377">
                  <c:v>7.253531928281956E-2</c:v>
                </c:pt>
                <c:pt idx="3378">
                  <c:v>7.2550424730707913E-2</c:v>
                </c:pt>
                <c:pt idx="3379">
                  <c:v>7.2573824854477845E-2</c:v>
                </c:pt>
                <c:pt idx="3380">
                  <c:v>7.2576805502551758E-2</c:v>
                </c:pt>
                <c:pt idx="3381">
                  <c:v>7.2579977697488307E-2</c:v>
                </c:pt>
                <c:pt idx="3382">
                  <c:v>7.258077680057555E-2</c:v>
                </c:pt>
                <c:pt idx="3383">
                  <c:v>7.2584742861837595E-2</c:v>
                </c:pt>
                <c:pt idx="3384">
                  <c:v>7.2611351079603093E-2</c:v>
                </c:pt>
                <c:pt idx="3385">
                  <c:v>7.2624073700599964E-2</c:v>
                </c:pt>
                <c:pt idx="3386">
                  <c:v>7.2631358423686024E-2</c:v>
                </c:pt>
                <c:pt idx="3387">
                  <c:v>7.2638835943856173E-2</c:v>
                </c:pt>
                <c:pt idx="3388">
                  <c:v>7.265478431923432E-2</c:v>
                </c:pt>
                <c:pt idx="3389">
                  <c:v>7.2671121124244009E-2</c:v>
                </c:pt>
                <c:pt idx="3390">
                  <c:v>7.2684694054055685E-2</c:v>
                </c:pt>
                <c:pt idx="3391">
                  <c:v>7.2715342736207597E-2</c:v>
                </c:pt>
                <c:pt idx="3392">
                  <c:v>7.2744936940258242E-2</c:v>
                </c:pt>
                <c:pt idx="3393">
                  <c:v>7.2774133639203403E-2</c:v>
                </c:pt>
                <c:pt idx="3394">
                  <c:v>7.2800153356794892E-2</c:v>
                </c:pt>
                <c:pt idx="3395">
                  <c:v>7.2806165739201817E-2</c:v>
                </c:pt>
                <c:pt idx="3396">
                  <c:v>7.2808502413940657E-2</c:v>
                </c:pt>
                <c:pt idx="3397">
                  <c:v>7.2813700612459606E-2</c:v>
                </c:pt>
                <c:pt idx="3398">
                  <c:v>7.2824178839971818E-2</c:v>
                </c:pt>
                <c:pt idx="3399">
                  <c:v>7.2829714978326729E-2</c:v>
                </c:pt>
                <c:pt idx="3400">
                  <c:v>7.2865322026894788E-2</c:v>
                </c:pt>
                <c:pt idx="3401">
                  <c:v>7.2878052368847021E-2</c:v>
                </c:pt>
                <c:pt idx="3402">
                  <c:v>7.288146235920305E-2</c:v>
                </c:pt>
                <c:pt idx="3403">
                  <c:v>7.2901186646738378E-2</c:v>
                </c:pt>
                <c:pt idx="3404">
                  <c:v>7.2901502257474951E-2</c:v>
                </c:pt>
                <c:pt idx="3405">
                  <c:v>7.2915472840055701E-2</c:v>
                </c:pt>
                <c:pt idx="3406">
                  <c:v>7.2924769948606097E-2</c:v>
                </c:pt>
                <c:pt idx="3407">
                  <c:v>7.293528187891643E-2</c:v>
                </c:pt>
                <c:pt idx="3408">
                  <c:v>7.2939757146200809E-2</c:v>
                </c:pt>
                <c:pt idx="3409">
                  <c:v>7.2942955272845209E-2</c:v>
                </c:pt>
                <c:pt idx="3410">
                  <c:v>7.2950386876903667E-2</c:v>
                </c:pt>
                <c:pt idx="3411">
                  <c:v>7.295802046185626E-2</c:v>
                </c:pt>
                <c:pt idx="3412">
                  <c:v>7.2960638858060201E-2</c:v>
                </c:pt>
                <c:pt idx="3413">
                  <c:v>7.2971265959309375E-2</c:v>
                </c:pt>
                <c:pt idx="3414">
                  <c:v>7.2974619328129278E-2</c:v>
                </c:pt>
                <c:pt idx="3415">
                  <c:v>7.2979513931718296E-2</c:v>
                </c:pt>
                <c:pt idx="3416">
                  <c:v>7.2980451722784667E-2</c:v>
                </c:pt>
                <c:pt idx="3417">
                  <c:v>7.2981843093366333E-2</c:v>
                </c:pt>
                <c:pt idx="3418">
                  <c:v>7.2988836231761917E-2</c:v>
                </c:pt>
                <c:pt idx="3419">
                  <c:v>7.3004340166238108E-2</c:v>
                </c:pt>
                <c:pt idx="3420">
                  <c:v>7.3020244650206442E-2</c:v>
                </c:pt>
                <c:pt idx="3421">
                  <c:v>7.3027288879319821E-2</c:v>
                </c:pt>
                <c:pt idx="3422">
                  <c:v>7.3047271084561799E-2</c:v>
                </c:pt>
                <c:pt idx="3423">
                  <c:v>7.3050898095861017E-2</c:v>
                </c:pt>
                <c:pt idx="3424">
                  <c:v>7.3063642133856507E-2</c:v>
                </c:pt>
                <c:pt idx="3425">
                  <c:v>7.3087754038073008E-2</c:v>
                </c:pt>
                <c:pt idx="3426">
                  <c:v>7.3091361066411994E-2</c:v>
                </c:pt>
                <c:pt idx="3427">
                  <c:v>7.3103924062074693E-2</c:v>
                </c:pt>
                <c:pt idx="3428">
                  <c:v>7.3121392421139797E-2</c:v>
                </c:pt>
                <c:pt idx="3429">
                  <c:v>7.3133254993139343E-2</c:v>
                </c:pt>
                <c:pt idx="3430">
                  <c:v>7.3138704274068586E-2</c:v>
                </c:pt>
                <c:pt idx="3431">
                  <c:v>7.3160468277512269E-2</c:v>
                </c:pt>
                <c:pt idx="3432">
                  <c:v>7.3172958105259367E-2</c:v>
                </c:pt>
                <c:pt idx="3433">
                  <c:v>7.3186469553736949E-2</c:v>
                </c:pt>
                <c:pt idx="3434">
                  <c:v>7.3191072717060504E-2</c:v>
                </c:pt>
                <c:pt idx="3435">
                  <c:v>7.3201502665981133E-2</c:v>
                </c:pt>
                <c:pt idx="3436">
                  <c:v>7.3216321435637652E-2</c:v>
                </c:pt>
                <c:pt idx="3437">
                  <c:v>7.3216517881696433E-2</c:v>
                </c:pt>
                <c:pt idx="3438">
                  <c:v>7.3222284309957017E-2</c:v>
                </c:pt>
                <c:pt idx="3439">
                  <c:v>7.3223179008491721E-2</c:v>
                </c:pt>
                <c:pt idx="3440">
                  <c:v>7.324061483406287E-2</c:v>
                </c:pt>
                <c:pt idx="3441">
                  <c:v>7.3249581066389138E-2</c:v>
                </c:pt>
                <c:pt idx="3442">
                  <c:v>7.3257177738656726E-2</c:v>
                </c:pt>
                <c:pt idx="3443">
                  <c:v>7.3259816785397641E-2</c:v>
                </c:pt>
                <c:pt idx="3444">
                  <c:v>7.3261862700773103E-2</c:v>
                </c:pt>
                <c:pt idx="3445">
                  <c:v>7.3264362388262519E-2</c:v>
                </c:pt>
                <c:pt idx="3446">
                  <c:v>7.3294798230845837E-2</c:v>
                </c:pt>
                <c:pt idx="3447">
                  <c:v>7.3346913165709335E-2</c:v>
                </c:pt>
                <c:pt idx="3448">
                  <c:v>7.3383958420873974E-2</c:v>
                </c:pt>
                <c:pt idx="3449">
                  <c:v>7.3389171696295816E-2</c:v>
                </c:pt>
                <c:pt idx="3450">
                  <c:v>7.3404090919237774E-2</c:v>
                </c:pt>
                <c:pt idx="3451">
                  <c:v>7.3409048520444456E-2</c:v>
                </c:pt>
                <c:pt idx="3452">
                  <c:v>7.3417461156464733E-2</c:v>
                </c:pt>
                <c:pt idx="3453">
                  <c:v>7.3418075986043774E-2</c:v>
                </c:pt>
                <c:pt idx="3454">
                  <c:v>7.342873425693236E-2</c:v>
                </c:pt>
                <c:pt idx="3455">
                  <c:v>7.3434456883432225E-2</c:v>
                </c:pt>
                <c:pt idx="3456">
                  <c:v>7.3438928279402335E-2</c:v>
                </c:pt>
                <c:pt idx="3457">
                  <c:v>7.3447258241441438E-2</c:v>
                </c:pt>
                <c:pt idx="3458">
                  <c:v>7.3480269638756243E-2</c:v>
                </c:pt>
                <c:pt idx="3459">
                  <c:v>7.3487728166000008E-2</c:v>
                </c:pt>
                <c:pt idx="3460">
                  <c:v>7.3488176423841964E-2</c:v>
                </c:pt>
                <c:pt idx="3461">
                  <c:v>7.3490365246458397E-2</c:v>
                </c:pt>
                <c:pt idx="3462">
                  <c:v>7.3498087702229681E-2</c:v>
                </c:pt>
                <c:pt idx="3463">
                  <c:v>7.3503413874602588E-2</c:v>
                </c:pt>
                <c:pt idx="3464">
                  <c:v>7.3515288885916019E-2</c:v>
                </c:pt>
                <c:pt idx="3465">
                  <c:v>7.3515810915059598E-2</c:v>
                </c:pt>
                <c:pt idx="3466">
                  <c:v>7.3523274571357461E-2</c:v>
                </c:pt>
                <c:pt idx="3467">
                  <c:v>7.3524760572541314E-2</c:v>
                </c:pt>
                <c:pt idx="3468">
                  <c:v>7.3540357551898985E-2</c:v>
                </c:pt>
                <c:pt idx="3469">
                  <c:v>7.3545647880374043E-2</c:v>
                </c:pt>
                <c:pt idx="3470">
                  <c:v>7.355342781083761E-2</c:v>
                </c:pt>
                <c:pt idx="3471">
                  <c:v>7.3587114264267617E-2</c:v>
                </c:pt>
                <c:pt idx="3472">
                  <c:v>7.3645950294414203E-2</c:v>
                </c:pt>
                <c:pt idx="3473">
                  <c:v>7.366472759978146E-2</c:v>
                </c:pt>
                <c:pt idx="3474">
                  <c:v>7.367689704482612E-2</c:v>
                </c:pt>
                <c:pt idx="3475">
                  <c:v>7.3681203644873877E-2</c:v>
                </c:pt>
                <c:pt idx="3476">
                  <c:v>7.3683580855056566E-2</c:v>
                </c:pt>
                <c:pt idx="3477">
                  <c:v>7.3709225007195345E-2</c:v>
                </c:pt>
                <c:pt idx="3478">
                  <c:v>7.3715383873407272E-2</c:v>
                </c:pt>
                <c:pt idx="3479">
                  <c:v>7.3719970938923546E-2</c:v>
                </c:pt>
                <c:pt idx="3480">
                  <c:v>7.3728759931317528E-2</c:v>
                </c:pt>
                <c:pt idx="3481">
                  <c:v>7.3740768130929835E-2</c:v>
                </c:pt>
                <c:pt idx="3482">
                  <c:v>7.3747374374984603E-2</c:v>
                </c:pt>
                <c:pt idx="3483">
                  <c:v>7.375086136124645E-2</c:v>
                </c:pt>
                <c:pt idx="3484">
                  <c:v>7.3750950064254223E-2</c:v>
                </c:pt>
                <c:pt idx="3485">
                  <c:v>7.377557550700492E-2</c:v>
                </c:pt>
                <c:pt idx="3486">
                  <c:v>7.3781598239207144E-2</c:v>
                </c:pt>
                <c:pt idx="3487">
                  <c:v>7.3782134510830169E-2</c:v>
                </c:pt>
                <c:pt idx="3488">
                  <c:v>7.3784275007453742E-2</c:v>
                </c:pt>
                <c:pt idx="3489">
                  <c:v>7.3787302036176297E-2</c:v>
                </c:pt>
                <c:pt idx="3490">
                  <c:v>7.3805221034452168E-2</c:v>
                </c:pt>
                <c:pt idx="3491">
                  <c:v>7.3806664118564305E-2</c:v>
                </c:pt>
                <c:pt idx="3492">
                  <c:v>7.3812722444917475E-2</c:v>
                </c:pt>
                <c:pt idx="3493">
                  <c:v>7.3816050362810595E-2</c:v>
                </c:pt>
                <c:pt idx="3494">
                  <c:v>7.3825237641291702E-2</c:v>
                </c:pt>
                <c:pt idx="3495">
                  <c:v>7.3837140792225295E-2</c:v>
                </c:pt>
                <c:pt idx="3496">
                  <c:v>7.3837636481612026E-2</c:v>
                </c:pt>
                <c:pt idx="3497">
                  <c:v>7.3854794595579656E-2</c:v>
                </c:pt>
                <c:pt idx="3498">
                  <c:v>7.3857996598317613E-2</c:v>
                </c:pt>
                <c:pt idx="3499">
                  <c:v>7.386403970271424E-2</c:v>
                </c:pt>
                <c:pt idx="3500">
                  <c:v>7.3874195866030348E-2</c:v>
                </c:pt>
                <c:pt idx="3501">
                  <c:v>7.3886202383433852E-2</c:v>
                </c:pt>
                <c:pt idx="3502">
                  <c:v>7.3886722301600816E-2</c:v>
                </c:pt>
                <c:pt idx="3503">
                  <c:v>7.3905848460380924E-2</c:v>
                </c:pt>
                <c:pt idx="3504">
                  <c:v>7.3933806380595463E-2</c:v>
                </c:pt>
                <c:pt idx="3505">
                  <c:v>7.3934897477250017E-2</c:v>
                </c:pt>
                <c:pt idx="3506">
                  <c:v>7.3957134931667681E-2</c:v>
                </c:pt>
                <c:pt idx="3507">
                  <c:v>7.3962289102349421E-2</c:v>
                </c:pt>
                <c:pt idx="3508">
                  <c:v>7.3979767289202553E-2</c:v>
                </c:pt>
                <c:pt idx="3509">
                  <c:v>7.399401421196182E-2</c:v>
                </c:pt>
                <c:pt idx="3510">
                  <c:v>7.4005105616226724E-2</c:v>
                </c:pt>
                <c:pt idx="3511">
                  <c:v>7.4005986305813287E-2</c:v>
                </c:pt>
                <c:pt idx="3512">
                  <c:v>7.4011359613113295E-2</c:v>
                </c:pt>
                <c:pt idx="3513">
                  <c:v>7.4011985922954202E-2</c:v>
                </c:pt>
                <c:pt idx="3514">
                  <c:v>7.4014632769931615E-2</c:v>
                </c:pt>
                <c:pt idx="3515">
                  <c:v>7.4017980761276816E-2</c:v>
                </c:pt>
                <c:pt idx="3516">
                  <c:v>7.4018098597960866E-2</c:v>
                </c:pt>
                <c:pt idx="3517">
                  <c:v>7.4085315036530694E-2</c:v>
                </c:pt>
                <c:pt idx="3518">
                  <c:v>7.4109783162908852E-2</c:v>
                </c:pt>
                <c:pt idx="3519">
                  <c:v>7.4110000362415079E-2</c:v>
                </c:pt>
                <c:pt idx="3520">
                  <c:v>7.4114184366227298E-2</c:v>
                </c:pt>
                <c:pt idx="3521">
                  <c:v>7.4114561146668506E-2</c:v>
                </c:pt>
                <c:pt idx="3522">
                  <c:v>7.4122313160016176E-2</c:v>
                </c:pt>
                <c:pt idx="3523">
                  <c:v>7.4125637571111666E-2</c:v>
                </c:pt>
                <c:pt idx="3524">
                  <c:v>7.4156161501445494E-2</c:v>
                </c:pt>
                <c:pt idx="3525">
                  <c:v>7.4161224025657974E-2</c:v>
                </c:pt>
                <c:pt idx="3526">
                  <c:v>7.4162707039357012E-2</c:v>
                </c:pt>
                <c:pt idx="3527">
                  <c:v>7.4177178953498138E-2</c:v>
                </c:pt>
                <c:pt idx="3528">
                  <c:v>7.4181896064811001E-2</c:v>
                </c:pt>
                <c:pt idx="3529">
                  <c:v>7.418422610588371E-2</c:v>
                </c:pt>
                <c:pt idx="3530">
                  <c:v>7.4199248312581664E-2</c:v>
                </c:pt>
                <c:pt idx="3531">
                  <c:v>7.4205529504530951E-2</c:v>
                </c:pt>
                <c:pt idx="3532">
                  <c:v>7.4212791219944188E-2</c:v>
                </c:pt>
                <c:pt idx="3533">
                  <c:v>7.4217914128767701E-2</c:v>
                </c:pt>
                <c:pt idx="3534">
                  <c:v>7.4221669142129437E-2</c:v>
                </c:pt>
                <c:pt idx="3535">
                  <c:v>7.4230565562227999E-2</c:v>
                </c:pt>
                <c:pt idx="3536">
                  <c:v>7.4233557111098747E-2</c:v>
                </c:pt>
                <c:pt idx="3537">
                  <c:v>7.423613176880986E-2</c:v>
                </c:pt>
                <c:pt idx="3538">
                  <c:v>7.4249940489492114E-2</c:v>
                </c:pt>
                <c:pt idx="3539">
                  <c:v>7.425811827019077E-2</c:v>
                </c:pt>
                <c:pt idx="3540">
                  <c:v>7.4259678778663213E-2</c:v>
                </c:pt>
                <c:pt idx="3541">
                  <c:v>7.4267273761969718E-2</c:v>
                </c:pt>
                <c:pt idx="3542">
                  <c:v>7.4274983804758818E-2</c:v>
                </c:pt>
                <c:pt idx="3543">
                  <c:v>7.4282209896581228E-2</c:v>
                </c:pt>
                <c:pt idx="3544">
                  <c:v>7.428322017236913E-2</c:v>
                </c:pt>
                <c:pt idx="3545">
                  <c:v>7.4291159952514133E-2</c:v>
                </c:pt>
                <c:pt idx="3546">
                  <c:v>7.4291573452450979E-2</c:v>
                </c:pt>
                <c:pt idx="3547">
                  <c:v>7.4302307600694728E-2</c:v>
                </c:pt>
                <c:pt idx="3548">
                  <c:v>7.4310902531009054E-2</c:v>
                </c:pt>
                <c:pt idx="3549">
                  <c:v>7.4312099294144396E-2</c:v>
                </c:pt>
                <c:pt idx="3550">
                  <c:v>7.431393150458912E-2</c:v>
                </c:pt>
                <c:pt idx="3551">
                  <c:v>7.4343517044699881E-2</c:v>
                </c:pt>
                <c:pt idx="3552">
                  <c:v>7.4357285689995598E-2</c:v>
                </c:pt>
                <c:pt idx="3553">
                  <c:v>7.4378610383668303E-2</c:v>
                </c:pt>
                <c:pt idx="3554">
                  <c:v>7.4383265900637804E-2</c:v>
                </c:pt>
                <c:pt idx="3555">
                  <c:v>7.438383310935609E-2</c:v>
                </c:pt>
                <c:pt idx="3556">
                  <c:v>7.438476160567685E-2</c:v>
                </c:pt>
                <c:pt idx="3557">
                  <c:v>7.4392299183072871E-2</c:v>
                </c:pt>
                <c:pt idx="3558">
                  <c:v>7.4411301996658852E-2</c:v>
                </c:pt>
                <c:pt idx="3559">
                  <c:v>7.4415605572106955E-2</c:v>
                </c:pt>
                <c:pt idx="3560">
                  <c:v>7.4437023233978036E-2</c:v>
                </c:pt>
                <c:pt idx="3561">
                  <c:v>7.4455367713890067E-2</c:v>
                </c:pt>
                <c:pt idx="3562">
                  <c:v>7.4459777307733038E-2</c:v>
                </c:pt>
                <c:pt idx="3563">
                  <c:v>7.4468722755123451E-2</c:v>
                </c:pt>
                <c:pt idx="3564">
                  <c:v>7.4471275223450095E-2</c:v>
                </c:pt>
                <c:pt idx="3565">
                  <c:v>7.4474510332557239E-2</c:v>
                </c:pt>
                <c:pt idx="3566">
                  <c:v>7.4476818889867874E-2</c:v>
                </c:pt>
                <c:pt idx="3567">
                  <c:v>7.4484868971904636E-2</c:v>
                </c:pt>
                <c:pt idx="3568">
                  <c:v>7.4493054905641523E-2</c:v>
                </c:pt>
                <c:pt idx="3569">
                  <c:v>7.4508700611500001E-2</c:v>
                </c:pt>
                <c:pt idx="3570">
                  <c:v>7.4513820457168048E-2</c:v>
                </c:pt>
                <c:pt idx="3571">
                  <c:v>7.4528536241688037E-2</c:v>
                </c:pt>
                <c:pt idx="3572">
                  <c:v>7.4551239751329643E-2</c:v>
                </c:pt>
                <c:pt idx="3573">
                  <c:v>7.456137681159046E-2</c:v>
                </c:pt>
                <c:pt idx="3574">
                  <c:v>7.4564420168635598E-2</c:v>
                </c:pt>
                <c:pt idx="3575">
                  <c:v>7.4576816239553992E-2</c:v>
                </c:pt>
                <c:pt idx="3576">
                  <c:v>7.4593607999602823E-2</c:v>
                </c:pt>
                <c:pt idx="3577">
                  <c:v>7.4621100615264058E-2</c:v>
                </c:pt>
                <c:pt idx="3578">
                  <c:v>7.4623537528045236E-2</c:v>
                </c:pt>
                <c:pt idx="3579">
                  <c:v>7.462894338149062E-2</c:v>
                </c:pt>
                <c:pt idx="3580">
                  <c:v>7.4640890260334616E-2</c:v>
                </c:pt>
                <c:pt idx="3581">
                  <c:v>7.4645928265485328E-2</c:v>
                </c:pt>
                <c:pt idx="3582">
                  <c:v>7.4656779718141414E-2</c:v>
                </c:pt>
                <c:pt idx="3583">
                  <c:v>7.4656924411354131E-2</c:v>
                </c:pt>
                <c:pt idx="3584">
                  <c:v>7.4680181104814433E-2</c:v>
                </c:pt>
                <c:pt idx="3585">
                  <c:v>7.4726364289665254E-2</c:v>
                </c:pt>
                <c:pt idx="3586">
                  <c:v>7.4732519106371992E-2</c:v>
                </c:pt>
                <c:pt idx="3587">
                  <c:v>7.4741353113174883E-2</c:v>
                </c:pt>
                <c:pt idx="3588">
                  <c:v>7.4775793742411417E-2</c:v>
                </c:pt>
                <c:pt idx="3589">
                  <c:v>7.4776437608932864E-2</c:v>
                </c:pt>
                <c:pt idx="3590">
                  <c:v>7.4804807006475543E-2</c:v>
                </c:pt>
                <c:pt idx="3591">
                  <c:v>7.481919283537021E-2</c:v>
                </c:pt>
                <c:pt idx="3592">
                  <c:v>7.4835621042582789E-2</c:v>
                </c:pt>
                <c:pt idx="3593">
                  <c:v>7.4835747759572788E-2</c:v>
                </c:pt>
                <c:pt idx="3594">
                  <c:v>7.4836080985141953E-2</c:v>
                </c:pt>
                <c:pt idx="3595">
                  <c:v>7.4849103313886778E-2</c:v>
                </c:pt>
                <c:pt idx="3596">
                  <c:v>7.4856572967665569E-2</c:v>
                </c:pt>
                <c:pt idx="3597">
                  <c:v>7.4870201949288673E-2</c:v>
                </c:pt>
                <c:pt idx="3598">
                  <c:v>7.4876327566355691E-2</c:v>
                </c:pt>
                <c:pt idx="3599">
                  <c:v>7.4877147954707179E-2</c:v>
                </c:pt>
                <c:pt idx="3600">
                  <c:v>7.488915814000352E-2</c:v>
                </c:pt>
                <c:pt idx="3601">
                  <c:v>7.4889499995556441E-2</c:v>
                </c:pt>
                <c:pt idx="3602">
                  <c:v>7.4900408352981604E-2</c:v>
                </c:pt>
                <c:pt idx="3603">
                  <c:v>7.4908967767730497E-2</c:v>
                </c:pt>
                <c:pt idx="3604">
                  <c:v>7.492427701121683E-2</c:v>
                </c:pt>
                <c:pt idx="3605">
                  <c:v>7.4928772316671874E-2</c:v>
                </c:pt>
                <c:pt idx="3606">
                  <c:v>7.4934560828689309E-2</c:v>
                </c:pt>
                <c:pt idx="3607">
                  <c:v>7.4936257428926067E-2</c:v>
                </c:pt>
                <c:pt idx="3608">
                  <c:v>7.4947436198443809E-2</c:v>
                </c:pt>
                <c:pt idx="3609">
                  <c:v>7.4959210180169225E-2</c:v>
                </c:pt>
                <c:pt idx="3610">
                  <c:v>7.4978376573180613E-2</c:v>
                </c:pt>
                <c:pt idx="3611">
                  <c:v>7.4993243858365741E-2</c:v>
                </c:pt>
                <c:pt idx="3612">
                  <c:v>7.500716799537889E-2</c:v>
                </c:pt>
                <c:pt idx="3613">
                  <c:v>7.5021255856346392E-2</c:v>
                </c:pt>
                <c:pt idx="3614">
                  <c:v>7.5042493947640107E-2</c:v>
                </c:pt>
                <c:pt idx="3615">
                  <c:v>7.5063332524927875E-2</c:v>
                </c:pt>
                <c:pt idx="3616">
                  <c:v>7.5065134572707082E-2</c:v>
                </c:pt>
                <c:pt idx="3617">
                  <c:v>7.5084108664179819E-2</c:v>
                </c:pt>
                <c:pt idx="3618">
                  <c:v>7.5087125937789143E-2</c:v>
                </c:pt>
                <c:pt idx="3619">
                  <c:v>7.5095295941415174E-2</c:v>
                </c:pt>
                <c:pt idx="3620">
                  <c:v>7.5100067898198092E-2</c:v>
                </c:pt>
                <c:pt idx="3621">
                  <c:v>7.5101655801948441E-2</c:v>
                </c:pt>
                <c:pt idx="3622">
                  <c:v>7.5104574568317164E-2</c:v>
                </c:pt>
                <c:pt idx="3623">
                  <c:v>7.5140039826526173E-2</c:v>
                </c:pt>
                <c:pt idx="3624">
                  <c:v>7.5151970392537765E-2</c:v>
                </c:pt>
                <c:pt idx="3625">
                  <c:v>7.5157347555625351E-2</c:v>
                </c:pt>
                <c:pt idx="3626">
                  <c:v>7.5164862359608509E-2</c:v>
                </c:pt>
                <c:pt idx="3627">
                  <c:v>7.5185213620918206E-2</c:v>
                </c:pt>
                <c:pt idx="3628">
                  <c:v>7.5191118825601727E-2</c:v>
                </c:pt>
                <c:pt idx="3629">
                  <c:v>7.5193972281188695E-2</c:v>
                </c:pt>
                <c:pt idx="3630">
                  <c:v>7.5197457880756671E-2</c:v>
                </c:pt>
                <c:pt idx="3631">
                  <c:v>7.5209225780008521E-2</c:v>
                </c:pt>
                <c:pt idx="3632">
                  <c:v>7.5236913160690519E-2</c:v>
                </c:pt>
                <c:pt idx="3633">
                  <c:v>7.5244482658106945E-2</c:v>
                </c:pt>
                <c:pt idx="3634">
                  <c:v>7.52735309798543E-2</c:v>
                </c:pt>
                <c:pt idx="3635">
                  <c:v>7.5275934080298201E-2</c:v>
                </c:pt>
                <c:pt idx="3636">
                  <c:v>7.5306579808820259E-2</c:v>
                </c:pt>
                <c:pt idx="3637">
                  <c:v>7.5307169888442035E-2</c:v>
                </c:pt>
                <c:pt idx="3638">
                  <c:v>7.5328176299376368E-2</c:v>
                </c:pt>
                <c:pt idx="3639">
                  <c:v>7.5341179965689509E-2</c:v>
                </c:pt>
                <c:pt idx="3640">
                  <c:v>7.535688805653129E-2</c:v>
                </c:pt>
                <c:pt idx="3641">
                  <c:v>7.5373526396431717E-2</c:v>
                </c:pt>
                <c:pt idx="3642">
                  <c:v>7.5382418521523123E-2</c:v>
                </c:pt>
                <c:pt idx="3643">
                  <c:v>7.5384786738471793E-2</c:v>
                </c:pt>
                <c:pt idx="3644">
                  <c:v>7.5385324673733003E-2</c:v>
                </c:pt>
                <c:pt idx="3645">
                  <c:v>7.5394186076983019E-2</c:v>
                </c:pt>
                <c:pt idx="3646">
                  <c:v>7.5397519327045068E-2</c:v>
                </c:pt>
                <c:pt idx="3647">
                  <c:v>7.5404152056058202E-2</c:v>
                </c:pt>
                <c:pt idx="3648">
                  <c:v>7.5411726183833891E-2</c:v>
                </c:pt>
                <c:pt idx="3649">
                  <c:v>7.543949184105192E-2</c:v>
                </c:pt>
                <c:pt idx="3650">
                  <c:v>7.5446030804101921E-2</c:v>
                </c:pt>
                <c:pt idx="3651">
                  <c:v>7.5461806311275109E-2</c:v>
                </c:pt>
                <c:pt idx="3652">
                  <c:v>7.5477497875885466E-2</c:v>
                </c:pt>
                <c:pt idx="3653">
                  <c:v>7.548989544848371E-2</c:v>
                </c:pt>
                <c:pt idx="3654">
                  <c:v>7.550078595094338E-2</c:v>
                </c:pt>
                <c:pt idx="3655">
                  <c:v>7.5518510266918207E-2</c:v>
                </c:pt>
                <c:pt idx="3656">
                  <c:v>7.5520823484284572E-2</c:v>
                </c:pt>
                <c:pt idx="3657">
                  <c:v>7.5538001787238046E-2</c:v>
                </c:pt>
                <c:pt idx="3658">
                  <c:v>7.5538926711838039E-2</c:v>
                </c:pt>
                <c:pt idx="3659">
                  <c:v>7.55418994362725E-2</c:v>
                </c:pt>
                <c:pt idx="3660">
                  <c:v>7.5565072261212396E-2</c:v>
                </c:pt>
                <c:pt idx="3661">
                  <c:v>7.5570716182504286E-2</c:v>
                </c:pt>
                <c:pt idx="3662">
                  <c:v>7.5577382276887359E-2</c:v>
                </c:pt>
                <c:pt idx="3663">
                  <c:v>7.5586774275071988E-2</c:v>
                </c:pt>
                <c:pt idx="3664">
                  <c:v>7.5591365560137166E-2</c:v>
                </c:pt>
                <c:pt idx="3665">
                  <c:v>7.5631331903667318E-2</c:v>
                </c:pt>
                <c:pt idx="3666">
                  <c:v>7.5650991705271398E-2</c:v>
                </c:pt>
                <c:pt idx="3667">
                  <c:v>7.5670652737681643E-2</c:v>
                </c:pt>
                <c:pt idx="3668">
                  <c:v>7.568824390161133E-2</c:v>
                </c:pt>
                <c:pt idx="3669">
                  <c:v>7.5695088122365334E-2</c:v>
                </c:pt>
                <c:pt idx="3670">
                  <c:v>7.5702791228659388E-2</c:v>
                </c:pt>
                <c:pt idx="3671">
                  <c:v>7.570789312706562E-2</c:v>
                </c:pt>
                <c:pt idx="3672">
                  <c:v>7.571273788072154E-2</c:v>
                </c:pt>
                <c:pt idx="3673">
                  <c:v>7.5718029834792741E-2</c:v>
                </c:pt>
                <c:pt idx="3674">
                  <c:v>7.5728340136711272E-2</c:v>
                </c:pt>
                <c:pt idx="3675">
                  <c:v>7.5729159467675819E-2</c:v>
                </c:pt>
                <c:pt idx="3676">
                  <c:v>7.5744489608556148E-2</c:v>
                </c:pt>
                <c:pt idx="3677">
                  <c:v>7.5745605273297836E-2</c:v>
                </c:pt>
                <c:pt idx="3678">
                  <c:v>7.5764476575273909E-2</c:v>
                </c:pt>
                <c:pt idx="3679">
                  <c:v>7.577876127205177E-2</c:v>
                </c:pt>
                <c:pt idx="3680">
                  <c:v>7.5785294917192533E-2</c:v>
                </c:pt>
                <c:pt idx="3681">
                  <c:v>7.5794405915864421E-2</c:v>
                </c:pt>
                <c:pt idx="3682">
                  <c:v>7.5805946389142995E-2</c:v>
                </c:pt>
                <c:pt idx="3683">
                  <c:v>7.5809949046592093E-2</c:v>
                </c:pt>
                <c:pt idx="3684">
                  <c:v>7.5818287483150101E-2</c:v>
                </c:pt>
                <c:pt idx="3685">
                  <c:v>7.5821224788093347E-2</c:v>
                </c:pt>
                <c:pt idx="3686">
                  <c:v>7.5821315060173852E-2</c:v>
                </c:pt>
                <c:pt idx="3687">
                  <c:v>7.582365891931267E-2</c:v>
                </c:pt>
                <c:pt idx="3688">
                  <c:v>7.5825716276358895E-2</c:v>
                </c:pt>
                <c:pt idx="3689">
                  <c:v>7.5825956263527464E-2</c:v>
                </c:pt>
                <c:pt idx="3690">
                  <c:v>7.5837730414852936E-2</c:v>
                </c:pt>
                <c:pt idx="3691">
                  <c:v>7.5850539886723592E-2</c:v>
                </c:pt>
                <c:pt idx="3692">
                  <c:v>7.5871107752338462E-2</c:v>
                </c:pt>
                <c:pt idx="3693">
                  <c:v>7.5874301396223143E-2</c:v>
                </c:pt>
                <c:pt idx="3694">
                  <c:v>7.5885568943515447E-2</c:v>
                </c:pt>
                <c:pt idx="3695">
                  <c:v>7.5900815234961908E-2</c:v>
                </c:pt>
                <c:pt idx="3696">
                  <c:v>7.5908955606760378E-2</c:v>
                </c:pt>
                <c:pt idx="3697">
                  <c:v>7.5909838943833408E-2</c:v>
                </c:pt>
                <c:pt idx="3698">
                  <c:v>7.5925914837637776E-2</c:v>
                </c:pt>
                <c:pt idx="3699">
                  <c:v>7.5939935617925558E-2</c:v>
                </c:pt>
                <c:pt idx="3700">
                  <c:v>7.5962557422555144E-2</c:v>
                </c:pt>
                <c:pt idx="3701">
                  <c:v>7.5963593992212003E-2</c:v>
                </c:pt>
                <c:pt idx="3702">
                  <c:v>7.596420158168124E-2</c:v>
                </c:pt>
                <c:pt idx="3703">
                  <c:v>7.5964627010841779E-2</c:v>
                </c:pt>
                <c:pt idx="3704">
                  <c:v>7.5979604998083011E-2</c:v>
                </c:pt>
                <c:pt idx="3705">
                  <c:v>7.5984470034083193E-2</c:v>
                </c:pt>
                <c:pt idx="3706">
                  <c:v>7.5987511375728498E-2</c:v>
                </c:pt>
                <c:pt idx="3707">
                  <c:v>7.6007173244447557E-2</c:v>
                </c:pt>
                <c:pt idx="3708">
                  <c:v>7.6012266760704258E-2</c:v>
                </c:pt>
                <c:pt idx="3709">
                  <c:v>7.6037848533125452E-2</c:v>
                </c:pt>
                <c:pt idx="3710">
                  <c:v>7.6041522064180231E-2</c:v>
                </c:pt>
                <c:pt idx="3711">
                  <c:v>7.6058845770201985E-2</c:v>
                </c:pt>
                <c:pt idx="3712">
                  <c:v>7.6060323193315779E-2</c:v>
                </c:pt>
                <c:pt idx="3713">
                  <c:v>7.6066439123297552E-2</c:v>
                </c:pt>
                <c:pt idx="3714">
                  <c:v>7.6080198812447181E-2</c:v>
                </c:pt>
                <c:pt idx="3715">
                  <c:v>7.6088617087589308E-2</c:v>
                </c:pt>
                <c:pt idx="3716">
                  <c:v>7.6093353699657321E-2</c:v>
                </c:pt>
                <c:pt idx="3717">
                  <c:v>7.6108530394756305E-2</c:v>
                </c:pt>
                <c:pt idx="3718">
                  <c:v>7.611285262566761E-2</c:v>
                </c:pt>
                <c:pt idx="3719">
                  <c:v>7.6114971531367565E-2</c:v>
                </c:pt>
                <c:pt idx="3720">
                  <c:v>7.6122839297033854E-2</c:v>
                </c:pt>
                <c:pt idx="3721">
                  <c:v>7.6163229263714535E-2</c:v>
                </c:pt>
                <c:pt idx="3722">
                  <c:v>7.6176487255284406E-2</c:v>
                </c:pt>
                <c:pt idx="3723">
                  <c:v>7.6181765946993399E-2</c:v>
                </c:pt>
                <c:pt idx="3724">
                  <c:v>7.6193047894028851E-2</c:v>
                </c:pt>
                <c:pt idx="3725">
                  <c:v>7.6193951494310644E-2</c:v>
                </c:pt>
                <c:pt idx="3726">
                  <c:v>7.6217955212203398E-2</c:v>
                </c:pt>
                <c:pt idx="3727">
                  <c:v>7.6224362328762146E-2</c:v>
                </c:pt>
                <c:pt idx="3728">
                  <c:v>7.6230742051935876E-2</c:v>
                </c:pt>
                <c:pt idx="3729">
                  <c:v>7.6238081363961346E-2</c:v>
                </c:pt>
                <c:pt idx="3730">
                  <c:v>7.6241093048825648E-2</c:v>
                </c:pt>
                <c:pt idx="3731">
                  <c:v>7.6249730696710857E-2</c:v>
                </c:pt>
                <c:pt idx="3732">
                  <c:v>7.6258667594692395E-2</c:v>
                </c:pt>
                <c:pt idx="3733">
                  <c:v>7.6258731158210108E-2</c:v>
                </c:pt>
                <c:pt idx="3734">
                  <c:v>7.6262363706709829E-2</c:v>
                </c:pt>
                <c:pt idx="3735">
                  <c:v>7.6278884595400831E-2</c:v>
                </c:pt>
                <c:pt idx="3736">
                  <c:v>7.6290360133789301E-2</c:v>
                </c:pt>
                <c:pt idx="3737">
                  <c:v>7.6299377657396625E-2</c:v>
                </c:pt>
                <c:pt idx="3738">
                  <c:v>7.6318358792388935E-2</c:v>
                </c:pt>
                <c:pt idx="3739">
                  <c:v>7.6318369439869513E-2</c:v>
                </c:pt>
                <c:pt idx="3740">
                  <c:v>7.6319874960501868E-2</c:v>
                </c:pt>
                <c:pt idx="3741">
                  <c:v>7.632266143449247E-2</c:v>
                </c:pt>
                <c:pt idx="3742">
                  <c:v>7.6327331742680748E-2</c:v>
                </c:pt>
                <c:pt idx="3743">
                  <c:v>7.6327735982014921E-2</c:v>
                </c:pt>
                <c:pt idx="3744">
                  <c:v>7.6329546069287393E-2</c:v>
                </c:pt>
                <c:pt idx="3745">
                  <c:v>7.6344199118636907E-2</c:v>
                </c:pt>
                <c:pt idx="3746">
                  <c:v>7.6344202154998431E-2</c:v>
                </c:pt>
                <c:pt idx="3747">
                  <c:v>7.6356147957819295E-2</c:v>
                </c:pt>
                <c:pt idx="3748">
                  <c:v>7.6356932745796913E-2</c:v>
                </c:pt>
                <c:pt idx="3749">
                  <c:v>7.6358617886370134E-2</c:v>
                </c:pt>
                <c:pt idx="3750">
                  <c:v>7.6376910517283972E-2</c:v>
                </c:pt>
                <c:pt idx="3751">
                  <c:v>7.6383523613909793E-2</c:v>
                </c:pt>
                <c:pt idx="3752">
                  <c:v>7.6400082554306789E-2</c:v>
                </c:pt>
                <c:pt idx="3753">
                  <c:v>7.6404542441399381E-2</c:v>
                </c:pt>
                <c:pt idx="3754">
                  <c:v>7.6409975622163229E-2</c:v>
                </c:pt>
                <c:pt idx="3755">
                  <c:v>7.6421612628892077E-2</c:v>
                </c:pt>
                <c:pt idx="3756">
                  <c:v>7.6429696490829452E-2</c:v>
                </c:pt>
                <c:pt idx="3757">
                  <c:v>7.6432496422342136E-2</c:v>
                </c:pt>
                <c:pt idx="3758">
                  <c:v>7.646109120162177E-2</c:v>
                </c:pt>
                <c:pt idx="3759">
                  <c:v>7.6466987218430815E-2</c:v>
                </c:pt>
                <c:pt idx="3760">
                  <c:v>7.6471754236257891E-2</c:v>
                </c:pt>
                <c:pt idx="3761">
                  <c:v>7.6475462315527917E-2</c:v>
                </c:pt>
                <c:pt idx="3762">
                  <c:v>7.6492147892806645E-2</c:v>
                </c:pt>
                <c:pt idx="3763">
                  <c:v>7.6496869728720038E-2</c:v>
                </c:pt>
                <c:pt idx="3764">
                  <c:v>7.6505653329345294E-2</c:v>
                </c:pt>
                <c:pt idx="3765">
                  <c:v>7.6516173530246728E-2</c:v>
                </c:pt>
                <c:pt idx="3766">
                  <c:v>7.6516298928972465E-2</c:v>
                </c:pt>
                <c:pt idx="3767">
                  <c:v>7.6546090883449519E-2</c:v>
                </c:pt>
                <c:pt idx="3768">
                  <c:v>7.65477603959E-2</c:v>
                </c:pt>
                <c:pt idx="3769">
                  <c:v>7.6566841657839085E-2</c:v>
                </c:pt>
                <c:pt idx="3770">
                  <c:v>7.657711000273254E-2</c:v>
                </c:pt>
                <c:pt idx="3771">
                  <c:v>7.6593670897098995E-2</c:v>
                </c:pt>
                <c:pt idx="3772">
                  <c:v>7.659460296430623E-2</c:v>
                </c:pt>
                <c:pt idx="3773">
                  <c:v>7.659991785155755E-2</c:v>
                </c:pt>
                <c:pt idx="3774">
                  <c:v>7.6605941037810238E-2</c:v>
                </c:pt>
                <c:pt idx="3775">
                  <c:v>7.6610379322745975E-2</c:v>
                </c:pt>
                <c:pt idx="3776">
                  <c:v>7.663082301433978E-2</c:v>
                </c:pt>
                <c:pt idx="3777">
                  <c:v>7.6639141469056718E-2</c:v>
                </c:pt>
                <c:pt idx="3778">
                  <c:v>7.6639562674887293E-2</c:v>
                </c:pt>
                <c:pt idx="3779">
                  <c:v>7.6642326475463901E-2</c:v>
                </c:pt>
                <c:pt idx="3780">
                  <c:v>7.6645776220367431E-2</c:v>
                </c:pt>
                <c:pt idx="3781">
                  <c:v>7.6648244388184225E-2</c:v>
                </c:pt>
                <c:pt idx="3782">
                  <c:v>7.6656943787734494E-2</c:v>
                </c:pt>
                <c:pt idx="3783">
                  <c:v>7.6675222632848289E-2</c:v>
                </c:pt>
                <c:pt idx="3784">
                  <c:v>7.668933111155854E-2</c:v>
                </c:pt>
                <c:pt idx="3785">
                  <c:v>7.6692504039330464E-2</c:v>
                </c:pt>
                <c:pt idx="3786">
                  <c:v>7.6702292663903229E-2</c:v>
                </c:pt>
                <c:pt idx="3787">
                  <c:v>7.6714860258106171E-2</c:v>
                </c:pt>
                <c:pt idx="3788">
                  <c:v>7.6718054817109013E-2</c:v>
                </c:pt>
                <c:pt idx="3789">
                  <c:v>7.6739067875664785E-2</c:v>
                </c:pt>
                <c:pt idx="3790">
                  <c:v>7.6755990159390594E-2</c:v>
                </c:pt>
                <c:pt idx="3791">
                  <c:v>7.6787819307054903E-2</c:v>
                </c:pt>
                <c:pt idx="3792">
                  <c:v>7.679137383331347E-2</c:v>
                </c:pt>
                <c:pt idx="3793">
                  <c:v>7.6793706675550993E-2</c:v>
                </c:pt>
                <c:pt idx="3794">
                  <c:v>7.6812123171177582E-2</c:v>
                </c:pt>
                <c:pt idx="3795">
                  <c:v>7.6821528049339227E-2</c:v>
                </c:pt>
                <c:pt idx="3796">
                  <c:v>7.6830811911520039E-2</c:v>
                </c:pt>
                <c:pt idx="3797">
                  <c:v>7.6832555790502577E-2</c:v>
                </c:pt>
                <c:pt idx="3798">
                  <c:v>7.6845102484978126E-2</c:v>
                </c:pt>
                <c:pt idx="3799">
                  <c:v>7.6856380579855554E-2</c:v>
                </c:pt>
                <c:pt idx="3800">
                  <c:v>7.685701346211643E-2</c:v>
                </c:pt>
                <c:pt idx="3801">
                  <c:v>7.6865321335614842E-2</c:v>
                </c:pt>
                <c:pt idx="3802">
                  <c:v>7.6866855989194321E-2</c:v>
                </c:pt>
                <c:pt idx="3803">
                  <c:v>7.6871630236243604E-2</c:v>
                </c:pt>
                <c:pt idx="3804">
                  <c:v>7.6874162512912306E-2</c:v>
                </c:pt>
                <c:pt idx="3805">
                  <c:v>7.6875882674891788E-2</c:v>
                </c:pt>
                <c:pt idx="3806">
                  <c:v>7.6931728467840854E-2</c:v>
                </c:pt>
                <c:pt idx="3807">
                  <c:v>7.6932874966748416E-2</c:v>
                </c:pt>
                <c:pt idx="3808">
                  <c:v>7.6933100161732118E-2</c:v>
                </c:pt>
                <c:pt idx="3809">
                  <c:v>7.6933606553075462E-2</c:v>
                </c:pt>
                <c:pt idx="3810">
                  <c:v>7.694875644382447E-2</c:v>
                </c:pt>
                <c:pt idx="3811">
                  <c:v>7.6957353177922586E-2</c:v>
                </c:pt>
                <c:pt idx="3812">
                  <c:v>7.6963709578933406E-2</c:v>
                </c:pt>
                <c:pt idx="3813">
                  <c:v>7.6987089571082593E-2</c:v>
                </c:pt>
                <c:pt idx="3814">
                  <c:v>7.7015182930847526E-2</c:v>
                </c:pt>
                <c:pt idx="3815">
                  <c:v>7.7022321013948264E-2</c:v>
                </c:pt>
                <c:pt idx="3816">
                  <c:v>7.7025448281190914E-2</c:v>
                </c:pt>
                <c:pt idx="3817">
                  <c:v>7.7025557810159656E-2</c:v>
                </c:pt>
                <c:pt idx="3818">
                  <c:v>7.7041562658155122E-2</c:v>
                </c:pt>
                <c:pt idx="3819">
                  <c:v>7.7049879485430933E-2</c:v>
                </c:pt>
                <c:pt idx="3820">
                  <c:v>7.7079510162107623E-2</c:v>
                </c:pt>
                <c:pt idx="3821">
                  <c:v>7.7088837277179537E-2</c:v>
                </c:pt>
                <c:pt idx="3822">
                  <c:v>7.7089108371444892E-2</c:v>
                </c:pt>
                <c:pt idx="3823">
                  <c:v>7.7096154765727593E-2</c:v>
                </c:pt>
                <c:pt idx="3824">
                  <c:v>7.7109032187282323E-2</c:v>
                </c:pt>
                <c:pt idx="3825">
                  <c:v>7.7119547820965487E-2</c:v>
                </c:pt>
                <c:pt idx="3826">
                  <c:v>7.7131276135468566E-2</c:v>
                </c:pt>
                <c:pt idx="3827">
                  <c:v>7.7134332200966896E-2</c:v>
                </c:pt>
                <c:pt idx="3828">
                  <c:v>7.7180337339652488E-2</c:v>
                </c:pt>
                <c:pt idx="3829">
                  <c:v>7.7193001252401194E-2</c:v>
                </c:pt>
                <c:pt idx="3830">
                  <c:v>7.719551314075368E-2</c:v>
                </c:pt>
                <c:pt idx="3831">
                  <c:v>7.7197721162972077E-2</c:v>
                </c:pt>
                <c:pt idx="3832">
                  <c:v>7.72081060540553E-2</c:v>
                </c:pt>
                <c:pt idx="3833">
                  <c:v>7.72214805610872E-2</c:v>
                </c:pt>
                <c:pt idx="3834">
                  <c:v>7.7229069799154809E-2</c:v>
                </c:pt>
                <c:pt idx="3835">
                  <c:v>7.7232540257062665E-2</c:v>
                </c:pt>
                <c:pt idx="3836">
                  <c:v>7.7238424594823593E-2</c:v>
                </c:pt>
                <c:pt idx="3837">
                  <c:v>7.7253120502020475E-2</c:v>
                </c:pt>
                <c:pt idx="3838">
                  <c:v>7.7261483250824298E-2</c:v>
                </c:pt>
                <c:pt idx="3839">
                  <c:v>7.7264924759717718E-2</c:v>
                </c:pt>
                <c:pt idx="3840">
                  <c:v>7.7265312008063358E-2</c:v>
                </c:pt>
                <c:pt idx="3841">
                  <c:v>7.726933556935317E-2</c:v>
                </c:pt>
                <c:pt idx="3842">
                  <c:v>7.7281863906277448E-2</c:v>
                </c:pt>
                <c:pt idx="3843">
                  <c:v>7.7288281933894504E-2</c:v>
                </c:pt>
                <c:pt idx="3844">
                  <c:v>7.7298004827937042E-2</c:v>
                </c:pt>
                <c:pt idx="3845">
                  <c:v>7.7302334274714432E-2</c:v>
                </c:pt>
                <c:pt idx="3846">
                  <c:v>7.7339958858219676E-2</c:v>
                </c:pt>
                <c:pt idx="3847">
                  <c:v>7.7347691300779814E-2</c:v>
                </c:pt>
                <c:pt idx="3848">
                  <c:v>7.7353314610385207E-2</c:v>
                </c:pt>
                <c:pt idx="3849">
                  <c:v>7.7360733833927831E-2</c:v>
                </c:pt>
                <c:pt idx="3850">
                  <c:v>7.736492874349403E-2</c:v>
                </c:pt>
                <c:pt idx="3851">
                  <c:v>7.7382246957342388E-2</c:v>
                </c:pt>
                <c:pt idx="3852">
                  <c:v>7.7382438883897481E-2</c:v>
                </c:pt>
                <c:pt idx="3853">
                  <c:v>7.7406391089234639E-2</c:v>
                </c:pt>
                <c:pt idx="3854">
                  <c:v>7.7408602176896518E-2</c:v>
                </c:pt>
                <c:pt idx="3855">
                  <c:v>7.7433185500451973E-2</c:v>
                </c:pt>
                <c:pt idx="3856">
                  <c:v>7.744056931659235E-2</c:v>
                </c:pt>
                <c:pt idx="3857">
                  <c:v>7.7447150042803919E-2</c:v>
                </c:pt>
                <c:pt idx="3858">
                  <c:v>7.7456634635426264E-2</c:v>
                </c:pt>
                <c:pt idx="3859">
                  <c:v>7.7470313774080951E-2</c:v>
                </c:pt>
                <c:pt idx="3860">
                  <c:v>7.7474628095776515E-2</c:v>
                </c:pt>
                <c:pt idx="3861">
                  <c:v>7.7475668607870612E-2</c:v>
                </c:pt>
                <c:pt idx="3862">
                  <c:v>7.7514019084319513E-2</c:v>
                </c:pt>
                <c:pt idx="3863">
                  <c:v>7.7535001962644054E-2</c:v>
                </c:pt>
                <c:pt idx="3864">
                  <c:v>7.7544853606676012E-2</c:v>
                </c:pt>
                <c:pt idx="3865">
                  <c:v>7.7550512293785859E-2</c:v>
                </c:pt>
                <c:pt idx="3866">
                  <c:v>7.7551141198921092E-2</c:v>
                </c:pt>
                <c:pt idx="3867">
                  <c:v>7.7555531873449227E-2</c:v>
                </c:pt>
                <c:pt idx="3868">
                  <c:v>7.7560737877319597E-2</c:v>
                </c:pt>
                <c:pt idx="3869">
                  <c:v>7.7567702295222751E-2</c:v>
                </c:pt>
                <c:pt idx="3870">
                  <c:v>7.7574803817742843E-2</c:v>
                </c:pt>
                <c:pt idx="3871">
                  <c:v>7.7602077079847759E-2</c:v>
                </c:pt>
                <c:pt idx="3872">
                  <c:v>7.7617665984602596E-2</c:v>
                </c:pt>
                <c:pt idx="3873">
                  <c:v>7.7624354082314773E-2</c:v>
                </c:pt>
                <c:pt idx="3874">
                  <c:v>7.7632844444532376E-2</c:v>
                </c:pt>
                <c:pt idx="3875">
                  <c:v>7.7635386529346095E-2</c:v>
                </c:pt>
                <c:pt idx="3876">
                  <c:v>7.7637953315760913E-2</c:v>
                </c:pt>
                <c:pt idx="3877">
                  <c:v>7.7640842217611736E-2</c:v>
                </c:pt>
                <c:pt idx="3878">
                  <c:v>7.7642348167117903E-2</c:v>
                </c:pt>
                <c:pt idx="3879">
                  <c:v>7.7647620121454403E-2</c:v>
                </c:pt>
                <c:pt idx="3880">
                  <c:v>7.7659163676411E-2</c:v>
                </c:pt>
                <c:pt idx="3881">
                  <c:v>7.7674713908186019E-2</c:v>
                </c:pt>
                <c:pt idx="3882">
                  <c:v>7.7695817029073549E-2</c:v>
                </c:pt>
                <c:pt idx="3883">
                  <c:v>7.7745180408322317E-2</c:v>
                </c:pt>
                <c:pt idx="3884">
                  <c:v>7.7770892166391908E-2</c:v>
                </c:pt>
                <c:pt idx="3885">
                  <c:v>7.7790740101906675E-2</c:v>
                </c:pt>
                <c:pt idx="3886">
                  <c:v>7.7793013926630683E-2</c:v>
                </c:pt>
                <c:pt idx="3887">
                  <c:v>7.7809576173830386E-2</c:v>
                </c:pt>
                <c:pt idx="3888">
                  <c:v>7.7822575196528368E-2</c:v>
                </c:pt>
                <c:pt idx="3889">
                  <c:v>7.7839376689843309E-2</c:v>
                </c:pt>
                <c:pt idx="3890">
                  <c:v>7.78418222529913E-2</c:v>
                </c:pt>
                <c:pt idx="3891">
                  <c:v>7.7851493797189239E-2</c:v>
                </c:pt>
                <c:pt idx="3892">
                  <c:v>7.7852950407390556E-2</c:v>
                </c:pt>
                <c:pt idx="3893">
                  <c:v>7.7858523866641355E-2</c:v>
                </c:pt>
                <c:pt idx="3894">
                  <c:v>7.7867993848985378E-2</c:v>
                </c:pt>
                <c:pt idx="3895">
                  <c:v>7.7870987714497353E-2</c:v>
                </c:pt>
                <c:pt idx="3896">
                  <c:v>7.7873359385505714E-2</c:v>
                </c:pt>
                <c:pt idx="3897">
                  <c:v>7.7887063589075475E-2</c:v>
                </c:pt>
                <c:pt idx="3898">
                  <c:v>7.7889162085727534E-2</c:v>
                </c:pt>
                <c:pt idx="3899">
                  <c:v>7.7898445849670803E-2</c:v>
                </c:pt>
                <c:pt idx="3900">
                  <c:v>7.790170056302026E-2</c:v>
                </c:pt>
                <c:pt idx="3901">
                  <c:v>7.7905358956703044E-2</c:v>
                </c:pt>
                <c:pt idx="3902">
                  <c:v>7.790665131048144E-2</c:v>
                </c:pt>
                <c:pt idx="3903">
                  <c:v>7.7909688985910497E-2</c:v>
                </c:pt>
                <c:pt idx="3904">
                  <c:v>7.7912462626432602E-2</c:v>
                </c:pt>
                <c:pt idx="3905">
                  <c:v>7.7912532885222249E-2</c:v>
                </c:pt>
                <c:pt idx="3906">
                  <c:v>7.7967453042641244E-2</c:v>
                </c:pt>
                <c:pt idx="3907">
                  <c:v>7.7973613881528472E-2</c:v>
                </c:pt>
                <c:pt idx="3908">
                  <c:v>7.7982496331925805E-2</c:v>
                </c:pt>
                <c:pt idx="3909">
                  <c:v>7.7983323341108635E-2</c:v>
                </c:pt>
                <c:pt idx="3910">
                  <c:v>7.7985662860354299E-2</c:v>
                </c:pt>
                <c:pt idx="3911">
                  <c:v>7.7991113593908451E-2</c:v>
                </c:pt>
                <c:pt idx="3912">
                  <c:v>7.7998296544692647E-2</c:v>
                </c:pt>
                <c:pt idx="3913">
                  <c:v>7.8002550870343815E-2</c:v>
                </c:pt>
                <c:pt idx="3914">
                  <c:v>7.8019885872190178E-2</c:v>
                </c:pt>
                <c:pt idx="3915">
                  <c:v>7.8028879997200665E-2</c:v>
                </c:pt>
                <c:pt idx="3916">
                  <c:v>7.8029325968970664E-2</c:v>
                </c:pt>
                <c:pt idx="3917">
                  <c:v>7.8046204296027183E-2</c:v>
                </c:pt>
                <c:pt idx="3918">
                  <c:v>7.8046809403763392E-2</c:v>
                </c:pt>
                <c:pt idx="3919">
                  <c:v>7.8056788897096024E-2</c:v>
                </c:pt>
                <c:pt idx="3920">
                  <c:v>7.8066703436590307E-2</c:v>
                </c:pt>
                <c:pt idx="3921">
                  <c:v>7.8081797716605283E-2</c:v>
                </c:pt>
                <c:pt idx="3922">
                  <c:v>7.8088266226867389E-2</c:v>
                </c:pt>
                <c:pt idx="3923">
                  <c:v>7.8102634193811707E-2</c:v>
                </c:pt>
                <c:pt idx="3924">
                  <c:v>7.8111933370791753E-2</c:v>
                </c:pt>
                <c:pt idx="3925">
                  <c:v>7.8114251797111581E-2</c:v>
                </c:pt>
                <c:pt idx="3926">
                  <c:v>7.8120583533028878E-2</c:v>
                </c:pt>
                <c:pt idx="3927">
                  <c:v>7.8127314702796824E-2</c:v>
                </c:pt>
                <c:pt idx="3928">
                  <c:v>7.8136896337497624E-2</c:v>
                </c:pt>
                <c:pt idx="3929">
                  <c:v>7.8166056867280953E-2</c:v>
                </c:pt>
                <c:pt idx="3930">
                  <c:v>7.8167208224848392E-2</c:v>
                </c:pt>
                <c:pt idx="3931">
                  <c:v>7.817023816967969E-2</c:v>
                </c:pt>
                <c:pt idx="3932">
                  <c:v>7.8175477025314383E-2</c:v>
                </c:pt>
                <c:pt idx="3933">
                  <c:v>7.8177199636104713E-2</c:v>
                </c:pt>
                <c:pt idx="3934">
                  <c:v>7.8185173930351931E-2</c:v>
                </c:pt>
                <c:pt idx="3935">
                  <c:v>7.819812559452588E-2</c:v>
                </c:pt>
                <c:pt idx="3936">
                  <c:v>7.820438056340083E-2</c:v>
                </c:pt>
                <c:pt idx="3937">
                  <c:v>7.8210013837101341E-2</c:v>
                </c:pt>
                <c:pt idx="3938">
                  <c:v>7.8212220416437689E-2</c:v>
                </c:pt>
                <c:pt idx="3939">
                  <c:v>7.8213125608170425E-2</c:v>
                </c:pt>
                <c:pt idx="3940">
                  <c:v>7.8222904989886835E-2</c:v>
                </c:pt>
                <c:pt idx="3941">
                  <c:v>7.8224512213329406E-2</c:v>
                </c:pt>
                <c:pt idx="3942">
                  <c:v>7.8236526659757902E-2</c:v>
                </c:pt>
                <c:pt idx="3943">
                  <c:v>7.82471871510836E-2</c:v>
                </c:pt>
                <c:pt idx="3944">
                  <c:v>7.8257698237538725E-2</c:v>
                </c:pt>
                <c:pt idx="3945">
                  <c:v>7.8259707461777128E-2</c:v>
                </c:pt>
                <c:pt idx="3946">
                  <c:v>7.8260002621917776E-2</c:v>
                </c:pt>
                <c:pt idx="3947">
                  <c:v>7.8262462670875069E-2</c:v>
                </c:pt>
                <c:pt idx="3948">
                  <c:v>7.8267094538506776E-2</c:v>
                </c:pt>
                <c:pt idx="3949">
                  <c:v>7.8267685729984465E-2</c:v>
                </c:pt>
                <c:pt idx="3950">
                  <c:v>7.828426064796902E-2</c:v>
                </c:pt>
                <c:pt idx="3951">
                  <c:v>7.8303409092751963E-2</c:v>
                </c:pt>
                <c:pt idx="3952">
                  <c:v>7.8312502426587022E-2</c:v>
                </c:pt>
                <c:pt idx="3953">
                  <c:v>7.8332341606420372E-2</c:v>
                </c:pt>
                <c:pt idx="3954">
                  <c:v>7.83352781269962E-2</c:v>
                </c:pt>
                <c:pt idx="3955">
                  <c:v>7.8346738922566064E-2</c:v>
                </c:pt>
                <c:pt idx="3956">
                  <c:v>7.8394851279804431E-2</c:v>
                </c:pt>
                <c:pt idx="3957">
                  <c:v>7.8416774252004579E-2</c:v>
                </c:pt>
                <c:pt idx="3958">
                  <c:v>7.8417954628740974E-2</c:v>
                </c:pt>
                <c:pt idx="3959">
                  <c:v>7.8429429455914634E-2</c:v>
                </c:pt>
                <c:pt idx="3960">
                  <c:v>7.8451874155490792E-2</c:v>
                </c:pt>
                <c:pt idx="3961">
                  <c:v>7.8455631053710562E-2</c:v>
                </c:pt>
                <c:pt idx="3962">
                  <c:v>7.8497232671335571E-2</c:v>
                </c:pt>
                <c:pt idx="3963">
                  <c:v>7.8512742265274535E-2</c:v>
                </c:pt>
                <c:pt idx="3964">
                  <c:v>7.8513177646556187E-2</c:v>
                </c:pt>
                <c:pt idx="3965">
                  <c:v>7.8530570443386821E-2</c:v>
                </c:pt>
                <c:pt idx="3966">
                  <c:v>7.8538529809177374E-2</c:v>
                </c:pt>
                <c:pt idx="3967">
                  <c:v>7.8549934301339136E-2</c:v>
                </c:pt>
                <c:pt idx="3968">
                  <c:v>7.8552018174451538E-2</c:v>
                </c:pt>
                <c:pt idx="3969">
                  <c:v>7.8554045611785653E-2</c:v>
                </c:pt>
                <c:pt idx="3970">
                  <c:v>7.8562694571667452E-2</c:v>
                </c:pt>
                <c:pt idx="3971">
                  <c:v>7.8575714469793653E-2</c:v>
                </c:pt>
                <c:pt idx="3972">
                  <c:v>7.8576729314687316E-2</c:v>
                </c:pt>
                <c:pt idx="3973">
                  <c:v>7.8580689551815949E-2</c:v>
                </c:pt>
                <c:pt idx="3974">
                  <c:v>7.8585646134480353E-2</c:v>
                </c:pt>
                <c:pt idx="3975">
                  <c:v>7.8597941403731358E-2</c:v>
                </c:pt>
                <c:pt idx="3976">
                  <c:v>7.8610156039542231E-2</c:v>
                </c:pt>
                <c:pt idx="3977">
                  <c:v>7.8616887770292951E-2</c:v>
                </c:pt>
                <c:pt idx="3978">
                  <c:v>7.8617146824622411E-2</c:v>
                </c:pt>
                <c:pt idx="3979">
                  <c:v>7.8617530673170455E-2</c:v>
                </c:pt>
                <c:pt idx="3980">
                  <c:v>7.8634237875967072E-2</c:v>
                </c:pt>
                <c:pt idx="3981">
                  <c:v>7.8646826445973608E-2</c:v>
                </c:pt>
                <c:pt idx="3982">
                  <c:v>7.8658822829306904E-2</c:v>
                </c:pt>
                <c:pt idx="3983">
                  <c:v>7.8659441298154456E-2</c:v>
                </c:pt>
                <c:pt idx="3984">
                  <c:v>7.8703058807356355E-2</c:v>
                </c:pt>
                <c:pt idx="3985">
                  <c:v>7.8707264068261992E-2</c:v>
                </c:pt>
                <c:pt idx="3986">
                  <c:v>7.8708816405078208E-2</c:v>
                </c:pt>
                <c:pt idx="3987">
                  <c:v>7.8711314977164798E-2</c:v>
                </c:pt>
                <c:pt idx="3988">
                  <c:v>7.8717195396350803E-2</c:v>
                </c:pt>
                <c:pt idx="3989">
                  <c:v>7.8722917429653941E-2</c:v>
                </c:pt>
                <c:pt idx="3990">
                  <c:v>7.8725413421927889E-2</c:v>
                </c:pt>
                <c:pt idx="3991">
                  <c:v>7.8743574391787211E-2</c:v>
                </c:pt>
                <c:pt idx="3992">
                  <c:v>7.876438379545507E-2</c:v>
                </c:pt>
                <c:pt idx="3993">
                  <c:v>7.8769654673754685E-2</c:v>
                </c:pt>
                <c:pt idx="3994">
                  <c:v>7.8778243660282216E-2</c:v>
                </c:pt>
                <c:pt idx="3995">
                  <c:v>7.8784947945022832E-2</c:v>
                </c:pt>
                <c:pt idx="3996">
                  <c:v>7.8792036697646395E-2</c:v>
                </c:pt>
                <c:pt idx="3997">
                  <c:v>7.8793703509947077E-2</c:v>
                </c:pt>
                <c:pt idx="3998">
                  <c:v>7.8799216197273536E-2</c:v>
                </c:pt>
                <c:pt idx="3999">
                  <c:v>7.8805316633944411E-2</c:v>
                </c:pt>
                <c:pt idx="4000">
                  <c:v>7.8807941211486168E-2</c:v>
                </c:pt>
                <c:pt idx="4001">
                  <c:v>7.881456555228282E-2</c:v>
                </c:pt>
                <c:pt idx="4002">
                  <c:v>7.8833878416679895E-2</c:v>
                </c:pt>
                <c:pt idx="4003">
                  <c:v>7.8843539742220442E-2</c:v>
                </c:pt>
                <c:pt idx="4004">
                  <c:v>7.8855750765848096E-2</c:v>
                </c:pt>
                <c:pt idx="4005">
                  <c:v>7.8862493135788511E-2</c:v>
                </c:pt>
                <c:pt idx="4006">
                  <c:v>7.8894834392494034E-2</c:v>
                </c:pt>
                <c:pt idx="4007">
                  <c:v>7.8897659211048007E-2</c:v>
                </c:pt>
                <c:pt idx="4008">
                  <c:v>7.8898072767634206E-2</c:v>
                </c:pt>
                <c:pt idx="4009">
                  <c:v>7.8917505408799105E-2</c:v>
                </c:pt>
                <c:pt idx="4010">
                  <c:v>7.8921420840538936E-2</c:v>
                </c:pt>
                <c:pt idx="4011">
                  <c:v>7.8922102376256784E-2</c:v>
                </c:pt>
                <c:pt idx="4012">
                  <c:v>7.8929955287034476E-2</c:v>
                </c:pt>
                <c:pt idx="4013">
                  <c:v>7.893678451275718E-2</c:v>
                </c:pt>
                <c:pt idx="4014">
                  <c:v>7.8942270147069268E-2</c:v>
                </c:pt>
                <c:pt idx="4015">
                  <c:v>7.8980884821319527E-2</c:v>
                </c:pt>
                <c:pt idx="4016">
                  <c:v>7.8988541162293049E-2</c:v>
                </c:pt>
                <c:pt idx="4017">
                  <c:v>7.899564986122351E-2</c:v>
                </c:pt>
                <c:pt idx="4018">
                  <c:v>7.9007351929080524E-2</c:v>
                </c:pt>
                <c:pt idx="4019">
                  <c:v>7.9019635102720323E-2</c:v>
                </c:pt>
                <c:pt idx="4020">
                  <c:v>7.9053323033222184E-2</c:v>
                </c:pt>
                <c:pt idx="4021">
                  <c:v>7.9054134451892868E-2</c:v>
                </c:pt>
                <c:pt idx="4022">
                  <c:v>7.9058544003767509E-2</c:v>
                </c:pt>
                <c:pt idx="4023">
                  <c:v>7.9063110160171091E-2</c:v>
                </c:pt>
                <c:pt idx="4024">
                  <c:v>7.9068806275765346E-2</c:v>
                </c:pt>
                <c:pt idx="4025">
                  <c:v>7.9071479011732615E-2</c:v>
                </c:pt>
                <c:pt idx="4026">
                  <c:v>7.9072836885936526E-2</c:v>
                </c:pt>
                <c:pt idx="4027">
                  <c:v>7.9084044630622102E-2</c:v>
                </c:pt>
                <c:pt idx="4028">
                  <c:v>7.9110247492880273E-2</c:v>
                </c:pt>
                <c:pt idx="4029">
                  <c:v>7.9115362988731619E-2</c:v>
                </c:pt>
                <c:pt idx="4030">
                  <c:v>7.9125237355103101E-2</c:v>
                </c:pt>
                <c:pt idx="4031">
                  <c:v>7.9130849697549147E-2</c:v>
                </c:pt>
                <c:pt idx="4032">
                  <c:v>7.9139041514431976E-2</c:v>
                </c:pt>
                <c:pt idx="4033">
                  <c:v>7.9155764713799134E-2</c:v>
                </c:pt>
                <c:pt idx="4034">
                  <c:v>7.916322665694453E-2</c:v>
                </c:pt>
                <c:pt idx="4035">
                  <c:v>7.9163248697681418E-2</c:v>
                </c:pt>
                <c:pt idx="4036">
                  <c:v>7.916383596024032E-2</c:v>
                </c:pt>
                <c:pt idx="4037">
                  <c:v>7.9170132789249906E-2</c:v>
                </c:pt>
                <c:pt idx="4038">
                  <c:v>7.9174005320768945E-2</c:v>
                </c:pt>
                <c:pt idx="4039">
                  <c:v>7.9176835871803145E-2</c:v>
                </c:pt>
                <c:pt idx="4040">
                  <c:v>7.917934244787507E-2</c:v>
                </c:pt>
                <c:pt idx="4041">
                  <c:v>7.9193352978088868E-2</c:v>
                </c:pt>
                <c:pt idx="4042">
                  <c:v>7.9210082134856544E-2</c:v>
                </c:pt>
                <c:pt idx="4043">
                  <c:v>7.9218880147786511E-2</c:v>
                </c:pt>
                <c:pt idx="4044">
                  <c:v>7.9224101098354247E-2</c:v>
                </c:pt>
                <c:pt idx="4045">
                  <c:v>7.9234105787245601E-2</c:v>
                </c:pt>
                <c:pt idx="4046">
                  <c:v>7.9244457539325949E-2</c:v>
                </c:pt>
                <c:pt idx="4047">
                  <c:v>7.9264436190177728E-2</c:v>
                </c:pt>
                <c:pt idx="4048">
                  <c:v>7.9265581237228114E-2</c:v>
                </c:pt>
                <c:pt idx="4049">
                  <c:v>7.9268906012828044E-2</c:v>
                </c:pt>
                <c:pt idx="4050">
                  <c:v>7.9280761366026437E-2</c:v>
                </c:pt>
                <c:pt idx="4051">
                  <c:v>7.9281680305231167E-2</c:v>
                </c:pt>
                <c:pt idx="4052">
                  <c:v>7.9289213009073586E-2</c:v>
                </c:pt>
                <c:pt idx="4053">
                  <c:v>7.928925243806971E-2</c:v>
                </c:pt>
                <c:pt idx="4054">
                  <c:v>7.9309059838616497E-2</c:v>
                </c:pt>
                <c:pt idx="4055">
                  <c:v>7.9309472444354712E-2</c:v>
                </c:pt>
                <c:pt idx="4056">
                  <c:v>7.9309557923412516E-2</c:v>
                </c:pt>
                <c:pt idx="4057">
                  <c:v>7.9309690678941586E-2</c:v>
                </c:pt>
                <c:pt idx="4058">
                  <c:v>7.9312399769233113E-2</c:v>
                </c:pt>
                <c:pt idx="4059">
                  <c:v>7.9319495251246694E-2</c:v>
                </c:pt>
                <c:pt idx="4060">
                  <c:v>7.9325059913098475E-2</c:v>
                </c:pt>
                <c:pt idx="4061">
                  <c:v>7.9351639127284185E-2</c:v>
                </c:pt>
                <c:pt idx="4062">
                  <c:v>7.9351948603732583E-2</c:v>
                </c:pt>
                <c:pt idx="4063">
                  <c:v>7.9353825188499483E-2</c:v>
                </c:pt>
                <c:pt idx="4064">
                  <c:v>7.935616384613868E-2</c:v>
                </c:pt>
                <c:pt idx="4065">
                  <c:v>7.9374843658419361E-2</c:v>
                </c:pt>
                <c:pt idx="4066">
                  <c:v>7.9398298943456749E-2</c:v>
                </c:pt>
                <c:pt idx="4067">
                  <c:v>7.9401311879052486E-2</c:v>
                </c:pt>
                <c:pt idx="4068">
                  <c:v>7.9425222973295587E-2</c:v>
                </c:pt>
                <c:pt idx="4069">
                  <c:v>7.9443070854851833E-2</c:v>
                </c:pt>
                <c:pt idx="4070">
                  <c:v>7.9458339516114349E-2</c:v>
                </c:pt>
                <c:pt idx="4071">
                  <c:v>7.9490728501033905E-2</c:v>
                </c:pt>
                <c:pt idx="4072">
                  <c:v>7.9499399348917116E-2</c:v>
                </c:pt>
                <c:pt idx="4073">
                  <c:v>7.9508858710098801E-2</c:v>
                </c:pt>
                <c:pt idx="4074">
                  <c:v>7.9509723089435339E-2</c:v>
                </c:pt>
                <c:pt idx="4075">
                  <c:v>7.9524763263800938E-2</c:v>
                </c:pt>
                <c:pt idx="4076">
                  <c:v>7.9530219486196541E-2</c:v>
                </c:pt>
                <c:pt idx="4077">
                  <c:v>7.9539118032283709E-2</c:v>
                </c:pt>
                <c:pt idx="4078">
                  <c:v>7.9547859603142396E-2</c:v>
                </c:pt>
                <c:pt idx="4079">
                  <c:v>7.9553632173137309E-2</c:v>
                </c:pt>
                <c:pt idx="4080">
                  <c:v>7.9556622227884094E-2</c:v>
                </c:pt>
                <c:pt idx="4081">
                  <c:v>7.9561434137953052E-2</c:v>
                </c:pt>
                <c:pt idx="4082">
                  <c:v>7.9571169730812533E-2</c:v>
                </c:pt>
                <c:pt idx="4083">
                  <c:v>7.9572876485655433E-2</c:v>
                </c:pt>
                <c:pt idx="4084">
                  <c:v>7.9590359523043303E-2</c:v>
                </c:pt>
                <c:pt idx="4085">
                  <c:v>7.9649490327268035E-2</c:v>
                </c:pt>
                <c:pt idx="4086">
                  <c:v>7.9653076258807493E-2</c:v>
                </c:pt>
                <c:pt idx="4087">
                  <c:v>7.9653630321890601E-2</c:v>
                </c:pt>
                <c:pt idx="4088">
                  <c:v>7.9658190170164345E-2</c:v>
                </c:pt>
                <c:pt idx="4089">
                  <c:v>7.9659542386106244E-2</c:v>
                </c:pt>
                <c:pt idx="4090">
                  <c:v>7.9676021279869225E-2</c:v>
                </c:pt>
                <c:pt idx="4091">
                  <c:v>7.9725298599348335E-2</c:v>
                </c:pt>
                <c:pt idx="4092">
                  <c:v>7.9725544013259264E-2</c:v>
                </c:pt>
                <c:pt idx="4093">
                  <c:v>7.9726382598393777E-2</c:v>
                </c:pt>
                <c:pt idx="4094">
                  <c:v>7.9737546392371683E-2</c:v>
                </c:pt>
                <c:pt idx="4095">
                  <c:v>7.9746304118988504E-2</c:v>
                </c:pt>
                <c:pt idx="4096">
                  <c:v>7.9749997323446314E-2</c:v>
                </c:pt>
                <c:pt idx="4097">
                  <c:v>7.9759078710120321E-2</c:v>
                </c:pt>
                <c:pt idx="4098">
                  <c:v>7.9776594218413613E-2</c:v>
                </c:pt>
                <c:pt idx="4099">
                  <c:v>7.9797599489916965E-2</c:v>
                </c:pt>
                <c:pt idx="4100">
                  <c:v>7.9799885026947528E-2</c:v>
                </c:pt>
                <c:pt idx="4101">
                  <c:v>7.9801753320558652E-2</c:v>
                </c:pt>
                <c:pt idx="4102">
                  <c:v>7.9805742495741933E-2</c:v>
                </c:pt>
                <c:pt idx="4103">
                  <c:v>7.9814741267379224E-2</c:v>
                </c:pt>
                <c:pt idx="4104">
                  <c:v>7.9821906199606815E-2</c:v>
                </c:pt>
                <c:pt idx="4105">
                  <c:v>7.9828133162223175E-2</c:v>
                </c:pt>
                <c:pt idx="4106">
                  <c:v>7.9852344976219833E-2</c:v>
                </c:pt>
                <c:pt idx="4107">
                  <c:v>7.9855142050784117E-2</c:v>
                </c:pt>
                <c:pt idx="4108">
                  <c:v>7.9857714057052762E-2</c:v>
                </c:pt>
                <c:pt idx="4109">
                  <c:v>7.9861597551995581E-2</c:v>
                </c:pt>
                <c:pt idx="4110">
                  <c:v>7.9866317401680195E-2</c:v>
                </c:pt>
                <c:pt idx="4111">
                  <c:v>7.9889253984678318E-2</c:v>
                </c:pt>
                <c:pt idx="4112">
                  <c:v>7.989515858722647E-2</c:v>
                </c:pt>
                <c:pt idx="4113">
                  <c:v>7.9895459484721348E-2</c:v>
                </c:pt>
                <c:pt idx="4114">
                  <c:v>7.9906391954099168E-2</c:v>
                </c:pt>
                <c:pt idx="4115">
                  <c:v>7.9916078919371317E-2</c:v>
                </c:pt>
                <c:pt idx="4116">
                  <c:v>7.9918625091792331E-2</c:v>
                </c:pt>
                <c:pt idx="4117">
                  <c:v>7.9954915129105686E-2</c:v>
                </c:pt>
                <c:pt idx="4118">
                  <c:v>7.9957707662237865E-2</c:v>
                </c:pt>
                <c:pt idx="4119">
                  <c:v>7.9985725483242412E-2</c:v>
                </c:pt>
                <c:pt idx="4120">
                  <c:v>7.9986917304543964E-2</c:v>
                </c:pt>
                <c:pt idx="4121">
                  <c:v>8.0012567232634377E-2</c:v>
                </c:pt>
                <c:pt idx="4122">
                  <c:v>8.0024614846662415E-2</c:v>
                </c:pt>
                <c:pt idx="4123">
                  <c:v>8.0041920908410863E-2</c:v>
                </c:pt>
                <c:pt idx="4124">
                  <c:v>8.0087503456840944E-2</c:v>
                </c:pt>
                <c:pt idx="4125">
                  <c:v>8.0094761493680347E-2</c:v>
                </c:pt>
                <c:pt idx="4126">
                  <c:v>8.0095104434492803E-2</c:v>
                </c:pt>
                <c:pt idx="4127">
                  <c:v>8.0100226374671304E-2</c:v>
                </c:pt>
                <c:pt idx="4128">
                  <c:v>8.012447990436844E-2</c:v>
                </c:pt>
                <c:pt idx="4129">
                  <c:v>8.013033561861839E-2</c:v>
                </c:pt>
                <c:pt idx="4130">
                  <c:v>8.0192373240489501E-2</c:v>
                </c:pt>
                <c:pt idx="4131">
                  <c:v>8.0219715275679698E-2</c:v>
                </c:pt>
                <c:pt idx="4132">
                  <c:v>8.0248439548132586E-2</c:v>
                </c:pt>
                <c:pt idx="4133">
                  <c:v>8.0251608254045939E-2</c:v>
                </c:pt>
                <c:pt idx="4134">
                  <c:v>8.0264424043919869E-2</c:v>
                </c:pt>
                <c:pt idx="4135">
                  <c:v>8.0291987634817291E-2</c:v>
                </c:pt>
                <c:pt idx="4136">
                  <c:v>8.0300846077757143E-2</c:v>
                </c:pt>
                <c:pt idx="4137">
                  <c:v>8.0301087076572672E-2</c:v>
                </c:pt>
                <c:pt idx="4138">
                  <c:v>8.0325853081793575E-2</c:v>
                </c:pt>
                <c:pt idx="4139">
                  <c:v>8.0330612588825276E-2</c:v>
                </c:pt>
                <c:pt idx="4140">
                  <c:v>8.0331000316625378E-2</c:v>
                </c:pt>
                <c:pt idx="4141">
                  <c:v>8.0336317024754758E-2</c:v>
                </c:pt>
                <c:pt idx="4142">
                  <c:v>8.0339946198934281E-2</c:v>
                </c:pt>
                <c:pt idx="4143">
                  <c:v>8.0353495634212027E-2</c:v>
                </c:pt>
                <c:pt idx="4144">
                  <c:v>8.037079545097818E-2</c:v>
                </c:pt>
                <c:pt idx="4145">
                  <c:v>8.0381124214874394E-2</c:v>
                </c:pt>
                <c:pt idx="4146">
                  <c:v>8.0397016483277892E-2</c:v>
                </c:pt>
                <c:pt idx="4147">
                  <c:v>8.0408322657384595E-2</c:v>
                </c:pt>
                <c:pt idx="4148">
                  <c:v>8.0412267477917618E-2</c:v>
                </c:pt>
                <c:pt idx="4149">
                  <c:v>8.0412501343028672E-2</c:v>
                </c:pt>
                <c:pt idx="4150">
                  <c:v>8.0431456474263086E-2</c:v>
                </c:pt>
                <c:pt idx="4151">
                  <c:v>8.0449909854153318E-2</c:v>
                </c:pt>
                <c:pt idx="4152">
                  <c:v>8.0459967528737519E-2</c:v>
                </c:pt>
                <c:pt idx="4153">
                  <c:v>8.0467001311193803E-2</c:v>
                </c:pt>
                <c:pt idx="4154">
                  <c:v>8.0486223299407536E-2</c:v>
                </c:pt>
                <c:pt idx="4155">
                  <c:v>8.0488177008037898E-2</c:v>
                </c:pt>
                <c:pt idx="4156">
                  <c:v>8.0495014634444195E-2</c:v>
                </c:pt>
                <c:pt idx="4157">
                  <c:v>8.050088673551789E-2</c:v>
                </c:pt>
                <c:pt idx="4158">
                  <c:v>8.0501725288935566E-2</c:v>
                </c:pt>
                <c:pt idx="4159">
                  <c:v>8.0528138283497974E-2</c:v>
                </c:pt>
                <c:pt idx="4160">
                  <c:v>8.0528311910875075E-2</c:v>
                </c:pt>
                <c:pt idx="4161">
                  <c:v>8.0540825950294964E-2</c:v>
                </c:pt>
                <c:pt idx="4162">
                  <c:v>8.0545851267739901E-2</c:v>
                </c:pt>
                <c:pt idx="4163">
                  <c:v>8.0550155236910018E-2</c:v>
                </c:pt>
                <c:pt idx="4164">
                  <c:v>8.0560342215002426E-2</c:v>
                </c:pt>
                <c:pt idx="4165">
                  <c:v>8.0561167611921752E-2</c:v>
                </c:pt>
                <c:pt idx="4166">
                  <c:v>8.0563978976787701E-2</c:v>
                </c:pt>
                <c:pt idx="4167">
                  <c:v>8.0570352906159465E-2</c:v>
                </c:pt>
                <c:pt idx="4168">
                  <c:v>8.0572987680517558E-2</c:v>
                </c:pt>
                <c:pt idx="4169">
                  <c:v>8.057791370523594E-2</c:v>
                </c:pt>
                <c:pt idx="4170">
                  <c:v>8.0578058744458739E-2</c:v>
                </c:pt>
                <c:pt idx="4171">
                  <c:v>8.0585165874118223E-2</c:v>
                </c:pt>
                <c:pt idx="4172">
                  <c:v>8.0589558477625195E-2</c:v>
                </c:pt>
                <c:pt idx="4173">
                  <c:v>8.0590904220509643E-2</c:v>
                </c:pt>
                <c:pt idx="4174">
                  <c:v>8.0593406073391549E-2</c:v>
                </c:pt>
                <c:pt idx="4175">
                  <c:v>8.0600889087728486E-2</c:v>
                </c:pt>
                <c:pt idx="4176">
                  <c:v>8.060248096835089E-2</c:v>
                </c:pt>
                <c:pt idx="4177">
                  <c:v>8.0605499250876955E-2</c:v>
                </c:pt>
                <c:pt idx="4178">
                  <c:v>8.0607084459934975E-2</c:v>
                </c:pt>
                <c:pt idx="4179">
                  <c:v>8.0610084104846894E-2</c:v>
                </c:pt>
                <c:pt idx="4180">
                  <c:v>8.0632234598896554E-2</c:v>
                </c:pt>
                <c:pt idx="4181">
                  <c:v>8.0638486493300437E-2</c:v>
                </c:pt>
                <c:pt idx="4182">
                  <c:v>8.0643647075868879E-2</c:v>
                </c:pt>
                <c:pt idx="4183">
                  <c:v>8.065224176760355E-2</c:v>
                </c:pt>
                <c:pt idx="4184">
                  <c:v>8.0669879555974822E-2</c:v>
                </c:pt>
                <c:pt idx="4185">
                  <c:v>8.0677111941626162E-2</c:v>
                </c:pt>
                <c:pt idx="4186">
                  <c:v>8.0678204349396723E-2</c:v>
                </c:pt>
                <c:pt idx="4187">
                  <c:v>8.0680322480061156E-2</c:v>
                </c:pt>
                <c:pt idx="4188">
                  <c:v>8.0686955047463052E-2</c:v>
                </c:pt>
                <c:pt idx="4189">
                  <c:v>8.0695749024462249E-2</c:v>
                </c:pt>
                <c:pt idx="4190">
                  <c:v>8.0703797497363908E-2</c:v>
                </c:pt>
                <c:pt idx="4191">
                  <c:v>8.0709236867621728E-2</c:v>
                </c:pt>
                <c:pt idx="4192">
                  <c:v>8.0711476899361548E-2</c:v>
                </c:pt>
                <c:pt idx="4193">
                  <c:v>8.0740172442338567E-2</c:v>
                </c:pt>
                <c:pt idx="4194">
                  <c:v>8.0750127365887964E-2</c:v>
                </c:pt>
                <c:pt idx="4195">
                  <c:v>8.0762116146726043E-2</c:v>
                </c:pt>
                <c:pt idx="4196">
                  <c:v>8.0766634288688507E-2</c:v>
                </c:pt>
                <c:pt idx="4197">
                  <c:v>8.077762620764696E-2</c:v>
                </c:pt>
                <c:pt idx="4198">
                  <c:v>8.0789246569175813E-2</c:v>
                </c:pt>
                <c:pt idx="4199">
                  <c:v>8.0804505765282364E-2</c:v>
                </c:pt>
                <c:pt idx="4200">
                  <c:v>8.0809157547082122E-2</c:v>
                </c:pt>
                <c:pt idx="4201">
                  <c:v>8.0841069750126338E-2</c:v>
                </c:pt>
                <c:pt idx="4202">
                  <c:v>8.0848908009730186E-2</c:v>
                </c:pt>
                <c:pt idx="4203">
                  <c:v>8.0853673785300034E-2</c:v>
                </c:pt>
                <c:pt idx="4204">
                  <c:v>8.0862738778607099E-2</c:v>
                </c:pt>
                <c:pt idx="4205">
                  <c:v>8.0876188261333512E-2</c:v>
                </c:pt>
                <c:pt idx="4206">
                  <c:v>8.0880420904993963E-2</c:v>
                </c:pt>
                <c:pt idx="4207">
                  <c:v>8.0890776978450193E-2</c:v>
                </c:pt>
                <c:pt idx="4208">
                  <c:v>8.0891053266519131E-2</c:v>
                </c:pt>
                <c:pt idx="4209">
                  <c:v>8.0894416307981123E-2</c:v>
                </c:pt>
                <c:pt idx="4210">
                  <c:v>8.0896674294136536E-2</c:v>
                </c:pt>
                <c:pt idx="4211">
                  <c:v>8.092296322076252E-2</c:v>
                </c:pt>
                <c:pt idx="4212">
                  <c:v>8.0929050876353062E-2</c:v>
                </c:pt>
                <c:pt idx="4213">
                  <c:v>8.0941651137425186E-2</c:v>
                </c:pt>
                <c:pt idx="4214">
                  <c:v>8.09524021613688E-2</c:v>
                </c:pt>
                <c:pt idx="4215">
                  <c:v>8.0955469451906015E-2</c:v>
                </c:pt>
                <c:pt idx="4216">
                  <c:v>8.095836720911849E-2</c:v>
                </c:pt>
                <c:pt idx="4217">
                  <c:v>8.0960422917727176E-2</c:v>
                </c:pt>
                <c:pt idx="4218">
                  <c:v>8.0964828765509436E-2</c:v>
                </c:pt>
                <c:pt idx="4219">
                  <c:v>8.0978099791802302E-2</c:v>
                </c:pt>
                <c:pt idx="4220">
                  <c:v>8.0983114429848568E-2</c:v>
                </c:pt>
                <c:pt idx="4221">
                  <c:v>8.0985870155864809E-2</c:v>
                </c:pt>
                <c:pt idx="4222">
                  <c:v>8.0990463075826427E-2</c:v>
                </c:pt>
                <c:pt idx="4223">
                  <c:v>8.1009473626082282E-2</c:v>
                </c:pt>
                <c:pt idx="4224">
                  <c:v>8.1022690458162017E-2</c:v>
                </c:pt>
                <c:pt idx="4225">
                  <c:v>8.1022889957195726E-2</c:v>
                </c:pt>
                <c:pt idx="4226">
                  <c:v>8.1030779503507913E-2</c:v>
                </c:pt>
                <c:pt idx="4227">
                  <c:v>8.1038850185152375E-2</c:v>
                </c:pt>
                <c:pt idx="4228">
                  <c:v>8.1042114784484434E-2</c:v>
                </c:pt>
                <c:pt idx="4229">
                  <c:v>8.1056032591801788E-2</c:v>
                </c:pt>
                <c:pt idx="4230">
                  <c:v>8.1059747418656194E-2</c:v>
                </c:pt>
                <c:pt idx="4231">
                  <c:v>8.1060059763877423E-2</c:v>
                </c:pt>
                <c:pt idx="4232">
                  <c:v>8.1066884002925083E-2</c:v>
                </c:pt>
                <c:pt idx="4233">
                  <c:v>8.1080148045549513E-2</c:v>
                </c:pt>
                <c:pt idx="4234">
                  <c:v>8.1081651154520276E-2</c:v>
                </c:pt>
                <c:pt idx="4235">
                  <c:v>8.1112860870544437E-2</c:v>
                </c:pt>
                <c:pt idx="4236">
                  <c:v>8.1129101167273024E-2</c:v>
                </c:pt>
                <c:pt idx="4237">
                  <c:v>8.1141840383407507E-2</c:v>
                </c:pt>
                <c:pt idx="4238">
                  <c:v>8.1161133641841438E-2</c:v>
                </c:pt>
                <c:pt idx="4239">
                  <c:v>8.1163417073739072E-2</c:v>
                </c:pt>
                <c:pt idx="4240">
                  <c:v>8.116748660736807E-2</c:v>
                </c:pt>
                <c:pt idx="4241">
                  <c:v>8.1171407845985588E-2</c:v>
                </c:pt>
                <c:pt idx="4242">
                  <c:v>8.1195767112854922E-2</c:v>
                </c:pt>
                <c:pt idx="4243">
                  <c:v>8.1202142516935319E-2</c:v>
                </c:pt>
                <c:pt idx="4244">
                  <c:v>8.120282297985848E-2</c:v>
                </c:pt>
                <c:pt idx="4245">
                  <c:v>8.121173015838655E-2</c:v>
                </c:pt>
                <c:pt idx="4246">
                  <c:v>8.121310694841509E-2</c:v>
                </c:pt>
                <c:pt idx="4247">
                  <c:v>8.1214497133883554E-2</c:v>
                </c:pt>
                <c:pt idx="4248">
                  <c:v>8.1260350289187641E-2</c:v>
                </c:pt>
                <c:pt idx="4249">
                  <c:v>8.1261284307226692E-2</c:v>
                </c:pt>
                <c:pt idx="4250">
                  <c:v>8.126343055224805E-2</c:v>
                </c:pt>
                <c:pt idx="4251">
                  <c:v>8.1268717852548716E-2</c:v>
                </c:pt>
                <c:pt idx="4252">
                  <c:v>8.126962215380136E-2</c:v>
                </c:pt>
                <c:pt idx="4253">
                  <c:v>8.1270497108297132E-2</c:v>
                </c:pt>
                <c:pt idx="4254">
                  <c:v>8.127500998728919E-2</c:v>
                </c:pt>
                <c:pt idx="4255">
                  <c:v>8.1295160892493973E-2</c:v>
                </c:pt>
                <c:pt idx="4256">
                  <c:v>8.1307269860364892E-2</c:v>
                </c:pt>
                <c:pt idx="4257">
                  <c:v>8.1308934085199333E-2</c:v>
                </c:pt>
                <c:pt idx="4258">
                  <c:v>8.1313404965038943E-2</c:v>
                </c:pt>
                <c:pt idx="4259">
                  <c:v>8.1338044061845957E-2</c:v>
                </c:pt>
                <c:pt idx="4260">
                  <c:v>8.1344049281778658E-2</c:v>
                </c:pt>
                <c:pt idx="4261">
                  <c:v>8.1352458254673257E-2</c:v>
                </c:pt>
                <c:pt idx="4262">
                  <c:v>8.1378003503825347E-2</c:v>
                </c:pt>
                <c:pt idx="4263">
                  <c:v>8.1384692578722342E-2</c:v>
                </c:pt>
                <c:pt idx="4264">
                  <c:v>8.1387984678169975E-2</c:v>
                </c:pt>
                <c:pt idx="4265">
                  <c:v>8.1390204966593382E-2</c:v>
                </c:pt>
                <c:pt idx="4266">
                  <c:v>8.1398859642952084E-2</c:v>
                </c:pt>
                <c:pt idx="4267">
                  <c:v>8.1420068801921111E-2</c:v>
                </c:pt>
                <c:pt idx="4268">
                  <c:v>8.1423602024164446E-2</c:v>
                </c:pt>
                <c:pt idx="4269">
                  <c:v>8.1424958379398643E-2</c:v>
                </c:pt>
                <c:pt idx="4270">
                  <c:v>8.1427082641582701E-2</c:v>
                </c:pt>
                <c:pt idx="4271">
                  <c:v>8.1431144254764234E-2</c:v>
                </c:pt>
                <c:pt idx="4272">
                  <c:v>8.143441817523954E-2</c:v>
                </c:pt>
                <c:pt idx="4273">
                  <c:v>8.144601157267263E-2</c:v>
                </c:pt>
                <c:pt idx="4274">
                  <c:v>8.144786353677759E-2</c:v>
                </c:pt>
                <c:pt idx="4275">
                  <c:v>8.1453370985504092E-2</c:v>
                </c:pt>
                <c:pt idx="4276">
                  <c:v>8.1465380557460831E-2</c:v>
                </c:pt>
                <c:pt idx="4277">
                  <c:v>8.1478522607956266E-2</c:v>
                </c:pt>
                <c:pt idx="4278">
                  <c:v>8.1488155586517605E-2</c:v>
                </c:pt>
                <c:pt idx="4279">
                  <c:v>8.1489507581604434E-2</c:v>
                </c:pt>
                <c:pt idx="4280">
                  <c:v>8.1509165915308532E-2</c:v>
                </c:pt>
                <c:pt idx="4281">
                  <c:v>8.1519075082372341E-2</c:v>
                </c:pt>
                <c:pt idx="4282">
                  <c:v>8.1535743050040785E-2</c:v>
                </c:pt>
                <c:pt idx="4283">
                  <c:v>8.1541291732588214E-2</c:v>
                </c:pt>
                <c:pt idx="4284">
                  <c:v>8.155354448483762E-2</c:v>
                </c:pt>
                <c:pt idx="4285">
                  <c:v>8.1557115275977754E-2</c:v>
                </c:pt>
                <c:pt idx="4286">
                  <c:v>8.1577521037293974E-2</c:v>
                </c:pt>
                <c:pt idx="4287">
                  <c:v>8.1579306326161588E-2</c:v>
                </c:pt>
                <c:pt idx="4288">
                  <c:v>8.1580362242704083E-2</c:v>
                </c:pt>
                <c:pt idx="4289">
                  <c:v>8.1581155320640711E-2</c:v>
                </c:pt>
                <c:pt idx="4290">
                  <c:v>8.1585073161295762E-2</c:v>
                </c:pt>
                <c:pt idx="4291">
                  <c:v>8.158745981372513E-2</c:v>
                </c:pt>
                <c:pt idx="4292">
                  <c:v>8.1609674651552874E-2</c:v>
                </c:pt>
                <c:pt idx="4293">
                  <c:v>8.1618776886334385E-2</c:v>
                </c:pt>
                <c:pt idx="4294">
                  <c:v>8.1619461940671267E-2</c:v>
                </c:pt>
                <c:pt idx="4295">
                  <c:v>8.162783730280726E-2</c:v>
                </c:pt>
                <c:pt idx="4296">
                  <c:v>8.1627849749208628E-2</c:v>
                </c:pt>
                <c:pt idx="4297">
                  <c:v>8.1627946218025438E-2</c:v>
                </c:pt>
                <c:pt idx="4298">
                  <c:v>8.162931842703891E-2</c:v>
                </c:pt>
                <c:pt idx="4299">
                  <c:v>8.1630022219944212E-2</c:v>
                </c:pt>
                <c:pt idx="4300">
                  <c:v>8.1667201155670402E-2</c:v>
                </c:pt>
                <c:pt idx="4301">
                  <c:v>8.1670242503086257E-2</c:v>
                </c:pt>
                <c:pt idx="4302">
                  <c:v>8.1680007396593382E-2</c:v>
                </c:pt>
                <c:pt idx="4303">
                  <c:v>8.168894127058117E-2</c:v>
                </c:pt>
                <c:pt idx="4304">
                  <c:v>8.1690014706069458E-2</c:v>
                </c:pt>
                <c:pt idx="4305">
                  <c:v>8.169989387762569E-2</c:v>
                </c:pt>
                <c:pt idx="4306">
                  <c:v>8.1709498153897192E-2</c:v>
                </c:pt>
                <c:pt idx="4307">
                  <c:v>8.1713853122815858E-2</c:v>
                </c:pt>
                <c:pt idx="4308">
                  <c:v>8.1714032322404401E-2</c:v>
                </c:pt>
                <c:pt idx="4309">
                  <c:v>8.1715731276244596E-2</c:v>
                </c:pt>
                <c:pt idx="4310">
                  <c:v>8.1729290614035111E-2</c:v>
                </c:pt>
                <c:pt idx="4311">
                  <c:v>8.1729688599462447E-2</c:v>
                </c:pt>
                <c:pt idx="4312">
                  <c:v>8.1736153556112481E-2</c:v>
                </c:pt>
                <c:pt idx="4313">
                  <c:v>8.1742381485073304E-2</c:v>
                </c:pt>
                <c:pt idx="4314">
                  <c:v>8.174401212060721E-2</c:v>
                </c:pt>
                <c:pt idx="4315">
                  <c:v>8.1754666472263884E-2</c:v>
                </c:pt>
                <c:pt idx="4316">
                  <c:v>8.1769305443326265E-2</c:v>
                </c:pt>
                <c:pt idx="4317">
                  <c:v>8.1780470799827601E-2</c:v>
                </c:pt>
                <c:pt idx="4318">
                  <c:v>8.1789936317010911E-2</c:v>
                </c:pt>
                <c:pt idx="4319">
                  <c:v>8.1813815746207164E-2</c:v>
                </c:pt>
                <c:pt idx="4320">
                  <c:v>8.1830989365206233E-2</c:v>
                </c:pt>
                <c:pt idx="4321">
                  <c:v>8.18344017642849E-2</c:v>
                </c:pt>
                <c:pt idx="4322">
                  <c:v>8.1835445844481186E-2</c:v>
                </c:pt>
                <c:pt idx="4323">
                  <c:v>8.1842221907042087E-2</c:v>
                </c:pt>
                <c:pt idx="4324">
                  <c:v>8.1852497289591306E-2</c:v>
                </c:pt>
                <c:pt idx="4325">
                  <c:v>8.1857431670578823E-2</c:v>
                </c:pt>
                <c:pt idx="4326">
                  <c:v>8.1860724990148848E-2</c:v>
                </c:pt>
                <c:pt idx="4327">
                  <c:v>8.1860965763409607E-2</c:v>
                </c:pt>
                <c:pt idx="4328">
                  <c:v>8.1872260785639417E-2</c:v>
                </c:pt>
                <c:pt idx="4329">
                  <c:v>8.1877413082010783E-2</c:v>
                </c:pt>
                <c:pt idx="4330">
                  <c:v>8.1901887616222094E-2</c:v>
                </c:pt>
                <c:pt idx="4331">
                  <c:v>8.1911187302188479E-2</c:v>
                </c:pt>
                <c:pt idx="4332">
                  <c:v>8.1925790209622054E-2</c:v>
                </c:pt>
                <c:pt idx="4333">
                  <c:v>8.1933879638502335E-2</c:v>
                </c:pt>
                <c:pt idx="4334">
                  <c:v>8.1941128550161363E-2</c:v>
                </c:pt>
                <c:pt idx="4335">
                  <c:v>8.1951698253455191E-2</c:v>
                </c:pt>
                <c:pt idx="4336">
                  <c:v>8.1968366449257798E-2</c:v>
                </c:pt>
                <c:pt idx="4337">
                  <c:v>8.1979636696567298E-2</c:v>
                </c:pt>
                <c:pt idx="4338">
                  <c:v>8.2016854146982635E-2</c:v>
                </c:pt>
                <c:pt idx="4339">
                  <c:v>8.2018529989837025E-2</c:v>
                </c:pt>
                <c:pt idx="4340">
                  <c:v>8.2037303379991766E-2</c:v>
                </c:pt>
                <c:pt idx="4341">
                  <c:v>8.2037330336429584E-2</c:v>
                </c:pt>
                <c:pt idx="4342">
                  <c:v>8.203828656119791E-2</c:v>
                </c:pt>
                <c:pt idx="4343">
                  <c:v>8.2042459311959443E-2</c:v>
                </c:pt>
                <c:pt idx="4344">
                  <c:v>8.2066571711359393E-2</c:v>
                </c:pt>
                <c:pt idx="4345">
                  <c:v>8.2077532487509888E-2</c:v>
                </c:pt>
                <c:pt idx="4346">
                  <c:v>8.2085389710977855E-2</c:v>
                </c:pt>
                <c:pt idx="4347">
                  <c:v>8.2091807591426147E-2</c:v>
                </c:pt>
                <c:pt idx="4348">
                  <c:v>8.2092491539196955E-2</c:v>
                </c:pt>
                <c:pt idx="4349">
                  <c:v>8.2098689882565065E-2</c:v>
                </c:pt>
                <c:pt idx="4350">
                  <c:v>8.2103918939717996E-2</c:v>
                </c:pt>
                <c:pt idx="4351">
                  <c:v>8.2119624495694502E-2</c:v>
                </c:pt>
                <c:pt idx="4352">
                  <c:v>8.2147709489182097E-2</c:v>
                </c:pt>
                <c:pt idx="4353">
                  <c:v>8.215288985822064E-2</c:v>
                </c:pt>
                <c:pt idx="4354">
                  <c:v>8.2169459370786374E-2</c:v>
                </c:pt>
                <c:pt idx="4355">
                  <c:v>8.2171957876448931E-2</c:v>
                </c:pt>
                <c:pt idx="4356">
                  <c:v>8.2175282329419133E-2</c:v>
                </c:pt>
                <c:pt idx="4357">
                  <c:v>8.218321331045142E-2</c:v>
                </c:pt>
                <c:pt idx="4358">
                  <c:v>8.2197067876882635E-2</c:v>
                </c:pt>
                <c:pt idx="4359">
                  <c:v>8.2210136421729571E-2</c:v>
                </c:pt>
                <c:pt idx="4360">
                  <c:v>8.2211840625426802E-2</c:v>
                </c:pt>
                <c:pt idx="4361">
                  <c:v>8.2227184693589958E-2</c:v>
                </c:pt>
                <c:pt idx="4362">
                  <c:v>8.2236134508410441E-2</c:v>
                </c:pt>
                <c:pt idx="4363">
                  <c:v>8.2238571997691259E-2</c:v>
                </c:pt>
                <c:pt idx="4364">
                  <c:v>8.226579822975244E-2</c:v>
                </c:pt>
                <c:pt idx="4365">
                  <c:v>8.228150947498522E-2</c:v>
                </c:pt>
                <c:pt idx="4366">
                  <c:v>8.2299508837016061E-2</c:v>
                </c:pt>
                <c:pt idx="4367">
                  <c:v>8.2312494902871999E-2</c:v>
                </c:pt>
                <c:pt idx="4368">
                  <c:v>8.2317753477347086E-2</c:v>
                </c:pt>
                <c:pt idx="4369">
                  <c:v>8.2330765891387311E-2</c:v>
                </c:pt>
                <c:pt idx="4370">
                  <c:v>8.2331850552009686E-2</c:v>
                </c:pt>
                <c:pt idx="4371">
                  <c:v>8.2338553233732625E-2</c:v>
                </c:pt>
                <c:pt idx="4372">
                  <c:v>8.2340476616109604E-2</c:v>
                </c:pt>
                <c:pt idx="4373">
                  <c:v>8.2346025438996218E-2</c:v>
                </c:pt>
                <c:pt idx="4374">
                  <c:v>8.2364361974892039E-2</c:v>
                </c:pt>
                <c:pt idx="4375">
                  <c:v>8.2378592601375825E-2</c:v>
                </c:pt>
                <c:pt idx="4376">
                  <c:v>8.2385051386152153E-2</c:v>
                </c:pt>
                <c:pt idx="4377">
                  <c:v>8.2385533115220219E-2</c:v>
                </c:pt>
                <c:pt idx="4378">
                  <c:v>8.2389787299765663E-2</c:v>
                </c:pt>
                <c:pt idx="4379">
                  <c:v>8.2400389759939602E-2</c:v>
                </c:pt>
                <c:pt idx="4380">
                  <c:v>8.2401019526496339E-2</c:v>
                </c:pt>
                <c:pt idx="4381">
                  <c:v>8.240392184926941E-2</c:v>
                </c:pt>
                <c:pt idx="4382">
                  <c:v>8.2417531813602882E-2</c:v>
                </c:pt>
                <c:pt idx="4383">
                  <c:v>8.2427621668594339E-2</c:v>
                </c:pt>
                <c:pt idx="4384">
                  <c:v>8.2437612775527122E-2</c:v>
                </c:pt>
                <c:pt idx="4385">
                  <c:v>8.2449764519453628E-2</c:v>
                </c:pt>
                <c:pt idx="4386">
                  <c:v>8.2466891839912099E-2</c:v>
                </c:pt>
                <c:pt idx="4387">
                  <c:v>8.2488144701852589E-2</c:v>
                </c:pt>
                <c:pt idx="4388">
                  <c:v>8.2492906992750512E-2</c:v>
                </c:pt>
                <c:pt idx="4389">
                  <c:v>8.2499846214092065E-2</c:v>
                </c:pt>
                <c:pt idx="4390">
                  <c:v>8.2504619979629393E-2</c:v>
                </c:pt>
                <c:pt idx="4391">
                  <c:v>8.2533890031932358E-2</c:v>
                </c:pt>
                <c:pt idx="4392">
                  <c:v>8.2551545116754485E-2</c:v>
                </c:pt>
                <c:pt idx="4393">
                  <c:v>8.2585512403018757E-2</c:v>
                </c:pt>
                <c:pt idx="4394">
                  <c:v>8.2609179441602745E-2</c:v>
                </c:pt>
                <c:pt idx="4395">
                  <c:v>8.2669374847027285E-2</c:v>
                </c:pt>
                <c:pt idx="4396">
                  <c:v>8.2674054419518819E-2</c:v>
                </c:pt>
                <c:pt idx="4397">
                  <c:v>8.2690938157537322E-2</c:v>
                </c:pt>
                <c:pt idx="4398">
                  <c:v>8.2691758997803552E-2</c:v>
                </c:pt>
                <c:pt idx="4399">
                  <c:v>8.2704825647225089E-2</c:v>
                </c:pt>
                <c:pt idx="4400">
                  <c:v>8.2712711759666574E-2</c:v>
                </c:pt>
                <c:pt idx="4401">
                  <c:v>8.2714034226092567E-2</c:v>
                </c:pt>
                <c:pt idx="4402">
                  <c:v>8.2716169708747178E-2</c:v>
                </c:pt>
                <c:pt idx="4403">
                  <c:v>8.271994713867159E-2</c:v>
                </c:pt>
                <c:pt idx="4404">
                  <c:v>8.2720194496922403E-2</c:v>
                </c:pt>
                <c:pt idx="4405">
                  <c:v>8.2735095460757677E-2</c:v>
                </c:pt>
                <c:pt idx="4406">
                  <c:v>8.2737412381655023E-2</c:v>
                </c:pt>
                <c:pt idx="4407">
                  <c:v>8.2747693241179532E-2</c:v>
                </c:pt>
                <c:pt idx="4408">
                  <c:v>8.2749795706433191E-2</c:v>
                </c:pt>
                <c:pt idx="4409">
                  <c:v>8.2760221742860879E-2</c:v>
                </c:pt>
                <c:pt idx="4410">
                  <c:v>8.2768262080013852E-2</c:v>
                </c:pt>
                <c:pt idx="4411">
                  <c:v>8.2769222244793245E-2</c:v>
                </c:pt>
                <c:pt idx="4412">
                  <c:v>8.2778313156588804E-2</c:v>
                </c:pt>
                <c:pt idx="4413">
                  <c:v>8.2789645947570115E-2</c:v>
                </c:pt>
                <c:pt idx="4414">
                  <c:v>8.2791351396671597E-2</c:v>
                </c:pt>
                <c:pt idx="4415">
                  <c:v>8.279416358035066E-2</c:v>
                </c:pt>
                <c:pt idx="4416">
                  <c:v>8.2798498099704784E-2</c:v>
                </c:pt>
                <c:pt idx="4417">
                  <c:v>8.2818675880038217E-2</c:v>
                </c:pt>
                <c:pt idx="4418">
                  <c:v>8.2820018092354161E-2</c:v>
                </c:pt>
                <c:pt idx="4419">
                  <c:v>8.2833372864920776E-2</c:v>
                </c:pt>
                <c:pt idx="4420">
                  <c:v>8.2834052516923246E-2</c:v>
                </c:pt>
                <c:pt idx="4421">
                  <c:v>8.2835534097774291E-2</c:v>
                </c:pt>
                <c:pt idx="4422">
                  <c:v>8.2836367370872091E-2</c:v>
                </c:pt>
                <c:pt idx="4423">
                  <c:v>8.2845533605827693E-2</c:v>
                </c:pt>
                <c:pt idx="4424">
                  <c:v>8.2846948849321686E-2</c:v>
                </c:pt>
                <c:pt idx="4425">
                  <c:v>8.2848112853151967E-2</c:v>
                </c:pt>
                <c:pt idx="4426">
                  <c:v>8.2860798485464127E-2</c:v>
                </c:pt>
                <c:pt idx="4427">
                  <c:v>8.286880605484237E-2</c:v>
                </c:pt>
                <c:pt idx="4428">
                  <c:v>8.2892076832330283E-2</c:v>
                </c:pt>
                <c:pt idx="4429">
                  <c:v>8.2911751540098597E-2</c:v>
                </c:pt>
                <c:pt idx="4430">
                  <c:v>8.2911908214474458E-2</c:v>
                </c:pt>
                <c:pt idx="4431">
                  <c:v>8.2912751711545385E-2</c:v>
                </c:pt>
                <c:pt idx="4432">
                  <c:v>8.2916264340428203E-2</c:v>
                </c:pt>
                <c:pt idx="4433">
                  <c:v>8.291830029219753E-2</c:v>
                </c:pt>
                <c:pt idx="4434">
                  <c:v>8.2922241585789189E-2</c:v>
                </c:pt>
                <c:pt idx="4435">
                  <c:v>8.2938931524068282E-2</c:v>
                </c:pt>
                <c:pt idx="4436">
                  <c:v>8.2941423571374559E-2</c:v>
                </c:pt>
                <c:pt idx="4437">
                  <c:v>8.2952223958441818E-2</c:v>
                </c:pt>
                <c:pt idx="4438">
                  <c:v>8.2953625174010864E-2</c:v>
                </c:pt>
                <c:pt idx="4439">
                  <c:v>8.2992996208112735E-2</c:v>
                </c:pt>
                <c:pt idx="4440">
                  <c:v>8.3008228455731831E-2</c:v>
                </c:pt>
                <c:pt idx="4441">
                  <c:v>8.3016693750602402E-2</c:v>
                </c:pt>
                <c:pt idx="4442">
                  <c:v>8.3018991801216885E-2</c:v>
                </c:pt>
                <c:pt idx="4443">
                  <c:v>8.3019309791595761E-2</c:v>
                </c:pt>
                <c:pt idx="4444">
                  <c:v>8.3024197788665002E-2</c:v>
                </c:pt>
                <c:pt idx="4445">
                  <c:v>8.3042401038061306E-2</c:v>
                </c:pt>
                <c:pt idx="4446">
                  <c:v>8.3043195705780296E-2</c:v>
                </c:pt>
                <c:pt idx="4447">
                  <c:v>8.3043297404972405E-2</c:v>
                </c:pt>
                <c:pt idx="4448">
                  <c:v>8.3064116438289648E-2</c:v>
                </c:pt>
                <c:pt idx="4449">
                  <c:v>8.3068021732287362E-2</c:v>
                </c:pt>
                <c:pt idx="4450">
                  <c:v>8.3069846342679624E-2</c:v>
                </c:pt>
                <c:pt idx="4451">
                  <c:v>8.3088891225141029E-2</c:v>
                </c:pt>
                <c:pt idx="4452">
                  <c:v>8.3097913992813965E-2</c:v>
                </c:pt>
                <c:pt idx="4453">
                  <c:v>8.3115375107601044E-2</c:v>
                </c:pt>
                <c:pt idx="4454">
                  <c:v>8.3120382238887305E-2</c:v>
                </c:pt>
                <c:pt idx="4455">
                  <c:v>8.3135293498992124E-2</c:v>
                </c:pt>
                <c:pt idx="4456">
                  <c:v>8.3148207825673129E-2</c:v>
                </c:pt>
                <c:pt idx="4457">
                  <c:v>8.3153249663477605E-2</c:v>
                </c:pt>
                <c:pt idx="4458">
                  <c:v>8.3154205071280671E-2</c:v>
                </c:pt>
                <c:pt idx="4459">
                  <c:v>8.316198196116191E-2</c:v>
                </c:pt>
                <c:pt idx="4460">
                  <c:v>8.316699162270845E-2</c:v>
                </c:pt>
                <c:pt idx="4461">
                  <c:v>8.3171317920302995E-2</c:v>
                </c:pt>
                <c:pt idx="4462">
                  <c:v>8.3176318913736266E-2</c:v>
                </c:pt>
                <c:pt idx="4463">
                  <c:v>8.3183662190767213E-2</c:v>
                </c:pt>
                <c:pt idx="4464">
                  <c:v>8.3215509368356866E-2</c:v>
                </c:pt>
                <c:pt idx="4465">
                  <c:v>8.3236158899785861E-2</c:v>
                </c:pt>
                <c:pt idx="4466">
                  <c:v>8.3239409807593992E-2</c:v>
                </c:pt>
                <c:pt idx="4467">
                  <c:v>8.3248457765667888E-2</c:v>
                </c:pt>
                <c:pt idx="4468">
                  <c:v>8.3248863602124565E-2</c:v>
                </c:pt>
                <c:pt idx="4469">
                  <c:v>8.325120166557945E-2</c:v>
                </c:pt>
                <c:pt idx="4470">
                  <c:v>8.3258883295376146E-2</c:v>
                </c:pt>
                <c:pt idx="4471">
                  <c:v>8.3261811169074357E-2</c:v>
                </c:pt>
                <c:pt idx="4472">
                  <c:v>8.3270027462334834E-2</c:v>
                </c:pt>
                <c:pt idx="4473">
                  <c:v>8.3272434784514807E-2</c:v>
                </c:pt>
                <c:pt idx="4474">
                  <c:v>8.3276708960610846E-2</c:v>
                </c:pt>
                <c:pt idx="4475">
                  <c:v>8.3277137323696335E-2</c:v>
                </c:pt>
                <c:pt idx="4476">
                  <c:v>8.3279161477918903E-2</c:v>
                </c:pt>
                <c:pt idx="4477">
                  <c:v>8.3281407179034081E-2</c:v>
                </c:pt>
                <c:pt idx="4478">
                  <c:v>8.329112881677124E-2</c:v>
                </c:pt>
                <c:pt idx="4479">
                  <c:v>8.3296393390622059E-2</c:v>
                </c:pt>
                <c:pt idx="4480">
                  <c:v>8.3298823642248637E-2</c:v>
                </c:pt>
                <c:pt idx="4481">
                  <c:v>8.3302248507422849E-2</c:v>
                </c:pt>
                <c:pt idx="4482">
                  <c:v>8.3306720482345081E-2</c:v>
                </c:pt>
                <c:pt idx="4483">
                  <c:v>8.3314933402009628E-2</c:v>
                </c:pt>
                <c:pt idx="4484">
                  <c:v>8.3325428774550278E-2</c:v>
                </c:pt>
                <c:pt idx="4485">
                  <c:v>8.3334883299848381E-2</c:v>
                </c:pt>
                <c:pt idx="4486">
                  <c:v>8.3335304233066385E-2</c:v>
                </c:pt>
                <c:pt idx="4487">
                  <c:v>8.3355215690945464E-2</c:v>
                </c:pt>
                <c:pt idx="4488">
                  <c:v>8.3357290735938214E-2</c:v>
                </c:pt>
                <c:pt idx="4489">
                  <c:v>8.3360623604166365E-2</c:v>
                </c:pt>
                <c:pt idx="4490">
                  <c:v>8.338327943421385E-2</c:v>
                </c:pt>
                <c:pt idx="4491">
                  <c:v>8.3394743443623326E-2</c:v>
                </c:pt>
                <c:pt idx="4492">
                  <c:v>8.340177718900503E-2</c:v>
                </c:pt>
                <c:pt idx="4493">
                  <c:v>8.3404244790225984E-2</c:v>
                </c:pt>
                <c:pt idx="4494">
                  <c:v>8.3419867247005633E-2</c:v>
                </c:pt>
                <c:pt idx="4495">
                  <c:v>8.343555441067993E-2</c:v>
                </c:pt>
                <c:pt idx="4496">
                  <c:v>8.344716349762929E-2</c:v>
                </c:pt>
                <c:pt idx="4497">
                  <c:v>8.3464123207368665E-2</c:v>
                </c:pt>
                <c:pt idx="4498">
                  <c:v>8.3475717701168392E-2</c:v>
                </c:pt>
                <c:pt idx="4499">
                  <c:v>8.3482966411164566E-2</c:v>
                </c:pt>
                <c:pt idx="4500">
                  <c:v>8.3496418459351449E-2</c:v>
                </c:pt>
                <c:pt idx="4501">
                  <c:v>8.3507499311176889E-2</c:v>
                </c:pt>
                <c:pt idx="4502">
                  <c:v>8.3528981938442132E-2</c:v>
                </c:pt>
                <c:pt idx="4503">
                  <c:v>8.3532648429736164E-2</c:v>
                </c:pt>
                <c:pt idx="4504">
                  <c:v>8.3533822098429453E-2</c:v>
                </c:pt>
                <c:pt idx="4505">
                  <c:v>8.3537624858187276E-2</c:v>
                </c:pt>
                <c:pt idx="4506">
                  <c:v>8.3542840216293254E-2</c:v>
                </c:pt>
                <c:pt idx="4507">
                  <c:v>8.3550978519455921E-2</c:v>
                </c:pt>
                <c:pt idx="4508">
                  <c:v>8.3552114650286113E-2</c:v>
                </c:pt>
                <c:pt idx="4509">
                  <c:v>8.3557833244131741E-2</c:v>
                </c:pt>
                <c:pt idx="4510">
                  <c:v>8.3559904457475062E-2</c:v>
                </c:pt>
                <c:pt idx="4511">
                  <c:v>8.3564638305540895E-2</c:v>
                </c:pt>
                <c:pt idx="4512">
                  <c:v>8.3570781466560065E-2</c:v>
                </c:pt>
                <c:pt idx="4513">
                  <c:v>8.3603253926451293E-2</c:v>
                </c:pt>
                <c:pt idx="4514">
                  <c:v>8.3605819551832744E-2</c:v>
                </c:pt>
                <c:pt idx="4515">
                  <c:v>8.3617253789754126E-2</c:v>
                </c:pt>
                <c:pt idx="4516">
                  <c:v>8.3625615941831086E-2</c:v>
                </c:pt>
                <c:pt idx="4517">
                  <c:v>8.3626064734746028E-2</c:v>
                </c:pt>
                <c:pt idx="4518">
                  <c:v>8.3627419860234073E-2</c:v>
                </c:pt>
                <c:pt idx="4519">
                  <c:v>8.3642905410254126E-2</c:v>
                </c:pt>
                <c:pt idx="4520">
                  <c:v>8.3652410593672025E-2</c:v>
                </c:pt>
                <c:pt idx="4521">
                  <c:v>8.3656568109002419E-2</c:v>
                </c:pt>
                <c:pt idx="4522">
                  <c:v>8.366352884163325E-2</c:v>
                </c:pt>
                <c:pt idx="4523">
                  <c:v>8.366413645186381E-2</c:v>
                </c:pt>
                <c:pt idx="4524">
                  <c:v>8.3665144231894056E-2</c:v>
                </c:pt>
                <c:pt idx="4525">
                  <c:v>8.3673135474247373E-2</c:v>
                </c:pt>
                <c:pt idx="4526">
                  <c:v>8.3688444326012745E-2</c:v>
                </c:pt>
                <c:pt idx="4527">
                  <c:v>8.3690214322497028E-2</c:v>
                </c:pt>
                <c:pt idx="4528">
                  <c:v>8.3696916280354472E-2</c:v>
                </c:pt>
                <c:pt idx="4529">
                  <c:v>8.3699807161665654E-2</c:v>
                </c:pt>
                <c:pt idx="4530">
                  <c:v>8.3702147980230929E-2</c:v>
                </c:pt>
                <c:pt idx="4531">
                  <c:v>8.3715629514901205E-2</c:v>
                </c:pt>
                <c:pt idx="4532">
                  <c:v>8.3734187934158211E-2</c:v>
                </c:pt>
                <c:pt idx="4533">
                  <c:v>8.3735483148525761E-2</c:v>
                </c:pt>
                <c:pt idx="4534">
                  <c:v>8.3738968593188967E-2</c:v>
                </c:pt>
                <c:pt idx="4535">
                  <c:v>8.3744066884885698E-2</c:v>
                </c:pt>
                <c:pt idx="4536">
                  <c:v>8.3752381486047217E-2</c:v>
                </c:pt>
                <c:pt idx="4537">
                  <c:v>8.3756464594210059E-2</c:v>
                </c:pt>
                <c:pt idx="4538">
                  <c:v>8.3757059641005549E-2</c:v>
                </c:pt>
                <c:pt idx="4539">
                  <c:v>8.3757245657564872E-2</c:v>
                </c:pt>
                <c:pt idx="4540">
                  <c:v>8.3763516552498724E-2</c:v>
                </c:pt>
                <c:pt idx="4541">
                  <c:v>8.3768809608573358E-2</c:v>
                </c:pt>
                <c:pt idx="4542">
                  <c:v>8.3773552480858063E-2</c:v>
                </c:pt>
                <c:pt idx="4543">
                  <c:v>8.3777771264572559E-2</c:v>
                </c:pt>
                <c:pt idx="4544">
                  <c:v>8.37800127868783E-2</c:v>
                </c:pt>
                <c:pt idx="4545">
                  <c:v>8.3788029134856376E-2</c:v>
                </c:pt>
                <c:pt idx="4546">
                  <c:v>8.3804411866260836E-2</c:v>
                </c:pt>
                <c:pt idx="4547">
                  <c:v>8.3810374025754017E-2</c:v>
                </c:pt>
                <c:pt idx="4548">
                  <c:v>8.3819426930873062E-2</c:v>
                </c:pt>
                <c:pt idx="4549">
                  <c:v>8.3829076966458874E-2</c:v>
                </c:pt>
                <c:pt idx="4550">
                  <c:v>8.383040211705603E-2</c:v>
                </c:pt>
                <c:pt idx="4551">
                  <c:v>8.3831951457081749E-2</c:v>
                </c:pt>
                <c:pt idx="4552">
                  <c:v>8.3835908930998834E-2</c:v>
                </c:pt>
                <c:pt idx="4553">
                  <c:v>8.3850943257628888E-2</c:v>
                </c:pt>
                <c:pt idx="4554">
                  <c:v>8.385383157266231E-2</c:v>
                </c:pt>
                <c:pt idx="4555">
                  <c:v>8.387862961172507E-2</c:v>
                </c:pt>
                <c:pt idx="4556">
                  <c:v>8.3920080977900879E-2</c:v>
                </c:pt>
                <c:pt idx="4557">
                  <c:v>8.3927518248001196E-2</c:v>
                </c:pt>
                <c:pt idx="4558">
                  <c:v>8.3930735867977904E-2</c:v>
                </c:pt>
                <c:pt idx="4559">
                  <c:v>8.3951910513325484E-2</c:v>
                </c:pt>
                <c:pt idx="4560">
                  <c:v>8.3959673759637435E-2</c:v>
                </c:pt>
                <c:pt idx="4561">
                  <c:v>8.3962210536411702E-2</c:v>
                </c:pt>
                <c:pt idx="4562">
                  <c:v>8.3963765051100356E-2</c:v>
                </c:pt>
                <c:pt idx="4563">
                  <c:v>8.3979114055582116E-2</c:v>
                </c:pt>
                <c:pt idx="4564">
                  <c:v>8.3992556570057303E-2</c:v>
                </c:pt>
                <c:pt idx="4565">
                  <c:v>8.3994710454572866E-2</c:v>
                </c:pt>
                <c:pt idx="4566">
                  <c:v>8.4006390186798952E-2</c:v>
                </c:pt>
                <c:pt idx="4567">
                  <c:v>8.4020755149373988E-2</c:v>
                </c:pt>
                <c:pt idx="4568">
                  <c:v>8.4030769707904962E-2</c:v>
                </c:pt>
                <c:pt idx="4569">
                  <c:v>8.40428517738218E-2</c:v>
                </c:pt>
                <c:pt idx="4570">
                  <c:v>8.4044199326569535E-2</c:v>
                </c:pt>
                <c:pt idx="4571">
                  <c:v>8.4044712564455726E-2</c:v>
                </c:pt>
                <c:pt idx="4572">
                  <c:v>8.4058416879420977E-2</c:v>
                </c:pt>
                <c:pt idx="4573">
                  <c:v>8.4074525124845048E-2</c:v>
                </c:pt>
                <c:pt idx="4574">
                  <c:v>8.4078809233114782E-2</c:v>
                </c:pt>
                <c:pt idx="4575">
                  <c:v>8.408722350901994E-2</c:v>
                </c:pt>
                <c:pt idx="4576">
                  <c:v>8.4090964848050676E-2</c:v>
                </c:pt>
                <c:pt idx="4577">
                  <c:v>8.4114447973847747E-2</c:v>
                </c:pt>
                <c:pt idx="4578">
                  <c:v>8.4114907972874325E-2</c:v>
                </c:pt>
                <c:pt idx="4579">
                  <c:v>8.4120531744436636E-2</c:v>
                </c:pt>
                <c:pt idx="4580">
                  <c:v>8.4126667353990617E-2</c:v>
                </c:pt>
                <c:pt idx="4581">
                  <c:v>8.4131802086525251E-2</c:v>
                </c:pt>
                <c:pt idx="4582">
                  <c:v>8.4136022982102626E-2</c:v>
                </c:pt>
                <c:pt idx="4583">
                  <c:v>8.4139256835743276E-2</c:v>
                </c:pt>
                <c:pt idx="4584">
                  <c:v>8.4143308656917382E-2</c:v>
                </c:pt>
                <c:pt idx="4585">
                  <c:v>8.4156366385872913E-2</c:v>
                </c:pt>
                <c:pt idx="4586">
                  <c:v>8.4169197176086008E-2</c:v>
                </c:pt>
                <c:pt idx="4587">
                  <c:v>8.4170046831768097E-2</c:v>
                </c:pt>
                <c:pt idx="4588">
                  <c:v>8.4172325378823104E-2</c:v>
                </c:pt>
                <c:pt idx="4589">
                  <c:v>8.4177235096783654E-2</c:v>
                </c:pt>
                <c:pt idx="4590">
                  <c:v>8.418384197821295E-2</c:v>
                </c:pt>
                <c:pt idx="4591">
                  <c:v>8.4215411197713738E-2</c:v>
                </c:pt>
                <c:pt idx="4592">
                  <c:v>8.4219110949736373E-2</c:v>
                </c:pt>
                <c:pt idx="4593">
                  <c:v>8.4223159828889838E-2</c:v>
                </c:pt>
                <c:pt idx="4594">
                  <c:v>8.4225397071625629E-2</c:v>
                </c:pt>
                <c:pt idx="4595">
                  <c:v>8.4226649816269233E-2</c:v>
                </c:pt>
                <c:pt idx="4596">
                  <c:v>8.4238071487455962E-2</c:v>
                </c:pt>
                <c:pt idx="4597">
                  <c:v>8.4240889984338943E-2</c:v>
                </c:pt>
                <c:pt idx="4598">
                  <c:v>8.4241327966508475E-2</c:v>
                </c:pt>
                <c:pt idx="4599">
                  <c:v>8.425072178727297E-2</c:v>
                </c:pt>
                <c:pt idx="4600">
                  <c:v>8.4268515690892581E-2</c:v>
                </c:pt>
                <c:pt idx="4601">
                  <c:v>8.4269533176871039E-2</c:v>
                </c:pt>
                <c:pt idx="4602">
                  <c:v>8.4272726190372821E-2</c:v>
                </c:pt>
                <c:pt idx="4603">
                  <c:v>8.4272758227986189E-2</c:v>
                </c:pt>
                <c:pt idx="4604">
                  <c:v>8.428508364868556E-2</c:v>
                </c:pt>
                <c:pt idx="4605">
                  <c:v>8.4302083801749791E-2</c:v>
                </c:pt>
                <c:pt idx="4606">
                  <c:v>8.4326093336885038E-2</c:v>
                </c:pt>
                <c:pt idx="4607">
                  <c:v>8.43385119704846E-2</c:v>
                </c:pt>
                <c:pt idx="4608">
                  <c:v>8.434951977640566E-2</c:v>
                </c:pt>
                <c:pt idx="4609">
                  <c:v>8.4350826638331808E-2</c:v>
                </c:pt>
                <c:pt idx="4610">
                  <c:v>8.4365150638621517E-2</c:v>
                </c:pt>
                <c:pt idx="4611">
                  <c:v>8.4366372640242424E-2</c:v>
                </c:pt>
                <c:pt idx="4612">
                  <c:v>8.4372961023909107E-2</c:v>
                </c:pt>
                <c:pt idx="4613">
                  <c:v>8.4389127779203876E-2</c:v>
                </c:pt>
                <c:pt idx="4614">
                  <c:v>8.4402937969067421E-2</c:v>
                </c:pt>
                <c:pt idx="4615">
                  <c:v>8.4409456439221292E-2</c:v>
                </c:pt>
                <c:pt idx="4616">
                  <c:v>8.4436743881545984E-2</c:v>
                </c:pt>
                <c:pt idx="4617">
                  <c:v>8.4438042545229186E-2</c:v>
                </c:pt>
                <c:pt idx="4618">
                  <c:v>8.4445805067825341E-2</c:v>
                </c:pt>
                <c:pt idx="4619">
                  <c:v>8.4451154872114562E-2</c:v>
                </c:pt>
                <c:pt idx="4620">
                  <c:v>8.4451867804383268E-2</c:v>
                </c:pt>
                <c:pt idx="4621">
                  <c:v>8.4458638324203777E-2</c:v>
                </c:pt>
                <c:pt idx="4622">
                  <c:v>8.4459202756299354E-2</c:v>
                </c:pt>
                <c:pt idx="4623">
                  <c:v>8.4472333035441619E-2</c:v>
                </c:pt>
                <c:pt idx="4624">
                  <c:v>8.4478981651462268E-2</c:v>
                </c:pt>
                <c:pt idx="4625">
                  <c:v>8.4480412203704683E-2</c:v>
                </c:pt>
                <c:pt idx="4626">
                  <c:v>8.4517111500463357E-2</c:v>
                </c:pt>
                <c:pt idx="4627">
                  <c:v>8.4523605636495927E-2</c:v>
                </c:pt>
                <c:pt idx="4628">
                  <c:v>8.4538004606050182E-2</c:v>
                </c:pt>
                <c:pt idx="4629">
                  <c:v>8.4539462683751912E-2</c:v>
                </c:pt>
                <c:pt idx="4630">
                  <c:v>8.4544964197761432E-2</c:v>
                </c:pt>
                <c:pt idx="4631">
                  <c:v>8.4551197296124384E-2</c:v>
                </c:pt>
                <c:pt idx="4632">
                  <c:v>8.4566112386628881E-2</c:v>
                </c:pt>
                <c:pt idx="4633">
                  <c:v>8.4566832036404166E-2</c:v>
                </c:pt>
                <c:pt idx="4634">
                  <c:v>8.4584099917604072E-2</c:v>
                </c:pt>
                <c:pt idx="4635">
                  <c:v>8.4591377806258972E-2</c:v>
                </c:pt>
                <c:pt idx="4636">
                  <c:v>8.4593173549816159E-2</c:v>
                </c:pt>
                <c:pt idx="4637">
                  <c:v>8.4593583353176349E-2</c:v>
                </c:pt>
                <c:pt idx="4638">
                  <c:v>8.4595918870127379E-2</c:v>
                </c:pt>
                <c:pt idx="4639">
                  <c:v>8.4599524114664856E-2</c:v>
                </c:pt>
                <c:pt idx="4640">
                  <c:v>8.4600547108565044E-2</c:v>
                </c:pt>
                <c:pt idx="4641">
                  <c:v>8.4607412137998217E-2</c:v>
                </c:pt>
                <c:pt idx="4642">
                  <c:v>8.4607931656833668E-2</c:v>
                </c:pt>
                <c:pt idx="4643">
                  <c:v>8.4633624338324456E-2</c:v>
                </c:pt>
                <c:pt idx="4644">
                  <c:v>8.4638128366491885E-2</c:v>
                </c:pt>
                <c:pt idx="4645">
                  <c:v>8.4649333064749241E-2</c:v>
                </c:pt>
                <c:pt idx="4646">
                  <c:v>8.4686798006291558E-2</c:v>
                </c:pt>
                <c:pt idx="4647">
                  <c:v>8.4720591533568215E-2</c:v>
                </c:pt>
                <c:pt idx="4648">
                  <c:v>8.4722181311495851E-2</c:v>
                </c:pt>
                <c:pt idx="4649">
                  <c:v>8.4738476847559432E-2</c:v>
                </c:pt>
                <c:pt idx="4650">
                  <c:v>8.47474792177694E-2</c:v>
                </c:pt>
                <c:pt idx="4651">
                  <c:v>8.4753401559550551E-2</c:v>
                </c:pt>
                <c:pt idx="4652">
                  <c:v>8.4772638198572836E-2</c:v>
                </c:pt>
                <c:pt idx="4653">
                  <c:v>8.4779137443398281E-2</c:v>
                </c:pt>
                <c:pt idx="4654">
                  <c:v>8.4781440433851038E-2</c:v>
                </c:pt>
                <c:pt idx="4655">
                  <c:v>8.4789750435417463E-2</c:v>
                </c:pt>
                <c:pt idx="4656">
                  <c:v>8.4796907123301887E-2</c:v>
                </c:pt>
                <c:pt idx="4657">
                  <c:v>8.4803279667613932E-2</c:v>
                </c:pt>
                <c:pt idx="4658">
                  <c:v>8.481918382410164E-2</c:v>
                </c:pt>
                <c:pt idx="4659">
                  <c:v>8.4824808468704244E-2</c:v>
                </c:pt>
                <c:pt idx="4660">
                  <c:v>8.4833896795758229E-2</c:v>
                </c:pt>
                <c:pt idx="4661">
                  <c:v>8.4835831424770053E-2</c:v>
                </c:pt>
                <c:pt idx="4662">
                  <c:v>8.4836928260638614E-2</c:v>
                </c:pt>
                <c:pt idx="4663">
                  <c:v>8.4867459061996012E-2</c:v>
                </c:pt>
                <c:pt idx="4664">
                  <c:v>8.4879869493670962E-2</c:v>
                </c:pt>
                <c:pt idx="4665">
                  <c:v>8.4885862133554646E-2</c:v>
                </c:pt>
                <c:pt idx="4666">
                  <c:v>8.4892128744578979E-2</c:v>
                </c:pt>
                <c:pt idx="4667">
                  <c:v>8.4913262881022231E-2</c:v>
                </c:pt>
                <c:pt idx="4668">
                  <c:v>8.4927616821415045E-2</c:v>
                </c:pt>
                <c:pt idx="4669">
                  <c:v>8.4933673096583576E-2</c:v>
                </c:pt>
                <c:pt idx="4670">
                  <c:v>8.4936755325143359E-2</c:v>
                </c:pt>
                <c:pt idx="4671">
                  <c:v>8.4946375601774829E-2</c:v>
                </c:pt>
                <c:pt idx="4672">
                  <c:v>8.4947994163011076E-2</c:v>
                </c:pt>
                <c:pt idx="4673">
                  <c:v>8.4952910478835186E-2</c:v>
                </c:pt>
                <c:pt idx="4674">
                  <c:v>8.4967722183951711E-2</c:v>
                </c:pt>
                <c:pt idx="4675">
                  <c:v>8.4968340327400291E-2</c:v>
                </c:pt>
                <c:pt idx="4676">
                  <c:v>8.4972408332245244E-2</c:v>
                </c:pt>
                <c:pt idx="4677">
                  <c:v>8.4974378584868657E-2</c:v>
                </c:pt>
                <c:pt idx="4678">
                  <c:v>8.4984148115795799E-2</c:v>
                </c:pt>
                <c:pt idx="4679">
                  <c:v>8.4994868911190818E-2</c:v>
                </c:pt>
                <c:pt idx="4680">
                  <c:v>8.4995097585021495E-2</c:v>
                </c:pt>
                <c:pt idx="4681">
                  <c:v>8.5003622717478217E-2</c:v>
                </c:pt>
                <c:pt idx="4682">
                  <c:v>8.5013783847481178E-2</c:v>
                </c:pt>
                <c:pt idx="4683">
                  <c:v>8.5013809036160778E-2</c:v>
                </c:pt>
                <c:pt idx="4684">
                  <c:v>8.5028739202478082E-2</c:v>
                </c:pt>
                <c:pt idx="4685">
                  <c:v>8.5037516871144012E-2</c:v>
                </c:pt>
                <c:pt idx="4686">
                  <c:v>8.5047881176160897E-2</c:v>
                </c:pt>
                <c:pt idx="4687">
                  <c:v>8.5058053205757503E-2</c:v>
                </c:pt>
                <c:pt idx="4688">
                  <c:v>8.5058730215038333E-2</c:v>
                </c:pt>
                <c:pt idx="4689">
                  <c:v>8.5063560343088027E-2</c:v>
                </c:pt>
                <c:pt idx="4690">
                  <c:v>8.5070637275582839E-2</c:v>
                </c:pt>
                <c:pt idx="4691">
                  <c:v>8.5079652699756231E-2</c:v>
                </c:pt>
                <c:pt idx="4692">
                  <c:v>8.5093290325496743E-2</c:v>
                </c:pt>
                <c:pt idx="4693">
                  <c:v>8.5095003832773297E-2</c:v>
                </c:pt>
                <c:pt idx="4694">
                  <c:v>8.5097059154106022E-2</c:v>
                </c:pt>
                <c:pt idx="4695">
                  <c:v>8.5104227866778598E-2</c:v>
                </c:pt>
                <c:pt idx="4696">
                  <c:v>8.5118272222198629E-2</c:v>
                </c:pt>
                <c:pt idx="4697">
                  <c:v>8.5138411295004837E-2</c:v>
                </c:pt>
                <c:pt idx="4698">
                  <c:v>8.5138769092101746E-2</c:v>
                </c:pt>
                <c:pt idx="4699">
                  <c:v>8.5142282744421136E-2</c:v>
                </c:pt>
                <c:pt idx="4700">
                  <c:v>8.5146834926980081E-2</c:v>
                </c:pt>
                <c:pt idx="4701">
                  <c:v>8.5168860227565577E-2</c:v>
                </c:pt>
                <c:pt idx="4702">
                  <c:v>8.5170601053487546E-2</c:v>
                </c:pt>
                <c:pt idx="4703">
                  <c:v>8.5173798950555768E-2</c:v>
                </c:pt>
                <c:pt idx="4704">
                  <c:v>8.520214755481266E-2</c:v>
                </c:pt>
                <c:pt idx="4705">
                  <c:v>8.5202748575412199E-2</c:v>
                </c:pt>
                <c:pt idx="4706">
                  <c:v>8.5209976138196156E-2</c:v>
                </c:pt>
                <c:pt idx="4707">
                  <c:v>8.5213298525608036E-2</c:v>
                </c:pt>
                <c:pt idx="4708">
                  <c:v>8.5215033504921892E-2</c:v>
                </c:pt>
                <c:pt idx="4709">
                  <c:v>8.5239292224009305E-2</c:v>
                </c:pt>
                <c:pt idx="4710">
                  <c:v>8.5239735389815233E-2</c:v>
                </c:pt>
                <c:pt idx="4711">
                  <c:v>8.524806153254133E-2</c:v>
                </c:pt>
                <c:pt idx="4712">
                  <c:v>8.5251803275840865E-2</c:v>
                </c:pt>
                <c:pt idx="4713">
                  <c:v>8.525315785042549E-2</c:v>
                </c:pt>
                <c:pt idx="4714">
                  <c:v>8.5257725246152063E-2</c:v>
                </c:pt>
                <c:pt idx="4715">
                  <c:v>8.5263680664757063E-2</c:v>
                </c:pt>
                <c:pt idx="4716">
                  <c:v>8.5266676379463183E-2</c:v>
                </c:pt>
                <c:pt idx="4717">
                  <c:v>8.527133726411118E-2</c:v>
                </c:pt>
                <c:pt idx="4718">
                  <c:v>8.5272575330579609E-2</c:v>
                </c:pt>
                <c:pt idx="4719">
                  <c:v>8.5288149257693138E-2</c:v>
                </c:pt>
                <c:pt idx="4720">
                  <c:v>8.529468344631698E-2</c:v>
                </c:pt>
                <c:pt idx="4721">
                  <c:v>8.5304880794796215E-2</c:v>
                </c:pt>
                <c:pt idx="4722">
                  <c:v>8.5313518065062668E-2</c:v>
                </c:pt>
                <c:pt idx="4723">
                  <c:v>8.5321234992306261E-2</c:v>
                </c:pt>
                <c:pt idx="4724">
                  <c:v>8.5340630083047569E-2</c:v>
                </c:pt>
                <c:pt idx="4725">
                  <c:v>8.5347515802194324E-2</c:v>
                </c:pt>
                <c:pt idx="4726">
                  <c:v>8.5354609876066467E-2</c:v>
                </c:pt>
                <c:pt idx="4727">
                  <c:v>8.5358373033219082E-2</c:v>
                </c:pt>
                <c:pt idx="4728">
                  <c:v>8.5366837411159871E-2</c:v>
                </c:pt>
                <c:pt idx="4729">
                  <c:v>8.5371829926404769E-2</c:v>
                </c:pt>
                <c:pt idx="4730">
                  <c:v>8.537561690436872E-2</c:v>
                </c:pt>
                <c:pt idx="4731">
                  <c:v>8.5379162742738879E-2</c:v>
                </c:pt>
                <c:pt idx="4732">
                  <c:v>8.5393837888535232E-2</c:v>
                </c:pt>
                <c:pt idx="4733">
                  <c:v>8.5402349570797564E-2</c:v>
                </c:pt>
                <c:pt idx="4734">
                  <c:v>8.5405744172897119E-2</c:v>
                </c:pt>
                <c:pt idx="4735">
                  <c:v>8.5413494176492799E-2</c:v>
                </c:pt>
                <c:pt idx="4736">
                  <c:v>8.541651072588291E-2</c:v>
                </c:pt>
                <c:pt idx="4737">
                  <c:v>8.5418709189885242E-2</c:v>
                </c:pt>
                <c:pt idx="4738">
                  <c:v>8.5459993866388431E-2</c:v>
                </c:pt>
                <c:pt idx="4739">
                  <c:v>8.5463921938801604E-2</c:v>
                </c:pt>
                <c:pt idx="4740">
                  <c:v>8.5464078124089585E-2</c:v>
                </c:pt>
                <c:pt idx="4741">
                  <c:v>8.5466349136361752E-2</c:v>
                </c:pt>
                <c:pt idx="4742">
                  <c:v>8.5483340593886681E-2</c:v>
                </c:pt>
                <c:pt idx="4743">
                  <c:v>8.548724107162875E-2</c:v>
                </c:pt>
                <c:pt idx="4744">
                  <c:v>8.5494403306123942E-2</c:v>
                </c:pt>
                <c:pt idx="4745">
                  <c:v>8.5499415382927185E-2</c:v>
                </c:pt>
                <c:pt idx="4746">
                  <c:v>8.5510172526116895E-2</c:v>
                </c:pt>
                <c:pt idx="4747">
                  <c:v>8.5519047093557912E-2</c:v>
                </c:pt>
                <c:pt idx="4748">
                  <c:v>8.5523024526332508E-2</c:v>
                </c:pt>
                <c:pt idx="4749">
                  <c:v>8.5529946210768204E-2</c:v>
                </c:pt>
                <c:pt idx="4750">
                  <c:v>8.5550363352322398E-2</c:v>
                </c:pt>
                <c:pt idx="4751">
                  <c:v>8.5552691641246223E-2</c:v>
                </c:pt>
                <c:pt idx="4752">
                  <c:v>8.5555460336348019E-2</c:v>
                </c:pt>
                <c:pt idx="4753">
                  <c:v>8.55599116365683E-2</c:v>
                </c:pt>
                <c:pt idx="4754">
                  <c:v>8.55605413226454E-2</c:v>
                </c:pt>
                <c:pt idx="4755">
                  <c:v>8.5569163925484887E-2</c:v>
                </c:pt>
                <c:pt idx="4756">
                  <c:v>8.5576948319664572E-2</c:v>
                </c:pt>
                <c:pt idx="4757">
                  <c:v>8.5578295735809079E-2</c:v>
                </c:pt>
                <c:pt idx="4758">
                  <c:v>8.5583895615809882E-2</c:v>
                </c:pt>
                <c:pt idx="4759">
                  <c:v>8.5588316187423935E-2</c:v>
                </c:pt>
                <c:pt idx="4760">
                  <c:v>8.5592807097925799E-2</c:v>
                </c:pt>
                <c:pt idx="4761">
                  <c:v>8.5608025791378467E-2</c:v>
                </c:pt>
                <c:pt idx="4762">
                  <c:v>8.5611842683351563E-2</c:v>
                </c:pt>
                <c:pt idx="4763">
                  <c:v>8.5612733003476521E-2</c:v>
                </c:pt>
                <c:pt idx="4764">
                  <c:v>8.5618442974938452E-2</c:v>
                </c:pt>
                <c:pt idx="4765">
                  <c:v>8.562287475432985E-2</c:v>
                </c:pt>
                <c:pt idx="4766">
                  <c:v>8.5628485544899435E-2</c:v>
                </c:pt>
                <c:pt idx="4767">
                  <c:v>8.5630804841033928E-2</c:v>
                </c:pt>
                <c:pt idx="4768">
                  <c:v>8.563119117426006E-2</c:v>
                </c:pt>
                <c:pt idx="4769">
                  <c:v>8.5639799277654333E-2</c:v>
                </c:pt>
                <c:pt idx="4770">
                  <c:v>8.5640098782420043E-2</c:v>
                </c:pt>
                <c:pt idx="4771">
                  <c:v>8.5653399925182588E-2</c:v>
                </c:pt>
                <c:pt idx="4772">
                  <c:v>8.5670140729459637E-2</c:v>
                </c:pt>
                <c:pt idx="4773">
                  <c:v>8.5679872084980291E-2</c:v>
                </c:pt>
                <c:pt idx="4774">
                  <c:v>8.5692706618864842E-2</c:v>
                </c:pt>
                <c:pt idx="4775">
                  <c:v>8.5695381957964459E-2</c:v>
                </c:pt>
                <c:pt idx="4776">
                  <c:v>8.5695529189266359E-2</c:v>
                </c:pt>
                <c:pt idx="4777">
                  <c:v>8.5701082483006966E-2</c:v>
                </c:pt>
                <c:pt idx="4778">
                  <c:v>8.5745447405405698E-2</c:v>
                </c:pt>
                <c:pt idx="4779">
                  <c:v>8.5747732963882536E-2</c:v>
                </c:pt>
                <c:pt idx="4780">
                  <c:v>8.5748413045739602E-2</c:v>
                </c:pt>
                <c:pt idx="4781">
                  <c:v>8.5752577516785375E-2</c:v>
                </c:pt>
                <c:pt idx="4782">
                  <c:v>8.5756982278438115E-2</c:v>
                </c:pt>
                <c:pt idx="4783">
                  <c:v>8.5771510100107862E-2</c:v>
                </c:pt>
                <c:pt idx="4784">
                  <c:v>8.5785169197915262E-2</c:v>
                </c:pt>
                <c:pt idx="4785">
                  <c:v>8.5787335970629E-2</c:v>
                </c:pt>
                <c:pt idx="4786">
                  <c:v>8.5790343101329672E-2</c:v>
                </c:pt>
                <c:pt idx="4787">
                  <c:v>8.5796070174109326E-2</c:v>
                </c:pt>
                <c:pt idx="4788">
                  <c:v>8.5828311580992661E-2</c:v>
                </c:pt>
                <c:pt idx="4789">
                  <c:v>8.5829265813636244E-2</c:v>
                </c:pt>
                <c:pt idx="4790">
                  <c:v>8.5843684338664836E-2</c:v>
                </c:pt>
                <c:pt idx="4791">
                  <c:v>8.5848638454024392E-2</c:v>
                </c:pt>
                <c:pt idx="4792">
                  <c:v>8.5856431308224346E-2</c:v>
                </c:pt>
                <c:pt idx="4793">
                  <c:v>8.5871441620101338E-2</c:v>
                </c:pt>
                <c:pt idx="4794">
                  <c:v>8.5884887601538742E-2</c:v>
                </c:pt>
                <c:pt idx="4795">
                  <c:v>8.5894549195059997E-2</c:v>
                </c:pt>
                <c:pt idx="4796">
                  <c:v>8.5912192583856933E-2</c:v>
                </c:pt>
                <c:pt idx="4797">
                  <c:v>8.5916930833140948E-2</c:v>
                </c:pt>
                <c:pt idx="4798">
                  <c:v>8.5922256560488547E-2</c:v>
                </c:pt>
                <c:pt idx="4799">
                  <c:v>8.5926298803927492E-2</c:v>
                </c:pt>
                <c:pt idx="4800">
                  <c:v>8.5931919683570487E-2</c:v>
                </c:pt>
                <c:pt idx="4801">
                  <c:v>8.5936444584633953E-2</c:v>
                </c:pt>
                <c:pt idx="4802">
                  <c:v>8.5937492502655727E-2</c:v>
                </c:pt>
                <c:pt idx="4803">
                  <c:v>8.5945450629266062E-2</c:v>
                </c:pt>
                <c:pt idx="4804">
                  <c:v>8.5945565033774915E-2</c:v>
                </c:pt>
                <c:pt idx="4805">
                  <c:v>8.5952754776899565E-2</c:v>
                </c:pt>
                <c:pt idx="4806">
                  <c:v>8.5957203640284294E-2</c:v>
                </c:pt>
                <c:pt idx="4807">
                  <c:v>8.5963988335095776E-2</c:v>
                </c:pt>
                <c:pt idx="4808">
                  <c:v>8.5975713161518585E-2</c:v>
                </c:pt>
                <c:pt idx="4809">
                  <c:v>8.5979205137139969E-2</c:v>
                </c:pt>
                <c:pt idx="4810">
                  <c:v>8.5984967725059203E-2</c:v>
                </c:pt>
                <c:pt idx="4811">
                  <c:v>8.599180601759239E-2</c:v>
                </c:pt>
                <c:pt idx="4812">
                  <c:v>8.5992907974979535E-2</c:v>
                </c:pt>
                <c:pt idx="4813">
                  <c:v>8.6016631584052566E-2</c:v>
                </c:pt>
                <c:pt idx="4814">
                  <c:v>8.6029576545513853E-2</c:v>
                </c:pt>
                <c:pt idx="4815">
                  <c:v>8.6031065317735661E-2</c:v>
                </c:pt>
                <c:pt idx="4816">
                  <c:v>8.603334837838765E-2</c:v>
                </c:pt>
                <c:pt idx="4817">
                  <c:v>8.605059649548577E-2</c:v>
                </c:pt>
                <c:pt idx="4818">
                  <c:v>8.6053351528911012E-2</c:v>
                </c:pt>
                <c:pt idx="4819">
                  <c:v>8.6066559978528565E-2</c:v>
                </c:pt>
                <c:pt idx="4820">
                  <c:v>8.606961809451423E-2</c:v>
                </c:pt>
                <c:pt idx="4821">
                  <c:v>8.6093468888992677E-2</c:v>
                </c:pt>
                <c:pt idx="4822">
                  <c:v>8.6101273669845074E-2</c:v>
                </c:pt>
                <c:pt idx="4823">
                  <c:v>8.6135586477604109E-2</c:v>
                </c:pt>
                <c:pt idx="4824">
                  <c:v>8.6155633121611577E-2</c:v>
                </c:pt>
                <c:pt idx="4825">
                  <c:v>8.6168277717081826E-2</c:v>
                </c:pt>
                <c:pt idx="4826">
                  <c:v>8.6178286465228585E-2</c:v>
                </c:pt>
                <c:pt idx="4827">
                  <c:v>8.6185050498134977E-2</c:v>
                </c:pt>
                <c:pt idx="4828">
                  <c:v>8.6185914871717173E-2</c:v>
                </c:pt>
                <c:pt idx="4829">
                  <c:v>8.6194909187607416E-2</c:v>
                </c:pt>
                <c:pt idx="4830">
                  <c:v>8.6199467640689767E-2</c:v>
                </c:pt>
                <c:pt idx="4831">
                  <c:v>8.6208897561771858E-2</c:v>
                </c:pt>
                <c:pt idx="4832">
                  <c:v>8.621642998138232E-2</c:v>
                </c:pt>
                <c:pt idx="4833">
                  <c:v>8.6221321318283181E-2</c:v>
                </c:pt>
                <c:pt idx="4834">
                  <c:v>8.6229413040296077E-2</c:v>
                </c:pt>
                <c:pt idx="4835">
                  <c:v>8.6236891270086519E-2</c:v>
                </c:pt>
                <c:pt idx="4836">
                  <c:v>8.6240311500942995E-2</c:v>
                </c:pt>
                <c:pt idx="4837">
                  <c:v>8.6272344842800677E-2</c:v>
                </c:pt>
                <c:pt idx="4838">
                  <c:v>8.6283176680400045E-2</c:v>
                </c:pt>
                <c:pt idx="4839">
                  <c:v>8.6284176502314611E-2</c:v>
                </c:pt>
                <c:pt idx="4840">
                  <c:v>8.6298206090090382E-2</c:v>
                </c:pt>
                <c:pt idx="4841">
                  <c:v>8.6305988411465126E-2</c:v>
                </c:pt>
                <c:pt idx="4842">
                  <c:v>8.6327570816218516E-2</c:v>
                </c:pt>
                <c:pt idx="4843">
                  <c:v>8.633312732894878E-2</c:v>
                </c:pt>
                <c:pt idx="4844">
                  <c:v>8.6336960257603498E-2</c:v>
                </c:pt>
                <c:pt idx="4845">
                  <c:v>8.6351031979174528E-2</c:v>
                </c:pt>
                <c:pt idx="4846">
                  <c:v>8.6358220332482291E-2</c:v>
                </c:pt>
                <c:pt idx="4847">
                  <c:v>8.636034358495398E-2</c:v>
                </c:pt>
                <c:pt idx="4848">
                  <c:v>8.6366252054773163E-2</c:v>
                </c:pt>
                <c:pt idx="4849">
                  <c:v>8.6369471109152468E-2</c:v>
                </c:pt>
                <c:pt idx="4850">
                  <c:v>8.6370433184232834E-2</c:v>
                </c:pt>
                <c:pt idx="4851">
                  <c:v>8.6385697244134793E-2</c:v>
                </c:pt>
                <c:pt idx="4852">
                  <c:v>8.6393274612133544E-2</c:v>
                </c:pt>
                <c:pt idx="4853">
                  <c:v>8.6418080989865892E-2</c:v>
                </c:pt>
                <c:pt idx="4854">
                  <c:v>8.6442445855781383E-2</c:v>
                </c:pt>
                <c:pt idx="4855">
                  <c:v>8.6450211697462601E-2</c:v>
                </c:pt>
                <c:pt idx="4856">
                  <c:v>8.6452681895237068E-2</c:v>
                </c:pt>
                <c:pt idx="4857">
                  <c:v>8.6462685347703891E-2</c:v>
                </c:pt>
                <c:pt idx="4858">
                  <c:v>8.6480401891349007E-2</c:v>
                </c:pt>
                <c:pt idx="4859">
                  <c:v>8.6509452895135161E-2</c:v>
                </c:pt>
                <c:pt idx="4860">
                  <c:v>8.6520331452175123E-2</c:v>
                </c:pt>
                <c:pt idx="4861">
                  <c:v>8.6535256080326861E-2</c:v>
                </c:pt>
                <c:pt idx="4862">
                  <c:v>8.6538022585495325E-2</c:v>
                </c:pt>
                <c:pt idx="4863">
                  <c:v>8.6553241669799691E-2</c:v>
                </c:pt>
                <c:pt idx="4864">
                  <c:v>8.6554145820802258E-2</c:v>
                </c:pt>
                <c:pt idx="4865">
                  <c:v>8.6557730257101936E-2</c:v>
                </c:pt>
                <c:pt idx="4866">
                  <c:v>8.6561734853414243E-2</c:v>
                </c:pt>
                <c:pt idx="4867">
                  <c:v>8.6565001165059496E-2</c:v>
                </c:pt>
                <c:pt idx="4868">
                  <c:v>8.6568189991551761E-2</c:v>
                </c:pt>
                <c:pt idx="4869">
                  <c:v>8.6570820758415476E-2</c:v>
                </c:pt>
                <c:pt idx="4870">
                  <c:v>8.6575862876135945E-2</c:v>
                </c:pt>
                <c:pt idx="4871">
                  <c:v>8.6592954653040038E-2</c:v>
                </c:pt>
                <c:pt idx="4872">
                  <c:v>8.6598514574359381E-2</c:v>
                </c:pt>
                <c:pt idx="4873">
                  <c:v>8.6630643177593392E-2</c:v>
                </c:pt>
                <c:pt idx="4874">
                  <c:v>8.663258458655855E-2</c:v>
                </c:pt>
                <c:pt idx="4875">
                  <c:v>8.6636501880564876E-2</c:v>
                </c:pt>
                <c:pt idx="4876">
                  <c:v>8.6636867880543353E-2</c:v>
                </c:pt>
                <c:pt idx="4877">
                  <c:v>8.6637301435484315E-2</c:v>
                </c:pt>
                <c:pt idx="4878">
                  <c:v>8.6655574096453122E-2</c:v>
                </c:pt>
                <c:pt idx="4879">
                  <c:v>8.6658708436020998E-2</c:v>
                </c:pt>
                <c:pt idx="4880">
                  <c:v>8.6659291537302133E-2</c:v>
                </c:pt>
                <c:pt idx="4881">
                  <c:v>8.6667315945032616E-2</c:v>
                </c:pt>
                <c:pt idx="4882">
                  <c:v>8.6668763296434165E-2</c:v>
                </c:pt>
                <c:pt idx="4883">
                  <c:v>8.6671739799405803E-2</c:v>
                </c:pt>
                <c:pt idx="4884">
                  <c:v>8.6673641641649216E-2</c:v>
                </c:pt>
                <c:pt idx="4885">
                  <c:v>8.6677757545532266E-2</c:v>
                </c:pt>
                <c:pt idx="4886">
                  <c:v>8.6684847430862869E-2</c:v>
                </c:pt>
                <c:pt idx="4887">
                  <c:v>8.6697264590986561E-2</c:v>
                </c:pt>
                <c:pt idx="4888">
                  <c:v>8.6706178238883644E-2</c:v>
                </c:pt>
                <c:pt idx="4889">
                  <c:v>8.6711610128001021E-2</c:v>
                </c:pt>
                <c:pt idx="4890">
                  <c:v>8.6722303822871605E-2</c:v>
                </c:pt>
                <c:pt idx="4891">
                  <c:v>8.6724033344736537E-2</c:v>
                </c:pt>
                <c:pt idx="4892">
                  <c:v>8.6731957190357131E-2</c:v>
                </c:pt>
                <c:pt idx="4893">
                  <c:v>8.6734853046619598E-2</c:v>
                </c:pt>
                <c:pt idx="4894">
                  <c:v>8.6739869186014257E-2</c:v>
                </c:pt>
                <c:pt idx="4895">
                  <c:v>8.676998635973443E-2</c:v>
                </c:pt>
                <c:pt idx="4896">
                  <c:v>8.6771157027545537E-2</c:v>
                </c:pt>
                <c:pt idx="4897">
                  <c:v>8.6774059612863705E-2</c:v>
                </c:pt>
                <c:pt idx="4898">
                  <c:v>8.6776584570546503E-2</c:v>
                </c:pt>
                <c:pt idx="4899">
                  <c:v>8.6777442749654515E-2</c:v>
                </c:pt>
                <c:pt idx="4900">
                  <c:v>8.6785799724540341E-2</c:v>
                </c:pt>
                <c:pt idx="4901">
                  <c:v>8.6786722599575497E-2</c:v>
                </c:pt>
                <c:pt idx="4902">
                  <c:v>8.6802859500926519E-2</c:v>
                </c:pt>
                <c:pt idx="4903">
                  <c:v>8.6807142482831501E-2</c:v>
                </c:pt>
                <c:pt idx="4904">
                  <c:v>8.6816339915445212E-2</c:v>
                </c:pt>
                <c:pt idx="4905">
                  <c:v>8.6818771727981123E-2</c:v>
                </c:pt>
                <c:pt idx="4906">
                  <c:v>8.683167700054846E-2</c:v>
                </c:pt>
                <c:pt idx="4907">
                  <c:v>8.6860508335496675E-2</c:v>
                </c:pt>
                <c:pt idx="4908">
                  <c:v>8.6867827053357022E-2</c:v>
                </c:pt>
                <c:pt idx="4909">
                  <c:v>8.6873557003947652E-2</c:v>
                </c:pt>
                <c:pt idx="4910">
                  <c:v>8.6905597215927541E-2</c:v>
                </c:pt>
                <c:pt idx="4911">
                  <c:v>8.6922849338278943E-2</c:v>
                </c:pt>
                <c:pt idx="4912">
                  <c:v>8.6922993578976787E-2</c:v>
                </c:pt>
                <c:pt idx="4913">
                  <c:v>8.692382132550408E-2</c:v>
                </c:pt>
                <c:pt idx="4914">
                  <c:v>8.6936770588737139E-2</c:v>
                </c:pt>
                <c:pt idx="4915">
                  <c:v>8.6949203479773904E-2</c:v>
                </c:pt>
                <c:pt idx="4916">
                  <c:v>8.69581144713506E-2</c:v>
                </c:pt>
                <c:pt idx="4917">
                  <c:v>8.6979900297072241E-2</c:v>
                </c:pt>
                <c:pt idx="4918">
                  <c:v>8.6983769588926979E-2</c:v>
                </c:pt>
                <c:pt idx="4919">
                  <c:v>8.7013101254151112E-2</c:v>
                </c:pt>
                <c:pt idx="4920">
                  <c:v>8.7026531997741338E-2</c:v>
                </c:pt>
                <c:pt idx="4921">
                  <c:v>8.7031779099239343E-2</c:v>
                </c:pt>
                <c:pt idx="4922">
                  <c:v>8.7042041337774725E-2</c:v>
                </c:pt>
                <c:pt idx="4923">
                  <c:v>8.7066152407853925E-2</c:v>
                </c:pt>
                <c:pt idx="4924">
                  <c:v>8.7075560536552812E-2</c:v>
                </c:pt>
                <c:pt idx="4925">
                  <c:v>8.7092497100981783E-2</c:v>
                </c:pt>
                <c:pt idx="4926">
                  <c:v>8.713620081275919E-2</c:v>
                </c:pt>
                <c:pt idx="4927">
                  <c:v>8.7136207618078554E-2</c:v>
                </c:pt>
                <c:pt idx="4928">
                  <c:v>8.7138184949379083E-2</c:v>
                </c:pt>
                <c:pt idx="4929">
                  <c:v>8.7142319684428884E-2</c:v>
                </c:pt>
                <c:pt idx="4930">
                  <c:v>8.7157619084455615E-2</c:v>
                </c:pt>
                <c:pt idx="4931">
                  <c:v>8.7164953221863253E-2</c:v>
                </c:pt>
                <c:pt idx="4932">
                  <c:v>8.7173394837303977E-2</c:v>
                </c:pt>
                <c:pt idx="4933">
                  <c:v>8.7182629642174728E-2</c:v>
                </c:pt>
                <c:pt idx="4934">
                  <c:v>8.7185847756765592E-2</c:v>
                </c:pt>
                <c:pt idx="4935">
                  <c:v>8.7187239861180099E-2</c:v>
                </c:pt>
                <c:pt idx="4936">
                  <c:v>8.719670110504614E-2</c:v>
                </c:pt>
                <c:pt idx="4937">
                  <c:v>8.7203714111130592E-2</c:v>
                </c:pt>
                <c:pt idx="4938">
                  <c:v>8.7204878478559802E-2</c:v>
                </c:pt>
                <c:pt idx="4939">
                  <c:v>8.722191657662462E-2</c:v>
                </c:pt>
                <c:pt idx="4940">
                  <c:v>8.722395132664186E-2</c:v>
                </c:pt>
                <c:pt idx="4941">
                  <c:v>8.7229712500806522E-2</c:v>
                </c:pt>
                <c:pt idx="4942">
                  <c:v>8.7242719182642633E-2</c:v>
                </c:pt>
                <c:pt idx="4943">
                  <c:v>8.7249953249900924E-2</c:v>
                </c:pt>
                <c:pt idx="4944">
                  <c:v>8.7259438713731777E-2</c:v>
                </c:pt>
                <c:pt idx="4945">
                  <c:v>8.7260295742809565E-2</c:v>
                </c:pt>
                <c:pt idx="4946">
                  <c:v>8.7263960564446505E-2</c:v>
                </c:pt>
                <c:pt idx="4947">
                  <c:v>8.7280690176411393E-2</c:v>
                </c:pt>
                <c:pt idx="4948">
                  <c:v>8.7281626816036822E-2</c:v>
                </c:pt>
                <c:pt idx="4949">
                  <c:v>8.7287956663055527E-2</c:v>
                </c:pt>
                <c:pt idx="4950">
                  <c:v>8.7289875683346882E-2</c:v>
                </c:pt>
                <c:pt idx="4951">
                  <c:v>8.7291555225508813E-2</c:v>
                </c:pt>
                <c:pt idx="4952">
                  <c:v>8.7310250603225614E-2</c:v>
                </c:pt>
                <c:pt idx="4953">
                  <c:v>8.7315174013230523E-2</c:v>
                </c:pt>
                <c:pt idx="4954">
                  <c:v>8.7332249038447871E-2</c:v>
                </c:pt>
                <c:pt idx="4955">
                  <c:v>8.7338410978388112E-2</c:v>
                </c:pt>
                <c:pt idx="4956">
                  <c:v>8.7352073495499144E-2</c:v>
                </c:pt>
                <c:pt idx="4957">
                  <c:v>8.7358648825279064E-2</c:v>
                </c:pt>
                <c:pt idx="4958">
                  <c:v>8.7359261985316211E-2</c:v>
                </c:pt>
                <c:pt idx="4959">
                  <c:v>8.7369831108491558E-2</c:v>
                </c:pt>
                <c:pt idx="4960">
                  <c:v>8.7372921320382435E-2</c:v>
                </c:pt>
                <c:pt idx="4961">
                  <c:v>8.7382652709900324E-2</c:v>
                </c:pt>
                <c:pt idx="4962">
                  <c:v>8.7393139314023358E-2</c:v>
                </c:pt>
                <c:pt idx="4963">
                  <c:v>8.7396454966635534E-2</c:v>
                </c:pt>
                <c:pt idx="4964">
                  <c:v>8.7402677037983351E-2</c:v>
                </c:pt>
                <c:pt idx="4965">
                  <c:v>8.7410021811949096E-2</c:v>
                </c:pt>
                <c:pt idx="4966">
                  <c:v>8.7412183630547632E-2</c:v>
                </c:pt>
                <c:pt idx="4967">
                  <c:v>8.7416076661312889E-2</c:v>
                </c:pt>
                <c:pt idx="4968">
                  <c:v>8.7427541801347347E-2</c:v>
                </c:pt>
                <c:pt idx="4969">
                  <c:v>8.7432425948196266E-2</c:v>
                </c:pt>
                <c:pt idx="4970">
                  <c:v>8.7436051264188228E-2</c:v>
                </c:pt>
                <c:pt idx="4971">
                  <c:v>8.7445865189668362E-2</c:v>
                </c:pt>
                <c:pt idx="4972">
                  <c:v>8.7449236593876739E-2</c:v>
                </c:pt>
                <c:pt idx="4973">
                  <c:v>8.7466079793096257E-2</c:v>
                </c:pt>
                <c:pt idx="4974">
                  <c:v>8.7469544354592019E-2</c:v>
                </c:pt>
                <c:pt idx="4975">
                  <c:v>8.7476650094342509E-2</c:v>
                </c:pt>
                <c:pt idx="4976">
                  <c:v>8.7496955655833694E-2</c:v>
                </c:pt>
                <c:pt idx="4977">
                  <c:v>8.7500718168929542E-2</c:v>
                </c:pt>
                <c:pt idx="4978">
                  <c:v>8.7511096697805754E-2</c:v>
                </c:pt>
                <c:pt idx="4979">
                  <c:v>8.7560746071667209E-2</c:v>
                </c:pt>
                <c:pt idx="4980">
                  <c:v>8.7579110865076609E-2</c:v>
                </c:pt>
                <c:pt idx="4981">
                  <c:v>8.7579837159622781E-2</c:v>
                </c:pt>
                <c:pt idx="4982">
                  <c:v>8.7581869366586254E-2</c:v>
                </c:pt>
                <c:pt idx="4983">
                  <c:v>8.7610533444236291E-2</c:v>
                </c:pt>
                <c:pt idx="4984">
                  <c:v>8.7616141782147508E-2</c:v>
                </c:pt>
                <c:pt idx="4985">
                  <c:v>8.7643854946146557E-2</c:v>
                </c:pt>
                <c:pt idx="4986">
                  <c:v>8.7645681634304015E-2</c:v>
                </c:pt>
                <c:pt idx="4987">
                  <c:v>8.7665880188685388E-2</c:v>
                </c:pt>
                <c:pt idx="4988">
                  <c:v>8.7665960148221048E-2</c:v>
                </c:pt>
                <c:pt idx="4989">
                  <c:v>8.7672125210392096E-2</c:v>
                </c:pt>
                <c:pt idx="4990">
                  <c:v>8.7699429388229361E-2</c:v>
                </c:pt>
                <c:pt idx="4991">
                  <c:v>8.7716561141882671E-2</c:v>
                </c:pt>
                <c:pt idx="4992">
                  <c:v>8.7727525753670391E-2</c:v>
                </c:pt>
                <c:pt idx="4993">
                  <c:v>8.773112642998486E-2</c:v>
                </c:pt>
                <c:pt idx="4994">
                  <c:v>8.7737831129554147E-2</c:v>
                </c:pt>
                <c:pt idx="4995">
                  <c:v>8.774261987019176E-2</c:v>
                </c:pt>
                <c:pt idx="4996">
                  <c:v>8.7751121115187306E-2</c:v>
                </c:pt>
                <c:pt idx="4997">
                  <c:v>8.7751527388120545E-2</c:v>
                </c:pt>
                <c:pt idx="4998">
                  <c:v>8.7758635380086825E-2</c:v>
                </c:pt>
                <c:pt idx="4999">
                  <c:v>8.776704670501484E-2</c:v>
                </c:pt>
                <c:pt idx="5000">
                  <c:v>8.7774988959581079E-2</c:v>
                </c:pt>
                <c:pt idx="5001">
                  <c:v>8.7786943224590783E-2</c:v>
                </c:pt>
                <c:pt idx="5002">
                  <c:v>8.7787904120511726E-2</c:v>
                </c:pt>
                <c:pt idx="5003">
                  <c:v>8.7792392455236901E-2</c:v>
                </c:pt>
                <c:pt idx="5004">
                  <c:v>8.7799439587525216E-2</c:v>
                </c:pt>
                <c:pt idx="5005">
                  <c:v>8.7809947859404214E-2</c:v>
                </c:pt>
                <c:pt idx="5006">
                  <c:v>8.7812482834956782E-2</c:v>
                </c:pt>
                <c:pt idx="5007">
                  <c:v>8.7815655285682553E-2</c:v>
                </c:pt>
                <c:pt idx="5008">
                  <c:v>8.7819456274765478E-2</c:v>
                </c:pt>
                <c:pt idx="5009">
                  <c:v>8.7820416811330015E-2</c:v>
                </c:pt>
                <c:pt idx="5010">
                  <c:v>8.7830090909217312E-2</c:v>
                </c:pt>
                <c:pt idx="5011">
                  <c:v>8.7830288442784926E-2</c:v>
                </c:pt>
                <c:pt idx="5012">
                  <c:v>8.7832342518642928E-2</c:v>
                </c:pt>
                <c:pt idx="5013">
                  <c:v>8.7832530526189098E-2</c:v>
                </c:pt>
                <c:pt idx="5014">
                  <c:v>8.7835710876169523E-2</c:v>
                </c:pt>
                <c:pt idx="5015">
                  <c:v>8.7852092119249298E-2</c:v>
                </c:pt>
                <c:pt idx="5016">
                  <c:v>8.7873230493536847E-2</c:v>
                </c:pt>
                <c:pt idx="5017">
                  <c:v>8.787507051112127E-2</c:v>
                </c:pt>
                <c:pt idx="5018">
                  <c:v>8.789865585259829E-2</c:v>
                </c:pt>
                <c:pt idx="5019">
                  <c:v>8.7910737599191976E-2</c:v>
                </c:pt>
                <c:pt idx="5020">
                  <c:v>8.7926326987875267E-2</c:v>
                </c:pt>
                <c:pt idx="5021">
                  <c:v>8.7933442984784629E-2</c:v>
                </c:pt>
                <c:pt idx="5022">
                  <c:v>8.7947675027677974E-2</c:v>
                </c:pt>
                <c:pt idx="5023">
                  <c:v>8.7948545383729981E-2</c:v>
                </c:pt>
                <c:pt idx="5024">
                  <c:v>8.7960874783158602E-2</c:v>
                </c:pt>
                <c:pt idx="5025">
                  <c:v>8.7979083959742396E-2</c:v>
                </c:pt>
                <c:pt idx="5026">
                  <c:v>8.8007214231998782E-2</c:v>
                </c:pt>
                <c:pt idx="5027">
                  <c:v>8.8019553162477115E-2</c:v>
                </c:pt>
                <c:pt idx="5028">
                  <c:v>8.8025261946345967E-2</c:v>
                </c:pt>
                <c:pt idx="5029">
                  <c:v>8.8029200275040437E-2</c:v>
                </c:pt>
                <c:pt idx="5030">
                  <c:v>8.8035210445152029E-2</c:v>
                </c:pt>
                <c:pt idx="5031">
                  <c:v>8.8041377276478996E-2</c:v>
                </c:pt>
                <c:pt idx="5032">
                  <c:v>8.8045150395974964E-2</c:v>
                </c:pt>
                <c:pt idx="5033">
                  <c:v>8.8045195524230846E-2</c:v>
                </c:pt>
                <c:pt idx="5034">
                  <c:v>8.8048649579885549E-2</c:v>
                </c:pt>
                <c:pt idx="5035">
                  <c:v>8.8081741170118397E-2</c:v>
                </c:pt>
                <c:pt idx="5036">
                  <c:v>8.8086276557501564E-2</c:v>
                </c:pt>
                <c:pt idx="5037">
                  <c:v>8.8093094823577384E-2</c:v>
                </c:pt>
                <c:pt idx="5038">
                  <c:v>8.8121274549433262E-2</c:v>
                </c:pt>
                <c:pt idx="5039">
                  <c:v>8.8127399676603005E-2</c:v>
                </c:pt>
                <c:pt idx="5040">
                  <c:v>8.8129388363790945E-2</c:v>
                </c:pt>
                <c:pt idx="5041">
                  <c:v>8.8142228125300426E-2</c:v>
                </c:pt>
                <c:pt idx="5042">
                  <c:v>8.8147844340786666E-2</c:v>
                </c:pt>
                <c:pt idx="5043">
                  <c:v>8.8158947138549826E-2</c:v>
                </c:pt>
                <c:pt idx="5044">
                  <c:v>8.8163272835379475E-2</c:v>
                </c:pt>
                <c:pt idx="5045">
                  <c:v>8.8174246742466947E-2</c:v>
                </c:pt>
                <c:pt idx="5046">
                  <c:v>8.8174907214558701E-2</c:v>
                </c:pt>
                <c:pt idx="5047">
                  <c:v>8.8185672525164849E-2</c:v>
                </c:pt>
                <c:pt idx="5048">
                  <c:v>8.8209150601837455E-2</c:v>
                </c:pt>
                <c:pt idx="5049">
                  <c:v>8.8215500017269799E-2</c:v>
                </c:pt>
                <c:pt idx="5050">
                  <c:v>8.8225691940400447E-2</c:v>
                </c:pt>
                <c:pt idx="5051">
                  <c:v>8.8235639241705327E-2</c:v>
                </c:pt>
                <c:pt idx="5052">
                  <c:v>8.8249828908097613E-2</c:v>
                </c:pt>
                <c:pt idx="5053">
                  <c:v>8.8252112876860161E-2</c:v>
                </c:pt>
                <c:pt idx="5054">
                  <c:v>8.8269514710957814E-2</c:v>
                </c:pt>
                <c:pt idx="5055">
                  <c:v>8.8299216717089304E-2</c:v>
                </c:pt>
                <c:pt idx="5056">
                  <c:v>8.8306164992228764E-2</c:v>
                </c:pt>
                <c:pt idx="5057">
                  <c:v>8.8306184504242075E-2</c:v>
                </c:pt>
                <c:pt idx="5058">
                  <c:v>8.8327579626651317E-2</c:v>
                </c:pt>
                <c:pt idx="5059">
                  <c:v>8.8331469058611806E-2</c:v>
                </c:pt>
                <c:pt idx="5060">
                  <c:v>8.8334669004750774E-2</c:v>
                </c:pt>
                <c:pt idx="5061">
                  <c:v>8.8336008888094744E-2</c:v>
                </c:pt>
                <c:pt idx="5062">
                  <c:v>8.836618754211506E-2</c:v>
                </c:pt>
                <c:pt idx="5063">
                  <c:v>8.8397506101738077E-2</c:v>
                </c:pt>
                <c:pt idx="5064">
                  <c:v>8.8408870806704162E-2</c:v>
                </c:pt>
                <c:pt idx="5065">
                  <c:v>8.8415141052935423E-2</c:v>
                </c:pt>
                <c:pt idx="5066">
                  <c:v>8.84153079856769E-2</c:v>
                </c:pt>
                <c:pt idx="5067">
                  <c:v>8.8426875637513933E-2</c:v>
                </c:pt>
                <c:pt idx="5068">
                  <c:v>8.8432162720798707E-2</c:v>
                </c:pt>
                <c:pt idx="5069">
                  <c:v>8.8435173505206313E-2</c:v>
                </c:pt>
                <c:pt idx="5070">
                  <c:v>8.8436122828097818E-2</c:v>
                </c:pt>
                <c:pt idx="5071">
                  <c:v>8.8437847691127641E-2</c:v>
                </c:pt>
                <c:pt idx="5072">
                  <c:v>8.8440686368649726E-2</c:v>
                </c:pt>
                <c:pt idx="5073">
                  <c:v>8.8444449000195477E-2</c:v>
                </c:pt>
                <c:pt idx="5074">
                  <c:v>8.8446851351435471E-2</c:v>
                </c:pt>
                <c:pt idx="5075">
                  <c:v>8.8449457350324612E-2</c:v>
                </c:pt>
                <c:pt idx="5076">
                  <c:v>8.8477466245838868E-2</c:v>
                </c:pt>
                <c:pt idx="5077">
                  <c:v>8.8478918910614032E-2</c:v>
                </c:pt>
                <c:pt idx="5078">
                  <c:v>8.849129700628651E-2</c:v>
                </c:pt>
                <c:pt idx="5079">
                  <c:v>8.8493485071851147E-2</c:v>
                </c:pt>
                <c:pt idx="5080">
                  <c:v>8.8517853564569329E-2</c:v>
                </c:pt>
                <c:pt idx="5081">
                  <c:v>8.8524999737117527E-2</c:v>
                </c:pt>
                <c:pt idx="5082">
                  <c:v>8.8535950926847781E-2</c:v>
                </c:pt>
                <c:pt idx="5083">
                  <c:v>8.8544219643522007E-2</c:v>
                </c:pt>
                <c:pt idx="5084">
                  <c:v>8.8544616104451107E-2</c:v>
                </c:pt>
                <c:pt idx="5085">
                  <c:v>8.8552770529095479E-2</c:v>
                </c:pt>
                <c:pt idx="5086">
                  <c:v>8.8557499078993199E-2</c:v>
                </c:pt>
                <c:pt idx="5087">
                  <c:v>8.8568999916402658E-2</c:v>
                </c:pt>
                <c:pt idx="5088">
                  <c:v>8.8580771229844008E-2</c:v>
                </c:pt>
                <c:pt idx="5089">
                  <c:v>8.8589187374583572E-2</c:v>
                </c:pt>
                <c:pt idx="5090">
                  <c:v>8.8606416005419603E-2</c:v>
                </c:pt>
                <c:pt idx="5091">
                  <c:v>8.861158540849734E-2</c:v>
                </c:pt>
                <c:pt idx="5092">
                  <c:v>8.8614763521135648E-2</c:v>
                </c:pt>
                <c:pt idx="5093">
                  <c:v>8.8616740057373522E-2</c:v>
                </c:pt>
                <c:pt idx="5094">
                  <c:v>8.8621453580690623E-2</c:v>
                </c:pt>
                <c:pt idx="5095">
                  <c:v>8.8626002330456588E-2</c:v>
                </c:pt>
                <c:pt idx="5096">
                  <c:v>8.8650858868351071E-2</c:v>
                </c:pt>
                <c:pt idx="5097">
                  <c:v>8.8651980303022626E-2</c:v>
                </c:pt>
                <c:pt idx="5098">
                  <c:v>8.8660860452639143E-2</c:v>
                </c:pt>
                <c:pt idx="5099">
                  <c:v>8.8670134208188242E-2</c:v>
                </c:pt>
                <c:pt idx="5100">
                  <c:v>8.8696265446248021E-2</c:v>
                </c:pt>
                <c:pt idx="5101">
                  <c:v>8.8704803483415667E-2</c:v>
                </c:pt>
                <c:pt idx="5102">
                  <c:v>8.8710624172214841E-2</c:v>
                </c:pt>
                <c:pt idx="5103">
                  <c:v>8.8723187795741135E-2</c:v>
                </c:pt>
                <c:pt idx="5104">
                  <c:v>8.8743205301956007E-2</c:v>
                </c:pt>
                <c:pt idx="5105">
                  <c:v>8.8760630354705272E-2</c:v>
                </c:pt>
                <c:pt idx="5106">
                  <c:v>8.878331159060214E-2</c:v>
                </c:pt>
                <c:pt idx="5107">
                  <c:v>8.880153959068636E-2</c:v>
                </c:pt>
                <c:pt idx="5108">
                  <c:v>8.8802569513615953E-2</c:v>
                </c:pt>
                <c:pt idx="5109">
                  <c:v>8.8804733368547856E-2</c:v>
                </c:pt>
                <c:pt idx="5110">
                  <c:v>8.8804979851539928E-2</c:v>
                </c:pt>
                <c:pt idx="5111">
                  <c:v>8.8808370896542504E-2</c:v>
                </c:pt>
                <c:pt idx="5112">
                  <c:v>8.8813569667078041E-2</c:v>
                </c:pt>
                <c:pt idx="5113">
                  <c:v>8.8819113124257248E-2</c:v>
                </c:pt>
                <c:pt idx="5114">
                  <c:v>8.884322940548163E-2</c:v>
                </c:pt>
                <c:pt idx="5115">
                  <c:v>8.8850992290278291E-2</c:v>
                </c:pt>
                <c:pt idx="5116">
                  <c:v>8.8852523277334117E-2</c:v>
                </c:pt>
                <c:pt idx="5117">
                  <c:v>8.8864526142638442E-2</c:v>
                </c:pt>
                <c:pt idx="5118">
                  <c:v>8.8872349415065971E-2</c:v>
                </c:pt>
                <c:pt idx="5119">
                  <c:v>8.8902149524123758E-2</c:v>
                </c:pt>
                <c:pt idx="5120">
                  <c:v>8.8919438699955042E-2</c:v>
                </c:pt>
                <c:pt idx="5121">
                  <c:v>8.8931474288081111E-2</c:v>
                </c:pt>
                <c:pt idx="5122">
                  <c:v>8.8933930635269789E-2</c:v>
                </c:pt>
                <c:pt idx="5123">
                  <c:v>8.8946725014303424E-2</c:v>
                </c:pt>
                <c:pt idx="5124">
                  <c:v>8.8954815418515104E-2</c:v>
                </c:pt>
                <c:pt idx="5125">
                  <c:v>8.896057023739018E-2</c:v>
                </c:pt>
                <c:pt idx="5126">
                  <c:v>8.8962665654410231E-2</c:v>
                </c:pt>
                <c:pt idx="5127">
                  <c:v>8.8981736633769487E-2</c:v>
                </c:pt>
                <c:pt idx="5128">
                  <c:v>8.8984457564172947E-2</c:v>
                </c:pt>
                <c:pt idx="5129">
                  <c:v>8.9009727404642414E-2</c:v>
                </c:pt>
                <c:pt idx="5130">
                  <c:v>8.9011758902968918E-2</c:v>
                </c:pt>
                <c:pt idx="5131">
                  <c:v>8.9013332736016221E-2</c:v>
                </c:pt>
                <c:pt idx="5132">
                  <c:v>8.9025919211360924E-2</c:v>
                </c:pt>
                <c:pt idx="5133">
                  <c:v>8.9034658445709902E-2</c:v>
                </c:pt>
                <c:pt idx="5134">
                  <c:v>8.9036644687726527E-2</c:v>
                </c:pt>
                <c:pt idx="5135">
                  <c:v>8.9052007959707219E-2</c:v>
                </c:pt>
                <c:pt idx="5136">
                  <c:v>8.9055455841639083E-2</c:v>
                </c:pt>
                <c:pt idx="5137">
                  <c:v>8.9056232477128849E-2</c:v>
                </c:pt>
                <c:pt idx="5138">
                  <c:v>8.9058793184309051E-2</c:v>
                </c:pt>
                <c:pt idx="5139">
                  <c:v>8.9059410022110305E-2</c:v>
                </c:pt>
                <c:pt idx="5140">
                  <c:v>8.9062307573861854E-2</c:v>
                </c:pt>
                <c:pt idx="5141">
                  <c:v>8.9067939552157235E-2</c:v>
                </c:pt>
                <c:pt idx="5142">
                  <c:v>8.9074551260808293E-2</c:v>
                </c:pt>
                <c:pt idx="5143">
                  <c:v>8.9078949138731156E-2</c:v>
                </c:pt>
                <c:pt idx="5144">
                  <c:v>8.9085687079407977E-2</c:v>
                </c:pt>
                <c:pt idx="5145">
                  <c:v>8.9086316700342533E-2</c:v>
                </c:pt>
                <c:pt idx="5146">
                  <c:v>8.9088660713520645E-2</c:v>
                </c:pt>
                <c:pt idx="5147">
                  <c:v>8.9090931853051628E-2</c:v>
                </c:pt>
                <c:pt idx="5148">
                  <c:v>8.912331099025135E-2</c:v>
                </c:pt>
                <c:pt idx="5149">
                  <c:v>8.9144705811348771E-2</c:v>
                </c:pt>
                <c:pt idx="5150">
                  <c:v>8.9156329903352649E-2</c:v>
                </c:pt>
                <c:pt idx="5151">
                  <c:v>8.9157212108089329E-2</c:v>
                </c:pt>
                <c:pt idx="5152">
                  <c:v>8.9157644810064426E-2</c:v>
                </c:pt>
                <c:pt idx="5153">
                  <c:v>8.9159848826183385E-2</c:v>
                </c:pt>
                <c:pt idx="5154">
                  <c:v>8.9161091200076648E-2</c:v>
                </c:pt>
                <c:pt idx="5155">
                  <c:v>8.9183976815947488E-2</c:v>
                </c:pt>
                <c:pt idx="5156">
                  <c:v>8.9190662151599889E-2</c:v>
                </c:pt>
                <c:pt idx="5157">
                  <c:v>8.9190772039403329E-2</c:v>
                </c:pt>
                <c:pt idx="5158">
                  <c:v>8.9192528284551167E-2</c:v>
                </c:pt>
                <c:pt idx="5159">
                  <c:v>8.9198469591960261E-2</c:v>
                </c:pt>
                <c:pt idx="5160">
                  <c:v>8.9204986431700009E-2</c:v>
                </c:pt>
                <c:pt idx="5161">
                  <c:v>8.9213517446547194E-2</c:v>
                </c:pt>
                <c:pt idx="5162">
                  <c:v>8.92142788269705E-2</c:v>
                </c:pt>
                <c:pt idx="5163">
                  <c:v>8.9229495901326186E-2</c:v>
                </c:pt>
                <c:pt idx="5164">
                  <c:v>8.9247814780239049E-2</c:v>
                </c:pt>
                <c:pt idx="5165">
                  <c:v>8.9276413640437299E-2</c:v>
                </c:pt>
                <c:pt idx="5166">
                  <c:v>8.9303237995791637E-2</c:v>
                </c:pt>
                <c:pt idx="5167">
                  <c:v>8.9303256328503763E-2</c:v>
                </c:pt>
                <c:pt idx="5168">
                  <c:v>8.9315795875595225E-2</c:v>
                </c:pt>
                <c:pt idx="5169">
                  <c:v>8.9319915118318355E-2</c:v>
                </c:pt>
                <c:pt idx="5170">
                  <c:v>8.9343234305860469E-2</c:v>
                </c:pt>
                <c:pt idx="5171">
                  <c:v>8.9350999023864064E-2</c:v>
                </c:pt>
                <c:pt idx="5172">
                  <c:v>8.9356062554513255E-2</c:v>
                </c:pt>
                <c:pt idx="5173">
                  <c:v>8.9379728471560491E-2</c:v>
                </c:pt>
                <c:pt idx="5174">
                  <c:v>8.9415165943761393E-2</c:v>
                </c:pt>
                <c:pt idx="5175">
                  <c:v>8.9426955370971409E-2</c:v>
                </c:pt>
                <c:pt idx="5176">
                  <c:v>8.943269192486511E-2</c:v>
                </c:pt>
                <c:pt idx="5177">
                  <c:v>8.9433197146169707E-2</c:v>
                </c:pt>
                <c:pt idx="5178">
                  <c:v>8.9433669640764282E-2</c:v>
                </c:pt>
                <c:pt idx="5179">
                  <c:v>8.9435934488540078E-2</c:v>
                </c:pt>
                <c:pt idx="5180">
                  <c:v>8.9444192108778395E-2</c:v>
                </c:pt>
                <c:pt idx="5181">
                  <c:v>8.944626897294379E-2</c:v>
                </c:pt>
                <c:pt idx="5182">
                  <c:v>8.9453207680895708E-2</c:v>
                </c:pt>
                <c:pt idx="5183">
                  <c:v>8.9465131635946021E-2</c:v>
                </c:pt>
                <c:pt idx="5184">
                  <c:v>8.9474509920000209E-2</c:v>
                </c:pt>
                <c:pt idx="5185">
                  <c:v>8.9475355885922411E-2</c:v>
                </c:pt>
                <c:pt idx="5186">
                  <c:v>8.948410397598161E-2</c:v>
                </c:pt>
                <c:pt idx="5187">
                  <c:v>8.9500542927515428E-2</c:v>
                </c:pt>
                <c:pt idx="5188">
                  <c:v>8.9512369255692711E-2</c:v>
                </c:pt>
                <c:pt idx="5189">
                  <c:v>8.9518340554261902E-2</c:v>
                </c:pt>
                <c:pt idx="5190">
                  <c:v>8.9520151585210761E-2</c:v>
                </c:pt>
                <c:pt idx="5191">
                  <c:v>8.9522176761919467E-2</c:v>
                </c:pt>
                <c:pt idx="5192">
                  <c:v>8.9526470011285053E-2</c:v>
                </c:pt>
                <c:pt idx="5193">
                  <c:v>8.9527514928867263E-2</c:v>
                </c:pt>
                <c:pt idx="5194">
                  <c:v>8.953286703490114E-2</c:v>
                </c:pt>
                <c:pt idx="5195">
                  <c:v>8.9534386115884421E-2</c:v>
                </c:pt>
                <c:pt idx="5196">
                  <c:v>8.9535111302874351E-2</c:v>
                </c:pt>
                <c:pt idx="5197">
                  <c:v>8.9537086729128967E-2</c:v>
                </c:pt>
                <c:pt idx="5198">
                  <c:v>8.9542982606348631E-2</c:v>
                </c:pt>
                <c:pt idx="5199">
                  <c:v>8.9568633118012275E-2</c:v>
                </c:pt>
                <c:pt idx="5200">
                  <c:v>8.9584261567295889E-2</c:v>
                </c:pt>
                <c:pt idx="5201">
                  <c:v>8.958928411100886E-2</c:v>
                </c:pt>
                <c:pt idx="5202">
                  <c:v>8.959585829767433E-2</c:v>
                </c:pt>
                <c:pt idx="5203">
                  <c:v>8.9596947688453665E-2</c:v>
                </c:pt>
                <c:pt idx="5204">
                  <c:v>8.9603984631520875E-2</c:v>
                </c:pt>
                <c:pt idx="5205">
                  <c:v>8.9614785334367952E-2</c:v>
                </c:pt>
                <c:pt idx="5206">
                  <c:v>8.9623231927129801E-2</c:v>
                </c:pt>
                <c:pt idx="5207">
                  <c:v>8.9624204246078892E-2</c:v>
                </c:pt>
                <c:pt idx="5208">
                  <c:v>8.9636576570016099E-2</c:v>
                </c:pt>
                <c:pt idx="5209">
                  <c:v>8.9638934236849266E-2</c:v>
                </c:pt>
                <c:pt idx="5210">
                  <c:v>8.964465502096404E-2</c:v>
                </c:pt>
                <c:pt idx="5211">
                  <c:v>8.9648939805829983E-2</c:v>
                </c:pt>
                <c:pt idx="5212">
                  <c:v>8.9650200792361689E-2</c:v>
                </c:pt>
                <c:pt idx="5213">
                  <c:v>8.9655534369506323E-2</c:v>
                </c:pt>
                <c:pt idx="5214">
                  <c:v>8.9669022291850489E-2</c:v>
                </c:pt>
                <c:pt idx="5215">
                  <c:v>8.9684061860378916E-2</c:v>
                </c:pt>
                <c:pt idx="5216">
                  <c:v>8.9704216572322928E-2</c:v>
                </c:pt>
                <c:pt idx="5217">
                  <c:v>8.9722984768005984E-2</c:v>
                </c:pt>
                <c:pt idx="5218">
                  <c:v>8.9734575659733612E-2</c:v>
                </c:pt>
                <c:pt idx="5219">
                  <c:v>8.9743010788427363E-2</c:v>
                </c:pt>
                <c:pt idx="5220">
                  <c:v>8.9744056004938275E-2</c:v>
                </c:pt>
                <c:pt idx="5221">
                  <c:v>8.9758153664710461E-2</c:v>
                </c:pt>
                <c:pt idx="5222">
                  <c:v>8.9769982241641566E-2</c:v>
                </c:pt>
                <c:pt idx="5223">
                  <c:v>8.9777461096775771E-2</c:v>
                </c:pt>
                <c:pt idx="5224">
                  <c:v>8.9798657065277801E-2</c:v>
                </c:pt>
                <c:pt idx="5225">
                  <c:v>8.9817354630079518E-2</c:v>
                </c:pt>
                <c:pt idx="5226">
                  <c:v>8.9834098309297603E-2</c:v>
                </c:pt>
                <c:pt idx="5227">
                  <c:v>8.9835101518717972E-2</c:v>
                </c:pt>
                <c:pt idx="5228">
                  <c:v>8.9838584397946564E-2</c:v>
                </c:pt>
                <c:pt idx="5229">
                  <c:v>8.9848646858093739E-2</c:v>
                </c:pt>
                <c:pt idx="5230">
                  <c:v>8.9852477144553633E-2</c:v>
                </c:pt>
                <c:pt idx="5231">
                  <c:v>8.9856130736776618E-2</c:v>
                </c:pt>
                <c:pt idx="5232">
                  <c:v>8.9861291730598356E-2</c:v>
                </c:pt>
                <c:pt idx="5233">
                  <c:v>8.9864971982151001E-2</c:v>
                </c:pt>
                <c:pt idx="5234">
                  <c:v>8.9866772488220517E-2</c:v>
                </c:pt>
                <c:pt idx="5235">
                  <c:v>8.9874948415326866E-2</c:v>
                </c:pt>
                <c:pt idx="5236">
                  <c:v>8.9891954816225875E-2</c:v>
                </c:pt>
                <c:pt idx="5237">
                  <c:v>8.990507452108483E-2</c:v>
                </c:pt>
                <c:pt idx="5238">
                  <c:v>8.9920155957993589E-2</c:v>
                </c:pt>
                <c:pt idx="5239">
                  <c:v>8.9922439554506656E-2</c:v>
                </c:pt>
                <c:pt idx="5240">
                  <c:v>8.9924396857764391E-2</c:v>
                </c:pt>
                <c:pt idx="5241">
                  <c:v>8.9929273831719433E-2</c:v>
                </c:pt>
                <c:pt idx="5242">
                  <c:v>8.9931739535113145E-2</c:v>
                </c:pt>
                <c:pt idx="5243">
                  <c:v>8.9937846267018812E-2</c:v>
                </c:pt>
                <c:pt idx="5244">
                  <c:v>8.9938950004101195E-2</c:v>
                </c:pt>
                <c:pt idx="5245">
                  <c:v>8.9958201511401215E-2</c:v>
                </c:pt>
                <c:pt idx="5246">
                  <c:v>8.9973744188472538E-2</c:v>
                </c:pt>
                <c:pt idx="5247">
                  <c:v>8.9977304045189971E-2</c:v>
                </c:pt>
                <c:pt idx="5248">
                  <c:v>8.9980379221808515E-2</c:v>
                </c:pt>
                <c:pt idx="5249">
                  <c:v>9.0014817457344021E-2</c:v>
                </c:pt>
                <c:pt idx="5250">
                  <c:v>9.0025878205894735E-2</c:v>
                </c:pt>
                <c:pt idx="5251">
                  <c:v>9.0031932865236503E-2</c:v>
                </c:pt>
                <c:pt idx="5252">
                  <c:v>9.0035602273302914E-2</c:v>
                </c:pt>
                <c:pt idx="5253">
                  <c:v>9.0036618354292303E-2</c:v>
                </c:pt>
                <c:pt idx="5254">
                  <c:v>9.0036791099410443E-2</c:v>
                </c:pt>
                <c:pt idx="5255">
                  <c:v>9.0044195193060256E-2</c:v>
                </c:pt>
                <c:pt idx="5256">
                  <c:v>9.0051479893052316E-2</c:v>
                </c:pt>
                <c:pt idx="5257">
                  <c:v>9.0070670681156026E-2</c:v>
                </c:pt>
                <c:pt idx="5258">
                  <c:v>9.0080520011646653E-2</c:v>
                </c:pt>
                <c:pt idx="5259">
                  <c:v>9.0108404311653165E-2</c:v>
                </c:pt>
                <c:pt idx="5260">
                  <c:v>9.0110298646151055E-2</c:v>
                </c:pt>
                <c:pt idx="5261">
                  <c:v>9.0123441720131245E-2</c:v>
                </c:pt>
                <c:pt idx="5262">
                  <c:v>9.015022663085083E-2</c:v>
                </c:pt>
                <c:pt idx="5263">
                  <c:v>9.0151710337795815E-2</c:v>
                </c:pt>
                <c:pt idx="5264">
                  <c:v>9.0161845199017959E-2</c:v>
                </c:pt>
                <c:pt idx="5265">
                  <c:v>9.0162829863350266E-2</c:v>
                </c:pt>
                <c:pt idx="5266">
                  <c:v>9.0163924790372774E-2</c:v>
                </c:pt>
                <c:pt idx="5267">
                  <c:v>9.0169132153751871E-2</c:v>
                </c:pt>
                <c:pt idx="5268">
                  <c:v>9.0180107842961904E-2</c:v>
                </c:pt>
                <c:pt idx="5269">
                  <c:v>9.0204868890569251E-2</c:v>
                </c:pt>
                <c:pt idx="5270">
                  <c:v>9.0206929055150431E-2</c:v>
                </c:pt>
                <c:pt idx="5271">
                  <c:v>9.0213686934316334E-2</c:v>
                </c:pt>
                <c:pt idx="5272">
                  <c:v>9.0220353478300971E-2</c:v>
                </c:pt>
                <c:pt idx="5273">
                  <c:v>9.0236730329769144E-2</c:v>
                </c:pt>
                <c:pt idx="5274">
                  <c:v>9.0240469038949694E-2</c:v>
                </c:pt>
                <c:pt idx="5275">
                  <c:v>9.0248403815711697E-2</c:v>
                </c:pt>
                <c:pt idx="5276">
                  <c:v>9.0266938072065345E-2</c:v>
                </c:pt>
                <c:pt idx="5277">
                  <c:v>9.0268693040870124E-2</c:v>
                </c:pt>
                <c:pt idx="5278">
                  <c:v>9.0273184098033046E-2</c:v>
                </c:pt>
                <c:pt idx="5279">
                  <c:v>9.0277127974850893E-2</c:v>
                </c:pt>
                <c:pt idx="5280">
                  <c:v>9.0285706741628668E-2</c:v>
                </c:pt>
                <c:pt idx="5281">
                  <c:v>9.0287955203334158E-2</c:v>
                </c:pt>
                <c:pt idx="5282">
                  <c:v>9.0292915491551287E-2</c:v>
                </c:pt>
                <c:pt idx="5283">
                  <c:v>9.0308532515459713E-2</c:v>
                </c:pt>
                <c:pt idx="5284">
                  <c:v>9.0311318600723958E-2</c:v>
                </c:pt>
                <c:pt idx="5285">
                  <c:v>9.0314578287236186E-2</c:v>
                </c:pt>
                <c:pt idx="5286">
                  <c:v>9.0320344930952451E-2</c:v>
                </c:pt>
                <c:pt idx="5287">
                  <c:v>9.032225840195135E-2</c:v>
                </c:pt>
                <c:pt idx="5288">
                  <c:v>9.033890386698154E-2</c:v>
                </c:pt>
                <c:pt idx="5289">
                  <c:v>9.0339148454362639E-2</c:v>
                </c:pt>
                <c:pt idx="5290">
                  <c:v>9.0368990193635604E-2</c:v>
                </c:pt>
                <c:pt idx="5291">
                  <c:v>9.0376353203434581E-2</c:v>
                </c:pt>
                <c:pt idx="5292">
                  <c:v>9.0395510133290835E-2</c:v>
                </c:pt>
                <c:pt idx="5293">
                  <c:v>9.0400827364806022E-2</c:v>
                </c:pt>
                <c:pt idx="5294">
                  <c:v>9.0420467730837006E-2</c:v>
                </c:pt>
                <c:pt idx="5295">
                  <c:v>9.0430404640483852E-2</c:v>
                </c:pt>
                <c:pt idx="5296">
                  <c:v>9.0431411877261433E-2</c:v>
                </c:pt>
                <c:pt idx="5297">
                  <c:v>9.0433786112219861E-2</c:v>
                </c:pt>
                <c:pt idx="5298">
                  <c:v>9.0435969998883342E-2</c:v>
                </c:pt>
                <c:pt idx="5299">
                  <c:v>9.0441015444948356E-2</c:v>
                </c:pt>
                <c:pt idx="5300">
                  <c:v>9.04421342556226E-2</c:v>
                </c:pt>
                <c:pt idx="5301">
                  <c:v>9.0466389480747963E-2</c:v>
                </c:pt>
                <c:pt idx="5302">
                  <c:v>9.0476344638787704E-2</c:v>
                </c:pt>
                <c:pt idx="5303">
                  <c:v>9.0486959789261634E-2</c:v>
                </c:pt>
                <c:pt idx="5304">
                  <c:v>9.0500657201071588E-2</c:v>
                </c:pt>
                <c:pt idx="5305">
                  <c:v>9.0516082154251415E-2</c:v>
                </c:pt>
                <c:pt idx="5306">
                  <c:v>9.0520697884020188E-2</c:v>
                </c:pt>
                <c:pt idx="5307">
                  <c:v>9.0531442582527419E-2</c:v>
                </c:pt>
                <c:pt idx="5308">
                  <c:v>9.0539108306298952E-2</c:v>
                </c:pt>
                <c:pt idx="5309">
                  <c:v>9.0542235340109051E-2</c:v>
                </c:pt>
                <c:pt idx="5310">
                  <c:v>9.0543745303287557E-2</c:v>
                </c:pt>
                <c:pt idx="5311">
                  <c:v>9.0544060110604882E-2</c:v>
                </c:pt>
                <c:pt idx="5312">
                  <c:v>9.0553598701016411E-2</c:v>
                </c:pt>
                <c:pt idx="5313">
                  <c:v>9.0574968819675403E-2</c:v>
                </c:pt>
                <c:pt idx="5314">
                  <c:v>9.059569498542859E-2</c:v>
                </c:pt>
                <c:pt idx="5315">
                  <c:v>9.060436231244974E-2</c:v>
                </c:pt>
                <c:pt idx="5316">
                  <c:v>9.0606750533548511E-2</c:v>
                </c:pt>
                <c:pt idx="5317">
                  <c:v>9.0606816605205753E-2</c:v>
                </c:pt>
                <c:pt idx="5318">
                  <c:v>9.0607974342626907E-2</c:v>
                </c:pt>
                <c:pt idx="5319">
                  <c:v>9.0613011864934104E-2</c:v>
                </c:pt>
                <c:pt idx="5320">
                  <c:v>9.0619849117065637E-2</c:v>
                </c:pt>
                <c:pt idx="5321">
                  <c:v>9.0624054836419013E-2</c:v>
                </c:pt>
                <c:pt idx="5322">
                  <c:v>9.0625308812038508E-2</c:v>
                </c:pt>
                <c:pt idx="5323">
                  <c:v>9.0629235580566334E-2</c:v>
                </c:pt>
                <c:pt idx="5324">
                  <c:v>9.0633780245406165E-2</c:v>
                </c:pt>
                <c:pt idx="5325">
                  <c:v>9.0669730316999514E-2</c:v>
                </c:pt>
                <c:pt idx="5326">
                  <c:v>9.0685421932975643E-2</c:v>
                </c:pt>
                <c:pt idx="5327">
                  <c:v>9.0690582544085477E-2</c:v>
                </c:pt>
                <c:pt idx="5328">
                  <c:v>9.069179580040812E-2</c:v>
                </c:pt>
                <c:pt idx="5329">
                  <c:v>9.070059598105927E-2</c:v>
                </c:pt>
                <c:pt idx="5330">
                  <c:v>9.0720393712162326E-2</c:v>
                </c:pt>
                <c:pt idx="5331">
                  <c:v>9.072237007269876E-2</c:v>
                </c:pt>
                <c:pt idx="5332">
                  <c:v>9.0735988884186256E-2</c:v>
                </c:pt>
                <c:pt idx="5333">
                  <c:v>9.0737430620472903E-2</c:v>
                </c:pt>
                <c:pt idx="5334">
                  <c:v>9.0752419893318378E-2</c:v>
                </c:pt>
                <c:pt idx="5335">
                  <c:v>9.0760337688151171E-2</c:v>
                </c:pt>
                <c:pt idx="5336">
                  <c:v>9.076270051320047E-2</c:v>
                </c:pt>
                <c:pt idx="5337">
                  <c:v>9.0773290118230904E-2</c:v>
                </c:pt>
                <c:pt idx="5338">
                  <c:v>9.0774511012997106E-2</c:v>
                </c:pt>
                <c:pt idx="5339">
                  <c:v>9.0784950344421259E-2</c:v>
                </c:pt>
                <c:pt idx="5340">
                  <c:v>9.0789650183554824E-2</c:v>
                </c:pt>
                <c:pt idx="5341">
                  <c:v>9.0798159098294681E-2</c:v>
                </c:pt>
                <c:pt idx="5342">
                  <c:v>9.0802081591385697E-2</c:v>
                </c:pt>
                <c:pt idx="5343">
                  <c:v>9.082404740469488E-2</c:v>
                </c:pt>
                <c:pt idx="5344">
                  <c:v>9.0838523032700846E-2</c:v>
                </c:pt>
                <c:pt idx="5345">
                  <c:v>9.0851836752585152E-2</c:v>
                </c:pt>
                <c:pt idx="5346">
                  <c:v>9.086513726513766E-2</c:v>
                </c:pt>
                <c:pt idx="5347">
                  <c:v>9.0871930898399123E-2</c:v>
                </c:pt>
                <c:pt idx="5348">
                  <c:v>9.0876146870155813E-2</c:v>
                </c:pt>
                <c:pt idx="5349">
                  <c:v>9.0881889793950607E-2</c:v>
                </c:pt>
                <c:pt idx="5350">
                  <c:v>9.0905131365795117E-2</c:v>
                </c:pt>
                <c:pt idx="5351">
                  <c:v>9.091232327478227E-2</c:v>
                </c:pt>
                <c:pt idx="5352">
                  <c:v>9.0913836890868654E-2</c:v>
                </c:pt>
                <c:pt idx="5353">
                  <c:v>9.0925969526580344E-2</c:v>
                </c:pt>
                <c:pt idx="5354">
                  <c:v>9.0944509046118435E-2</c:v>
                </c:pt>
                <c:pt idx="5355">
                  <c:v>9.0945471739467459E-2</c:v>
                </c:pt>
                <c:pt idx="5356">
                  <c:v>9.0952247355830615E-2</c:v>
                </c:pt>
                <c:pt idx="5357">
                  <c:v>9.0963730505144835E-2</c:v>
                </c:pt>
                <c:pt idx="5358">
                  <c:v>9.0971004666936847E-2</c:v>
                </c:pt>
                <c:pt idx="5359">
                  <c:v>9.0991387854737468E-2</c:v>
                </c:pt>
                <c:pt idx="5360">
                  <c:v>9.1003073386430933E-2</c:v>
                </c:pt>
                <c:pt idx="5361">
                  <c:v>9.1009131328039325E-2</c:v>
                </c:pt>
                <c:pt idx="5362">
                  <c:v>9.10246333885769E-2</c:v>
                </c:pt>
                <c:pt idx="5363">
                  <c:v>9.1035547620187715E-2</c:v>
                </c:pt>
                <c:pt idx="5364">
                  <c:v>9.1041495316815102E-2</c:v>
                </c:pt>
                <c:pt idx="5365">
                  <c:v>9.1044881410552628E-2</c:v>
                </c:pt>
                <c:pt idx="5366">
                  <c:v>9.1061341313757108E-2</c:v>
                </c:pt>
                <c:pt idx="5367">
                  <c:v>9.107011653343372E-2</c:v>
                </c:pt>
                <c:pt idx="5368">
                  <c:v>9.1078064669214448E-2</c:v>
                </c:pt>
                <c:pt idx="5369">
                  <c:v>9.1078740568878699E-2</c:v>
                </c:pt>
                <c:pt idx="5370">
                  <c:v>9.1093584055034316E-2</c:v>
                </c:pt>
                <c:pt idx="5371">
                  <c:v>9.1097420766257806E-2</c:v>
                </c:pt>
                <c:pt idx="5372">
                  <c:v>9.1118709187100369E-2</c:v>
                </c:pt>
                <c:pt idx="5373">
                  <c:v>9.1165968811147996E-2</c:v>
                </c:pt>
                <c:pt idx="5374">
                  <c:v>9.1190454079932579E-2</c:v>
                </c:pt>
                <c:pt idx="5375">
                  <c:v>9.1215374203881205E-2</c:v>
                </c:pt>
                <c:pt idx="5376">
                  <c:v>9.1224379686927801E-2</c:v>
                </c:pt>
                <c:pt idx="5377">
                  <c:v>9.124408114879673E-2</c:v>
                </c:pt>
                <c:pt idx="5378">
                  <c:v>9.1247985760186515E-2</c:v>
                </c:pt>
                <c:pt idx="5379">
                  <c:v>9.1250877618247364E-2</c:v>
                </c:pt>
                <c:pt idx="5380">
                  <c:v>9.1260304488150423E-2</c:v>
                </c:pt>
                <c:pt idx="5381">
                  <c:v>9.1290660072584226E-2</c:v>
                </c:pt>
                <c:pt idx="5382">
                  <c:v>9.1304334013282376E-2</c:v>
                </c:pt>
                <c:pt idx="5383">
                  <c:v>9.1311447657775671E-2</c:v>
                </c:pt>
                <c:pt idx="5384">
                  <c:v>9.1321485132787331E-2</c:v>
                </c:pt>
                <c:pt idx="5385">
                  <c:v>9.1321500895267735E-2</c:v>
                </c:pt>
                <c:pt idx="5386">
                  <c:v>9.1328222472313661E-2</c:v>
                </c:pt>
                <c:pt idx="5387">
                  <c:v>9.1328725121260348E-2</c:v>
                </c:pt>
                <c:pt idx="5388">
                  <c:v>9.1337007301961426E-2</c:v>
                </c:pt>
                <c:pt idx="5389">
                  <c:v>9.1337229266147735E-2</c:v>
                </c:pt>
                <c:pt idx="5390">
                  <c:v>9.1349980875863671E-2</c:v>
                </c:pt>
                <c:pt idx="5391">
                  <c:v>9.1360715675959811E-2</c:v>
                </c:pt>
                <c:pt idx="5392">
                  <c:v>9.1360861031473894E-2</c:v>
                </c:pt>
                <c:pt idx="5393">
                  <c:v>9.1364956167704639E-2</c:v>
                </c:pt>
                <c:pt idx="5394">
                  <c:v>9.1378100154867276E-2</c:v>
                </c:pt>
                <c:pt idx="5395">
                  <c:v>9.1388948414260915E-2</c:v>
                </c:pt>
                <c:pt idx="5396">
                  <c:v>9.1391250984363265E-2</c:v>
                </c:pt>
                <c:pt idx="5397">
                  <c:v>9.1398137522635689E-2</c:v>
                </c:pt>
                <c:pt idx="5398">
                  <c:v>9.1413303605617238E-2</c:v>
                </c:pt>
                <c:pt idx="5399">
                  <c:v>9.1418673276840182E-2</c:v>
                </c:pt>
                <c:pt idx="5400">
                  <c:v>9.1420998677203033E-2</c:v>
                </c:pt>
                <c:pt idx="5401">
                  <c:v>9.1421122127180246E-2</c:v>
                </c:pt>
                <c:pt idx="5402">
                  <c:v>9.1433261763652365E-2</c:v>
                </c:pt>
                <c:pt idx="5403">
                  <c:v>9.1437619605980097E-2</c:v>
                </c:pt>
                <c:pt idx="5404">
                  <c:v>9.1441500149382002E-2</c:v>
                </c:pt>
                <c:pt idx="5405">
                  <c:v>9.1442500923875916E-2</c:v>
                </c:pt>
                <c:pt idx="5406">
                  <c:v>9.1444819302844024E-2</c:v>
                </c:pt>
                <c:pt idx="5407">
                  <c:v>9.1455076981833472E-2</c:v>
                </c:pt>
                <c:pt idx="5408">
                  <c:v>9.1464914215024659E-2</c:v>
                </c:pt>
                <c:pt idx="5409">
                  <c:v>9.1466331856730448E-2</c:v>
                </c:pt>
                <c:pt idx="5410">
                  <c:v>9.1467766746677892E-2</c:v>
                </c:pt>
                <c:pt idx="5411">
                  <c:v>9.1468215711881434E-2</c:v>
                </c:pt>
                <c:pt idx="5412">
                  <c:v>9.1477269489369545E-2</c:v>
                </c:pt>
                <c:pt idx="5413">
                  <c:v>9.1483885326503117E-2</c:v>
                </c:pt>
                <c:pt idx="5414">
                  <c:v>9.1489104154867495E-2</c:v>
                </c:pt>
                <c:pt idx="5415">
                  <c:v>9.1496549506708783E-2</c:v>
                </c:pt>
                <c:pt idx="5416">
                  <c:v>9.1513382428026979E-2</c:v>
                </c:pt>
                <c:pt idx="5417">
                  <c:v>9.151481479743398E-2</c:v>
                </c:pt>
                <c:pt idx="5418">
                  <c:v>9.1514934718961008E-2</c:v>
                </c:pt>
                <c:pt idx="5419">
                  <c:v>9.1520747248791889E-2</c:v>
                </c:pt>
                <c:pt idx="5420">
                  <c:v>9.1538364338693612E-2</c:v>
                </c:pt>
                <c:pt idx="5421">
                  <c:v>9.1538851567118357E-2</c:v>
                </c:pt>
                <c:pt idx="5422">
                  <c:v>9.1554166179631691E-2</c:v>
                </c:pt>
                <c:pt idx="5423">
                  <c:v>9.1566275657550114E-2</c:v>
                </c:pt>
                <c:pt idx="5424">
                  <c:v>9.1571076610226065E-2</c:v>
                </c:pt>
                <c:pt idx="5425">
                  <c:v>9.1573058573418367E-2</c:v>
                </c:pt>
                <c:pt idx="5426">
                  <c:v>9.1575484108020133E-2</c:v>
                </c:pt>
                <c:pt idx="5427">
                  <c:v>9.1598087350184265E-2</c:v>
                </c:pt>
                <c:pt idx="5428">
                  <c:v>9.1610384506732187E-2</c:v>
                </c:pt>
                <c:pt idx="5429">
                  <c:v>9.1620880162339977E-2</c:v>
                </c:pt>
                <c:pt idx="5430">
                  <c:v>9.1623569307422589E-2</c:v>
                </c:pt>
                <c:pt idx="5431">
                  <c:v>9.1632506900015814E-2</c:v>
                </c:pt>
                <c:pt idx="5432">
                  <c:v>9.1638599055710174E-2</c:v>
                </c:pt>
                <c:pt idx="5433">
                  <c:v>9.1640425505233963E-2</c:v>
                </c:pt>
                <c:pt idx="5434">
                  <c:v>9.1646140638592374E-2</c:v>
                </c:pt>
                <c:pt idx="5435">
                  <c:v>9.1647463418636416E-2</c:v>
                </c:pt>
                <c:pt idx="5436">
                  <c:v>9.1649909268484028E-2</c:v>
                </c:pt>
                <c:pt idx="5437">
                  <c:v>9.1653503838374784E-2</c:v>
                </c:pt>
                <c:pt idx="5438">
                  <c:v>9.1659339184011007E-2</c:v>
                </c:pt>
                <c:pt idx="5439">
                  <c:v>9.1660192688390776E-2</c:v>
                </c:pt>
                <c:pt idx="5440">
                  <c:v>9.1667489522099632E-2</c:v>
                </c:pt>
                <c:pt idx="5441">
                  <c:v>9.1671964197217279E-2</c:v>
                </c:pt>
                <c:pt idx="5442">
                  <c:v>9.1677895603763979E-2</c:v>
                </c:pt>
                <c:pt idx="5443">
                  <c:v>9.1686075721046992E-2</c:v>
                </c:pt>
                <c:pt idx="5444">
                  <c:v>9.169328846347638E-2</c:v>
                </c:pt>
                <c:pt idx="5445">
                  <c:v>9.1707728471143946E-2</c:v>
                </c:pt>
                <c:pt idx="5446">
                  <c:v>9.1711715843471334E-2</c:v>
                </c:pt>
                <c:pt idx="5447">
                  <c:v>9.1717994417406176E-2</c:v>
                </c:pt>
                <c:pt idx="5448">
                  <c:v>9.1725691510077909E-2</c:v>
                </c:pt>
                <c:pt idx="5449">
                  <c:v>9.1727286279406101E-2</c:v>
                </c:pt>
                <c:pt idx="5450">
                  <c:v>9.173396487103401E-2</c:v>
                </c:pt>
                <c:pt idx="5451">
                  <c:v>9.1737050000761614E-2</c:v>
                </c:pt>
                <c:pt idx="5452">
                  <c:v>9.1741189931827602E-2</c:v>
                </c:pt>
                <c:pt idx="5453">
                  <c:v>9.1747701437158866E-2</c:v>
                </c:pt>
                <c:pt idx="5454">
                  <c:v>9.1750096009138554E-2</c:v>
                </c:pt>
                <c:pt idx="5455">
                  <c:v>9.1754930848156419E-2</c:v>
                </c:pt>
                <c:pt idx="5456">
                  <c:v>9.1761102756434024E-2</c:v>
                </c:pt>
                <c:pt idx="5457">
                  <c:v>9.1763451017183806E-2</c:v>
                </c:pt>
                <c:pt idx="5458">
                  <c:v>9.1766377121502499E-2</c:v>
                </c:pt>
                <c:pt idx="5459">
                  <c:v>9.1783676264287323E-2</c:v>
                </c:pt>
                <c:pt idx="5460">
                  <c:v>9.1788932915978103E-2</c:v>
                </c:pt>
                <c:pt idx="5461">
                  <c:v>9.179042424503385E-2</c:v>
                </c:pt>
                <c:pt idx="5462">
                  <c:v>9.1792620106712616E-2</c:v>
                </c:pt>
                <c:pt idx="5463">
                  <c:v>9.1806565194290257E-2</c:v>
                </c:pt>
                <c:pt idx="5464">
                  <c:v>9.1819838619115163E-2</c:v>
                </c:pt>
                <c:pt idx="5465">
                  <c:v>9.182486728891337E-2</c:v>
                </c:pt>
                <c:pt idx="5466">
                  <c:v>9.1827367953485645E-2</c:v>
                </c:pt>
                <c:pt idx="5467">
                  <c:v>9.1832188397104497E-2</c:v>
                </c:pt>
                <c:pt idx="5468">
                  <c:v>9.1839289343329869E-2</c:v>
                </c:pt>
                <c:pt idx="5469">
                  <c:v>9.1854945863806381E-2</c:v>
                </c:pt>
                <c:pt idx="5470">
                  <c:v>9.1871932306442E-2</c:v>
                </c:pt>
                <c:pt idx="5471">
                  <c:v>9.1876693103282003E-2</c:v>
                </c:pt>
                <c:pt idx="5472">
                  <c:v>9.1879274127752625E-2</c:v>
                </c:pt>
                <c:pt idx="5473">
                  <c:v>9.1881314812297124E-2</c:v>
                </c:pt>
                <c:pt idx="5474">
                  <c:v>9.1882581326475712E-2</c:v>
                </c:pt>
                <c:pt idx="5475">
                  <c:v>9.1888612201433517E-2</c:v>
                </c:pt>
                <c:pt idx="5476">
                  <c:v>9.1889825902251324E-2</c:v>
                </c:pt>
                <c:pt idx="5477">
                  <c:v>9.1897432822489467E-2</c:v>
                </c:pt>
                <c:pt idx="5478">
                  <c:v>9.1913606223352276E-2</c:v>
                </c:pt>
                <c:pt idx="5479">
                  <c:v>9.1925107189932298E-2</c:v>
                </c:pt>
                <c:pt idx="5480">
                  <c:v>9.1949704471890978E-2</c:v>
                </c:pt>
                <c:pt idx="5481">
                  <c:v>9.1967674404313235E-2</c:v>
                </c:pt>
                <c:pt idx="5482">
                  <c:v>9.1986889313653952E-2</c:v>
                </c:pt>
                <c:pt idx="5483">
                  <c:v>9.1996555249784631E-2</c:v>
                </c:pt>
                <c:pt idx="5484">
                  <c:v>9.2041361908151501E-2</c:v>
                </c:pt>
                <c:pt idx="5485">
                  <c:v>9.2042771601566653E-2</c:v>
                </c:pt>
                <c:pt idx="5486">
                  <c:v>9.20472046213099E-2</c:v>
                </c:pt>
                <c:pt idx="5487">
                  <c:v>9.204848424771804E-2</c:v>
                </c:pt>
                <c:pt idx="5488">
                  <c:v>9.2048658310869946E-2</c:v>
                </c:pt>
                <c:pt idx="5489">
                  <c:v>9.2051483318368543E-2</c:v>
                </c:pt>
                <c:pt idx="5490">
                  <c:v>9.2053524068779799E-2</c:v>
                </c:pt>
                <c:pt idx="5491">
                  <c:v>9.2061736401338259E-2</c:v>
                </c:pt>
                <c:pt idx="5492">
                  <c:v>9.2070683750397939E-2</c:v>
                </c:pt>
                <c:pt idx="5493">
                  <c:v>9.2074315459776346E-2</c:v>
                </c:pt>
                <c:pt idx="5494">
                  <c:v>9.207808170374665E-2</c:v>
                </c:pt>
                <c:pt idx="5495">
                  <c:v>9.2081792490823891E-2</c:v>
                </c:pt>
                <c:pt idx="5496">
                  <c:v>9.2104750747568839E-2</c:v>
                </c:pt>
                <c:pt idx="5497">
                  <c:v>9.2108751100838424E-2</c:v>
                </c:pt>
                <c:pt idx="5498">
                  <c:v>9.2129901423452162E-2</c:v>
                </c:pt>
                <c:pt idx="5499">
                  <c:v>9.2135044069019831E-2</c:v>
                </c:pt>
                <c:pt idx="5500">
                  <c:v>9.2144008490039078E-2</c:v>
                </c:pt>
                <c:pt idx="5501">
                  <c:v>9.2151579879926948E-2</c:v>
                </c:pt>
                <c:pt idx="5502">
                  <c:v>9.2158748946912977E-2</c:v>
                </c:pt>
                <c:pt idx="5503">
                  <c:v>9.2166777904182429E-2</c:v>
                </c:pt>
                <c:pt idx="5504">
                  <c:v>9.2183461559425944E-2</c:v>
                </c:pt>
                <c:pt idx="5505">
                  <c:v>9.2183607303106152E-2</c:v>
                </c:pt>
                <c:pt idx="5506">
                  <c:v>9.2185369614675855E-2</c:v>
                </c:pt>
                <c:pt idx="5507">
                  <c:v>9.2186502398726763E-2</c:v>
                </c:pt>
                <c:pt idx="5508">
                  <c:v>9.2192570961039041E-2</c:v>
                </c:pt>
                <c:pt idx="5509">
                  <c:v>9.2192746423112495E-2</c:v>
                </c:pt>
                <c:pt idx="5510">
                  <c:v>9.2199166735783461E-2</c:v>
                </c:pt>
                <c:pt idx="5511">
                  <c:v>9.2204104653505217E-2</c:v>
                </c:pt>
                <c:pt idx="5512">
                  <c:v>9.2206715542688153E-2</c:v>
                </c:pt>
                <c:pt idx="5513">
                  <c:v>9.2218612326199892E-2</c:v>
                </c:pt>
                <c:pt idx="5514">
                  <c:v>9.2225098278279641E-2</c:v>
                </c:pt>
                <c:pt idx="5515">
                  <c:v>9.2242754164384821E-2</c:v>
                </c:pt>
                <c:pt idx="5516">
                  <c:v>9.2256797124193865E-2</c:v>
                </c:pt>
                <c:pt idx="5517">
                  <c:v>9.2257091224807908E-2</c:v>
                </c:pt>
                <c:pt idx="5518">
                  <c:v>9.226586385578546E-2</c:v>
                </c:pt>
                <c:pt idx="5519">
                  <c:v>9.2278486929439574E-2</c:v>
                </c:pt>
                <c:pt idx="5520">
                  <c:v>9.2291245889365811E-2</c:v>
                </c:pt>
                <c:pt idx="5521">
                  <c:v>9.230372256222584E-2</c:v>
                </c:pt>
                <c:pt idx="5522">
                  <c:v>9.2307842640825574E-2</c:v>
                </c:pt>
                <c:pt idx="5523">
                  <c:v>9.2312104875728176E-2</c:v>
                </c:pt>
                <c:pt idx="5524">
                  <c:v>9.231272304567717E-2</c:v>
                </c:pt>
                <c:pt idx="5525">
                  <c:v>9.2317388043094153E-2</c:v>
                </c:pt>
                <c:pt idx="5526">
                  <c:v>9.2319116184858371E-2</c:v>
                </c:pt>
                <c:pt idx="5527">
                  <c:v>9.2323144327027304E-2</c:v>
                </c:pt>
                <c:pt idx="5528">
                  <c:v>9.232884524832223E-2</c:v>
                </c:pt>
                <c:pt idx="5529">
                  <c:v>9.2361952819584522E-2</c:v>
                </c:pt>
                <c:pt idx="5530">
                  <c:v>9.236317630746467E-2</c:v>
                </c:pt>
                <c:pt idx="5531">
                  <c:v>9.2365746850624236E-2</c:v>
                </c:pt>
                <c:pt idx="5532">
                  <c:v>9.2380128912101858E-2</c:v>
                </c:pt>
                <c:pt idx="5533">
                  <c:v>9.2381203027596129E-2</c:v>
                </c:pt>
                <c:pt idx="5534">
                  <c:v>9.2394363193802578E-2</c:v>
                </c:pt>
                <c:pt idx="5535">
                  <c:v>9.2396510058379344E-2</c:v>
                </c:pt>
                <c:pt idx="5536">
                  <c:v>9.2404597767549182E-2</c:v>
                </c:pt>
                <c:pt idx="5537">
                  <c:v>9.2442929505973229E-2</c:v>
                </c:pt>
                <c:pt idx="5538">
                  <c:v>9.2445828333589289E-2</c:v>
                </c:pt>
                <c:pt idx="5539">
                  <c:v>9.2458947659727855E-2</c:v>
                </c:pt>
                <c:pt idx="5540">
                  <c:v>9.2474570034162609E-2</c:v>
                </c:pt>
                <c:pt idx="5541">
                  <c:v>9.2477174412060173E-2</c:v>
                </c:pt>
                <c:pt idx="5542">
                  <c:v>9.2504442906047896E-2</c:v>
                </c:pt>
                <c:pt idx="5543">
                  <c:v>9.2522097946913046E-2</c:v>
                </c:pt>
                <c:pt idx="5544">
                  <c:v>9.2527580543674243E-2</c:v>
                </c:pt>
                <c:pt idx="5545">
                  <c:v>9.2546663433330498E-2</c:v>
                </c:pt>
                <c:pt idx="5546">
                  <c:v>9.2550854023815549E-2</c:v>
                </c:pt>
                <c:pt idx="5547">
                  <c:v>9.2562249522575885E-2</c:v>
                </c:pt>
                <c:pt idx="5548">
                  <c:v>9.2573733780738396E-2</c:v>
                </c:pt>
                <c:pt idx="5549">
                  <c:v>9.2580542685119144E-2</c:v>
                </c:pt>
                <c:pt idx="5550">
                  <c:v>9.2584617401300806E-2</c:v>
                </c:pt>
                <c:pt idx="5551">
                  <c:v>9.2597050576936055E-2</c:v>
                </c:pt>
                <c:pt idx="5552">
                  <c:v>9.261131715755011E-2</c:v>
                </c:pt>
                <c:pt idx="5553">
                  <c:v>9.2614999696005174E-2</c:v>
                </c:pt>
                <c:pt idx="5554">
                  <c:v>9.2619625174135925E-2</c:v>
                </c:pt>
                <c:pt idx="5555">
                  <c:v>9.2619889573484049E-2</c:v>
                </c:pt>
                <c:pt idx="5556">
                  <c:v>9.2619937052048268E-2</c:v>
                </c:pt>
                <c:pt idx="5557">
                  <c:v>9.2644876640056426E-2</c:v>
                </c:pt>
                <c:pt idx="5558">
                  <c:v>9.264688205039244E-2</c:v>
                </c:pt>
                <c:pt idx="5559">
                  <c:v>9.265825916302825E-2</c:v>
                </c:pt>
                <c:pt idx="5560">
                  <c:v>9.2664876246986688E-2</c:v>
                </c:pt>
                <c:pt idx="5561">
                  <c:v>9.2668872491276935E-2</c:v>
                </c:pt>
                <c:pt idx="5562">
                  <c:v>9.2675887825307557E-2</c:v>
                </c:pt>
                <c:pt idx="5563">
                  <c:v>9.2677742142120684E-2</c:v>
                </c:pt>
                <c:pt idx="5564">
                  <c:v>9.2680884783232748E-2</c:v>
                </c:pt>
                <c:pt idx="5565">
                  <c:v>9.268816662578401E-2</c:v>
                </c:pt>
                <c:pt idx="5566">
                  <c:v>9.2703466738205537E-2</c:v>
                </c:pt>
                <c:pt idx="5567">
                  <c:v>9.2712015702724429E-2</c:v>
                </c:pt>
                <c:pt idx="5568">
                  <c:v>9.2721688978474492E-2</c:v>
                </c:pt>
                <c:pt idx="5569">
                  <c:v>9.277272204676322E-2</c:v>
                </c:pt>
                <c:pt idx="5570">
                  <c:v>9.2779809863429194E-2</c:v>
                </c:pt>
                <c:pt idx="5571">
                  <c:v>9.2783851502374295E-2</c:v>
                </c:pt>
                <c:pt idx="5572">
                  <c:v>9.2789027113630476E-2</c:v>
                </c:pt>
                <c:pt idx="5573">
                  <c:v>9.2797788942007173E-2</c:v>
                </c:pt>
                <c:pt idx="5574">
                  <c:v>9.2828059766949619E-2</c:v>
                </c:pt>
                <c:pt idx="5575">
                  <c:v>9.2828459144258246E-2</c:v>
                </c:pt>
                <c:pt idx="5576">
                  <c:v>9.283080992865872E-2</c:v>
                </c:pt>
                <c:pt idx="5577">
                  <c:v>9.2833332963035919E-2</c:v>
                </c:pt>
                <c:pt idx="5578">
                  <c:v>9.2854734666231717E-2</c:v>
                </c:pt>
                <c:pt idx="5579">
                  <c:v>9.2882346885213629E-2</c:v>
                </c:pt>
                <c:pt idx="5580">
                  <c:v>9.2888086301012279E-2</c:v>
                </c:pt>
                <c:pt idx="5581">
                  <c:v>9.2888757066211317E-2</c:v>
                </c:pt>
                <c:pt idx="5582">
                  <c:v>9.2891379287855166E-2</c:v>
                </c:pt>
                <c:pt idx="5583">
                  <c:v>9.2895599410766833E-2</c:v>
                </c:pt>
                <c:pt idx="5584">
                  <c:v>9.2901818242712347E-2</c:v>
                </c:pt>
                <c:pt idx="5585">
                  <c:v>9.292234101408274E-2</c:v>
                </c:pt>
                <c:pt idx="5586">
                  <c:v>9.2963073384190423E-2</c:v>
                </c:pt>
                <c:pt idx="5587">
                  <c:v>9.2966940867877129E-2</c:v>
                </c:pt>
                <c:pt idx="5588">
                  <c:v>9.2985814671751765E-2</c:v>
                </c:pt>
                <c:pt idx="5589">
                  <c:v>9.2990544033107067E-2</c:v>
                </c:pt>
                <c:pt idx="5590">
                  <c:v>9.300337347557526E-2</c:v>
                </c:pt>
                <c:pt idx="5591">
                  <c:v>9.3004780247155902E-2</c:v>
                </c:pt>
                <c:pt idx="5592">
                  <c:v>9.3018975145010535E-2</c:v>
                </c:pt>
                <c:pt idx="5593">
                  <c:v>9.3020315652278848E-2</c:v>
                </c:pt>
                <c:pt idx="5594">
                  <c:v>9.3020513724863557E-2</c:v>
                </c:pt>
                <c:pt idx="5595">
                  <c:v>9.3023799534115437E-2</c:v>
                </c:pt>
                <c:pt idx="5596">
                  <c:v>9.3028839422898219E-2</c:v>
                </c:pt>
                <c:pt idx="5597">
                  <c:v>9.3081553495851663E-2</c:v>
                </c:pt>
                <c:pt idx="5598">
                  <c:v>9.3085908937756534E-2</c:v>
                </c:pt>
                <c:pt idx="5599">
                  <c:v>9.3112645384178697E-2</c:v>
                </c:pt>
                <c:pt idx="5600">
                  <c:v>9.3115707579230517E-2</c:v>
                </c:pt>
                <c:pt idx="5601">
                  <c:v>9.3127166272447715E-2</c:v>
                </c:pt>
                <c:pt idx="5602">
                  <c:v>9.313821199504492E-2</c:v>
                </c:pt>
                <c:pt idx="5603">
                  <c:v>9.3139420537408604E-2</c:v>
                </c:pt>
                <c:pt idx="5604">
                  <c:v>9.3147909665948492E-2</c:v>
                </c:pt>
                <c:pt idx="5605">
                  <c:v>9.3171357441337019E-2</c:v>
                </c:pt>
                <c:pt idx="5606">
                  <c:v>9.3172716929318958E-2</c:v>
                </c:pt>
                <c:pt idx="5607">
                  <c:v>9.3173059046899806E-2</c:v>
                </c:pt>
                <c:pt idx="5608">
                  <c:v>9.3177855711771881E-2</c:v>
                </c:pt>
                <c:pt idx="5609">
                  <c:v>9.3210291141747365E-2</c:v>
                </c:pt>
                <c:pt idx="5610">
                  <c:v>9.3240232641880055E-2</c:v>
                </c:pt>
                <c:pt idx="5611">
                  <c:v>9.3240669603521176E-2</c:v>
                </c:pt>
                <c:pt idx="5612">
                  <c:v>9.3244817826495657E-2</c:v>
                </c:pt>
                <c:pt idx="5613">
                  <c:v>9.3245431422092226E-2</c:v>
                </c:pt>
                <c:pt idx="5614">
                  <c:v>9.3250983015869301E-2</c:v>
                </c:pt>
                <c:pt idx="5615">
                  <c:v>9.3257457892704468E-2</c:v>
                </c:pt>
                <c:pt idx="5616">
                  <c:v>9.3270688213520192E-2</c:v>
                </c:pt>
                <c:pt idx="5617">
                  <c:v>9.3275635086935524E-2</c:v>
                </c:pt>
                <c:pt idx="5618">
                  <c:v>9.3283821269213432E-2</c:v>
                </c:pt>
                <c:pt idx="5619">
                  <c:v>9.328392317344282E-2</c:v>
                </c:pt>
                <c:pt idx="5620">
                  <c:v>9.3287717611755222E-2</c:v>
                </c:pt>
                <c:pt idx="5621">
                  <c:v>9.3293869203251487E-2</c:v>
                </c:pt>
                <c:pt idx="5622">
                  <c:v>9.3294629538467594E-2</c:v>
                </c:pt>
                <c:pt idx="5623">
                  <c:v>9.3295295021131236E-2</c:v>
                </c:pt>
                <c:pt idx="5624">
                  <c:v>9.3316145027441399E-2</c:v>
                </c:pt>
                <c:pt idx="5625">
                  <c:v>9.3340320405203778E-2</c:v>
                </c:pt>
                <c:pt idx="5626">
                  <c:v>9.33552917832422E-2</c:v>
                </c:pt>
                <c:pt idx="5627">
                  <c:v>9.33604988028406E-2</c:v>
                </c:pt>
                <c:pt idx="5628">
                  <c:v>9.3360653995409354E-2</c:v>
                </c:pt>
                <c:pt idx="5629">
                  <c:v>9.3378886007946013E-2</c:v>
                </c:pt>
                <c:pt idx="5630">
                  <c:v>9.3380616828044979E-2</c:v>
                </c:pt>
                <c:pt idx="5631">
                  <c:v>9.338531310677986E-2</c:v>
                </c:pt>
                <c:pt idx="5632">
                  <c:v>9.3400300367080524E-2</c:v>
                </c:pt>
                <c:pt idx="5633">
                  <c:v>9.3404903100971534E-2</c:v>
                </c:pt>
                <c:pt idx="5634">
                  <c:v>9.3405203698215811E-2</c:v>
                </c:pt>
                <c:pt idx="5635">
                  <c:v>9.3411984256118158E-2</c:v>
                </c:pt>
                <c:pt idx="5636">
                  <c:v>9.3419165513963801E-2</c:v>
                </c:pt>
                <c:pt idx="5637">
                  <c:v>9.3427637729493418E-2</c:v>
                </c:pt>
                <c:pt idx="5638">
                  <c:v>9.3433721454590932E-2</c:v>
                </c:pt>
                <c:pt idx="5639">
                  <c:v>9.3436750941411892E-2</c:v>
                </c:pt>
                <c:pt idx="5640">
                  <c:v>9.3444220205395001E-2</c:v>
                </c:pt>
                <c:pt idx="5641">
                  <c:v>9.3448023620187448E-2</c:v>
                </c:pt>
                <c:pt idx="5642">
                  <c:v>9.3453002290515827E-2</c:v>
                </c:pt>
                <c:pt idx="5643">
                  <c:v>9.3465454139941423E-2</c:v>
                </c:pt>
                <c:pt idx="5644">
                  <c:v>9.3467989237672966E-2</c:v>
                </c:pt>
                <c:pt idx="5645">
                  <c:v>9.3490865258039887E-2</c:v>
                </c:pt>
                <c:pt idx="5646">
                  <c:v>9.3494290718022066E-2</c:v>
                </c:pt>
                <c:pt idx="5647">
                  <c:v>9.3507051600216884E-2</c:v>
                </c:pt>
                <c:pt idx="5648">
                  <c:v>9.3512410115451861E-2</c:v>
                </c:pt>
                <c:pt idx="5649">
                  <c:v>9.3514694713450155E-2</c:v>
                </c:pt>
                <c:pt idx="5650">
                  <c:v>9.3517617228071934E-2</c:v>
                </c:pt>
                <c:pt idx="5651">
                  <c:v>9.3525998260108711E-2</c:v>
                </c:pt>
                <c:pt idx="5652">
                  <c:v>9.3532847112847636E-2</c:v>
                </c:pt>
                <c:pt idx="5653">
                  <c:v>9.353604463384016E-2</c:v>
                </c:pt>
                <c:pt idx="5654">
                  <c:v>9.3549687087557148E-2</c:v>
                </c:pt>
                <c:pt idx="5655">
                  <c:v>9.3558491452141609E-2</c:v>
                </c:pt>
                <c:pt idx="5656">
                  <c:v>9.3567095072600359E-2</c:v>
                </c:pt>
                <c:pt idx="5657">
                  <c:v>9.3579018217603185E-2</c:v>
                </c:pt>
                <c:pt idx="5658">
                  <c:v>9.3583523040623631E-2</c:v>
                </c:pt>
                <c:pt idx="5659">
                  <c:v>9.3585690921906911E-2</c:v>
                </c:pt>
                <c:pt idx="5660">
                  <c:v>9.3586306599431235E-2</c:v>
                </c:pt>
                <c:pt idx="5661">
                  <c:v>9.3590133204220244E-2</c:v>
                </c:pt>
                <c:pt idx="5662">
                  <c:v>9.3608674241705922E-2</c:v>
                </c:pt>
                <c:pt idx="5663">
                  <c:v>9.3620209326790618E-2</c:v>
                </c:pt>
                <c:pt idx="5664">
                  <c:v>9.3623679186821754E-2</c:v>
                </c:pt>
                <c:pt idx="5665">
                  <c:v>9.3623731221064752E-2</c:v>
                </c:pt>
                <c:pt idx="5666">
                  <c:v>9.363464349664917E-2</c:v>
                </c:pt>
                <c:pt idx="5667">
                  <c:v>9.3655448519233866E-2</c:v>
                </c:pt>
                <c:pt idx="5668">
                  <c:v>9.3660373569095748E-2</c:v>
                </c:pt>
                <c:pt idx="5669">
                  <c:v>9.3679231630493631E-2</c:v>
                </c:pt>
                <c:pt idx="5670">
                  <c:v>9.3692010899272329E-2</c:v>
                </c:pt>
                <c:pt idx="5671">
                  <c:v>9.3693632863542223E-2</c:v>
                </c:pt>
                <c:pt idx="5672">
                  <c:v>9.3704832391817067E-2</c:v>
                </c:pt>
                <c:pt idx="5673">
                  <c:v>9.371580934739368E-2</c:v>
                </c:pt>
                <c:pt idx="5674">
                  <c:v>9.3739105818692478E-2</c:v>
                </c:pt>
                <c:pt idx="5675">
                  <c:v>9.3772408592673814E-2</c:v>
                </c:pt>
                <c:pt idx="5676">
                  <c:v>9.3796756475884493E-2</c:v>
                </c:pt>
                <c:pt idx="5677">
                  <c:v>9.3805035270798379E-2</c:v>
                </c:pt>
                <c:pt idx="5678">
                  <c:v>9.3805718811526009E-2</c:v>
                </c:pt>
                <c:pt idx="5679">
                  <c:v>9.3809327424244998E-2</c:v>
                </c:pt>
                <c:pt idx="5680">
                  <c:v>9.3834324877929753E-2</c:v>
                </c:pt>
                <c:pt idx="5681">
                  <c:v>9.3835333935364057E-2</c:v>
                </c:pt>
                <c:pt idx="5682">
                  <c:v>9.3849993189220382E-2</c:v>
                </c:pt>
                <c:pt idx="5683">
                  <c:v>9.3850772340931116E-2</c:v>
                </c:pt>
                <c:pt idx="5684">
                  <c:v>9.3854758996135157E-2</c:v>
                </c:pt>
                <c:pt idx="5685">
                  <c:v>9.3874725301036577E-2</c:v>
                </c:pt>
                <c:pt idx="5686">
                  <c:v>9.3906424996506532E-2</c:v>
                </c:pt>
                <c:pt idx="5687">
                  <c:v>9.3909982473645709E-2</c:v>
                </c:pt>
                <c:pt idx="5688">
                  <c:v>9.3929061194059887E-2</c:v>
                </c:pt>
                <c:pt idx="5689">
                  <c:v>9.3929385875501606E-2</c:v>
                </c:pt>
                <c:pt idx="5690">
                  <c:v>9.3941232861588661E-2</c:v>
                </c:pt>
                <c:pt idx="5691">
                  <c:v>9.3951776554410268E-2</c:v>
                </c:pt>
                <c:pt idx="5692">
                  <c:v>9.3955842396747064E-2</c:v>
                </c:pt>
                <c:pt idx="5693">
                  <c:v>9.3957874050642806E-2</c:v>
                </c:pt>
                <c:pt idx="5694">
                  <c:v>9.3958033261138177E-2</c:v>
                </c:pt>
                <c:pt idx="5695">
                  <c:v>9.3960199036448713E-2</c:v>
                </c:pt>
                <c:pt idx="5696">
                  <c:v>9.396887202899469E-2</c:v>
                </c:pt>
                <c:pt idx="5697">
                  <c:v>9.3971151887738719E-2</c:v>
                </c:pt>
                <c:pt idx="5698">
                  <c:v>9.3976661282894045E-2</c:v>
                </c:pt>
                <c:pt idx="5699">
                  <c:v>9.3984290451719549E-2</c:v>
                </c:pt>
                <c:pt idx="5700">
                  <c:v>9.3989312518760276E-2</c:v>
                </c:pt>
                <c:pt idx="5701">
                  <c:v>9.3990154235882056E-2</c:v>
                </c:pt>
                <c:pt idx="5702">
                  <c:v>9.3996525619631691E-2</c:v>
                </c:pt>
                <c:pt idx="5703">
                  <c:v>9.3997163309342976E-2</c:v>
                </c:pt>
                <c:pt idx="5704">
                  <c:v>9.3998961666153069E-2</c:v>
                </c:pt>
                <c:pt idx="5705">
                  <c:v>9.4017375998152797E-2</c:v>
                </c:pt>
                <c:pt idx="5706">
                  <c:v>9.4017703256204899E-2</c:v>
                </c:pt>
                <c:pt idx="5707">
                  <c:v>9.4019433103076921E-2</c:v>
                </c:pt>
                <c:pt idx="5708">
                  <c:v>9.4020592471435668E-2</c:v>
                </c:pt>
                <c:pt idx="5709">
                  <c:v>9.4021378377185369E-2</c:v>
                </c:pt>
                <c:pt idx="5710">
                  <c:v>9.4031055841002437E-2</c:v>
                </c:pt>
                <c:pt idx="5711">
                  <c:v>9.4053044093047308E-2</c:v>
                </c:pt>
                <c:pt idx="5712">
                  <c:v>9.4057399841841069E-2</c:v>
                </c:pt>
                <c:pt idx="5713">
                  <c:v>9.4063519545323257E-2</c:v>
                </c:pt>
                <c:pt idx="5714">
                  <c:v>9.4065260243094001E-2</c:v>
                </c:pt>
                <c:pt idx="5715">
                  <c:v>9.407497408827982E-2</c:v>
                </c:pt>
                <c:pt idx="5716">
                  <c:v>9.4091895811536902E-2</c:v>
                </c:pt>
                <c:pt idx="5717">
                  <c:v>9.4099828594830806E-2</c:v>
                </c:pt>
                <c:pt idx="5718">
                  <c:v>9.4115161264041E-2</c:v>
                </c:pt>
                <c:pt idx="5719">
                  <c:v>9.4116450380963446E-2</c:v>
                </c:pt>
                <c:pt idx="5720">
                  <c:v>9.4139008105805083E-2</c:v>
                </c:pt>
                <c:pt idx="5721">
                  <c:v>9.4142825403742095E-2</c:v>
                </c:pt>
                <c:pt idx="5722">
                  <c:v>9.4152859963096164E-2</c:v>
                </c:pt>
                <c:pt idx="5723">
                  <c:v>9.4154532064950947E-2</c:v>
                </c:pt>
                <c:pt idx="5724">
                  <c:v>9.4155839960409188E-2</c:v>
                </c:pt>
                <c:pt idx="5725">
                  <c:v>9.4162914606742532E-2</c:v>
                </c:pt>
                <c:pt idx="5726">
                  <c:v>9.4170942496514351E-2</c:v>
                </c:pt>
                <c:pt idx="5727">
                  <c:v>9.418128155722591E-2</c:v>
                </c:pt>
                <c:pt idx="5728">
                  <c:v>9.4185446613771776E-2</c:v>
                </c:pt>
                <c:pt idx="5729">
                  <c:v>9.4205517725311272E-2</c:v>
                </c:pt>
                <c:pt idx="5730">
                  <c:v>9.4208453983213286E-2</c:v>
                </c:pt>
                <c:pt idx="5731">
                  <c:v>9.4210633211408087E-2</c:v>
                </c:pt>
                <c:pt idx="5732">
                  <c:v>9.4251031966555959E-2</c:v>
                </c:pt>
                <c:pt idx="5733">
                  <c:v>9.4253475523446539E-2</c:v>
                </c:pt>
                <c:pt idx="5734">
                  <c:v>9.4257640859510522E-2</c:v>
                </c:pt>
                <c:pt idx="5735">
                  <c:v>9.426140492591488E-2</c:v>
                </c:pt>
                <c:pt idx="5736">
                  <c:v>9.4263522562294019E-2</c:v>
                </c:pt>
                <c:pt idx="5737">
                  <c:v>9.4270990206831121E-2</c:v>
                </c:pt>
                <c:pt idx="5738">
                  <c:v>9.4282985538330824E-2</c:v>
                </c:pt>
                <c:pt idx="5739">
                  <c:v>9.4289748923028424E-2</c:v>
                </c:pt>
                <c:pt idx="5740">
                  <c:v>9.4290854196911009E-2</c:v>
                </c:pt>
                <c:pt idx="5741">
                  <c:v>9.4290855513090285E-2</c:v>
                </c:pt>
                <c:pt idx="5742">
                  <c:v>9.4304920836693951E-2</c:v>
                </c:pt>
                <c:pt idx="5743">
                  <c:v>9.4305092362446427E-2</c:v>
                </c:pt>
                <c:pt idx="5744">
                  <c:v>9.4307692992705944E-2</c:v>
                </c:pt>
                <c:pt idx="5745">
                  <c:v>9.4316321307728379E-2</c:v>
                </c:pt>
                <c:pt idx="5746">
                  <c:v>9.4317890201424961E-2</c:v>
                </c:pt>
                <c:pt idx="5747">
                  <c:v>9.4318637129552269E-2</c:v>
                </c:pt>
                <c:pt idx="5748">
                  <c:v>9.433612812922626E-2</c:v>
                </c:pt>
                <c:pt idx="5749">
                  <c:v>9.4361868773850097E-2</c:v>
                </c:pt>
                <c:pt idx="5750">
                  <c:v>9.436251099317558E-2</c:v>
                </c:pt>
                <c:pt idx="5751">
                  <c:v>9.4390650486195327E-2</c:v>
                </c:pt>
                <c:pt idx="5752">
                  <c:v>9.4396758358331015E-2</c:v>
                </c:pt>
                <c:pt idx="5753">
                  <c:v>9.4402314492198519E-2</c:v>
                </c:pt>
                <c:pt idx="5754">
                  <c:v>9.4412213649769025E-2</c:v>
                </c:pt>
                <c:pt idx="5755">
                  <c:v>9.4419177180383576E-2</c:v>
                </c:pt>
                <c:pt idx="5756">
                  <c:v>9.4429761866070175E-2</c:v>
                </c:pt>
                <c:pt idx="5757">
                  <c:v>9.4448266302425615E-2</c:v>
                </c:pt>
                <c:pt idx="5758">
                  <c:v>9.4460257295938571E-2</c:v>
                </c:pt>
                <c:pt idx="5759">
                  <c:v>9.4472225631155732E-2</c:v>
                </c:pt>
                <c:pt idx="5760">
                  <c:v>9.4477761927643719E-2</c:v>
                </c:pt>
                <c:pt idx="5761">
                  <c:v>9.4484734899634007E-2</c:v>
                </c:pt>
                <c:pt idx="5762">
                  <c:v>9.4485799670548806E-2</c:v>
                </c:pt>
                <c:pt idx="5763">
                  <c:v>9.4486846564661622E-2</c:v>
                </c:pt>
                <c:pt idx="5764">
                  <c:v>9.4494598026928861E-2</c:v>
                </c:pt>
                <c:pt idx="5765">
                  <c:v>9.4498926658489552E-2</c:v>
                </c:pt>
                <c:pt idx="5766">
                  <c:v>9.4504551506458784E-2</c:v>
                </c:pt>
                <c:pt idx="5767">
                  <c:v>9.4530778058413728E-2</c:v>
                </c:pt>
                <c:pt idx="5768">
                  <c:v>9.4532917034623715E-2</c:v>
                </c:pt>
                <c:pt idx="5769">
                  <c:v>9.4547370579307288E-2</c:v>
                </c:pt>
                <c:pt idx="5770">
                  <c:v>9.4554544271878815E-2</c:v>
                </c:pt>
                <c:pt idx="5771">
                  <c:v>9.4587595091341972E-2</c:v>
                </c:pt>
                <c:pt idx="5772">
                  <c:v>9.4600189615164254E-2</c:v>
                </c:pt>
                <c:pt idx="5773">
                  <c:v>9.461010877855168E-2</c:v>
                </c:pt>
                <c:pt idx="5774">
                  <c:v>9.4620897171583118E-2</c:v>
                </c:pt>
                <c:pt idx="5775">
                  <c:v>9.4637201525908432E-2</c:v>
                </c:pt>
                <c:pt idx="5776">
                  <c:v>9.4638065912219502E-2</c:v>
                </c:pt>
                <c:pt idx="5777">
                  <c:v>9.4650228383160576E-2</c:v>
                </c:pt>
                <c:pt idx="5778">
                  <c:v>9.4660493743647059E-2</c:v>
                </c:pt>
                <c:pt idx="5779">
                  <c:v>9.4673207115475291E-2</c:v>
                </c:pt>
                <c:pt idx="5780">
                  <c:v>9.4698956438237017E-2</c:v>
                </c:pt>
                <c:pt idx="5781">
                  <c:v>9.4725237770184864E-2</c:v>
                </c:pt>
                <c:pt idx="5782">
                  <c:v>9.4726497595666703E-2</c:v>
                </c:pt>
                <c:pt idx="5783">
                  <c:v>9.4733940274053352E-2</c:v>
                </c:pt>
                <c:pt idx="5784">
                  <c:v>9.4734876430542778E-2</c:v>
                </c:pt>
                <c:pt idx="5785">
                  <c:v>9.4739779626703199E-2</c:v>
                </c:pt>
                <c:pt idx="5786">
                  <c:v>9.4741489248374111E-2</c:v>
                </c:pt>
                <c:pt idx="5787">
                  <c:v>9.476270523130316E-2</c:v>
                </c:pt>
                <c:pt idx="5788">
                  <c:v>9.477116863659063E-2</c:v>
                </c:pt>
                <c:pt idx="5789">
                  <c:v>9.4773777275584781E-2</c:v>
                </c:pt>
                <c:pt idx="5790">
                  <c:v>9.4780410280626129E-2</c:v>
                </c:pt>
                <c:pt idx="5791">
                  <c:v>9.4785033492872983E-2</c:v>
                </c:pt>
                <c:pt idx="5792">
                  <c:v>9.4798674932201496E-2</c:v>
                </c:pt>
                <c:pt idx="5793">
                  <c:v>9.481727078974421E-2</c:v>
                </c:pt>
                <c:pt idx="5794">
                  <c:v>9.4844123190471558E-2</c:v>
                </c:pt>
                <c:pt idx="5795">
                  <c:v>9.4869588647219269E-2</c:v>
                </c:pt>
                <c:pt idx="5796">
                  <c:v>9.4871730918069955E-2</c:v>
                </c:pt>
                <c:pt idx="5797">
                  <c:v>9.4881750047906374E-2</c:v>
                </c:pt>
                <c:pt idx="5798">
                  <c:v>9.4889232824216616E-2</c:v>
                </c:pt>
                <c:pt idx="5799">
                  <c:v>9.4890485475179032E-2</c:v>
                </c:pt>
                <c:pt idx="5800">
                  <c:v>9.4901734904892537E-2</c:v>
                </c:pt>
                <c:pt idx="5801">
                  <c:v>9.4904693093114986E-2</c:v>
                </c:pt>
                <c:pt idx="5802">
                  <c:v>9.4914812079984132E-2</c:v>
                </c:pt>
                <c:pt idx="5803">
                  <c:v>9.4917774789382667E-2</c:v>
                </c:pt>
                <c:pt idx="5804">
                  <c:v>9.4925384402068214E-2</c:v>
                </c:pt>
                <c:pt idx="5805">
                  <c:v>9.4938483231308712E-2</c:v>
                </c:pt>
                <c:pt idx="5806">
                  <c:v>9.494751940674033E-2</c:v>
                </c:pt>
                <c:pt idx="5807">
                  <c:v>9.4962654198370466E-2</c:v>
                </c:pt>
                <c:pt idx="5808">
                  <c:v>9.4963233526599036E-2</c:v>
                </c:pt>
                <c:pt idx="5809">
                  <c:v>9.4966952685872297E-2</c:v>
                </c:pt>
                <c:pt idx="5810">
                  <c:v>9.4970424577912896E-2</c:v>
                </c:pt>
                <c:pt idx="5811">
                  <c:v>9.4970761985335272E-2</c:v>
                </c:pt>
                <c:pt idx="5812">
                  <c:v>9.498651287874528E-2</c:v>
                </c:pt>
                <c:pt idx="5813">
                  <c:v>9.4992275871661314E-2</c:v>
                </c:pt>
                <c:pt idx="5814">
                  <c:v>9.4995027640481414E-2</c:v>
                </c:pt>
                <c:pt idx="5815">
                  <c:v>9.4996518489565668E-2</c:v>
                </c:pt>
                <c:pt idx="5816">
                  <c:v>9.5002299441143703E-2</c:v>
                </c:pt>
                <c:pt idx="5817">
                  <c:v>9.5006097988587349E-2</c:v>
                </c:pt>
                <c:pt idx="5818">
                  <c:v>9.5006839764024076E-2</c:v>
                </c:pt>
                <c:pt idx="5819">
                  <c:v>9.5011550833563829E-2</c:v>
                </c:pt>
                <c:pt idx="5820">
                  <c:v>9.5011727366485346E-2</c:v>
                </c:pt>
                <c:pt idx="5821">
                  <c:v>9.5011889612976089E-2</c:v>
                </c:pt>
                <c:pt idx="5822">
                  <c:v>9.5039266655302268E-2</c:v>
                </c:pt>
                <c:pt idx="5823">
                  <c:v>9.5057122948660339E-2</c:v>
                </c:pt>
                <c:pt idx="5824">
                  <c:v>9.5079237127513885E-2</c:v>
                </c:pt>
                <c:pt idx="5825">
                  <c:v>9.5089820028863445E-2</c:v>
                </c:pt>
                <c:pt idx="5826">
                  <c:v>9.5098540548062285E-2</c:v>
                </c:pt>
                <c:pt idx="5827">
                  <c:v>9.5098645709138493E-2</c:v>
                </c:pt>
                <c:pt idx="5828">
                  <c:v>9.5105053982599788E-2</c:v>
                </c:pt>
                <c:pt idx="5829">
                  <c:v>9.5105181062996605E-2</c:v>
                </c:pt>
                <c:pt idx="5830">
                  <c:v>9.5108757078203793E-2</c:v>
                </c:pt>
                <c:pt idx="5831">
                  <c:v>9.5117813921607661E-2</c:v>
                </c:pt>
                <c:pt idx="5832">
                  <c:v>9.5120199675060232E-2</c:v>
                </c:pt>
                <c:pt idx="5833">
                  <c:v>9.5129281237563312E-2</c:v>
                </c:pt>
                <c:pt idx="5834">
                  <c:v>9.5132645519756628E-2</c:v>
                </c:pt>
                <c:pt idx="5835">
                  <c:v>9.5138277348577008E-2</c:v>
                </c:pt>
                <c:pt idx="5836">
                  <c:v>9.5145431283406051E-2</c:v>
                </c:pt>
                <c:pt idx="5837">
                  <c:v>9.5149548364026337E-2</c:v>
                </c:pt>
                <c:pt idx="5838">
                  <c:v>9.5156517815447622E-2</c:v>
                </c:pt>
                <c:pt idx="5839">
                  <c:v>9.5195904697781303E-2</c:v>
                </c:pt>
                <c:pt idx="5840">
                  <c:v>9.5197400596962578E-2</c:v>
                </c:pt>
                <c:pt idx="5841">
                  <c:v>9.5211654256792261E-2</c:v>
                </c:pt>
                <c:pt idx="5842">
                  <c:v>9.521431410119599E-2</c:v>
                </c:pt>
                <c:pt idx="5843">
                  <c:v>9.522706947616838E-2</c:v>
                </c:pt>
                <c:pt idx="5844">
                  <c:v>9.523002287137923E-2</c:v>
                </c:pt>
                <c:pt idx="5845">
                  <c:v>9.5249480593836519E-2</c:v>
                </c:pt>
                <c:pt idx="5846">
                  <c:v>9.5262572096995832E-2</c:v>
                </c:pt>
                <c:pt idx="5847">
                  <c:v>9.5281575115628611E-2</c:v>
                </c:pt>
                <c:pt idx="5848">
                  <c:v>9.5292957933414274E-2</c:v>
                </c:pt>
                <c:pt idx="5849">
                  <c:v>9.5298654433756652E-2</c:v>
                </c:pt>
                <c:pt idx="5850">
                  <c:v>9.5304520712000268E-2</c:v>
                </c:pt>
                <c:pt idx="5851">
                  <c:v>9.5304684128109746E-2</c:v>
                </c:pt>
                <c:pt idx="5852">
                  <c:v>9.5308062934917975E-2</c:v>
                </c:pt>
                <c:pt idx="5853">
                  <c:v>9.5312933710237566E-2</c:v>
                </c:pt>
                <c:pt idx="5854">
                  <c:v>9.5332706653847646E-2</c:v>
                </c:pt>
                <c:pt idx="5855">
                  <c:v>9.5341050471022162E-2</c:v>
                </c:pt>
                <c:pt idx="5856">
                  <c:v>9.5349515744302948E-2</c:v>
                </c:pt>
                <c:pt idx="5857">
                  <c:v>9.5350277783866372E-2</c:v>
                </c:pt>
                <c:pt idx="5858">
                  <c:v>9.5350868252575369E-2</c:v>
                </c:pt>
                <c:pt idx="5859">
                  <c:v>9.5353663909704872E-2</c:v>
                </c:pt>
                <c:pt idx="5860">
                  <c:v>9.5376509265980972E-2</c:v>
                </c:pt>
                <c:pt idx="5861">
                  <c:v>9.5384986082755918E-2</c:v>
                </c:pt>
                <c:pt idx="5862">
                  <c:v>9.5404045369430562E-2</c:v>
                </c:pt>
                <c:pt idx="5863">
                  <c:v>9.5423354102413122E-2</c:v>
                </c:pt>
                <c:pt idx="5864">
                  <c:v>9.5433873143624143E-2</c:v>
                </c:pt>
                <c:pt idx="5865">
                  <c:v>9.5446776017849441E-2</c:v>
                </c:pt>
                <c:pt idx="5866">
                  <c:v>9.5474162645460353E-2</c:v>
                </c:pt>
                <c:pt idx="5867">
                  <c:v>9.548653088788886E-2</c:v>
                </c:pt>
                <c:pt idx="5868">
                  <c:v>9.5496349304837566E-2</c:v>
                </c:pt>
                <c:pt idx="5869">
                  <c:v>9.5512665053348988E-2</c:v>
                </c:pt>
                <c:pt idx="5870">
                  <c:v>9.5514555201081555E-2</c:v>
                </c:pt>
                <c:pt idx="5871">
                  <c:v>9.5516110661086159E-2</c:v>
                </c:pt>
                <c:pt idx="5872">
                  <c:v>9.5519632774319782E-2</c:v>
                </c:pt>
                <c:pt idx="5873">
                  <c:v>9.5546820287893922E-2</c:v>
                </c:pt>
                <c:pt idx="5874">
                  <c:v>9.5559424166949E-2</c:v>
                </c:pt>
                <c:pt idx="5875">
                  <c:v>9.5579789777678378E-2</c:v>
                </c:pt>
                <c:pt idx="5876">
                  <c:v>9.5590951619015777E-2</c:v>
                </c:pt>
                <c:pt idx="5877">
                  <c:v>9.559205340146322E-2</c:v>
                </c:pt>
                <c:pt idx="5878">
                  <c:v>9.5594274798132761E-2</c:v>
                </c:pt>
                <c:pt idx="5879">
                  <c:v>9.5596734851361317E-2</c:v>
                </c:pt>
                <c:pt idx="5880">
                  <c:v>9.5598778626728539E-2</c:v>
                </c:pt>
                <c:pt idx="5881">
                  <c:v>9.5600008940014372E-2</c:v>
                </c:pt>
                <c:pt idx="5882">
                  <c:v>9.5607512576976389E-2</c:v>
                </c:pt>
                <c:pt idx="5883">
                  <c:v>9.5622339573972093E-2</c:v>
                </c:pt>
                <c:pt idx="5884">
                  <c:v>9.5649143683303989E-2</c:v>
                </c:pt>
                <c:pt idx="5885">
                  <c:v>9.5657580743061299E-2</c:v>
                </c:pt>
                <c:pt idx="5886">
                  <c:v>9.5671846201523789E-2</c:v>
                </c:pt>
                <c:pt idx="5887">
                  <c:v>9.5689492844229632E-2</c:v>
                </c:pt>
                <c:pt idx="5888">
                  <c:v>9.5696434867499347E-2</c:v>
                </c:pt>
                <c:pt idx="5889">
                  <c:v>9.5698902872984923E-2</c:v>
                </c:pt>
                <c:pt idx="5890">
                  <c:v>9.5699416487327646E-2</c:v>
                </c:pt>
                <c:pt idx="5891">
                  <c:v>9.570083724182879E-2</c:v>
                </c:pt>
                <c:pt idx="5892">
                  <c:v>9.5717758893956076E-2</c:v>
                </c:pt>
                <c:pt idx="5893">
                  <c:v>9.5721584412931757E-2</c:v>
                </c:pt>
                <c:pt idx="5894">
                  <c:v>9.5727284064240192E-2</c:v>
                </c:pt>
                <c:pt idx="5895">
                  <c:v>9.5735982191848576E-2</c:v>
                </c:pt>
                <c:pt idx="5896">
                  <c:v>9.5738923773609347E-2</c:v>
                </c:pt>
                <c:pt idx="5897">
                  <c:v>9.5752278432644902E-2</c:v>
                </c:pt>
                <c:pt idx="5898">
                  <c:v>9.5753249010645872E-2</c:v>
                </c:pt>
                <c:pt idx="5899">
                  <c:v>9.5753321934203467E-2</c:v>
                </c:pt>
                <c:pt idx="5900">
                  <c:v>9.5762250580216729E-2</c:v>
                </c:pt>
                <c:pt idx="5901">
                  <c:v>9.5767577908750318E-2</c:v>
                </c:pt>
                <c:pt idx="5902">
                  <c:v>9.5812343715515114E-2</c:v>
                </c:pt>
                <c:pt idx="5903">
                  <c:v>9.583770189675217E-2</c:v>
                </c:pt>
                <c:pt idx="5904">
                  <c:v>9.5856683583050981E-2</c:v>
                </c:pt>
                <c:pt idx="5905">
                  <c:v>9.5857821684704483E-2</c:v>
                </c:pt>
                <c:pt idx="5906">
                  <c:v>9.5871251158398285E-2</c:v>
                </c:pt>
                <c:pt idx="5907">
                  <c:v>9.5875336475301345E-2</c:v>
                </c:pt>
                <c:pt idx="5908">
                  <c:v>9.5884444031526697E-2</c:v>
                </c:pt>
                <c:pt idx="5909">
                  <c:v>9.5886367277879428E-2</c:v>
                </c:pt>
                <c:pt idx="5910">
                  <c:v>9.5889260369840468E-2</c:v>
                </c:pt>
                <c:pt idx="5911">
                  <c:v>9.5890799615478167E-2</c:v>
                </c:pt>
                <c:pt idx="5912">
                  <c:v>9.5902292963036498E-2</c:v>
                </c:pt>
                <c:pt idx="5913">
                  <c:v>9.5909777608130506E-2</c:v>
                </c:pt>
                <c:pt idx="5914">
                  <c:v>9.5913298145459125E-2</c:v>
                </c:pt>
                <c:pt idx="5915">
                  <c:v>9.5917841842014837E-2</c:v>
                </c:pt>
                <c:pt idx="5916">
                  <c:v>9.5927063030674456E-2</c:v>
                </c:pt>
                <c:pt idx="5917">
                  <c:v>9.5930759789164599E-2</c:v>
                </c:pt>
                <c:pt idx="5918">
                  <c:v>9.5961344284619512E-2</c:v>
                </c:pt>
                <c:pt idx="5919">
                  <c:v>9.6014042791373252E-2</c:v>
                </c:pt>
                <c:pt idx="5920">
                  <c:v>9.6017478135407272E-2</c:v>
                </c:pt>
                <c:pt idx="5921">
                  <c:v>9.6034006921018975E-2</c:v>
                </c:pt>
                <c:pt idx="5922">
                  <c:v>9.6047840335167514E-2</c:v>
                </c:pt>
                <c:pt idx="5923">
                  <c:v>9.606339213098114E-2</c:v>
                </c:pt>
                <c:pt idx="5924">
                  <c:v>9.6074605588883977E-2</c:v>
                </c:pt>
                <c:pt idx="5925">
                  <c:v>9.6076827946849741E-2</c:v>
                </c:pt>
                <c:pt idx="5926">
                  <c:v>9.6091577995529059E-2</c:v>
                </c:pt>
                <c:pt idx="5927">
                  <c:v>9.6094613319420111E-2</c:v>
                </c:pt>
                <c:pt idx="5928">
                  <c:v>9.6095772483910505E-2</c:v>
                </c:pt>
                <c:pt idx="5929">
                  <c:v>9.6112671678346029E-2</c:v>
                </c:pt>
                <c:pt idx="5930">
                  <c:v>9.6135059567742376E-2</c:v>
                </c:pt>
                <c:pt idx="5931">
                  <c:v>9.6139767055036449E-2</c:v>
                </c:pt>
                <c:pt idx="5932">
                  <c:v>9.615684896372112E-2</c:v>
                </c:pt>
                <c:pt idx="5933">
                  <c:v>9.6160319737164379E-2</c:v>
                </c:pt>
                <c:pt idx="5934">
                  <c:v>9.6167790547217774E-2</c:v>
                </c:pt>
                <c:pt idx="5935">
                  <c:v>9.6168624192659743E-2</c:v>
                </c:pt>
                <c:pt idx="5936">
                  <c:v>9.6174027993686545E-2</c:v>
                </c:pt>
                <c:pt idx="5937">
                  <c:v>9.6177652317163465E-2</c:v>
                </c:pt>
                <c:pt idx="5938">
                  <c:v>9.6206163153349969E-2</c:v>
                </c:pt>
                <c:pt idx="5939">
                  <c:v>9.6206459232623651E-2</c:v>
                </c:pt>
                <c:pt idx="5940">
                  <c:v>9.6211345257646186E-2</c:v>
                </c:pt>
                <c:pt idx="5941">
                  <c:v>9.6252101864790801E-2</c:v>
                </c:pt>
                <c:pt idx="5942">
                  <c:v>9.6292077255302838E-2</c:v>
                </c:pt>
                <c:pt idx="5943">
                  <c:v>9.6292691441609457E-2</c:v>
                </c:pt>
                <c:pt idx="5944">
                  <c:v>9.62974468345065E-2</c:v>
                </c:pt>
                <c:pt idx="5945">
                  <c:v>9.6315057275674257E-2</c:v>
                </c:pt>
                <c:pt idx="5946">
                  <c:v>9.6315240519965831E-2</c:v>
                </c:pt>
                <c:pt idx="5947">
                  <c:v>9.6315590367106671E-2</c:v>
                </c:pt>
                <c:pt idx="5948">
                  <c:v>9.631886056434881E-2</c:v>
                </c:pt>
                <c:pt idx="5949">
                  <c:v>9.6320941501354659E-2</c:v>
                </c:pt>
                <c:pt idx="5950">
                  <c:v>9.6326417844404683E-2</c:v>
                </c:pt>
                <c:pt idx="5951">
                  <c:v>9.6330949641462327E-2</c:v>
                </c:pt>
                <c:pt idx="5952">
                  <c:v>9.6332423891916499E-2</c:v>
                </c:pt>
                <c:pt idx="5953">
                  <c:v>9.6343255364674377E-2</c:v>
                </c:pt>
                <c:pt idx="5954">
                  <c:v>9.6345663636335607E-2</c:v>
                </c:pt>
                <c:pt idx="5955">
                  <c:v>9.6351186167425537E-2</c:v>
                </c:pt>
                <c:pt idx="5956">
                  <c:v>9.6358374535326377E-2</c:v>
                </c:pt>
                <c:pt idx="5957">
                  <c:v>9.6367789771205553E-2</c:v>
                </c:pt>
                <c:pt idx="5958">
                  <c:v>9.6367923280605561E-2</c:v>
                </c:pt>
                <c:pt idx="5959">
                  <c:v>9.636995707494711E-2</c:v>
                </c:pt>
                <c:pt idx="5960">
                  <c:v>9.6377015774835664E-2</c:v>
                </c:pt>
                <c:pt idx="5961">
                  <c:v>9.6396508384501076E-2</c:v>
                </c:pt>
                <c:pt idx="5962">
                  <c:v>9.6400266962628184E-2</c:v>
                </c:pt>
                <c:pt idx="5963">
                  <c:v>9.6402463604780095E-2</c:v>
                </c:pt>
                <c:pt idx="5964">
                  <c:v>9.6411312463394197E-2</c:v>
                </c:pt>
                <c:pt idx="5965">
                  <c:v>9.6432157962611634E-2</c:v>
                </c:pt>
                <c:pt idx="5966">
                  <c:v>9.6432365017201135E-2</c:v>
                </c:pt>
                <c:pt idx="5967">
                  <c:v>9.6433968181335469E-2</c:v>
                </c:pt>
                <c:pt idx="5968">
                  <c:v>9.6451835922612583E-2</c:v>
                </c:pt>
                <c:pt idx="5969">
                  <c:v>9.6461215139316492E-2</c:v>
                </c:pt>
                <c:pt idx="5970">
                  <c:v>9.6470648070394599E-2</c:v>
                </c:pt>
                <c:pt idx="5971">
                  <c:v>9.6472390105400443E-2</c:v>
                </c:pt>
                <c:pt idx="5972">
                  <c:v>9.649192043337404E-2</c:v>
                </c:pt>
                <c:pt idx="5973">
                  <c:v>9.6502521641735325E-2</c:v>
                </c:pt>
                <c:pt idx="5974">
                  <c:v>9.6507552117408288E-2</c:v>
                </c:pt>
                <c:pt idx="5975">
                  <c:v>9.6508271580651991E-2</c:v>
                </c:pt>
                <c:pt idx="5976">
                  <c:v>9.6510867358484728E-2</c:v>
                </c:pt>
                <c:pt idx="5977">
                  <c:v>9.6513873020111496E-2</c:v>
                </c:pt>
                <c:pt idx="5978">
                  <c:v>9.6528003430455978E-2</c:v>
                </c:pt>
                <c:pt idx="5979">
                  <c:v>9.65487307517265E-2</c:v>
                </c:pt>
                <c:pt idx="5980">
                  <c:v>9.6548795908876925E-2</c:v>
                </c:pt>
                <c:pt idx="5981">
                  <c:v>9.65614005843696E-2</c:v>
                </c:pt>
                <c:pt idx="5982">
                  <c:v>9.6569127853087286E-2</c:v>
                </c:pt>
                <c:pt idx="5983">
                  <c:v>9.6580237732253216E-2</c:v>
                </c:pt>
                <c:pt idx="5984">
                  <c:v>9.6582168156678333E-2</c:v>
                </c:pt>
                <c:pt idx="5985">
                  <c:v>9.6586748061506342E-2</c:v>
                </c:pt>
                <c:pt idx="5986">
                  <c:v>9.6590743062164863E-2</c:v>
                </c:pt>
                <c:pt idx="5987">
                  <c:v>9.6594321382820675E-2</c:v>
                </c:pt>
                <c:pt idx="5988">
                  <c:v>9.6602999054168803E-2</c:v>
                </c:pt>
                <c:pt idx="5989">
                  <c:v>9.6606875748076415E-2</c:v>
                </c:pt>
                <c:pt idx="5990">
                  <c:v>9.6608276172014756E-2</c:v>
                </c:pt>
                <c:pt idx="5991">
                  <c:v>9.6615394928402668E-2</c:v>
                </c:pt>
                <c:pt idx="5992">
                  <c:v>9.6621780549818959E-2</c:v>
                </c:pt>
                <c:pt idx="5993">
                  <c:v>9.6642235372809707E-2</c:v>
                </c:pt>
                <c:pt idx="5994">
                  <c:v>9.6652240577403237E-2</c:v>
                </c:pt>
                <c:pt idx="5995">
                  <c:v>9.6658916384774862E-2</c:v>
                </c:pt>
                <c:pt idx="5996">
                  <c:v>9.666172904226901E-2</c:v>
                </c:pt>
                <c:pt idx="5997">
                  <c:v>9.6667485894139746E-2</c:v>
                </c:pt>
                <c:pt idx="5998">
                  <c:v>9.667086978061179E-2</c:v>
                </c:pt>
                <c:pt idx="5999">
                  <c:v>9.6677952400258088E-2</c:v>
                </c:pt>
                <c:pt idx="6000">
                  <c:v>9.6684778591152168E-2</c:v>
                </c:pt>
                <c:pt idx="6001">
                  <c:v>9.6702608799528189E-2</c:v>
                </c:pt>
                <c:pt idx="6002">
                  <c:v>9.6712716705167068E-2</c:v>
                </c:pt>
                <c:pt idx="6003">
                  <c:v>9.6713015250079026E-2</c:v>
                </c:pt>
                <c:pt idx="6004">
                  <c:v>9.6713968969230596E-2</c:v>
                </c:pt>
                <c:pt idx="6005">
                  <c:v>9.6715847689679654E-2</c:v>
                </c:pt>
                <c:pt idx="6006">
                  <c:v>9.6718065238972445E-2</c:v>
                </c:pt>
                <c:pt idx="6007">
                  <c:v>9.6720221522733157E-2</c:v>
                </c:pt>
                <c:pt idx="6008">
                  <c:v>9.6726266101032327E-2</c:v>
                </c:pt>
                <c:pt idx="6009">
                  <c:v>9.6731690556703998E-2</c:v>
                </c:pt>
                <c:pt idx="6010">
                  <c:v>9.6774266350037386E-2</c:v>
                </c:pt>
                <c:pt idx="6011">
                  <c:v>9.6783803856200598E-2</c:v>
                </c:pt>
                <c:pt idx="6012">
                  <c:v>9.6785215503435926E-2</c:v>
                </c:pt>
                <c:pt idx="6013">
                  <c:v>9.6795421212232752E-2</c:v>
                </c:pt>
                <c:pt idx="6014">
                  <c:v>9.6800003039350199E-2</c:v>
                </c:pt>
                <c:pt idx="6015">
                  <c:v>9.6800737200755119E-2</c:v>
                </c:pt>
                <c:pt idx="6016">
                  <c:v>9.6801703818079621E-2</c:v>
                </c:pt>
                <c:pt idx="6017">
                  <c:v>9.6804320976024691E-2</c:v>
                </c:pt>
                <c:pt idx="6018">
                  <c:v>9.6804721704149166E-2</c:v>
                </c:pt>
                <c:pt idx="6019">
                  <c:v>9.6805746965981557E-2</c:v>
                </c:pt>
                <c:pt idx="6020">
                  <c:v>9.6825249537994748E-2</c:v>
                </c:pt>
                <c:pt idx="6021">
                  <c:v>9.6830468582300003E-2</c:v>
                </c:pt>
                <c:pt idx="6022">
                  <c:v>9.6840510080983364E-2</c:v>
                </c:pt>
                <c:pt idx="6023">
                  <c:v>9.6842263266057715E-2</c:v>
                </c:pt>
                <c:pt idx="6024">
                  <c:v>9.684898084807371E-2</c:v>
                </c:pt>
                <c:pt idx="6025">
                  <c:v>9.6862731398665053E-2</c:v>
                </c:pt>
                <c:pt idx="6026">
                  <c:v>9.6891808341588906E-2</c:v>
                </c:pt>
                <c:pt idx="6027">
                  <c:v>9.6892677119639489E-2</c:v>
                </c:pt>
                <c:pt idx="6028">
                  <c:v>9.689278993050647E-2</c:v>
                </c:pt>
                <c:pt idx="6029">
                  <c:v>9.6894755050263251E-2</c:v>
                </c:pt>
                <c:pt idx="6030">
                  <c:v>9.691156253798773E-2</c:v>
                </c:pt>
                <c:pt idx="6031">
                  <c:v>9.6913252137851416E-2</c:v>
                </c:pt>
                <c:pt idx="6032">
                  <c:v>9.6923837016346895E-2</c:v>
                </c:pt>
                <c:pt idx="6033">
                  <c:v>9.6939518620724766E-2</c:v>
                </c:pt>
                <c:pt idx="6034">
                  <c:v>9.6950649263163782E-2</c:v>
                </c:pt>
                <c:pt idx="6035">
                  <c:v>9.6952284264714639E-2</c:v>
                </c:pt>
                <c:pt idx="6036">
                  <c:v>9.6972959975749923E-2</c:v>
                </c:pt>
                <c:pt idx="6037">
                  <c:v>9.6979116358002229E-2</c:v>
                </c:pt>
                <c:pt idx="6038">
                  <c:v>9.6982360826410055E-2</c:v>
                </c:pt>
                <c:pt idx="6039">
                  <c:v>9.6995292498091162E-2</c:v>
                </c:pt>
                <c:pt idx="6040">
                  <c:v>9.6997542922313551E-2</c:v>
                </c:pt>
                <c:pt idx="6041">
                  <c:v>9.7000118112623365E-2</c:v>
                </c:pt>
                <c:pt idx="6042">
                  <c:v>9.7014615913087951E-2</c:v>
                </c:pt>
                <c:pt idx="6043">
                  <c:v>9.7024270553002848E-2</c:v>
                </c:pt>
                <c:pt idx="6044">
                  <c:v>9.7036409889766778E-2</c:v>
                </c:pt>
                <c:pt idx="6045">
                  <c:v>9.703854714346731E-2</c:v>
                </c:pt>
                <c:pt idx="6046">
                  <c:v>9.7039959684858373E-2</c:v>
                </c:pt>
                <c:pt idx="6047">
                  <c:v>9.704629219494014E-2</c:v>
                </c:pt>
                <c:pt idx="6048">
                  <c:v>9.7046751707754245E-2</c:v>
                </c:pt>
                <c:pt idx="6049">
                  <c:v>9.7046802721989761E-2</c:v>
                </c:pt>
                <c:pt idx="6050">
                  <c:v>9.7059404042126068E-2</c:v>
                </c:pt>
                <c:pt idx="6051">
                  <c:v>9.7060728473708668E-2</c:v>
                </c:pt>
                <c:pt idx="6052">
                  <c:v>9.7061028253014089E-2</c:v>
                </c:pt>
                <c:pt idx="6053">
                  <c:v>9.706320213210437E-2</c:v>
                </c:pt>
                <c:pt idx="6054">
                  <c:v>9.7063454198396806E-2</c:v>
                </c:pt>
                <c:pt idx="6055">
                  <c:v>9.7083167159048786E-2</c:v>
                </c:pt>
                <c:pt idx="6056">
                  <c:v>9.7083573754526087E-2</c:v>
                </c:pt>
                <c:pt idx="6057">
                  <c:v>9.7102264341475217E-2</c:v>
                </c:pt>
                <c:pt idx="6058">
                  <c:v>9.7102612237462638E-2</c:v>
                </c:pt>
                <c:pt idx="6059">
                  <c:v>9.7104431995678711E-2</c:v>
                </c:pt>
                <c:pt idx="6060">
                  <c:v>9.7109707924012828E-2</c:v>
                </c:pt>
                <c:pt idx="6061">
                  <c:v>9.7112131646268696E-2</c:v>
                </c:pt>
                <c:pt idx="6062">
                  <c:v>9.7132124245277118E-2</c:v>
                </c:pt>
                <c:pt idx="6063">
                  <c:v>9.7142663530413217E-2</c:v>
                </c:pt>
                <c:pt idx="6064">
                  <c:v>9.7153898804617458E-2</c:v>
                </c:pt>
                <c:pt idx="6065">
                  <c:v>9.7167059160967961E-2</c:v>
                </c:pt>
                <c:pt idx="6066">
                  <c:v>9.7168099324660709E-2</c:v>
                </c:pt>
                <c:pt idx="6067">
                  <c:v>9.7171599436205389E-2</c:v>
                </c:pt>
                <c:pt idx="6068">
                  <c:v>9.7175395224621125E-2</c:v>
                </c:pt>
                <c:pt idx="6069">
                  <c:v>9.7177638544374195E-2</c:v>
                </c:pt>
                <c:pt idx="6070">
                  <c:v>9.7179600304696828E-2</c:v>
                </c:pt>
                <c:pt idx="6071">
                  <c:v>9.7181491663434191E-2</c:v>
                </c:pt>
                <c:pt idx="6072">
                  <c:v>9.7185199401694108E-2</c:v>
                </c:pt>
                <c:pt idx="6073">
                  <c:v>9.7195738926239339E-2</c:v>
                </c:pt>
                <c:pt idx="6074">
                  <c:v>9.7211868940512508E-2</c:v>
                </c:pt>
                <c:pt idx="6075">
                  <c:v>9.7228666353667226E-2</c:v>
                </c:pt>
                <c:pt idx="6076">
                  <c:v>9.723363122161581E-2</c:v>
                </c:pt>
                <c:pt idx="6077">
                  <c:v>9.7235419117562907E-2</c:v>
                </c:pt>
                <c:pt idx="6078">
                  <c:v>9.7239647565174725E-2</c:v>
                </c:pt>
                <c:pt idx="6079">
                  <c:v>9.7244130888693853E-2</c:v>
                </c:pt>
                <c:pt idx="6080">
                  <c:v>9.7254282131141914E-2</c:v>
                </c:pt>
                <c:pt idx="6081">
                  <c:v>9.7256972742008202E-2</c:v>
                </c:pt>
                <c:pt idx="6082">
                  <c:v>9.7270663763416407E-2</c:v>
                </c:pt>
                <c:pt idx="6083">
                  <c:v>9.7282525006152129E-2</c:v>
                </c:pt>
                <c:pt idx="6084">
                  <c:v>9.7287240588792678E-2</c:v>
                </c:pt>
                <c:pt idx="6085">
                  <c:v>9.7295048028347944E-2</c:v>
                </c:pt>
                <c:pt idx="6086">
                  <c:v>9.7306035283705433E-2</c:v>
                </c:pt>
                <c:pt idx="6087">
                  <c:v>9.7306460054284741E-2</c:v>
                </c:pt>
                <c:pt idx="6088">
                  <c:v>9.7308268329412875E-2</c:v>
                </c:pt>
                <c:pt idx="6089">
                  <c:v>9.7312099480337672E-2</c:v>
                </c:pt>
                <c:pt idx="6090">
                  <c:v>9.7319702571872516E-2</c:v>
                </c:pt>
                <c:pt idx="6091">
                  <c:v>9.732202437737271E-2</c:v>
                </c:pt>
                <c:pt idx="6092">
                  <c:v>9.7336765341764941E-2</c:v>
                </c:pt>
                <c:pt idx="6093">
                  <c:v>9.7346447525244198E-2</c:v>
                </c:pt>
                <c:pt idx="6094">
                  <c:v>9.734674215357926E-2</c:v>
                </c:pt>
                <c:pt idx="6095">
                  <c:v>9.7359990910418484E-2</c:v>
                </c:pt>
                <c:pt idx="6096">
                  <c:v>9.7364646423493309E-2</c:v>
                </c:pt>
                <c:pt idx="6097">
                  <c:v>9.7381228738544892E-2</c:v>
                </c:pt>
                <c:pt idx="6098">
                  <c:v>9.7395434163710826E-2</c:v>
                </c:pt>
                <c:pt idx="6099">
                  <c:v>9.7396822935729196E-2</c:v>
                </c:pt>
                <c:pt idx="6100">
                  <c:v>9.7405968377688293E-2</c:v>
                </c:pt>
                <c:pt idx="6101">
                  <c:v>9.7409010228752757E-2</c:v>
                </c:pt>
                <c:pt idx="6102">
                  <c:v>9.7431240410818784E-2</c:v>
                </c:pt>
                <c:pt idx="6103">
                  <c:v>9.7443301038837485E-2</c:v>
                </c:pt>
                <c:pt idx="6104">
                  <c:v>9.7448252400680363E-2</c:v>
                </c:pt>
                <c:pt idx="6105">
                  <c:v>9.7449830051040687E-2</c:v>
                </c:pt>
                <c:pt idx="6106">
                  <c:v>9.7507171058176273E-2</c:v>
                </c:pt>
                <c:pt idx="6107">
                  <c:v>9.7511083521348282E-2</c:v>
                </c:pt>
                <c:pt idx="6108">
                  <c:v>9.7522086918854292E-2</c:v>
                </c:pt>
                <c:pt idx="6109">
                  <c:v>9.7541293182279762E-2</c:v>
                </c:pt>
                <c:pt idx="6110">
                  <c:v>9.7555236132217227E-2</c:v>
                </c:pt>
                <c:pt idx="6111">
                  <c:v>9.7567125101695865E-2</c:v>
                </c:pt>
                <c:pt idx="6112">
                  <c:v>9.7574451595846101E-2</c:v>
                </c:pt>
                <c:pt idx="6113">
                  <c:v>9.7586934467081235E-2</c:v>
                </c:pt>
                <c:pt idx="6114">
                  <c:v>9.7586950173553205E-2</c:v>
                </c:pt>
                <c:pt idx="6115">
                  <c:v>9.7597936454865877E-2</c:v>
                </c:pt>
                <c:pt idx="6116">
                  <c:v>9.7605882727306817E-2</c:v>
                </c:pt>
                <c:pt idx="6117">
                  <c:v>9.7606096313252552E-2</c:v>
                </c:pt>
                <c:pt idx="6118">
                  <c:v>9.7606500291159679E-2</c:v>
                </c:pt>
                <c:pt idx="6119">
                  <c:v>9.7609379010224012E-2</c:v>
                </c:pt>
                <c:pt idx="6120">
                  <c:v>9.7619770149213955E-2</c:v>
                </c:pt>
                <c:pt idx="6121">
                  <c:v>9.7625461272360048E-2</c:v>
                </c:pt>
                <c:pt idx="6122">
                  <c:v>9.7634026829013176E-2</c:v>
                </c:pt>
                <c:pt idx="6123">
                  <c:v>9.7636135488702078E-2</c:v>
                </c:pt>
                <c:pt idx="6124">
                  <c:v>9.7640610515204979E-2</c:v>
                </c:pt>
                <c:pt idx="6125">
                  <c:v>9.7648064498240955E-2</c:v>
                </c:pt>
                <c:pt idx="6126">
                  <c:v>9.7650414957974288E-2</c:v>
                </c:pt>
                <c:pt idx="6127">
                  <c:v>9.7665850612147109E-2</c:v>
                </c:pt>
                <c:pt idx="6128">
                  <c:v>9.7669548135181888E-2</c:v>
                </c:pt>
                <c:pt idx="6129">
                  <c:v>9.7675385724888361E-2</c:v>
                </c:pt>
                <c:pt idx="6130">
                  <c:v>9.7675713715658974E-2</c:v>
                </c:pt>
                <c:pt idx="6131">
                  <c:v>9.7686297241621214E-2</c:v>
                </c:pt>
                <c:pt idx="6132">
                  <c:v>9.7687554173165644E-2</c:v>
                </c:pt>
                <c:pt idx="6133">
                  <c:v>9.771129820644231E-2</c:v>
                </c:pt>
                <c:pt idx="6134">
                  <c:v>9.7759915668696726E-2</c:v>
                </c:pt>
                <c:pt idx="6135">
                  <c:v>9.7773246501909855E-2</c:v>
                </c:pt>
                <c:pt idx="6136">
                  <c:v>9.7778435581722056E-2</c:v>
                </c:pt>
                <c:pt idx="6137">
                  <c:v>9.7791846494129989E-2</c:v>
                </c:pt>
                <c:pt idx="6138">
                  <c:v>9.7793185011162825E-2</c:v>
                </c:pt>
                <c:pt idx="6139">
                  <c:v>9.7796530456262354E-2</c:v>
                </c:pt>
                <c:pt idx="6140">
                  <c:v>9.7804579761653201E-2</c:v>
                </c:pt>
                <c:pt idx="6141">
                  <c:v>9.7808661304501637E-2</c:v>
                </c:pt>
                <c:pt idx="6142">
                  <c:v>9.7820653584580308E-2</c:v>
                </c:pt>
                <c:pt idx="6143">
                  <c:v>9.7825023547012738E-2</c:v>
                </c:pt>
                <c:pt idx="6144">
                  <c:v>9.7832546750752189E-2</c:v>
                </c:pt>
                <c:pt idx="6145">
                  <c:v>9.784148278928799E-2</c:v>
                </c:pt>
                <c:pt idx="6146">
                  <c:v>9.7847148005325874E-2</c:v>
                </c:pt>
                <c:pt idx="6147">
                  <c:v>9.7849257563996289E-2</c:v>
                </c:pt>
                <c:pt idx="6148">
                  <c:v>9.7858654175438334E-2</c:v>
                </c:pt>
                <c:pt idx="6149">
                  <c:v>9.7859199984942746E-2</c:v>
                </c:pt>
                <c:pt idx="6150">
                  <c:v>9.7859362956583762E-2</c:v>
                </c:pt>
                <c:pt idx="6151">
                  <c:v>9.7884887964579476E-2</c:v>
                </c:pt>
                <c:pt idx="6152">
                  <c:v>9.7893373554814769E-2</c:v>
                </c:pt>
                <c:pt idx="6153">
                  <c:v>9.7901830573372428E-2</c:v>
                </c:pt>
                <c:pt idx="6154">
                  <c:v>9.7904346124582292E-2</c:v>
                </c:pt>
                <c:pt idx="6155">
                  <c:v>9.79099900664646E-2</c:v>
                </c:pt>
                <c:pt idx="6156">
                  <c:v>9.7927297630676396E-2</c:v>
                </c:pt>
                <c:pt idx="6157">
                  <c:v>9.7936856029992567E-2</c:v>
                </c:pt>
                <c:pt idx="6158">
                  <c:v>9.7954426920938864E-2</c:v>
                </c:pt>
                <c:pt idx="6159">
                  <c:v>9.7964103686157392E-2</c:v>
                </c:pt>
                <c:pt idx="6160">
                  <c:v>9.7967193276520578E-2</c:v>
                </c:pt>
                <c:pt idx="6161">
                  <c:v>9.7967636411351797E-2</c:v>
                </c:pt>
                <c:pt idx="6162">
                  <c:v>9.7971297231755017E-2</c:v>
                </c:pt>
                <c:pt idx="6163">
                  <c:v>9.7985770240035311E-2</c:v>
                </c:pt>
                <c:pt idx="6164">
                  <c:v>9.7986198220104639E-2</c:v>
                </c:pt>
                <c:pt idx="6165">
                  <c:v>9.7988044496237853E-2</c:v>
                </c:pt>
                <c:pt idx="6166">
                  <c:v>9.8001584350414103E-2</c:v>
                </c:pt>
                <c:pt idx="6167">
                  <c:v>9.8004634689000003E-2</c:v>
                </c:pt>
                <c:pt idx="6168">
                  <c:v>9.8005904925571055E-2</c:v>
                </c:pt>
                <c:pt idx="6169">
                  <c:v>9.8028618617829494E-2</c:v>
                </c:pt>
                <c:pt idx="6170">
                  <c:v>9.8028865915166921E-2</c:v>
                </c:pt>
                <c:pt idx="6171">
                  <c:v>9.8040573534571698E-2</c:v>
                </c:pt>
                <c:pt idx="6172">
                  <c:v>9.804155170087718E-2</c:v>
                </c:pt>
                <c:pt idx="6173">
                  <c:v>9.8045691408446697E-2</c:v>
                </c:pt>
                <c:pt idx="6174">
                  <c:v>9.8046817314550741E-2</c:v>
                </c:pt>
                <c:pt idx="6175">
                  <c:v>9.8053950391873965E-2</c:v>
                </c:pt>
                <c:pt idx="6176">
                  <c:v>9.8076129637541837E-2</c:v>
                </c:pt>
                <c:pt idx="6177">
                  <c:v>9.8097984692485193E-2</c:v>
                </c:pt>
                <c:pt idx="6178">
                  <c:v>9.811775369083349E-2</c:v>
                </c:pt>
                <c:pt idx="6179">
                  <c:v>9.8130577797807234E-2</c:v>
                </c:pt>
                <c:pt idx="6180">
                  <c:v>9.8134294121693E-2</c:v>
                </c:pt>
                <c:pt idx="6181">
                  <c:v>9.8137906274098366E-2</c:v>
                </c:pt>
                <c:pt idx="6182">
                  <c:v>9.813861009641632E-2</c:v>
                </c:pt>
                <c:pt idx="6183">
                  <c:v>9.8144603267317804E-2</c:v>
                </c:pt>
                <c:pt idx="6184">
                  <c:v>9.8162908010773819E-2</c:v>
                </c:pt>
                <c:pt idx="6185">
                  <c:v>9.8177246947194721E-2</c:v>
                </c:pt>
                <c:pt idx="6186">
                  <c:v>9.818010535962117E-2</c:v>
                </c:pt>
                <c:pt idx="6187">
                  <c:v>9.8182539950434924E-2</c:v>
                </c:pt>
                <c:pt idx="6188">
                  <c:v>9.8202366503482214E-2</c:v>
                </c:pt>
                <c:pt idx="6189">
                  <c:v>9.8203666068894191E-2</c:v>
                </c:pt>
                <c:pt idx="6190">
                  <c:v>9.822562435971878E-2</c:v>
                </c:pt>
                <c:pt idx="6191">
                  <c:v>9.8232616393340383E-2</c:v>
                </c:pt>
                <c:pt idx="6192">
                  <c:v>9.8243025140107063E-2</c:v>
                </c:pt>
                <c:pt idx="6193">
                  <c:v>9.8249230398457621E-2</c:v>
                </c:pt>
                <c:pt idx="6194">
                  <c:v>9.825707885206944E-2</c:v>
                </c:pt>
                <c:pt idx="6195">
                  <c:v>9.8266204339520269E-2</c:v>
                </c:pt>
                <c:pt idx="6196">
                  <c:v>9.8275845676326523E-2</c:v>
                </c:pt>
                <c:pt idx="6197">
                  <c:v>9.8300557001157168E-2</c:v>
                </c:pt>
                <c:pt idx="6198">
                  <c:v>9.8310122527630203E-2</c:v>
                </c:pt>
                <c:pt idx="6199">
                  <c:v>9.8371917604768364E-2</c:v>
                </c:pt>
                <c:pt idx="6200">
                  <c:v>9.8372915674389633E-2</c:v>
                </c:pt>
                <c:pt idx="6201">
                  <c:v>9.8375571067993953E-2</c:v>
                </c:pt>
                <c:pt idx="6202">
                  <c:v>9.8407290324407939E-2</c:v>
                </c:pt>
                <c:pt idx="6203">
                  <c:v>9.8429623726701027E-2</c:v>
                </c:pt>
                <c:pt idx="6204">
                  <c:v>9.8449410132053147E-2</c:v>
                </c:pt>
                <c:pt idx="6205">
                  <c:v>9.8456943116259216E-2</c:v>
                </c:pt>
                <c:pt idx="6206">
                  <c:v>9.8476393316080796E-2</c:v>
                </c:pt>
                <c:pt idx="6207">
                  <c:v>9.8507203475380042E-2</c:v>
                </c:pt>
                <c:pt idx="6208">
                  <c:v>9.8526844814323486E-2</c:v>
                </c:pt>
                <c:pt idx="6209">
                  <c:v>9.8530020297941237E-2</c:v>
                </c:pt>
                <c:pt idx="6210">
                  <c:v>9.8533430096916202E-2</c:v>
                </c:pt>
                <c:pt idx="6211">
                  <c:v>9.8547870892763761E-2</c:v>
                </c:pt>
                <c:pt idx="6212">
                  <c:v>9.8548332390246407E-2</c:v>
                </c:pt>
                <c:pt idx="6213">
                  <c:v>9.8550545684841048E-2</c:v>
                </c:pt>
                <c:pt idx="6214">
                  <c:v>9.85509431809308E-2</c:v>
                </c:pt>
                <c:pt idx="6215">
                  <c:v>9.8571743867509193E-2</c:v>
                </c:pt>
                <c:pt idx="6216">
                  <c:v>9.8577909777707334E-2</c:v>
                </c:pt>
                <c:pt idx="6217">
                  <c:v>9.8596443309883194E-2</c:v>
                </c:pt>
                <c:pt idx="6218">
                  <c:v>9.8597129586912122E-2</c:v>
                </c:pt>
                <c:pt idx="6219">
                  <c:v>9.8599907269655521E-2</c:v>
                </c:pt>
                <c:pt idx="6220">
                  <c:v>9.8600685984283246E-2</c:v>
                </c:pt>
                <c:pt idx="6221">
                  <c:v>9.8628353870496704E-2</c:v>
                </c:pt>
                <c:pt idx="6222">
                  <c:v>9.8635379572641027E-2</c:v>
                </c:pt>
                <c:pt idx="6223">
                  <c:v>9.8647196068497936E-2</c:v>
                </c:pt>
                <c:pt idx="6224">
                  <c:v>9.8650445747850257E-2</c:v>
                </c:pt>
                <c:pt idx="6225">
                  <c:v>9.8673485806341013E-2</c:v>
                </c:pt>
                <c:pt idx="6226">
                  <c:v>9.8680003008618344E-2</c:v>
                </c:pt>
                <c:pt idx="6227">
                  <c:v>9.8690237507376224E-2</c:v>
                </c:pt>
                <c:pt idx="6228">
                  <c:v>9.8720881942942901E-2</c:v>
                </c:pt>
                <c:pt idx="6229">
                  <c:v>9.8730258472426238E-2</c:v>
                </c:pt>
                <c:pt idx="6230">
                  <c:v>9.8732499841331839E-2</c:v>
                </c:pt>
                <c:pt idx="6231">
                  <c:v>9.8737723040946579E-2</c:v>
                </c:pt>
                <c:pt idx="6232">
                  <c:v>9.8743858854781916E-2</c:v>
                </c:pt>
                <c:pt idx="6233">
                  <c:v>9.8762055788937292E-2</c:v>
                </c:pt>
                <c:pt idx="6234">
                  <c:v>9.8786869759663595E-2</c:v>
                </c:pt>
                <c:pt idx="6235">
                  <c:v>9.878961451779987E-2</c:v>
                </c:pt>
                <c:pt idx="6236">
                  <c:v>9.8794677000095921E-2</c:v>
                </c:pt>
                <c:pt idx="6237">
                  <c:v>9.8853670086701956E-2</c:v>
                </c:pt>
                <c:pt idx="6238">
                  <c:v>9.8865353930305142E-2</c:v>
                </c:pt>
                <c:pt idx="6239">
                  <c:v>9.8875142875830838E-2</c:v>
                </c:pt>
                <c:pt idx="6240">
                  <c:v>9.8877534917039572E-2</c:v>
                </c:pt>
                <c:pt idx="6241">
                  <c:v>9.8885209799988327E-2</c:v>
                </c:pt>
                <c:pt idx="6242">
                  <c:v>9.8886291243099653E-2</c:v>
                </c:pt>
                <c:pt idx="6243">
                  <c:v>9.8895533640595862E-2</c:v>
                </c:pt>
                <c:pt idx="6244">
                  <c:v>9.8895950299031393E-2</c:v>
                </c:pt>
                <c:pt idx="6245">
                  <c:v>9.8899626243923969E-2</c:v>
                </c:pt>
                <c:pt idx="6246">
                  <c:v>9.8935023201680711E-2</c:v>
                </c:pt>
                <c:pt idx="6247">
                  <c:v>9.8959292414202801E-2</c:v>
                </c:pt>
                <c:pt idx="6248">
                  <c:v>9.8964432026965393E-2</c:v>
                </c:pt>
                <c:pt idx="6249">
                  <c:v>9.8967050803144926E-2</c:v>
                </c:pt>
                <c:pt idx="6250">
                  <c:v>9.8973416941926837E-2</c:v>
                </c:pt>
                <c:pt idx="6251">
                  <c:v>9.8975295470689256E-2</c:v>
                </c:pt>
                <c:pt idx="6252">
                  <c:v>9.8978869137987771E-2</c:v>
                </c:pt>
                <c:pt idx="6253">
                  <c:v>9.8981583313833263E-2</c:v>
                </c:pt>
                <c:pt idx="6254">
                  <c:v>9.8982433790323981E-2</c:v>
                </c:pt>
                <c:pt idx="6255">
                  <c:v>9.8993231561818024E-2</c:v>
                </c:pt>
                <c:pt idx="6256">
                  <c:v>9.8994638984032449E-2</c:v>
                </c:pt>
                <c:pt idx="6257">
                  <c:v>9.9002594551584264E-2</c:v>
                </c:pt>
                <c:pt idx="6258">
                  <c:v>9.9008397473806228E-2</c:v>
                </c:pt>
                <c:pt idx="6259">
                  <c:v>9.9008888140184645E-2</c:v>
                </c:pt>
                <c:pt idx="6260">
                  <c:v>9.9011854009486741E-2</c:v>
                </c:pt>
                <c:pt idx="6261">
                  <c:v>9.9017532878111353E-2</c:v>
                </c:pt>
                <c:pt idx="6262">
                  <c:v>9.9018642846185181E-2</c:v>
                </c:pt>
                <c:pt idx="6263">
                  <c:v>9.9020277076603838E-2</c:v>
                </c:pt>
                <c:pt idx="6264">
                  <c:v>9.9025817770986402E-2</c:v>
                </c:pt>
                <c:pt idx="6265">
                  <c:v>9.9031353119293147E-2</c:v>
                </c:pt>
                <c:pt idx="6266">
                  <c:v>9.9051504270368518E-2</c:v>
                </c:pt>
                <c:pt idx="6267">
                  <c:v>9.9059031795650704E-2</c:v>
                </c:pt>
                <c:pt idx="6268">
                  <c:v>9.908074942607846E-2</c:v>
                </c:pt>
                <c:pt idx="6269">
                  <c:v>9.908878502493125E-2</c:v>
                </c:pt>
                <c:pt idx="6270">
                  <c:v>9.909043295364045E-2</c:v>
                </c:pt>
                <c:pt idx="6271">
                  <c:v>9.9103792461797943E-2</c:v>
                </c:pt>
                <c:pt idx="6272">
                  <c:v>9.9117130258051078E-2</c:v>
                </c:pt>
                <c:pt idx="6273">
                  <c:v>9.9128739933983911E-2</c:v>
                </c:pt>
                <c:pt idx="6274">
                  <c:v>9.9132560358551183E-2</c:v>
                </c:pt>
                <c:pt idx="6275">
                  <c:v>9.9133932967042163E-2</c:v>
                </c:pt>
                <c:pt idx="6276">
                  <c:v>9.9140495435070738E-2</c:v>
                </c:pt>
                <c:pt idx="6277">
                  <c:v>9.9158569082348463E-2</c:v>
                </c:pt>
                <c:pt idx="6278">
                  <c:v>9.9178600812958331E-2</c:v>
                </c:pt>
                <c:pt idx="6279">
                  <c:v>9.9200443277758704E-2</c:v>
                </c:pt>
                <c:pt idx="6280">
                  <c:v>9.9203498863641201E-2</c:v>
                </c:pt>
                <c:pt idx="6281">
                  <c:v>9.9205048779986552E-2</c:v>
                </c:pt>
                <c:pt idx="6282">
                  <c:v>9.9219928635793778E-2</c:v>
                </c:pt>
                <c:pt idx="6283">
                  <c:v>9.9233608562804776E-2</c:v>
                </c:pt>
                <c:pt idx="6284">
                  <c:v>9.9237432077392315E-2</c:v>
                </c:pt>
                <c:pt idx="6285">
                  <c:v>9.9244033259079961E-2</c:v>
                </c:pt>
                <c:pt idx="6286">
                  <c:v>9.9251507440468248E-2</c:v>
                </c:pt>
                <c:pt idx="6287">
                  <c:v>9.925230166657828E-2</c:v>
                </c:pt>
                <c:pt idx="6288">
                  <c:v>9.9256813715955378E-2</c:v>
                </c:pt>
                <c:pt idx="6289">
                  <c:v>9.9265738522181957E-2</c:v>
                </c:pt>
                <c:pt idx="6290">
                  <c:v>9.9274204440607181E-2</c:v>
                </c:pt>
                <c:pt idx="6291">
                  <c:v>9.9277918039757149E-2</c:v>
                </c:pt>
                <c:pt idx="6292">
                  <c:v>9.9289188438432291E-2</c:v>
                </c:pt>
                <c:pt idx="6293">
                  <c:v>9.9291048023232187E-2</c:v>
                </c:pt>
                <c:pt idx="6294">
                  <c:v>9.9329588262169949E-2</c:v>
                </c:pt>
                <c:pt idx="6295">
                  <c:v>9.9337008143983316E-2</c:v>
                </c:pt>
                <c:pt idx="6296">
                  <c:v>9.9338627928343429E-2</c:v>
                </c:pt>
                <c:pt idx="6297">
                  <c:v>9.9340915093315954E-2</c:v>
                </c:pt>
                <c:pt idx="6298">
                  <c:v>9.9344871938812501E-2</c:v>
                </c:pt>
                <c:pt idx="6299">
                  <c:v>9.9348245113483183E-2</c:v>
                </c:pt>
                <c:pt idx="6300">
                  <c:v>9.9349606664708517E-2</c:v>
                </c:pt>
                <c:pt idx="6301">
                  <c:v>9.936093155314607E-2</c:v>
                </c:pt>
                <c:pt idx="6302">
                  <c:v>9.9397810317307184E-2</c:v>
                </c:pt>
                <c:pt idx="6303">
                  <c:v>9.9400037429397153E-2</c:v>
                </c:pt>
                <c:pt idx="6304">
                  <c:v>9.9416140910257952E-2</c:v>
                </c:pt>
                <c:pt idx="6305">
                  <c:v>9.9420560708209135E-2</c:v>
                </c:pt>
                <c:pt idx="6306">
                  <c:v>9.9426376891949858E-2</c:v>
                </c:pt>
                <c:pt idx="6307">
                  <c:v>9.9427250515651738E-2</c:v>
                </c:pt>
                <c:pt idx="6308">
                  <c:v>9.942886691093257E-2</c:v>
                </c:pt>
                <c:pt idx="6309">
                  <c:v>9.9430315523875587E-2</c:v>
                </c:pt>
                <c:pt idx="6310">
                  <c:v>9.9433021824086476E-2</c:v>
                </c:pt>
                <c:pt idx="6311">
                  <c:v>9.9444964647646267E-2</c:v>
                </c:pt>
                <c:pt idx="6312">
                  <c:v>9.9447465842071411E-2</c:v>
                </c:pt>
                <c:pt idx="6313">
                  <c:v>9.9463088984762207E-2</c:v>
                </c:pt>
                <c:pt idx="6314">
                  <c:v>9.9469938431595864E-2</c:v>
                </c:pt>
                <c:pt idx="6315">
                  <c:v>9.9473707613916246E-2</c:v>
                </c:pt>
                <c:pt idx="6316">
                  <c:v>9.9483203011023702E-2</c:v>
                </c:pt>
                <c:pt idx="6317">
                  <c:v>9.9486853241943299E-2</c:v>
                </c:pt>
                <c:pt idx="6318">
                  <c:v>9.9488230556307886E-2</c:v>
                </c:pt>
                <c:pt idx="6319">
                  <c:v>9.9488778096558539E-2</c:v>
                </c:pt>
                <c:pt idx="6320">
                  <c:v>9.9493096097918621E-2</c:v>
                </c:pt>
                <c:pt idx="6321">
                  <c:v>9.9503053681703327E-2</c:v>
                </c:pt>
                <c:pt idx="6322">
                  <c:v>9.9507734755999708E-2</c:v>
                </c:pt>
                <c:pt idx="6323">
                  <c:v>9.9508045255593924E-2</c:v>
                </c:pt>
                <c:pt idx="6324">
                  <c:v>9.9536519718299923E-2</c:v>
                </c:pt>
                <c:pt idx="6325">
                  <c:v>9.9541450631494582E-2</c:v>
                </c:pt>
                <c:pt idx="6326">
                  <c:v>9.9542018763967385E-2</c:v>
                </c:pt>
                <c:pt idx="6327">
                  <c:v>9.9547873781646729E-2</c:v>
                </c:pt>
                <c:pt idx="6328">
                  <c:v>9.9556185525389557E-2</c:v>
                </c:pt>
                <c:pt idx="6329">
                  <c:v>9.9558905225850008E-2</c:v>
                </c:pt>
                <c:pt idx="6330">
                  <c:v>9.9562460731708713E-2</c:v>
                </c:pt>
                <c:pt idx="6331">
                  <c:v>9.9571021300755097E-2</c:v>
                </c:pt>
                <c:pt idx="6332">
                  <c:v>9.9578050808807744E-2</c:v>
                </c:pt>
                <c:pt idx="6333">
                  <c:v>9.9593957488702076E-2</c:v>
                </c:pt>
                <c:pt idx="6334">
                  <c:v>9.9610164813245972E-2</c:v>
                </c:pt>
                <c:pt idx="6335">
                  <c:v>9.9610985640254252E-2</c:v>
                </c:pt>
                <c:pt idx="6336">
                  <c:v>9.9633854352401713E-2</c:v>
                </c:pt>
                <c:pt idx="6337">
                  <c:v>9.9653547884245755E-2</c:v>
                </c:pt>
                <c:pt idx="6338">
                  <c:v>9.9673307442624801E-2</c:v>
                </c:pt>
                <c:pt idx="6339">
                  <c:v>9.9676150523233836E-2</c:v>
                </c:pt>
                <c:pt idx="6340">
                  <c:v>9.9702475009339597E-2</c:v>
                </c:pt>
                <c:pt idx="6341">
                  <c:v>9.9706009311973126E-2</c:v>
                </c:pt>
                <c:pt idx="6342">
                  <c:v>9.9719261812558399E-2</c:v>
                </c:pt>
                <c:pt idx="6343">
                  <c:v>9.9723354249363266E-2</c:v>
                </c:pt>
                <c:pt idx="6344">
                  <c:v>9.973741842734897E-2</c:v>
                </c:pt>
                <c:pt idx="6345">
                  <c:v>9.9743957099992925E-2</c:v>
                </c:pt>
                <c:pt idx="6346">
                  <c:v>9.97611662001959E-2</c:v>
                </c:pt>
                <c:pt idx="6347">
                  <c:v>9.9775768319142533E-2</c:v>
                </c:pt>
                <c:pt idx="6348">
                  <c:v>9.9777624654561664E-2</c:v>
                </c:pt>
                <c:pt idx="6349">
                  <c:v>9.9786302382811276E-2</c:v>
                </c:pt>
                <c:pt idx="6350">
                  <c:v>9.9807638624803435E-2</c:v>
                </c:pt>
                <c:pt idx="6351">
                  <c:v>9.981082468280765E-2</c:v>
                </c:pt>
                <c:pt idx="6352">
                  <c:v>9.9823113678863762E-2</c:v>
                </c:pt>
                <c:pt idx="6353">
                  <c:v>9.9831508124127985E-2</c:v>
                </c:pt>
                <c:pt idx="6354">
                  <c:v>9.9833233798885382E-2</c:v>
                </c:pt>
                <c:pt idx="6355">
                  <c:v>9.9851414295846402E-2</c:v>
                </c:pt>
                <c:pt idx="6356">
                  <c:v>9.9855124845373247E-2</c:v>
                </c:pt>
                <c:pt idx="6357">
                  <c:v>9.986474997341159E-2</c:v>
                </c:pt>
                <c:pt idx="6358">
                  <c:v>9.9874673337610673E-2</c:v>
                </c:pt>
                <c:pt idx="6359">
                  <c:v>9.9879053399603096E-2</c:v>
                </c:pt>
                <c:pt idx="6360">
                  <c:v>9.9888249776972277E-2</c:v>
                </c:pt>
                <c:pt idx="6361">
                  <c:v>9.9894724619025543E-2</c:v>
                </c:pt>
                <c:pt idx="6362">
                  <c:v>9.9894735321001585E-2</c:v>
                </c:pt>
                <c:pt idx="6363">
                  <c:v>9.9903732648605317E-2</c:v>
                </c:pt>
                <c:pt idx="6364">
                  <c:v>9.9904979814902317E-2</c:v>
                </c:pt>
                <c:pt idx="6365">
                  <c:v>9.9907768899718391E-2</c:v>
                </c:pt>
                <c:pt idx="6366">
                  <c:v>9.9910095897272663E-2</c:v>
                </c:pt>
                <c:pt idx="6367">
                  <c:v>9.9914388100818555E-2</c:v>
                </c:pt>
                <c:pt idx="6368">
                  <c:v>9.9918339339780046E-2</c:v>
                </c:pt>
                <c:pt idx="6369">
                  <c:v>9.9934370219914234E-2</c:v>
                </c:pt>
                <c:pt idx="6370">
                  <c:v>9.9940587686691854E-2</c:v>
                </c:pt>
                <c:pt idx="6371">
                  <c:v>9.9959253273688806E-2</c:v>
                </c:pt>
                <c:pt idx="6372">
                  <c:v>9.9974420347701431E-2</c:v>
                </c:pt>
                <c:pt idx="6373">
                  <c:v>9.9985187584032381E-2</c:v>
                </c:pt>
                <c:pt idx="6374">
                  <c:v>9.9995045790700579E-2</c:v>
                </c:pt>
                <c:pt idx="6375">
                  <c:v>9.9996970015328396E-2</c:v>
                </c:pt>
                <c:pt idx="6376">
                  <c:v>0.1000014677068139</c:v>
                </c:pt>
                <c:pt idx="6377">
                  <c:v>0.1000017011920601</c:v>
                </c:pt>
                <c:pt idx="6378">
                  <c:v>0.1000033460124324</c:v>
                </c:pt>
                <c:pt idx="6379">
                  <c:v>0.10001297280846916</c:v>
                </c:pt>
                <c:pt idx="6380">
                  <c:v>0.10002430914979298</c:v>
                </c:pt>
                <c:pt idx="6381">
                  <c:v>0.10002662908772521</c:v>
                </c:pt>
                <c:pt idx="6382">
                  <c:v>0.10004074950194941</c:v>
                </c:pt>
                <c:pt idx="6383">
                  <c:v>0.10004443371002893</c:v>
                </c:pt>
                <c:pt idx="6384">
                  <c:v>0.10005985795104828</c:v>
                </c:pt>
                <c:pt idx="6385">
                  <c:v>0.10008758564449272</c:v>
                </c:pt>
                <c:pt idx="6386">
                  <c:v>0.10008952588764304</c:v>
                </c:pt>
                <c:pt idx="6387">
                  <c:v>0.1000952143961327</c:v>
                </c:pt>
                <c:pt idx="6388">
                  <c:v>0.10010606744329235</c:v>
                </c:pt>
                <c:pt idx="6389">
                  <c:v>0.1001076851234268</c:v>
                </c:pt>
                <c:pt idx="6390">
                  <c:v>0.10012334948339591</c:v>
                </c:pt>
                <c:pt idx="6391">
                  <c:v>0.10013741898513204</c:v>
                </c:pt>
                <c:pt idx="6392">
                  <c:v>0.1001378599013361</c:v>
                </c:pt>
                <c:pt idx="6393">
                  <c:v>0.10013904204671478</c:v>
                </c:pt>
                <c:pt idx="6394">
                  <c:v>0.10016424574848293</c:v>
                </c:pt>
                <c:pt idx="6395">
                  <c:v>0.10016451351667012</c:v>
                </c:pt>
                <c:pt idx="6396">
                  <c:v>0.1001721662618467</c:v>
                </c:pt>
                <c:pt idx="6397">
                  <c:v>0.1001769934554326</c:v>
                </c:pt>
                <c:pt idx="6398">
                  <c:v>0.10019429766618664</c:v>
                </c:pt>
                <c:pt idx="6399">
                  <c:v>0.1002103378183531</c:v>
                </c:pt>
                <c:pt idx="6400">
                  <c:v>0.10021797910885723</c:v>
                </c:pt>
                <c:pt idx="6401">
                  <c:v>0.10021977433803093</c:v>
                </c:pt>
                <c:pt idx="6402">
                  <c:v>0.10022656923085627</c:v>
                </c:pt>
                <c:pt idx="6403">
                  <c:v>0.10022731618006372</c:v>
                </c:pt>
                <c:pt idx="6404">
                  <c:v>0.10023212795373387</c:v>
                </c:pt>
                <c:pt idx="6405">
                  <c:v>0.10023903560117049</c:v>
                </c:pt>
                <c:pt idx="6406">
                  <c:v>0.10025235140617321</c:v>
                </c:pt>
                <c:pt idx="6407">
                  <c:v>0.10028041704752186</c:v>
                </c:pt>
                <c:pt idx="6408">
                  <c:v>0.10028402732511779</c:v>
                </c:pt>
                <c:pt idx="6409">
                  <c:v>0.10028611858900641</c:v>
                </c:pt>
                <c:pt idx="6410">
                  <c:v>0.10028612321957467</c:v>
                </c:pt>
                <c:pt idx="6411">
                  <c:v>0.10028877058038385</c:v>
                </c:pt>
                <c:pt idx="6412">
                  <c:v>0.10030462440158215</c:v>
                </c:pt>
                <c:pt idx="6413">
                  <c:v>0.10031750238286054</c:v>
                </c:pt>
                <c:pt idx="6414">
                  <c:v>0.10032349098716563</c:v>
                </c:pt>
                <c:pt idx="6415">
                  <c:v>0.10032552175853135</c:v>
                </c:pt>
                <c:pt idx="6416">
                  <c:v>0.10033358038018914</c:v>
                </c:pt>
                <c:pt idx="6417">
                  <c:v>0.10033944895123906</c:v>
                </c:pt>
                <c:pt idx="6418">
                  <c:v>0.10034164804683567</c:v>
                </c:pt>
                <c:pt idx="6419">
                  <c:v>0.10034683588826916</c:v>
                </c:pt>
                <c:pt idx="6420">
                  <c:v>0.10034866131459447</c:v>
                </c:pt>
                <c:pt idx="6421">
                  <c:v>0.10034960886632693</c:v>
                </c:pt>
                <c:pt idx="6422">
                  <c:v>0.10035346564293057</c:v>
                </c:pt>
                <c:pt idx="6423">
                  <c:v>0.10038534378611631</c:v>
                </c:pt>
                <c:pt idx="6424">
                  <c:v>0.10038766586783708</c:v>
                </c:pt>
                <c:pt idx="6425">
                  <c:v>0.10040411270927414</c:v>
                </c:pt>
                <c:pt idx="6426">
                  <c:v>0.10042199292520174</c:v>
                </c:pt>
                <c:pt idx="6427">
                  <c:v>0.10042557890952189</c:v>
                </c:pt>
                <c:pt idx="6428">
                  <c:v>0.10042889651140401</c:v>
                </c:pt>
                <c:pt idx="6429">
                  <c:v>0.10042918091424254</c:v>
                </c:pt>
                <c:pt idx="6430">
                  <c:v>0.10043505739009492</c:v>
                </c:pt>
                <c:pt idx="6431">
                  <c:v>0.10044407103214843</c:v>
                </c:pt>
                <c:pt idx="6432">
                  <c:v>0.10045561539920703</c:v>
                </c:pt>
                <c:pt idx="6433">
                  <c:v>0.10045854455268093</c:v>
                </c:pt>
                <c:pt idx="6434">
                  <c:v>0.10049570375082381</c:v>
                </c:pt>
                <c:pt idx="6435">
                  <c:v>0.10049973972763147</c:v>
                </c:pt>
                <c:pt idx="6436">
                  <c:v>0.10053859247011861</c:v>
                </c:pt>
                <c:pt idx="6437">
                  <c:v>0.10054273156314589</c:v>
                </c:pt>
                <c:pt idx="6438">
                  <c:v>0.10055932559160682</c:v>
                </c:pt>
                <c:pt idx="6439">
                  <c:v>0.10057274171689733</c:v>
                </c:pt>
                <c:pt idx="6440">
                  <c:v>0.10057515635019156</c:v>
                </c:pt>
                <c:pt idx="6441">
                  <c:v>0.10058307501536351</c:v>
                </c:pt>
                <c:pt idx="6442">
                  <c:v>0.10058406832734966</c:v>
                </c:pt>
                <c:pt idx="6443">
                  <c:v>0.10059319927169132</c:v>
                </c:pt>
                <c:pt idx="6444">
                  <c:v>0.10062490303865008</c:v>
                </c:pt>
                <c:pt idx="6445">
                  <c:v>0.10066420690282193</c:v>
                </c:pt>
                <c:pt idx="6446">
                  <c:v>0.10066670175440492</c:v>
                </c:pt>
                <c:pt idx="6447">
                  <c:v>0.10067930948974609</c:v>
                </c:pt>
                <c:pt idx="6448">
                  <c:v>0.10068216255556232</c:v>
                </c:pt>
                <c:pt idx="6449">
                  <c:v>0.10068276846146272</c:v>
                </c:pt>
                <c:pt idx="6450">
                  <c:v>0.10069602550312801</c:v>
                </c:pt>
                <c:pt idx="6451">
                  <c:v>0.10069657951048308</c:v>
                </c:pt>
                <c:pt idx="6452">
                  <c:v>0.10071743679130189</c:v>
                </c:pt>
                <c:pt idx="6453">
                  <c:v>0.10071880460722142</c:v>
                </c:pt>
                <c:pt idx="6454">
                  <c:v>0.10072167046653943</c:v>
                </c:pt>
                <c:pt idx="6455">
                  <c:v>0.10073687417605304</c:v>
                </c:pt>
                <c:pt idx="6456">
                  <c:v>0.10075084460046162</c:v>
                </c:pt>
                <c:pt idx="6457">
                  <c:v>0.10075423156734743</c:v>
                </c:pt>
                <c:pt idx="6458">
                  <c:v>0.10075483936252022</c:v>
                </c:pt>
                <c:pt idx="6459">
                  <c:v>0.10076930098550541</c:v>
                </c:pt>
                <c:pt idx="6460">
                  <c:v>0.10078170205610187</c:v>
                </c:pt>
                <c:pt idx="6461">
                  <c:v>0.10079276197914598</c:v>
                </c:pt>
                <c:pt idx="6462">
                  <c:v>0.1007932229353336</c:v>
                </c:pt>
                <c:pt idx="6463">
                  <c:v>0.10079343780914123</c:v>
                </c:pt>
                <c:pt idx="6464">
                  <c:v>0.10080204410676072</c:v>
                </c:pt>
                <c:pt idx="6465">
                  <c:v>0.10081417757756428</c:v>
                </c:pt>
                <c:pt idx="6466">
                  <c:v>0.10081440211562435</c:v>
                </c:pt>
                <c:pt idx="6467">
                  <c:v>0.10081697160562972</c:v>
                </c:pt>
                <c:pt idx="6468">
                  <c:v>0.10085353839400711</c:v>
                </c:pt>
                <c:pt idx="6469">
                  <c:v>0.10086386409736536</c:v>
                </c:pt>
                <c:pt idx="6470">
                  <c:v>0.10086998700639166</c:v>
                </c:pt>
                <c:pt idx="6471">
                  <c:v>0.10087704573605338</c:v>
                </c:pt>
                <c:pt idx="6472">
                  <c:v>0.10089903948498442</c:v>
                </c:pt>
                <c:pt idx="6473">
                  <c:v>0.10091350400141304</c:v>
                </c:pt>
                <c:pt idx="6474">
                  <c:v>0.10092919516204774</c:v>
                </c:pt>
                <c:pt idx="6475">
                  <c:v>0.10093251054807903</c:v>
                </c:pt>
                <c:pt idx="6476">
                  <c:v>0.10096624213716118</c:v>
                </c:pt>
                <c:pt idx="6477">
                  <c:v>0.10097745233567644</c:v>
                </c:pt>
                <c:pt idx="6478">
                  <c:v>0.10098618337166029</c:v>
                </c:pt>
                <c:pt idx="6479">
                  <c:v>0.10101884274290768</c:v>
                </c:pt>
                <c:pt idx="6480">
                  <c:v>0.10103126811165047</c:v>
                </c:pt>
                <c:pt idx="6481">
                  <c:v>0.10103868290124259</c:v>
                </c:pt>
                <c:pt idx="6482">
                  <c:v>0.10104949946914928</c:v>
                </c:pt>
                <c:pt idx="6483">
                  <c:v>0.10105299812528708</c:v>
                </c:pt>
                <c:pt idx="6484">
                  <c:v>0.10105393901253902</c:v>
                </c:pt>
                <c:pt idx="6485">
                  <c:v>0.10105442979837863</c:v>
                </c:pt>
                <c:pt idx="6486">
                  <c:v>0.10108776042238217</c:v>
                </c:pt>
                <c:pt idx="6487">
                  <c:v>0.10110712075491513</c:v>
                </c:pt>
                <c:pt idx="6488">
                  <c:v>0.10112298868500405</c:v>
                </c:pt>
                <c:pt idx="6489">
                  <c:v>0.10113068139998642</c:v>
                </c:pt>
                <c:pt idx="6490">
                  <c:v>0.10113124745886276</c:v>
                </c:pt>
                <c:pt idx="6491">
                  <c:v>0.10113134780920374</c:v>
                </c:pt>
                <c:pt idx="6492">
                  <c:v>0.10113154478377512</c:v>
                </c:pt>
                <c:pt idx="6493">
                  <c:v>0.10114390164290298</c:v>
                </c:pt>
                <c:pt idx="6494">
                  <c:v>0.10117076750008758</c:v>
                </c:pt>
                <c:pt idx="6495">
                  <c:v>0.10120922980477406</c:v>
                </c:pt>
                <c:pt idx="6496">
                  <c:v>0.10122300712456551</c:v>
                </c:pt>
                <c:pt idx="6497">
                  <c:v>0.10123701782814566</c:v>
                </c:pt>
                <c:pt idx="6498">
                  <c:v>0.10124968760234075</c:v>
                </c:pt>
                <c:pt idx="6499">
                  <c:v>0.10125982687248483</c:v>
                </c:pt>
                <c:pt idx="6500">
                  <c:v>0.10127219158920174</c:v>
                </c:pt>
                <c:pt idx="6501">
                  <c:v>0.10127963712918361</c:v>
                </c:pt>
                <c:pt idx="6502">
                  <c:v>0.10128854499472467</c:v>
                </c:pt>
                <c:pt idx="6503">
                  <c:v>0.10128862989955047</c:v>
                </c:pt>
                <c:pt idx="6504">
                  <c:v>0.10130010118380579</c:v>
                </c:pt>
                <c:pt idx="6505">
                  <c:v>0.10130046134674366</c:v>
                </c:pt>
                <c:pt idx="6506">
                  <c:v>0.10130225085372982</c:v>
                </c:pt>
                <c:pt idx="6507">
                  <c:v>0.10130539670034013</c:v>
                </c:pt>
                <c:pt idx="6508">
                  <c:v>0.10131411443800122</c:v>
                </c:pt>
                <c:pt idx="6509">
                  <c:v>0.10132347892793137</c:v>
                </c:pt>
                <c:pt idx="6510">
                  <c:v>0.1013474242949796</c:v>
                </c:pt>
                <c:pt idx="6511">
                  <c:v>0.10136191222488077</c:v>
                </c:pt>
                <c:pt idx="6512">
                  <c:v>0.10138251424991304</c:v>
                </c:pt>
                <c:pt idx="6513">
                  <c:v>0.10138423220404046</c:v>
                </c:pt>
                <c:pt idx="6514">
                  <c:v>0.10139156253594107</c:v>
                </c:pt>
                <c:pt idx="6515">
                  <c:v>0.10139537926074416</c:v>
                </c:pt>
                <c:pt idx="6516">
                  <c:v>0.10139558226471236</c:v>
                </c:pt>
                <c:pt idx="6517">
                  <c:v>0.10142027811281075</c:v>
                </c:pt>
                <c:pt idx="6518">
                  <c:v>0.10143296339285637</c:v>
                </c:pt>
                <c:pt idx="6519">
                  <c:v>0.10146287226904674</c:v>
                </c:pt>
                <c:pt idx="6520">
                  <c:v>0.10146675858671736</c:v>
                </c:pt>
                <c:pt idx="6521">
                  <c:v>0.10147663357842016</c:v>
                </c:pt>
                <c:pt idx="6522">
                  <c:v>0.1014817175497688</c:v>
                </c:pt>
                <c:pt idx="6523">
                  <c:v>0.10148213977787043</c:v>
                </c:pt>
                <c:pt idx="6524">
                  <c:v>0.10149763195681283</c:v>
                </c:pt>
                <c:pt idx="6525">
                  <c:v>0.10149767715932666</c:v>
                </c:pt>
                <c:pt idx="6526">
                  <c:v>0.10150260432461511</c:v>
                </c:pt>
                <c:pt idx="6527">
                  <c:v>0.10150921875262078</c:v>
                </c:pt>
                <c:pt idx="6528">
                  <c:v>0.10152267564242146</c:v>
                </c:pt>
                <c:pt idx="6529">
                  <c:v>0.10152540781476423</c:v>
                </c:pt>
                <c:pt idx="6530">
                  <c:v>0.10152742373648059</c:v>
                </c:pt>
                <c:pt idx="6531">
                  <c:v>0.1015495266722318</c:v>
                </c:pt>
                <c:pt idx="6532">
                  <c:v>0.10155040562840069</c:v>
                </c:pt>
                <c:pt idx="6533">
                  <c:v>0.1015672894090557</c:v>
                </c:pt>
                <c:pt idx="6534">
                  <c:v>0.10156732734707521</c:v>
                </c:pt>
                <c:pt idx="6535">
                  <c:v>0.10156896616619174</c:v>
                </c:pt>
                <c:pt idx="6536">
                  <c:v>0.10158522387495403</c:v>
                </c:pt>
                <c:pt idx="6537">
                  <c:v>0.10158925754432047</c:v>
                </c:pt>
                <c:pt idx="6538">
                  <c:v>0.10160323336060605</c:v>
                </c:pt>
                <c:pt idx="6539">
                  <c:v>0.10164320324663696</c:v>
                </c:pt>
                <c:pt idx="6540">
                  <c:v>0.10164595916519484</c:v>
                </c:pt>
                <c:pt idx="6541">
                  <c:v>0.10166092304287144</c:v>
                </c:pt>
                <c:pt idx="6542">
                  <c:v>0.1016678286797762</c:v>
                </c:pt>
                <c:pt idx="6543">
                  <c:v>0.10171873048862796</c:v>
                </c:pt>
                <c:pt idx="6544">
                  <c:v>0.10171948972330563</c:v>
                </c:pt>
                <c:pt idx="6545">
                  <c:v>0.10172674622700037</c:v>
                </c:pt>
                <c:pt idx="6546">
                  <c:v>0.10173976006383816</c:v>
                </c:pt>
                <c:pt idx="6547">
                  <c:v>0.10174306379606882</c:v>
                </c:pt>
                <c:pt idx="6548">
                  <c:v>0.1017456305095177</c:v>
                </c:pt>
                <c:pt idx="6549">
                  <c:v>0.10175168011159696</c:v>
                </c:pt>
                <c:pt idx="6550">
                  <c:v>0.1017565292446387</c:v>
                </c:pt>
                <c:pt idx="6551">
                  <c:v>0.10178327047777525</c:v>
                </c:pt>
                <c:pt idx="6552">
                  <c:v>0.10178763439456757</c:v>
                </c:pt>
                <c:pt idx="6553">
                  <c:v>0.10178998539237251</c:v>
                </c:pt>
                <c:pt idx="6554">
                  <c:v>0.10179613700662664</c:v>
                </c:pt>
                <c:pt idx="6555">
                  <c:v>0.10180376065084425</c:v>
                </c:pt>
                <c:pt idx="6556">
                  <c:v>0.10181044924653031</c:v>
                </c:pt>
                <c:pt idx="6557">
                  <c:v>0.10182104161021789</c:v>
                </c:pt>
                <c:pt idx="6558">
                  <c:v>0.10182365398609053</c:v>
                </c:pt>
                <c:pt idx="6559">
                  <c:v>0.10182515723701285</c:v>
                </c:pt>
                <c:pt idx="6560">
                  <c:v>0.10182794804224635</c:v>
                </c:pt>
                <c:pt idx="6561">
                  <c:v>0.10183694801828953</c:v>
                </c:pt>
                <c:pt idx="6562">
                  <c:v>0.10183941991133594</c:v>
                </c:pt>
                <c:pt idx="6563">
                  <c:v>0.10185630570279186</c:v>
                </c:pt>
                <c:pt idx="6564">
                  <c:v>0.10186211100504301</c:v>
                </c:pt>
                <c:pt idx="6565">
                  <c:v>0.10189164220426361</c:v>
                </c:pt>
                <c:pt idx="6566">
                  <c:v>0.1019085022919827</c:v>
                </c:pt>
                <c:pt idx="6567">
                  <c:v>0.1019091303301926</c:v>
                </c:pt>
                <c:pt idx="6568">
                  <c:v>0.10196768086945608</c:v>
                </c:pt>
                <c:pt idx="6569">
                  <c:v>0.10196776049286713</c:v>
                </c:pt>
                <c:pt idx="6570">
                  <c:v>0.10197803279583147</c:v>
                </c:pt>
                <c:pt idx="6571">
                  <c:v>0.1019899886395277</c:v>
                </c:pt>
                <c:pt idx="6572">
                  <c:v>0.10199129397381278</c:v>
                </c:pt>
                <c:pt idx="6573">
                  <c:v>0.10199450797092165</c:v>
                </c:pt>
                <c:pt idx="6574">
                  <c:v>0.10199698396949894</c:v>
                </c:pt>
                <c:pt idx="6575">
                  <c:v>0.1020102232711573</c:v>
                </c:pt>
                <c:pt idx="6576">
                  <c:v>0.10201538549048958</c:v>
                </c:pt>
                <c:pt idx="6577">
                  <c:v>0.10203002239692814</c:v>
                </c:pt>
                <c:pt idx="6578">
                  <c:v>0.10203579555830566</c:v>
                </c:pt>
                <c:pt idx="6579">
                  <c:v>0.10204008054475208</c:v>
                </c:pt>
                <c:pt idx="6580">
                  <c:v>0.10204535248978668</c:v>
                </c:pt>
                <c:pt idx="6581">
                  <c:v>0.10204603145658135</c:v>
                </c:pt>
                <c:pt idx="6582">
                  <c:v>0.10204966470913143</c:v>
                </c:pt>
                <c:pt idx="6583">
                  <c:v>0.10207273652944768</c:v>
                </c:pt>
                <c:pt idx="6584">
                  <c:v>0.10208163694109519</c:v>
                </c:pt>
                <c:pt idx="6585">
                  <c:v>0.10208304181709196</c:v>
                </c:pt>
                <c:pt idx="6586">
                  <c:v>0.10211518965262471</c:v>
                </c:pt>
                <c:pt idx="6587">
                  <c:v>0.10212144996454528</c:v>
                </c:pt>
                <c:pt idx="6588">
                  <c:v>0.10213791177387413</c:v>
                </c:pt>
                <c:pt idx="6589">
                  <c:v>0.10214146444093272</c:v>
                </c:pt>
                <c:pt idx="6590">
                  <c:v>0.10214582570044936</c:v>
                </c:pt>
                <c:pt idx="6591">
                  <c:v>0.10214776260179916</c:v>
                </c:pt>
                <c:pt idx="6592">
                  <c:v>0.10215467015962436</c:v>
                </c:pt>
                <c:pt idx="6593">
                  <c:v>0.10216532485035498</c:v>
                </c:pt>
                <c:pt idx="6594">
                  <c:v>0.10217395638048749</c:v>
                </c:pt>
                <c:pt idx="6595">
                  <c:v>0.1021806337087688</c:v>
                </c:pt>
                <c:pt idx="6596">
                  <c:v>0.10218117883158298</c:v>
                </c:pt>
                <c:pt idx="6597">
                  <c:v>0.10218504399394517</c:v>
                </c:pt>
                <c:pt idx="6598">
                  <c:v>0.10218974032855345</c:v>
                </c:pt>
                <c:pt idx="6599">
                  <c:v>0.10219329315240008</c:v>
                </c:pt>
                <c:pt idx="6600">
                  <c:v>0.10219660357212841</c:v>
                </c:pt>
                <c:pt idx="6601">
                  <c:v>0.10219779278195849</c:v>
                </c:pt>
                <c:pt idx="6602">
                  <c:v>0.10222645400944939</c:v>
                </c:pt>
                <c:pt idx="6603">
                  <c:v>0.10223590291856283</c:v>
                </c:pt>
                <c:pt idx="6604">
                  <c:v>0.10224451255732696</c:v>
                </c:pt>
                <c:pt idx="6605">
                  <c:v>0.10225227165993443</c:v>
                </c:pt>
                <c:pt idx="6606">
                  <c:v>0.10225394787341098</c:v>
                </c:pt>
                <c:pt idx="6607">
                  <c:v>0.10226244064910625</c:v>
                </c:pt>
                <c:pt idx="6608">
                  <c:v>0.10226825357109207</c:v>
                </c:pt>
                <c:pt idx="6609">
                  <c:v>0.10227131212147104</c:v>
                </c:pt>
                <c:pt idx="6610">
                  <c:v>0.10231070678461586</c:v>
                </c:pt>
                <c:pt idx="6611">
                  <c:v>0.10231811824958136</c:v>
                </c:pt>
                <c:pt idx="6612">
                  <c:v>0.10232059804324442</c:v>
                </c:pt>
                <c:pt idx="6613">
                  <c:v>0.10232776804543477</c:v>
                </c:pt>
                <c:pt idx="6614">
                  <c:v>0.10232876652908827</c:v>
                </c:pt>
                <c:pt idx="6615">
                  <c:v>0.10233274694860761</c:v>
                </c:pt>
                <c:pt idx="6616">
                  <c:v>0.10233348860366777</c:v>
                </c:pt>
                <c:pt idx="6617">
                  <c:v>0.10233629280092069</c:v>
                </c:pt>
                <c:pt idx="6618">
                  <c:v>0.1023592591081376</c:v>
                </c:pt>
                <c:pt idx="6619">
                  <c:v>0.10237762071050087</c:v>
                </c:pt>
                <c:pt idx="6620">
                  <c:v>0.10238561772541793</c:v>
                </c:pt>
                <c:pt idx="6621">
                  <c:v>0.1023879881861018</c:v>
                </c:pt>
                <c:pt idx="6622">
                  <c:v>0.10239601093862039</c:v>
                </c:pt>
                <c:pt idx="6623">
                  <c:v>0.10239617729494938</c:v>
                </c:pt>
                <c:pt idx="6624">
                  <c:v>0.10240538603555012</c:v>
                </c:pt>
                <c:pt idx="6625">
                  <c:v>0.10240926849683105</c:v>
                </c:pt>
                <c:pt idx="6626">
                  <c:v>0.10241419410239259</c:v>
                </c:pt>
                <c:pt idx="6627">
                  <c:v>0.10243167514187691</c:v>
                </c:pt>
                <c:pt idx="6628">
                  <c:v>0.10243412498140493</c:v>
                </c:pt>
                <c:pt idx="6629">
                  <c:v>0.10244858075752308</c:v>
                </c:pt>
                <c:pt idx="6630">
                  <c:v>0.10245346210595618</c:v>
                </c:pt>
                <c:pt idx="6631">
                  <c:v>0.10245355935976062</c:v>
                </c:pt>
                <c:pt idx="6632">
                  <c:v>0.10245654123106057</c:v>
                </c:pt>
                <c:pt idx="6633">
                  <c:v>0.10246354958516836</c:v>
                </c:pt>
                <c:pt idx="6634">
                  <c:v>0.10246388600882464</c:v>
                </c:pt>
                <c:pt idx="6635">
                  <c:v>0.10248685235975967</c:v>
                </c:pt>
                <c:pt idx="6636">
                  <c:v>0.10250762438840504</c:v>
                </c:pt>
                <c:pt idx="6637">
                  <c:v>0.10250825941628487</c:v>
                </c:pt>
                <c:pt idx="6638">
                  <c:v>0.10251189404287697</c:v>
                </c:pt>
                <c:pt idx="6639">
                  <c:v>0.1025148522701568</c:v>
                </c:pt>
                <c:pt idx="6640">
                  <c:v>0.10251574858065685</c:v>
                </c:pt>
                <c:pt idx="6641">
                  <c:v>0.10251714710906526</c:v>
                </c:pt>
                <c:pt idx="6642">
                  <c:v>0.10251744894740146</c:v>
                </c:pt>
                <c:pt idx="6643">
                  <c:v>0.10252716084487426</c:v>
                </c:pt>
                <c:pt idx="6644">
                  <c:v>0.10253886686361216</c:v>
                </c:pt>
                <c:pt idx="6645">
                  <c:v>0.10254174154489022</c:v>
                </c:pt>
                <c:pt idx="6646">
                  <c:v>0.10256036775158951</c:v>
                </c:pt>
                <c:pt idx="6647">
                  <c:v>0.10256114972304645</c:v>
                </c:pt>
                <c:pt idx="6648">
                  <c:v>0.10259881962921708</c:v>
                </c:pt>
                <c:pt idx="6649">
                  <c:v>0.10260236916311138</c:v>
                </c:pt>
                <c:pt idx="6650">
                  <c:v>0.10260348169903093</c:v>
                </c:pt>
                <c:pt idx="6651">
                  <c:v>0.10264131208658098</c:v>
                </c:pt>
                <c:pt idx="6652">
                  <c:v>0.10264334514100962</c:v>
                </c:pt>
                <c:pt idx="6653">
                  <c:v>0.1026455646016825</c:v>
                </c:pt>
                <c:pt idx="6654">
                  <c:v>0.1026517693103287</c:v>
                </c:pt>
                <c:pt idx="6655">
                  <c:v>0.10265663373456498</c:v>
                </c:pt>
                <c:pt idx="6656">
                  <c:v>0.10269492514515213</c:v>
                </c:pt>
                <c:pt idx="6657">
                  <c:v>0.10273950130992394</c:v>
                </c:pt>
                <c:pt idx="6658">
                  <c:v>0.10275358660065298</c:v>
                </c:pt>
                <c:pt idx="6659">
                  <c:v>0.10278921979870601</c:v>
                </c:pt>
                <c:pt idx="6660">
                  <c:v>0.10279278151862752</c:v>
                </c:pt>
                <c:pt idx="6661">
                  <c:v>0.1027979140049556</c:v>
                </c:pt>
                <c:pt idx="6662">
                  <c:v>0.10280764215378264</c:v>
                </c:pt>
                <c:pt idx="6663">
                  <c:v>0.10282171924240574</c:v>
                </c:pt>
                <c:pt idx="6664">
                  <c:v>0.10282181885012945</c:v>
                </c:pt>
                <c:pt idx="6665">
                  <c:v>0.10282397958057027</c:v>
                </c:pt>
                <c:pt idx="6666">
                  <c:v>0.10282495529237706</c:v>
                </c:pt>
                <c:pt idx="6667">
                  <c:v>0.10283025461443998</c:v>
                </c:pt>
                <c:pt idx="6668">
                  <c:v>0.10285032610792394</c:v>
                </c:pt>
                <c:pt idx="6669">
                  <c:v>0.10286076699025834</c:v>
                </c:pt>
                <c:pt idx="6670">
                  <c:v>0.10286655846818647</c:v>
                </c:pt>
                <c:pt idx="6671">
                  <c:v>0.10287698142333009</c:v>
                </c:pt>
                <c:pt idx="6672">
                  <c:v>0.10288031640396184</c:v>
                </c:pt>
                <c:pt idx="6673">
                  <c:v>0.10289087554093396</c:v>
                </c:pt>
                <c:pt idx="6674">
                  <c:v>0.1029084207009075</c:v>
                </c:pt>
                <c:pt idx="6675">
                  <c:v>0.10292765182412003</c:v>
                </c:pt>
                <c:pt idx="6676">
                  <c:v>0.10292942022334632</c:v>
                </c:pt>
                <c:pt idx="6677">
                  <c:v>0.10296302115170156</c:v>
                </c:pt>
                <c:pt idx="6678">
                  <c:v>0.10296416943833553</c:v>
                </c:pt>
                <c:pt idx="6679">
                  <c:v>0.10296672117414618</c:v>
                </c:pt>
                <c:pt idx="6680">
                  <c:v>0.10297310009279194</c:v>
                </c:pt>
                <c:pt idx="6681">
                  <c:v>0.10298309080331702</c:v>
                </c:pt>
                <c:pt idx="6682">
                  <c:v>0.10298436752976227</c:v>
                </c:pt>
                <c:pt idx="6683">
                  <c:v>0.10298529036354627</c:v>
                </c:pt>
                <c:pt idx="6684">
                  <c:v>0.10298610484976491</c:v>
                </c:pt>
                <c:pt idx="6685">
                  <c:v>0.10299241188214305</c:v>
                </c:pt>
                <c:pt idx="6686">
                  <c:v>0.10299741800612872</c:v>
                </c:pt>
                <c:pt idx="6687">
                  <c:v>0.1029979196823546</c:v>
                </c:pt>
                <c:pt idx="6688">
                  <c:v>0.10300804300613234</c:v>
                </c:pt>
                <c:pt idx="6689">
                  <c:v>0.10300818877759084</c:v>
                </c:pt>
                <c:pt idx="6690">
                  <c:v>0.10302094652741391</c:v>
                </c:pt>
                <c:pt idx="6691">
                  <c:v>0.10302157000481287</c:v>
                </c:pt>
                <c:pt idx="6692">
                  <c:v>0.10303534737289773</c:v>
                </c:pt>
                <c:pt idx="6693">
                  <c:v>0.1030445233921633</c:v>
                </c:pt>
                <c:pt idx="6694">
                  <c:v>0.10304846444596291</c:v>
                </c:pt>
                <c:pt idx="6695">
                  <c:v>0.10306235386949243</c:v>
                </c:pt>
                <c:pt idx="6696">
                  <c:v>0.10306389934357381</c:v>
                </c:pt>
                <c:pt idx="6697">
                  <c:v>0.10307882709279562</c:v>
                </c:pt>
                <c:pt idx="6698">
                  <c:v>0.10309096311056033</c:v>
                </c:pt>
                <c:pt idx="6699">
                  <c:v>0.10310373027754764</c:v>
                </c:pt>
                <c:pt idx="6700">
                  <c:v>0.10312642626688034</c:v>
                </c:pt>
                <c:pt idx="6701">
                  <c:v>0.10314189639725298</c:v>
                </c:pt>
                <c:pt idx="6702">
                  <c:v>0.10314342199269612</c:v>
                </c:pt>
                <c:pt idx="6703">
                  <c:v>0.10314575721988037</c:v>
                </c:pt>
                <c:pt idx="6704">
                  <c:v>0.10315013161975728</c:v>
                </c:pt>
                <c:pt idx="6705">
                  <c:v>0.10316187451780791</c:v>
                </c:pt>
                <c:pt idx="6706">
                  <c:v>0.10316819866338664</c:v>
                </c:pt>
                <c:pt idx="6707">
                  <c:v>0.1031978710154204</c:v>
                </c:pt>
                <c:pt idx="6708">
                  <c:v>0.10319933650143967</c:v>
                </c:pt>
                <c:pt idx="6709">
                  <c:v>0.10320013042537114</c:v>
                </c:pt>
                <c:pt idx="6710">
                  <c:v>0.10321529262693967</c:v>
                </c:pt>
                <c:pt idx="6711">
                  <c:v>0.10322288838480655</c:v>
                </c:pt>
                <c:pt idx="6712">
                  <c:v>0.10325836683755682</c:v>
                </c:pt>
                <c:pt idx="6713">
                  <c:v>0.10326380813072254</c:v>
                </c:pt>
                <c:pt idx="6714">
                  <c:v>0.10326947894130678</c:v>
                </c:pt>
                <c:pt idx="6715">
                  <c:v>0.10327312854113244</c:v>
                </c:pt>
                <c:pt idx="6716">
                  <c:v>0.10327881647635594</c:v>
                </c:pt>
                <c:pt idx="6717">
                  <c:v>0.10330168101180313</c:v>
                </c:pt>
                <c:pt idx="6718">
                  <c:v>0.10332859541602132</c:v>
                </c:pt>
                <c:pt idx="6719">
                  <c:v>0.10333651177591618</c:v>
                </c:pt>
                <c:pt idx="6720">
                  <c:v>0.10334163377913506</c:v>
                </c:pt>
                <c:pt idx="6721">
                  <c:v>0.10334382083779405</c:v>
                </c:pt>
                <c:pt idx="6722">
                  <c:v>0.10334658566534265</c:v>
                </c:pt>
                <c:pt idx="6723">
                  <c:v>0.10335080712362418</c:v>
                </c:pt>
                <c:pt idx="6724">
                  <c:v>0.10336090777384187</c:v>
                </c:pt>
                <c:pt idx="6725">
                  <c:v>0.10336812178890052</c:v>
                </c:pt>
                <c:pt idx="6726">
                  <c:v>0.10337460540255888</c:v>
                </c:pt>
                <c:pt idx="6727">
                  <c:v>0.10337858387740032</c:v>
                </c:pt>
                <c:pt idx="6728">
                  <c:v>0.10339063573338947</c:v>
                </c:pt>
                <c:pt idx="6729">
                  <c:v>0.1033961812227403</c:v>
                </c:pt>
                <c:pt idx="6730">
                  <c:v>0.10340052639058926</c:v>
                </c:pt>
                <c:pt idx="6731">
                  <c:v>0.1034049184456078</c:v>
                </c:pt>
                <c:pt idx="6732">
                  <c:v>0.10341154309202277</c:v>
                </c:pt>
                <c:pt idx="6733">
                  <c:v>0.10342216812767156</c:v>
                </c:pt>
                <c:pt idx="6734">
                  <c:v>0.10347552508899786</c:v>
                </c:pt>
                <c:pt idx="6735">
                  <c:v>0.10347607663847527</c:v>
                </c:pt>
                <c:pt idx="6736">
                  <c:v>0.10348833752004143</c:v>
                </c:pt>
                <c:pt idx="6737">
                  <c:v>0.10349226871466825</c:v>
                </c:pt>
                <c:pt idx="6738">
                  <c:v>0.10349879228360317</c:v>
                </c:pt>
                <c:pt idx="6739">
                  <c:v>0.10350724661782179</c:v>
                </c:pt>
                <c:pt idx="6740">
                  <c:v>0.1035124936694042</c:v>
                </c:pt>
                <c:pt idx="6741">
                  <c:v>0.10352750655525886</c:v>
                </c:pt>
                <c:pt idx="6742">
                  <c:v>0.10353411159722367</c:v>
                </c:pt>
                <c:pt idx="6743">
                  <c:v>0.10353471325296061</c:v>
                </c:pt>
                <c:pt idx="6744">
                  <c:v>0.10355155723906843</c:v>
                </c:pt>
                <c:pt idx="6745">
                  <c:v>0.10356331351593155</c:v>
                </c:pt>
                <c:pt idx="6746">
                  <c:v>0.10356640384293087</c:v>
                </c:pt>
                <c:pt idx="6747">
                  <c:v>0.10356798148431354</c:v>
                </c:pt>
                <c:pt idx="6748">
                  <c:v>0.10356912175373445</c:v>
                </c:pt>
                <c:pt idx="6749">
                  <c:v>0.10361749692743574</c:v>
                </c:pt>
                <c:pt idx="6750">
                  <c:v>0.10362430422226489</c:v>
                </c:pt>
                <c:pt idx="6751">
                  <c:v>0.10363189143524426</c:v>
                </c:pt>
                <c:pt idx="6752">
                  <c:v>0.10364413875772376</c:v>
                </c:pt>
                <c:pt idx="6753">
                  <c:v>0.10364533811496247</c:v>
                </c:pt>
                <c:pt idx="6754">
                  <c:v>0.10365413565611238</c:v>
                </c:pt>
                <c:pt idx="6755">
                  <c:v>0.10366289387862278</c:v>
                </c:pt>
                <c:pt idx="6756">
                  <c:v>0.10366605593419362</c:v>
                </c:pt>
                <c:pt idx="6757">
                  <c:v>0.10366990510090206</c:v>
                </c:pt>
                <c:pt idx="6758">
                  <c:v>0.1036811367426895</c:v>
                </c:pt>
                <c:pt idx="6759">
                  <c:v>0.10368845353386044</c:v>
                </c:pt>
                <c:pt idx="6760">
                  <c:v>0.10368989783907863</c:v>
                </c:pt>
                <c:pt idx="6761">
                  <c:v>0.10370287991351952</c:v>
                </c:pt>
                <c:pt idx="6762">
                  <c:v>0.10371641528542701</c:v>
                </c:pt>
                <c:pt idx="6763">
                  <c:v>0.10372134745965816</c:v>
                </c:pt>
                <c:pt idx="6764">
                  <c:v>0.10373207611844787</c:v>
                </c:pt>
                <c:pt idx="6765">
                  <c:v>0.10374312187043712</c:v>
                </c:pt>
                <c:pt idx="6766">
                  <c:v>0.10374312958941527</c:v>
                </c:pt>
                <c:pt idx="6767">
                  <c:v>0.10377671120952853</c:v>
                </c:pt>
                <c:pt idx="6768">
                  <c:v>0.10378718517713841</c:v>
                </c:pt>
                <c:pt idx="6769">
                  <c:v>0.10379662089742983</c:v>
                </c:pt>
                <c:pt idx="6770">
                  <c:v>0.10380294930940587</c:v>
                </c:pt>
                <c:pt idx="6771">
                  <c:v>0.10380650480000415</c:v>
                </c:pt>
                <c:pt idx="6772">
                  <c:v>0.10381281257314853</c:v>
                </c:pt>
                <c:pt idx="6773">
                  <c:v>0.10381401319899766</c:v>
                </c:pt>
                <c:pt idx="6774">
                  <c:v>0.10383600203153233</c:v>
                </c:pt>
                <c:pt idx="6775">
                  <c:v>0.10383633774614817</c:v>
                </c:pt>
                <c:pt idx="6776">
                  <c:v>0.10386878708112257</c:v>
                </c:pt>
                <c:pt idx="6777">
                  <c:v>0.10386965240328755</c:v>
                </c:pt>
                <c:pt idx="6778">
                  <c:v>0.10387805413544313</c:v>
                </c:pt>
                <c:pt idx="6779">
                  <c:v>0.10389117239982228</c:v>
                </c:pt>
                <c:pt idx="6780">
                  <c:v>0.1038911912832939</c:v>
                </c:pt>
                <c:pt idx="6781">
                  <c:v>0.10389647636967823</c:v>
                </c:pt>
                <c:pt idx="6782">
                  <c:v>0.10389809100568627</c:v>
                </c:pt>
                <c:pt idx="6783">
                  <c:v>0.10390740857092864</c:v>
                </c:pt>
                <c:pt idx="6784">
                  <c:v>0.10391615157991801</c:v>
                </c:pt>
                <c:pt idx="6785">
                  <c:v>0.10391885803778657</c:v>
                </c:pt>
                <c:pt idx="6786">
                  <c:v>0.10394264839600439</c:v>
                </c:pt>
                <c:pt idx="6787">
                  <c:v>0.10394916975146985</c:v>
                </c:pt>
                <c:pt idx="6788">
                  <c:v>0.10395823594598082</c:v>
                </c:pt>
                <c:pt idx="6789">
                  <c:v>0.1039629397217704</c:v>
                </c:pt>
                <c:pt idx="6790">
                  <c:v>0.10396370914483766</c:v>
                </c:pt>
                <c:pt idx="6791">
                  <c:v>0.10397802533255225</c:v>
                </c:pt>
                <c:pt idx="6792">
                  <c:v>0.10398342461861684</c:v>
                </c:pt>
                <c:pt idx="6793">
                  <c:v>0.1039952981319088</c:v>
                </c:pt>
                <c:pt idx="6794">
                  <c:v>0.10402540564283012</c:v>
                </c:pt>
                <c:pt idx="6795">
                  <c:v>0.10402582189966236</c:v>
                </c:pt>
                <c:pt idx="6796">
                  <c:v>0.10402675219614448</c:v>
                </c:pt>
                <c:pt idx="6797">
                  <c:v>0.10403971953965598</c:v>
                </c:pt>
                <c:pt idx="6798">
                  <c:v>0.10404510061901691</c:v>
                </c:pt>
                <c:pt idx="6799">
                  <c:v>0.10406827569711527</c:v>
                </c:pt>
                <c:pt idx="6800">
                  <c:v>0.10406940023784698</c:v>
                </c:pt>
                <c:pt idx="6801">
                  <c:v>0.10406970576883201</c:v>
                </c:pt>
                <c:pt idx="6802">
                  <c:v>0.10412477277334098</c:v>
                </c:pt>
                <c:pt idx="6803">
                  <c:v>0.10412616803759575</c:v>
                </c:pt>
                <c:pt idx="6804">
                  <c:v>0.10413362901851295</c:v>
                </c:pt>
                <c:pt idx="6805">
                  <c:v>0.10413689081300032</c:v>
                </c:pt>
                <c:pt idx="6806">
                  <c:v>0.10414870294039465</c:v>
                </c:pt>
                <c:pt idx="6807">
                  <c:v>0.10415624535167287</c:v>
                </c:pt>
                <c:pt idx="6808">
                  <c:v>0.10416190501919494</c:v>
                </c:pt>
                <c:pt idx="6809">
                  <c:v>0.1041635808454314</c:v>
                </c:pt>
                <c:pt idx="6810">
                  <c:v>0.10418183067590649</c:v>
                </c:pt>
                <c:pt idx="6811">
                  <c:v>0.10418428144230138</c:v>
                </c:pt>
                <c:pt idx="6812">
                  <c:v>0.10419765319769049</c:v>
                </c:pt>
                <c:pt idx="6813">
                  <c:v>0.10420381450064051</c:v>
                </c:pt>
                <c:pt idx="6814">
                  <c:v>0.1042064604372173</c:v>
                </c:pt>
                <c:pt idx="6815">
                  <c:v>0.10421694511748807</c:v>
                </c:pt>
                <c:pt idx="6816">
                  <c:v>0.10422596872126487</c:v>
                </c:pt>
                <c:pt idx="6817">
                  <c:v>0.10425038540114349</c:v>
                </c:pt>
                <c:pt idx="6818">
                  <c:v>0.10425556625546013</c:v>
                </c:pt>
                <c:pt idx="6819">
                  <c:v>0.10425607062060489</c:v>
                </c:pt>
                <c:pt idx="6820">
                  <c:v>0.10425786930757359</c:v>
                </c:pt>
                <c:pt idx="6821">
                  <c:v>0.10426727430548451</c:v>
                </c:pt>
                <c:pt idx="6822">
                  <c:v>0.10427075096409776</c:v>
                </c:pt>
                <c:pt idx="6823">
                  <c:v>0.10428321574667637</c:v>
                </c:pt>
                <c:pt idx="6824">
                  <c:v>0.10428562261989462</c:v>
                </c:pt>
                <c:pt idx="6825">
                  <c:v>0.10430096430445791</c:v>
                </c:pt>
                <c:pt idx="6826">
                  <c:v>0.10432596078416267</c:v>
                </c:pt>
                <c:pt idx="6827">
                  <c:v>0.10433468314218212</c:v>
                </c:pt>
                <c:pt idx="6828">
                  <c:v>0.10433623809614588</c:v>
                </c:pt>
                <c:pt idx="6829">
                  <c:v>0.10434109450416212</c:v>
                </c:pt>
                <c:pt idx="6830">
                  <c:v>0.10434114685866525</c:v>
                </c:pt>
                <c:pt idx="6831">
                  <c:v>0.1043430641301859</c:v>
                </c:pt>
                <c:pt idx="6832">
                  <c:v>0.10435062622806525</c:v>
                </c:pt>
                <c:pt idx="6833">
                  <c:v>0.10436858624036301</c:v>
                </c:pt>
                <c:pt idx="6834">
                  <c:v>0.10437695121296031</c:v>
                </c:pt>
                <c:pt idx="6835">
                  <c:v>0.1043824683040447</c:v>
                </c:pt>
                <c:pt idx="6836">
                  <c:v>0.10438624784588567</c:v>
                </c:pt>
                <c:pt idx="6837">
                  <c:v>0.1044178454739797</c:v>
                </c:pt>
                <c:pt idx="6838">
                  <c:v>0.10443357679033397</c:v>
                </c:pt>
                <c:pt idx="6839">
                  <c:v>0.10443571151982256</c:v>
                </c:pt>
                <c:pt idx="6840">
                  <c:v>0.10443749796396798</c:v>
                </c:pt>
                <c:pt idx="6841">
                  <c:v>0.10443987367022466</c:v>
                </c:pt>
                <c:pt idx="6842">
                  <c:v>0.10446591908738465</c:v>
                </c:pt>
                <c:pt idx="6843">
                  <c:v>0.10447387934525477</c:v>
                </c:pt>
                <c:pt idx="6844">
                  <c:v>0.1044756921608698</c:v>
                </c:pt>
                <c:pt idx="6845">
                  <c:v>0.10452249348564195</c:v>
                </c:pt>
                <c:pt idx="6846">
                  <c:v>0.10452513757349809</c:v>
                </c:pt>
                <c:pt idx="6847">
                  <c:v>0.1045266557334235</c:v>
                </c:pt>
                <c:pt idx="6848">
                  <c:v>0.10453204393325231</c:v>
                </c:pt>
                <c:pt idx="6849">
                  <c:v>0.10453411827813996</c:v>
                </c:pt>
                <c:pt idx="6850">
                  <c:v>0.10453704793170657</c:v>
                </c:pt>
                <c:pt idx="6851">
                  <c:v>0.10453819117776375</c:v>
                </c:pt>
                <c:pt idx="6852">
                  <c:v>0.10456260633762351</c:v>
                </c:pt>
                <c:pt idx="6853">
                  <c:v>0.10457635929336888</c:v>
                </c:pt>
                <c:pt idx="6854">
                  <c:v>0.10457960673209425</c:v>
                </c:pt>
                <c:pt idx="6855">
                  <c:v>0.10458899204923712</c:v>
                </c:pt>
                <c:pt idx="6856">
                  <c:v>0.10459220763866782</c:v>
                </c:pt>
                <c:pt idx="6857">
                  <c:v>0.10459954719470632</c:v>
                </c:pt>
                <c:pt idx="6858">
                  <c:v>0.10460063039956272</c:v>
                </c:pt>
                <c:pt idx="6859">
                  <c:v>0.10461373743447981</c:v>
                </c:pt>
                <c:pt idx="6860">
                  <c:v>0.10461507450340843</c:v>
                </c:pt>
                <c:pt idx="6861">
                  <c:v>0.10463924758495788</c:v>
                </c:pt>
                <c:pt idx="6862">
                  <c:v>0.1046434376432125</c:v>
                </c:pt>
                <c:pt idx="6863">
                  <c:v>0.10466582310524819</c:v>
                </c:pt>
                <c:pt idx="6864">
                  <c:v>0.10468005140187087</c:v>
                </c:pt>
                <c:pt idx="6865">
                  <c:v>0.10468412053430598</c:v>
                </c:pt>
                <c:pt idx="6866">
                  <c:v>0.10470613063577645</c:v>
                </c:pt>
                <c:pt idx="6867">
                  <c:v>0.1047102879397563</c:v>
                </c:pt>
                <c:pt idx="6868">
                  <c:v>0.10472583488472362</c:v>
                </c:pt>
                <c:pt idx="6869">
                  <c:v>0.10472870043423378</c:v>
                </c:pt>
                <c:pt idx="6870">
                  <c:v>0.10473111774208131</c:v>
                </c:pt>
                <c:pt idx="6871">
                  <c:v>0.10473780830473664</c:v>
                </c:pt>
                <c:pt idx="6872">
                  <c:v>0.10474300492292726</c:v>
                </c:pt>
                <c:pt idx="6873">
                  <c:v>0.10474928576869894</c:v>
                </c:pt>
                <c:pt idx="6874">
                  <c:v>0.10475506112235532</c:v>
                </c:pt>
                <c:pt idx="6875">
                  <c:v>0.10476164875612735</c:v>
                </c:pt>
                <c:pt idx="6876">
                  <c:v>0.10477442543782396</c:v>
                </c:pt>
                <c:pt idx="6877">
                  <c:v>0.10479562746668278</c:v>
                </c:pt>
                <c:pt idx="6878">
                  <c:v>0.10480555115514383</c:v>
                </c:pt>
                <c:pt idx="6879">
                  <c:v>0.10480773978101512</c:v>
                </c:pt>
                <c:pt idx="6880">
                  <c:v>0.10480802699815744</c:v>
                </c:pt>
                <c:pt idx="6881">
                  <c:v>0.10481374267125547</c:v>
                </c:pt>
                <c:pt idx="6882">
                  <c:v>0.10482521344922481</c:v>
                </c:pt>
                <c:pt idx="6883">
                  <c:v>0.10482731318839801</c:v>
                </c:pt>
                <c:pt idx="6884">
                  <c:v>0.10483185421633331</c:v>
                </c:pt>
                <c:pt idx="6885">
                  <c:v>0.10483937548560288</c:v>
                </c:pt>
                <c:pt idx="6886">
                  <c:v>0.1048616543212145</c:v>
                </c:pt>
                <c:pt idx="6887">
                  <c:v>0.10487967255932884</c:v>
                </c:pt>
                <c:pt idx="6888">
                  <c:v>0.10489427588743787</c:v>
                </c:pt>
                <c:pt idx="6889">
                  <c:v>0.10489772309531042</c:v>
                </c:pt>
                <c:pt idx="6890">
                  <c:v>0.10489807432838245</c:v>
                </c:pt>
                <c:pt idx="6891">
                  <c:v>0.10493496605216192</c:v>
                </c:pt>
                <c:pt idx="6892">
                  <c:v>0.10494484958282151</c:v>
                </c:pt>
                <c:pt idx="6893">
                  <c:v>0.10496727734448662</c:v>
                </c:pt>
                <c:pt idx="6894">
                  <c:v>0.10497098742543953</c:v>
                </c:pt>
                <c:pt idx="6895">
                  <c:v>0.1049748851238748</c:v>
                </c:pt>
                <c:pt idx="6896">
                  <c:v>0.10497720639042082</c:v>
                </c:pt>
                <c:pt idx="6897">
                  <c:v>0.10498704071838012</c:v>
                </c:pt>
                <c:pt idx="6898">
                  <c:v>0.1049957317317035</c:v>
                </c:pt>
                <c:pt idx="6899">
                  <c:v>0.10499604735303439</c:v>
                </c:pt>
                <c:pt idx="6900">
                  <c:v>0.10502167312165725</c:v>
                </c:pt>
                <c:pt idx="6901">
                  <c:v>0.10503066420804449</c:v>
                </c:pt>
                <c:pt idx="6902">
                  <c:v>0.10505386734632988</c:v>
                </c:pt>
                <c:pt idx="6903">
                  <c:v>0.10505677295298044</c:v>
                </c:pt>
                <c:pt idx="6904">
                  <c:v>0.10506359386517686</c:v>
                </c:pt>
                <c:pt idx="6905">
                  <c:v>0.10506481085412302</c:v>
                </c:pt>
                <c:pt idx="6906">
                  <c:v>0.10507422896803076</c:v>
                </c:pt>
                <c:pt idx="6907">
                  <c:v>0.10507922107248144</c:v>
                </c:pt>
                <c:pt idx="6908">
                  <c:v>0.10509803667885317</c:v>
                </c:pt>
                <c:pt idx="6909">
                  <c:v>0.10510305516610374</c:v>
                </c:pt>
                <c:pt idx="6910">
                  <c:v>0.10510399461751184</c:v>
                </c:pt>
                <c:pt idx="6911">
                  <c:v>0.1051105028994415</c:v>
                </c:pt>
                <c:pt idx="6912">
                  <c:v>0.10512009059915835</c:v>
                </c:pt>
                <c:pt idx="6913">
                  <c:v>0.10513354439227254</c:v>
                </c:pt>
                <c:pt idx="6914">
                  <c:v>0.10513974972122343</c:v>
                </c:pt>
                <c:pt idx="6915">
                  <c:v>0.10514229558586431</c:v>
                </c:pt>
                <c:pt idx="6916">
                  <c:v>0.10516216778718382</c:v>
                </c:pt>
                <c:pt idx="6917">
                  <c:v>0.10516225758732115</c:v>
                </c:pt>
                <c:pt idx="6918">
                  <c:v>0.10517115655818914</c:v>
                </c:pt>
                <c:pt idx="6919">
                  <c:v>0.10517197057241219</c:v>
                </c:pt>
                <c:pt idx="6920">
                  <c:v>0.10517269854539668</c:v>
                </c:pt>
                <c:pt idx="6921">
                  <c:v>0.10517612444700153</c:v>
                </c:pt>
                <c:pt idx="6922">
                  <c:v>0.10517995252160951</c:v>
                </c:pt>
                <c:pt idx="6923">
                  <c:v>0.10518886592283574</c:v>
                </c:pt>
                <c:pt idx="6924">
                  <c:v>0.10520363745578422</c:v>
                </c:pt>
                <c:pt idx="6925">
                  <c:v>0.10521160625825321</c:v>
                </c:pt>
                <c:pt idx="6926">
                  <c:v>0.10522572046755709</c:v>
                </c:pt>
                <c:pt idx="6927">
                  <c:v>0.10523217509165625</c:v>
                </c:pt>
                <c:pt idx="6928">
                  <c:v>0.10523441411190398</c:v>
                </c:pt>
                <c:pt idx="6929">
                  <c:v>0.10524779518922403</c:v>
                </c:pt>
                <c:pt idx="6930">
                  <c:v>0.10525487400438648</c:v>
                </c:pt>
                <c:pt idx="6931">
                  <c:v>0.10526451090680239</c:v>
                </c:pt>
                <c:pt idx="6932">
                  <c:v>0.10526657078031036</c:v>
                </c:pt>
                <c:pt idx="6933">
                  <c:v>0.10529027500070116</c:v>
                </c:pt>
                <c:pt idx="6934">
                  <c:v>0.10530224754853265</c:v>
                </c:pt>
                <c:pt idx="6935">
                  <c:v>0.10531152436863132</c:v>
                </c:pt>
                <c:pt idx="6936">
                  <c:v>0.1053199227801752</c:v>
                </c:pt>
                <c:pt idx="6937">
                  <c:v>0.10532880716476628</c:v>
                </c:pt>
                <c:pt idx="6938">
                  <c:v>0.10533311065881354</c:v>
                </c:pt>
                <c:pt idx="6939">
                  <c:v>0.10534220004534539</c:v>
                </c:pt>
                <c:pt idx="6940">
                  <c:v>0.10534412480069574</c:v>
                </c:pt>
                <c:pt idx="6941">
                  <c:v>0.10534772519053363</c:v>
                </c:pt>
                <c:pt idx="6942">
                  <c:v>0.10536872213787819</c:v>
                </c:pt>
                <c:pt idx="6943">
                  <c:v>0.10537970946576243</c:v>
                </c:pt>
                <c:pt idx="6944">
                  <c:v>0.10538882922748512</c:v>
                </c:pt>
                <c:pt idx="6945">
                  <c:v>0.10539097355773248</c:v>
                </c:pt>
                <c:pt idx="6946">
                  <c:v>0.10539099836381392</c:v>
                </c:pt>
                <c:pt idx="6947">
                  <c:v>0.10540096552930392</c:v>
                </c:pt>
                <c:pt idx="6948">
                  <c:v>0.10540175269770172</c:v>
                </c:pt>
                <c:pt idx="6949">
                  <c:v>0.10540489101212901</c:v>
                </c:pt>
                <c:pt idx="6950">
                  <c:v>0.10541542490369407</c:v>
                </c:pt>
                <c:pt idx="6951">
                  <c:v>0.10543493662600026</c:v>
                </c:pt>
                <c:pt idx="6952">
                  <c:v>0.10544140264830809</c:v>
                </c:pt>
                <c:pt idx="6953">
                  <c:v>0.10544854354013274</c:v>
                </c:pt>
                <c:pt idx="6954">
                  <c:v>0.10545161314409805</c:v>
                </c:pt>
                <c:pt idx="6955">
                  <c:v>0.10545776395536823</c:v>
                </c:pt>
                <c:pt idx="6956">
                  <c:v>0.10546505200902224</c:v>
                </c:pt>
                <c:pt idx="6957">
                  <c:v>0.10547084030919797</c:v>
                </c:pt>
                <c:pt idx="6958">
                  <c:v>0.10547209313632511</c:v>
                </c:pt>
                <c:pt idx="6959">
                  <c:v>0.10547521048552412</c:v>
                </c:pt>
                <c:pt idx="6960">
                  <c:v>0.10547905875569795</c:v>
                </c:pt>
                <c:pt idx="6961">
                  <c:v>0.10549681907068492</c:v>
                </c:pt>
                <c:pt idx="6962">
                  <c:v>0.10550023951391667</c:v>
                </c:pt>
                <c:pt idx="6963">
                  <c:v>0.10550041828920664</c:v>
                </c:pt>
                <c:pt idx="6964">
                  <c:v>0.10551528042544704</c:v>
                </c:pt>
                <c:pt idx="6965">
                  <c:v>0.10555249890320448</c:v>
                </c:pt>
                <c:pt idx="6966">
                  <c:v>0.1055663412480351</c:v>
                </c:pt>
                <c:pt idx="6967">
                  <c:v>0.10556979267079408</c:v>
                </c:pt>
                <c:pt idx="6968">
                  <c:v>0.10557490890784738</c:v>
                </c:pt>
                <c:pt idx="6969">
                  <c:v>0.10557615345652878</c:v>
                </c:pt>
                <c:pt idx="6970">
                  <c:v>0.10558290728346785</c:v>
                </c:pt>
                <c:pt idx="6971">
                  <c:v>0.10559044073998977</c:v>
                </c:pt>
                <c:pt idx="6972">
                  <c:v>0.10559314897485454</c:v>
                </c:pt>
                <c:pt idx="6973">
                  <c:v>0.10559673474667819</c:v>
                </c:pt>
                <c:pt idx="6974">
                  <c:v>0.10560835626134045</c:v>
                </c:pt>
                <c:pt idx="6975">
                  <c:v>0.10561140279104621</c:v>
                </c:pt>
                <c:pt idx="6976">
                  <c:v>0.10561588019266537</c:v>
                </c:pt>
                <c:pt idx="6977">
                  <c:v>0.10563052668927793</c:v>
                </c:pt>
                <c:pt idx="6978">
                  <c:v>0.10563303888358984</c:v>
                </c:pt>
                <c:pt idx="6979">
                  <c:v>0.10565495711217376</c:v>
                </c:pt>
                <c:pt idx="6980">
                  <c:v>0.10565976777358167</c:v>
                </c:pt>
                <c:pt idx="6981">
                  <c:v>0.10566108758290157</c:v>
                </c:pt>
                <c:pt idx="6982">
                  <c:v>0.1056625156231549</c:v>
                </c:pt>
                <c:pt idx="6983">
                  <c:v>0.105666279033323</c:v>
                </c:pt>
                <c:pt idx="6984">
                  <c:v>0.10566843717008007</c:v>
                </c:pt>
                <c:pt idx="6985">
                  <c:v>0.10567089829519254</c:v>
                </c:pt>
                <c:pt idx="6986">
                  <c:v>0.10569016516211481</c:v>
                </c:pt>
                <c:pt idx="6987">
                  <c:v>0.10569350937028558</c:v>
                </c:pt>
                <c:pt idx="6988">
                  <c:v>0.10569663834451018</c:v>
                </c:pt>
                <c:pt idx="6989">
                  <c:v>0.10570963959123995</c:v>
                </c:pt>
                <c:pt idx="6990">
                  <c:v>0.10571129043609455</c:v>
                </c:pt>
                <c:pt idx="6991">
                  <c:v>0.10571482649920616</c:v>
                </c:pt>
                <c:pt idx="6992">
                  <c:v>0.10573393140546239</c:v>
                </c:pt>
                <c:pt idx="6993">
                  <c:v>0.10573585778488173</c:v>
                </c:pt>
                <c:pt idx="6994">
                  <c:v>0.10573632253057814</c:v>
                </c:pt>
                <c:pt idx="6995">
                  <c:v>0.10576996700832456</c:v>
                </c:pt>
                <c:pt idx="6996">
                  <c:v>0.10577428461349681</c:v>
                </c:pt>
                <c:pt idx="6997">
                  <c:v>0.10581235579139768</c:v>
                </c:pt>
                <c:pt idx="6998">
                  <c:v>0.10581543136026023</c:v>
                </c:pt>
                <c:pt idx="6999">
                  <c:v>0.10584820322960077</c:v>
                </c:pt>
                <c:pt idx="7000">
                  <c:v>0.1058531544938266</c:v>
                </c:pt>
                <c:pt idx="7001">
                  <c:v>0.10585949222137614</c:v>
                </c:pt>
                <c:pt idx="7002">
                  <c:v>0.10586470161194603</c:v>
                </c:pt>
                <c:pt idx="7003">
                  <c:v>0.10587353804620424</c:v>
                </c:pt>
                <c:pt idx="7004">
                  <c:v>0.10587953290946051</c:v>
                </c:pt>
                <c:pt idx="7005">
                  <c:v>0.1058874668605464</c:v>
                </c:pt>
                <c:pt idx="7006">
                  <c:v>0.10589632365849738</c:v>
                </c:pt>
                <c:pt idx="7007">
                  <c:v>0.1059412840055948</c:v>
                </c:pt>
                <c:pt idx="7008">
                  <c:v>0.10594311406839277</c:v>
                </c:pt>
                <c:pt idx="7009">
                  <c:v>0.10594354476512913</c:v>
                </c:pt>
                <c:pt idx="7010">
                  <c:v>0.10595279811782542</c:v>
                </c:pt>
                <c:pt idx="7011">
                  <c:v>0.10595844146504549</c:v>
                </c:pt>
                <c:pt idx="7012">
                  <c:v>0.10596095875909516</c:v>
                </c:pt>
                <c:pt idx="7013">
                  <c:v>0.10597223997353013</c:v>
                </c:pt>
                <c:pt idx="7014">
                  <c:v>0.10597568660100617</c:v>
                </c:pt>
                <c:pt idx="7015">
                  <c:v>0.1059838614841051</c:v>
                </c:pt>
                <c:pt idx="7016">
                  <c:v>0.10598781223594771</c:v>
                </c:pt>
                <c:pt idx="7017">
                  <c:v>0.10599556865869467</c:v>
                </c:pt>
                <c:pt idx="7018">
                  <c:v>0.10600639117663517</c:v>
                </c:pt>
                <c:pt idx="7019">
                  <c:v>0.10601564259460537</c:v>
                </c:pt>
                <c:pt idx="7020">
                  <c:v>0.10602101141927565</c:v>
                </c:pt>
                <c:pt idx="7021">
                  <c:v>0.10602722722692166</c:v>
                </c:pt>
                <c:pt idx="7022">
                  <c:v>0.10602817079973935</c:v>
                </c:pt>
                <c:pt idx="7023">
                  <c:v>0.1060409516419287</c:v>
                </c:pt>
                <c:pt idx="7024">
                  <c:v>0.1060565590801452</c:v>
                </c:pt>
                <c:pt idx="7025">
                  <c:v>0.10605712297816462</c:v>
                </c:pt>
                <c:pt idx="7026">
                  <c:v>0.10606059466183573</c:v>
                </c:pt>
                <c:pt idx="7027">
                  <c:v>0.10607000606043858</c:v>
                </c:pt>
                <c:pt idx="7028">
                  <c:v>0.10607744188029769</c:v>
                </c:pt>
                <c:pt idx="7029">
                  <c:v>0.10608704890780539</c:v>
                </c:pt>
                <c:pt idx="7030">
                  <c:v>0.1060968267001525</c:v>
                </c:pt>
                <c:pt idx="7031">
                  <c:v>0.10609761425974142</c:v>
                </c:pt>
                <c:pt idx="7032">
                  <c:v>0.10610317740580713</c:v>
                </c:pt>
                <c:pt idx="7033">
                  <c:v>0.10610370457446103</c:v>
                </c:pt>
                <c:pt idx="7034">
                  <c:v>0.10611902109539932</c:v>
                </c:pt>
                <c:pt idx="7035">
                  <c:v>0.10614779470785958</c:v>
                </c:pt>
                <c:pt idx="7036">
                  <c:v>0.10614974757213566</c:v>
                </c:pt>
                <c:pt idx="7037">
                  <c:v>0.10616235123652822</c:v>
                </c:pt>
                <c:pt idx="7038">
                  <c:v>0.10617870725883675</c:v>
                </c:pt>
                <c:pt idx="7039">
                  <c:v>0.10619918748494922</c:v>
                </c:pt>
                <c:pt idx="7040">
                  <c:v>0.10621289929799256</c:v>
                </c:pt>
                <c:pt idx="7041">
                  <c:v>0.10622407708601593</c:v>
                </c:pt>
                <c:pt idx="7042">
                  <c:v>0.10622468352256147</c:v>
                </c:pt>
                <c:pt idx="7043">
                  <c:v>0.10623238105627029</c:v>
                </c:pt>
                <c:pt idx="7044">
                  <c:v>0.10623582921639048</c:v>
                </c:pt>
                <c:pt idx="7045">
                  <c:v>0.10623803883514819</c:v>
                </c:pt>
                <c:pt idx="7046">
                  <c:v>0.1062447567548986</c:v>
                </c:pt>
                <c:pt idx="7047">
                  <c:v>0.10625340892963971</c:v>
                </c:pt>
                <c:pt idx="7048">
                  <c:v>0.10625353211701277</c:v>
                </c:pt>
                <c:pt idx="7049">
                  <c:v>0.10625843610035085</c:v>
                </c:pt>
                <c:pt idx="7050">
                  <c:v>0.10629482966305066</c:v>
                </c:pt>
                <c:pt idx="7051">
                  <c:v>0.10629776226342966</c:v>
                </c:pt>
                <c:pt idx="7052">
                  <c:v>0.10629910614025007</c:v>
                </c:pt>
                <c:pt idx="7053">
                  <c:v>0.10630953362927104</c:v>
                </c:pt>
                <c:pt idx="7054">
                  <c:v>0.10631012143772423</c:v>
                </c:pt>
                <c:pt idx="7055">
                  <c:v>0.10633743528740093</c:v>
                </c:pt>
                <c:pt idx="7056">
                  <c:v>0.10633830101977174</c:v>
                </c:pt>
                <c:pt idx="7057">
                  <c:v>0.10633948909431773</c:v>
                </c:pt>
                <c:pt idx="7058">
                  <c:v>0.10634134862300808</c:v>
                </c:pt>
                <c:pt idx="7059">
                  <c:v>0.10634570943189255</c:v>
                </c:pt>
                <c:pt idx="7060">
                  <c:v>0.1063553291308188</c:v>
                </c:pt>
                <c:pt idx="7061">
                  <c:v>0.10636843282381347</c:v>
                </c:pt>
                <c:pt idx="7062">
                  <c:v>0.10637360355763038</c:v>
                </c:pt>
                <c:pt idx="7063">
                  <c:v>0.10637625450204334</c:v>
                </c:pt>
                <c:pt idx="7064">
                  <c:v>0.10637726129503662</c:v>
                </c:pt>
                <c:pt idx="7065">
                  <c:v>0.1063890899037411</c:v>
                </c:pt>
                <c:pt idx="7066">
                  <c:v>0.10640351385681777</c:v>
                </c:pt>
                <c:pt idx="7067">
                  <c:v>0.10640534873724733</c:v>
                </c:pt>
                <c:pt idx="7068">
                  <c:v>0.10641215929380132</c:v>
                </c:pt>
                <c:pt idx="7069">
                  <c:v>0.10641364225376737</c:v>
                </c:pt>
                <c:pt idx="7070">
                  <c:v>0.10641854728941648</c:v>
                </c:pt>
                <c:pt idx="7071">
                  <c:v>0.1064262187870403</c:v>
                </c:pt>
                <c:pt idx="7072">
                  <c:v>0.10644080752116121</c:v>
                </c:pt>
                <c:pt idx="7073">
                  <c:v>0.10644168096200517</c:v>
                </c:pt>
                <c:pt idx="7074">
                  <c:v>0.10646553290227158</c:v>
                </c:pt>
                <c:pt idx="7075">
                  <c:v>0.10648021422042225</c:v>
                </c:pt>
                <c:pt idx="7076">
                  <c:v>0.10648301581188592</c:v>
                </c:pt>
                <c:pt idx="7077">
                  <c:v>0.10648408948925116</c:v>
                </c:pt>
                <c:pt idx="7078">
                  <c:v>0.10649497021058019</c:v>
                </c:pt>
                <c:pt idx="7079">
                  <c:v>0.1064992702781884</c:v>
                </c:pt>
                <c:pt idx="7080">
                  <c:v>0.10651513291461846</c:v>
                </c:pt>
                <c:pt idx="7081">
                  <c:v>0.10651657165230222</c:v>
                </c:pt>
                <c:pt idx="7082">
                  <c:v>0.10651884440360002</c:v>
                </c:pt>
                <c:pt idx="7083">
                  <c:v>0.10652315374641307</c:v>
                </c:pt>
                <c:pt idx="7084">
                  <c:v>0.10653656638355516</c:v>
                </c:pt>
                <c:pt idx="7085">
                  <c:v>0.10654341428543146</c:v>
                </c:pt>
                <c:pt idx="7086">
                  <c:v>0.10654483715569459</c:v>
                </c:pt>
                <c:pt idx="7087">
                  <c:v>0.10654911959924367</c:v>
                </c:pt>
                <c:pt idx="7088">
                  <c:v>0.10655722578876436</c:v>
                </c:pt>
                <c:pt idx="7089">
                  <c:v>0.106600992565847</c:v>
                </c:pt>
                <c:pt idx="7090">
                  <c:v>0.1066080016911152</c:v>
                </c:pt>
                <c:pt idx="7091">
                  <c:v>0.10662699497294265</c:v>
                </c:pt>
                <c:pt idx="7092">
                  <c:v>0.10663115559207882</c:v>
                </c:pt>
                <c:pt idx="7093">
                  <c:v>0.10663351764160621</c:v>
                </c:pt>
                <c:pt idx="7094">
                  <c:v>0.10663680776001054</c:v>
                </c:pt>
                <c:pt idx="7095">
                  <c:v>0.10663688769927795</c:v>
                </c:pt>
                <c:pt idx="7096">
                  <c:v>0.10663883708205324</c:v>
                </c:pt>
                <c:pt idx="7097">
                  <c:v>0.10665539851211027</c:v>
                </c:pt>
                <c:pt idx="7098">
                  <c:v>0.10665772341177543</c:v>
                </c:pt>
                <c:pt idx="7099">
                  <c:v>0.10667153584257461</c:v>
                </c:pt>
                <c:pt idx="7100">
                  <c:v>0.10667603739701315</c:v>
                </c:pt>
                <c:pt idx="7101">
                  <c:v>0.10669035651979526</c:v>
                </c:pt>
                <c:pt idx="7102">
                  <c:v>0.10669182594467183</c:v>
                </c:pt>
                <c:pt idx="7103">
                  <c:v>0.10670206453840925</c:v>
                </c:pt>
                <c:pt idx="7104">
                  <c:v>0.10670610315395633</c:v>
                </c:pt>
                <c:pt idx="7105">
                  <c:v>0.10672514542030868</c:v>
                </c:pt>
                <c:pt idx="7106">
                  <c:v>0.10672561093519804</c:v>
                </c:pt>
                <c:pt idx="7107">
                  <c:v>0.10673723214937392</c:v>
                </c:pt>
                <c:pt idx="7108">
                  <c:v>0.10673957055024429</c:v>
                </c:pt>
                <c:pt idx="7109">
                  <c:v>0.1067517797614365</c:v>
                </c:pt>
                <c:pt idx="7110">
                  <c:v>0.10675550500669226</c:v>
                </c:pt>
                <c:pt idx="7111">
                  <c:v>0.10675823752442634</c:v>
                </c:pt>
                <c:pt idx="7112">
                  <c:v>0.10677683792748667</c:v>
                </c:pt>
                <c:pt idx="7113">
                  <c:v>0.10681517653901396</c:v>
                </c:pt>
                <c:pt idx="7114">
                  <c:v>0.10681964319521402</c:v>
                </c:pt>
                <c:pt idx="7115">
                  <c:v>0.10683412270649943</c:v>
                </c:pt>
                <c:pt idx="7116">
                  <c:v>0.10683916803350077</c:v>
                </c:pt>
                <c:pt idx="7117">
                  <c:v>0.10683974599835454</c:v>
                </c:pt>
                <c:pt idx="7118">
                  <c:v>0.10684356993937549</c:v>
                </c:pt>
                <c:pt idx="7119">
                  <c:v>0.10684400179640814</c:v>
                </c:pt>
                <c:pt idx="7120">
                  <c:v>0.10684956795493547</c:v>
                </c:pt>
                <c:pt idx="7121">
                  <c:v>0.10685170162166885</c:v>
                </c:pt>
                <c:pt idx="7122">
                  <c:v>0.10687892438672479</c:v>
                </c:pt>
                <c:pt idx="7123">
                  <c:v>0.10690262782231426</c:v>
                </c:pt>
                <c:pt idx="7124">
                  <c:v>0.10690379874323426</c:v>
                </c:pt>
                <c:pt idx="7125">
                  <c:v>0.10690799995910297</c:v>
                </c:pt>
                <c:pt idx="7126">
                  <c:v>0.10691877432025633</c:v>
                </c:pt>
                <c:pt idx="7127">
                  <c:v>0.10693476315836982</c:v>
                </c:pt>
                <c:pt idx="7128">
                  <c:v>0.10693806555583994</c:v>
                </c:pt>
                <c:pt idx="7129">
                  <c:v>0.10694540095552482</c:v>
                </c:pt>
                <c:pt idx="7130">
                  <c:v>0.1069723118210102</c:v>
                </c:pt>
                <c:pt idx="7131">
                  <c:v>0.10698548906118756</c:v>
                </c:pt>
                <c:pt idx="7132">
                  <c:v>0.10700308751899591</c:v>
                </c:pt>
                <c:pt idx="7133">
                  <c:v>0.10700369437889663</c:v>
                </c:pt>
                <c:pt idx="7134">
                  <c:v>0.10700483004695122</c:v>
                </c:pt>
                <c:pt idx="7135">
                  <c:v>0.10705062240757122</c:v>
                </c:pt>
                <c:pt idx="7136">
                  <c:v>0.10708469034160896</c:v>
                </c:pt>
                <c:pt idx="7137">
                  <c:v>0.10708555150582966</c:v>
                </c:pt>
                <c:pt idx="7138">
                  <c:v>0.10712265282137819</c:v>
                </c:pt>
                <c:pt idx="7139">
                  <c:v>0.10713125166267352</c:v>
                </c:pt>
                <c:pt idx="7140">
                  <c:v>0.1071460168440227</c:v>
                </c:pt>
                <c:pt idx="7141">
                  <c:v>0.10714988051917643</c:v>
                </c:pt>
                <c:pt idx="7142">
                  <c:v>0.10715349413366496</c:v>
                </c:pt>
                <c:pt idx="7143">
                  <c:v>0.10715716795613708</c:v>
                </c:pt>
                <c:pt idx="7144">
                  <c:v>0.10716002385635548</c:v>
                </c:pt>
                <c:pt idx="7145">
                  <c:v>0.10716775781198701</c:v>
                </c:pt>
                <c:pt idx="7146">
                  <c:v>0.10716922344113473</c:v>
                </c:pt>
                <c:pt idx="7147">
                  <c:v>0.10717835696615927</c:v>
                </c:pt>
                <c:pt idx="7148">
                  <c:v>0.10717889591585425</c:v>
                </c:pt>
                <c:pt idx="7149">
                  <c:v>0.10718318801800912</c:v>
                </c:pt>
                <c:pt idx="7150">
                  <c:v>0.10718842491471101</c:v>
                </c:pt>
                <c:pt idx="7151">
                  <c:v>0.10720423349457296</c:v>
                </c:pt>
                <c:pt idx="7152">
                  <c:v>0.1072062953717384</c:v>
                </c:pt>
                <c:pt idx="7153">
                  <c:v>0.10720810007863592</c:v>
                </c:pt>
                <c:pt idx="7154">
                  <c:v>0.10720910304661473</c:v>
                </c:pt>
                <c:pt idx="7155">
                  <c:v>0.10723941052409171</c:v>
                </c:pt>
                <c:pt idx="7156">
                  <c:v>0.10724664160641656</c:v>
                </c:pt>
                <c:pt idx="7157">
                  <c:v>0.10725294053783127</c:v>
                </c:pt>
                <c:pt idx="7158">
                  <c:v>0.10726203221171471</c:v>
                </c:pt>
                <c:pt idx="7159">
                  <c:v>0.10727009175677182</c:v>
                </c:pt>
                <c:pt idx="7160">
                  <c:v>0.10727445696203378</c:v>
                </c:pt>
                <c:pt idx="7161">
                  <c:v>0.10729126686013184</c:v>
                </c:pt>
                <c:pt idx="7162">
                  <c:v>0.10732864618399397</c:v>
                </c:pt>
                <c:pt idx="7163">
                  <c:v>0.10733100122842092</c:v>
                </c:pt>
                <c:pt idx="7164">
                  <c:v>0.10734531117760368</c:v>
                </c:pt>
                <c:pt idx="7165">
                  <c:v>0.10734807872454712</c:v>
                </c:pt>
                <c:pt idx="7166">
                  <c:v>0.10736001654441309</c:v>
                </c:pt>
                <c:pt idx="7167">
                  <c:v>0.10736209597956134</c:v>
                </c:pt>
                <c:pt idx="7168">
                  <c:v>0.10736522477851852</c:v>
                </c:pt>
                <c:pt idx="7169">
                  <c:v>0.10737688025952399</c:v>
                </c:pt>
                <c:pt idx="7170">
                  <c:v>0.10737720285881847</c:v>
                </c:pt>
                <c:pt idx="7171">
                  <c:v>0.10738674240057934</c:v>
                </c:pt>
                <c:pt idx="7172">
                  <c:v>0.10739899959949159</c:v>
                </c:pt>
                <c:pt idx="7173">
                  <c:v>0.10740135319837867</c:v>
                </c:pt>
                <c:pt idx="7174">
                  <c:v>0.10740164058800221</c:v>
                </c:pt>
                <c:pt idx="7175">
                  <c:v>0.10741071298785819</c:v>
                </c:pt>
                <c:pt idx="7176">
                  <c:v>0.10741477364375374</c:v>
                </c:pt>
                <c:pt idx="7177">
                  <c:v>0.10741694102275175</c:v>
                </c:pt>
                <c:pt idx="7178">
                  <c:v>0.10742663768566162</c:v>
                </c:pt>
                <c:pt idx="7179">
                  <c:v>0.10743421380712513</c:v>
                </c:pt>
                <c:pt idx="7180">
                  <c:v>0.10745015893509702</c:v>
                </c:pt>
                <c:pt idx="7181">
                  <c:v>0.10745552264153611</c:v>
                </c:pt>
                <c:pt idx="7182">
                  <c:v>0.10747105128895731</c:v>
                </c:pt>
                <c:pt idx="7183">
                  <c:v>0.10749608560827686</c:v>
                </c:pt>
                <c:pt idx="7184">
                  <c:v>0.10751003340748895</c:v>
                </c:pt>
                <c:pt idx="7185">
                  <c:v>0.10753635447630014</c:v>
                </c:pt>
                <c:pt idx="7186">
                  <c:v>0.1075471008060758</c:v>
                </c:pt>
                <c:pt idx="7187">
                  <c:v>0.10754840508417411</c:v>
                </c:pt>
                <c:pt idx="7188">
                  <c:v>0.10755086817159064</c:v>
                </c:pt>
                <c:pt idx="7189">
                  <c:v>0.10759204910455999</c:v>
                </c:pt>
                <c:pt idx="7190">
                  <c:v>0.10759345840804931</c:v>
                </c:pt>
                <c:pt idx="7191">
                  <c:v>0.10761820301520664</c:v>
                </c:pt>
                <c:pt idx="7192">
                  <c:v>0.10762271052438013</c:v>
                </c:pt>
                <c:pt idx="7193">
                  <c:v>0.10763050492174579</c:v>
                </c:pt>
                <c:pt idx="7194">
                  <c:v>0.10763336052441867</c:v>
                </c:pt>
                <c:pt idx="7195">
                  <c:v>0.10764332096328633</c:v>
                </c:pt>
                <c:pt idx="7196">
                  <c:v>0.10765914119533983</c:v>
                </c:pt>
                <c:pt idx="7197">
                  <c:v>0.10766183567480278</c:v>
                </c:pt>
                <c:pt idx="7198">
                  <c:v>0.10767840081628453</c:v>
                </c:pt>
                <c:pt idx="7199">
                  <c:v>0.10768569797318903</c:v>
                </c:pt>
                <c:pt idx="7200">
                  <c:v>0.1076956418673157</c:v>
                </c:pt>
                <c:pt idx="7201">
                  <c:v>0.10770078529320666</c:v>
                </c:pt>
                <c:pt idx="7202">
                  <c:v>0.10771391949814706</c:v>
                </c:pt>
                <c:pt idx="7203">
                  <c:v>0.10771462236359305</c:v>
                </c:pt>
                <c:pt idx="7204">
                  <c:v>0.10775254279027115</c:v>
                </c:pt>
                <c:pt idx="7205">
                  <c:v>0.10775802875536879</c:v>
                </c:pt>
                <c:pt idx="7206">
                  <c:v>0.10776348559121809</c:v>
                </c:pt>
                <c:pt idx="7207">
                  <c:v>0.10777496810067219</c:v>
                </c:pt>
                <c:pt idx="7208">
                  <c:v>0.10778632527899396</c:v>
                </c:pt>
                <c:pt idx="7209">
                  <c:v>0.10778878538324783</c:v>
                </c:pt>
                <c:pt idx="7210">
                  <c:v>0.10779116254438158</c:v>
                </c:pt>
                <c:pt idx="7211">
                  <c:v>0.10779542484235545</c:v>
                </c:pt>
                <c:pt idx="7212">
                  <c:v>0.10779603989512301</c:v>
                </c:pt>
                <c:pt idx="7213">
                  <c:v>0.10784084571616251</c:v>
                </c:pt>
                <c:pt idx="7214">
                  <c:v>0.10786952578702065</c:v>
                </c:pt>
                <c:pt idx="7215">
                  <c:v>0.10787396706435626</c:v>
                </c:pt>
                <c:pt idx="7216">
                  <c:v>0.10787782148414479</c:v>
                </c:pt>
                <c:pt idx="7217">
                  <c:v>0.10788188494936024</c:v>
                </c:pt>
                <c:pt idx="7218">
                  <c:v>0.10790311122995558</c:v>
                </c:pt>
                <c:pt idx="7219">
                  <c:v>0.10793023087674038</c:v>
                </c:pt>
                <c:pt idx="7220">
                  <c:v>0.10793591686587906</c:v>
                </c:pt>
                <c:pt idx="7221">
                  <c:v>0.10794297241090865</c:v>
                </c:pt>
                <c:pt idx="7222">
                  <c:v>0.1079524420580678</c:v>
                </c:pt>
                <c:pt idx="7223">
                  <c:v>0.10796974712578208</c:v>
                </c:pt>
                <c:pt idx="7224">
                  <c:v>0.10797279248756858</c:v>
                </c:pt>
                <c:pt idx="7225">
                  <c:v>0.10798642668908542</c:v>
                </c:pt>
                <c:pt idx="7226">
                  <c:v>0.10799524702504908</c:v>
                </c:pt>
                <c:pt idx="7227">
                  <c:v>0.107995677173493</c:v>
                </c:pt>
                <c:pt idx="7228">
                  <c:v>0.10800824252467806</c:v>
                </c:pt>
                <c:pt idx="7229">
                  <c:v>0.1080107441841769</c:v>
                </c:pt>
                <c:pt idx="7230">
                  <c:v>0.10801211121845464</c:v>
                </c:pt>
                <c:pt idx="7231">
                  <c:v>0.10801288271118845</c:v>
                </c:pt>
                <c:pt idx="7232">
                  <c:v>0.10801710719800468</c:v>
                </c:pt>
                <c:pt idx="7233">
                  <c:v>0.10801951242117368</c:v>
                </c:pt>
                <c:pt idx="7234">
                  <c:v>0.10802599028744511</c:v>
                </c:pt>
                <c:pt idx="7235">
                  <c:v>0.10803094318427034</c:v>
                </c:pt>
                <c:pt idx="7236">
                  <c:v>0.10803381289429774</c:v>
                </c:pt>
                <c:pt idx="7237">
                  <c:v>0.10804864623205845</c:v>
                </c:pt>
                <c:pt idx="7238">
                  <c:v>0.10804955814761241</c:v>
                </c:pt>
                <c:pt idx="7239">
                  <c:v>0.10805169188203174</c:v>
                </c:pt>
                <c:pt idx="7240">
                  <c:v>0.10806340161836279</c:v>
                </c:pt>
                <c:pt idx="7241">
                  <c:v>0.1080691395895077</c:v>
                </c:pt>
                <c:pt idx="7242">
                  <c:v>0.10807411278142294</c:v>
                </c:pt>
                <c:pt idx="7243">
                  <c:v>0.10807732307343698</c:v>
                </c:pt>
                <c:pt idx="7244">
                  <c:v>0.10809449268440169</c:v>
                </c:pt>
                <c:pt idx="7245">
                  <c:v>0.10809601985766999</c:v>
                </c:pt>
                <c:pt idx="7246">
                  <c:v>0.10812160149408918</c:v>
                </c:pt>
                <c:pt idx="7247">
                  <c:v>0.10813869672523969</c:v>
                </c:pt>
                <c:pt idx="7248">
                  <c:v>0.108165790228839</c:v>
                </c:pt>
                <c:pt idx="7249">
                  <c:v>0.10817261215975932</c:v>
                </c:pt>
                <c:pt idx="7250">
                  <c:v>0.10818456495576026</c:v>
                </c:pt>
                <c:pt idx="7251">
                  <c:v>0.10820312530151979</c:v>
                </c:pt>
                <c:pt idx="7252">
                  <c:v>0.10820792280428332</c:v>
                </c:pt>
                <c:pt idx="7253">
                  <c:v>0.10820951105350116</c:v>
                </c:pt>
                <c:pt idx="7254">
                  <c:v>0.10821408497036941</c:v>
                </c:pt>
                <c:pt idx="7255">
                  <c:v>0.10822683365742081</c:v>
                </c:pt>
                <c:pt idx="7256">
                  <c:v>0.10822780448505863</c:v>
                </c:pt>
                <c:pt idx="7257">
                  <c:v>0.10822848378713076</c:v>
                </c:pt>
                <c:pt idx="7258">
                  <c:v>0.10823121821833277</c:v>
                </c:pt>
                <c:pt idx="7259">
                  <c:v>0.10823306744260926</c:v>
                </c:pt>
                <c:pt idx="7260">
                  <c:v>0.10824129078174602</c:v>
                </c:pt>
                <c:pt idx="7261">
                  <c:v>0.10824617734724433</c:v>
                </c:pt>
                <c:pt idx="7262">
                  <c:v>0.10824771355762006</c:v>
                </c:pt>
                <c:pt idx="7263">
                  <c:v>0.10824809454089165</c:v>
                </c:pt>
                <c:pt idx="7264">
                  <c:v>0.10825697576961354</c:v>
                </c:pt>
                <c:pt idx="7265">
                  <c:v>0.10826659442195727</c:v>
                </c:pt>
                <c:pt idx="7266">
                  <c:v>0.10827447823466113</c:v>
                </c:pt>
                <c:pt idx="7267">
                  <c:v>0.10827635199261496</c:v>
                </c:pt>
                <c:pt idx="7268">
                  <c:v>0.10827670163097823</c:v>
                </c:pt>
                <c:pt idx="7269">
                  <c:v>0.10829304415203853</c:v>
                </c:pt>
                <c:pt idx="7270">
                  <c:v>0.10830298395923958</c:v>
                </c:pt>
                <c:pt idx="7271">
                  <c:v>0.10835352584275233</c:v>
                </c:pt>
                <c:pt idx="7272">
                  <c:v>0.10836793396159979</c:v>
                </c:pt>
                <c:pt idx="7273">
                  <c:v>0.1083734083910894</c:v>
                </c:pt>
                <c:pt idx="7274">
                  <c:v>0.10839943821635964</c:v>
                </c:pt>
                <c:pt idx="7275">
                  <c:v>0.10840497468201875</c:v>
                </c:pt>
                <c:pt idx="7276">
                  <c:v>0.10841054562644739</c:v>
                </c:pt>
                <c:pt idx="7277">
                  <c:v>0.1084254527246486</c:v>
                </c:pt>
                <c:pt idx="7278">
                  <c:v>0.10842789400175649</c:v>
                </c:pt>
                <c:pt idx="7279">
                  <c:v>0.1084344495923905</c:v>
                </c:pt>
                <c:pt idx="7280">
                  <c:v>0.10844218267507444</c:v>
                </c:pt>
                <c:pt idx="7281">
                  <c:v>0.10845236928055176</c:v>
                </c:pt>
                <c:pt idx="7282">
                  <c:v>0.10845506018729884</c:v>
                </c:pt>
                <c:pt idx="7283">
                  <c:v>0.10846759363685747</c:v>
                </c:pt>
                <c:pt idx="7284">
                  <c:v>0.10846767439643201</c:v>
                </c:pt>
                <c:pt idx="7285">
                  <c:v>0.10846855421982574</c:v>
                </c:pt>
                <c:pt idx="7286">
                  <c:v>0.10847152548896778</c:v>
                </c:pt>
                <c:pt idx="7287">
                  <c:v>0.10847156588684795</c:v>
                </c:pt>
                <c:pt idx="7288">
                  <c:v>0.1085122151850951</c:v>
                </c:pt>
                <c:pt idx="7289">
                  <c:v>0.10852347739667577</c:v>
                </c:pt>
                <c:pt idx="7290">
                  <c:v>0.1085302363395962</c:v>
                </c:pt>
                <c:pt idx="7291">
                  <c:v>0.10853157210065176</c:v>
                </c:pt>
                <c:pt idx="7292">
                  <c:v>0.10854464017654543</c:v>
                </c:pt>
                <c:pt idx="7293">
                  <c:v>0.1085460029080903</c:v>
                </c:pt>
                <c:pt idx="7294">
                  <c:v>0.10855332561083965</c:v>
                </c:pt>
                <c:pt idx="7295">
                  <c:v>0.10855820824074204</c:v>
                </c:pt>
                <c:pt idx="7296">
                  <c:v>0.10856368578016493</c:v>
                </c:pt>
                <c:pt idx="7297">
                  <c:v>0.10856937990740881</c:v>
                </c:pt>
                <c:pt idx="7298">
                  <c:v>0.10857640533029439</c:v>
                </c:pt>
                <c:pt idx="7299">
                  <c:v>0.10857648271964093</c:v>
                </c:pt>
                <c:pt idx="7300">
                  <c:v>0.1085797090327117</c:v>
                </c:pt>
                <c:pt idx="7301">
                  <c:v>0.10858763485359897</c:v>
                </c:pt>
                <c:pt idx="7302">
                  <c:v>0.10859648038865796</c:v>
                </c:pt>
                <c:pt idx="7303">
                  <c:v>0.10859657215987899</c:v>
                </c:pt>
                <c:pt idx="7304">
                  <c:v>0.10859752003501708</c:v>
                </c:pt>
                <c:pt idx="7305">
                  <c:v>0.1085990596868021</c:v>
                </c:pt>
                <c:pt idx="7306">
                  <c:v>0.10861897834537927</c:v>
                </c:pt>
                <c:pt idx="7307">
                  <c:v>0.10862668293707831</c:v>
                </c:pt>
                <c:pt idx="7308">
                  <c:v>0.10864420933901439</c:v>
                </c:pt>
                <c:pt idx="7309">
                  <c:v>0.10865362131388294</c:v>
                </c:pt>
                <c:pt idx="7310">
                  <c:v>0.1086557842315804</c:v>
                </c:pt>
                <c:pt idx="7311">
                  <c:v>0.10868870654684396</c:v>
                </c:pt>
                <c:pt idx="7312">
                  <c:v>0.10869169781723009</c:v>
                </c:pt>
                <c:pt idx="7313">
                  <c:v>0.10873401704662317</c:v>
                </c:pt>
                <c:pt idx="7314">
                  <c:v>0.10873818635025446</c:v>
                </c:pt>
                <c:pt idx="7315">
                  <c:v>0.10874693254000047</c:v>
                </c:pt>
                <c:pt idx="7316">
                  <c:v>0.10876010000647551</c:v>
                </c:pt>
                <c:pt idx="7317">
                  <c:v>0.10879193664939565</c:v>
                </c:pt>
                <c:pt idx="7318">
                  <c:v>0.10879884289029884</c:v>
                </c:pt>
                <c:pt idx="7319">
                  <c:v>0.10880805485866438</c:v>
                </c:pt>
                <c:pt idx="7320">
                  <c:v>0.10882152499505965</c:v>
                </c:pt>
                <c:pt idx="7321">
                  <c:v>0.1088237913758445</c:v>
                </c:pt>
                <c:pt idx="7322">
                  <c:v>0.108825838086916</c:v>
                </c:pt>
                <c:pt idx="7323">
                  <c:v>0.10882714549193864</c:v>
                </c:pt>
                <c:pt idx="7324">
                  <c:v>0.10882806785384143</c:v>
                </c:pt>
                <c:pt idx="7325">
                  <c:v>0.10883563820460579</c:v>
                </c:pt>
                <c:pt idx="7326">
                  <c:v>0.10884043054347446</c:v>
                </c:pt>
                <c:pt idx="7327">
                  <c:v>0.1088521300402943</c:v>
                </c:pt>
                <c:pt idx="7328">
                  <c:v>0.10885491056417965</c:v>
                </c:pt>
                <c:pt idx="7329">
                  <c:v>0.10887387344093806</c:v>
                </c:pt>
                <c:pt idx="7330">
                  <c:v>0.10887788082670294</c:v>
                </c:pt>
                <c:pt idx="7331">
                  <c:v>0.10888675442244511</c:v>
                </c:pt>
                <c:pt idx="7332">
                  <c:v>0.10889860230657543</c:v>
                </c:pt>
                <c:pt idx="7333">
                  <c:v>0.10891092914032399</c:v>
                </c:pt>
                <c:pt idx="7334">
                  <c:v>0.10892022382966079</c:v>
                </c:pt>
                <c:pt idx="7335">
                  <c:v>0.10892348266504306</c:v>
                </c:pt>
                <c:pt idx="7336">
                  <c:v>0.10893880122097624</c:v>
                </c:pt>
                <c:pt idx="7337">
                  <c:v>0.10896185040833217</c:v>
                </c:pt>
                <c:pt idx="7338">
                  <c:v>0.10896876140938205</c:v>
                </c:pt>
                <c:pt idx="7339">
                  <c:v>0.10897208263844479</c:v>
                </c:pt>
                <c:pt idx="7340">
                  <c:v>0.10897454908753003</c:v>
                </c:pt>
                <c:pt idx="7341">
                  <c:v>0.10897913953242985</c:v>
                </c:pt>
                <c:pt idx="7342">
                  <c:v>0.10899131291916141</c:v>
                </c:pt>
                <c:pt idx="7343">
                  <c:v>0.10899495509872732</c:v>
                </c:pt>
                <c:pt idx="7344">
                  <c:v>0.10903219099405097</c:v>
                </c:pt>
                <c:pt idx="7345">
                  <c:v>0.10904561376920704</c:v>
                </c:pt>
                <c:pt idx="7346">
                  <c:v>0.10905874518326143</c:v>
                </c:pt>
                <c:pt idx="7347">
                  <c:v>0.10906830831838203</c:v>
                </c:pt>
                <c:pt idx="7348">
                  <c:v>0.109072342177749</c:v>
                </c:pt>
                <c:pt idx="7349">
                  <c:v>0.10907454784179839</c:v>
                </c:pt>
                <c:pt idx="7350">
                  <c:v>0.10908264100972022</c:v>
                </c:pt>
                <c:pt idx="7351">
                  <c:v>0.10910587181561703</c:v>
                </c:pt>
                <c:pt idx="7352">
                  <c:v>0.10912058681263785</c:v>
                </c:pt>
                <c:pt idx="7353">
                  <c:v>0.10913519505060343</c:v>
                </c:pt>
                <c:pt idx="7354">
                  <c:v>0.10913795998863077</c:v>
                </c:pt>
                <c:pt idx="7355">
                  <c:v>0.10915375351683738</c:v>
                </c:pt>
                <c:pt idx="7356">
                  <c:v>0.10916422582667511</c:v>
                </c:pt>
                <c:pt idx="7357">
                  <c:v>0.10917318037702649</c:v>
                </c:pt>
                <c:pt idx="7358">
                  <c:v>0.10917942123191984</c:v>
                </c:pt>
                <c:pt idx="7359">
                  <c:v>0.10918919310230764</c:v>
                </c:pt>
                <c:pt idx="7360">
                  <c:v>0.1091893416325133</c:v>
                </c:pt>
                <c:pt idx="7361">
                  <c:v>0.10919775295271827</c:v>
                </c:pt>
                <c:pt idx="7362">
                  <c:v>0.10919978709325467</c:v>
                </c:pt>
                <c:pt idx="7363">
                  <c:v>0.10920409175268624</c:v>
                </c:pt>
                <c:pt idx="7364">
                  <c:v>0.10921430739885345</c:v>
                </c:pt>
                <c:pt idx="7365">
                  <c:v>0.10921636260032692</c:v>
                </c:pt>
                <c:pt idx="7366">
                  <c:v>0.10922766370218649</c:v>
                </c:pt>
                <c:pt idx="7367">
                  <c:v>0.10923734058223836</c:v>
                </c:pt>
                <c:pt idx="7368">
                  <c:v>0.10924911107943044</c:v>
                </c:pt>
                <c:pt idx="7369">
                  <c:v>0.10925364037618968</c:v>
                </c:pt>
                <c:pt idx="7370">
                  <c:v>0.10925758441241959</c:v>
                </c:pt>
                <c:pt idx="7371">
                  <c:v>0.1092644499562839</c:v>
                </c:pt>
                <c:pt idx="7372">
                  <c:v>0.10926580797737732</c:v>
                </c:pt>
                <c:pt idx="7373">
                  <c:v>0.10929101146473245</c:v>
                </c:pt>
                <c:pt idx="7374">
                  <c:v>0.10929904549107392</c:v>
                </c:pt>
                <c:pt idx="7375">
                  <c:v>0.10930036792300718</c:v>
                </c:pt>
                <c:pt idx="7376">
                  <c:v>0.10930470123352806</c:v>
                </c:pt>
                <c:pt idx="7377">
                  <c:v>0.10932920645556492</c:v>
                </c:pt>
                <c:pt idx="7378">
                  <c:v>0.10933224754362794</c:v>
                </c:pt>
                <c:pt idx="7379">
                  <c:v>0.10934279049825252</c:v>
                </c:pt>
                <c:pt idx="7380">
                  <c:v>0.10934366806652937</c:v>
                </c:pt>
                <c:pt idx="7381">
                  <c:v>0.10937388480287952</c:v>
                </c:pt>
                <c:pt idx="7382">
                  <c:v>0.10941199704186721</c:v>
                </c:pt>
                <c:pt idx="7383">
                  <c:v>0.10941729929829704</c:v>
                </c:pt>
                <c:pt idx="7384">
                  <c:v>0.10942745353829678</c:v>
                </c:pt>
                <c:pt idx="7385">
                  <c:v>0.10943023057677013</c:v>
                </c:pt>
                <c:pt idx="7386">
                  <c:v>0.10944825129762116</c:v>
                </c:pt>
                <c:pt idx="7387">
                  <c:v>0.10946140312954028</c:v>
                </c:pt>
                <c:pt idx="7388">
                  <c:v>0.10946436680758098</c:v>
                </c:pt>
                <c:pt idx="7389">
                  <c:v>0.1094922867738379</c:v>
                </c:pt>
                <c:pt idx="7390">
                  <c:v>0.1094940109649688</c:v>
                </c:pt>
                <c:pt idx="7391">
                  <c:v>0.10949786874634758</c:v>
                </c:pt>
                <c:pt idx="7392">
                  <c:v>0.10950457819933063</c:v>
                </c:pt>
                <c:pt idx="7393">
                  <c:v>0.10952736815577077</c:v>
                </c:pt>
                <c:pt idx="7394">
                  <c:v>0.10952983837732655</c:v>
                </c:pt>
                <c:pt idx="7395">
                  <c:v>0.10953642927385943</c:v>
                </c:pt>
                <c:pt idx="7396">
                  <c:v>0.1095478398165854</c:v>
                </c:pt>
                <c:pt idx="7397">
                  <c:v>0.10955065629597585</c:v>
                </c:pt>
                <c:pt idx="7398">
                  <c:v>0.10955483586432918</c:v>
                </c:pt>
                <c:pt idx="7399">
                  <c:v>0.10955494078181365</c:v>
                </c:pt>
                <c:pt idx="7400">
                  <c:v>0.10955538326951086</c:v>
                </c:pt>
                <c:pt idx="7401">
                  <c:v>0.10955655720890235</c:v>
                </c:pt>
                <c:pt idx="7402">
                  <c:v>0.10956951874461952</c:v>
                </c:pt>
                <c:pt idx="7403">
                  <c:v>0.10957950967515044</c:v>
                </c:pt>
                <c:pt idx="7404">
                  <c:v>0.10958015350369378</c:v>
                </c:pt>
                <c:pt idx="7405">
                  <c:v>0.10958098743566365</c:v>
                </c:pt>
                <c:pt idx="7406">
                  <c:v>0.10959615094449464</c:v>
                </c:pt>
                <c:pt idx="7407">
                  <c:v>0.10960678525582211</c:v>
                </c:pt>
                <c:pt idx="7408">
                  <c:v>0.10961905279680283</c:v>
                </c:pt>
                <c:pt idx="7409">
                  <c:v>0.10964306595584927</c:v>
                </c:pt>
                <c:pt idx="7410">
                  <c:v>0.10964960274661949</c:v>
                </c:pt>
                <c:pt idx="7411">
                  <c:v>0.10965693985750471</c:v>
                </c:pt>
                <c:pt idx="7412">
                  <c:v>0.10967174053738245</c:v>
                </c:pt>
                <c:pt idx="7413">
                  <c:v>0.10969710677924785</c:v>
                </c:pt>
                <c:pt idx="7414">
                  <c:v>0.1096976527247296</c:v>
                </c:pt>
                <c:pt idx="7415">
                  <c:v>0.1096979764864939</c:v>
                </c:pt>
                <c:pt idx="7416">
                  <c:v>0.10970176190094987</c:v>
                </c:pt>
                <c:pt idx="7417">
                  <c:v>0.10971133818371727</c:v>
                </c:pt>
                <c:pt idx="7418">
                  <c:v>0.10972464697787744</c:v>
                </c:pt>
                <c:pt idx="7419">
                  <c:v>0.10972746001379981</c:v>
                </c:pt>
                <c:pt idx="7420">
                  <c:v>0.1097486168004919</c:v>
                </c:pt>
                <c:pt idx="7421">
                  <c:v>0.10974996070039338</c:v>
                </c:pt>
                <c:pt idx="7422">
                  <c:v>0.10975010580622908</c:v>
                </c:pt>
                <c:pt idx="7423">
                  <c:v>0.10975415743180626</c:v>
                </c:pt>
                <c:pt idx="7424">
                  <c:v>0.10975947653311775</c:v>
                </c:pt>
                <c:pt idx="7425">
                  <c:v>0.10976861737275355</c:v>
                </c:pt>
                <c:pt idx="7426">
                  <c:v>0.10978725913685849</c:v>
                </c:pt>
                <c:pt idx="7427">
                  <c:v>0.10982751487225381</c:v>
                </c:pt>
                <c:pt idx="7428">
                  <c:v>0.10983673452500591</c:v>
                </c:pt>
                <c:pt idx="7429">
                  <c:v>0.10984201414478717</c:v>
                </c:pt>
                <c:pt idx="7430">
                  <c:v>0.10984973989958055</c:v>
                </c:pt>
                <c:pt idx="7431">
                  <c:v>0.10985395759119954</c:v>
                </c:pt>
                <c:pt idx="7432">
                  <c:v>0.10985904063648554</c:v>
                </c:pt>
                <c:pt idx="7433">
                  <c:v>0.10988270797540677</c:v>
                </c:pt>
                <c:pt idx="7434">
                  <c:v>0.10990150096491857</c:v>
                </c:pt>
                <c:pt idx="7435">
                  <c:v>0.10990512110953322</c:v>
                </c:pt>
                <c:pt idx="7436">
                  <c:v>0.10992137767404635</c:v>
                </c:pt>
                <c:pt idx="7437">
                  <c:v>0.1099267671310744</c:v>
                </c:pt>
                <c:pt idx="7438">
                  <c:v>0.10994387372904427</c:v>
                </c:pt>
                <c:pt idx="7439">
                  <c:v>0.10995918341419415</c:v>
                </c:pt>
                <c:pt idx="7440">
                  <c:v>0.10997052774777424</c:v>
                </c:pt>
                <c:pt idx="7441">
                  <c:v>0.10997417737450313</c:v>
                </c:pt>
                <c:pt idx="7442">
                  <c:v>0.11000486571852582</c:v>
                </c:pt>
                <c:pt idx="7443">
                  <c:v>0.11001163336672831</c:v>
                </c:pt>
                <c:pt idx="7444">
                  <c:v>0.11002477664460052</c:v>
                </c:pt>
                <c:pt idx="7445">
                  <c:v>0.11002702757072369</c:v>
                </c:pt>
                <c:pt idx="7446">
                  <c:v>0.11002795665645086</c:v>
                </c:pt>
                <c:pt idx="7447">
                  <c:v>0.11003017496659935</c:v>
                </c:pt>
                <c:pt idx="7448">
                  <c:v>0.11003430949324888</c:v>
                </c:pt>
                <c:pt idx="7449">
                  <c:v>0.11003701812078576</c:v>
                </c:pt>
                <c:pt idx="7450">
                  <c:v>0.11004856599695854</c:v>
                </c:pt>
                <c:pt idx="7451">
                  <c:v>0.11004887726641208</c:v>
                </c:pt>
                <c:pt idx="7452">
                  <c:v>0.11005106211917796</c:v>
                </c:pt>
                <c:pt idx="7453">
                  <c:v>0.11005849354730811</c:v>
                </c:pt>
                <c:pt idx="7454">
                  <c:v>0.11005883609905173</c:v>
                </c:pt>
                <c:pt idx="7455">
                  <c:v>0.11007971117682853</c:v>
                </c:pt>
                <c:pt idx="7456">
                  <c:v>0.11008182051608842</c:v>
                </c:pt>
                <c:pt idx="7457">
                  <c:v>0.11009181748167732</c:v>
                </c:pt>
                <c:pt idx="7458">
                  <c:v>0.11009254675441479</c:v>
                </c:pt>
                <c:pt idx="7459">
                  <c:v>0.1100975444097365</c:v>
                </c:pt>
                <c:pt idx="7460">
                  <c:v>0.11011689625713958</c:v>
                </c:pt>
                <c:pt idx="7461">
                  <c:v>0.11013081383600096</c:v>
                </c:pt>
                <c:pt idx="7462">
                  <c:v>0.11014672329425011</c:v>
                </c:pt>
                <c:pt idx="7463">
                  <c:v>0.11015136805660639</c:v>
                </c:pt>
                <c:pt idx="7464">
                  <c:v>0.11015377851085743</c:v>
                </c:pt>
                <c:pt idx="7465">
                  <c:v>0.11015740643467054</c:v>
                </c:pt>
                <c:pt idx="7466">
                  <c:v>0.11016622344695159</c:v>
                </c:pt>
                <c:pt idx="7467">
                  <c:v>0.11018205602728506</c:v>
                </c:pt>
                <c:pt idx="7468">
                  <c:v>0.11018441512922013</c:v>
                </c:pt>
                <c:pt idx="7469">
                  <c:v>0.11020698706338142</c:v>
                </c:pt>
                <c:pt idx="7470">
                  <c:v>0.11021556093949512</c:v>
                </c:pt>
                <c:pt idx="7471">
                  <c:v>0.11021889093335521</c:v>
                </c:pt>
                <c:pt idx="7472">
                  <c:v>0.11023839170117293</c:v>
                </c:pt>
                <c:pt idx="7473">
                  <c:v>0.11024062266346149</c:v>
                </c:pt>
                <c:pt idx="7474">
                  <c:v>0.11027864707768698</c:v>
                </c:pt>
                <c:pt idx="7475">
                  <c:v>0.11028154482248861</c:v>
                </c:pt>
                <c:pt idx="7476">
                  <c:v>0.11028878753749007</c:v>
                </c:pt>
                <c:pt idx="7477">
                  <c:v>0.11029144916754237</c:v>
                </c:pt>
                <c:pt idx="7478">
                  <c:v>0.11030192210330404</c:v>
                </c:pt>
                <c:pt idx="7479">
                  <c:v>0.11030907136961553</c:v>
                </c:pt>
                <c:pt idx="7480">
                  <c:v>0.11030992195513734</c:v>
                </c:pt>
                <c:pt idx="7481">
                  <c:v>0.11031059739981273</c:v>
                </c:pt>
                <c:pt idx="7482">
                  <c:v>0.11032335892735061</c:v>
                </c:pt>
                <c:pt idx="7483">
                  <c:v>0.11033201632759838</c:v>
                </c:pt>
                <c:pt idx="7484">
                  <c:v>0.11033501117745241</c:v>
                </c:pt>
                <c:pt idx="7485">
                  <c:v>0.11034363620403242</c:v>
                </c:pt>
                <c:pt idx="7486">
                  <c:v>0.11034450078978501</c:v>
                </c:pt>
                <c:pt idx="7487">
                  <c:v>0.11035946738837263</c:v>
                </c:pt>
                <c:pt idx="7488">
                  <c:v>0.11036347279910531</c:v>
                </c:pt>
                <c:pt idx="7489">
                  <c:v>0.1103726332178656</c:v>
                </c:pt>
                <c:pt idx="7490">
                  <c:v>0.11037631052230347</c:v>
                </c:pt>
                <c:pt idx="7491">
                  <c:v>0.11037734242247085</c:v>
                </c:pt>
                <c:pt idx="7492">
                  <c:v>0.11038379392487285</c:v>
                </c:pt>
                <c:pt idx="7493">
                  <c:v>0.11040894966660689</c:v>
                </c:pt>
                <c:pt idx="7494">
                  <c:v>0.11042119121695029</c:v>
                </c:pt>
                <c:pt idx="7495">
                  <c:v>0.11043175942317102</c:v>
                </c:pt>
                <c:pt idx="7496">
                  <c:v>0.11044396632292328</c:v>
                </c:pt>
                <c:pt idx="7497">
                  <c:v>0.11046686786796951</c:v>
                </c:pt>
                <c:pt idx="7498">
                  <c:v>0.11046878785550288</c:v>
                </c:pt>
                <c:pt idx="7499">
                  <c:v>0.1104692252393753</c:v>
                </c:pt>
                <c:pt idx="7500">
                  <c:v>0.11048876828534911</c:v>
                </c:pt>
                <c:pt idx="7501">
                  <c:v>0.11052974872369865</c:v>
                </c:pt>
                <c:pt idx="7502">
                  <c:v>0.11053546976588359</c:v>
                </c:pt>
                <c:pt idx="7503">
                  <c:v>0.11054132857920497</c:v>
                </c:pt>
                <c:pt idx="7504">
                  <c:v>0.11055088050387857</c:v>
                </c:pt>
                <c:pt idx="7505">
                  <c:v>0.11055752726481426</c:v>
                </c:pt>
                <c:pt idx="7506">
                  <c:v>0.11057054532453582</c:v>
                </c:pt>
                <c:pt idx="7507">
                  <c:v>0.11058941594446225</c:v>
                </c:pt>
                <c:pt idx="7508">
                  <c:v>0.11060339036692425</c:v>
                </c:pt>
                <c:pt idx="7509">
                  <c:v>0.11060545127185387</c:v>
                </c:pt>
                <c:pt idx="7510">
                  <c:v>0.11060974262541286</c:v>
                </c:pt>
                <c:pt idx="7511">
                  <c:v>0.1106100003424626</c:v>
                </c:pt>
                <c:pt idx="7512">
                  <c:v>0.11061201489420461</c:v>
                </c:pt>
                <c:pt idx="7513">
                  <c:v>0.1106133217377786</c:v>
                </c:pt>
                <c:pt idx="7514">
                  <c:v>0.11061668120346034</c:v>
                </c:pt>
                <c:pt idx="7515">
                  <c:v>0.11062927089599739</c:v>
                </c:pt>
                <c:pt idx="7516">
                  <c:v>0.11063639346965946</c:v>
                </c:pt>
                <c:pt idx="7517">
                  <c:v>0.11064041739522039</c:v>
                </c:pt>
                <c:pt idx="7518">
                  <c:v>0.11064502890869625</c:v>
                </c:pt>
                <c:pt idx="7519">
                  <c:v>0.110646099629228</c:v>
                </c:pt>
                <c:pt idx="7520">
                  <c:v>0.11064813346043424</c:v>
                </c:pt>
                <c:pt idx="7521">
                  <c:v>0.11067178852844065</c:v>
                </c:pt>
                <c:pt idx="7522">
                  <c:v>0.11067289549754604</c:v>
                </c:pt>
                <c:pt idx="7523">
                  <c:v>0.11068264208635238</c:v>
                </c:pt>
                <c:pt idx="7524">
                  <c:v>0.11070262916646291</c:v>
                </c:pt>
                <c:pt idx="7525">
                  <c:v>0.11072117059615785</c:v>
                </c:pt>
                <c:pt idx="7526">
                  <c:v>0.11072193941447819</c:v>
                </c:pt>
                <c:pt idx="7527">
                  <c:v>0.11073422621028857</c:v>
                </c:pt>
                <c:pt idx="7528">
                  <c:v>0.11073732610322243</c:v>
                </c:pt>
                <c:pt idx="7529">
                  <c:v>0.11074290522707593</c:v>
                </c:pt>
                <c:pt idx="7530">
                  <c:v>0.11077021364524529</c:v>
                </c:pt>
                <c:pt idx="7531">
                  <c:v>0.11078246847949509</c:v>
                </c:pt>
                <c:pt idx="7532">
                  <c:v>0.11078250133379818</c:v>
                </c:pt>
                <c:pt idx="7533">
                  <c:v>0.11079105488731254</c:v>
                </c:pt>
                <c:pt idx="7534">
                  <c:v>0.11079817798155192</c:v>
                </c:pt>
                <c:pt idx="7535">
                  <c:v>0.11080669137490734</c:v>
                </c:pt>
                <c:pt idx="7536">
                  <c:v>0.11082491242493839</c:v>
                </c:pt>
                <c:pt idx="7537">
                  <c:v>0.11082961016738491</c:v>
                </c:pt>
                <c:pt idx="7538">
                  <c:v>0.1108319044477878</c:v>
                </c:pt>
                <c:pt idx="7539">
                  <c:v>0.11083959081900202</c:v>
                </c:pt>
                <c:pt idx="7540">
                  <c:v>0.11085554830215204</c:v>
                </c:pt>
                <c:pt idx="7541">
                  <c:v>0.11087570084139357</c:v>
                </c:pt>
                <c:pt idx="7542">
                  <c:v>0.11087976608125973</c:v>
                </c:pt>
                <c:pt idx="7543">
                  <c:v>0.11089399356573622</c:v>
                </c:pt>
                <c:pt idx="7544">
                  <c:v>0.11091285726462687</c:v>
                </c:pt>
                <c:pt idx="7545">
                  <c:v>0.11091782432061079</c:v>
                </c:pt>
                <c:pt idx="7546">
                  <c:v>0.11092072419754409</c:v>
                </c:pt>
                <c:pt idx="7547">
                  <c:v>0.11092303531934886</c:v>
                </c:pt>
                <c:pt idx="7548">
                  <c:v>0.11092669441534546</c:v>
                </c:pt>
                <c:pt idx="7549">
                  <c:v>0.11092742670428322</c:v>
                </c:pt>
                <c:pt idx="7550">
                  <c:v>0.11096442454254293</c:v>
                </c:pt>
                <c:pt idx="7551">
                  <c:v>0.11097782856855228</c:v>
                </c:pt>
                <c:pt idx="7552">
                  <c:v>0.11098005047467964</c:v>
                </c:pt>
                <c:pt idx="7553">
                  <c:v>0.11098062516731495</c:v>
                </c:pt>
                <c:pt idx="7554">
                  <c:v>0.11098880899371213</c:v>
                </c:pt>
                <c:pt idx="7555">
                  <c:v>0.11101914992584556</c:v>
                </c:pt>
                <c:pt idx="7556">
                  <c:v>0.11102331163542783</c:v>
                </c:pt>
                <c:pt idx="7557">
                  <c:v>0.11105493436893613</c:v>
                </c:pt>
                <c:pt idx="7558">
                  <c:v>0.11105502274329365</c:v>
                </c:pt>
                <c:pt idx="7559">
                  <c:v>0.11105610661702606</c:v>
                </c:pt>
                <c:pt idx="7560">
                  <c:v>0.11106427009412603</c:v>
                </c:pt>
                <c:pt idx="7561">
                  <c:v>0.111081479307406</c:v>
                </c:pt>
                <c:pt idx="7562">
                  <c:v>0.11108552308061276</c:v>
                </c:pt>
                <c:pt idx="7563">
                  <c:v>0.11108705279173196</c:v>
                </c:pt>
                <c:pt idx="7564">
                  <c:v>0.11109313522582079</c:v>
                </c:pt>
                <c:pt idx="7565">
                  <c:v>0.11110302122812978</c:v>
                </c:pt>
                <c:pt idx="7566">
                  <c:v>0.11110530400970373</c:v>
                </c:pt>
                <c:pt idx="7567">
                  <c:v>0.11110572012059061</c:v>
                </c:pt>
                <c:pt idx="7568">
                  <c:v>0.11111157519409945</c:v>
                </c:pt>
                <c:pt idx="7569">
                  <c:v>0.11112653943050549</c:v>
                </c:pt>
                <c:pt idx="7570">
                  <c:v>0.11113464026926138</c:v>
                </c:pt>
                <c:pt idx="7571">
                  <c:v>0.11113620710590948</c:v>
                </c:pt>
                <c:pt idx="7572">
                  <c:v>0.11114403041338958</c:v>
                </c:pt>
                <c:pt idx="7573">
                  <c:v>0.11115400376545632</c:v>
                </c:pt>
                <c:pt idx="7574">
                  <c:v>0.11115876111470514</c:v>
                </c:pt>
                <c:pt idx="7575">
                  <c:v>0.11116225816516398</c:v>
                </c:pt>
                <c:pt idx="7576">
                  <c:v>0.11116237715791101</c:v>
                </c:pt>
                <c:pt idx="7577">
                  <c:v>0.11116680283949112</c:v>
                </c:pt>
                <c:pt idx="7578">
                  <c:v>0.11117447671147941</c:v>
                </c:pt>
                <c:pt idx="7579">
                  <c:v>0.11117791062351892</c:v>
                </c:pt>
                <c:pt idx="7580">
                  <c:v>0.11117996035306134</c:v>
                </c:pt>
                <c:pt idx="7581">
                  <c:v>0.11120391674904376</c:v>
                </c:pt>
                <c:pt idx="7582">
                  <c:v>0.11120878096879246</c:v>
                </c:pt>
                <c:pt idx="7583">
                  <c:v>0.11120882606962341</c:v>
                </c:pt>
                <c:pt idx="7584">
                  <c:v>0.11121354064191637</c:v>
                </c:pt>
                <c:pt idx="7585">
                  <c:v>0.11121532173565543</c:v>
                </c:pt>
                <c:pt idx="7586">
                  <c:v>0.11123003216031649</c:v>
                </c:pt>
                <c:pt idx="7587">
                  <c:v>0.11124590565850721</c:v>
                </c:pt>
                <c:pt idx="7588">
                  <c:v>0.11124733988199478</c:v>
                </c:pt>
                <c:pt idx="7589">
                  <c:v>0.11125341438990677</c:v>
                </c:pt>
                <c:pt idx="7590">
                  <c:v>0.11126791893519626</c:v>
                </c:pt>
                <c:pt idx="7591">
                  <c:v>0.11128016305644418</c:v>
                </c:pt>
                <c:pt idx="7592">
                  <c:v>0.11128749504652435</c:v>
                </c:pt>
                <c:pt idx="7593">
                  <c:v>0.11129197646625247</c:v>
                </c:pt>
                <c:pt idx="7594">
                  <c:v>0.11130349936212247</c:v>
                </c:pt>
                <c:pt idx="7595">
                  <c:v>0.11130966465351723</c:v>
                </c:pt>
                <c:pt idx="7596">
                  <c:v>0.11131219010167072</c:v>
                </c:pt>
                <c:pt idx="7597">
                  <c:v>0.11131885382862187</c:v>
                </c:pt>
                <c:pt idx="7598">
                  <c:v>0.11132717923636624</c:v>
                </c:pt>
                <c:pt idx="7599">
                  <c:v>0.11133111649818873</c:v>
                </c:pt>
                <c:pt idx="7600">
                  <c:v>0.11133207247675628</c:v>
                </c:pt>
                <c:pt idx="7601">
                  <c:v>0.11133252946347168</c:v>
                </c:pt>
                <c:pt idx="7602">
                  <c:v>0.11134420006186817</c:v>
                </c:pt>
                <c:pt idx="7603">
                  <c:v>0.11134540079397094</c:v>
                </c:pt>
                <c:pt idx="7604">
                  <c:v>0.11136220772473103</c:v>
                </c:pt>
                <c:pt idx="7605">
                  <c:v>0.11137147304929421</c:v>
                </c:pt>
                <c:pt idx="7606">
                  <c:v>0.11137922583023428</c:v>
                </c:pt>
                <c:pt idx="7607">
                  <c:v>0.11138253852623124</c:v>
                </c:pt>
                <c:pt idx="7608">
                  <c:v>0.11139819519110011</c:v>
                </c:pt>
                <c:pt idx="7609">
                  <c:v>0.11141683113638619</c:v>
                </c:pt>
                <c:pt idx="7610">
                  <c:v>0.11142665851528821</c:v>
                </c:pt>
                <c:pt idx="7611">
                  <c:v>0.11142795321839281</c:v>
                </c:pt>
                <c:pt idx="7612">
                  <c:v>0.111431631877252</c:v>
                </c:pt>
                <c:pt idx="7613">
                  <c:v>0.11143654911519667</c:v>
                </c:pt>
                <c:pt idx="7614">
                  <c:v>0.11144277647936737</c:v>
                </c:pt>
                <c:pt idx="7615">
                  <c:v>0.11145179809470694</c:v>
                </c:pt>
                <c:pt idx="7616">
                  <c:v>0.11148275218689103</c:v>
                </c:pt>
                <c:pt idx="7617">
                  <c:v>0.11148802424819783</c:v>
                </c:pt>
                <c:pt idx="7618">
                  <c:v>0.11149767977772096</c:v>
                </c:pt>
                <c:pt idx="7619">
                  <c:v>0.11150082374152077</c:v>
                </c:pt>
                <c:pt idx="7620">
                  <c:v>0.11150148047665021</c:v>
                </c:pt>
                <c:pt idx="7621">
                  <c:v>0.1115395254136845</c:v>
                </c:pt>
                <c:pt idx="7622">
                  <c:v>0.11154607196812558</c:v>
                </c:pt>
                <c:pt idx="7623">
                  <c:v>0.11154997002928424</c:v>
                </c:pt>
                <c:pt idx="7624">
                  <c:v>0.11155629961121098</c:v>
                </c:pt>
                <c:pt idx="7625">
                  <c:v>0.11155795644094776</c:v>
                </c:pt>
                <c:pt idx="7626">
                  <c:v>0.1115597266379597</c:v>
                </c:pt>
                <c:pt idx="7627">
                  <c:v>0.1115709515460773</c:v>
                </c:pt>
                <c:pt idx="7628">
                  <c:v>0.11157421876622621</c:v>
                </c:pt>
                <c:pt idx="7629">
                  <c:v>0.11159867739210488</c:v>
                </c:pt>
                <c:pt idx="7630">
                  <c:v>0.11160479967671874</c:v>
                </c:pt>
                <c:pt idx="7631">
                  <c:v>0.11161682789155206</c:v>
                </c:pt>
                <c:pt idx="7632">
                  <c:v>0.11162162522808701</c:v>
                </c:pt>
                <c:pt idx="7633">
                  <c:v>0.11162671785273341</c:v>
                </c:pt>
                <c:pt idx="7634">
                  <c:v>0.11164411271840698</c:v>
                </c:pt>
                <c:pt idx="7635">
                  <c:v>0.11164422036268631</c:v>
                </c:pt>
                <c:pt idx="7636">
                  <c:v>0.11166479444031567</c:v>
                </c:pt>
                <c:pt idx="7637">
                  <c:v>0.11167013709473289</c:v>
                </c:pt>
                <c:pt idx="7638">
                  <c:v>0.11168791725445955</c:v>
                </c:pt>
                <c:pt idx="7639">
                  <c:v>0.11168999395998408</c:v>
                </c:pt>
                <c:pt idx="7640">
                  <c:v>0.11169309669430508</c:v>
                </c:pt>
                <c:pt idx="7641">
                  <c:v>0.11169539620387593</c:v>
                </c:pt>
                <c:pt idx="7642">
                  <c:v>0.11172221402410684</c:v>
                </c:pt>
                <c:pt idx="7643">
                  <c:v>0.11173801347016422</c:v>
                </c:pt>
                <c:pt idx="7644">
                  <c:v>0.11173910738049879</c:v>
                </c:pt>
                <c:pt idx="7645">
                  <c:v>0.11174378008017352</c:v>
                </c:pt>
                <c:pt idx="7646">
                  <c:v>0.11175250206614074</c:v>
                </c:pt>
                <c:pt idx="7647">
                  <c:v>0.11175881872575325</c:v>
                </c:pt>
                <c:pt idx="7648">
                  <c:v>0.11177664141414394</c:v>
                </c:pt>
                <c:pt idx="7649">
                  <c:v>0.111780327493642</c:v>
                </c:pt>
                <c:pt idx="7650">
                  <c:v>0.11178477327159392</c:v>
                </c:pt>
                <c:pt idx="7651">
                  <c:v>0.1117868013494278</c:v>
                </c:pt>
                <c:pt idx="7652">
                  <c:v>0.11179807666330349</c:v>
                </c:pt>
                <c:pt idx="7653">
                  <c:v>0.11180079702630855</c:v>
                </c:pt>
                <c:pt idx="7654">
                  <c:v>0.11180478578366403</c:v>
                </c:pt>
                <c:pt idx="7655">
                  <c:v>0.11182892431774354</c:v>
                </c:pt>
                <c:pt idx="7656">
                  <c:v>0.11183694903470354</c:v>
                </c:pt>
                <c:pt idx="7657">
                  <c:v>0.11185979070596344</c:v>
                </c:pt>
                <c:pt idx="7658">
                  <c:v>0.11186845698270641</c:v>
                </c:pt>
                <c:pt idx="7659">
                  <c:v>0.11187639959732387</c:v>
                </c:pt>
                <c:pt idx="7660">
                  <c:v>0.11188205483284921</c:v>
                </c:pt>
                <c:pt idx="7661">
                  <c:v>0.11189124754698429</c:v>
                </c:pt>
                <c:pt idx="7662">
                  <c:v>0.11189251334853559</c:v>
                </c:pt>
                <c:pt idx="7663">
                  <c:v>0.11189281639816932</c:v>
                </c:pt>
                <c:pt idx="7664">
                  <c:v>0.111909218988183</c:v>
                </c:pt>
                <c:pt idx="7665">
                  <c:v>0.11193095789760417</c:v>
                </c:pt>
                <c:pt idx="7666">
                  <c:v>0.11195778195262258</c:v>
                </c:pt>
                <c:pt idx="7667">
                  <c:v>0.11196571987858939</c:v>
                </c:pt>
                <c:pt idx="7668">
                  <c:v>0.1119746068306898</c:v>
                </c:pt>
                <c:pt idx="7669">
                  <c:v>0.11198694867885126</c:v>
                </c:pt>
                <c:pt idx="7670">
                  <c:v>0.11199323974241206</c:v>
                </c:pt>
                <c:pt idx="7671">
                  <c:v>0.1119946809427889</c:v>
                </c:pt>
                <c:pt idx="7672">
                  <c:v>0.11199574789937437</c:v>
                </c:pt>
                <c:pt idx="7673">
                  <c:v>0.11200682192592638</c:v>
                </c:pt>
                <c:pt idx="7674">
                  <c:v>0.11203183320439236</c:v>
                </c:pt>
                <c:pt idx="7675">
                  <c:v>0.1120384720839456</c:v>
                </c:pt>
                <c:pt idx="7676">
                  <c:v>0.11205114206976793</c:v>
                </c:pt>
                <c:pt idx="7677">
                  <c:v>0.11207176254598958</c:v>
                </c:pt>
                <c:pt idx="7678">
                  <c:v>0.11207237473700084</c:v>
                </c:pt>
                <c:pt idx="7679">
                  <c:v>0.11208395828317179</c:v>
                </c:pt>
                <c:pt idx="7680">
                  <c:v>0.11209198761628537</c:v>
                </c:pt>
                <c:pt idx="7681">
                  <c:v>0.11210540800049608</c:v>
                </c:pt>
                <c:pt idx="7682">
                  <c:v>0.11212778102948832</c:v>
                </c:pt>
                <c:pt idx="7683">
                  <c:v>0.11213405848438801</c:v>
                </c:pt>
                <c:pt idx="7684">
                  <c:v>0.11216290057541824</c:v>
                </c:pt>
                <c:pt idx="7685">
                  <c:v>0.11217248484834953</c:v>
                </c:pt>
                <c:pt idx="7686">
                  <c:v>0.1121730373319343</c:v>
                </c:pt>
                <c:pt idx="7687">
                  <c:v>0.1121957530732839</c:v>
                </c:pt>
                <c:pt idx="7688">
                  <c:v>0.1122001316350052</c:v>
                </c:pt>
                <c:pt idx="7689">
                  <c:v>0.11220055161411266</c:v>
                </c:pt>
                <c:pt idx="7690">
                  <c:v>0.11222159428276189</c:v>
                </c:pt>
                <c:pt idx="7691">
                  <c:v>0.11223061946264051</c:v>
                </c:pt>
                <c:pt idx="7692">
                  <c:v>0.11223160593962414</c:v>
                </c:pt>
                <c:pt idx="7693">
                  <c:v>0.1122411625483066</c:v>
                </c:pt>
                <c:pt idx="7694">
                  <c:v>0.11224641553952225</c:v>
                </c:pt>
                <c:pt idx="7695">
                  <c:v>0.11224888950479124</c:v>
                </c:pt>
                <c:pt idx="7696">
                  <c:v>0.1122599391693246</c:v>
                </c:pt>
                <c:pt idx="7697">
                  <c:v>0.1122604507209133</c:v>
                </c:pt>
                <c:pt idx="7698">
                  <c:v>0.11226595959368905</c:v>
                </c:pt>
                <c:pt idx="7699">
                  <c:v>0.11227449381890112</c:v>
                </c:pt>
                <c:pt idx="7700">
                  <c:v>0.11229142059760532</c:v>
                </c:pt>
                <c:pt idx="7701">
                  <c:v>0.11229210650998139</c:v>
                </c:pt>
                <c:pt idx="7702">
                  <c:v>0.1122967044019849</c:v>
                </c:pt>
                <c:pt idx="7703">
                  <c:v>0.11230120362504052</c:v>
                </c:pt>
                <c:pt idx="7704">
                  <c:v>0.11230154193923997</c:v>
                </c:pt>
                <c:pt idx="7705">
                  <c:v>0.11231193021223669</c:v>
                </c:pt>
                <c:pt idx="7706">
                  <c:v>0.11233607382786127</c:v>
                </c:pt>
                <c:pt idx="7707">
                  <c:v>0.11235307727004348</c:v>
                </c:pt>
                <c:pt idx="7708">
                  <c:v>0.11235996150068951</c:v>
                </c:pt>
                <c:pt idx="7709">
                  <c:v>0.11237485638517632</c:v>
                </c:pt>
                <c:pt idx="7710">
                  <c:v>0.11238162679512972</c:v>
                </c:pt>
                <c:pt idx="7711">
                  <c:v>0.11239021775610443</c:v>
                </c:pt>
                <c:pt idx="7712">
                  <c:v>0.11241598334722352</c:v>
                </c:pt>
                <c:pt idx="7713">
                  <c:v>0.11243129239683669</c:v>
                </c:pt>
                <c:pt idx="7714">
                  <c:v>0.112446336287491</c:v>
                </c:pt>
                <c:pt idx="7715">
                  <c:v>0.11248192129648167</c:v>
                </c:pt>
                <c:pt idx="7716">
                  <c:v>0.11248532153147237</c:v>
                </c:pt>
                <c:pt idx="7717">
                  <c:v>0.11248819301494632</c:v>
                </c:pt>
                <c:pt idx="7718">
                  <c:v>0.11248870605139866</c:v>
                </c:pt>
                <c:pt idx="7719">
                  <c:v>0.11249863178460238</c:v>
                </c:pt>
                <c:pt idx="7720">
                  <c:v>0.11250350441493626</c:v>
                </c:pt>
                <c:pt idx="7721">
                  <c:v>0.1125042135227579</c:v>
                </c:pt>
                <c:pt idx="7722">
                  <c:v>0.11251523640164059</c:v>
                </c:pt>
                <c:pt idx="7723">
                  <c:v>0.11251892460115308</c:v>
                </c:pt>
                <c:pt idx="7724">
                  <c:v>0.11253547459264064</c:v>
                </c:pt>
                <c:pt idx="7725">
                  <c:v>0.11253809616846006</c:v>
                </c:pt>
                <c:pt idx="7726">
                  <c:v>0.11256339901139806</c:v>
                </c:pt>
                <c:pt idx="7727">
                  <c:v>0.11256399797613767</c:v>
                </c:pt>
                <c:pt idx="7728">
                  <c:v>0.11257327553475695</c:v>
                </c:pt>
                <c:pt idx="7729">
                  <c:v>0.11263066944639437</c:v>
                </c:pt>
                <c:pt idx="7730">
                  <c:v>0.11265093460182364</c:v>
                </c:pt>
                <c:pt idx="7731">
                  <c:v>0.11265207048513419</c:v>
                </c:pt>
                <c:pt idx="7732">
                  <c:v>0.11265843946578444</c:v>
                </c:pt>
                <c:pt idx="7733">
                  <c:v>0.1126711931881156</c:v>
                </c:pt>
                <c:pt idx="7734">
                  <c:v>0.11267391510378079</c:v>
                </c:pt>
                <c:pt idx="7735">
                  <c:v>0.11268786438277893</c:v>
                </c:pt>
                <c:pt idx="7736">
                  <c:v>0.11269133172161999</c:v>
                </c:pt>
                <c:pt idx="7737">
                  <c:v>0.11269426764900502</c:v>
                </c:pt>
                <c:pt idx="7738">
                  <c:v>0.11269982051114047</c:v>
                </c:pt>
                <c:pt idx="7739">
                  <c:v>0.11270194338612397</c:v>
                </c:pt>
                <c:pt idx="7740">
                  <c:v>0.11270503619623638</c:v>
                </c:pt>
                <c:pt idx="7741">
                  <c:v>0.11270829608416749</c:v>
                </c:pt>
                <c:pt idx="7742">
                  <c:v>0.11270936859628634</c:v>
                </c:pt>
                <c:pt idx="7743">
                  <c:v>0.11272006365276634</c:v>
                </c:pt>
                <c:pt idx="7744">
                  <c:v>0.11272752706683199</c:v>
                </c:pt>
                <c:pt idx="7745">
                  <c:v>0.11272848345593815</c:v>
                </c:pt>
                <c:pt idx="7746">
                  <c:v>0.11274824986947243</c:v>
                </c:pt>
                <c:pt idx="7747">
                  <c:v>0.11275722658093147</c:v>
                </c:pt>
                <c:pt idx="7748">
                  <c:v>0.11276612861651558</c:v>
                </c:pt>
                <c:pt idx="7749">
                  <c:v>0.11276666256475058</c:v>
                </c:pt>
                <c:pt idx="7750">
                  <c:v>0.11277125052074666</c:v>
                </c:pt>
                <c:pt idx="7751">
                  <c:v>0.1127738811827264</c:v>
                </c:pt>
                <c:pt idx="7752">
                  <c:v>0.11278003930588264</c:v>
                </c:pt>
                <c:pt idx="7753">
                  <c:v>0.11278366383140229</c:v>
                </c:pt>
                <c:pt idx="7754">
                  <c:v>0.11279261571360677</c:v>
                </c:pt>
                <c:pt idx="7755">
                  <c:v>0.11279840197424164</c:v>
                </c:pt>
                <c:pt idx="7756">
                  <c:v>0.11280028248463791</c:v>
                </c:pt>
                <c:pt idx="7757">
                  <c:v>0.11282954115758605</c:v>
                </c:pt>
                <c:pt idx="7758">
                  <c:v>0.11285330006272475</c:v>
                </c:pt>
                <c:pt idx="7759">
                  <c:v>0.11285694249370325</c:v>
                </c:pt>
                <c:pt idx="7760">
                  <c:v>0.112859778584358</c:v>
                </c:pt>
                <c:pt idx="7761">
                  <c:v>0.11286874672825728</c:v>
                </c:pt>
                <c:pt idx="7762">
                  <c:v>0.11287020390380441</c:v>
                </c:pt>
                <c:pt idx="7763">
                  <c:v>0.1128797898154176</c:v>
                </c:pt>
                <c:pt idx="7764">
                  <c:v>0.11288600721641959</c:v>
                </c:pt>
                <c:pt idx="7765">
                  <c:v>0.11289370105429798</c:v>
                </c:pt>
                <c:pt idx="7766">
                  <c:v>0.11290921855276753</c:v>
                </c:pt>
                <c:pt idx="7767">
                  <c:v>0.11292505682750317</c:v>
                </c:pt>
                <c:pt idx="7768">
                  <c:v>0.11292684446986533</c:v>
                </c:pt>
                <c:pt idx="7769">
                  <c:v>0.11293158657459454</c:v>
                </c:pt>
                <c:pt idx="7770">
                  <c:v>0.11293270156142064</c:v>
                </c:pt>
                <c:pt idx="7771">
                  <c:v>0.11294458701773151</c:v>
                </c:pt>
                <c:pt idx="7772">
                  <c:v>0.11295828195205689</c:v>
                </c:pt>
                <c:pt idx="7773">
                  <c:v>0.11296849748381887</c:v>
                </c:pt>
                <c:pt idx="7774">
                  <c:v>0.11297785353182223</c:v>
                </c:pt>
                <c:pt idx="7775">
                  <c:v>0.11297804774665977</c:v>
                </c:pt>
                <c:pt idx="7776">
                  <c:v>0.11297998338415771</c:v>
                </c:pt>
                <c:pt idx="7777">
                  <c:v>0.11299317972323307</c:v>
                </c:pt>
                <c:pt idx="7778">
                  <c:v>0.11302174000703696</c:v>
                </c:pt>
                <c:pt idx="7779">
                  <c:v>0.11303406206004465</c:v>
                </c:pt>
                <c:pt idx="7780">
                  <c:v>0.1130394056983767</c:v>
                </c:pt>
                <c:pt idx="7781">
                  <c:v>0.11305194279436528</c:v>
                </c:pt>
                <c:pt idx="7782">
                  <c:v>0.11307387777309345</c:v>
                </c:pt>
                <c:pt idx="7783">
                  <c:v>0.11307845799314378</c:v>
                </c:pt>
                <c:pt idx="7784">
                  <c:v>0.11308924030797202</c:v>
                </c:pt>
                <c:pt idx="7785">
                  <c:v>0.1131167470732615</c:v>
                </c:pt>
                <c:pt idx="7786">
                  <c:v>0.11311682371518132</c:v>
                </c:pt>
                <c:pt idx="7787">
                  <c:v>0.11311823511561327</c:v>
                </c:pt>
                <c:pt idx="7788">
                  <c:v>0.11312509244576949</c:v>
                </c:pt>
                <c:pt idx="7789">
                  <c:v>0.11314424675865414</c:v>
                </c:pt>
                <c:pt idx="7790">
                  <c:v>0.11316302900702387</c:v>
                </c:pt>
                <c:pt idx="7791">
                  <c:v>0.11316497549455498</c:v>
                </c:pt>
                <c:pt idx="7792">
                  <c:v>0.11317073345989062</c:v>
                </c:pt>
                <c:pt idx="7793">
                  <c:v>0.11318778419525473</c:v>
                </c:pt>
                <c:pt idx="7794">
                  <c:v>0.11319003204436857</c:v>
                </c:pt>
                <c:pt idx="7795">
                  <c:v>0.11320232109068019</c:v>
                </c:pt>
                <c:pt idx="7796">
                  <c:v>0.11321559007243984</c:v>
                </c:pt>
                <c:pt idx="7797">
                  <c:v>0.11322119057045779</c:v>
                </c:pt>
                <c:pt idx="7798">
                  <c:v>0.11323780515929341</c:v>
                </c:pt>
                <c:pt idx="7799">
                  <c:v>0.11324168101308243</c:v>
                </c:pt>
                <c:pt idx="7800">
                  <c:v>0.11325546213479724</c:v>
                </c:pt>
                <c:pt idx="7801">
                  <c:v>0.11325943511960493</c:v>
                </c:pt>
                <c:pt idx="7802">
                  <c:v>0.11326330674920393</c:v>
                </c:pt>
                <c:pt idx="7803">
                  <c:v>0.11328713487939721</c:v>
                </c:pt>
                <c:pt idx="7804">
                  <c:v>0.11329935797171052</c:v>
                </c:pt>
                <c:pt idx="7805">
                  <c:v>0.11330201781673223</c:v>
                </c:pt>
                <c:pt idx="7806">
                  <c:v>0.11330570113622238</c:v>
                </c:pt>
                <c:pt idx="7807">
                  <c:v>0.11333904734737089</c:v>
                </c:pt>
                <c:pt idx="7808">
                  <c:v>0.11335887856562267</c:v>
                </c:pt>
                <c:pt idx="7809">
                  <c:v>0.11340387267736021</c:v>
                </c:pt>
                <c:pt idx="7810">
                  <c:v>0.11340393299415065</c:v>
                </c:pt>
                <c:pt idx="7811">
                  <c:v>0.11342510245910387</c:v>
                </c:pt>
                <c:pt idx="7812">
                  <c:v>0.1134575066051806</c:v>
                </c:pt>
                <c:pt idx="7813">
                  <c:v>0.11347233041374355</c:v>
                </c:pt>
                <c:pt idx="7814">
                  <c:v>0.11349527248697019</c:v>
                </c:pt>
                <c:pt idx="7815">
                  <c:v>0.1135028618047494</c:v>
                </c:pt>
                <c:pt idx="7816">
                  <c:v>0.113518371750868</c:v>
                </c:pt>
                <c:pt idx="7817">
                  <c:v>0.1135286052225076</c:v>
                </c:pt>
                <c:pt idx="7818">
                  <c:v>0.11354025740016084</c:v>
                </c:pt>
                <c:pt idx="7819">
                  <c:v>0.11354631547113794</c:v>
                </c:pt>
                <c:pt idx="7820">
                  <c:v>0.1135681744373005</c:v>
                </c:pt>
                <c:pt idx="7821">
                  <c:v>0.11357761635854552</c:v>
                </c:pt>
                <c:pt idx="7822">
                  <c:v>0.11357940757180576</c:v>
                </c:pt>
                <c:pt idx="7823">
                  <c:v>0.11358036703847177</c:v>
                </c:pt>
                <c:pt idx="7824">
                  <c:v>0.11359132149911748</c:v>
                </c:pt>
                <c:pt idx="7825">
                  <c:v>0.11359231885263329</c:v>
                </c:pt>
                <c:pt idx="7826">
                  <c:v>0.1135926659806762</c:v>
                </c:pt>
                <c:pt idx="7827">
                  <c:v>0.11359558497815239</c:v>
                </c:pt>
                <c:pt idx="7828">
                  <c:v>0.11359610237627285</c:v>
                </c:pt>
                <c:pt idx="7829">
                  <c:v>0.11361608983471826</c:v>
                </c:pt>
                <c:pt idx="7830">
                  <c:v>0.11362090620580123</c:v>
                </c:pt>
                <c:pt idx="7831">
                  <c:v>0.11362562392172962</c:v>
                </c:pt>
                <c:pt idx="7832">
                  <c:v>0.11363001723632039</c:v>
                </c:pt>
                <c:pt idx="7833">
                  <c:v>0.11363629636276495</c:v>
                </c:pt>
                <c:pt idx="7834">
                  <c:v>0.11368475648599473</c:v>
                </c:pt>
                <c:pt idx="7835">
                  <c:v>0.11369151653254991</c:v>
                </c:pt>
                <c:pt idx="7836">
                  <c:v>0.11369666509666179</c:v>
                </c:pt>
                <c:pt idx="7837">
                  <c:v>0.11370299556360423</c:v>
                </c:pt>
                <c:pt idx="7838">
                  <c:v>0.11370538746429347</c:v>
                </c:pt>
                <c:pt idx="7839">
                  <c:v>0.11372132118693727</c:v>
                </c:pt>
                <c:pt idx="7840">
                  <c:v>0.11372383288901235</c:v>
                </c:pt>
                <c:pt idx="7841">
                  <c:v>0.11373622482403803</c:v>
                </c:pt>
                <c:pt idx="7842">
                  <c:v>0.11374793527359786</c:v>
                </c:pt>
                <c:pt idx="7843">
                  <c:v>0.11376484496048662</c:v>
                </c:pt>
                <c:pt idx="7844">
                  <c:v>0.11377874294111953</c:v>
                </c:pt>
                <c:pt idx="7845">
                  <c:v>0.1137920437043074</c:v>
                </c:pt>
                <c:pt idx="7846">
                  <c:v>0.11379646925688464</c:v>
                </c:pt>
                <c:pt idx="7847">
                  <c:v>0.11380758909229442</c:v>
                </c:pt>
                <c:pt idx="7848">
                  <c:v>0.11381257132273835</c:v>
                </c:pt>
                <c:pt idx="7849">
                  <c:v>0.11381894846278497</c:v>
                </c:pt>
                <c:pt idx="7850">
                  <c:v>0.11381961809384297</c:v>
                </c:pt>
                <c:pt idx="7851">
                  <c:v>0.1138384963122832</c:v>
                </c:pt>
                <c:pt idx="7852">
                  <c:v>0.11384588360189912</c:v>
                </c:pt>
                <c:pt idx="7853">
                  <c:v>0.11384628692188867</c:v>
                </c:pt>
                <c:pt idx="7854">
                  <c:v>0.11386192595574082</c:v>
                </c:pt>
                <c:pt idx="7855">
                  <c:v>0.11388137412456692</c:v>
                </c:pt>
                <c:pt idx="7856">
                  <c:v>0.11388971166224189</c:v>
                </c:pt>
                <c:pt idx="7857">
                  <c:v>0.11388976376578432</c:v>
                </c:pt>
                <c:pt idx="7858">
                  <c:v>0.11388993766589793</c:v>
                </c:pt>
                <c:pt idx="7859">
                  <c:v>0.11390007817038487</c:v>
                </c:pt>
                <c:pt idx="7860">
                  <c:v>0.11390282033301788</c:v>
                </c:pt>
                <c:pt idx="7861">
                  <c:v>0.11392109502703096</c:v>
                </c:pt>
                <c:pt idx="7862">
                  <c:v>0.11393016245461257</c:v>
                </c:pt>
                <c:pt idx="7863">
                  <c:v>0.11394347051603688</c:v>
                </c:pt>
                <c:pt idx="7864">
                  <c:v>0.11395680254690818</c:v>
                </c:pt>
                <c:pt idx="7865">
                  <c:v>0.11397734004083471</c:v>
                </c:pt>
                <c:pt idx="7866">
                  <c:v>0.1139789006097397</c:v>
                </c:pt>
                <c:pt idx="7867">
                  <c:v>0.11398719720441187</c:v>
                </c:pt>
                <c:pt idx="7868">
                  <c:v>0.11400353042364425</c:v>
                </c:pt>
                <c:pt idx="7869">
                  <c:v>0.11401387555825739</c:v>
                </c:pt>
                <c:pt idx="7870">
                  <c:v>0.11401987836838481</c:v>
                </c:pt>
                <c:pt idx="7871">
                  <c:v>0.11403667973188693</c:v>
                </c:pt>
                <c:pt idx="7872">
                  <c:v>0.11403973868375777</c:v>
                </c:pt>
                <c:pt idx="7873">
                  <c:v>0.11404432197855119</c:v>
                </c:pt>
                <c:pt idx="7874">
                  <c:v>0.11405628394888144</c:v>
                </c:pt>
                <c:pt idx="7875">
                  <c:v>0.11407248175124601</c:v>
                </c:pt>
                <c:pt idx="7876">
                  <c:v>0.11407356560013064</c:v>
                </c:pt>
                <c:pt idx="7877">
                  <c:v>0.11407879001990141</c:v>
                </c:pt>
                <c:pt idx="7878">
                  <c:v>0.11408966657795733</c:v>
                </c:pt>
                <c:pt idx="7879">
                  <c:v>0.11410149550839446</c:v>
                </c:pt>
                <c:pt idx="7880">
                  <c:v>0.11410594585749281</c:v>
                </c:pt>
                <c:pt idx="7881">
                  <c:v>0.11410924372894954</c:v>
                </c:pt>
                <c:pt idx="7882">
                  <c:v>0.11411369758404281</c:v>
                </c:pt>
                <c:pt idx="7883">
                  <c:v>0.11412050912283485</c:v>
                </c:pt>
                <c:pt idx="7884">
                  <c:v>0.11413153938716562</c:v>
                </c:pt>
                <c:pt idx="7885">
                  <c:v>0.11413504950953801</c:v>
                </c:pt>
                <c:pt idx="7886">
                  <c:v>0.11415609591425073</c:v>
                </c:pt>
                <c:pt idx="7887">
                  <c:v>0.11417453621850183</c:v>
                </c:pt>
                <c:pt idx="7888">
                  <c:v>0.11419646422975745</c:v>
                </c:pt>
                <c:pt idx="7889">
                  <c:v>0.11419867927283493</c:v>
                </c:pt>
                <c:pt idx="7890">
                  <c:v>0.11420129037347075</c:v>
                </c:pt>
                <c:pt idx="7891">
                  <c:v>0.11420277902732193</c:v>
                </c:pt>
                <c:pt idx="7892">
                  <c:v>0.11422119352610278</c:v>
                </c:pt>
                <c:pt idx="7893">
                  <c:v>0.11423125348126922</c:v>
                </c:pt>
                <c:pt idx="7894">
                  <c:v>0.11423332338133881</c:v>
                </c:pt>
                <c:pt idx="7895">
                  <c:v>0.11423688544145415</c:v>
                </c:pt>
                <c:pt idx="7896">
                  <c:v>0.11423949536174785</c:v>
                </c:pt>
                <c:pt idx="7897">
                  <c:v>0.11424332210242229</c:v>
                </c:pt>
                <c:pt idx="7898">
                  <c:v>0.11424912313798075</c:v>
                </c:pt>
                <c:pt idx="7899">
                  <c:v>0.11425618858963846</c:v>
                </c:pt>
                <c:pt idx="7900">
                  <c:v>0.11425852882297852</c:v>
                </c:pt>
                <c:pt idx="7901">
                  <c:v>0.11427751364069574</c:v>
                </c:pt>
                <c:pt idx="7902">
                  <c:v>0.1143160622504337</c:v>
                </c:pt>
                <c:pt idx="7903">
                  <c:v>0.11432780369230346</c:v>
                </c:pt>
                <c:pt idx="7904">
                  <c:v>0.11433038546413773</c:v>
                </c:pt>
                <c:pt idx="7905">
                  <c:v>0.11435420780803721</c:v>
                </c:pt>
                <c:pt idx="7906">
                  <c:v>0.11435421268534915</c:v>
                </c:pt>
                <c:pt idx="7907">
                  <c:v>0.11435462030514652</c:v>
                </c:pt>
                <c:pt idx="7908">
                  <c:v>0.11435510273968727</c:v>
                </c:pt>
                <c:pt idx="7909">
                  <c:v>0.11437327033161855</c:v>
                </c:pt>
                <c:pt idx="7910">
                  <c:v>0.11438619523705776</c:v>
                </c:pt>
                <c:pt idx="7911">
                  <c:v>0.11438711196041089</c:v>
                </c:pt>
                <c:pt idx="7912">
                  <c:v>0.11439050406074794</c:v>
                </c:pt>
                <c:pt idx="7913">
                  <c:v>0.11439202622404564</c:v>
                </c:pt>
                <c:pt idx="7914">
                  <c:v>0.11439921552403083</c:v>
                </c:pt>
                <c:pt idx="7915">
                  <c:v>0.11442394404398745</c:v>
                </c:pt>
                <c:pt idx="7916">
                  <c:v>0.11442417794025594</c:v>
                </c:pt>
                <c:pt idx="7917">
                  <c:v>0.11442477553206534</c:v>
                </c:pt>
                <c:pt idx="7918">
                  <c:v>0.11443406390277268</c:v>
                </c:pt>
                <c:pt idx="7919">
                  <c:v>0.11444813320046072</c:v>
                </c:pt>
                <c:pt idx="7920">
                  <c:v>0.11445106288466179</c:v>
                </c:pt>
                <c:pt idx="7921">
                  <c:v>0.11445214939760219</c:v>
                </c:pt>
                <c:pt idx="7922">
                  <c:v>0.11446031009864484</c:v>
                </c:pt>
                <c:pt idx="7923">
                  <c:v>0.11446627107010587</c:v>
                </c:pt>
                <c:pt idx="7924">
                  <c:v>0.11446843892676138</c:v>
                </c:pt>
                <c:pt idx="7925">
                  <c:v>0.11447123432321013</c:v>
                </c:pt>
                <c:pt idx="7926">
                  <c:v>0.11449693672261928</c:v>
                </c:pt>
                <c:pt idx="7927">
                  <c:v>0.1144987100374919</c:v>
                </c:pt>
                <c:pt idx="7928">
                  <c:v>0.11449914489631359</c:v>
                </c:pt>
                <c:pt idx="7929">
                  <c:v>0.11453487519906494</c:v>
                </c:pt>
                <c:pt idx="7930">
                  <c:v>0.11454009995660352</c:v>
                </c:pt>
                <c:pt idx="7931">
                  <c:v>0.11454495800537427</c:v>
                </c:pt>
                <c:pt idx="7932">
                  <c:v>0.11455330710126183</c:v>
                </c:pt>
                <c:pt idx="7933">
                  <c:v>0.11457549367461163</c:v>
                </c:pt>
                <c:pt idx="7934">
                  <c:v>0.11458289248646218</c:v>
                </c:pt>
                <c:pt idx="7935">
                  <c:v>0.11458300814196869</c:v>
                </c:pt>
                <c:pt idx="7936">
                  <c:v>0.11459285582051153</c:v>
                </c:pt>
                <c:pt idx="7937">
                  <c:v>0.11461757928408023</c:v>
                </c:pt>
                <c:pt idx="7938">
                  <c:v>0.11462875499605818</c:v>
                </c:pt>
                <c:pt idx="7939">
                  <c:v>0.11464127781466198</c:v>
                </c:pt>
                <c:pt idx="7940">
                  <c:v>0.11464566714888627</c:v>
                </c:pt>
                <c:pt idx="7941">
                  <c:v>0.11464812593039697</c:v>
                </c:pt>
                <c:pt idx="7942">
                  <c:v>0.11465410559953473</c:v>
                </c:pt>
                <c:pt idx="7943">
                  <c:v>0.11467100961181516</c:v>
                </c:pt>
                <c:pt idx="7944">
                  <c:v>0.11468567915984731</c:v>
                </c:pt>
                <c:pt idx="7945">
                  <c:v>0.11472389180372997</c:v>
                </c:pt>
                <c:pt idx="7946">
                  <c:v>0.1147301684444248</c:v>
                </c:pt>
                <c:pt idx="7947">
                  <c:v>0.11473289881770884</c:v>
                </c:pt>
                <c:pt idx="7948">
                  <c:v>0.11473924943763078</c:v>
                </c:pt>
                <c:pt idx="7949">
                  <c:v>0.11474135613080168</c:v>
                </c:pt>
                <c:pt idx="7950">
                  <c:v>0.11474960635851456</c:v>
                </c:pt>
                <c:pt idx="7951">
                  <c:v>0.11474971374648262</c:v>
                </c:pt>
                <c:pt idx="7952">
                  <c:v>0.11475436267295762</c:v>
                </c:pt>
                <c:pt idx="7953">
                  <c:v>0.11477917693203546</c:v>
                </c:pt>
                <c:pt idx="7954">
                  <c:v>0.11478036998364291</c:v>
                </c:pt>
                <c:pt idx="7955">
                  <c:v>0.11479533704958231</c:v>
                </c:pt>
                <c:pt idx="7956">
                  <c:v>0.1148033738423663</c:v>
                </c:pt>
                <c:pt idx="7957">
                  <c:v>0.11481380801336191</c:v>
                </c:pt>
                <c:pt idx="7958">
                  <c:v>0.11481938038859808</c:v>
                </c:pt>
                <c:pt idx="7959">
                  <c:v>0.11483110330995257</c:v>
                </c:pt>
                <c:pt idx="7960">
                  <c:v>0.11483547481879278</c:v>
                </c:pt>
                <c:pt idx="7961">
                  <c:v>0.11484447506853504</c:v>
                </c:pt>
                <c:pt idx="7962">
                  <c:v>0.11485718530185926</c:v>
                </c:pt>
                <c:pt idx="7963">
                  <c:v>0.11486498995845006</c:v>
                </c:pt>
                <c:pt idx="7964">
                  <c:v>0.1148699449904219</c:v>
                </c:pt>
                <c:pt idx="7965">
                  <c:v>0.11488417642061242</c:v>
                </c:pt>
                <c:pt idx="7966">
                  <c:v>0.11488671538327115</c:v>
                </c:pt>
                <c:pt idx="7967">
                  <c:v>0.11489521720399896</c:v>
                </c:pt>
                <c:pt idx="7968">
                  <c:v>0.11490453432675354</c:v>
                </c:pt>
                <c:pt idx="7969">
                  <c:v>0.11492671686846131</c:v>
                </c:pt>
                <c:pt idx="7970">
                  <c:v>0.114933872908777</c:v>
                </c:pt>
                <c:pt idx="7971">
                  <c:v>0.11494428303860631</c:v>
                </c:pt>
                <c:pt idx="7972">
                  <c:v>0.11494669956612967</c:v>
                </c:pt>
                <c:pt idx="7973">
                  <c:v>0.11494914870535237</c:v>
                </c:pt>
                <c:pt idx="7974">
                  <c:v>0.11496524826118094</c:v>
                </c:pt>
                <c:pt idx="7975">
                  <c:v>0.11496989276156586</c:v>
                </c:pt>
                <c:pt idx="7976">
                  <c:v>0.11498009646222766</c:v>
                </c:pt>
                <c:pt idx="7977">
                  <c:v>0.11498747582830182</c:v>
                </c:pt>
                <c:pt idx="7978">
                  <c:v>0.11498848255929889</c:v>
                </c:pt>
                <c:pt idx="7979">
                  <c:v>0.11499654571934516</c:v>
                </c:pt>
                <c:pt idx="7980">
                  <c:v>0.11501728311195079</c:v>
                </c:pt>
                <c:pt idx="7981">
                  <c:v>0.11504144512201304</c:v>
                </c:pt>
                <c:pt idx="7982">
                  <c:v>0.11504416924268235</c:v>
                </c:pt>
                <c:pt idx="7983">
                  <c:v>0.11508378035705394</c:v>
                </c:pt>
                <c:pt idx="7984">
                  <c:v>0.1150945099586268</c:v>
                </c:pt>
                <c:pt idx="7985">
                  <c:v>0.11509647882143621</c:v>
                </c:pt>
                <c:pt idx="7986">
                  <c:v>0.11510078196946043</c:v>
                </c:pt>
                <c:pt idx="7987">
                  <c:v>0.1151114932046214</c:v>
                </c:pt>
                <c:pt idx="7988">
                  <c:v>0.11512869886658299</c:v>
                </c:pt>
                <c:pt idx="7989">
                  <c:v>0.11513738339451807</c:v>
                </c:pt>
                <c:pt idx="7990">
                  <c:v>0.11514595402132617</c:v>
                </c:pt>
                <c:pt idx="7991">
                  <c:v>0.11514838956549489</c:v>
                </c:pt>
                <c:pt idx="7992">
                  <c:v>0.11514864707140758</c:v>
                </c:pt>
                <c:pt idx="7993">
                  <c:v>0.11515661770803687</c:v>
                </c:pt>
                <c:pt idx="7994">
                  <c:v>0.11516305152329719</c:v>
                </c:pt>
                <c:pt idx="7995">
                  <c:v>0.11516520883785214</c:v>
                </c:pt>
                <c:pt idx="7996">
                  <c:v>0.11517097106709212</c:v>
                </c:pt>
                <c:pt idx="7997">
                  <c:v>0.11518607432027715</c:v>
                </c:pt>
                <c:pt idx="7998">
                  <c:v>0.11518918345028224</c:v>
                </c:pt>
                <c:pt idx="7999">
                  <c:v>0.11520097465453502</c:v>
                </c:pt>
                <c:pt idx="8000">
                  <c:v>0.11520355965437082</c:v>
                </c:pt>
                <c:pt idx="8001">
                  <c:v>0.11523007239272595</c:v>
                </c:pt>
                <c:pt idx="8002">
                  <c:v>0.11526673925364511</c:v>
                </c:pt>
                <c:pt idx="8003">
                  <c:v>0.11528874913176135</c:v>
                </c:pt>
                <c:pt idx="8004">
                  <c:v>0.11529055784705684</c:v>
                </c:pt>
                <c:pt idx="8005">
                  <c:v>0.11529324405543324</c:v>
                </c:pt>
                <c:pt idx="8006">
                  <c:v>0.1152960081093235</c:v>
                </c:pt>
                <c:pt idx="8007">
                  <c:v>0.1153073188770702</c:v>
                </c:pt>
                <c:pt idx="8008">
                  <c:v>0.11531248422906529</c:v>
                </c:pt>
                <c:pt idx="8009">
                  <c:v>0.11531805145751421</c:v>
                </c:pt>
                <c:pt idx="8010">
                  <c:v>0.11531921878293437</c:v>
                </c:pt>
                <c:pt idx="8011">
                  <c:v>0.11532580879685371</c:v>
                </c:pt>
                <c:pt idx="8012">
                  <c:v>0.11534933010819633</c:v>
                </c:pt>
                <c:pt idx="8013">
                  <c:v>0.11536056872304265</c:v>
                </c:pt>
                <c:pt idx="8014">
                  <c:v>0.11538228780981492</c:v>
                </c:pt>
                <c:pt idx="8015">
                  <c:v>0.11538437242085506</c:v>
                </c:pt>
                <c:pt idx="8016">
                  <c:v>0.11539378119807026</c:v>
                </c:pt>
                <c:pt idx="8017">
                  <c:v>0.11542236268731011</c:v>
                </c:pt>
                <c:pt idx="8018">
                  <c:v>0.11542384722404544</c:v>
                </c:pt>
                <c:pt idx="8019">
                  <c:v>0.1154269680859539</c:v>
                </c:pt>
                <c:pt idx="8020">
                  <c:v>0.11542822852046648</c:v>
                </c:pt>
                <c:pt idx="8021">
                  <c:v>0.11543573122101175</c:v>
                </c:pt>
                <c:pt idx="8022">
                  <c:v>0.11543685332625095</c:v>
                </c:pt>
                <c:pt idx="8023">
                  <c:v>0.11546107341964254</c:v>
                </c:pt>
                <c:pt idx="8024">
                  <c:v>0.11548505591556676</c:v>
                </c:pt>
                <c:pt idx="8025">
                  <c:v>0.11548529572351127</c:v>
                </c:pt>
                <c:pt idx="8026">
                  <c:v>0.11549052542906935</c:v>
                </c:pt>
                <c:pt idx="8027">
                  <c:v>0.11549225111632544</c:v>
                </c:pt>
                <c:pt idx="8028">
                  <c:v>0.11549365347121084</c:v>
                </c:pt>
                <c:pt idx="8029">
                  <c:v>0.11550545184926041</c:v>
                </c:pt>
                <c:pt idx="8030">
                  <c:v>0.11550846068708659</c:v>
                </c:pt>
                <c:pt idx="8031">
                  <c:v>0.11551155200504977</c:v>
                </c:pt>
                <c:pt idx="8032">
                  <c:v>0.11551731101251882</c:v>
                </c:pt>
                <c:pt idx="8033">
                  <c:v>0.11552015992052182</c:v>
                </c:pt>
                <c:pt idx="8034">
                  <c:v>0.1155246039799394</c:v>
                </c:pt>
                <c:pt idx="8035">
                  <c:v>0.11554465768419024</c:v>
                </c:pt>
                <c:pt idx="8036">
                  <c:v>0.11554650005738812</c:v>
                </c:pt>
                <c:pt idx="8037">
                  <c:v>0.11554990699883916</c:v>
                </c:pt>
                <c:pt idx="8038">
                  <c:v>0.11557949847144866</c:v>
                </c:pt>
                <c:pt idx="8039">
                  <c:v>0.11558461902587154</c:v>
                </c:pt>
                <c:pt idx="8040">
                  <c:v>0.11560066003895343</c:v>
                </c:pt>
                <c:pt idx="8041">
                  <c:v>0.11562055295196998</c:v>
                </c:pt>
                <c:pt idx="8042">
                  <c:v>0.11562205157050663</c:v>
                </c:pt>
                <c:pt idx="8043">
                  <c:v>0.11562499680687825</c:v>
                </c:pt>
                <c:pt idx="8044">
                  <c:v>0.11563780882722895</c:v>
                </c:pt>
                <c:pt idx="8045">
                  <c:v>0.11563798139146421</c:v>
                </c:pt>
                <c:pt idx="8046">
                  <c:v>0.11565338109211465</c:v>
                </c:pt>
                <c:pt idx="8047">
                  <c:v>0.11565611308745925</c:v>
                </c:pt>
                <c:pt idx="8048">
                  <c:v>0.11566272425361394</c:v>
                </c:pt>
                <c:pt idx="8049">
                  <c:v>0.11566452728380999</c:v>
                </c:pt>
                <c:pt idx="8050">
                  <c:v>0.11567828436147651</c:v>
                </c:pt>
                <c:pt idx="8051">
                  <c:v>0.11569181590338846</c:v>
                </c:pt>
                <c:pt idx="8052">
                  <c:v>0.11569236533882393</c:v>
                </c:pt>
                <c:pt idx="8053">
                  <c:v>0.11569374571839838</c:v>
                </c:pt>
                <c:pt idx="8054">
                  <c:v>0.11570545848931291</c:v>
                </c:pt>
                <c:pt idx="8055">
                  <c:v>0.11573718900122396</c:v>
                </c:pt>
                <c:pt idx="8056">
                  <c:v>0.11576236511398182</c:v>
                </c:pt>
                <c:pt idx="8057">
                  <c:v>0.11578562458585792</c:v>
                </c:pt>
                <c:pt idx="8058">
                  <c:v>0.11579314172853344</c:v>
                </c:pt>
                <c:pt idx="8059">
                  <c:v>0.11579483375029107</c:v>
                </c:pt>
                <c:pt idx="8060">
                  <c:v>0.11580093945406721</c:v>
                </c:pt>
                <c:pt idx="8061">
                  <c:v>0.11580360604873889</c:v>
                </c:pt>
                <c:pt idx="8062">
                  <c:v>0.11580653006024393</c:v>
                </c:pt>
                <c:pt idx="8063">
                  <c:v>0.11581484743846733</c:v>
                </c:pt>
                <c:pt idx="8064">
                  <c:v>0.11581547620564203</c:v>
                </c:pt>
                <c:pt idx="8065">
                  <c:v>0.11581777077695163</c:v>
                </c:pt>
                <c:pt idx="8066">
                  <c:v>0.11585077786811128</c:v>
                </c:pt>
                <c:pt idx="8067">
                  <c:v>0.11585101020910332</c:v>
                </c:pt>
                <c:pt idx="8068">
                  <c:v>0.11585241514462181</c:v>
                </c:pt>
                <c:pt idx="8069">
                  <c:v>0.1158623084237774</c:v>
                </c:pt>
                <c:pt idx="8070">
                  <c:v>0.11586282018794193</c:v>
                </c:pt>
                <c:pt idx="8071">
                  <c:v>0.1158685051164543</c:v>
                </c:pt>
                <c:pt idx="8072">
                  <c:v>0.1158955044781548</c:v>
                </c:pt>
                <c:pt idx="8073">
                  <c:v>0.11589817260644529</c:v>
                </c:pt>
                <c:pt idx="8074">
                  <c:v>0.11591307366262561</c:v>
                </c:pt>
                <c:pt idx="8075">
                  <c:v>0.11591540618792241</c:v>
                </c:pt>
                <c:pt idx="8076">
                  <c:v>0.1159160866784103</c:v>
                </c:pt>
                <c:pt idx="8077">
                  <c:v>0.11592014027247718</c:v>
                </c:pt>
                <c:pt idx="8078">
                  <c:v>0.11592086958571179</c:v>
                </c:pt>
                <c:pt idx="8079">
                  <c:v>0.11592366555704468</c:v>
                </c:pt>
                <c:pt idx="8080">
                  <c:v>0.11592510600301267</c:v>
                </c:pt>
                <c:pt idx="8081">
                  <c:v>0.11593097195036511</c:v>
                </c:pt>
                <c:pt idx="8082">
                  <c:v>0.11594024077080729</c:v>
                </c:pt>
                <c:pt idx="8083">
                  <c:v>0.11594488043389899</c:v>
                </c:pt>
                <c:pt idx="8084">
                  <c:v>0.1160052802199488</c:v>
                </c:pt>
                <c:pt idx="8085">
                  <c:v>0.11600872818195219</c:v>
                </c:pt>
                <c:pt idx="8086">
                  <c:v>0.11602500466408197</c:v>
                </c:pt>
                <c:pt idx="8087">
                  <c:v>0.11604809926960696</c:v>
                </c:pt>
                <c:pt idx="8088">
                  <c:v>0.1160494609032124</c:v>
                </c:pt>
                <c:pt idx="8089">
                  <c:v>0.11606709594938067</c:v>
                </c:pt>
                <c:pt idx="8090">
                  <c:v>0.11607468227453167</c:v>
                </c:pt>
                <c:pt idx="8091">
                  <c:v>0.11608041752098086</c:v>
                </c:pt>
                <c:pt idx="8092">
                  <c:v>0.11609953483867456</c:v>
                </c:pt>
                <c:pt idx="8093">
                  <c:v>0.11613846453680775</c:v>
                </c:pt>
                <c:pt idx="8094">
                  <c:v>0.11614955972824377</c:v>
                </c:pt>
                <c:pt idx="8095">
                  <c:v>0.11616922234491042</c:v>
                </c:pt>
                <c:pt idx="8096">
                  <c:v>0.11617349135152533</c:v>
                </c:pt>
                <c:pt idx="8097">
                  <c:v>0.11617440438855131</c:v>
                </c:pt>
                <c:pt idx="8098">
                  <c:v>0.11618502274466717</c:v>
                </c:pt>
                <c:pt idx="8099">
                  <c:v>0.11619326311708013</c:v>
                </c:pt>
                <c:pt idx="8100">
                  <c:v>0.11620805927048557</c:v>
                </c:pt>
                <c:pt idx="8101">
                  <c:v>0.11620957942960125</c:v>
                </c:pt>
                <c:pt idx="8102">
                  <c:v>0.11624866597319565</c:v>
                </c:pt>
                <c:pt idx="8103">
                  <c:v>0.11625148752435586</c:v>
                </c:pt>
                <c:pt idx="8104">
                  <c:v>0.11625282171284423</c:v>
                </c:pt>
                <c:pt idx="8105">
                  <c:v>0.1162606707654322</c:v>
                </c:pt>
                <c:pt idx="8106">
                  <c:v>0.1162610272619832</c:v>
                </c:pt>
                <c:pt idx="8107">
                  <c:v>0.11626109297400525</c:v>
                </c:pt>
                <c:pt idx="8108">
                  <c:v>0.1162846614329428</c:v>
                </c:pt>
                <c:pt idx="8109">
                  <c:v>0.11630520486793731</c:v>
                </c:pt>
                <c:pt idx="8110">
                  <c:v>0.11631722093146295</c:v>
                </c:pt>
                <c:pt idx="8111">
                  <c:v>0.11633911515194201</c:v>
                </c:pt>
                <c:pt idx="8112">
                  <c:v>0.11634719016402557</c:v>
                </c:pt>
                <c:pt idx="8113">
                  <c:v>0.11635999077128671</c:v>
                </c:pt>
                <c:pt idx="8114">
                  <c:v>0.11637820056899882</c:v>
                </c:pt>
                <c:pt idx="8115">
                  <c:v>0.11639272109944253</c:v>
                </c:pt>
                <c:pt idx="8116">
                  <c:v>0.11639450597829304</c:v>
                </c:pt>
                <c:pt idx="8117">
                  <c:v>0.11639849263248024</c:v>
                </c:pt>
                <c:pt idx="8118">
                  <c:v>0.11641119636243961</c:v>
                </c:pt>
                <c:pt idx="8119">
                  <c:v>0.11641255230968188</c:v>
                </c:pt>
                <c:pt idx="8120">
                  <c:v>0.11641879350512364</c:v>
                </c:pt>
                <c:pt idx="8121">
                  <c:v>0.116429744621365</c:v>
                </c:pt>
                <c:pt idx="8122">
                  <c:v>0.11643704886705271</c:v>
                </c:pt>
                <c:pt idx="8123">
                  <c:v>0.11643795645361921</c:v>
                </c:pt>
                <c:pt idx="8124">
                  <c:v>0.11644136044183517</c:v>
                </c:pt>
                <c:pt idx="8125">
                  <c:v>0.11647225049642908</c:v>
                </c:pt>
                <c:pt idx="8126">
                  <c:v>0.11647666941374403</c:v>
                </c:pt>
                <c:pt idx="8127">
                  <c:v>0.11648630834631177</c:v>
                </c:pt>
                <c:pt idx="8128">
                  <c:v>0.11649440862976082</c:v>
                </c:pt>
                <c:pt idx="8129">
                  <c:v>0.11649752492606229</c:v>
                </c:pt>
                <c:pt idx="8130">
                  <c:v>0.11650978195860932</c:v>
                </c:pt>
                <c:pt idx="8131">
                  <c:v>0.11651706067620748</c:v>
                </c:pt>
                <c:pt idx="8132">
                  <c:v>0.11652236070806229</c:v>
                </c:pt>
                <c:pt idx="8133">
                  <c:v>0.11652512427506909</c:v>
                </c:pt>
                <c:pt idx="8134">
                  <c:v>0.11653066503896968</c:v>
                </c:pt>
                <c:pt idx="8135">
                  <c:v>0.11654545670657949</c:v>
                </c:pt>
                <c:pt idx="8136">
                  <c:v>0.11655223023272676</c:v>
                </c:pt>
                <c:pt idx="8137">
                  <c:v>0.11656490779786197</c:v>
                </c:pt>
                <c:pt idx="8138">
                  <c:v>0.11656864380467201</c:v>
                </c:pt>
                <c:pt idx="8139">
                  <c:v>0.11658361066357888</c:v>
                </c:pt>
                <c:pt idx="8140">
                  <c:v>0.11658972924127006</c:v>
                </c:pt>
                <c:pt idx="8141">
                  <c:v>0.11659255358322713</c:v>
                </c:pt>
                <c:pt idx="8142">
                  <c:v>0.11659260898103897</c:v>
                </c:pt>
                <c:pt idx="8143">
                  <c:v>0.11659902002353828</c:v>
                </c:pt>
                <c:pt idx="8144">
                  <c:v>0.11661578621300785</c:v>
                </c:pt>
                <c:pt idx="8145">
                  <c:v>0.11662668514470799</c:v>
                </c:pt>
                <c:pt idx="8146">
                  <c:v>0.11663060264733881</c:v>
                </c:pt>
                <c:pt idx="8147">
                  <c:v>0.11664326335262228</c:v>
                </c:pt>
                <c:pt idx="8148">
                  <c:v>0.11665098911529116</c:v>
                </c:pt>
                <c:pt idx="8149">
                  <c:v>0.11665140904739647</c:v>
                </c:pt>
                <c:pt idx="8150">
                  <c:v>0.11665285631385873</c:v>
                </c:pt>
                <c:pt idx="8151">
                  <c:v>0.11666152260222246</c:v>
                </c:pt>
                <c:pt idx="8152">
                  <c:v>0.11666863651120005</c:v>
                </c:pt>
                <c:pt idx="8153">
                  <c:v>0.11666898018437109</c:v>
                </c:pt>
                <c:pt idx="8154">
                  <c:v>0.11668264298746564</c:v>
                </c:pt>
                <c:pt idx="8155">
                  <c:v>0.11669899068840753</c:v>
                </c:pt>
                <c:pt idx="8156">
                  <c:v>0.11670278181204705</c:v>
                </c:pt>
                <c:pt idx="8157">
                  <c:v>0.11670426443054509</c:v>
                </c:pt>
                <c:pt idx="8158">
                  <c:v>0.11670558149543458</c:v>
                </c:pt>
                <c:pt idx="8159">
                  <c:v>0.11671685129994816</c:v>
                </c:pt>
                <c:pt idx="8160">
                  <c:v>0.11672554049098012</c:v>
                </c:pt>
                <c:pt idx="8161">
                  <c:v>0.11676528714970723</c:v>
                </c:pt>
                <c:pt idx="8162">
                  <c:v>0.11678860749120686</c:v>
                </c:pt>
                <c:pt idx="8163">
                  <c:v>0.11679383323644719</c:v>
                </c:pt>
                <c:pt idx="8164">
                  <c:v>0.11681158652205456</c:v>
                </c:pt>
                <c:pt idx="8165">
                  <c:v>0.11684048050138354</c:v>
                </c:pt>
                <c:pt idx="8166">
                  <c:v>0.11684284093137952</c:v>
                </c:pt>
                <c:pt idx="8167">
                  <c:v>0.1168462638316437</c:v>
                </c:pt>
                <c:pt idx="8168">
                  <c:v>0.11685754551805032</c:v>
                </c:pt>
                <c:pt idx="8169">
                  <c:v>0.11687057658761849</c:v>
                </c:pt>
                <c:pt idx="8170">
                  <c:v>0.11687373377007847</c:v>
                </c:pt>
                <c:pt idx="8171">
                  <c:v>0.11688282279985483</c:v>
                </c:pt>
                <c:pt idx="8172">
                  <c:v>0.11688639666480176</c:v>
                </c:pt>
                <c:pt idx="8173">
                  <c:v>0.11689246769491193</c:v>
                </c:pt>
                <c:pt idx="8174">
                  <c:v>0.11689419584899313</c:v>
                </c:pt>
                <c:pt idx="8175">
                  <c:v>0.11689923493175405</c:v>
                </c:pt>
                <c:pt idx="8176">
                  <c:v>0.11690622799777499</c:v>
                </c:pt>
                <c:pt idx="8177">
                  <c:v>0.11690982414453414</c:v>
                </c:pt>
                <c:pt idx="8178">
                  <c:v>0.11691604021614996</c:v>
                </c:pt>
                <c:pt idx="8179">
                  <c:v>0.11692370451126038</c:v>
                </c:pt>
                <c:pt idx="8180">
                  <c:v>0.11692502345610821</c:v>
                </c:pt>
                <c:pt idx="8181">
                  <c:v>0.11692532347038392</c:v>
                </c:pt>
                <c:pt idx="8182">
                  <c:v>0.11693787897429198</c:v>
                </c:pt>
                <c:pt idx="8183">
                  <c:v>0.11694819579757232</c:v>
                </c:pt>
                <c:pt idx="8184">
                  <c:v>0.11695306567397891</c:v>
                </c:pt>
                <c:pt idx="8185">
                  <c:v>0.11695415939251783</c:v>
                </c:pt>
                <c:pt idx="8186">
                  <c:v>0.11695971396498317</c:v>
                </c:pt>
                <c:pt idx="8187">
                  <c:v>0.11696605530294163</c:v>
                </c:pt>
                <c:pt idx="8188">
                  <c:v>0.11696916931933528</c:v>
                </c:pt>
                <c:pt idx="8189">
                  <c:v>0.11698789547797177</c:v>
                </c:pt>
                <c:pt idx="8190">
                  <c:v>0.116988380495664</c:v>
                </c:pt>
                <c:pt idx="8191">
                  <c:v>0.11698881307873459</c:v>
                </c:pt>
                <c:pt idx="8192">
                  <c:v>0.11700331953557419</c:v>
                </c:pt>
                <c:pt idx="8193">
                  <c:v>0.1170061346517989</c:v>
                </c:pt>
                <c:pt idx="8194">
                  <c:v>0.11702259468474203</c:v>
                </c:pt>
                <c:pt idx="8195">
                  <c:v>0.11703050397194363</c:v>
                </c:pt>
                <c:pt idx="8196">
                  <c:v>0.1170367560393072</c:v>
                </c:pt>
                <c:pt idx="8197">
                  <c:v>0.11704656848639422</c:v>
                </c:pt>
                <c:pt idx="8198">
                  <c:v>0.11704783455030129</c:v>
                </c:pt>
                <c:pt idx="8199">
                  <c:v>0.11705244120815654</c:v>
                </c:pt>
                <c:pt idx="8200">
                  <c:v>0.11705974611296098</c:v>
                </c:pt>
                <c:pt idx="8201">
                  <c:v>0.11706444223599759</c:v>
                </c:pt>
                <c:pt idx="8202">
                  <c:v>0.11706519094983392</c:v>
                </c:pt>
                <c:pt idx="8203">
                  <c:v>0.11706930119921755</c:v>
                </c:pt>
                <c:pt idx="8204">
                  <c:v>0.1170830564079034</c:v>
                </c:pt>
                <c:pt idx="8205">
                  <c:v>0.11708353812515951</c:v>
                </c:pt>
                <c:pt idx="8206">
                  <c:v>0.1170888796996955</c:v>
                </c:pt>
                <c:pt idx="8207">
                  <c:v>0.11710651503194809</c:v>
                </c:pt>
                <c:pt idx="8208">
                  <c:v>0.1171179385491707</c:v>
                </c:pt>
                <c:pt idx="8209">
                  <c:v>0.11713033990989155</c:v>
                </c:pt>
                <c:pt idx="8210">
                  <c:v>0.11713209133097333</c:v>
                </c:pt>
                <c:pt idx="8211">
                  <c:v>0.11713353870126812</c:v>
                </c:pt>
                <c:pt idx="8212">
                  <c:v>0.11715601818699752</c:v>
                </c:pt>
                <c:pt idx="8213">
                  <c:v>0.1171755404884281</c:v>
                </c:pt>
                <c:pt idx="8214">
                  <c:v>0.11720480637312518</c:v>
                </c:pt>
                <c:pt idx="8215">
                  <c:v>0.11722334846285948</c:v>
                </c:pt>
                <c:pt idx="8216">
                  <c:v>0.11722481964449311</c:v>
                </c:pt>
                <c:pt idx="8217">
                  <c:v>0.11723548107490195</c:v>
                </c:pt>
                <c:pt idx="8218">
                  <c:v>0.11724465358919053</c:v>
                </c:pt>
                <c:pt idx="8219">
                  <c:v>0.1172692903757992</c:v>
                </c:pt>
                <c:pt idx="8220">
                  <c:v>0.11728486978566333</c:v>
                </c:pt>
                <c:pt idx="8221">
                  <c:v>0.11729480471864728</c:v>
                </c:pt>
                <c:pt idx="8222">
                  <c:v>0.11731589653979295</c:v>
                </c:pt>
                <c:pt idx="8223">
                  <c:v>0.11732432586475385</c:v>
                </c:pt>
                <c:pt idx="8224">
                  <c:v>0.1173599290334454</c:v>
                </c:pt>
                <c:pt idx="8225">
                  <c:v>0.11736391936939887</c:v>
                </c:pt>
                <c:pt idx="8226">
                  <c:v>0.11738753509068214</c:v>
                </c:pt>
                <c:pt idx="8227">
                  <c:v>0.1174036650591785</c:v>
                </c:pt>
                <c:pt idx="8228">
                  <c:v>0.11740887655135132</c:v>
                </c:pt>
                <c:pt idx="8229">
                  <c:v>0.11741635831869018</c:v>
                </c:pt>
                <c:pt idx="8230">
                  <c:v>0.11743481989890153</c:v>
                </c:pt>
                <c:pt idx="8231">
                  <c:v>0.11743768860441881</c:v>
                </c:pt>
                <c:pt idx="8232">
                  <c:v>0.11745543201097076</c:v>
                </c:pt>
                <c:pt idx="8233">
                  <c:v>0.11746070971147848</c:v>
                </c:pt>
                <c:pt idx="8234">
                  <c:v>0.11746344849631271</c:v>
                </c:pt>
                <c:pt idx="8235">
                  <c:v>0.11747632777021935</c:v>
                </c:pt>
                <c:pt idx="8236">
                  <c:v>0.11748436431540708</c:v>
                </c:pt>
                <c:pt idx="8237">
                  <c:v>0.11749123791507939</c:v>
                </c:pt>
                <c:pt idx="8238">
                  <c:v>0.11749305388671681</c:v>
                </c:pt>
                <c:pt idx="8239">
                  <c:v>0.11749643553239655</c:v>
                </c:pt>
                <c:pt idx="8240">
                  <c:v>0.11749691931338811</c:v>
                </c:pt>
                <c:pt idx="8241">
                  <c:v>0.11754062154746921</c:v>
                </c:pt>
                <c:pt idx="8242">
                  <c:v>0.11754585115350114</c:v>
                </c:pt>
                <c:pt idx="8243">
                  <c:v>0.1175684149982857</c:v>
                </c:pt>
                <c:pt idx="8244">
                  <c:v>0.11757710013975102</c:v>
                </c:pt>
                <c:pt idx="8245">
                  <c:v>0.11758972993791277</c:v>
                </c:pt>
                <c:pt idx="8246">
                  <c:v>0.11759736807325041</c:v>
                </c:pt>
                <c:pt idx="8247">
                  <c:v>0.11761635144819524</c:v>
                </c:pt>
                <c:pt idx="8248">
                  <c:v>0.11762954794821209</c:v>
                </c:pt>
                <c:pt idx="8249">
                  <c:v>0.11764286645779834</c:v>
                </c:pt>
                <c:pt idx="8250">
                  <c:v>0.11764868166233644</c:v>
                </c:pt>
                <c:pt idx="8251">
                  <c:v>0.1176650404890493</c:v>
                </c:pt>
                <c:pt idx="8252">
                  <c:v>0.11767040698803119</c:v>
                </c:pt>
                <c:pt idx="8253">
                  <c:v>0.11767461642357024</c:v>
                </c:pt>
                <c:pt idx="8254">
                  <c:v>0.11770124176419193</c:v>
                </c:pt>
                <c:pt idx="8255">
                  <c:v>0.11771608254449099</c:v>
                </c:pt>
                <c:pt idx="8256">
                  <c:v>0.11772148559873034</c:v>
                </c:pt>
                <c:pt idx="8257">
                  <c:v>0.11775271088990362</c:v>
                </c:pt>
                <c:pt idx="8258">
                  <c:v>0.11776927637978356</c:v>
                </c:pt>
                <c:pt idx="8259">
                  <c:v>0.11777895097631266</c:v>
                </c:pt>
                <c:pt idx="8260">
                  <c:v>0.11782227491525618</c:v>
                </c:pt>
                <c:pt idx="8261">
                  <c:v>0.11782403435238292</c:v>
                </c:pt>
                <c:pt idx="8262">
                  <c:v>0.11782542107136137</c:v>
                </c:pt>
                <c:pt idx="8263">
                  <c:v>0.1178569381742075</c:v>
                </c:pt>
                <c:pt idx="8264">
                  <c:v>0.11787033634641077</c:v>
                </c:pt>
                <c:pt idx="8265">
                  <c:v>0.11787156931739386</c:v>
                </c:pt>
                <c:pt idx="8266">
                  <c:v>0.11787729084766824</c:v>
                </c:pt>
                <c:pt idx="8267">
                  <c:v>0.11788181194246466</c:v>
                </c:pt>
                <c:pt idx="8268">
                  <c:v>0.11788256999508337</c:v>
                </c:pt>
                <c:pt idx="8269">
                  <c:v>0.11788939733928584</c:v>
                </c:pt>
                <c:pt idx="8270">
                  <c:v>0.11790213424740199</c:v>
                </c:pt>
                <c:pt idx="8271">
                  <c:v>0.11791762365714466</c:v>
                </c:pt>
                <c:pt idx="8272">
                  <c:v>0.11795223919237663</c:v>
                </c:pt>
                <c:pt idx="8273">
                  <c:v>0.11796592668474018</c:v>
                </c:pt>
                <c:pt idx="8274">
                  <c:v>0.11798461968626235</c:v>
                </c:pt>
                <c:pt idx="8275">
                  <c:v>0.11798575007545205</c:v>
                </c:pt>
                <c:pt idx="8276">
                  <c:v>0.11800415928667908</c:v>
                </c:pt>
                <c:pt idx="8277">
                  <c:v>0.11801933483075158</c:v>
                </c:pt>
                <c:pt idx="8278">
                  <c:v>0.11802519680784418</c:v>
                </c:pt>
                <c:pt idx="8279">
                  <c:v>0.118026285808482</c:v>
                </c:pt>
                <c:pt idx="8280">
                  <c:v>0.11802922513682859</c:v>
                </c:pt>
                <c:pt idx="8281">
                  <c:v>0.11803086923641677</c:v>
                </c:pt>
                <c:pt idx="8282">
                  <c:v>0.11803583759669159</c:v>
                </c:pt>
                <c:pt idx="8283">
                  <c:v>0.11805201092024907</c:v>
                </c:pt>
                <c:pt idx="8284">
                  <c:v>0.1180544492168514</c:v>
                </c:pt>
                <c:pt idx="8285">
                  <c:v>0.11805621467088674</c:v>
                </c:pt>
                <c:pt idx="8286">
                  <c:v>0.11807250683173334</c:v>
                </c:pt>
                <c:pt idx="8287">
                  <c:v>0.11808370783663147</c:v>
                </c:pt>
                <c:pt idx="8288">
                  <c:v>0.11808503028661194</c:v>
                </c:pt>
                <c:pt idx="8289">
                  <c:v>0.11809065090738496</c:v>
                </c:pt>
                <c:pt idx="8290">
                  <c:v>0.11809924811660039</c:v>
                </c:pt>
                <c:pt idx="8291">
                  <c:v>0.11810006121596195</c:v>
                </c:pt>
                <c:pt idx="8292">
                  <c:v>0.11810558562256458</c:v>
                </c:pt>
                <c:pt idx="8293">
                  <c:v>0.11814249255352363</c:v>
                </c:pt>
                <c:pt idx="8294">
                  <c:v>0.11818023001510787</c:v>
                </c:pt>
                <c:pt idx="8295">
                  <c:v>0.11820182183393302</c:v>
                </c:pt>
                <c:pt idx="8296">
                  <c:v>0.11823097159442995</c:v>
                </c:pt>
                <c:pt idx="8297">
                  <c:v>0.1182310769819187</c:v>
                </c:pt>
                <c:pt idx="8298">
                  <c:v>0.11825211515526779</c:v>
                </c:pt>
                <c:pt idx="8299">
                  <c:v>0.11825315308706966</c:v>
                </c:pt>
                <c:pt idx="8300">
                  <c:v>0.1183039415444495</c:v>
                </c:pt>
                <c:pt idx="8301">
                  <c:v>0.11830395639578653</c:v>
                </c:pt>
                <c:pt idx="8302">
                  <c:v>0.11830942117933455</c:v>
                </c:pt>
                <c:pt idx="8303">
                  <c:v>0.1183110089755961</c:v>
                </c:pt>
                <c:pt idx="8304">
                  <c:v>0.11834882804692703</c:v>
                </c:pt>
                <c:pt idx="8305">
                  <c:v>0.11836351381324632</c:v>
                </c:pt>
                <c:pt idx="8306">
                  <c:v>0.11837057839427048</c:v>
                </c:pt>
                <c:pt idx="8307">
                  <c:v>0.11837462442028777</c:v>
                </c:pt>
                <c:pt idx="8308">
                  <c:v>0.11839155238550748</c:v>
                </c:pt>
                <c:pt idx="8309">
                  <c:v>0.11840780863828576</c:v>
                </c:pt>
                <c:pt idx="8310">
                  <c:v>0.11843598516181321</c:v>
                </c:pt>
                <c:pt idx="8311">
                  <c:v>0.11844906234303534</c:v>
                </c:pt>
                <c:pt idx="8312">
                  <c:v>0.11845441161141812</c:v>
                </c:pt>
                <c:pt idx="8313">
                  <c:v>0.11845508435056672</c:v>
                </c:pt>
                <c:pt idx="8314">
                  <c:v>0.11846790513484384</c:v>
                </c:pt>
                <c:pt idx="8315">
                  <c:v>0.118476536820094</c:v>
                </c:pt>
                <c:pt idx="8316">
                  <c:v>0.11848253801381355</c:v>
                </c:pt>
                <c:pt idx="8317">
                  <c:v>0.11849314056942849</c:v>
                </c:pt>
                <c:pt idx="8318">
                  <c:v>0.11849500512159118</c:v>
                </c:pt>
                <c:pt idx="8319">
                  <c:v>0.11850078334818533</c:v>
                </c:pt>
                <c:pt idx="8320">
                  <c:v>0.11850855221172137</c:v>
                </c:pt>
                <c:pt idx="8321">
                  <c:v>0.11851366858976742</c:v>
                </c:pt>
                <c:pt idx="8322">
                  <c:v>0.11852402046824667</c:v>
                </c:pt>
                <c:pt idx="8323">
                  <c:v>0.11852590278289674</c:v>
                </c:pt>
                <c:pt idx="8324">
                  <c:v>0.11854210299304353</c:v>
                </c:pt>
                <c:pt idx="8325">
                  <c:v>0.11855636468172563</c:v>
                </c:pt>
                <c:pt idx="8326">
                  <c:v>0.11856847957016907</c:v>
                </c:pt>
                <c:pt idx="8327">
                  <c:v>0.11856962523475263</c:v>
                </c:pt>
                <c:pt idx="8328">
                  <c:v>0.11857478584126256</c:v>
                </c:pt>
                <c:pt idx="8329">
                  <c:v>0.11860037330723594</c:v>
                </c:pt>
                <c:pt idx="8330">
                  <c:v>0.11860441597580677</c:v>
                </c:pt>
                <c:pt idx="8331">
                  <c:v>0.11860996166619051</c:v>
                </c:pt>
                <c:pt idx="8332">
                  <c:v>0.11861773727535853</c:v>
                </c:pt>
                <c:pt idx="8333">
                  <c:v>0.11862520942031321</c:v>
                </c:pt>
                <c:pt idx="8334">
                  <c:v>0.11863498243328563</c:v>
                </c:pt>
                <c:pt idx="8335">
                  <c:v>0.11864513590172411</c:v>
                </c:pt>
                <c:pt idx="8336">
                  <c:v>0.11866603674634207</c:v>
                </c:pt>
                <c:pt idx="8337">
                  <c:v>0.11866657621807743</c:v>
                </c:pt>
                <c:pt idx="8338">
                  <c:v>0.11870748345160832</c:v>
                </c:pt>
                <c:pt idx="8339">
                  <c:v>0.11872292524332366</c:v>
                </c:pt>
                <c:pt idx="8340">
                  <c:v>0.11875323576780764</c:v>
                </c:pt>
                <c:pt idx="8341">
                  <c:v>0.11876488925332879</c:v>
                </c:pt>
                <c:pt idx="8342">
                  <c:v>0.11879039281830379</c:v>
                </c:pt>
                <c:pt idx="8343">
                  <c:v>0.11881220454006972</c:v>
                </c:pt>
                <c:pt idx="8344">
                  <c:v>0.11882234098224895</c:v>
                </c:pt>
                <c:pt idx="8345">
                  <c:v>0.1188314434461982</c:v>
                </c:pt>
                <c:pt idx="8346">
                  <c:v>0.11883357949742614</c:v>
                </c:pt>
                <c:pt idx="8347">
                  <c:v>0.11885004851323773</c:v>
                </c:pt>
                <c:pt idx="8348">
                  <c:v>0.11887299522190174</c:v>
                </c:pt>
                <c:pt idx="8349">
                  <c:v>0.11888416747049189</c:v>
                </c:pt>
                <c:pt idx="8350">
                  <c:v>0.1188995060164296</c:v>
                </c:pt>
                <c:pt idx="8351">
                  <c:v>0.11890817996756174</c:v>
                </c:pt>
                <c:pt idx="8352">
                  <c:v>0.1189122158510599</c:v>
                </c:pt>
                <c:pt idx="8353">
                  <c:v>0.11893065155182428</c:v>
                </c:pt>
                <c:pt idx="8354">
                  <c:v>0.11894265262650783</c:v>
                </c:pt>
                <c:pt idx="8355">
                  <c:v>0.11895729291650228</c:v>
                </c:pt>
                <c:pt idx="8356">
                  <c:v>0.11896089323919484</c:v>
                </c:pt>
                <c:pt idx="8357">
                  <c:v>0.11896179818243743</c:v>
                </c:pt>
                <c:pt idx="8358">
                  <c:v>0.11896685633469306</c:v>
                </c:pt>
                <c:pt idx="8359">
                  <c:v>0.1189679501922304</c:v>
                </c:pt>
                <c:pt idx="8360">
                  <c:v>0.11898647314600691</c:v>
                </c:pt>
                <c:pt idx="8361">
                  <c:v>0.11900670777683435</c:v>
                </c:pt>
                <c:pt idx="8362">
                  <c:v>0.11901961226458092</c:v>
                </c:pt>
                <c:pt idx="8363">
                  <c:v>0.11904165403855402</c:v>
                </c:pt>
                <c:pt idx="8364">
                  <c:v>0.1190486336464537</c:v>
                </c:pt>
                <c:pt idx="8365">
                  <c:v>0.11905890508215539</c:v>
                </c:pt>
                <c:pt idx="8366">
                  <c:v>0.11905970299193287</c:v>
                </c:pt>
                <c:pt idx="8367">
                  <c:v>0.1190684344956769</c:v>
                </c:pt>
                <c:pt idx="8368">
                  <c:v>0.11906878019746203</c:v>
                </c:pt>
                <c:pt idx="8369">
                  <c:v>0.11907277209825111</c:v>
                </c:pt>
                <c:pt idx="8370">
                  <c:v>0.11908690369220103</c:v>
                </c:pt>
                <c:pt idx="8371">
                  <c:v>0.11909644317655026</c:v>
                </c:pt>
                <c:pt idx="8372">
                  <c:v>0.11911364458274649</c:v>
                </c:pt>
                <c:pt idx="8373">
                  <c:v>0.11912251860483918</c:v>
                </c:pt>
                <c:pt idx="8374">
                  <c:v>0.11913063060574165</c:v>
                </c:pt>
                <c:pt idx="8375">
                  <c:v>0.11914494779118691</c:v>
                </c:pt>
                <c:pt idx="8376">
                  <c:v>0.11914791787234541</c:v>
                </c:pt>
                <c:pt idx="8377">
                  <c:v>0.11916586923620462</c:v>
                </c:pt>
                <c:pt idx="8378">
                  <c:v>0.11917933190390598</c:v>
                </c:pt>
                <c:pt idx="8379">
                  <c:v>0.11919548547648544</c:v>
                </c:pt>
                <c:pt idx="8380">
                  <c:v>0.11920103898510169</c:v>
                </c:pt>
                <c:pt idx="8381">
                  <c:v>0.1192127742009455</c:v>
                </c:pt>
                <c:pt idx="8382">
                  <c:v>0.11923599431494944</c:v>
                </c:pt>
                <c:pt idx="8383">
                  <c:v>0.11925542611119022</c:v>
                </c:pt>
                <c:pt idx="8384">
                  <c:v>0.11925981182618678</c:v>
                </c:pt>
                <c:pt idx="8385">
                  <c:v>0.11926414164516251</c:v>
                </c:pt>
                <c:pt idx="8386">
                  <c:v>0.11926467280309533</c:v>
                </c:pt>
                <c:pt idx="8387">
                  <c:v>0.11927809203200476</c:v>
                </c:pt>
                <c:pt idx="8388">
                  <c:v>0.11928973240243049</c:v>
                </c:pt>
                <c:pt idx="8389">
                  <c:v>0.11929933481947139</c:v>
                </c:pt>
                <c:pt idx="8390">
                  <c:v>0.11931715599689698</c:v>
                </c:pt>
                <c:pt idx="8391">
                  <c:v>0.11933958052087121</c:v>
                </c:pt>
                <c:pt idx="8392">
                  <c:v>0.11934963016252775</c:v>
                </c:pt>
                <c:pt idx="8393">
                  <c:v>0.11935159956735515</c:v>
                </c:pt>
                <c:pt idx="8394">
                  <c:v>0.11935771059424723</c:v>
                </c:pt>
                <c:pt idx="8395">
                  <c:v>0.11935794840948977</c:v>
                </c:pt>
                <c:pt idx="8396">
                  <c:v>0.11936717606489514</c:v>
                </c:pt>
                <c:pt idx="8397">
                  <c:v>0.1193835810809855</c:v>
                </c:pt>
                <c:pt idx="8398">
                  <c:v>0.11938710333006844</c:v>
                </c:pt>
                <c:pt idx="8399">
                  <c:v>0.119415491159444</c:v>
                </c:pt>
                <c:pt idx="8400">
                  <c:v>0.11941872010093134</c:v>
                </c:pt>
                <c:pt idx="8401">
                  <c:v>0.11942394793397472</c:v>
                </c:pt>
                <c:pt idx="8402">
                  <c:v>0.11942719220763891</c:v>
                </c:pt>
                <c:pt idx="8403">
                  <c:v>0.11943060603984175</c:v>
                </c:pt>
                <c:pt idx="8404">
                  <c:v>0.11943153815819776</c:v>
                </c:pt>
                <c:pt idx="8405">
                  <c:v>0.11943156141542617</c:v>
                </c:pt>
                <c:pt idx="8406">
                  <c:v>0.11943981098379276</c:v>
                </c:pt>
                <c:pt idx="8407">
                  <c:v>0.11945125738937992</c:v>
                </c:pt>
                <c:pt idx="8408">
                  <c:v>0.11947522754394557</c:v>
                </c:pt>
                <c:pt idx="8409">
                  <c:v>0.11947709867100845</c:v>
                </c:pt>
                <c:pt idx="8410">
                  <c:v>0.11948581129245395</c:v>
                </c:pt>
                <c:pt idx="8411">
                  <c:v>0.1194936471293644</c:v>
                </c:pt>
                <c:pt idx="8412">
                  <c:v>0.11949599504835655</c:v>
                </c:pt>
                <c:pt idx="8413">
                  <c:v>0.1195195212283091</c:v>
                </c:pt>
                <c:pt idx="8414">
                  <c:v>0.1195256078135993</c:v>
                </c:pt>
                <c:pt idx="8415">
                  <c:v>0.11953706868313602</c:v>
                </c:pt>
                <c:pt idx="8416">
                  <c:v>0.11954442014107275</c:v>
                </c:pt>
                <c:pt idx="8417">
                  <c:v>0.11955632984517836</c:v>
                </c:pt>
                <c:pt idx="8418">
                  <c:v>0.11957397046010389</c:v>
                </c:pt>
                <c:pt idx="8419">
                  <c:v>0.11957879806464559</c:v>
                </c:pt>
                <c:pt idx="8420">
                  <c:v>0.11960983989294725</c:v>
                </c:pt>
                <c:pt idx="8421">
                  <c:v>0.11962124273284348</c:v>
                </c:pt>
                <c:pt idx="8422">
                  <c:v>0.11962368570563336</c:v>
                </c:pt>
                <c:pt idx="8423">
                  <c:v>0.11962963824871793</c:v>
                </c:pt>
                <c:pt idx="8424">
                  <c:v>0.11963595601953542</c:v>
                </c:pt>
                <c:pt idx="8425">
                  <c:v>0.11964393276499646</c:v>
                </c:pt>
                <c:pt idx="8426">
                  <c:v>0.11966043737190633</c:v>
                </c:pt>
                <c:pt idx="8427">
                  <c:v>0.11966358965852873</c:v>
                </c:pt>
                <c:pt idx="8428">
                  <c:v>0.11967615380013399</c:v>
                </c:pt>
                <c:pt idx="8429">
                  <c:v>0.11968385379020786</c:v>
                </c:pt>
                <c:pt idx="8430">
                  <c:v>0.11970229052905781</c:v>
                </c:pt>
                <c:pt idx="8431">
                  <c:v>0.11970742924763426</c:v>
                </c:pt>
                <c:pt idx="8432">
                  <c:v>0.11972287997168758</c:v>
                </c:pt>
                <c:pt idx="8433">
                  <c:v>0.11973603137354755</c:v>
                </c:pt>
                <c:pt idx="8434">
                  <c:v>0.11973949643891357</c:v>
                </c:pt>
                <c:pt idx="8435">
                  <c:v>0.11975536453067452</c:v>
                </c:pt>
                <c:pt idx="8436">
                  <c:v>0.11977052987081883</c:v>
                </c:pt>
                <c:pt idx="8437">
                  <c:v>0.11977877671915485</c:v>
                </c:pt>
                <c:pt idx="8438">
                  <c:v>0.119787302360865</c:v>
                </c:pt>
                <c:pt idx="8439">
                  <c:v>0.1197873469698108</c:v>
                </c:pt>
                <c:pt idx="8440">
                  <c:v>0.11979172898548202</c:v>
                </c:pt>
                <c:pt idx="8441">
                  <c:v>0.11980370897446076</c:v>
                </c:pt>
                <c:pt idx="8442">
                  <c:v>0.11981780528839954</c:v>
                </c:pt>
                <c:pt idx="8443">
                  <c:v>0.11982207892335009</c:v>
                </c:pt>
                <c:pt idx="8444">
                  <c:v>0.11982962719568449</c:v>
                </c:pt>
                <c:pt idx="8445">
                  <c:v>0.11984381827897357</c:v>
                </c:pt>
                <c:pt idx="8446">
                  <c:v>0.11985093750732648</c:v>
                </c:pt>
                <c:pt idx="8447">
                  <c:v>0.11986456973386876</c:v>
                </c:pt>
                <c:pt idx="8448">
                  <c:v>0.11987667206296707</c:v>
                </c:pt>
                <c:pt idx="8449">
                  <c:v>0.11987991104626028</c:v>
                </c:pt>
                <c:pt idx="8450">
                  <c:v>0.11988590192478969</c:v>
                </c:pt>
                <c:pt idx="8451">
                  <c:v>0.11989448530794675</c:v>
                </c:pt>
                <c:pt idx="8452">
                  <c:v>0.1198960060558138</c:v>
                </c:pt>
                <c:pt idx="8453">
                  <c:v>0.11991052139152887</c:v>
                </c:pt>
                <c:pt idx="8454">
                  <c:v>0.11992820409022863</c:v>
                </c:pt>
                <c:pt idx="8455">
                  <c:v>0.11993909801199606</c:v>
                </c:pt>
                <c:pt idx="8456">
                  <c:v>0.11995069581755093</c:v>
                </c:pt>
                <c:pt idx="8457">
                  <c:v>0.11997759354042202</c:v>
                </c:pt>
                <c:pt idx="8458">
                  <c:v>0.11998624008507011</c:v>
                </c:pt>
                <c:pt idx="8459">
                  <c:v>0.11998772562911467</c:v>
                </c:pt>
                <c:pt idx="8460">
                  <c:v>0.11998954984581117</c:v>
                </c:pt>
                <c:pt idx="8461">
                  <c:v>0.11999186811594857</c:v>
                </c:pt>
                <c:pt idx="8462">
                  <c:v>0.1200345219175505</c:v>
                </c:pt>
                <c:pt idx="8463">
                  <c:v>0.12003498610411369</c:v>
                </c:pt>
                <c:pt idx="8464">
                  <c:v>0.12004128016530807</c:v>
                </c:pt>
                <c:pt idx="8465">
                  <c:v>0.12005281864678623</c:v>
                </c:pt>
                <c:pt idx="8466">
                  <c:v>0.1200771355881424</c:v>
                </c:pt>
                <c:pt idx="8467">
                  <c:v>0.12007829909955287</c:v>
                </c:pt>
                <c:pt idx="8468">
                  <c:v>0.12007840184612821</c:v>
                </c:pt>
                <c:pt idx="8469">
                  <c:v>0.12008015508303786</c:v>
                </c:pt>
                <c:pt idx="8470">
                  <c:v>0.12010926171159358</c:v>
                </c:pt>
                <c:pt idx="8471">
                  <c:v>0.12011591699209813</c:v>
                </c:pt>
                <c:pt idx="8472">
                  <c:v>0.12012182793195604</c:v>
                </c:pt>
                <c:pt idx="8473">
                  <c:v>0.1201221654992065</c:v>
                </c:pt>
                <c:pt idx="8474">
                  <c:v>0.12012361887671921</c:v>
                </c:pt>
                <c:pt idx="8475">
                  <c:v>0.12012827053919593</c:v>
                </c:pt>
                <c:pt idx="8476">
                  <c:v>0.12014786327837773</c:v>
                </c:pt>
                <c:pt idx="8477">
                  <c:v>0.12015760777647935</c:v>
                </c:pt>
                <c:pt idx="8478">
                  <c:v>0.12017487876582472</c:v>
                </c:pt>
                <c:pt idx="8479">
                  <c:v>0.12017881539559301</c:v>
                </c:pt>
                <c:pt idx="8480">
                  <c:v>0.12018335213164094</c:v>
                </c:pt>
                <c:pt idx="8481">
                  <c:v>0.12018578004635921</c:v>
                </c:pt>
                <c:pt idx="8482">
                  <c:v>0.12019237766153699</c:v>
                </c:pt>
                <c:pt idx="8483">
                  <c:v>0.12021517519197518</c:v>
                </c:pt>
                <c:pt idx="8484">
                  <c:v>0.12022080314575057</c:v>
                </c:pt>
                <c:pt idx="8485">
                  <c:v>0.12022821503763449</c:v>
                </c:pt>
                <c:pt idx="8486">
                  <c:v>0.12022987590024102</c:v>
                </c:pt>
                <c:pt idx="8487">
                  <c:v>0.12024710897201529</c:v>
                </c:pt>
                <c:pt idx="8488">
                  <c:v>0.1202919598892371</c:v>
                </c:pt>
                <c:pt idx="8489">
                  <c:v>0.12029211393161339</c:v>
                </c:pt>
                <c:pt idx="8490">
                  <c:v>0.12029455848170034</c:v>
                </c:pt>
                <c:pt idx="8491">
                  <c:v>0.12029589281321156</c:v>
                </c:pt>
                <c:pt idx="8492">
                  <c:v>0.12029620378370399</c:v>
                </c:pt>
                <c:pt idx="8493">
                  <c:v>0.12031416690411464</c:v>
                </c:pt>
                <c:pt idx="8494">
                  <c:v>0.12031631940187516</c:v>
                </c:pt>
                <c:pt idx="8495">
                  <c:v>0.12032806889891325</c:v>
                </c:pt>
                <c:pt idx="8496">
                  <c:v>0.12032972161992497</c:v>
                </c:pt>
                <c:pt idx="8497">
                  <c:v>0.12033829925703408</c:v>
                </c:pt>
                <c:pt idx="8498">
                  <c:v>0.1203396187422979</c:v>
                </c:pt>
                <c:pt idx="8499">
                  <c:v>0.12034821786302709</c:v>
                </c:pt>
                <c:pt idx="8500">
                  <c:v>0.12035675449164644</c:v>
                </c:pt>
                <c:pt idx="8501">
                  <c:v>0.12036916003879915</c:v>
                </c:pt>
                <c:pt idx="8502">
                  <c:v>0.12037282474776534</c:v>
                </c:pt>
                <c:pt idx="8503">
                  <c:v>0.12039103276113149</c:v>
                </c:pt>
                <c:pt idx="8504">
                  <c:v>0.12041263218460238</c:v>
                </c:pt>
                <c:pt idx="8505">
                  <c:v>0.12041536317555374</c:v>
                </c:pt>
                <c:pt idx="8506">
                  <c:v>0.12043970549509718</c:v>
                </c:pt>
                <c:pt idx="8507">
                  <c:v>0.12045243998081945</c:v>
                </c:pt>
                <c:pt idx="8508">
                  <c:v>0.12045261038430022</c:v>
                </c:pt>
                <c:pt idx="8509">
                  <c:v>0.12046197178915241</c:v>
                </c:pt>
                <c:pt idx="8510">
                  <c:v>0.12046943319923877</c:v>
                </c:pt>
                <c:pt idx="8511">
                  <c:v>0.12047242028317985</c:v>
                </c:pt>
                <c:pt idx="8512">
                  <c:v>0.12048273811629089</c:v>
                </c:pt>
                <c:pt idx="8513">
                  <c:v>0.1204927135916849</c:v>
                </c:pt>
                <c:pt idx="8514">
                  <c:v>0.12049276371274131</c:v>
                </c:pt>
                <c:pt idx="8515">
                  <c:v>0.12051195757324691</c:v>
                </c:pt>
                <c:pt idx="8516">
                  <c:v>0.12051400377384509</c:v>
                </c:pt>
                <c:pt idx="8517">
                  <c:v>0.12054227631018062</c:v>
                </c:pt>
                <c:pt idx="8518">
                  <c:v>0.1205494259727368</c:v>
                </c:pt>
                <c:pt idx="8519">
                  <c:v>0.12056522041326243</c:v>
                </c:pt>
                <c:pt idx="8520">
                  <c:v>0.12057176904666114</c:v>
                </c:pt>
                <c:pt idx="8521">
                  <c:v>0.1205957932978996</c:v>
                </c:pt>
                <c:pt idx="8522">
                  <c:v>0.12060590837777592</c:v>
                </c:pt>
                <c:pt idx="8523">
                  <c:v>0.12060751782545059</c:v>
                </c:pt>
                <c:pt idx="8524">
                  <c:v>0.12060889933487284</c:v>
                </c:pt>
                <c:pt idx="8525">
                  <c:v>0.1206219979632111</c:v>
                </c:pt>
                <c:pt idx="8526">
                  <c:v>0.12064206072129308</c:v>
                </c:pt>
                <c:pt idx="8527">
                  <c:v>0.12064283800908772</c:v>
                </c:pt>
                <c:pt idx="8528">
                  <c:v>0.12065112289647149</c:v>
                </c:pt>
                <c:pt idx="8529">
                  <c:v>0.12066072792926515</c:v>
                </c:pt>
                <c:pt idx="8530">
                  <c:v>0.12066446285776031</c:v>
                </c:pt>
                <c:pt idx="8531">
                  <c:v>0.12067848742693184</c:v>
                </c:pt>
                <c:pt idx="8532">
                  <c:v>0.12068266873109314</c:v>
                </c:pt>
                <c:pt idx="8533">
                  <c:v>0.12068674936714477</c:v>
                </c:pt>
                <c:pt idx="8534">
                  <c:v>0.12068867624763539</c:v>
                </c:pt>
                <c:pt idx="8535">
                  <c:v>0.12068868750119896</c:v>
                </c:pt>
                <c:pt idx="8536">
                  <c:v>0.1206924396634947</c:v>
                </c:pt>
                <c:pt idx="8537">
                  <c:v>0.12069813722994707</c:v>
                </c:pt>
                <c:pt idx="8538">
                  <c:v>0.12070603112031236</c:v>
                </c:pt>
                <c:pt idx="8539">
                  <c:v>0.12071457765918173</c:v>
                </c:pt>
                <c:pt idx="8540">
                  <c:v>0.12072401327200231</c:v>
                </c:pt>
                <c:pt idx="8541">
                  <c:v>0.12072806585183987</c:v>
                </c:pt>
                <c:pt idx="8542">
                  <c:v>0.12073853213169337</c:v>
                </c:pt>
                <c:pt idx="8543">
                  <c:v>0.12076323048330277</c:v>
                </c:pt>
                <c:pt idx="8544">
                  <c:v>0.12076495219918311</c:v>
                </c:pt>
                <c:pt idx="8545">
                  <c:v>0.12079159668222866</c:v>
                </c:pt>
                <c:pt idx="8546">
                  <c:v>0.1208094130135673</c:v>
                </c:pt>
                <c:pt idx="8547">
                  <c:v>0.12081544332601238</c:v>
                </c:pt>
                <c:pt idx="8548">
                  <c:v>0.12083543939056163</c:v>
                </c:pt>
                <c:pt idx="8549">
                  <c:v>0.12083660393027415</c:v>
                </c:pt>
                <c:pt idx="8550">
                  <c:v>0.12084333095016937</c:v>
                </c:pt>
                <c:pt idx="8551">
                  <c:v>0.12084675198268396</c:v>
                </c:pt>
                <c:pt idx="8552">
                  <c:v>0.12084796032864868</c:v>
                </c:pt>
                <c:pt idx="8553">
                  <c:v>0.12085314066268006</c:v>
                </c:pt>
                <c:pt idx="8554">
                  <c:v>0.12086401711379831</c:v>
                </c:pt>
                <c:pt idx="8555">
                  <c:v>0.12087856515210046</c:v>
                </c:pt>
                <c:pt idx="8556">
                  <c:v>0.12087936426030134</c:v>
                </c:pt>
                <c:pt idx="8557">
                  <c:v>0.12090678018357445</c:v>
                </c:pt>
                <c:pt idx="8558">
                  <c:v>0.12091472477326388</c:v>
                </c:pt>
                <c:pt idx="8559">
                  <c:v>0.12091598488363954</c:v>
                </c:pt>
                <c:pt idx="8560">
                  <c:v>0.12092313757437403</c:v>
                </c:pt>
                <c:pt idx="8561">
                  <c:v>0.12094588454303885</c:v>
                </c:pt>
                <c:pt idx="8562">
                  <c:v>0.12094680598799347</c:v>
                </c:pt>
                <c:pt idx="8563">
                  <c:v>0.12095774076165433</c:v>
                </c:pt>
                <c:pt idx="8564">
                  <c:v>0.12095916222446505</c:v>
                </c:pt>
                <c:pt idx="8565">
                  <c:v>0.12096434137957662</c:v>
                </c:pt>
                <c:pt idx="8566">
                  <c:v>0.12098710194884522</c:v>
                </c:pt>
                <c:pt idx="8567">
                  <c:v>0.12099369596691993</c:v>
                </c:pt>
                <c:pt idx="8568">
                  <c:v>0.12099598698919851</c:v>
                </c:pt>
                <c:pt idx="8569">
                  <c:v>0.12099664855380403</c:v>
                </c:pt>
                <c:pt idx="8570">
                  <c:v>0.12100749395312943</c:v>
                </c:pt>
                <c:pt idx="8571">
                  <c:v>0.12101150158501192</c:v>
                </c:pt>
                <c:pt idx="8572">
                  <c:v>0.12103182702468769</c:v>
                </c:pt>
                <c:pt idx="8573">
                  <c:v>0.12103813462238107</c:v>
                </c:pt>
                <c:pt idx="8574">
                  <c:v>0.12108237596922908</c:v>
                </c:pt>
                <c:pt idx="8575">
                  <c:v>0.12111916070982418</c:v>
                </c:pt>
                <c:pt idx="8576">
                  <c:v>0.12112933379222586</c:v>
                </c:pt>
                <c:pt idx="8577">
                  <c:v>0.12113254568890978</c:v>
                </c:pt>
                <c:pt idx="8578">
                  <c:v>0.1211389457357991</c:v>
                </c:pt>
                <c:pt idx="8579">
                  <c:v>0.12116523851184834</c:v>
                </c:pt>
                <c:pt idx="8580">
                  <c:v>0.1211723904337047</c:v>
                </c:pt>
                <c:pt idx="8581">
                  <c:v>0.12118087990283233</c:v>
                </c:pt>
                <c:pt idx="8582">
                  <c:v>0.12119746506935249</c:v>
                </c:pt>
                <c:pt idx="8583">
                  <c:v>0.12119832821757173</c:v>
                </c:pt>
                <c:pt idx="8584">
                  <c:v>0.12120472543045439</c:v>
                </c:pt>
                <c:pt idx="8585">
                  <c:v>0.12120504457113947</c:v>
                </c:pt>
                <c:pt idx="8586">
                  <c:v>0.12121580051747033</c:v>
                </c:pt>
                <c:pt idx="8587">
                  <c:v>0.12122547121773215</c:v>
                </c:pt>
                <c:pt idx="8588">
                  <c:v>0.12123707302687409</c:v>
                </c:pt>
                <c:pt idx="8589">
                  <c:v>0.12124159454057534</c:v>
                </c:pt>
                <c:pt idx="8590">
                  <c:v>0.12125018969441378</c:v>
                </c:pt>
                <c:pt idx="8591">
                  <c:v>0.12126309434996441</c:v>
                </c:pt>
                <c:pt idx="8592">
                  <c:v>0.12127618727730842</c:v>
                </c:pt>
                <c:pt idx="8593">
                  <c:v>0.12128654608410498</c:v>
                </c:pt>
                <c:pt idx="8594">
                  <c:v>0.12130957405151627</c:v>
                </c:pt>
                <c:pt idx="8595">
                  <c:v>0.12131427657059508</c:v>
                </c:pt>
                <c:pt idx="8596">
                  <c:v>0.12131432973592017</c:v>
                </c:pt>
                <c:pt idx="8597">
                  <c:v>0.1213143935671714</c:v>
                </c:pt>
                <c:pt idx="8598">
                  <c:v>0.12131909696733005</c:v>
                </c:pt>
                <c:pt idx="8599">
                  <c:v>0.12132959146137554</c:v>
                </c:pt>
                <c:pt idx="8600">
                  <c:v>0.12133094103003322</c:v>
                </c:pt>
                <c:pt idx="8601">
                  <c:v>0.12133705184401249</c:v>
                </c:pt>
                <c:pt idx="8602">
                  <c:v>0.12134009781343134</c:v>
                </c:pt>
                <c:pt idx="8603">
                  <c:v>0.12138003617625341</c:v>
                </c:pt>
                <c:pt idx="8604">
                  <c:v>0.12139501882993223</c:v>
                </c:pt>
                <c:pt idx="8605">
                  <c:v>0.12140755473987995</c:v>
                </c:pt>
                <c:pt idx="8606">
                  <c:v>0.1214853307359664</c:v>
                </c:pt>
                <c:pt idx="8607">
                  <c:v>0.12149610462240561</c:v>
                </c:pt>
                <c:pt idx="8608">
                  <c:v>0.12151281459989539</c:v>
                </c:pt>
                <c:pt idx="8609">
                  <c:v>0.12153394271358978</c:v>
                </c:pt>
                <c:pt idx="8610">
                  <c:v>0.12155248495363616</c:v>
                </c:pt>
                <c:pt idx="8611">
                  <c:v>0.12155373655435356</c:v>
                </c:pt>
                <c:pt idx="8612">
                  <c:v>0.12157472798984241</c:v>
                </c:pt>
                <c:pt idx="8613">
                  <c:v>0.1215859353209944</c:v>
                </c:pt>
                <c:pt idx="8614">
                  <c:v>0.1215875989086658</c:v>
                </c:pt>
                <c:pt idx="8615">
                  <c:v>0.12158920633485677</c:v>
                </c:pt>
                <c:pt idx="8616">
                  <c:v>0.12160123322058519</c:v>
                </c:pt>
                <c:pt idx="8617">
                  <c:v>0.12160759796059498</c:v>
                </c:pt>
                <c:pt idx="8618">
                  <c:v>0.12160903515688205</c:v>
                </c:pt>
                <c:pt idx="8619">
                  <c:v>0.12162011550999158</c:v>
                </c:pt>
                <c:pt idx="8620">
                  <c:v>0.12164861484252708</c:v>
                </c:pt>
                <c:pt idx="8621">
                  <c:v>0.12166425243411222</c:v>
                </c:pt>
                <c:pt idx="8622">
                  <c:v>0.12166744879226837</c:v>
                </c:pt>
                <c:pt idx="8623">
                  <c:v>0.12168541191395307</c:v>
                </c:pt>
                <c:pt idx="8624">
                  <c:v>0.12168935671552505</c:v>
                </c:pt>
                <c:pt idx="8625">
                  <c:v>0.12169118280624047</c:v>
                </c:pt>
                <c:pt idx="8626">
                  <c:v>0.12169555219692127</c:v>
                </c:pt>
                <c:pt idx="8627">
                  <c:v>0.12171840851927909</c:v>
                </c:pt>
                <c:pt idx="8628">
                  <c:v>0.12172370783940141</c:v>
                </c:pt>
                <c:pt idx="8629">
                  <c:v>0.12173128249369612</c:v>
                </c:pt>
                <c:pt idx="8630">
                  <c:v>0.12173247072036641</c:v>
                </c:pt>
                <c:pt idx="8631">
                  <c:v>0.12173278214296133</c:v>
                </c:pt>
                <c:pt idx="8632">
                  <c:v>0.12173470857914515</c:v>
                </c:pt>
                <c:pt idx="8633">
                  <c:v>0.12173531139271088</c:v>
                </c:pt>
                <c:pt idx="8634">
                  <c:v>0.12176189844079985</c:v>
                </c:pt>
                <c:pt idx="8635">
                  <c:v>0.12176599113766476</c:v>
                </c:pt>
                <c:pt idx="8636">
                  <c:v>0.12176783649237471</c:v>
                </c:pt>
                <c:pt idx="8637">
                  <c:v>0.12176880959359987</c:v>
                </c:pt>
                <c:pt idx="8638">
                  <c:v>0.12177345927204093</c:v>
                </c:pt>
                <c:pt idx="8639">
                  <c:v>0.1217904657280596</c:v>
                </c:pt>
                <c:pt idx="8640">
                  <c:v>0.1217920607704016</c:v>
                </c:pt>
                <c:pt idx="8641">
                  <c:v>0.12179224456130333</c:v>
                </c:pt>
                <c:pt idx="8642">
                  <c:v>0.12180266266920783</c:v>
                </c:pt>
                <c:pt idx="8643">
                  <c:v>0.12181289408887133</c:v>
                </c:pt>
                <c:pt idx="8644">
                  <c:v>0.12181715044096186</c:v>
                </c:pt>
                <c:pt idx="8645">
                  <c:v>0.12182366485611688</c:v>
                </c:pt>
                <c:pt idx="8646">
                  <c:v>0.12183288640841361</c:v>
                </c:pt>
                <c:pt idx="8647">
                  <c:v>0.12185374664443799</c:v>
                </c:pt>
                <c:pt idx="8648">
                  <c:v>0.12187987546463352</c:v>
                </c:pt>
                <c:pt idx="8649">
                  <c:v>0.12189687914599831</c:v>
                </c:pt>
                <c:pt idx="8650">
                  <c:v>0.12191283662826828</c:v>
                </c:pt>
                <c:pt idx="8651">
                  <c:v>0.121915562734807</c:v>
                </c:pt>
                <c:pt idx="8652">
                  <c:v>0.12192317220313835</c:v>
                </c:pt>
                <c:pt idx="8653">
                  <c:v>0.12192525232309731</c:v>
                </c:pt>
                <c:pt idx="8654">
                  <c:v>0.1219321030629045</c:v>
                </c:pt>
                <c:pt idx="8655">
                  <c:v>0.12193530593687373</c:v>
                </c:pt>
                <c:pt idx="8656">
                  <c:v>0.12194396207901313</c:v>
                </c:pt>
                <c:pt idx="8657">
                  <c:v>0.12194661795266534</c:v>
                </c:pt>
                <c:pt idx="8658">
                  <c:v>0.12194775568217023</c:v>
                </c:pt>
                <c:pt idx="8659">
                  <c:v>0.1219594099691115</c:v>
                </c:pt>
                <c:pt idx="8660">
                  <c:v>0.12197045261185004</c:v>
                </c:pt>
                <c:pt idx="8661">
                  <c:v>0.1220355464378951</c:v>
                </c:pt>
                <c:pt idx="8662">
                  <c:v>0.12206852847775043</c:v>
                </c:pt>
                <c:pt idx="8663">
                  <c:v>0.12207163289083753</c:v>
                </c:pt>
                <c:pt idx="8664">
                  <c:v>0.12207546721319591</c:v>
                </c:pt>
                <c:pt idx="8665">
                  <c:v>0.12209265010771593</c:v>
                </c:pt>
                <c:pt idx="8666">
                  <c:v>0.12211007048301628</c:v>
                </c:pt>
                <c:pt idx="8667">
                  <c:v>0.12211385432272125</c:v>
                </c:pt>
                <c:pt idx="8668">
                  <c:v>0.12213091128254332</c:v>
                </c:pt>
                <c:pt idx="8669">
                  <c:v>0.12214957763303885</c:v>
                </c:pt>
                <c:pt idx="8670">
                  <c:v>0.12215404823954658</c:v>
                </c:pt>
                <c:pt idx="8671">
                  <c:v>0.12216047672096657</c:v>
                </c:pt>
                <c:pt idx="8672">
                  <c:v>0.12217314785268749</c:v>
                </c:pt>
                <c:pt idx="8673">
                  <c:v>0.12217334216027118</c:v>
                </c:pt>
                <c:pt idx="8674">
                  <c:v>0.12217633293637906</c:v>
                </c:pt>
                <c:pt idx="8675">
                  <c:v>0.12217993728271126</c:v>
                </c:pt>
                <c:pt idx="8676">
                  <c:v>0.12218494833334724</c:v>
                </c:pt>
                <c:pt idx="8677">
                  <c:v>0.12219915903268817</c:v>
                </c:pt>
                <c:pt idx="8678">
                  <c:v>0.12221940621265766</c:v>
                </c:pt>
                <c:pt idx="8679">
                  <c:v>0.12222509342564385</c:v>
                </c:pt>
                <c:pt idx="8680">
                  <c:v>0.12222556012562547</c:v>
                </c:pt>
                <c:pt idx="8681">
                  <c:v>0.12224326585095455</c:v>
                </c:pt>
                <c:pt idx="8682">
                  <c:v>0.12224926691732875</c:v>
                </c:pt>
                <c:pt idx="8683">
                  <c:v>0.12226292455571244</c:v>
                </c:pt>
                <c:pt idx="8684">
                  <c:v>0.12226731273061719</c:v>
                </c:pt>
                <c:pt idx="8685">
                  <c:v>0.12226851190413748</c:v>
                </c:pt>
                <c:pt idx="8686">
                  <c:v>0.12227230738873721</c:v>
                </c:pt>
                <c:pt idx="8687">
                  <c:v>0.12228097429590673</c:v>
                </c:pt>
                <c:pt idx="8688">
                  <c:v>0.12228820057127129</c:v>
                </c:pt>
                <c:pt idx="8689">
                  <c:v>0.12228844005331073</c:v>
                </c:pt>
                <c:pt idx="8690">
                  <c:v>0.12229915170198744</c:v>
                </c:pt>
                <c:pt idx="8691">
                  <c:v>0.12230629098257735</c:v>
                </c:pt>
                <c:pt idx="8692">
                  <c:v>0.12230678820659699</c:v>
                </c:pt>
                <c:pt idx="8693">
                  <c:v>0.12230908570351125</c:v>
                </c:pt>
                <c:pt idx="8694">
                  <c:v>0.12231977614675683</c:v>
                </c:pt>
                <c:pt idx="8695">
                  <c:v>0.12233642000100528</c:v>
                </c:pt>
                <c:pt idx="8696">
                  <c:v>0.12234003165232164</c:v>
                </c:pt>
                <c:pt idx="8697">
                  <c:v>0.12234115917332226</c:v>
                </c:pt>
                <c:pt idx="8698">
                  <c:v>0.1223424415152051</c:v>
                </c:pt>
                <c:pt idx="8699">
                  <c:v>0.12234980593430195</c:v>
                </c:pt>
                <c:pt idx="8700">
                  <c:v>0.1223509472733606</c:v>
                </c:pt>
                <c:pt idx="8701">
                  <c:v>0.12235449251940037</c:v>
                </c:pt>
                <c:pt idx="8702">
                  <c:v>0.12236239127777912</c:v>
                </c:pt>
                <c:pt idx="8703">
                  <c:v>0.12237499037159934</c:v>
                </c:pt>
                <c:pt idx="8704">
                  <c:v>0.12237851470857532</c:v>
                </c:pt>
                <c:pt idx="8705">
                  <c:v>0.12237925972254497</c:v>
                </c:pt>
                <c:pt idx="8706">
                  <c:v>0.12239924564483889</c:v>
                </c:pt>
                <c:pt idx="8707">
                  <c:v>0.12241428130819099</c:v>
                </c:pt>
                <c:pt idx="8708">
                  <c:v>0.12242406169885815</c:v>
                </c:pt>
                <c:pt idx="8709">
                  <c:v>0.12243138874644686</c:v>
                </c:pt>
                <c:pt idx="8710">
                  <c:v>0.12244262730157512</c:v>
                </c:pt>
                <c:pt idx="8711">
                  <c:v>0.12245555842433936</c:v>
                </c:pt>
                <c:pt idx="8712">
                  <c:v>0.12246724701135947</c:v>
                </c:pt>
                <c:pt idx="8713">
                  <c:v>0.12246742423461003</c:v>
                </c:pt>
                <c:pt idx="8714">
                  <c:v>0.12247224037562901</c:v>
                </c:pt>
                <c:pt idx="8715">
                  <c:v>0.1224825053746664</c:v>
                </c:pt>
                <c:pt idx="8716">
                  <c:v>0.12248899218887042</c:v>
                </c:pt>
                <c:pt idx="8717">
                  <c:v>0.12249122680149255</c:v>
                </c:pt>
                <c:pt idx="8718">
                  <c:v>0.12250395981793606</c:v>
                </c:pt>
                <c:pt idx="8719">
                  <c:v>0.12250885251945166</c:v>
                </c:pt>
                <c:pt idx="8720">
                  <c:v>0.12251624148931835</c:v>
                </c:pt>
                <c:pt idx="8721">
                  <c:v>0.12252407047010413</c:v>
                </c:pt>
                <c:pt idx="8722">
                  <c:v>0.122529452802921</c:v>
                </c:pt>
                <c:pt idx="8723">
                  <c:v>0.12255015089111322</c:v>
                </c:pt>
                <c:pt idx="8724">
                  <c:v>0.12255926169472094</c:v>
                </c:pt>
                <c:pt idx="8725">
                  <c:v>0.12256177422333094</c:v>
                </c:pt>
                <c:pt idx="8726">
                  <c:v>0.12256593510622622</c:v>
                </c:pt>
                <c:pt idx="8727">
                  <c:v>0.12257169123749347</c:v>
                </c:pt>
                <c:pt idx="8728">
                  <c:v>0.12257417970889527</c:v>
                </c:pt>
                <c:pt idx="8729">
                  <c:v>0.12258719638823018</c:v>
                </c:pt>
                <c:pt idx="8730">
                  <c:v>0.12259229807342083</c:v>
                </c:pt>
                <c:pt idx="8731">
                  <c:v>0.12259273376055227</c:v>
                </c:pt>
                <c:pt idx="8732">
                  <c:v>0.12261444961932248</c:v>
                </c:pt>
                <c:pt idx="8733">
                  <c:v>0.12265454190324356</c:v>
                </c:pt>
                <c:pt idx="8734">
                  <c:v>0.12265538060812857</c:v>
                </c:pt>
                <c:pt idx="8735">
                  <c:v>0.12266862556594468</c:v>
                </c:pt>
                <c:pt idx="8736">
                  <c:v>0.12266890319028523</c:v>
                </c:pt>
                <c:pt idx="8737">
                  <c:v>0.12267037371251546</c:v>
                </c:pt>
                <c:pt idx="8738">
                  <c:v>0.12272306155194097</c:v>
                </c:pt>
                <c:pt idx="8739">
                  <c:v>0.12273353278550722</c:v>
                </c:pt>
                <c:pt idx="8740">
                  <c:v>0.12273520143439665</c:v>
                </c:pt>
                <c:pt idx="8741">
                  <c:v>0.1227353729916898</c:v>
                </c:pt>
                <c:pt idx="8742">
                  <c:v>0.12273761117003384</c:v>
                </c:pt>
                <c:pt idx="8743">
                  <c:v>0.12275979745663219</c:v>
                </c:pt>
                <c:pt idx="8744">
                  <c:v>0.12276230880235313</c:v>
                </c:pt>
                <c:pt idx="8745">
                  <c:v>0.12276545870230395</c:v>
                </c:pt>
                <c:pt idx="8746">
                  <c:v>0.12278110797701589</c:v>
                </c:pt>
                <c:pt idx="8747">
                  <c:v>0.1227983067402573</c:v>
                </c:pt>
                <c:pt idx="8748">
                  <c:v>0.12280153505449418</c:v>
                </c:pt>
                <c:pt idx="8749">
                  <c:v>0.12282479172441257</c:v>
                </c:pt>
                <c:pt idx="8750">
                  <c:v>0.12283172853698994</c:v>
                </c:pt>
                <c:pt idx="8751">
                  <c:v>0.12284398161132561</c:v>
                </c:pt>
                <c:pt idx="8752">
                  <c:v>0.12285833877222795</c:v>
                </c:pt>
                <c:pt idx="8753">
                  <c:v>0.12288164036889854</c:v>
                </c:pt>
                <c:pt idx="8754">
                  <c:v>0.12289060125681676</c:v>
                </c:pt>
                <c:pt idx="8755">
                  <c:v>0.12289372599791784</c:v>
                </c:pt>
                <c:pt idx="8756">
                  <c:v>0.1228960544572858</c:v>
                </c:pt>
                <c:pt idx="8757">
                  <c:v>0.12289666076642783</c:v>
                </c:pt>
                <c:pt idx="8758">
                  <c:v>0.12289902387621494</c:v>
                </c:pt>
                <c:pt idx="8759">
                  <c:v>0.12292197600366839</c:v>
                </c:pt>
                <c:pt idx="8760">
                  <c:v>0.1229247228517177</c:v>
                </c:pt>
                <c:pt idx="8761">
                  <c:v>0.1229308269887216</c:v>
                </c:pt>
                <c:pt idx="8762">
                  <c:v>0.12293120182919816</c:v>
                </c:pt>
                <c:pt idx="8763">
                  <c:v>0.12294035201133251</c:v>
                </c:pt>
                <c:pt idx="8764">
                  <c:v>0.12294151748535054</c:v>
                </c:pt>
                <c:pt idx="8765">
                  <c:v>0.12294808036021887</c:v>
                </c:pt>
                <c:pt idx="8766">
                  <c:v>0.12295845099965114</c:v>
                </c:pt>
                <c:pt idx="8767">
                  <c:v>0.12297643787350243</c:v>
                </c:pt>
                <c:pt idx="8768">
                  <c:v>0.12299673914154748</c:v>
                </c:pt>
                <c:pt idx="8769">
                  <c:v>0.12301005454483822</c:v>
                </c:pt>
                <c:pt idx="8770">
                  <c:v>0.12301416239223616</c:v>
                </c:pt>
                <c:pt idx="8771">
                  <c:v>0.12302517831096101</c:v>
                </c:pt>
                <c:pt idx="8772">
                  <c:v>0.12302549512754951</c:v>
                </c:pt>
                <c:pt idx="8773">
                  <c:v>0.12303051128211999</c:v>
                </c:pt>
                <c:pt idx="8774">
                  <c:v>0.12305141068514833</c:v>
                </c:pt>
                <c:pt idx="8775">
                  <c:v>0.12306322673618067</c:v>
                </c:pt>
                <c:pt idx="8776">
                  <c:v>0.12306760555173975</c:v>
                </c:pt>
                <c:pt idx="8777">
                  <c:v>0.12307388467006054</c:v>
                </c:pt>
                <c:pt idx="8778">
                  <c:v>0.12307928041138806</c:v>
                </c:pt>
                <c:pt idx="8779">
                  <c:v>0.12310184628982515</c:v>
                </c:pt>
                <c:pt idx="8780">
                  <c:v>0.12311722541916625</c:v>
                </c:pt>
                <c:pt idx="8781">
                  <c:v>0.12313034706756823</c:v>
                </c:pt>
                <c:pt idx="8782">
                  <c:v>0.1231394545818582</c:v>
                </c:pt>
                <c:pt idx="8783">
                  <c:v>0.1231550358645897</c:v>
                </c:pt>
                <c:pt idx="8784">
                  <c:v>0.12318654313823577</c:v>
                </c:pt>
                <c:pt idx="8785">
                  <c:v>0.12318978582787354</c:v>
                </c:pt>
                <c:pt idx="8786">
                  <c:v>0.12320348162104784</c:v>
                </c:pt>
                <c:pt idx="8787">
                  <c:v>0.12321964731367153</c:v>
                </c:pt>
                <c:pt idx="8788">
                  <c:v>0.12322136398341672</c:v>
                </c:pt>
                <c:pt idx="8789">
                  <c:v>0.12323335420690361</c:v>
                </c:pt>
                <c:pt idx="8790">
                  <c:v>0.12325919983507047</c:v>
                </c:pt>
                <c:pt idx="8791">
                  <c:v>0.12326188765197102</c:v>
                </c:pt>
                <c:pt idx="8792">
                  <c:v>0.12326426326428867</c:v>
                </c:pt>
                <c:pt idx="8793">
                  <c:v>0.12327702124506441</c:v>
                </c:pt>
                <c:pt idx="8794">
                  <c:v>0.12327973548209836</c:v>
                </c:pt>
                <c:pt idx="8795">
                  <c:v>0.1232870818447724</c:v>
                </c:pt>
                <c:pt idx="8796">
                  <c:v>0.12330589803089234</c:v>
                </c:pt>
                <c:pt idx="8797">
                  <c:v>0.12332468073869687</c:v>
                </c:pt>
                <c:pt idx="8798">
                  <c:v>0.12335432100975524</c:v>
                </c:pt>
                <c:pt idx="8799">
                  <c:v>0.12336686570776265</c:v>
                </c:pt>
                <c:pt idx="8800">
                  <c:v>0.12339378084710101</c:v>
                </c:pt>
                <c:pt idx="8801">
                  <c:v>0.12339410404932011</c:v>
                </c:pt>
                <c:pt idx="8802">
                  <c:v>0.1234046503608098</c:v>
                </c:pt>
                <c:pt idx="8803">
                  <c:v>0.12340987723620338</c:v>
                </c:pt>
                <c:pt idx="8804">
                  <c:v>0.12341594206288267</c:v>
                </c:pt>
                <c:pt idx="8805">
                  <c:v>0.12341974344155167</c:v>
                </c:pt>
                <c:pt idx="8806">
                  <c:v>0.12344362838687595</c:v>
                </c:pt>
                <c:pt idx="8807">
                  <c:v>0.12345135679822684</c:v>
                </c:pt>
                <c:pt idx="8808">
                  <c:v>0.12345480009169896</c:v>
                </c:pt>
                <c:pt idx="8809">
                  <c:v>0.12346928537699881</c:v>
                </c:pt>
                <c:pt idx="8810">
                  <c:v>0.12348416415546208</c:v>
                </c:pt>
                <c:pt idx="8811">
                  <c:v>0.12351966255984889</c:v>
                </c:pt>
                <c:pt idx="8812">
                  <c:v>0.12356196303520464</c:v>
                </c:pt>
                <c:pt idx="8813">
                  <c:v>0.12356476722095038</c:v>
                </c:pt>
                <c:pt idx="8814">
                  <c:v>0.12356571421900053</c:v>
                </c:pt>
                <c:pt idx="8815">
                  <c:v>0.12356604486138413</c:v>
                </c:pt>
                <c:pt idx="8816">
                  <c:v>0.12356909512162176</c:v>
                </c:pt>
                <c:pt idx="8817">
                  <c:v>0.12357490024378727</c:v>
                </c:pt>
                <c:pt idx="8818">
                  <c:v>0.1235983739084909</c:v>
                </c:pt>
                <c:pt idx="8819">
                  <c:v>0.12360353455953378</c:v>
                </c:pt>
                <c:pt idx="8820">
                  <c:v>0.12363848653989519</c:v>
                </c:pt>
                <c:pt idx="8821">
                  <c:v>0.12364519669683677</c:v>
                </c:pt>
                <c:pt idx="8822">
                  <c:v>0.12364617042718389</c:v>
                </c:pt>
                <c:pt idx="8823">
                  <c:v>0.12365621005487605</c:v>
                </c:pt>
                <c:pt idx="8824">
                  <c:v>0.12368267493567205</c:v>
                </c:pt>
                <c:pt idx="8825">
                  <c:v>0.12368650034644174</c:v>
                </c:pt>
                <c:pt idx="8826">
                  <c:v>0.12369955037596937</c:v>
                </c:pt>
                <c:pt idx="8827">
                  <c:v>0.1237158002565554</c:v>
                </c:pt>
                <c:pt idx="8828">
                  <c:v>0.12372056692842549</c:v>
                </c:pt>
                <c:pt idx="8829">
                  <c:v>0.12373195794146397</c:v>
                </c:pt>
                <c:pt idx="8830">
                  <c:v>0.12374568065214488</c:v>
                </c:pt>
                <c:pt idx="8831">
                  <c:v>0.12375430698567173</c:v>
                </c:pt>
                <c:pt idx="8832">
                  <c:v>0.1237656954670264</c:v>
                </c:pt>
                <c:pt idx="8833">
                  <c:v>0.12377496618188881</c:v>
                </c:pt>
                <c:pt idx="8834">
                  <c:v>0.12377552710930111</c:v>
                </c:pt>
                <c:pt idx="8835">
                  <c:v>0.12378274022358382</c:v>
                </c:pt>
                <c:pt idx="8836">
                  <c:v>0.12378409658645831</c:v>
                </c:pt>
                <c:pt idx="8837">
                  <c:v>0.12379055493722704</c:v>
                </c:pt>
                <c:pt idx="8838">
                  <c:v>0.12379174046487933</c:v>
                </c:pt>
                <c:pt idx="8839">
                  <c:v>0.1237989905151502</c:v>
                </c:pt>
                <c:pt idx="8840">
                  <c:v>0.12380034138290492</c:v>
                </c:pt>
                <c:pt idx="8841">
                  <c:v>0.12380209059561516</c:v>
                </c:pt>
                <c:pt idx="8842">
                  <c:v>0.12382071837490653</c:v>
                </c:pt>
                <c:pt idx="8843">
                  <c:v>0.12382653659720727</c:v>
                </c:pt>
                <c:pt idx="8844">
                  <c:v>0.12384135044520103</c:v>
                </c:pt>
                <c:pt idx="8845">
                  <c:v>0.12384548213747268</c:v>
                </c:pt>
                <c:pt idx="8846">
                  <c:v>0.12387439882013972</c:v>
                </c:pt>
                <c:pt idx="8847">
                  <c:v>0.12388926087121857</c:v>
                </c:pt>
                <c:pt idx="8848">
                  <c:v>0.12389285865542128</c:v>
                </c:pt>
                <c:pt idx="8849">
                  <c:v>0.12393958634661777</c:v>
                </c:pt>
                <c:pt idx="8850">
                  <c:v>0.12396687807033806</c:v>
                </c:pt>
                <c:pt idx="8851">
                  <c:v>0.12397055311614534</c:v>
                </c:pt>
                <c:pt idx="8852">
                  <c:v>0.12398147624526726</c:v>
                </c:pt>
                <c:pt idx="8853">
                  <c:v>0.12399197930491686</c:v>
                </c:pt>
                <c:pt idx="8854">
                  <c:v>0.12399540960829644</c:v>
                </c:pt>
                <c:pt idx="8855">
                  <c:v>0.12399978949469784</c:v>
                </c:pt>
                <c:pt idx="8856">
                  <c:v>0.12401622970052542</c:v>
                </c:pt>
                <c:pt idx="8857">
                  <c:v>0.12402300122877054</c:v>
                </c:pt>
                <c:pt idx="8858">
                  <c:v>0.12405606477204661</c:v>
                </c:pt>
                <c:pt idx="8859">
                  <c:v>0.12406352985790793</c:v>
                </c:pt>
                <c:pt idx="8860">
                  <c:v>0.1240652170087793</c:v>
                </c:pt>
                <c:pt idx="8861">
                  <c:v>0.12406742989735514</c:v>
                </c:pt>
                <c:pt idx="8862">
                  <c:v>0.12407509084650949</c:v>
                </c:pt>
                <c:pt idx="8863">
                  <c:v>0.12407717788376092</c:v>
                </c:pt>
                <c:pt idx="8864">
                  <c:v>0.12410420910493984</c:v>
                </c:pt>
                <c:pt idx="8865">
                  <c:v>0.1241074980071966</c:v>
                </c:pt>
                <c:pt idx="8866">
                  <c:v>0.12410754211491343</c:v>
                </c:pt>
                <c:pt idx="8867">
                  <c:v>0.12411377109972667</c:v>
                </c:pt>
                <c:pt idx="8868">
                  <c:v>0.12411654640287791</c:v>
                </c:pt>
                <c:pt idx="8869">
                  <c:v>0.12412310357708019</c:v>
                </c:pt>
                <c:pt idx="8870">
                  <c:v>0.12418238040734884</c:v>
                </c:pt>
                <c:pt idx="8871">
                  <c:v>0.12418444627780485</c:v>
                </c:pt>
                <c:pt idx="8872">
                  <c:v>0.12420843975316688</c:v>
                </c:pt>
                <c:pt idx="8873">
                  <c:v>0.12421031681330835</c:v>
                </c:pt>
                <c:pt idx="8874">
                  <c:v>0.1242192822004245</c:v>
                </c:pt>
                <c:pt idx="8875">
                  <c:v>0.12422258850209054</c:v>
                </c:pt>
                <c:pt idx="8876">
                  <c:v>0.1242335217972706</c:v>
                </c:pt>
                <c:pt idx="8877">
                  <c:v>0.12425129158152037</c:v>
                </c:pt>
                <c:pt idx="8878">
                  <c:v>0.12428565762034988</c:v>
                </c:pt>
                <c:pt idx="8879">
                  <c:v>0.12429069393941879</c:v>
                </c:pt>
                <c:pt idx="8880">
                  <c:v>0.1242995795848169</c:v>
                </c:pt>
                <c:pt idx="8881">
                  <c:v>0.12433596417483489</c:v>
                </c:pt>
                <c:pt idx="8882">
                  <c:v>0.12434122167492065</c:v>
                </c:pt>
                <c:pt idx="8883">
                  <c:v>0.12435143103924379</c:v>
                </c:pt>
                <c:pt idx="8884">
                  <c:v>0.12436215215643501</c:v>
                </c:pt>
                <c:pt idx="8885">
                  <c:v>0.12436666692561363</c:v>
                </c:pt>
                <c:pt idx="8886">
                  <c:v>0.12438629648580721</c:v>
                </c:pt>
                <c:pt idx="8887">
                  <c:v>0.12439754623574972</c:v>
                </c:pt>
                <c:pt idx="8888">
                  <c:v>0.12441337194565155</c:v>
                </c:pt>
                <c:pt idx="8889">
                  <c:v>0.12442350594537936</c:v>
                </c:pt>
                <c:pt idx="8890">
                  <c:v>0.12443254755954959</c:v>
                </c:pt>
                <c:pt idx="8891">
                  <c:v>0.12443995332260993</c:v>
                </c:pt>
                <c:pt idx="8892">
                  <c:v>0.12444511440743496</c:v>
                </c:pt>
                <c:pt idx="8893">
                  <c:v>0.1244479169375004</c:v>
                </c:pt>
                <c:pt idx="8894">
                  <c:v>0.12445901305277761</c:v>
                </c:pt>
                <c:pt idx="8895">
                  <c:v>0.12446087026125106</c:v>
                </c:pt>
                <c:pt idx="8896">
                  <c:v>0.12447182912405007</c:v>
                </c:pt>
                <c:pt idx="8897">
                  <c:v>0.12447198066315045</c:v>
                </c:pt>
                <c:pt idx="8898">
                  <c:v>0.12448096869736892</c:v>
                </c:pt>
                <c:pt idx="8899">
                  <c:v>0.12449925931458235</c:v>
                </c:pt>
                <c:pt idx="8900">
                  <c:v>0.1245029489243666</c:v>
                </c:pt>
                <c:pt idx="8901">
                  <c:v>0.12450631496699253</c:v>
                </c:pt>
                <c:pt idx="8902">
                  <c:v>0.12452498328260711</c:v>
                </c:pt>
                <c:pt idx="8903">
                  <c:v>0.1245338313341274</c:v>
                </c:pt>
                <c:pt idx="8904">
                  <c:v>0.12453488119623396</c:v>
                </c:pt>
                <c:pt idx="8905">
                  <c:v>0.12456345550836112</c:v>
                </c:pt>
                <c:pt idx="8906">
                  <c:v>0.12456632971316332</c:v>
                </c:pt>
                <c:pt idx="8907">
                  <c:v>0.12457637511609822</c:v>
                </c:pt>
                <c:pt idx="8908">
                  <c:v>0.12457788032114325</c:v>
                </c:pt>
                <c:pt idx="8909">
                  <c:v>0.12458826867267336</c:v>
                </c:pt>
                <c:pt idx="8910">
                  <c:v>0.12459764349096722</c:v>
                </c:pt>
                <c:pt idx="8911">
                  <c:v>0.12460707963686739</c:v>
                </c:pt>
                <c:pt idx="8912">
                  <c:v>0.12462127132478995</c:v>
                </c:pt>
                <c:pt idx="8913">
                  <c:v>0.12462328440134425</c:v>
                </c:pt>
                <c:pt idx="8914">
                  <c:v>0.12462580306144504</c:v>
                </c:pt>
                <c:pt idx="8915">
                  <c:v>0.12463114882694817</c:v>
                </c:pt>
                <c:pt idx="8916">
                  <c:v>0.12464063952263871</c:v>
                </c:pt>
                <c:pt idx="8917">
                  <c:v>0.12464266351057414</c:v>
                </c:pt>
                <c:pt idx="8918">
                  <c:v>0.12464773553773559</c:v>
                </c:pt>
                <c:pt idx="8919">
                  <c:v>0.12464894666761903</c:v>
                </c:pt>
                <c:pt idx="8920">
                  <c:v>0.12465023121492178</c:v>
                </c:pt>
                <c:pt idx="8921">
                  <c:v>0.12465298603039311</c:v>
                </c:pt>
                <c:pt idx="8922">
                  <c:v>0.12465797241738601</c:v>
                </c:pt>
                <c:pt idx="8923">
                  <c:v>0.12467712282944537</c:v>
                </c:pt>
                <c:pt idx="8924">
                  <c:v>0.1246777611156855</c:v>
                </c:pt>
                <c:pt idx="8925">
                  <c:v>0.1247075681499283</c:v>
                </c:pt>
                <c:pt idx="8926">
                  <c:v>0.12471314912007443</c:v>
                </c:pt>
                <c:pt idx="8927">
                  <c:v>0.12471779068938683</c:v>
                </c:pt>
                <c:pt idx="8928">
                  <c:v>0.12473035452424792</c:v>
                </c:pt>
                <c:pt idx="8929">
                  <c:v>0.12475380357679887</c:v>
                </c:pt>
                <c:pt idx="8930">
                  <c:v>0.12476911367923779</c:v>
                </c:pt>
                <c:pt idx="8931">
                  <c:v>0.12478630851390411</c:v>
                </c:pt>
                <c:pt idx="8932">
                  <c:v>0.1247865916610895</c:v>
                </c:pt>
                <c:pt idx="8933">
                  <c:v>0.12479932598062174</c:v>
                </c:pt>
                <c:pt idx="8934">
                  <c:v>0.12480569964390031</c:v>
                </c:pt>
                <c:pt idx="8935">
                  <c:v>0.12481224416122193</c:v>
                </c:pt>
                <c:pt idx="8936">
                  <c:v>0.12481415339807256</c:v>
                </c:pt>
                <c:pt idx="8937">
                  <c:v>0.12482132404236269</c:v>
                </c:pt>
                <c:pt idx="8938">
                  <c:v>0.12482904745517116</c:v>
                </c:pt>
                <c:pt idx="8939">
                  <c:v>0.12484128080204956</c:v>
                </c:pt>
                <c:pt idx="8940">
                  <c:v>0.12485934470718332</c:v>
                </c:pt>
                <c:pt idx="8941">
                  <c:v>0.1248618408592547</c:v>
                </c:pt>
                <c:pt idx="8942">
                  <c:v>0.12487947000863174</c:v>
                </c:pt>
                <c:pt idx="8943">
                  <c:v>0.12492246907138289</c:v>
                </c:pt>
                <c:pt idx="8944">
                  <c:v>0.12495093158984572</c:v>
                </c:pt>
                <c:pt idx="8945">
                  <c:v>0.12495190091100908</c:v>
                </c:pt>
                <c:pt idx="8946">
                  <c:v>0.12496293442512962</c:v>
                </c:pt>
                <c:pt idx="8947">
                  <c:v>0.12499002881752275</c:v>
                </c:pt>
                <c:pt idx="8948">
                  <c:v>0.12500030205849005</c:v>
                </c:pt>
                <c:pt idx="8949">
                  <c:v>0.12500844841430209</c:v>
                </c:pt>
                <c:pt idx="8950">
                  <c:v>0.12501098068115746</c:v>
                </c:pt>
                <c:pt idx="8951">
                  <c:v>0.12501704458383275</c:v>
                </c:pt>
                <c:pt idx="8952">
                  <c:v>0.12502481628087173</c:v>
                </c:pt>
                <c:pt idx="8953">
                  <c:v>0.12502602608266522</c:v>
                </c:pt>
                <c:pt idx="8954">
                  <c:v>0.12502631499970077</c:v>
                </c:pt>
                <c:pt idx="8955">
                  <c:v>0.12503170471329272</c:v>
                </c:pt>
                <c:pt idx="8956">
                  <c:v>0.12503969114831273</c:v>
                </c:pt>
                <c:pt idx="8957">
                  <c:v>0.12505111631218294</c:v>
                </c:pt>
                <c:pt idx="8958">
                  <c:v>0.12505468871285544</c:v>
                </c:pt>
                <c:pt idx="8959">
                  <c:v>0.12505573897846198</c:v>
                </c:pt>
                <c:pt idx="8960">
                  <c:v>0.12505931959732547</c:v>
                </c:pt>
                <c:pt idx="8961">
                  <c:v>0.1250621644612521</c:v>
                </c:pt>
                <c:pt idx="8962">
                  <c:v>0.1250686213964402</c:v>
                </c:pt>
                <c:pt idx="8963">
                  <c:v>0.12507508520481037</c:v>
                </c:pt>
                <c:pt idx="8964">
                  <c:v>0.12507568559890267</c:v>
                </c:pt>
                <c:pt idx="8965">
                  <c:v>0.12508074380323947</c:v>
                </c:pt>
                <c:pt idx="8966">
                  <c:v>0.12510912280980024</c:v>
                </c:pt>
                <c:pt idx="8967">
                  <c:v>0.12511947883636398</c:v>
                </c:pt>
                <c:pt idx="8968">
                  <c:v>0.12512292647447515</c:v>
                </c:pt>
                <c:pt idx="8969">
                  <c:v>0.12512920671513222</c:v>
                </c:pt>
                <c:pt idx="8970">
                  <c:v>0.12513106234463325</c:v>
                </c:pt>
                <c:pt idx="8971">
                  <c:v>0.12513183813626666</c:v>
                </c:pt>
                <c:pt idx="8972">
                  <c:v>0.12514065062853125</c:v>
                </c:pt>
                <c:pt idx="8973">
                  <c:v>0.12514885145563323</c:v>
                </c:pt>
                <c:pt idx="8974">
                  <c:v>0.12516261498530118</c:v>
                </c:pt>
                <c:pt idx="8975">
                  <c:v>0.1251656761899185</c:v>
                </c:pt>
                <c:pt idx="8976">
                  <c:v>0.12518499621701151</c:v>
                </c:pt>
                <c:pt idx="8977">
                  <c:v>0.12519869240382217</c:v>
                </c:pt>
                <c:pt idx="8978">
                  <c:v>0.12520025158507372</c:v>
                </c:pt>
                <c:pt idx="8979">
                  <c:v>0.12520629655099799</c:v>
                </c:pt>
                <c:pt idx="8980">
                  <c:v>0.12521817666551613</c:v>
                </c:pt>
                <c:pt idx="8981">
                  <c:v>0.12523185882672105</c:v>
                </c:pt>
                <c:pt idx="8982">
                  <c:v>0.12523587559537799</c:v>
                </c:pt>
                <c:pt idx="8983">
                  <c:v>0.12523771081693852</c:v>
                </c:pt>
                <c:pt idx="8984">
                  <c:v>0.12524833526102686</c:v>
                </c:pt>
                <c:pt idx="8985">
                  <c:v>0.12526231523060305</c:v>
                </c:pt>
                <c:pt idx="8986">
                  <c:v>0.1252671601725098</c:v>
                </c:pt>
                <c:pt idx="8987">
                  <c:v>0.12529214478184209</c:v>
                </c:pt>
                <c:pt idx="8988">
                  <c:v>0.12529538737236534</c:v>
                </c:pt>
                <c:pt idx="8989">
                  <c:v>0.12529769206381755</c:v>
                </c:pt>
                <c:pt idx="8990">
                  <c:v>0.12530492257045267</c:v>
                </c:pt>
                <c:pt idx="8991">
                  <c:v>0.12530734244008615</c:v>
                </c:pt>
                <c:pt idx="8992">
                  <c:v>0.12531404332286838</c:v>
                </c:pt>
                <c:pt idx="8993">
                  <c:v>0.12533573977559376</c:v>
                </c:pt>
                <c:pt idx="8994">
                  <c:v>0.1253578112856408</c:v>
                </c:pt>
                <c:pt idx="8995">
                  <c:v>0.12535822274488725</c:v>
                </c:pt>
                <c:pt idx="8996">
                  <c:v>0.12537155433377939</c:v>
                </c:pt>
                <c:pt idx="8997">
                  <c:v>0.12538154107450489</c:v>
                </c:pt>
                <c:pt idx="8998">
                  <c:v>0.12538189897905269</c:v>
                </c:pt>
                <c:pt idx="8999">
                  <c:v>0.12538313745192253</c:v>
                </c:pt>
                <c:pt idx="9000">
                  <c:v>0.12539628337315131</c:v>
                </c:pt>
                <c:pt idx="9001">
                  <c:v>0.12539704749403374</c:v>
                </c:pt>
                <c:pt idx="9002">
                  <c:v>0.1253977016471024</c:v>
                </c:pt>
                <c:pt idx="9003">
                  <c:v>0.12540770933400991</c:v>
                </c:pt>
                <c:pt idx="9004">
                  <c:v>0.12540834870240747</c:v>
                </c:pt>
                <c:pt idx="9005">
                  <c:v>0.12541394819287302</c:v>
                </c:pt>
                <c:pt idx="9006">
                  <c:v>0.12542019254308434</c:v>
                </c:pt>
                <c:pt idx="9007">
                  <c:v>0.12542822700588438</c:v>
                </c:pt>
                <c:pt idx="9008">
                  <c:v>0.12544407334939628</c:v>
                </c:pt>
                <c:pt idx="9009">
                  <c:v>0.12544764753461249</c:v>
                </c:pt>
                <c:pt idx="9010">
                  <c:v>0.12545070483786228</c:v>
                </c:pt>
                <c:pt idx="9011">
                  <c:v>0.12545207033007882</c:v>
                </c:pt>
                <c:pt idx="9012">
                  <c:v>0.12545984531137863</c:v>
                </c:pt>
                <c:pt idx="9013">
                  <c:v>0.12548485604844795</c:v>
                </c:pt>
                <c:pt idx="9014">
                  <c:v>0.12549694043429921</c:v>
                </c:pt>
                <c:pt idx="9015">
                  <c:v>0.12550369391579083</c:v>
                </c:pt>
                <c:pt idx="9016">
                  <c:v>0.12551883891104987</c:v>
                </c:pt>
                <c:pt idx="9017">
                  <c:v>0.12552602572791285</c:v>
                </c:pt>
                <c:pt idx="9018">
                  <c:v>0.1255306561849833</c:v>
                </c:pt>
                <c:pt idx="9019">
                  <c:v>0.12553211564189246</c:v>
                </c:pt>
                <c:pt idx="9020">
                  <c:v>0.12554768586060916</c:v>
                </c:pt>
                <c:pt idx="9021">
                  <c:v>0.12556264929002528</c:v>
                </c:pt>
                <c:pt idx="9022">
                  <c:v>0.12557491114518685</c:v>
                </c:pt>
                <c:pt idx="9023">
                  <c:v>0.12558287795642176</c:v>
                </c:pt>
                <c:pt idx="9024">
                  <c:v>0.1255895364111774</c:v>
                </c:pt>
                <c:pt idx="9025">
                  <c:v>0.12559335653796899</c:v>
                </c:pt>
                <c:pt idx="9026">
                  <c:v>0.12559527601689474</c:v>
                </c:pt>
                <c:pt idx="9027">
                  <c:v>0.12560188465958075</c:v>
                </c:pt>
                <c:pt idx="9028">
                  <c:v>0.12560431642406855</c:v>
                </c:pt>
                <c:pt idx="9029">
                  <c:v>0.12560516848069433</c:v>
                </c:pt>
                <c:pt idx="9030">
                  <c:v>0.12560644130313614</c:v>
                </c:pt>
                <c:pt idx="9031">
                  <c:v>0.12561257882660457</c:v>
                </c:pt>
                <c:pt idx="9032">
                  <c:v>0.12561395793453953</c:v>
                </c:pt>
                <c:pt idx="9033">
                  <c:v>0.12561727330279629</c:v>
                </c:pt>
                <c:pt idx="9034">
                  <c:v>0.12563734275443017</c:v>
                </c:pt>
                <c:pt idx="9035">
                  <c:v>0.12563776608693772</c:v>
                </c:pt>
                <c:pt idx="9036">
                  <c:v>0.12564074288093238</c:v>
                </c:pt>
                <c:pt idx="9037">
                  <c:v>0.12564436654794886</c:v>
                </c:pt>
                <c:pt idx="9038">
                  <c:v>0.12565268114855049</c:v>
                </c:pt>
                <c:pt idx="9039">
                  <c:v>0.12565452522478465</c:v>
                </c:pt>
                <c:pt idx="9040">
                  <c:v>0.12569557593298575</c:v>
                </c:pt>
                <c:pt idx="9041">
                  <c:v>0.1257095143633806</c:v>
                </c:pt>
                <c:pt idx="9042">
                  <c:v>0.12572673740353035</c:v>
                </c:pt>
                <c:pt idx="9043">
                  <c:v>0.12572750738178767</c:v>
                </c:pt>
                <c:pt idx="9044">
                  <c:v>0.1257401375078076</c:v>
                </c:pt>
                <c:pt idx="9045">
                  <c:v>0.12574108023676842</c:v>
                </c:pt>
                <c:pt idx="9046">
                  <c:v>0.12575068059298608</c:v>
                </c:pt>
                <c:pt idx="9047">
                  <c:v>0.12576253813452964</c:v>
                </c:pt>
                <c:pt idx="9048">
                  <c:v>0.1257700984815911</c:v>
                </c:pt>
                <c:pt idx="9049">
                  <c:v>0.12577070121829098</c:v>
                </c:pt>
                <c:pt idx="9050">
                  <c:v>0.12577387615498231</c:v>
                </c:pt>
                <c:pt idx="9051">
                  <c:v>0.12577621965443489</c:v>
                </c:pt>
                <c:pt idx="9052">
                  <c:v>0.12578428150289123</c:v>
                </c:pt>
                <c:pt idx="9053">
                  <c:v>0.12578787873587452</c:v>
                </c:pt>
                <c:pt idx="9054">
                  <c:v>0.12579026530185408</c:v>
                </c:pt>
                <c:pt idx="9055">
                  <c:v>0.1258082423611519</c:v>
                </c:pt>
                <c:pt idx="9056">
                  <c:v>0.12582350535412279</c:v>
                </c:pt>
                <c:pt idx="9057">
                  <c:v>0.12583861888747733</c:v>
                </c:pt>
                <c:pt idx="9058">
                  <c:v>0.12583964078609364</c:v>
                </c:pt>
                <c:pt idx="9059">
                  <c:v>0.1258714227793834</c:v>
                </c:pt>
                <c:pt idx="9060">
                  <c:v>0.12587906906425148</c:v>
                </c:pt>
                <c:pt idx="9061">
                  <c:v>0.12588008078314394</c:v>
                </c:pt>
                <c:pt idx="9062">
                  <c:v>0.1258813762437363</c:v>
                </c:pt>
                <c:pt idx="9063">
                  <c:v>0.12588433663502921</c:v>
                </c:pt>
                <c:pt idx="9064">
                  <c:v>0.12588682461920439</c:v>
                </c:pt>
                <c:pt idx="9065">
                  <c:v>0.12589654837386582</c:v>
                </c:pt>
                <c:pt idx="9066">
                  <c:v>0.12589658894294464</c:v>
                </c:pt>
                <c:pt idx="9067">
                  <c:v>0.12591356831506234</c:v>
                </c:pt>
                <c:pt idx="9068">
                  <c:v>0.1259192026875619</c:v>
                </c:pt>
                <c:pt idx="9069">
                  <c:v>0.12592009291058975</c:v>
                </c:pt>
                <c:pt idx="9070">
                  <c:v>0.12593332639550101</c:v>
                </c:pt>
                <c:pt idx="9071">
                  <c:v>0.1259341302005185</c:v>
                </c:pt>
                <c:pt idx="9072">
                  <c:v>0.12593574110312533</c:v>
                </c:pt>
                <c:pt idx="9073">
                  <c:v>0.125938820082729</c:v>
                </c:pt>
                <c:pt idx="9074">
                  <c:v>0.12594667487211489</c:v>
                </c:pt>
                <c:pt idx="9075">
                  <c:v>0.12595438868450989</c:v>
                </c:pt>
                <c:pt idx="9076">
                  <c:v>0.12595784477503036</c:v>
                </c:pt>
                <c:pt idx="9077">
                  <c:v>0.12597038659908691</c:v>
                </c:pt>
                <c:pt idx="9078">
                  <c:v>0.12598535883081038</c:v>
                </c:pt>
                <c:pt idx="9079">
                  <c:v>0.12599466748848057</c:v>
                </c:pt>
                <c:pt idx="9080">
                  <c:v>0.12599734062599302</c:v>
                </c:pt>
                <c:pt idx="9081">
                  <c:v>0.1260048466640448</c:v>
                </c:pt>
                <c:pt idx="9082">
                  <c:v>0.12601673346546691</c:v>
                </c:pt>
                <c:pt idx="9083">
                  <c:v>0.12602977629071968</c:v>
                </c:pt>
                <c:pt idx="9084">
                  <c:v>0.12605595114853804</c:v>
                </c:pt>
                <c:pt idx="9085">
                  <c:v>0.12605624421813896</c:v>
                </c:pt>
                <c:pt idx="9086">
                  <c:v>0.12609433140010745</c:v>
                </c:pt>
                <c:pt idx="9087">
                  <c:v>0.12611058948912796</c:v>
                </c:pt>
                <c:pt idx="9088">
                  <c:v>0.12612937581647132</c:v>
                </c:pt>
                <c:pt idx="9089">
                  <c:v>0.1261344189296765</c:v>
                </c:pt>
                <c:pt idx="9090">
                  <c:v>0.12614042310659154</c:v>
                </c:pt>
                <c:pt idx="9091">
                  <c:v>0.12616165973427157</c:v>
                </c:pt>
                <c:pt idx="9092">
                  <c:v>0.12616999261961273</c:v>
                </c:pt>
                <c:pt idx="9093">
                  <c:v>0.12618195845559518</c:v>
                </c:pt>
                <c:pt idx="9094">
                  <c:v>0.12619758456544303</c:v>
                </c:pt>
                <c:pt idx="9095">
                  <c:v>0.12619968091321079</c:v>
                </c:pt>
                <c:pt idx="9096">
                  <c:v>0.12620065679541945</c:v>
                </c:pt>
                <c:pt idx="9097">
                  <c:v>0.12620932461616524</c:v>
                </c:pt>
                <c:pt idx="9098">
                  <c:v>0.12621482175579535</c:v>
                </c:pt>
                <c:pt idx="9099">
                  <c:v>0.12621508607643733</c:v>
                </c:pt>
                <c:pt idx="9100">
                  <c:v>0.12621679890006671</c:v>
                </c:pt>
                <c:pt idx="9101">
                  <c:v>0.1262344195496162</c:v>
                </c:pt>
                <c:pt idx="9102">
                  <c:v>0.12623673966176541</c:v>
                </c:pt>
                <c:pt idx="9103">
                  <c:v>0.1262439757050606</c:v>
                </c:pt>
                <c:pt idx="9104">
                  <c:v>0.12624466954996108</c:v>
                </c:pt>
                <c:pt idx="9105">
                  <c:v>0.12624931259909877</c:v>
                </c:pt>
                <c:pt idx="9106">
                  <c:v>0.1262493555406663</c:v>
                </c:pt>
                <c:pt idx="9107">
                  <c:v>0.12626538582323951</c:v>
                </c:pt>
                <c:pt idx="9108">
                  <c:v>0.12627113959493563</c:v>
                </c:pt>
                <c:pt idx="9109">
                  <c:v>0.12627746592778544</c:v>
                </c:pt>
                <c:pt idx="9110">
                  <c:v>0.12632165625099726</c:v>
                </c:pt>
                <c:pt idx="9111">
                  <c:v>0.1263248914579472</c:v>
                </c:pt>
                <c:pt idx="9112">
                  <c:v>0.12634955995356914</c:v>
                </c:pt>
                <c:pt idx="9113">
                  <c:v>0.12634991831077461</c:v>
                </c:pt>
                <c:pt idx="9114">
                  <c:v>0.12635284730795462</c:v>
                </c:pt>
                <c:pt idx="9115">
                  <c:v>0.12635717351551801</c:v>
                </c:pt>
                <c:pt idx="9116">
                  <c:v>0.12635759243358841</c:v>
                </c:pt>
                <c:pt idx="9117">
                  <c:v>0.12635941049883997</c:v>
                </c:pt>
                <c:pt idx="9118">
                  <c:v>0.12636393720855513</c:v>
                </c:pt>
                <c:pt idx="9119">
                  <c:v>0.12637118006452755</c:v>
                </c:pt>
                <c:pt idx="9120">
                  <c:v>0.12638874494782051</c:v>
                </c:pt>
                <c:pt idx="9121">
                  <c:v>0.12639864706592271</c:v>
                </c:pt>
                <c:pt idx="9122">
                  <c:v>0.12640886830439471</c:v>
                </c:pt>
                <c:pt idx="9123">
                  <c:v>0.12641237583303921</c:v>
                </c:pt>
                <c:pt idx="9124">
                  <c:v>0.12642388004795094</c:v>
                </c:pt>
                <c:pt idx="9125">
                  <c:v>0.12643158392382478</c:v>
                </c:pt>
                <c:pt idx="9126">
                  <c:v>0.12643326700538673</c:v>
                </c:pt>
                <c:pt idx="9127">
                  <c:v>0.12643805760511626</c:v>
                </c:pt>
                <c:pt idx="9128">
                  <c:v>0.12644221560832075</c:v>
                </c:pt>
                <c:pt idx="9129">
                  <c:v>0.12646392779342552</c:v>
                </c:pt>
                <c:pt idx="9130">
                  <c:v>0.12646772030608325</c:v>
                </c:pt>
                <c:pt idx="9131">
                  <c:v>0.12649728239680147</c:v>
                </c:pt>
                <c:pt idx="9132">
                  <c:v>0.12650174940441636</c:v>
                </c:pt>
                <c:pt idx="9133">
                  <c:v>0.12650883169471863</c:v>
                </c:pt>
                <c:pt idx="9134">
                  <c:v>0.12652418423339398</c:v>
                </c:pt>
                <c:pt idx="9135">
                  <c:v>0.12652617919296513</c:v>
                </c:pt>
                <c:pt idx="9136">
                  <c:v>0.12652704551759061</c:v>
                </c:pt>
                <c:pt idx="9137">
                  <c:v>0.12654058698045981</c:v>
                </c:pt>
                <c:pt idx="9138">
                  <c:v>0.12656726021041573</c:v>
                </c:pt>
                <c:pt idx="9139">
                  <c:v>0.12657791852133926</c:v>
                </c:pt>
                <c:pt idx="9140">
                  <c:v>0.12660059761050257</c:v>
                </c:pt>
                <c:pt idx="9141">
                  <c:v>0.12660958539257472</c:v>
                </c:pt>
                <c:pt idx="9142">
                  <c:v>0.12661534631454879</c:v>
                </c:pt>
                <c:pt idx="9143">
                  <c:v>0.12662221032952198</c:v>
                </c:pt>
                <c:pt idx="9144">
                  <c:v>0.12663590034117203</c:v>
                </c:pt>
                <c:pt idx="9145">
                  <c:v>0.12663694394108976</c:v>
                </c:pt>
                <c:pt idx="9146">
                  <c:v>0.12665466889449037</c:v>
                </c:pt>
                <c:pt idx="9147">
                  <c:v>0.12665683111058712</c:v>
                </c:pt>
                <c:pt idx="9148">
                  <c:v>0.12665778435969666</c:v>
                </c:pt>
                <c:pt idx="9149">
                  <c:v>0.12669027318063761</c:v>
                </c:pt>
                <c:pt idx="9150">
                  <c:v>0.12670451573467614</c:v>
                </c:pt>
                <c:pt idx="9151">
                  <c:v>0.12670618010581447</c:v>
                </c:pt>
                <c:pt idx="9152">
                  <c:v>0.12672472349214781</c:v>
                </c:pt>
                <c:pt idx="9153">
                  <c:v>0.12672610871121495</c:v>
                </c:pt>
                <c:pt idx="9154">
                  <c:v>0.1267310853281795</c:v>
                </c:pt>
                <c:pt idx="9155">
                  <c:v>0.12674933586788478</c:v>
                </c:pt>
                <c:pt idx="9156">
                  <c:v>0.1267626547815254</c:v>
                </c:pt>
                <c:pt idx="9157">
                  <c:v>0.1267759165221308</c:v>
                </c:pt>
                <c:pt idx="9158">
                  <c:v>0.126778487358889</c:v>
                </c:pt>
                <c:pt idx="9159">
                  <c:v>0.1267837197102277</c:v>
                </c:pt>
                <c:pt idx="9160">
                  <c:v>0.12678587797696961</c:v>
                </c:pt>
                <c:pt idx="9161">
                  <c:v>0.12681074104583268</c:v>
                </c:pt>
                <c:pt idx="9162">
                  <c:v>0.12681571588475099</c:v>
                </c:pt>
                <c:pt idx="9163">
                  <c:v>0.12683643127912739</c:v>
                </c:pt>
                <c:pt idx="9164">
                  <c:v>0.12686469121666255</c:v>
                </c:pt>
                <c:pt idx="9165">
                  <c:v>0.12687052953572059</c:v>
                </c:pt>
                <c:pt idx="9166">
                  <c:v>0.12688121372134703</c:v>
                </c:pt>
                <c:pt idx="9167">
                  <c:v>0.1268816043524888</c:v>
                </c:pt>
                <c:pt idx="9168">
                  <c:v>0.12688247126682953</c:v>
                </c:pt>
                <c:pt idx="9169">
                  <c:v>0.126893700359682</c:v>
                </c:pt>
                <c:pt idx="9170">
                  <c:v>0.12689529864521037</c:v>
                </c:pt>
                <c:pt idx="9171">
                  <c:v>0.12689822408697493</c:v>
                </c:pt>
                <c:pt idx="9172">
                  <c:v>0.12690446414731357</c:v>
                </c:pt>
                <c:pt idx="9173">
                  <c:v>0.12690895383553044</c:v>
                </c:pt>
                <c:pt idx="9174">
                  <c:v>0.12691046378315116</c:v>
                </c:pt>
                <c:pt idx="9175">
                  <c:v>0.1269168450435984</c:v>
                </c:pt>
                <c:pt idx="9176">
                  <c:v>0.12693505201406755</c:v>
                </c:pt>
                <c:pt idx="9177">
                  <c:v>0.12693543941396473</c:v>
                </c:pt>
                <c:pt idx="9178">
                  <c:v>0.12693707670727383</c:v>
                </c:pt>
                <c:pt idx="9179">
                  <c:v>0.12694714258576728</c:v>
                </c:pt>
                <c:pt idx="9180">
                  <c:v>0.12695673071982086</c:v>
                </c:pt>
                <c:pt idx="9181">
                  <c:v>0.12696310357853319</c:v>
                </c:pt>
                <c:pt idx="9182">
                  <c:v>0.12696680544700267</c:v>
                </c:pt>
                <c:pt idx="9183">
                  <c:v>0.12696770627054355</c:v>
                </c:pt>
                <c:pt idx="9184">
                  <c:v>0.12699925744578652</c:v>
                </c:pt>
                <c:pt idx="9185">
                  <c:v>0.1270147623436497</c:v>
                </c:pt>
                <c:pt idx="9186">
                  <c:v>0.12701680631584836</c:v>
                </c:pt>
                <c:pt idx="9187">
                  <c:v>0.12702140881343824</c:v>
                </c:pt>
                <c:pt idx="9188">
                  <c:v>0.12702448279236028</c:v>
                </c:pt>
                <c:pt idx="9189">
                  <c:v>0.12705526847070864</c:v>
                </c:pt>
                <c:pt idx="9190">
                  <c:v>0.12706219900697641</c:v>
                </c:pt>
                <c:pt idx="9191">
                  <c:v>0.12706651698103247</c:v>
                </c:pt>
                <c:pt idx="9192">
                  <c:v>0.1270680641052174</c:v>
                </c:pt>
                <c:pt idx="9193">
                  <c:v>0.12707723670601798</c:v>
                </c:pt>
                <c:pt idx="9194">
                  <c:v>0.12711116638483713</c:v>
                </c:pt>
                <c:pt idx="9195">
                  <c:v>0.12711433870856362</c:v>
                </c:pt>
                <c:pt idx="9196">
                  <c:v>0.12712197975610218</c:v>
                </c:pt>
                <c:pt idx="9197">
                  <c:v>0.12712331238542324</c:v>
                </c:pt>
                <c:pt idx="9198">
                  <c:v>0.12713186422112066</c:v>
                </c:pt>
                <c:pt idx="9199">
                  <c:v>0.12713962695062153</c:v>
                </c:pt>
                <c:pt idx="9200">
                  <c:v>0.12717577887375531</c:v>
                </c:pt>
                <c:pt idx="9201">
                  <c:v>0.12718086111388183</c:v>
                </c:pt>
                <c:pt idx="9202">
                  <c:v>0.12719857803731122</c:v>
                </c:pt>
                <c:pt idx="9203">
                  <c:v>0.12719878491516914</c:v>
                </c:pt>
                <c:pt idx="9204">
                  <c:v>0.12720294757597772</c:v>
                </c:pt>
                <c:pt idx="9205">
                  <c:v>0.12720710124593396</c:v>
                </c:pt>
                <c:pt idx="9206">
                  <c:v>0.12722158366253203</c:v>
                </c:pt>
                <c:pt idx="9207">
                  <c:v>0.12722746917645761</c:v>
                </c:pt>
                <c:pt idx="9208">
                  <c:v>0.12723867587652324</c:v>
                </c:pt>
                <c:pt idx="9209">
                  <c:v>0.12724401614389674</c:v>
                </c:pt>
                <c:pt idx="9210">
                  <c:v>0.12727584806041414</c:v>
                </c:pt>
                <c:pt idx="9211">
                  <c:v>0.12728637573943202</c:v>
                </c:pt>
                <c:pt idx="9212">
                  <c:v>0.12729165480578453</c:v>
                </c:pt>
                <c:pt idx="9213">
                  <c:v>0.12729379207911543</c:v>
                </c:pt>
                <c:pt idx="9214">
                  <c:v>0.127298284323838</c:v>
                </c:pt>
                <c:pt idx="9215">
                  <c:v>0.12730426959633853</c:v>
                </c:pt>
                <c:pt idx="9216">
                  <c:v>0.12730742797735503</c:v>
                </c:pt>
                <c:pt idx="9217">
                  <c:v>0.12731152429632259</c:v>
                </c:pt>
                <c:pt idx="9218">
                  <c:v>0.1273216005793438</c:v>
                </c:pt>
                <c:pt idx="9219">
                  <c:v>0.1273225396966588</c:v>
                </c:pt>
                <c:pt idx="9220">
                  <c:v>0.12732683552669785</c:v>
                </c:pt>
                <c:pt idx="9221">
                  <c:v>0.12732693896129535</c:v>
                </c:pt>
                <c:pt idx="9222">
                  <c:v>0.1273384099369391</c:v>
                </c:pt>
                <c:pt idx="9223">
                  <c:v>0.12734931251815568</c:v>
                </c:pt>
                <c:pt idx="9224">
                  <c:v>0.12737047703598864</c:v>
                </c:pt>
                <c:pt idx="9225">
                  <c:v>0.12737367836742425</c:v>
                </c:pt>
                <c:pt idx="9226">
                  <c:v>0.12739360244311357</c:v>
                </c:pt>
                <c:pt idx="9227">
                  <c:v>0.12739670893713909</c:v>
                </c:pt>
                <c:pt idx="9228">
                  <c:v>0.12741537284406029</c:v>
                </c:pt>
                <c:pt idx="9229">
                  <c:v>0.12742026945618198</c:v>
                </c:pt>
                <c:pt idx="9230">
                  <c:v>0.12744423969019147</c:v>
                </c:pt>
                <c:pt idx="9231">
                  <c:v>0.12744680923489099</c:v>
                </c:pt>
                <c:pt idx="9232">
                  <c:v>0.1274751023124977</c:v>
                </c:pt>
                <c:pt idx="9233">
                  <c:v>0.12749177339078716</c:v>
                </c:pt>
                <c:pt idx="9234">
                  <c:v>0.1274947998529801</c:v>
                </c:pt>
                <c:pt idx="9235">
                  <c:v>0.12751308632622479</c:v>
                </c:pt>
                <c:pt idx="9236">
                  <c:v>0.12752059255373391</c:v>
                </c:pt>
                <c:pt idx="9237">
                  <c:v>0.12754514505842482</c:v>
                </c:pt>
                <c:pt idx="9238">
                  <c:v>0.12755069577477116</c:v>
                </c:pt>
                <c:pt idx="9239">
                  <c:v>0.12755818286580306</c:v>
                </c:pt>
                <c:pt idx="9240">
                  <c:v>0.127580575935094</c:v>
                </c:pt>
                <c:pt idx="9241">
                  <c:v>0.12759282842631534</c:v>
                </c:pt>
                <c:pt idx="9242">
                  <c:v>0.12760296362917967</c:v>
                </c:pt>
                <c:pt idx="9243">
                  <c:v>0.12761674821604094</c:v>
                </c:pt>
                <c:pt idx="9244">
                  <c:v>0.12763170632579177</c:v>
                </c:pt>
                <c:pt idx="9245">
                  <c:v>0.12763686238799046</c:v>
                </c:pt>
                <c:pt idx="9246">
                  <c:v>0.12764762030309584</c:v>
                </c:pt>
                <c:pt idx="9247">
                  <c:v>0.12765427151571182</c:v>
                </c:pt>
                <c:pt idx="9248">
                  <c:v>0.12767115737127577</c:v>
                </c:pt>
                <c:pt idx="9249">
                  <c:v>0.1276784069407628</c:v>
                </c:pt>
                <c:pt idx="9250">
                  <c:v>0.12769606746463535</c:v>
                </c:pt>
                <c:pt idx="9251">
                  <c:v>0.12772747177582719</c:v>
                </c:pt>
                <c:pt idx="9252">
                  <c:v>0.12772910716519587</c:v>
                </c:pt>
                <c:pt idx="9253">
                  <c:v>0.12773143584262286</c:v>
                </c:pt>
                <c:pt idx="9254">
                  <c:v>0.12773866921349236</c:v>
                </c:pt>
                <c:pt idx="9255">
                  <c:v>0.12775440323373358</c:v>
                </c:pt>
                <c:pt idx="9256">
                  <c:v>0.12775616272191612</c:v>
                </c:pt>
                <c:pt idx="9257">
                  <c:v>0.12776369366328122</c:v>
                </c:pt>
                <c:pt idx="9258">
                  <c:v>0.12776844550508742</c:v>
                </c:pt>
                <c:pt idx="9259">
                  <c:v>0.12777370391328691</c:v>
                </c:pt>
                <c:pt idx="9260">
                  <c:v>0.12778078298234202</c:v>
                </c:pt>
                <c:pt idx="9261">
                  <c:v>0.12778297875000219</c:v>
                </c:pt>
                <c:pt idx="9262">
                  <c:v>0.12779458251497627</c:v>
                </c:pt>
                <c:pt idx="9263">
                  <c:v>0.12780295557668167</c:v>
                </c:pt>
                <c:pt idx="9264">
                  <c:v>0.12784178224068621</c:v>
                </c:pt>
                <c:pt idx="9265">
                  <c:v>0.12784970611262797</c:v>
                </c:pt>
                <c:pt idx="9266">
                  <c:v>0.12785258717816431</c:v>
                </c:pt>
                <c:pt idx="9267">
                  <c:v>0.12785342203922903</c:v>
                </c:pt>
                <c:pt idx="9268">
                  <c:v>0.12786436759344591</c:v>
                </c:pt>
                <c:pt idx="9269">
                  <c:v>0.12787544584464788</c:v>
                </c:pt>
                <c:pt idx="9270">
                  <c:v>0.12789971031383934</c:v>
                </c:pt>
                <c:pt idx="9271">
                  <c:v>0.12789985117319552</c:v>
                </c:pt>
                <c:pt idx="9272">
                  <c:v>0.12790998627178937</c:v>
                </c:pt>
                <c:pt idx="9273">
                  <c:v>0.12791025559684871</c:v>
                </c:pt>
                <c:pt idx="9274">
                  <c:v>0.12791417358572546</c:v>
                </c:pt>
                <c:pt idx="9275">
                  <c:v>0.12791931232718903</c:v>
                </c:pt>
                <c:pt idx="9276">
                  <c:v>0.12794669207098708</c:v>
                </c:pt>
                <c:pt idx="9277">
                  <c:v>0.12795276584422902</c:v>
                </c:pt>
                <c:pt idx="9278">
                  <c:v>0.12797034009227595</c:v>
                </c:pt>
                <c:pt idx="9279">
                  <c:v>0.12797409065048881</c:v>
                </c:pt>
                <c:pt idx="9280">
                  <c:v>0.1279800100930191</c:v>
                </c:pt>
                <c:pt idx="9281">
                  <c:v>0.12800665023939134</c:v>
                </c:pt>
                <c:pt idx="9282">
                  <c:v>0.12801020958300155</c:v>
                </c:pt>
                <c:pt idx="9283">
                  <c:v>0.12801815380918763</c:v>
                </c:pt>
                <c:pt idx="9284">
                  <c:v>0.12802476335726093</c:v>
                </c:pt>
                <c:pt idx="9285">
                  <c:v>0.12802546182369537</c:v>
                </c:pt>
                <c:pt idx="9286">
                  <c:v>0.12807899119432944</c:v>
                </c:pt>
                <c:pt idx="9287">
                  <c:v>0.12808259427475646</c:v>
                </c:pt>
                <c:pt idx="9288">
                  <c:v>0.12809109371668123</c:v>
                </c:pt>
                <c:pt idx="9289">
                  <c:v>0.12809688655796231</c:v>
                </c:pt>
                <c:pt idx="9290">
                  <c:v>0.12810666680547167</c:v>
                </c:pt>
                <c:pt idx="9291">
                  <c:v>0.12811650018490892</c:v>
                </c:pt>
                <c:pt idx="9292">
                  <c:v>0.12812118947684234</c:v>
                </c:pt>
                <c:pt idx="9293">
                  <c:v>0.12812223827460403</c:v>
                </c:pt>
                <c:pt idx="9294">
                  <c:v>0.12813075007291261</c:v>
                </c:pt>
                <c:pt idx="9295">
                  <c:v>0.12814892880587922</c:v>
                </c:pt>
                <c:pt idx="9296">
                  <c:v>0.12815750540069604</c:v>
                </c:pt>
                <c:pt idx="9297">
                  <c:v>0.12817643419834462</c:v>
                </c:pt>
                <c:pt idx="9298">
                  <c:v>0.12817847619467942</c:v>
                </c:pt>
                <c:pt idx="9299">
                  <c:v>0.1281846437588561</c:v>
                </c:pt>
                <c:pt idx="9300">
                  <c:v>0.12819767163659221</c:v>
                </c:pt>
                <c:pt idx="9301">
                  <c:v>0.1282161100692728</c:v>
                </c:pt>
                <c:pt idx="9302">
                  <c:v>0.12824261825177508</c:v>
                </c:pt>
                <c:pt idx="9303">
                  <c:v>0.12824441533382525</c:v>
                </c:pt>
                <c:pt idx="9304">
                  <c:v>0.12825001925036747</c:v>
                </c:pt>
                <c:pt idx="9305">
                  <c:v>0.12825604358935389</c:v>
                </c:pt>
                <c:pt idx="9306">
                  <c:v>0.12825847539884908</c:v>
                </c:pt>
                <c:pt idx="9307">
                  <c:v>0.12826018084927029</c:v>
                </c:pt>
                <c:pt idx="9308">
                  <c:v>0.12827428789817885</c:v>
                </c:pt>
                <c:pt idx="9309">
                  <c:v>0.12827465225267298</c:v>
                </c:pt>
                <c:pt idx="9310">
                  <c:v>0.12827530630342002</c:v>
                </c:pt>
                <c:pt idx="9311">
                  <c:v>0.12829108339479414</c:v>
                </c:pt>
                <c:pt idx="9312">
                  <c:v>0.12831295174432725</c:v>
                </c:pt>
                <c:pt idx="9313">
                  <c:v>0.12831390880992966</c:v>
                </c:pt>
                <c:pt idx="9314">
                  <c:v>0.12832063438151886</c:v>
                </c:pt>
                <c:pt idx="9315">
                  <c:v>0.12832780115362907</c:v>
                </c:pt>
                <c:pt idx="9316">
                  <c:v>0.12833777389245915</c:v>
                </c:pt>
                <c:pt idx="9317">
                  <c:v>0.12834025266915364</c:v>
                </c:pt>
                <c:pt idx="9318">
                  <c:v>0.12835071261125253</c:v>
                </c:pt>
                <c:pt idx="9319">
                  <c:v>0.12835477854619551</c:v>
                </c:pt>
                <c:pt idx="9320">
                  <c:v>0.12836614143025402</c:v>
                </c:pt>
                <c:pt idx="9321">
                  <c:v>0.12837962896708274</c:v>
                </c:pt>
                <c:pt idx="9322">
                  <c:v>0.12840338758648959</c:v>
                </c:pt>
                <c:pt idx="9323">
                  <c:v>0.12840799775768832</c:v>
                </c:pt>
                <c:pt idx="9324">
                  <c:v>0.12841518898167248</c:v>
                </c:pt>
                <c:pt idx="9325">
                  <c:v>0.12842920116966783</c:v>
                </c:pt>
                <c:pt idx="9326">
                  <c:v>0.12843573027398167</c:v>
                </c:pt>
                <c:pt idx="9327">
                  <c:v>0.12843849028815485</c:v>
                </c:pt>
                <c:pt idx="9328">
                  <c:v>0.12844032745129971</c:v>
                </c:pt>
                <c:pt idx="9329">
                  <c:v>0.12844479985646559</c:v>
                </c:pt>
                <c:pt idx="9330">
                  <c:v>0.12845365689443539</c:v>
                </c:pt>
                <c:pt idx="9331">
                  <c:v>0.12846585725526374</c:v>
                </c:pt>
                <c:pt idx="9332">
                  <c:v>0.12849142697789318</c:v>
                </c:pt>
                <c:pt idx="9333">
                  <c:v>0.12850855299957256</c:v>
                </c:pt>
                <c:pt idx="9334">
                  <c:v>0.12853592706966066</c:v>
                </c:pt>
                <c:pt idx="9335">
                  <c:v>0.12853830702896993</c:v>
                </c:pt>
                <c:pt idx="9336">
                  <c:v>0.12853855099966416</c:v>
                </c:pt>
                <c:pt idx="9337">
                  <c:v>0.1285414071358684</c:v>
                </c:pt>
                <c:pt idx="9338">
                  <c:v>0.12854205673445701</c:v>
                </c:pt>
                <c:pt idx="9339">
                  <c:v>0.12856888218496115</c:v>
                </c:pt>
                <c:pt idx="9340">
                  <c:v>0.12857306537185881</c:v>
                </c:pt>
                <c:pt idx="9341">
                  <c:v>0.12857935562010731</c:v>
                </c:pt>
                <c:pt idx="9342">
                  <c:v>0.12860380625967283</c:v>
                </c:pt>
                <c:pt idx="9343">
                  <c:v>0.12863474619491086</c:v>
                </c:pt>
                <c:pt idx="9344">
                  <c:v>0.1286454095871756</c:v>
                </c:pt>
                <c:pt idx="9345">
                  <c:v>0.12866059815783684</c:v>
                </c:pt>
                <c:pt idx="9346">
                  <c:v>0.12867032795315128</c:v>
                </c:pt>
                <c:pt idx="9347">
                  <c:v>0.12867427375667143</c:v>
                </c:pt>
                <c:pt idx="9348">
                  <c:v>0.12868286569852416</c:v>
                </c:pt>
                <c:pt idx="9349">
                  <c:v>0.12869528255288565</c:v>
                </c:pt>
                <c:pt idx="9350">
                  <c:v>0.12869592705259358</c:v>
                </c:pt>
                <c:pt idx="9351">
                  <c:v>0.12874395202054448</c:v>
                </c:pt>
                <c:pt idx="9352">
                  <c:v>0.12874770155903287</c:v>
                </c:pt>
                <c:pt idx="9353">
                  <c:v>0.12874776265423307</c:v>
                </c:pt>
                <c:pt idx="9354">
                  <c:v>0.12875354616386084</c:v>
                </c:pt>
                <c:pt idx="9355">
                  <c:v>0.12876029848366752</c:v>
                </c:pt>
                <c:pt idx="9356">
                  <c:v>0.12876374407169316</c:v>
                </c:pt>
                <c:pt idx="9357">
                  <c:v>0.12876928009012123</c:v>
                </c:pt>
                <c:pt idx="9358">
                  <c:v>0.12877148593136342</c:v>
                </c:pt>
                <c:pt idx="9359">
                  <c:v>0.12877838024204888</c:v>
                </c:pt>
                <c:pt idx="9360">
                  <c:v>0.12878127469312584</c:v>
                </c:pt>
                <c:pt idx="9361">
                  <c:v>0.128783446077502</c:v>
                </c:pt>
                <c:pt idx="9362">
                  <c:v>0.12878954156329636</c:v>
                </c:pt>
                <c:pt idx="9363">
                  <c:v>0.1287899995551475</c:v>
                </c:pt>
                <c:pt idx="9364">
                  <c:v>0.12881027242155094</c:v>
                </c:pt>
                <c:pt idx="9365">
                  <c:v>0.12882794018305363</c:v>
                </c:pt>
                <c:pt idx="9366">
                  <c:v>0.12883415793060357</c:v>
                </c:pt>
                <c:pt idx="9367">
                  <c:v>0.12883768091253556</c:v>
                </c:pt>
                <c:pt idx="9368">
                  <c:v>0.12883997887211038</c:v>
                </c:pt>
                <c:pt idx="9369">
                  <c:v>0.12885088689135096</c:v>
                </c:pt>
                <c:pt idx="9370">
                  <c:v>0.12888170714945371</c:v>
                </c:pt>
                <c:pt idx="9371">
                  <c:v>0.1289044072613576</c:v>
                </c:pt>
                <c:pt idx="9372">
                  <c:v>0.12891036329995775</c:v>
                </c:pt>
                <c:pt idx="9373">
                  <c:v>0.12892110023666689</c:v>
                </c:pt>
                <c:pt idx="9374">
                  <c:v>0.12893658977118883</c:v>
                </c:pt>
                <c:pt idx="9375">
                  <c:v>0.12894184018803975</c:v>
                </c:pt>
                <c:pt idx="9376">
                  <c:v>0.12894944740782366</c:v>
                </c:pt>
                <c:pt idx="9377">
                  <c:v>0.12896582229771722</c:v>
                </c:pt>
                <c:pt idx="9378">
                  <c:v>0.1289697146205992</c:v>
                </c:pt>
                <c:pt idx="9379">
                  <c:v>0.12898039527447872</c:v>
                </c:pt>
                <c:pt idx="9380">
                  <c:v>0.12899393216807242</c:v>
                </c:pt>
                <c:pt idx="9381">
                  <c:v>0.12899511394572058</c:v>
                </c:pt>
                <c:pt idx="9382">
                  <c:v>0.12900030734251886</c:v>
                </c:pt>
                <c:pt idx="9383">
                  <c:v>0.12900238932938954</c:v>
                </c:pt>
                <c:pt idx="9384">
                  <c:v>0.12900313168358707</c:v>
                </c:pt>
                <c:pt idx="9385">
                  <c:v>0.12900645180489223</c:v>
                </c:pt>
                <c:pt idx="9386">
                  <c:v>0.12904619994216748</c:v>
                </c:pt>
                <c:pt idx="9387">
                  <c:v>0.12906766590689447</c:v>
                </c:pt>
                <c:pt idx="9388">
                  <c:v>0.12909468907619664</c:v>
                </c:pt>
                <c:pt idx="9389">
                  <c:v>0.12910058621058121</c:v>
                </c:pt>
                <c:pt idx="9390">
                  <c:v>0.12911750034964758</c:v>
                </c:pt>
                <c:pt idx="9391">
                  <c:v>0.12914861729679075</c:v>
                </c:pt>
                <c:pt idx="9392">
                  <c:v>0.12916302245526487</c:v>
                </c:pt>
                <c:pt idx="9393">
                  <c:v>0.12917801559423336</c:v>
                </c:pt>
                <c:pt idx="9394">
                  <c:v>0.12917874851069003</c:v>
                </c:pt>
                <c:pt idx="9395">
                  <c:v>0.12920896553583497</c:v>
                </c:pt>
                <c:pt idx="9396">
                  <c:v>0.12921783991372499</c:v>
                </c:pt>
                <c:pt idx="9397">
                  <c:v>0.12923097209831605</c:v>
                </c:pt>
                <c:pt idx="9398">
                  <c:v>0.12923769548380937</c:v>
                </c:pt>
                <c:pt idx="9399">
                  <c:v>0.12923983454612747</c:v>
                </c:pt>
                <c:pt idx="9400">
                  <c:v>0.12925261296481644</c:v>
                </c:pt>
                <c:pt idx="9401">
                  <c:v>0.12926131153225009</c:v>
                </c:pt>
                <c:pt idx="9402">
                  <c:v>0.1292817877023853</c:v>
                </c:pt>
                <c:pt idx="9403">
                  <c:v>0.1292875913711572</c:v>
                </c:pt>
                <c:pt idx="9404">
                  <c:v>0.12929491017647929</c:v>
                </c:pt>
                <c:pt idx="9405">
                  <c:v>0.12930999793920298</c:v>
                </c:pt>
                <c:pt idx="9406">
                  <c:v>0.12931254860232644</c:v>
                </c:pt>
                <c:pt idx="9407">
                  <c:v>0.12931872641938677</c:v>
                </c:pt>
                <c:pt idx="9408">
                  <c:v>0.1293240473013291</c:v>
                </c:pt>
                <c:pt idx="9409">
                  <c:v>0.12934861389988961</c:v>
                </c:pt>
                <c:pt idx="9410">
                  <c:v>0.12935069606038577</c:v>
                </c:pt>
                <c:pt idx="9411">
                  <c:v>0.12936494271407861</c:v>
                </c:pt>
                <c:pt idx="9412">
                  <c:v>0.12937463554046216</c:v>
                </c:pt>
                <c:pt idx="9413">
                  <c:v>0.1293929599435997</c:v>
                </c:pt>
                <c:pt idx="9414">
                  <c:v>0.12939882050683676</c:v>
                </c:pt>
                <c:pt idx="9415">
                  <c:v>0.12940369488048384</c:v>
                </c:pt>
                <c:pt idx="9416">
                  <c:v>0.12940812258253839</c:v>
                </c:pt>
                <c:pt idx="9417">
                  <c:v>0.12941157803082853</c:v>
                </c:pt>
                <c:pt idx="9418">
                  <c:v>0.12942891272527471</c:v>
                </c:pt>
                <c:pt idx="9419">
                  <c:v>0.12943183326311772</c:v>
                </c:pt>
                <c:pt idx="9420">
                  <c:v>0.12946960653394027</c:v>
                </c:pt>
                <c:pt idx="9421">
                  <c:v>0.12947527807174522</c:v>
                </c:pt>
                <c:pt idx="9422">
                  <c:v>0.12947956929579299</c:v>
                </c:pt>
                <c:pt idx="9423">
                  <c:v>0.12950934735006159</c:v>
                </c:pt>
                <c:pt idx="9424">
                  <c:v>0.12953730295868987</c:v>
                </c:pt>
                <c:pt idx="9425">
                  <c:v>0.12956024012603787</c:v>
                </c:pt>
                <c:pt idx="9426">
                  <c:v>0.12957166786174232</c:v>
                </c:pt>
                <c:pt idx="9427">
                  <c:v>0.12957669948776757</c:v>
                </c:pt>
                <c:pt idx="9428">
                  <c:v>0.12960453453148141</c:v>
                </c:pt>
                <c:pt idx="9429">
                  <c:v>0.1296169157290683</c:v>
                </c:pt>
                <c:pt idx="9430">
                  <c:v>0.12962939393638764</c:v>
                </c:pt>
                <c:pt idx="9431">
                  <c:v>0.12963024510597887</c:v>
                </c:pt>
                <c:pt idx="9432">
                  <c:v>0.12963699641571058</c:v>
                </c:pt>
                <c:pt idx="9433">
                  <c:v>0.12963899130798587</c:v>
                </c:pt>
                <c:pt idx="9434">
                  <c:v>0.12964284659081401</c:v>
                </c:pt>
                <c:pt idx="9435">
                  <c:v>0.12965027819386027</c:v>
                </c:pt>
                <c:pt idx="9436">
                  <c:v>0.12967622553737035</c:v>
                </c:pt>
                <c:pt idx="9437">
                  <c:v>0.12970156700468968</c:v>
                </c:pt>
                <c:pt idx="9438">
                  <c:v>0.12971076023371095</c:v>
                </c:pt>
                <c:pt idx="9439">
                  <c:v>0.12971418711987995</c:v>
                </c:pt>
                <c:pt idx="9440">
                  <c:v>0.12972984206542953</c:v>
                </c:pt>
                <c:pt idx="9441">
                  <c:v>0.12974887030082899</c:v>
                </c:pt>
                <c:pt idx="9442">
                  <c:v>0.12974956115332012</c:v>
                </c:pt>
                <c:pt idx="9443">
                  <c:v>0.12975054430894079</c:v>
                </c:pt>
                <c:pt idx="9444">
                  <c:v>0.1297829181154132</c:v>
                </c:pt>
                <c:pt idx="9445">
                  <c:v>0.12981508791701871</c:v>
                </c:pt>
                <c:pt idx="9446">
                  <c:v>0.12981824856919788</c:v>
                </c:pt>
                <c:pt idx="9447">
                  <c:v>0.1298205380402537</c:v>
                </c:pt>
                <c:pt idx="9448">
                  <c:v>0.12982504131348468</c:v>
                </c:pt>
                <c:pt idx="9449">
                  <c:v>0.12984575551710892</c:v>
                </c:pt>
                <c:pt idx="9450">
                  <c:v>0.12984713079007293</c:v>
                </c:pt>
                <c:pt idx="9451">
                  <c:v>0.129849389462597</c:v>
                </c:pt>
                <c:pt idx="9452">
                  <c:v>0.12985055684711752</c:v>
                </c:pt>
                <c:pt idx="9453">
                  <c:v>0.12987209382954182</c:v>
                </c:pt>
                <c:pt idx="9454">
                  <c:v>0.12987287998126151</c:v>
                </c:pt>
                <c:pt idx="9455">
                  <c:v>0.12988486183779444</c:v>
                </c:pt>
                <c:pt idx="9456">
                  <c:v>0.12988729358373405</c:v>
                </c:pt>
                <c:pt idx="9457">
                  <c:v>0.12991542848892926</c:v>
                </c:pt>
                <c:pt idx="9458">
                  <c:v>0.12991658941989534</c:v>
                </c:pt>
                <c:pt idx="9459">
                  <c:v>0.12992010389221348</c:v>
                </c:pt>
                <c:pt idx="9460">
                  <c:v>0.12992273090501297</c:v>
                </c:pt>
                <c:pt idx="9461">
                  <c:v>0.12994564282463167</c:v>
                </c:pt>
                <c:pt idx="9462">
                  <c:v>0.12997771029171679</c:v>
                </c:pt>
                <c:pt idx="9463">
                  <c:v>0.12998107266394907</c:v>
                </c:pt>
                <c:pt idx="9464">
                  <c:v>0.12998617409252303</c:v>
                </c:pt>
                <c:pt idx="9465">
                  <c:v>0.12998891838783161</c:v>
                </c:pt>
                <c:pt idx="9466">
                  <c:v>0.12999556571615575</c:v>
                </c:pt>
                <c:pt idx="9467">
                  <c:v>0.13000114555907619</c:v>
                </c:pt>
                <c:pt idx="9468">
                  <c:v>0.13000374085079813</c:v>
                </c:pt>
                <c:pt idx="9469">
                  <c:v>0.13002462770474457</c:v>
                </c:pt>
                <c:pt idx="9470">
                  <c:v>0.13002892392006019</c:v>
                </c:pt>
                <c:pt idx="9471">
                  <c:v>0.13003162093812753</c:v>
                </c:pt>
                <c:pt idx="9472">
                  <c:v>0.13003259168994227</c:v>
                </c:pt>
                <c:pt idx="9473">
                  <c:v>0.13004423154609038</c:v>
                </c:pt>
                <c:pt idx="9474">
                  <c:v>0.13005666568631705</c:v>
                </c:pt>
                <c:pt idx="9475">
                  <c:v>0.13006954369031584</c:v>
                </c:pt>
                <c:pt idx="9476">
                  <c:v>0.13007283691831323</c:v>
                </c:pt>
                <c:pt idx="9477">
                  <c:v>0.13007366477174873</c:v>
                </c:pt>
                <c:pt idx="9478">
                  <c:v>0.13007928265908986</c:v>
                </c:pt>
                <c:pt idx="9479">
                  <c:v>0.13009483145760176</c:v>
                </c:pt>
                <c:pt idx="9480">
                  <c:v>0.1301180805461854</c:v>
                </c:pt>
                <c:pt idx="9481">
                  <c:v>0.13011920335525487</c:v>
                </c:pt>
                <c:pt idx="9482">
                  <c:v>0.1301231935350908</c:v>
                </c:pt>
                <c:pt idx="9483">
                  <c:v>0.13013800402580081</c:v>
                </c:pt>
                <c:pt idx="9484">
                  <c:v>0.13015177142197809</c:v>
                </c:pt>
                <c:pt idx="9485">
                  <c:v>0.13016196094437188</c:v>
                </c:pt>
                <c:pt idx="9486">
                  <c:v>0.13016521377779905</c:v>
                </c:pt>
                <c:pt idx="9487">
                  <c:v>0.13017421026912965</c:v>
                </c:pt>
                <c:pt idx="9488">
                  <c:v>0.1301854371552342</c:v>
                </c:pt>
                <c:pt idx="9489">
                  <c:v>0.13019279960546354</c:v>
                </c:pt>
                <c:pt idx="9490">
                  <c:v>0.13019550991644169</c:v>
                </c:pt>
                <c:pt idx="9491">
                  <c:v>0.13019599714637231</c:v>
                </c:pt>
                <c:pt idx="9492">
                  <c:v>0.13021216903225252</c:v>
                </c:pt>
                <c:pt idx="9493">
                  <c:v>0.13023955482431232</c:v>
                </c:pt>
                <c:pt idx="9494">
                  <c:v>0.13024091950695327</c:v>
                </c:pt>
                <c:pt idx="9495">
                  <c:v>0.13024558708799724</c:v>
                </c:pt>
                <c:pt idx="9496">
                  <c:v>0.13025178582754657</c:v>
                </c:pt>
                <c:pt idx="9497">
                  <c:v>0.13025639441512432</c:v>
                </c:pt>
                <c:pt idx="9498">
                  <c:v>0.13025855138643314</c:v>
                </c:pt>
                <c:pt idx="9499">
                  <c:v>0.13026942912627679</c:v>
                </c:pt>
                <c:pt idx="9500">
                  <c:v>0.13027124777702434</c:v>
                </c:pt>
                <c:pt idx="9501">
                  <c:v>0.13028858981498712</c:v>
                </c:pt>
                <c:pt idx="9502">
                  <c:v>0.13029053041022248</c:v>
                </c:pt>
                <c:pt idx="9503">
                  <c:v>0.13029383620983201</c:v>
                </c:pt>
                <c:pt idx="9504">
                  <c:v>0.13029878314254575</c:v>
                </c:pt>
                <c:pt idx="9505">
                  <c:v>0.13032079453357515</c:v>
                </c:pt>
                <c:pt idx="9506">
                  <c:v>0.13032625929058231</c:v>
                </c:pt>
                <c:pt idx="9507">
                  <c:v>0.13032684524705321</c:v>
                </c:pt>
                <c:pt idx="9508">
                  <c:v>0.13032685617593107</c:v>
                </c:pt>
                <c:pt idx="9509">
                  <c:v>0.13034520065865932</c:v>
                </c:pt>
                <c:pt idx="9510">
                  <c:v>0.13036091176185655</c:v>
                </c:pt>
                <c:pt idx="9511">
                  <c:v>0.13037501217761141</c:v>
                </c:pt>
                <c:pt idx="9512">
                  <c:v>0.13037731181907158</c:v>
                </c:pt>
                <c:pt idx="9513">
                  <c:v>0.13037734935859885</c:v>
                </c:pt>
                <c:pt idx="9514">
                  <c:v>0.13038726541343787</c:v>
                </c:pt>
                <c:pt idx="9515">
                  <c:v>0.13039154171289083</c:v>
                </c:pt>
                <c:pt idx="9516">
                  <c:v>0.13040192740190654</c:v>
                </c:pt>
                <c:pt idx="9517">
                  <c:v>0.13041512172076247</c:v>
                </c:pt>
                <c:pt idx="9518">
                  <c:v>0.13042899505753108</c:v>
                </c:pt>
                <c:pt idx="9519">
                  <c:v>0.13042938978371976</c:v>
                </c:pt>
                <c:pt idx="9520">
                  <c:v>0.13043319136349935</c:v>
                </c:pt>
                <c:pt idx="9521">
                  <c:v>0.13043595392242327</c:v>
                </c:pt>
                <c:pt idx="9522">
                  <c:v>0.13043735870988485</c:v>
                </c:pt>
                <c:pt idx="9523">
                  <c:v>0.13045150213814519</c:v>
                </c:pt>
                <c:pt idx="9524">
                  <c:v>0.13045868819120082</c:v>
                </c:pt>
                <c:pt idx="9525">
                  <c:v>0.13045977401025574</c:v>
                </c:pt>
                <c:pt idx="9526">
                  <c:v>0.13046391483811956</c:v>
                </c:pt>
                <c:pt idx="9527">
                  <c:v>0.13048219379667494</c:v>
                </c:pt>
                <c:pt idx="9528">
                  <c:v>0.13048288270536162</c:v>
                </c:pt>
                <c:pt idx="9529">
                  <c:v>0.13048532084109382</c:v>
                </c:pt>
                <c:pt idx="9530">
                  <c:v>0.13049006101893887</c:v>
                </c:pt>
                <c:pt idx="9531">
                  <c:v>0.13049407411442643</c:v>
                </c:pt>
                <c:pt idx="9532">
                  <c:v>0.1304998872538741</c:v>
                </c:pt>
                <c:pt idx="9533">
                  <c:v>0.13049991364612817</c:v>
                </c:pt>
                <c:pt idx="9534">
                  <c:v>0.13050754914200965</c:v>
                </c:pt>
                <c:pt idx="9535">
                  <c:v>0.13050819204628569</c:v>
                </c:pt>
                <c:pt idx="9536">
                  <c:v>0.13050928191876521</c:v>
                </c:pt>
                <c:pt idx="9537">
                  <c:v>0.1305098663518364</c:v>
                </c:pt>
                <c:pt idx="9538">
                  <c:v>0.13052603802772883</c:v>
                </c:pt>
                <c:pt idx="9539">
                  <c:v>0.13053651012769085</c:v>
                </c:pt>
                <c:pt idx="9540">
                  <c:v>0.1305564602054046</c:v>
                </c:pt>
                <c:pt idx="9541">
                  <c:v>0.13055793506724506</c:v>
                </c:pt>
                <c:pt idx="9542">
                  <c:v>0.13055987978901867</c:v>
                </c:pt>
                <c:pt idx="9543">
                  <c:v>0.13057512663574528</c:v>
                </c:pt>
                <c:pt idx="9544">
                  <c:v>0.13058365756696089</c:v>
                </c:pt>
                <c:pt idx="9545">
                  <c:v>0.13062528548365882</c:v>
                </c:pt>
                <c:pt idx="9546">
                  <c:v>0.13062865482549604</c:v>
                </c:pt>
                <c:pt idx="9547">
                  <c:v>0.13063237951851922</c:v>
                </c:pt>
                <c:pt idx="9548">
                  <c:v>0.13064541073974709</c:v>
                </c:pt>
                <c:pt idx="9549">
                  <c:v>0.13067024030161115</c:v>
                </c:pt>
                <c:pt idx="9550">
                  <c:v>0.13069186506165978</c:v>
                </c:pt>
                <c:pt idx="9551">
                  <c:v>0.13070160699468411</c:v>
                </c:pt>
                <c:pt idx="9552">
                  <c:v>0.13070880345062069</c:v>
                </c:pt>
                <c:pt idx="9553">
                  <c:v>0.13072861079812767</c:v>
                </c:pt>
                <c:pt idx="9554">
                  <c:v>0.13072897679728876</c:v>
                </c:pt>
                <c:pt idx="9555">
                  <c:v>0.13074354967229604</c:v>
                </c:pt>
                <c:pt idx="9556">
                  <c:v>0.13075752125363194</c:v>
                </c:pt>
                <c:pt idx="9557">
                  <c:v>0.13076416059706503</c:v>
                </c:pt>
                <c:pt idx="9558">
                  <c:v>0.13076505083000656</c:v>
                </c:pt>
                <c:pt idx="9559">
                  <c:v>0.13080031564618586</c:v>
                </c:pt>
                <c:pt idx="9560">
                  <c:v>0.13080395343796103</c:v>
                </c:pt>
                <c:pt idx="9561">
                  <c:v>0.13088651420301042</c:v>
                </c:pt>
                <c:pt idx="9562">
                  <c:v>0.13088883836722087</c:v>
                </c:pt>
                <c:pt idx="9563">
                  <c:v>0.13090672778090923</c:v>
                </c:pt>
                <c:pt idx="9564">
                  <c:v>0.13091591217209092</c:v>
                </c:pt>
                <c:pt idx="9565">
                  <c:v>0.13096410341038905</c:v>
                </c:pt>
                <c:pt idx="9566">
                  <c:v>0.13096860663906984</c:v>
                </c:pt>
                <c:pt idx="9567">
                  <c:v>0.13097926922291109</c:v>
                </c:pt>
                <c:pt idx="9568">
                  <c:v>0.13098946073554538</c:v>
                </c:pt>
                <c:pt idx="9569">
                  <c:v>0.13099890348733315</c:v>
                </c:pt>
                <c:pt idx="9570">
                  <c:v>0.13101055794492625</c:v>
                </c:pt>
                <c:pt idx="9571">
                  <c:v>0.1310160117926491</c:v>
                </c:pt>
                <c:pt idx="9572">
                  <c:v>0.13104664292382201</c:v>
                </c:pt>
                <c:pt idx="9573">
                  <c:v>0.1310617319187854</c:v>
                </c:pt>
                <c:pt idx="9574">
                  <c:v>0.13106412256730723</c:v>
                </c:pt>
                <c:pt idx="9575">
                  <c:v>0.13107868016828042</c:v>
                </c:pt>
                <c:pt idx="9576">
                  <c:v>0.13108140714579483</c:v>
                </c:pt>
                <c:pt idx="9577">
                  <c:v>0.13108307247589857</c:v>
                </c:pt>
                <c:pt idx="9578">
                  <c:v>0.13108419186299405</c:v>
                </c:pt>
                <c:pt idx="9579">
                  <c:v>0.13109451408522846</c:v>
                </c:pt>
                <c:pt idx="9580">
                  <c:v>0.13110421582569889</c:v>
                </c:pt>
                <c:pt idx="9581">
                  <c:v>0.13110856407782345</c:v>
                </c:pt>
                <c:pt idx="9582">
                  <c:v>0.13111816201560489</c:v>
                </c:pt>
                <c:pt idx="9583">
                  <c:v>0.13112567289673033</c:v>
                </c:pt>
                <c:pt idx="9584">
                  <c:v>0.13114004673104684</c:v>
                </c:pt>
                <c:pt idx="9585">
                  <c:v>0.1311496199416107</c:v>
                </c:pt>
                <c:pt idx="9586">
                  <c:v>0.13118828582975842</c:v>
                </c:pt>
                <c:pt idx="9587">
                  <c:v>0.13119200307853934</c:v>
                </c:pt>
                <c:pt idx="9588">
                  <c:v>0.13120842298564694</c:v>
                </c:pt>
                <c:pt idx="9589">
                  <c:v>0.1312130936910732</c:v>
                </c:pt>
                <c:pt idx="9590">
                  <c:v>0.1312258194393274</c:v>
                </c:pt>
                <c:pt idx="9591">
                  <c:v>0.1312584607331625</c:v>
                </c:pt>
                <c:pt idx="9592">
                  <c:v>0.13126147749970182</c:v>
                </c:pt>
                <c:pt idx="9593">
                  <c:v>0.13127247234022754</c:v>
                </c:pt>
                <c:pt idx="9594">
                  <c:v>0.13127705831355962</c:v>
                </c:pt>
                <c:pt idx="9595">
                  <c:v>0.13128295208027199</c:v>
                </c:pt>
                <c:pt idx="9596">
                  <c:v>0.13128729598987846</c:v>
                </c:pt>
                <c:pt idx="9597">
                  <c:v>0.1312899799899514</c:v>
                </c:pt>
                <c:pt idx="9598">
                  <c:v>0.13129266328155226</c:v>
                </c:pt>
                <c:pt idx="9599">
                  <c:v>0.13129341962083566</c:v>
                </c:pt>
                <c:pt idx="9600">
                  <c:v>0.13129704532389358</c:v>
                </c:pt>
                <c:pt idx="9601">
                  <c:v>0.13130109678475074</c:v>
                </c:pt>
                <c:pt idx="9602">
                  <c:v>0.13130745936169727</c:v>
                </c:pt>
                <c:pt idx="9603">
                  <c:v>0.13130958168211357</c:v>
                </c:pt>
                <c:pt idx="9604">
                  <c:v>0.13132579845393011</c:v>
                </c:pt>
                <c:pt idx="9605">
                  <c:v>0.13132744243849076</c:v>
                </c:pt>
                <c:pt idx="9606">
                  <c:v>0.13133954800870543</c:v>
                </c:pt>
                <c:pt idx="9607">
                  <c:v>0.13135601142948405</c:v>
                </c:pt>
                <c:pt idx="9608">
                  <c:v>0.13135881090901827</c:v>
                </c:pt>
                <c:pt idx="9609">
                  <c:v>0.13137367074455991</c:v>
                </c:pt>
                <c:pt idx="9610">
                  <c:v>0.13138588809137672</c:v>
                </c:pt>
                <c:pt idx="9611">
                  <c:v>0.13138724174858007</c:v>
                </c:pt>
                <c:pt idx="9612">
                  <c:v>0.13139020990668784</c:v>
                </c:pt>
                <c:pt idx="9613">
                  <c:v>0.13140656049419769</c:v>
                </c:pt>
                <c:pt idx="9614">
                  <c:v>0.13142542345602362</c:v>
                </c:pt>
                <c:pt idx="9615">
                  <c:v>0.13143724408060053</c:v>
                </c:pt>
                <c:pt idx="9616">
                  <c:v>0.13143835266216983</c:v>
                </c:pt>
                <c:pt idx="9617">
                  <c:v>0.13145258067632812</c:v>
                </c:pt>
                <c:pt idx="9618">
                  <c:v>0.13146039618258015</c:v>
                </c:pt>
                <c:pt idx="9619">
                  <c:v>0.13147318405210998</c:v>
                </c:pt>
                <c:pt idx="9620">
                  <c:v>0.13147394897731804</c:v>
                </c:pt>
                <c:pt idx="9621">
                  <c:v>0.13148257638181818</c:v>
                </c:pt>
                <c:pt idx="9622">
                  <c:v>0.13149331007868781</c:v>
                </c:pt>
                <c:pt idx="9623">
                  <c:v>0.13151000673681848</c:v>
                </c:pt>
                <c:pt idx="9624">
                  <c:v>0.13152266743352412</c:v>
                </c:pt>
                <c:pt idx="9625">
                  <c:v>0.13153394270250024</c:v>
                </c:pt>
                <c:pt idx="9626">
                  <c:v>0.13153620128429186</c:v>
                </c:pt>
                <c:pt idx="9627">
                  <c:v>0.13155943808683632</c:v>
                </c:pt>
                <c:pt idx="9628">
                  <c:v>0.13157037439931538</c:v>
                </c:pt>
                <c:pt idx="9629">
                  <c:v>0.13157076565360074</c:v>
                </c:pt>
                <c:pt idx="9630">
                  <c:v>0.13157355632160653</c:v>
                </c:pt>
                <c:pt idx="9631">
                  <c:v>0.13157586697158224</c:v>
                </c:pt>
                <c:pt idx="9632">
                  <c:v>0.13158548683125906</c:v>
                </c:pt>
                <c:pt idx="9633">
                  <c:v>0.13159746280993814</c:v>
                </c:pt>
                <c:pt idx="9634">
                  <c:v>0.13160726303504516</c:v>
                </c:pt>
                <c:pt idx="9635">
                  <c:v>0.13160890881822859</c:v>
                </c:pt>
                <c:pt idx="9636">
                  <c:v>0.13160895324929589</c:v>
                </c:pt>
                <c:pt idx="9637">
                  <c:v>0.1316102298465878</c:v>
                </c:pt>
                <c:pt idx="9638">
                  <c:v>0.13161436378417021</c:v>
                </c:pt>
                <c:pt idx="9639">
                  <c:v>0.13162215398113153</c:v>
                </c:pt>
                <c:pt idx="9640">
                  <c:v>0.13163349445613828</c:v>
                </c:pt>
                <c:pt idx="9641">
                  <c:v>0.13163584858368241</c:v>
                </c:pt>
                <c:pt idx="9642">
                  <c:v>0.13165130343273476</c:v>
                </c:pt>
                <c:pt idx="9643">
                  <c:v>0.13165307764266765</c:v>
                </c:pt>
                <c:pt idx="9644">
                  <c:v>0.13165689225545471</c:v>
                </c:pt>
                <c:pt idx="9645">
                  <c:v>0.13167941832748337</c:v>
                </c:pt>
                <c:pt idx="9646">
                  <c:v>0.13168815830480055</c:v>
                </c:pt>
                <c:pt idx="9647">
                  <c:v>0.13169818161908467</c:v>
                </c:pt>
                <c:pt idx="9648">
                  <c:v>0.13170491506016291</c:v>
                </c:pt>
                <c:pt idx="9649">
                  <c:v>0.1317280719707401</c:v>
                </c:pt>
                <c:pt idx="9650">
                  <c:v>0.13173202408029391</c:v>
                </c:pt>
                <c:pt idx="9651">
                  <c:v>0.13174652376452578</c:v>
                </c:pt>
                <c:pt idx="9652">
                  <c:v>0.13174922377571852</c:v>
                </c:pt>
                <c:pt idx="9653">
                  <c:v>0.1317576985046755</c:v>
                </c:pt>
                <c:pt idx="9654">
                  <c:v>0.13176763202839079</c:v>
                </c:pt>
                <c:pt idx="9655">
                  <c:v>0.13179032820584644</c:v>
                </c:pt>
                <c:pt idx="9656">
                  <c:v>0.13182283016549959</c:v>
                </c:pt>
                <c:pt idx="9657">
                  <c:v>0.13182614693549305</c:v>
                </c:pt>
                <c:pt idx="9658">
                  <c:v>0.13187154661090256</c:v>
                </c:pt>
                <c:pt idx="9659">
                  <c:v>0.13188739951464937</c:v>
                </c:pt>
                <c:pt idx="9660">
                  <c:v>0.13189460492073601</c:v>
                </c:pt>
                <c:pt idx="9661">
                  <c:v>0.13189862122321827</c:v>
                </c:pt>
                <c:pt idx="9662">
                  <c:v>0.13190248010918132</c:v>
                </c:pt>
                <c:pt idx="9663">
                  <c:v>0.13192016654423561</c:v>
                </c:pt>
                <c:pt idx="9664">
                  <c:v>0.13192952901667737</c:v>
                </c:pt>
                <c:pt idx="9665">
                  <c:v>0.13194698144497369</c:v>
                </c:pt>
                <c:pt idx="9666">
                  <c:v>0.13196084952147039</c:v>
                </c:pt>
                <c:pt idx="9667">
                  <c:v>0.13197067276902677</c:v>
                </c:pt>
                <c:pt idx="9668">
                  <c:v>0.13197100325443589</c:v>
                </c:pt>
                <c:pt idx="9669">
                  <c:v>0.13198481827607217</c:v>
                </c:pt>
                <c:pt idx="9670">
                  <c:v>0.13199067206881698</c:v>
                </c:pt>
                <c:pt idx="9671">
                  <c:v>0.13199659977582298</c:v>
                </c:pt>
                <c:pt idx="9672">
                  <c:v>0.13201105194967333</c:v>
                </c:pt>
                <c:pt idx="9673">
                  <c:v>0.13201371586298935</c:v>
                </c:pt>
                <c:pt idx="9674">
                  <c:v>0.13202707625042301</c:v>
                </c:pt>
                <c:pt idx="9675">
                  <c:v>0.13202874838311834</c:v>
                </c:pt>
                <c:pt idx="9676">
                  <c:v>0.13203558968282908</c:v>
                </c:pt>
                <c:pt idx="9677">
                  <c:v>0.13203584813149433</c:v>
                </c:pt>
                <c:pt idx="9678">
                  <c:v>0.13206792451705621</c:v>
                </c:pt>
                <c:pt idx="9679">
                  <c:v>0.1320797913166106</c:v>
                </c:pt>
                <c:pt idx="9680">
                  <c:v>0.13208986967958034</c:v>
                </c:pt>
                <c:pt idx="9681">
                  <c:v>0.13209803138423251</c:v>
                </c:pt>
                <c:pt idx="9682">
                  <c:v>0.13210936485689986</c:v>
                </c:pt>
                <c:pt idx="9683">
                  <c:v>0.13213569914102447</c:v>
                </c:pt>
                <c:pt idx="9684">
                  <c:v>0.13216317614236206</c:v>
                </c:pt>
                <c:pt idx="9685">
                  <c:v>0.13216626055013475</c:v>
                </c:pt>
                <c:pt idx="9686">
                  <c:v>0.13217774867473922</c:v>
                </c:pt>
                <c:pt idx="9687">
                  <c:v>0.13222581041720227</c:v>
                </c:pt>
                <c:pt idx="9688">
                  <c:v>0.1322265567101075</c:v>
                </c:pt>
                <c:pt idx="9689">
                  <c:v>0.13223306870551604</c:v>
                </c:pt>
                <c:pt idx="9690">
                  <c:v>0.13223371705026585</c:v>
                </c:pt>
                <c:pt idx="9691">
                  <c:v>0.132239125371032</c:v>
                </c:pt>
                <c:pt idx="9692">
                  <c:v>0.13224470985470863</c:v>
                </c:pt>
                <c:pt idx="9693">
                  <c:v>0.13225001973344483</c:v>
                </c:pt>
                <c:pt idx="9694">
                  <c:v>0.13227322719350282</c:v>
                </c:pt>
                <c:pt idx="9695">
                  <c:v>0.13227682502924229</c:v>
                </c:pt>
                <c:pt idx="9696">
                  <c:v>0.13227764457726007</c:v>
                </c:pt>
                <c:pt idx="9697">
                  <c:v>0.13228435097881322</c:v>
                </c:pt>
                <c:pt idx="9698">
                  <c:v>0.13228563295701964</c:v>
                </c:pt>
                <c:pt idx="9699">
                  <c:v>0.13228790984909214</c:v>
                </c:pt>
                <c:pt idx="9700">
                  <c:v>0.13229587182092981</c:v>
                </c:pt>
                <c:pt idx="9701">
                  <c:v>0.13230304466094411</c:v>
                </c:pt>
                <c:pt idx="9702">
                  <c:v>0.13231039359309188</c:v>
                </c:pt>
                <c:pt idx="9703">
                  <c:v>0.13231188569952693</c:v>
                </c:pt>
                <c:pt idx="9704">
                  <c:v>0.13231511917337921</c:v>
                </c:pt>
                <c:pt idx="9705">
                  <c:v>0.13233154464488123</c:v>
                </c:pt>
                <c:pt idx="9706">
                  <c:v>0.13233676845520229</c:v>
                </c:pt>
                <c:pt idx="9707">
                  <c:v>0.132370477799966</c:v>
                </c:pt>
                <c:pt idx="9708">
                  <c:v>0.13239710071693703</c:v>
                </c:pt>
                <c:pt idx="9709">
                  <c:v>0.13241749121543239</c:v>
                </c:pt>
                <c:pt idx="9710">
                  <c:v>0.13242269187260061</c:v>
                </c:pt>
                <c:pt idx="9711">
                  <c:v>0.13242421990102715</c:v>
                </c:pt>
                <c:pt idx="9712">
                  <c:v>0.13245753011952047</c:v>
                </c:pt>
                <c:pt idx="9713">
                  <c:v>0.13248235355480489</c:v>
                </c:pt>
                <c:pt idx="9714">
                  <c:v>0.13248823859191233</c:v>
                </c:pt>
                <c:pt idx="9715">
                  <c:v>0.13249172723157893</c:v>
                </c:pt>
                <c:pt idx="9716">
                  <c:v>0.1325129609350926</c:v>
                </c:pt>
                <c:pt idx="9717">
                  <c:v>0.13252442767409953</c:v>
                </c:pt>
                <c:pt idx="9718">
                  <c:v>0.13252851222685694</c:v>
                </c:pt>
                <c:pt idx="9719">
                  <c:v>0.13253449246681412</c:v>
                </c:pt>
                <c:pt idx="9720">
                  <c:v>0.13253626401570989</c:v>
                </c:pt>
                <c:pt idx="9721">
                  <c:v>0.13254136508988534</c:v>
                </c:pt>
                <c:pt idx="9722">
                  <c:v>0.13254804179232893</c:v>
                </c:pt>
                <c:pt idx="9723">
                  <c:v>0.13254845821052516</c:v>
                </c:pt>
                <c:pt idx="9724">
                  <c:v>0.13256211836959655</c:v>
                </c:pt>
                <c:pt idx="9725">
                  <c:v>0.13256998868621359</c:v>
                </c:pt>
                <c:pt idx="9726">
                  <c:v>0.13257281189074996</c:v>
                </c:pt>
                <c:pt idx="9727">
                  <c:v>0.13261540848875553</c:v>
                </c:pt>
                <c:pt idx="9728">
                  <c:v>0.13265831637617431</c:v>
                </c:pt>
                <c:pt idx="9729">
                  <c:v>0.13267044917081594</c:v>
                </c:pt>
                <c:pt idx="9730">
                  <c:v>0.13267304344450737</c:v>
                </c:pt>
                <c:pt idx="9731">
                  <c:v>0.13267652757397025</c:v>
                </c:pt>
                <c:pt idx="9732">
                  <c:v>0.13268192849298238</c:v>
                </c:pt>
                <c:pt idx="9733">
                  <c:v>0.13268705057600441</c:v>
                </c:pt>
                <c:pt idx="9734">
                  <c:v>0.13268762531237832</c:v>
                </c:pt>
                <c:pt idx="9735">
                  <c:v>0.13270668649019676</c:v>
                </c:pt>
                <c:pt idx="9736">
                  <c:v>0.1327145869274656</c:v>
                </c:pt>
                <c:pt idx="9737">
                  <c:v>0.13271805870442641</c:v>
                </c:pt>
                <c:pt idx="9738">
                  <c:v>0.1327221701150221</c:v>
                </c:pt>
                <c:pt idx="9739">
                  <c:v>0.13272422328761727</c:v>
                </c:pt>
                <c:pt idx="9740">
                  <c:v>0.13272810985162872</c:v>
                </c:pt>
                <c:pt idx="9741">
                  <c:v>0.13272987557027252</c:v>
                </c:pt>
                <c:pt idx="9742">
                  <c:v>0.13273101806605894</c:v>
                </c:pt>
                <c:pt idx="9743">
                  <c:v>0.13274338549349898</c:v>
                </c:pt>
                <c:pt idx="9744">
                  <c:v>0.13274524154002321</c:v>
                </c:pt>
                <c:pt idx="9745">
                  <c:v>0.13275006551582441</c:v>
                </c:pt>
                <c:pt idx="9746">
                  <c:v>0.13275792082431964</c:v>
                </c:pt>
                <c:pt idx="9747">
                  <c:v>0.1327593222116013</c:v>
                </c:pt>
                <c:pt idx="9748">
                  <c:v>0.13276830183174851</c:v>
                </c:pt>
                <c:pt idx="9749">
                  <c:v>0.13277131585321805</c:v>
                </c:pt>
                <c:pt idx="9750">
                  <c:v>0.13278889386650375</c:v>
                </c:pt>
                <c:pt idx="9751">
                  <c:v>0.13279756181262445</c:v>
                </c:pt>
                <c:pt idx="9752">
                  <c:v>0.13280809769827367</c:v>
                </c:pt>
                <c:pt idx="9753">
                  <c:v>0.13281271343196355</c:v>
                </c:pt>
                <c:pt idx="9754">
                  <c:v>0.13281335902600411</c:v>
                </c:pt>
                <c:pt idx="9755">
                  <c:v>0.13282231370883302</c:v>
                </c:pt>
                <c:pt idx="9756">
                  <c:v>0.13282632284323595</c:v>
                </c:pt>
                <c:pt idx="9757">
                  <c:v>0.13284117727976016</c:v>
                </c:pt>
                <c:pt idx="9758">
                  <c:v>0.13285605451893695</c:v>
                </c:pt>
                <c:pt idx="9759">
                  <c:v>0.1328564135925743</c:v>
                </c:pt>
                <c:pt idx="9760">
                  <c:v>0.13287194653496154</c:v>
                </c:pt>
                <c:pt idx="9761">
                  <c:v>0.13288191206309716</c:v>
                </c:pt>
                <c:pt idx="9762">
                  <c:v>0.13288474496431871</c:v>
                </c:pt>
                <c:pt idx="9763">
                  <c:v>0.13289977175541454</c:v>
                </c:pt>
                <c:pt idx="9764">
                  <c:v>0.13290480680387995</c:v>
                </c:pt>
                <c:pt idx="9765">
                  <c:v>0.1329281559558888</c:v>
                </c:pt>
                <c:pt idx="9766">
                  <c:v>0.13293021197548965</c:v>
                </c:pt>
                <c:pt idx="9767">
                  <c:v>0.13293721101047751</c:v>
                </c:pt>
                <c:pt idx="9768">
                  <c:v>0.13293951915624075</c:v>
                </c:pt>
                <c:pt idx="9769">
                  <c:v>0.13294436314098113</c:v>
                </c:pt>
                <c:pt idx="9770">
                  <c:v>0.13295728833030207</c:v>
                </c:pt>
                <c:pt idx="9771">
                  <c:v>0.13296287022579006</c:v>
                </c:pt>
                <c:pt idx="9772">
                  <c:v>0.13296423583184294</c:v>
                </c:pt>
                <c:pt idx="9773">
                  <c:v>0.13297655086723356</c:v>
                </c:pt>
                <c:pt idx="9774">
                  <c:v>0.13298453750828462</c:v>
                </c:pt>
                <c:pt idx="9775">
                  <c:v>0.13299683665062298</c:v>
                </c:pt>
                <c:pt idx="9776">
                  <c:v>0.13300423052991539</c:v>
                </c:pt>
                <c:pt idx="9777">
                  <c:v>0.1330045104177332</c:v>
                </c:pt>
                <c:pt idx="9778">
                  <c:v>0.1330051719222626</c:v>
                </c:pt>
                <c:pt idx="9779">
                  <c:v>0.13302942237012311</c:v>
                </c:pt>
                <c:pt idx="9780">
                  <c:v>0.13303272000801966</c:v>
                </c:pt>
                <c:pt idx="9781">
                  <c:v>0.13303728786013194</c:v>
                </c:pt>
                <c:pt idx="9782">
                  <c:v>0.13304582498949741</c:v>
                </c:pt>
                <c:pt idx="9783">
                  <c:v>0.1330461940207868</c:v>
                </c:pt>
                <c:pt idx="9784">
                  <c:v>0.13305397739492097</c:v>
                </c:pt>
                <c:pt idx="9785">
                  <c:v>0.13306427099135315</c:v>
                </c:pt>
                <c:pt idx="9786">
                  <c:v>0.13307484351209373</c:v>
                </c:pt>
                <c:pt idx="9787">
                  <c:v>0.13307717152761031</c:v>
                </c:pt>
                <c:pt idx="9788">
                  <c:v>0.13307959686130932</c:v>
                </c:pt>
                <c:pt idx="9789">
                  <c:v>0.13308913545860357</c:v>
                </c:pt>
                <c:pt idx="9790">
                  <c:v>0.13310345833016149</c:v>
                </c:pt>
                <c:pt idx="9791">
                  <c:v>0.1331047497662978</c:v>
                </c:pt>
                <c:pt idx="9792">
                  <c:v>0.13310950048954853</c:v>
                </c:pt>
                <c:pt idx="9793">
                  <c:v>0.13312852612843909</c:v>
                </c:pt>
                <c:pt idx="9794">
                  <c:v>0.13313771152932788</c:v>
                </c:pt>
                <c:pt idx="9795">
                  <c:v>0.13315764026627278</c:v>
                </c:pt>
                <c:pt idx="9796">
                  <c:v>0.13317558475759253</c:v>
                </c:pt>
                <c:pt idx="9797">
                  <c:v>0.13320268525465861</c:v>
                </c:pt>
                <c:pt idx="9798">
                  <c:v>0.13322118851500434</c:v>
                </c:pt>
                <c:pt idx="9799">
                  <c:v>0.1332300445096086</c:v>
                </c:pt>
                <c:pt idx="9800">
                  <c:v>0.13323348752692682</c:v>
                </c:pt>
                <c:pt idx="9801">
                  <c:v>0.13324326785357907</c:v>
                </c:pt>
                <c:pt idx="9802">
                  <c:v>0.13326819459937617</c:v>
                </c:pt>
                <c:pt idx="9803">
                  <c:v>0.13327895420440838</c:v>
                </c:pt>
                <c:pt idx="9804">
                  <c:v>0.1332810828630325</c:v>
                </c:pt>
                <c:pt idx="9805">
                  <c:v>0.13329780668168406</c:v>
                </c:pt>
                <c:pt idx="9806">
                  <c:v>0.13329931977341533</c:v>
                </c:pt>
                <c:pt idx="9807">
                  <c:v>0.13330708860242596</c:v>
                </c:pt>
                <c:pt idx="9808">
                  <c:v>0.13331347574005015</c:v>
                </c:pt>
                <c:pt idx="9809">
                  <c:v>0.13331776292840308</c:v>
                </c:pt>
                <c:pt idx="9810">
                  <c:v>0.1333209738006248</c:v>
                </c:pt>
                <c:pt idx="9811">
                  <c:v>0.13332148381974898</c:v>
                </c:pt>
                <c:pt idx="9812">
                  <c:v>0.13332408476553911</c:v>
                </c:pt>
                <c:pt idx="9813">
                  <c:v>0.13333200782481819</c:v>
                </c:pt>
                <c:pt idx="9814">
                  <c:v>0.133339291212484</c:v>
                </c:pt>
                <c:pt idx="9815">
                  <c:v>0.13334059199873149</c:v>
                </c:pt>
                <c:pt idx="9816">
                  <c:v>0.13334691416632877</c:v>
                </c:pt>
                <c:pt idx="9817">
                  <c:v>0.13339256647418812</c:v>
                </c:pt>
                <c:pt idx="9818">
                  <c:v>0.13342971254978461</c:v>
                </c:pt>
                <c:pt idx="9819">
                  <c:v>0.13345176908369319</c:v>
                </c:pt>
                <c:pt idx="9820">
                  <c:v>0.13345663400156729</c:v>
                </c:pt>
                <c:pt idx="9821">
                  <c:v>0.13346048854954684</c:v>
                </c:pt>
                <c:pt idx="9822">
                  <c:v>0.13346693930959125</c:v>
                </c:pt>
                <c:pt idx="9823">
                  <c:v>0.13346833945815803</c:v>
                </c:pt>
                <c:pt idx="9824">
                  <c:v>0.13348245713647286</c:v>
                </c:pt>
                <c:pt idx="9825">
                  <c:v>0.13349864463269914</c:v>
                </c:pt>
                <c:pt idx="9826">
                  <c:v>0.13350636080466263</c:v>
                </c:pt>
                <c:pt idx="9827">
                  <c:v>0.1335195184727313</c:v>
                </c:pt>
                <c:pt idx="9828">
                  <c:v>0.13352362316795324</c:v>
                </c:pt>
                <c:pt idx="9829">
                  <c:v>0.13352936035210458</c:v>
                </c:pt>
                <c:pt idx="9830">
                  <c:v>0.1335298002396498</c:v>
                </c:pt>
                <c:pt idx="9831">
                  <c:v>0.13353088859983767</c:v>
                </c:pt>
                <c:pt idx="9832">
                  <c:v>0.13355417833815644</c:v>
                </c:pt>
                <c:pt idx="9833">
                  <c:v>0.13356002635574504</c:v>
                </c:pt>
                <c:pt idx="9834">
                  <c:v>0.13356259024043149</c:v>
                </c:pt>
                <c:pt idx="9835">
                  <c:v>0.13356417514429142</c:v>
                </c:pt>
                <c:pt idx="9836">
                  <c:v>0.13356925413220894</c:v>
                </c:pt>
                <c:pt idx="9837">
                  <c:v>0.13359099926446347</c:v>
                </c:pt>
                <c:pt idx="9838">
                  <c:v>0.13359884665576791</c:v>
                </c:pt>
                <c:pt idx="9839">
                  <c:v>0.13360143244620684</c:v>
                </c:pt>
                <c:pt idx="9840">
                  <c:v>0.13361310609597027</c:v>
                </c:pt>
                <c:pt idx="9841">
                  <c:v>0.13361434395883676</c:v>
                </c:pt>
                <c:pt idx="9842">
                  <c:v>0.1336144133575724</c:v>
                </c:pt>
                <c:pt idx="9843">
                  <c:v>0.13362142383365666</c:v>
                </c:pt>
                <c:pt idx="9844">
                  <c:v>0.13362978043424237</c:v>
                </c:pt>
                <c:pt idx="9845">
                  <c:v>0.13364943664958456</c:v>
                </c:pt>
                <c:pt idx="9846">
                  <c:v>0.13365798802990084</c:v>
                </c:pt>
                <c:pt idx="9847">
                  <c:v>0.13367261618410087</c:v>
                </c:pt>
                <c:pt idx="9848">
                  <c:v>0.13367284954197747</c:v>
                </c:pt>
                <c:pt idx="9849">
                  <c:v>0.13367386766076919</c:v>
                </c:pt>
                <c:pt idx="9850">
                  <c:v>0.13369039805275393</c:v>
                </c:pt>
                <c:pt idx="9851">
                  <c:v>0.13369304157275069</c:v>
                </c:pt>
                <c:pt idx="9852">
                  <c:v>0.13370092382278698</c:v>
                </c:pt>
                <c:pt idx="9853">
                  <c:v>0.13370629470113798</c:v>
                </c:pt>
                <c:pt idx="9854">
                  <c:v>0.13370872213387519</c:v>
                </c:pt>
                <c:pt idx="9855">
                  <c:v>0.13371122412680189</c:v>
                </c:pt>
                <c:pt idx="9856">
                  <c:v>0.13373825872960862</c:v>
                </c:pt>
                <c:pt idx="9857">
                  <c:v>0.13376830140217319</c:v>
                </c:pt>
                <c:pt idx="9858">
                  <c:v>0.13377430374044294</c:v>
                </c:pt>
                <c:pt idx="9859">
                  <c:v>0.13378180922619234</c:v>
                </c:pt>
                <c:pt idx="9860">
                  <c:v>0.13378985918558736</c:v>
                </c:pt>
                <c:pt idx="9861">
                  <c:v>0.13379784565764899</c:v>
                </c:pt>
                <c:pt idx="9862">
                  <c:v>0.13380245472454491</c:v>
                </c:pt>
                <c:pt idx="9863">
                  <c:v>0.13380354049786511</c:v>
                </c:pt>
                <c:pt idx="9864">
                  <c:v>0.13380425496070247</c:v>
                </c:pt>
                <c:pt idx="9865">
                  <c:v>0.13380910999109644</c:v>
                </c:pt>
                <c:pt idx="9866">
                  <c:v>0.13382364734062227</c:v>
                </c:pt>
                <c:pt idx="9867">
                  <c:v>0.13383535145912034</c:v>
                </c:pt>
                <c:pt idx="9868">
                  <c:v>0.13383609069932015</c:v>
                </c:pt>
                <c:pt idx="9869">
                  <c:v>0.13384488804178965</c:v>
                </c:pt>
                <c:pt idx="9870">
                  <c:v>0.13384536176391193</c:v>
                </c:pt>
                <c:pt idx="9871">
                  <c:v>0.13385069267110558</c:v>
                </c:pt>
                <c:pt idx="9872">
                  <c:v>0.13385658265035777</c:v>
                </c:pt>
                <c:pt idx="9873">
                  <c:v>0.13386278453911218</c:v>
                </c:pt>
                <c:pt idx="9874">
                  <c:v>0.13386689484724315</c:v>
                </c:pt>
                <c:pt idx="9875">
                  <c:v>0.13386791025444247</c:v>
                </c:pt>
                <c:pt idx="9876">
                  <c:v>0.13387191445949878</c:v>
                </c:pt>
                <c:pt idx="9877">
                  <c:v>0.1338781998697206</c:v>
                </c:pt>
                <c:pt idx="9878">
                  <c:v>0.13387924889806466</c:v>
                </c:pt>
                <c:pt idx="9879">
                  <c:v>0.1338817132557443</c:v>
                </c:pt>
                <c:pt idx="9880">
                  <c:v>0.13388238838268371</c:v>
                </c:pt>
                <c:pt idx="9881">
                  <c:v>0.13388691316292975</c:v>
                </c:pt>
                <c:pt idx="9882">
                  <c:v>0.13389355777855921</c:v>
                </c:pt>
                <c:pt idx="9883">
                  <c:v>0.13389585740681337</c:v>
                </c:pt>
                <c:pt idx="9884">
                  <c:v>0.13393980214557935</c:v>
                </c:pt>
                <c:pt idx="9885">
                  <c:v>0.13394381420192661</c:v>
                </c:pt>
                <c:pt idx="9886">
                  <c:v>0.13395178422371998</c:v>
                </c:pt>
                <c:pt idx="9887">
                  <c:v>0.13399200592546498</c:v>
                </c:pt>
                <c:pt idx="9888">
                  <c:v>0.13400317651649082</c:v>
                </c:pt>
                <c:pt idx="9889">
                  <c:v>0.13400354088877689</c:v>
                </c:pt>
                <c:pt idx="9890">
                  <c:v>0.13402204577858479</c:v>
                </c:pt>
                <c:pt idx="9891">
                  <c:v>0.13402322192622781</c:v>
                </c:pt>
                <c:pt idx="9892">
                  <c:v>0.13402655351308132</c:v>
                </c:pt>
                <c:pt idx="9893">
                  <c:v>0.13404928603246805</c:v>
                </c:pt>
                <c:pt idx="9894">
                  <c:v>0.1340718056758784</c:v>
                </c:pt>
                <c:pt idx="9895">
                  <c:v>0.13407980366753622</c:v>
                </c:pt>
                <c:pt idx="9896">
                  <c:v>0.13408368493652373</c:v>
                </c:pt>
                <c:pt idx="9897">
                  <c:v>0.13408912797214129</c:v>
                </c:pt>
                <c:pt idx="9898">
                  <c:v>0.13409515169033953</c:v>
                </c:pt>
                <c:pt idx="9899">
                  <c:v>0.13411181982911807</c:v>
                </c:pt>
                <c:pt idx="9900">
                  <c:v>0.13411217433019698</c:v>
                </c:pt>
                <c:pt idx="9901">
                  <c:v>0.13411944758853417</c:v>
                </c:pt>
                <c:pt idx="9902">
                  <c:v>0.13412636659744867</c:v>
                </c:pt>
                <c:pt idx="9903">
                  <c:v>0.13415282337499174</c:v>
                </c:pt>
                <c:pt idx="9904">
                  <c:v>0.13415849540852517</c:v>
                </c:pt>
                <c:pt idx="9905">
                  <c:v>0.13420952815553833</c:v>
                </c:pt>
                <c:pt idx="9906">
                  <c:v>0.13421294628465089</c:v>
                </c:pt>
                <c:pt idx="9907">
                  <c:v>0.13422055540552932</c:v>
                </c:pt>
                <c:pt idx="9908">
                  <c:v>0.13422078090946093</c:v>
                </c:pt>
                <c:pt idx="9909">
                  <c:v>0.13423427728701681</c:v>
                </c:pt>
                <c:pt idx="9910">
                  <c:v>0.13424032450746345</c:v>
                </c:pt>
                <c:pt idx="9911">
                  <c:v>0.13424164041987299</c:v>
                </c:pt>
                <c:pt idx="9912">
                  <c:v>0.1342452452547262</c:v>
                </c:pt>
                <c:pt idx="9913">
                  <c:v>0.13425617739958368</c:v>
                </c:pt>
                <c:pt idx="9914">
                  <c:v>0.13425997007287527</c:v>
                </c:pt>
                <c:pt idx="9915">
                  <c:v>0.13428232334656509</c:v>
                </c:pt>
                <c:pt idx="9916">
                  <c:v>0.13428600237045071</c:v>
                </c:pt>
                <c:pt idx="9917">
                  <c:v>0.13432162120727137</c:v>
                </c:pt>
                <c:pt idx="9918">
                  <c:v>0.13432169634172555</c:v>
                </c:pt>
                <c:pt idx="9919">
                  <c:v>0.13432176816611949</c:v>
                </c:pt>
                <c:pt idx="9920">
                  <c:v>0.13432533298591193</c:v>
                </c:pt>
                <c:pt idx="9921">
                  <c:v>0.13432760104698793</c:v>
                </c:pt>
                <c:pt idx="9922">
                  <c:v>0.13433668547998392</c:v>
                </c:pt>
                <c:pt idx="9923">
                  <c:v>0.13433687797422206</c:v>
                </c:pt>
                <c:pt idx="9924">
                  <c:v>0.13433742791015579</c:v>
                </c:pt>
                <c:pt idx="9925">
                  <c:v>0.13434273944932223</c:v>
                </c:pt>
                <c:pt idx="9926">
                  <c:v>0.13435395851865206</c:v>
                </c:pt>
                <c:pt idx="9927">
                  <c:v>0.13436717249688265</c:v>
                </c:pt>
                <c:pt idx="9928">
                  <c:v>0.1343704348510735</c:v>
                </c:pt>
                <c:pt idx="9929">
                  <c:v>0.13441324179062333</c:v>
                </c:pt>
                <c:pt idx="9930">
                  <c:v>0.13442094196509979</c:v>
                </c:pt>
                <c:pt idx="9931">
                  <c:v>0.13442919739374498</c:v>
                </c:pt>
                <c:pt idx="9932">
                  <c:v>0.13443618712392519</c:v>
                </c:pt>
                <c:pt idx="9933">
                  <c:v>0.13443720278747126</c:v>
                </c:pt>
                <c:pt idx="9934">
                  <c:v>0.13443817108257256</c:v>
                </c:pt>
                <c:pt idx="9935">
                  <c:v>0.13445386086380737</c:v>
                </c:pt>
                <c:pt idx="9936">
                  <c:v>0.13445417178860333</c:v>
                </c:pt>
                <c:pt idx="9937">
                  <c:v>0.13446306143568637</c:v>
                </c:pt>
                <c:pt idx="9938">
                  <c:v>0.1344714141170579</c:v>
                </c:pt>
                <c:pt idx="9939">
                  <c:v>0.13449621994567629</c:v>
                </c:pt>
                <c:pt idx="9940">
                  <c:v>0.13449664096452557</c:v>
                </c:pt>
                <c:pt idx="9941">
                  <c:v>0.13449677865471044</c:v>
                </c:pt>
                <c:pt idx="9942">
                  <c:v>0.13449827994106217</c:v>
                </c:pt>
                <c:pt idx="9943">
                  <c:v>0.13450593795330493</c:v>
                </c:pt>
                <c:pt idx="9944">
                  <c:v>0.13451565221284911</c:v>
                </c:pt>
                <c:pt idx="9945">
                  <c:v>0.13451922949475606</c:v>
                </c:pt>
                <c:pt idx="9946">
                  <c:v>0.13454474502491162</c:v>
                </c:pt>
                <c:pt idx="9947">
                  <c:v>0.13455513549558815</c:v>
                </c:pt>
                <c:pt idx="9948">
                  <c:v>0.1345648918454645</c:v>
                </c:pt>
                <c:pt idx="9949">
                  <c:v>0.13457424977386359</c:v>
                </c:pt>
                <c:pt idx="9950">
                  <c:v>0.13457508901388132</c:v>
                </c:pt>
                <c:pt idx="9951">
                  <c:v>0.13458211270570375</c:v>
                </c:pt>
                <c:pt idx="9952">
                  <c:v>0.13458234010404549</c:v>
                </c:pt>
                <c:pt idx="9953">
                  <c:v>0.13458342977282051</c:v>
                </c:pt>
                <c:pt idx="9954">
                  <c:v>0.13458426148358757</c:v>
                </c:pt>
                <c:pt idx="9955">
                  <c:v>0.13459535234264511</c:v>
                </c:pt>
                <c:pt idx="9956">
                  <c:v>0.13462704042846291</c:v>
                </c:pt>
                <c:pt idx="9957">
                  <c:v>0.13464803590265487</c:v>
                </c:pt>
                <c:pt idx="9958">
                  <c:v>0.13466490155937347</c:v>
                </c:pt>
                <c:pt idx="9959">
                  <c:v>0.1346651383008888</c:v>
                </c:pt>
                <c:pt idx="9960">
                  <c:v>0.13467300567343596</c:v>
                </c:pt>
                <c:pt idx="9961">
                  <c:v>0.1346846450822935</c:v>
                </c:pt>
                <c:pt idx="9962">
                  <c:v>0.13471949140061537</c:v>
                </c:pt>
                <c:pt idx="9963">
                  <c:v>0.13472142100109263</c:v>
                </c:pt>
                <c:pt idx="9964">
                  <c:v>0.134722872874873</c:v>
                </c:pt>
                <c:pt idx="9965">
                  <c:v>0.13472579647840477</c:v>
                </c:pt>
                <c:pt idx="9966">
                  <c:v>0.13472652151860859</c:v>
                </c:pt>
                <c:pt idx="9967">
                  <c:v>0.13475755776539466</c:v>
                </c:pt>
                <c:pt idx="9968">
                  <c:v>0.13477389799569336</c:v>
                </c:pt>
                <c:pt idx="9969">
                  <c:v>0.13477849437729822</c:v>
                </c:pt>
                <c:pt idx="9970">
                  <c:v>0.13478335315735682</c:v>
                </c:pt>
                <c:pt idx="9971">
                  <c:v>0.13478362012111048</c:v>
                </c:pt>
                <c:pt idx="9972">
                  <c:v>0.13478604183807341</c:v>
                </c:pt>
                <c:pt idx="9973">
                  <c:v>0.13480653882669849</c:v>
                </c:pt>
                <c:pt idx="9974">
                  <c:v>0.13481674241562983</c:v>
                </c:pt>
                <c:pt idx="9975">
                  <c:v>0.13482118777118504</c:v>
                </c:pt>
                <c:pt idx="9976">
                  <c:v>0.13483712281302429</c:v>
                </c:pt>
                <c:pt idx="9977">
                  <c:v>0.13485052701631453</c:v>
                </c:pt>
                <c:pt idx="9978">
                  <c:v>0.13486172195202592</c:v>
                </c:pt>
                <c:pt idx="9979">
                  <c:v>0.13488074707086045</c:v>
                </c:pt>
                <c:pt idx="9980">
                  <c:v>0.1348809992092464</c:v>
                </c:pt>
                <c:pt idx="9981">
                  <c:v>0.13488241626613073</c:v>
                </c:pt>
                <c:pt idx="9982">
                  <c:v>0.13489121165484147</c:v>
                </c:pt>
                <c:pt idx="9983">
                  <c:v>0.13490591006229677</c:v>
                </c:pt>
                <c:pt idx="9984">
                  <c:v>0.13490891802204508</c:v>
                </c:pt>
                <c:pt idx="9985">
                  <c:v>0.13491415226554943</c:v>
                </c:pt>
                <c:pt idx="9986">
                  <c:v>0.13493100692481702</c:v>
                </c:pt>
                <c:pt idx="9987">
                  <c:v>0.13493115399899736</c:v>
                </c:pt>
                <c:pt idx="9988">
                  <c:v>0.13494123531792121</c:v>
                </c:pt>
                <c:pt idx="9989">
                  <c:v>0.13496083173550916</c:v>
                </c:pt>
                <c:pt idx="9990">
                  <c:v>0.13497104370147864</c:v>
                </c:pt>
                <c:pt idx="9991">
                  <c:v>0.13500758757164527</c:v>
                </c:pt>
                <c:pt idx="9992">
                  <c:v>0.13501083328959368</c:v>
                </c:pt>
                <c:pt idx="9993">
                  <c:v>0.1350164417422054</c:v>
                </c:pt>
                <c:pt idx="9994">
                  <c:v>0.13502189449081756</c:v>
                </c:pt>
                <c:pt idx="9995">
                  <c:v>0.13504703446157587</c:v>
                </c:pt>
                <c:pt idx="9996">
                  <c:v>0.13505237162031522</c:v>
                </c:pt>
                <c:pt idx="9997">
                  <c:v>0.13506862512901605</c:v>
                </c:pt>
                <c:pt idx="9998">
                  <c:v>0.13507514790207351</c:v>
                </c:pt>
                <c:pt idx="9999">
                  <c:v>0.13507643871649772</c:v>
                </c:pt>
                <c:pt idx="10000">
                  <c:v>0.13508021328082023</c:v>
                </c:pt>
                <c:pt idx="10001">
                  <c:v>0.13509606354722586</c:v>
                </c:pt>
                <c:pt idx="10002">
                  <c:v>0.13509970022953033</c:v>
                </c:pt>
                <c:pt idx="10003">
                  <c:v>0.13511754230970438</c:v>
                </c:pt>
                <c:pt idx="10004">
                  <c:v>0.1351229932244499</c:v>
                </c:pt>
                <c:pt idx="10005">
                  <c:v>0.13512716103604169</c:v>
                </c:pt>
                <c:pt idx="10006">
                  <c:v>0.13513707013600385</c:v>
                </c:pt>
                <c:pt idx="10007">
                  <c:v>0.13514493235086658</c:v>
                </c:pt>
                <c:pt idx="10008">
                  <c:v>0.13514621751828876</c:v>
                </c:pt>
                <c:pt idx="10009">
                  <c:v>0.13514747604565733</c:v>
                </c:pt>
                <c:pt idx="10010">
                  <c:v>0.13515381512559152</c:v>
                </c:pt>
                <c:pt idx="10011">
                  <c:v>0.13517495037308688</c:v>
                </c:pt>
                <c:pt idx="10012">
                  <c:v>0.13517792719622701</c:v>
                </c:pt>
                <c:pt idx="10013">
                  <c:v>0.13518050950090538</c:v>
                </c:pt>
                <c:pt idx="10014">
                  <c:v>0.13518296382744163</c:v>
                </c:pt>
                <c:pt idx="10015">
                  <c:v>0.13518653533480873</c:v>
                </c:pt>
                <c:pt idx="10016">
                  <c:v>0.13518757987593949</c:v>
                </c:pt>
                <c:pt idx="10017">
                  <c:v>0.13519160441251513</c:v>
                </c:pt>
                <c:pt idx="10018">
                  <c:v>0.13523068240790667</c:v>
                </c:pt>
                <c:pt idx="10019">
                  <c:v>0.13523740221517466</c:v>
                </c:pt>
                <c:pt idx="10020">
                  <c:v>0.13525399847056177</c:v>
                </c:pt>
                <c:pt idx="10021">
                  <c:v>0.13527514005991248</c:v>
                </c:pt>
                <c:pt idx="10022">
                  <c:v>0.13528761775134779</c:v>
                </c:pt>
                <c:pt idx="10023">
                  <c:v>0.13528977108241902</c:v>
                </c:pt>
                <c:pt idx="10024">
                  <c:v>0.13529042004806968</c:v>
                </c:pt>
                <c:pt idx="10025">
                  <c:v>0.13529415442296611</c:v>
                </c:pt>
                <c:pt idx="10026">
                  <c:v>0.13531314834062302</c:v>
                </c:pt>
                <c:pt idx="10027">
                  <c:v>0.13531729266960016</c:v>
                </c:pt>
                <c:pt idx="10028">
                  <c:v>0.13531864818543513</c:v>
                </c:pt>
                <c:pt idx="10029">
                  <c:v>0.13532633606544714</c:v>
                </c:pt>
                <c:pt idx="10030">
                  <c:v>0.13532716132183181</c:v>
                </c:pt>
                <c:pt idx="10031">
                  <c:v>0.13533001155814381</c:v>
                </c:pt>
                <c:pt idx="10032">
                  <c:v>0.13533765593882113</c:v>
                </c:pt>
                <c:pt idx="10033">
                  <c:v>0.13534174786790371</c:v>
                </c:pt>
                <c:pt idx="10034">
                  <c:v>0.13535665451066872</c:v>
                </c:pt>
                <c:pt idx="10035">
                  <c:v>0.13536222024272587</c:v>
                </c:pt>
                <c:pt idx="10036">
                  <c:v>0.1353731093301524</c:v>
                </c:pt>
                <c:pt idx="10037">
                  <c:v>0.13538124844238833</c:v>
                </c:pt>
                <c:pt idx="10038">
                  <c:v>0.1354044810109126</c:v>
                </c:pt>
                <c:pt idx="10039">
                  <c:v>0.13541380321270735</c:v>
                </c:pt>
                <c:pt idx="10040">
                  <c:v>0.13541703265585478</c:v>
                </c:pt>
                <c:pt idx="10041">
                  <c:v>0.13542715709851905</c:v>
                </c:pt>
                <c:pt idx="10042">
                  <c:v>0.13544109264657184</c:v>
                </c:pt>
                <c:pt idx="10043">
                  <c:v>0.13544485784446927</c:v>
                </c:pt>
                <c:pt idx="10044">
                  <c:v>0.13546334649066374</c:v>
                </c:pt>
                <c:pt idx="10045">
                  <c:v>0.13546749184976892</c:v>
                </c:pt>
                <c:pt idx="10046">
                  <c:v>0.13547636207750235</c:v>
                </c:pt>
                <c:pt idx="10047">
                  <c:v>0.13547776290500557</c:v>
                </c:pt>
                <c:pt idx="10048">
                  <c:v>0.13548697709103022</c:v>
                </c:pt>
                <c:pt idx="10049">
                  <c:v>0.13549396118102691</c:v>
                </c:pt>
                <c:pt idx="10050">
                  <c:v>0.13549905430188661</c:v>
                </c:pt>
                <c:pt idx="10051">
                  <c:v>0.13550640300694181</c:v>
                </c:pt>
                <c:pt idx="10052">
                  <c:v>0.13550825066647523</c:v>
                </c:pt>
                <c:pt idx="10053">
                  <c:v>0.13551348783704234</c:v>
                </c:pt>
                <c:pt idx="10054">
                  <c:v>0.13553453373114252</c:v>
                </c:pt>
                <c:pt idx="10055">
                  <c:v>0.13557450522648606</c:v>
                </c:pt>
                <c:pt idx="10056">
                  <c:v>0.13557827009474971</c:v>
                </c:pt>
                <c:pt idx="10057">
                  <c:v>0.13560138608725561</c:v>
                </c:pt>
                <c:pt idx="10058">
                  <c:v>0.13560361258880996</c:v>
                </c:pt>
                <c:pt idx="10059">
                  <c:v>0.13560976618508946</c:v>
                </c:pt>
                <c:pt idx="10060">
                  <c:v>0.13561323932540365</c:v>
                </c:pt>
                <c:pt idx="10061">
                  <c:v>0.13563679393524905</c:v>
                </c:pt>
                <c:pt idx="10062">
                  <c:v>0.13565603065958831</c:v>
                </c:pt>
                <c:pt idx="10063">
                  <c:v>0.13565747034210179</c:v>
                </c:pt>
                <c:pt idx="10064">
                  <c:v>0.13566012215267401</c:v>
                </c:pt>
                <c:pt idx="10065">
                  <c:v>0.13567616549101127</c:v>
                </c:pt>
                <c:pt idx="10066">
                  <c:v>0.13571261346898703</c:v>
                </c:pt>
                <c:pt idx="10067">
                  <c:v>0.13572372046881598</c:v>
                </c:pt>
                <c:pt idx="10068">
                  <c:v>0.13573531072803854</c:v>
                </c:pt>
                <c:pt idx="10069">
                  <c:v>0.13574723798239474</c:v>
                </c:pt>
                <c:pt idx="10070">
                  <c:v>0.13576073860537485</c:v>
                </c:pt>
                <c:pt idx="10071">
                  <c:v>0.13576440402142484</c:v>
                </c:pt>
                <c:pt idx="10072">
                  <c:v>0.13576506907244465</c:v>
                </c:pt>
                <c:pt idx="10073">
                  <c:v>0.13576577237443266</c:v>
                </c:pt>
                <c:pt idx="10074">
                  <c:v>0.13577643904077849</c:v>
                </c:pt>
                <c:pt idx="10075">
                  <c:v>0.13578367756762036</c:v>
                </c:pt>
                <c:pt idx="10076">
                  <c:v>0.13578935852971499</c:v>
                </c:pt>
                <c:pt idx="10077">
                  <c:v>0.13579021724729839</c:v>
                </c:pt>
                <c:pt idx="10078">
                  <c:v>0.1357941109406563</c:v>
                </c:pt>
                <c:pt idx="10079">
                  <c:v>0.13581457017944815</c:v>
                </c:pt>
                <c:pt idx="10080">
                  <c:v>0.13581674495154272</c:v>
                </c:pt>
                <c:pt idx="10081">
                  <c:v>0.13582315428555491</c:v>
                </c:pt>
                <c:pt idx="10082">
                  <c:v>0.13582581426729942</c:v>
                </c:pt>
                <c:pt idx="10083">
                  <c:v>0.13584086005897419</c:v>
                </c:pt>
                <c:pt idx="10084">
                  <c:v>0.13584778420580967</c:v>
                </c:pt>
                <c:pt idx="10085">
                  <c:v>0.13584885597006316</c:v>
                </c:pt>
                <c:pt idx="10086">
                  <c:v>0.13585689385172414</c:v>
                </c:pt>
                <c:pt idx="10087">
                  <c:v>0.1358688243702223</c:v>
                </c:pt>
                <c:pt idx="10088">
                  <c:v>0.13586996157585871</c:v>
                </c:pt>
                <c:pt idx="10089">
                  <c:v>0.13587211132264188</c:v>
                </c:pt>
                <c:pt idx="10090">
                  <c:v>0.13588523120466781</c:v>
                </c:pt>
                <c:pt idx="10091">
                  <c:v>0.13589644336778189</c:v>
                </c:pt>
                <c:pt idx="10092">
                  <c:v>0.1358988609024106</c:v>
                </c:pt>
                <c:pt idx="10093">
                  <c:v>0.13590325845908802</c:v>
                </c:pt>
                <c:pt idx="10094">
                  <c:v>0.1359345606611285</c:v>
                </c:pt>
                <c:pt idx="10095">
                  <c:v>0.13593939206393507</c:v>
                </c:pt>
                <c:pt idx="10096">
                  <c:v>0.13594670798978659</c:v>
                </c:pt>
                <c:pt idx="10097">
                  <c:v>0.13595694972980132</c:v>
                </c:pt>
                <c:pt idx="10098">
                  <c:v>0.13596473447775487</c:v>
                </c:pt>
                <c:pt idx="10099">
                  <c:v>0.13596872973599142</c:v>
                </c:pt>
                <c:pt idx="10100">
                  <c:v>0.13597322967974418</c:v>
                </c:pt>
                <c:pt idx="10101">
                  <c:v>0.13598206375077984</c:v>
                </c:pt>
                <c:pt idx="10102">
                  <c:v>0.13599296221956167</c:v>
                </c:pt>
                <c:pt idx="10103">
                  <c:v>0.13600272435505761</c:v>
                </c:pt>
                <c:pt idx="10104">
                  <c:v>0.13600774377774216</c:v>
                </c:pt>
                <c:pt idx="10105">
                  <c:v>0.13602076601334986</c:v>
                </c:pt>
                <c:pt idx="10106">
                  <c:v>0.13603345810324455</c:v>
                </c:pt>
                <c:pt idx="10107">
                  <c:v>0.13604049883950778</c:v>
                </c:pt>
                <c:pt idx="10108">
                  <c:v>0.13604305461075014</c:v>
                </c:pt>
                <c:pt idx="10109">
                  <c:v>0.13606149806604889</c:v>
                </c:pt>
                <c:pt idx="10110">
                  <c:v>0.13607662979139437</c:v>
                </c:pt>
                <c:pt idx="10111">
                  <c:v>0.13609354061961507</c:v>
                </c:pt>
                <c:pt idx="10112">
                  <c:v>0.13609736579703557</c:v>
                </c:pt>
                <c:pt idx="10113">
                  <c:v>0.13611365849687013</c:v>
                </c:pt>
                <c:pt idx="10114">
                  <c:v>0.13611441333978172</c:v>
                </c:pt>
                <c:pt idx="10115">
                  <c:v>0.1361158826992733</c:v>
                </c:pt>
                <c:pt idx="10116">
                  <c:v>0.13612370994796125</c:v>
                </c:pt>
                <c:pt idx="10117">
                  <c:v>0.13613125596875211</c:v>
                </c:pt>
                <c:pt idx="10118">
                  <c:v>0.13613710497740122</c:v>
                </c:pt>
                <c:pt idx="10119">
                  <c:v>0.13615846673504792</c:v>
                </c:pt>
                <c:pt idx="10120">
                  <c:v>0.13616054814917911</c:v>
                </c:pt>
                <c:pt idx="10121">
                  <c:v>0.13618980331985395</c:v>
                </c:pt>
                <c:pt idx="10122">
                  <c:v>0.13620843052465445</c:v>
                </c:pt>
                <c:pt idx="10123">
                  <c:v>0.13621464421799037</c:v>
                </c:pt>
                <c:pt idx="10124">
                  <c:v>0.1362175613273697</c:v>
                </c:pt>
                <c:pt idx="10125">
                  <c:v>0.13622374647644928</c:v>
                </c:pt>
                <c:pt idx="10126">
                  <c:v>0.13622466969367256</c:v>
                </c:pt>
                <c:pt idx="10127">
                  <c:v>0.13623232748831776</c:v>
                </c:pt>
                <c:pt idx="10128">
                  <c:v>0.13626930382226085</c:v>
                </c:pt>
                <c:pt idx="10129">
                  <c:v>0.13627878469400628</c:v>
                </c:pt>
                <c:pt idx="10130">
                  <c:v>0.13628889607279099</c:v>
                </c:pt>
                <c:pt idx="10131">
                  <c:v>0.13628972130799313</c:v>
                </c:pt>
                <c:pt idx="10132">
                  <c:v>0.1363032517174812</c:v>
                </c:pt>
                <c:pt idx="10133">
                  <c:v>0.13630716324404149</c:v>
                </c:pt>
                <c:pt idx="10134">
                  <c:v>0.1363183921804127</c:v>
                </c:pt>
                <c:pt idx="10135">
                  <c:v>0.13632459545663383</c:v>
                </c:pt>
                <c:pt idx="10136">
                  <c:v>0.1363247761002018</c:v>
                </c:pt>
                <c:pt idx="10137">
                  <c:v>0.13632718101565613</c:v>
                </c:pt>
                <c:pt idx="10138">
                  <c:v>0.13633112157393501</c:v>
                </c:pt>
                <c:pt idx="10139">
                  <c:v>0.13634776511175764</c:v>
                </c:pt>
                <c:pt idx="10140">
                  <c:v>0.13634932689167212</c:v>
                </c:pt>
                <c:pt idx="10141">
                  <c:v>0.13635830168277518</c:v>
                </c:pt>
                <c:pt idx="10142">
                  <c:v>0.1363643421680383</c:v>
                </c:pt>
                <c:pt idx="10143">
                  <c:v>0.1363886226334402</c:v>
                </c:pt>
                <c:pt idx="10144">
                  <c:v>0.13638912828362651</c:v>
                </c:pt>
                <c:pt idx="10145">
                  <c:v>0.13641022259834701</c:v>
                </c:pt>
                <c:pt idx="10146">
                  <c:v>0.13642356462298855</c:v>
                </c:pt>
                <c:pt idx="10147">
                  <c:v>0.13642436910933126</c:v>
                </c:pt>
                <c:pt idx="10148">
                  <c:v>0.13644214117146927</c:v>
                </c:pt>
                <c:pt idx="10149">
                  <c:v>0.13645414059716204</c:v>
                </c:pt>
                <c:pt idx="10150">
                  <c:v>0.13650603564116517</c:v>
                </c:pt>
                <c:pt idx="10151">
                  <c:v>0.13651266393796277</c:v>
                </c:pt>
                <c:pt idx="10152">
                  <c:v>0.13651302473265428</c:v>
                </c:pt>
                <c:pt idx="10153">
                  <c:v>0.13651748694744004</c:v>
                </c:pt>
                <c:pt idx="10154">
                  <c:v>0.13654868540681778</c:v>
                </c:pt>
                <c:pt idx="10155">
                  <c:v>0.13655002533397786</c:v>
                </c:pt>
                <c:pt idx="10156">
                  <c:v>0.13655019786153924</c:v>
                </c:pt>
                <c:pt idx="10157">
                  <c:v>0.13655109619967729</c:v>
                </c:pt>
                <c:pt idx="10158">
                  <c:v>0.13655695827567696</c:v>
                </c:pt>
                <c:pt idx="10159">
                  <c:v>0.13656493348238097</c:v>
                </c:pt>
                <c:pt idx="10160">
                  <c:v>0.13658284080549998</c:v>
                </c:pt>
                <c:pt idx="10161">
                  <c:v>0.13660197481257433</c:v>
                </c:pt>
                <c:pt idx="10162">
                  <c:v>0.13662438443345615</c:v>
                </c:pt>
                <c:pt idx="10163">
                  <c:v>0.13664210756969525</c:v>
                </c:pt>
                <c:pt idx="10164">
                  <c:v>0.13667164707727134</c:v>
                </c:pt>
                <c:pt idx="10165">
                  <c:v>0.13669455318258353</c:v>
                </c:pt>
                <c:pt idx="10166">
                  <c:v>0.13673151058140179</c:v>
                </c:pt>
                <c:pt idx="10167">
                  <c:v>0.1367371925235272</c:v>
                </c:pt>
                <c:pt idx="10168">
                  <c:v>0.13674727980337334</c:v>
                </c:pt>
                <c:pt idx="10169">
                  <c:v>0.13674810141361221</c:v>
                </c:pt>
                <c:pt idx="10170">
                  <c:v>0.13675706769935531</c:v>
                </c:pt>
                <c:pt idx="10171">
                  <c:v>0.13675824115838739</c:v>
                </c:pt>
                <c:pt idx="10172">
                  <c:v>0.13676028779876481</c:v>
                </c:pt>
                <c:pt idx="10173">
                  <c:v>0.13678583318653489</c:v>
                </c:pt>
                <c:pt idx="10174">
                  <c:v>0.13679133573082949</c:v>
                </c:pt>
                <c:pt idx="10175">
                  <c:v>0.13679289518533883</c:v>
                </c:pt>
                <c:pt idx="10176">
                  <c:v>0.13681446504425063</c:v>
                </c:pt>
                <c:pt idx="10177">
                  <c:v>0.13681538063469154</c:v>
                </c:pt>
                <c:pt idx="10178">
                  <c:v>0.13681573786210435</c:v>
                </c:pt>
                <c:pt idx="10179">
                  <c:v>0.13683202124862306</c:v>
                </c:pt>
                <c:pt idx="10180">
                  <c:v>0.1368323702786213</c:v>
                </c:pt>
                <c:pt idx="10181">
                  <c:v>0.13685045174327701</c:v>
                </c:pt>
                <c:pt idx="10182">
                  <c:v>0.1368705649058426</c:v>
                </c:pt>
                <c:pt idx="10183">
                  <c:v>0.13687170352155592</c:v>
                </c:pt>
                <c:pt idx="10184">
                  <c:v>0.13687734025805881</c:v>
                </c:pt>
                <c:pt idx="10185">
                  <c:v>0.13691040325115567</c:v>
                </c:pt>
                <c:pt idx="10186">
                  <c:v>0.13691968441889726</c:v>
                </c:pt>
                <c:pt idx="10187">
                  <c:v>0.13692642791980461</c:v>
                </c:pt>
                <c:pt idx="10188">
                  <c:v>0.13693098913272553</c:v>
                </c:pt>
                <c:pt idx="10189">
                  <c:v>0.13693386605413937</c:v>
                </c:pt>
                <c:pt idx="10190">
                  <c:v>0.13694836165456262</c:v>
                </c:pt>
                <c:pt idx="10191">
                  <c:v>0.1369577867825508</c:v>
                </c:pt>
                <c:pt idx="10192">
                  <c:v>0.13697992324731212</c:v>
                </c:pt>
                <c:pt idx="10193">
                  <c:v>0.13698521438508754</c:v>
                </c:pt>
                <c:pt idx="10194">
                  <c:v>0.13699455534303981</c:v>
                </c:pt>
                <c:pt idx="10195">
                  <c:v>0.13699984643630667</c:v>
                </c:pt>
                <c:pt idx="10196">
                  <c:v>0.13702265073927219</c:v>
                </c:pt>
                <c:pt idx="10197">
                  <c:v>0.1370254782667942</c:v>
                </c:pt>
                <c:pt idx="10198">
                  <c:v>0.13704342980932685</c:v>
                </c:pt>
                <c:pt idx="10199">
                  <c:v>0.13705879503757368</c:v>
                </c:pt>
                <c:pt idx="10200">
                  <c:v>0.13706108080006663</c:v>
                </c:pt>
                <c:pt idx="10201">
                  <c:v>0.1370657885991137</c:v>
                </c:pt>
                <c:pt idx="10202">
                  <c:v>0.1370743710624123</c:v>
                </c:pt>
                <c:pt idx="10203">
                  <c:v>0.13707914261865531</c:v>
                </c:pt>
                <c:pt idx="10204">
                  <c:v>0.13709792817682648</c:v>
                </c:pt>
                <c:pt idx="10205">
                  <c:v>0.13710358928142749</c:v>
                </c:pt>
                <c:pt idx="10206">
                  <c:v>0.1371190433183872</c:v>
                </c:pt>
                <c:pt idx="10207">
                  <c:v>0.13712787302611207</c:v>
                </c:pt>
                <c:pt idx="10208">
                  <c:v>0.13713216352897206</c:v>
                </c:pt>
                <c:pt idx="10209">
                  <c:v>0.13714400882828495</c:v>
                </c:pt>
                <c:pt idx="10210">
                  <c:v>0.13714496409647567</c:v>
                </c:pt>
                <c:pt idx="10211">
                  <c:v>0.13716470621153862</c:v>
                </c:pt>
                <c:pt idx="10212">
                  <c:v>0.1371747037187909</c:v>
                </c:pt>
                <c:pt idx="10213">
                  <c:v>0.13718359698648333</c:v>
                </c:pt>
                <c:pt idx="10214">
                  <c:v>0.13719113220731016</c:v>
                </c:pt>
                <c:pt idx="10215">
                  <c:v>0.13720248446325428</c:v>
                </c:pt>
                <c:pt idx="10216">
                  <c:v>0.13721045143000496</c:v>
                </c:pt>
                <c:pt idx="10217">
                  <c:v>0.13722588645675368</c:v>
                </c:pt>
                <c:pt idx="10218">
                  <c:v>0.13722702664441755</c:v>
                </c:pt>
                <c:pt idx="10219">
                  <c:v>0.13722828779182489</c:v>
                </c:pt>
                <c:pt idx="10220">
                  <c:v>0.13723929862686551</c:v>
                </c:pt>
                <c:pt idx="10221">
                  <c:v>0.13724372809624974</c:v>
                </c:pt>
                <c:pt idx="10222">
                  <c:v>0.13727429708924963</c:v>
                </c:pt>
                <c:pt idx="10223">
                  <c:v>0.13727583520407927</c:v>
                </c:pt>
                <c:pt idx="10224">
                  <c:v>0.13733435371944983</c:v>
                </c:pt>
                <c:pt idx="10225">
                  <c:v>0.13733613773031406</c:v>
                </c:pt>
                <c:pt idx="10226">
                  <c:v>0.13734260540896073</c:v>
                </c:pt>
                <c:pt idx="10227">
                  <c:v>0.13735087364734888</c:v>
                </c:pt>
                <c:pt idx="10228">
                  <c:v>0.13735782941986502</c:v>
                </c:pt>
                <c:pt idx="10229">
                  <c:v>0.13735914180080794</c:v>
                </c:pt>
                <c:pt idx="10230">
                  <c:v>0.13736793486502319</c:v>
                </c:pt>
                <c:pt idx="10231">
                  <c:v>0.13737831501381609</c:v>
                </c:pt>
                <c:pt idx="10232">
                  <c:v>0.13738724085088821</c:v>
                </c:pt>
                <c:pt idx="10233">
                  <c:v>0.13738727387890023</c:v>
                </c:pt>
                <c:pt idx="10234">
                  <c:v>0.1374020280815606</c:v>
                </c:pt>
                <c:pt idx="10235">
                  <c:v>0.13741098463427132</c:v>
                </c:pt>
                <c:pt idx="10236">
                  <c:v>0.13741109807383384</c:v>
                </c:pt>
                <c:pt idx="10237">
                  <c:v>0.13742470672614104</c:v>
                </c:pt>
                <c:pt idx="10238">
                  <c:v>0.13742861934269016</c:v>
                </c:pt>
                <c:pt idx="10239">
                  <c:v>0.13743439506626626</c:v>
                </c:pt>
                <c:pt idx="10240">
                  <c:v>0.13744825437352137</c:v>
                </c:pt>
                <c:pt idx="10241">
                  <c:v>0.13744875073725044</c:v>
                </c:pt>
                <c:pt idx="10242">
                  <c:v>0.13745851666977363</c:v>
                </c:pt>
                <c:pt idx="10243">
                  <c:v>0.13748567616655372</c:v>
                </c:pt>
                <c:pt idx="10244">
                  <c:v>0.13748680397812424</c:v>
                </c:pt>
                <c:pt idx="10245">
                  <c:v>0.13749055443879915</c:v>
                </c:pt>
                <c:pt idx="10246">
                  <c:v>0.13750305716520464</c:v>
                </c:pt>
                <c:pt idx="10247">
                  <c:v>0.13750454379498453</c:v>
                </c:pt>
                <c:pt idx="10248">
                  <c:v>0.13751030659567542</c:v>
                </c:pt>
                <c:pt idx="10249">
                  <c:v>0.13751537211898612</c:v>
                </c:pt>
                <c:pt idx="10250">
                  <c:v>0.13753004414475709</c:v>
                </c:pt>
                <c:pt idx="10251">
                  <c:v>0.13754874784200705</c:v>
                </c:pt>
                <c:pt idx="10252">
                  <c:v>0.13755155295149235</c:v>
                </c:pt>
                <c:pt idx="10253">
                  <c:v>0.13755655652776019</c:v>
                </c:pt>
                <c:pt idx="10254">
                  <c:v>0.13757560852348305</c:v>
                </c:pt>
                <c:pt idx="10255">
                  <c:v>0.13757774666216332</c:v>
                </c:pt>
                <c:pt idx="10256">
                  <c:v>0.13757994509478449</c:v>
                </c:pt>
                <c:pt idx="10257">
                  <c:v>0.13760092407398575</c:v>
                </c:pt>
                <c:pt idx="10258">
                  <c:v>0.13760213230144969</c:v>
                </c:pt>
                <c:pt idx="10259">
                  <c:v>0.13762685737511085</c:v>
                </c:pt>
                <c:pt idx="10260">
                  <c:v>0.1376364647272646</c:v>
                </c:pt>
                <c:pt idx="10261">
                  <c:v>0.13765852824515101</c:v>
                </c:pt>
                <c:pt idx="10262">
                  <c:v>0.13766953892518366</c:v>
                </c:pt>
                <c:pt idx="10263">
                  <c:v>0.13767774934653221</c:v>
                </c:pt>
                <c:pt idx="10264">
                  <c:v>0.13768322960355697</c:v>
                </c:pt>
                <c:pt idx="10265">
                  <c:v>0.13768918673346087</c:v>
                </c:pt>
                <c:pt idx="10266">
                  <c:v>0.13770369023802534</c:v>
                </c:pt>
                <c:pt idx="10267">
                  <c:v>0.13771958547586849</c:v>
                </c:pt>
                <c:pt idx="10268">
                  <c:v>0.13772001772859796</c:v>
                </c:pt>
                <c:pt idx="10269">
                  <c:v>0.13772891882444768</c:v>
                </c:pt>
                <c:pt idx="10270">
                  <c:v>0.13773603658211461</c:v>
                </c:pt>
                <c:pt idx="10271">
                  <c:v>0.13773723331643953</c:v>
                </c:pt>
                <c:pt idx="10272">
                  <c:v>0.13775695759849263</c:v>
                </c:pt>
                <c:pt idx="10273">
                  <c:v>0.13776195287135473</c:v>
                </c:pt>
                <c:pt idx="10274">
                  <c:v>0.1377865679000653</c:v>
                </c:pt>
                <c:pt idx="10275">
                  <c:v>0.13780363412505492</c:v>
                </c:pt>
                <c:pt idx="10276">
                  <c:v>0.13780920376356831</c:v>
                </c:pt>
                <c:pt idx="10277">
                  <c:v>0.137821593002317</c:v>
                </c:pt>
                <c:pt idx="10278">
                  <c:v>0.13782813852953388</c:v>
                </c:pt>
                <c:pt idx="10279">
                  <c:v>0.13784442426285601</c:v>
                </c:pt>
                <c:pt idx="10280">
                  <c:v>0.13784703894716605</c:v>
                </c:pt>
                <c:pt idx="10281">
                  <c:v>0.13785383915515961</c:v>
                </c:pt>
                <c:pt idx="10282">
                  <c:v>0.13785473736105103</c:v>
                </c:pt>
                <c:pt idx="10283">
                  <c:v>0.13786181449983714</c:v>
                </c:pt>
                <c:pt idx="10284">
                  <c:v>0.13786357795887519</c:v>
                </c:pt>
                <c:pt idx="10285">
                  <c:v>0.13787056458867755</c:v>
                </c:pt>
                <c:pt idx="10286">
                  <c:v>0.13787155788316835</c:v>
                </c:pt>
                <c:pt idx="10287">
                  <c:v>0.13787623142887084</c:v>
                </c:pt>
                <c:pt idx="10288">
                  <c:v>0.13787809747738591</c:v>
                </c:pt>
                <c:pt idx="10289">
                  <c:v>0.13788087305959459</c:v>
                </c:pt>
                <c:pt idx="10290">
                  <c:v>0.13788890302893431</c:v>
                </c:pt>
                <c:pt idx="10291">
                  <c:v>0.1378999611285342</c:v>
                </c:pt>
                <c:pt idx="10292">
                  <c:v>0.13790288486861821</c:v>
                </c:pt>
                <c:pt idx="10293">
                  <c:v>0.13790464892108031</c:v>
                </c:pt>
                <c:pt idx="10294">
                  <c:v>0.13790725709868104</c:v>
                </c:pt>
                <c:pt idx="10295">
                  <c:v>0.13791785124738457</c:v>
                </c:pt>
                <c:pt idx="10296">
                  <c:v>0.13792603654340665</c:v>
                </c:pt>
                <c:pt idx="10297">
                  <c:v>0.13792955208868041</c:v>
                </c:pt>
                <c:pt idx="10298">
                  <c:v>0.13796771514867126</c:v>
                </c:pt>
                <c:pt idx="10299">
                  <c:v>0.13799248657438482</c:v>
                </c:pt>
                <c:pt idx="10300">
                  <c:v>0.13802528022885804</c:v>
                </c:pt>
                <c:pt idx="10301">
                  <c:v>0.13802609907419219</c:v>
                </c:pt>
                <c:pt idx="10302">
                  <c:v>0.13803701362112852</c:v>
                </c:pt>
                <c:pt idx="10303">
                  <c:v>0.13803917637215554</c:v>
                </c:pt>
                <c:pt idx="10304">
                  <c:v>0.1380505341530259</c:v>
                </c:pt>
                <c:pt idx="10305">
                  <c:v>0.13805113675803224</c:v>
                </c:pt>
                <c:pt idx="10306">
                  <c:v>0.13805259546869758</c:v>
                </c:pt>
                <c:pt idx="10307">
                  <c:v>0.13809605840934688</c:v>
                </c:pt>
                <c:pt idx="10308">
                  <c:v>0.13810261638289478</c:v>
                </c:pt>
                <c:pt idx="10309">
                  <c:v>0.1381100075075643</c:v>
                </c:pt>
                <c:pt idx="10310">
                  <c:v>0.13813913973683614</c:v>
                </c:pt>
                <c:pt idx="10311">
                  <c:v>0.13814330979828318</c:v>
                </c:pt>
                <c:pt idx="10312">
                  <c:v>0.13814601857324751</c:v>
                </c:pt>
                <c:pt idx="10313">
                  <c:v>0.13815762336440296</c:v>
                </c:pt>
                <c:pt idx="10314">
                  <c:v>0.13816060093221197</c:v>
                </c:pt>
                <c:pt idx="10315">
                  <c:v>0.13817784003715189</c:v>
                </c:pt>
                <c:pt idx="10316">
                  <c:v>0.13818011258003837</c:v>
                </c:pt>
                <c:pt idx="10317">
                  <c:v>0.13821476188088369</c:v>
                </c:pt>
                <c:pt idx="10318">
                  <c:v>0.13822842378775951</c:v>
                </c:pt>
                <c:pt idx="10319">
                  <c:v>0.13824343134980527</c:v>
                </c:pt>
                <c:pt idx="10320">
                  <c:v>0.13825284190009393</c:v>
                </c:pt>
                <c:pt idx="10321">
                  <c:v>0.1382546902637907</c:v>
                </c:pt>
                <c:pt idx="10322">
                  <c:v>0.138265309476167</c:v>
                </c:pt>
                <c:pt idx="10323">
                  <c:v>0.13827367283111974</c:v>
                </c:pt>
                <c:pt idx="10324">
                  <c:v>0.13827431325920311</c:v>
                </c:pt>
                <c:pt idx="10325">
                  <c:v>0.13828009461666069</c:v>
                </c:pt>
                <c:pt idx="10326">
                  <c:v>0.13828469089512849</c:v>
                </c:pt>
                <c:pt idx="10327">
                  <c:v>0.13828500301614338</c:v>
                </c:pt>
                <c:pt idx="10328">
                  <c:v>0.13830284172333657</c:v>
                </c:pt>
                <c:pt idx="10329">
                  <c:v>0.1383033040817</c:v>
                </c:pt>
                <c:pt idx="10330">
                  <c:v>0.13830781099347389</c:v>
                </c:pt>
                <c:pt idx="10331">
                  <c:v>0.13830847633522905</c:v>
                </c:pt>
                <c:pt idx="10332">
                  <c:v>0.1383142057800987</c:v>
                </c:pt>
                <c:pt idx="10333">
                  <c:v>0.13831815057663158</c:v>
                </c:pt>
                <c:pt idx="10334">
                  <c:v>0.1383488743140871</c:v>
                </c:pt>
                <c:pt idx="10335">
                  <c:v>0.13836897736909901</c:v>
                </c:pt>
                <c:pt idx="10336">
                  <c:v>0.13837413814870908</c:v>
                </c:pt>
                <c:pt idx="10337">
                  <c:v>0.13838521999347483</c:v>
                </c:pt>
                <c:pt idx="10338">
                  <c:v>0.13838551997492235</c:v>
                </c:pt>
                <c:pt idx="10339">
                  <c:v>0.13838967134960189</c:v>
                </c:pt>
                <c:pt idx="10340">
                  <c:v>0.13841653616155508</c:v>
                </c:pt>
                <c:pt idx="10341">
                  <c:v>0.1384235925879406</c:v>
                </c:pt>
                <c:pt idx="10342">
                  <c:v>0.13843364136569677</c:v>
                </c:pt>
                <c:pt idx="10343">
                  <c:v>0.13843682842811539</c:v>
                </c:pt>
                <c:pt idx="10344">
                  <c:v>0.13844551840827429</c:v>
                </c:pt>
                <c:pt idx="10345">
                  <c:v>0.13845387160973466</c:v>
                </c:pt>
                <c:pt idx="10346">
                  <c:v>0.13845579188061069</c:v>
                </c:pt>
                <c:pt idx="10347">
                  <c:v>0.13846654048074378</c:v>
                </c:pt>
                <c:pt idx="10348">
                  <c:v>0.13847327804150042</c:v>
                </c:pt>
                <c:pt idx="10349">
                  <c:v>0.13848129104410048</c:v>
                </c:pt>
                <c:pt idx="10350">
                  <c:v>0.1384851756367714</c:v>
                </c:pt>
                <c:pt idx="10351">
                  <c:v>0.13849255163020588</c:v>
                </c:pt>
                <c:pt idx="10352">
                  <c:v>0.13849632788188096</c:v>
                </c:pt>
                <c:pt idx="10353">
                  <c:v>0.13850896261555007</c:v>
                </c:pt>
                <c:pt idx="10354">
                  <c:v>0.13851318455851064</c:v>
                </c:pt>
                <c:pt idx="10355">
                  <c:v>0.13851325433741044</c:v>
                </c:pt>
                <c:pt idx="10356">
                  <c:v>0.13852353167107243</c:v>
                </c:pt>
                <c:pt idx="10357">
                  <c:v>0.13852461414152545</c:v>
                </c:pt>
                <c:pt idx="10358">
                  <c:v>0.13853379386645254</c:v>
                </c:pt>
                <c:pt idx="10359">
                  <c:v>0.13853469705856647</c:v>
                </c:pt>
                <c:pt idx="10360">
                  <c:v>0.13853967447336588</c:v>
                </c:pt>
                <c:pt idx="10361">
                  <c:v>0.13856299712285144</c:v>
                </c:pt>
                <c:pt idx="10362">
                  <c:v>0.13857600275704837</c:v>
                </c:pt>
                <c:pt idx="10363">
                  <c:v>0.13857825837640847</c:v>
                </c:pt>
                <c:pt idx="10364">
                  <c:v>0.13859257524069923</c:v>
                </c:pt>
                <c:pt idx="10365">
                  <c:v>0.13860455704463764</c:v>
                </c:pt>
                <c:pt idx="10366">
                  <c:v>0.1386139414444649</c:v>
                </c:pt>
                <c:pt idx="10367">
                  <c:v>0.13861982395203204</c:v>
                </c:pt>
                <c:pt idx="10368">
                  <c:v>0.13864163291467257</c:v>
                </c:pt>
                <c:pt idx="10369">
                  <c:v>0.13865104302855066</c:v>
                </c:pt>
                <c:pt idx="10370">
                  <c:v>0.13865211349781073</c:v>
                </c:pt>
                <c:pt idx="10371">
                  <c:v>0.13865738305931635</c:v>
                </c:pt>
                <c:pt idx="10372">
                  <c:v>0.13866842531422724</c:v>
                </c:pt>
                <c:pt idx="10373">
                  <c:v>0.13866876150632595</c:v>
                </c:pt>
                <c:pt idx="10374">
                  <c:v>0.13870032748937672</c:v>
                </c:pt>
                <c:pt idx="10375">
                  <c:v>0.13871019429631692</c:v>
                </c:pt>
                <c:pt idx="10376">
                  <c:v>0.13872585882469909</c:v>
                </c:pt>
                <c:pt idx="10377">
                  <c:v>0.1387276889793396</c:v>
                </c:pt>
                <c:pt idx="10378">
                  <c:v>0.13874412444292575</c:v>
                </c:pt>
                <c:pt idx="10379">
                  <c:v>0.13875498919441648</c:v>
                </c:pt>
                <c:pt idx="10380">
                  <c:v>0.13876308747811408</c:v>
                </c:pt>
                <c:pt idx="10381">
                  <c:v>0.1387651965002307</c:v>
                </c:pt>
                <c:pt idx="10382">
                  <c:v>0.13876982934456208</c:v>
                </c:pt>
                <c:pt idx="10383">
                  <c:v>0.13877905987780684</c:v>
                </c:pt>
                <c:pt idx="10384">
                  <c:v>0.1387795377308077</c:v>
                </c:pt>
                <c:pt idx="10385">
                  <c:v>0.1387863758961137</c:v>
                </c:pt>
                <c:pt idx="10386">
                  <c:v>0.13879270481813219</c:v>
                </c:pt>
                <c:pt idx="10387">
                  <c:v>0.13879277306039176</c:v>
                </c:pt>
                <c:pt idx="10388">
                  <c:v>0.13879769388251353</c:v>
                </c:pt>
                <c:pt idx="10389">
                  <c:v>0.13880789960444181</c:v>
                </c:pt>
                <c:pt idx="10390">
                  <c:v>0.13881616749983819</c:v>
                </c:pt>
                <c:pt idx="10391">
                  <c:v>0.13883174843981871</c:v>
                </c:pt>
                <c:pt idx="10392">
                  <c:v>0.13884429962402661</c:v>
                </c:pt>
                <c:pt idx="10393">
                  <c:v>0.13884438743989991</c:v>
                </c:pt>
                <c:pt idx="10394">
                  <c:v>0.13885281649400352</c:v>
                </c:pt>
                <c:pt idx="10395">
                  <c:v>0.13886563177848493</c:v>
                </c:pt>
                <c:pt idx="10396">
                  <c:v>0.138879198088562</c:v>
                </c:pt>
                <c:pt idx="10397">
                  <c:v>0.13888012454100512</c:v>
                </c:pt>
                <c:pt idx="10398">
                  <c:v>0.13888091140993983</c:v>
                </c:pt>
                <c:pt idx="10399">
                  <c:v>0.13889463980186934</c:v>
                </c:pt>
                <c:pt idx="10400">
                  <c:v>0.13892785976686706</c:v>
                </c:pt>
                <c:pt idx="10401">
                  <c:v>0.13894781229316178</c:v>
                </c:pt>
                <c:pt idx="10402">
                  <c:v>0.13897326026718748</c:v>
                </c:pt>
                <c:pt idx="10403">
                  <c:v>0.13897745535709105</c:v>
                </c:pt>
                <c:pt idx="10404">
                  <c:v>0.13898559660023108</c:v>
                </c:pt>
                <c:pt idx="10405">
                  <c:v>0.13900220966001553</c:v>
                </c:pt>
                <c:pt idx="10406">
                  <c:v>0.13902516530802705</c:v>
                </c:pt>
                <c:pt idx="10407">
                  <c:v>0.13904766147541586</c:v>
                </c:pt>
                <c:pt idx="10408">
                  <c:v>0.13906552524608989</c:v>
                </c:pt>
                <c:pt idx="10409">
                  <c:v>0.13906849945158631</c:v>
                </c:pt>
                <c:pt idx="10410">
                  <c:v>0.13908246437465091</c:v>
                </c:pt>
                <c:pt idx="10411">
                  <c:v>0.13909829718076208</c:v>
                </c:pt>
                <c:pt idx="10412">
                  <c:v>0.13910507405068423</c:v>
                </c:pt>
                <c:pt idx="10413">
                  <c:v>0.13911668368724153</c:v>
                </c:pt>
                <c:pt idx="10414">
                  <c:v>0.13912291519407155</c:v>
                </c:pt>
                <c:pt idx="10415">
                  <c:v>0.13912347873616093</c:v>
                </c:pt>
                <c:pt idx="10416">
                  <c:v>0.13913663097889631</c:v>
                </c:pt>
                <c:pt idx="10417">
                  <c:v>0.1391463330114015</c:v>
                </c:pt>
                <c:pt idx="10418">
                  <c:v>0.13915529553189776</c:v>
                </c:pt>
                <c:pt idx="10419">
                  <c:v>0.13919253887305516</c:v>
                </c:pt>
                <c:pt idx="10420">
                  <c:v>0.13919354725521241</c:v>
                </c:pt>
                <c:pt idx="10421">
                  <c:v>0.13920861870277029</c:v>
                </c:pt>
                <c:pt idx="10422">
                  <c:v>0.13920951526979153</c:v>
                </c:pt>
                <c:pt idx="10423">
                  <c:v>0.13921348330908798</c:v>
                </c:pt>
                <c:pt idx="10424">
                  <c:v>0.13921724210585068</c:v>
                </c:pt>
                <c:pt idx="10425">
                  <c:v>0.13921904494361481</c:v>
                </c:pt>
                <c:pt idx="10426">
                  <c:v>0.13926250712428911</c:v>
                </c:pt>
                <c:pt idx="10427">
                  <c:v>0.13927959976292428</c:v>
                </c:pt>
                <c:pt idx="10428">
                  <c:v>0.13928222842633384</c:v>
                </c:pt>
                <c:pt idx="10429">
                  <c:v>0.1392901465397359</c:v>
                </c:pt>
                <c:pt idx="10430">
                  <c:v>0.13929088915012583</c:v>
                </c:pt>
                <c:pt idx="10431">
                  <c:v>0.1392952215481143</c:v>
                </c:pt>
                <c:pt idx="10432">
                  <c:v>0.13929592784268224</c:v>
                </c:pt>
                <c:pt idx="10433">
                  <c:v>0.13929914576071728</c:v>
                </c:pt>
                <c:pt idx="10434">
                  <c:v>0.13932213376520672</c:v>
                </c:pt>
                <c:pt idx="10435">
                  <c:v>0.13932984500649745</c:v>
                </c:pt>
                <c:pt idx="10436">
                  <c:v>0.13933440563662761</c:v>
                </c:pt>
                <c:pt idx="10437">
                  <c:v>0.13936366089006513</c:v>
                </c:pt>
                <c:pt idx="10438">
                  <c:v>0.13936503197842454</c:v>
                </c:pt>
                <c:pt idx="10439">
                  <c:v>0.13936875221584863</c:v>
                </c:pt>
                <c:pt idx="10440">
                  <c:v>0.13937244075952826</c:v>
                </c:pt>
                <c:pt idx="10441">
                  <c:v>0.13937618444634642</c:v>
                </c:pt>
                <c:pt idx="10442">
                  <c:v>0.13939197669970749</c:v>
                </c:pt>
                <c:pt idx="10443">
                  <c:v>0.13940389138296755</c:v>
                </c:pt>
                <c:pt idx="10444">
                  <c:v>0.13942197717962232</c:v>
                </c:pt>
                <c:pt idx="10445">
                  <c:v>0.13942841002376463</c:v>
                </c:pt>
                <c:pt idx="10446">
                  <c:v>0.1394297872611639</c:v>
                </c:pt>
                <c:pt idx="10447">
                  <c:v>0.13943097585586914</c:v>
                </c:pt>
                <c:pt idx="10448">
                  <c:v>0.13944087230590921</c:v>
                </c:pt>
                <c:pt idx="10449">
                  <c:v>0.13945954460203513</c:v>
                </c:pt>
                <c:pt idx="10450">
                  <c:v>0.13949021362138839</c:v>
                </c:pt>
                <c:pt idx="10451">
                  <c:v>0.13949424005514813</c:v>
                </c:pt>
                <c:pt idx="10452">
                  <c:v>0.13950926327747443</c:v>
                </c:pt>
                <c:pt idx="10453">
                  <c:v>0.13951096074451957</c:v>
                </c:pt>
                <c:pt idx="10454">
                  <c:v>0.13951278405327475</c:v>
                </c:pt>
                <c:pt idx="10455">
                  <c:v>0.13952167568422796</c:v>
                </c:pt>
                <c:pt idx="10456">
                  <c:v>0.13952718177048029</c:v>
                </c:pt>
                <c:pt idx="10457">
                  <c:v>0.13953186884784802</c:v>
                </c:pt>
                <c:pt idx="10458">
                  <c:v>0.13954652791066338</c:v>
                </c:pt>
                <c:pt idx="10459">
                  <c:v>0.13955164894026015</c:v>
                </c:pt>
                <c:pt idx="10460">
                  <c:v>0.13955354235110612</c:v>
                </c:pt>
                <c:pt idx="10461">
                  <c:v>0.13956255880645699</c:v>
                </c:pt>
                <c:pt idx="10462">
                  <c:v>0.13957082756666075</c:v>
                </c:pt>
                <c:pt idx="10463">
                  <c:v>0.13957597408640354</c:v>
                </c:pt>
                <c:pt idx="10464">
                  <c:v>0.13961322371336315</c:v>
                </c:pt>
                <c:pt idx="10465">
                  <c:v>0.13962878215258662</c:v>
                </c:pt>
                <c:pt idx="10466">
                  <c:v>0.13963317475826034</c:v>
                </c:pt>
                <c:pt idx="10467">
                  <c:v>0.13963658584331615</c:v>
                </c:pt>
                <c:pt idx="10468">
                  <c:v>0.13963865279072998</c:v>
                </c:pt>
                <c:pt idx="10469">
                  <c:v>0.13963994864228593</c:v>
                </c:pt>
                <c:pt idx="10470">
                  <c:v>0.13964470250766234</c:v>
                </c:pt>
                <c:pt idx="10471">
                  <c:v>0.13965010599275474</c:v>
                </c:pt>
                <c:pt idx="10472">
                  <c:v>0.13966312164782219</c:v>
                </c:pt>
                <c:pt idx="10473">
                  <c:v>0.1396921609623428</c:v>
                </c:pt>
                <c:pt idx="10474">
                  <c:v>0.13970086521361438</c:v>
                </c:pt>
                <c:pt idx="10475">
                  <c:v>0.13970850238644233</c:v>
                </c:pt>
                <c:pt idx="10476">
                  <c:v>0.13971431042347587</c:v>
                </c:pt>
                <c:pt idx="10477">
                  <c:v>0.13972367714164735</c:v>
                </c:pt>
                <c:pt idx="10478">
                  <c:v>0.1397336646311709</c:v>
                </c:pt>
                <c:pt idx="10479">
                  <c:v>0.13975191611008708</c:v>
                </c:pt>
                <c:pt idx="10480">
                  <c:v>0.1397560180851255</c:v>
                </c:pt>
                <c:pt idx="10481">
                  <c:v>0.13977418084222346</c:v>
                </c:pt>
                <c:pt idx="10482">
                  <c:v>0.13977484734374226</c:v>
                </c:pt>
                <c:pt idx="10483">
                  <c:v>0.13979475945814904</c:v>
                </c:pt>
                <c:pt idx="10484">
                  <c:v>0.13983351168942459</c:v>
                </c:pt>
                <c:pt idx="10485">
                  <c:v>0.1398469246011233</c:v>
                </c:pt>
                <c:pt idx="10486">
                  <c:v>0.13985476051895179</c:v>
                </c:pt>
                <c:pt idx="10487">
                  <c:v>0.13985542534499815</c:v>
                </c:pt>
                <c:pt idx="10488">
                  <c:v>0.13986522963480913</c:v>
                </c:pt>
                <c:pt idx="10489">
                  <c:v>0.13988168221267863</c:v>
                </c:pt>
                <c:pt idx="10490">
                  <c:v>0.13989840557649319</c:v>
                </c:pt>
                <c:pt idx="10491">
                  <c:v>0.1398987682130757</c:v>
                </c:pt>
                <c:pt idx="10492">
                  <c:v>0.13991426224297615</c:v>
                </c:pt>
                <c:pt idx="10493">
                  <c:v>0.1399239367004316</c:v>
                </c:pt>
                <c:pt idx="10494">
                  <c:v>0.13993596120591925</c:v>
                </c:pt>
                <c:pt idx="10495">
                  <c:v>0.13995324189064592</c:v>
                </c:pt>
                <c:pt idx="10496">
                  <c:v>0.13997996421191941</c:v>
                </c:pt>
                <c:pt idx="10497">
                  <c:v>0.1400060177839568</c:v>
                </c:pt>
                <c:pt idx="10498">
                  <c:v>0.14001905012273405</c:v>
                </c:pt>
                <c:pt idx="10499">
                  <c:v>0.1400201666946721</c:v>
                </c:pt>
                <c:pt idx="10500">
                  <c:v>0.14002388879147032</c:v>
                </c:pt>
                <c:pt idx="10501">
                  <c:v>0.14002657038686522</c:v>
                </c:pt>
                <c:pt idx="10502">
                  <c:v>0.1400363407708359</c:v>
                </c:pt>
                <c:pt idx="10503">
                  <c:v>0.14005043492319386</c:v>
                </c:pt>
                <c:pt idx="10504">
                  <c:v>0.14005660349857901</c:v>
                </c:pt>
                <c:pt idx="10505">
                  <c:v>0.1400609285046199</c:v>
                </c:pt>
                <c:pt idx="10506">
                  <c:v>0.14006659396097246</c:v>
                </c:pt>
                <c:pt idx="10507">
                  <c:v>0.14007528183059353</c:v>
                </c:pt>
                <c:pt idx="10508">
                  <c:v>0.14009332025794657</c:v>
                </c:pt>
                <c:pt idx="10509">
                  <c:v>0.14010396471022424</c:v>
                </c:pt>
                <c:pt idx="10510">
                  <c:v>0.14012097481561109</c:v>
                </c:pt>
                <c:pt idx="10511">
                  <c:v>0.14012240210022198</c:v>
                </c:pt>
                <c:pt idx="10512">
                  <c:v>0.1401238506795629</c:v>
                </c:pt>
                <c:pt idx="10513">
                  <c:v>0.14014886551579039</c:v>
                </c:pt>
                <c:pt idx="10514">
                  <c:v>0.14017008175699042</c:v>
                </c:pt>
                <c:pt idx="10515">
                  <c:v>0.14019219415567533</c:v>
                </c:pt>
                <c:pt idx="10516">
                  <c:v>0.14021309948797364</c:v>
                </c:pt>
                <c:pt idx="10517">
                  <c:v>0.14022166946946413</c:v>
                </c:pt>
                <c:pt idx="10518">
                  <c:v>0.14022602211962296</c:v>
                </c:pt>
                <c:pt idx="10519">
                  <c:v>0.14024257989404637</c:v>
                </c:pt>
                <c:pt idx="10520">
                  <c:v>0.14024761876326702</c:v>
                </c:pt>
                <c:pt idx="10521">
                  <c:v>0.14026566618043487</c:v>
                </c:pt>
                <c:pt idx="10522">
                  <c:v>0.14026677796703294</c:v>
                </c:pt>
                <c:pt idx="10523">
                  <c:v>0.14026720326540218</c:v>
                </c:pt>
                <c:pt idx="10524">
                  <c:v>0.14027976709320428</c:v>
                </c:pt>
                <c:pt idx="10525">
                  <c:v>0.14028633980800595</c:v>
                </c:pt>
                <c:pt idx="10526">
                  <c:v>0.14030029142876757</c:v>
                </c:pt>
                <c:pt idx="10527">
                  <c:v>0.14030730746497616</c:v>
                </c:pt>
                <c:pt idx="10528">
                  <c:v>0.14030821100496288</c:v>
                </c:pt>
                <c:pt idx="10529">
                  <c:v>0.14031302584450028</c:v>
                </c:pt>
                <c:pt idx="10530">
                  <c:v>0.1403141227992655</c:v>
                </c:pt>
                <c:pt idx="10531">
                  <c:v>0.14032372702978477</c:v>
                </c:pt>
                <c:pt idx="10532">
                  <c:v>0.14032378299315887</c:v>
                </c:pt>
                <c:pt idx="10533">
                  <c:v>0.1403372747759771</c:v>
                </c:pt>
                <c:pt idx="10534">
                  <c:v>0.14035478845926372</c:v>
                </c:pt>
                <c:pt idx="10535">
                  <c:v>0.14035699033723026</c:v>
                </c:pt>
                <c:pt idx="10536">
                  <c:v>0.14037864348673124</c:v>
                </c:pt>
                <c:pt idx="10537">
                  <c:v>0.14038191418736759</c:v>
                </c:pt>
                <c:pt idx="10538">
                  <c:v>0.14038217780790874</c:v>
                </c:pt>
                <c:pt idx="10539">
                  <c:v>0.14038447990262784</c:v>
                </c:pt>
                <c:pt idx="10540">
                  <c:v>0.14039045782763221</c:v>
                </c:pt>
                <c:pt idx="10541">
                  <c:v>0.1403921935576205</c:v>
                </c:pt>
                <c:pt idx="10542">
                  <c:v>0.14040367288515676</c:v>
                </c:pt>
                <c:pt idx="10543">
                  <c:v>0.14041143459386857</c:v>
                </c:pt>
                <c:pt idx="10544">
                  <c:v>0.14043349844141756</c:v>
                </c:pt>
                <c:pt idx="10545">
                  <c:v>0.14044509653332729</c:v>
                </c:pt>
                <c:pt idx="10546">
                  <c:v>0.14044620740558295</c:v>
                </c:pt>
                <c:pt idx="10547">
                  <c:v>0.14045222170388458</c:v>
                </c:pt>
                <c:pt idx="10548">
                  <c:v>0.14046075781298895</c:v>
                </c:pt>
                <c:pt idx="10549">
                  <c:v>0.14046479643783905</c:v>
                </c:pt>
                <c:pt idx="10550">
                  <c:v>0.14046654399659486</c:v>
                </c:pt>
                <c:pt idx="10551">
                  <c:v>0.14047674707444971</c:v>
                </c:pt>
                <c:pt idx="10552">
                  <c:v>0.1404837069109614</c:v>
                </c:pt>
                <c:pt idx="10553">
                  <c:v>0.14050143662764755</c:v>
                </c:pt>
                <c:pt idx="10554">
                  <c:v>0.14051050040141985</c:v>
                </c:pt>
                <c:pt idx="10555">
                  <c:v>0.14051588403812484</c:v>
                </c:pt>
                <c:pt idx="10556">
                  <c:v>0.14052087543844574</c:v>
                </c:pt>
                <c:pt idx="10557">
                  <c:v>0.14053121942772426</c:v>
                </c:pt>
                <c:pt idx="10558">
                  <c:v>0.14056411507522074</c:v>
                </c:pt>
                <c:pt idx="10559">
                  <c:v>0.14056520129947145</c:v>
                </c:pt>
                <c:pt idx="10560">
                  <c:v>0.14056690114671272</c:v>
                </c:pt>
                <c:pt idx="10561">
                  <c:v>0.14058414812455267</c:v>
                </c:pt>
                <c:pt idx="10562">
                  <c:v>0.14058597464517567</c:v>
                </c:pt>
                <c:pt idx="10563">
                  <c:v>0.14059964513242187</c:v>
                </c:pt>
                <c:pt idx="10564">
                  <c:v>0.14061823922614702</c:v>
                </c:pt>
                <c:pt idx="10565">
                  <c:v>0.14063035842382507</c:v>
                </c:pt>
                <c:pt idx="10566">
                  <c:v>0.14063079184516963</c:v>
                </c:pt>
                <c:pt idx="10567">
                  <c:v>0.14064530803659056</c:v>
                </c:pt>
                <c:pt idx="10568">
                  <c:v>0.14065591548397449</c:v>
                </c:pt>
                <c:pt idx="10569">
                  <c:v>0.14066019109267588</c:v>
                </c:pt>
                <c:pt idx="10570">
                  <c:v>0.14067354035052132</c:v>
                </c:pt>
                <c:pt idx="10571">
                  <c:v>0.14068103838505225</c:v>
                </c:pt>
                <c:pt idx="10572">
                  <c:v>0.14068223109532538</c:v>
                </c:pt>
                <c:pt idx="10573">
                  <c:v>0.14068663743244844</c:v>
                </c:pt>
                <c:pt idx="10574">
                  <c:v>0.1407144151513943</c:v>
                </c:pt>
                <c:pt idx="10575">
                  <c:v>0.14072121699220674</c:v>
                </c:pt>
                <c:pt idx="10576">
                  <c:v>0.14072190897142947</c:v>
                </c:pt>
                <c:pt idx="10577">
                  <c:v>0.14073820842317467</c:v>
                </c:pt>
                <c:pt idx="10578">
                  <c:v>0.14074853249283129</c:v>
                </c:pt>
                <c:pt idx="10579">
                  <c:v>0.14075077111570439</c:v>
                </c:pt>
                <c:pt idx="10580">
                  <c:v>0.14076375461342572</c:v>
                </c:pt>
                <c:pt idx="10581">
                  <c:v>0.14077285431977862</c:v>
                </c:pt>
                <c:pt idx="10582">
                  <c:v>0.14077566916470893</c:v>
                </c:pt>
                <c:pt idx="10583">
                  <c:v>0.14078832187811585</c:v>
                </c:pt>
                <c:pt idx="10584">
                  <c:v>0.14081960474965649</c:v>
                </c:pt>
                <c:pt idx="10585">
                  <c:v>0.14085088793429285</c:v>
                </c:pt>
                <c:pt idx="10586">
                  <c:v>0.14085753803251683</c:v>
                </c:pt>
                <c:pt idx="10587">
                  <c:v>0.14086183477894568</c:v>
                </c:pt>
                <c:pt idx="10588">
                  <c:v>0.14086968410339226</c:v>
                </c:pt>
                <c:pt idx="10589">
                  <c:v>0.14086980754350523</c:v>
                </c:pt>
                <c:pt idx="10590">
                  <c:v>0.14087327922100792</c:v>
                </c:pt>
                <c:pt idx="10591">
                  <c:v>0.14088143766039277</c:v>
                </c:pt>
                <c:pt idx="10592">
                  <c:v>0.14088662114187817</c:v>
                </c:pt>
                <c:pt idx="10593">
                  <c:v>0.14090389425614896</c:v>
                </c:pt>
                <c:pt idx="10594">
                  <c:v>0.14093619758443449</c:v>
                </c:pt>
                <c:pt idx="10595">
                  <c:v>0.14095277049642346</c:v>
                </c:pt>
                <c:pt idx="10596">
                  <c:v>0.14095517922412876</c:v>
                </c:pt>
                <c:pt idx="10597">
                  <c:v>0.14095571380217206</c:v>
                </c:pt>
                <c:pt idx="10598">
                  <c:v>0.14095619776988816</c:v>
                </c:pt>
                <c:pt idx="10599">
                  <c:v>0.14096560857533616</c:v>
                </c:pt>
                <c:pt idx="10600">
                  <c:v>0.14099176950119643</c:v>
                </c:pt>
                <c:pt idx="10601">
                  <c:v>0.14099553644927573</c:v>
                </c:pt>
                <c:pt idx="10602">
                  <c:v>0.14100217273928989</c:v>
                </c:pt>
                <c:pt idx="10603">
                  <c:v>0.14100631286199308</c:v>
                </c:pt>
                <c:pt idx="10604">
                  <c:v>0.14101635773263821</c:v>
                </c:pt>
                <c:pt idx="10605">
                  <c:v>0.14102499935716503</c:v>
                </c:pt>
                <c:pt idx="10606">
                  <c:v>0.14102974622120504</c:v>
                </c:pt>
                <c:pt idx="10607">
                  <c:v>0.1410391179896659</c:v>
                </c:pt>
                <c:pt idx="10608">
                  <c:v>0.14104143369324054</c:v>
                </c:pt>
                <c:pt idx="10609">
                  <c:v>0.14105259177699422</c:v>
                </c:pt>
                <c:pt idx="10610">
                  <c:v>0.14107189280148005</c:v>
                </c:pt>
                <c:pt idx="10611">
                  <c:v>0.14107534224863555</c:v>
                </c:pt>
                <c:pt idx="10612">
                  <c:v>0.1410779734285896</c:v>
                </c:pt>
                <c:pt idx="10613">
                  <c:v>0.14108035385834286</c:v>
                </c:pt>
                <c:pt idx="10614">
                  <c:v>0.14110363031806056</c:v>
                </c:pt>
                <c:pt idx="10615">
                  <c:v>0.1411069748005078</c:v>
                </c:pt>
                <c:pt idx="10616">
                  <c:v>0.14111685969259699</c:v>
                </c:pt>
                <c:pt idx="10617">
                  <c:v>0.14111980236550639</c:v>
                </c:pt>
                <c:pt idx="10618">
                  <c:v>0.14112111717319406</c:v>
                </c:pt>
                <c:pt idx="10619">
                  <c:v>0.14112792024548862</c:v>
                </c:pt>
                <c:pt idx="10620">
                  <c:v>0.14114037477886174</c:v>
                </c:pt>
                <c:pt idx="10621">
                  <c:v>0.1411442643225683</c:v>
                </c:pt>
                <c:pt idx="10622">
                  <c:v>0.141153626427933</c:v>
                </c:pt>
                <c:pt idx="10623">
                  <c:v>0.14116618649818083</c:v>
                </c:pt>
                <c:pt idx="10624">
                  <c:v>0.14118351468244916</c:v>
                </c:pt>
                <c:pt idx="10625">
                  <c:v>0.14118728753825627</c:v>
                </c:pt>
                <c:pt idx="10626">
                  <c:v>0.14121787618730833</c:v>
                </c:pt>
                <c:pt idx="10627">
                  <c:v>0.14121819755304427</c:v>
                </c:pt>
                <c:pt idx="10628">
                  <c:v>0.14130266906448005</c:v>
                </c:pt>
                <c:pt idx="10629">
                  <c:v>0.14130908367641171</c:v>
                </c:pt>
                <c:pt idx="10630">
                  <c:v>0.14132777701212426</c:v>
                </c:pt>
                <c:pt idx="10631">
                  <c:v>0.14134272760744612</c:v>
                </c:pt>
                <c:pt idx="10632">
                  <c:v>0.14137209999273878</c:v>
                </c:pt>
                <c:pt idx="10633">
                  <c:v>0.14138118227049701</c:v>
                </c:pt>
                <c:pt idx="10634">
                  <c:v>0.14138656383357665</c:v>
                </c:pt>
                <c:pt idx="10635">
                  <c:v>0.14139661203207907</c:v>
                </c:pt>
                <c:pt idx="10636">
                  <c:v>0.14141822147548319</c:v>
                </c:pt>
                <c:pt idx="10637">
                  <c:v>0.14142258019328593</c:v>
                </c:pt>
                <c:pt idx="10638">
                  <c:v>0.14142354868784809</c:v>
                </c:pt>
                <c:pt idx="10639">
                  <c:v>0.14144530999915023</c:v>
                </c:pt>
                <c:pt idx="10640">
                  <c:v>0.14145559764216911</c:v>
                </c:pt>
                <c:pt idx="10641">
                  <c:v>0.14146805751332814</c:v>
                </c:pt>
                <c:pt idx="10642">
                  <c:v>0.14147724336880313</c:v>
                </c:pt>
                <c:pt idx="10643">
                  <c:v>0.14148122020311285</c:v>
                </c:pt>
                <c:pt idx="10644">
                  <c:v>0.14151145071582016</c:v>
                </c:pt>
                <c:pt idx="10645">
                  <c:v>0.1415126959692628</c:v>
                </c:pt>
                <c:pt idx="10646">
                  <c:v>0.14151680210734477</c:v>
                </c:pt>
                <c:pt idx="10647">
                  <c:v>0.1415204408944167</c:v>
                </c:pt>
                <c:pt idx="10648">
                  <c:v>0.14152204561380724</c:v>
                </c:pt>
                <c:pt idx="10649">
                  <c:v>0.14156565655263514</c:v>
                </c:pt>
                <c:pt idx="10650">
                  <c:v>0.14158536013424786</c:v>
                </c:pt>
                <c:pt idx="10651">
                  <c:v>0.14159389578672968</c:v>
                </c:pt>
                <c:pt idx="10652">
                  <c:v>0.14160006226347721</c:v>
                </c:pt>
                <c:pt idx="10653">
                  <c:v>0.14161243398044454</c:v>
                </c:pt>
                <c:pt idx="10654">
                  <c:v>0.14163180213968077</c:v>
                </c:pt>
                <c:pt idx="10655">
                  <c:v>0.14163399006998964</c:v>
                </c:pt>
                <c:pt idx="10656">
                  <c:v>0.14163943553802918</c:v>
                </c:pt>
                <c:pt idx="10657">
                  <c:v>0.14164318799708039</c:v>
                </c:pt>
                <c:pt idx="10658">
                  <c:v>0.14167796139196887</c:v>
                </c:pt>
                <c:pt idx="10659">
                  <c:v>0.14168138098407179</c:v>
                </c:pt>
                <c:pt idx="10660">
                  <c:v>0.14168886218330476</c:v>
                </c:pt>
                <c:pt idx="10661">
                  <c:v>0.14169217853635571</c:v>
                </c:pt>
                <c:pt idx="10662">
                  <c:v>0.14169484298718715</c:v>
                </c:pt>
                <c:pt idx="10663">
                  <c:v>0.1417353728468905</c:v>
                </c:pt>
                <c:pt idx="10664">
                  <c:v>0.14173680126993821</c:v>
                </c:pt>
                <c:pt idx="10665">
                  <c:v>0.14174005037824808</c:v>
                </c:pt>
                <c:pt idx="10666">
                  <c:v>0.14174476268336236</c:v>
                </c:pt>
                <c:pt idx="10667">
                  <c:v>0.14176068430158312</c:v>
                </c:pt>
                <c:pt idx="10668">
                  <c:v>0.14177283936777652</c:v>
                </c:pt>
                <c:pt idx="10669">
                  <c:v>0.14178607411688227</c:v>
                </c:pt>
                <c:pt idx="10670">
                  <c:v>0.14179339905888697</c:v>
                </c:pt>
                <c:pt idx="10671">
                  <c:v>0.14179620908518728</c:v>
                </c:pt>
                <c:pt idx="10672">
                  <c:v>0.14180461432150754</c:v>
                </c:pt>
                <c:pt idx="10673">
                  <c:v>0.14180924590192179</c:v>
                </c:pt>
                <c:pt idx="10674">
                  <c:v>0.14184415363876027</c:v>
                </c:pt>
                <c:pt idx="10675">
                  <c:v>0.14185216798804837</c:v>
                </c:pt>
                <c:pt idx="10676">
                  <c:v>0.14185390109852772</c:v>
                </c:pt>
                <c:pt idx="10677">
                  <c:v>0.14185606302220252</c:v>
                </c:pt>
                <c:pt idx="10678">
                  <c:v>0.1418683732156526</c:v>
                </c:pt>
                <c:pt idx="10679">
                  <c:v>0.14188262929287798</c:v>
                </c:pt>
                <c:pt idx="10680">
                  <c:v>0.14189022676326959</c:v>
                </c:pt>
                <c:pt idx="10681">
                  <c:v>0.14189795529985177</c:v>
                </c:pt>
                <c:pt idx="10682">
                  <c:v>0.14190499521950298</c:v>
                </c:pt>
                <c:pt idx="10683">
                  <c:v>0.14191496352912941</c:v>
                </c:pt>
                <c:pt idx="10684">
                  <c:v>0.14194711788393707</c:v>
                </c:pt>
                <c:pt idx="10685">
                  <c:v>0.14198290871079991</c:v>
                </c:pt>
                <c:pt idx="10686">
                  <c:v>0.14198307847279282</c:v>
                </c:pt>
                <c:pt idx="10687">
                  <c:v>0.14199953950466773</c:v>
                </c:pt>
                <c:pt idx="10688">
                  <c:v>0.14203007996162592</c:v>
                </c:pt>
                <c:pt idx="10689">
                  <c:v>0.14203447036785891</c:v>
                </c:pt>
                <c:pt idx="10690">
                  <c:v>0.14205306202060786</c:v>
                </c:pt>
                <c:pt idx="10691">
                  <c:v>0.14206447594607272</c:v>
                </c:pt>
                <c:pt idx="10692">
                  <c:v>0.14208790397045021</c:v>
                </c:pt>
                <c:pt idx="10693">
                  <c:v>0.14209135152852784</c:v>
                </c:pt>
                <c:pt idx="10694">
                  <c:v>0.14210898779571349</c:v>
                </c:pt>
                <c:pt idx="10695">
                  <c:v>0.14211078131561314</c:v>
                </c:pt>
                <c:pt idx="10696">
                  <c:v>0.14211272128781954</c:v>
                </c:pt>
                <c:pt idx="10697">
                  <c:v>0.14211344043760735</c:v>
                </c:pt>
                <c:pt idx="10698">
                  <c:v>0.14211857495725708</c:v>
                </c:pt>
                <c:pt idx="10699">
                  <c:v>0.14212726879447524</c:v>
                </c:pt>
                <c:pt idx="10700">
                  <c:v>0.14213177720680722</c:v>
                </c:pt>
                <c:pt idx="10701">
                  <c:v>0.14213343720933189</c:v>
                </c:pt>
                <c:pt idx="10702">
                  <c:v>0.14213530357991422</c:v>
                </c:pt>
                <c:pt idx="10703">
                  <c:v>0.14213809666146254</c:v>
                </c:pt>
                <c:pt idx="10704">
                  <c:v>0.14214055706000991</c:v>
                </c:pt>
                <c:pt idx="10705">
                  <c:v>0.14214408569040698</c:v>
                </c:pt>
                <c:pt idx="10706">
                  <c:v>0.14215348789823865</c:v>
                </c:pt>
                <c:pt idx="10707">
                  <c:v>0.14216394864624862</c:v>
                </c:pt>
                <c:pt idx="10708">
                  <c:v>0.14216412296699513</c:v>
                </c:pt>
                <c:pt idx="10709">
                  <c:v>0.14217372937666603</c:v>
                </c:pt>
                <c:pt idx="10710">
                  <c:v>0.14218973118096009</c:v>
                </c:pt>
                <c:pt idx="10711">
                  <c:v>0.14219041416002637</c:v>
                </c:pt>
                <c:pt idx="10712">
                  <c:v>0.1421973880298727</c:v>
                </c:pt>
                <c:pt idx="10713">
                  <c:v>0.14220059037241864</c:v>
                </c:pt>
                <c:pt idx="10714">
                  <c:v>0.14221936260103551</c:v>
                </c:pt>
                <c:pt idx="10715">
                  <c:v>0.14222717587702272</c:v>
                </c:pt>
                <c:pt idx="10716">
                  <c:v>0.14224255341090869</c:v>
                </c:pt>
                <c:pt idx="10717">
                  <c:v>0.14226878729599934</c:v>
                </c:pt>
                <c:pt idx="10718">
                  <c:v>0.14227352812582655</c:v>
                </c:pt>
                <c:pt idx="10719">
                  <c:v>0.14227757471582583</c:v>
                </c:pt>
                <c:pt idx="10720">
                  <c:v>0.1422798640477988</c:v>
                </c:pt>
                <c:pt idx="10721">
                  <c:v>0.14228049483842078</c:v>
                </c:pt>
                <c:pt idx="10722">
                  <c:v>0.14228231949334103</c:v>
                </c:pt>
                <c:pt idx="10723">
                  <c:v>0.14228824625832873</c:v>
                </c:pt>
                <c:pt idx="10724">
                  <c:v>0.14229769599425207</c:v>
                </c:pt>
                <c:pt idx="10725">
                  <c:v>0.14230268001967269</c:v>
                </c:pt>
                <c:pt idx="10726">
                  <c:v>0.14232063681954632</c:v>
                </c:pt>
                <c:pt idx="10727">
                  <c:v>0.14232930558506482</c:v>
                </c:pt>
                <c:pt idx="10728">
                  <c:v>0.14233317998882272</c:v>
                </c:pt>
                <c:pt idx="10729">
                  <c:v>0.14233573279732217</c:v>
                </c:pt>
                <c:pt idx="10730">
                  <c:v>0.14233633964560471</c:v>
                </c:pt>
                <c:pt idx="10731">
                  <c:v>0.14234188068699702</c:v>
                </c:pt>
                <c:pt idx="10732">
                  <c:v>0.14234450356139949</c:v>
                </c:pt>
                <c:pt idx="10733">
                  <c:v>0.14234768706409623</c:v>
                </c:pt>
                <c:pt idx="10734">
                  <c:v>0.14237715219188002</c:v>
                </c:pt>
                <c:pt idx="10735">
                  <c:v>0.14239255969085987</c:v>
                </c:pt>
                <c:pt idx="10736">
                  <c:v>0.14240419156105166</c:v>
                </c:pt>
                <c:pt idx="10737">
                  <c:v>0.14240909786277894</c:v>
                </c:pt>
                <c:pt idx="10738">
                  <c:v>0.14241614247435216</c:v>
                </c:pt>
                <c:pt idx="10739">
                  <c:v>0.14242437506019934</c:v>
                </c:pt>
                <c:pt idx="10740">
                  <c:v>0.14243133049212162</c:v>
                </c:pt>
                <c:pt idx="10741">
                  <c:v>0.1424336387824876</c:v>
                </c:pt>
                <c:pt idx="10742">
                  <c:v>0.14243834593493182</c:v>
                </c:pt>
                <c:pt idx="10743">
                  <c:v>0.14244753276664129</c:v>
                </c:pt>
                <c:pt idx="10744">
                  <c:v>0.14245458052982679</c:v>
                </c:pt>
                <c:pt idx="10745">
                  <c:v>0.14246533660582511</c:v>
                </c:pt>
                <c:pt idx="10746">
                  <c:v>0.1424733666157017</c:v>
                </c:pt>
                <c:pt idx="10747">
                  <c:v>0.14247632083336981</c:v>
                </c:pt>
                <c:pt idx="10748">
                  <c:v>0.14250205119093434</c:v>
                </c:pt>
                <c:pt idx="10749">
                  <c:v>0.14251084008480297</c:v>
                </c:pt>
                <c:pt idx="10750">
                  <c:v>0.1425164739549854</c:v>
                </c:pt>
                <c:pt idx="10751">
                  <c:v>0.14252503168565522</c:v>
                </c:pt>
                <c:pt idx="10752">
                  <c:v>0.14254716895662065</c:v>
                </c:pt>
                <c:pt idx="10753">
                  <c:v>0.1425737457512376</c:v>
                </c:pt>
                <c:pt idx="10754">
                  <c:v>0.14258620632103194</c:v>
                </c:pt>
                <c:pt idx="10755">
                  <c:v>0.14259077294263336</c:v>
                </c:pt>
                <c:pt idx="10756">
                  <c:v>0.142597622558815</c:v>
                </c:pt>
                <c:pt idx="10757">
                  <c:v>0.14259949449732667</c:v>
                </c:pt>
                <c:pt idx="10758">
                  <c:v>0.14259999104404367</c:v>
                </c:pt>
                <c:pt idx="10759">
                  <c:v>0.1426070036743266</c:v>
                </c:pt>
                <c:pt idx="10760">
                  <c:v>0.1426089571860947</c:v>
                </c:pt>
                <c:pt idx="10761">
                  <c:v>0.14261602434707854</c:v>
                </c:pt>
                <c:pt idx="10762">
                  <c:v>0.14262023795093129</c:v>
                </c:pt>
                <c:pt idx="10763">
                  <c:v>0.14263956002503395</c:v>
                </c:pt>
                <c:pt idx="10764">
                  <c:v>0.1426742482342063</c:v>
                </c:pt>
                <c:pt idx="10765">
                  <c:v>0.14268326375683965</c:v>
                </c:pt>
                <c:pt idx="10766">
                  <c:v>0.14268550204526076</c:v>
                </c:pt>
                <c:pt idx="10767">
                  <c:v>0.14269980588590056</c:v>
                </c:pt>
                <c:pt idx="10768">
                  <c:v>0.14270358561568094</c:v>
                </c:pt>
                <c:pt idx="10769">
                  <c:v>0.14271322747769441</c:v>
                </c:pt>
                <c:pt idx="10770">
                  <c:v>0.14274081649791717</c:v>
                </c:pt>
                <c:pt idx="10771">
                  <c:v>0.14274772798038579</c:v>
                </c:pt>
                <c:pt idx="10772">
                  <c:v>0.14275502900854201</c:v>
                </c:pt>
                <c:pt idx="10773">
                  <c:v>0.14276488801012013</c:v>
                </c:pt>
                <c:pt idx="10774">
                  <c:v>0.14276579001927617</c:v>
                </c:pt>
                <c:pt idx="10775">
                  <c:v>0.14277307063826183</c:v>
                </c:pt>
                <c:pt idx="10776">
                  <c:v>0.14277346137772495</c:v>
                </c:pt>
                <c:pt idx="10777">
                  <c:v>0.14277872598668701</c:v>
                </c:pt>
                <c:pt idx="10778">
                  <c:v>0.14278291596671758</c:v>
                </c:pt>
                <c:pt idx="10779">
                  <c:v>0.14278309326926758</c:v>
                </c:pt>
                <c:pt idx="10780">
                  <c:v>0.14278917371909963</c:v>
                </c:pt>
                <c:pt idx="10781">
                  <c:v>0.14281192829739975</c:v>
                </c:pt>
                <c:pt idx="10782">
                  <c:v>0.142823824988942</c:v>
                </c:pt>
                <c:pt idx="10783">
                  <c:v>0.14283016580452396</c:v>
                </c:pt>
                <c:pt idx="10784">
                  <c:v>0.14283346557147836</c:v>
                </c:pt>
                <c:pt idx="10785">
                  <c:v>0.14283637521971718</c:v>
                </c:pt>
                <c:pt idx="10786">
                  <c:v>0.1428579472264935</c:v>
                </c:pt>
                <c:pt idx="10787">
                  <c:v>0.142892627020382</c:v>
                </c:pt>
                <c:pt idx="10788">
                  <c:v>0.14290521977582976</c:v>
                </c:pt>
                <c:pt idx="10789">
                  <c:v>0.14292474936337715</c:v>
                </c:pt>
                <c:pt idx="10790">
                  <c:v>0.14293757548458205</c:v>
                </c:pt>
                <c:pt idx="10791">
                  <c:v>0.14294539580129875</c:v>
                </c:pt>
                <c:pt idx="10792">
                  <c:v>0.14294850982565999</c:v>
                </c:pt>
                <c:pt idx="10793">
                  <c:v>0.14296335527959636</c:v>
                </c:pt>
                <c:pt idx="10794">
                  <c:v>0.14296429308458466</c:v>
                </c:pt>
                <c:pt idx="10795">
                  <c:v>0.14297035095322949</c:v>
                </c:pt>
                <c:pt idx="10796">
                  <c:v>0.14297787409208818</c:v>
                </c:pt>
                <c:pt idx="10797">
                  <c:v>0.14299371051207693</c:v>
                </c:pt>
                <c:pt idx="10798">
                  <c:v>0.14300323230823936</c:v>
                </c:pt>
                <c:pt idx="10799">
                  <c:v>0.14300520719510229</c:v>
                </c:pt>
                <c:pt idx="10800">
                  <c:v>0.14303359553865835</c:v>
                </c:pt>
                <c:pt idx="10801">
                  <c:v>0.1430436189825775</c:v>
                </c:pt>
                <c:pt idx="10802">
                  <c:v>0.14304626785440891</c:v>
                </c:pt>
                <c:pt idx="10803">
                  <c:v>0.14305196215329727</c:v>
                </c:pt>
                <c:pt idx="10804">
                  <c:v>0.14305628784713723</c:v>
                </c:pt>
                <c:pt idx="10805">
                  <c:v>0.14305973126427052</c:v>
                </c:pt>
                <c:pt idx="10806">
                  <c:v>0.14306038779160909</c:v>
                </c:pt>
                <c:pt idx="10807">
                  <c:v>0.1430690106796027</c:v>
                </c:pt>
                <c:pt idx="10808">
                  <c:v>0.14307386355474838</c:v>
                </c:pt>
                <c:pt idx="10809">
                  <c:v>0.14309097118340813</c:v>
                </c:pt>
                <c:pt idx="10810">
                  <c:v>0.14309180461033535</c:v>
                </c:pt>
                <c:pt idx="10811">
                  <c:v>0.14311586351243169</c:v>
                </c:pt>
                <c:pt idx="10812">
                  <c:v>0.14311847139335587</c:v>
                </c:pt>
                <c:pt idx="10813">
                  <c:v>0.14314333831346146</c:v>
                </c:pt>
                <c:pt idx="10814">
                  <c:v>0.14317259435077065</c:v>
                </c:pt>
                <c:pt idx="10815">
                  <c:v>0.14323871726176562</c:v>
                </c:pt>
                <c:pt idx="10816">
                  <c:v>0.14324342951771671</c:v>
                </c:pt>
                <c:pt idx="10817">
                  <c:v>0.14325750746172991</c:v>
                </c:pt>
                <c:pt idx="10818">
                  <c:v>0.14326565942246733</c:v>
                </c:pt>
                <c:pt idx="10819">
                  <c:v>0.14331556075856755</c:v>
                </c:pt>
                <c:pt idx="10820">
                  <c:v>0.14335689631166812</c:v>
                </c:pt>
                <c:pt idx="10821">
                  <c:v>0.14336769774361025</c:v>
                </c:pt>
                <c:pt idx="10822">
                  <c:v>0.14337599483503374</c:v>
                </c:pt>
                <c:pt idx="10823">
                  <c:v>0.1433904200550187</c:v>
                </c:pt>
                <c:pt idx="10824">
                  <c:v>0.14339386113836133</c:v>
                </c:pt>
                <c:pt idx="10825">
                  <c:v>0.14341297039074449</c:v>
                </c:pt>
                <c:pt idx="10826">
                  <c:v>0.14341652184335829</c:v>
                </c:pt>
                <c:pt idx="10827">
                  <c:v>0.14342163623091417</c:v>
                </c:pt>
                <c:pt idx="10828">
                  <c:v>0.14342802267768964</c:v>
                </c:pt>
                <c:pt idx="10829">
                  <c:v>0.14342839135901742</c:v>
                </c:pt>
                <c:pt idx="10830">
                  <c:v>0.1434630981285249</c:v>
                </c:pt>
                <c:pt idx="10831">
                  <c:v>0.14346449239467679</c:v>
                </c:pt>
                <c:pt idx="10832">
                  <c:v>0.14346617713005944</c:v>
                </c:pt>
                <c:pt idx="10833">
                  <c:v>0.14350494208280168</c:v>
                </c:pt>
                <c:pt idx="10834">
                  <c:v>0.14350663362013333</c:v>
                </c:pt>
                <c:pt idx="10835">
                  <c:v>0.14350936653806032</c:v>
                </c:pt>
                <c:pt idx="10836">
                  <c:v>0.14351698786721934</c:v>
                </c:pt>
                <c:pt idx="10837">
                  <c:v>0.14351775957954863</c:v>
                </c:pt>
                <c:pt idx="10838">
                  <c:v>0.14352027185600616</c:v>
                </c:pt>
                <c:pt idx="10839">
                  <c:v>0.14353922434563418</c:v>
                </c:pt>
                <c:pt idx="10840">
                  <c:v>0.1435523365997261</c:v>
                </c:pt>
                <c:pt idx="10841">
                  <c:v>0.14355957416684728</c:v>
                </c:pt>
                <c:pt idx="10842">
                  <c:v>0.14356864058287877</c:v>
                </c:pt>
                <c:pt idx="10843">
                  <c:v>0.14358340743159889</c:v>
                </c:pt>
                <c:pt idx="10844">
                  <c:v>0.1435959440017181</c:v>
                </c:pt>
                <c:pt idx="10845">
                  <c:v>0.14360900503891297</c:v>
                </c:pt>
                <c:pt idx="10846">
                  <c:v>0.14361922005034991</c:v>
                </c:pt>
                <c:pt idx="10847">
                  <c:v>0.14362300957180957</c:v>
                </c:pt>
                <c:pt idx="10848">
                  <c:v>0.14362311822090648</c:v>
                </c:pt>
                <c:pt idx="10849">
                  <c:v>0.14362801977125186</c:v>
                </c:pt>
                <c:pt idx="10850">
                  <c:v>0.14365288040845856</c:v>
                </c:pt>
                <c:pt idx="10851">
                  <c:v>0.14368933275437529</c:v>
                </c:pt>
                <c:pt idx="10852">
                  <c:v>0.14369353877464947</c:v>
                </c:pt>
                <c:pt idx="10853">
                  <c:v>0.14369437787081937</c:v>
                </c:pt>
                <c:pt idx="10854">
                  <c:v>0.1437009694117681</c:v>
                </c:pt>
                <c:pt idx="10855">
                  <c:v>0.14370410428726099</c:v>
                </c:pt>
                <c:pt idx="10856">
                  <c:v>0.14371056776648153</c:v>
                </c:pt>
                <c:pt idx="10857">
                  <c:v>0.14371450500182262</c:v>
                </c:pt>
                <c:pt idx="10858">
                  <c:v>0.14372465307560939</c:v>
                </c:pt>
                <c:pt idx="10859">
                  <c:v>0.14374051078813246</c:v>
                </c:pt>
                <c:pt idx="10860">
                  <c:v>0.14375081807001625</c:v>
                </c:pt>
                <c:pt idx="10861">
                  <c:v>0.14376822050773311</c:v>
                </c:pt>
                <c:pt idx="10862">
                  <c:v>0.1437710993931049</c:v>
                </c:pt>
                <c:pt idx="10863">
                  <c:v>0.14377443973758378</c:v>
                </c:pt>
                <c:pt idx="10864">
                  <c:v>0.14379798093433718</c:v>
                </c:pt>
                <c:pt idx="10865">
                  <c:v>0.14381645153062414</c:v>
                </c:pt>
                <c:pt idx="10866">
                  <c:v>0.14381821603167969</c:v>
                </c:pt>
                <c:pt idx="10867">
                  <c:v>0.14383295907670393</c:v>
                </c:pt>
                <c:pt idx="10868">
                  <c:v>0.14384139603860441</c:v>
                </c:pt>
                <c:pt idx="10869">
                  <c:v>0.14385443559815</c:v>
                </c:pt>
                <c:pt idx="10870">
                  <c:v>0.14387168492786587</c:v>
                </c:pt>
                <c:pt idx="10871">
                  <c:v>0.14388523052760718</c:v>
                </c:pt>
                <c:pt idx="10872">
                  <c:v>0.14388645488043761</c:v>
                </c:pt>
                <c:pt idx="10873">
                  <c:v>0.14388987306432921</c:v>
                </c:pt>
                <c:pt idx="10874">
                  <c:v>0.14389445495031319</c:v>
                </c:pt>
                <c:pt idx="10875">
                  <c:v>0.14389824300391771</c:v>
                </c:pt>
                <c:pt idx="10876">
                  <c:v>0.14390552951907093</c:v>
                </c:pt>
                <c:pt idx="10877">
                  <c:v>0.14390761877618877</c:v>
                </c:pt>
                <c:pt idx="10878">
                  <c:v>0.14393000433389899</c:v>
                </c:pt>
                <c:pt idx="10879">
                  <c:v>0.14393421203955017</c:v>
                </c:pt>
                <c:pt idx="10880">
                  <c:v>0.14393520367731716</c:v>
                </c:pt>
                <c:pt idx="10881">
                  <c:v>0.14393873561976045</c:v>
                </c:pt>
                <c:pt idx="10882">
                  <c:v>0.14394709872655084</c:v>
                </c:pt>
                <c:pt idx="10883">
                  <c:v>0.14396229708556882</c:v>
                </c:pt>
                <c:pt idx="10884">
                  <c:v>0.14396673820797484</c:v>
                </c:pt>
                <c:pt idx="10885">
                  <c:v>0.14396807607018783</c:v>
                </c:pt>
                <c:pt idx="10886">
                  <c:v>0.14397440538293488</c:v>
                </c:pt>
                <c:pt idx="10887">
                  <c:v>0.14398842617560006</c:v>
                </c:pt>
                <c:pt idx="10888">
                  <c:v>0.14399226668821499</c:v>
                </c:pt>
                <c:pt idx="10889">
                  <c:v>0.14400034007703011</c:v>
                </c:pt>
                <c:pt idx="10890">
                  <c:v>0.14402996336888446</c:v>
                </c:pt>
                <c:pt idx="10891">
                  <c:v>0.14404377107750524</c:v>
                </c:pt>
                <c:pt idx="10892">
                  <c:v>0.144053672370411</c:v>
                </c:pt>
                <c:pt idx="10893">
                  <c:v>0.14405655495244868</c:v>
                </c:pt>
                <c:pt idx="10894">
                  <c:v>0.14406233431398779</c:v>
                </c:pt>
                <c:pt idx="10895">
                  <c:v>0.14407710938608914</c:v>
                </c:pt>
                <c:pt idx="10896">
                  <c:v>0.14408703363694497</c:v>
                </c:pt>
                <c:pt idx="10897">
                  <c:v>0.14408824792897984</c:v>
                </c:pt>
                <c:pt idx="10898">
                  <c:v>0.14409462739694565</c:v>
                </c:pt>
                <c:pt idx="10899">
                  <c:v>0.14409589400471279</c:v>
                </c:pt>
                <c:pt idx="10900">
                  <c:v>0.1440964039365841</c:v>
                </c:pt>
                <c:pt idx="10901">
                  <c:v>0.14409880433542746</c:v>
                </c:pt>
                <c:pt idx="10902">
                  <c:v>0.14410364182815913</c:v>
                </c:pt>
                <c:pt idx="10903">
                  <c:v>0.14410432939028323</c:v>
                </c:pt>
                <c:pt idx="10904">
                  <c:v>0.14411334578654023</c:v>
                </c:pt>
                <c:pt idx="10905">
                  <c:v>0.14411577229416184</c:v>
                </c:pt>
                <c:pt idx="10906">
                  <c:v>0.14411863441013267</c:v>
                </c:pt>
                <c:pt idx="10907">
                  <c:v>0.14412681270938268</c:v>
                </c:pt>
                <c:pt idx="10908">
                  <c:v>0.14413158028990794</c:v>
                </c:pt>
                <c:pt idx="10909">
                  <c:v>0.14413184961494818</c:v>
                </c:pt>
                <c:pt idx="10910">
                  <c:v>0.14414836968576669</c:v>
                </c:pt>
                <c:pt idx="10911">
                  <c:v>0.1441566499993869</c:v>
                </c:pt>
                <c:pt idx="10912">
                  <c:v>0.14416012122227054</c:v>
                </c:pt>
                <c:pt idx="10913">
                  <c:v>0.14416103102575886</c:v>
                </c:pt>
                <c:pt idx="10914">
                  <c:v>0.14416189400021479</c:v>
                </c:pt>
                <c:pt idx="10915">
                  <c:v>0.14417257803944564</c:v>
                </c:pt>
                <c:pt idx="10916">
                  <c:v>0.14418349948643652</c:v>
                </c:pt>
                <c:pt idx="10917">
                  <c:v>0.14420563721487978</c:v>
                </c:pt>
                <c:pt idx="10918">
                  <c:v>0.1442190390819815</c:v>
                </c:pt>
                <c:pt idx="10919">
                  <c:v>0.14423497303078539</c:v>
                </c:pt>
                <c:pt idx="10920">
                  <c:v>0.14424283261119258</c:v>
                </c:pt>
                <c:pt idx="10921">
                  <c:v>0.14426251478289268</c:v>
                </c:pt>
                <c:pt idx="10922">
                  <c:v>0.14426465819478507</c:v>
                </c:pt>
                <c:pt idx="10923">
                  <c:v>0.14426521765696662</c:v>
                </c:pt>
                <c:pt idx="10924">
                  <c:v>0.14426563133117951</c:v>
                </c:pt>
                <c:pt idx="10925">
                  <c:v>0.14427032916401691</c:v>
                </c:pt>
                <c:pt idx="10926">
                  <c:v>0.14427395622208616</c:v>
                </c:pt>
                <c:pt idx="10927">
                  <c:v>0.144276803896356</c:v>
                </c:pt>
                <c:pt idx="10928">
                  <c:v>0.14428463793279941</c:v>
                </c:pt>
                <c:pt idx="10929">
                  <c:v>0.14429408232758353</c:v>
                </c:pt>
                <c:pt idx="10930">
                  <c:v>0.14430008855960644</c:v>
                </c:pt>
                <c:pt idx="10931">
                  <c:v>0.1443036179593731</c:v>
                </c:pt>
                <c:pt idx="10932">
                  <c:v>0.14430957242674824</c:v>
                </c:pt>
                <c:pt idx="10933">
                  <c:v>0.14434355381978242</c:v>
                </c:pt>
                <c:pt idx="10934">
                  <c:v>0.14434600717448753</c:v>
                </c:pt>
                <c:pt idx="10935">
                  <c:v>0.14435013969504401</c:v>
                </c:pt>
                <c:pt idx="10936">
                  <c:v>0.14435759616039473</c:v>
                </c:pt>
                <c:pt idx="10937">
                  <c:v>0.14436072309213502</c:v>
                </c:pt>
                <c:pt idx="10938">
                  <c:v>0.14436874181487278</c:v>
                </c:pt>
                <c:pt idx="10939">
                  <c:v>0.14437602126537288</c:v>
                </c:pt>
                <c:pt idx="10940">
                  <c:v>0.14438693963916208</c:v>
                </c:pt>
                <c:pt idx="10941">
                  <c:v>0.14439249928868095</c:v>
                </c:pt>
                <c:pt idx="10942">
                  <c:v>0.1443933787917247</c:v>
                </c:pt>
                <c:pt idx="10943">
                  <c:v>0.14440162513050933</c:v>
                </c:pt>
                <c:pt idx="10944">
                  <c:v>0.14441106205148346</c:v>
                </c:pt>
                <c:pt idx="10945">
                  <c:v>0.14441948148516337</c:v>
                </c:pt>
                <c:pt idx="10946">
                  <c:v>0.14442704869149514</c:v>
                </c:pt>
                <c:pt idx="10947">
                  <c:v>0.1444334896054478</c:v>
                </c:pt>
                <c:pt idx="10948">
                  <c:v>0.14443413119583409</c:v>
                </c:pt>
                <c:pt idx="10949">
                  <c:v>0.14445560310961542</c:v>
                </c:pt>
                <c:pt idx="10950">
                  <c:v>0.1444583076471854</c:v>
                </c:pt>
                <c:pt idx="10951">
                  <c:v>0.1444712365027889</c:v>
                </c:pt>
                <c:pt idx="10952">
                  <c:v>0.14447932861632468</c:v>
                </c:pt>
                <c:pt idx="10953">
                  <c:v>0.14448395885223533</c:v>
                </c:pt>
                <c:pt idx="10954">
                  <c:v>0.14448717413441228</c:v>
                </c:pt>
                <c:pt idx="10955">
                  <c:v>0.14450683057697367</c:v>
                </c:pt>
                <c:pt idx="10956">
                  <c:v>0.1445220477691547</c:v>
                </c:pt>
                <c:pt idx="10957">
                  <c:v>0.14452204923112336</c:v>
                </c:pt>
                <c:pt idx="10958">
                  <c:v>0.14452430983365736</c:v>
                </c:pt>
                <c:pt idx="10959">
                  <c:v>0.14453357816963758</c:v>
                </c:pt>
                <c:pt idx="10960">
                  <c:v>0.14458544576655374</c:v>
                </c:pt>
                <c:pt idx="10961">
                  <c:v>0.14459418569915405</c:v>
                </c:pt>
                <c:pt idx="10962">
                  <c:v>0.14461175025049799</c:v>
                </c:pt>
                <c:pt idx="10963">
                  <c:v>0.1446118817696157</c:v>
                </c:pt>
                <c:pt idx="10964">
                  <c:v>0.14462474662831054</c:v>
                </c:pt>
                <c:pt idx="10965">
                  <c:v>0.14462814628544884</c:v>
                </c:pt>
                <c:pt idx="10966">
                  <c:v>0.14462832904071393</c:v>
                </c:pt>
                <c:pt idx="10967">
                  <c:v>0.14462860816762815</c:v>
                </c:pt>
                <c:pt idx="10968">
                  <c:v>0.1446296678854917</c:v>
                </c:pt>
                <c:pt idx="10969">
                  <c:v>0.14463207500318809</c:v>
                </c:pt>
                <c:pt idx="10970">
                  <c:v>0.14465013044201755</c:v>
                </c:pt>
                <c:pt idx="10971">
                  <c:v>0.14465108211167238</c:v>
                </c:pt>
                <c:pt idx="10972">
                  <c:v>0.14466422031429962</c:v>
                </c:pt>
                <c:pt idx="10973">
                  <c:v>0.14468254341646342</c:v>
                </c:pt>
                <c:pt idx="10974">
                  <c:v>0.14468344422221138</c:v>
                </c:pt>
                <c:pt idx="10975">
                  <c:v>0.1446921269620414</c:v>
                </c:pt>
                <c:pt idx="10976">
                  <c:v>0.14469618085448838</c:v>
                </c:pt>
                <c:pt idx="10977">
                  <c:v>0.14469993090894276</c:v>
                </c:pt>
                <c:pt idx="10978">
                  <c:v>0.14471250160416918</c:v>
                </c:pt>
                <c:pt idx="10979">
                  <c:v>0.14471741055396964</c:v>
                </c:pt>
                <c:pt idx="10980">
                  <c:v>0.14474325113014802</c:v>
                </c:pt>
                <c:pt idx="10981">
                  <c:v>0.14474835180785459</c:v>
                </c:pt>
                <c:pt idx="10982">
                  <c:v>0.14475375607049012</c:v>
                </c:pt>
                <c:pt idx="10983">
                  <c:v>0.14475435370750525</c:v>
                </c:pt>
                <c:pt idx="10984">
                  <c:v>0.14475503048289795</c:v>
                </c:pt>
                <c:pt idx="10985">
                  <c:v>0.14476350119910208</c:v>
                </c:pt>
                <c:pt idx="10986">
                  <c:v>0.14482392281437262</c:v>
                </c:pt>
                <c:pt idx="10987">
                  <c:v>0.14482625321194686</c:v>
                </c:pt>
                <c:pt idx="10988">
                  <c:v>0.14483084172305344</c:v>
                </c:pt>
                <c:pt idx="10989">
                  <c:v>0.14483157674999131</c:v>
                </c:pt>
                <c:pt idx="10990">
                  <c:v>0.14485121689868086</c:v>
                </c:pt>
                <c:pt idx="10991">
                  <c:v>0.14485766719467158</c:v>
                </c:pt>
                <c:pt idx="10992">
                  <c:v>0.14490156689193612</c:v>
                </c:pt>
                <c:pt idx="10993">
                  <c:v>0.14490886411753484</c:v>
                </c:pt>
                <c:pt idx="10994">
                  <c:v>0.14491044130115557</c:v>
                </c:pt>
                <c:pt idx="10995">
                  <c:v>0.14491133896084749</c:v>
                </c:pt>
                <c:pt idx="10996">
                  <c:v>0.14493473889132855</c:v>
                </c:pt>
                <c:pt idx="10997">
                  <c:v>0.14494640430095634</c:v>
                </c:pt>
                <c:pt idx="10998">
                  <c:v>0.14495388365272205</c:v>
                </c:pt>
                <c:pt idx="10999">
                  <c:v>0.14495559661758312</c:v>
                </c:pt>
                <c:pt idx="11000">
                  <c:v>0.14497193042329623</c:v>
                </c:pt>
                <c:pt idx="11001">
                  <c:v>0.14497486091720849</c:v>
                </c:pt>
                <c:pt idx="11002">
                  <c:v>0.14498327178295273</c:v>
                </c:pt>
                <c:pt idx="11003">
                  <c:v>0.14499797388666943</c:v>
                </c:pt>
                <c:pt idx="11004">
                  <c:v>0.14500163819323145</c:v>
                </c:pt>
                <c:pt idx="11005">
                  <c:v>0.14504119601011159</c:v>
                </c:pt>
                <c:pt idx="11006">
                  <c:v>0.1450588316534096</c:v>
                </c:pt>
                <c:pt idx="11007">
                  <c:v>0.14506266801108611</c:v>
                </c:pt>
                <c:pt idx="11008">
                  <c:v>0.14506328295111048</c:v>
                </c:pt>
                <c:pt idx="11009">
                  <c:v>0.14506713934700485</c:v>
                </c:pt>
                <c:pt idx="11010">
                  <c:v>0.14507582994342144</c:v>
                </c:pt>
                <c:pt idx="11011">
                  <c:v>0.14507961744726022</c:v>
                </c:pt>
                <c:pt idx="11012">
                  <c:v>0.14508105355526904</c:v>
                </c:pt>
                <c:pt idx="11013">
                  <c:v>0.14508474032708807</c:v>
                </c:pt>
                <c:pt idx="11014">
                  <c:v>0.14508963017962029</c:v>
                </c:pt>
                <c:pt idx="11015">
                  <c:v>0.14509165906079699</c:v>
                </c:pt>
                <c:pt idx="11016">
                  <c:v>0.14509811842266804</c:v>
                </c:pt>
                <c:pt idx="11017">
                  <c:v>0.14510583315068387</c:v>
                </c:pt>
                <c:pt idx="11018">
                  <c:v>0.14511073382284123</c:v>
                </c:pt>
                <c:pt idx="11019">
                  <c:v>0.14511609530577657</c:v>
                </c:pt>
                <c:pt idx="11020">
                  <c:v>0.14511657960332486</c:v>
                </c:pt>
                <c:pt idx="11021">
                  <c:v>0.14513865084199548</c:v>
                </c:pt>
                <c:pt idx="11022">
                  <c:v>0.14520085638183741</c:v>
                </c:pt>
                <c:pt idx="11023">
                  <c:v>0.14521427114279287</c:v>
                </c:pt>
                <c:pt idx="11024">
                  <c:v>0.14521957241729247</c:v>
                </c:pt>
                <c:pt idx="11025">
                  <c:v>0.14523135622920061</c:v>
                </c:pt>
                <c:pt idx="11026">
                  <c:v>0.14523555583331985</c:v>
                </c:pt>
                <c:pt idx="11027">
                  <c:v>0.14524130167576263</c:v>
                </c:pt>
                <c:pt idx="11028">
                  <c:v>0.14525621377580733</c:v>
                </c:pt>
                <c:pt idx="11029">
                  <c:v>0.14528748136224212</c:v>
                </c:pt>
                <c:pt idx="11030">
                  <c:v>0.14528813195795182</c:v>
                </c:pt>
                <c:pt idx="11031">
                  <c:v>0.1452896160981936</c:v>
                </c:pt>
                <c:pt idx="11032">
                  <c:v>0.14531044879404681</c:v>
                </c:pt>
                <c:pt idx="11033">
                  <c:v>0.14531539690655412</c:v>
                </c:pt>
                <c:pt idx="11034">
                  <c:v>0.14532018452428305</c:v>
                </c:pt>
                <c:pt idx="11035">
                  <c:v>0.14532589470286478</c:v>
                </c:pt>
                <c:pt idx="11036">
                  <c:v>0.14532706910524815</c:v>
                </c:pt>
                <c:pt idx="11037">
                  <c:v>0.14532706922754798</c:v>
                </c:pt>
                <c:pt idx="11038">
                  <c:v>0.14532824423388727</c:v>
                </c:pt>
                <c:pt idx="11039">
                  <c:v>0.14534930316959338</c:v>
                </c:pt>
                <c:pt idx="11040">
                  <c:v>0.14536382235632758</c:v>
                </c:pt>
                <c:pt idx="11041">
                  <c:v>0.1453643414757379</c:v>
                </c:pt>
                <c:pt idx="11042">
                  <c:v>0.14536665957298267</c:v>
                </c:pt>
                <c:pt idx="11043">
                  <c:v>0.14537834773052086</c:v>
                </c:pt>
                <c:pt idx="11044">
                  <c:v>0.14538331427465875</c:v>
                </c:pt>
                <c:pt idx="11045">
                  <c:v>0.14543595600376566</c:v>
                </c:pt>
                <c:pt idx="11046">
                  <c:v>0.14543679402869719</c:v>
                </c:pt>
                <c:pt idx="11047">
                  <c:v>0.14544655274111123</c:v>
                </c:pt>
                <c:pt idx="11048">
                  <c:v>0.14545755276371822</c:v>
                </c:pt>
                <c:pt idx="11049">
                  <c:v>0.1454610673487097</c:v>
                </c:pt>
                <c:pt idx="11050">
                  <c:v>0.14548351531024811</c:v>
                </c:pt>
                <c:pt idx="11051">
                  <c:v>0.1454900164134412</c:v>
                </c:pt>
                <c:pt idx="11052">
                  <c:v>0.14554216512394083</c:v>
                </c:pt>
                <c:pt idx="11053">
                  <c:v>0.14554584534943737</c:v>
                </c:pt>
                <c:pt idx="11054">
                  <c:v>0.14554918822062682</c:v>
                </c:pt>
                <c:pt idx="11055">
                  <c:v>0.14556280135976254</c:v>
                </c:pt>
                <c:pt idx="11056">
                  <c:v>0.14558325776686876</c:v>
                </c:pt>
                <c:pt idx="11057">
                  <c:v>0.14559485769367284</c:v>
                </c:pt>
                <c:pt idx="11058">
                  <c:v>0.14559897906714028</c:v>
                </c:pt>
                <c:pt idx="11059">
                  <c:v>0.14560141194899545</c:v>
                </c:pt>
                <c:pt idx="11060">
                  <c:v>0.14560191671184669</c:v>
                </c:pt>
                <c:pt idx="11061">
                  <c:v>0.14562464551961138</c:v>
                </c:pt>
                <c:pt idx="11062">
                  <c:v>0.14565218568151531</c:v>
                </c:pt>
                <c:pt idx="11063">
                  <c:v>0.14565470482241577</c:v>
                </c:pt>
                <c:pt idx="11064">
                  <c:v>0.14567367080758012</c:v>
                </c:pt>
                <c:pt idx="11065">
                  <c:v>0.14567802178493328</c:v>
                </c:pt>
                <c:pt idx="11066">
                  <c:v>0.14568398120714821</c:v>
                </c:pt>
                <c:pt idx="11067">
                  <c:v>0.14568640549266115</c:v>
                </c:pt>
                <c:pt idx="11068">
                  <c:v>0.14570130241990698</c:v>
                </c:pt>
                <c:pt idx="11069">
                  <c:v>0.14571871002220158</c:v>
                </c:pt>
                <c:pt idx="11070">
                  <c:v>0.14572569861864071</c:v>
                </c:pt>
                <c:pt idx="11071">
                  <c:v>0.14572575699081389</c:v>
                </c:pt>
                <c:pt idx="11072">
                  <c:v>0.14573430826795508</c:v>
                </c:pt>
                <c:pt idx="11073">
                  <c:v>0.14574559452095556</c:v>
                </c:pt>
                <c:pt idx="11074">
                  <c:v>0.14575345349494412</c:v>
                </c:pt>
                <c:pt idx="11075">
                  <c:v>0.14575840190880049</c:v>
                </c:pt>
                <c:pt idx="11076">
                  <c:v>0.14575880489968296</c:v>
                </c:pt>
                <c:pt idx="11077">
                  <c:v>0.14576591306683453</c:v>
                </c:pt>
                <c:pt idx="11078">
                  <c:v>0.1457841437304794</c:v>
                </c:pt>
                <c:pt idx="11079">
                  <c:v>0.14579742942733789</c:v>
                </c:pt>
                <c:pt idx="11080">
                  <c:v>0.14580813726435773</c:v>
                </c:pt>
                <c:pt idx="11081">
                  <c:v>0.14582310367923293</c:v>
                </c:pt>
                <c:pt idx="11082">
                  <c:v>0.14582740774995698</c:v>
                </c:pt>
                <c:pt idx="11083">
                  <c:v>0.14583335423005356</c:v>
                </c:pt>
                <c:pt idx="11084">
                  <c:v>0.14584892589777287</c:v>
                </c:pt>
                <c:pt idx="11085">
                  <c:v>0.14586776404523968</c:v>
                </c:pt>
                <c:pt idx="11086">
                  <c:v>0.14588303015137161</c:v>
                </c:pt>
                <c:pt idx="11087">
                  <c:v>0.14588995403373881</c:v>
                </c:pt>
                <c:pt idx="11088">
                  <c:v>0.14589928882036837</c:v>
                </c:pt>
                <c:pt idx="11089">
                  <c:v>0.14590041143839691</c:v>
                </c:pt>
                <c:pt idx="11090">
                  <c:v>0.14590311523239247</c:v>
                </c:pt>
                <c:pt idx="11091">
                  <c:v>0.14592639508603808</c:v>
                </c:pt>
                <c:pt idx="11092">
                  <c:v>0.1459287234271838</c:v>
                </c:pt>
                <c:pt idx="11093">
                  <c:v>0.14593802328476399</c:v>
                </c:pt>
                <c:pt idx="11094">
                  <c:v>0.14594535354047053</c:v>
                </c:pt>
                <c:pt idx="11095">
                  <c:v>0.14595223014428046</c:v>
                </c:pt>
                <c:pt idx="11096">
                  <c:v>0.14597008777680731</c:v>
                </c:pt>
                <c:pt idx="11097">
                  <c:v>0.14598492403282276</c:v>
                </c:pt>
                <c:pt idx="11098">
                  <c:v>0.14599351486165479</c:v>
                </c:pt>
                <c:pt idx="11099">
                  <c:v>0.14600111464662424</c:v>
                </c:pt>
                <c:pt idx="11100">
                  <c:v>0.14600751391925257</c:v>
                </c:pt>
                <c:pt idx="11101">
                  <c:v>0.14600790505002934</c:v>
                </c:pt>
                <c:pt idx="11102">
                  <c:v>0.1460148766322148</c:v>
                </c:pt>
                <c:pt idx="11103">
                  <c:v>0.14602522146026875</c:v>
                </c:pt>
                <c:pt idx="11104">
                  <c:v>0.14602947834121374</c:v>
                </c:pt>
                <c:pt idx="11105">
                  <c:v>0.14603342212772788</c:v>
                </c:pt>
                <c:pt idx="11106">
                  <c:v>0.14603682695592254</c:v>
                </c:pt>
                <c:pt idx="11107">
                  <c:v>0.14604839131642297</c:v>
                </c:pt>
                <c:pt idx="11108">
                  <c:v>0.14605377055568694</c:v>
                </c:pt>
                <c:pt idx="11109">
                  <c:v>0.14605551611290646</c:v>
                </c:pt>
                <c:pt idx="11110">
                  <c:v>0.14607862438198813</c:v>
                </c:pt>
                <c:pt idx="11111">
                  <c:v>0.14609871700641291</c:v>
                </c:pt>
                <c:pt idx="11112">
                  <c:v>0.14610812345008406</c:v>
                </c:pt>
                <c:pt idx="11113">
                  <c:v>0.14613633348274679</c:v>
                </c:pt>
                <c:pt idx="11114">
                  <c:v>0.14614622201437982</c:v>
                </c:pt>
                <c:pt idx="11115">
                  <c:v>0.14617035572296483</c:v>
                </c:pt>
                <c:pt idx="11116">
                  <c:v>0.14617278692984831</c:v>
                </c:pt>
                <c:pt idx="11117">
                  <c:v>0.14618993821598772</c:v>
                </c:pt>
                <c:pt idx="11118">
                  <c:v>0.14621142975456261</c:v>
                </c:pt>
                <c:pt idx="11119">
                  <c:v>0.1462396522408986</c:v>
                </c:pt>
                <c:pt idx="11120">
                  <c:v>0.14624475684939042</c:v>
                </c:pt>
                <c:pt idx="11121">
                  <c:v>0.14624870734102732</c:v>
                </c:pt>
                <c:pt idx="11122">
                  <c:v>0.14625886406946226</c:v>
                </c:pt>
                <c:pt idx="11123">
                  <c:v>0.14626266484203637</c:v>
                </c:pt>
                <c:pt idx="11124">
                  <c:v>0.14626753159090147</c:v>
                </c:pt>
                <c:pt idx="11125">
                  <c:v>0.14626909539966071</c:v>
                </c:pt>
                <c:pt idx="11126">
                  <c:v>0.1462793086260786</c:v>
                </c:pt>
                <c:pt idx="11127">
                  <c:v>0.14629295907430681</c:v>
                </c:pt>
                <c:pt idx="11128">
                  <c:v>0.14629822927355174</c:v>
                </c:pt>
                <c:pt idx="11129">
                  <c:v>0.14630449755428124</c:v>
                </c:pt>
                <c:pt idx="11130">
                  <c:v>0.14631186292352985</c:v>
                </c:pt>
                <c:pt idx="11131">
                  <c:v>0.14632041173007601</c:v>
                </c:pt>
                <c:pt idx="11132">
                  <c:v>0.14632061649748609</c:v>
                </c:pt>
                <c:pt idx="11133">
                  <c:v>0.14633900389942683</c:v>
                </c:pt>
                <c:pt idx="11134">
                  <c:v>0.1463489011553657</c:v>
                </c:pt>
                <c:pt idx="11135">
                  <c:v>0.14640197676056493</c:v>
                </c:pt>
                <c:pt idx="11136">
                  <c:v>0.14641708563613662</c:v>
                </c:pt>
                <c:pt idx="11137">
                  <c:v>0.1464212668583823</c:v>
                </c:pt>
                <c:pt idx="11138">
                  <c:v>0.14643666210196435</c:v>
                </c:pt>
                <c:pt idx="11139">
                  <c:v>0.14643980083323996</c:v>
                </c:pt>
                <c:pt idx="11140">
                  <c:v>0.14648905464681766</c:v>
                </c:pt>
                <c:pt idx="11141">
                  <c:v>0.14650002947272805</c:v>
                </c:pt>
                <c:pt idx="11142">
                  <c:v>0.14650523887545339</c:v>
                </c:pt>
                <c:pt idx="11143">
                  <c:v>0.14651629979564476</c:v>
                </c:pt>
                <c:pt idx="11144">
                  <c:v>0.14651863828673103</c:v>
                </c:pt>
                <c:pt idx="11145">
                  <c:v>0.14653921284736784</c:v>
                </c:pt>
                <c:pt idx="11146">
                  <c:v>0.14654085646052087</c:v>
                </c:pt>
                <c:pt idx="11147">
                  <c:v>0.14657352865504233</c:v>
                </c:pt>
                <c:pt idx="11148">
                  <c:v>0.14657541983010017</c:v>
                </c:pt>
                <c:pt idx="11149">
                  <c:v>0.14658497914813914</c:v>
                </c:pt>
                <c:pt idx="11150">
                  <c:v>0.14660444346825771</c:v>
                </c:pt>
                <c:pt idx="11151">
                  <c:v>0.14661832281462803</c:v>
                </c:pt>
                <c:pt idx="11152">
                  <c:v>0.14665106935692601</c:v>
                </c:pt>
                <c:pt idx="11153">
                  <c:v>0.14665887069519362</c:v>
                </c:pt>
                <c:pt idx="11154">
                  <c:v>0.14666853711532896</c:v>
                </c:pt>
                <c:pt idx="11155">
                  <c:v>0.14668740806881761</c:v>
                </c:pt>
                <c:pt idx="11156">
                  <c:v>0.14668881113088855</c:v>
                </c:pt>
                <c:pt idx="11157">
                  <c:v>0.14671315997282913</c:v>
                </c:pt>
                <c:pt idx="11158">
                  <c:v>0.14671538936758644</c:v>
                </c:pt>
                <c:pt idx="11159">
                  <c:v>0.1467181716857838</c:v>
                </c:pt>
                <c:pt idx="11160">
                  <c:v>0.14672802305244642</c:v>
                </c:pt>
                <c:pt idx="11161">
                  <c:v>0.14675232999634558</c:v>
                </c:pt>
                <c:pt idx="11162">
                  <c:v>0.14675374382260928</c:v>
                </c:pt>
                <c:pt idx="11163">
                  <c:v>0.14675901741222747</c:v>
                </c:pt>
                <c:pt idx="11164">
                  <c:v>0.14676504514389269</c:v>
                </c:pt>
                <c:pt idx="11165">
                  <c:v>0.14676768412780916</c:v>
                </c:pt>
                <c:pt idx="11166">
                  <c:v>0.14678583067300388</c:v>
                </c:pt>
                <c:pt idx="11167">
                  <c:v>0.14680137514557917</c:v>
                </c:pt>
                <c:pt idx="11168">
                  <c:v>0.14682386241656722</c:v>
                </c:pt>
                <c:pt idx="11169">
                  <c:v>0.14684929009488035</c:v>
                </c:pt>
                <c:pt idx="11170">
                  <c:v>0.14686169282898029</c:v>
                </c:pt>
                <c:pt idx="11171">
                  <c:v>0.14686543517432382</c:v>
                </c:pt>
                <c:pt idx="11172">
                  <c:v>0.1468793764989009</c:v>
                </c:pt>
                <c:pt idx="11173">
                  <c:v>0.14691560463843473</c:v>
                </c:pt>
                <c:pt idx="11174">
                  <c:v>0.14691631716020775</c:v>
                </c:pt>
                <c:pt idx="11175">
                  <c:v>0.14691895091894899</c:v>
                </c:pt>
                <c:pt idx="11176">
                  <c:v>0.14692265178479108</c:v>
                </c:pt>
                <c:pt idx="11177">
                  <c:v>0.14692402228806692</c:v>
                </c:pt>
                <c:pt idx="11178">
                  <c:v>0.14694406344957303</c:v>
                </c:pt>
                <c:pt idx="11179">
                  <c:v>0.14694829419549241</c:v>
                </c:pt>
                <c:pt idx="11180">
                  <c:v>0.14696459291006947</c:v>
                </c:pt>
                <c:pt idx="11181">
                  <c:v>0.14697286308144117</c:v>
                </c:pt>
                <c:pt idx="11182">
                  <c:v>0.14698890936732001</c:v>
                </c:pt>
                <c:pt idx="11183">
                  <c:v>0.14699083534020124</c:v>
                </c:pt>
                <c:pt idx="11184">
                  <c:v>0.14699568390152495</c:v>
                </c:pt>
                <c:pt idx="11185">
                  <c:v>0.14701399098136436</c:v>
                </c:pt>
                <c:pt idx="11186">
                  <c:v>0.1470160101092465</c:v>
                </c:pt>
                <c:pt idx="11187">
                  <c:v>0.1470168090768629</c:v>
                </c:pt>
                <c:pt idx="11188">
                  <c:v>0.14701734513916917</c:v>
                </c:pt>
                <c:pt idx="11189">
                  <c:v>0.14702828976445914</c:v>
                </c:pt>
                <c:pt idx="11190">
                  <c:v>0.14702943840836766</c:v>
                </c:pt>
                <c:pt idx="11191">
                  <c:v>0.14703066831273687</c:v>
                </c:pt>
                <c:pt idx="11192">
                  <c:v>0.14704354584973245</c:v>
                </c:pt>
                <c:pt idx="11193">
                  <c:v>0.1470454241173208</c:v>
                </c:pt>
                <c:pt idx="11194">
                  <c:v>0.14705092501049696</c:v>
                </c:pt>
                <c:pt idx="11195">
                  <c:v>0.14706283882440355</c:v>
                </c:pt>
                <c:pt idx="11196">
                  <c:v>0.14706352458035354</c:v>
                </c:pt>
                <c:pt idx="11197">
                  <c:v>0.14707445180653844</c:v>
                </c:pt>
                <c:pt idx="11198">
                  <c:v>0.14708237120993162</c:v>
                </c:pt>
                <c:pt idx="11199">
                  <c:v>0.14708668632225025</c:v>
                </c:pt>
                <c:pt idx="11200">
                  <c:v>0.14709967489929868</c:v>
                </c:pt>
                <c:pt idx="11201">
                  <c:v>0.14713509783470086</c:v>
                </c:pt>
                <c:pt idx="11202">
                  <c:v>0.14718417128341257</c:v>
                </c:pt>
                <c:pt idx="11203">
                  <c:v>0.14719338448587796</c:v>
                </c:pt>
                <c:pt idx="11204">
                  <c:v>0.1471938204912315</c:v>
                </c:pt>
                <c:pt idx="11205">
                  <c:v>0.14719502094625359</c:v>
                </c:pt>
                <c:pt idx="11206">
                  <c:v>0.14719885867784799</c:v>
                </c:pt>
                <c:pt idx="11207">
                  <c:v>0.14720645321880441</c:v>
                </c:pt>
                <c:pt idx="11208">
                  <c:v>0.14721723050332877</c:v>
                </c:pt>
                <c:pt idx="11209">
                  <c:v>0.1472463799133534</c:v>
                </c:pt>
                <c:pt idx="11210">
                  <c:v>0.14726892155088062</c:v>
                </c:pt>
                <c:pt idx="11211">
                  <c:v>0.14730100181961212</c:v>
                </c:pt>
                <c:pt idx="11212">
                  <c:v>0.14731614481610655</c:v>
                </c:pt>
                <c:pt idx="11213">
                  <c:v>0.14732684560369352</c:v>
                </c:pt>
                <c:pt idx="11214">
                  <c:v>0.14735553080811356</c:v>
                </c:pt>
                <c:pt idx="11215">
                  <c:v>0.14738350936641675</c:v>
                </c:pt>
                <c:pt idx="11216">
                  <c:v>0.14739198903683498</c:v>
                </c:pt>
                <c:pt idx="11217">
                  <c:v>0.14739507443433558</c:v>
                </c:pt>
                <c:pt idx="11218">
                  <c:v>0.14741092652876125</c:v>
                </c:pt>
                <c:pt idx="11219">
                  <c:v>0.14744528410299151</c:v>
                </c:pt>
                <c:pt idx="11220">
                  <c:v>0.14745426374141463</c:v>
                </c:pt>
                <c:pt idx="11221">
                  <c:v>0.14747567876305362</c:v>
                </c:pt>
                <c:pt idx="11222">
                  <c:v>0.14748165786374332</c:v>
                </c:pt>
                <c:pt idx="11223">
                  <c:v>0.14748852766602272</c:v>
                </c:pt>
                <c:pt idx="11224">
                  <c:v>0.14749083660638992</c:v>
                </c:pt>
                <c:pt idx="11225">
                  <c:v>0.14749843246370981</c:v>
                </c:pt>
                <c:pt idx="11226">
                  <c:v>0.14750194348300036</c:v>
                </c:pt>
                <c:pt idx="11227">
                  <c:v>0.14751270444607043</c:v>
                </c:pt>
                <c:pt idx="11228">
                  <c:v>0.14754098170736035</c:v>
                </c:pt>
                <c:pt idx="11229">
                  <c:v>0.14754424697981233</c:v>
                </c:pt>
                <c:pt idx="11230">
                  <c:v>0.14754637755073827</c:v>
                </c:pt>
                <c:pt idx="11231">
                  <c:v>0.14755760363034884</c:v>
                </c:pt>
                <c:pt idx="11232">
                  <c:v>0.14756176647159011</c:v>
                </c:pt>
                <c:pt idx="11233">
                  <c:v>0.14756891508527889</c:v>
                </c:pt>
                <c:pt idx="11234">
                  <c:v>0.14757716590103973</c:v>
                </c:pt>
                <c:pt idx="11235">
                  <c:v>0.14759516414680837</c:v>
                </c:pt>
                <c:pt idx="11236">
                  <c:v>0.14762753780368984</c:v>
                </c:pt>
                <c:pt idx="11237">
                  <c:v>0.14763542009969341</c:v>
                </c:pt>
                <c:pt idx="11238">
                  <c:v>0.14767009035570403</c:v>
                </c:pt>
                <c:pt idx="11239">
                  <c:v>0.14767356691422362</c:v>
                </c:pt>
                <c:pt idx="11240">
                  <c:v>0.14767442912297338</c:v>
                </c:pt>
                <c:pt idx="11241">
                  <c:v>0.14768135488198075</c:v>
                </c:pt>
                <c:pt idx="11242">
                  <c:v>0.14772569735351113</c:v>
                </c:pt>
                <c:pt idx="11243">
                  <c:v>0.14772822584925316</c:v>
                </c:pt>
                <c:pt idx="11244">
                  <c:v>0.14773880589034474</c:v>
                </c:pt>
                <c:pt idx="11245">
                  <c:v>0.14775562173090226</c:v>
                </c:pt>
                <c:pt idx="11246">
                  <c:v>0.14776117229040911</c:v>
                </c:pt>
                <c:pt idx="11247">
                  <c:v>0.14777430249391618</c:v>
                </c:pt>
                <c:pt idx="11248">
                  <c:v>0.14777764753847111</c:v>
                </c:pt>
                <c:pt idx="11249">
                  <c:v>0.14778517169762365</c:v>
                </c:pt>
                <c:pt idx="11250">
                  <c:v>0.14781444155443935</c:v>
                </c:pt>
                <c:pt idx="11251">
                  <c:v>0.14782573947335573</c:v>
                </c:pt>
                <c:pt idx="11252">
                  <c:v>0.14783624359627048</c:v>
                </c:pt>
                <c:pt idx="11253">
                  <c:v>0.14784934490957691</c:v>
                </c:pt>
                <c:pt idx="11254">
                  <c:v>0.14785173108377006</c:v>
                </c:pt>
                <c:pt idx="11255">
                  <c:v>0.14787430704798668</c:v>
                </c:pt>
                <c:pt idx="11256">
                  <c:v>0.14787745908097125</c:v>
                </c:pt>
                <c:pt idx="11257">
                  <c:v>0.14787807746877654</c:v>
                </c:pt>
                <c:pt idx="11258">
                  <c:v>0.14788431341020045</c:v>
                </c:pt>
                <c:pt idx="11259">
                  <c:v>0.14789033960689793</c:v>
                </c:pt>
                <c:pt idx="11260">
                  <c:v>0.14789553445986911</c:v>
                </c:pt>
                <c:pt idx="11261">
                  <c:v>0.14789654160006091</c:v>
                </c:pt>
                <c:pt idx="11262">
                  <c:v>0.14792149185152623</c:v>
                </c:pt>
                <c:pt idx="11263">
                  <c:v>0.1479227667079836</c:v>
                </c:pt>
                <c:pt idx="11264">
                  <c:v>0.14793319792565104</c:v>
                </c:pt>
                <c:pt idx="11265">
                  <c:v>0.1479428873629352</c:v>
                </c:pt>
                <c:pt idx="11266">
                  <c:v>0.14795635856641615</c:v>
                </c:pt>
                <c:pt idx="11267">
                  <c:v>0.14795995881523871</c:v>
                </c:pt>
                <c:pt idx="11268">
                  <c:v>0.1479717304996879</c:v>
                </c:pt>
                <c:pt idx="11269">
                  <c:v>0.14798449131288885</c:v>
                </c:pt>
                <c:pt idx="11270">
                  <c:v>0.14799451056478385</c:v>
                </c:pt>
                <c:pt idx="11271">
                  <c:v>0.14799673783459058</c:v>
                </c:pt>
                <c:pt idx="11272">
                  <c:v>0.14799830327489755</c:v>
                </c:pt>
                <c:pt idx="11273">
                  <c:v>0.14800028570959273</c:v>
                </c:pt>
                <c:pt idx="11274">
                  <c:v>0.14800381923908715</c:v>
                </c:pt>
                <c:pt idx="11275">
                  <c:v>0.14801906402862247</c:v>
                </c:pt>
                <c:pt idx="11276">
                  <c:v>0.14802397647602242</c:v>
                </c:pt>
                <c:pt idx="11277">
                  <c:v>0.14804847759557802</c:v>
                </c:pt>
                <c:pt idx="11278">
                  <c:v>0.14810101851042584</c:v>
                </c:pt>
                <c:pt idx="11279">
                  <c:v>0.1481046819543341</c:v>
                </c:pt>
                <c:pt idx="11280">
                  <c:v>0.14812992155185145</c:v>
                </c:pt>
                <c:pt idx="11281">
                  <c:v>0.14813630818895249</c:v>
                </c:pt>
                <c:pt idx="11282">
                  <c:v>0.14814415316299942</c:v>
                </c:pt>
                <c:pt idx="11283">
                  <c:v>0.14816001892560254</c:v>
                </c:pt>
                <c:pt idx="11284">
                  <c:v>0.14816954189832307</c:v>
                </c:pt>
                <c:pt idx="11285">
                  <c:v>0.14817258644429016</c:v>
                </c:pt>
                <c:pt idx="11286">
                  <c:v>0.14818414411941658</c:v>
                </c:pt>
                <c:pt idx="11287">
                  <c:v>0.14819318697316858</c:v>
                </c:pt>
                <c:pt idx="11288">
                  <c:v>0.14820629753428383</c:v>
                </c:pt>
                <c:pt idx="11289">
                  <c:v>0.14820651810136284</c:v>
                </c:pt>
                <c:pt idx="11290">
                  <c:v>0.14821046507407776</c:v>
                </c:pt>
                <c:pt idx="11291">
                  <c:v>0.14823479855092209</c:v>
                </c:pt>
                <c:pt idx="11292">
                  <c:v>0.14823928566602204</c:v>
                </c:pt>
                <c:pt idx="11293">
                  <c:v>0.14824279049420186</c:v>
                </c:pt>
                <c:pt idx="11294">
                  <c:v>0.14826593099918439</c:v>
                </c:pt>
                <c:pt idx="11295">
                  <c:v>0.1482813275153414</c:v>
                </c:pt>
                <c:pt idx="11296">
                  <c:v>0.14828510904303899</c:v>
                </c:pt>
                <c:pt idx="11297">
                  <c:v>0.14831069227303831</c:v>
                </c:pt>
                <c:pt idx="11298">
                  <c:v>0.1483425082448897</c:v>
                </c:pt>
                <c:pt idx="11299">
                  <c:v>0.14834425199528647</c:v>
                </c:pt>
                <c:pt idx="11300">
                  <c:v>0.14836733169622898</c:v>
                </c:pt>
                <c:pt idx="11301">
                  <c:v>0.14838758806423233</c:v>
                </c:pt>
                <c:pt idx="11302">
                  <c:v>0.14839753704131223</c:v>
                </c:pt>
                <c:pt idx="11303">
                  <c:v>0.14842627684922427</c:v>
                </c:pt>
                <c:pt idx="11304">
                  <c:v>0.14844322616345265</c:v>
                </c:pt>
                <c:pt idx="11305">
                  <c:v>0.1484756800976357</c:v>
                </c:pt>
                <c:pt idx="11306">
                  <c:v>0.14848950608337588</c:v>
                </c:pt>
                <c:pt idx="11307">
                  <c:v>0.14851042928219932</c:v>
                </c:pt>
                <c:pt idx="11308">
                  <c:v>0.1485394953562551</c:v>
                </c:pt>
                <c:pt idx="11309">
                  <c:v>0.14857584966700599</c:v>
                </c:pt>
                <c:pt idx="11310">
                  <c:v>0.14859738745683551</c:v>
                </c:pt>
                <c:pt idx="11311">
                  <c:v>0.14860884545588873</c:v>
                </c:pt>
                <c:pt idx="11312">
                  <c:v>0.14861116108399816</c:v>
                </c:pt>
                <c:pt idx="11313">
                  <c:v>0.14861274408471245</c:v>
                </c:pt>
                <c:pt idx="11314">
                  <c:v>0.14862744353425794</c:v>
                </c:pt>
                <c:pt idx="11315">
                  <c:v>0.14866081852655771</c:v>
                </c:pt>
                <c:pt idx="11316">
                  <c:v>0.14868275143656259</c:v>
                </c:pt>
                <c:pt idx="11317">
                  <c:v>0.14868904046715342</c:v>
                </c:pt>
                <c:pt idx="11318">
                  <c:v>0.14869151743405956</c:v>
                </c:pt>
                <c:pt idx="11319">
                  <c:v>0.14869166591147032</c:v>
                </c:pt>
                <c:pt idx="11320">
                  <c:v>0.14869731309884138</c:v>
                </c:pt>
                <c:pt idx="11321">
                  <c:v>0.14870689505916884</c:v>
                </c:pt>
                <c:pt idx="11322">
                  <c:v>0.14871094574807686</c:v>
                </c:pt>
                <c:pt idx="11323">
                  <c:v>0.14871297748779377</c:v>
                </c:pt>
                <c:pt idx="11324">
                  <c:v>0.14871873997313359</c:v>
                </c:pt>
                <c:pt idx="11325">
                  <c:v>0.14872295202173325</c:v>
                </c:pt>
                <c:pt idx="11326">
                  <c:v>0.14873075512721731</c:v>
                </c:pt>
                <c:pt idx="11327">
                  <c:v>0.14873236634654424</c:v>
                </c:pt>
                <c:pt idx="11328">
                  <c:v>0.14877129096928859</c:v>
                </c:pt>
                <c:pt idx="11329">
                  <c:v>0.14877301055964329</c:v>
                </c:pt>
                <c:pt idx="11330">
                  <c:v>0.14879448875853984</c:v>
                </c:pt>
                <c:pt idx="11331">
                  <c:v>0.14880439219864611</c:v>
                </c:pt>
                <c:pt idx="11332">
                  <c:v>0.14883094039389066</c:v>
                </c:pt>
                <c:pt idx="11333">
                  <c:v>0.14884979101128842</c:v>
                </c:pt>
                <c:pt idx="11334">
                  <c:v>0.14888169353352751</c:v>
                </c:pt>
                <c:pt idx="11335">
                  <c:v>0.14888246047372969</c:v>
                </c:pt>
                <c:pt idx="11336">
                  <c:v>0.14888534930313294</c:v>
                </c:pt>
                <c:pt idx="11337">
                  <c:v>0.14889895548500093</c:v>
                </c:pt>
                <c:pt idx="11338">
                  <c:v>0.1489121363901125</c:v>
                </c:pt>
                <c:pt idx="11339">
                  <c:v>0.14893264014108448</c:v>
                </c:pt>
                <c:pt idx="11340">
                  <c:v>0.14894100606742372</c:v>
                </c:pt>
                <c:pt idx="11341">
                  <c:v>0.14896147502663509</c:v>
                </c:pt>
                <c:pt idx="11342">
                  <c:v>0.14898013098689822</c:v>
                </c:pt>
                <c:pt idx="11343">
                  <c:v>0.14898014542181612</c:v>
                </c:pt>
                <c:pt idx="11344">
                  <c:v>0.14899696054800574</c:v>
                </c:pt>
                <c:pt idx="11345">
                  <c:v>0.14899782145614421</c:v>
                </c:pt>
                <c:pt idx="11346">
                  <c:v>0.14901060005093694</c:v>
                </c:pt>
                <c:pt idx="11347">
                  <c:v>0.14901419907274541</c:v>
                </c:pt>
                <c:pt idx="11348">
                  <c:v>0.1490146369307119</c:v>
                </c:pt>
                <c:pt idx="11349">
                  <c:v>0.14904896890877978</c:v>
                </c:pt>
                <c:pt idx="11350">
                  <c:v>0.14905131013753273</c:v>
                </c:pt>
                <c:pt idx="11351">
                  <c:v>0.14907018726189511</c:v>
                </c:pt>
                <c:pt idx="11352">
                  <c:v>0.14907185382719657</c:v>
                </c:pt>
                <c:pt idx="11353">
                  <c:v>0.14909092925634956</c:v>
                </c:pt>
                <c:pt idx="11354">
                  <c:v>0.14909645826801002</c:v>
                </c:pt>
                <c:pt idx="11355">
                  <c:v>0.14910607055268563</c:v>
                </c:pt>
                <c:pt idx="11356">
                  <c:v>0.14911167862335964</c:v>
                </c:pt>
                <c:pt idx="11357">
                  <c:v>0.14911442520620419</c:v>
                </c:pt>
                <c:pt idx="11358">
                  <c:v>0.14912763023739034</c:v>
                </c:pt>
                <c:pt idx="11359">
                  <c:v>0.14913266373543466</c:v>
                </c:pt>
                <c:pt idx="11360">
                  <c:v>0.14914261956659766</c:v>
                </c:pt>
                <c:pt idx="11361">
                  <c:v>0.1491426485975188</c:v>
                </c:pt>
                <c:pt idx="11362">
                  <c:v>0.14914358610064801</c:v>
                </c:pt>
                <c:pt idx="11363">
                  <c:v>0.1491607146616567</c:v>
                </c:pt>
                <c:pt idx="11364">
                  <c:v>0.14916749557706752</c:v>
                </c:pt>
                <c:pt idx="11365">
                  <c:v>0.1491722876164252</c:v>
                </c:pt>
                <c:pt idx="11366">
                  <c:v>0.14917558298731476</c:v>
                </c:pt>
                <c:pt idx="11367">
                  <c:v>0.14918462660226883</c:v>
                </c:pt>
                <c:pt idx="11368">
                  <c:v>0.14920470975231215</c:v>
                </c:pt>
                <c:pt idx="11369">
                  <c:v>0.14920770902501529</c:v>
                </c:pt>
                <c:pt idx="11370">
                  <c:v>0.14921323319385518</c:v>
                </c:pt>
                <c:pt idx="11371">
                  <c:v>0.14922553827684606</c:v>
                </c:pt>
                <c:pt idx="11372">
                  <c:v>0.14923667114696665</c:v>
                </c:pt>
                <c:pt idx="11373">
                  <c:v>0.14924309247125253</c:v>
                </c:pt>
                <c:pt idx="11374">
                  <c:v>0.14925126952062479</c:v>
                </c:pt>
                <c:pt idx="11375">
                  <c:v>0.14925840696588785</c:v>
                </c:pt>
                <c:pt idx="11376">
                  <c:v>0.14926411276450649</c:v>
                </c:pt>
                <c:pt idx="11377">
                  <c:v>0.14926436009444158</c:v>
                </c:pt>
                <c:pt idx="11378">
                  <c:v>0.14928996959376889</c:v>
                </c:pt>
                <c:pt idx="11379">
                  <c:v>0.14929075819884804</c:v>
                </c:pt>
                <c:pt idx="11380">
                  <c:v>0.14931104283024263</c:v>
                </c:pt>
                <c:pt idx="11381">
                  <c:v>0.14931465684418041</c:v>
                </c:pt>
                <c:pt idx="11382">
                  <c:v>0.14933279877334732</c:v>
                </c:pt>
                <c:pt idx="11383">
                  <c:v>0.14933440357457167</c:v>
                </c:pt>
                <c:pt idx="11384">
                  <c:v>0.14934268880116969</c:v>
                </c:pt>
                <c:pt idx="11385">
                  <c:v>0.14936912765594845</c:v>
                </c:pt>
                <c:pt idx="11386">
                  <c:v>0.14937419862916795</c:v>
                </c:pt>
                <c:pt idx="11387">
                  <c:v>0.14938153078166205</c:v>
                </c:pt>
                <c:pt idx="11388">
                  <c:v>0.14939664876850081</c:v>
                </c:pt>
                <c:pt idx="11389">
                  <c:v>0.14939851573366425</c:v>
                </c:pt>
                <c:pt idx="11390">
                  <c:v>0.14940515077286193</c:v>
                </c:pt>
                <c:pt idx="11391">
                  <c:v>0.14943368948357746</c:v>
                </c:pt>
                <c:pt idx="11392">
                  <c:v>0.14943667983113954</c:v>
                </c:pt>
                <c:pt idx="11393">
                  <c:v>0.14945499005254698</c:v>
                </c:pt>
                <c:pt idx="11394">
                  <c:v>0.14947011232357491</c:v>
                </c:pt>
                <c:pt idx="11395">
                  <c:v>0.14947042859791468</c:v>
                </c:pt>
                <c:pt idx="11396">
                  <c:v>0.14948180955158455</c:v>
                </c:pt>
                <c:pt idx="11397">
                  <c:v>0.14948247105650206</c:v>
                </c:pt>
                <c:pt idx="11398">
                  <c:v>0.14949587720629415</c:v>
                </c:pt>
                <c:pt idx="11399">
                  <c:v>0.14950035425627162</c:v>
                </c:pt>
                <c:pt idx="11400">
                  <c:v>0.14950109571154116</c:v>
                </c:pt>
                <c:pt idx="11401">
                  <c:v>0.14950185309449127</c:v>
                </c:pt>
                <c:pt idx="11402">
                  <c:v>0.14950892379417433</c:v>
                </c:pt>
                <c:pt idx="11403">
                  <c:v>0.14951105703160744</c:v>
                </c:pt>
                <c:pt idx="11404">
                  <c:v>0.14951191751935763</c:v>
                </c:pt>
                <c:pt idx="11405">
                  <c:v>0.14951700983560795</c:v>
                </c:pt>
                <c:pt idx="11406">
                  <c:v>0.14951853752715819</c:v>
                </c:pt>
                <c:pt idx="11407">
                  <c:v>0.14953148436382407</c:v>
                </c:pt>
                <c:pt idx="11408">
                  <c:v>0.14953179198326336</c:v>
                </c:pt>
                <c:pt idx="11409">
                  <c:v>0.14953407165369945</c:v>
                </c:pt>
                <c:pt idx="11410">
                  <c:v>0.14953514379399391</c:v>
                </c:pt>
                <c:pt idx="11411">
                  <c:v>0.14953985858713345</c:v>
                </c:pt>
                <c:pt idx="11412">
                  <c:v>0.1495457411011725</c:v>
                </c:pt>
                <c:pt idx="11413">
                  <c:v>0.14957735663264193</c:v>
                </c:pt>
                <c:pt idx="11414">
                  <c:v>0.14958657556615282</c:v>
                </c:pt>
                <c:pt idx="11415">
                  <c:v>0.14959520728318662</c:v>
                </c:pt>
                <c:pt idx="11416">
                  <c:v>0.14960983291146979</c:v>
                </c:pt>
                <c:pt idx="11417">
                  <c:v>0.14962058149868124</c:v>
                </c:pt>
                <c:pt idx="11418">
                  <c:v>0.14966598806138889</c:v>
                </c:pt>
                <c:pt idx="11419">
                  <c:v>0.14967252359884806</c:v>
                </c:pt>
                <c:pt idx="11420">
                  <c:v>0.14967827715336193</c:v>
                </c:pt>
                <c:pt idx="11421">
                  <c:v>0.14969717296910559</c:v>
                </c:pt>
                <c:pt idx="11422">
                  <c:v>0.14970262625724698</c:v>
                </c:pt>
                <c:pt idx="11423">
                  <c:v>0.14972543300359467</c:v>
                </c:pt>
                <c:pt idx="11424">
                  <c:v>0.14974020468791877</c:v>
                </c:pt>
                <c:pt idx="11425">
                  <c:v>0.14974211770458254</c:v>
                </c:pt>
                <c:pt idx="11426">
                  <c:v>0.14974222272035992</c:v>
                </c:pt>
                <c:pt idx="11427">
                  <c:v>0.1497724659571707</c:v>
                </c:pt>
                <c:pt idx="11428">
                  <c:v>0.14979342273797872</c:v>
                </c:pt>
                <c:pt idx="11429">
                  <c:v>0.14982153857556055</c:v>
                </c:pt>
                <c:pt idx="11430">
                  <c:v>0.14982350398041117</c:v>
                </c:pt>
                <c:pt idx="11431">
                  <c:v>0.14983310313864429</c:v>
                </c:pt>
                <c:pt idx="11432">
                  <c:v>0.14984145284307304</c:v>
                </c:pt>
                <c:pt idx="11433">
                  <c:v>0.14985388924820073</c:v>
                </c:pt>
                <c:pt idx="11434">
                  <c:v>0.14986306511227412</c:v>
                </c:pt>
                <c:pt idx="11435">
                  <c:v>0.14988314885551787</c:v>
                </c:pt>
                <c:pt idx="11436">
                  <c:v>0.14988766980604445</c:v>
                </c:pt>
                <c:pt idx="11437">
                  <c:v>0.14989854167122829</c:v>
                </c:pt>
                <c:pt idx="11438">
                  <c:v>0.14992171041964225</c:v>
                </c:pt>
                <c:pt idx="11439">
                  <c:v>0.14992398982418065</c:v>
                </c:pt>
                <c:pt idx="11440">
                  <c:v>0.14992883995404083</c:v>
                </c:pt>
                <c:pt idx="11441">
                  <c:v>0.14994816494324209</c:v>
                </c:pt>
                <c:pt idx="11442">
                  <c:v>0.15000592994190734</c:v>
                </c:pt>
                <c:pt idx="11443">
                  <c:v>0.15002342547934081</c:v>
                </c:pt>
                <c:pt idx="11444">
                  <c:v>0.1500395680734882</c:v>
                </c:pt>
                <c:pt idx="11445">
                  <c:v>0.15006353626772953</c:v>
                </c:pt>
                <c:pt idx="11446">
                  <c:v>0.15007777266745681</c:v>
                </c:pt>
                <c:pt idx="11447">
                  <c:v>0.15009477523375184</c:v>
                </c:pt>
                <c:pt idx="11448">
                  <c:v>0.15009951447081094</c:v>
                </c:pt>
                <c:pt idx="11449">
                  <c:v>0.15010020356651846</c:v>
                </c:pt>
                <c:pt idx="11450">
                  <c:v>0.15011295868915164</c:v>
                </c:pt>
                <c:pt idx="11451">
                  <c:v>0.15012885031374451</c:v>
                </c:pt>
                <c:pt idx="11452">
                  <c:v>0.15015886611900189</c:v>
                </c:pt>
                <c:pt idx="11453">
                  <c:v>0.15015886778484461</c:v>
                </c:pt>
                <c:pt idx="11454">
                  <c:v>0.15019454031746102</c:v>
                </c:pt>
                <c:pt idx="11455">
                  <c:v>0.15020257442484328</c:v>
                </c:pt>
                <c:pt idx="11456">
                  <c:v>0.15020684459771799</c:v>
                </c:pt>
                <c:pt idx="11457">
                  <c:v>0.15021467417479389</c:v>
                </c:pt>
                <c:pt idx="11458">
                  <c:v>0.15022968432907571</c:v>
                </c:pt>
                <c:pt idx="11459">
                  <c:v>0.15023401637237183</c:v>
                </c:pt>
                <c:pt idx="11460">
                  <c:v>0.15024088658454515</c:v>
                </c:pt>
                <c:pt idx="11461">
                  <c:v>0.15024647864704177</c:v>
                </c:pt>
                <c:pt idx="11462">
                  <c:v>0.15024786682400637</c:v>
                </c:pt>
                <c:pt idx="11463">
                  <c:v>0.15026141910687157</c:v>
                </c:pt>
                <c:pt idx="11464">
                  <c:v>0.15026179031006826</c:v>
                </c:pt>
                <c:pt idx="11465">
                  <c:v>0.15026679357237938</c:v>
                </c:pt>
                <c:pt idx="11466">
                  <c:v>0.15028339978184976</c:v>
                </c:pt>
                <c:pt idx="11467">
                  <c:v>0.15030245449308416</c:v>
                </c:pt>
                <c:pt idx="11468">
                  <c:v>0.15030797820758765</c:v>
                </c:pt>
                <c:pt idx="11469">
                  <c:v>0.15033394905322686</c:v>
                </c:pt>
                <c:pt idx="11470">
                  <c:v>0.15033477008473803</c:v>
                </c:pt>
                <c:pt idx="11471">
                  <c:v>0.15034086440771835</c:v>
                </c:pt>
                <c:pt idx="11472">
                  <c:v>0.15034753008799115</c:v>
                </c:pt>
                <c:pt idx="11473">
                  <c:v>0.15035366728569735</c:v>
                </c:pt>
                <c:pt idx="11474">
                  <c:v>0.15035663284015158</c:v>
                </c:pt>
                <c:pt idx="11475">
                  <c:v>0.15036399100720743</c:v>
                </c:pt>
                <c:pt idx="11476">
                  <c:v>0.15039859013512352</c:v>
                </c:pt>
                <c:pt idx="11477">
                  <c:v>0.15041475879558033</c:v>
                </c:pt>
                <c:pt idx="11478">
                  <c:v>0.15041532381148193</c:v>
                </c:pt>
                <c:pt idx="11479">
                  <c:v>0.15042314389994854</c:v>
                </c:pt>
                <c:pt idx="11480">
                  <c:v>0.15042667788473005</c:v>
                </c:pt>
                <c:pt idx="11481">
                  <c:v>0.1504315819212442</c:v>
                </c:pt>
                <c:pt idx="11482">
                  <c:v>0.15045431677258672</c:v>
                </c:pt>
                <c:pt idx="11483">
                  <c:v>0.15045928178361773</c:v>
                </c:pt>
                <c:pt idx="11484">
                  <c:v>0.15047022887912645</c:v>
                </c:pt>
                <c:pt idx="11485">
                  <c:v>0.15047118884693478</c:v>
                </c:pt>
                <c:pt idx="11486">
                  <c:v>0.15056977242814182</c:v>
                </c:pt>
                <c:pt idx="11487">
                  <c:v>0.15057949015397509</c:v>
                </c:pt>
                <c:pt idx="11488">
                  <c:v>0.15059209524467965</c:v>
                </c:pt>
                <c:pt idx="11489">
                  <c:v>0.15059641099949125</c:v>
                </c:pt>
                <c:pt idx="11490">
                  <c:v>0.15060817673631419</c:v>
                </c:pt>
                <c:pt idx="11491">
                  <c:v>0.15060836792147972</c:v>
                </c:pt>
                <c:pt idx="11492">
                  <c:v>0.15062200946808132</c:v>
                </c:pt>
                <c:pt idx="11493">
                  <c:v>0.15064537134959322</c:v>
                </c:pt>
                <c:pt idx="11494">
                  <c:v>0.15064539243217578</c:v>
                </c:pt>
                <c:pt idx="11495">
                  <c:v>0.1506538183628483</c:v>
                </c:pt>
                <c:pt idx="11496">
                  <c:v>0.1506540606270895</c:v>
                </c:pt>
                <c:pt idx="11497">
                  <c:v>0.15067672367558285</c:v>
                </c:pt>
                <c:pt idx="11498">
                  <c:v>0.1506824510235423</c:v>
                </c:pt>
                <c:pt idx="11499">
                  <c:v>0.15069505673355271</c:v>
                </c:pt>
                <c:pt idx="11500">
                  <c:v>0.15071146696306278</c:v>
                </c:pt>
                <c:pt idx="11501">
                  <c:v>0.15071530951381926</c:v>
                </c:pt>
                <c:pt idx="11502">
                  <c:v>0.15071795933344673</c:v>
                </c:pt>
                <c:pt idx="11503">
                  <c:v>0.15072255390848094</c:v>
                </c:pt>
                <c:pt idx="11504">
                  <c:v>0.15075044198350462</c:v>
                </c:pt>
                <c:pt idx="11505">
                  <c:v>0.15075477182066227</c:v>
                </c:pt>
                <c:pt idx="11506">
                  <c:v>0.15076885276230467</c:v>
                </c:pt>
                <c:pt idx="11507">
                  <c:v>0.15077539019406891</c:v>
                </c:pt>
                <c:pt idx="11508">
                  <c:v>0.15077904847946416</c:v>
                </c:pt>
                <c:pt idx="11509">
                  <c:v>0.15078238468683738</c:v>
                </c:pt>
                <c:pt idx="11510">
                  <c:v>0.15078682157815892</c:v>
                </c:pt>
                <c:pt idx="11511">
                  <c:v>0.15081482733947943</c:v>
                </c:pt>
                <c:pt idx="11512">
                  <c:v>0.15082352787417858</c:v>
                </c:pt>
                <c:pt idx="11513">
                  <c:v>0.15082480380485278</c:v>
                </c:pt>
                <c:pt idx="11514">
                  <c:v>0.15083820529383055</c:v>
                </c:pt>
                <c:pt idx="11515">
                  <c:v>0.15084374969109357</c:v>
                </c:pt>
                <c:pt idx="11516">
                  <c:v>0.15086408847318275</c:v>
                </c:pt>
                <c:pt idx="11517">
                  <c:v>0.15086457780093732</c:v>
                </c:pt>
                <c:pt idx="11518">
                  <c:v>0.15088453923917863</c:v>
                </c:pt>
                <c:pt idx="11519">
                  <c:v>0.15089013441018218</c:v>
                </c:pt>
                <c:pt idx="11520">
                  <c:v>0.15089297742685828</c:v>
                </c:pt>
                <c:pt idx="11521">
                  <c:v>0.1509106788170933</c:v>
                </c:pt>
                <c:pt idx="11522">
                  <c:v>0.15093603650675577</c:v>
                </c:pt>
                <c:pt idx="11523">
                  <c:v>0.1509437388607224</c:v>
                </c:pt>
                <c:pt idx="11524">
                  <c:v>0.15094931561862085</c:v>
                </c:pt>
                <c:pt idx="11525">
                  <c:v>0.15095025311021559</c:v>
                </c:pt>
                <c:pt idx="11526">
                  <c:v>0.15096954759197498</c:v>
                </c:pt>
                <c:pt idx="11527">
                  <c:v>0.15098535197600871</c:v>
                </c:pt>
                <c:pt idx="11528">
                  <c:v>0.15098897026151714</c:v>
                </c:pt>
                <c:pt idx="11529">
                  <c:v>0.15099704917587092</c:v>
                </c:pt>
                <c:pt idx="11530">
                  <c:v>0.15100923692067691</c:v>
                </c:pt>
                <c:pt idx="11531">
                  <c:v>0.15101214667228988</c:v>
                </c:pt>
                <c:pt idx="11532">
                  <c:v>0.1510377924712257</c:v>
                </c:pt>
                <c:pt idx="11533">
                  <c:v>0.15104546102952499</c:v>
                </c:pt>
                <c:pt idx="11534">
                  <c:v>0.15104764158883721</c:v>
                </c:pt>
                <c:pt idx="11535">
                  <c:v>0.1510598369274419</c:v>
                </c:pt>
                <c:pt idx="11536">
                  <c:v>0.15107470472594486</c:v>
                </c:pt>
                <c:pt idx="11537">
                  <c:v>0.15107853643633437</c:v>
                </c:pt>
                <c:pt idx="11538">
                  <c:v>0.15108889782406429</c:v>
                </c:pt>
                <c:pt idx="11539">
                  <c:v>0.15110302545049292</c:v>
                </c:pt>
                <c:pt idx="11540">
                  <c:v>0.15111508011553101</c:v>
                </c:pt>
                <c:pt idx="11541">
                  <c:v>0.15113565051707339</c:v>
                </c:pt>
                <c:pt idx="11542">
                  <c:v>0.15113626902720967</c:v>
                </c:pt>
                <c:pt idx="11543">
                  <c:v>0.151142927519194</c:v>
                </c:pt>
                <c:pt idx="11544">
                  <c:v>0.15116103194781247</c:v>
                </c:pt>
                <c:pt idx="11545">
                  <c:v>0.15116138703056228</c:v>
                </c:pt>
                <c:pt idx="11546">
                  <c:v>0.15116273071871289</c:v>
                </c:pt>
                <c:pt idx="11547">
                  <c:v>0.1511646011918443</c:v>
                </c:pt>
                <c:pt idx="11548">
                  <c:v>0.15117949329951</c:v>
                </c:pt>
                <c:pt idx="11549">
                  <c:v>0.15121658836865129</c:v>
                </c:pt>
                <c:pt idx="11550">
                  <c:v>0.15124768486361304</c:v>
                </c:pt>
                <c:pt idx="11551">
                  <c:v>0.1512477480048805</c:v>
                </c:pt>
                <c:pt idx="11552">
                  <c:v>0.15126680623206665</c:v>
                </c:pt>
                <c:pt idx="11553">
                  <c:v>0.1512737811807067</c:v>
                </c:pt>
                <c:pt idx="11554">
                  <c:v>0.15127934191698286</c:v>
                </c:pt>
                <c:pt idx="11555">
                  <c:v>0.15132229811487327</c:v>
                </c:pt>
                <c:pt idx="11556">
                  <c:v>0.15133760316957037</c:v>
                </c:pt>
                <c:pt idx="11557">
                  <c:v>0.15136462296583883</c:v>
                </c:pt>
                <c:pt idx="11558">
                  <c:v>0.15136948810817713</c:v>
                </c:pt>
                <c:pt idx="11559">
                  <c:v>0.15137343268713133</c:v>
                </c:pt>
                <c:pt idx="11560">
                  <c:v>0.15137837947345817</c:v>
                </c:pt>
                <c:pt idx="11561">
                  <c:v>0.15139525928179701</c:v>
                </c:pt>
                <c:pt idx="11562">
                  <c:v>0.1514230152840261</c:v>
                </c:pt>
                <c:pt idx="11563">
                  <c:v>0.15143809439751776</c:v>
                </c:pt>
                <c:pt idx="11564">
                  <c:v>0.15145491261041802</c:v>
                </c:pt>
                <c:pt idx="11565">
                  <c:v>0.15146071992516402</c:v>
                </c:pt>
                <c:pt idx="11566">
                  <c:v>0.15148885947585858</c:v>
                </c:pt>
                <c:pt idx="11567">
                  <c:v>0.15151443479817084</c:v>
                </c:pt>
                <c:pt idx="11568">
                  <c:v>0.15151792346011439</c:v>
                </c:pt>
                <c:pt idx="11569">
                  <c:v>0.1515190693761243</c:v>
                </c:pt>
                <c:pt idx="11570">
                  <c:v>0.15153829100077973</c:v>
                </c:pt>
                <c:pt idx="11571">
                  <c:v>0.15154280505023654</c:v>
                </c:pt>
                <c:pt idx="11572">
                  <c:v>0.15157776555014355</c:v>
                </c:pt>
                <c:pt idx="11573">
                  <c:v>0.15158859020023002</c:v>
                </c:pt>
                <c:pt idx="11574">
                  <c:v>0.15162169217037699</c:v>
                </c:pt>
                <c:pt idx="11575">
                  <c:v>0.15163752719850465</c:v>
                </c:pt>
                <c:pt idx="11576">
                  <c:v>0.15164553461358191</c:v>
                </c:pt>
                <c:pt idx="11577">
                  <c:v>0.15164956004263455</c:v>
                </c:pt>
                <c:pt idx="11578">
                  <c:v>0.15167065736945359</c:v>
                </c:pt>
                <c:pt idx="11579">
                  <c:v>0.15170009031957118</c:v>
                </c:pt>
                <c:pt idx="11580">
                  <c:v>0.15171960229193721</c:v>
                </c:pt>
                <c:pt idx="11581">
                  <c:v>0.15173497937432803</c:v>
                </c:pt>
                <c:pt idx="11582">
                  <c:v>0.15173785918353289</c:v>
                </c:pt>
                <c:pt idx="11583">
                  <c:v>0.15174986157904968</c:v>
                </c:pt>
                <c:pt idx="11584">
                  <c:v>0.15175781536142857</c:v>
                </c:pt>
                <c:pt idx="11585">
                  <c:v>0.15176297925088744</c:v>
                </c:pt>
                <c:pt idx="11586">
                  <c:v>0.15176429086322113</c:v>
                </c:pt>
                <c:pt idx="11587">
                  <c:v>0.15176613689605101</c:v>
                </c:pt>
                <c:pt idx="11588">
                  <c:v>0.15178604301694409</c:v>
                </c:pt>
                <c:pt idx="11589">
                  <c:v>0.15179498053429444</c:v>
                </c:pt>
                <c:pt idx="11590">
                  <c:v>0.15181388874649993</c:v>
                </c:pt>
                <c:pt idx="11591">
                  <c:v>0.15181572122533588</c:v>
                </c:pt>
                <c:pt idx="11592">
                  <c:v>0.15182941109204634</c:v>
                </c:pt>
                <c:pt idx="11593">
                  <c:v>0.15183544080317596</c:v>
                </c:pt>
                <c:pt idx="11594">
                  <c:v>0.15184966458927809</c:v>
                </c:pt>
                <c:pt idx="11595">
                  <c:v>0.15186087092762993</c:v>
                </c:pt>
                <c:pt idx="11596">
                  <c:v>0.15187508722739126</c:v>
                </c:pt>
                <c:pt idx="11597">
                  <c:v>0.15189196791153675</c:v>
                </c:pt>
                <c:pt idx="11598">
                  <c:v>0.15190112744439466</c:v>
                </c:pt>
                <c:pt idx="11599">
                  <c:v>0.15190742611783087</c:v>
                </c:pt>
                <c:pt idx="11600">
                  <c:v>0.15191366070008824</c:v>
                </c:pt>
                <c:pt idx="11601">
                  <c:v>0.15193204537962363</c:v>
                </c:pt>
                <c:pt idx="11602">
                  <c:v>0.15193714462636698</c:v>
                </c:pt>
                <c:pt idx="11603">
                  <c:v>0.15193752474051209</c:v>
                </c:pt>
                <c:pt idx="11604">
                  <c:v>0.15196175354959132</c:v>
                </c:pt>
                <c:pt idx="11605">
                  <c:v>0.15196646184249513</c:v>
                </c:pt>
                <c:pt idx="11606">
                  <c:v>0.15197721708408146</c:v>
                </c:pt>
                <c:pt idx="11607">
                  <c:v>0.15199367587346638</c:v>
                </c:pt>
                <c:pt idx="11608">
                  <c:v>0.15201021667550188</c:v>
                </c:pt>
                <c:pt idx="11609">
                  <c:v>0.15202103857726879</c:v>
                </c:pt>
                <c:pt idx="11610">
                  <c:v>0.15203250052970296</c:v>
                </c:pt>
                <c:pt idx="11611">
                  <c:v>0.1520479823012259</c:v>
                </c:pt>
                <c:pt idx="11612">
                  <c:v>0.1520564186761795</c:v>
                </c:pt>
                <c:pt idx="11613">
                  <c:v>0.15205841262053829</c:v>
                </c:pt>
                <c:pt idx="11614">
                  <c:v>0.15209535977002897</c:v>
                </c:pt>
                <c:pt idx="11615">
                  <c:v>0.15213658041530792</c:v>
                </c:pt>
                <c:pt idx="11616">
                  <c:v>0.1521512287367108</c:v>
                </c:pt>
                <c:pt idx="11617">
                  <c:v>0.15215224679295819</c:v>
                </c:pt>
                <c:pt idx="11618">
                  <c:v>0.15215408585450577</c:v>
                </c:pt>
                <c:pt idx="11619">
                  <c:v>0.15219881018815595</c:v>
                </c:pt>
                <c:pt idx="11620">
                  <c:v>0.15220168203382314</c:v>
                </c:pt>
                <c:pt idx="11621">
                  <c:v>0.15221045479518983</c:v>
                </c:pt>
                <c:pt idx="11622">
                  <c:v>0.15222498407623647</c:v>
                </c:pt>
                <c:pt idx="11623">
                  <c:v>0.15224201175282331</c:v>
                </c:pt>
                <c:pt idx="11624">
                  <c:v>0.15224950990825364</c:v>
                </c:pt>
                <c:pt idx="11625">
                  <c:v>0.15226157981798899</c:v>
                </c:pt>
                <c:pt idx="11626">
                  <c:v>0.15226953862708356</c:v>
                </c:pt>
                <c:pt idx="11627">
                  <c:v>0.15227403989680074</c:v>
                </c:pt>
                <c:pt idx="11628">
                  <c:v>0.15227416394159987</c:v>
                </c:pt>
                <c:pt idx="11629">
                  <c:v>0.152281215208599</c:v>
                </c:pt>
                <c:pt idx="11630">
                  <c:v>0.15233158103854705</c:v>
                </c:pt>
                <c:pt idx="11631">
                  <c:v>0.15234827010952728</c:v>
                </c:pt>
                <c:pt idx="11632">
                  <c:v>0.15237963516377445</c:v>
                </c:pt>
                <c:pt idx="11633">
                  <c:v>0.15238028830876116</c:v>
                </c:pt>
                <c:pt idx="11634">
                  <c:v>0.15238224524618427</c:v>
                </c:pt>
                <c:pt idx="11635">
                  <c:v>0.15238306522339984</c:v>
                </c:pt>
                <c:pt idx="11636">
                  <c:v>0.15238946503572093</c:v>
                </c:pt>
                <c:pt idx="11637">
                  <c:v>0.15241285074826869</c:v>
                </c:pt>
                <c:pt idx="11638">
                  <c:v>0.15242852822768013</c:v>
                </c:pt>
                <c:pt idx="11639">
                  <c:v>0.15243151364391655</c:v>
                </c:pt>
                <c:pt idx="11640">
                  <c:v>0.15245768618561495</c:v>
                </c:pt>
                <c:pt idx="11641">
                  <c:v>0.15252710310187587</c:v>
                </c:pt>
                <c:pt idx="11642">
                  <c:v>0.15253076785325606</c:v>
                </c:pt>
                <c:pt idx="11643">
                  <c:v>0.15253292783445721</c:v>
                </c:pt>
                <c:pt idx="11644">
                  <c:v>0.15253711103697684</c:v>
                </c:pt>
                <c:pt idx="11645">
                  <c:v>0.15254132352813815</c:v>
                </c:pt>
                <c:pt idx="11646">
                  <c:v>0.15256093689737524</c:v>
                </c:pt>
                <c:pt idx="11647">
                  <c:v>0.1525799239361981</c:v>
                </c:pt>
                <c:pt idx="11648">
                  <c:v>0.15258156479054305</c:v>
                </c:pt>
                <c:pt idx="11649">
                  <c:v>0.15258974958881549</c:v>
                </c:pt>
                <c:pt idx="11650">
                  <c:v>0.15260245385744506</c:v>
                </c:pt>
                <c:pt idx="11651">
                  <c:v>0.15260854936783816</c:v>
                </c:pt>
                <c:pt idx="11652">
                  <c:v>0.15261586286230591</c:v>
                </c:pt>
                <c:pt idx="11653">
                  <c:v>0.15262143305588913</c:v>
                </c:pt>
                <c:pt idx="11654">
                  <c:v>0.15263869317588324</c:v>
                </c:pt>
                <c:pt idx="11655">
                  <c:v>0.1526429027349418</c:v>
                </c:pt>
                <c:pt idx="11656">
                  <c:v>0.15264345362165074</c:v>
                </c:pt>
                <c:pt idx="11657">
                  <c:v>0.15267738579534965</c:v>
                </c:pt>
                <c:pt idx="11658">
                  <c:v>0.15269909921352387</c:v>
                </c:pt>
                <c:pt idx="11659">
                  <c:v>0.15270406057435046</c:v>
                </c:pt>
                <c:pt idx="11660">
                  <c:v>0.15275354513890954</c:v>
                </c:pt>
                <c:pt idx="11661">
                  <c:v>0.1527559986086687</c:v>
                </c:pt>
                <c:pt idx="11662">
                  <c:v>0.1527696429926389</c:v>
                </c:pt>
                <c:pt idx="11663">
                  <c:v>0.15278192480499833</c:v>
                </c:pt>
                <c:pt idx="11664">
                  <c:v>0.15280063211488862</c:v>
                </c:pt>
                <c:pt idx="11665">
                  <c:v>0.15281257262390405</c:v>
                </c:pt>
                <c:pt idx="11666">
                  <c:v>0.1528496906601845</c:v>
                </c:pt>
                <c:pt idx="11667">
                  <c:v>0.15286357626142666</c:v>
                </c:pt>
                <c:pt idx="11668">
                  <c:v>0.15291594862604377</c:v>
                </c:pt>
                <c:pt idx="11669">
                  <c:v>0.15291723790116246</c:v>
                </c:pt>
                <c:pt idx="11670">
                  <c:v>0.15292781074354544</c:v>
                </c:pt>
                <c:pt idx="11671">
                  <c:v>0.15293039494892632</c:v>
                </c:pt>
                <c:pt idx="11672">
                  <c:v>0.15293236898977841</c:v>
                </c:pt>
                <c:pt idx="11673">
                  <c:v>0.15294999644345761</c:v>
                </c:pt>
                <c:pt idx="11674">
                  <c:v>0.15296220712204034</c:v>
                </c:pt>
                <c:pt idx="11675">
                  <c:v>0.15296862101496447</c:v>
                </c:pt>
                <c:pt idx="11676">
                  <c:v>0.15296979746183328</c:v>
                </c:pt>
                <c:pt idx="11677">
                  <c:v>0.15297436737951742</c:v>
                </c:pt>
                <c:pt idx="11678">
                  <c:v>0.15299044328809222</c:v>
                </c:pt>
                <c:pt idx="11679">
                  <c:v>0.1530013104029177</c:v>
                </c:pt>
                <c:pt idx="11680">
                  <c:v>0.15301784973690322</c:v>
                </c:pt>
                <c:pt idx="11681">
                  <c:v>0.15302649028717047</c:v>
                </c:pt>
                <c:pt idx="11682">
                  <c:v>0.1530265798300795</c:v>
                </c:pt>
                <c:pt idx="11683">
                  <c:v>0.15309239477665226</c:v>
                </c:pt>
                <c:pt idx="11684">
                  <c:v>0.15309373207424257</c:v>
                </c:pt>
                <c:pt idx="11685">
                  <c:v>0.15311604332363804</c:v>
                </c:pt>
                <c:pt idx="11686">
                  <c:v>0.15313141759568502</c:v>
                </c:pt>
                <c:pt idx="11687">
                  <c:v>0.15315182891374704</c:v>
                </c:pt>
                <c:pt idx="11688">
                  <c:v>0.15315982977661835</c:v>
                </c:pt>
                <c:pt idx="11689">
                  <c:v>0.15317626306643228</c:v>
                </c:pt>
                <c:pt idx="11690">
                  <c:v>0.15317820710542518</c:v>
                </c:pt>
                <c:pt idx="11691">
                  <c:v>0.15319541108617679</c:v>
                </c:pt>
                <c:pt idx="11692">
                  <c:v>0.15319901755784007</c:v>
                </c:pt>
                <c:pt idx="11693">
                  <c:v>0.15322972715795821</c:v>
                </c:pt>
                <c:pt idx="11694">
                  <c:v>0.15324429071126444</c:v>
                </c:pt>
                <c:pt idx="11695">
                  <c:v>0.15324926900119146</c:v>
                </c:pt>
                <c:pt idx="11696">
                  <c:v>0.15325088811190438</c:v>
                </c:pt>
                <c:pt idx="11697">
                  <c:v>0.15327593364116709</c:v>
                </c:pt>
                <c:pt idx="11698">
                  <c:v>0.15327832655362247</c:v>
                </c:pt>
                <c:pt idx="11699">
                  <c:v>0.1532931130215012</c:v>
                </c:pt>
                <c:pt idx="11700">
                  <c:v>0.15332543570637477</c:v>
                </c:pt>
                <c:pt idx="11701">
                  <c:v>0.15335289600800006</c:v>
                </c:pt>
                <c:pt idx="11702">
                  <c:v>0.1533534603173185</c:v>
                </c:pt>
                <c:pt idx="11703">
                  <c:v>0.15335618434414486</c:v>
                </c:pt>
                <c:pt idx="11704">
                  <c:v>0.1533569021100693</c:v>
                </c:pt>
                <c:pt idx="11705">
                  <c:v>0.15336031361468577</c:v>
                </c:pt>
                <c:pt idx="11706">
                  <c:v>0.15339005878157186</c:v>
                </c:pt>
                <c:pt idx="11707">
                  <c:v>0.1534032743963531</c:v>
                </c:pt>
                <c:pt idx="11708">
                  <c:v>0.15341019835460334</c:v>
                </c:pt>
                <c:pt idx="11709">
                  <c:v>0.15341584152188401</c:v>
                </c:pt>
                <c:pt idx="11710">
                  <c:v>0.15341778337479209</c:v>
                </c:pt>
                <c:pt idx="11711">
                  <c:v>0.15343885179036834</c:v>
                </c:pt>
                <c:pt idx="11712">
                  <c:v>0.15345076172337407</c:v>
                </c:pt>
                <c:pt idx="11713">
                  <c:v>0.15345931325128315</c:v>
                </c:pt>
                <c:pt idx="11714">
                  <c:v>0.15346464281404476</c:v>
                </c:pt>
                <c:pt idx="11715">
                  <c:v>0.15347654707708727</c:v>
                </c:pt>
                <c:pt idx="11716">
                  <c:v>0.15349358570373972</c:v>
                </c:pt>
                <c:pt idx="11717">
                  <c:v>0.15351144098350103</c:v>
                </c:pt>
                <c:pt idx="11718">
                  <c:v>0.15351964780287874</c:v>
                </c:pt>
                <c:pt idx="11719">
                  <c:v>0.15352138892788647</c:v>
                </c:pt>
                <c:pt idx="11720">
                  <c:v>0.15354900895689014</c:v>
                </c:pt>
                <c:pt idx="11721">
                  <c:v>0.15355013546298937</c:v>
                </c:pt>
                <c:pt idx="11722">
                  <c:v>0.15355648169627373</c:v>
                </c:pt>
                <c:pt idx="11723">
                  <c:v>0.15358968079187491</c:v>
                </c:pt>
                <c:pt idx="11724">
                  <c:v>0.1536043736097788</c:v>
                </c:pt>
                <c:pt idx="11725">
                  <c:v>0.15360557422385784</c:v>
                </c:pt>
                <c:pt idx="11726">
                  <c:v>0.15361900317814628</c:v>
                </c:pt>
                <c:pt idx="11727">
                  <c:v>0.15362060247321485</c:v>
                </c:pt>
                <c:pt idx="11728">
                  <c:v>0.15362726015735087</c:v>
                </c:pt>
                <c:pt idx="11729">
                  <c:v>0.15362892954280288</c:v>
                </c:pt>
                <c:pt idx="11730">
                  <c:v>0.15363801294157228</c:v>
                </c:pt>
                <c:pt idx="11731">
                  <c:v>0.15364953539232043</c:v>
                </c:pt>
                <c:pt idx="11732">
                  <c:v>0.15365108449858345</c:v>
                </c:pt>
                <c:pt idx="11733">
                  <c:v>0.15365674904876472</c:v>
                </c:pt>
                <c:pt idx="11734">
                  <c:v>0.15366693746872417</c:v>
                </c:pt>
                <c:pt idx="11735">
                  <c:v>0.1536672854564764</c:v>
                </c:pt>
                <c:pt idx="11736">
                  <c:v>0.15370122915483064</c:v>
                </c:pt>
                <c:pt idx="11737">
                  <c:v>0.15373153684502663</c:v>
                </c:pt>
                <c:pt idx="11738">
                  <c:v>0.15375160661230042</c:v>
                </c:pt>
                <c:pt idx="11739">
                  <c:v>0.15375798282236941</c:v>
                </c:pt>
                <c:pt idx="11740">
                  <c:v>0.1537597327171662</c:v>
                </c:pt>
                <c:pt idx="11741">
                  <c:v>0.15376027969050604</c:v>
                </c:pt>
                <c:pt idx="11742">
                  <c:v>0.1537657287589296</c:v>
                </c:pt>
                <c:pt idx="11743">
                  <c:v>0.15376802987058208</c:v>
                </c:pt>
                <c:pt idx="11744">
                  <c:v>0.15377029285114518</c:v>
                </c:pt>
                <c:pt idx="11745">
                  <c:v>0.15385658110397563</c:v>
                </c:pt>
                <c:pt idx="11746">
                  <c:v>0.15386993982702896</c:v>
                </c:pt>
                <c:pt idx="11747">
                  <c:v>0.15388095138599769</c:v>
                </c:pt>
                <c:pt idx="11748">
                  <c:v>0.15388836884585919</c:v>
                </c:pt>
                <c:pt idx="11749">
                  <c:v>0.15390182499566663</c:v>
                </c:pt>
                <c:pt idx="11750">
                  <c:v>0.15392993899571794</c:v>
                </c:pt>
                <c:pt idx="11751">
                  <c:v>0.15394742072889697</c:v>
                </c:pt>
                <c:pt idx="11752">
                  <c:v>0.15395530187631509</c:v>
                </c:pt>
                <c:pt idx="11753">
                  <c:v>0.15396916584922937</c:v>
                </c:pt>
                <c:pt idx="11754">
                  <c:v>0.15397945418302114</c:v>
                </c:pt>
                <c:pt idx="11755">
                  <c:v>0.15398770363487674</c:v>
                </c:pt>
                <c:pt idx="11756">
                  <c:v>0.15402898701295695</c:v>
                </c:pt>
                <c:pt idx="11757">
                  <c:v>0.15403086817922867</c:v>
                </c:pt>
                <c:pt idx="11758">
                  <c:v>0.15404181257941144</c:v>
                </c:pt>
                <c:pt idx="11759">
                  <c:v>0.15409417233558947</c:v>
                </c:pt>
                <c:pt idx="11760">
                  <c:v>0.15410208727527133</c:v>
                </c:pt>
                <c:pt idx="11761">
                  <c:v>0.15411603825884984</c:v>
                </c:pt>
                <c:pt idx="11762">
                  <c:v>0.15413777075507565</c:v>
                </c:pt>
                <c:pt idx="11763">
                  <c:v>0.15413883187108776</c:v>
                </c:pt>
                <c:pt idx="11764">
                  <c:v>0.15415080480012205</c:v>
                </c:pt>
                <c:pt idx="11765">
                  <c:v>0.15415083452154918</c:v>
                </c:pt>
                <c:pt idx="11766">
                  <c:v>0.15415615380674894</c:v>
                </c:pt>
                <c:pt idx="11767">
                  <c:v>0.15416166533862682</c:v>
                </c:pt>
                <c:pt idx="11768">
                  <c:v>0.15419341170186546</c:v>
                </c:pt>
                <c:pt idx="11769">
                  <c:v>0.15422104404274078</c:v>
                </c:pt>
                <c:pt idx="11770">
                  <c:v>0.15424457134204342</c:v>
                </c:pt>
                <c:pt idx="11771">
                  <c:v>0.15425189234305534</c:v>
                </c:pt>
                <c:pt idx="11772">
                  <c:v>0.15426217557037633</c:v>
                </c:pt>
                <c:pt idx="11773">
                  <c:v>0.15426685746995975</c:v>
                </c:pt>
                <c:pt idx="11774">
                  <c:v>0.15429993381827503</c:v>
                </c:pt>
                <c:pt idx="11775">
                  <c:v>0.15432170342567689</c:v>
                </c:pt>
                <c:pt idx="11776">
                  <c:v>0.15434512338707701</c:v>
                </c:pt>
                <c:pt idx="11777">
                  <c:v>0.15438242052632262</c:v>
                </c:pt>
                <c:pt idx="11778">
                  <c:v>0.15438953398247499</c:v>
                </c:pt>
                <c:pt idx="11779">
                  <c:v>0.15439777778146507</c:v>
                </c:pt>
                <c:pt idx="11780">
                  <c:v>0.15440321522018377</c:v>
                </c:pt>
                <c:pt idx="11781">
                  <c:v>0.15440383972137067</c:v>
                </c:pt>
                <c:pt idx="11782">
                  <c:v>0.15440717645411886</c:v>
                </c:pt>
                <c:pt idx="11783">
                  <c:v>0.15441065144374191</c:v>
                </c:pt>
                <c:pt idx="11784">
                  <c:v>0.1544116119580573</c:v>
                </c:pt>
                <c:pt idx="11785">
                  <c:v>0.15441858110336265</c:v>
                </c:pt>
                <c:pt idx="11786">
                  <c:v>0.15442294637464374</c:v>
                </c:pt>
                <c:pt idx="11787">
                  <c:v>0.1544398326470095</c:v>
                </c:pt>
                <c:pt idx="11788">
                  <c:v>0.15444050861475692</c:v>
                </c:pt>
                <c:pt idx="11789">
                  <c:v>0.15444890510134576</c:v>
                </c:pt>
                <c:pt idx="11790">
                  <c:v>0.15446688815335954</c:v>
                </c:pt>
                <c:pt idx="11791">
                  <c:v>0.15448526619838851</c:v>
                </c:pt>
                <c:pt idx="11792">
                  <c:v>0.15448857633460311</c:v>
                </c:pt>
                <c:pt idx="11793">
                  <c:v>0.15448977900962368</c:v>
                </c:pt>
                <c:pt idx="11794">
                  <c:v>0.15449231636201469</c:v>
                </c:pt>
                <c:pt idx="11795">
                  <c:v>0.15449362380892021</c:v>
                </c:pt>
                <c:pt idx="11796">
                  <c:v>0.1544938757506891</c:v>
                </c:pt>
                <c:pt idx="11797">
                  <c:v>0.15449429475786053</c:v>
                </c:pt>
                <c:pt idx="11798">
                  <c:v>0.15450948674894488</c:v>
                </c:pt>
                <c:pt idx="11799">
                  <c:v>0.15451493139920519</c:v>
                </c:pt>
                <c:pt idx="11800">
                  <c:v>0.1545240679583989</c:v>
                </c:pt>
                <c:pt idx="11801">
                  <c:v>0.15452697920413405</c:v>
                </c:pt>
                <c:pt idx="11802">
                  <c:v>0.15453152321692357</c:v>
                </c:pt>
                <c:pt idx="11803">
                  <c:v>0.15453943108443413</c:v>
                </c:pt>
                <c:pt idx="11804">
                  <c:v>0.15454214591624085</c:v>
                </c:pt>
                <c:pt idx="11805">
                  <c:v>0.15456811135940374</c:v>
                </c:pt>
                <c:pt idx="11806">
                  <c:v>0.15459753709851992</c:v>
                </c:pt>
                <c:pt idx="11807">
                  <c:v>0.15460159472347912</c:v>
                </c:pt>
                <c:pt idx="11808">
                  <c:v>0.15464862876287319</c:v>
                </c:pt>
                <c:pt idx="11809">
                  <c:v>0.15465208792275076</c:v>
                </c:pt>
                <c:pt idx="11810">
                  <c:v>0.15465980667503115</c:v>
                </c:pt>
                <c:pt idx="11811">
                  <c:v>0.15468562472501673</c:v>
                </c:pt>
                <c:pt idx="11812">
                  <c:v>0.15469637762040539</c:v>
                </c:pt>
                <c:pt idx="11813">
                  <c:v>0.15470535021885179</c:v>
                </c:pt>
                <c:pt idx="11814">
                  <c:v>0.15471046283597409</c:v>
                </c:pt>
                <c:pt idx="11815">
                  <c:v>0.1547351788115183</c:v>
                </c:pt>
                <c:pt idx="11816">
                  <c:v>0.15475520833779974</c:v>
                </c:pt>
                <c:pt idx="11817">
                  <c:v>0.1547583538107736</c:v>
                </c:pt>
                <c:pt idx="11818">
                  <c:v>0.15476503069640288</c:v>
                </c:pt>
                <c:pt idx="11819">
                  <c:v>0.15478225365296336</c:v>
                </c:pt>
                <c:pt idx="11820">
                  <c:v>0.15479785375992938</c:v>
                </c:pt>
                <c:pt idx="11821">
                  <c:v>0.15481514662155293</c:v>
                </c:pt>
                <c:pt idx="11822">
                  <c:v>0.15483230554169466</c:v>
                </c:pt>
                <c:pt idx="11823">
                  <c:v>0.15486926067926476</c:v>
                </c:pt>
                <c:pt idx="11824">
                  <c:v>0.15487511522049235</c:v>
                </c:pt>
                <c:pt idx="11825">
                  <c:v>0.15490058054548583</c:v>
                </c:pt>
                <c:pt idx="11826">
                  <c:v>0.15492551081536476</c:v>
                </c:pt>
                <c:pt idx="11827">
                  <c:v>0.15493246877296232</c:v>
                </c:pt>
                <c:pt idx="11828">
                  <c:v>0.15494503093233172</c:v>
                </c:pt>
                <c:pt idx="11829">
                  <c:v>0.15496842011381159</c:v>
                </c:pt>
                <c:pt idx="11830">
                  <c:v>0.15498217997751898</c:v>
                </c:pt>
                <c:pt idx="11831">
                  <c:v>0.15500424860967085</c:v>
                </c:pt>
                <c:pt idx="11832">
                  <c:v>0.15503905473258636</c:v>
                </c:pt>
                <c:pt idx="11833">
                  <c:v>0.15505629638340812</c:v>
                </c:pt>
                <c:pt idx="11834">
                  <c:v>0.15507276081483276</c:v>
                </c:pt>
                <c:pt idx="11835">
                  <c:v>0.15507753126156296</c:v>
                </c:pt>
                <c:pt idx="11836">
                  <c:v>0.15509112363887637</c:v>
                </c:pt>
                <c:pt idx="11837">
                  <c:v>0.15511038514849793</c:v>
                </c:pt>
                <c:pt idx="11838">
                  <c:v>0.15511618811888758</c:v>
                </c:pt>
                <c:pt idx="11839">
                  <c:v>0.15512693584555348</c:v>
                </c:pt>
                <c:pt idx="11840">
                  <c:v>0.15512820622440723</c:v>
                </c:pt>
                <c:pt idx="11841">
                  <c:v>0.15516189092607408</c:v>
                </c:pt>
                <c:pt idx="11842">
                  <c:v>0.15516484747470816</c:v>
                </c:pt>
                <c:pt idx="11843">
                  <c:v>0.15517616757183689</c:v>
                </c:pt>
                <c:pt idx="11844">
                  <c:v>0.15521619358686062</c:v>
                </c:pt>
                <c:pt idx="11845">
                  <c:v>0.15521929217389657</c:v>
                </c:pt>
                <c:pt idx="11846">
                  <c:v>0.15522298175498339</c:v>
                </c:pt>
                <c:pt idx="11847">
                  <c:v>0.1552305720375616</c:v>
                </c:pt>
                <c:pt idx="11848">
                  <c:v>0.15523692430375177</c:v>
                </c:pt>
                <c:pt idx="11849">
                  <c:v>0.15524576282507699</c:v>
                </c:pt>
                <c:pt idx="11850">
                  <c:v>0.155248829872323</c:v>
                </c:pt>
                <c:pt idx="11851">
                  <c:v>0.15525107689398535</c:v>
                </c:pt>
                <c:pt idx="11852">
                  <c:v>0.15526242993391645</c:v>
                </c:pt>
                <c:pt idx="11853">
                  <c:v>0.15526743157005152</c:v>
                </c:pt>
                <c:pt idx="11854">
                  <c:v>0.15529591531550865</c:v>
                </c:pt>
                <c:pt idx="11855">
                  <c:v>0.15530195431789287</c:v>
                </c:pt>
                <c:pt idx="11856">
                  <c:v>0.15530720984449473</c:v>
                </c:pt>
                <c:pt idx="11857">
                  <c:v>0.1553088887286507</c:v>
                </c:pt>
                <c:pt idx="11858">
                  <c:v>0.15530916269720246</c:v>
                </c:pt>
                <c:pt idx="11859">
                  <c:v>0.15532667706373937</c:v>
                </c:pt>
                <c:pt idx="11860">
                  <c:v>0.15532862273748865</c:v>
                </c:pt>
                <c:pt idx="11861">
                  <c:v>0.1553310640378936</c:v>
                </c:pt>
                <c:pt idx="11862">
                  <c:v>0.15533832898901401</c:v>
                </c:pt>
                <c:pt idx="11863">
                  <c:v>0.15534238265626785</c:v>
                </c:pt>
                <c:pt idx="11864">
                  <c:v>0.15534785511307694</c:v>
                </c:pt>
                <c:pt idx="11865">
                  <c:v>0.15535838486563303</c:v>
                </c:pt>
                <c:pt idx="11866">
                  <c:v>0.1553616051476619</c:v>
                </c:pt>
                <c:pt idx="11867">
                  <c:v>0.1553705347495826</c:v>
                </c:pt>
                <c:pt idx="11868">
                  <c:v>0.15538502099788543</c:v>
                </c:pt>
                <c:pt idx="11869">
                  <c:v>0.15539243609880515</c:v>
                </c:pt>
                <c:pt idx="11870">
                  <c:v>0.15542405399508108</c:v>
                </c:pt>
                <c:pt idx="11871">
                  <c:v>0.15542715935000337</c:v>
                </c:pt>
                <c:pt idx="11872">
                  <c:v>0.15544355093468681</c:v>
                </c:pt>
                <c:pt idx="11873">
                  <c:v>0.15544398672334137</c:v>
                </c:pt>
                <c:pt idx="11874">
                  <c:v>0.15545373268530202</c:v>
                </c:pt>
                <c:pt idx="11875">
                  <c:v>0.15547307710166752</c:v>
                </c:pt>
                <c:pt idx="11876">
                  <c:v>0.15547926390924952</c:v>
                </c:pt>
                <c:pt idx="11877">
                  <c:v>0.1554856157074436</c:v>
                </c:pt>
                <c:pt idx="11878">
                  <c:v>0.15549311803108354</c:v>
                </c:pt>
                <c:pt idx="11879">
                  <c:v>0.15549830876055515</c:v>
                </c:pt>
                <c:pt idx="11880">
                  <c:v>0.15550817396469971</c:v>
                </c:pt>
                <c:pt idx="11881">
                  <c:v>0.15552261204605433</c:v>
                </c:pt>
                <c:pt idx="11882">
                  <c:v>0.15552669206677089</c:v>
                </c:pt>
                <c:pt idx="11883">
                  <c:v>0.15556425395596038</c:v>
                </c:pt>
                <c:pt idx="11884">
                  <c:v>0.15557839893021194</c:v>
                </c:pt>
                <c:pt idx="11885">
                  <c:v>0.15562819353518628</c:v>
                </c:pt>
                <c:pt idx="11886">
                  <c:v>0.15563459883809866</c:v>
                </c:pt>
                <c:pt idx="11887">
                  <c:v>0.15564731748935018</c:v>
                </c:pt>
                <c:pt idx="11888">
                  <c:v>0.15565686123347364</c:v>
                </c:pt>
                <c:pt idx="11889">
                  <c:v>0.15567026821645819</c:v>
                </c:pt>
                <c:pt idx="11890">
                  <c:v>0.1556959833325193</c:v>
                </c:pt>
                <c:pt idx="11891">
                  <c:v>0.15570846563283797</c:v>
                </c:pt>
                <c:pt idx="11892">
                  <c:v>0.15571106984702057</c:v>
                </c:pt>
                <c:pt idx="11893">
                  <c:v>0.15571426842820954</c:v>
                </c:pt>
                <c:pt idx="11894">
                  <c:v>0.15574109300472902</c:v>
                </c:pt>
                <c:pt idx="11895">
                  <c:v>0.1557419104619974</c:v>
                </c:pt>
                <c:pt idx="11896">
                  <c:v>0.15575439957603177</c:v>
                </c:pt>
                <c:pt idx="11897">
                  <c:v>0.15576396599809719</c:v>
                </c:pt>
                <c:pt idx="11898">
                  <c:v>0.15576681677808651</c:v>
                </c:pt>
                <c:pt idx="11899">
                  <c:v>0.15577918701624752</c:v>
                </c:pt>
                <c:pt idx="11900">
                  <c:v>0.1557971481340574</c:v>
                </c:pt>
                <c:pt idx="11901">
                  <c:v>0.15580025256890709</c:v>
                </c:pt>
                <c:pt idx="11902">
                  <c:v>0.1558068737923286</c:v>
                </c:pt>
                <c:pt idx="11903">
                  <c:v>0.15581154400510439</c:v>
                </c:pt>
                <c:pt idx="11904">
                  <c:v>0.15583366088632222</c:v>
                </c:pt>
                <c:pt idx="11905">
                  <c:v>0.1558360139464357</c:v>
                </c:pt>
                <c:pt idx="11906">
                  <c:v>0.15584278367704929</c:v>
                </c:pt>
                <c:pt idx="11907">
                  <c:v>0.15588627026884375</c:v>
                </c:pt>
                <c:pt idx="11908">
                  <c:v>0.15589100035650505</c:v>
                </c:pt>
                <c:pt idx="11909">
                  <c:v>0.15590931023113583</c:v>
                </c:pt>
                <c:pt idx="11910">
                  <c:v>0.15594887549496392</c:v>
                </c:pt>
                <c:pt idx="11911">
                  <c:v>0.15595525135933019</c:v>
                </c:pt>
                <c:pt idx="11912">
                  <c:v>0.15595694311902905</c:v>
                </c:pt>
                <c:pt idx="11913">
                  <c:v>0.15595700306606031</c:v>
                </c:pt>
                <c:pt idx="11914">
                  <c:v>0.15595861764620683</c:v>
                </c:pt>
                <c:pt idx="11915">
                  <c:v>0.15596320646471321</c:v>
                </c:pt>
                <c:pt idx="11916">
                  <c:v>0.15596373357741661</c:v>
                </c:pt>
                <c:pt idx="11917">
                  <c:v>0.15598886315878988</c:v>
                </c:pt>
                <c:pt idx="11918">
                  <c:v>0.15599854492896306</c:v>
                </c:pt>
                <c:pt idx="11919">
                  <c:v>0.1560188279807142</c:v>
                </c:pt>
                <c:pt idx="11920">
                  <c:v>0.15601948064027182</c:v>
                </c:pt>
                <c:pt idx="11921">
                  <c:v>0.15602577266210543</c:v>
                </c:pt>
                <c:pt idx="11922">
                  <c:v>0.15602830248859378</c:v>
                </c:pt>
                <c:pt idx="11923">
                  <c:v>0.156033627432837</c:v>
                </c:pt>
                <c:pt idx="11924">
                  <c:v>0.15603650470943717</c:v>
                </c:pt>
                <c:pt idx="11925">
                  <c:v>0.15604463950623845</c:v>
                </c:pt>
                <c:pt idx="11926">
                  <c:v>0.15606520122655734</c:v>
                </c:pt>
                <c:pt idx="11927">
                  <c:v>0.15607787874689302</c:v>
                </c:pt>
                <c:pt idx="11928">
                  <c:v>0.15610175148115943</c:v>
                </c:pt>
                <c:pt idx="11929">
                  <c:v>0.15611242356722455</c:v>
                </c:pt>
                <c:pt idx="11930">
                  <c:v>0.15611651445007865</c:v>
                </c:pt>
                <c:pt idx="11931">
                  <c:v>0.15611658009437476</c:v>
                </c:pt>
                <c:pt idx="11932">
                  <c:v>0.15614590415073409</c:v>
                </c:pt>
                <c:pt idx="11933">
                  <c:v>0.15614797971090111</c:v>
                </c:pt>
                <c:pt idx="11934">
                  <c:v>0.15615528513598753</c:v>
                </c:pt>
                <c:pt idx="11935">
                  <c:v>0.15617932051058975</c:v>
                </c:pt>
                <c:pt idx="11936">
                  <c:v>0.15622384535161846</c:v>
                </c:pt>
                <c:pt idx="11937">
                  <c:v>0.15626317182799673</c:v>
                </c:pt>
                <c:pt idx="11938">
                  <c:v>0.15627222849886843</c:v>
                </c:pt>
                <c:pt idx="11939">
                  <c:v>0.15629349221682218</c:v>
                </c:pt>
                <c:pt idx="11940">
                  <c:v>0.15630137521657908</c:v>
                </c:pt>
                <c:pt idx="11941">
                  <c:v>0.15630337122380536</c:v>
                </c:pt>
                <c:pt idx="11942">
                  <c:v>0.15632525437534511</c:v>
                </c:pt>
                <c:pt idx="11943">
                  <c:v>0.15633056599260739</c:v>
                </c:pt>
                <c:pt idx="11944">
                  <c:v>0.15633093716321558</c:v>
                </c:pt>
                <c:pt idx="11945">
                  <c:v>0.15633556218893865</c:v>
                </c:pt>
                <c:pt idx="11946">
                  <c:v>0.15634107566713859</c:v>
                </c:pt>
                <c:pt idx="11947">
                  <c:v>0.15634393134137048</c:v>
                </c:pt>
                <c:pt idx="11948">
                  <c:v>0.15635507143509025</c:v>
                </c:pt>
                <c:pt idx="11949">
                  <c:v>0.15637358029122558</c:v>
                </c:pt>
                <c:pt idx="11950">
                  <c:v>0.15638470001180743</c:v>
                </c:pt>
                <c:pt idx="11951">
                  <c:v>0.15639164280411413</c:v>
                </c:pt>
                <c:pt idx="11952">
                  <c:v>0.15644242886929491</c:v>
                </c:pt>
                <c:pt idx="11953">
                  <c:v>0.15644732039079864</c:v>
                </c:pt>
                <c:pt idx="11954">
                  <c:v>0.15646901454863468</c:v>
                </c:pt>
                <c:pt idx="11955">
                  <c:v>0.15646901832913088</c:v>
                </c:pt>
                <c:pt idx="11956">
                  <c:v>0.15647027755166429</c:v>
                </c:pt>
                <c:pt idx="11957">
                  <c:v>0.15647674888930529</c:v>
                </c:pt>
                <c:pt idx="11958">
                  <c:v>0.15649569319806636</c:v>
                </c:pt>
                <c:pt idx="11959">
                  <c:v>0.15650192895987017</c:v>
                </c:pt>
                <c:pt idx="11960">
                  <c:v>0.15650394058051453</c:v>
                </c:pt>
                <c:pt idx="11961">
                  <c:v>0.15652680924081397</c:v>
                </c:pt>
                <c:pt idx="11962">
                  <c:v>0.15652751209931651</c:v>
                </c:pt>
                <c:pt idx="11963">
                  <c:v>0.15653549106802936</c:v>
                </c:pt>
                <c:pt idx="11964">
                  <c:v>0.15654817687192804</c:v>
                </c:pt>
                <c:pt idx="11965">
                  <c:v>0.15655154697578577</c:v>
                </c:pt>
                <c:pt idx="11966">
                  <c:v>0.15655501718177822</c:v>
                </c:pt>
                <c:pt idx="11967">
                  <c:v>0.15659741877437722</c:v>
                </c:pt>
                <c:pt idx="11968">
                  <c:v>0.15659896646188159</c:v>
                </c:pt>
                <c:pt idx="11969">
                  <c:v>0.156609726022857</c:v>
                </c:pt>
                <c:pt idx="11970">
                  <c:v>0.15661205153670332</c:v>
                </c:pt>
                <c:pt idx="11971">
                  <c:v>0.15662966139762699</c:v>
                </c:pt>
                <c:pt idx="11972">
                  <c:v>0.15665383833198274</c:v>
                </c:pt>
                <c:pt idx="11973">
                  <c:v>0.15665861063147535</c:v>
                </c:pt>
                <c:pt idx="11974">
                  <c:v>0.15666678268866291</c:v>
                </c:pt>
                <c:pt idx="11975">
                  <c:v>0.1566821778289206</c:v>
                </c:pt>
                <c:pt idx="11976">
                  <c:v>0.15670042448937149</c:v>
                </c:pt>
                <c:pt idx="11977">
                  <c:v>0.15670437043012755</c:v>
                </c:pt>
                <c:pt idx="11978">
                  <c:v>0.15672136186341376</c:v>
                </c:pt>
                <c:pt idx="11979">
                  <c:v>0.15673409532847074</c:v>
                </c:pt>
                <c:pt idx="11980">
                  <c:v>0.15673750867788666</c:v>
                </c:pt>
                <c:pt idx="11981">
                  <c:v>0.1567605920841561</c:v>
                </c:pt>
                <c:pt idx="11982">
                  <c:v>0.15677212052188874</c:v>
                </c:pt>
                <c:pt idx="11983">
                  <c:v>0.15678491188815977</c:v>
                </c:pt>
                <c:pt idx="11984">
                  <c:v>0.15680103462765427</c:v>
                </c:pt>
                <c:pt idx="11985">
                  <c:v>0.15680512330835619</c:v>
                </c:pt>
                <c:pt idx="11986">
                  <c:v>0.1568162090413327</c:v>
                </c:pt>
                <c:pt idx="11987">
                  <c:v>0.15681892534937894</c:v>
                </c:pt>
                <c:pt idx="11988">
                  <c:v>0.15682841335777464</c:v>
                </c:pt>
                <c:pt idx="11989">
                  <c:v>0.15683472548060265</c:v>
                </c:pt>
                <c:pt idx="11990">
                  <c:v>0.15685178175490497</c:v>
                </c:pt>
                <c:pt idx="11991">
                  <c:v>0.15687285755508482</c:v>
                </c:pt>
                <c:pt idx="11992">
                  <c:v>0.15689440837477647</c:v>
                </c:pt>
                <c:pt idx="11993">
                  <c:v>0.15690772992153729</c:v>
                </c:pt>
                <c:pt idx="11994">
                  <c:v>0.1569111064708362</c:v>
                </c:pt>
                <c:pt idx="11995">
                  <c:v>0.15696734525768546</c:v>
                </c:pt>
                <c:pt idx="11996">
                  <c:v>0.15697512438189778</c:v>
                </c:pt>
                <c:pt idx="11997">
                  <c:v>0.15697579623413757</c:v>
                </c:pt>
                <c:pt idx="11998">
                  <c:v>0.15698590916300154</c:v>
                </c:pt>
                <c:pt idx="11999">
                  <c:v>0.15700166275710498</c:v>
                </c:pt>
                <c:pt idx="12000">
                  <c:v>0.1570093725068033</c:v>
                </c:pt>
                <c:pt idx="12001">
                  <c:v>0.15702550300532409</c:v>
                </c:pt>
                <c:pt idx="12002">
                  <c:v>0.1570280759786204</c:v>
                </c:pt>
                <c:pt idx="12003">
                  <c:v>0.15703934931723207</c:v>
                </c:pt>
                <c:pt idx="12004">
                  <c:v>0.15706061467400587</c:v>
                </c:pt>
                <c:pt idx="12005">
                  <c:v>0.15706601800574288</c:v>
                </c:pt>
                <c:pt idx="12006">
                  <c:v>0.15706849023673686</c:v>
                </c:pt>
                <c:pt idx="12007">
                  <c:v>0.15707151961917379</c:v>
                </c:pt>
                <c:pt idx="12008">
                  <c:v>0.15711355552936607</c:v>
                </c:pt>
                <c:pt idx="12009">
                  <c:v>0.15712514315437537</c:v>
                </c:pt>
                <c:pt idx="12010">
                  <c:v>0.15713962150378702</c:v>
                </c:pt>
                <c:pt idx="12011">
                  <c:v>0.15714191857871132</c:v>
                </c:pt>
                <c:pt idx="12012">
                  <c:v>0.15714841520771228</c:v>
                </c:pt>
                <c:pt idx="12013">
                  <c:v>0.15714953507737364</c:v>
                </c:pt>
                <c:pt idx="12014">
                  <c:v>0.15719109087911606</c:v>
                </c:pt>
                <c:pt idx="12015">
                  <c:v>0.15719370869640989</c:v>
                </c:pt>
                <c:pt idx="12016">
                  <c:v>0.15719544152443696</c:v>
                </c:pt>
                <c:pt idx="12017">
                  <c:v>0.15720295070896662</c:v>
                </c:pt>
                <c:pt idx="12018">
                  <c:v>0.1572156458853215</c:v>
                </c:pt>
                <c:pt idx="12019">
                  <c:v>0.15724199079777323</c:v>
                </c:pt>
                <c:pt idx="12020">
                  <c:v>0.15724787097407217</c:v>
                </c:pt>
                <c:pt idx="12021">
                  <c:v>0.15727420504417489</c:v>
                </c:pt>
                <c:pt idx="12022">
                  <c:v>0.15728903561651431</c:v>
                </c:pt>
                <c:pt idx="12023">
                  <c:v>0.15729345604619249</c:v>
                </c:pt>
                <c:pt idx="12024">
                  <c:v>0.15731808944268738</c:v>
                </c:pt>
                <c:pt idx="12025">
                  <c:v>0.15732253165680379</c:v>
                </c:pt>
                <c:pt idx="12026">
                  <c:v>0.157334273314543</c:v>
                </c:pt>
                <c:pt idx="12027">
                  <c:v>0.15734136814870128</c:v>
                </c:pt>
                <c:pt idx="12028">
                  <c:v>0.15734474935894818</c:v>
                </c:pt>
                <c:pt idx="12029">
                  <c:v>0.15735080607670382</c:v>
                </c:pt>
                <c:pt idx="12030">
                  <c:v>0.15735932817457715</c:v>
                </c:pt>
                <c:pt idx="12031">
                  <c:v>0.15735992628291201</c:v>
                </c:pt>
                <c:pt idx="12032">
                  <c:v>0.15740263938791862</c:v>
                </c:pt>
                <c:pt idx="12033">
                  <c:v>0.15740537047778957</c:v>
                </c:pt>
                <c:pt idx="12034">
                  <c:v>0.15741445275712357</c:v>
                </c:pt>
                <c:pt idx="12035">
                  <c:v>0.15742216666709408</c:v>
                </c:pt>
                <c:pt idx="12036">
                  <c:v>0.15743861266075504</c:v>
                </c:pt>
                <c:pt idx="12037">
                  <c:v>0.15744920367335546</c:v>
                </c:pt>
                <c:pt idx="12038">
                  <c:v>0.15745458580142116</c:v>
                </c:pt>
                <c:pt idx="12039">
                  <c:v>0.15745866530674985</c:v>
                </c:pt>
                <c:pt idx="12040">
                  <c:v>0.15746509129630024</c:v>
                </c:pt>
                <c:pt idx="12041">
                  <c:v>0.1574673022924471</c:v>
                </c:pt>
                <c:pt idx="12042">
                  <c:v>0.15747838137518766</c:v>
                </c:pt>
                <c:pt idx="12043">
                  <c:v>0.15751864154234604</c:v>
                </c:pt>
                <c:pt idx="12044">
                  <c:v>0.1575205960381251</c:v>
                </c:pt>
                <c:pt idx="12045">
                  <c:v>0.15752911562804367</c:v>
                </c:pt>
                <c:pt idx="12046">
                  <c:v>0.15753361387299303</c:v>
                </c:pt>
                <c:pt idx="12047">
                  <c:v>0.15753734740903985</c:v>
                </c:pt>
                <c:pt idx="12048">
                  <c:v>0.15754129864698932</c:v>
                </c:pt>
                <c:pt idx="12049">
                  <c:v>0.15754887866874939</c:v>
                </c:pt>
                <c:pt idx="12050">
                  <c:v>0.15755569856600724</c:v>
                </c:pt>
                <c:pt idx="12051">
                  <c:v>0.15755765704779651</c:v>
                </c:pt>
                <c:pt idx="12052">
                  <c:v>0.15757075581606267</c:v>
                </c:pt>
                <c:pt idx="12053">
                  <c:v>0.15757763594373</c:v>
                </c:pt>
                <c:pt idx="12054">
                  <c:v>0.15757810918612439</c:v>
                </c:pt>
                <c:pt idx="12055">
                  <c:v>0.15759043292196359</c:v>
                </c:pt>
                <c:pt idx="12056">
                  <c:v>0.15759376971361133</c:v>
                </c:pt>
                <c:pt idx="12057">
                  <c:v>0.15759851606597702</c:v>
                </c:pt>
                <c:pt idx="12058">
                  <c:v>0.15763082543112172</c:v>
                </c:pt>
                <c:pt idx="12059">
                  <c:v>0.15764519400972066</c:v>
                </c:pt>
                <c:pt idx="12060">
                  <c:v>0.15765116245603586</c:v>
                </c:pt>
                <c:pt idx="12061">
                  <c:v>0.1576513339415869</c:v>
                </c:pt>
                <c:pt idx="12062">
                  <c:v>0.15765793516550067</c:v>
                </c:pt>
                <c:pt idx="12063">
                  <c:v>0.15767060959124732</c:v>
                </c:pt>
                <c:pt idx="12064">
                  <c:v>0.15767380399653882</c:v>
                </c:pt>
                <c:pt idx="12065">
                  <c:v>0.15767467196722587</c:v>
                </c:pt>
                <c:pt idx="12066">
                  <c:v>0.15768942470896247</c:v>
                </c:pt>
                <c:pt idx="12067">
                  <c:v>0.15770365574282094</c:v>
                </c:pt>
                <c:pt idx="12068">
                  <c:v>0.15770501508215223</c:v>
                </c:pt>
                <c:pt idx="12069">
                  <c:v>0.15772249462017388</c:v>
                </c:pt>
                <c:pt idx="12070">
                  <c:v>0.15775117213640605</c:v>
                </c:pt>
                <c:pt idx="12071">
                  <c:v>0.15775142625828148</c:v>
                </c:pt>
                <c:pt idx="12072">
                  <c:v>0.15775642076545907</c:v>
                </c:pt>
                <c:pt idx="12073">
                  <c:v>0.157756801734975</c:v>
                </c:pt>
                <c:pt idx="12074">
                  <c:v>0.15775920990724476</c:v>
                </c:pt>
                <c:pt idx="12075">
                  <c:v>0.15777066520422875</c:v>
                </c:pt>
                <c:pt idx="12076">
                  <c:v>0.15779042131970591</c:v>
                </c:pt>
                <c:pt idx="12077">
                  <c:v>0.1578020641727341</c:v>
                </c:pt>
                <c:pt idx="12078">
                  <c:v>0.15780514525979356</c:v>
                </c:pt>
                <c:pt idx="12079">
                  <c:v>0.15782087213539436</c:v>
                </c:pt>
                <c:pt idx="12080">
                  <c:v>0.15782144311643057</c:v>
                </c:pt>
                <c:pt idx="12081">
                  <c:v>0.1578410582943498</c:v>
                </c:pt>
                <c:pt idx="12082">
                  <c:v>0.15787666385596771</c:v>
                </c:pt>
                <c:pt idx="12083">
                  <c:v>0.15789892798622709</c:v>
                </c:pt>
                <c:pt idx="12084">
                  <c:v>0.15792042166428033</c:v>
                </c:pt>
                <c:pt idx="12085">
                  <c:v>0.15792274739533627</c:v>
                </c:pt>
                <c:pt idx="12086">
                  <c:v>0.15792304864200266</c:v>
                </c:pt>
                <c:pt idx="12087">
                  <c:v>0.15794215412839802</c:v>
                </c:pt>
                <c:pt idx="12088">
                  <c:v>0.15794489328940023</c:v>
                </c:pt>
                <c:pt idx="12089">
                  <c:v>0.15794520707150933</c:v>
                </c:pt>
                <c:pt idx="12090">
                  <c:v>0.15795086726991919</c:v>
                </c:pt>
                <c:pt idx="12091">
                  <c:v>0.15795754516294236</c:v>
                </c:pt>
                <c:pt idx="12092">
                  <c:v>0.15796111283852848</c:v>
                </c:pt>
                <c:pt idx="12093">
                  <c:v>0.15796211657790035</c:v>
                </c:pt>
                <c:pt idx="12094">
                  <c:v>0.15796257113668746</c:v>
                </c:pt>
                <c:pt idx="12095">
                  <c:v>0.15796424939121037</c:v>
                </c:pt>
                <c:pt idx="12096">
                  <c:v>0.15797027606395017</c:v>
                </c:pt>
                <c:pt idx="12097">
                  <c:v>0.15799206377857303</c:v>
                </c:pt>
                <c:pt idx="12098">
                  <c:v>0.15799522935519666</c:v>
                </c:pt>
                <c:pt idx="12099">
                  <c:v>0.15800470057458679</c:v>
                </c:pt>
                <c:pt idx="12100">
                  <c:v>0.15802466895217152</c:v>
                </c:pt>
                <c:pt idx="12101">
                  <c:v>0.15803002316691209</c:v>
                </c:pt>
                <c:pt idx="12102">
                  <c:v>0.15803508534237032</c:v>
                </c:pt>
                <c:pt idx="12103">
                  <c:v>0.15804266464968095</c:v>
                </c:pt>
                <c:pt idx="12104">
                  <c:v>0.15805369280908524</c:v>
                </c:pt>
                <c:pt idx="12105">
                  <c:v>0.15805476722123482</c:v>
                </c:pt>
                <c:pt idx="12106">
                  <c:v>0.15806529222045151</c:v>
                </c:pt>
                <c:pt idx="12107">
                  <c:v>0.15807265391684028</c:v>
                </c:pt>
                <c:pt idx="12108">
                  <c:v>0.15807336485742615</c:v>
                </c:pt>
                <c:pt idx="12109">
                  <c:v>0.15812869667282428</c:v>
                </c:pt>
                <c:pt idx="12110">
                  <c:v>0.15813416234945954</c:v>
                </c:pt>
                <c:pt idx="12111">
                  <c:v>0.15814605394064699</c:v>
                </c:pt>
                <c:pt idx="12112">
                  <c:v>0.15815660616748567</c:v>
                </c:pt>
                <c:pt idx="12113">
                  <c:v>0.15818236480542294</c:v>
                </c:pt>
                <c:pt idx="12114">
                  <c:v>0.15819036783591425</c:v>
                </c:pt>
                <c:pt idx="12115">
                  <c:v>0.15820989421951362</c:v>
                </c:pt>
                <c:pt idx="12116">
                  <c:v>0.15823202786968688</c:v>
                </c:pt>
                <c:pt idx="12117">
                  <c:v>0.15824364406092273</c:v>
                </c:pt>
                <c:pt idx="12118">
                  <c:v>0.15824587336147128</c:v>
                </c:pt>
                <c:pt idx="12119">
                  <c:v>0.15824679504545794</c:v>
                </c:pt>
                <c:pt idx="12120">
                  <c:v>0.15825650113142364</c:v>
                </c:pt>
                <c:pt idx="12121">
                  <c:v>0.15825971243823503</c:v>
                </c:pt>
                <c:pt idx="12122">
                  <c:v>0.15826579929286794</c:v>
                </c:pt>
                <c:pt idx="12123">
                  <c:v>0.15828163986637123</c:v>
                </c:pt>
                <c:pt idx="12124">
                  <c:v>0.15829669044420253</c:v>
                </c:pt>
                <c:pt idx="12125">
                  <c:v>0.1583021828559627</c:v>
                </c:pt>
                <c:pt idx="12126">
                  <c:v>0.15838613694406098</c:v>
                </c:pt>
                <c:pt idx="12127">
                  <c:v>0.15838737637267819</c:v>
                </c:pt>
                <c:pt idx="12128">
                  <c:v>0.15840567058535107</c:v>
                </c:pt>
                <c:pt idx="12129">
                  <c:v>0.15840628085106859</c:v>
                </c:pt>
                <c:pt idx="12130">
                  <c:v>0.15840855871696832</c:v>
                </c:pt>
                <c:pt idx="12131">
                  <c:v>0.15841810466902562</c:v>
                </c:pt>
                <c:pt idx="12132">
                  <c:v>0.1584359866684964</c:v>
                </c:pt>
                <c:pt idx="12133">
                  <c:v>0.15843725334631895</c:v>
                </c:pt>
                <c:pt idx="12134">
                  <c:v>0.15847632277878793</c:v>
                </c:pt>
                <c:pt idx="12135">
                  <c:v>0.15847967366501586</c:v>
                </c:pt>
                <c:pt idx="12136">
                  <c:v>0.15848521546528446</c:v>
                </c:pt>
                <c:pt idx="12137">
                  <c:v>0.15848737022272733</c:v>
                </c:pt>
                <c:pt idx="12138">
                  <c:v>0.15848808388693381</c:v>
                </c:pt>
                <c:pt idx="12139">
                  <c:v>0.15851347454740489</c:v>
                </c:pt>
                <c:pt idx="12140">
                  <c:v>0.15853536505256977</c:v>
                </c:pt>
                <c:pt idx="12141">
                  <c:v>0.15853580627198102</c:v>
                </c:pt>
                <c:pt idx="12142">
                  <c:v>0.15853612835708655</c:v>
                </c:pt>
                <c:pt idx="12143">
                  <c:v>0.15853745999341834</c:v>
                </c:pt>
                <c:pt idx="12144">
                  <c:v>0.15853782413044074</c:v>
                </c:pt>
                <c:pt idx="12145">
                  <c:v>0.15856738825630085</c:v>
                </c:pt>
                <c:pt idx="12146">
                  <c:v>0.15856905010348976</c:v>
                </c:pt>
                <c:pt idx="12147">
                  <c:v>0.15857131286705078</c:v>
                </c:pt>
                <c:pt idx="12148">
                  <c:v>0.1585725276106833</c:v>
                </c:pt>
                <c:pt idx="12149">
                  <c:v>0.1585905653040332</c:v>
                </c:pt>
                <c:pt idx="12150">
                  <c:v>0.15859599228253954</c:v>
                </c:pt>
                <c:pt idx="12151">
                  <c:v>0.1586118862322814</c:v>
                </c:pt>
                <c:pt idx="12152">
                  <c:v>0.15861844902948621</c:v>
                </c:pt>
                <c:pt idx="12153">
                  <c:v>0.15863914657701844</c:v>
                </c:pt>
                <c:pt idx="12154">
                  <c:v>0.15864040827185596</c:v>
                </c:pt>
                <c:pt idx="12155">
                  <c:v>0.15867525031109281</c:v>
                </c:pt>
                <c:pt idx="12156">
                  <c:v>0.15868051513754275</c:v>
                </c:pt>
                <c:pt idx="12157">
                  <c:v>0.158683936266894</c:v>
                </c:pt>
                <c:pt idx="12158">
                  <c:v>0.15870074222850977</c:v>
                </c:pt>
                <c:pt idx="12159">
                  <c:v>0.15870801214229918</c:v>
                </c:pt>
                <c:pt idx="12160">
                  <c:v>0.15874957271802911</c:v>
                </c:pt>
                <c:pt idx="12161">
                  <c:v>0.15881949062197551</c:v>
                </c:pt>
                <c:pt idx="12162">
                  <c:v>0.15881985951860944</c:v>
                </c:pt>
                <c:pt idx="12163">
                  <c:v>0.15882012019904987</c:v>
                </c:pt>
                <c:pt idx="12164">
                  <c:v>0.15883013115529265</c:v>
                </c:pt>
                <c:pt idx="12165">
                  <c:v>0.15885658244144862</c:v>
                </c:pt>
                <c:pt idx="12166">
                  <c:v>0.15886368078063709</c:v>
                </c:pt>
                <c:pt idx="12167">
                  <c:v>0.15890740867595984</c:v>
                </c:pt>
                <c:pt idx="12168">
                  <c:v>0.15892498888509757</c:v>
                </c:pt>
                <c:pt idx="12169">
                  <c:v>0.15893424151559077</c:v>
                </c:pt>
                <c:pt idx="12170">
                  <c:v>0.15893526852999076</c:v>
                </c:pt>
                <c:pt idx="12171">
                  <c:v>0.15894686385674955</c:v>
                </c:pt>
                <c:pt idx="12172">
                  <c:v>0.1589673368849828</c:v>
                </c:pt>
                <c:pt idx="12173">
                  <c:v>0.15899085349994879</c:v>
                </c:pt>
                <c:pt idx="12174">
                  <c:v>0.15902171969916598</c:v>
                </c:pt>
                <c:pt idx="12175">
                  <c:v>0.15902307568040547</c:v>
                </c:pt>
                <c:pt idx="12176">
                  <c:v>0.15903007494464519</c:v>
                </c:pt>
                <c:pt idx="12177">
                  <c:v>0.15905128314763065</c:v>
                </c:pt>
                <c:pt idx="12178">
                  <c:v>0.15906929541930481</c:v>
                </c:pt>
                <c:pt idx="12179">
                  <c:v>0.15907600515759557</c:v>
                </c:pt>
                <c:pt idx="12180">
                  <c:v>0.15909333483198596</c:v>
                </c:pt>
                <c:pt idx="12181">
                  <c:v>0.15912518573611334</c:v>
                </c:pt>
                <c:pt idx="12182">
                  <c:v>0.15914370120691793</c:v>
                </c:pt>
                <c:pt idx="12183">
                  <c:v>0.15915564894106762</c:v>
                </c:pt>
                <c:pt idx="12184">
                  <c:v>0.15915567982346376</c:v>
                </c:pt>
                <c:pt idx="12185">
                  <c:v>0.15916463180716986</c:v>
                </c:pt>
                <c:pt idx="12186">
                  <c:v>0.15917274352844674</c:v>
                </c:pt>
                <c:pt idx="12187">
                  <c:v>0.15917610096469759</c:v>
                </c:pt>
                <c:pt idx="12188">
                  <c:v>0.15919953573093265</c:v>
                </c:pt>
                <c:pt idx="12189">
                  <c:v>0.15922730221066195</c:v>
                </c:pt>
                <c:pt idx="12190">
                  <c:v>0.1592381651349869</c:v>
                </c:pt>
                <c:pt idx="12191">
                  <c:v>0.1592461085357651</c:v>
                </c:pt>
                <c:pt idx="12192">
                  <c:v>0.15927435941294227</c:v>
                </c:pt>
                <c:pt idx="12193">
                  <c:v>0.15928376400963179</c:v>
                </c:pt>
                <c:pt idx="12194">
                  <c:v>0.15928696010119894</c:v>
                </c:pt>
                <c:pt idx="12195">
                  <c:v>0.15929708158399231</c:v>
                </c:pt>
                <c:pt idx="12196">
                  <c:v>0.15930625855074823</c:v>
                </c:pt>
                <c:pt idx="12197">
                  <c:v>0.15930628097879854</c:v>
                </c:pt>
                <c:pt idx="12198">
                  <c:v>0.15931645373118472</c:v>
                </c:pt>
                <c:pt idx="12199">
                  <c:v>0.15933066628120973</c:v>
                </c:pt>
                <c:pt idx="12200">
                  <c:v>0.15933950988510365</c:v>
                </c:pt>
                <c:pt idx="12201">
                  <c:v>0.15934715970101954</c:v>
                </c:pt>
                <c:pt idx="12202">
                  <c:v>0.15936105068027429</c:v>
                </c:pt>
                <c:pt idx="12203">
                  <c:v>0.15936857782626837</c:v>
                </c:pt>
                <c:pt idx="12204">
                  <c:v>0.15937670895800726</c:v>
                </c:pt>
                <c:pt idx="12205">
                  <c:v>0.15937942310175998</c:v>
                </c:pt>
                <c:pt idx="12206">
                  <c:v>0.15938130959026478</c:v>
                </c:pt>
                <c:pt idx="12207">
                  <c:v>0.15938419601605294</c:v>
                </c:pt>
                <c:pt idx="12208">
                  <c:v>0.15938571636326634</c:v>
                </c:pt>
                <c:pt idx="12209">
                  <c:v>0.15939190808232478</c:v>
                </c:pt>
                <c:pt idx="12210">
                  <c:v>0.15942946318028325</c:v>
                </c:pt>
                <c:pt idx="12211">
                  <c:v>0.15943496694935591</c:v>
                </c:pt>
                <c:pt idx="12212">
                  <c:v>0.15943579535106273</c:v>
                </c:pt>
                <c:pt idx="12213">
                  <c:v>0.15944334020657655</c:v>
                </c:pt>
                <c:pt idx="12214">
                  <c:v>0.15947671563257543</c:v>
                </c:pt>
                <c:pt idx="12215">
                  <c:v>0.1594818493039564</c:v>
                </c:pt>
                <c:pt idx="12216">
                  <c:v>0.15949241173703826</c:v>
                </c:pt>
                <c:pt idx="12217">
                  <c:v>0.15950042821247207</c:v>
                </c:pt>
                <c:pt idx="12218">
                  <c:v>0.15952693947620156</c:v>
                </c:pt>
                <c:pt idx="12219">
                  <c:v>0.15952811335586614</c:v>
                </c:pt>
                <c:pt idx="12220">
                  <c:v>0.15956129347236434</c:v>
                </c:pt>
                <c:pt idx="12221">
                  <c:v>0.15956832342411528</c:v>
                </c:pt>
                <c:pt idx="12222">
                  <c:v>0.15961112128654648</c:v>
                </c:pt>
                <c:pt idx="12223">
                  <c:v>0.15961166180012204</c:v>
                </c:pt>
                <c:pt idx="12224">
                  <c:v>0.15961376727594548</c:v>
                </c:pt>
                <c:pt idx="12225">
                  <c:v>0.15963041368818262</c:v>
                </c:pt>
                <c:pt idx="12226">
                  <c:v>0.15963428949312949</c:v>
                </c:pt>
                <c:pt idx="12227">
                  <c:v>0.15965125244743178</c:v>
                </c:pt>
                <c:pt idx="12228">
                  <c:v>0.1596766684141796</c:v>
                </c:pt>
                <c:pt idx="12229">
                  <c:v>0.15967689388520007</c:v>
                </c:pt>
                <c:pt idx="12230">
                  <c:v>0.15968332906542201</c:v>
                </c:pt>
                <c:pt idx="12231">
                  <c:v>0.15970956049349261</c:v>
                </c:pt>
                <c:pt idx="12232">
                  <c:v>0.15971749726423429</c:v>
                </c:pt>
                <c:pt idx="12233">
                  <c:v>0.15971768078290113</c:v>
                </c:pt>
                <c:pt idx="12234">
                  <c:v>0.15972180744209286</c:v>
                </c:pt>
                <c:pt idx="12235">
                  <c:v>0.15974338178483</c:v>
                </c:pt>
                <c:pt idx="12236">
                  <c:v>0.15974903789383046</c:v>
                </c:pt>
                <c:pt idx="12237">
                  <c:v>0.15977148161710245</c:v>
                </c:pt>
                <c:pt idx="12238">
                  <c:v>0.15978380163132608</c:v>
                </c:pt>
                <c:pt idx="12239">
                  <c:v>0.15979480061645521</c:v>
                </c:pt>
                <c:pt idx="12240">
                  <c:v>0.15980830712010338</c:v>
                </c:pt>
                <c:pt idx="12241">
                  <c:v>0.15983491402506866</c:v>
                </c:pt>
                <c:pt idx="12242">
                  <c:v>0.15984366712635464</c:v>
                </c:pt>
                <c:pt idx="12243">
                  <c:v>0.15984762765412233</c:v>
                </c:pt>
                <c:pt idx="12244">
                  <c:v>0.15985328840877075</c:v>
                </c:pt>
                <c:pt idx="12245">
                  <c:v>0.15985346994442468</c:v>
                </c:pt>
                <c:pt idx="12246">
                  <c:v>0.15987146434713487</c:v>
                </c:pt>
                <c:pt idx="12247">
                  <c:v>0.15987241641218417</c:v>
                </c:pt>
                <c:pt idx="12248">
                  <c:v>0.15990526699849542</c:v>
                </c:pt>
                <c:pt idx="12249">
                  <c:v>0.15990766190100253</c:v>
                </c:pt>
                <c:pt idx="12250">
                  <c:v>0.15991179956507595</c:v>
                </c:pt>
                <c:pt idx="12251">
                  <c:v>0.15991836007365268</c:v>
                </c:pt>
                <c:pt idx="12252">
                  <c:v>0.15993233773186694</c:v>
                </c:pt>
                <c:pt idx="12253">
                  <c:v>0.15993783899426048</c:v>
                </c:pt>
                <c:pt idx="12254">
                  <c:v>0.1599512192195395</c:v>
                </c:pt>
                <c:pt idx="12255">
                  <c:v>0.15995663181922731</c:v>
                </c:pt>
                <c:pt idx="12256">
                  <c:v>0.15995927645273536</c:v>
                </c:pt>
                <c:pt idx="12257">
                  <c:v>0.15997268577390611</c:v>
                </c:pt>
                <c:pt idx="12258">
                  <c:v>0.15999508647025165</c:v>
                </c:pt>
                <c:pt idx="12259">
                  <c:v>0.16000657809747695</c:v>
                </c:pt>
                <c:pt idx="12260">
                  <c:v>0.16001075481632354</c:v>
                </c:pt>
                <c:pt idx="12261">
                  <c:v>0.16003679535187196</c:v>
                </c:pt>
                <c:pt idx="12262">
                  <c:v>0.16004470167022727</c:v>
                </c:pt>
                <c:pt idx="12263">
                  <c:v>0.16006485630726836</c:v>
                </c:pt>
                <c:pt idx="12264">
                  <c:v>0.1600744942515398</c:v>
                </c:pt>
                <c:pt idx="12265">
                  <c:v>0.16009492649665094</c:v>
                </c:pt>
                <c:pt idx="12266">
                  <c:v>0.16011693116624415</c:v>
                </c:pt>
                <c:pt idx="12267">
                  <c:v>0.16012157383222481</c:v>
                </c:pt>
                <c:pt idx="12268">
                  <c:v>0.16012362148841319</c:v>
                </c:pt>
                <c:pt idx="12269">
                  <c:v>0.16015374197861473</c:v>
                </c:pt>
                <c:pt idx="12270">
                  <c:v>0.16015776073767388</c:v>
                </c:pt>
                <c:pt idx="12271">
                  <c:v>0.16017223166739611</c:v>
                </c:pt>
                <c:pt idx="12272">
                  <c:v>0.16018132756308329</c:v>
                </c:pt>
                <c:pt idx="12273">
                  <c:v>0.16018726510749576</c:v>
                </c:pt>
                <c:pt idx="12274">
                  <c:v>0.16019237334800115</c:v>
                </c:pt>
                <c:pt idx="12275">
                  <c:v>0.16020164475205198</c:v>
                </c:pt>
                <c:pt idx="12276">
                  <c:v>0.16020713042770932</c:v>
                </c:pt>
                <c:pt idx="12277">
                  <c:v>0.16020730415165677</c:v>
                </c:pt>
                <c:pt idx="12278">
                  <c:v>0.16021285511666392</c:v>
                </c:pt>
                <c:pt idx="12279">
                  <c:v>0.16021322339857125</c:v>
                </c:pt>
                <c:pt idx="12280">
                  <c:v>0.16021624247723909</c:v>
                </c:pt>
                <c:pt idx="12281">
                  <c:v>0.16022880442571558</c:v>
                </c:pt>
                <c:pt idx="12282">
                  <c:v>0.16023626323714998</c:v>
                </c:pt>
                <c:pt idx="12283">
                  <c:v>0.16024600645643822</c:v>
                </c:pt>
                <c:pt idx="12284">
                  <c:v>0.16024879806184295</c:v>
                </c:pt>
                <c:pt idx="12285">
                  <c:v>0.16025227549594745</c:v>
                </c:pt>
                <c:pt idx="12286">
                  <c:v>0.16026377145987605</c:v>
                </c:pt>
                <c:pt idx="12287">
                  <c:v>0.16027640514002656</c:v>
                </c:pt>
                <c:pt idx="12288">
                  <c:v>0.16029326233206853</c:v>
                </c:pt>
                <c:pt idx="12289">
                  <c:v>0.16030118096336468</c:v>
                </c:pt>
                <c:pt idx="12290">
                  <c:v>0.1603023037621924</c:v>
                </c:pt>
                <c:pt idx="12291">
                  <c:v>0.16030507166900457</c:v>
                </c:pt>
                <c:pt idx="12292">
                  <c:v>0.1603184678108959</c:v>
                </c:pt>
                <c:pt idx="12293">
                  <c:v>0.16032725353589591</c:v>
                </c:pt>
                <c:pt idx="12294">
                  <c:v>0.16033789766150366</c:v>
                </c:pt>
                <c:pt idx="12295">
                  <c:v>0.16035760717465841</c:v>
                </c:pt>
                <c:pt idx="12296">
                  <c:v>0.1603603130372841</c:v>
                </c:pt>
                <c:pt idx="12297">
                  <c:v>0.16036138389891408</c:v>
                </c:pt>
                <c:pt idx="12298">
                  <c:v>0.16036187535342386</c:v>
                </c:pt>
                <c:pt idx="12299">
                  <c:v>0.16036819470367064</c:v>
                </c:pt>
                <c:pt idx="12300">
                  <c:v>0.16039135137599086</c:v>
                </c:pt>
                <c:pt idx="12301">
                  <c:v>0.16039326945881813</c:v>
                </c:pt>
                <c:pt idx="12302">
                  <c:v>0.16039441172081095</c:v>
                </c:pt>
                <c:pt idx="12303">
                  <c:v>0.16040231430249643</c:v>
                </c:pt>
                <c:pt idx="12304">
                  <c:v>0.16042207872321551</c:v>
                </c:pt>
                <c:pt idx="12305">
                  <c:v>0.16042740146270687</c:v>
                </c:pt>
                <c:pt idx="12306">
                  <c:v>0.16043324147900651</c:v>
                </c:pt>
                <c:pt idx="12307">
                  <c:v>0.16043946618911986</c:v>
                </c:pt>
                <c:pt idx="12308">
                  <c:v>0.16046218452056166</c:v>
                </c:pt>
                <c:pt idx="12309">
                  <c:v>0.1604671449514446</c:v>
                </c:pt>
                <c:pt idx="12310">
                  <c:v>0.16047087542144858</c:v>
                </c:pt>
                <c:pt idx="12311">
                  <c:v>0.16047200484698826</c:v>
                </c:pt>
                <c:pt idx="12312">
                  <c:v>0.16047849156732527</c:v>
                </c:pt>
                <c:pt idx="12313">
                  <c:v>0.16048107113333085</c:v>
                </c:pt>
                <c:pt idx="12314">
                  <c:v>0.16048868949419634</c:v>
                </c:pt>
                <c:pt idx="12315">
                  <c:v>0.16050525335274354</c:v>
                </c:pt>
                <c:pt idx="12316">
                  <c:v>0.16051037457605158</c:v>
                </c:pt>
                <c:pt idx="12317">
                  <c:v>0.16052382008597751</c:v>
                </c:pt>
                <c:pt idx="12318">
                  <c:v>0.16053300135358539</c:v>
                </c:pt>
                <c:pt idx="12319">
                  <c:v>0.16053520223487067</c:v>
                </c:pt>
                <c:pt idx="12320">
                  <c:v>0.16053653444441715</c:v>
                </c:pt>
                <c:pt idx="12321">
                  <c:v>0.16054303044007012</c:v>
                </c:pt>
                <c:pt idx="12322">
                  <c:v>0.16057432736909466</c:v>
                </c:pt>
                <c:pt idx="12323">
                  <c:v>0.16058624607725744</c:v>
                </c:pt>
                <c:pt idx="12324">
                  <c:v>0.16059297801475853</c:v>
                </c:pt>
                <c:pt idx="12325">
                  <c:v>0.16059575693982031</c:v>
                </c:pt>
                <c:pt idx="12326">
                  <c:v>0.16060005408745834</c:v>
                </c:pt>
                <c:pt idx="12327">
                  <c:v>0.16060022829966628</c:v>
                </c:pt>
                <c:pt idx="12328">
                  <c:v>0.1606038243723335</c:v>
                </c:pt>
                <c:pt idx="12329">
                  <c:v>0.16060543785906206</c:v>
                </c:pt>
                <c:pt idx="12330">
                  <c:v>0.16061681913024212</c:v>
                </c:pt>
                <c:pt idx="12331">
                  <c:v>0.16062723147316804</c:v>
                </c:pt>
                <c:pt idx="12332">
                  <c:v>0.16062954179272221</c:v>
                </c:pt>
                <c:pt idx="12333">
                  <c:v>0.16063307714139549</c:v>
                </c:pt>
                <c:pt idx="12334">
                  <c:v>0.16064995470522309</c:v>
                </c:pt>
                <c:pt idx="12335">
                  <c:v>0.16065828972373686</c:v>
                </c:pt>
                <c:pt idx="12336">
                  <c:v>0.16067518244817186</c:v>
                </c:pt>
                <c:pt idx="12337">
                  <c:v>0.16072054626822804</c:v>
                </c:pt>
                <c:pt idx="12338">
                  <c:v>0.16072478097465731</c:v>
                </c:pt>
                <c:pt idx="12339">
                  <c:v>0.16072761955284845</c:v>
                </c:pt>
                <c:pt idx="12340">
                  <c:v>0.16074206158790608</c:v>
                </c:pt>
                <c:pt idx="12341">
                  <c:v>0.16074808230599702</c:v>
                </c:pt>
                <c:pt idx="12342">
                  <c:v>0.16075722412571961</c:v>
                </c:pt>
                <c:pt idx="12343">
                  <c:v>0.16077146397295156</c:v>
                </c:pt>
                <c:pt idx="12344">
                  <c:v>0.16077320537556439</c:v>
                </c:pt>
                <c:pt idx="12345">
                  <c:v>0.16079198358130475</c:v>
                </c:pt>
                <c:pt idx="12346">
                  <c:v>0.16079359293763013</c:v>
                </c:pt>
                <c:pt idx="12347">
                  <c:v>0.1607986049455056</c:v>
                </c:pt>
                <c:pt idx="12348">
                  <c:v>0.16084345851516207</c:v>
                </c:pt>
                <c:pt idx="12349">
                  <c:v>0.16084487896005228</c:v>
                </c:pt>
                <c:pt idx="12350">
                  <c:v>0.16085204798288893</c:v>
                </c:pt>
                <c:pt idx="12351">
                  <c:v>0.16087203740326839</c:v>
                </c:pt>
                <c:pt idx="12352">
                  <c:v>0.16087726317137879</c:v>
                </c:pt>
                <c:pt idx="12353">
                  <c:v>0.16087769437431437</c:v>
                </c:pt>
                <c:pt idx="12354">
                  <c:v>0.16088530813215279</c:v>
                </c:pt>
                <c:pt idx="12355">
                  <c:v>0.16089203796713353</c:v>
                </c:pt>
                <c:pt idx="12356">
                  <c:v>0.16089405537012391</c:v>
                </c:pt>
                <c:pt idx="12357">
                  <c:v>0.16089424305049707</c:v>
                </c:pt>
                <c:pt idx="12358">
                  <c:v>0.16090715042998746</c:v>
                </c:pt>
                <c:pt idx="12359">
                  <c:v>0.16090816808049932</c:v>
                </c:pt>
                <c:pt idx="12360">
                  <c:v>0.16091469976464171</c:v>
                </c:pt>
                <c:pt idx="12361">
                  <c:v>0.160936698432357</c:v>
                </c:pt>
                <c:pt idx="12362">
                  <c:v>0.1609422271633876</c:v>
                </c:pt>
                <c:pt idx="12363">
                  <c:v>0.16094975903782671</c:v>
                </c:pt>
                <c:pt idx="12364">
                  <c:v>0.16095187075554807</c:v>
                </c:pt>
                <c:pt idx="12365">
                  <c:v>0.16095458002966206</c:v>
                </c:pt>
                <c:pt idx="12366">
                  <c:v>0.160955962618715</c:v>
                </c:pt>
                <c:pt idx="12367">
                  <c:v>0.16098199791809822</c:v>
                </c:pt>
                <c:pt idx="12368">
                  <c:v>0.16100714395600862</c:v>
                </c:pt>
                <c:pt idx="12369">
                  <c:v>0.16101765669066162</c:v>
                </c:pt>
                <c:pt idx="12370">
                  <c:v>0.16101949850622177</c:v>
                </c:pt>
                <c:pt idx="12371">
                  <c:v>0.16103890719191719</c:v>
                </c:pt>
                <c:pt idx="12372">
                  <c:v>0.16104106681792116</c:v>
                </c:pt>
                <c:pt idx="12373">
                  <c:v>0.16104719709195153</c:v>
                </c:pt>
                <c:pt idx="12374">
                  <c:v>0.1610557459822845</c:v>
                </c:pt>
                <c:pt idx="12375">
                  <c:v>0.16105723556835547</c:v>
                </c:pt>
                <c:pt idx="12376">
                  <c:v>0.16106002587217955</c:v>
                </c:pt>
                <c:pt idx="12377">
                  <c:v>0.16106262969109192</c:v>
                </c:pt>
                <c:pt idx="12378">
                  <c:v>0.16107497926434294</c:v>
                </c:pt>
                <c:pt idx="12379">
                  <c:v>0.16109567586159637</c:v>
                </c:pt>
                <c:pt idx="12380">
                  <c:v>0.16109685660031614</c:v>
                </c:pt>
                <c:pt idx="12381">
                  <c:v>0.16111552047236738</c:v>
                </c:pt>
                <c:pt idx="12382">
                  <c:v>0.16111590336010248</c:v>
                </c:pt>
                <c:pt idx="12383">
                  <c:v>0.16113856919546779</c:v>
                </c:pt>
                <c:pt idx="12384">
                  <c:v>0.16115340023312066</c:v>
                </c:pt>
                <c:pt idx="12385">
                  <c:v>0.161174149538483</c:v>
                </c:pt>
                <c:pt idx="12386">
                  <c:v>0.16120352585301234</c:v>
                </c:pt>
                <c:pt idx="12387">
                  <c:v>0.1612076096271739</c:v>
                </c:pt>
                <c:pt idx="12388">
                  <c:v>0.16121017695978945</c:v>
                </c:pt>
                <c:pt idx="12389">
                  <c:v>0.16121289586340151</c:v>
                </c:pt>
                <c:pt idx="12390">
                  <c:v>0.16121360342350224</c:v>
                </c:pt>
                <c:pt idx="12391">
                  <c:v>0.16121361843665619</c:v>
                </c:pt>
                <c:pt idx="12392">
                  <c:v>0.16125311596810457</c:v>
                </c:pt>
                <c:pt idx="12393">
                  <c:v>0.16127012260379847</c:v>
                </c:pt>
                <c:pt idx="12394">
                  <c:v>0.16127099348681614</c:v>
                </c:pt>
                <c:pt idx="12395">
                  <c:v>0.16128435536814584</c:v>
                </c:pt>
                <c:pt idx="12396">
                  <c:v>0.16130007581232392</c:v>
                </c:pt>
                <c:pt idx="12397">
                  <c:v>0.16131618488442676</c:v>
                </c:pt>
                <c:pt idx="12398">
                  <c:v>0.16131650159959304</c:v>
                </c:pt>
                <c:pt idx="12399">
                  <c:v>0.16132052857270776</c:v>
                </c:pt>
                <c:pt idx="12400">
                  <c:v>0.16136945194514049</c:v>
                </c:pt>
                <c:pt idx="12401">
                  <c:v>0.16137988654369162</c:v>
                </c:pt>
                <c:pt idx="12402">
                  <c:v>0.1613887818053831</c:v>
                </c:pt>
                <c:pt idx="12403">
                  <c:v>0.16140464368182131</c:v>
                </c:pt>
                <c:pt idx="12404">
                  <c:v>0.16142753607226132</c:v>
                </c:pt>
                <c:pt idx="12405">
                  <c:v>0.16144133196956834</c:v>
                </c:pt>
                <c:pt idx="12406">
                  <c:v>0.16145907015886746</c:v>
                </c:pt>
                <c:pt idx="12407">
                  <c:v>0.1614713235353559</c:v>
                </c:pt>
                <c:pt idx="12408">
                  <c:v>0.16149251739476544</c:v>
                </c:pt>
                <c:pt idx="12409">
                  <c:v>0.16149457826160762</c:v>
                </c:pt>
                <c:pt idx="12410">
                  <c:v>0.16150079418837041</c:v>
                </c:pt>
                <c:pt idx="12411">
                  <c:v>0.16150899916278519</c:v>
                </c:pt>
                <c:pt idx="12412">
                  <c:v>0.16150944153302049</c:v>
                </c:pt>
                <c:pt idx="12413">
                  <c:v>0.16151802169130888</c:v>
                </c:pt>
                <c:pt idx="12414">
                  <c:v>0.16151919058751291</c:v>
                </c:pt>
                <c:pt idx="12415">
                  <c:v>0.16153245688635076</c:v>
                </c:pt>
                <c:pt idx="12416">
                  <c:v>0.16154766353079247</c:v>
                </c:pt>
                <c:pt idx="12417">
                  <c:v>0.16157078738483663</c:v>
                </c:pt>
                <c:pt idx="12418">
                  <c:v>0.16157342640734226</c:v>
                </c:pt>
                <c:pt idx="12419">
                  <c:v>0.16157783674401738</c:v>
                </c:pt>
                <c:pt idx="12420">
                  <c:v>0.16158044143549349</c:v>
                </c:pt>
                <c:pt idx="12421">
                  <c:v>0.16159260416235682</c:v>
                </c:pt>
                <c:pt idx="12422">
                  <c:v>0.16159475702420451</c:v>
                </c:pt>
                <c:pt idx="12423">
                  <c:v>0.16162526861335946</c:v>
                </c:pt>
                <c:pt idx="12424">
                  <c:v>0.16163173579336765</c:v>
                </c:pt>
                <c:pt idx="12425">
                  <c:v>0.16165076774158618</c:v>
                </c:pt>
                <c:pt idx="12426">
                  <c:v>0.16166803389868734</c:v>
                </c:pt>
                <c:pt idx="12427">
                  <c:v>0.16167913209909676</c:v>
                </c:pt>
                <c:pt idx="12428">
                  <c:v>0.1616817656197429</c:v>
                </c:pt>
                <c:pt idx="12429">
                  <c:v>0.16170807706608584</c:v>
                </c:pt>
                <c:pt idx="12430">
                  <c:v>0.16171149480619718</c:v>
                </c:pt>
                <c:pt idx="12431">
                  <c:v>0.16171883258084158</c:v>
                </c:pt>
                <c:pt idx="12432">
                  <c:v>0.1617196114745871</c:v>
                </c:pt>
                <c:pt idx="12433">
                  <c:v>0.16173722092645695</c:v>
                </c:pt>
                <c:pt idx="12434">
                  <c:v>0.1617555750027751</c:v>
                </c:pt>
                <c:pt idx="12435">
                  <c:v>0.16175599494155979</c:v>
                </c:pt>
                <c:pt idx="12436">
                  <c:v>0.1617597241254724</c:v>
                </c:pt>
                <c:pt idx="12437">
                  <c:v>0.16176076832755051</c:v>
                </c:pt>
                <c:pt idx="12438">
                  <c:v>0.16177493107235413</c:v>
                </c:pt>
                <c:pt idx="12439">
                  <c:v>0.1617851898810867</c:v>
                </c:pt>
                <c:pt idx="12440">
                  <c:v>0.16179538156683515</c:v>
                </c:pt>
                <c:pt idx="12441">
                  <c:v>0.16180043608335029</c:v>
                </c:pt>
                <c:pt idx="12442">
                  <c:v>0.16180375335226785</c:v>
                </c:pt>
                <c:pt idx="12443">
                  <c:v>0.16181109689925632</c:v>
                </c:pt>
                <c:pt idx="12444">
                  <c:v>0.16183928067926112</c:v>
                </c:pt>
                <c:pt idx="12445">
                  <c:v>0.16185920074176083</c:v>
                </c:pt>
                <c:pt idx="12446">
                  <c:v>0.16186503610739342</c:v>
                </c:pt>
                <c:pt idx="12447">
                  <c:v>0.1618682332639039</c:v>
                </c:pt>
                <c:pt idx="12448">
                  <c:v>0.16186916323284847</c:v>
                </c:pt>
                <c:pt idx="12449">
                  <c:v>0.16187214246513018</c:v>
                </c:pt>
                <c:pt idx="12450">
                  <c:v>0.1618766838021265</c:v>
                </c:pt>
                <c:pt idx="12451">
                  <c:v>0.1618885038969948</c:v>
                </c:pt>
                <c:pt idx="12452">
                  <c:v>0.1619215638257393</c:v>
                </c:pt>
                <c:pt idx="12453">
                  <c:v>0.16193530925464647</c:v>
                </c:pt>
                <c:pt idx="12454">
                  <c:v>0.16196684839444603</c:v>
                </c:pt>
                <c:pt idx="12455">
                  <c:v>0.16197148148866369</c:v>
                </c:pt>
                <c:pt idx="12456">
                  <c:v>0.16199417194609422</c:v>
                </c:pt>
                <c:pt idx="12457">
                  <c:v>0.16201144312710145</c:v>
                </c:pt>
                <c:pt idx="12458">
                  <c:v>0.16202742823973398</c:v>
                </c:pt>
                <c:pt idx="12459">
                  <c:v>0.16203739350375099</c:v>
                </c:pt>
                <c:pt idx="12460">
                  <c:v>0.16205020587889343</c:v>
                </c:pt>
                <c:pt idx="12461">
                  <c:v>0.1620574802841086</c:v>
                </c:pt>
                <c:pt idx="12462">
                  <c:v>0.16209159726087977</c:v>
                </c:pt>
                <c:pt idx="12463">
                  <c:v>0.16209486375638094</c:v>
                </c:pt>
                <c:pt idx="12464">
                  <c:v>0.16212983864167993</c:v>
                </c:pt>
                <c:pt idx="12465">
                  <c:v>0.16215082872684966</c:v>
                </c:pt>
                <c:pt idx="12466">
                  <c:v>0.16215793877567586</c:v>
                </c:pt>
                <c:pt idx="12467">
                  <c:v>0.16216564705076106</c:v>
                </c:pt>
                <c:pt idx="12468">
                  <c:v>0.16216626134942699</c:v>
                </c:pt>
                <c:pt idx="12469">
                  <c:v>0.16217051398001697</c:v>
                </c:pt>
                <c:pt idx="12470">
                  <c:v>0.16217403010807313</c:v>
                </c:pt>
                <c:pt idx="12471">
                  <c:v>0.1621837846023543</c:v>
                </c:pt>
                <c:pt idx="12472">
                  <c:v>0.16220621739693972</c:v>
                </c:pt>
                <c:pt idx="12473">
                  <c:v>0.16220982895542452</c:v>
                </c:pt>
                <c:pt idx="12474">
                  <c:v>0.16221303258075667</c:v>
                </c:pt>
                <c:pt idx="12475">
                  <c:v>0.16222893631658933</c:v>
                </c:pt>
                <c:pt idx="12476">
                  <c:v>0.1622459103651524</c:v>
                </c:pt>
                <c:pt idx="12477">
                  <c:v>0.16226766948111476</c:v>
                </c:pt>
                <c:pt idx="12478">
                  <c:v>0.16232153004701819</c:v>
                </c:pt>
                <c:pt idx="12479">
                  <c:v>0.16236869218274635</c:v>
                </c:pt>
                <c:pt idx="12480">
                  <c:v>0.16237767801698161</c:v>
                </c:pt>
                <c:pt idx="12481">
                  <c:v>0.16238908077244774</c:v>
                </c:pt>
                <c:pt idx="12482">
                  <c:v>0.16239981125776137</c:v>
                </c:pt>
                <c:pt idx="12483">
                  <c:v>0.16242505413205888</c:v>
                </c:pt>
                <c:pt idx="12484">
                  <c:v>0.16243269465811219</c:v>
                </c:pt>
                <c:pt idx="12485">
                  <c:v>0.16243541001591436</c:v>
                </c:pt>
                <c:pt idx="12486">
                  <c:v>0.16243738424406493</c:v>
                </c:pt>
                <c:pt idx="12487">
                  <c:v>0.16244739537264669</c:v>
                </c:pt>
                <c:pt idx="12488">
                  <c:v>0.1624575862733881</c:v>
                </c:pt>
                <c:pt idx="12489">
                  <c:v>0.16245945558434685</c:v>
                </c:pt>
                <c:pt idx="12490">
                  <c:v>0.16246431725801125</c:v>
                </c:pt>
                <c:pt idx="12491">
                  <c:v>0.16246634428459308</c:v>
                </c:pt>
                <c:pt idx="12492">
                  <c:v>0.16247036806790649</c:v>
                </c:pt>
                <c:pt idx="12493">
                  <c:v>0.16248321999476165</c:v>
                </c:pt>
                <c:pt idx="12494">
                  <c:v>0.16248963777329173</c:v>
                </c:pt>
                <c:pt idx="12495">
                  <c:v>0.16250961844444109</c:v>
                </c:pt>
                <c:pt idx="12496">
                  <c:v>0.16251415073462389</c:v>
                </c:pt>
                <c:pt idx="12497">
                  <c:v>0.16252171595922796</c:v>
                </c:pt>
                <c:pt idx="12498">
                  <c:v>0.16253794364451551</c:v>
                </c:pt>
                <c:pt idx="12499">
                  <c:v>0.16258456267995652</c:v>
                </c:pt>
                <c:pt idx="12500">
                  <c:v>0.16258741076362204</c:v>
                </c:pt>
                <c:pt idx="12501">
                  <c:v>0.16259391226640382</c:v>
                </c:pt>
                <c:pt idx="12502">
                  <c:v>0.16259940917074292</c:v>
                </c:pt>
                <c:pt idx="12503">
                  <c:v>0.16260197567752827</c:v>
                </c:pt>
                <c:pt idx="12504">
                  <c:v>0.16261133704878453</c:v>
                </c:pt>
                <c:pt idx="12505">
                  <c:v>0.16261242654467753</c:v>
                </c:pt>
                <c:pt idx="12506">
                  <c:v>0.16264159832258804</c:v>
                </c:pt>
                <c:pt idx="12507">
                  <c:v>0.16264697961482882</c:v>
                </c:pt>
                <c:pt idx="12508">
                  <c:v>0.16266746702477416</c:v>
                </c:pt>
                <c:pt idx="12509">
                  <c:v>0.16267993136639594</c:v>
                </c:pt>
                <c:pt idx="12510">
                  <c:v>0.16268135426123181</c:v>
                </c:pt>
                <c:pt idx="12511">
                  <c:v>0.16268403142272236</c:v>
                </c:pt>
                <c:pt idx="12512">
                  <c:v>0.16270566500954067</c:v>
                </c:pt>
                <c:pt idx="12513">
                  <c:v>0.16271758769907654</c:v>
                </c:pt>
                <c:pt idx="12514">
                  <c:v>0.16272008471238905</c:v>
                </c:pt>
                <c:pt idx="12515">
                  <c:v>0.16272687191891422</c:v>
                </c:pt>
                <c:pt idx="12516">
                  <c:v>0.16275621919986916</c:v>
                </c:pt>
                <c:pt idx="12517">
                  <c:v>0.16275793030333854</c:v>
                </c:pt>
                <c:pt idx="12518">
                  <c:v>0.16276036134316105</c:v>
                </c:pt>
                <c:pt idx="12519">
                  <c:v>0.16278050899449253</c:v>
                </c:pt>
                <c:pt idx="12520">
                  <c:v>0.16278569304758156</c:v>
                </c:pt>
                <c:pt idx="12521">
                  <c:v>0.16279360718908942</c:v>
                </c:pt>
                <c:pt idx="12522">
                  <c:v>0.16279834923552342</c:v>
                </c:pt>
                <c:pt idx="12523">
                  <c:v>0.16280872734806584</c:v>
                </c:pt>
                <c:pt idx="12524">
                  <c:v>0.16281901565804335</c:v>
                </c:pt>
                <c:pt idx="12525">
                  <c:v>0.16282626419793186</c:v>
                </c:pt>
                <c:pt idx="12526">
                  <c:v>0.162887500306409</c:v>
                </c:pt>
                <c:pt idx="12527">
                  <c:v>0.16289833370948598</c:v>
                </c:pt>
                <c:pt idx="12528">
                  <c:v>0.1629321062840805</c:v>
                </c:pt>
                <c:pt idx="12529">
                  <c:v>0.16294214319410805</c:v>
                </c:pt>
                <c:pt idx="12530">
                  <c:v>0.16294567384030986</c:v>
                </c:pt>
                <c:pt idx="12531">
                  <c:v>0.16294845100297153</c:v>
                </c:pt>
                <c:pt idx="12532">
                  <c:v>0.16297145841059624</c:v>
                </c:pt>
                <c:pt idx="12533">
                  <c:v>0.16299345293514267</c:v>
                </c:pt>
                <c:pt idx="12534">
                  <c:v>0.16302167802051587</c:v>
                </c:pt>
                <c:pt idx="12535">
                  <c:v>0.16302246923806776</c:v>
                </c:pt>
                <c:pt idx="12536">
                  <c:v>0.16302589038647705</c:v>
                </c:pt>
                <c:pt idx="12537">
                  <c:v>0.16303055784380124</c:v>
                </c:pt>
                <c:pt idx="12538">
                  <c:v>0.16307837332512895</c:v>
                </c:pt>
                <c:pt idx="12539">
                  <c:v>0.1630943162466213</c:v>
                </c:pt>
                <c:pt idx="12540">
                  <c:v>0.16312959445504821</c:v>
                </c:pt>
                <c:pt idx="12541">
                  <c:v>0.16313090751400114</c:v>
                </c:pt>
                <c:pt idx="12542">
                  <c:v>0.16314496091042013</c:v>
                </c:pt>
                <c:pt idx="12543">
                  <c:v>0.16316342345103493</c:v>
                </c:pt>
                <c:pt idx="12544">
                  <c:v>0.16316568044399729</c:v>
                </c:pt>
                <c:pt idx="12545">
                  <c:v>0.16318127851943895</c:v>
                </c:pt>
                <c:pt idx="12546">
                  <c:v>0.16318501006620001</c:v>
                </c:pt>
                <c:pt idx="12547">
                  <c:v>0.16318572634102871</c:v>
                </c:pt>
                <c:pt idx="12548">
                  <c:v>0.16318961721674896</c:v>
                </c:pt>
                <c:pt idx="12549">
                  <c:v>0.16320961342715443</c:v>
                </c:pt>
                <c:pt idx="12550">
                  <c:v>0.16321768360534328</c:v>
                </c:pt>
                <c:pt idx="12551">
                  <c:v>0.16323399274460099</c:v>
                </c:pt>
                <c:pt idx="12552">
                  <c:v>0.16323979553998788</c:v>
                </c:pt>
                <c:pt idx="12553">
                  <c:v>0.16324622678858819</c:v>
                </c:pt>
                <c:pt idx="12554">
                  <c:v>0.16325005359858646</c:v>
                </c:pt>
                <c:pt idx="12555">
                  <c:v>0.16326140588711108</c:v>
                </c:pt>
                <c:pt idx="12556">
                  <c:v>0.16326647619973519</c:v>
                </c:pt>
                <c:pt idx="12557">
                  <c:v>0.16326668162564614</c:v>
                </c:pt>
                <c:pt idx="12558">
                  <c:v>0.16327502710330966</c:v>
                </c:pt>
                <c:pt idx="12559">
                  <c:v>0.16328171612133405</c:v>
                </c:pt>
                <c:pt idx="12560">
                  <c:v>0.16328294147438235</c:v>
                </c:pt>
                <c:pt idx="12561">
                  <c:v>0.16328377306649541</c:v>
                </c:pt>
                <c:pt idx="12562">
                  <c:v>0.16329212836585216</c:v>
                </c:pt>
                <c:pt idx="12563">
                  <c:v>0.16330215055370367</c:v>
                </c:pt>
                <c:pt idx="12564">
                  <c:v>0.16330297068830432</c:v>
                </c:pt>
                <c:pt idx="12565">
                  <c:v>0.16331421947541447</c:v>
                </c:pt>
                <c:pt idx="12566">
                  <c:v>0.16332645441510457</c:v>
                </c:pt>
                <c:pt idx="12567">
                  <c:v>0.16333382986465439</c:v>
                </c:pt>
                <c:pt idx="12568">
                  <c:v>0.16333700895915368</c:v>
                </c:pt>
                <c:pt idx="12569">
                  <c:v>0.16334861450712035</c:v>
                </c:pt>
                <c:pt idx="12570">
                  <c:v>0.16336785457072853</c:v>
                </c:pt>
                <c:pt idx="12571">
                  <c:v>0.16338011806326916</c:v>
                </c:pt>
                <c:pt idx="12572">
                  <c:v>0.16338684123273145</c:v>
                </c:pt>
                <c:pt idx="12573">
                  <c:v>0.16339556864372254</c:v>
                </c:pt>
                <c:pt idx="12574">
                  <c:v>0.16340110069362129</c:v>
                </c:pt>
                <c:pt idx="12575">
                  <c:v>0.16340844989949077</c:v>
                </c:pt>
                <c:pt idx="12576">
                  <c:v>0.1634272444353991</c:v>
                </c:pt>
                <c:pt idx="12577">
                  <c:v>0.16343262481732349</c:v>
                </c:pt>
                <c:pt idx="12578">
                  <c:v>0.16346858766909481</c:v>
                </c:pt>
                <c:pt idx="12579">
                  <c:v>0.16347368409217686</c:v>
                </c:pt>
                <c:pt idx="12580">
                  <c:v>0.16347765136341985</c:v>
                </c:pt>
                <c:pt idx="12581">
                  <c:v>0.16348443780580935</c:v>
                </c:pt>
                <c:pt idx="12582">
                  <c:v>0.1634912231011813</c:v>
                </c:pt>
                <c:pt idx="12583">
                  <c:v>0.16349292820445172</c:v>
                </c:pt>
                <c:pt idx="12584">
                  <c:v>0.16351015623089252</c:v>
                </c:pt>
                <c:pt idx="12585">
                  <c:v>0.16351329736662706</c:v>
                </c:pt>
                <c:pt idx="12586">
                  <c:v>0.16352715112793606</c:v>
                </c:pt>
                <c:pt idx="12587">
                  <c:v>0.16353278794273787</c:v>
                </c:pt>
                <c:pt idx="12588">
                  <c:v>0.16353859620457428</c:v>
                </c:pt>
                <c:pt idx="12589">
                  <c:v>0.16355114337000318</c:v>
                </c:pt>
                <c:pt idx="12590">
                  <c:v>0.16355116349157137</c:v>
                </c:pt>
                <c:pt idx="12591">
                  <c:v>0.16356145798452365</c:v>
                </c:pt>
                <c:pt idx="12592">
                  <c:v>0.16356983774963194</c:v>
                </c:pt>
                <c:pt idx="12593">
                  <c:v>0.16358677091688945</c:v>
                </c:pt>
                <c:pt idx="12594">
                  <c:v>0.16358766715247525</c:v>
                </c:pt>
                <c:pt idx="12595">
                  <c:v>0.16359575273904103</c:v>
                </c:pt>
                <c:pt idx="12596">
                  <c:v>0.16360255774296614</c:v>
                </c:pt>
                <c:pt idx="12597">
                  <c:v>0.16360277710548193</c:v>
                </c:pt>
                <c:pt idx="12598">
                  <c:v>0.16360420456761735</c:v>
                </c:pt>
                <c:pt idx="12599">
                  <c:v>0.163606340476877</c:v>
                </c:pt>
                <c:pt idx="12600">
                  <c:v>0.16361270301453282</c:v>
                </c:pt>
                <c:pt idx="12601">
                  <c:v>0.16363424131435342</c:v>
                </c:pt>
                <c:pt idx="12602">
                  <c:v>0.16365859522761494</c:v>
                </c:pt>
                <c:pt idx="12603">
                  <c:v>0.16368136015529886</c:v>
                </c:pt>
                <c:pt idx="12604">
                  <c:v>0.16368845332547008</c:v>
                </c:pt>
                <c:pt idx="12605">
                  <c:v>0.16369537395037323</c:v>
                </c:pt>
                <c:pt idx="12606">
                  <c:v>0.16370349082381166</c:v>
                </c:pt>
                <c:pt idx="12607">
                  <c:v>0.16371327831070859</c:v>
                </c:pt>
                <c:pt idx="12608">
                  <c:v>0.1637247306831402</c:v>
                </c:pt>
                <c:pt idx="12609">
                  <c:v>0.16373776682097826</c:v>
                </c:pt>
                <c:pt idx="12610">
                  <c:v>0.16375093300458546</c:v>
                </c:pt>
                <c:pt idx="12611">
                  <c:v>0.16375532629118916</c:v>
                </c:pt>
                <c:pt idx="12612">
                  <c:v>0.16378280360800357</c:v>
                </c:pt>
                <c:pt idx="12613">
                  <c:v>0.16379089476365399</c:v>
                </c:pt>
                <c:pt idx="12614">
                  <c:v>0.16381772460623381</c:v>
                </c:pt>
                <c:pt idx="12615">
                  <c:v>0.16384390483453309</c:v>
                </c:pt>
                <c:pt idx="12616">
                  <c:v>0.16385714076823141</c:v>
                </c:pt>
                <c:pt idx="12617">
                  <c:v>0.16386378664095716</c:v>
                </c:pt>
                <c:pt idx="12618">
                  <c:v>0.16386466940049266</c:v>
                </c:pt>
                <c:pt idx="12619">
                  <c:v>0.16387002060387637</c:v>
                </c:pt>
                <c:pt idx="12620">
                  <c:v>0.16389672022097629</c:v>
                </c:pt>
                <c:pt idx="12621">
                  <c:v>0.16390466818217711</c:v>
                </c:pt>
                <c:pt idx="12622">
                  <c:v>0.16391465025328442</c:v>
                </c:pt>
                <c:pt idx="12623">
                  <c:v>0.1639218952684609</c:v>
                </c:pt>
                <c:pt idx="12624">
                  <c:v>0.16395217785670776</c:v>
                </c:pt>
                <c:pt idx="12625">
                  <c:v>0.1639579730053029</c:v>
                </c:pt>
                <c:pt idx="12626">
                  <c:v>0.16396429342049285</c:v>
                </c:pt>
                <c:pt idx="12627">
                  <c:v>0.16397952413890721</c:v>
                </c:pt>
                <c:pt idx="12628">
                  <c:v>0.16398119118370938</c:v>
                </c:pt>
                <c:pt idx="12629">
                  <c:v>0.16400136526298539</c:v>
                </c:pt>
                <c:pt idx="12630">
                  <c:v>0.16400641657371048</c:v>
                </c:pt>
                <c:pt idx="12631">
                  <c:v>0.1640089632632441</c:v>
                </c:pt>
                <c:pt idx="12632">
                  <c:v>0.16401755199182286</c:v>
                </c:pt>
                <c:pt idx="12633">
                  <c:v>0.16402238503408673</c:v>
                </c:pt>
                <c:pt idx="12634">
                  <c:v>0.16405914590816184</c:v>
                </c:pt>
                <c:pt idx="12635">
                  <c:v>0.1640716673062943</c:v>
                </c:pt>
                <c:pt idx="12636">
                  <c:v>0.16409118972167569</c:v>
                </c:pt>
                <c:pt idx="12637">
                  <c:v>0.1641085231752242</c:v>
                </c:pt>
                <c:pt idx="12638">
                  <c:v>0.16410989589999675</c:v>
                </c:pt>
                <c:pt idx="12639">
                  <c:v>0.16412614582039237</c:v>
                </c:pt>
                <c:pt idx="12640">
                  <c:v>0.16413358643741385</c:v>
                </c:pt>
                <c:pt idx="12641">
                  <c:v>0.16415333566853541</c:v>
                </c:pt>
                <c:pt idx="12642">
                  <c:v>0.16416635355606291</c:v>
                </c:pt>
                <c:pt idx="12643">
                  <c:v>0.16417858828566589</c:v>
                </c:pt>
                <c:pt idx="12644">
                  <c:v>0.16418433691018758</c:v>
                </c:pt>
                <c:pt idx="12645">
                  <c:v>0.16420728329024828</c:v>
                </c:pt>
                <c:pt idx="12646">
                  <c:v>0.16421744688368495</c:v>
                </c:pt>
                <c:pt idx="12647">
                  <c:v>0.16422894287157569</c:v>
                </c:pt>
                <c:pt idx="12648">
                  <c:v>0.16423120485404991</c:v>
                </c:pt>
                <c:pt idx="12649">
                  <c:v>0.16424283067896359</c:v>
                </c:pt>
                <c:pt idx="12650">
                  <c:v>0.16424478428197334</c:v>
                </c:pt>
                <c:pt idx="12651">
                  <c:v>0.16425252927216721</c:v>
                </c:pt>
                <c:pt idx="12652">
                  <c:v>0.16426620859723129</c:v>
                </c:pt>
                <c:pt idx="12653">
                  <c:v>0.16432777547874927</c:v>
                </c:pt>
                <c:pt idx="12654">
                  <c:v>0.16433544412266582</c:v>
                </c:pt>
                <c:pt idx="12655">
                  <c:v>0.16434295971258339</c:v>
                </c:pt>
                <c:pt idx="12656">
                  <c:v>0.16434525765437275</c:v>
                </c:pt>
                <c:pt idx="12657">
                  <c:v>0.1643730880011478</c:v>
                </c:pt>
                <c:pt idx="12658">
                  <c:v>0.16438003054261921</c:v>
                </c:pt>
                <c:pt idx="12659">
                  <c:v>0.16438616596344838</c:v>
                </c:pt>
                <c:pt idx="12660">
                  <c:v>0.16438961418471507</c:v>
                </c:pt>
                <c:pt idx="12661">
                  <c:v>0.16439191820820542</c:v>
                </c:pt>
                <c:pt idx="12662">
                  <c:v>0.16439866808171891</c:v>
                </c:pt>
                <c:pt idx="12663">
                  <c:v>0.164416250033175</c:v>
                </c:pt>
                <c:pt idx="12664">
                  <c:v>0.16442071010664708</c:v>
                </c:pt>
                <c:pt idx="12665">
                  <c:v>0.16443517112178388</c:v>
                </c:pt>
                <c:pt idx="12666">
                  <c:v>0.16444188207794239</c:v>
                </c:pt>
                <c:pt idx="12667">
                  <c:v>0.16447751364944688</c:v>
                </c:pt>
                <c:pt idx="12668">
                  <c:v>0.16447973676097694</c:v>
                </c:pt>
                <c:pt idx="12669">
                  <c:v>0.16450564594566039</c:v>
                </c:pt>
                <c:pt idx="12670">
                  <c:v>0.16450954689069788</c:v>
                </c:pt>
                <c:pt idx="12671">
                  <c:v>0.16452104835051443</c:v>
                </c:pt>
                <c:pt idx="12672">
                  <c:v>0.16453131520367251</c:v>
                </c:pt>
                <c:pt idx="12673">
                  <c:v>0.16453582788209592</c:v>
                </c:pt>
                <c:pt idx="12674">
                  <c:v>0.16454335614085333</c:v>
                </c:pt>
                <c:pt idx="12675">
                  <c:v>0.16454572066150891</c:v>
                </c:pt>
                <c:pt idx="12676">
                  <c:v>0.16454774792357604</c:v>
                </c:pt>
                <c:pt idx="12677">
                  <c:v>0.16456369552883657</c:v>
                </c:pt>
                <c:pt idx="12678">
                  <c:v>0.16457890653472776</c:v>
                </c:pt>
                <c:pt idx="12679">
                  <c:v>0.16458262590859238</c:v>
                </c:pt>
                <c:pt idx="12680">
                  <c:v>0.16459920320128976</c:v>
                </c:pt>
                <c:pt idx="12681">
                  <c:v>0.16460023711096397</c:v>
                </c:pt>
                <c:pt idx="12682">
                  <c:v>0.16460791338014985</c:v>
                </c:pt>
                <c:pt idx="12683">
                  <c:v>0.1646107121276528</c:v>
                </c:pt>
                <c:pt idx="12684">
                  <c:v>0.16461118139559641</c:v>
                </c:pt>
                <c:pt idx="12685">
                  <c:v>0.16461756158761065</c:v>
                </c:pt>
                <c:pt idx="12686">
                  <c:v>0.1646358874711944</c:v>
                </c:pt>
                <c:pt idx="12687">
                  <c:v>0.16464117597388581</c:v>
                </c:pt>
                <c:pt idx="12688">
                  <c:v>0.16464258792018036</c:v>
                </c:pt>
                <c:pt idx="12689">
                  <c:v>0.16464524578501782</c:v>
                </c:pt>
                <c:pt idx="12690">
                  <c:v>0.1646509489008042</c:v>
                </c:pt>
                <c:pt idx="12691">
                  <c:v>0.16470986774968052</c:v>
                </c:pt>
                <c:pt idx="12692">
                  <c:v>0.16471217798336724</c:v>
                </c:pt>
                <c:pt idx="12693">
                  <c:v>0.16471819466276832</c:v>
                </c:pt>
                <c:pt idx="12694">
                  <c:v>0.16472430545522712</c:v>
                </c:pt>
                <c:pt idx="12695">
                  <c:v>0.16473491338979759</c:v>
                </c:pt>
                <c:pt idx="12696">
                  <c:v>0.16475292426925014</c:v>
                </c:pt>
                <c:pt idx="12697">
                  <c:v>0.1647629800840763</c:v>
                </c:pt>
                <c:pt idx="12698">
                  <c:v>0.16477728732582009</c:v>
                </c:pt>
                <c:pt idx="12699">
                  <c:v>0.16477813911401509</c:v>
                </c:pt>
                <c:pt idx="12700">
                  <c:v>0.16478380099787013</c:v>
                </c:pt>
                <c:pt idx="12701">
                  <c:v>0.16479783868968775</c:v>
                </c:pt>
                <c:pt idx="12702">
                  <c:v>0.16484004269846386</c:v>
                </c:pt>
                <c:pt idx="12703">
                  <c:v>0.16484252266391985</c:v>
                </c:pt>
                <c:pt idx="12704">
                  <c:v>0.16486732513034236</c:v>
                </c:pt>
                <c:pt idx="12705">
                  <c:v>0.1648820997971068</c:v>
                </c:pt>
                <c:pt idx="12706">
                  <c:v>0.16488739493037577</c:v>
                </c:pt>
                <c:pt idx="12707">
                  <c:v>0.1648884172711747</c:v>
                </c:pt>
                <c:pt idx="12708">
                  <c:v>0.16492000443388324</c:v>
                </c:pt>
                <c:pt idx="12709">
                  <c:v>0.16493651659138539</c:v>
                </c:pt>
                <c:pt idx="12710">
                  <c:v>0.1649414133072066</c:v>
                </c:pt>
                <c:pt idx="12711">
                  <c:v>0.16495124107928505</c:v>
                </c:pt>
                <c:pt idx="12712">
                  <c:v>0.16496429676442137</c:v>
                </c:pt>
                <c:pt idx="12713">
                  <c:v>0.16496646401679857</c:v>
                </c:pt>
                <c:pt idx="12714">
                  <c:v>0.16497446268148214</c:v>
                </c:pt>
                <c:pt idx="12715">
                  <c:v>0.16500197142328754</c:v>
                </c:pt>
                <c:pt idx="12716">
                  <c:v>0.16500829900179143</c:v>
                </c:pt>
                <c:pt idx="12717">
                  <c:v>0.16500862160884255</c:v>
                </c:pt>
                <c:pt idx="12718">
                  <c:v>0.16500894402291549</c:v>
                </c:pt>
                <c:pt idx="12719">
                  <c:v>0.16501713398365694</c:v>
                </c:pt>
                <c:pt idx="12720">
                  <c:v>0.16501935251787575</c:v>
                </c:pt>
                <c:pt idx="12721">
                  <c:v>0.16502341544959467</c:v>
                </c:pt>
                <c:pt idx="12722">
                  <c:v>0.16503486485893698</c:v>
                </c:pt>
                <c:pt idx="12723">
                  <c:v>0.16503709945461892</c:v>
                </c:pt>
                <c:pt idx="12724">
                  <c:v>0.16503951184238982</c:v>
                </c:pt>
                <c:pt idx="12725">
                  <c:v>0.16504695345443077</c:v>
                </c:pt>
                <c:pt idx="12726">
                  <c:v>0.16507521804992803</c:v>
                </c:pt>
                <c:pt idx="12727">
                  <c:v>0.16507753372766532</c:v>
                </c:pt>
                <c:pt idx="12728">
                  <c:v>0.1650926377760564</c:v>
                </c:pt>
                <c:pt idx="12729">
                  <c:v>0.16510240582951352</c:v>
                </c:pt>
                <c:pt idx="12730">
                  <c:v>0.16512096969168424</c:v>
                </c:pt>
                <c:pt idx="12731">
                  <c:v>0.16515171026537898</c:v>
                </c:pt>
                <c:pt idx="12732">
                  <c:v>0.16515478875114786</c:v>
                </c:pt>
                <c:pt idx="12733">
                  <c:v>0.16516361720651115</c:v>
                </c:pt>
                <c:pt idx="12734">
                  <c:v>0.16516611127540298</c:v>
                </c:pt>
                <c:pt idx="12735">
                  <c:v>0.16517307345785112</c:v>
                </c:pt>
                <c:pt idx="12736">
                  <c:v>0.16520480952003322</c:v>
                </c:pt>
                <c:pt idx="12737">
                  <c:v>0.16520790159046472</c:v>
                </c:pt>
                <c:pt idx="12738">
                  <c:v>0.16521897113478615</c:v>
                </c:pt>
                <c:pt idx="12739">
                  <c:v>0.16524144363890053</c:v>
                </c:pt>
                <c:pt idx="12740">
                  <c:v>0.16524341832332476</c:v>
                </c:pt>
                <c:pt idx="12741">
                  <c:v>0.16524374499176162</c:v>
                </c:pt>
                <c:pt idx="12742">
                  <c:v>0.16524969699653735</c:v>
                </c:pt>
                <c:pt idx="12743">
                  <c:v>0.16525993490928059</c:v>
                </c:pt>
                <c:pt idx="12744">
                  <c:v>0.16526066223709243</c:v>
                </c:pt>
                <c:pt idx="12745">
                  <c:v>0.16527045699398216</c:v>
                </c:pt>
                <c:pt idx="12746">
                  <c:v>0.16527157143019564</c:v>
                </c:pt>
                <c:pt idx="12747">
                  <c:v>0.16527348252787219</c:v>
                </c:pt>
                <c:pt idx="12748">
                  <c:v>0.16528734412936913</c:v>
                </c:pt>
                <c:pt idx="12749">
                  <c:v>0.16529456099114748</c:v>
                </c:pt>
                <c:pt idx="12750">
                  <c:v>0.16531595957606038</c:v>
                </c:pt>
                <c:pt idx="12751">
                  <c:v>0.1653261788716994</c:v>
                </c:pt>
                <c:pt idx="12752">
                  <c:v>0.16534458473488256</c:v>
                </c:pt>
                <c:pt idx="12753">
                  <c:v>0.16535669820060969</c:v>
                </c:pt>
                <c:pt idx="12754">
                  <c:v>0.16535786446447487</c:v>
                </c:pt>
                <c:pt idx="12755">
                  <c:v>0.16536094750909733</c:v>
                </c:pt>
                <c:pt idx="12756">
                  <c:v>0.16537416302415994</c:v>
                </c:pt>
                <c:pt idx="12757">
                  <c:v>0.16539258103945217</c:v>
                </c:pt>
                <c:pt idx="12758">
                  <c:v>0.16542057748861741</c:v>
                </c:pt>
                <c:pt idx="12759">
                  <c:v>0.16545195879183316</c:v>
                </c:pt>
                <c:pt idx="12760">
                  <c:v>0.16545731726877633</c:v>
                </c:pt>
                <c:pt idx="12761">
                  <c:v>0.16546847944903945</c:v>
                </c:pt>
                <c:pt idx="12762">
                  <c:v>0.16547524036765127</c:v>
                </c:pt>
                <c:pt idx="12763">
                  <c:v>0.16551983107163504</c:v>
                </c:pt>
                <c:pt idx="12764">
                  <c:v>0.16555344431376112</c:v>
                </c:pt>
                <c:pt idx="12765">
                  <c:v>0.1655634653423865</c:v>
                </c:pt>
                <c:pt idx="12766">
                  <c:v>0.16557743013722478</c:v>
                </c:pt>
                <c:pt idx="12767">
                  <c:v>0.16559247443545869</c:v>
                </c:pt>
                <c:pt idx="12768">
                  <c:v>0.16560321695046964</c:v>
                </c:pt>
                <c:pt idx="12769">
                  <c:v>0.16561270085775198</c:v>
                </c:pt>
                <c:pt idx="12770">
                  <c:v>0.16562617918256178</c:v>
                </c:pt>
                <c:pt idx="12771">
                  <c:v>0.16563878345935157</c:v>
                </c:pt>
                <c:pt idx="12772">
                  <c:v>0.16564076992500884</c:v>
                </c:pt>
                <c:pt idx="12773">
                  <c:v>0.16565227865829921</c:v>
                </c:pt>
                <c:pt idx="12774">
                  <c:v>0.16569647954075623</c:v>
                </c:pt>
                <c:pt idx="12775">
                  <c:v>0.16570432876398375</c:v>
                </c:pt>
                <c:pt idx="12776">
                  <c:v>0.16571698305902216</c:v>
                </c:pt>
                <c:pt idx="12777">
                  <c:v>0.165725985468481</c:v>
                </c:pt>
                <c:pt idx="12778">
                  <c:v>0.16573288139242839</c:v>
                </c:pt>
                <c:pt idx="12779">
                  <c:v>0.16576723134492041</c:v>
                </c:pt>
                <c:pt idx="12780">
                  <c:v>0.16578033936673961</c:v>
                </c:pt>
                <c:pt idx="12781">
                  <c:v>0.16578103708927849</c:v>
                </c:pt>
                <c:pt idx="12782">
                  <c:v>0.16580347285123317</c:v>
                </c:pt>
                <c:pt idx="12783">
                  <c:v>0.16581029511706499</c:v>
                </c:pt>
                <c:pt idx="12784">
                  <c:v>0.1658122802936231</c:v>
                </c:pt>
                <c:pt idx="12785">
                  <c:v>0.16581404010788053</c:v>
                </c:pt>
                <c:pt idx="12786">
                  <c:v>0.16582603927182121</c:v>
                </c:pt>
                <c:pt idx="12787">
                  <c:v>0.16583884088852563</c:v>
                </c:pt>
                <c:pt idx="12788">
                  <c:v>0.16584032720997346</c:v>
                </c:pt>
                <c:pt idx="12789">
                  <c:v>0.16584270849562902</c:v>
                </c:pt>
                <c:pt idx="12790">
                  <c:v>0.16584414489789681</c:v>
                </c:pt>
                <c:pt idx="12791">
                  <c:v>0.16584700351303797</c:v>
                </c:pt>
                <c:pt idx="12792">
                  <c:v>0.16585295454050189</c:v>
                </c:pt>
                <c:pt idx="12793">
                  <c:v>0.16587094937126978</c:v>
                </c:pt>
                <c:pt idx="12794">
                  <c:v>0.16588132088849428</c:v>
                </c:pt>
                <c:pt idx="12795">
                  <c:v>0.1659076423543229</c:v>
                </c:pt>
                <c:pt idx="12796">
                  <c:v>0.16591312950922832</c:v>
                </c:pt>
                <c:pt idx="12797">
                  <c:v>0.16592696255136821</c:v>
                </c:pt>
                <c:pt idx="12798">
                  <c:v>0.16594894598825724</c:v>
                </c:pt>
                <c:pt idx="12799">
                  <c:v>0.16595674876487457</c:v>
                </c:pt>
                <c:pt idx="12800">
                  <c:v>0.16596275139328984</c:v>
                </c:pt>
                <c:pt idx="12801">
                  <c:v>0.16596331323042188</c:v>
                </c:pt>
                <c:pt idx="12802">
                  <c:v>0.16596860421667439</c:v>
                </c:pt>
                <c:pt idx="12803">
                  <c:v>0.16596962366875187</c:v>
                </c:pt>
                <c:pt idx="12804">
                  <c:v>0.16598114791555607</c:v>
                </c:pt>
                <c:pt idx="12805">
                  <c:v>0.16598480209040414</c:v>
                </c:pt>
                <c:pt idx="12806">
                  <c:v>0.16598711871791885</c:v>
                </c:pt>
                <c:pt idx="12807">
                  <c:v>0.16599052873474965</c:v>
                </c:pt>
                <c:pt idx="12808">
                  <c:v>0.16601363543628464</c:v>
                </c:pt>
                <c:pt idx="12809">
                  <c:v>0.1660349498728512</c:v>
                </c:pt>
                <c:pt idx="12810">
                  <c:v>0.16604686190354145</c:v>
                </c:pt>
                <c:pt idx="12811">
                  <c:v>0.16606624080133342</c:v>
                </c:pt>
                <c:pt idx="12812">
                  <c:v>0.16608315188430059</c:v>
                </c:pt>
                <c:pt idx="12813">
                  <c:v>0.16613314325636422</c:v>
                </c:pt>
                <c:pt idx="12814">
                  <c:v>0.16614355439970416</c:v>
                </c:pt>
                <c:pt idx="12815">
                  <c:v>0.16614566504980216</c:v>
                </c:pt>
                <c:pt idx="12816">
                  <c:v>0.1661508069224891</c:v>
                </c:pt>
                <c:pt idx="12817">
                  <c:v>0.16615108788298211</c:v>
                </c:pt>
                <c:pt idx="12818">
                  <c:v>0.16615527731146501</c:v>
                </c:pt>
                <c:pt idx="12819">
                  <c:v>0.16618409934978526</c:v>
                </c:pt>
                <c:pt idx="12820">
                  <c:v>0.16618920690277922</c:v>
                </c:pt>
                <c:pt idx="12821">
                  <c:v>0.16620348848553942</c:v>
                </c:pt>
                <c:pt idx="12822">
                  <c:v>0.1662164865387116</c:v>
                </c:pt>
                <c:pt idx="12823">
                  <c:v>0.16624783852152922</c:v>
                </c:pt>
                <c:pt idx="12824">
                  <c:v>0.16625035315302528</c:v>
                </c:pt>
                <c:pt idx="12825">
                  <c:v>0.16625155714993095</c:v>
                </c:pt>
                <c:pt idx="12826">
                  <c:v>0.1662561188629926</c:v>
                </c:pt>
                <c:pt idx="12827">
                  <c:v>0.16627131501288842</c:v>
                </c:pt>
                <c:pt idx="12828">
                  <c:v>0.16630997832441866</c:v>
                </c:pt>
                <c:pt idx="12829">
                  <c:v>0.16632271992966344</c:v>
                </c:pt>
                <c:pt idx="12830">
                  <c:v>0.16633174590889821</c:v>
                </c:pt>
                <c:pt idx="12831">
                  <c:v>0.16634040000141151</c:v>
                </c:pt>
                <c:pt idx="12832">
                  <c:v>0.16635044654935432</c:v>
                </c:pt>
                <c:pt idx="12833">
                  <c:v>0.16637813162841347</c:v>
                </c:pt>
                <c:pt idx="12834">
                  <c:v>0.16638415161390677</c:v>
                </c:pt>
                <c:pt idx="12835">
                  <c:v>0.16638456360758017</c:v>
                </c:pt>
                <c:pt idx="12836">
                  <c:v>0.16639373665969701</c:v>
                </c:pt>
                <c:pt idx="12837">
                  <c:v>0.16640197070915169</c:v>
                </c:pt>
                <c:pt idx="12838">
                  <c:v>0.1664049279793787</c:v>
                </c:pt>
                <c:pt idx="12839">
                  <c:v>0.16640560203727037</c:v>
                </c:pt>
                <c:pt idx="12840">
                  <c:v>0.16641776476954678</c:v>
                </c:pt>
                <c:pt idx="12841">
                  <c:v>0.16642337321668912</c:v>
                </c:pt>
                <c:pt idx="12842">
                  <c:v>0.16643947026593295</c:v>
                </c:pt>
                <c:pt idx="12843">
                  <c:v>0.16644137914917081</c:v>
                </c:pt>
                <c:pt idx="12844">
                  <c:v>0.16646049612636737</c:v>
                </c:pt>
                <c:pt idx="12845">
                  <c:v>0.16647827161643955</c:v>
                </c:pt>
                <c:pt idx="12846">
                  <c:v>0.16650548012099481</c:v>
                </c:pt>
                <c:pt idx="12847">
                  <c:v>0.16653697073744816</c:v>
                </c:pt>
                <c:pt idx="12848">
                  <c:v>0.16653934974196097</c:v>
                </c:pt>
                <c:pt idx="12849">
                  <c:v>0.16655844305387768</c:v>
                </c:pt>
                <c:pt idx="12850">
                  <c:v>0.16656297496323533</c:v>
                </c:pt>
                <c:pt idx="12851">
                  <c:v>0.16656696768221288</c:v>
                </c:pt>
                <c:pt idx="12852">
                  <c:v>0.16656917131551968</c:v>
                </c:pt>
                <c:pt idx="12853">
                  <c:v>0.16660100925317606</c:v>
                </c:pt>
                <c:pt idx="12854">
                  <c:v>0.1666136624113172</c:v>
                </c:pt>
                <c:pt idx="12855">
                  <c:v>0.16662872024385258</c:v>
                </c:pt>
                <c:pt idx="12856">
                  <c:v>0.16664751880457193</c:v>
                </c:pt>
                <c:pt idx="12857">
                  <c:v>0.16666355850623193</c:v>
                </c:pt>
                <c:pt idx="12858">
                  <c:v>0.166668669648559</c:v>
                </c:pt>
                <c:pt idx="12859">
                  <c:v>0.16667238512542179</c:v>
                </c:pt>
                <c:pt idx="12860">
                  <c:v>0.16668375651042402</c:v>
                </c:pt>
                <c:pt idx="12861">
                  <c:v>0.16669092434974614</c:v>
                </c:pt>
                <c:pt idx="12862">
                  <c:v>0.16669461384468748</c:v>
                </c:pt>
                <c:pt idx="12863">
                  <c:v>0.16669505215496006</c:v>
                </c:pt>
                <c:pt idx="12864">
                  <c:v>0.16671575247397316</c:v>
                </c:pt>
                <c:pt idx="12865">
                  <c:v>0.16673031585695289</c:v>
                </c:pt>
                <c:pt idx="12866">
                  <c:v>0.16674292159984308</c:v>
                </c:pt>
                <c:pt idx="12867">
                  <c:v>0.16675341083034545</c:v>
                </c:pt>
                <c:pt idx="12868">
                  <c:v>0.16675696283936248</c:v>
                </c:pt>
                <c:pt idx="12869">
                  <c:v>0.16676930218291416</c:v>
                </c:pt>
                <c:pt idx="12870">
                  <c:v>0.16676995581424284</c:v>
                </c:pt>
                <c:pt idx="12871">
                  <c:v>0.16677885338275997</c:v>
                </c:pt>
                <c:pt idx="12872">
                  <c:v>0.16677900050064867</c:v>
                </c:pt>
                <c:pt idx="12873">
                  <c:v>0.16678373967510385</c:v>
                </c:pt>
                <c:pt idx="12874">
                  <c:v>0.16678777400173325</c:v>
                </c:pt>
                <c:pt idx="12875">
                  <c:v>0.16680040315261985</c:v>
                </c:pt>
                <c:pt idx="12876">
                  <c:v>0.16680087605422245</c:v>
                </c:pt>
                <c:pt idx="12877">
                  <c:v>0.16680641853145803</c:v>
                </c:pt>
                <c:pt idx="12878">
                  <c:v>0.16681530387506341</c:v>
                </c:pt>
                <c:pt idx="12879">
                  <c:v>0.16681593712110993</c:v>
                </c:pt>
                <c:pt idx="12880">
                  <c:v>0.16683509992214912</c:v>
                </c:pt>
                <c:pt idx="12881">
                  <c:v>0.16683758294784309</c:v>
                </c:pt>
                <c:pt idx="12882">
                  <c:v>0.16684653541249139</c:v>
                </c:pt>
                <c:pt idx="12883">
                  <c:v>0.16686624764014971</c:v>
                </c:pt>
                <c:pt idx="12884">
                  <c:v>0.16687378710079639</c:v>
                </c:pt>
                <c:pt idx="12885">
                  <c:v>0.16691036603934387</c:v>
                </c:pt>
                <c:pt idx="12886">
                  <c:v>0.16693723567187263</c:v>
                </c:pt>
                <c:pt idx="12887">
                  <c:v>0.16694418433956082</c:v>
                </c:pt>
                <c:pt idx="12888">
                  <c:v>0.16696582556101297</c:v>
                </c:pt>
                <c:pt idx="12889">
                  <c:v>0.16698031577142475</c:v>
                </c:pt>
                <c:pt idx="12890">
                  <c:v>0.1670174804929348</c:v>
                </c:pt>
                <c:pt idx="12891">
                  <c:v>0.16702888808917929</c:v>
                </c:pt>
                <c:pt idx="12892">
                  <c:v>0.16704825573729568</c:v>
                </c:pt>
                <c:pt idx="12893">
                  <c:v>0.16705588932519233</c:v>
                </c:pt>
                <c:pt idx="12894">
                  <c:v>0.16705836168771296</c:v>
                </c:pt>
                <c:pt idx="12895">
                  <c:v>0.1670625247874232</c:v>
                </c:pt>
                <c:pt idx="12896">
                  <c:v>0.16708660342531792</c:v>
                </c:pt>
                <c:pt idx="12897">
                  <c:v>0.16710538008906556</c:v>
                </c:pt>
                <c:pt idx="12898">
                  <c:v>0.16710574303344722</c:v>
                </c:pt>
                <c:pt idx="12899">
                  <c:v>0.16710787834081778</c:v>
                </c:pt>
                <c:pt idx="12900">
                  <c:v>0.16711976245241078</c:v>
                </c:pt>
                <c:pt idx="12901">
                  <c:v>0.16712117310568964</c:v>
                </c:pt>
                <c:pt idx="12902">
                  <c:v>0.16712725291501179</c:v>
                </c:pt>
                <c:pt idx="12903">
                  <c:v>0.1671448327408285</c:v>
                </c:pt>
                <c:pt idx="12904">
                  <c:v>0.16714642648545874</c:v>
                </c:pt>
                <c:pt idx="12905">
                  <c:v>0.16717131980255859</c:v>
                </c:pt>
                <c:pt idx="12906">
                  <c:v>0.16717165219625815</c:v>
                </c:pt>
                <c:pt idx="12907">
                  <c:v>0.16717355877012247</c:v>
                </c:pt>
                <c:pt idx="12908">
                  <c:v>0.16717657681891929</c:v>
                </c:pt>
                <c:pt idx="12909">
                  <c:v>0.16718006002516664</c:v>
                </c:pt>
                <c:pt idx="12910">
                  <c:v>0.16719547845100755</c:v>
                </c:pt>
                <c:pt idx="12911">
                  <c:v>0.1672065297171233</c:v>
                </c:pt>
                <c:pt idx="12912">
                  <c:v>0.16720726949202361</c:v>
                </c:pt>
                <c:pt idx="12913">
                  <c:v>0.16722330587543061</c:v>
                </c:pt>
                <c:pt idx="12914">
                  <c:v>0.16722403172567377</c:v>
                </c:pt>
                <c:pt idx="12915">
                  <c:v>0.16722811504490501</c:v>
                </c:pt>
                <c:pt idx="12916">
                  <c:v>0.16724512094724281</c:v>
                </c:pt>
                <c:pt idx="12917">
                  <c:v>0.16724963666341416</c:v>
                </c:pt>
                <c:pt idx="12918">
                  <c:v>0.16726705680174772</c:v>
                </c:pt>
                <c:pt idx="12919">
                  <c:v>0.16727992786168755</c:v>
                </c:pt>
                <c:pt idx="12920">
                  <c:v>0.16729547708387035</c:v>
                </c:pt>
                <c:pt idx="12921">
                  <c:v>0.16732334265743812</c:v>
                </c:pt>
                <c:pt idx="12922">
                  <c:v>0.16733515493422499</c:v>
                </c:pt>
                <c:pt idx="12923">
                  <c:v>0.16736220838108468</c:v>
                </c:pt>
                <c:pt idx="12924">
                  <c:v>0.16736629625746038</c:v>
                </c:pt>
                <c:pt idx="12925">
                  <c:v>0.16740085509178432</c:v>
                </c:pt>
                <c:pt idx="12926">
                  <c:v>0.16740119156676103</c:v>
                </c:pt>
                <c:pt idx="12927">
                  <c:v>0.16740556598161727</c:v>
                </c:pt>
                <c:pt idx="12928">
                  <c:v>0.16740699918311777</c:v>
                </c:pt>
                <c:pt idx="12929">
                  <c:v>0.16740722228275803</c:v>
                </c:pt>
                <c:pt idx="12930">
                  <c:v>0.16740776715365033</c:v>
                </c:pt>
                <c:pt idx="12931">
                  <c:v>0.16743061637697615</c:v>
                </c:pt>
                <c:pt idx="12932">
                  <c:v>0.16743356351560409</c:v>
                </c:pt>
                <c:pt idx="12933">
                  <c:v>0.16744231397363951</c:v>
                </c:pt>
                <c:pt idx="12934">
                  <c:v>0.16744367432828255</c:v>
                </c:pt>
                <c:pt idx="12935">
                  <c:v>0.16745333593076334</c:v>
                </c:pt>
                <c:pt idx="12936">
                  <c:v>0.16745412038268881</c:v>
                </c:pt>
                <c:pt idx="12937">
                  <c:v>0.16746758108940699</c:v>
                </c:pt>
                <c:pt idx="12938">
                  <c:v>0.16748528550322511</c:v>
                </c:pt>
                <c:pt idx="12939">
                  <c:v>0.16749058303823816</c:v>
                </c:pt>
                <c:pt idx="12940">
                  <c:v>0.16749507314289055</c:v>
                </c:pt>
                <c:pt idx="12941">
                  <c:v>0.16749678273760624</c:v>
                </c:pt>
                <c:pt idx="12942">
                  <c:v>0.16751326039036124</c:v>
                </c:pt>
                <c:pt idx="12943">
                  <c:v>0.1675204942503207</c:v>
                </c:pt>
                <c:pt idx="12944">
                  <c:v>0.1675205729787364</c:v>
                </c:pt>
                <c:pt idx="12945">
                  <c:v>0.16752118498619933</c:v>
                </c:pt>
                <c:pt idx="12946">
                  <c:v>0.16752804722999509</c:v>
                </c:pt>
                <c:pt idx="12947">
                  <c:v>0.16753979066422822</c:v>
                </c:pt>
                <c:pt idx="12948">
                  <c:v>0.16755251826454481</c:v>
                </c:pt>
                <c:pt idx="12949">
                  <c:v>0.16755259801166961</c:v>
                </c:pt>
                <c:pt idx="12950">
                  <c:v>0.16755294320307157</c:v>
                </c:pt>
                <c:pt idx="12951">
                  <c:v>0.16758324441306899</c:v>
                </c:pt>
                <c:pt idx="12952">
                  <c:v>0.16758466053125748</c:v>
                </c:pt>
                <c:pt idx="12953">
                  <c:v>0.16758772076538012</c:v>
                </c:pt>
                <c:pt idx="12954">
                  <c:v>0.1675929328872014</c:v>
                </c:pt>
                <c:pt idx="12955">
                  <c:v>0.16759757289240118</c:v>
                </c:pt>
                <c:pt idx="12956">
                  <c:v>0.16759970205076027</c:v>
                </c:pt>
                <c:pt idx="12957">
                  <c:v>0.16760681741263669</c:v>
                </c:pt>
                <c:pt idx="12958">
                  <c:v>0.16760978328102621</c:v>
                </c:pt>
                <c:pt idx="12959">
                  <c:v>0.16761216485119648</c:v>
                </c:pt>
                <c:pt idx="12960">
                  <c:v>0.16764283753171377</c:v>
                </c:pt>
                <c:pt idx="12961">
                  <c:v>0.16765105232539129</c:v>
                </c:pt>
                <c:pt idx="12962">
                  <c:v>0.16765717550925169</c:v>
                </c:pt>
                <c:pt idx="12963">
                  <c:v>0.1676653965361049</c:v>
                </c:pt>
                <c:pt idx="12964">
                  <c:v>0.16767851977903592</c:v>
                </c:pt>
                <c:pt idx="12965">
                  <c:v>0.1676917661614627</c:v>
                </c:pt>
                <c:pt idx="12966">
                  <c:v>0.16769594558947384</c:v>
                </c:pt>
                <c:pt idx="12967">
                  <c:v>0.1677180299206894</c:v>
                </c:pt>
                <c:pt idx="12968">
                  <c:v>0.16772868330686441</c:v>
                </c:pt>
                <c:pt idx="12969">
                  <c:v>0.16773653325030613</c:v>
                </c:pt>
                <c:pt idx="12970">
                  <c:v>0.16773657566332745</c:v>
                </c:pt>
                <c:pt idx="12971">
                  <c:v>0.16773751758983893</c:v>
                </c:pt>
                <c:pt idx="12972">
                  <c:v>0.16775026067321705</c:v>
                </c:pt>
                <c:pt idx="12973">
                  <c:v>0.16775344478361681</c:v>
                </c:pt>
                <c:pt idx="12974">
                  <c:v>0.16777418159994587</c:v>
                </c:pt>
                <c:pt idx="12975">
                  <c:v>0.16778705423215748</c:v>
                </c:pt>
                <c:pt idx="12976">
                  <c:v>0.16779026009066761</c:v>
                </c:pt>
                <c:pt idx="12977">
                  <c:v>0.16779633685157966</c:v>
                </c:pt>
                <c:pt idx="12978">
                  <c:v>0.16781814036642478</c:v>
                </c:pt>
                <c:pt idx="12979">
                  <c:v>0.16782694417180011</c:v>
                </c:pt>
                <c:pt idx="12980">
                  <c:v>0.16784049024598907</c:v>
                </c:pt>
                <c:pt idx="12981">
                  <c:v>0.16784624748616089</c:v>
                </c:pt>
                <c:pt idx="12982">
                  <c:v>0.16785763353897393</c:v>
                </c:pt>
                <c:pt idx="12983">
                  <c:v>0.16786867436778352</c:v>
                </c:pt>
                <c:pt idx="12984">
                  <c:v>0.16787396060403079</c:v>
                </c:pt>
                <c:pt idx="12985">
                  <c:v>0.16787679962897503</c:v>
                </c:pt>
                <c:pt idx="12986">
                  <c:v>0.16788581673012767</c:v>
                </c:pt>
                <c:pt idx="12987">
                  <c:v>0.167911387180949</c:v>
                </c:pt>
                <c:pt idx="12988">
                  <c:v>0.16793426349720306</c:v>
                </c:pt>
                <c:pt idx="12989">
                  <c:v>0.16794519389564036</c:v>
                </c:pt>
                <c:pt idx="12990">
                  <c:v>0.16795301725476786</c:v>
                </c:pt>
                <c:pt idx="12991">
                  <c:v>0.16795904763013914</c:v>
                </c:pt>
                <c:pt idx="12992">
                  <c:v>0.16799664656770238</c:v>
                </c:pt>
                <c:pt idx="12993">
                  <c:v>0.16800384017394193</c:v>
                </c:pt>
                <c:pt idx="12994">
                  <c:v>0.16801358522796173</c:v>
                </c:pt>
                <c:pt idx="12995">
                  <c:v>0.1680184694714025</c:v>
                </c:pt>
                <c:pt idx="12996">
                  <c:v>0.16802940933787638</c:v>
                </c:pt>
                <c:pt idx="12997">
                  <c:v>0.16803034606167053</c:v>
                </c:pt>
                <c:pt idx="12998">
                  <c:v>0.16805854621211117</c:v>
                </c:pt>
                <c:pt idx="12999">
                  <c:v>0.16806935779558979</c:v>
                </c:pt>
                <c:pt idx="13000">
                  <c:v>0.16807715326388803</c:v>
                </c:pt>
                <c:pt idx="13001">
                  <c:v>0.16809020661751603</c:v>
                </c:pt>
                <c:pt idx="13002">
                  <c:v>0.16810256995794196</c:v>
                </c:pt>
                <c:pt idx="13003">
                  <c:v>0.16814080903158068</c:v>
                </c:pt>
                <c:pt idx="13004">
                  <c:v>0.16815130653031951</c:v>
                </c:pt>
                <c:pt idx="13005">
                  <c:v>0.16815971424079321</c:v>
                </c:pt>
                <c:pt idx="13006">
                  <c:v>0.1682106550083034</c:v>
                </c:pt>
                <c:pt idx="13007">
                  <c:v>0.16822426147269029</c:v>
                </c:pt>
                <c:pt idx="13008">
                  <c:v>0.16822567328373872</c:v>
                </c:pt>
                <c:pt idx="13009">
                  <c:v>0.1682349174310549</c:v>
                </c:pt>
                <c:pt idx="13010">
                  <c:v>0.16823979826891544</c:v>
                </c:pt>
                <c:pt idx="13011">
                  <c:v>0.16825434520461444</c:v>
                </c:pt>
                <c:pt idx="13012">
                  <c:v>0.16829290417304243</c:v>
                </c:pt>
                <c:pt idx="13013">
                  <c:v>0.16829319559674041</c:v>
                </c:pt>
                <c:pt idx="13014">
                  <c:v>0.16829486028230925</c:v>
                </c:pt>
                <c:pt idx="13015">
                  <c:v>0.16830062166882059</c:v>
                </c:pt>
                <c:pt idx="13016">
                  <c:v>0.16834936524132163</c:v>
                </c:pt>
                <c:pt idx="13017">
                  <c:v>0.16836055085710019</c:v>
                </c:pt>
                <c:pt idx="13018">
                  <c:v>0.16837014414946933</c:v>
                </c:pt>
                <c:pt idx="13019">
                  <c:v>0.16837548499724053</c:v>
                </c:pt>
                <c:pt idx="13020">
                  <c:v>0.16839748649041333</c:v>
                </c:pt>
                <c:pt idx="13021">
                  <c:v>0.16840262271480427</c:v>
                </c:pt>
                <c:pt idx="13022">
                  <c:v>0.16840866667800533</c:v>
                </c:pt>
                <c:pt idx="13023">
                  <c:v>0.16842216591665865</c:v>
                </c:pt>
                <c:pt idx="13024">
                  <c:v>0.16846266935022189</c:v>
                </c:pt>
                <c:pt idx="13025">
                  <c:v>0.16846514176244565</c:v>
                </c:pt>
                <c:pt idx="13026">
                  <c:v>0.16846532341279621</c:v>
                </c:pt>
                <c:pt idx="13027">
                  <c:v>0.16847452840493898</c:v>
                </c:pt>
                <c:pt idx="13028">
                  <c:v>0.16847909030216779</c:v>
                </c:pt>
                <c:pt idx="13029">
                  <c:v>0.16848560518228348</c:v>
                </c:pt>
                <c:pt idx="13030">
                  <c:v>0.16848922382534823</c:v>
                </c:pt>
                <c:pt idx="13031">
                  <c:v>0.16849703348618192</c:v>
                </c:pt>
                <c:pt idx="13032">
                  <c:v>0.16849760483358894</c:v>
                </c:pt>
                <c:pt idx="13033">
                  <c:v>0.16850813450627442</c:v>
                </c:pt>
                <c:pt idx="13034">
                  <c:v>0.16851516150476578</c:v>
                </c:pt>
                <c:pt idx="13035">
                  <c:v>0.16851698916970451</c:v>
                </c:pt>
                <c:pt idx="13036">
                  <c:v>0.1685256520989217</c:v>
                </c:pt>
                <c:pt idx="13037">
                  <c:v>0.1685288874508698</c:v>
                </c:pt>
                <c:pt idx="13038">
                  <c:v>0.16852925054881579</c:v>
                </c:pt>
                <c:pt idx="13039">
                  <c:v>0.16854258202893296</c:v>
                </c:pt>
                <c:pt idx="13040">
                  <c:v>0.16855320107091162</c:v>
                </c:pt>
                <c:pt idx="13041">
                  <c:v>0.16855358021343486</c:v>
                </c:pt>
                <c:pt idx="13042">
                  <c:v>0.168573650809973</c:v>
                </c:pt>
                <c:pt idx="13043">
                  <c:v>0.16857915981935298</c:v>
                </c:pt>
                <c:pt idx="13044">
                  <c:v>0.16858045603640273</c:v>
                </c:pt>
                <c:pt idx="13045">
                  <c:v>0.16859192933187203</c:v>
                </c:pt>
                <c:pt idx="13046">
                  <c:v>0.16861995392169804</c:v>
                </c:pt>
                <c:pt idx="13047">
                  <c:v>0.16863809914474914</c:v>
                </c:pt>
                <c:pt idx="13048">
                  <c:v>0.16864849757050768</c:v>
                </c:pt>
                <c:pt idx="13049">
                  <c:v>0.16867877747441021</c:v>
                </c:pt>
                <c:pt idx="13050">
                  <c:v>0.16869516060485221</c:v>
                </c:pt>
                <c:pt idx="13051">
                  <c:v>0.16870143076178129</c:v>
                </c:pt>
                <c:pt idx="13052">
                  <c:v>0.16870484095486343</c:v>
                </c:pt>
                <c:pt idx="13053">
                  <c:v>0.16872929802643863</c:v>
                </c:pt>
                <c:pt idx="13054">
                  <c:v>0.16873498097415568</c:v>
                </c:pt>
                <c:pt idx="13055">
                  <c:v>0.16873804741393733</c:v>
                </c:pt>
                <c:pt idx="13056">
                  <c:v>0.16875289462302073</c:v>
                </c:pt>
                <c:pt idx="13057">
                  <c:v>0.16875430521919937</c:v>
                </c:pt>
                <c:pt idx="13058">
                  <c:v>0.16876005924347276</c:v>
                </c:pt>
                <c:pt idx="13059">
                  <c:v>0.1687639470297834</c:v>
                </c:pt>
                <c:pt idx="13060">
                  <c:v>0.16876432693997478</c:v>
                </c:pt>
                <c:pt idx="13061">
                  <c:v>0.16876645048634892</c:v>
                </c:pt>
                <c:pt idx="13062">
                  <c:v>0.16880104266199819</c:v>
                </c:pt>
                <c:pt idx="13063">
                  <c:v>0.16881700965446911</c:v>
                </c:pt>
                <c:pt idx="13064">
                  <c:v>0.16885048590832927</c:v>
                </c:pt>
                <c:pt idx="13065">
                  <c:v>0.16885574571165385</c:v>
                </c:pt>
                <c:pt idx="13066">
                  <c:v>0.16888699137009111</c:v>
                </c:pt>
                <c:pt idx="13067">
                  <c:v>0.16892167905108976</c:v>
                </c:pt>
                <c:pt idx="13068">
                  <c:v>0.16893327174036002</c:v>
                </c:pt>
                <c:pt idx="13069">
                  <c:v>0.16893578580013446</c:v>
                </c:pt>
                <c:pt idx="13070">
                  <c:v>0.16893925170998969</c:v>
                </c:pt>
                <c:pt idx="13071">
                  <c:v>0.16894122826890876</c:v>
                </c:pt>
                <c:pt idx="13072">
                  <c:v>0.16895337600023114</c:v>
                </c:pt>
                <c:pt idx="13073">
                  <c:v>0.16896430437536231</c:v>
                </c:pt>
                <c:pt idx="13074">
                  <c:v>0.16899300619528143</c:v>
                </c:pt>
                <c:pt idx="13075">
                  <c:v>0.16902356358958759</c:v>
                </c:pt>
                <c:pt idx="13076">
                  <c:v>0.16904068054317789</c:v>
                </c:pt>
                <c:pt idx="13077">
                  <c:v>0.16906548135029389</c:v>
                </c:pt>
                <c:pt idx="13078">
                  <c:v>0.16907206289418628</c:v>
                </c:pt>
                <c:pt idx="13079">
                  <c:v>0.16907964028287836</c:v>
                </c:pt>
                <c:pt idx="13080">
                  <c:v>0.16909026690922599</c:v>
                </c:pt>
                <c:pt idx="13081">
                  <c:v>0.16911108217849377</c:v>
                </c:pt>
                <c:pt idx="13082">
                  <c:v>0.16912698670537638</c:v>
                </c:pt>
                <c:pt idx="13083">
                  <c:v>0.16912945686377126</c:v>
                </c:pt>
                <c:pt idx="13084">
                  <c:v>0.16916249604135694</c:v>
                </c:pt>
                <c:pt idx="13085">
                  <c:v>0.16916583167474089</c:v>
                </c:pt>
                <c:pt idx="13086">
                  <c:v>0.16918625739685839</c:v>
                </c:pt>
                <c:pt idx="13087">
                  <c:v>0.16920474723582707</c:v>
                </c:pt>
                <c:pt idx="13088">
                  <c:v>0.16920951697903938</c:v>
                </c:pt>
                <c:pt idx="13089">
                  <c:v>0.1692149123990507</c:v>
                </c:pt>
                <c:pt idx="13090">
                  <c:v>0.16922016444042184</c:v>
                </c:pt>
                <c:pt idx="13091">
                  <c:v>0.16923778726759656</c:v>
                </c:pt>
                <c:pt idx="13092">
                  <c:v>0.16924364525659394</c:v>
                </c:pt>
                <c:pt idx="13093">
                  <c:v>0.16925176010970502</c:v>
                </c:pt>
                <c:pt idx="13094">
                  <c:v>0.16929448904404951</c:v>
                </c:pt>
                <c:pt idx="13095">
                  <c:v>0.16931474187109607</c:v>
                </c:pt>
                <c:pt idx="13096">
                  <c:v>0.16932594180279092</c:v>
                </c:pt>
                <c:pt idx="13097">
                  <c:v>0.16936667230555341</c:v>
                </c:pt>
                <c:pt idx="13098">
                  <c:v>0.16939346750264586</c:v>
                </c:pt>
                <c:pt idx="13099">
                  <c:v>0.16940513244821762</c:v>
                </c:pt>
                <c:pt idx="13100">
                  <c:v>0.16945013216864874</c:v>
                </c:pt>
                <c:pt idx="13101">
                  <c:v>0.16945568873517763</c:v>
                </c:pt>
                <c:pt idx="13102">
                  <c:v>0.16946686626234736</c:v>
                </c:pt>
                <c:pt idx="13103">
                  <c:v>0.16946861680229</c:v>
                </c:pt>
                <c:pt idx="13104">
                  <c:v>0.16947904409426715</c:v>
                </c:pt>
                <c:pt idx="13105">
                  <c:v>0.16948702807094798</c:v>
                </c:pt>
                <c:pt idx="13106">
                  <c:v>0.16950162102602676</c:v>
                </c:pt>
                <c:pt idx="13107">
                  <c:v>0.16950302382586899</c:v>
                </c:pt>
                <c:pt idx="13108">
                  <c:v>0.16951720280532701</c:v>
                </c:pt>
                <c:pt idx="13109">
                  <c:v>0.16954032772296443</c:v>
                </c:pt>
                <c:pt idx="13110">
                  <c:v>0.16954139193408913</c:v>
                </c:pt>
                <c:pt idx="13111">
                  <c:v>0.16954377460934786</c:v>
                </c:pt>
                <c:pt idx="13112">
                  <c:v>0.16955454170519871</c:v>
                </c:pt>
                <c:pt idx="13113">
                  <c:v>0.16955826911482172</c:v>
                </c:pt>
                <c:pt idx="13114">
                  <c:v>0.16957101921170989</c:v>
                </c:pt>
                <c:pt idx="13115">
                  <c:v>0.16957694104430043</c:v>
                </c:pt>
                <c:pt idx="13116">
                  <c:v>0.16959742531097638</c:v>
                </c:pt>
                <c:pt idx="13117">
                  <c:v>0.16961820782673515</c:v>
                </c:pt>
                <c:pt idx="13118">
                  <c:v>0.16962993650550351</c:v>
                </c:pt>
                <c:pt idx="13119">
                  <c:v>0.16963524126960061</c:v>
                </c:pt>
                <c:pt idx="13120">
                  <c:v>0.16963885581227667</c:v>
                </c:pt>
                <c:pt idx="13121">
                  <c:v>0.16964757461353383</c:v>
                </c:pt>
                <c:pt idx="13122">
                  <c:v>0.16968102933059351</c:v>
                </c:pt>
                <c:pt idx="13123">
                  <c:v>0.16968619872406046</c:v>
                </c:pt>
                <c:pt idx="13124">
                  <c:v>0.16968741616667868</c:v>
                </c:pt>
                <c:pt idx="13125">
                  <c:v>0.1696950057268565</c:v>
                </c:pt>
                <c:pt idx="13126">
                  <c:v>0.16969875989328956</c:v>
                </c:pt>
                <c:pt idx="13127">
                  <c:v>0.16970432490994497</c:v>
                </c:pt>
                <c:pt idx="13128">
                  <c:v>0.16970893950481131</c:v>
                </c:pt>
                <c:pt idx="13129">
                  <c:v>0.16970999121252101</c:v>
                </c:pt>
                <c:pt idx="13130">
                  <c:v>0.16971992881886014</c:v>
                </c:pt>
                <c:pt idx="13131">
                  <c:v>0.16978274933359372</c:v>
                </c:pt>
                <c:pt idx="13132">
                  <c:v>0.16979271006371011</c:v>
                </c:pt>
                <c:pt idx="13133">
                  <c:v>0.1698211038023513</c:v>
                </c:pt>
                <c:pt idx="13134">
                  <c:v>0.16983128388078961</c:v>
                </c:pt>
                <c:pt idx="13135">
                  <c:v>0.16983240305853553</c:v>
                </c:pt>
                <c:pt idx="13136">
                  <c:v>0.16983648297073398</c:v>
                </c:pt>
                <c:pt idx="13137">
                  <c:v>0.16983937182126865</c:v>
                </c:pt>
                <c:pt idx="13138">
                  <c:v>0.1698455803124477</c:v>
                </c:pt>
                <c:pt idx="13139">
                  <c:v>0.16985499709489024</c:v>
                </c:pt>
                <c:pt idx="13140">
                  <c:v>0.16985804360414877</c:v>
                </c:pt>
                <c:pt idx="13141">
                  <c:v>0.16993626153645852</c:v>
                </c:pt>
                <c:pt idx="13142">
                  <c:v>0.16995112004927468</c:v>
                </c:pt>
                <c:pt idx="13143">
                  <c:v>0.1699700953934162</c:v>
                </c:pt>
                <c:pt idx="13144">
                  <c:v>0.16998141459724825</c:v>
                </c:pt>
                <c:pt idx="13145">
                  <c:v>0.16998732185396845</c:v>
                </c:pt>
                <c:pt idx="13146">
                  <c:v>0.16999418412801151</c:v>
                </c:pt>
                <c:pt idx="13147">
                  <c:v>0.17001274628871824</c:v>
                </c:pt>
                <c:pt idx="13148">
                  <c:v>0.17002201404691708</c:v>
                </c:pt>
                <c:pt idx="13149">
                  <c:v>0.17002747769955454</c:v>
                </c:pt>
                <c:pt idx="13150">
                  <c:v>0.17003089262166668</c:v>
                </c:pt>
                <c:pt idx="13151">
                  <c:v>0.17003631305801681</c:v>
                </c:pt>
                <c:pt idx="13152">
                  <c:v>0.17004742489679811</c:v>
                </c:pt>
                <c:pt idx="13153">
                  <c:v>0.17006099777055028</c:v>
                </c:pt>
                <c:pt idx="13154">
                  <c:v>0.17006544400227766</c:v>
                </c:pt>
                <c:pt idx="13155">
                  <c:v>0.17008428594492855</c:v>
                </c:pt>
                <c:pt idx="13156">
                  <c:v>0.17012104837049191</c:v>
                </c:pt>
                <c:pt idx="13157">
                  <c:v>0.17015534872640978</c:v>
                </c:pt>
                <c:pt idx="13158">
                  <c:v>0.17016573532478205</c:v>
                </c:pt>
                <c:pt idx="13159">
                  <c:v>0.17018919697174334</c:v>
                </c:pt>
                <c:pt idx="13160">
                  <c:v>0.17023102391987963</c:v>
                </c:pt>
                <c:pt idx="13161">
                  <c:v>0.17024547807794982</c:v>
                </c:pt>
                <c:pt idx="13162">
                  <c:v>0.17026582503783985</c:v>
                </c:pt>
                <c:pt idx="13163">
                  <c:v>0.1702672557571453</c:v>
                </c:pt>
                <c:pt idx="13164">
                  <c:v>0.17027063522439692</c:v>
                </c:pt>
                <c:pt idx="13165">
                  <c:v>0.17027597767223515</c:v>
                </c:pt>
                <c:pt idx="13166">
                  <c:v>0.17030566081751547</c:v>
                </c:pt>
                <c:pt idx="13167">
                  <c:v>0.17032283407884685</c:v>
                </c:pt>
                <c:pt idx="13168">
                  <c:v>0.17033708513033236</c:v>
                </c:pt>
                <c:pt idx="13169">
                  <c:v>0.17034299486678442</c:v>
                </c:pt>
                <c:pt idx="13170">
                  <c:v>0.17035373127697132</c:v>
                </c:pt>
                <c:pt idx="13171">
                  <c:v>0.17036194732380822</c:v>
                </c:pt>
                <c:pt idx="13172">
                  <c:v>0.17040510340908202</c:v>
                </c:pt>
                <c:pt idx="13173">
                  <c:v>0.17041506024575415</c:v>
                </c:pt>
                <c:pt idx="13174">
                  <c:v>0.17041858946772906</c:v>
                </c:pt>
                <c:pt idx="13175">
                  <c:v>0.17045893299024126</c:v>
                </c:pt>
                <c:pt idx="13176">
                  <c:v>0.17046364251742366</c:v>
                </c:pt>
                <c:pt idx="13177">
                  <c:v>0.17047628393069475</c:v>
                </c:pt>
                <c:pt idx="13178">
                  <c:v>0.17048015027944971</c:v>
                </c:pt>
                <c:pt idx="13179">
                  <c:v>0.17048989875748535</c:v>
                </c:pt>
                <c:pt idx="13180">
                  <c:v>0.17050126332880922</c:v>
                </c:pt>
                <c:pt idx="13181">
                  <c:v>0.17050720708598582</c:v>
                </c:pt>
                <c:pt idx="13182">
                  <c:v>0.1705098276761573</c:v>
                </c:pt>
                <c:pt idx="13183">
                  <c:v>0.17053346779417394</c:v>
                </c:pt>
                <c:pt idx="13184">
                  <c:v>0.17054190715546672</c:v>
                </c:pt>
                <c:pt idx="13185">
                  <c:v>0.17054247657311303</c:v>
                </c:pt>
                <c:pt idx="13186">
                  <c:v>0.17054431993122479</c:v>
                </c:pt>
                <c:pt idx="13187">
                  <c:v>0.17056475529287787</c:v>
                </c:pt>
                <c:pt idx="13188">
                  <c:v>0.17060006855165755</c:v>
                </c:pt>
                <c:pt idx="13189">
                  <c:v>0.17060832379590851</c:v>
                </c:pt>
                <c:pt idx="13190">
                  <c:v>0.1706096366686764</c:v>
                </c:pt>
                <c:pt idx="13191">
                  <c:v>0.17066484842887475</c:v>
                </c:pt>
                <c:pt idx="13192">
                  <c:v>0.17066614551546924</c:v>
                </c:pt>
                <c:pt idx="13193">
                  <c:v>0.17066708219530494</c:v>
                </c:pt>
                <c:pt idx="13194">
                  <c:v>0.17068143772504951</c:v>
                </c:pt>
                <c:pt idx="13195">
                  <c:v>0.17070896251676895</c:v>
                </c:pt>
                <c:pt idx="13196">
                  <c:v>0.17071700057308531</c:v>
                </c:pt>
                <c:pt idx="13197">
                  <c:v>0.17072082685693329</c:v>
                </c:pt>
                <c:pt idx="13198">
                  <c:v>0.17072533961034717</c:v>
                </c:pt>
                <c:pt idx="13199">
                  <c:v>0.17072836002383546</c:v>
                </c:pt>
                <c:pt idx="13200">
                  <c:v>0.17072861265388611</c:v>
                </c:pt>
                <c:pt idx="13201">
                  <c:v>0.17072867068284234</c:v>
                </c:pt>
                <c:pt idx="13202">
                  <c:v>0.17073176307962964</c:v>
                </c:pt>
                <c:pt idx="13203">
                  <c:v>0.17075124389468907</c:v>
                </c:pt>
                <c:pt idx="13204">
                  <c:v>0.17076266434868534</c:v>
                </c:pt>
                <c:pt idx="13205">
                  <c:v>0.17076299718500146</c:v>
                </c:pt>
                <c:pt idx="13206">
                  <c:v>0.17078092099745187</c:v>
                </c:pt>
                <c:pt idx="13207">
                  <c:v>0.17078391337487281</c:v>
                </c:pt>
                <c:pt idx="13208">
                  <c:v>0.17078498720393767</c:v>
                </c:pt>
                <c:pt idx="13209">
                  <c:v>0.17080846279318707</c:v>
                </c:pt>
                <c:pt idx="13210">
                  <c:v>0.17081278748572035</c:v>
                </c:pt>
                <c:pt idx="13211">
                  <c:v>0.17082262416967875</c:v>
                </c:pt>
                <c:pt idx="13212">
                  <c:v>0.17083708069152947</c:v>
                </c:pt>
                <c:pt idx="13213">
                  <c:v>0.17085282616793632</c:v>
                </c:pt>
                <c:pt idx="13214">
                  <c:v>0.17085381355777043</c:v>
                </c:pt>
                <c:pt idx="13215">
                  <c:v>0.17085792928474183</c:v>
                </c:pt>
                <c:pt idx="13216">
                  <c:v>0.17086627533997292</c:v>
                </c:pt>
                <c:pt idx="13217">
                  <c:v>0.17086826282764311</c:v>
                </c:pt>
                <c:pt idx="13218">
                  <c:v>0.17088810944336499</c:v>
                </c:pt>
                <c:pt idx="13219">
                  <c:v>0.17089268856080506</c:v>
                </c:pt>
                <c:pt idx="13220">
                  <c:v>0.17093994602249843</c:v>
                </c:pt>
                <c:pt idx="13221">
                  <c:v>0.17093996258727137</c:v>
                </c:pt>
                <c:pt idx="13222">
                  <c:v>0.17094573301499508</c:v>
                </c:pt>
                <c:pt idx="13223">
                  <c:v>0.17095915207374818</c:v>
                </c:pt>
                <c:pt idx="13224">
                  <c:v>0.17098859671414968</c:v>
                </c:pt>
                <c:pt idx="13225">
                  <c:v>0.17100411820396955</c:v>
                </c:pt>
                <c:pt idx="13226">
                  <c:v>0.17100564033473611</c:v>
                </c:pt>
                <c:pt idx="13227">
                  <c:v>0.17101191054683415</c:v>
                </c:pt>
                <c:pt idx="13228">
                  <c:v>0.17101883400808499</c:v>
                </c:pt>
                <c:pt idx="13229">
                  <c:v>0.17103989431375397</c:v>
                </c:pt>
                <c:pt idx="13230">
                  <c:v>0.1710549142076763</c:v>
                </c:pt>
                <c:pt idx="13231">
                  <c:v>0.17107499260642642</c:v>
                </c:pt>
                <c:pt idx="13232">
                  <c:v>0.17107550961304721</c:v>
                </c:pt>
                <c:pt idx="13233">
                  <c:v>0.17108018364909738</c:v>
                </c:pt>
                <c:pt idx="13234">
                  <c:v>0.17108793209140835</c:v>
                </c:pt>
                <c:pt idx="13235">
                  <c:v>0.17110049628705465</c:v>
                </c:pt>
                <c:pt idx="13236">
                  <c:v>0.17110581697923152</c:v>
                </c:pt>
                <c:pt idx="13237">
                  <c:v>0.17114204924146145</c:v>
                </c:pt>
                <c:pt idx="13238">
                  <c:v>0.17115758451637669</c:v>
                </c:pt>
                <c:pt idx="13239">
                  <c:v>0.17117274971109084</c:v>
                </c:pt>
                <c:pt idx="13240">
                  <c:v>0.17117495715263034</c:v>
                </c:pt>
                <c:pt idx="13241">
                  <c:v>0.17119375950089402</c:v>
                </c:pt>
                <c:pt idx="13242">
                  <c:v>0.17120382945344945</c:v>
                </c:pt>
                <c:pt idx="13243">
                  <c:v>0.17121024275314531</c:v>
                </c:pt>
                <c:pt idx="13244">
                  <c:v>0.17121575092884508</c:v>
                </c:pt>
                <c:pt idx="13245">
                  <c:v>0.1712203428932062</c:v>
                </c:pt>
                <c:pt idx="13246">
                  <c:v>0.17122921498996702</c:v>
                </c:pt>
                <c:pt idx="13247">
                  <c:v>0.17123189483760107</c:v>
                </c:pt>
                <c:pt idx="13248">
                  <c:v>0.17123776004743069</c:v>
                </c:pt>
                <c:pt idx="13249">
                  <c:v>0.17126060521778907</c:v>
                </c:pt>
                <c:pt idx="13250">
                  <c:v>0.17127852253910872</c:v>
                </c:pt>
                <c:pt idx="13251">
                  <c:v>0.17131645897888487</c:v>
                </c:pt>
                <c:pt idx="13252">
                  <c:v>0.17133871507851567</c:v>
                </c:pt>
                <c:pt idx="13253">
                  <c:v>0.17133972324855992</c:v>
                </c:pt>
                <c:pt idx="13254">
                  <c:v>0.17134092285289682</c:v>
                </c:pt>
                <c:pt idx="13255">
                  <c:v>0.17134403305139156</c:v>
                </c:pt>
                <c:pt idx="13256">
                  <c:v>0.17135901798480713</c:v>
                </c:pt>
                <c:pt idx="13257">
                  <c:v>0.17136723491800218</c:v>
                </c:pt>
                <c:pt idx="13258">
                  <c:v>0.17138848492499389</c:v>
                </c:pt>
                <c:pt idx="13259">
                  <c:v>0.17140196848790584</c:v>
                </c:pt>
                <c:pt idx="13260">
                  <c:v>0.17144333513559046</c:v>
                </c:pt>
                <c:pt idx="13261">
                  <c:v>0.17145506752180503</c:v>
                </c:pt>
                <c:pt idx="13262">
                  <c:v>0.17146010986546939</c:v>
                </c:pt>
                <c:pt idx="13263">
                  <c:v>0.17146163730007924</c:v>
                </c:pt>
                <c:pt idx="13264">
                  <c:v>0.1714626238917393</c:v>
                </c:pt>
                <c:pt idx="13265">
                  <c:v>0.17149666026019056</c:v>
                </c:pt>
                <c:pt idx="13266">
                  <c:v>0.17150104871995606</c:v>
                </c:pt>
                <c:pt idx="13267">
                  <c:v>0.17150908797695308</c:v>
                </c:pt>
                <c:pt idx="13268">
                  <c:v>0.17154998180878928</c:v>
                </c:pt>
                <c:pt idx="13269">
                  <c:v>0.17155464145769161</c:v>
                </c:pt>
                <c:pt idx="13270">
                  <c:v>0.17155979487396175</c:v>
                </c:pt>
                <c:pt idx="13271">
                  <c:v>0.17156303419703173</c:v>
                </c:pt>
                <c:pt idx="13272">
                  <c:v>0.17157597230429988</c:v>
                </c:pt>
                <c:pt idx="13273">
                  <c:v>0.17158153405897381</c:v>
                </c:pt>
                <c:pt idx="13274">
                  <c:v>0.17158728090675188</c:v>
                </c:pt>
                <c:pt idx="13275">
                  <c:v>0.17160642823618422</c:v>
                </c:pt>
                <c:pt idx="13276">
                  <c:v>0.17160805683688518</c:v>
                </c:pt>
                <c:pt idx="13277">
                  <c:v>0.17162373987595508</c:v>
                </c:pt>
                <c:pt idx="13278">
                  <c:v>0.17164683675813638</c:v>
                </c:pt>
                <c:pt idx="13279">
                  <c:v>0.17166728850296098</c:v>
                </c:pt>
                <c:pt idx="13280">
                  <c:v>0.17168421778161175</c:v>
                </c:pt>
                <c:pt idx="13281">
                  <c:v>0.17168608596125901</c:v>
                </c:pt>
                <c:pt idx="13282">
                  <c:v>0.17168745404257235</c:v>
                </c:pt>
                <c:pt idx="13283">
                  <c:v>0.17168828104263295</c:v>
                </c:pt>
                <c:pt idx="13284">
                  <c:v>0.17169275508543197</c:v>
                </c:pt>
                <c:pt idx="13285">
                  <c:v>0.1717145817314143</c:v>
                </c:pt>
                <c:pt idx="13286">
                  <c:v>0.17172267374135047</c:v>
                </c:pt>
                <c:pt idx="13287">
                  <c:v>0.17175519721352275</c:v>
                </c:pt>
                <c:pt idx="13288">
                  <c:v>0.17176012575794533</c:v>
                </c:pt>
                <c:pt idx="13289">
                  <c:v>0.1717644816785209</c:v>
                </c:pt>
                <c:pt idx="13290">
                  <c:v>0.1717666879132588</c:v>
                </c:pt>
                <c:pt idx="13291">
                  <c:v>0.17177894127264809</c:v>
                </c:pt>
                <c:pt idx="13292">
                  <c:v>0.17179633213565887</c:v>
                </c:pt>
                <c:pt idx="13293">
                  <c:v>0.17180982234125705</c:v>
                </c:pt>
                <c:pt idx="13294">
                  <c:v>0.17183101689160329</c:v>
                </c:pt>
                <c:pt idx="13295">
                  <c:v>0.17184028398733914</c:v>
                </c:pt>
                <c:pt idx="13296">
                  <c:v>0.17185828166191816</c:v>
                </c:pt>
                <c:pt idx="13297">
                  <c:v>0.17186597189209279</c:v>
                </c:pt>
                <c:pt idx="13298">
                  <c:v>0.17186889082609358</c:v>
                </c:pt>
                <c:pt idx="13299">
                  <c:v>0.17188255174159894</c:v>
                </c:pt>
                <c:pt idx="13300">
                  <c:v>0.17188539251569829</c:v>
                </c:pt>
                <c:pt idx="13301">
                  <c:v>0.17188581193525482</c:v>
                </c:pt>
                <c:pt idx="13302">
                  <c:v>0.17189178341662278</c:v>
                </c:pt>
                <c:pt idx="13303">
                  <c:v>0.17189206392536791</c:v>
                </c:pt>
                <c:pt idx="13304">
                  <c:v>0.17189403961228455</c:v>
                </c:pt>
                <c:pt idx="13305">
                  <c:v>0.17189549957605602</c:v>
                </c:pt>
                <c:pt idx="13306">
                  <c:v>0.1719068071309916</c:v>
                </c:pt>
                <c:pt idx="13307">
                  <c:v>0.17190829966516324</c:v>
                </c:pt>
                <c:pt idx="13308">
                  <c:v>0.17191440098241101</c:v>
                </c:pt>
                <c:pt idx="13309">
                  <c:v>0.17192693100635995</c:v>
                </c:pt>
                <c:pt idx="13310">
                  <c:v>0.17193701393675034</c:v>
                </c:pt>
                <c:pt idx="13311">
                  <c:v>0.17199593497980756</c:v>
                </c:pt>
                <c:pt idx="13312">
                  <c:v>0.17201885649009682</c:v>
                </c:pt>
                <c:pt idx="13313">
                  <c:v>0.17203752780905279</c:v>
                </c:pt>
                <c:pt idx="13314">
                  <c:v>0.17205054334967274</c:v>
                </c:pt>
                <c:pt idx="13315">
                  <c:v>0.17205430647063022</c:v>
                </c:pt>
                <c:pt idx="13316">
                  <c:v>0.17206339263142739</c:v>
                </c:pt>
                <c:pt idx="13317">
                  <c:v>0.17207037059920569</c:v>
                </c:pt>
                <c:pt idx="13318">
                  <c:v>0.17207751215098721</c:v>
                </c:pt>
                <c:pt idx="13319">
                  <c:v>0.17207802051297391</c:v>
                </c:pt>
                <c:pt idx="13320">
                  <c:v>0.17208060478808182</c:v>
                </c:pt>
                <c:pt idx="13321">
                  <c:v>0.17208637385035336</c:v>
                </c:pt>
                <c:pt idx="13322">
                  <c:v>0.1720898150169288</c:v>
                </c:pt>
                <c:pt idx="13323">
                  <c:v>0.17209643852744785</c:v>
                </c:pt>
                <c:pt idx="13324">
                  <c:v>0.17210281742717337</c:v>
                </c:pt>
                <c:pt idx="13325">
                  <c:v>0.17210498839281052</c:v>
                </c:pt>
                <c:pt idx="13326">
                  <c:v>0.17210645877904329</c:v>
                </c:pt>
                <c:pt idx="13327">
                  <c:v>0.17211385861291434</c:v>
                </c:pt>
                <c:pt idx="13328">
                  <c:v>0.17212612417809786</c:v>
                </c:pt>
                <c:pt idx="13329">
                  <c:v>0.17213504538430746</c:v>
                </c:pt>
                <c:pt idx="13330">
                  <c:v>0.17214773067513472</c:v>
                </c:pt>
                <c:pt idx="13331">
                  <c:v>0.17216846800067159</c:v>
                </c:pt>
                <c:pt idx="13332">
                  <c:v>0.17217311831554677</c:v>
                </c:pt>
                <c:pt idx="13333">
                  <c:v>0.17217526167870972</c:v>
                </c:pt>
                <c:pt idx="13334">
                  <c:v>0.17218436724676023</c:v>
                </c:pt>
                <c:pt idx="13335">
                  <c:v>0.17218902694989052</c:v>
                </c:pt>
                <c:pt idx="13336">
                  <c:v>0.1721944735875495</c:v>
                </c:pt>
                <c:pt idx="13337">
                  <c:v>0.17219839348233598</c:v>
                </c:pt>
                <c:pt idx="13338">
                  <c:v>0.17227480698344913</c:v>
                </c:pt>
                <c:pt idx="13339">
                  <c:v>0.17230713311171686</c:v>
                </c:pt>
                <c:pt idx="13340">
                  <c:v>0.17230765757077909</c:v>
                </c:pt>
                <c:pt idx="13341">
                  <c:v>0.17233592001777759</c:v>
                </c:pt>
                <c:pt idx="13342">
                  <c:v>0.17234356795837086</c:v>
                </c:pt>
                <c:pt idx="13343">
                  <c:v>0.17234455055860562</c:v>
                </c:pt>
                <c:pt idx="13344">
                  <c:v>0.17234667639717921</c:v>
                </c:pt>
                <c:pt idx="13345">
                  <c:v>0.17234689578253704</c:v>
                </c:pt>
                <c:pt idx="13346">
                  <c:v>0.17237416281455256</c:v>
                </c:pt>
                <c:pt idx="13347">
                  <c:v>0.17238059933916464</c:v>
                </c:pt>
                <c:pt idx="13348">
                  <c:v>0.17242474995109461</c:v>
                </c:pt>
                <c:pt idx="13349">
                  <c:v>0.17243634932108781</c:v>
                </c:pt>
                <c:pt idx="13350">
                  <c:v>0.17244581861838795</c:v>
                </c:pt>
                <c:pt idx="13351">
                  <c:v>0.1724480520814172</c:v>
                </c:pt>
                <c:pt idx="13352">
                  <c:v>0.17245551496479228</c:v>
                </c:pt>
                <c:pt idx="13353">
                  <c:v>0.17246008239561181</c:v>
                </c:pt>
                <c:pt idx="13354">
                  <c:v>0.17246420254937506</c:v>
                </c:pt>
                <c:pt idx="13355">
                  <c:v>0.17246695922090888</c:v>
                </c:pt>
                <c:pt idx="13356">
                  <c:v>0.17247341610036951</c:v>
                </c:pt>
                <c:pt idx="13357">
                  <c:v>0.17248048911152067</c:v>
                </c:pt>
                <c:pt idx="13358">
                  <c:v>0.17248941993421824</c:v>
                </c:pt>
                <c:pt idx="13359">
                  <c:v>0.17249187333717847</c:v>
                </c:pt>
                <c:pt idx="13360">
                  <c:v>0.17249230601775389</c:v>
                </c:pt>
                <c:pt idx="13361">
                  <c:v>0.17250568338715835</c:v>
                </c:pt>
                <c:pt idx="13362">
                  <c:v>0.17251611391685404</c:v>
                </c:pt>
                <c:pt idx="13363">
                  <c:v>0.17252085457593866</c:v>
                </c:pt>
                <c:pt idx="13364">
                  <c:v>0.17256508240681495</c:v>
                </c:pt>
                <c:pt idx="13365">
                  <c:v>0.17257580495479807</c:v>
                </c:pt>
                <c:pt idx="13366">
                  <c:v>0.17258982433033804</c:v>
                </c:pt>
                <c:pt idx="13367">
                  <c:v>0.17259253324446558</c:v>
                </c:pt>
                <c:pt idx="13368">
                  <c:v>0.17261275752503413</c:v>
                </c:pt>
                <c:pt idx="13369">
                  <c:v>0.17261350005761536</c:v>
                </c:pt>
                <c:pt idx="13370">
                  <c:v>0.17261515644483114</c:v>
                </c:pt>
                <c:pt idx="13371">
                  <c:v>0.17265433632285013</c:v>
                </c:pt>
                <c:pt idx="13372">
                  <c:v>0.17265479196762781</c:v>
                </c:pt>
                <c:pt idx="13373">
                  <c:v>0.17267122852656103</c:v>
                </c:pt>
                <c:pt idx="13374">
                  <c:v>0.17268116766627475</c:v>
                </c:pt>
                <c:pt idx="13375">
                  <c:v>0.17270648515455372</c:v>
                </c:pt>
                <c:pt idx="13376">
                  <c:v>0.17270738981761755</c:v>
                </c:pt>
                <c:pt idx="13377">
                  <c:v>0.17271656757829942</c:v>
                </c:pt>
                <c:pt idx="13378">
                  <c:v>0.17272643550585395</c:v>
                </c:pt>
                <c:pt idx="13379">
                  <c:v>0.17272666697376571</c:v>
                </c:pt>
                <c:pt idx="13380">
                  <c:v>0.17274002606959779</c:v>
                </c:pt>
                <c:pt idx="13381">
                  <c:v>0.17274237340053361</c:v>
                </c:pt>
                <c:pt idx="13382">
                  <c:v>0.17276903443663935</c:v>
                </c:pt>
                <c:pt idx="13383">
                  <c:v>0.17277189779172578</c:v>
                </c:pt>
                <c:pt idx="13384">
                  <c:v>0.17278863917012166</c:v>
                </c:pt>
                <c:pt idx="13385">
                  <c:v>0.1728168581622456</c:v>
                </c:pt>
                <c:pt idx="13386">
                  <c:v>0.17285812805664796</c:v>
                </c:pt>
                <c:pt idx="13387">
                  <c:v>0.17288725255116927</c:v>
                </c:pt>
                <c:pt idx="13388">
                  <c:v>0.17289443635281321</c:v>
                </c:pt>
                <c:pt idx="13389">
                  <c:v>0.17290667458658276</c:v>
                </c:pt>
                <c:pt idx="13390">
                  <c:v>0.17293956245024289</c:v>
                </c:pt>
                <c:pt idx="13391">
                  <c:v>0.17294964920472894</c:v>
                </c:pt>
                <c:pt idx="13392">
                  <c:v>0.17294983911267314</c:v>
                </c:pt>
                <c:pt idx="13393">
                  <c:v>0.17295822452878845</c:v>
                </c:pt>
                <c:pt idx="13394">
                  <c:v>0.17299044599648042</c:v>
                </c:pt>
                <c:pt idx="13395">
                  <c:v>0.1729926946016607</c:v>
                </c:pt>
                <c:pt idx="13396">
                  <c:v>0.17302529494752772</c:v>
                </c:pt>
                <c:pt idx="13397">
                  <c:v>0.17303613051313832</c:v>
                </c:pt>
                <c:pt idx="13398">
                  <c:v>0.17304744455899682</c:v>
                </c:pt>
                <c:pt idx="13399">
                  <c:v>0.17306772495718681</c:v>
                </c:pt>
                <c:pt idx="13400">
                  <c:v>0.17306832693987129</c:v>
                </c:pt>
                <c:pt idx="13401">
                  <c:v>0.17308201206215643</c:v>
                </c:pt>
                <c:pt idx="13402">
                  <c:v>0.17309717886363371</c:v>
                </c:pt>
                <c:pt idx="13403">
                  <c:v>0.17312682338659213</c:v>
                </c:pt>
                <c:pt idx="13404">
                  <c:v>0.17312945728673679</c:v>
                </c:pt>
                <c:pt idx="13405">
                  <c:v>0.17314002169858092</c:v>
                </c:pt>
                <c:pt idx="13406">
                  <c:v>0.1731449746332458</c:v>
                </c:pt>
                <c:pt idx="13407">
                  <c:v>0.17315369382998957</c:v>
                </c:pt>
                <c:pt idx="13408">
                  <c:v>0.17318922663941985</c:v>
                </c:pt>
                <c:pt idx="13409">
                  <c:v>0.17320771980045527</c:v>
                </c:pt>
                <c:pt idx="13410">
                  <c:v>0.17322276233915884</c:v>
                </c:pt>
                <c:pt idx="13411">
                  <c:v>0.17323342191557242</c:v>
                </c:pt>
                <c:pt idx="13412">
                  <c:v>0.17325069585524824</c:v>
                </c:pt>
                <c:pt idx="13413">
                  <c:v>0.17326480718326717</c:v>
                </c:pt>
                <c:pt idx="13414">
                  <c:v>0.17327639360687278</c:v>
                </c:pt>
                <c:pt idx="13415">
                  <c:v>0.17327660935115427</c:v>
                </c:pt>
                <c:pt idx="13416">
                  <c:v>0.17330136285955827</c:v>
                </c:pt>
                <c:pt idx="13417">
                  <c:v>0.17331413153002143</c:v>
                </c:pt>
                <c:pt idx="13418">
                  <c:v>0.17332297697506532</c:v>
                </c:pt>
                <c:pt idx="13419">
                  <c:v>0.17332372731125767</c:v>
                </c:pt>
                <c:pt idx="13420">
                  <c:v>0.17332436394676162</c:v>
                </c:pt>
                <c:pt idx="13421">
                  <c:v>0.17334378392307628</c:v>
                </c:pt>
                <c:pt idx="13422">
                  <c:v>0.17334567168882148</c:v>
                </c:pt>
                <c:pt idx="13423">
                  <c:v>0.17337260250598649</c:v>
                </c:pt>
                <c:pt idx="13424">
                  <c:v>0.17341761301778688</c:v>
                </c:pt>
                <c:pt idx="13425">
                  <c:v>0.17342279079889733</c:v>
                </c:pt>
                <c:pt idx="13426">
                  <c:v>0.17343812010300147</c:v>
                </c:pt>
                <c:pt idx="13427">
                  <c:v>0.17346297537355299</c:v>
                </c:pt>
                <c:pt idx="13428">
                  <c:v>0.17347134581907644</c:v>
                </c:pt>
                <c:pt idx="13429">
                  <c:v>0.17349035220610418</c:v>
                </c:pt>
                <c:pt idx="13430">
                  <c:v>0.17351705404678544</c:v>
                </c:pt>
                <c:pt idx="13431">
                  <c:v>0.17351860125993268</c:v>
                </c:pt>
                <c:pt idx="13432">
                  <c:v>0.17355039136554187</c:v>
                </c:pt>
                <c:pt idx="13433">
                  <c:v>0.17355529860823157</c:v>
                </c:pt>
                <c:pt idx="13434">
                  <c:v>0.17360020356583508</c:v>
                </c:pt>
                <c:pt idx="13435">
                  <c:v>0.17360748081593322</c:v>
                </c:pt>
                <c:pt idx="13436">
                  <c:v>0.17361569431713256</c:v>
                </c:pt>
                <c:pt idx="13437">
                  <c:v>0.17363712599158557</c:v>
                </c:pt>
                <c:pt idx="13438">
                  <c:v>0.17363925780212794</c:v>
                </c:pt>
                <c:pt idx="13439">
                  <c:v>0.17364191449047681</c:v>
                </c:pt>
                <c:pt idx="13440">
                  <c:v>0.1736463484314108</c:v>
                </c:pt>
                <c:pt idx="13441">
                  <c:v>0.17364718425078654</c:v>
                </c:pt>
                <c:pt idx="13442">
                  <c:v>0.17365082122292944</c:v>
                </c:pt>
                <c:pt idx="13443">
                  <c:v>0.17366290449633012</c:v>
                </c:pt>
                <c:pt idx="13444">
                  <c:v>0.17369193105975603</c:v>
                </c:pt>
                <c:pt idx="13445">
                  <c:v>0.1737118288463497</c:v>
                </c:pt>
                <c:pt idx="13446">
                  <c:v>0.17372221186834183</c:v>
                </c:pt>
                <c:pt idx="13447">
                  <c:v>0.17373969221473201</c:v>
                </c:pt>
                <c:pt idx="13448">
                  <c:v>0.17375196502077941</c:v>
                </c:pt>
                <c:pt idx="13449">
                  <c:v>0.17377210258179168</c:v>
                </c:pt>
                <c:pt idx="13450">
                  <c:v>0.17377476978981024</c:v>
                </c:pt>
                <c:pt idx="13451">
                  <c:v>0.17377988502496253</c:v>
                </c:pt>
                <c:pt idx="13452">
                  <c:v>0.17378844033135377</c:v>
                </c:pt>
                <c:pt idx="13453">
                  <c:v>0.17379643965000383</c:v>
                </c:pt>
                <c:pt idx="13454">
                  <c:v>0.17381200278124131</c:v>
                </c:pt>
                <c:pt idx="13455">
                  <c:v>0.17383943017803696</c:v>
                </c:pt>
                <c:pt idx="13456">
                  <c:v>0.1738404249975998</c:v>
                </c:pt>
                <c:pt idx="13457">
                  <c:v>0.17384622648687939</c:v>
                </c:pt>
                <c:pt idx="13458">
                  <c:v>0.17385451130099872</c:v>
                </c:pt>
                <c:pt idx="13459">
                  <c:v>0.17386791261342821</c:v>
                </c:pt>
                <c:pt idx="13460">
                  <c:v>0.17390677611083075</c:v>
                </c:pt>
                <c:pt idx="13461">
                  <c:v>0.17391882865407085</c:v>
                </c:pt>
                <c:pt idx="13462">
                  <c:v>0.17393258613352061</c:v>
                </c:pt>
                <c:pt idx="13463">
                  <c:v>0.17394163759363943</c:v>
                </c:pt>
                <c:pt idx="13464">
                  <c:v>0.17394745661561833</c:v>
                </c:pt>
                <c:pt idx="13465">
                  <c:v>0.17395246605494075</c:v>
                </c:pt>
                <c:pt idx="13466">
                  <c:v>0.17395930892643599</c:v>
                </c:pt>
                <c:pt idx="13467">
                  <c:v>0.17396342135378037</c:v>
                </c:pt>
                <c:pt idx="13468">
                  <c:v>0.17397791724054898</c:v>
                </c:pt>
                <c:pt idx="13469">
                  <c:v>0.17399297537466091</c:v>
                </c:pt>
                <c:pt idx="13470">
                  <c:v>0.17399838138625545</c:v>
                </c:pt>
                <c:pt idx="13471">
                  <c:v>0.17400031269971236</c:v>
                </c:pt>
                <c:pt idx="13472">
                  <c:v>0.17400093671033259</c:v>
                </c:pt>
                <c:pt idx="13473">
                  <c:v>0.17401318873362881</c:v>
                </c:pt>
                <c:pt idx="13474">
                  <c:v>0.1740209155587196</c:v>
                </c:pt>
                <c:pt idx="13475">
                  <c:v>0.17404554750197887</c:v>
                </c:pt>
                <c:pt idx="13476">
                  <c:v>0.17404659318447874</c:v>
                </c:pt>
                <c:pt idx="13477">
                  <c:v>0.17405063397667339</c:v>
                </c:pt>
                <c:pt idx="13478">
                  <c:v>0.17405560497284364</c:v>
                </c:pt>
                <c:pt idx="13479">
                  <c:v>0.17405627399162621</c:v>
                </c:pt>
                <c:pt idx="13480">
                  <c:v>0.17408643818009245</c:v>
                </c:pt>
                <c:pt idx="13481">
                  <c:v>0.17410437796630868</c:v>
                </c:pt>
                <c:pt idx="13482">
                  <c:v>0.1741080726607582</c:v>
                </c:pt>
                <c:pt idx="13483">
                  <c:v>0.17411769742249583</c:v>
                </c:pt>
                <c:pt idx="13484">
                  <c:v>0.17412342591191288</c:v>
                </c:pt>
                <c:pt idx="13485">
                  <c:v>0.17415488334865503</c:v>
                </c:pt>
                <c:pt idx="13486">
                  <c:v>0.1741595232623091</c:v>
                </c:pt>
                <c:pt idx="13487">
                  <c:v>0.17417029909872633</c:v>
                </c:pt>
                <c:pt idx="13488">
                  <c:v>0.17418165624013771</c:v>
                </c:pt>
                <c:pt idx="13489">
                  <c:v>0.17420976055321488</c:v>
                </c:pt>
                <c:pt idx="13490">
                  <c:v>0.17421421404241619</c:v>
                </c:pt>
                <c:pt idx="13491">
                  <c:v>0.17422945518077962</c:v>
                </c:pt>
                <c:pt idx="13492">
                  <c:v>0.17425698723824887</c:v>
                </c:pt>
                <c:pt idx="13493">
                  <c:v>0.17428779492236288</c:v>
                </c:pt>
                <c:pt idx="13494">
                  <c:v>0.17429070739350033</c:v>
                </c:pt>
                <c:pt idx="13495">
                  <c:v>0.17431130124409966</c:v>
                </c:pt>
                <c:pt idx="13496">
                  <c:v>0.17432911963694647</c:v>
                </c:pt>
                <c:pt idx="13497">
                  <c:v>0.17434739243114786</c:v>
                </c:pt>
                <c:pt idx="13498">
                  <c:v>0.17435182490502849</c:v>
                </c:pt>
                <c:pt idx="13499">
                  <c:v>0.17436604586160845</c:v>
                </c:pt>
                <c:pt idx="13500">
                  <c:v>0.17437627670339351</c:v>
                </c:pt>
                <c:pt idx="13501">
                  <c:v>0.1743795310011779</c:v>
                </c:pt>
                <c:pt idx="13502">
                  <c:v>0.17445807348861747</c:v>
                </c:pt>
                <c:pt idx="13503">
                  <c:v>0.1744658152065936</c:v>
                </c:pt>
                <c:pt idx="13504">
                  <c:v>0.17446894754407635</c:v>
                </c:pt>
                <c:pt idx="13505">
                  <c:v>0.17447793857624361</c:v>
                </c:pt>
                <c:pt idx="13506">
                  <c:v>0.17448148550021469</c:v>
                </c:pt>
                <c:pt idx="13507">
                  <c:v>0.17449114897412987</c:v>
                </c:pt>
                <c:pt idx="13508">
                  <c:v>0.17456151289748603</c:v>
                </c:pt>
                <c:pt idx="13509">
                  <c:v>0.1745631812256635</c:v>
                </c:pt>
                <c:pt idx="13510">
                  <c:v>0.17457783198107327</c:v>
                </c:pt>
                <c:pt idx="13511">
                  <c:v>0.17458312952523433</c:v>
                </c:pt>
                <c:pt idx="13512">
                  <c:v>0.17458518645699761</c:v>
                </c:pt>
                <c:pt idx="13513">
                  <c:v>0.1745877498756894</c:v>
                </c:pt>
                <c:pt idx="13514">
                  <c:v>0.17458823316501443</c:v>
                </c:pt>
                <c:pt idx="13515">
                  <c:v>0.17463558646084057</c:v>
                </c:pt>
                <c:pt idx="13516">
                  <c:v>0.17464287822879784</c:v>
                </c:pt>
                <c:pt idx="13517">
                  <c:v>0.17466264019693931</c:v>
                </c:pt>
                <c:pt idx="13518">
                  <c:v>0.17469503727816205</c:v>
                </c:pt>
                <c:pt idx="13519">
                  <c:v>0.17471427044043455</c:v>
                </c:pt>
                <c:pt idx="13520">
                  <c:v>0.17471443508409246</c:v>
                </c:pt>
                <c:pt idx="13521">
                  <c:v>0.17471629528672503</c:v>
                </c:pt>
                <c:pt idx="13522">
                  <c:v>0.17473172249023541</c:v>
                </c:pt>
                <c:pt idx="13523">
                  <c:v>0.17473431715223114</c:v>
                </c:pt>
                <c:pt idx="13524">
                  <c:v>0.17473997036158712</c:v>
                </c:pt>
                <c:pt idx="13525">
                  <c:v>0.17474165137998401</c:v>
                </c:pt>
                <c:pt idx="13526">
                  <c:v>0.1747438388399519</c:v>
                </c:pt>
                <c:pt idx="13527">
                  <c:v>0.17474602750164819</c:v>
                </c:pt>
                <c:pt idx="13528">
                  <c:v>0.1747540083598558</c:v>
                </c:pt>
                <c:pt idx="13529">
                  <c:v>0.17479388673019297</c:v>
                </c:pt>
                <c:pt idx="13530">
                  <c:v>0.17480823081836158</c:v>
                </c:pt>
                <c:pt idx="13531">
                  <c:v>0.17481062433872074</c:v>
                </c:pt>
                <c:pt idx="13532">
                  <c:v>0.1748424660900435</c:v>
                </c:pt>
                <c:pt idx="13533">
                  <c:v>0.17484445530030276</c:v>
                </c:pt>
                <c:pt idx="13534">
                  <c:v>0.17486746345527815</c:v>
                </c:pt>
                <c:pt idx="13535">
                  <c:v>0.17487475676767766</c:v>
                </c:pt>
                <c:pt idx="13536">
                  <c:v>0.17487731378398561</c:v>
                </c:pt>
                <c:pt idx="13537">
                  <c:v>0.17490247392456698</c:v>
                </c:pt>
                <c:pt idx="13538">
                  <c:v>0.17492285178857653</c:v>
                </c:pt>
                <c:pt idx="13539">
                  <c:v>0.17493020697646769</c:v>
                </c:pt>
                <c:pt idx="13540">
                  <c:v>0.17493810033314783</c:v>
                </c:pt>
                <c:pt idx="13541">
                  <c:v>0.17494740552498636</c:v>
                </c:pt>
                <c:pt idx="13542">
                  <c:v>0.17498916164889472</c:v>
                </c:pt>
                <c:pt idx="13543">
                  <c:v>0.1749894668947547</c:v>
                </c:pt>
                <c:pt idx="13544">
                  <c:v>0.17499155660994134</c:v>
                </c:pt>
                <c:pt idx="13545">
                  <c:v>0.17501728509597633</c:v>
                </c:pt>
                <c:pt idx="13546">
                  <c:v>0.17501824270704799</c:v>
                </c:pt>
                <c:pt idx="13547">
                  <c:v>0.17502654098901449</c:v>
                </c:pt>
                <c:pt idx="13548">
                  <c:v>0.17504703253579956</c:v>
                </c:pt>
                <c:pt idx="13549">
                  <c:v>0.17505204670310998</c:v>
                </c:pt>
                <c:pt idx="13550">
                  <c:v>0.17505919663122621</c:v>
                </c:pt>
                <c:pt idx="13551">
                  <c:v>0.17506121895275556</c:v>
                </c:pt>
                <c:pt idx="13552">
                  <c:v>0.1750649625371874</c:v>
                </c:pt>
                <c:pt idx="13553">
                  <c:v>0.17510772365209723</c:v>
                </c:pt>
                <c:pt idx="13554">
                  <c:v>0.17510990347280558</c:v>
                </c:pt>
                <c:pt idx="13555">
                  <c:v>0.17511791007396024</c:v>
                </c:pt>
                <c:pt idx="13556">
                  <c:v>0.17512128797477763</c:v>
                </c:pt>
                <c:pt idx="13557">
                  <c:v>0.17512186511964714</c:v>
                </c:pt>
                <c:pt idx="13558">
                  <c:v>0.17513938786648692</c:v>
                </c:pt>
                <c:pt idx="13559">
                  <c:v>0.17514152246061546</c:v>
                </c:pt>
                <c:pt idx="13560">
                  <c:v>0.17515145868629992</c:v>
                </c:pt>
                <c:pt idx="13561">
                  <c:v>0.17519385418349118</c:v>
                </c:pt>
                <c:pt idx="13562">
                  <c:v>0.17519681126627462</c:v>
                </c:pt>
                <c:pt idx="13563">
                  <c:v>0.17520405696343222</c:v>
                </c:pt>
                <c:pt idx="13564">
                  <c:v>0.17520438577393374</c:v>
                </c:pt>
                <c:pt idx="13565">
                  <c:v>0.1752463334646939</c:v>
                </c:pt>
                <c:pt idx="13566">
                  <c:v>0.17526708953341422</c:v>
                </c:pt>
                <c:pt idx="13567">
                  <c:v>0.17527084860529532</c:v>
                </c:pt>
                <c:pt idx="13568">
                  <c:v>0.17528330683888163</c:v>
                </c:pt>
                <c:pt idx="13569">
                  <c:v>0.17530972016190335</c:v>
                </c:pt>
                <c:pt idx="13570">
                  <c:v>0.1753113633938588</c:v>
                </c:pt>
                <c:pt idx="13571">
                  <c:v>0.17532462594532397</c:v>
                </c:pt>
                <c:pt idx="13572">
                  <c:v>0.17532496677693241</c:v>
                </c:pt>
                <c:pt idx="13573">
                  <c:v>0.17532749801975944</c:v>
                </c:pt>
                <c:pt idx="13574">
                  <c:v>0.17536134267372677</c:v>
                </c:pt>
                <c:pt idx="13575">
                  <c:v>0.17538429210568948</c:v>
                </c:pt>
                <c:pt idx="13576">
                  <c:v>0.175397136286053</c:v>
                </c:pt>
                <c:pt idx="13577">
                  <c:v>0.17540133373710387</c:v>
                </c:pt>
                <c:pt idx="13578">
                  <c:v>0.1754356330619119</c:v>
                </c:pt>
                <c:pt idx="13579">
                  <c:v>0.17544702225486053</c:v>
                </c:pt>
                <c:pt idx="13580">
                  <c:v>0.17546976178085844</c:v>
                </c:pt>
                <c:pt idx="13581">
                  <c:v>0.17547265341941493</c:v>
                </c:pt>
                <c:pt idx="13582">
                  <c:v>0.17549336488334283</c:v>
                </c:pt>
                <c:pt idx="13583">
                  <c:v>0.17549696805181375</c:v>
                </c:pt>
                <c:pt idx="13584">
                  <c:v>0.17551685951564089</c:v>
                </c:pt>
                <c:pt idx="13585">
                  <c:v>0.17556211455176557</c:v>
                </c:pt>
                <c:pt idx="13586">
                  <c:v>0.1755839421712066</c:v>
                </c:pt>
                <c:pt idx="13587">
                  <c:v>0.175602781638067</c:v>
                </c:pt>
                <c:pt idx="13588">
                  <c:v>0.17564999318769847</c:v>
                </c:pt>
                <c:pt idx="13589">
                  <c:v>0.17565710630323436</c:v>
                </c:pt>
                <c:pt idx="13590">
                  <c:v>0.17568014102654755</c:v>
                </c:pt>
                <c:pt idx="13591">
                  <c:v>0.17568091718187484</c:v>
                </c:pt>
                <c:pt idx="13592">
                  <c:v>0.17571498424898449</c:v>
                </c:pt>
                <c:pt idx="13593">
                  <c:v>0.17571878988601156</c:v>
                </c:pt>
                <c:pt idx="13594">
                  <c:v>0.1757358195919517</c:v>
                </c:pt>
                <c:pt idx="13595">
                  <c:v>0.17573696426855936</c:v>
                </c:pt>
                <c:pt idx="13596">
                  <c:v>0.17573955277641162</c:v>
                </c:pt>
                <c:pt idx="13597">
                  <c:v>0.17573963667696921</c:v>
                </c:pt>
                <c:pt idx="13598">
                  <c:v>0.1757505955181288</c:v>
                </c:pt>
                <c:pt idx="13599">
                  <c:v>0.17576540622380729</c:v>
                </c:pt>
                <c:pt idx="13600">
                  <c:v>0.17578334637076901</c:v>
                </c:pt>
                <c:pt idx="13601">
                  <c:v>0.17578345333080586</c:v>
                </c:pt>
                <c:pt idx="13602">
                  <c:v>0.17579048067728029</c:v>
                </c:pt>
                <c:pt idx="13603">
                  <c:v>0.17579088009871779</c:v>
                </c:pt>
                <c:pt idx="13604">
                  <c:v>0.17581663750964155</c:v>
                </c:pt>
                <c:pt idx="13605">
                  <c:v>0.1758287679393763</c:v>
                </c:pt>
                <c:pt idx="13606">
                  <c:v>0.17583809200938866</c:v>
                </c:pt>
                <c:pt idx="13607">
                  <c:v>0.1758471236178421</c:v>
                </c:pt>
                <c:pt idx="13608">
                  <c:v>0.17585887850615495</c:v>
                </c:pt>
                <c:pt idx="13609">
                  <c:v>0.17585981195597786</c:v>
                </c:pt>
                <c:pt idx="13610">
                  <c:v>0.17587633184897172</c:v>
                </c:pt>
                <c:pt idx="13611">
                  <c:v>0.17589776352953299</c:v>
                </c:pt>
                <c:pt idx="13612">
                  <c:v>0.17592955652977343</c:v>
                </c:pt>
                <c:pt idx="13613">
                  <c:v>0.17595075859401099</c:v>
                </c:pt>
                <c:pt idx="13614">
                  <c:v>0.17595198092586847</c:v>
                </c:pt>
                <c:pt idx="13615">
                  <c:v>0.17599570771290235</c:v>
                </c:pt>
                <c:pt idx="13616">
                  <c:v>0.17601814392684431</c:v>
                </c:pt>
                <c:pt idx="13617">
                  <c:v>0.17601825673697019</c:v>
                </c:pt>
                <c:pt idx="13618">
                  <c:v>0.17602628735454318</c:v>
                </c:pt>
                <c:pt idx="13619">
                  <c:v>0.17604247425312294</c:v>
                </c:pt>
                <c:pt idx="13620">
                  <c:v>0.17604521113110488</c:v>
                </c:pt>
                <c:pt idx="13621">
                  <c:v>0.17607693569092889</c:v>
                </c:pt>
                <c:pt idx="13622">
                  <c:v>0.17607890385194694</c:v>
                </c:pt>
                <c:pt idx="13623">
                  <c:v>0.17608105078876446</c:v>
                </c:pt>
                <c:pt idx="13624">
                  <c:v>0.17610438818766183</c:v>
                </c:pt>
                <c:pt idx="13625">
                  <c:v>0.17614488641559545</c:v>
                </c:pt>
                <c:pt idx="13626">
                  <c:v>0.17615698177079372</c:v>
                </c:pt>
                <c:pt idx="13627">
                  <c:v>0.17616780560773609</c:v>
                </c:pt>
                <c:pt idx="13628">
                  <c:v>0.17618258240862325</c:v>
                </c:pt>
                <c:pt idx="13629">
                  <c:v>0.17620624641685539</c:v>
                </c:pt>
                <c:pt idx="13630">
                  <c:v>0.17621619924370324</c:v>
                </c:pt>
                <c:pt idx="13631">
                  <c:v>0.17622278815766873</c:v>
                </c:pt>
                <c:pt idx="13632">
                  <c:v>0.1762341523973836</c:v>
                </c:pt>
                <c:pt idx="13633">
                  <c:v>0.17623467861306261</c:v>
                </c:pt>
                <c:pt idx="13634">
                  <c:v>0.17623772426129145</c:v>
                </c:pt>
                <c:pt idx="13635">
                  <c:v>0.17624069153082941</c:v>
                </c:pt>
                <c:pt idx="13636">
                  <c:v>0.1762519791571969</c:v>
                </c:pt>
                <c:pt idx="13637">
                  <c:v>0.17625207459715711</c:v>
                </c:pt>
                <c:pt idx="13638">
                  <c:v>0.17625441887023252</c:v>
                </c:pt>
                <c:pt idx="13639">
                  <c:v>0.17625664099947266</c:v>
                </c:pt>
                <c:pt idx="13640">
                  <c:v>0.17631099785563797</c:v>
                </c:pt>
                <c:pt idx="13641">
                  <c:v>0.17635596746810689</c:v>
                </c:pt>
                <c:pt idx="13642">
                  <c:v>0.1763598034281387</c:v>
                </c:pt>
                <c:pt idx="13643">
                  <c:v>0.17637195250828414</c:v>
                </c:pt>
                <c:pt idx="13644">
                  <c:v>0.17637716463912773</c:v>
                </c:pt>
                <c:pt idx="13645">
                  <c:v>0.17638350733250116</c:v>
                </c:pt>
                <c:pt idx="13646">
                  <c:v>0.17639106178285241</c:v>
                </c:pt>
                <c:pt idx="13647">
                  <c:v>0.17640827575698517</c:v>
                </c:pt>
                <c:pt idx="13648">
                  <c:v>0.17643566610960809</c:v>
                </c:pt>
                <c:pt idx="13649">
                  <c:v>0.17647552765214092</c:v>
                </c:pt>
                <c:pt idx="13650">
                  <c:v>0.17648657604340237</c:v>
                </c:pt>
                <c:pt idx="13651">
                  <c:v>0.1765201462761137</c:v>
                </c:pt>
                <c:pt idx="13652">
                  <c:v>0.17652459939892229</c:v>
                </c:pt>
                <c:pt idx="13653">
                  <c:v>0.17653424335055073</c:v>
                </c:pt>
                <c:pt idx="13654">
                  <c:v>0.17658432600472812</c:v>
                </c:pt>
                <c:pt idx="13655">
                  <c:v>0.17659273884642274</c:v>
                </c:pt>
                <c:pt idx="13656">
                  <c:v>0.1765997662117921</c:v>
                </c:pt>
                <c:pt idx="13657">
                  <c:v>0.17660975857065073</c:v>
                </c:pt>
                <c:pt idx="13658">
                  <c:v>0.17665273186291322</c:v>
                </c:pt>
                <c:pt idx="13659">
                  <c:v>0.17665353187241611</c:v>
                </c:pt>
                <c:pt idx="13660">
                  <c:v>0.17665525139427399</c:v>
                </c:pt>
                <c:pt idx="13661">
                  <c:v>0.17667717920806358</c:v>
                </c:pt>
                <c:pt idx="13662">
                  <c:v>0.17669293082972815</c:v>
                </c:pt>
                <c:pt idx="13663">
                  <c:v>0.17671022115069604</c:v>
                </c:pt>
                <c:pt idx="13664">
                  <c:v>0.17671500503483034</c:v>
                </c:pt>
                <c:pt idx="13665">
                  <c:v>0.17674735811433795</c:v>
                </c:pt>
                <c:pt idx="13666">
                  <c:v>0.17675103835780423</c:v>
                </c:pt>
                <c:pt idx="13667">
                  <c:v>0.17675830559659947</c:v>
                </c:pt>
                <c:pt idx="13668">
                  <c:v>0.17675871129116047</c:v>
                </c:pt>
                <c:pt idx="13669">
                  <c:v>0.17676333824387871</c:v>
                </c:pt>
                <c:pt idx="13670">
                  <c:v>0.1767641918881106</c:v>
                </c:pt>
                <c:pt idx="13671">
                  <c:v>0.17682276865146362</c:v>
                </c:pt>
                <c:pt idx="13672">
                  <c:v>0.17684631430275127</c:v>
                </c:pt>
                <c:pt idx="13673">
                  <c:v>0.17685369060709477</c:v>
                </c:pt>
                <c:pt idx="13674">
                  <c:v>0.17685988894920066</c:v>
                </c:pt>
                <c:pt idx="13675">
                  <c:v>0.1768652155119903</c:v>
                </c:pt>
                <c:pt idx="13676">
                  <c:v>0.17686531689173249</c:v>
                </c:pt>
                <c:pt idx="13677">
                  <c:v>0.17689451701322498</c:v>
                </c:pt>
                <c:pt idx="13678">
                  <c:v>0.17689573163016106</c:v>
                </c:pt>
                <c:pt idx="13679">
                  <c:v>0.17689886963399745</c:v>
                </c:pt>
                <c:pt idx="13680">
                  <c:v>0.17689923802342122</c:v>
                </c:pt>
                <c:pt idx="13681">
                  <c:v>0.17690418314900527</c:v>
                </c:pt>
                <c:pt idx="13682">
                  <c:v>0.17693008508137745</c:v>
                </c:pt>
                <c:pt idx="13683">
                  <c:v>0.17693554988282234</c:v>
                </c:pt>
                <c:pt idx="13684">
                  <c:v>0.17695326879295667</c:v>
                </c:pt>
                <c:pt idx="13685">
                  <c:v>0.17696484562108203</c:v>
                </c:pt>
                <c:pt idx="13686">
                  <c:v>0.17701314166122675</c:v>
                </c:pt>
                <c:pt idx="13687">
                  <c:v>0.1770272560997421</c:v>
                </c:pt>
                <c:pt idx="13688">
                  <c:v>0.17704627716508661</c:v>
                </c:pt>
                <c:pt idx="13689">
                  <c:v>0.17706684973397602</c:v>
                </c:pt>
                <c:pt idx="13690">
                  <c:v>0.17707205492400124</c:v>
                </c:pt>
                <c:pt idx="13691">
                  <c:v>0.17707208918904679</c:v>
                </c:pt>
                <c:pt idx="13692">
                  <c:v>0.17708716737082003</c:v>
                </c:pt>
                <c:pt idx="13693">
                  <c:v>0.17712069113697446</c:v>
                </c:pt>
                <c:pt idx="13694">
                  <c:v>0.17713044083744056</c:v>
                </c:pt>
                <c:pt idx="13695">
                  <c:v>0.17713265585230301</c:v>
                </c:pt>
                <c:pt idx="13696">
                  <c:v>0.17713298140069947</c:v>
                </c:pt>
                <c:pt idx="13697">
                  <c:v>0.17714427104358324</c:v>
                </c:pt>
                <c:pt idx="13698">
                  <c:v>0.17715803039546904</c:v>
                </c:pt>
                <c:pt idx="13699">
                  <c:v>0.17717658144089779</c:v>
                </c:pt>
                <c:pt idx="13700">
                  <c:v>0.17720460150571576</c:v>
                </c:pt>
                <c:pt idx="13701">
                  <c:v>0.17723484127131034</c:v>
                </c:pt>
                <c:pt idx="13702">
                  <c:v>0.17723664167543096</c:v>
                </c:pt>
                <c:pt idx="13703">
                  <c:v>0.17724066072342601</c:v>
                </c:pt>
                <c:pt idx="13704">
                  <c:v>0.17724511059949488</c:v>
                </c:pt>
                <c:pt idx="13705">
                  <c:v>0.17727562519891793</c:v>
                </c:pt>
                <c:pt idx="13706">
                  <c:v>0.17727686839404888</c:v>
                </c:pt>
                <c:pt idx="13707">
                  <c:v>0.17732866369920386</c:v>
                </c:pt>
                <c:pt idx="13708">
                  <c:v>0.17733553489407169</c:v>
                </c:pt>
                <c:pt idx="13709">
                  <c:v>0.17734722038943077</c:v>
                </c:pt>
                <c:pt idx="13710">
                  <c:v>0.17735218454139975</c:v>
                </c:pt>
                <c:pt idx="13711">
                  <c:v>0.17736051576582396</c:v>
                </c:pt>
                <c:pt idx="13712">
                  <c:v>0.17736161607651357</c:v>
                </c:pt>
                <c:pt idx="13713">
                  <c:v>0.17741017278479423</c:v>
                </c:pt>
                <c:pt idx="13714">
                  <c:v>0.17741371285548341</c:v>
                </c:pt>
                <c:pt idx="13715">
                  <c:v>0.17742183229476871</c:v>
                </c:pt>
                <c:pt idx="13716">
                  <c:v>0.17742693363995468</c:v>
                </c:pt>
                <c:pt idx="13717">
                  <c:v>0.17743087543033845</c:v>
                </c:pt>
                <c:pt idx="13718">
                  <c:v>0.17744105086377937</c:v>
                </c:pt>
                <c:pt idx="13719">
                  <c:v>0.1774519283048106</c:v>
                </c:pt>
                <c:pt idx="13720">
                  <c:v>0.17746318015870244</c:v>
                </c:pt>
                <c:pt idx="13721">
                  <c:v>0.17749888742668557</c:v>
                </c:pt>
                <c:pt idx="13722">
                  <c:v>0.17752222052122024</c:v>
                </c:pt>
                <c:pt idx="13723">
                  <c:v>0.17752440899770969</c:v>
                </c:pt>
                <c:pt idx="13724">
                  <c:v>0.17752783311791751</c:v>
                </c:pt>
                <c:pt idx="13725">
                  <c:v>0.17754004305911023</c:v>
                </c:pt>
                <c:pt idx="13726">
                  <c:v>0.1775512617258799</c:v>
                </c:pt>
                <c:pt idx="13727">
                  <c:v>0.17756070956635259</c:v>
                </c:pt>
                <c:pt idx="13728">
                  <c:v>0.17761435375961679</c:v>
                </c:pt>
                <c:pt idx="13729">
                  <c:v>0.17761698647197952</c:v>
                </c:pt>
                <c:pt idx="13730">
                  <c:v>0.17762095593272884</c:v>
                </c:pt>
                <c:pt idx="13731">
                  <c:v>0.17763117173660606</c:v>
                </c:pt>
                <c:pt idx="13732">
                  <c:v>0.17763527900279397</c:v>
                </c:pt>
                <c:pt idx="13733">
                  <c:v>0.17763867148003346</c:v>
                </c:pt>
                <c:pt idx="13734">
                  <c:v>0.17764251249988483</c:v>
                </c:pt>
                <c:pt idx="13735">
                  <c:v>0.17765131483401403</c:v>
                </c:pt>
                <c:pt idx="13736">
                  <c:v>0.17765783875378785</c:v>
                </c:pt>
                <c:pt idx="13737">
                  <c:v>0.17766121358220785</c:v>
                </c:pt>
                <c:pt idx="13738">
                  <c:v>0.17768119292281212</c:v>
                </c:pt>
                <c:pt idx="13739">
                  <c:v>0.17768571045765319</c:v>
                </c:pt>
                <c:pt idx="13740">
                  <c:v>0.17769790280180628</c:v>
                </c:pt>
                <c:pt idx="13741">
                  <c:v>0.17772151334356034</c:v>
                </c:pt>
                <c:pt idx="13742">
                  <c:v>0.17773523340177202</c:v>
                </c:pt>
                <c:pt idx="13743">
                  <c:v>0.17776030942214091</c:v>
                </c:pt>
                <c:pt idx="13744">
                  <c:v>0.17776601826567601</c:v>
                </c:pt>
                <c:pt idx="13745">
                  <c:v>0.17776611884164514</c:v>
                </c:pt>
                <c:pt idx="13746">
                  <c:v>0.17778661689909578</c:v>
                </c:pt>
                <c:pt idx="13747">
                  <c:v>0.17779257345744551</c:v>
                </c:pt>
                <c:pt idx="13748">
                  <c:v>0.17779454309560846</c:v>
                </c:pt>
                <c:pt idx="13749">
                  <c:v>0.17781700023370639</c:v>
                </c:pt>
                <c:pt idx="13750">
                  <c:v>0.17782050976722946</c:v>
                </c:pt>
                <c:pt idx="13751">
                  <c:v>0.17782527563453887</c:v>
                </c:pt>
                <c:pt idx="13752">
                  <c:v>0.17782941271908281</c:v>
                </c:pt>
                <c:pt idx="13753">
                  <c:v>0.17783012887899216</c:v>
                </c:pt>
                <c:pt idx="13754">
                  <c:v>0.1778332943240867</c:v>
                </c:pt>
                <c:pt idx="13755">
                  <c:v>0.17784358985402551</c:v>
                </c:pt>
                <c:pt idx="13756">
                  <c:v>0.17784501827319801</c:v>
                </c:pt>
                <c:pt idx="13757">
                  <c:v>0.17785548193807876</c:v>
                </c:pt>
                <c:pt idx="13758">
                  <c:v>0.17785867799304958</c:v>
                </c:pt>
                <c:pt idx="13759">
                  <c:v>0.17787305311973678</c:v>
                </c:pt>
                <c:pt idx="13760">
                  <c:v>0.17787702895903904</c:v>
                </c:pt>
                <c:pt idx="13761">
                  <c:v>0.17787880817222915</c:v>
                </c:pt>
                <c:pt idx="13762">
                  <c:v>0.17788005796518847</c:v>
                </c:pt>
                <c:pt idx="13763">
                  <c:v>0.17788008895381252</c:v>
                </c:pt>
                <c:pt idx="13764">
                  <c:v>0.17788718409719029</c:v>
                </c:pt>
                <c:pt idx="13765">
                  <c:v>0.17789431468430766</c:v>
                </c:pt>
                <c:pt idx="13766">
                  <c:v>0.17789667920229366</c:v>
                </c:pt>
                <c:pt idx="13767">
                  <c:v>0.17791451141383624</c:v>
                </c:pt>
                <c:pt idx="13768">
                  <c:v>0.17793104893344105</c:v>
                </c:pt>
                <c:pt idx="13769">
                  <c:v>0.17793907085995894</c:v>
                </c:pt>
                <c:pt idx="13770">
                  <c:v>0.17795022291284213</c:v>
                </c:pt>
                <c:pt idx="13771">
                  <c:v>0.17798124750542796</c:v>
                </c:pt>
                <c:pt idx="13772">
                  <c:v>0.17798767033263285</c:v>
                </c:pt>
                <c:pt idx="13773">
                  <c:v>0.17802226138302624</c:v>
                </c:pt>
                <c:pt idx="13774">
                  <c:v>0.17802727928235015</c:v>
                </c:pt>
                <c:pt idx="13775">
                  <c:v>0.17803189627933019</c:v>
                </c:pt>
                <c:pt idx="13776">
                  <c:v>0.17804558446501056</c:v>
                </c:pt>
                <c:pt idx="13777">
                  <c:v>0.17807769817137065</c:v>
                </c:pt>
                <c:pt idx="13778">
                  <c:v>0.17811169326833665</c:v>
                </c:pt>
                <c:pt idx="13779">
                  <c:v>0.17811509505051776</c:v>
                </c:pt>
                <c:pt idx="13780">
                  <c:v>0.17811999519948771</c:v>
                </c:pt>
                <c:pt idx="13781">
                  <c:v>0.17814965690288517</c:v>
                </c:pt>
                <c:pt idx="13782">
                  <c:v>0.17815639170977526</c:v>
                </c:pt>
                <c:pt idx="13783">
                  <c:v>0.17817012321747741</c:v>
                </c:pt>
                <c:pt idx="13784">
                  <c:v>0.17818011876864703</c:v>
                </c:pt>
                <c:pt idx="13785">
                  <c:v>0.1781872505948017</c:v>
                </c:pt>
                <c:pt idx="13786">
                  <c:v>0.17819384985865117</c:v>
                </c:pt>
                <c:pt idx="13787">
                  <c:v>0.17820254390641241</c:v>
                </c:pt>
                <c:pt idx="13788">
                  <c:v>0.17822371230953687</c:v>
                </c:pt>
                <c:pt idx="13789">
                  <c:v>0.17824454451603977</c:v>
                </c:pt>
                <c:pt idx="13790">
                  <c:v>0.17827863705045835</c:v>
                </c:pt>
                <c:pt idx="13791">
                  <c:v>0.17829239274716988</c:v>
                </c:pt>
                <c:pt idx="13792">
                  <c:v>0.17829659874511494</c:v>
                </c:pt>
                <c:pt idx="13793">
                  <c:v>0.1782990509013373</c:v>
                </c:pt>
                <c:pt idx="13794">
                  <c:v>0.17831315582085952</c:v>
                </c:pt>
                <c:pt idx="13795">
                  <c:v>0.17831493152919214</c:v>
                </c:pt>
                <c:pt idx="13796">
                  <c:v>0.17835220240311764</c:v>
                </c:pt>
                <c:pt idx="13797">
                  <c:v>0.17836488168292847</c:v>
                </c:pt>
                <c:pt idx="13798">
                  <c:v>0.17836696970957966</c:v>
                </c:pt>
                <c:pt idx="13799">
                  <c:v>0.17838107373389556</c:v>
                </c:pt>
                <c:pt idx="13800">
                  <c:v>0.17839825398382872</c:v>
                </c:pt>
                <c:pt idx="13801">
                  <c:v>0.17842488627673267</c:v>
                </c:pt>
                <c:pt idx="13802">
                  <c:v>0.17843025227615553</c:v>
                </c:pt>
                <c:pt idx="13803">
                  <c:v>0.17844230759785223</c:v>
                </c:pt>
                <c:pt idx="13804">
                  <c:v>0.17845980208382967</c:v>
                </c:pt>
                <c:pt idx="13805">
                  <c:v>0.17846058580624327</c:v>
                </c:pt>
                <c:pt idx="13806">
                  <c:v>0.17849329250501775</c:v>
                </c:pt>
                <c:pt idx="13807">
                  <c:v>0.17850788670232356</c:v>
                </c:pt>
                <c:pt idx="13808">
                  <c:v>0.17850893782540003</c:v>
                </c:pt>
                <c:pt idx="13809">
                  <c:v>0.17851321350423277</c:v>
                </c:pt>
                <c:pt idx="13810">
                  <c:v>0.17851324283048378</c:v>
                </c:pt>
                <c:pt idx="13811">
                  <c:v>0.17852948754054268</c:v>
                </c:pt>
                <c:pt idx="13812">
                  <c:v>0.17853280618108516</c:v>
                </c:pt>
                <c:pt idx="13813">
                  <c:v>0.17855551338067507</c:v>
                </c:pt>
                <c:pt idx="13814">
                  <c:v>0.17855772987767601</c:v>
                </c:pt>
                <c:pt idx="13815">
                  <c:v>0.17855819183289362</c:v>
                </c:pt>
                <c:pt idx="13816">
                  <c:v>0.17856691836855923</c:v>
                </c:pt>
                <c:pt idx="13817">
                  <c:v>0.17857928103996715</c:v>
                </c:pt>
                <c:pt idx="13818">
                  <c:v>0.17858012675886142</c:v>
                </c:pt>
                <c:pt idx="13819">
                  <c:v>0.17858679682852729</c:v>
                </c:pt>
                <c:pt idx="13820">
                  <c:v>0.17860361375645356</c:v>
                </c:pt>
                <c:pt idx="13821">
                  <c:v>0.17860563797207921</c:v>
                </c:pt>
                <c:pt idx="13822">
                  <c:v>0.17861230699151806</c:v>
                </c:pt>
                <c:pt idx="13823">
                  <c:v>0.17862187698510068</c:v>
                </c:pt>
                <c:pt idx="13824">
                  <c:v>0.17864013163718606</c:v>
                </c:pt>
                <c:pt idx="13825">
                  <c:v>0.17866044658149319</c:v>
                </c:pt>
                <c:pt idx="13826">
                  <c:v>0.17866839083059297</c:v>
                </c:pt>
                <c:pt idx="13827">
                  <c:v>0.17867386792743292</c:v>
                </c:pt>
                <c:pt idx="13828">
                  <c:v>0.17869356008688214</c:v>
                </c:pt>
                <c:pt idx="13829">
                  <c:v>0.17872155755792643</c:v>
                </c:pt>
                <c:pt idx="13830">
                  <c:v>0.17873369411786866</c:v>
                </c:pt>
                <c:pt idx="13831">
                  <c:v>0.17873598562151272</c:v>
                </c:pt>
                <c:pt idx="13832">
                  <c:v>0.17873824829068721</c:v>
                </c:pt>
                <c:pt idx="13833">
                  <c:v>0.17875003329075911</c:v>
                </c:pt>
                <c:pt idx="13834">
                  <c:v>0.17877429331154471</c:v>
                </c:pt>
                <c:pt idx="13835">
                  <c:v>0.17877492821256696</c:v>
                </c:pt>
                <c:pt idx="13836">
                  <c:v>0.1787855294628857</c:v>
                </c:pt>
                <c:pt idx="13837">
                  <c:v>0.17878913570506072</c:v>
                </c:pt>
                <c:pt idx="13838">
                  <c:v>0.17880709861835581</c:v>
                </c:pt>
                <c:pt idx="13839">
                  <c:v>0.17881373089623803</c:v>
                </c:pt>
                <c:pt idx="13840">
                  <c:v>0.17882781399680925</c:v>
                </c:pt>
                <c:pt idx="13841">
                  <c:v>0.17884519956383033</c:v>
                </c:pt>
                <c:pt idx="13842">
                  <c:v>0.17884538753008322</c:v>
                </c:pt>
                <c:pt idx="13843">
                  <c:v>0.17885722591443035</c:v>
                </c:pt>
                <c:pt idx="13844">
                  <c:v>0.17886484893129659</c:v>
                </c:pt>
                <c:pt idx="13845">
                  <c:v>0.1788720485525474</c:v>
                </c:pt>
                <c:pt idx="13846">
                  <c:v>0.17887608240895761</c:v>
                </c:pt>
                <c:pt idx="13847">
                  <c:v>0.17889164395586321</c:v>
                </c:pt>
                <c:pt idx="13848">
                  <c:v>0.17890420433721982</c:v>
                </c:pt>
                <c:pt idx="13849">
                  <c:v>0.17890462707370322</c:v>
                </c:pt>
                <c:pt idx="13850">
                  <c:v>0.17892016004790454</c:v>
                </c:pt>
                <c:pt idx="13851">
                  <c:v>0.17893202910470848</c:v>
                </c:pt>
                <c:pt idx="13852">
                  <c:v>0.17895679821907742</c:v>
                </c:pt>
                <c:pt idx="13853">
                  <c:v>0.17898874699557549</c:v>
                </c:pt>
                <c:pt idx="13854">
                  <c:v>0.1790103529835656</c:v>
                </c:pt>
                <c:pt idx="13855">
                  <c:v>0.17902310034948984</c:v>
                </c:pt>
                <c:pt idx="13856">
                  <c:v>0.17903066877650237</c:v>
                </c:pt>
                <c:pt idx="13857">
                  <c:v>0.17904050669821042</c:v>
                </c:pt>
                <c:pt idx="13858">
                  <c:v>0.17904112374774672</c:v>
                </c:pt>
                <c:pt idx="13859">
                  <c:v>0.17904149389465196</c:v>
                </c:pt>
                <c:pt idx="13860">
                  <c:v>0.17907558697441261</c:v>
                </c:pt>
                <c:pt idx="13861">
                  <c:v>0.17907565652740531</c:v>
                </c:pt>
                <c:pt idx="13862">
                  <c:v>0.17908174510460398</c:v>
                </c:pt>
                <c:pt idx="13863">
                  <c:v>0.1790843276803071</c:v>
                </c:pt>
                <c:pt idx="13864">
                  <c:v>0.17913288523570947</c:v>
                </c:pt>
                <c:pt idx="13865">
                  <c:v>0.17915025401229132</c:v>
                </c:pt>
                <c:pt idx="13866">
                  <c:v>0.17917455063144219</c:v>
                </c:pt>
                <c:pt idx="13867">
                  <c:v>0.17918447733761012</c:v>
                </c:pt>
                <c:pt idx="13868">
                  <c:v>0.17919473162389279</c:v>
                </c:pt>
                <c:pt idx="13869">
                  <c:v>0.17920891765970937</c:v>
                </c:pt>
                <c:pt idx="13870">
                  <c:v>0.17923469446522061</c:v>
                </c:pt>
                <c:pt idx="13871">
                  <c:v>0.17923710380228539</c:v>
                </c:pt>
                <c:pt idx="13872">
                  <c:v>0.17924500039441887</c:v>
                </c:pt>
                <c:pt idx="13873">
                  <c:v>0.1792506803283834</c:v>
                </c:pt>
                <c:pt idx="13874">
                  <c:v>0.17927280829962752</c:v>
                </c:pt>
                <c:pt idx="13875">
                  <c:v>0.17928219835681874</c:v>
                </c:pt>
                <c:pt idx="13876">
                  <c:v>0.17932068475187157</c:v>
                </c:pt>
                <c:pt idx="13877">
                  <c:v>0.1793414808898964</c:v>
                </c:pt>
                <c:pt idx="13878">
                  <c:v>0.1793683244429464</c:v>
                </c:pt>
                <c:pt idx="13879">
                  <c:v>0.17942236122876878</c:v>
                </c:pt>
                <c:pt idx="13880">
                  <c:v>0.17946105794544345</c:v>
                </c:pt>
                <c:pt idx="13881">
                  <c:v>0.17946629242411513</c:v>
                </c:pt>
                <c:pt idx="13882">
                  <c:v>0.17946739721730456</c:v>
                </c:pt>
                <c:pt idx="13883">
                  <c:v>0.17948256972879606</c:v>
                </c:pt>
                <c:pt idx="13884">
                  <c:v>0.17951131153803518</c:v>
                </c:pt>
                <c:pt idx="13885">
                  <c:v>0.17951602580702875</c:v>
                </c:pt>
                <c:pt idx="13886">
                  <c:v>0.17951742136592352</c:v>
                </c:pt>
                <c:pt idx="13887">
                  <c:v>0.17951910521701728</c:v>
                </c:pt>
                <c:pt idx="13888">
                  <c:v>0.17952260048279919</c:v>
                </c:pt>
                <c:pt idx="13889">
                  <c:v>0.17954047968461073</c:v>
                </c:pt>
                <c:pt idx="13890">
                  <c:v>0.17955799449193621</c:v>
                </c:pt>
                <c:pt idx="13891">
                  <c:v>0.1795640306512174</c:v>
                </c:pt>
                <c:pt idx="13892">
                  <c:v>0.17957883072565969</c:v>
                </c:pt>
                <c:pt idx="13893">
                  <c:v>0.17961507062033483</c:v>
                </c:pt>
                <c:pt idx="13894">
                  <c:v>0.17961771158050827</c:v>
                </c:pt>
                <c:pt idx="13895">
                  <c:v>0.17962445001694977</c:v>
                </c:pt>
                <c:pt idx="13896">
                  <c:v>0.17963012563293015</c:v>
                </c:pt>
                <c:pt idx="13897">
                  <c:v>0.17965526892557526</c:v>
                </c:pt>
                <c:pt idx="13898">
                  <c:v>0.17965576410020659</c:v>
                </c:pt>
                <c:pt idx="13899">
                  <c:v>0.17966483737083427</c:v>
                </c:pt>
                <c:pt idx="13900">
                  <c:v>0.17967940343157018</c:v>
                </c:pt>
                <c:pt idx="13901">
                  <c:v>0.17970313657840845</c:v>
                </c:pt>
                <c:pt idx="13902">
                  <c:v>0.17971040598652224</c:v>
                </c:pt>
                <c:pt idx="13903">
                  <c:v>0.17972385242085304</c:v>
                </c:pt>
                <c:pt idx="13904">
                  <c:v>0.17974351607966937</c:v>
                </c:pt>
                <c:pt idx="13905">
                  <c:v>0.1797499163927655</c:v>
                </c:pt>
                <c:pt idx="13906">
                  <c:v>0.17976702399188629</c:v>
                </c:pt>
                <c:pt idx="13907">
                  <c:v>0.17980118992322691</c:v>
                </c:pt>
                <c:pt idx="13908">
                  <c:v>0.17980376552621069</c:v>
                </c:pt>
                <c:pt idx="13909">
                  <c:v>0.17983411256228146</c:v>
                </c:pt>
                <c:pt idx="13910">
                  <c:v>0.17983773368182604</c:v>
                </c:pt>
                <c:pt idx="13911">
                  <c:v>0.17985027333815254</c:v>
                </c:pt>
                <c:pt idx="13912">
                  <c:v>0.17987725438438504</c:v>
                </c:pt>
                <c:pt idx="13913">
                  <c:v>0.17989466879166652</c:v>
                </c:pt>
                <c:pt idx="13914">
                  <c:v>0.17991740669384332</c:v>
                </c:pt>
                <c:pt idx="13915">
                  <c:v>0.1799383813276432</c:v>
                </c:pt>
                <c:pt idx="13916">
                  <c:v>0.17994965162722323</c:v>
                </c:pt>
                <c:pt idx="13917">
                  <c:v>0.17995138340436403</c:v>
                </c:pt>
                <c:pt idx="13918">
                  <c:v>0.17997312527297848</c:v>
                </c:pt>
                <c:pt idx="13919">
                  <c:v>0.17998487041906003</c:v>
                </c:pt>
                <c:pt idx="13920">
                  <c:v>0.18001172877828692</c:v>
                </c:pt>
                <c:pt idx="13921">
                  <c:v>0.18004544587727656</c:v>
                </c:pt>
                <c:pt idx="13922">
                  <c:v>0.18005139762301448</c:v>
                </c:pt>
                <c:pt idx="13923">
                  <c:v>0.1800590228849788</c:v>
                </c:pt>
                <c:pt idx="13924">
                  <c:v>0.18005923449382888</c:v>
                </c:pt>
                <c:pt idx="13925">
                  <c:v>0.18006652716357441</c:v>
                </c:pt>
                <c:pt idx="13926">
                  <c:v>0.18009146609087973</c:v>
                </c:pt>
                <c:pt idx="13927">
                  <c:v>0.18010984993570053</c:v>
                </c:pt>
                <c:pt idx="13928">
                  <c:v>0.18011791236613009</c:v>
                </c:pt>
                <c:pt idx="13929">
                  <c:v>0.1801202476720008</c:v>
                </c:pt>
                <c:pt idx="13930">
                  <c:v>0.18012155795354889</c:v>
                </c:pt>
                <c:pt idx="13931">
                  <c:v>0.1801284565794673</c:v>
                </c:pt>
                <c:pt idx="13932">
                  <c:v>0.18016174878168753</c:v>
                </c:pt>
                <c:pt idx="13933">
                  <c:v>0.18016298902830194</c:v>
                </c:pt>
                <c:pt idx="13934">
                  <c:v>0.18017263174022954</c:v>
                </c:pt>
                <c:pt idx="13935">
                  <c:v>0.18018910751471651</c:v>
                </c:pt>
                <c:pt idx="13936">
                  <c:v>0.1801970384102255</c:v>
                </c:pt>
                <c:pt idx="13937">
                  <c:v>0.1801990705006403</c:v>
                </c:pt>
                <c:pt idx="13938">
                  <c:v>0.1802020141396721</c:v>
                </c:pt>
                <c:pt idx="13939">
                  <c:v>0.18020664018787477</c:v>
                </c:pt>
                <c:pt idx="13940">
                  <c:v>0.180211493546825</c:v>
                </c:pt>
                <c:pt idx="13941">
                  <c:v>0.18021753515252403</c:v>
                </c:pt>
                <c:pt idx="13942">
                  <c:v>0.18021816468848945</c:v>
                </c:pt>
                <c:pt idx="13943">
                  <c:v>0.18022010288903392</c:v>
                </c:pt>
                <c:pt idx="13944">
                  <c:v>0.1802575942256518</c:v>
                </c:pt>
                <c:pt idx="13945">
                  <c:v>0.18028779706932554</c:v>
                </c:pt>
                <c:pt idx="13946">
                  <c:v>0.18029264742510262</c:v>
                </c:pt>
                <c:pt idx="13947">
                  <c:v>0.18030016399777637</c:v>
                </c:pt>
                <c:pt idx="13948">
                  <c:v>0.18030970635386601</c:v>
                </c:pt>
                <c:pt idx="13949">
                  <c:v>0.18031236146162227</c:v>
                </c:pt>
                <c:pt idx="13950">
                  <c:v>0.18031681321430015</c:v>
                </c:pt>
                <c:pt idx="13951">
                  <c:v>0.18032706787892849</c:v>
                </c:pt>
                <c:pt idx="13952">
                  <c:v>0.1803695716063026</c:v>
                </c:pt>
                <c:pt idx="13953">
                  <c:v>0.18037607904955677</c:v>
                </c:pt>
                <c:pt idx="13954">
                  <c:v>0.18038861563353692</c:v>
                </c:pt>
                <c:pt idx="13955">
                  <c:v>0.18041291104937771</c:v>
                </c:pt>
                <c:pt idx="13956">
                  <c:v>0.18043188258133905</c:v>
                </c:pt>
                <c:pt idx="13957">
                  <c:v>0.18046921101768645</c:v>
                </c:pt>
                <c:pt idx="13958">
                  <c:v>0.18048114900633722</c:v>
                </c:pt>
                <c:pt idx="13959">
                  <c:v>0.18048172616931785</c:v>
                </c:pt>
                <c:pt idx="13960">
                  <c:v>0.18048565418231693</c:v>
                </c:pt>
                <c:pt idx="13961">
                  <c:v>0.18049268978569349</c:v>
                </c:pt>
                <c:pt idx="13962">
                  <c:v>0.18050194670804978</c:v>
                </c:pt>
                <c:pt idx="13963">
                  <c:v>0.18050562750519134</c:v>
                </c:pt>
                <c:pt idx="13964">
                  <c:v>0.18054362433569501</c:v>
                </c:pt>
                <c:pt idx="13965">
                  <c:v>0.18054724754673238</c:v>
                </c:pt>
                <c:pt idx="13966">
                  <c:v>0.1805551214134278</c:v>
                </c:pt>
                <c:pt idx="13967">
                  <c:v>0.18056080899279561</c:v>
                </c:pt>
                <c:pt idx="13968">
                  <c:v>0.18056529559265774</c:v>
                </c:pt>
                <c:pt idx="13969">
                  <c:v>0.18057745247278353</c:v>
                </c:pt>
                <c:pt idx="13970">
                  <c:v>0.18058476909767299</c:v>
                </c:pt>
                <c:pt idx="13971">
                  <c:v>0.18059077377979371</c:v>
                </c:pt>
                <c:pt idx="13972">
                  <c:v>0.18060088537057908</c:v>
                </c:pt>
                <c:pt idx="13973">
                  <c:v>0.18063447546727379</c:v>
                </c:pt>
                <c:pt idx="13974">
                  <c:v>0.18064680288199617</c:v>
                </c:pt>
                <c:pt idx="13975">
                  <c:v>0.18065544471038986</c:v>
                </c:pt>
                <c:pt idx="13976">
                  <c:v>0.18066253091672052</c:v>
                </c:pt>
                <c:pt idx="13977">
                  <c:v>0.18066690567625254</c:v>
                </c:pt>
                <c:pt idx="13978">
                  <c:v>0.18068578312114345</c:v>
                </c:pt>
                <c:pt idx="13979">
                  <c:v>0.18068643085856512</c:v>
                </c:pt>
                <c:pt idx="13980">
                  <c:v>0.18069437140852559</c:v>
                </c:pt>
                <c:pt idx="13981">
                  <c:v>0.18070101682311016</c:v>
                </c:pt>
                <c:pt idx="13982">
                  <c:v>0.18072388954410096</c:v>
                </c:pt>
                <c:pt idx="13983">
                  <c:v>0.18075585711722106</c:v>
                </c:pt>
                <c:pt idx="13984">
                  <c:v>0.18078903151391046</c:v>
                </c:pt>
                <c:pt idx="13985">
                  <c:v>0.18079944897309833</c:v>
                </c:pt>
                <c:pt idx="13986">
                  <c:v>0.18082227542843943</c:v>
                </c:pt>
                <c:pt idx="13987">
                  <c:v>0.18083808953938421</c:v>
                </c:pt>
                <c:pt idx="13988">
                  <c:v>0.18084139310134367</c:v>
                </c:pt>
                <c:pt idx="13989">
                  <c:v>0.18084549890892487</c:v>
                </c:pt>
                <c:pt idx="13990">
                  <c:v>0.18086214822615224</c:v>
                </c:pt>
                <c:pt idx="13991">
                  <c:v>0.18087575902173125</c:v>
                </c:pt>
                <c:pt idx="13992">
                  <c:v>0.18089436894872166</c:v>
                </c:pt>
                <c:pt idx="13993">
                  <c:v>0.18094102766864273</c:v>
                </c:pt>
                <c:pt idx="13994">
                  <c:v>0.1809428101141462</c:v>
                </c:pt>
                <c:pt idx="13995">
                  <c:v>0.18099416497378407</c:v>
                </c:pt>
                <c:pt idx="13996">
                  <c:v>0.1810007845491314</c:v>
                </c:pt>
                <c:pt idx="13997">
                  <c:v>0.18101330871545473</c:v>
                </c:pt>
                <c:pt idx="13998">
                  <c:v>0.1810368720752506</c:v>
                </c:pt>
                <c:pt idx="13999">
                  <c:v>0.18103982938421229</c:v>
                </c:pt>
                <c:pt idx="14000">
                  <c:v>0.18105084620875583</c:v>
                </c:pt>
                <c:pt idx="14001">
                  <c:v>0.18110838783316482</c:v>
                </c:pt>
                <c:pt idx="14002">
                  <c:v>0.18119168663009613</c:v>
                </c:pt>
                <c:pt idx="14003">
                  <c:v>0.18120652016847291</c:v>
                </c:pt>
                <c:pt idx="14004">
                  <c:v>0.18120967987355857</c:v>
                </c:pt>
                <c:pt idx="14005">
                  <c:v>0.18123640143309128</c:v>
                </c:pt>
                <c:pt idx="14006">
                  <c:v>0.18124277230255426</c:v>
                </c:pt>
                <c:pt idx="14007">
                  <c:v>0.18125508869112866</c:v>
                </c:pt>
                <c:pt idx="14008">
                  <c:v>0.18126379530572378</c:v>
                </c:pt>
                <c:pt idx="14009">
                  <c:v>0.1812984438916293</c:v>
                </c:pt>
                <c:pt idx="14010">
                  <c:v>0.18130009836633906</c:v>
                </c:pt>
                <c:pt idx="14011">
                  <c:v>0.18131113276327876</c:v>
                </c:pt>
                <c:pt idx="14012">
                  <c:v>0.18132023962285321</c:v>
                </c:pt>
                <c:pt idx="14013">
                  <c:v>0.18133168587163717</c:v>
                </c:pt>
                <c:pt idx="14014">
                  <c:v>0.18135771376223672</c:v>
                </c:pt>
                <c:pt idx="14015">
                  <c:v>0.18138444003340456</c:v>
                </c:pt>
                <c:pt idx="14016">
                  <c:v>0.18139941399228959</c:v>
                </c:pt>
                <c:pt idx="14017">
                  <c:v>0.18140795631579598</c:v>
                </c:pt>
                <c:pt idx="14018">
                  <c:v>0.18142340282423808</c:v>
                </c:pt>
                <c:pt idx="14019">
                  <c:v>0.18142462794748085</c:v>
                </c:pt>
                <c:pt idx="14020">
                  <c:v>0.18144078803593786</c:v>
                </c:pt>
                <c:pt idx="14021">
                  <c:v>0.18144128576945634</c:v>
                </c:pt>
                <c:pt idx="14022">
                  <c:v>0.18144165923395686</c:v>
                </c:pt>
                <c:pt idx="14023">
                  <c:v>0.18144238349957256</c:v>
                </c:pt>
                <c:pt idx="14024">
                  <c:v>0.18145171067811933</c:v>
                </c:pt>
                <c:pt idx="14025">
                  <c:v>0.18147145226042122</c:v>
                </c:pt>
                <c:pt idx="14026">
                  <c:v>0.18147497973057261</c:v>
                </c:pt>
                <c:pt idx="14027">
                  <c:v>0.18148961798912147</c:v>
                </c:pt>
                <c:pt idx="14028">
                  <c:v>0.18149322306425991</c:v>
                </c:pt>
                <c:pt idx="14029">
                  <c:v>0.18152660406176679</c:v>
                </c:pt>
                <c:pt idx="14030">
                  <c:v>0.18153674735503098</c:v>
                </c:pt>
                <c:pt idx="14031">
                  <c:v>0.18156883339708393</c:v>
                </c:pt>
                <c:pt idx="14032">
                  <c:v>0.18158779518086562</c:v>
                </c:pt>
                <c:pt idx="14033">
                  <c:v>0.18160698225425706</c:v>
                </c:pt>
                <c:pt idx="14034">
                  <c:v>0.18161225470179618</c:v>
                </c:pt>
                <c:pt idx="14035">
                  <c:v>0.1816367238119832</c:v>
                </c:pt>
                <c:pt idx="14036">
                  <c:v>0.18165577947858352</c:v>
                </c:pt>
                <c:pt idx="14037">
                  <c:v>0.18172066510135126</c:v>
                </c:pt>
                <c:pt idx="14038">
                  <c:v>0.18175931499215775</c:v>
                </c:pt>
                <c:pt idx="14039">
                  <c:v>0.18177491330240572</c:v>
                </c:pt>
                <c:pt idx="14040">
                  <c:v>0.18177760967217829</c:v>
                </c:pt>
                <c:pt idx="14041">
                  <c:v>0.18178013014461855</c:v>
                </c:pt>
                <c:pt idx="14042">
                  <c:v>0.18182280653642621</c:v>
                </c:pt>
                <c:pt idx="14043">
                  <c:v>0.18182435337677338</c:v>
                </c:pt>
                <c:pt idx="14044">
                  <c:v>0.18183157996348517</c:v>
                </c:pt>
                <c:pt idx="14045">
                  <c:v>0.18183796290212578</c:v>
                </c:pt>
                <c:pt idx="14046">
                  <c:v>0.18186966354911896</c:v>
                </c:pt>
                <c:pt idx="14047">
                  <c:v>0.18187093149913525</c:v>
                </c:pt>
                <c:pt idx="14048">
                  <c:v>0.18189393829599934</c:v>
                </c:pt>
                <c:pt idx="14049">
                  <c:v>0.18191492194172917</c:v>
                </c:pt>
                <c:pt idx="14050">
                  <c:v>0.18192386593920701</c:v>
                </c:pt>
                <c:pt idx="14051">
                  <c:v>0.18193349355036059</c:v>
                </c:pt>
                <c:pt idx="14052">
                  <c:v>0.18195865291210941</c:v>
                </c:pt>
                <c:pt idx="14053">
                  <c:v>0.18198422609331191</c:v>
                </c:pt>
                <c:pt idx="14054">
                  <c:v>0.18199491185202282</c:v>
                </c:pt>
                <c:pt idx="14055">
                  <c:v>0.18201881567131831</c:v>
                </c:pt>
                <c:pt idx="14056">
                  <c:v>0.18202983188426292</c:v>
                </c:pt>
                <c:pt idx="14057">
                  <c:v>0.18205840849915797</c:v>
                </c:pt>
                <c:pt idx="14058">
                  <c:v>0.18206865341130443</c:v>
                </c:pt>
                <c:pt idx="14059">
                  <c:v>0.18208779648559179</c:v>
                </c:pt>
                <c:pt idx="14060">
                  <c:v>0.18208882639499058</c:v>
                </c:pt>
                <c:pt idx="14061">
                  <c:v>0.18210988014652013</c:v>
                </c:pt>
                <c:pt idx="14062">
                  <c:v>0.18212605951180588</c:v>
                </c:pt>
                <c:pt idx="14063">
                  <c:v>0.18212850371832121</c:v>
                </c:pt>
                <c:pt idx="14064">
                  <c:v>0.18213567167142822</c:v>
                </c:pt>
                <c:pt idx="14065">
                  <c:v>0.18215659433046402</c:v>
                </c:pt>
                <c:pt idx="14066">
                  <c:v>0.18219112508323385</c:v>
                </c:pt>
                <c:pt idx="14067">
                  <c:v>0.1821926261503774</c:v>
                </c:pt>
                <c:pt idx="14068">
                  <c:v>0.18219612416170761</c:v>
                </c:pt>
                <c:pt idx="14069">
                  <c:v>0.18222616515657314</c:v>
                </c:pt>
                <c:pt idx="14070">
                  <c:v>0.18224644423768291</c:v>
                </c:pt>
                <c:pt idx="14071">
                  <c:v>0.18225949426109417</c:v>
                </c:pt>
                <c:pt idx="14072">
                  <c:v>0.18226905979206318</c:v>
                </c:pt>
                <c:pt idx="14073">
                  <c:v>0.18227336870037575</c:v>
                </c:pt>
                <c:pt idx="14074">
                  <c:v>0.18229549642147475</c:v>
                </c:pt>
                <c:pt idx="14075">
                  <c:v>0.18229817970153531</c:v>
                </c:pt>
                <c:pt idx="14076">
                  <c:v>0.182309941120257</c:v>
                </c:pt>
                <c:pt idx="14077">
                  <c:v>0.18231386569089569</c:v>
                </c:pt>
                <c:pt idx="14078">
                  <c:v>0.18231489766593614</c:v>
                </c:pt>
                <c:pt idx="14079">
                  <c:v>0.18232541538906757</c:v>
                </c:pt>
                <c:pt idx="14080">
                  <c:v>0.18234898873769786</c:v>
                </c:pt>
                <c:pt idx="14081">
                  <c:v>0.18235523566615283</c:v>
                </c:pt>
                <c:pt idx="14082">
                  <c:v>0.18237530027611629</c:v>
                </c:pt>
                <c:pt idx="14083">
                  <c:v>0.18238270750837537</c:v>
                </c:pt>
                <c:pt idx="14084">
                  <c:v>0.18240972055498758</c:v>
                </c:pt>
                <c:pt idx="14085">
                  <c:v>0.18241125968541411</c:v>
                </c:pt>
                <c:pt idx="14086">
                  <c:v>0.18241467132762457</c:v>
                </c:pt>
                <c:pt idx="14087">
                  <c:v>0.18243202358368596</c:v>
                </c:pt>
                <c:pt idx="14088">
                  <c:v>0.18243341036153579</c:v>
                </c:pt>
                <c:pt idx="14089">
                  <c:v>0.18248542676261517</c:v>
                </c:pt>
                <c:pt idx="14090">
                  <c:v>0.18249061245135978</c:v>
                </c:pt>
                <c:pt idx="14091">
                  <c:v>0.18250565851158335</c:v>
                </c:pt>
                <c:pt idx="14092">
                  <c:v>0.18250585095055924</c:v>
                </c:pt>
                <c:pt idx="14093">
                  <c:v>0.18251199162602388</c:v>
                </c:pt>
                <c:pt idx="14094">
                  <c:v>0.18251229624913021</c:v>
                </c:pt>
                <c:pt idx="14095">
                  <c:v>0.18256945006566039</c:v>
                </c:pt>
                <c:pt idx="14096">
                  <c:v>0.18256970614466372</c:v>
                </c:pt>
                <c:pt idx="14097">
                  <c:v>0.18257830771729011</c:v>
                </c:pt>
                <c:pt idx="14098">
                  <c:v>0.1825821414540886</c:v>
                </c:pt>
                <c:pt idx="14099">
                  <c:v>0.1825976338864374</c:v>
                </c:pt>
                <c:pt idx="14100">
                  <c:v>0.18261616038109479</c:v>
                </c:pt>
                <c:pt idx="14101">
                  <c:v>0.18262503462439744</c:v>
                </c:pt>
                <c:pt idx="14102">
                  <c:v>0.18265356577431716</c:v>
                </c:pt>
                <c:pt idx="14103">
                  <c:v>0.18265617839073303</c:v>
                </c:pt>
                <c:pt idx="14104">
                  <c:v>0.18265908542456355</c:v>
                </c:pt>
                <c:pt idx="14105">
                  <c:v>0.18266512937605994</c:v>
                </c:pt>
                <c:pt idx="14106">
                  <c:v>0.18267794228802156</c:v>
                </c:pt>
                <c:pt idx="14107">
                  <c:v>0.18268209582534861</c:v>
                </c:pt>
                <c:pt idx="14108">
                  <c:v>0.18268316243463523</c:v>
                </c:pt>
                <c:pt idx="14109">
                  <c:v>0.18269544068924939</c:v>
                </c:pt>
                <c:pt idx="14110">
                  <c:v>0.18270565959359694</c:v>
                </c:pt>
                <c:pt idx="14111">
                  <c:v>0.18273497219001439</c:v>
                </c:pt>
                <c:pt idx="14112">
                  <c:v>0.18273558348973232</c:v>
                </c:pt>
                <c:pt idx="14113">
                  <c:v>0.18274977163625125</c:v>
                </c:pt>
                <c:pt idx="14114">
                  <c:v>0.18276559488947361</c:v>
                </c:pt>
                <c:pt idx="14115">
                  <c:v>0.18277692752876007</c:v>
                </c:pt>
                <c:pt idx="14116">
                  <c:v>0.18278198099343029</c:v>
                </c:pt>
                <c:pt idx="14117">
                  <c:v>0.18278255523392412</c:v>
                </c:pt>
                <c:pt idx="14118">
                  <c:v>0.18278472443990912</c:v>
                </c:pt>
                <c:pt idx="14119">
                  <c:v>0.18279461761962321</c:v>
                </c:pt>
                <c:pt idx="14120">
                  <c:v>0.18280064243059163</c:v>
                </c:pt>
                <c:pt idx="14121">
                  <c:v>0.18280615033748426</c:v>
                </c:pt>
                <c:pt idx="14122">
                  <c:v>0.1828130969605907</c:v>
                </c:pt>
                <c:pt idx="14123">
                  <c:v>0.18281610697965894</c:v>
                </c:pt>
                <c:pt idx="14124">
                  <c:v>0.18282935536656203</c:v>
                </c:pt>
                <c:pt idx="14125">
                  <c:v>0.18283269485627832</c:v>
                </c:pt>
                <c:pt idx="14126">
                  <c:v>0.18289492972067137</c:v>
                </c:pt>
                <c:pt idx="14127">
                  <c:v>0.18289931455628203</c:v>
                </c:pt>
                <c:pt idx="14128">
                  <c:v>0.1828999303848127</c:v>
                </c:pt>
                <c:pt idx="14129">
                  <c:v>0.1829079640612328</c:v>
                </c:pt>
                <c:pt idx="14130">
                  <c:v>0.1829220994400676</c:v>
                </c:pt>
                <c:pt idx="14131">
                  <c:v>0.18294638796079452</c:v>
                </c:pt>
                <c:pt idx="14132">
                  <c:v>0.18295920156030321</c:v>
                </c:pt>
                <c:pt idx="14133">
                  <c:v>0.18295945477240605</c:v>
                </c:pt>
                <c:pt idx="14134">
                  <c:v>0.1829878243495722</c:v>
                </c:pt>
                <c:pt idx="14135">
                  <c:v>0.18299021329808651</c:v>
                </c:pt>
                <c:pt idx="14136">
                  <c:v>0.18299384868202964</c:v>
                </c:pt>
                <c:pt idx="14137">
                  <c:v>0.18299528330320627</c:v>
                </c:pt>
                <c:pt idx="14138">
                  <c:v>0.18302494757335686</c:v>
                </c:pt>
                <c:pt idx="14139">
                  <c:v>0.18302558757046267</c:v>
                </c:pt>
                <c:pt idx="14140">
                  <c:v>0.18305490509800687</c:v>
                </c:pt>
                <c:pt idx="14141">
                  <c:v>0.18310336459176688</c:v>
                </c:pt>
                <c:pt idx="14142">
                  <c:v>0.1831078977307373</c:v>
                </c:pt>
                <c:pt idx="14143">
                  <c:v>0.18310830999618888</c:v>
                </c:pt>
                <c:pt idx="14144">
                  <c:v>0.18311997356082821</c:v>
                </c:pt>
                <c:pt idx="14145">
                  <c:v>0.18313482673160761</c:v>
                </c:pt>
                <c:pt idx="14146">
                  <c:v>0.18318464832899223</c:v>
                </c:pt>
                <c:pt idx="14147">
                  <c:v>0.18322748555650495</c:v>
                </c:pt>
                <c:pt idx="14148">
                  <c:v>0.18325107571781407</c:v>
                </c:pt>
                <c:pt idx="14149">
                  <c:v>0.18325424161862089</c:v>
                </c:pt>
                <c:pt idx="14150">
                  <c:v>0.1832578489566582</c:v>
                </c:pt>
                <c:pt idx="14151">
                  <c:v>0.18325864015160584</c:v>
                </c:pt>
                <c:pt idx="14152">
                  <c:v>0.18326308803197541</c:v>
                </c:pt>
                <c:pt idx="14153">
                  <c:v>0.18326441990640077</c:v>
                </c:pt>
                <c:pt idx="14154">
                  <c:v>0.18327567973820857</c:v>
                </c:pt>
                <c:pt idx="14155">
                  <c:v>0.18330193138547288</c:v>
                </c:pt>
                <c:pt idx="14156">
                  <c:v>0.18330369715688657</c:v>
                </c:pt>
                <c:pt idx="14157">
                  <c:v>0.18332631437206046</c:v>
                </c:pt>
                <c:pt idx="14158">
                  <c:v>0.18333120760866067</c:v>
                </c:pt>
                <c:pt idx="14159">
                  <c:v>0.18333832447397613</c:v>
                </c:pt>
                <c:pt idx="14160">
                  <c:v>0.18335853016383813</c:v>
                </c:pt>
                <c:pt idx="14161">
                  <c:v>0.18336257434571876</c:v>
                </c:pt>
                <c:pt idx="14162">
                  <c:v>0.18337348589939453</c:v>
                </c:pt>
                <c:pt idx="14163">
                  <c:v>0.18337823339503748</c:v>
                </c:pt>
                <c:pt idx="14164">
                  <c:v>0.18338320461350424</c:v>
                </c:pt>
                <c:pt idx="14165">
                  <c:v>0.18341411212562839</c:v>
                </c:pt>
                <c:pt idx="14166">
                  <c:v>0.18341797181157624</c:v>
                </c:pt>
                <c:pt idx="14167">
                  <c:v>0.18342912311084036</c:v>
                </c:pt>
                <c:pt idx="14168">
                  <c:v>0.18343108439319833</c:v>
                </c:pt>
                <c:pt idx="14169">
                  <c:v>0.18345211088679522</c:v>
                </c:pt>
                <c:pt idx="14170">
                  <c:v>0.18346727717800337</c:v>
                </c:pt>
                <c:pt idx="14171">
                  <c:v>0.18346777541764045</c:v>
                </c:pt>
                <c:pt idx="14172">
                  <c:v>0.18346863893993404</c:v>
                </c:pt>
                <c:pt idx="14173">
                  <c:v>0.18348070324874313</c:v>
                </c:pt>
                <c:pt idx="14174">
                  <c:v>0.18349837043729547</c:v>
                </c:pt>
                <c:pt idx="14175">
                  <c:v>0.18350006085550213</c:v>
                </c:pt>
                <c:pt idx="14176">
                  <c:v>0.18352877285967859</c:v>
                </c:pt>
                <c:pt idx="14177">
                  <c:v>0.18354262123715898</c:v>
                </c:pt>
                <c:pt idx="14178">
                  <c:v>0.18355705950691303</c:v>
                </c:pt>
                <c:pt idx="14179">
                  <c:v>0.1836181338132071</c:v>
                </c:pt>
                <c:pt idx="14180">
                  <c:v>0.18364987158388063</c:v>
                </c:pt>
                <c:pt idx="14181">
                  <c:v>0.18365865565534198</c:v>
                </c:pt>
                <c:pt idx="14182">
                  <c:v>0.18368115276668004</c:v>
                </c:pt>
                <c:pt idx="14183">
                  <c:v>0.18371202740519338</c:v>
                </c:pt>
                <c:pt idx="14184">
                  <c:v>0.1837207676534364</c:v>
                </c:pt>
                <c:pt idx="14185">
                  <c:v>0.1837322213404517</c:v>
                </c:pt>
                <c:pt idx="14186">
                  <c:v>0.1837473726206012</c:v>
                </c:pt>
                <c:pt idx="14187">
                  <c:v>0.18376690955673788</c:v>
                </c:pt>
                <c:pt idx="14188">
                  <c:v>0.18377006465689244</c:v>
                </c:pt>
                <c:pt idx="14189">
                  <c:v>0.18377213365537737</c:v>
                </c:pt>
                <c:pt idx="14190">
                  <c:v>0.18378810967730239</c:v>
                </c:pt>
                <c:pt idx="14191">
                  <c:v>0.18380130645444848</c:v>
                </c:pt>
                <c:pt idx="14192">
                  <c:v>0.18380274231912866</c:v>
                </c:pt>
                <c:pt idx="14193">
                  <c:v>0.18382398500055433</c:v>
                </c:pt>
                <c:pt idx="14194">
                  <c:v>0.18386716804900063</c:v>
                </c:pt>
                <c:pt idx="14195">
                  <c:v>0.18387488270734104</c:v>
                </c:pt>
                <c:pt idx="14196">
                  <c:v>0.18391548796190674</c:v>
                </c:pt>
                <c:pt idx="14197">
                  <c:v>0.18393790292212278</c:v>
                </c:pt>
                <c:pt idx="14198">
                  <c:v>0.18393914088778143</c:v>
                </c:pt>
                <c:pt idx="14199">
                  <c:v>0.18394015925021168</c:v>
                </c:pt>
                <c:pt idx="14200">
                  <c:v>0.18394340303488901</c:v>
                </c:pt>
                <c:pt idx="14201">
                  <c:v>0.18394906153056978</c:v>
                </c:pt>
                <c:pt idx="14202">
                  <c:v>0.1839531707802354</c:v>
                </c:pt>
                <c:pt idx="14203">
                  <c:v>0.18397683059411291</c:v>
                </c:pt>
                <c:pt idx="14204">
                  <c:v>0.18397851150423214</c:v>
                </c:pt>
                <c:pt idx="14205">
                  <c:v>0.18398060553370807</c:v>
                </c:pt>
                <c:pt idx="14206">
                  <c:v>0.18398876388162644</c:v>
                </c:pt>
                <c:pt idx="14207">
                  <c:v>0.18402517548056199</c:v>
                </c:pt>
                <c:pt idx="14208">
                  <c:v>0.1840349580423622</c:v>
                </c:pt>
                <c:pt idx="14209">
                  <c:v>0.18404043417700597</c:v>
                </c:pt>
                <c:pt idx="14210">
                  <c:v>0.18406348450525947</c:v>
                </c:pt>
                <c:pt idx="14211">
                  <c:v>0.18408997028556859</c:v>
                </c:pt>
                <c:pt idx="14212">
                  <c:v>0.18409062913471738</c:v>
                </c:pt>
                <c:pt idx="14213">
                  <c:v>0.18409918422465585</c:v>
                </c:pt>
                <c:pt idx="14214">
                  <c:v>0.18410409732329996</c:v>
                </c:pt>
                <c:pt idx="14215">
                  <c:v>0.18410751007680115</c:v>
                </c:pt>
                <c:pt idx="14216">
                  <c:v>0.18412512922792945</c:v>
                </c:pt>
                <c:pt idx="14217">
                  <c:v>0.18414677303563834</c:v>
                </c:pt>
                <c:pt idx="14218">
                  <c:v>0.18414902430181979</c:v>
                </c:pt>
                <c:pt idx="14219">
                  <c:v>0.18415657357578877</c:v>
                </c:pt>
                <c:pt idx="14220">
                  <c:v>0.18416646783391991</c:v>
                </c:pt>
                <c:pt idx="14221">
                  <c:v>0.1841714879187025</c:v>
                </c:pt>
                <c:pt idx="14222">
                  <c:v>0.18419737004215522</c:v>
                </c:pt>
                <c:pt idx="14223">
                  <c:v>0.18419787573431584</c:v>
                </c:pt>
                <c:pt idx="14224">
                  <c:v>0.18419987526053277</c:v>
                </c:pt>
                <c:pt idx="14225">
                  <c:v>0.18420232120003069</c:v>
                </c:pt>
                <c:pt idx="14226">
                  <c:v>0.18420780069463782</c:v>
                </c:pt>
                <c:pt idx="14227">
                  <c:v>0.1842144211100406</c:v>
                </c:pt>
                <c:pt idx="14228">
                  <c:v>0.18424009314457127</c:v>
                </c:pt>
                <c:pt idx="14229">
                  <c:v>0.18424465827684677</c:v>
                </c:pt>
                <c:pt idx="14230">
                  <c:v>0.18426643554767105</c:v>
                </c:pt>
                <c:pt idx="14231">
                  <c:v>0.18426951093858029</c:v>
                </c:pt>
                <c:pt idx="14232">
                  <c:v>0.18427049789884933</c:v>
                </c:pt>
                <c:pt idx="14233">
                  <c:v>0.18427972158838524</c:v>
                </c:pt>
                <c:pt idx="14234">
                  <c:v>0.18429422629938447</c:v>
                </c:pt>
                <c:pt idx="14235">
                  <c:v>0.18429723228433509</c:v>
                </c:pt>
                <c:pt idx="14236">
                  <c:v>0.18429775443653687</c:v>
                </c:pt>
                <c:pt idx="14237">
                  <c:v>0.18430213351244606</c:v>
                </c:pt>
                <c:pt idx="14238">
                  <c:v>0.18430487385086666</c:v>
                </c:pt>
                <c:pt idx="14239">
                  <c:v>0.184329333846874</c:v>
                </c:pt>
                <c:pt idx="14240">
                  <c:v>0.18433420337889328</c:v>
                </c:pt>
                <c:pt idx="14241">
                  <c:v>0.18433679740243739</c:v>
                </c:pt>
                <c:pt idx="14242">
                  <c:v>0.18436938876972303</c:v>
                </c:pt>
                <c:pt idx="14243">
                  <c:v>0.18437971456577137</c:v>
                </c:pt>
                <c:pt idx="14244">
                  <c:v>0.18438420199117075</c:v>
                </c:pt>
                <c:pt idx="14245">
                  <c:v>0.1844117754177439</c:v>
                </c:pt>
                <c:pt idx="14246">
                  <c:v>0.18442798142494934</c:v>
                </c:pt>
                <c:pt idx="14247">
                  <c:v>0.18445604674050281</c:v>
                </c:pt>
                <c:pt idx="14248">
                  <c:v>0.18445988848361269</c:v>
                </c:pt>
                <c:pt idx="14249">
                  <c:v>0.18448107381233217</c:v>
                </c:pt>
                <c:pt idx="14250">
                  <c:v>0.18448197610625228</c:v>
                </c:pt>
                <c:pt idx="14251">
                  <c:v>0.18451156367266755</c:v>
                </c:pt>
                <c:pt idx="14252">
                  <c:v>0.18451776421870592</c:v>
                </c:pt>
                <c:pt idx="14253">
                  <c:v>0.18452584380248455</c:v>
                </c:pt>
                <c:pt idx="14254">
                  <c:v>0.18454209362996962</c:v>
                </c:pt>
                <c:pt idx="14255">
                  <c:v>0.1845629758674108</c:v>
                </c:pt>
                <c:pt idx="14256">
                  <c:v>0.18457956227995648</c:v>
                </c:pt>
                <c:pt idx="14257">
                  <c:v>0.18458136904152808</c:v>
                </c:pt>
                <c:pt idx="14258">
                  <c:v>0.18458563310833473</c:v>
                </c:pt>
                <c:pt idx="14259">
                  <c:v>0.18462022465151084</c:v>
                </c:pt>
                <c:pt idx="14260">
                  <c:v>0.1846283691295873</c:v>
                </c:pt>
                <c:pt idx="14261">
                  <c:v>0.18464070949170175</c:v>
                </c:pt>
                <c:pt idx="14262">
                  <c:v>0.18464147526427949</c:v>
                </c:pt>
                <c:pt idx="14263">
                  <c:v>0.18464282004675703</c:v>
                </c:pt>
                <c:pt idx="14264">
                  <c:v>0.18465814649136905</c:v>
                </c:pt>
                <c:pt idx="14265">
                  <c:v>0.18466686101328816</c:v>
                </c:pt>
                <c:pt idx="14266">
                  <c:v>0.18468391695854647</c:v>
                </c:pt>
                <c:pt idx="14267">
                  <c:v>0.18470177463218462</c:v>
                </c:pt>
                <c:pt idx="14268">
                  <c:v>0.18472085315363546</c:v>
                </c:pt>
                <c:pt idx="14269">
                  <c:v>0.18472173212248991</c:v>
                </c:pt>
                <c:pt idx="14270">
                  <c:v>0.18473219047780312</c:v>
                </c:pt>
                <c:pt idx="14271">
                  <c:v>0.18475188574732648</c:v>
                </c:pt>
                <c:pt idx="14272">
                  <c:v>0.18475237018819274</c:v>
                </c:pt>
                <c:pt idx="14273">
                  <c:v>0.18475419850522537</c:v>
                </c:pt>
                <c:pt idx="14274">
                  <c:v>0.18478599387969763</c:v>
                </c:pt>
                <c:pt idx="14275">
                  <c:v>0.18480538610536354</c:v>
                </c:pt>
                <c:pt idx="14276">
                  <c:v>0.18480580417846537</c:v>
                </c:pt>
                <c:pt idx="14277">
                  <c:v>0.18484371408607464</c:v>
                </c:pt>
                <c:pt idx="14278">
                  <c:v>0.18484785332367065</c:v>
                </c:pt>
                <c:pt idx="14279">
                  <c:v>0.18485776903823276</c:v>
                </c:pt>
                <c:pt idx="14280">
                  <c:v>0.1848794547552387</c:v>
                </c:pt>
                <c:pt idx="14281">
                  <c:v>0.18488401425648188</c:v>
                </c:pt>
                <c:pt idx="14282">
                  <c:v>0.18491771425712919</c:v>
                </c:pt>
                <c:pt idx="14283">
                  <c:v>0.18492329809975019</c:v>
                </c:pt>
                <c:pt idx="14284">
                  <c:v>0.18492989381026442</c:v>
                </c:pt>
                <c:pt idx="14285">
                  <c:v>0.18493094759432063</c:v>
                </c:pt>
                <c:pt idx="14286">
                  <c:v>0.18493456041175943</c:v>
                </c:pt>
                <c:pt idx="14287">
                  <c:v>0.18496343710036342</c:v>
                </c:pt>
                <c:pt idx="14288">
                  <c:v>0.18496444862544573</c:v>
                </c:pt>
                <c:pt idx="14289">
                  <c:v>0.18498925527364038</c:v>
                </c:pt>
                <c:pt idx="14290">
                  <c:v>0.18499113614266949</c:v>
                </c:pt>
                <c:pt idx="14291">
                  <c:v>0.18499728981414448</c:v>
                </c:pt>
                <c:pt idx="14292">
                  <c:v>0.1850051078609197</c:v>
                </c:pt>
                <c:pt idx="14293">
                  <c:v>0.1850167977909965</c:v>
                </c:pt>
                <c:pt idx="14294">
                  <c:v>0.18502301581481398</c:v>
                </c:pt>
                <c:pt idx="14295">
                  <c:v>0.18502429495409445</c:v>
                </c:pt>
                <c:pt idx="14296">
                  <c:v>0.18507049041419096</c:v>
                </c:pt>
                <c:pt idx="14297">
                  <c:v>0.18509013098897012</c:v>
                </c:pt>
                <c:pt idx="14298">
                  <c:v>0.18509719694576635</c:v>
                </c:pt>
                <c:pt idx="14299">
                  <c:v>0.18511398413531427</c:v>
                </c:pt>
                <c:pt idx="14300">
                  <c:v>0.18518297167649414</c:v>
                </c:pt>
                <c:pt idx="14301">
                  <c:v>0.18519441882020704</c:v>
                </c:pt>
                <c:pt idx="14302">
                  <c:v>0.18519844132217153</c:v>
                </c:pt>
                <c:pt idx="14303">
                  <c:v>0.18519872373957619</c:v>
                </c:pt>
                <c:pt idx="14304">
                  <c:v>0.18522859553447996</c:v>
                </c:pt>
                <c:pt idx="14305">
                  <c:v>0.18525406002840797</c:v>
                </c:pt>
                <c:pt idx="14306">
                  <c:v>0.18525965883042866</c:v>
                </c:pt>
                <c:pt idx="14307">
                  <c:v>0.18526591697421224</c:v>
                </c:pt>
                <c:pt idx="14308">
                  <c:v>0.18528028482295478</c:v>
                </c:pt>
                <c:pt idx="14309">
                  <c:v>0.18534211616174706</c:v>
                </c:pt>
                <c:pt idx="14310">
                  <c:v>0.18535480885140918</c:v>
                </c:pt>
                <c:pt idx="14311">
                  <c:v>0.18536121308974995</c:v>
                </c:pt>
                <c:pt idx="14312">
                  <c:v>0.18536658154980407</c:v>
                </c:pt>
                <c:pt idx="14313">
                  <c:v>0.18537006264398467</c:v>
                </c:pt>
                <c:pt idx="14314">
                  <c:v>0.18537774637331147</c:v>
                </c:pt>
                <c:pt idx="14315">
                  <c:v>0.18539022365141589</c:v>
                </c:pt>
                <c:pt idx="14316">
                  <c:v>0.18539968061824635</c:v>
                </c:pt>
                <c:pt idx="14317">
                  <c:v>0.1854178321775887</c:v>
                </c:pt>
                <c:pt idx="14318">
                  <c:v>0.18544349953530687</c:v>
                </c:pt>
                <c:pt idx="14319">
                  <c:v>0.18546098723790397</c:v>
                </c:pt>
                <c:pt idx="14320">
                  <c:v>0.18548272131536642</c:v>
                </c:pt>
                <c:pt idx="14321">
                  <c:v>0.18549349601604459</c:v>
                </c:pt>
                <c:pt idx="14322">
                  <c:v>0.18552435680410748</c:v>
                </c:pt>
                <c:pt idx="14323">
                  <c:v>0.18552575505589153</c:v>
                </c:pt>
                <c:pt idx="14324">
                  <c:v>0.18553378380651178</c:v>
                </c:pt>
                <c:pt idx="14325">
                  <c:v>0.18555505277220485</c:v>
                </c:pt>
                <c:pt idx="14326">
                  <c:v>0.18555928906579658</c:v>
                </c:pt>
                <c:pt idx="14327">
                  <c:v>0.18556700520203517</c:v>
                </c:pt>
                <c:pt idx="14328">
                  <c:v>0.18557335785619711</c:v>
                </c:pt>
                <c:pt idx="14329">
                  <c:v>0.18558918687094389</c:v>
                </c:pt>
                <c:pt idx="14330">
                  <c:v>0.18559603448100906</c:v>
                </c:pt>
                <c:pt idx="14331">
                  <c:v>0.18559684691009257</c:v>
                </c:pt>
                <c:pt idx="14332">
                  <c:v>0.18559787739633643</c:v>
                </c:pt>
                <c:pt idx="14333">
                  <c:v>0.18561384753240315</c:v>
                </c:pt>
                <c:pt idx="14334">
                  <c:v>0.18562766902688793</c:v>
                </c:pt>
                <c:pt idx="14335">
                  <c:v>0.18564355084725664</c:v>
                </c:pt>
                <c:pt idx="14336">
                  <c:v>0.18565414699856411</c:v>
                </c:pt>
                <c:pt idx="14337">
                  <c:v>0.1856588431825606</c:v>
                </c:pt>
                <c:pt idx="14338">
                  <c:v>0.18566161407202644</c:v>
                </c:pt>
                <c:pt idx="14339">
                  <c:v>0.18569802076548667</c:v>
                </c:pt>
                <c:pt idx="14340">
                  <c:v>0.18570551830631238</c:v>
                </c:pt>
                <c:pt idx="14341">
                  <c:v>0.18572083554599514</c:v>
                </c:pt>
                <c:pt idx="14342">
                  <c:v>0.18573070551045034</c:v>
                </c:pt>
                <c:pt idx="14343">
                  <c:v>0.1857318620070415</c:v>
                </c:pt>
                <c:pt idx="14344">
                  <c:v>0.18576549575289864</c:v>
                </c:pt>
                <c:pt idx="14345">
                  <c:v>0.18576795177862496</c:v>
                </c:pt>
                <c:pt idx="14346">
                  <c:v>0.18576818502572279</c:v>
                </c:pt>
                <c:pt idx="14347">
                  <c:v>0.1857765233313704</c:v>
                </c:pt>
                <c:pt idx="14348">
                  <c:v>0.18578195660158914</c:v>
                </c:pt>
                <c:pt idx="14349">
                  <c:v>0.18578826718808605</c:v>
                </c:pt>
                <c:pt idx="14350">
                  <c:v>0.18581613879314501</c:v>
                </c:pt>
                <c:pt idx="14351">
                  <c:v>0.18582256738865782</c:v>
                </c:pt>
                <c:pt idx="14352">
                  <c:v>0.18584898425407059</c:v>
                </c:pt>
                <c:pt idx="14353">
                  <c:v>0.1858686978700142</c:v>
                </c:pt>
                <c:pt idx="14354">
                  <c:v>0.18587811648299005</c:v>
                </c:pt>
                <c:pt idx="14355">
                  <c:v>0.18588589017955878</c:v>
                </c:pt>
                <c:pt idx="14356">
                  <c:v>0.18590028020131064</c:v>
                </c:pt>
                <c:pt idx="14357">
                  <c:v>0.18590265498530872</c:v>
                </c:pt>
                <c:pt idx="14358">
                  <c:v>0.18592054230760408</c:v>
                </c:pt>
                <c:pt idx="14359">
                  <c:v>0.18594437449637086</c:v>
                </c:pt>
                <c:pt idx="14360">
                  <c:v>0.18595206901654571</c:v>
                </c:pt>
                <c:pt idx="14361">
                  <c:v>0.18596974653299594</c:v>
                </c:pt>
                <c:pt idx="14362">
                  <c:v>0.18599370318584391</c:v>
                </c:pt>
                <c:pt idx="14363">
                  <c:v>0.18599561439982157</c:v>
                </c:pt>
                <c:pt idx="14364">
                  <c:v>0.18600306372910527</c:v>
                </c:pt>
                <c:pt idx="14365">
                  <c:v>0.18602716857531854</c:v>
                </c:pt>
                <c:pt idx="14366">
                  <c:v>0.18607923328034154</c:v>
                </c:pt>
                <c:pt idx="14367">
                  <c:v>0.18608010544300757</c:v>
                </c:pt>
                <c:pt idx="14368">
                  <c:v>0.18609381495593924</c:v>
                </c:pt>
                <c:pt idx="14369">
                  <c:v>0.18609986857844127</c:v>
                </c:pt>
                <c:pt idx="14370">
                  <c:v>0.18611657054815026</c:v>
                </c:pt>
                <c:pt idx="14371">
                  <c:v>0.18612103067049338</c:v>
                </c:pt>
                <c:pt idx="14372">
                  <c:v>0.18614665747407688</c:v>
                </c:pt>
                <c:pt idx="14373">
                  <c:v>0.18619473144487866</c:v>
                </c:pt>
                <c:pt idx="14374">
                  <c:v>0.18619864736106681</c:v>
                </c:pt>
                <c:pt idx="14375">
                  <c:v>0.18621665410901167</c:v>
                </c:pt>
                <c:pt idx="14376">
                  <c:v>0.18622055249220901</c:v>
                </c:pt>
                <c:pt idx="14377">
                  <c:v>0.18623331506322269</c:v>
                </c:pt>
                <c:pt idx="14378">
                  <c:v>0.186235089600856</c:v>
                </c:pt>
                <c:pt idx="14379">
                  <c:v>0.1862364014046701</c:v>
                </c:pt>
                <c:pt idx="14380">
                  <c:v>0.18623827490290215</c:v>
                </c:pt>
                <c:pt idx="14381">
                  <c:v>0.18624504473241926</c:v>
                </c:pt>
                <c:pt idx="14382">
                  <c:v>0.18624905747227821</c:v>
                </c:pt>
                <c:pt idx="14383">
                  <c:v>0.18625351436094886</c:v>
                </c:pt>
                <c:pt idx="14384">
                  <c:v>0.18626330488223314</c:v>
                </c:pt>
                <c:pt idx="14385">
                  <c:v>0.18629012318097948</c:v>
                </c:pt>
                <c:pt idx="14386">
                  <c:v>0.18630621565098918</c:v>
                </c:pt>
                <c:pt idx="14387">
                  <c:v>0.18631060815545539</c:v>
                </c:pt>
                <c:pt idx="14388">
                  <c:v>0.18633560095274027</c:v>
                </c:pt>
                <c:pt idx="14389">
                  <c:v>0.18633680128031546</c:v>
                </c:pt>
                <c:pt idx="14390">
                  <c:v>0.18633761470122046</c:v>
                </c:pt>
                <c:pt idx="14391">
                  <c:v>0.18634108496711832</c:v>
                </c:pt>
                <c:pt idx="14392">
                  <c:v>0.18634572454018553</c:v>
                </c:pt>
                <c:pt idx="14393">
                  <c:v>0.18635675241971858</c:v>
                </c:pt>
                <c:pt idx="14394">
                  <c:v>0.18636662038048105</c:v>
                </c:pt>
                <c:pt idx="14395">
                  <c:v>0.1863715884794441</c:v>
                </c:pt>
                <c:pt idx="14396">
                  <c:v>0.18638106403893992</c:v>
                </c:pt>
                <c:pt idx="14397">
                  <c:v>0.18642232128023678</c:v>
                </c:pt>
                <c:pt idx="14398">
                  <c:v>0.18643196430272271</c:v>
                </c:pt>
                <c:pt idx="14399">
                  <c:v>0.18644892313110217</c:v>
                </c:pt>
                <c:pt idx="14400">
                  <c:v>0.18647628231118826</c:v>
                </c:pt>
                <c:pt idx="14401">
                  <c:v>0.18649133249903213</c:v>
                </c:pt>
                <c:pt idx="14402">
                  <c:v>0.18649389929230706</c:v>
                </c:pt>
                <c:pt idx="14403">
                  <c:v>0.18650555636112975</c:v>
                </c:pt>
                <c:pt idx="14404">
                  <c:v>0.18650681587899803</c:v>
                </c:pt>
                <c:pt idx="14405">
                  <c:v>0.18650810544121729</c:v>
                </c:pt>
                <c:pt idx="14406">
                  <c:v>0.18652417244711872</c:v>
                </c:pt>
                <c:pt idx="14407">
                  <c:v>0.18655446507905424</c:v>
                </c:pt>
                <c:pt idx="14408">
                  <c:v>0.18655622218238319</c:v>
                </c:pt>
                <c:pt idx="14409">
                  <c:v>0.18656029983515768</c:v>
                </c:pt>
                <c:pt idx="14410">
                  <c:v>0.18657179791876627</c:v>
                </c:pt>
                <c:pt idx="14411">
                  <c:v>0.18658549512813555</c:v>
                </c:pt>
                <c:pt idx="14412">
                  <c:v>0.18658979931684277</c:v>
                </c:pt>
                <c:pt idx="14413">
                  <c:v>0.18659587585267701</c:v>
                </c:pt>
                <c:pt idx="14414">
                  <c:v>0.18659859883509697</c:v>
                </c:pt>
                <c:pt idx="14415">
                  <c:v>0.18662681068712994</c:v>
                </c:pt>
                <c:pt idx="14416">
                  <c:v>0.18663710398806879</c:v>
                </c:pt>
                <c:pt idx="14417">
                  <c:v>0.18665919528953395</c:v>
                </c:pt>
                <c:pt idx="14418">
                  <c:v>0.1866853653639734</c:v>
                </c:pt>
                <c:pt idx="14419">
                  <c:v>0.18670934416257515</c:v>
                </c:pt>
                <c:pt idx="14420">
                  <c:v>0.18671621756647094</c:v>
                </c:pt>
                <c:pt idx="14421">
                  <c:v>0.18673372327267784</c:v>
                </c:pt>
                <c:pt idx="14422">
                  <c:v>0.1867399770503993</c:v>
                </c:pt>
                <c:pt idx="14423">
                  <c:v>0.18674755257801898</c:v>
                </c:pt>
                <c:pt idx="14424">
                  <c:v>0.18675147526578931</c:v>
                </c:pt>
                <c:pt idx="14425">
                  <c:v>0.1867517073581122</c:v>
                </c:pt>
                <c:pt idx="14426">
                  <c:v>0.18676883365300548</c:v>
                </c:pt>
                <c:pt idx="14427">
                  <c:v>0.18676938052365463</c:v>
                </c:pt>
                <c:pt idx="14428">
                  <c:v>0.1867734730471006</c:v>
                </c:pt>
                <c:pt idx="14429">
                  <c:v>0.18679717250395356</c:v>
                </c:pt>
                <c:pt idx="14430">
                  <c:v>0.1868225319136087</c:v>
                </c:pt>
                <c:pt idx="14431">
                  <c:v>0.18686628970937019</c:v>
                </c:pt>
                <c:pt idx="14432">
                  <c:v>0.18690169387196431</c:v>
                </c:pt>
                <c:pt idx="14433">
                  <c:v>0.18691506726466742</c:v>
                </c:pt>
                <c:pt idx="14434">
                  <c:v>0.1869249659253886</c:v>
                </c:pt>
                <c:pt idx="14435">
                  <c:v>0.18694445810376276</c:v>
                </c:pt>
                <c:pt idx="14436">
                  <c:v>0.18698503541620726</c:v>
                </c:pt>
                <c:pt idx="14437">
                  <c:v>0.18700062504943579</c:v>
                </c:pt>
                <c:pt idx="14438">
                  <c:v>0.1870291701532793</c:v>
                </c:pt>
                <c:pt idx="14439">
                  <c:v>0.18703636561213902</c:v>
                </c:pt>
                <c:pt idx="14440">
                  <c:v>0.18704607229056164</c:v>
                </c:pt>
                <c:pt idx="14441">
                  <c:v>0.18706580746142537</c:v>
                </c:pt>
                <c:pt idx="14442">
                  <c:v>0.18707276471899856</c:v>
                </c:pt>
                <c:pt idx="14443">
                  <c:v>0.18708093498362346</c:v>
                </c:pt>
                <c:pt idx="14444">
                  <c:v>0.18709070934815283</c:v>
                </c:pt>
                <c:pt idx="14445">
                  <c:v>0.18710463667283117</c:v>
                </c:pt>
                <c:pt idx="14446">
                  <c:v>0.18710526587876949</c:v>
                </c:pt>
                <c:pt idx="14447">
                  <c:v>0.18713110490230647</c:v>
                </c:pt>
                <c:pt idx="14448">
                  <c:v>0.18717275059763969</c:v>
                </c:pt>
                <c:pt idx="14449">
                  <c:v>0.18717362623484077</c:v>
                </c:pt>
                <c:pt idx="14450">
                  <c:v>0.1872059647200752</c:v>
                </c:pt>
                <c:pt idx="14451">
                  <c:v>0.18721343478675548</c:v>
                </c:pt>
                <c:pt idx="14452">
                  <c:v>0.18722007915805167</c:v>
                </c:pt>
                <c:pt idx="14453">
                  <c:v>0.18723390629409201</c:v>
                </c:pt>
                <c:pt idx="14454">
                  <c:v>0.18724404863654934</c:v>
                </c:pt>
                <c:pt idx="14455">
                  <c:v>0.18724669958290077</c:v>
                </c:pt>
                <c:pt idx="14456">
                  <c:v>0.18724757629546576</c:v>
                </c:pt>
                <c:pt idx="14457">
                  <c:v>0.18726021203057758</c:v>
                </c:pt>
                <c:pt idx="14458">
                  <c:v>0.18728015991863839</c:v>
                </c:pt>
                <c:pt idx="14459">
                  <c:v>0.18728711474845694</c:v>
                </c:pt>
                <c:pt idx="14460">
                  <c:v>0.18731504085521206</c:v>
                </c:pt>
                <c:pt idx="14461">
                  <c:v>0.18732436019100088</c:v>
                </c:pt>
                <c:pt idx="14462">
                  <c:v>0.18732473714821865</c:v>
                </c:pt>
                <c:pt idx="14463">
                  <c:v>0.18735492007617666</c:v>
                </c:pt>
                <c:pt idx="14464">
                  <c:v>0.18735551868391515</c:v>
                </c:pt>
                <c:pt idx="14465">
                  <c:v>0.18735867191810443</c:v>
                </c:pt>
                <c:pt idx="14466">
                  <c:v>0.18738338425906409</c:v>
                </c:pt>
                <c:pt idx="14467">
                  <c:v>0.18738710945748577</c:v>
                </c:pt>
                <c:pt idx="14468">
                  <c:v>0.18740171061116781</c:v>
                </c:pt>
                <c:pt idx="14469">
                  <c:v>0.18741380443756794</c:v>
                </c:pt>
                <c:pt idx="14470">
                  <c:v>0.18742067025325454</c:v>
                </c:pt>
                <c:pt idx="14471">
                  <c:v>0.18743200928160078</c:v>
                </c:pt>
                <c:pt idx="14472">
                  <c:v>0.18743923185228523</c:v>
                </c:pt>
                <c:pt idx="14473">
                  <c:v>0.18745332111750174</c:v>
                </c:pt>
                <c:pt idx="14474">
                  <c:v>0.18746480836208212</c:v>
                </c:pt>
                <c:pt idx="14475">
                  <c:v>0.18746922251683243</c:v>
                </c:pt>
                <c:pt idx="14476">
                  <c:v>0.18747487877325858</c:v>
                </c:pt>
                <c:pt idx="14477">
                  <c:v>0.18747872588714729</c:v>
                </c:pt>
                <c:pt idx="14478">
                  <c:v>0.18748211426049866</c:v>
                </c:pt>
                <c:pt idx="14479">
                  <c:v>0.18748713605892778</c:v>
                </c:pt>
                <c:pt idx="14480">
                  <c:v>0.18749124589073332</c:v>
                </c:pt>
                <c:pt idx="14481">
                  <c:v>0.18749518663155967</c:v>
                </c:pt>
                <c:pt idx="14482">
                  <c:v>0.18751189079404704</c:v>
                </c:pt>
                <c:pt idx="14483">
                  <c:v>0.18753542769395051</c:v>
                </c:pt>
                <c:pt idx="14484">
                  <c:v>0.18753743509757256</c:v>
                </c:pt>
                <c:pt idx="14485">
                  <c:v>0.18755679672601477</c:v>
                </c:pt>
                <c:pt idx="14486">
                  <c:v>0.18757586047552957</c:v>
                </c:pt>
                <c:pt idx="14487">
                  <c:v>0.18757766424775033</c:v>
                </c:pt>
                <c:pt idx="14488">
                  <c:v>0.18758011403563118</c:v>
                </c:pt>
                <c:pt idx="14489">
                  <c:v>0.1875899473659921</c:v>
                </c:pt>
                <c:pt idx="14490">
                  <c:v>0.18759366405511613</c:v>
                </c:pt>
                <c:pt idx="14491">
                  <c:v>0.18762748149538211</c:v>
                </c:pt>
                <c:pt idx="14492">
                  <c:v>0.18763665644516589</c:v>
                </c:pt>
                <c:pt idx="14493">
                  <c:v>0.18764312732374572</c:v>
                </c:pt>
                <c:pt idx="14494">
                  <c:v>0.18766670518464754</c:v>
                </c:pt>
                <c:pt idx="14495">
                  <c:v>0.18767045807050389</c:v>
                </c:pt>
                <c:pt idx="14496">
                  <c:v>0.18767179337182335</c:v>
                </c:pt>
                <c:pt idx="14497">
                  <c:v>0.18770851976594369</c:v>
                </c:pt>
                <c:pt idx="14498">
                  <c:v>0.18772378836436052</c:v>
                </c:pt>
                <c:pt idx="14499">
                  <c:v>0.18773280894144306</c:v>
                </c:pt>
                <c:pt idx="14500">
                  <c:v>0.18776587917539184</c:v>
                </c:pt>
                <c:pt idx="14501">
                  <c:v>0.18776593072053915</c:v>
                </c:pt>
                <c:pt idx="14502">
                  <c:v>0.18776734672613912</c:v>
                </c:pt>
                <c:pt idx="14503">
                  <c:v>0.18779808930161346</c:v>
                </c:pt>
                <c:pt idx="14504">
                  <c:v>0.18783548380101162</c:v>
                </c:pt>
                <c:pt idx="14505">
                  <c:v>0.18784683245447178</c:v>
                </c:pt>
                <c:pt idx="14506">
                  <c:v>0.18784775114297389</c:v>
                </c:pt>
                <c:pt idx="14507">
                  <c:v>0.18788956786676364</c:v>
                </c:pt>
                <c:pt idx="14508">
                  <c:v>0.18789057777549795</c:v>
                </c:pt>
                <c:pt idx="14509">
                  <c:v>0.18790500444886432</c:v>
                </c:pt>
                <c:pt idx="14510">
                  <c:v>0.18792410384388827</c:v>
                </c:pt>
                <c:pt idx="14511">
                  <c:v>0.18792514282474182</c:v>
                </c:pt>
                <c:pt idx="14512">
                  <c:v>0.1879445967278805</c:v>
                </c:pt>
                <c:pt idx="14513">
                  <c:v>0.1879579739941051</c:v>
                </c:pt>
                <c:pt idx="14514">
                  <c:v>0.18797097421083639</c:v>
                </c:pt>
                <c:pt idx="14515">
                  <c:v>0.18798051554417308</c:v>
                </c:pt>
                <c:pt idx="14516">
                  <c:v>0.1879884505562785</c:v>
                </c:pt>
                <c:pt idx="14517">
                  <c:v>0.18799425663890376</c:v>
                </c:pt>
                <c:pt idx="14518">
                  <c:v>0.18800075378317629</c:v>
                </c:pt>
                <c:pt idx="14519">
                  <c:v>0.18800099392934241</c:v>
                </c:pt>
                <c:pt idx="14520">
                  <c:v>0.18804530838001748</c:v>
                </c:pt>
                <c:pt idx="14521">
                  <c:v>0.18804718847777063</c:v>
                </c:pt>
                <c:pt idx="14522">
                  <c:v>0.18805101006518588</c:v>
                </c:pt>
                <c:pt idx="14523">
                  <c:v>0.18805366963177236</c:v>
                </c:pt>
                <c:pt idx="14524">
                  <c:v>0.18805622180365544</c:v>
                </c:pt>
                <c:pt idx="14525">
                  <c:v>0.18806300894864231</c:v>
                </c:pt>
                <c:pt idx="14526">
                  <c:v>0.18807433229413364</c:v>
                </c:pt>
                <c:pt idx="14527">
                  <c:v>0.18807727950174097</c:v>
                </c:pt>
                <c:pt idx="14528">
                  <c:v>0.18807748585042317</c:v>
                </c:pt>
                <c:pt idx="14529">
                  <c:v>0.18808689755207539</c:v>
                </c:pt>
                <c:pt idx="14530">
                  <c:v>0.18811109736485734</c:v>
                </c:pt>
                <c:pt idx="14531">
                  <c:v>0.18815568398730928</c:v>
                </c:pt>
                <c:pt idx="14532">
                  <c:v>0.18819436538141449</c:v>
                </c:pt>
                <c:pt idx="14533">
                  <c:v>0.18822080283885406</c:v>
                </c:pt>
                <c:pt idx="14534">
                  <c:v>0.1882303494531358</c:v>
                </c:pt>
                <c:pt idx="14535">
                  <c:v>0.18824397261399833</c:v>
                </c:pt>
                <c:pt idx="14536">
                  <c:v>0.18824759808718924</c:v>
                </c:pt>
                <c:pt idx="14537">
                  <c:v>0.18825527031218356</c:v>
                </c:pt>
                <c:pt idx="14538">
                  <c:v>0.18827354105595059</c:v>
                </c:pt>
                <c:pt idx="14539">
                  <c:v>0.18828294106078969</c:v>
                </c:pt>
                <c:pt idx="14540">
                  <c:v>0.18831314066496715</c:v>
                </c:pt>
                <c:pt idx="14541">
                  <c:v>0.1883282455822472</c:v>
                </c:pt>
                <c:pt idx="14542">
                  <c:v>0.18835063961108045</c:v>
                </c:pt>
                <c:pt idx="14543">
                  <c:v>0.18835178004475392</c:v>
                </c:pt>
                <c:pt idx="14544">
                  <c:v>0.18837943210524791</c:v>
                </c:pt>
                <c:pt idx="14545">
                  <c:v>0.18839264929546062</c:v>
                </c:pt>
                <c:pt idx="14546">
                  <c:v>0.18841659147777409</c:v>
                </c:pt>
                <c:pt idx="14547">
                  <c:v>0.18842457113939873</c:v>
                </c:pt>
                <c:pt idx="14548">
                  <c:v>0.18843101066124385</c:v>
                </c:pt>
                <c:pt idx="14549">
                  <c:v>0.18843182983563295</c:v>
                </c:pt>
                <c:pt idx="14550">
                  <c:v>0.1884351873108186</c:v>
                </c:pt>
                <c:pt idx="14551">
                  <c:v>0.18844042395307031</c:v>
                </c:pt>
                <c:pt idx="14552">
                  <c:v>0.1884606245863743</c:v>
                </c:pt>
                <c:pt idx="14553">
                  <c:v>0.18846207805686407</c:v>
                </c:pt>
                <c:pt idx="14554">
                  <c:v>0.18849078809603567</c:v>
                </c:pt>
                <c:pt idx="14555">
                  <c:v>0.18849726372385614</c:v>
                </c:pt>
                <c:pt idx="14556">
                  <c:v>0.18851123069418615</c:v>
                </c:pt>
                <c:pt idx="14557">
                  <c:v>0.18856928195794997</c:v>
                </c:pt>
                <c:pt idx="14558">
                  <c:v>0.18858228569584226</c:v>
                </c:pt>
                <c:pt idx="14559">
                  <c:v>0.18858702050942366</c:v>
                </c:pt>
                <c:pt idx="14560">
                  <c:v>0.18858985272828424</c:v>
                </c:pt>
                <c:pt idx="14561">
                  <c:v>0.1886019125966861</c:v>
                </c:pt>
                <c:pt idx="14562">
                  <c:v>0.18860209446177048</c:v>
                </c:pt>
                <c:pt idx="14563">
                  <c:v>0.18861188223305994</c:v>
                </c:pt>
                <c:pt idx="14564">
                  <c:v>0.18861214630133238</c:v>
                </c:pt>
                <c:pt idx="14565">
                  <c:v>0.18861444764319843</c:v>
                </c:pt>
                <c:pt idx="14566">
                  <c:v>0.18863269541549682</c:v>
                </c:pt>
                <c:pt idx="14567">
                  <c:v>0.18863867815173316</c:v>
                </c:pt>
                <c:pt idx="14568">
                  <c:v>0.18864369087324998</c:v>
                </c:pt>
                <c:pt idx="14569">
                  <c:v>0.18865252999242851</c:v>
                </c:pt>
                <c:pt idx="14570">
                  <c:v>0.18865679099432131</c:v>
                </c:pt>
                <c:pt idx="14571">
                  <c:v>0.18865814425646044</c:v>
                </c:pt>
                <c:pt idx="14572">
                  <c:v>0.18867826712407629</c:v>
                </c:pt>
                <c:pt idx="14573">
                  <c:v>0.18867859964079955</c:v>
                </c:pt>
                <c:pt idx="14574">
                  <c:v>0.188715423394544</c:v>
                </c:pt>
                <c:pt idx="14575">
                  <c:v>0.18873219341472516</c:v>
                </c:pt>
                <c:pt idx="14576">
                  <c:v>0.18875678433250273</c:v>
                </c:pt>
                <c:pt idx="14577">
                  <c:v>0.18877890118346802</c:v>
                </c:pt>
                <c:pt idx="14578">
                  <c:v>0.18878683666655827</c:v>
                </c:pt>
                <c:pt idx="14579">
                  <c:v>0.18879129125675045</c:v>
                </c:pt>
                <c:pt idx="14580">
                  <c:v>0.18880842583198176</c:v>
                </c:pt>
                <c:pt idx="14581">
                  <c:v>0.18882391395672074</c:v>
                </c:pt>
                <c:pt idx="14582">
                  <c:v>0.18882643175054939</c:v>
                </c:pt>
                <c:pt idx="14583">
                  <c:v>0.18882710423810686</c:v>
                </c:pt>
                <c:pt idx="14584">
                  <c:v>0.18885053201691182</c:v>
                </c:pt>
                <c:pt idx="14585">
                  <c:v>0.18885466637010062</c:v>
                </c:pt>
                <c:pt idx="14586">
                  <c:v>0.18886390345376636</c:v>
                </c:pt>
                <c:pt idx="14587">
                  <c:v>0.18886995774905563</c:v>
                </c:pt>
                <c:pt idx="14588">
                  <c:v>0.1888703257630604</c:v>
                </c:pt>
                <c:pt idx="14589">
                  <c:v>0.18888305592348328</c:v>
                </c:pt>
                <c:pt idx="14590">
                  <c:v>0.18888381423835049</c:v>
                </c:pt>
                <c:pt idx="14591">
                  <c:v>0.18891733572184874</c:v>
                </c:pt>
                <c:pt idx="14592">
                  <c:v>0.18892635748269843</c:v>
                </c:pt>
                <c:pt idx="14593">
                  <c:v>0.18893824851544863</c:v>
                </c:pt>
                <c:pt idx="14594">
                  <c:v>0.18897611308660084</c:v>
                </c:pt>
                <c:pt idx="14595">
                  <c:v>0.18897679185464966</c:v>
                </c:pt>
                <c:pt idx="14596">
                  <c:v>0.18900134584967526</c:v>
                </c:pt>
                <c:pt idx="14597">
                  <c:v>0.18901830018563393</c:v>
                </c:pt>
                <c:pt idx="14598">
                  <c:v>0.18903001210930473</c:v>
                </c:pt>
                <c:pt idx="14599">
                  <c:v>0.18905628285014134</c:v>
                </c:pt>
                <c:pt idx="14600">
                  <c:v>0.18908692625307455</c:v>
                </c:pt>
                <c:pt idx="14601">
                  <c:v>0.18909070540052209</c:v>
                </c:pt>
                <c:pt idx="14602">
                  <c:v>0.18909352696356629</c:v>
                </c:pt>
                <c:pt idx="14603">
                  <c:v>0.18910553259375454</c:v>
                </c:pt>
                <c:pt idx="14604">
                  <c:v>0.1891375195364513</c:v>
                </c:pt>
                <c:pt idx="14605">
                  <c:v>0.18915178749956221</c:v>
                </c:pt>
                <c:pt idx="14606">
                  <c:v>0.18915527187005032</c:v>
                </c:pt>
                <c:pt idx="14607">
                  <c:v>0.18916732678028994</c:v>
                </c:pt>
                <c:pt idx="14608">
                  <c:v>0.18916785712498982</c:v>
                </c:pt>
                <c:pt idx="14609">
                  <c:v>0.18918253822724335</c:v>
                </c:pt>
                <c:pt idx="14610">
                  <c:v>0.189201689144125</c:v>
                </c:pt>
                <c:pt idx="14611">
                  <c:v>0.1892098227014227</c:v>
                </c:pt>
                <c:pt idx="14612">
                  <c:v>0.18921204209933279</c:v>
                </c:pt>
                <c:pt idx="14613">
                  <c:v>0.18921889728962119</c:v>
                </c:pt>
                <c:pt idx="14614">
                  <c:v>0.18923130946073224</c:v>
                </c:pt>
                <c:pt idx="14615">
                  <c:v>0.18924042819861361</c:v>
                </c:pt>
                <c:pt idx="14616">
                  <c:v>0.18926819731906369</c:v>
                </c:pt>
                <c:pt idx="14617">
                  <c:v>0.18928705107634516</c:v>
                </c:pt>
                <c:pt idx="14618">
                  <c:v>0.18929241592233428</c:v>
                </c:pt>
                <c:pt idx="14619">
                  <c:v>0.18929659912710356</c:v>
                </c:pt>
                <c:pt idx="14620">
                  <c:v>0.18935431865161992</c:v>
                </c:pt>
                <c:pt idx="14621">
                  <c:v>0.18936438048768864</c:v>
                </c:pt>
                <c:pt idx="14622">
                  <c:v>0.18937470585462945</c:v>
                </c:pt>
                <c:pt idx="14623">
                  <c:v>0.18938223865444359</c:v>
                </c:pt>
                <c:pt idx="14624">
                  <c:v>0.18938790055203694</c:v>
                </c:pt>
                <c:pt idx="14625">
                  <c:v>0.18941762528431072</c:v>
                </c:pt>
                <c:pt idx="14626">
                  <c:v>0.18943431831345342</c:v>
                </c:pt>
                <c:pt idx="14627">
                  <c:v>0.18945735407722566</c:v>
                </c:pt>
                <c:pt idx="14628">
                  <c:v>0.1894788871821465</c:v>
                </c:pt>
                <c:pt idx="14629">
                  <c:v>0.18949062817030088</c:v>
                </c:pt>
                <c:pt idx="14630">
                  <c:v>0.18949876166455157</c:v>
                </c:pt>
                <c:pt idx="14631">
                  <c:v>0.18950542475413182</c:v>
                </c:pt>
                <c:pt idx="14632">
                  <c:v>0.18950925067284102</c:v>
                </c:pt>
                <c:pt idx="14633">
                  <c:v>0.18952468381748397</c:v>
                </c:pt>
                <c:pt idx="14634">
                  <c:v>0.1895406388282746</c:v>
                </c:pt>
                <c:pt idx="14635">
                  <c:v>0.18955900987026111</c:v>
                </c:pt>
                <c:pt idx="14636">
                  <c:v>0.18956036019820385</c:v>
                </c:pt>
                <c:pt idx="14637">
                  <c:v>0.189600546912361</c:v>
                </c:pt>
                <c:pt idx="14638">
                  <c:v>0.18961271561357201</c:v>
                </c:pt>
                <c:pt idx="14639">
                  <c:v>0.1896205436089286</c:v>
                </c:pt>
                <c:pt idx="14640">
                  <c:v>0.18962074494769041</c:v>
                </c:pt>
                <c:pt idx="14641">
                  <c:v>0.18962452699910612</c:v>
                </c:pt>
                <c:pt idx="14642">
                  <c:v>0.18963408327763118</c:v>
                </c:pt>
                <c:pt idx="14643">
                  <c:v>0.18964758800144133</c:v>
                </c:pt>
                <c:pt idx="14644">
                  <c:v>0.18965888374837295</c:v>
                </c:pt>
                <c:pt idx="14645">
                  <c:v>0.18966455713773839</c:v>
                </c:pt>
                <c:pt idx="14646">
                  <c:v>0.18967899552176989</c:v>
                </c:pt>
                <c:pt idx="14647">
                  <c:v>0.18968527932511101</c:v>
                </c:pt>
                <c:pt idx="14648">
                  <c:v>0.18969015833120784</c:v>
                </c:pt>
                <c:pt idx="14649">
                  <c:v>0.189721781686471</c:v>
                </c:pt>
                <c:pt idx="14650">
                  <c:v>0.18972712762608898</c:v>
                </c:pt>
                <c:pt idx="14651">
                  <c:v>0.18973041900439894</c:v>
                </c:pt>
                <c:pt idx="14652">
                  <c:v>0.18974339972080759</c:v>
                </c:pt>
                <c:pt idx="14653">
                  <c:v>0.18975163033079454</c:v>
                </c:pt>
                <c:pt idx="14654">
                  <c:v>0.18975228102259961</c:v>
                </c:pt>
                <c:pt idx="14655">
                  <c:v>0.18975432782573881</c:v>
                </c:pt>
                <c:pt idx="14656">
                  <c:v>0.18976044334051925</c:v>
                </c:pt>
                <c:pt idx="14657">
                  <c:v>0.18978240909980301</c:v>
                </c:pt>
                <c:pt idx="14658">
                  <c:v>0.18984399200927563</c:v>
                </c:pt>
                <c:pt idx="14659">
                  <c:v>0.1898504953850374</c:v>
                </c:pt>
                <c:pt idx="14660">
                  <c:v>0.18986844504704284</c:v>
                </c:pt>
                <c:pt idx="14661">
                  <c:v>0.18991509532288639</c:v>
                </c:pt>
                <c:pt idx="14662">
                  <c:v>0.1899235843886089</c:v>
                </c:pt>
                <c:pt idx="14663">
                  <c:v>0.18992390319825839</c:v>
                </c:pt>
                <c:pt idx="14664">
                  <c:v>0.1899496086823626</c:v>
                </c:pt>
                <c:pt idx="14665">
                  <c:v>0.18994984865304221</c:v>
                </c:pt>
                <c:pt idx="14666">
                  <c:v>0.18995171511951872</c:v>
                </c:pt>
                <c:pt idx="14667">
                  <c:v>0.18995657240947098</c:v>
                </c:pt>
                <c:pt idx="14668">
                  <c:v>0.18997760304890868</c:v>
                </c:pt>
                <c:pt idx="14669">
                  <c:v>0.18997963644359694</c:v>
                </c:pt>
                <c:pt idx="14670">
                  <c:v>0.18999329364975892</c:v>
                </c:pt>
                <c:pt idx="14671">
                  <c:v>0.19002148265452756</c:v>
                </c:pt>
                <c:pt idx="14672">
                  <c:v>0.19003325878072969</c:v>
                </c:pt>
                <c:pt idx="14673">
                  <c:v>0.19009704779907141</c:v>
                </c:pt>
                <c:pt idx="14674">
                  <c:v>0.19011357748506133</c:v>
                </c:pt>
                <c:pt idx="14675">
                  <c:v>0.19013022504535204</c:v>
                </c:pt>
                <c:pt idx="14676">
                  <c:v>0.19016497087194403</c:v>
                </c:pt>
                <c:pt idx="14677">
                  <c:v>0.1901990612625768</c:v>
                </c:pt>
                <c:pt idx="14678">
                  <c:v>0.19021379285701884</c:v>
                </c:pt>
                <c:pt idx="14679">
                  <c:v>0.19021774928062132</c:v>
                </c:pt>
                <c:pt idx="14680">
                  <c:v>0.19022129100334031</c:v>
                </c:pt>
                <c:pt idx="14681">
                  <c:v>0.19023634177079018</c:v>
                </c:pt>
                <c:pt idx="14682">
                  <c:v>0.19026374175279231</c:v>
                </c:pt>
                <c:pt idx="14683">
                  <c:v>0.19030337380843276</c:v>
                </c:pt>
                <c:pt idx="14684">
                  <c:v>0.19032381783333358</c:v>
                </c:pt>
                <c:pt idx="14685">
                  <c:v>0.19033604292382481</c:v>
                </c:pt>
                <c:pt idx="14686">
                  <c:v>0.19033604496662088</c:v>
                </c:pt>
                <c:pt idx="14687">
                  <c:v>0.19034777870163655</c:v>
                </c:pt>
                <c:pt idx="14688">
                  <c:v>0.19035450920272776</c:v>
                </c:pt>
                <c:pt idx="14689">
                  <c:v>0.19035809600691841</c:v>
                </c:pt>
                <c:pt idx="14690">
                  <c:v>0.1903714755748408</c:v>
                </c:pt>
                <c:pt idx="14691">
                  <c:v>0.19037281899378139</c:v>
                </c:pt>
                <c:pt idx="14692">
                  <c:v>0.19037534378542764</c:v>
                </c:pt>
                <c:pt idx="14693">
                  <c:v>0.19038722752091716</c:v>
                </c:pt>
                <c:pt idx="14694">
                  <c:v>0.19040283862542223</c:v>
                </c:pt>
                <c:pt idx="14695">
                  <c:v>0.19041035240759635</c:v>
                </c:pt>
                <c:pt idx="14696">
                  <c:v>0.19043278612654019</c:v>
                </c:pt>
                <c:pt idx="14697">
                  <c:v>0.19044105569149578</c:v>
                </c:pt>
                <c:pt idx="14698">
                  <c:v>0.19045499420209322</c:v>
                </c:pt>
                <c:pt idx="14699">
                  <c:v>0.19045777030880606</c:v>
                </c:pt>
                <c:pt idx="14700">
                  <c:v>0.19047971884867734</c:v>
                </c:pt>
                <c:pt idx="14701">
                  <c:v>0.19047984938310417</c:v>
                </c:pt>
                <c:pt idx="14702">
                  <c:v>0.19048463498969251</c:v>
                </c:pt>
                <c:pt idx="14703">
                  <c:v>0.19051595173917668</c:v>
                </c:pt>
                <c:pt idx="14704">
                  <c:v>0.19052420384209953</c:v>
                </c:pt>
                <c:pt idx="14705">
                  <c:v>0.19053674794010481</c:v>
                </c:pt>
                <c:pt idx="14706">
                  <c:v>0.19053690810571239</c:v>
                </c:pt>
                <c:pt idx="14707">
                  <c:v>0.19054890095834259</c:v>
                </c:pt>
                <c:pt idx="14708">
                  <c:v>0.19055092253058656</c:v>
                </c:pt>
                <c:pt idx="14709">
                  <c:v>0.19055356837856874</c:v>
                </c:pt>
                <c:pt idx="14710">
                  <c:v>0.19056015280175376</c:v>
                </c:pt>
                <c:pt idx="14711">
                  <c:v>0.19057643959926363</c:v>
                </c:pt>
                <c:pt idx="14712">
                  <c:v>0.19060722822382417</c:v>
                </c:pt>
                <c:pt idx="14713">
                  <c:v>0.19062015827950624</c:v>
                </c:pt>
                <c:pt idx="14714">
                  <c:v>0.1906309049668479</c:v>
                </c:pt>
                <c:pt idx="14715">
                  <c:v>0.19063476471328028</c:v>
                </c:pt>
                <c:pt idx="14716">
                  <c:v>0.19064694905978377</c:v>
                </c:pt>
                <c:pt idx="14717">
                  <c:v>0.19066032133363453</c:v>
                </c:pt>
                <c:pt idx="14718">
                  <c:v>0.19068376292717676</c:v>
                </c:pt>
                <c:pt idx="14719">
                  <c:v>0.19071281540230153</c:v>
                </c:pt>
                <c:pt idx="14720">
                  <c:v>0.19071911704440875</c:v>
                </c:pt>
                <c:pt idx="14721">
                  <c:v>0.19072014721585639</c:v>
                </c:pt>
                <c:pt idx="14722">
                  <c:v>0.19072810951022717</c:v>
                </c:pt>
                <c:pt idx="14723">
                  <c:v>0.1907438045848113</c:v>
                </c:pt>
                <c:pt idx="14724">
                  <c:v>0.19074882676846733</c:v>
                </c:pt>
                <c:pt idx="14725">
                  <c:v>0.19075952757568398</c:v>
                </c:pt>
                <c:pt idx="14726">
                  <c:v>0.19076589634804633</c:v>
                </c:pt>
                <c:pt idx="14727">
                  <c:v>0.19078702328150995</c:v>
                </c:pt>
                <c:pt idx="14728">
                  <c:v>0.19079043693775052</c:v>
                </c:pt>
                <c:pt idx="14729">
                  <c:v>0.19081719729517532</c:v>
                </c:pt>
                <c:pt idx="14730">
                  <c:v>0.19082392855456923</c:v>
                </c:pt>
                <c:pt idx="14731">
                  <c:v>0.19082413885379745</c:v>
                </c:pt>
                <c:pt idx="14732">
                  <c:v>0.19083331435723508</c:v>
                </c:pt>
                <c:pt idx="14733">
                  <c:v>0.19084522321332675</c:v>
                </c:pt>
                <c:pt idx="14734">
                  <c:v>0.19086412416474707</c:v>
                </c:pt>
                <c:pt idx="14735">
                  <c:v>0.19086697676827835</c:v>
                </c:pt>
                <c:pt idx="14736">
                  <c:v>0.19087160478530973</c:v>
                </c:pt>
                <c:pt idx="14737">
                  <c:v>0.19087766068614592</c:v>
                </c:pt>
                <c:pt idx="14738">
                  <c:v>0.19088330909726128</c:v>
                </c:pt>
                <c:pt idx="14739">
                  <c:v>0.19089474555556885</c:v>
                </c:pt>
                <c:pt idx="14740">
                  <c:v>0.19096157485503784</c:v>
                </c:pt>
                <c:pt idx="14741">
                  <c:v>0.19098701934704229</c:v>
                </c:pt>
                <c:pt idx="14742">
                  <c:v>0.19098702024073042</c:v>
                </c:pt>
                <c:pt idx="14743">
                  <c:v>0.19098843881608907</c:v>
                </c:pt>
                <c:pt idx="14744">
                  <c:v>0.19100006032860453</c:v>
                </c:pt>
                <c:pt idx="14745">
                  <c:v>0.1910068820744639</c:v>
                </c:pt>
                <c:pt idx="14746">
                  <c:v>0.19101133538068132</c:v>
                </c:pt>
                <c:pt idx="14747">
                  <c:v>0.1910143733755921</c:v>
                </c:pt>
                <c:pt idx="14748">
                  <c:v>0.19101611815253114</c:v>
                </c:pt>
                <c:pt idx="14749">
                  <c:v>0.19106797478639476</c:v>
                </c:pt>
                <c:pt idx="14750">
                  <c:v>0.19107077941299852</c:v>
                </c:pt>
                <c:pt idx="14751">
                  <c:v>0.19107604492114749</c:v>
                </c:pt>
                <c:pt idx="14752">
                  <c:v>0.19110005054013368</c:v>
                </c:pt>
                <c:pt idx="14753">
                  <c:v>0.19110192776519466</c:v>
                </c:pt>
                <c:pt idx="14754">
                  <c:v>0.19111263685791838</c:v>
                </c:pt>
                <c:pt idx="14755">
                  <c:v>0.19112561961411501</c:v>
                </c:pt>
                <c:pt idx="14756">
                  <c:v>0.19112841684055992</c:v>
                </c:pt>
                <c:pt idx="14757">
                  <c:v>0.19113704501597659</c:v>
                </c:pt>
                <c:pt idx="14758">
                  <c:v>0.19115468671360777</c:v>
                </c:pt>
                <c:pt idx="14759">
                  <c:v>0.19115571082289343</c:v>
                </c:pt>
                <c:pt idx="14760">
                  <c:v>0.19115781168700685</c:v>
                </c:pt>
                <c:pt idx="14761">
                  <c:v>0.19117079731318365</c:v>
                </c:pt>
                <c:pt idx="14762">
                  <c:v>0.19118032435611274</c:v>
                </c:pt>
                <c:pt idx="14763">
                  <c:v>0.19119223812357136</c:v>
                </c:pt>
                <c:pt idx="14764">
                  <c:v>0.19122350176642097</c:v>
                </c:pt>
                <c:pt idx="14765">
                  <c:v>0.19122548073190884</c:v>
                </c:pt>
                <c:pt idx="14766">
                  <c:v>0.19123059887905888</c:v>
                </c:pt>
                <c:pt idx="14767">
                  <c:v>0.19124140745418747</c:v>
                </c:pt>
                <c:pt idx="14768">
                  <c:v>0.19126304907623348</c:v>
                </c:pt>
                <c:pt idx="14769">
                  <c:v>0.19126350256875405</c:v>
                </c:pt>
                <c:pt idx="14770">
                  <c:v>0.19130117982142256</c:v>
                </c:pt>
                <c:pt idx="14771">
                  <c:v>0.19130350181578901</c:v>
                </c:pt>
                <c:pt idx="14772">
                  <c:v>0.191319108780799</c:v>
                </c:pt>
                <c:pt idx="14773">
                  <c:v>0.19131999156723775</c:v>
                </c:pt>
                <c:pt idx="14774">
                  <c:v>0.19135523814272487</c:v>
                </c:pt>
                <c:pt idx="14775">
                  <c:v>0.19135805489173197</c:v>
                </c:pt>
                <c:pt idx="14776">
                  <c:v>0.19138428265859697</c:v>
                </c:pt>
                <c:pt idx="14777">
                  <c:v>0.1913864964305288</c:v>
                </c:pt>
                <c:pt idx="14778">
                  <c:v>0.19143020291473034</c:v>
                </c:pt>
                <c:pt idx="14779">
                  <c:v>0.19143154524637193</c:v>
                </c:pt>
                <c:pt idx="14780">
                  <c:v>0.19143214188873556</c:v>
                </c:pt>
                <c:pt idx="14781">
                  <c:v>0.19143328497573128</c:v>
                </c:pt>
                <c:pt idx="14782">
                  <c:v>0.19144839264340224</c:v>
                </c:pt>
                <c:pt idx="14783">
                  <c:v>0.19146107997486192</c:v>
                </c:pt>
                <c:pt idx="14784">
                  <c:v>0.19146365315294045</c:v>
                </c:pt>
                <c:pt idx="14785">
                  <c:v>0.19147876545816708</c:v>
                </c:pt>
                <c:pt idx="14786">
                  <c:v>0.19148867429818606</c:v>
                </c:pt>
                <c:pt idx="14787">
                  <c:v>0.19152209743559603</c:v>
                </c:pt>
                <c:pt idx="14788">
                  <c:v>0.19155097311090336</c:v>
                </c:pt>
                <c:pt idx="14789">
                  <c:v>0.19155374768233702</c:v>
                </c:pt>
                <c:pt idx="14790">
                  <c:v>0.19156076570102426</c:v>
                </c:pt>
                <c:pt idx="14791">
                  <c:v>0.19156157343848948</c:v>
                </c:pt>
                <c:pt idx="14792">
                  <c:v>0.19158077530062886</c:v>
                </c:pt>
                <c:pt idx="14793">
                  <c:v>0.19158896664514455</c:v>
                </c:pt>
                <c:pt idx="14794">
                  <c:v>0.19160939644433764</c:v>
                </c:pt>
                <c:pt idx="14795">
                  <c:v>0.19161904964116841</c:v>
                </c:pt>
                <c:pt idx="14796">
                  <c:v>0.19162866205548718</c:v>
                </c:pt>
                <c:pt idx="14797">
                  <c:v>0.19162880287539416</c:v>
                </c:pt>
                <c:pt idx="14798">
                  <c:v>0.19165051325281862</c:v>
                </c:pt>
                <c:pt idx="14799">
                  <c:v>0.19166118606294255</c:v>
                </c:pt>
                <c:pt idx="14800">
                  <c:v>0.19167675998425973</c:v>
                </c:pt>
                <c:pt idx="14801">
                  <c:v>0.19168307744470636</c:v>
                </c:pt>
                <c:pt idx="14802">
                  <c:v>0.19168883334940257</c:v>
                </c:pt>
                <c:pt idx="14803">
                  <c:v>0.19175213568625002</c:v>
                </c:pt>
                <c:pt idx="14804">
                  <c:v>0.19176122431889753</c:v>
                </c:pt>
                <c:pt idx="14805">
                  <c:v>0.19178876276791493</c:v>
                </c:pt>
                <c:pt idx="14806">
                  <c:v>0.19181039030979277</c:v>
                </c:pt>
                <c:pt idx="14807">
                  <c:v>0.19183793458040596</c:v>
                </c:pt>
                <c:pt idx="14808">
                  <c:v>0.19184957156873847</c:v>
                </c:pt>
                <c:pt idx="14809">
                  <c:v>0.19188325309704718</c:v>
                </c:pt>
                <c:pt idx="14810">
                  <c:v>0.19190124742940937</c:v>
                </c:pt>
                <c:pt idx="14811">
                  <c:v>0.19191244388640213</c:v>
                </c:pt>
                <c:pt idx="14812">
                  <c:v>0.19192675551137947</c:v>
                </c:pt>
                <c:pt idx="14813">
                  <c:v>0.19194070064178856</c:v>
                </c:pt>
                <c:pt idx="14814">
                  <c:v>0.19194244972168131</c:v>
                </c:pt>
                <c:pt idx="14815">
                  <c:v>0.1919437552749404</c:v>
                </c:pt>
                <c:pt idx="14816">
                  <c:v>0.19199952762926525</c:v>
                </c:pt>
                <c:pt idx="14817">
                  <c:v>0.19201210038689784</c:v>
                </c:pt>
                <c:pt idx="14818">
                  <c:v>0.19202550328767856</c:v>
                </c:pt>
                <c:pt idx="14819">
                  <c:v>0.19203431753847708</c:v>
                </c:pt>
                <c:pt idx="14820">
                  <c:v>0.19203837793922796</c:v>
                </c:pt>
                <c:pt idx="14821">
                  <c:v>0.19204211808294122</c:v>
                </c:pt>
                <c:pt idx="14822">
                  <c:v>0.1920731527245913</c:v>
                </c:pt>
                <c:pt idx="14823">
                  <c:v>0.19208110940389456</c:v>
                </c:pt>
                <c:pt idx="14824">
                  <c:v>0.19213819466603507</c:v>
                </c:pt>
                <c:pt idx="14825">
                  <c:v>0.19215409110668302</c:v>
                </c:pt>
                <c:pt idx="14826">
                  <c:v>0.19218298587935922</c:v>
                </c:pt>
                <c:pt idx="14827">
                  <c:v>0.19221281105208815</c:v>
                </c:pt>
                <c:pt idx="14828">
                  <c:v>0.19222230683620087</c:v>
                </c:pt>
                <c:pt idx="14829">
                  <c:v>0.19223631185369833</c:v>
                </c:pt>
                <c:pt idx="14830">
                  <c:v>0.19223989418728066</c:v>
                </c:pt>
                <c:pt idx="14831">
                  <c:v>0.19228003702355864</c:v>
                </c:pt>
                <c:pt idx="14832">
                  <c:v>0.19228875776363361</c:v>
                </c:pt>
                <c:pt idx="14833">
                  <c:v>0.19229860597395337</c:v>
                </c:pt>
                <c:pt idx="14834">
                  <c:v>0.19230194853972696</c:v>
                </c:pt>
                <c:pt idx="14835">
                  <c:v>0.19231696307764082</c:v>
                </c:pt>
                <c:pt idx="14836">
                  <c:v>0.19231903113069351</c:v>
                </c:pt>
                <c:pt idx="14837">
                  <c:v>0.19232162603058692</c:v>
                </c:pt>
                <c:pt idx="14838">
                  <c:v>0.1923296279487435</c:v>
                </c:pt>
                <c:pt idx="14839">
                  <c:v>0.19233388568220572</c:v>
                </c:pt>
                <c:pt idx="14840">
                  <c:v>0.19233863921084182</c:v>
                </c:pt>
                <c:pt idx="14841">
                  <c:v>0.19235643249444478</c:v>
                </c:pt>
                <c:pt idx="14842">
                  <c:v>0.19236259388505675</c:v>
                </c:pt>
                <c:pt idx="14843">
                  <c:v>0.19236317943268777</c:v>
                </c:pt>
                <c:pt idx="14844">
                  <c:v>0.19238117625383885</c:v>
                </c:pt>
                <c:pt idx="14845">
                  <c:v>0.19239666053829704</c:v>
                </c:pt>
                <c:pt idx="14846">
                  <c:v>0.19243220861998639</c:v>
                </c:pt>
                <c:pt idx="14847">
                  <c:v>0.19244344115506226</c:v>
                </c:pt>
                <c:pt idx="14848">
                  <c:v>0.19244405304387835</c:v>
                </c:pt>
                <c:pt idx="14849">
                  <c:v>0.19245096577391954</c:v>
                </c:pt>
                <c:pt idx="14850">
                  <c:v>0.19246403032432111</c:v>
                </c:pt>
                <c:pt idx="14851">
                  <c:v>0.19248101624794731</c:v>
                </c:pt>
                <c:pt idx="14852">
                  <c:v>0.19248218289082086</c:v>
                </c:pt>
                <c:pt idx="14853">
                  <c:v>0.19255656347511022</c:v>
                </c:pt>
                <c:pt idx="14854">
                  <c:v>0.1925669497809292</c:v>
                </c:pt>
                <c:pt idx="14855">
                  <c:v>0.19257603611815072</c:v>
                </c:pt>
                <c:pt idx="14856">
                  <c:v>0.19259611653131892</c:v>
                </c:pt>
                <c:pt idx="14857">
                  <c:v>0.19261540506300942</c:v>
                </c:pt>
                <c:pt idx="14858">
                  <c:v>0.19264112556412311</c:v>
                </c:pt>
                <c:pt idx="14859">
                  <c:v>0.1926496907641802</c:v>
                </c:pt>
                <c:pt idx="14860">
                  <c:v>0.19265799763536537</c:v>
                </c:pt>
                <c:pt idx="14861">
                  <c:v>0.19266265741816174</c:v>
                </c:pt>
                <c:pt idx="14862">
                  <c:v>0.19266991431483343</c:v>
                </c:pt>
                <c:pt idx="14863">
                  <c:v>0.1926765378350532</c:v>
                </c:pt>
                <c:pt idx="14864">
                  <c:v>0.19267917230918627</c:v>
                </c:pt>
                <c:pt idx="14865">
                  <c:v>0.19272538933183866</c:v>
                </c:pt>
                <c:pt idx="14866">
                  <c:v>0.19274041150498009</c:v>
                </c:pt>
                <c:pt idx="14867">
                  <c:v>0.19274158784376227</c:v>
                </c:pt>
                <c:pt idx="14868">
                  <c:v>0.19274661050966152</c:v>
                </c:pt>
                <c:pt idx="14869">
                  <c:v>0.192749623898234</c:v>
                </c:pt>
                <c:pt idx="14870">
                  <c:v>0.19277057726797767</c:v>
                </c:pt>
                <c:pt idx="14871">
                  <c:v>0.19279976516584207</c:v>
                </c:pt>
                <c:pt idx="14872">
                  <c:v>0.19280354385431953</c:v>
                </c:pt>
                <c:pt idx="14873">
                  <c:v>0.19281772779985334</c:v>
                </c:pt>
                <c:pt idx="14874">
                  <c:v>0.19281878565731267</c:v>
                </c:pt>
                <c:pt idx="14875">
                  <c:v>0.19282110452522916</c:v>
                </c:pt>
                <c:pt idx="14876">
                  <c:v>0.19282273301661712</c:v>
                </c:pt>
                <c:pt idx="14877">
                  <c:v>0.19282640229992495</c:v>
                </c:pt>
                <c:pt idx="14878">
                  <c:v>0.19283389295049205</c:v>
                </c:pt>
                <c:pt idx="14879">
                  <c:v>0.1928603164210064</c:v>
                </c:pt>
                <c:pt idx="14880">
                  <c:v>0.19286535425367698</c:v>
                </c:pt>
                <c:pt idx="14881">
                  <c:v>0.19286773118306008</c:v>
                </c:pt>
                <c:pt idx="14882">
                  <c:v>0.19287483230246658</c:v>
                </c:pt>
                <c:pt idx="14883">
                  <c:v>0.19289481542266967</c:v>
                </c:pt>
                <c:pt idx="14884">
                  <c:v>0.19290914555823893</c:v>
                </c:pt>
                <c:pt idx="14885">
                  <c:v>0.19292509256144699</c:v>
                </c:pt>
                <c:pt idx="14886">
                  <c:v>0.19293734198546086</c:v>
                </c:pt>
                <c:pt idx="14887">
                  <c:v>0.19293892028453871</c:v>
                </c:pt>
                <c:pt idx="14888">
                  <c:v>0.19294235122845749</c:v>
                </c:pt>
                <c:pt idx="14889">
                  <c:v>0.1929662417260789</c:v>
                </c:pt>
                <c:pt idx="14890">
                  <c:v>0.19296955635555785</c:v>
                </c:pt>
                <c:pt idx="14891">
                  <c:v>0.1929869958010165</c:v>
                </c:pt>
                <c:pt idx="14892">
                  <c:v>0.19300297285667051</c:v>
                </c:pt>
                <c:pt idx="14893">
                  <c:v>0.19300592690570417</c:v>
                </c:pt>
                <c:pt idx="14894">
                  <c:v>0.19300768501663912</c:v>
                </c:pt>
                <c:pt idx="14895">
                  <c:v>0.19301720757889149</c:v>
                </c:pt>
                <c:pt idx="14896">
                  <c:v>0.19302214319502231</c:v>
                </c:pt>
                <c:pt idx="14897">
                  <c:v>0.19302603710959668</c:v>
                </c:pt>
                <c:pt idx="14898">
                  <c:v>0.19302624982079838</c:v>
                </c:pt>
                <c:pt idx="14899">
                  <c:v>0.19303129950342085</c:v>
                </c:pt>
                <c:pt idx="14900">
                  <c:v>0.19304468722319673</c:v>
                </c:pt>
                <c:pt idx="14901">
                  <c:v>0.19306318652188945</c:v>
                </c:pt>
                <c:pt idx="14902">
                  <c:v>0.19307595647096026</c:v>
                </c:pt>
                <c:pt idx="14903">
                  <c:v>0.19308441464707971</c:v>
                </c:pt>
                <c:pt idx="14904">
                  <c:v>0.19309272447371512</c:v>
                </c:pt>
                <c:pt idx="14905">
                  <c:v>0.1930969225538631</c:v>
                </c:pt>
                <c:pt idx="14906">
                  <c:v>0.19312646018198754</c:v>
                </c:pt>
                <c:pt idx="14907">
                  <c:v>0.1931373308433299</c:v>
                </c:pt>
                <c:pt idx="14908">
                  <c:v>0.19314141015314223</c:v>
                </c:pt>
                <c:pt idx="14909">
                  <c:v>0.19314408075696862</c:v>
                </c:pt>
                <c:pt idx="14910">
                  <c:v>0.19315204362866922</c:v>
                </c:pt>
                <c:pt idx="14911">
                  <c:v>0.19315961087771386</c:v>
                </c:pt>
                <c:pt idx="14912">
                  <c:v>0.19316857211211788</c:v>
                </c:pt>
                <c:pt idx="14913">
                  <c:v>0.19318768297414107</c:v>
                </c:pt>
                <c:pt idx="14914">
                  <c:v>0.19319090012603179</c:v>
                </c:pt>
                <c:pt idx="14915">
                  <c:v>0.19321440578280408</c:v>
                </c:pt>
                <c:pt idx="14916">
                  <c:v>0.19321561639326376</c:v>
                </c:pt>
                <c:pt idx="14917">
                  <c:v>0.19324728586131013</c:v>
                </c:pt>
                <c:pt idx="14918">
                  <c:v>0.1932550252182462</c:v>
                </c:pt>
                <c:pt idx="14919">
                  <c:v>0.19325644130309713</c:v>
                </c:pt>
                <c:pt idx="14920">
                  <c:v>0.19325666221743704</c:v>
                </c:pt>
                <c:pt idx="14921">
                  <c:v>0.19332151521294738</c:v>
                </c:pt>
                <c:pt idx="14922">
                  <c:v>0.19334132529919254</c:v>
                </c:pt>
                <c:pt idx="14923">
                  <c:v>0.19334139848826259</c:v>
                </c:pt>
                <c:pt idx="14924">
                  <c:v>0.19334177220608564</c:v>
                </c:pt>
                <c:pt idx="14925">
                  <c:v>0.19335227602829569</c:v>
                </c:pt>
                <c:pt idx="14926">
                  <c:v>0.19335716745474407</c:v>
                </c:pt>
                <c:pt idx="14927">
                  <c:v>0.19336625752979145</c:v>
                </c:pt>
                <c:pt idx="14928">
                  <c:v>0.19337081659878624</c:v>
                </c:pt>
                <c:pt idx="14929">
                  <c:v>0.19337520230666577</c:v>
                </c:pt>
                <c:pt idx="14930">
                  <c:v>0.19338329650376096</c:v>
                </c:pt>
                <c:pt idx="14931">
                  <c:v>0.19339185921282603</c:v>
                </c:pt>
                <c:pt idx="14932">
                  <c:v>0.19340958524975768</c:v>
                </c:pt>
                <c:pt idx="14933">
                  <c:v>0.1934105243037863</c:v>
                </c:pt>
                <c:pt idx="14934">
                  <c:v>0.19341490209327034</c:v>
                </c:pt>
                <c:pt idx="14935">
                  <c:v>0.19342908325607572</c:v>
                </c:pt>
                <c:pt idx="14936">
                  <c:v>0.19344105368558159</c:v>
                </c:pt>
                <c:pt idx="14937">
                  <c:v>0.19346986988371689</c:v>
                </c:pt>
                <c:pt idx="14938">
                  <c:v>0.19347448559917019</c:v>
                </c:pt>
                <c:pt idx="14939">
                  <c:v>0.19350042100980913</c:v>
                </c:pt>
                <c:pt idx="14940">
                  <c:v>0.19350103530129009</c:v>
                </c:pt>
                <c:pt idx="14941">
                  <c:v>0.1935162182324846</c:v>
                </c:pt>
                <c:pt idx="14942">
                  <c:v>0.19351768105183434</c:v>
                </c:pt>
                <c:pt idx="14943">
                  <c:v>0.19352624078653974</c:v>
                </c:pt>
                <c:pt idx="14944">
                  <c:v>0.19352799632251524</c:v>
                </c:pt>
                <c:pt idx="14945">
                  <c:v>0.19353747695452092</c:v>
                </c:pt>
                <c:pt idx="14946">
                  <c:v>0.19355342864076763</c:v>
                </c:pt>
                <c:pt idx="14947">
                  <c:v>0.19355857083379013</c:v>
                </c:pt>
                <c:pt idx="14948">
                  <c:v>0.19356177941575511</c:v>
                </c:pt>
                <c:pt idx="14949">
                  <c:v>0.1935992770043139</c:v>
                </c:pt>
                <c:pt idx="14950">
                  <c:v>0.19361256626253309</c:v>
                </c:pt>
                <c:pt idx="14951">
                  <c:v>0.19364426299701043</c:v>
                </c:pt>
                <c:pt idx="14952">
                  <c:v>0.193645013973402</c:v>
                </c:pt>
                <c:pt idx="14953">
                  <c:v>0.19367079997184419</c:v>
                </c:pt>
                <c:pt idx="14954">
                  <c:v>0.19367566566761107</c:v>
                </c:pt>
                <c:pt idx="14955">
                  <c:v>0.19368887763652806</c:v>
                </c:pt>
                <c:pt idx="14956">
                  <c:v>0.19369183795147449</c:v>
                </c:pt>
                <c:pt idx="14957">
                  <c:v>0.19370185817297428</c:v>
                </c:pt>
                <c:pt idx="14958">
                  <c:v>0.19370669297358031</c:v>
                </c:pt>
                <c:pt idx="14959">
                  <c:v>0.19371502515027103</c:v>
                </c:pt>
                <c:pt idx="14960">
                  <c:v>0.19372315265824266</c:v>
                </c:pt>
                <c:pt idx="14961">
                  <c:v>0.19374279908794484</c:v>
                </c:pt>
                <c:pt idx="14962">
                  <c:v>0.19374484896825689</c:v>
                </c:pt>
                <c:pt idx="14963">
                  <c:v>0.19378028606048073</c:v>
                </c:pt>
                <c:pt idx="14964">
                  <c:v>0.19378094699151804</c:v>
                </c:pt>
                <c:pt idx="14965">
                  <c:v>0.1937875551565936</c:v>
                </c:pt>
                <c:pt idx="14966">
                  <c:v>0.1937919115064225</c:v>
                </c:pt>
                <c:pt idx="14967">
                  <c:v>0.19379750644927632</c:v>
                </c:pt>
                <c:pt idx="14968">
                  <c:v>0.19379754361790777</c:v>
                </c:pt>
                <c:pt idx="14969">
                  <c:v>0.19380886824700749</c:v>
                </c:pt>
                <c:pt idx="14970">
                  <c:v>0.19380999051688325</c:v>
                </c:pt>
                <c:pt idx="14971">
                  <c:v>0.19381467806425676</c:v>
                </c:pt>
                <c:pt idx="14972">
                  <c:v>0.19381645510735127</c:v>
                </c:pt>
                <c:pt idx="14973">
                  <c:v>0.19381654158961395</c:v>
                </c:pt>
                <c:pt idx="14974">
                  <c:v>0.19381798880177503</c:v>
                </c:pt>
                <c:pt idx="14975">
                  <c:v>0.19382164739293614</c:v>
                </c:pt>
                <c:pt idx="14976">
                  <c:v>0.19383559956842011</c:v>
                </c:pt>
                <c:pt idx="14977">
                  <c:v>0.19383642507138801</c:v>
                </c:pt>
                <c:pt idx="14978">
                  <c:v>0.19385126151198204</c:v>
                </c:pt>
                <c:pt idx="14979">
                  <c:v>0.19388284875031231</c:v>
                </c:pt>
                <c:pt idx="14980">
                  <c:v>0.19388843682589998</c:v>
                </c:pt>
                <c:pt idx="14981">
                  <c:v>0.19390074000013921</c:v>
                </c:pt>
                <c:pt idx="14982">
                  <c:v>0.19393740970204457</c:v>
                </c:pt>
                <c:pt idx="14983">
                  <c:v>0.19396690494268143</c:v>
                </c:pt>
                <c:pt idx="14984">
                  <c:v>0.19398494478318515</c:v>
                </c:pt>
                <c:pt idx="14985">
                  <c:v>0.1939917764916286</c:v>
                </c:pt>
                <c:pt idx="14986">
                  <c:v>0.19399766082021067</c:v>
                </c:pt>
                <c:pt idx="14987">
                  <c:v>0.19400785330969461</c:v>
                </c:pt>
                <c:pt idx="14988">
                  <c:v>0.1940235435906594</c:v>
                </c:pt>
                <c:pt idx="14989">
                  <c:v>0.19402642192446232</c:v>
                </c:pt>
                <c:pt idx="14990">
                  <c:v>0.19404610369898581</c:v>
                </c:pt>
                <c:pt idx="14991">
                  <c:v>0.19404835814332089</c:v>
                </c:pt>
                <c:pt idx="14992">
                  <c:v>0.19406149616525778</c:v>
                </c:pt>
                <c:pt idx="14993">
                  <c:v>0.19406613537080886</c:v>
                </c:pt>
                <c:pt idx="14994">
                  <c:v>0.1940829831523386</c:v>
                </c:pt>
                <c:pt idx="14995">
                  <c:v>0.19408563904170792</c:v>
                </c:pt>
                <c:pt idx="14996">
                  <c:v>0.19408866499434432</c:v>
                </c:pt>
                <c:pt idx="14997">
                  <c:v>0.19409129891727875</c:v>
                </c:pt>
                <c:pt idx="14998">
                  <c:v>0.1941255789411801</c:v>
                </c:pt>
                <c:pt idx="14999">
                  <c:v>0.19413867328590034</c:v>
                </c:pt>
                <c:pt idx="15000">
                  <c:v>0.19416741382486793</c:v>
                </c:pt>
                <c:pt idx="15001">
                  <c:v>0.19417177499241892</c:v>
                </c:pt>
                <c:pt idx="15002">
                  <c:v>0.19419285542033277</c:v>
                </c:pt>
                <c:pt idx="15003">
                  <c:v>0.19419797376552694</c:v>
                </c:pt>
                <c:pt idx="15004">
                  <c:v>0.1942041853712671</c:v>
                </c:pt>
                <c:pt idx="15005">
                  <c:v>0.19424573130925865</c:v>
                </c:pt>
                <c:pt idx="15006">
                  <c:v>0.19425149520414656</c:v>
                </c:pt>
                <c:pt idx="15007">
                  <c:v>0.19425631029484933</c:v>
                </c:pt>
                <c:pt idx="15008">
                  <c:v>0.19426948108761741</c:v>
                </c:pt>
                <c:pt idx="15009">
                  <c:v>0.19429025732727878</c:v>
                </c:pt>
                <c:pt idx="15010">
                  <c:v>0.19429079647793113</c:v>
                </c:pt>
                <c:pt idx="15011">
                  <c:v>0.19429644887791039</c:v>
                </c:pt>
                <c:pt idx="15012">
                  <c:v>0.19430410948250779</c:v>
                </c:pt>
                <c:pt idx="15013">
                  <c:v>0.19431221379054428</c:v>
                </c:pt>
                <c:pt idx="15014">
                  <c:v>0.19434047106495114</c:v>
                </c:pt>
                <c:pt idx="15015">
                  <c:v>0.19434778825216306</c:v>
                </c:pt>
                <c:pt idx="15016">
                  <c:v>0.19435660648717179</c:v>
                </c:pt>
                <c:pt idx="15017">
                  <c:v>0.19440927160350288</c:v>
                </c:pt>
                <c:pt idx="15018">
                  <c:v>0.19441761887722689</c:v>
                </c:pt>
                <c:pt idx="15019">
                  <c:v>0.19442046167626631</c:v>
                </c:pt>
                <c:pt idx="15020">
                  <c:v>0.19446289452755749</c:v>
                </c:pt>
                <c:pt idx="15021">
                  <c:v>0.19447052747652946</c:v>
                </c:pt>
                <c:pt idx="15022">
                  <c:v>0.19448637851782749</c:v>
                </c:pt>
                <c:pt idx="15023">
                  <c:v>0.19453058186375513</c:v>
                </c:pt>
                <c:pt idx="15024">
                  <c:v>0.19453917504451451</c:v>
                </c:pt>
                <c:pt idx="15025">
                  <c:v>0.194548565805225</c:v>
                </c:pt>
                <c:pt idx="15026">
                  <c:v>0.19455318030634278</c:v>
                </c:pt>
                <c:pt idx="15027">
                  <c:v>0.19456466925120577</c:v>
                </c:pt>
                <c:pt idx="15028">
                  <c:v>0.1945683090367604</c:v>
                </c:pt>
                <c:pt idx="15029">
                  <c:v>0.19457810256335917</c:v>
                </c:pt>
                <c:pt idx="15030">
                  <c:v>0.1945911944360223</c:v>
                </c:pt>
                <c:pt idx="15031">
                  <c:v>0.19460317037849739</c:v>
                </c:pt>
                <c:pt idx="15032">
                  <c:v>0.19463230327458594</c:v>
                </c:pt>
                <c:pt idx="15033">
                  <c:v>0.19463635742689345</c:v>
                </c:pt>
                <c:pt idx="15034">
                  <c:v>0.19465928709569974</c:v>
                </c:pt>
                <c:pt idx="15035">
                  <c:v>0.19467074030935574</c:v>
                </c:pt>
                <c:pt idx="15036">
                  <c:v>0.19468615508590228</c:v>
                </c:pt>
                <c:pt idx="15037">
                  <c:v>0.19469053517629933</c:v>
                </c:pt>
                <c:pt idx="15038">
                  <c:v>0.19470194851872538</c:v>
                </c:pt>
                <c:pt idx="15039">
                  <c:v>0.19471574816969475</c:v>
                </c:pt>
                <c:pt idx="15040">
                  <c:v>0.1947256200931369</c:v>
                </c:pt>
                <c:pt idx="15041">
                  <c:v>0.19473268605011348</c:v>
                </c:pt>
                <c:pt idx="15042">
                  <c:v>0.19473969718336734</c:v>
                </c:pt>
                <c:pt idx="15043">
                  <c:v>0.19473996843755909</c:v>
                </c:pt>
                <c:pt idx="15044">
                  <c:v>0.19478519060351829</c:v>
                </c:pt>
                <c:pt idx="15045">
                  <c:v>0.19479639594974915</c:v>
                </c:pt>
                <c:pt idx="15046">
                  <c:v>0.19482058619233508</c:v>
                </c:pt>
                <c:pt idx="15047">
                  <c:v>0.19482699096052677</c:v>
                </c:pt>
                <c:pt idx="15048">
                  <c:v>0.19484611457784443</c:v>
                </c:pt>
                <c:pt idx="15049">
                  <c:v>0.19485890252703286</c:v>
                </c:pt>
                <c:pt idx="15050">
                  <c:v>0.19486047445221411</c:v>
                </c:pt>
                <c:pt idx="15051">
                  <c:v>0.19486179607604731</c:v>
                </c:pt>
                <c:pt idx="15052">
                  <c:v>0.19486334557429699</c:v>
                </c:pt>
                <c:pt idx="15053">
                  <c:v>0.19486685675759582</c:v>
                </c:pt>
                <c:pt idx="15054">
                  <c:v>0.19487671121292377</c:v>
                </c:pt>
                <c:pt idx="15055">
                  <c:v>0.19488959743071632</c:v>
                </c:pt>
                <c:pt idx="15056">
                  <c:v>0.19489134429853028</c:v>
                </c:pt>
                <c:pt idx="15057">
                  <c:v>0.19492752341215352</c:v>
                </c:pt>
                <c:pt idx="15058">
                  <c:v>0.19494193226457793</c:v>
                </c:pt>
                <c:pt idx="15059">
                  <c:v>0.19495544813343954</c:v>
                </c:pt>
                <c:pt idx="15060">
                  <c:v>0.19496592267869936</c:v>
                </c:pt>
                <c:pt idx="15061">
                  <c:v>0.19500635590463367</c:v>
                </c:pt>
                <c:pt idx="15062">
                  <c:v>0.19500658936127774</c:v>
                </c:pt>
                <c:pt idx="15063">
                  <c:v>0.19501596205113483</c:v>
                </c:pt>
                <c:pt idx="15064">
                  <c:v>0.19503473937104798</c:v>
                </c:pt>
                <c:pt idx="15065">
                  <c:v>0.19506735912757464</c:v>
                </c:pt>
                <c:pt idx="15066">
                  <c:v>0.19507112841933053</c:v>
                </c:pt>
                <c:pt idx="15067">
                  <c:v>0.19507674480303122</c:v>
                </c:pt>
                <c:pt idx="15068">
                  <c:v>0.19508185543074352</c:v>
                </c:pt>
                <c:pt idx="15069">
                  <c:v>0.19510130109081228</c:v>
                </c:pt>
                <c:pt idx="15070">
                  <c:v>0.19511974120958878</c:v>
                </c:pt>
                <c:pt idx="15071">
                  <c:v>0.19513384988797677</c:v>
                </c:pt>
                <c:pt idx="15072">
                  <c:v>0.1951685252442906</c:v>
                </c:pt>
                <c:pt idx="15073">
                  <c:v>0.19518190770879368</c:v>
                </c:pt>
                <c:pt idx="15074">
                  <c:v>0.19520244100952747</c:v>
                </c:pt>
                <c:pt idx="15075">
                  <c:v>0.19520336616641787</c:v>
                </c:pt>
                <c:pt idx="15076">
                  <c:v>0.19521527129974281</c:v>
                </c:pt>
                <c:pt idx="15077">
                  <c:v>0.19522592844720391</c:v>
                </c:pt>
                <c:pt idx="15078">
                  <c:v>0.19524543314768358</c:v>
                </c:pt>
                <c:pt idx="15079">
                  <c:v>0.19524693254391737</c:v>
                </c:pt>
                <c:pt idx="15080">
                  <c:v>0.19528298383392842</c:v>
                </c:pt>
                <c:pt idx="15081">
                  <c:v>0.19530300737639494</c:v>
                </c:pt>
                <c:pt idx="15082">
                  <c:v>0.19532092014755795</c:v>
                </c:pt>
                <c:pt idx="15083">
                  <c:v>0.19532767093924649</c:v>
                </c:pt>
                <c:pt idx="15084">
                  <c:v>0.19535779986045446</c:v>
                </c:pt>
                <c:pt idx="15085">
                  <c:v>0.19539807270995993</c:v>
                </c:pt>
                <c:pt idx="15086">
                  <c:v>0.19539972473915568</c:v>
                </c:pt>
                <c:pt idx="15087">
                  <c:v>0.19540239379803906</c:v>
                </c:pt>
                <c:pt idx="15088">
                  <c:v>0.19541546687304892</c:v>
                </c:pt>
                <c:pt idx="15089">
                  <c:v>0.19542230210305542</c:v>
                </c:pt>
                <c:pt idx="15090">
                  <c:v>0.19543101567423668</c:v>
                </c:pt>
                <c:pt idx="15091">
                  <c:v>0.19543372019383742</c:v>
                </c:pt>
                <c:pt idx="15092">
                  <c:v>0.1954457743858817</c:v>
                </c:pt>
                <c:pt idx="15093">
                  <c:v>0.19547311941004558</c:v>
                </c:pt>
                <c:pt idx="15094">
                  <c:v>0.19548072161782923</c:v>
                </c:pt>
                <c:pt idx="15095">
                  <c:v>0.19548983867482367</c:v>
                </c:pt>
                <c:pt idx="15096">
                  <c:v>0.19551355819749724</c:v>
                </c:pt>
                <c:pt idx="15097">
                  <c:v>0.19553237838974907</c:v>
                </c:pt>
                <c:pt idx="15098">
                  <c:v>0.19553894630900051</c:v>
                </c:pt>
                <c:pt idx="15099">
                  <c:v>0.19554616146953382</c:v>
                </c:pt>
                <c:pt idx="15100">
                  <c:v>0.19555568178892416</c:v>
                </c:pt>
                <c:pt idx="15101">
                  <c:v>0.19557430626977887</c:v>
                </c:pt>
                <c:pt idx="15102">
                  <c:v>0.1955868654314642</c:v>
                </c:pt>
                <c:pt idx="15103">
                  <c:v>0.19558760857220159</c:v>
                </c:pt>
                <c:pt idx="15104">
                  <c:v>0.1956315067392371</c:v>
                </c:pt>
                <c:pt idx="15105">
                  <c:v>0.19564373687114997</c:v>
                </c:pt>
                <c:pt idx="15106">
                  <c:v>0.19565634997113232</c:v>
                </c:pt>
                <c:pt idx="15107">
                  <c:v>0.19565639778968758</c:v>
                </c:pt>
                <c:pt idx="15108">
                  <c:v>0.19567290563234596</c:v>
                </c:pt>
                <c:pt idx="15109">
                  <c:v>0.19569943922170413</c:v>
                </c:pt>
                <c:pt idx="15110">
                  <c:v>0.19570610645720168</c:v>
                </c:pt>
                <c:pt idx="15111">
                  <c:v>0.19572612526099709</c:v>
                </c:pt>
                <c:pt idx="15112">
                  <c:v>0.19576472113764581</c:v>
                </c:pt>
                <c:pt idx="15113">
                  <c:v>0.19576647459561178</c:v>
                </c:pt>
                <c:pt idx="15114">
                  <c:v>0.19576957355587929</c:v>
                </c:pt>
                <c:pt idx="15115">
                  <c:v>0.19578293250022497</c:v>
                </c:pt>
                <c:pt idx="15116">
                  <c:v>0.19581102770513156</c:v>
                </c:pt>
                <c:pt idx="15117">
                  <c:v>0.19581358174762015</c:v>
                </c:pt>
                <c:pt idx="15118">
                  <c:v>0.19581508708523812</c:v>
                </c:pt>
                <c:pt idx="15119">
                  <c:v>0.19582238639806457</c:v>
                </c:pt>
                <c:pt idx="15120">
                  <c:v>0.19582534970942528</c:v>
                </c:pt>
                <c:pt idx="15121">
                  <c:v>0.19582816260988151</c:v>
                </c:pt>
                <c:pt idx="15122">
                  <c:v>0.19584678777178735</c:v>
                </c:pt>
                <c:pt idx="15123">
                  <c:v>0.19585003912970886</c:v>
                </c:pt>
                <c:pt idx="15124">
                  <c:v>0.19586783667900318</c:v>
                </c:pt>
                <c:pt idx="15125">
                  <c:v>0.19587578677876666</c:v>
                </c:pt>
                <c:pt idx="15126">
                  <c:v>0.19589201194503467</c:v>
                </c:pt>
                <c:pt idx="15127">
                  <c:v>0.1958954807879654</c:v>
                </c:pt>
                <c:pt idx="15128">
                  <c:v>0.19589804891022999</c:v>
                </c:pt>
                <c:pt idx="15129">
                  <c:v>0.1959142680284712</c:v>
                </c:pt>
                <c:pt idx="15130">
                  <c:v>0.19591678846400976</c:v>
                </c:pt>
                <c:pt idx="15131">
                  <c:v>0.19592968955664974</c:v>
                </c:pt>
                <c:pt idx="15132">
                  <c:v>0.1959437609547956</c:v>
                </c:pt>
                <c:pt idx="15133">
                  <c:v>0.19595577366735215</c:v>
                </c:pt>
                <c:pt idx="15134">
                  <c:v>0.19596095103070665</c:v>
                </c:pt>
                <c:pt idx="15135">
                  <c:v>0.19597394944648133</c:v>
                </c:pt>
                <c:pt idx="15136">
                  <c:v>0.19598896657902878</c:v>
                </c:pt>
                <c:pt idx="15137">
                  <c:v>0.1960198403739104</c:v>
                </c:pt>
                <c:pt idx="15138">
                  <c:v>0.19606492666838179</c:v>
                </c:pt>
                <c:pt idx="15139">
                  <c:v>0.19609751706856887</c:v>
                </c:pt>
                <c:pt idx="15140">
                  <c:v>0.19610863861697317</c:v>
                </c:pt>
                <c:pt idx="15141">
                  <c:v>0.19611502011686885</c:v>
                </c:pt>
                <c:pt idx="15142">
                  <c:v>0.19612091996753556</c:v>
                </c:pt>
                <c:pt idx="15143">
                  <c:v>0.19614345802929534</c:v>
                </c:pt>
                <c:pt idx="15144">
                  <c:v>0.19615418319340183</c:v>
                </c:pt>
                <c:pt idx="15145">
                  <c:v>0.19619839646445764</c:v>
                </c:pt>
                <c:pt idx="15146">
                  <c:v>0.19621364715980283</c:v>
                </c:pt>
                <c:pt idx="15147">
                  <c:v>0.19621880986065435</c:v>
                </c:pt>
                <c:pt idx="15148">
                  <c:v>0.19623636543247633</c:v>
                </c:pt>
                <c:pt idx="15149">
                  <c:v>0.1962375397486481</c:v>
                </c:pt>
                <c:pt idx="15150">
                  <c:v>0.19625057525142495</c:v>
                </c:pt>
                <c:pt idx="15151">
                  <c:v>0.1962710126155984</c:v>
                </c:pt>
                <c:pt idx="15152">
                  <c:v>0.19627391138872755</c:v>
                </c:pt>
                <c:pt idx="15153">
                  <c:v>0.19627786881807768</c:v>
                </c:pt>
                <c:pt idx="15154">
                  <c:v>0.19627982865661331</c:v>
                </c:pt>
                <c:pt idx="15155">
                  <c:v>0.1962979359327266</c:v>
                </c:pt>
                <c:pt idx="15156">
                  <c:v>0.19630231777670443</c:v>
                </c:pt>
                <c:pt idx="15157">
                  <c:v>0.19630475401863726</c:v>
                </c:pt>
                <c:pt idx="15158">
                  <c:v>0.19630964409139143</c:v>
                </c:pt>
                <c:pt idx="15159">
                  <c:v>0.19633130789426273</c:v>
                </c:pt>
                <c:pt idx="15160">
                  <c:v>0.19633327514632479</c:v>
                </c:pt>
                <c:pt idx="15161">
                  <c:v>0.19634078244766118</c:v>
                </c:pt>
                <c:pt idx="15162">
                  <c:v>0.19634488310572029</c:v>
                </c:pt>
                <c:pt idx="15163">
                  <c:v>0.19635224817782643</c:v>
                </c:pt>
                <c:pt idx="15164">
                  <c:v>0.19638404073637247</c:v>
                </c:pt>
                <c:pt idx="15165">
                  <c:v>0.19640003222189262</c:v>
                </c:pt>
                <c:pt idx="15166">
                  <c:v>0.19640784961005464</c:v>
                </c:pt>
                <c:pt idx="15167">
                  <c:v>0.19643128519439373</c:v>
                </c:pt>
                <c:pt idx="15168">
                  <c:v>0.19643760993738607</c:v>
                </c:pt>
                <c:pt idx="15169">
                  <c:v>0.19644463465195441</c:v>
                </c:pt>
                <c:pt idx="15170">
                  <c:v>0.19645300375042854</c:v>
                </c:pt>
                <c:pt idx="15171">
                  <c:v>0.19645996791124345</c:v>
                </c:pt>
                <c:pt idx="15172">
                  <c:v>0.19649995115101168</c:v>
                </c:pt>
                <c:pt idx="15173">
                  <c:v>0.19650300115543745</c:v>
                </c:pt>
                <c:pt idx="15174">
                  <c:v>0.19653816411177283</c:v>
                </c:pt>
                <c:pt idx="15175">
                  <c:v>0.19654117604521734</c:v>
                </c:pt>
                <c:pt idx="15176">
                  <c:v>0.19657350363478904</c:v>
                </c:pt>
                <c:pt idx="15177">
                  <c:v>0.19657732093151661</c:v>
                </c:pt>
                <c:pt idx="15178">
                  <c:v>0.1965812508526763</c:v>
                </c:pt>
                <c:pt idx="15179">
                  <c:v>0.19659556427310201</c:v>
                </c:pt>
                <c:pt idx="15180">
                  <c:v>0.19662032900458579</c:v>
                </c:pt>
                <c:pt idx="15181">
                  <c:v>0.19663650325338267</c:v>
                </c:pt>
                <c:pt idx="15182">
                  <c:v>0.19663694116781069</c:v>
                </c:pt>
                <c:pt idx="15183">
                  <c:v>0.19663818501832889</c:v>
                </c:pt>
                <c:pt idx="15184">
                  <c:v>0.19664735403115291</c:v>
                </c:pt>
                <c:pt idx="15185">
                  <c:v>0.19665774602360947</c:v>
                </c:pt>
                <c:pt idx="15186">
                  <c:v>0.19666320206916493</c:v>
                </c:pt>
                <c:pt idx="15187">
                  <c:v>0.19666401113825746</c:v>
                </c:pt>
                <c:pt idx="15188">
                  <c:v>0.19668670604534572</c:v>
                </c:pt>
                <c:pt idx="15189">
                  <c:v>0.19669187651707842</c:v>
                </c:pt>
                <c:pt idx="15190">
                  <c:v>0.19669771812876677</c:v>
                </c:pt>
                <c:pt idx="15191">
                  <c:v>0.1967069315666575</c:v>
                </c:pt>
                <c:pt idx="15192">
                  <c:v>0.19670880433271798</c:v>
                </c:pt>
                <c:pt idx="15193">
                  <c:v>0.19671676185866244</c:v>
                </c:pt>
                <c:pt idx="15194">
                  <c:v>0.19677079629115746</c:v>
                </c:pt>
                <c:pt idx="15195">
                  <c:v>0.19677630022622525</c:v>
                </c:pt>
                <c:pt idx="15196">
                  <c:v>0.19678332543398699</c:v>
                </c:pt>
                <c:pt idx="15197">
                  <c:v>0.19682609431681247</c:v>
                </c:pt>
                <c:pt idx="15198">
                  <c:v>0.19685599269351564</c:v>
                </c:pt>
                <c:pt idx="15199">
                  <c:v>0.19686620893177401</c:v>
                </c:pt>
                <c:pt idx="15200">
                  <c:v>0.19688743683576079</c:v>
                </c:pt>
                <c:pt idx="15201">
                  <c:v>0.19691169009651976</c:v>
                </c:pt>
                <c:pt idx="15202">
                  <c:v>0.19692032205368609</c:v>
                </c:pt>
                <c:pt idx="15203">
                  <c:v>0.19692099719416353</c:v>
                </c:pt>
                <c:pt idx="15204">
                  <c:v>0.19693185933393922</c:v>
                </c:pt>
                <c:pt idx="15205">
                  <c:v>0.19695247352401005</c:v>
                </c:pt>
                <c:pt idx="15206">
                  <c:v>0.19695813197755493</c:v>
                </c:pt>
                <c:pt idx="15207">
                  <c:v>0.19696915592166192</c:v>
                </c:pt>
                <c:pt idx="15208">
                  <c:v>0.1969765715552487</c:v>
                </c:pt>
                <c:pt idx="15209">
                  <c:v>0.19699768697457268</c:v>
                </c:pt>
                <c:pt idx="15210">
                  <c:v>0.19702726231606224</c:v>
                </c:pt>
                <c:pt idx="15211">
                  <c:v>0.19705773477885277</c:v>
                </c:pt>
                <c:pt idx="15212">
                  <c:v>0.19706183877080416</c:v>
                </c:pt>
                <c:pt idx="15213">
                  <c:v>0.19707214016601904</c:v>
                </c:pt>
                <c:pt idx="15214">
                  <c:v>0.19707221264591954</c:v>
                </c:pt>
                <c:pt idx="15215">
                  <c:v>0.19708061132037244</c:v>
                </c:pt>
                <c:pt idx="15216">
                  <c:v>0.197095678973434</c:v>
                </c:pt>
                <c:pt idx="15217">
                  <c:v>0.19710786672772326</c:v>
                </c:pt>
                <c:pt idx="15218">
                  <c:v>0.19711444979235659</c:v>
                </c:pt>
                <c:pt idx="15219">
                  <c:v>0.19712385784074618</c:v>
                </c:pt>
                <c:pt idx="15220">
                  <c:v>0.19712854994380516</c:v>
                </c:pt>
                <c:pt idx="15221">
                  <c:v>0.19712898376345642</c:v>
                </c:pt>
                <c:pt idx="15222">
                  <c:v>0.19713652744591001</c:v>
                </c:pt>
                <c:pt idx="15223">
                  <c:v>0.1971678950688312</c:v>
                </c:pt>
                <c:pt idx="15224">
                  <c:v>0.19717054043630278</c:v>
                </c:pt>
                <c:pt idx="15225">
                  <c:v>0.19718693992171027</c:v>
                </c:pt>
                <c:pt idx="15226">
                  <c:v>0.19719371939576694</c:v>
                </c:pt>
                <c:pt idx="15227">
                  <c:v>0.1972166195662961</c:v>
                </c:pt>
                <c:pt idx="15228">
                  <c:v>0.19721977504683519</c:v>
                </c:pt>
                <c:pt idx="15229">
                  <c:v>0.19724377218175657</c:v>
                </c:pt>
                <c:pt idx="15230">
                  <c:v>0.19727310075755011</c:v>
                </c:pt>
                <c:pt idx="15231">
                  <c:v>0.19731323634119521</c:v>
                </c:pt>
                <c:pt idx="15232">
                  <c:v>0.19732154174421135</c:v>
                </c:pt>
                <c:pt idx="15233">
                  <c:v>0.19733419677374192</c:v>
                </c:pt>
                <c:pt idx="15234">
                  <c:v>0.19734028869432738</c:v>
                </c:pt>
                <c:pt idx="15235">
                  <c:v>0.1973509081684319</c:v>
                </c:pt>
                <c:pt idx="15236">
                  <c:v>0.19737017581114122</c:v>
                </c:pt>
                <c:pt idx="15237">
                  <c:v>0.19738614213868605</c:v>
                </c:pt>
                <c:pt idx="15238">
                  <c:v>0.19739288834849811</c:v>
                </c:pt>
                <c:pt idx="15239">
                  <c:v>0.19739923086153224</c:v>
                </c:pt>
                <c:pt idx="15240">
                  <c:v>0.19745414843879919</c:v>
                </c:pt>
                <c:pt idx="15241">
                  <c:v>0.1974674262060126</c:v>
                </c:pt>
                <c:pt idx="15242">
                  <c:v>0.19746749385852294</c:v>
                </c:pt>
                <c:pt idx="15243">
                  <c:v>0.19747132934674635</c:v>
                </c:pt>
                <c:pt idx="15244">
                  <c:v>0.19750225505780333</c:v>
                </c:pt>
                <c:pt idx="15245">
                  <c:v>0.19750421341533006</c:v>
                </c:pt>
                <c:pt idx="15246">
                  <c:v>0.19751132895855947</c:v>
                </c:pt>
                <c:pt idx="15247">
                  <c:v>0.19751647678683482</c:v>
                </c:pt>
                <c:pt idx="15248">
                  <c:v>0.1975227727384308</c:v>
                </c:pt>
                <c:pt idx="15249">
                  <c:v>0.19752747244780788</c:v>
                </c:pt>
                <c:pt idx="15250">
                  <c:v>0.19757929018330442</c:v>
                </c:pt>
                <c:pt idx="15251">
                  <c:v>0.19758538196702619</c:v>
                </c:pt>
                <c:pt idx="15252">
                  <c:v>0.19758838374405852</c:v>
                </c:pt>
                <c:pt idx="15253">
                  <c:v>0.19758870104236903</c:v>
                </c:pt>
                <c:pt idx="15254">
                  <c:v>0.19759986476834945</c:v>
                </c:pt>
                <c:pt idx="15255">
                  <c:v>0.19760149761583942</c:v>
                </c:pt>
                <c:pt idx="15256">
                  <c:v>0.19760313150995942</c:v>
                </c:pt>
                <c:pt idx="15257">
                  <c:v>0.19760462269361137</c:v>
                </c:pt>
                <c:pt idx="15258">
                  <c:v>0.19760686668974156</c:v>
                </c:pt>
                <c:pt idx="15259">
                  <c:v>0.19763918667387162</c:v>
                </c:pt>
                <c:pt idx="15260">
                  <c:v>0.19763957631557647</c:v>
                </c:pt>
                <c:pt idx="15261">
                  <c:v>0.19764492927615468</c:v>
                </c:pt>
                <c:pt idx="15262">
                  <c:v>0.1976494761835019</c:v>
                </c:pt>
                <c:pt idx="15263">
                  <c:v>0.19765232165427918</c:v>
                </c:pt>
                <c:pt idx="15264">
                  <c:v>0.19768724042407279</c:v>
                </c:pt>
                <c:pt idx="15265">
                  <c:v>0.19769863550797193</c:v>
                </c:pt>
                <c:pt idx="15266">
                  <c:v>0.19769993673734229</c:v>
                </c:pt>
                <c:pt idx="15267">
                  <c:v>0.19775044799118072</c:v>
                </c:pt>
                <c:pt idx="15268">
                  <c:v>0.19775713897233163</c:v>
                </c:pt>
                <c:pt idx="15269">
                  <c:v>0.19776033080032682</c:v>
                </c:pt>
                <c:pt idx="15270">
                  <c:v>0.19777630331515389</c:v>
                </c:pt>
                <c:pt idx="15271">
                  <c:v>0.19779777230264114</c:v>
                </c:pt>
                <c:pt idx="15272">
                  <c:v>0.19780975337078943</c:v>
                </c:pt>
                <c:pt idx="15273">
                  <c:v>0.19781613922733871</c:v>
                </c:pt>
                <c:pt idx="15274">
                  <c:v>0.19783448904505971</c:v>
                </c:pt>
                <c:pt idx="15275">
                  <c:v>0.1978467436817252</c:v>
                </c:pt>
                <c:pt idx="15276">
                  <c:v>0.19786099848298724</c:v>
                </c:pt>
                <c:pt idx="15277">
                  <c:v>0.1978917569426823</c:v>
                </c:pt>
                <c:pt idx="15278">
                  <c:v>0.19789420296671922</c:v>
                </c:pt>
                <c:pt idx="15279">
                  <c:v>0.19790726297521119</c:v>
                </c:pt>
                <c:pt idx="15280">
                  <c:v>0.19790902761417761</c:v>
                </c:pt>
                <c:pt idx="15281">
                  <c:v>0.19792264168402912</c:v>
                </c:pt>
                <c:pt idx="15282">
                  <c:v>0.19794069132936548</c:v>
                </c:pt>
                <c:pt idx="15283">
                  <c:v>0.19799443106213965</c:v>
                </c:pt>
                <c:pt idx="15284">
                  <c:v>0.19800447014559117</c:v>
                </c:pt>
                <c:pt idx="15285">
                  <c:v>0.19800584063070081</c:v>
                </c:pt>
                <c:pt idx="15286">
                  <c:v>0.19802661575222472</c:v>
                </c:pt>
                <c:pt idx="15287">
                  <c:v>0.19808833611260027</c:v>
                </c:pt>
                <c:pt idx="15288">
                  <c:v>0.19810035993213335</c:v>
                </c:pt>
                <c:pt idx="15289">
                  <c:v>0.19810142124171415</c:v>
                </c:pt>
                <c:pt idx="15290">
                  <c:v>0.1981342592352438</c:v>
                </c:pt>
                <c:pt idx="15291">
                  <c:v>0.19815379665232077</c:v>
                </c:pt>
                <c:pt idx="15292">
                  <c:v>0.19816021497888847</c:v>
                </c:pt>
                <c:pt idx="15293">
                  <c:v>0.19816246074777361</c:v>
                </c:pt>
                <c:pt idx="15294">
                  <c:v>0.19816468311281762</c:v>
                </c:pt>
                <c:pt idx="15295">
                  <c:v>0.19819778994147561</c:v>
                </c:pt>
                <c:pt idx="15296">
                  <c:v>0.19820995112156356</c:v>
                </c:pt>
                <c:pt idx="15297">
                  <c:v>0.19822222298997605</c:v>
                </c:pt>
                <c:pt idx="15298">
                  <c:v>0.19822318411513129</c:v>
                </c:pt>
                <c:pt idx="15299">
                  <c:v>0.19822657824693662</c:v>
                </c:pt>
                <c:pt idx="15300">
                  <c:v>0.19823325206925524</c:v>
                </c:pt>
                <c:pt idx="15301">
                  <c:v>0.19826946800281539</c:v>
                </c:pt>
                <c:pt idx="15302">
                  <c:v>0.1982872038339282</c:v>
                </c:pt>
                <c:pt idx="15303">
                  <c:v>0.19834878394722305</c:v>
                </c:pt>
                <c:pt idx="15304">
                  <c:v>0.19836705239896879</c:v>
                </c:pt>
                <c:pt idx="15305">
                  <c:v>0.19838193385723399</c:v>
                </c:pt>
                <c:pt idx="15306">
                  <c:v>0.1983845998403998</c:v>
                </c:pt>
                <c:pt idx="15307">
                  <c:v>0.1984987180450335</c:v>
                </c:pt>
                <c:pt idx="15308">
                  <c:v>0.19851547660358382</c:v>
                </c:pt>
                <c:pt idx="15309">
                  <c:v>0.19852125332225179</c:v>
                </c:pt>
                <c:pt idx="15310">
                  <c:v>0.19855032820207208</c:v>
                </c:pt>
                <c:pt idx="15311">
                  <c:v>0.19855609828443144</c:v>
                </c:pt>
                <c:pt idx="15312">
                  <c:v>0.19855945787687043</c:v>
                </c:pt>
                <c:pt idx="15313">
                  <c:v>0.1986214972094405</c:v>
                </c:pt>
                <c:pt idx="15314">
                  <c:v>0.19863159586008891</c:v>
                </c:pt>
                <c:pt idx="15315">
                  <c:v>0.19863314862877071</c:v>
                </c:pt>
                <c:pt idx="15316">
                  <c:v>0.19863888843098332</c:v>
                </c:pt>
                <c:pt idx="15317">
                  <c:v>0.19868139665359427</c:v>
                </c:pt>
                <c:pt idx="15318">
                  <c:v>0.19868154048530581</c:v>
                </c:pt>
                <c:pt idx="15319">
                  <c:v>0.19868317233761656</c:v>
                </c:pt>
                <c:pt idx="15320">
                  <c:v>0.19869103682292263</c:v>
                </c:pt>
                <c:pt idx="15321">
                  <c:v>0.19870371285667016</c:v>
                </c:pt>
                <c:pt idx="15322">
                  <c:v>0.19870900776218919</c:v>
                </c:pt>
                <c:pt idx="15323">
                  <c:v>0.1987164658991166</c:v>
                </c:pt>
                <c:pt idx="15324">
                  <c:v>0.19871832360195671</c:v>
                </c:pt>
                <c:pt idx="15325">
                  <c:v>0.19872211512585786</c:v>
                </c:pt>
                <c:pt idx="15326">
                  <c:v>0.19873612627569798</c:v>
                </c:pt>
                <c:pt idx="15327">
                  <c:v>0.19874481468554792</c:v>
                </c:pt>
                <c:pt idx="15328">
                  <c:v>0.19876124569663337</c:v>
                </c:pt>
                <c:pt idx="15329">
                  <c:v>0.19877762479936284</c:v>
                </c:pt>
                <c:pt idx="15330">
                  <c:v>0.19881015029597432</c:v>
                </c:pt>
                <c:pt idx="15331">
                  <c:v>0.19881677774413398</c:v>
                </c:pt>
                <c:pt idx="15332">
                  <c:v>0.19883123509354006</c:v>
                </c:pt>
                <c:pt idx="15333">
                  <c:v>0.19883541944202035</c:v>
                </c:pt>
                <c:pt idx="15334">
                  <c:v>0.19885981543002937</c:v>
                </c:pt>
                <c:pt idx="15335">
                  <c:v>0.19886335247064882</c:v>
                </c:pt>
                <c:pt idx="15336">
                  <c:v>0.19888188090553052</c:v>
                </c:pt>
                <c:pt idx="15337">
                  <c:v>0.19890438133620034</c:v>
                </c:pt>
                <c:pt idx="15338">
                  <c:v>0.19891246203135468</c:v>
                </c:pt>
                <c:pt idx="15339">
                  <c:v>0.19893306356105309</c:v>
                </c:pt>
                <c:pt idx="15340">
                  <c:v>0.19894388397069107</c:v>
                </c:pt>
                <c:pt idx="15341">
                  <c:v>0.19895174546474065</c:v>
                </c:pt>
                <c:pt idx="15342">
                  <c:v>0.19895680537986773</c:v>
                </c:pt>
                <c:pt idx="15343">
                  <c:v>0.19896283125251626</c:v>
                </c:pt>
                <c:pt idx="15344">
                  <c:v>0.19897896063899631</c:v>
                </c:pt>
                <c:pt idx="15345">
                  <c:v>0.19898435399886036</c:v>
                </c:pt>
                <c:pt idx="15346">
                  <c:v>0.19899020631909131</c:v>
                </c:pt>
                <c:pt idx="15347">
                  <c:v>0.19903218904854841</c:v>
                </c:pt>
                <c:pt idx="15348">
                  <c:v>0.19904176867926737</c:v>
                </c:pt>
                <c:pt idx="15349">
                  <c:v>0.19904534733071363</c:v>
                </c:pt>
                <c:pt idx="15350">
                  <c:v>0.19904758370632125</c:v>
                </c:pt>
                <c:pt idx="15351">
                  <c:v>0.19905114026005352</c:v>
                </c:pt>
                <c:pt idx="15352">
                  <c:v>0.19906211935380475</c:v>
                </c:pt>
                <c:pt idx="15353">
                  <c:v>0.19906223135849402</c:v>
                </c:pt>
                <c:pt idx="15354">
                  <c:v>0.19907194389892593</c:v>
                </c:pt>
                <c:pt idx="15355">
                  <c:v>0.19907890033292436</c:v>
                </c:pt>
                <c:pt idx="15356">
                  <c:v>0.19912587203306659</c:v>
                </c:pt>
                <c:pt idx="15357">
                  <c:v>0.19912743210593717</c:v>
                </c:pt>
                <c:pt idx="15358">
                  <c:v>0.19912947132792125</c:v>
                </c:pt>
                <c:pt idx="15359">
                  <c:v>0.19913970396083186</c:v>
                </c:pt>
                <c:pt idx="15360">
                  <c:v>0.19914577450135276</c:v>
                </c:pt>
                <c:pt idx="15361">
                  <c:v>0.19915189756457199</c:v>
                </c:pt>
                <c:pt idx="15362">
                  <c:v>0.19916791025210603</c:v>
                </c:pt>
                <c:pt idx="15363">
                  <c:v>0.19918286680849745</c:v>
                </c:pt>
                <c:pt idx="15364">
                  <c:v>0.19918447810951745</c:v>
                </c:pt>
                <c:pt idx="15365">
                  <c:v>0.19919902799555758</c:v>
                </c:pt>
                <c:pt idx="15366">
                  <c:v>0.19920746767799624</c:v>
                </c:pt>
                <c:pt idx="15367">
                  <c:v>0.19921632612993037</c:v>
                </c:pt>
                <c:pt idx="15368">
                  <c:v>0.19922078734028992</c:v>
                </c:pt>
                <c:pt idx="15369">
                  <c:v>0.19922819863384086</c:v>
                </c:pt>
                <c:pt idx="15370">
                  <c:v>0.19924733922437216</c:v>
                </c:pt>
                <c:pt idx="15371">
                  <c:v>0.19926320329767847</c:v>
                </c:pt>
                <c:pt idx="15372">
                  <c:v>0.19929627068496375</c:v>
                </c:pt>
                <c:pt idx="15373">
                  <c:v>0.19930007406879077</c:v>
                </c:pt>
                <c:pt idx="15374">
                  <c:v>0.19930510294488837</c:v>
                </c:pt>
                <c:pt idx="15375">
                  <c:v>0.19930573369431029</c:v>
                </c:pt>
                <c:pt idx="15376">
                  <c:v>0.19934947102952899</c:v>
                </c:pt>
                <c:pt idx="15377">
                  <c:v>0.19935860931157695</c:v>
                </c:pt>
                <c:pt idx="15378">
                  <c:v>0.1993793788107093</c:v>
                </c:pt>
                <c:pt idx="15379">
                  <c:v>0.19938308554794087</c:v>
                </c:pt>
                <c:pt idx="15380">
                  <c:v>0.19938511943029746</c:v>
                </c:pt>
                <c:pt idx="15381">
                  <c:v>0.19940548919001036</c:v>
                </c:pt>
                <c:pt idx="15382">
                  <c:v>0.19942118411045706</c:v>
                </c:pt>
                <c:pt idx="15383">
                  <c:v>0.19946966682473768</c:v>
                </c:pt>
                <c:pt idx="15384">
                  <c:v>0.19948585538445826</c:v>
                </c:pt>
                <c:pt idx="15385">
                  <c:v>0.19951802658522097</c:v>
                </c:pt>
                <c:pt idx="15386">
                  <c:v>0.19952352692528963</c:v>
                </c:pt>
                <c:pt idx="15387">
                  <c:v>0.19953823756744826</c:v>
                </c:pt>
                <c:pt idx="15388">
                  <c:v>0.19954701140632403</c:v>
                </c:pt>
                <c:pt idx="15389">
                  <c:v>0.19954828736655081</c:v>
                </c:pt>
                <c:pt idx="15390">
                  <c:v>0.19954953616870907</c:v>
                </c:pt>
                <c:pt idx="15391">
                  <c:v>0.19955260283257581</c:v>
                </c:pt>
                <c:pt idx="15392">
                  <c:v>0.19955555591764756</c:v>
                </c:pt>
                <c:pt idx="15393">
                  <c:v>0.19956401354803119</c:v>
                </c:pt>
                <c:pt idx="15394">
                  <c:v>0.19957059076054814</c:v>
                </c:pt>
                <c:pt idx="15395">
                  <c:v>0.19960428237344841</c:v>
                </c:pt>
                <c:pt idx="15396">
                  <c:v>0.19960677393269374</c:v>
                </c:pt>
                <c:pt idx="15397">
                  <c:v>0.19962777052914554</c:v>
                </c:pt>
                <c:pt idx="15398">
                  <c:v>0.19963950466788805</c:v>
                </c:pt>
                <c:pt idx="15399">
                  <c:v>0.19964579931085535</c:v>
                </c:pt>
                <c:pt idx="15400">
                  <c:v>0.19966177757900272</c:v>
                </c:pt>
                <c:pt idx="15401">
                  <c:v>0.19966815678253</c:v>
                </c:pt>
                <c:pt idx="15402">
                  <c:v>0.19970426802524116</c:v>
                </c:pt>
                <c:pt idx="15403">
                  <c:v>0.1997058482904189</c:v>
                </c:pt>
                <c:pt idx="15404">
                  <c:v>0.19970968151433607</c:v>
                </c:pt>
                <c:pt idx="15405">
                  <c:v>0.19973259589483822</c:v>
                </c:pt>
                <c:pt idx="15406">
                  <c:v>0.19983915079844355</c:v>
                </c:pt>
                <c:pt idx="15407">
                  <c:v>0.19984814259707487</c:v>
                </c:pt>
                <c:pt idx="15408">
                  <c:v>0.19985580139942641</c:v>
                </c:pt>
                <c:pt idx="15409">
                  <c:v>0.19986971827362349</c:v>
                </c:pt>
                <c:pt idx="15410">
                  <c:v>0.19988457231386739</c:v>
                </c:pt>
                <c:pt idx="15411">
                  <c:v>0.19993255017142303</c:v>
                </c:pt>
                <c:pt idx="15412">
                  <c:v>0.19995344879627572</c:v>
                </c:pt>
                <c:pt idx="15413">
                  <c:v>0.19996459216099466</c:v>
                </c:pt>
                <c:pt idx="15414">
                  <c:v>0.19996799483047772</c:v>
                </c:pt>
                <c:pt idx="15415">
                  <c:v>0.20000353729005863</c:v>
                </c:pt>
                <c:pt idx="15416">
                  <c:v>0.20001284891434876</c:v>
                </c:pt>
                <c:pt idx="15417">
                  <c:v>0.20001339212999561</c:v>
                </c:pt>
                <c:pt idx="15418">
                  <c:v>0.20001372336221024</c:v>
                </c:pt>
                <c:pt idx="15419">
                  <c:v>0.20002878820553016</c:v>
                </c:pt>
                <c:pt idx="15420">
                  <c:v>0.2000312346295221</c:v>
                </c:pt>
                <c:pt idx="15421">
                  <c:v>0.20003166415233095</c:v>
                </c:pt>
                <c:pt idx="15422">
                  <c:v>0.20004330203841519</c:v>
                </c:pt>
                <c:pt idx="15423">
                  <c:v>0.20005431177605806</c:v>
                </c:pt>
                <c:pt idx="15424">
                  <c:v>0.2000635310601459</c:v>
                </c:pt>
                <c:pt idx="15425">
                  <c:v>0.20007172173343041</c:v>
                </c:pt>
                <c:pt idx="15426">
                  <c:v>0.20010007368184235</c:v>
                </c:pt>
                <c:pt idx="15427">
                  <c:v>0.20010803765440741</c:v>
                </c:pt>
                <c:pt idx="15428">
                  <c:v>0.20011191068902581</c:v>
                </c:pt>
                <c:pt idx="15429">
                  <c:v>0.20011532723989511</c:v>
                </c:pt>
                <c:pt idx="15430">
                  <c:v>0.20011764467563886</c:v>
                </c:pt>
                <c:pt idx="15431">
                  <c:v>0.20011852812519501</c:v>
                </c:pt>
                <c:pt idx="15432">
                  <c:v>0.20012002927824496</c:v>
                </c:pt>
                <c:pt idx="15433">
                  <c:v>0.20013658237051563</c:v>
                </c:pt>
                <c:pt idx="15434">
                  <c:v>0.20014315806823962</c:v>
                </c:pt>
                <c:pt idx="15435">
                  <c:v>0.20014393994979426</c:v>
                </c:pt>
                <c:pt idx="15436">
                  <c:v>0.20015007943637039</c:v>
                </c:pt>
                <c:pt idx="15437">
                  <c:v>0.20017290494822382</c:v>
                </c:pt>
                <c:pt idx="15438">
                  <c:v>0.20018665372608371</c:v>
                </c:pt>
                <c:pt idx="15439">
                  <c:v>0.20019557464636131</c:v>
                </c:pt>
                <c:pt idx="15440">
                  <c:v>0.2002033263786249</c:v>
                </c:pt>
                <c:pt idx="15441">
                  <c:v>0.20020837765557761</c:v>
                </c:pt>
                <c:pt idx="15442">
                  <c:v>0.20023153489437309</c:v>
                </c:pt>
                <c:pt idx="15443">
                  <c:v>0.20025034251113966</c:v>
                </c:pt>
                <c:pt idx="15444">
                  <c:v>0.20025048645875612</c:v>
                </c:pt>
                <c:pt idx="15445">
                  <c:v>0.20027909234159411</c:v>
                </c:pt>
                <c:pt idx="15446">
                  <c:v>0.2003037069237078</c:v>
                </c:pt>
                <c:pt idx="15447">
                  <c:v>0.20032548108686618</c:v>
                </c:pt>
                <c:pt idx="15448">
                  <c:v>0.20032954351357343</c:v>
                </c:pt>
                <c:pt idx="15449">
                  <c:v>0.20033871230318936</c:v>
                </c:pt>
                <c:pt idx="15450">
                  <c:v>0.20034485821086886</c:v>
                </c:pt>
                <c:pt idx="15451">
                  <c:v>0.20034857036223683</c:v>
                </c:pt>
                <c:pt idx="15452">
                  <c:v>0.20037109222657187</c:v>
                </c:pt>
                <c:pt idx="15453">
                  <c:v>0.20037325018623442</c:v>
                </c:pt>
                <c:pt idx="15454">
                  <c:v>0.20037361034046844</c:v>
                </c:pt>
                <c:pt idx="15455">
                  <c:v>0.20038015888784755</c:v>
                </c:pt>
                <c:pt idx="15456">
                  <c:v>0.20039149630434108</c:v>
                </c:pt>
                <c:pt idx="15457">
                  <c:v>0.20040223664289888</c:v>
                </c:pt>
                <c:pt idx="15458">
                  <c:v>0.20040846619650129</c:v>
                </c:pt>
                <c:pt idx="15459">
                  <c:v>0.20043618331661875</c:v>
                </c:pt>
                <c:pt idx="15460">
                  <c:v>0.20047997858769898</c:v>
                </c:pt>
                <c:pt idx="15461">
                  <c:v>0.20049086291845555</c:v>
                </c:pt>
                <c:pt idx="15462">
                  <c:v>0.20050148589991876</c:v>
                </c:pt>
                <c:pt idx="15463">
                  <c:v>0.20051531250428725</c:v>
                </c:pt>
                <c:pt idx="15464">
                  <c:v>0.20053542766270241</c:v>
                </c:pt>
                <c:pt idx="15465">
                  <c:v>0.20054716517127419</c:v>
                </c:pt>
                <c:pt idx="15466">
                  <c:v>0.20054921684118984</c:v>
                </c:pt>
                <c:pt idx="15467">
                  <c:v>0.20057740231799781</c:v>
                </c:pt>
                <c:pt idx="15468">
                  <c:v>0.20057840502567917</c:v>
                </c:pt>
                <c:pt idx="15469">
                  <c:v>0.20058292699334598</c:v>
                </c:pt>
                <c:pt idx="15470">
                  <c:v>0.20060329248295575</c:v>
                </c:pt>
                <c:pt idx="15471">
                  <c:v>0.20060503073440411</c:v>
                </c:pt>
                <c:pt idx="15472">
                  <c:v>0.20063625320330145</c:v>
                </c:pt>
                <c:pt idx="15473">
                  <c:v>0.20065690325431351</c:v>
                </c:pt>
                <c:pt idx="15474">
                  <c:v>0.20067220648846534</c:v>
                </c:pt>
                <c:pt idx="15475">
                  <c:v>0.20067288456918633</c:v>
                </c:pt>
                <c:pt idx="15476">
                  <c:v>0.20069664995482647</c:v>
                </c:pt>
                <c:pt idx="15477">
                  <c:v>0.2007015307767048</c:v>
                </c:pt>
                <c:pt idx="15478">
                  <c:v>0.20072518146139062</c:v>
                </c:pt>
                <c:pt idx="15479">
                  <c:v>0.20072641335211916</c:v>
                </c:pt>
                <c:pt idx="15480">
                  <c:v>0.20073741743854423</c:v>
                </c:pt>
                <c:pt idx="15481">
                  <c:v>0.20075431577358649</c:v>
                </c:pt>
                <c:pt idx="15482">
                  <c:v>0.20076734296477841</c:v>
                </c:pt>
                <c:pt idx="15483">
                  <c:v>0.20076936491943026</c:v>
                </c:pt>
                <c:pt idx="15484">
                  <c:v>0.20077200754207106</c:v>
                </c:pt>
                <c:pt idx="15485">
                  <c:v>0.20078138528910183</c:v>
                </c:pt>
                <c:pt idx="15486">
                  <c:v>0.20079721085120331</c:v>
                </c:pt>
                <c:pt idx="15487">
                  <c:v>0.2008386399292893</c:v>
                </c:pt>
                <c:pt idx="15488">
                  <c:v>0.20084320134158226</c:v>
                </c:pt>
                <c:pt idx="15489">
                  <c:v>0.20084762339121701</c:v>
                </c:pt>
                <c:pt idx="15490">
                  <c:v>0.20086249815721102</c:v>
                </c:pt>
                <c:pt idx="15491">
                  <c:v>0.20086972779124104</c:v>
                </c:pt>
                <c:pt idx="15492">
                  <c:v>0.20089886914226199</c:v>
                </c:pt>
                <c:pt idx="15493">
                  <c:v>0.20090076702319223</c:v>
                </c:pt>
                <c:pt idx="15494">
                  <c:v>0.20090178575232412</c:v>
                </c:pt>
                <c:pt idx="15495">
                  <c:v>0.20093331009825338</c:v>
                </c:pt>
                <c:pt idx="15496">
                  <c:v>0.20093932915438439</c:v>
                </c:pt>
                <c:pt idx="15497">
                  <c:v>0.20093943687444024</c:v>
                </c:pt>
                <c:pt idx="15498">
                  <c:v>0.20095044432711931</c:v>
                </c:pt>
                <c:pt idx="15499">
                  <c:v>0.2009523476231066</c:v>
                </c:pt>
                <c:pt idx="15500">
                  <c:v>0.20097968760239765</c:v>
                </c:pt>
                <c:pt idx="15501">
                  <c:v>0.20099477886898792</c:v>
                </c:pt>
                <c:pt idx="15502">
                  <c:v>0.20100344958351327</c:v>
                </c:pt>
                <c:pt idx="15503">
                  <c:v>0.20101335408632975</c:v>
                </c:pt>
                <c:pt idx="15504">
                  <c:v>0.20101480359460194</c:v>
                </c:pt>
                <c:pt idx="15505">
                  <c:v>0.20104022009201458</c:v>
                </c:pt>
                <c:pt idx="15506">
                  <c:v>0.20107091784215936</c:v>
                </c:pt>
                <c:pt idx="15507">
                  <c:v>0.20107816938448478</c:v>
                </c:pt>
                <c:pt idx="15508">
                  <c:v>0.20108146803678456</c:v>
                </c:pt>
                <c:pt idx="15509">
                  <c:v>0.20109135076452125</c:v>
                </c:pt>
                <c:pt idx="15510">
                  <c:v>0.20109340516972168</c:v>
                </c:pt>
                <c:pt idx="15511">
                  <c:v>0.2011062561662422</c:v>
                </c:pt>
                <c:pt idx="15512">
                  <c:v>0.20111467912780162</c:v>
                </c:pt>
                <c:pt idx="15513">
                  <c:v>0.20111756890539567</c:v>
                </c:pt>
                <c:pt idx="15514">
                  <c:v>0.20111902105148211</c:v>
                </c:pt>
                <c:pt idx="15515">
                  <c:v>0.20113022466638247</c:v>
                </c:pt>
                <c:pt idx="15516">
                  <c:v>0.20115817152872417</c:v>
                </c:pt>
                <c:pt idx="15517">
                  <c:v>0.20119240855622211</c:v>
                </c:pt>
                <c:pt idx="15518">
                  <c:v>0.20120098196540084</c:v>
                </c:pt>
                <c:pt idx="15519">
                  <c:v>0.20120693896202618</c:v>
                </c:pt>
                <c:pt idx="15520">
                  <c:v>0.20120796584288039</c:v>
                </c:pt>
                <c:pt idx="15521">
                  <c:v>0.20123215096313032</c:v>
                </c:pt>
                <c:pt idx="15522">
                  <c:v>0.20123930281151248</c:v>
                </c:pt>
                <c:pt idx="15523">
                  <c:v>0.20123971734966628</c:v>
                </c:pt>
                <c:pt idx="15524">
                  <c:v>0.20124129764934393</c:v>
                </c:pt>
                <c:pt idx="15525">
                  <c:v>0.20124325862465828</c:v>
                </c:pt>
                <c:pt idx="15526">
                  <c:v>0.20124925522700088</c:v>
                </c:pt>
                <c:pt idx="15527">
                  <c:v>0.20125075424404895</c:v>
                </c:pt>
                <c:pt idx="15528">
                  <c:v>0.20125841790473534</c:v>
                </c:pt>
                <c:pt idx="15529">
                  <c:v>0.20127553973712153</c:v>
                </c:pt>
                <c:pt idx="15530">
                  <c:v>0.20127779159567877</c:v>
                </c:pt>
                <c:pt idx="15531">
                  <c:v>0.20127950719767654</c:v>
                </c:pt>
                <c:pt idx="15532">
                  <c:v>0.20128122194170314</c:v>
                </c:pt>
                <c:pt idx="15533">
                  <c:v>0.20128300129670304</c:v>
                </c:pt>
                <c:pt idx="15534">
                  <c:v>0.20129071725363862</c:v>
                </c:pt>
                <c:pt idx="15535">
                  <c:v>0.20130101360009706</c:v>
                </c:pt>
                <c:pt idx="15536">
                  <c:v>0.20130109331950294</c:v>
                </c:pt>
                <c:pt idx="15537">
                  <c:v>0.20133567558213347</c:v>
                </c:pt>
                <c:pt idx="15538">
                  <c:v>0.20137491524515136</c:v>
                </c:pt>
                <c:pt idx="15539">
                  <c:v>0.2014091552380268</c:v>
                </c:pt>
                <c:pt idx="15540">
                  <c:v>0.20141176155865448</c:v>
                </c:pt>
                <c:pt idx="15541">
                  <c:v>0.20141273072679075</c:v>
                </c:pt>
                <c:pt idx="15542">
                  <c:v>0.20144997411828858</c:v>
                </c:pt>
                <c:pt idx="15543">
                  <c:v>0.20145414340508214</c:v>
                </c:pt>
                <c:pt idx="15544">
                  <c:v>0.20146329121608231</c:v>
                </c:pt>
                <c:pt idx="15545">
                  <c:v>0.20148992555422107</c:v>
                </c:pt>
                <c:pt idx="15546">
                  <c:v>0.20150449756475569</c:v>
                </c:pt>
                <c:pt idx="15547">
                  <c:v>0.20152919465105046</c:v>
                </c:pt>
                <c:pt idx="15548">
                  <c:v>0.20155877665293509</c:v>
                </c:pt>
                <c:pt idx="15549">
                  <c:v>0.20156812810515967</c:v>
                </c:pt>
                <c:pt idx="15550">
                  <c:v>0.20157050402433166</c:v>
                </c:pt>
                <c:pt idx="15551">
                  <c:v>0.20157572654926206</c:v>
                </c:pt>
                <c:pt idx="15552">
                  <c:v>0.20158470229094513</c:v>
                </c:pt>
                <c:pt idx="15553">
                  <c:v>0.20160864209889776</c:v>
                </c:pt>
                <c:pt idx="15554">
                  <c:v>0.20161357056802581</c:v>
                </c:pt>
                <c:pt idx="15555">
                  <c:v>0.20162198164555725</c:v>
                </c:pt>
                <c:pt idx="15556">
                  <c:v>0.20162820250318875</c:v>
                </c:pt>
                <c:pt idx="15557">
                  <c:v>0.20165366310991581</c:v>
                </c:pt>
                <c:pt idx="15558">
                  <c:v>0.20167584347193596</c:v>
                </c:pt>
                <c:pt idx="15559">
                  <c:v>0.20169119863913626</c:v>
                </c:pt>
                <c:pt idx="15560">
                  <c:v>0.20171474756539554</c:v>
                </c:pt>
                <c:pt idx="15561">
                  <c:v>0.20172433079121613</c:v>
                </c:pt>
                <c:pt idx="15562">
                  <c:v>0.2017377832242799</c:v>
                </c:pt>
                <c:pt idx="15563">
                  <c:v>0.20175104830228877</c:v>
                </c:pt>
                <c:pt idx="15564">
                  <c:v>0.20175275859118544</c:v>
                </c:pt>
                <c:pt idx="15565">
                  <c:v>0.20175770398160214</c:v>
                </c:pt>
                <c:pt idx="15566">
                  <c:v>0.2017870671554553</c:v>
                </c:pt>
                <c:pt idx="15567">
                  <c:v>0.20178826361555072</c:v>
                </c:pt>
                <c:pt idx="15568">
                  <c:v>0.20181936177487497</c:v>
                </c:pt>
                <c:pt idx="15569">
                  <c:v>0.20182621895613398</c:v>
                </c:pt>
                <c:pt idx="15570">
                  <c:v>0.20182736640711427</c:v>
                </c:pt>
                <c:pt idx="15571">
                  <c:v>0.20183693312623782</c:v>
                </c:pt>
                <c:pt idx="15572">
                  <c:v>0.20184375786298203</c:v>
                </c:pt>
                <c:pt idx="15573">
                  <c:v>0.20184454425773288</c:v>
                </c:pt>
                <c:pt idx="15574">
                  <c:v>0.20185940795021692</c:v>
                </c:pt>
                <c:pt idx="15575">
                  <c:v>0.20186714519385374</c:v>
                </c:pt>
                <c:pt idx="15576">
                  <c:v>0.20189852686839455</c:v>
                </c:pt>
                <c:pt idx="15577">
                  <c:v>0.20190649195486909</c:v>
                </c:pt>
                <c:pt idx="15578">
                  <c:v>0.2019076722944857</c:v>
                </c:pt>
                <c:pt idx="15579">
                  <c:v>0.2019291939327274</c:v>
                </c:pt>
                <c:pt idx="15580">
                  <c:v>0.20200124822593729</c:v>
                </c:pt>
                <c:pt idx="15581">
                  <c:v>0.20201444000679114</c:v>
                </c:pt>
                <c:pt idx="15582">
                  <c:v>0.20203430293702834</c:v>
                </c:pt>
                <c:pt idx="15583">
                  <c:v>0.2020349899675036</c:v>
                </c:pt>
                <c:pt idx="15584">
                  <c:v>0.20204056649661337</c:v>
                </c:pt>
                <c:pt idx="15585">
                  <c:v>0.20207423358173177</c:v>
                </c:pt>
                <c:pt idx="15586">
                  <c:v>0.20208124579816267</c:v>
                </c:pt>
                <c:pt idx="15587">
                  <c:v>0.20213790771042683</c:v>
                </c:pt>
                <c:pt idx="15588">
                  <c:v>0.20213966758199803</c:v>
                </c:pt>
                <c:pt idx="15589">
                  <c:v>0.20218015077416265</c:v>
                </c:pt>
                <c:pt idx="15590">
                  <c:v>0.20221618627321467</c:v>
                </c:pt>
                <c:pt idx="15591">
                  <c:v>0.20222258658466319</c:v>
                </c:pt>
                <c:pt idx="15592">
                  <c:v>0.20222813946996351</c:v>
                </c:pt>
                <c:pt idx="15593">
                  <c:v>0.20223565820032571</c:v>
                </c:pt>
                <c:pt idx="15594">
                  <c:v>0.20224355097768487</c:v>
                </c:pt>
                <c:pt idx="15595">
                  <c:v>0.20224501479598236</c:v>
                </c:pt>
                <c:pt idx="15596">
                  <c:v>0.20226603449072345</c:v>
                </c:pt>
                <c:pt idx="15597">
                  <c:v>0.20228251836692843</c:v>
                </c:pt>
                <c:pt idx="15598">
                  <c:v>0.20229353133523242</c:v>
                </c:pt>
                <c:pt idx="15599">
                  <c:v>0.20232897481503917</c:v>
                </c:pt>
                <c:pt idx="15600">
                  <c:v>0.20234929402147045</c:v>
                </c:pt>
                <c:pt idx="15601">
                  <c:v>0.20236602934990769</c:v>
                </c:pt>
                <c:pt idx="15602">
                  <c:v>0.20236691659119665</c:v>
                </c:pt>
                <c:pt idx="15603">
                  <c:v>0.20236777748963325</c:v>
                </c:pt>
                <c:pt idx="15604">
                  <c:v>0.2023696395985633</c:v>
                </c:pt>
                <c:pt idx="15605">
                  <c:v>0.20239330341261363</c:v>
                </c:pt>
                <c:pt idx="15606">
                  <c:v>0.20246228977012898</c:v>
                </c:pt>
                <c:pt idx="15607">
                  <c:v>0.20247407195524322</c:v>
                </c:pt>
                <c:pt idx="15608">
                  <c:v>0.20251355334640714</c:v>
                </c:pt>
                <c:pt idx="15609">
                  <c:v>0.20256045104582709</c:v>
                </c:pt>
                <c:pt idx="15610">
                  <c:v>0.20262932068744999</c:v>
                </c:pt>
                <c:pt idx="15611">
                  <c:v>0.20264361211304177</c:v>
                </c:pt>
                <c:pt idx="15612">
                  <c:v>0.20264517921684319</c:v>
                </c:pt>
                <c:pt idx="15613">
                  <c:v>0.20271566414060663</c:v>
                </c:pt>
                <c:pt idx="15614">
                  <c:v>0.20274048957208504</c:v>
                </c:pt>
                <c:pt idx="15615">
                  <c:v>0.20274382861036297</c:v>
                </c:pt>
                <c:pt idx="15616">
                  <c:v>0.20274468456696071</c:v>
                </c:pt>
                <c:pt idx="15617">
                  <c:v>0.20275147155666529</c:v>
                </c:pt>
                <c:pt idx="15618">
                  <c:v>0.20277424367260344</c:v>
                </c:pt>
                <c:pt idx="15619">
                  <c:v>0.2028078564910625</c:v>
                </c:pt>
                <c:pt idx="15620">
                  <c:v>0.20281188592316626</c:v>
                </c:pt>
                <c:pt idx="15621">
                  <c:v>0.20281225923192228</c:v>
                </c:pt>
                <c:pt idx="15622">
                  <c:v>0.20283947777178016</c:v>
                </c:pt>
                <c:pt idx="15623">
                  <c:v>0.20284361381173854</c:v>
                </c:pt>
                <c:pt idx="15624">
                  <c:v>0.20285896458309272</c:v>
                </c:pt>
                <c:pt idx="15625">
                  <c:v>0.20287936840787618</c:v>
                </c:pt>
                <c:pt idx="15626">
                  <c:v>0.20292870161110282</c:v>
                </c:pt>
                <c:pt idx="15627">
                  <c:v>0.20296219799248916</c:v>
                </c:pt>
                <c:pt idx="15628">
                  <c:v>0.20296365025763244</c:v>
                </c:pt>
                <c:pt idx="15629">
                  <c:v>0.20296365951412237</c:v>
                </c:pt>
                <c:pt idx="15630">
                  <c:v>0.20299189596711645</c:v>
                </c:pt>
                <c:pt idx="15631">
                  <c:v>0.20301448563637201</c:v>
                </c:pt>
                <c:pt idx="15632">
                  <c:v>0.20302421275768973</c:v>
                </c:pt>
                <c:pt idx="15633">
                  <c:v>0.20302631987808045</c:v>
                </c:pt>
                <c:pt idx="15634">
                  <c:v>0.20310737515378169</c:v>
                </c:pt>
                <c:pt idx="15635">
                  <c:v>0.20311164103284229</c:v>
                </c:pt>
                <c:pt idx="15636">
                  <c:v>0.20311503932278599</c:v>
                </c:pt>
                <c:pt idx="15637">
                  <c:v>0.20312426073581519</c:v>
                </c:pt>
                <c:pt idx="15638">
                  <c:v>0.20312725951233662</c:v>
                </c:pt>
                <c:pt idx="15639">
                  <c:v>0.20312737370240752</c:v>
                </c:pt>
                <c:pt idx="15640">
                  <c:v>0.20313191874826164</c:v>
                </c:pt>
                <c:pt idx="15641">
                  <c:v>0.20313747185455786</c:v>
                </c:pt>
                <c:pt idx="15642">
                  <c:v>0.20319034073855993</c:v>
                </c:pt>
                <c:pt idx="15643">
                  <c:v>0.20320649633530261</c:v>
                </c:pt>
                <c:pt idx="15644">
                  <c:v>0.20321716566270023</c:v>
                </c:pt>
                <c:pt idx="15645">
                  <c:v>0.20325469582485528</c:v>
                </c:pt>
                <c:pt idx="15646">
                  <c:v>0.2032564965494284</c:v>
                </c:pt>
                <c:pt idx="15647">
                  <c:v>0.20325916047926548</c:v>
                </c:pt>
                <c:pt idx="15648">
                  <c:v>0.20328257318694903</c:v>
                </c:pt>
                <c:pt idx="15649">
                  <c:v>0.20329837376226223</c:v>
                </c:pt>
                <c:pt idx="15650">
                  <c:v>0.20330593540998826</c:v>
                </c:pt>
                <c:pt idx="15651">
                  <c:v>0.20331010131750624</c:v>
                </c:pt>
                <c:pt idx="15652">
                  <c:v>0.20332302065484395</c:v>
                </c:pt>
                <c:pt idx="15653">
                  <c:v>0.20334011651801331</c:v>
                </c:pt>
                <c:pt idx="15654">
                  <c:v>0.20335778863859214</c:v>
                </c:pt>
                <c:pt idx="15655">
                  <c:v>0.20336341538787184</c:v>
                </c:pt>
                <c:pt idx="15656">
                  <c:v>0.20336455829890801</c:v>
                </c:pt>
                <c:pt idx="15657">
                  <c:v>0.20336777997844266</c:v>
                </c:pt>
                <c:pt idx="15658">
                  <c:v>0.20337639437224839</c:v>
                </c:pt>
                <c:pt idx="15659">
                  <c:v>0.20338476641959227</c:v>
                </c:pt>
                <c:pt idx="15660">
                  <c:v>0.20339485044508004</c:v>
                </c:pt>
                <c:pt idx="15661">
                  <c:v>0.20340497051404846</c:v>
                </c:pt>
                <c:pt idx="15662">
                  <c:v>0.20341174853289978</c:v>
                </c:pt>
                <c:pt idx="15663">
                  <c:v>0.20345267817561868</c:v>
                </c:pt>
                <c:pt idx="15664">
                  <c:v>0.20345270518289776</c:v>
                </c:pt>
                <c:pt idx="15665">
                  <c:v>0.20345593357233657</c:v>
                </c:pt>
                <c:pt idx="15666">
                  <c:v>0.20347007135673828</c:v>
                </c:pt>
                <c:pt idx="15667">
                  <c:v>0.20347568992100037</c:v>
                </c:pt>
                <c:pt idx="15668">
                  <c:v>0.20350161533438876</c:v>
                </c:pt>
                <c:pt idx="15669">
                  <c:v>0.20350183810291497</c:v>
                </c:pt>
                <c:pt idx="15670">
                  <c:v>0.20351347128155112</c:v>
                </c:pt>
                <c:pt idx="15671">
                  <c:v>0.203529910786139</c:v>
                </c:pt>
                <c:pt idx="15672">
                  <c:v>0.20353647407724818</c:v>
                </c:pt>
                <c:pt idx="15673">
                  <c:v>0.20357329449125841</c:v>
                </c:pt>
                <c:pt idx="15674">
                  <c:v>0.20357613895481244</c:v>
                </c:pt>
                <c:pt idx="15675">
                  <c:v>0.20357811692313083</c:v>
                </c:pt>
                <c:pt idx="15676">
                  <c:v>0.20359482832484185</c:v>
                </c:pt>
                <c:pt idx="15677">
                  <c:v>0.20359943959730709</c:v>
                </c:pt>
                <c:pt idx="15678">
                  <c:v>0.20363277149145004</c:v>
                </c:pt>
                <c:pt idx="15679">
                  <c:v>0.20364221530410995</c:v>
                </c:pt>
                <c:pt idx="15680">
                  <c:v>0.20364519368764258</c:v>
                </c:pt>
                <c:pt idx="15681">
                  <c:v>0.20366534422152266</c:v>
                </c:pt>
                <c:pt idx="15682">
                  <c:v>0.20373096228323145</c:v>
                </c:pt>
                <c:pt idx="15683">
                  <c:v>0.20374300187274333</c:v>
                </c:pt>
                <c:pt idx="15684">
                  <c:v>0.20374671249291457</c:v>
                </c:pt>
                <c:pt idx="15685">
                  <c:v>0.2037527743517884</c:v>
                </c:pt>
                <c:pt idx="15686">
                  <c:v>0.20377763101651855</c:v>
                </c:pt>
                <c:pt idx="15687">
                  <c:v>0.20377959083047942</c:v>
                </c:pt>
                <c:pt idx="15688">
                  <c:v>0.20379657811937738</c:v>
                </c:pt>
                <c:pt idx="15689">
                  <c:v>0.20381833385977169</c:v>
                </c:pt>
                <c:pt idx="15690">
                  <c:v>0.20382613177616338</c:v>
                </c:pt>
                <c:pt idx="15691">
                  <c:v>0.20385134341117772</c:v>
                </c:pt>
                <c:pt idx="15692">
                  <c:v>0.20385711933252129</c:v>
                </c:pt>
                <c:pt idx="15693">
                  <c:v>0.20388959965508019</c:v>
                </c:pt>
                <c:pt idx="15694">
                  <c:v>0.20393397418521134</c:v>
                </c:pt>
                <c:pt idx="15695">
                  <c:v>0.20396647632267401</c:v>
                </c:pt>
                <c:pt idx="15696">
                  <c:v>0.20398327993256274</c:v>
                </c:pt>
                <c:pt idx="15697">
                  <c:v>0.20402284554364147</c:v>
                </c:pt>
                <c:pt idx="15698">
                  <c:v>0.20404657458578618</c:v>
                </c:pt>
                <c:pt idx="15699">
                  <c:v>0.20409373442583578</c:v>
                </c:pt>
                <c:pt idx="15700">
                  <c:v>0.2041222830320116</c:v>
                </c:pt>
                <c:pt idx="15701">
                  <c:v>0.20413111916985055</c:v>
                </c:pt>
                <c:pt idx="15702">
                  <c:v>0.20413265445030676</c:v>
                </c:pt>
                <c:pt idx="15703">
                  <c:v>0.2041335137767411</c:v>
                </c:pt>
                <c:pt idx="15704">
                  <c:v>0.20414117599430956</c:v>
                </c:pt>
                <c:pt idx="15705">
                  <c:v>0.20416608991131033</c:v>
                </c:pt>
                <c:pt idx="15706">
                  <c:v>0.20418412039039474</c:v>
                </c:pt>
                <c:pt idx="15707">
                  <c:v>0.20418792210365314</c:v>
                </c:pt>
                <c:pt idx="15708">
                  <c:v>0.20419548459899839</c:v>
                </c:pt>
                <c:pt idx="15709">
                  <c:v>0.20420366976760909</c:v>
                </c:pt>
                <c:pt idx="15710">
                  <c:v>0.20422811940791005</c:v>
                </c:pt>
                <c:pt idx="15711">
                  <c:v>0.20428638581239089</c:v>
                </c:pt>
                <c:pt idx="15712">
                  <c:v>0.20429482874284863</c:v>
                </c:pt>
                <c:pt idx="15713">
                  <c:v>0.20437030647976678</c:v>
                </c:pt>
                <c:pt idx="15714">
                  <c:v>0.20437783359222778</c:v>
                </c:pt>
                <c:pt idx="15715">
                  <c:v>0.20437864083291243</c:v>
                </c:pt>
                <c:pt idx="15716">
                  <c:v>0.20438468038982074</c:v>
                </c:pt>
                <c:pt idx="15717">
                  <c:v>0.20439152835998156</c:v>
                </c:pt>
                <c:pt idx="15718">
                  <c:v>0.2043926357843521</c:v>
                </c:pt>
                <c:pt idx="15719">
                  <c:v>0.20442337766928159</c:v>
                </c:pt>
                <c:pt idx="15720">
                  <c:v>0.2044238560391147</c:v>
                </c:pt>
                <c:pt idx="15721">
                  <c:v>0.20443645735396057</c:v>
                </c:pt>
                <c:pt idx="15722">
                  <c:v>0.20445924592157644</c:v>
                </c:pt>
                <c:pt idx="15723">
                  <c:v>0.20447026072213528</c:v>
                </c:pt>
                <c:pt idx="15724">
                  <c:v>0.20448805016756513</c:v>
                </c:pt>
                <c:pt idx="15725">
                  <c:v>0.20449895565877216</c:v>
                </c:pt>
                <c:pt idx="15726">
                  <c:v>0.20450841087942476</c:v>
                </c:pt>
                <c:pt idx="15727">
                  <c:v>0.20451674531793582</c:v>
                </c:pt>
                <c:pt idx="15728">
                  <c:v>0.20453943846879924</c:v>
                </c:pt>
                <c:pt idx="15729">
                  <c:v>0.20454048482435561</c:v>
                </c:pt>
                <c:pt idx="15730">
                  <c:v>0.20458023999438191</c:v>
                </c:pt>
                <c:pt idx="15731">
                  <c:v>0.20458686535578827</c:v>
                </c:pt>
                <c:pt idx="15732">
                  <c:v>0.20459949762631827</c:v>
                </c:pt>
                <c:pt idx="15733">
                  <c:v>0.20461413584151414</c:v>
                </c:pt>
                <c:pt idx="15734">
                  <c:v>0.20467120658277149</c:v>
                </c:pt>
                <c:pt idx="15735">
                  <c:v>0.20472537009886344</c:v>
                </c:pt>
                <c:pt idx="15736">
                  <c:v>0.20472744574878113</c:v>
                </c:pt>
                <c:pt idx="15737">
                  <c:v>0.20476014713991458</c:v>
                </c:pt>
                <c:pt idx="15738">
                  <c:v>0.20479331312065222</c:v>
                </c:pt>
                <c:pt idx="15739">
                  <c:v>0.2048029233400501</c:v>
                </c:pt>
                <c:pt idx="15740">
                  <c:v>0.20482038406942391</c:v>
                </c:pt>
                <c:pt idx="15741">
                  <c:v>0.20482670000095396</c:v>
                </c:pt>
                <c:pt idx="15742">
                  <c:v>0.20482996139243781</c:v>
                </c:pt>
                <c:pt idx="15743">
                  <c:v>0.20490306563822688</c:v>
                </c:pt>
                <c:pt idx="15744">
                  <c:v>0.20492574634823171</c:v>
                </c:pt>
                <c:pt idx="15745">
                  <c:v>0.20493508338486327</c:v>
                </c:pt>
                <c:pt idx="15746">
                  <c:v>0.20494627175804758</c:v>
                </c:pt>
                <c:pt idx="15747">
                  <c:v>0.20495017011377081</c:v>
                </c:pt>
                <c:pt idx="15748">
                  <c:v>0.20496388043425726</c:v>
                </c:pt>
                <c:pt idx="15749">
                  <c:v>0.20499572515934594</c:v>
                </c:pt>
                <c:pt idx="15750">
                  <c:v>0.20501208582822733</c:v>
                </c:pt>
                <c:pt idx="15751">
                  <c:v>0.20503326784069947</c:v>
                </c:pt>
                <c:pt idx="15752">
                  <c:v>0.20507029741049373</c:v>
                </c:pt>
                <c:pt idx="15753">
                  <c:v>0.20509093072209511</c:v>
                </c:pt>
                <c:pt idx="15754">
                  <c:v>0.20509324458774869</c:v>
                </c:pt>
                <c:pt idx="15755">
                  <c:v>0.20512087909462037</c:v>
                </c:pt>
                <c:pt idx="15756">
                  <c:v>0.20513644551131349</c:v>
                </c:pt>
                <c:pt idx="15757">
                  <c:v>0.20514476924956956</c:v>
                </c:pt>
                <c:pt idx="15758">
                  <c:v>0.20518845412213327</c:v>
                </c:pt>
                <c:pt idx="15759">
                  <c:v>0.2052139607678147</c:v>
                </c:pt>
                <c:pt idx="15760">
                  <c:v>0.20524077445896977</c:v>
                </c:pt>
                <c:pt idx="15761">
                  <c:v>0.20524391607368064</c:v>
                </c:pt>
                <c:pt idx="15762">
                  <c:v>0.20524944731500699</c:v>
                </c:pt>
                <c:pt idx="15763">
                  <c:v>0.20525628945288626</c:v>
                </c:pt>
                <c:pt idx="15764">
                  <c:v>0.2052587931652145</c:v>
                </c:pt>
                <c:pt idx="15765">
                  <c:v>0.20528677741010756</c:v>
                </c:pt>
                <c:pt idx="15766">
                  <c:v>0.20530351767493271</c:v>
                </c:pt>
                <c:pt idx="15767">
                  <c:v>0.2053104216513997</c:v>
                </c:pt>
                <c:pt idx="15768">
                  <c:v>0.20534986107405054</c:v>
                </c:pt>
                <c:pt idx="15769">
                  <c:v>0.20535288504253491</c:v>
                </c:pt>
                <c:pt idx="15770">
                  <c:v>0.20536876852905761</c:v>
                </c:pt>
                <c:pt idx="15771">
                  <c:v>0.20536901088490897</c:v>
                </c:pt>
                <c:pt idx="15772">
                  <c:v>0.20537059942771732</c:v>
                </c:pt>
                <c:pt idx="15773">
                  <c:v>0.20537909756579503</c:v>
                </c:pt>
                <c:pt idx="15774">
                  <c:v>0.20539062881603895</c:v>
                </c:pt>
                <c:pt idx="15775">
                  <c:v>0.2053923146981845</c:v>
                </c:pt>
                <c:pt idx="15776">
                  <c:v>0.20539971950044245</c:v>
                </c:pt>
                <c:pt idx="15777">
                  <c:v>0.20540418116277176</c:v>
                </c:pt>
                <c:pt idx="15778">
                  <c:v>0.20542523109314914</c:v>
                </c:pt>
                <c:pt idx="15779">
                  <c:v>0.20543009628422113</c:v>
                </c:pt>
                <c:pt idx="15780">
                  <c:v>0.2054621158716449</c:v>
                </c:pt>
                <c:pt idx="15781">
                  <c:v>0.20546560069203751</c:v>
                </c:pt>
                <c:pt idx="15782">
                  <c:v>0.20547585342139091</c:v>
                </c:pt>
                <c:pt idx="15783">
                  <c:v>0.20550508676546392</c:v>
                </c:pt>
                <c:pt idx="15784">
                  <c:v>0.20550719569067599</c:v>
                </c:pt>
                <c:pt idx="15785">
                  <c:v>0.20551069356687873</c:v>
                </c:pt>
                <c:pt idx="15786">
                  <c:v>0.20552033476536119</c:v>
                </c:pt>
                <c:pt idx="15787">
                  <c:v>0.20556714513014823</c:v>
                </c:pt>
                <c:pt idx="15788">
                  <c:v>0.20556849862156795</c:v>
                </c:pt>
                <c:pt idx="15789">
                  <c:v>0.20559066290275874</c:v>
                </c:pt>
                <c:pt idx="15790">
                  <c:v>0.2055939358078514</c:v>
                </c:pt>
                <c:pt idx="15791">
                  <c:v>0.20564383734319586</c:v>
                </c:pt>
                <c:pt idx="15792">
                  <c:v>0.20565483244630683</c:v>
                </c:pt>
                <c:pt idx="15793">
                  <c:v>0.20568208344256125</c:v>
                </c:pt>
                <c:pt idx="15794">
                  <c:v>0.2056845784559358</c:v>
                </c:pt>
                <c:pt idx="15795">
                  <c:v>0.20573832409490661</c:v>
                </c:pt>
                <c:pt idx="15796">
                  <c:v>0.20574117441103953</c:v>
                </c:pt>
                <c:pt idx="15797">
                  <c:v>0.20575532247532294</c:v>
                </c:pt>
                <c:pt idx="15798">
                  <c:v>0.20576928236556871</c:v>
                </c:pt>
                <c:pt idx="15799">
                  <c:v>0.20577466597819208</c:v>
                </c:pt>
                <c:pt idx="15800">
                  <c:v>0.20581750144275207</c:v>
                </c:pt>
                <c:pt idx="15801">
                  <c:v>0.20583954301185528</c:v>
                </c:pt>
                <c:pt idx="15802">
                  <c:v>0.20585314426394863</c:v>
                </c:pt>
                <c:pt idx="15803">
                  <c:v>0.20585653338886747</c:v>
                </c:pt>
                <c:pt idx="15804">
                  <c:v>0.20585715894747333</c:v>
                </c:pt>
                <c:pt idx="15805">
                  <c:v>0.20586879830758414</c:v>
                </c:pt>
                <c:pt idx="15806">
                  <c:v>0.20588677817685516</c:v>
                </c:pt>
                <c:pt idx="15807">
                  <c:v>0.20589509737827646</c:v>
                </c:pt>
                <c:pt idx="15808">
                  <c:v>0.20593273184494351</c:v>
                </c:pt>
                <c:pt idx="15809">
                  <c:v>0.20595166445783722</c:v>
                </c:pt>
                <c:pt idx="15810">
                  <c:v>0.20597298165417544</c:v>
                </c:pt>
                <c:pt idx="15811">
                  <c:v>0.20597523262471398</c:v>
                </c:pt>
                <c:pt idx="15812">
                  <c:v>0.20597580621328598</c:v>
                </c:pt>
                <c:pt idx="15813">
                  <c:v>0.20598664216109461</c:v>
                </c:pt>
                <c:pt idx="15814">
                  <c:v>0.20601136280855772</c:v>
                </c:pt>
                <c:pt idx="15815">
                  <c:v>0.20602506581526692</c:v>
                </c:pt>
                <c:pt idx="15816">
                  <c:v>0.20602535035737324</c:v>
                </c:pt>
                <c:pt idx="15817">
                  <c:v>0.20603574238274988</c:v>
                </c:pt>
                <c:pt idx="15818">
                  <c:v>0.20605654024255196</c:v>
                </c:pt>
                <c:pt idx="15819">
                  <c:v>0.20605921943426353</c:v>
                </c:pt>
                <c:pt idx="15820">
                  <c:v>0.2060704822244131</c:v>
                </c:pt>
                <c:pt idx="15821">
                  <c:v>0.20609265768730153</c:v>
                </c:pt>
                <c:pt idx="15822">
                  <c:v>0.20609453153939308</c:v>
                </c:pt>
                <c:pt idx="15823">
                  <c:v>0.20611477943716786</c:v>
                </c:pt>
                <c:pt idx="15824">
                  <c:v>0.20612648208132781</c:v>
                </c:pt>
                <c:pt idx="15825">
                  <c:v>0.20615235790998784</c:v>
                </c:pt>
                <c:pt idx="15826">
                  <c:v>0.2061738820424634</c:v>
                </c:pt>
                <c:pt idx="15827">
                  <c:v>0.20618136673697918</c:v>
                </c:pt>
                <c:pt idx="15828">
                  <c:v>0.20618977203426253</c:v>
                </c:pt>
                <c:pt idx="15829">
                  <c:v>0.20619865984337865</c:v>
                </c:pt>
                <c:pt idx="15830">
                  <c:v>0.20620651681470123</c:v>
                </c:pt>
                <c:pt idx="15831">
                  <c:v>0.20621049127894892</c:v>
                </c:pt>
                <c:pt idx="15832">
                  <c:v>0.20621374048592986</c:v>
                </c:pt>
                <c:pt idx="15833">
                  <c:v>0.2062597863828694</c:v>
                </c:pt>
                <c:pt idx="15834">
                  <c:v>0.20628944236517943</c:v>
                </c:pt>
                <c:pt idx="15835">
                  <c:v>0.20630485793758066</c:v>
                </c:pt>
                <c:pt idx="15836">
                  <c:v>0.20632734760187776</c:v>
                </c:pt>
                <c:pt idx="15837">
                  <c:v>0.20633881743513671</c:v>
                </c:pt>
                <c:pt idx="15838">
                  <c:v>0.2063950083694932</c:v>
                </c:pt>
                <c:pt idx="15839">
                  <c:v>0.20639677942254914</c:v>
                </c:pt>
                <c:pt idx="15840">
                  <c:v>0.20640436278567495</c:v>
                </c:pt>
                <c:pt idx="15841">
                  <c:v>0.2064136713988943</c:v>
                </c:pt>
                <c:pt idx="15842">
                  <c:v>0.2064194259724145</c:v>
                </c:pt>
                <c:pt idx="15843">
                  <c:v>0.20644928360534254</c:v>
                </c:pt>
                <c:pt idx="15844">
                  <c:v>0.20646016224847089</c:v>
                </c:pt>
                <c:pt idx="15845">
                  <c:v>0.20648679472116482</c:v>
                </c:pt>
                <c:pt idx="15846">
                  <c:v>0.20648850261405038</c:v>
                </c:pt>
                <c:pt idx="15847">
                  <c:v>0.20648955625032889</c:v>
                </c:pt>
                <c:pt idx="15848">
                  <c:v>0.20649530163617807</c:v>
                </c:pt>
                <c:pt idx="15849">
                  <c:v>0.20651103059478312</c:v>
                </c:pt>
                <c:pt idx="15850">
                  <c:v>0.20651458264320885</c:v>
                </c:pt>
                <c:pt idx="15851">
                  <c:v>0.20653147403836367</c:v>
                </c:pt>
                <c:pt idx="15852">
                  <c:v>0.20658174131568052</c:v>
                </c:pt>
                <c:pt idx="15853">
                  <c:v>0.20658373707680155</c:v>
                </c:pt>
                <c:pt idx="15854">
                  <c:v>0.20663535821916271</c:v>
                </c:pt>
                <c:pt idx="15855">
                  <c:v>0.20664541824523869</c:v>
                </c:pt>
                <c:pt idx="15856">
                  <c:v>0.20665867265131765</c:v>
                </c:pt>
                <c:pt idx="15857">
                  <c:v>0.20667128274133037</c:v>
                </c:pt>
                <c:pt idx="15858">
                  <c:v>0.20668355212885561</c:v>
                </c:pt>
                <c:pt idx="15859">
                  <c:v>0.20669179682163921</c:v>
                </c:pt>
                <c:pt idx="15860">
                  <c:v>0.20669819998628658</c:v>
                </c:pt>
                <c:pt idx="15861">
                  <c:v>0.20672806455518414</c:v>
                </c:pt>
                <c:pt idx="15862">
                  <c:v>0.20672875784005879</c:v>
                </c:pt>
                <c:pt idx="15863">
                  <c:v>0.2067571039891786</c:v>
                </c:pt>
                <c:pt idx="15864">
                  <c:v>0.20678634467027257</c:v>
                </c:pt>
                <c:pt idx="15865">
                  <c:v>0.20680885714284106</c:v>
                </c:pt>
                <c:pt idx="15866">
                  <c:v>0.2068135492463202</c:v>
                </c:pt>
                <c:pt idx="15867">
                  <c:v>0.20682956933306965</c:v>
                </c:pt>
                <c:pt idx="15868">
                  <c:v>0.20690907455351934</c:v>
                </c:pt>
                <c:pt idx="15869">
                  <c:v>0.20693607097161393</c:v>
                </c:pt>
                <c:pt idx="15870">
                  <c:v>0.20694166362345995</c:v>
                </c:pt>
                <c:pt idx="15871">
                  <c:v>0.2069425187607469</c:v>
                </c:pt>
                <c:pt idx="15872">
                  <c:v>0.20695156550663044</c:v>
                </c:pt>
                <c:pt idx="15873">
                  <c:v>0.20695720915376475</c:v>
                </c:pt>
                <c:pt idx="15874">
                  <c:v>0.20695774331499842</c:v>
                </c:pt>
                <c:pt idx="15875">
                  <c:v>0.20697595604107019</c:v>
                </c:pt>
                <c:pt idx="15876">
                  <c:v>0.20699606339088455</c:v>
                </c:pt>
                <c:pt idx="15877">
                  <c:v>0.20700901174865041</c:v>
                </c:pt>
                <c:pt idx="15878">
                  <c:v>0.20701064938015939</c:v>
                </c:pt>
                <c:pt idx="15879">
                  <c:v>0.20703472402846115</c:v>
                </c:pt>
                <c:pt idx="15880">
                  <c:v>0.20705268581097236</c:v>
                </c:pt>
                <c:pt idx="15881">
                  <c:v>0.20705367468945346</c:v>
                </c:pt>
                <c:pt idx="15882">
                  <c:v>0.20706150979839485</c:v>
                </c:pt>
                <c:pt idx="15883">
                  <c:v>0.20707986451868793</c:v>
                </c:pt>
                <c:pt idx="15884">
                  <c:v>0.20707988314208142</c:v>
                </c:pt>
                <c:pt idx="15885">
                  <c:v>0.20709002097124954</c:v>
                </c:pt>
                <c:pt idx="15886">
                  <c:v>0.2070912431293685</c:v>
                </c:pt>
                <c:pt idx="15887">
                  <c:v>0.20709351631756776</c:v>
                </c:pt>
                <c:pt idx="15888">
                  <c:v>0.20711047152321183</c:v>
                </c:pt>
                <c:pt idx="15889">
                  <c:v>0.207120845161197</c:v>
                </c:pt>
                <c:pt idx="15890">
                  <c:v>0.20713744303025533</c:v>
                </c:pt>
                <c:pt idx="15891">
                  <c:v>0.20716180781560364</c:v>
                </c:pt>
                <c:pt idx="15892">
                  <c:v>0.20716829845174994</c:v>
                </c:pt>
                <c:pt idx="15893">
                  <c:v>0.20716881648471017</c:v>
                </c:pt>
                <c:pt idx="15894">
                  <c:v>0.20718999370211158</c:v>
                </c:pt>
                <c:pt idx="15895">
                  <c:v>0.20720821636779879</c:v>
                </c:pt>
                <c:pt idx="15896">
                  <c:v>0.20723219071169108</c:v>
                </c:pt>
                <c:pt idx="15897">
                  <c:v>0.207256394902255</c:v>
                </c:pt>
                <c:pt idx="15898">
                  <c:v>0.20726271643895477</c:v>
                </c:pt>
                <c:pt idx="15899">
                  <c:v>0.20727196921743923</c:v>
                </c:pt>
                <c:pt idx="15900">
                  <c:v>0.20727995135309615</c:v>
                </c:pt>
                <c:pt idx="15901">
                  <c:v>0.20728056289881969</c:v>
                </c:pt>
                <c:pt idx="15902">
                  <c:v>0.20729451957281639</c:v>
                </c:pt>
                <c:pt idx="15903">
                  <c:v>0.20729884256677225</c:v>
                </c:pt>
                <c:pt idx="15904">
                  <c:v>0.20730117193685341</c:v>
                </c:pt>
                <c:pt idx="15905">
                  <c:v>0.2073095086862399</c:v>
                </c:pt>
                <c:pt idx="15906">
                  <c:v>0.2073183897475856</c:v>
                </c:pt>
                <c:pt idx="15907">
                  <c:v>0.20732244254838486</c:v>
                </c:pt>
                <c:pt idx="15908">
                  <c:v>0.20735170969403058</c:v>
                </c:pt>
                <c:pt idx="15909">
                  <c:v>0.20735371163214442</c:v>
                </c:pt>
                <c:pt idx="15910">
                  <c:v>0.20736595743530711</c:v>
                </c:pt>
                <c:pt idx="15911">
                  <c:v>0.20738815493397172</c:v>
                </c:pt>
                <c:pt idx="15912">
                  <c:v>0.2074117289611945</c:v>
                </c:pt>
                <c:pt idx="15913">
                  <c:v>0.2074361475043339</c:v>
                </c:pt>
                <c:pt idx="15914">
                  <c:v>0.20745457974938311</c:v>
                </c:pt>
                <c:pt idx="15915">
                  <c:v>0.20750842290958571</c:v>
                </c:pt>
                <c:pt idx="15916">
                  <c:v>0.20751686373031925</c:v>
                </c:pt>
                <c:pt idx="15917">
                  <c:v>0.20753137570415048</c:v>
                </c:pt>
                <c:pt idx="15918">
                  <c:v>0.20754873257715134</c:v>
                </c:pt>
                <c:pt idx="15919">
                  <c:v>0.20757196054189761</c:v>
                </c:pt>
                <c:pt idx="15920">
                  <c:v>0.20757600834104681</c:v>
                </c:pt>
                <c:pt idx="15921">
                  <c:v>0.20765336045366972</c:v>
                </c:pt>
                <c:pt idx="15922">
                  <c:v>0.20769076183857615</c:v>
                </c:pt>
                <c:pt idx="15923">
                  <c:v>0.20770180136491823</c:v>
                </c:pt>
                <c:pt idx="15924">
                  <c:v>0.20770430206312304</c:v>
                </c:pt>
                <c:pt idx="15925">
                  <c:v>0.20772395272874794</c:v>
                </c:pt>
                <c:pt idx="15926">
                  <c:v>0.20772505589741297</c:v>
                </c:pt>
                <c:pt idx="15927">
                  <c:v>0.20774850747813345</c:v>
                </c:pt>
                <c:pt idx="15928">
                  <c:v>0.20775928962092677</c:v>
                </c:pt>
                <c:pt idx="15929">
                  <c:v>0.20779564398030892</c:v>
                </c:pt>
                <c:pt idx="15930">
                  <c:v>0.20784702931343058</c:v>
                </c:pt>
                <c:pt idx="15931">
                  <c:v>0.2078613225674287</c:v>
                </c:pt>
                <c:pt idx="15932">
                  <c:v>0.20787975000361777</c:v>
                </c:pt>
                <c:pt idx="15933">
                  <c:v>0.20791152561578943</c:v>
                </c:pt>
                <c:pt idx="15934">
                  <c:v>0.20791182023198387</c:v>
                </c:pt>
                <c:pt idx="15935">
                  <c:v>0.20791643376425561</c:v>
                </c:pt>
                <c:pt idx="15936">
                  <c:v>0.20794644066347054</c:v>
                </c:pt>
                <c:pt idx="15937">
                  <c:v>0.20796110732930786</c:v>
                </c:pt>
                <c:pt idx="15938">
                  <c:v>0.20797327153017486</c:v>
                </c:pt>
                <c:pt idx="15939">
                  <c:v>0.20797681878020974</c:v>
                </c:pt>
                <c:pt idx="15940">
                  <c:v>0.20801125821756172</c:v>
                </c:pt>
                <c:pt idx="15941">
                  <c:v>0.20801344310848999</c:v>
                </c:pt>
                <c:pt idx="15942">
                  <c:v>0.20802010526805792</c:v>
                </c:pt>
                <c:pt idx="15943">
                  <c:v>0.2080468296787987</c:v>
                </c:pt>
                <c:pt idx="15944">
                  <c:v>0.20811448082039261</c:v>
                </c:pt>
                <c:pt idx="15945">
                  <c:v>0.20811830588243777</c:v>
                </c:pt>
                <c:pt idx="15946">
                  <c:v>0.20812180243678075</c:v>
                </c:pt>
                <c:pt idx="15947">
                  <c:v>0.20814367410349011</c:v>
                </c:pt>
                <c:pt idx="15948">
                  <c:v>0.20814510086075477</c:v>
                </c:pt>
                <c:pt idx="15949">
                  <c:v>0.20815470057319196</c:v>
                </c:pt>
                <c:pt idx="15950">
                  <c:v>0.20816269460504477</c:v>
                </c:pt>
                <c:pt idx="15951">
                  <c:v>0.20818631168334109</c:v>
                </c:pt>
                <c:pt idx="15952">
                  <c:v>0.20818771115522691</c:v>
                </c:pt>
                <c:pt idx="15953">
                  <c:v>0.20819266564552566</c:v>
                </c:pt>
                <c:pt idx="15954">
                  <c:v>0.208205162263078</c:v>
                </c:pt>
                <c:pt idx="15955">
                  <c:v>0.20823485641005565</c:v>
                </c:pt>
                <c:pt idx="15956">
                  <c:v>0.20824945367808362</c:v>
                </c:pt>
                <c:pt idx="15957">
                  <c:v>0.20825264809748018</c:v>
                </c:pt>
                <c:pt idx="15958">
                  <c:v>0.20826268195892003</c:v>
                </c:pt>
                <c:pt idx="15959">
                  <c:v>0.2082707728379162</c:v>
                </c:pt>
                <c:pt idx="15960">
                  <c:v>0.20831892186474626</c:v>
                </c:pt>
                <c:pt idx="15961">
                  <c:v>0.20832593400832525</c:v>
                </c:pt>
                <c:pt idx="15962">
                  <c:v>0.20833109948593564</c:v>
                </c:pt>
                <c:pt idx="15963">
                  <c:v>0.20833965501310633</c:v>
                </c:pt>
                <c:pt idx="15964">
                  <c:v>0.20834861211553038</c:v>
                </c:pt>
                <c:pt idx="15965">
                  <c:v>0.2083548873168741</c:v>
                </c:pt>
                <c:pt idx="15966">
                  <c:v>0.20840848792492858</c:v>
                </c:pt>
                <c:pt idx="15967">
                  <c:v>0.20841231055367246</c:v>
                </c:pt>
                <c:pt idx="15968">
                  <c:v>0.20842775346810438</c:v>
                </c:pt>
                <c:pt idx="15969">
                  <c:v>0.20842932025582087</c:v>
                </c:pt>
                <c:pt idx="15970">
                  <c:v>0.20843269140556997</c:v>
                </c:pt>
                <c:pt idx="15971">
                  <c:v>0.20844487951025906</c:v>
                </c:pt>
                <c:pt idx="15972">
                  <c:v>0.20849884361328189</c:v>
                </c:pt>
                <c:pt idx="15973">
                  <c:v>0.20851294614295976</c:v>
                </c:pt>
                <c:pt idx="15974">
                  <c:v>0.2085329132062663</c:v>
                </c:pt>
                <c:pt idx="15975">
                  <c:v>0.20854368268841555</c:v>
                </c:pt>
                <c:pt idx="15976">
                  <c:v>0.20856281963858964</c:v>
                </c:pt>
                <c:pt idx="15977">
                  <c:v>0.20856305849624091</c:v>
                </c:pt>
                <c:pt idx="15978">
                  <c:v>0.20856887625946113</c:v>
                </c:pt>
                <c:pt idx="15979">
                  <c:v>0.20857676074950213</c:v>
                </c:pt>
                <c:pt idx="15980">
                  <c:v>0.20859139625085957</c:v>
                </c:pt>
                <c:pt idx="15981">
                  <c:v>0.20859184289850027</c:v>
                </c:pt>
                <c:pt idx="15982">
                  <c:v>0.20865683686760145</c:v>
                </c:pt>
                <c:pt idx="15983">
                  <c:v>0.20866522864806827</c:v>
                </c:pt>
                <c:pt idx="15984">
                  <c:v>0.20866859811285371</c:v>
                </c:pt>
                <c:pt idx="15985">
                  <c:v>0.20873306155001128</c:v>
                </c:pt>
                <c:pt idx="15986">
                  <c:v>0.20874899333458002</c:v>
                </c:pt>
                <c:pt idx="15987">
                  <c:v>0.20875328814054137</c:v>
                </c:pt>
                <c:pt idx="15988">
                  <c:v>0.20875376400319764</c:v>
                </c:pt>
                <c:pt idx="15989">
                  <c:v>0.20877555977313617</c:v>
                </c:pt>
                <c:pt idx="15990">
                  <c:v>0.20878292235316714</c:v>
                </c:pt>
                <c:pt idx="15991">
                  <c:v>0.20879237270944076</c:v>
                </c:pt>
                <c:pt idx="15992">
                  <c:v>0.20880348048576447</c:v>
                </c:pt>
                <c:pt idx="15993">
                  <c:v>0.20880371685138027</c:v>
                </c:pt>
                <c:pt idx="15994">
                  <c:v>0.20880535211779205</c:v>
                </c:pt>
                <c:pt idx="15995">
                  <c:v>0.20881411934958052</c:v>
                </c:pt>
                <c:pt idx="15996">
                  <c:v>0.20884234483513225</c:v>
                </c:pt>
                <c:pt idx="15997">
                  <c:v>0.2088563857920557</c:v>
                </c:pt>
                <c:pt idx="15998">
                  <c:v>0.20885952395836327</c:v>
                </c:pt>
                <c:pt idx="15999">
                  <c:v>0.20891707307698407</c:v>
                </c:pt>
                <c:pt idx="16000">
                  <c:v>0.20892210212521078</c:v>
                </c:pt>
                <c:pt idx="16001">
                  <c:v>0.2089645357034261</c:v>
                </c:pt>
                <c:pt idx="16002">
                  <c:v>0.20899138650494906</c:v>
                </c:pt>
                <c:pt idx="16003">
                  <c:v>0.20900255519009656</c:v>
                </c:pt>
                <c:pt idx="16004">
                  <c:v>0.20900594348940474</c:v>
                </c:pt>
                <c:pt idx="16005">
                  <c:v>0.20900788058414707</c:v>
                </c:pt>
                <c:pt idx="16006">
                  <c:v>0.20902059304010898</c:v>
                </c:pt>
                <c:pt idx="16007">
                  <c:v>0.20905802310008592</c:v>
                </c:pt>
                <c:pt idx="16008">
                  <c:v>0.20907733613768961</c:v>
                </c:pt>
                <c:pt idx="16009">
                  <c:v>0.20907863927736356</c:v>
                </c:pt>
                <c:pt idx="16010">
                  <c:v>0.20908599946066395</c:v>
                </c:pt>
                <c:pt idx="16011">
                  <c:v>0.20909141618430718</c:v>
                </c:pt>
                <c:pt idx="16012">
                  <c:v>0.2090994113915538</c:v>
                </c:pt>
                <c:pt idx="16013">
                  <c:v>0.20910518722909219</c:v>
                </c:pt>
                <c:pt idx="16014">
                  <c:v>0.20915702013521659</c:v>
                </c:pt>
                <c:pt idx="16015">
                  <c:v>0.20916112690344843</c:v>
                </c:pt>
                <c:pt idx="16016">
                  <c:v>0.20916715608674175</c:v>
                </c:pt>
                <c:pt idx="16017">
                  <c:v>0.20917211116378198</c:v>
                </c:pt>
                <c:pt idx="16018">
                  <c:v>0.20918556415958209</c:v>
                </c:pt>
                <c:pt idx="16019">
                  <c:v>0.20920277788230501</c:v>
                </c:pt>
                <c:pt idx="16020">
                  <c:v>0.2092319146466613</c:v>
                </c:pt>
                <c:pt idx="16021">
                  <c:v>0.20924207985094687</c:v>
                </c:pt>
                <c:pt idx="16022">
                  <c:v>0.20925036602943187</c:v>
                </c:pt>
                <c:pt idx="16023">
                  <c:v>0.20926049043447079</c:v>
                </c:pt>
                <c:pt idx="16024">
                  <c:v>0.20929115117801733</c:v>
                </c:pt>
                <c:pt idx="16025">
                  <c:v>0.20929538820089283</c:v>
                </c:pt>
                <c:pt idx="16026">
                  <c:v>0.20930759680339817</c:v>
                </c:pt>
                <c:pt idx="16027">
                  <c:v>0.20932985335180324</c:v>
                </c:pt>
                <c:pt idx="16028">
                  <c:v>0.20933003989721652</c:v>
                </c:pt>
                <c:pt idx="16029">
                  <c:v>0.20934894041570051</c:v>
                </c:pt>
                <c:pt idx="16030">
                  <c:v>0.209388575989473</c:v>
                </c:pt>
                <c:pt idx="16031">
                  <c:v>0.20939444498730159</c:v>
                </c:pt>
                <c:pt idx="16032">
                  <c:v>0.2094083290998206</c:v>
                </c:pt>
                <c:pt idx="16033">
                  <c:v>0.20941423342280868</c:v>
                </c:pt>
                <c:pt idx="16034">
                  <c:v>0.20942013962682499</c:v>
                </c:pt>
                <c:pt idx="16035">
                  <c:v>0.2094252071503496</c:v>
                </c:pt>
                <c:pt idx="16036">
                  <c:v>0.20943354374319612</c:v>
                </c:pt>
                <c:pt idx="16037">
                  <c:v>0.20945965245638246</c:v>
                </c:pt>
                <c:pt idx="16038">
                  <c:v>0.20946712187761637</c:v>
                </c:pt>
                <c:pt idx="16039">
                  <c:v>0.2094899771755431</c:v>
                </c:pt>
                <c:pt idx="16040">
                  <c:v>0.20951827023154046</c:v>
                </c:pt>
                <c:pt idx="16041">
                  <c:v>0.2095451711578995</c:v>
                </c:pt>
                <c:pt idx="16042">
                  <c:v>0.20954801339169871</c:v>
                </c:pt>
                <c:pt idx="16043">
                  <c:v>0.20958884158479921</c:v>
                </c:pt>
                <c:pt idx="16044">
                  <c:v>0.20959604173050334</c:v>
                </c:pt>
                <c:pt idx="16045">
                  <c:v>0.20961096292737344</c:v>
                </c:pt>
                <c:pt idx="16046">
                  <c:v>0.20963710516866646</c:v>
                </c:pt>
                <c:pt idx="16047">
                  <c:v>0.20963780322574779</c:v>
                </c:pt>
                <c:pt idx="16048">
                  <c:v>0.20966288906781305</c:v>
                </c:pt>
                <c:pt idx="16049">
                  <c:v>0.2096790497105816</c:v>
                </c:pt>
                <c:pt idx="16050">
                  <c:v>0.20970880119661831</c:v>
                </c:pt>
                <c:pt idx="16051">
                  <c:v>0.20971240271744604</c:v>
                </c:pt>
                <c:pt idx="16052">
                  <c:v>0.20975779321301818</c:v>
                </c:pt>
                <c:pt idx="16053">
                  <c:v>0.20977377071428427</c:v>
                </c:pt>
                <c:pt idx="16054">
                  <c:v>0.20978109512180892</c:v>
                </c:pt>
                <c:pt idx="16055">
                  <c:v>0.20979855770200423</c:v>
                </c:pt>
                <c:pt idx="16056">
                  <c:v>0.20980326999203758</c:v>
                </c:pt>
                <c:pt idx="16057">
                  <c:v>0.20980332368014992</c:v>
                </c:pt>
                <c:pt idx="16058">
                  <c:v>0.20980983137841047</c:v>
                </c:pt>
                <c:pt idx="16059">
                  <c:v>0.20981465401727728</c:v>
                </c:pt>
                <c:pt idx="16060">
                  <c:v>0.20981541252212438</c:v>
                </c:pt>
                <c:pt idx="16061">
                  <c:v>0.20983129779994567</c:v>
                </c:pt>
                <c:pt idx="16062">
                  <c:v>0.20983766375136009</c:v>
                </c:pt>
                <c:pt idx="16063">
                  <c:v>0.2098505228142265</c:v>
                </c:pt>
                <c:pt idx="16064">
                  <c:v>0.20989175321973416</c:v>
                </c:pt>
                <c:pt idx="16065">
                  <c:v>0.2098960757871213</c:v>
                </c:pt>
                <c:pt idx="16066">
                  <c:v>0.2099101742356187</c:v>
                </c:pt>
                <c:pt idx="16067">
                  <c:v>0.20991070093503339</c:v>
                </c:pt>
                <c:pt idx="16068">
                  <c:v>0.20996745633539124</c:v>
                </c:pt>
                <c:pt idx="16069">
                  <c:v>0.20997802748391478</c:v>
                </c:pt>
                <c:pt idx="16070">
                  <c:v>0.20998619185991871</c:v>
                </c:pt>
                <c:pt idx="16071">
                  <c:v>0.21002591902373569</c:v>
                </c:pt>
                <c:pt idx="16072">
                  <c:v>0.21003424908816606</c:v>
                </c:pt>
                <c:pt idx="16073">
                  <c:v>0.21003595587505697</c:v>
                </c:pt>
                <c:pt idx="16074">
                  <c:v>0.21005281696819506</c:v>
                </c:pt>
                <c:pt idx="16075">
                  <c:v>0.21007918989130328</c:v>
                </c:pt>
                <c:pt idx="16076">
                  <c:v>0.21009098750380392</c:v>
                </c:pt>
                <c:pt idx="16077">
                  <c:v>0.21009502765943788</c:v>
                </c:pt>
                <c:pt idx="16078">
                  <c:v>0.21010403873186545</c:v>
                </c:pt>
                <c:pt idx="16079">
                  <c:v>0.21012083180716437</c:v>
                </c:pt>
                <c:pt idx="16080">
                  <c:v>0.21012187689321674</c:v>
                </c:pt>
                <c:pt idx="16081">
                  <c:v>0.21014190475024164</c:v>
                </c:pt>
                <c:pt idx="16082">
                  <c:v>0.2101705843941418</c:v>
                </c:pt>
                <c:pt idx="16083">
                  <c:v>0.21017889922480584</c:v>
                </c:pt>
                <c:pt idx="16084">
                  <c:v>0.21018633855358854</c:v>
                </c:pt>
                <c:pt idx="16085">
                  <c:v>0.21020420809194201</c:v>
                </c:pt>
                <c:pt idx="16086">
                  <c:v>0.21021144948502896</c:v>
                </c:pt>
                <c:pt idx="16087">
                  <c:v>0.21024250108229103</c:v>
                </c:pt>
                <c:pt idx="16088">
                  <c:v>0.21026872651232464</c:v>
                </c:pt>
                <c:pt idx="16089">
                  <c:v>0.21029768282471195</c:v>
                </c:pt>
                <c:pt idx="16090">
                  <c:v>0.21031458906291095</c:v>
                </c:pt>
                <c:pt idx="16091">
                  <c:v>0.21032518007920731</c:v>
                </c:pt>
                <c:pt idx="16092">
                  <c:v>0.21033102337619006</c:v>
                </c:pt>
                <c:pt idx="16093">
                  <c:v>0.21033826668353078</c:v>
                </c:pt>
                <c:pt idx="16094">
                  <c:v>0.21035299812687283</c:v>
                </c:pt>
                <c:pt idx="16095">
                  <c:v>0.21036644855909253</c:v>
                </c:pt>
                <c:pt idx="16096">
                  <c:v>0.2103964567747664</c:v>
                </c:pt>
                <c:pt idx="16097">
                  <c:v>0.21039729165377774</c:v>
                </c:pt>
                <c:pt idx="16098">
                  <c:v>0.21041412728843942</c:v>
                </c:pt>
                <c:pt idx="16099">
                  <c:v>0.2104156810600582</c:v>
                </c:pt>
                <c:pt idx="16100">
                  <c:v>0.21047484571951983</c:v>
                </c:pt>
                <c:pt idx="16101">
                  <c:v>0.21048701072413281</c:v>
                </c:pt>
                <c:pt idx="16102">
                  <c:v>0.21052288757089341</c:v>
                </c:pt>
                <c:pt idx="16103">
                  <c:v>0.21055442789642825</c:v>
                </c:pt>
                <c:pt idx="16104">
                  <c:v>0.21055487918473592</c:v>
                </c:pt>
                <c:pt idx="16105">
                  <c:v>0.21058367809304698</c:v>
                </c:pt>
                <c:pt idx="16106">
                  <c:v>0.21062005509077164</c:v>
                </c:pt>
                <c:pt idx="16107">
                  <c:v>0.21062533501764938</c:v>
                </c:pt>
                <c:pt idx="16108">
                  <c:v>0.21063202955229829</c:v>
                </c:pt>
                <c:pt idx="16109">
                  <c:v>0.21063554337661181</c:v>
                </c:pt>
                <c:pt idx="16110">
                  <c:v>0.21063712754001115</c:v>
                </c:pt>
                <c:pt idx="16111">
                  <c:v>0.21064549964375137</c:v>
                </c:pt>
                <c:pt idx="16112">
                  <c:v>0.21065096788199891</c:v>
                </c:pt>
                <c:pt idx="16113">
                  <c:v>0.21066703518028118</c:v>
                </c:pt>
                <c:pt idx="16114">
                  <c:v>0.21066786863252271</c:v>
                </c:pt>
                <c:pt idx="16115">
                  <c:v>0.21068142655910918</c:v>
                </c:pt>
                <c:pt idx="16116">
                  <c:v>0.2106870162046669</c:v>
                </c:pt>
                <c:pt idx="16117">
                  <c:v>0.21068920389514109</c:v>
                </c:pt>
                <c:pt idx="16118">
                  <c:v>0.21071860190913896</c:v>
                </c:pt>
                <c:pt idx="16119">
                  <c:v>0.21072663378096829</c:v>
                </c:pt>
                <c:pt idx="16120">
                  <c:v>0.21075015114296541</c:v>
                </c:pt>
                <c:pt idx="16121">
                  <c:v>0.21078214590489822</c:v>
                </c:pt>
                <c:pt idx="16122">
                  <c:v>0.21079466860721605</c:v>
                </c:pt>
                <c:pt idx="16123">
                  <c:v>0.21081075990847897</c:v>
                </c:pt>
                <c:pt idx="16124">
                  <c:v>0.21082365261866765</c:v>
                </c:pt>
                <c:pt idx="16125">
                  <c:v>0.21084198297398191</c:v>
                </c:pt>
                <c:pt idx="16126">
                  <c:v>0.21084489622211866</c:v>
                </c:pt>
                <c:pt idx="16127">
                  <c:v>0.21084768659562816</c:v>
                </c:pt>
                <c:pt idx="16128">
                  <c:v>0.21088445702074377</c:v>
                </c:pt>
                <c:pt idx="16129">
                  <c:v>0.21089321279782675</c:v>
                </c:pt>
                <c:pt idx="16130">
                  <c:v>0.21090179310706894</c:v>
                </c:pt>
                <c:pt idx="16131">
                  <c:v>0.21092654587562376</c:v>
                </c:pt>
                <c:pt idx="16132">
                  <c:v>0.21099018985601944</c:v>
                </c:pt>
                <c:pt idx="16133">
                  <c:v>0.21099803079293139</c:v>
                </c:pt>
                <c:pt idx="16134">
                  <c:v>0.2110170791927771</c:v>
                </c:pt>
                <c:pt idx="16135">
                  <c:v>0.21106886651872309</c:v>
                </c:pt>
                <c:pt idx="16136">
                  <c:v>0.21107286270345749</c:v>
                </c:pt>
                <c:pt idx="16137">
                  <c:v>0.21112352085396677</c:v>
                </c:pt>
                <c:pt idx="16138">
                  <c:v>0.21113907141008831</c:v>
                </c:pt>
                <c:pt idx="16139">
                  <c:v>0.21114505741082298</c:v>
                </c:pt>
                <c:pt idx="16140">
                  <c:v>0.21114649508415434</c:v>
                </c:pt>
                <c:pt idx="16141">
                  <c:v>0.21114863604074968</c:v>
                </c:pt>
                <c:pt idx="16142">
                  <c:v>0.21118122279365745</c:v>
                </c:pt>
                <c:pt idx="16143">
                  <c:v>0.21118259748167414</c:v>
                </c:pt>
                <c:pt idx="16144">
                  <c:v>0.21118862697257926</c:v>
                </c:pt>
                <c:pt idx="16145">
                  <c:v>0.21123045763392509</c:v>
                </c:pt>
                <c:pt idx="16146">
                  <c:v>0.21126815254465212</c:v>
                </c:pt>
                <c:pt idx="16147">
                  <c:v>0.21126980162773024</c:v>
                </c:pt>
                <c:pt idx="16148">
                  <c:v>0.2112822317628911</c:v>
                </c:pt>
                <c:pt idx="16149">
                  <c:v>0.211316457429787</c:v>
                </c:pt>
                <c:pt idx="16150">
                  <c:v>0.21133046279673029</c:v>
                </c:pt>
                <c:pt idx="16151">
                  <c:v>0.21133384946034481</c:v>
                </c:pt>
                <c:pt idx="16152">
                  <c:v>0.21134959657670438</c:v>
                </c:pt>
                <c:pt idx="16153">
                  <c:v>0.21139768740252707</c:v>
                </c:pt>
                <c:pt idx="16154">
                  <c:v>0.21140289675634433</c:v>
                </c:pt>
                <c:pt idx="16155">
                  <c:v>0.21140953759376399</c:v>
                </c:pt>
                <c:pt idx="16156">
                  <c:v>0.21141155916612614</c:v>
                </c:pt>
                <c:pt idx="16157">
                  <c:v>0.21141313091458769</c:v>
                </c:pt>
                <c:pt idx="16158">
                  <c:v>0.21142234877666313</c:v>
                </c:pt>
                <c:pt idx="16159">
                  <c:v>0.21143343084392877</c:v>
                </c:pt>
                <c:pt idx="16160">
                  <c:v>0.2114633712197117</c:v>
                </c:pt>
                <c:pt idx="16161">
                  <c:v>0.21147889739948217</c:v>
                </c:pt>
                <c:pt idx="16162">
                  <c:v>0.21150124054460137</c:v>
                </c:pt>
                <c:pt idx="16163">
                  <c:v>0.21150980019523358</c:v>
                </c:pt>
                <c:pt idx="16164">
                  <c:v>0.21152730615714097</c:v>
                </c:pt>
                <c:pt idx="16165">
                  <c:v>0.21152824192257264</c:v>
                </c:pt>
                <c:pt idx="16166">
                  <c:v>0.21153368568285461</c:v>
                </c:pt>
                <c:pt idx="16167">
                  <c:v>0.21154114781738098</c:v>
                </c:pt>
                <c:pt idx="16168">
                  <c:v>0.2115516239603176</c:v>
                </c:pt>
                <c:pt idx="16169">
                  <c:v>0.21155215942636654</c:v>
                </c:pt>
                <c:pt idx="16170">
                  <c:v>0.2115694433127828</c:v>
                </c:pt>
                <c:pt idx="16171">
                  <c:v>0.21158146710630388</c:v>
                </c:pt>
                <c:pt idx="16172">
                  <c:v>0.21159798955618006</c:v>
                </c:pt>
                <c:pt idx="16173">
                  <c:v>0.21162644518292478</c:v>
                </c:pt>
                <c:pt idx="16174">
                  <c:v>0.21162830768190116</c:v>
                </c:pt>
                <c:pt idx="16175">
                  <c:v>0.21164819325832782</c:v>
                </c:pt>
                <c:pt idx="16176">
                  <c:v>0.21170339687720716</c:v>
                </c:pt>
                <c:pt idx="16177">
                  <c:v>0.21171439955268631</c:v>
                </c:pt>
                <c:pt idx="16178">
                  <c:v>0.21173977608822847</c:v>
                </c:pt>
                <c:pt idx="16179">
                  <c:v>0.21174839933494932</c:v>
                </c:pt>
                <c:pt idx="16180">
                  <c:v>0.21176820071992111</c:v>
                </c:pt>
                <c:pt idx="16181">
                  <c:v>0.21177736192249308</c:v>
                </c:pt>
                <c:pt idx="16182">
                  <c:v>0.21178273966478461</c:v>
                </c:pt>
                <c:pt idx="16183">
                  <c:v>0.21181268608315704</c:v>
                </c:pt>
                <c:pt idx="16184">
                  <c:v>0.21183904673626963</c:v>
                </c:pt>
                <c:pt idx="16185">
                  <c:v>0.21186714305375998</c:v>
                </c:pt>
                <c:pt idx="16186">
                  <c:v>0.21186981844448802</c:v>
                </c:pt>
                <c:pt idx="16187">
                  <c:v>0.21189655892483489</c:v>
                </c:pt>
                <c:pt idx="16188">
                  <c:v>0.21192524961618153</c:v>
                </c:pt>
                <c:pt idx="16189">
                  <c:v>0.21199138942337351</c:v>
                </c:pt>
                <c:pt idx="16190">
                  <c:v>0.21199547487843726</c:v>
                </c:pt>
                <c:pt idx="16191">
                  <c:v>0.21199687753083818</c:v>
                </c:pt>
                <c:pt idx="16192">
                  <c:v>0.21201236570946472</c:v>
                </c:pt>
                <c:pt idx="16193">
                  <c:v>0.21201573670363422</c:v>
                </c:pt>
                <c:pt idx="16194">
                  <c:v>0.21201743235859385</c:v>
                </c:pt>
                <c:pt idx="16195">
                  <c:v>0.21202283275045417</c:v>
                </c:pt>
                <c:pt idx="16196">
                  <c:v>0.21202305556292494</c:v>
                </c:pt>
                <c:pt idx="16197">
                  <c:v>0.21203551432474899</c:v>
                </c:pt>
                <c:pt idx="16198">
                  <c:v>0.2120378600313573</c:v>
                </c:pt>
                <c:pt idx="16199">
                  <c:v>0.21209110925707556</c:v>
                </c:pt>
                <c:pt idx="16200">
                  <c:v>0.21212216834878234</c:v>
                </c:pt>
                <c:pt idx="16201">
                  <c:v>0.21214606279806453</c:v>
                </c:pt>
                <c:pt idx="16202">
                  <c:v>0.21215402178006987</c:v>
                </c:pt>
                <c:pt idx="16203">
                  <c:v>0.21218892816782353</c:v>
                </c:pt>
                <c:pt idx="16204">
                  <c:v>0.21219806191450283</c:v>
                </c:pt>
                <c:pt idx="16205">
                  <c:v>0.212234549961372</c:v>
                </c:pt>
                <c:pt idx="16206">
                  <c:v>0.2122408843547717</c:v>
                </c:pt>
                <c:pt idx="16207">
                  <c:v>0.21224858821416945</c:v>
                </c:pt>
                <c:pt idx="16208">
                  <c:v>0.21228518200816845</c:v>
                </c:pt>
                <c:pt idx="16209">
                  <c:v>0.2123007847112168</c:v>
                </c:pt>
                <c:pt idx="16210">
                  <c:v>0.21231505893436306</c:v>
                </c:pt>
                <c:pt idx="16211">
                  <c:v>0.21231757299255014</c:v>
                </c:pt>
                <c:pt idx="16212">
                  <c:v>0.212319298911742</c:v>
                </c:pt>
                <c:pt idx="16213">
                  <c:v>0.21233114734568415</c:v>
                </c:pt>
                <c:pt idx="16214">
                  <c:v>0.21233815784139201</c:v>
                </c:pt>
                <c:pt idx="16215">
                  <c:v>0.2123777052411687</c:v>
                </c:pt>
                <c:pt idx="16216">
                  <c:v>0.21243352110256436</c:v>
                </c:pt>
                <c:pt idx="16217">
                  <c:v>0.21243930661209848</c:v>
                </c:pt>
                <c:pt idx="16218">
                  <c:v>0.21244538772615509</c:v>
                </c:pt>
                <c:pt idx="16219">
                  <c:v>0.21245142809159898</c:v>
                </c:pt>
                <c:pt idx="16220">
                  <c:v>0.21247512790790307</c:v>
                </c:pt>
                <c:pt idx="16221">
                  <c:v>0.21248045228458701</c:v>
                </c:pt>
                <c:pt idx="16222">
                  <c:v>0.21249116332733367</c:v>
                </c:pt>
                <c:pt idx="16223">
                  <c:v>0.21251387263450872</c:v>
                </c:pt>
                <c:pt idx="16224">
                  <c:v>0.21256382265636689</c:v>
                </c:pt>
                <c:pt idx="16225">
                  <c:v>0.21257224622804297</c:v>
                </c:pt>
                <c:pt idx="16226">
                  <c:v>0.21261526125833433</c:v>
                </c:pt>
                <c:pt idx="16227">
                  <c:v>0.21263508562737327</c:v>
                </c:pt>
                <c:pt idx="16228">
                  <c:v>0.21266528834853429</c:v>
                </c:pt>
                <c:pt idx="16229">
                  <c:v>0.21267717783487952</c:v>
                </c:pt>
                <c:pt idx="16230">
                  <c:v>0.21267802578935507</c:v>
                </c:pt>
                <c:pt idx="16231">
                  <c:v>0.21268110406866803</c:v>
                </c:pt>
                <c:pt idx="16232">
                  <c:v>0.2127063571926715</c:v>
                </c:pt>
                <c:pt idx="16233">
                  <c:v>0.21271106115841251</c:v>
                </c:pt>
                <c:pt idx="16234">
                  <c:v>0.21272327058853283</c:v>
                </c:pt>
                <c:pt idx="16235">
                  <c:v>0.21277482717770785</c:v>
                </c:pt>
                <c:pt idx="16236">
                  <c:v>0.21277663154951926</c:v>
                </c:pt>
                <c:pt idx="16237">
                  <c:v>0.21278464112230408</c:v>
                </c:pt>
                <c:pt idx="16238">
                  <c:v>0.21282763924744832</c:v>
                </c:pt>
                <c:pt idx="16239">
                  <c:v>0.21285090451376573</c:v>
                </c:pt>
                <c:pt idx="16240">
                  <c:v>0.21285803974282738</c:v>
                </c:pt>
                <c:pt idx="16241">
                  <c:v>0.21286007263909443</c:v>
                </c:pt>
                <c:pt idx="16242">
                  <c:v>0.21286008481897012</c:v>
                </c:pt>
                <c:pt idx="16243">
                  <c:v>0.21288767605198108</c:v>
                </c:pt>
                <c:pt idx="16244">
                  <c:v>0.21290159675680562</c:v>
                </c:pt>
                <c:pt idx="16245">
                  <c:v>0.21292980129446235</c:v>
                </c:pt>
                <c:pt idx="16246">
                  <c:v>0.21293226086809647</c:v>
                </c:pt>
                <c:pt idx="16247">
                  <c:v>0.21296806463542023</c:v>
                </c:pt>
                <c:pt idx="16248">
                  <c:v>0.21299019822648019</c:v>
                </c:pt>
                <c:pt idx="16249">
                  <c:v>0.21299313788094648</c:v>
                </c:pt>
                <c:pt idx="16250">
                  <c:v>0.21300499084539601</c:v>
                </c:pt>
                <c:pt idx="16251">
                  <c:v>0.21301235906417229</c:v>
                </c:pt>
                <c:pt idx="16252">
                  <c:v>0.21301439935916502</c:v>
                </c:pt>
                <c:pt idx="16253">
                  <c:v>0.21302646139137507</c:v>
                </c:pt>
                <c:pt idx="16254">
                  <c:v>0.21302863593703814</c:v>
                </c:pt>
                <c:pt idx="16255">
                  <c:v>0.21307108118558621</c:v>
                </c:pt>
                <c:pt idx="16256">
                  <c:v>0.21309952216231048</c:v>
                </c:pt>
                <c:pt idx="16257">
                  <c:v>0.21310821685986098</c:v>
                </c:pt>
                <c:pt idx="16258">
                  <c:v>0.21317336116674593</c:v>
                </c:pt>
                <c:pt idx="16259">
                  <c:v>0.21318735862120425</c:v>
                </c:pt>
                <c:pt idx="16260">
                  <c:v>0.21325472370146212</c:v>
                </c:pt>
                <c:pt idx="16261">
                  <c:v>0.21326504028656079</c:v>
                </c:pt>
                <c:pt idx="16262">
                  <c:v>0.21327870331570475</c:v>
                </c:pt>
                <c:pt idx="16263">
                  <c:v>0.21328378976662329</c:v>
                </c:pt>
                <c:pt idx="16264">
                  <c:v>0.21332251445259243</c:v>
                </c:pt>
                <c:pt idx="16265">
                  <c:v>0.21332253664740114</c:v>
                </c:pt>
                <c:pt idx="16266">
                  <c:v>0.21333232250726766</c:v>
                </c:pt>
                <c:pt idx="16267">
                  <c:v>0.21333296121481646</c:v>
                </c:pt>
                <c:pt idx="16268">
                  <c:v>0.21334771673837186</c:v>
                </c:pt>
                <c:pt idx="16269">
                  <c:v>0.21335702517888638</c:v>
                </c:pt>
                <c:pt idx="16270">
                  <c:v>0.2133624469719011</c:v>
                </c:pt>
                <c:pt idx="16271">
                  <c:v>0.21339386612068156</c:v>
                </c:pt>
                <c:pt idx="16272">
                  <c:v>0.21343956622627333</c:v>
                </c:pt>
                <c:pt idx="16273">
                  <c:v>0.21346643530494275</c:v>
                </c:pt>
                <c:pt idx="16274">
                  <c:v>0.21346695260568141</c:v>
                </c:pt>
                <c:pt idx="16275">
                  <c:v>0.21347256733042325</c:v>
                </c:pt>
                <c:pt idx="16276">
                  <c:v>0.21347826087571856</c:v>
                </c:pt>
                <c:pt idx="16277">
                  <c:v>0.21350896780249715</c:v>
                </c:pt>
                <c:pt idx="16278">
                  <c:v>0.21353840482725395</c:v>
                </c:pt>
                <c:pt idx="16279">
                  <c:v>0.21354278854600711</c:v>
                </c:pt>
                <c:pt idx="16280">
                  <c:v>0.21354400683131877</c:v>
                </c:pt>
                <c:pt idx="16281">
                  <c:v>0.21355602237530341</c:v>
                </c:pt>
                <c:pt idx="16282">
                  <c:v>0.21357269431611728</c:v>
                </c:pt>
                <c:pt idx="16283">
                  <c:v>0.21358169615853939</c:v>
                </c:pt>
                <c:pt idx="16284">
                  <c:v>0.21361024792706276</c:v>
                </c:pt>
                <c:pt idx="16285">
                  <c:v>0.21364061885477409</c:v>
                </c:pt>
                <c:pt idx="16286">
                  <c:v>0.21366676515844221</c:v>
                </c:pt>
                <c:pt idx="16287">
                  <c:v>0.2136668169062039</c:v>
                </c:pt>
                <c:pt idx="16288">
                  <c:v>0.2136692904794342</c:v>
                </c:pt>
                <c:pt idx="16289">
                  <c:v>0.21368486774834655</c:v>
                </c:pt>
                <c:pt idx="16290">
                  <c:v>0.21369463298877725</c:v>
                </c:pt>
                <c:pt idx="16291">
                  <c:v>0.21369809707722207</c:v>
                </c:pt>
                <c:pt idx="16292">
                  <c:v>0.21371297522624688</c:v>
                </c:pt>
                <c:pt idx="16293">
                  <c:v>0.21374442525433404</c:v>
                </c:pt>
                <c:pt idx="16294">
                  <c:v>0.21375029020602726</c:v>
                </c:pt>
                <c:pt idx="16295">
                  <c:v>0.21376667640227087</c:v>
                </c:pt>
                <c:pt idx="16296">
                  <c:v>0.21378633456665627</c:v>
                </c:pt>
                <c:pt idx="16297">
                  <c:v>0.21378679370861475</c:v>
                </c:pt>
                <c:pt idx="16298">
                  <c:v>0.21379858230791671</c:v>
                </c:pt>
                <c:pt idx="16299">
                  <c:v>0.21381638742169426</c:v>
                </c:pt>
                <c:pt idx="16300">
                  <c:v>0.21383062948846518</c:v>
                </c:pt>
                <c:pt idx="16301">
                  <c:v>0.21383670246124523</c:v>
                </c:pt>
                <c:pt idx="16302">
                  <c:v>0.21383796641937838</c:v>
                </c:pt>
                <c:pt idx="16303">
                  <c:v>0.21385048996824685</c:v>
                </c:pt>
                <c:pt idx="16304">
                  <c:v>0.21386091195311346</c:v>
                </c:pt>
                <c:pt idx="16305">
                  <c:v>0.21390834161321412</c:v>
                </c:pt>
                <c:pt idx="16306">
                  <c:v>0.21392092967779541</c:v>
                </c:pt>
                <c:pt idx="16307">
                  <c:v>0.21392132985437254</c:v>
                </c:pt>
                <c:pt idx="16308">
                  <c:v>0.21392791099935093</c:v>
                </c:pt>
                <c:pt idx="16309">
                  <c:v>0.21395570171047354</c:v>
                </c:pt>
                <c:pt idx="16310">
                  <c:v>0.21403030056502562</c:v>
                </c:pt>
                <c:pt idx="16311">
                  <c:v>0.21403478836941275</c:v>
                </c:pt>
                <c:pt idx="16312">
                  <c:v>0.21404668066533059</c:v>
                </c:pt>
                <c:pt idx="16313">
                  <c:v>0.21407476318892829</c:v>
                </c:pt>
                <c:pt idx="16314">
                  <c:v>0.21408548450898199</c:v>
                </c:pt>
                <c:pt idx="16315">
                  <c:v>0.21409607534328778</c:v>
                </c:pt>
                <c:pt idx="16316">
                  <c:v>0.21410194997296886</c:v>
                </c:pt>
                <c:pt idx="16317">
                  <c:v>0.21412087434461369</c:v>
                </c:pt>
                <c:pt idx="16318">
                  <c:v>0.21412662580643871</c:v>
                </c:pt>
                <c:pt idx="16319">
                  <c:v>0.21413551537736819</c:v>
                </c:pt>
                <c:pt idx="16320">
                  <c:v>0.21414415701163117</c:v>
                </c:pt>
                <c:pt idx="16321">
                  <c:v>0.21416813432659981</c:v>
                </c:pt>
                <c:pt idx="16322">
                  <c:v>0.21418197327154243</c:v>
                </c:pt>
                <c:pt idx="16323">
                  <c:v>0.21418849117658129</c:v>
                </c:pt>
                <c:pt idx="16324">
                  <c:v>0.21420780586409699</c:v>
                </c:pt>
                <c:pt idx="16325">
                  <c:v>0.21423278142027941</c:v>
                </c:pt>
                <c:pt idx="16326">
                  <c:v>0.21423650832991176</c:v>
                </c:pt>
                <c:pt idx="16327">
                  <c:v>0.21423840434392494</c:v>
                </c:pt>
                <c:pt idx="16328">
                  <c:v>0.21423939440449238</c:v>
                </c:pt>
                <c:pt idx="16329">
                  <c:v>0.21424377470031561</c:v>
                </c:pt>
                <c:pt idx="16330">
                  <c:v>0.21426119803357271</c:v>
                </c:pt>
                <c:pt idx="16331">
                  <c:v>0.21427161204300135</c:v>
                </c:pt>
                <c:pt idx="16332">
                  <c:v>0.21429213880138029</c:v>
                </c:pt>
                <c:pt idx="16333">
                  <c:v>0.21429548535265713</c:v>
                </c:pt>
                <c:pt idx="16334">
                  <c:v>0.21430861133054863</c:v>
                </c:pt>
                <c:pt idx="16335">
                  <c:v>0.2143153259695722</c:v>
                </c:pt>
                <c:pt idx="16336">
                  <c:v>0.21432066272919276</c:v>
                </c:pt>
                <c:pt idx="16337">
                  <c:v>0.21432478285000525</c:v>
                </c:pt>
                <c:pt idx="16338">
                  <c:v>0.21433711074401285</c:v>
                </c:pt>
                <c:pt idx="16339">
                  <c:v>0.21435702078856028</c:v>
                </c:pt>
                <c:pt idx="16340">
                  <c:v>0.21437069284378862</c:v>
                </c:pt>
                <c:pt idx="16341">
                  <c:v>0.21437789242648578</c:v>
                </c:pt>
                <c:pt idx="16342">
                  <c:v>0.21438036353644682</c:v>
                </c:pt>
                <c:pt idx="16343">
                  <c:v>0.21438387012672716</c:v>
                </c:pt>
                <c:pt idx="16344">
                  <c:v>0.21438586227091988</c:v>
                </c:pt>
                <c:pt idx="16345">
                  <c:v>0.21438721607030514</c:v>
                </c:pt>
                <c:pt idx="16346">
                  <c:v>0.21439542861027736</c:v>
                </c:pt>
                <c:pt idx="16347">
                  <c:v>0.21440382717129905</c:v>
                </c:pt>
                <c:pt idx="16348">
                  <c:v>0.21440448814969396</c:v>
                </c:pt>
                <c:pt idx="16349">
                  <c:v>0.21441736223450292</c:v>
                </c:pt>
                <c:pt idx="16350">
                  <c:v>0.21442124285388026</c:v>
                </c:pt>
                <c:pt idx="16351">
                  <c:v>0.21443003173022965</c:v>
                </c:pt>
                <c:pt idx="16352">
                  <c:v>0.21443512706494239</c:v>
                </c:pt>
                <c:pt idx="16353">
                  <c:v>0.21444852989450131</c:v>
                </c:pt>
                <c:pt idx="16354">
                  <c:v>0.2144995606924309</c:v>
                </c:pt>
                <c:pt idx="16355">
                  <c:v>0.21450371539538904</c:v>
                </c:pt>
                <c:pt idx="16356">
                  <c:v>0.21450922489287735</c:v>
                </c:pt>
                <c:pt idx="16357">
                  <c:v>0.2145092430702018</c:v>
                </c:pt>
                <c:pt idx="16358">
                  <c:v>0.2145259852786689</c:v>
                </c:pt>
                <c:pt idx="16359">
                  <c:v>0.2145404329903744</c:v>
                </c:pt>
                <c:pt idx="16360">
                  <c:v>0.21455577333235179</c:v>
                </c:pt>
                <c:pt idx="16361">
                  <c:v>0.21457520058981552</c:v>
                </c:pt>
                <c:pt idx="16362">
                  <c:v>0.21458718321549619</c:v>
                </c:pt>
                <c:pt idx="16363">
                  <c:v>0.21459977201718591</c:v>
                </c:pt>
                <c:pt idx="16364">
                  <c:v>0.21461863577599086</c:v>
                </c:pt>
                <c:pt idx="16365">
                  <c:v>0.21463930749807689</c:v>
                </c:pt>
                <c:pt idx="16366">
                  <c:v>0.21464664353793944</c:v>
                </c:pt>
                <c:pt idx="16367">
                  <c:v>0.2146619331912438</c:v>
                </c:pt>
                <c:pt idx="16368">
                  <c:v>0.21468325623271212</c:v>
                </c:pt>
                <c:pt idx="16369">
                  <c:v>0.21469569323046825</c:v>
                </c:pt>
                <c:pt idx="16370">
                  <c:v>0.21472582929765066</c:v>
                </c:pt>
                <c:pt idx="16371">
                  <c:v>0.21473216132390263</c:v>
                </c:pt>
                <c:pt idx="16372">
                  <c:v>0.21473435678718736</c:v>
                </c:pt>
                <c:pt idx="16373">
                  <c:v>0.21473483282429853</c:v>
                </c:pt>
                <c:pt idx="16374">
                  <c:v>0.21474726723480231</c:v>
                </c:pt>
                <c:pt idx="16375">
                  <c:v>0.21475450926717018</c:v>
                </c:pt>
                <c:pt idx="16376">
                  <c:v>0.21477592244589724</c:v>
                </c:pt>
                <c:pt idx="16377">
                  <c:v>0.21478235880392907</c:v>
                </c:pt>
                <c:pt idx="16378">
                  <c:v>0.214821864787267</c:v>
                </c:pt>
                <c:pt idx="16379">
                  <c:v>0.21486918674858155</c:v>
                </c:pt>
                <c:pt idx="16380">
                  <c:v>0.21487084006522883</c:v>
                </c:pt>
                <c:pt idx="16381">
                  <c:v>0.21487371487179444</c:v>
                </c:pt>
                <c:pt idx="16382">
                  <c:v>0.21490358425812217</c:v>
                </c:pt>
                <c:pt idx="16383">
                  <c:v>0.21491775023681936</c:v>
                </c:pt>
                <c:pt idx="16384">
                  <c:v>0.21496821092732349</c:v>
                </c:pt>
                <c:pt idx="16385">
                  <c:v>0.21496984743134179</c:v>
                </c:pt>
                <c:pt idx="16386">
                  <c:v>0.21498316025015679</c:v>
                </c:pt>
                <c:pt idx="16387">
                  <c:v>0.21498988625735127</c:v>
                </c:pt>
                <c:pt idx="16388">
                  <c:v>0.2150073603175828</c:v>
                </c:pt>
                <c:pt idx="16389">
                  <c:v>0.21502046129320987</c:v>
                </c:pt>
                <c:pt idx="16390">
                  <c:v>0.21502076155250871</c:v>
                </c:pt>
                <c:pt idx="16391">
                  <c:v>0.21502207496329201</c:v>
                </c:pt>
                <c:pt idx="16392">
                  <c:v>0.21502482384790686</c:v>
                </c:pt>
                <c:pt idx="16393">
                  <c:v>0.21503408639443011</c:v>
                </c:pt>
                <c:pt idx="16394">
                  <c:v>0.21504626284184178</c:v>
                </c:pt>
                <c:pt idx="16395">
                  <c:v>0.21505906908706612</c:v>
                </c:pt>
                <c:pt idx="16396">
                  <c:v>0.21509307314505963</c:v>
                </c:pt>
                <c:pt idx="16397">
                  <c:v>0.21513830039744891</c:v>
                </c:pt>
                <c:pt idx="16398">
                  <c:v>0.21514748315622367</c:v>
                </c:pt>
                <c:pt idx="16399">
                  <c:v>0.21516314779814474</c:v>
                </c:pt>
                <c:pt idx="16400">
                  <c:v>0.21519548995938595</c:v>
                </c:pt>
                <c:pt idx="16401">
                  <c:v>0.21528526101790849</c:v>
                </c:pt>
                <c:pt idx="16402">
                  <c:v>0.21529194451255967</c:v>
                </c:pt>
                <c:pt idx="16403">
                  <c:v>0.21531007803882041</c:v>
                </c:pt>
                <c:pt idx="16404">
                  <c:v>0.21534003950928621</c:v>
                </c:pt>
                <c:pt idx="16405">
                  <c:v>0.21535006883728</c:v>
                </c:pt>
                <c:pt idx="16406">
                  <c:v>0.21538346877029496</c:v>
                </c:pt>
                <c:pt idx="16407">
                  <c:v>0.21540618473092613</c:v>
                </c:pt>
                <c:pt idx="16408">
                  <c:v>0.21542617128998676</c:v>
                </c:pt>
                <c:pt idx="16409">
                  <c:v>0.21542692831178367</c:v>
                </c:pt>
                <c:pt idx="16410">
                  <c:v>0.21543617381615063</c:v>
                </c:pt>
                <c:pt idx="16411">
                  <c:v>0.21544096597264226</c:v>
                </c:pt>
                <c:pt idx="16412">
                  <c:v>0.21545162520487915</c:v>
                </c:pt>
                <c:pt idx="16413">
                  <c:v>0.21548322424888311</c:v>
                </c:pt>
                <c:pt idx="16414">
                  <c:v>0.21549621292705803</c:v>
                </c:pt>
                <c:pt idx="16415">
                  <c:v>0.21550350139029234</c:v>
                </c:pt>
                <c:pt idx="16416">
                  <c:v>0.21551670671447573</c:v>
                </c:pt>
                <c:pt idx="16417">
                  <c:v>0.21551967503446443</c:v>
                </c:pt>
                <c:pt idx="16418">
                  <c:v>0.21552863392828062</c:v>
                </c:pt>
                <c:pt idx="16419">
                  <c:v>0.21556640255107934</c:v>
                </c:pt>
                <c:pt idx="16420">
                  <c:v>0.21557912581946509</c:v>
                </c:pt>
                <c:pt idx="16421">
                  <c:v>0.21561765450995155</c:v>
                </c:pt>
                <c:pt idx="16422">
                  <c:v>0.21562670082844848</c:v>
                </c:pt>
                <c:pt idx="16423">
                  <c:v>0.21563655399098497</c:v>
                </c:pt>
                <c:pt idx="16424">
                  <c:v>0.21568401840945486</c:v>
                </c:pt>
                <c:pt idx="16425">
                  <c:v>0.21571901394136531</c:v>
                </c:pt>
                <c:pt idx="16426">
                  <c:v>0.21573456936052926</c:v>
                </c:pt>
                <c:pt idx="16427">
                  <c:v>0.21573591372338086</c:v>
                </c:pt>
                <c:pt idx="16428">
                  <c:v>0.21578706604956266</c:v>
                </c:pt>
                <c:pt idx="16429">
                  <c:v>0.21579018159078503</c:v>
                </c:pt>
                <c:pt idx="16430">
                  <c:v>0.21580038796014225</c:v>
                </c:pt>
                <c:pt idx="16431">
                  <c:v>0.21580688881009788</c:v>
                </c:pt>
                <c:pt idx="16432">
                  <c:v>0.21582870178150196</c:v>
                </c:pt>
                <c:pt idx="16433">
                  <c:v>0.21584099138316887</c:v>
                </c:pt>
                <c:pt idx="16434">
                  <c:v>0.2158465833758747</c:v>
                </c:pt>
                <c:pt idx="16435">
                  <c:v>0.21585068931733273</c:v>
                </c:pt>
                <c:pt idx="16436">
                  <c:v>0.21585363662949753</c:v>
                </c:pt>
                <c:pt idx="16437">
                  <c:v>0.21585907638593335</c:v>
                </c:pt>
                <c:pt idx="16438">
                  <c:v>0.21586565205828717</c:v>
                </c:pt>
                <c:pt idx="16439">
                  <c:v>0.21588243491084422</c:v>
                </c:pt>
                <c:pt idx="16440">
                  <c:v>0.21591241525879648</c:v>
                </c:pt>
                <c:pt idx="16441">
                  <c:v>0.21600060767490648</c:v>
                </c:pt>
                <c:pt idx="16442">
                  <c:v>0.21601136926663664</c:v>
                </c:pt>
                <c:pt idx="16443">
                  <c:v>0.21603618006112429</c:v>
                </c:pt>
                <c:pt idx="16444">
                  <c:v>0.21606641476643432</c:v>
                </c:pt>
                <c:pt idx="16445">
                  <c:v>0.21606775528522937</c:v>
                </c:pt>
                <c:pt idx="16446">
                  <c:v>0.21607375517753782</c:v>
                </c:pt>
                <c:pt idx="16447">
                  <c:v>0.21608550668448304</c:v>
                </c:pt>
                <c:pt idx="16448">
                  <c:v>0.21609245316984135</c:v>
                </c:pt>
                <c:pt idx="16449">
                  <c:v>0.21612342326733905</c:v>
                </c:pt>
                <c:pt idx="16450">
                  <c:v>0.21613210749861253</c:v>
                </c:pt>
                <c:pt idx="16451">
                  <c:v>0.21614617184068971</c:v>
                </c:pt>
                <c:pt idx="16452">
                  <c:v>0.2161614111833586</c:v>
                </c:pt>
                <c:pt idx="16453">
                  <c:v>0.21616402039101046</c:v>
                </c:pt>
                <c:pt idx="16454">
                  <c:v>0.2161777744096966</c:v>
                </c:pt>
                <c:pt idx="16455">
                  <c:v>0.21618267164085414</c:v>
                </c:pt>
                <c:pt idx="16456">
                  <c:v>0.21620299604327062</c:v>
                </c:pt>
                <c:pt idx="16457">
                  <c:v>0.21621118462514041</c:v>
                </c:pt>
                <c:pt idx="16458">
                  <c:v>0.21623540709614683</c:v>
                </c:pt>
                <c:pt idx="16459">
                  <c:v>0.21623828802304923</c:v>
                </c:pt>
                <c:pt idx="16460">
                  <c:v>0.21626231501772333</c:v>
                </c:pt>
                <c:pt idx="16461">
                  <c:v>0.21627549127511966</c:v>
                </c:pt>
                <c:pt idx="16462">
                  <c:v>0.21629055950156956</c:v>
                </c:pt>
                <c:pt idx="16463">
                  <c:v>0.21629574858789169</c:v>
                </c:pt>
                <c:pt idx="16464">
                  <c:v>0.21630084985420678</c:v>
                </c:pt>
                <c:pt idx="16465">
                  <c:v>0.21630528659707682</c:v>
                </c:pt>
                <c:pt idx="16466">
                  <c:v>0.2163116285783096</c:v>
                </c:pt>
                <c:pt idx="16467">
                  <c:v>0.21632298998915606</c:v>
                </c:pt>
                <c:pt idx="16468">
                  <c:v>0.21632684437947591</c:v>
                </c:pt>
                <c:pt idx="16469">
                  <c:v>0.21632830817341836</c:v>
                </c:pt>
                <c:pt idx="16470">
                  <c:v>0.21635964581159492</c:v>
                </c:pt>
                <c:pt idx="16471">
                  <c:v>0.21642304034317572</c:v>
                </c:pt>
                <c:pt idx="16472">
                  <c:v>0.2164428467871852</c:v>
                </c:pt>
                <c:pt idx="16473">
                  <c:v>0.21650034701229454</c:v>
                </c:pt>
                <c:pt idx="16474">
                  <c:v>0.21655285585435324</c:v>
                </c:pt>
                <c:pt idx="16475">
                  <c:v>0.216580870623652</c:v>
                </c:pt>
                <c:pt idx="16476">
                  <c:v>0.21658186519144015</c:v>
                </c:pt>
                <c:pt idx="16477">
                  <c:v>0.21661444131496399</c:v>
                </c:pt>
                <c:pt idx="16478">
                  <c:v>0.21662676919608426</c:v>
                </c:pt>
                <c:pt idx="16479">
                  <c:v>0.21663398304164871</c:v>
                </c:pt>
                <c:pt idx="16480">
                  <c:v>0.21663856313466837</c:v>
                </c:pt>
                <c:pt idx="16481">
                  <c:v>0.21665611315092395</c:v>
                </c:pt>
                <c:pt idx="16482">
                  <c:v>0.21669563600090475</c:v>
                </c:pt>
                <c:pt idx="16483">
                  <c:v>0.21671905890156815</c:v>
                </c:pt>
                <c:pt idx="16484">
                  <c:v>0.21672520293393607</c:v>
                </c:pt>
                <c:pt idx="16485">
                  <c:v>0.21673128389229993</c:v>
                </c:pt>
                <c:pt idx="16486">
                  <c:v>0.21678538568944608</c:v>
                </c:pt>
                <c:pt idx="16487">
                  <c:v>0.21680109117643664</c:v>
                </c:pt>
                <c:pt idx="16488">
                  <c:v>0.21680225335450634</c:v>
                </c:pt>
                <c:pt idx="16489">
                  <c:v>0.21683065397621601</c:v>
                </c:pt>
                <c:pt idx="16490">
                  <c:v>0.21683711296979152</c:v>
                </c:pt>
                <c:pt idx="16491">
                  <c:v>0.2168430494209756</c:v>
                </c:pt>
                <c:pt idx="16492">
                  <c:v>0.21685461765487865</c:v>
                </c:pt>
                <c:pt idx="16493">
                  <c:v>0.21686075850312883</c:v>
                </c:pt>
                <c:pt idx="16494">
                  <c:v>0.21690974080755362</c:v>
                </c:pt>
                <c:pt idx="16495">
                  <c:v>0.21691021791177623</c:v>
                </c:pt>
                <c:pt idx="16496">
                  <c:v>0.21691595856954346</c:v>
                </c:pt>
                <c:pt idx="16497">
                  <c:v>0.21693380873402976</c:v>
                </c:pt>
                <c:pt idx="16498">
                  <c:v>0.21693827764788157</c:v>
                </c:pt>
                <c:pt idx="16499">
                  <c:v>0.21694442340898423</c:v>
                </c:pt>
                <c:pt idx="16500">
                  <c:v>0.21695905709308166</c:v>
                </c:pt>
                <c:pt idx="16501">
                  <c:v>0.216983215214409</c:v>
                </c:pt>
                <c:pt idx="16502">
                  <c:v>0.21699951772446588</c:v>
                </c:pt>
                <c:pt idx="16503">
                  <c:v>0.21700266252077391</c:v>
                </c:pt>
                <c:pt idx="16504">
                  <c:v>0.21700380818516538</c:v>
                </c:pt>
                <c:pt idx="16505">
                  <c:v>0.21700966633496171</c:v>
                </c:pt>
                <c:pt idx="16506">
                  <c:v>0.21705913729082171</c:v>
                </c:pt>
                <c:pt idx="16507">
                  <c:v>0.21706152942406448</c:v>
                </c:pt>
                <c:pt idx="16508">
                  <c:v>0.21706550784822118</c:v>
                </c:pt>
                <c:pt idx="16509">
                  <c:v>0.21706749228293798</c:v>
                </c:pt>
                <c:pt idx="16510">
                  <c:v>0.21707034808077116</c:v>
                </c:pt>
                <c:pt idx="16511">
                  <c:v>0.21710989768053721</c:v>
                </c:pt>
                <c:pt idx="16512">
                  <c:v>0.21712897622632976</c:v>
                </c:pt>
                <c:pt idx="16513">
                  <c:v>0.21719063501204072</c:v>
                </c:pt>
                <c:pt idx="16514">
                  <c:v>0.21719727754663806</c:v>
                </c:pt>
                <c:pt idx="16515">
                  <c:v>0.21720003446740635</c:v>
                </c:pt>
                <c:pt idx="16516">
                  <c:v>0.21721005527272813</c:v>
                </c:pt>
                <c:pt idx="16517">
                  <c:v>0.21721922801290727</c:v>
                </c:pt>
                <c:pt idx="16518">
                  <c:v>0.21723073614359067</c:v>
                </c:pt>
                <c:pt idx="16519">
                  <c:v>0.2172432411073042</c:v>
                </c:pt>
                <c:pt idx="16520">
                  <c:v>0.21727029462557515</c:v>
                </c:pt>
                <c:pt idx="16521">
                  <c:v>0.21727683533347553</c:v>
                </c:pt>
                <c:pt idx="16522">
                  <c:v>0.21728958346808253</c:v>
                </c:pt>
                <c:pt idx="16523">
                  <c:v>0.2172934151796001</c:v>
                </c:pt>
                <c:pt idx="16524">
                  <c:v>0.21729345448085305</c:v>
                </c:pt>
                <c:pt idx="16525">
                  <c:v>0.2173008519697055</c:v>
                </c:pt>
                <c:pt idx="16526">
                  <c:v>0.21733419372791662</c:v>
                </c:pt>
                <c:pt idx="16527">
                  <c:v>0.21736543240762862</c:v>
                </c:pt>
                <c:pt idx="16528">
                  <c:v>0.21737139308036316</c:v>
                </c:pt>
                <c:pt idx="16529">
                  <c:v>0.21737570649476137</c:v>
                </c:pt>
                <c:pt idx="16530">
                  <c:v>0.21739956480106554</c:v>
                </c:pt>
                <c:pt idx="16531">
                  <c:v>0.21742594824015135</c:v>
                </c:pt>
                <c:pt idx="16532">
                  <c:v>0.21742830041507075</c:v>
                </c:pt>
                <c:pt idx="16533">
                  <c:v>0.21743652848263975</c:v>
                </c:pt>
                <c:pt idx="16534">
                  <c:v>0.21744274912537362</c:v>
                </c:pt>
                <c:pt idx="16535">
                  <c:v>0.21745179508236256</c:v>
                </c:pt>
                <c:pt idx="16536">
                  <c:v>0.21745486417485979</c:v>
                </c:pt>
                <c:pt idx="16537">
                  <c:v>0.21748329298704336</c:v>
                </c:pt>
                <c:pt idx="16538">
                  <c:v>0.21753367367640453</c:v>
                </c:pt>
                <c:pt idx="16539">
                  <c:v>0.2175410768375084</c:v>
                </c:pt>
                <c:pt idx="16540">
                  <c:v>0.21756867671142355</c:v>
                </c:pt>
                <c:pt idx="16541">
                  <c:v>0.2175847707920977</c:v>
                </c:pt>
                <c:pt idx="16542">
                  <c:v>0.21758675459373603</c:v>
                </c:pt>
                <c:pt idx="16543">
                  <c:v>0.2175892707777502</c:v>
                </c:pt>
                <c:pt idx="16544">
                  <c:v>0.21761675485444948</c:v>
                </c:pt>
                <c:pt idx="16545">
                  <c:v>0.2176212617283356</c:v>
                </c:pt>
                <c:pt idx="16546">
                  <c:v>0.21762344990529883</c:v>
                </c:pt>
                <c:pt idx="16547">
                  <c:v>0.21763391699405663</c:v>
                </c:pt>
                <c:pt idx="16548">
                  <c:v>0.2176395933500522</c:v>
                </c:pt>
                <c:pt idx="16549">
                  <c:v>0.21764022037954439</c:v>
                </c:pt>
                <c:pt idx="16550">
                  <c:v>0.21764266845516317</c:v>
                </c:pt>
                <c:pt idx="16551">
                  <c:v>0.21764556353340364</c:v>
                </c:pt>
                <c:pt idx="16552">
                  <c:v>0.2176495822262885</c:v>
                </c:pt>
                <c:pt idx="16553">
                  <c:v>0.21765435555848728</c:v>
                </c:pt>
                <c:pt idx="16554">
                  <c:v>0.2176555537580363</c:v>
                </c:pt>
                <c:pt idx="16555">
                  <c:v>0.21767146404790078</c:v>
                </c:pt>
                <c:pt idx="16556">
                  <c:v>0.21767182643061175</c:v>
                </c:pt>
                <c:pt idx="16557">
                  <c:v>0.21767969510817406</c:v>
                </c:pt>
                <c:pt idx="16558">
                  <c:v>0.21771421606192737</c:v>
                </c:pt>
                <c:pt idx="16559">
                  <c:v>0.21773842542376648</c:v>
                </c:pt>
                <c:pt idx="16560">
                  <c:v>0.21775760267468758</c:v>
                </c:pt>
                <c:pt idx="16561">
                  <c:v>0.21784383965221277</c:v>
                </c:pt>
                <c:pt idx="16562">
                  <c:v>0.21787267240122571</c:v>
                </c:pt>
                <c:pt idx="16563">
                  <c:v>0.21790577788841364</c:v>
                </c:pt>
                <c:pt idx="16564">
                  <c:v>0.21798511040111843</c:v>
                </c:pt>
                <c:pt idx="16565">
                  <c:v>0.21799637601176644</c:v>
                </c:pt>
                <c:pt idx="16566">
                  <c:v>0.21804137383025199</c:v>
                </c:pt>
                <c:pt idx="16567">
                  <c:v>0.21806308353787318</c:v>
                </c:pt>
                <c:pt idx="16568">
                  <c:v>0.2180677821995573</c:v>
                </c:pt>
                <c:pt idx="16569">
                  <c:v>0.21815099387254833</c:v>
                </c:pt>
                <c:pt idx="16570">
                  <c:v>0.2181529674209689</c:v>
                </c:pt>
                <c:pt idx="16571">
                  <c:v>0.21816145306177767</c:v>
                </c:pt>
                <c:pt idx="16572">
                  <c:v>0.21819023509005342</c:v>
                </c:pt>
                <c:pt idx="16573">
                  <c:v>0.2182094570103488</c:v>
                </c:pt>
                <c:pt idx="16574">
                  <c:v>0.21821278670662084</c:v>
                </c:pt>
                <c:pt idx="16575">
                  <c:v>0.21821294124985313</c:v>
                </c:pt>
                <c:pt idx="16576">
                  <c:v>0.21822363431305436</c:v>
                </c:pt>
                <c:pt idx="16577">
                  <c:v>0.2182593609948151</c:v>
                </c:pt>
                <c:pt idx="16578">
                  <c:v>0.21826046514958963</c:v>
                </c:pt>
                <c:pt idx="16579">
                  <c:v>0.21826178034046037</c:v>
                </c:pt>
                <c:pt idx="16580">
                  <c:v>0.21828024598295664</c:v>
                </c:pt>
                <c:pt idx="16581">
                  <c:v>0.21829077700934557</c:v>
                </c:pt>
                <c:pt idx="16582">
                  <c:v>0.21832624602995251</c:v>
                </c:pt>
                <c:pt idx="16583">
                  <c:v>0.21835127930557613</c:v>
                </c:pt>
                <c:pt idx="16584">
                  <c:v>0.21837244276035947</c:v>
                </c:pt>
                <c:pt idx="16585">
                  <c:v>0.21837312627712144</c:v>
                </c:pt>
                <c:pt idx="16586">
                  <c:v>0.21837593568667277</c:v>
                </c:pt>
                <c:pt idx="16587">
                  <c:v>0.21840094990427514</c:v>
                </c:pt>
                <c:pt idx="16588">
                  <c:v>0.21842194073263854</c:v>
                </c:pt>
                <c:pt idx="16589">
                  <c:v>0.21843359529900735</c:v>
                </c:pt>
                <c:pt idx="16590">
                  <c:v>0.21844574731553384</c:v>
                </c:pt>
                <c:pt idx="16591">
                  <c:v>0.21845006492707708</c:v>
                </c:pt>
                <c:pt idx="16592">
                  <c:v>0.21848458698628179</c:v>
                </c:pt>
                <c:pt idx="16593">
                  <c:v>0.21853211015227439</c:v>
                </c:pt>
                <c:pt idx="16594">
                  <c:v>0.21856780986516575</c:v>
                </c:pt>
                <c:pt idx="16595">
                  <c:v>0.21858931001004858</c:v>
                </c:pt>
                <c:pt idx="16596">
                  <c:v>0.21859459992425795</c:v>
                </c:pt>
                <c:pt idx="16597">
                  <c:v>0.21860133212488397</c:v>
                </c:pt>
                <c:pt idx="16598">
                  <c:v>0.21861862424649472</c:v>
                </c:pt>
                <c:pt idx="16599">
                  <c:v>0.2186187285182557</c:v>
                </c:pt>
                <c:pt idx="16600">
                  <c:v>0.21862131446383556</c:v>
                </c:pt>
                <c:pt idx="16601">
                  <c:v>0.21862270863293301</c:v>
                </c:pt>
                <c:pt idx="16602">
                  <c:v>0.21865639915469906</c:v>
                </c:pt>
                <c:pt idx="16603">
                  <c:v>0.21868899951493276</c:v>
                </c:pt>
                <c:pt idx="16604">
                  <c:v>0.2186955780034506</c:v>
                </c:pt>
                <c:pt idx="16605">
                  <c:v>0.21869637981867565</c:v>
                </c:pt>
                <c:pt idx="16606">
                  <c:v>0.21872846882580146</c:v>
                </c:pt>
                <c:pt idx="16607">
                  <c:v>0.21872869224836358</c:v>
                </c:pt>
                <c:pt idx="16608">
                  <c:v>0.21876346829340315</c:v>
                </c:pt>
                <c:pt idx="16609">
                  <c:v>0.21883335850588376</c:v>
                </c:pt>
                <c:pt idx="16610">
                  <c:v>0.21883832272825979</c:v>
                </c:pt>
                <c:pt idx="16611">
                  <c:v>0.21885511954942422</c:v>
                </c:pt>
                <c:pt idx="16612">
                  <c:v>0.21886336243185592</c:v>
                </c:pt>
                <c:pt idx="16613">
                  <c:v>0.21887395236187085</c:v>
                </c:pt>
                <c:pt idx="16614">
                  <c:v>0.21887961940669487</c:v>
                </c:pt>
                <c:pt idx="16615">
                  <c:v>0.21889075413350859</c:v>
                </c:pt>
                <c:pt idx="16616">
                  <c:v>0.21889931620848357</c:v>
                </c:pt>
                <c:pt idx="16617">
                  <c:v>0.21890332429806306</c:v>
                </c:pt>
                <c:pt idx="16618">
                  <c:v>0.21890939335789361</c:v>
                </c:pt>
                <c:pt idx="16619">
                  <c:v>0.2189731503432282</c:v>
                </c:pt>
                <c:pt idx="16620">
                  <c:v>0.2189768460581108</c:v>
                </c:pt>
                <c:pt idx="16621">
                  <c:v>0.21898859100384932</c:v>
                </c:pt>
                <c:pt idx="16622">
                  <c:v>0.21900030741896057</c:v>
                </c:pt>
                <c:pt idx="16623">
                  <c:v>0.21902857178645399</c:v>
                </c:pt>
                <c:pt idx="16624">
                  <c:v>0.21904820360414515</c:v>
                </c:pt>
                <c:pt idx="16625">
                  <c:v>0.21904948439704647</c:v>
                </c:pt>
                <c:pt idx="16626">
                  <c:v>0.21906266567024271</c:v>
                </c:pt>
                <c:pt idx="16627">
                  <c:v>0.21907040964712413</c:v>
                </c:pt>
                <c:pt idx="16628">
                  <c:v>0.21908785608558093</c:v>
                </c:pt>
                <c:pt idx="16629">
                  <c:v>0.21909746013872961</c:v>
                </c:pt>
                <c:pt idx="16630">
                  <c:v>0.21910373005599065</c:v>
                </c:pt>
                <c:pt idx="16631">
                  <c:v>0.21912521852231817</c:v>
                </c:pt>
                <c:pt idx="16632">
                  <c:v>0.21913831365202349</c:v>
                </c:pt>
                <c:pt idx="16633">
                  <c:v>0.21914585330174635</c:v>
                </c:pt>
                <c:pt idx="16634">
                  <c:v>0.21921108395551001</c:v>
                </c:pt>
                <c:pt idx="16635">
                  <c:v>0.21922160673268845</c:v>
                </c:pt>
                <c:pt idx="16636">
                  <c:v>0.21926563149161232</c:v>
                </c:pt>
                <c:pt idx="16637">
                  <c:v>0.21927158370291261</c:v>
                </c:pt>
                <c:pt idx="16638">
                  <c:v>0.21927700516344362</c:v>
                </c:pt>
                <c:pt idx="16639">
                  <c:v>0.21928576333110203</c:v>
                </c:pt>
                <c:pt idx="16640">
                  <c:v>0.21930887309282746</c:v>
                </c:pt>
                <c:pt idx="16641">
                  <c:v>0.21936703204201721</c:v>
                </c:pt>
                <c:pt idx="16642">
                  <c:v>0.21937656311381873</c:v>
                </c:pt>
                <c:pt idx="16643">
                  <c:v>0.21938595670810623</c:v>
                </c:pt>
                <c:pt idx="16644">
                  <c:v>0.21943652338045988</c:v>
                </c:pt>
                <c:pt idx="16645">
                  <c:v>0.21948378493143778</c:v>
                </c:pt>
                <c:pt idx="16646">
                  <c:v>0.21948483532513186</c:v>
                </c:pt>
                <c:pt idx="16647">
                  <c:v>0.21949067463709956</c:v>
                </c:pt>
                <c:pt idx="16648">
                  <c:v>0.21951314210212391</c:v>
                </c:pt>
                <c:pt idx="16649">
                  <c:v>0.219514017452348</c:v>
                </c:pt>
                <c:pt idx="16650">
                  <c:v>0.2195186455665786</c:v>
                </c:pt>
                <c:pt idx="16651">
                  <c:v>0.2195339915809264</c:v>
                </c:pt>
                <c:pt idx="16652">
                  <c:v>0.21960831965137514</c:v>
                </c:pt>
                <c:pt idx="16653">
                  <c:v>0.21961750445786818</c:v>
                </c:pt>
                <c:pt idx="16654">
                  <c:v>0.21961824375756112</c:v>
                </c:pt>
                <c:pt idx="16655">
                  <c:v>0.21961891806458733</c:v>
                </c:pt>
                <c:pt idx="16656">
                  <c:v>0.21962628080001803</c:v>
                </c:pt>
                <c:pt idx="16657">
                  <c:v>0.21967315477764976</c:v>
                </c:pt>
                <c:pt idx="16658">
                  <c:v>0.21970854548470939</c:v>
                </c:pt>
                <c:pt idx="16659">
                  <c:v>0.2197308926109231</c:v>
                </c:pt>
                <c:pt idx="16660">
                  <c:v>0.21974999314780264</c:v>
                </c:pt>
                <c:pt idx="16661">
                  <c:v>0.21975146711795202</c:v>
                </c:pt>
                <c:pt idx="16662">
                  <c:v>0.21975990496411174</c:v>
                </c:pt>
                <c:pt idx="16663">
                  <c:v>0.21976019703778243</c:v>
                </c:pt>
                <c:pt idx="16664">
                  <c:v>0.21979026638729049</c:v>
                </c:pt>
                <c:pt idx="16665">
                  <c:v>0.21981767250854267</c:v>
                </c:pt>
                <c:pt idx="16666">
                  <c:v>0.21984549890612309</c:v>
                </c:pt>
                <c:pt idx="16667">
                  <c:v>0.21985284576392836</c:v>
                </c:pt>
                <c:pt idx="16668">
                  <c:v>0.219879593200587</c:v>
                </c:pt>
                <c:pt idx="16669">
                  <c:v>0.21992400947144355</c:v>
                </c:pt>
                <c:pt idx="16670">
                  <c:v>0.2199444936766887</c:v>
                </c:pt>
                <c:pt idx="16671">
                  <c:v>0.21995243488083735</c:v>
                </c:pt>
                <c:pt idx="16672">
                  <c:v>0.21996265867986564</c:v>
                </c:pt>
                <c:pt idx="16673">
                  <c:v>0.21998253652860134</c:v>
                </c:pt>
                <c:pt idx="16674">
                  <c:v>0.22002157926793683</c:v>
                </c:pt>
                <c:pt idx="16675">
                  <c:v>0.22004938793750656</c:v>
                </c:pt>
                <c:pt idx="16676">
                  <c:v>0.22005305850832127</c:v>
                </c:pt>
                <c:pt idx="16677">
                  <c:v>0.22010959710213357</c:v>
                </c:pt>
                <c:pt idx="16678">
                  <c:v>0.22012121327259199</c:v>
                </c:pt>
                <c:pt idx="16679">
                  <c:v>0.22015081628611485</c:v>
                </c:pt>
                <c:pt idx="16680">
                  <c:v>0.22015481243665255</c:v>
                </c:pt>
                <c:pt idx="16681">
                  <c:v>0.22020166962780635</c:v>
                </c:pt>
                <c:pt idx="16682">
                  <c:v>0.22022179310164733</c:v>
                </c:pt>
                <c:pt idx="16683">
                  <c:v>0.22024109453998642</c:v>
                </c:pt>
                <c:pt idx="16684">
                  <c:v>0.22024625589410218</c:v>
                </c:pt>
                <c:pt idx="16685">
                  <c:v>0.22027541749183202</c:v>
                </c:pt>
                <c:pt idx="16686">
                  <c:v>0.22027696988249545</c:v>
                </c:pt>
                <c:pt idx="16687">
                  <c:v>0.22028532727354094</c:v>
                </c:pt>
                <c:pt idx="16688">
                  <c:v>0.22029196600496062</c:v>
                </c:pt>
                <c:pt idx="16689">
                  <c:v>0.22030379114939375</c:v>
                </c:pt>
                <c:pt idx="16690">
                  <c:v>0.22031546375078834</c:v>
                </c:pt>
                <c:pt idx="16691">
                  <c:v>0.22036250241092331</c:v>
                </c:pt>
                <c:pt idx="16692">
                  <c:v>0.22036729215685136</c:v>
                </c:pt>
                <c:pt idx="16693">
                  <c:v>0.22037569579137248</c:v>
                </c:pt>
                <c:pt idx="16694">
                  <c:v>0.22039988767076216</c:v>
                </c:pt>
                <c:pt idx="16695">
                  <c:v>0.22040374678647354</c:v>
                </c:pt>
                <c:pt idx="16696">
                  <c:v>0.22044965685163637</c:v>
                </c:pt>
                <c:pt idx="16697">
                  <c:v>0.22046345947923368</c:v>
                </c:pt>
                <c:pt idx="16698">
                  <c:v>0.22048384278142846</c:v>
                </c:pt>
                <c:pt idx="16699">
                  <c:v>0.22048542200055399</c:v>
                </c:pt>
                <c:pt idx="16700">
                  <c:v>0.22052682115201211</c:v>
                </c:pt>
                <c:pt idx="16701">
                  <c:v>0.22052756078934818</c:v>
                </c:pt>
                <c:pt idx="16702">
                  <c:v>0.22053167524477185</c:v>
                </c:pt>
                <c:pt idx="16703">
                  <c:v>0.2205371844581889</c:v>
                </c:pt>
                <c:pt idx="16704">
                  <c:v>0.22055668039230056</c:v>
                </c:pt>
                <c:pt idx="16705">
                  <c:v>0.220624688010324</c:v>
                </c:pt>
                <c:pt idx="16706">
                  <c:v>0.22062507058590755</c:v>
                </c:pt>
                <c:pt idx="16707">
                  <c:v>0.22062519282039722</c:v>
                </c:pt>
                <c:pt idx="16708">
                  <c:v>0.22062996189055345</c:v>
                </c:pt>
                <c:pt idx="16709">
                  <c:v>0.22063350312170793</c:v>
                </c:pt>
                <c:pt idx="16710">
                  <c:v>0.22065411235412527</c:v>
                </c:pt>
                <c:pt idx="16711">
                  <c:v>0.22067133906410175</c:v>
                </c:pt>
                <c:pt idx="16712">
                  <c:v>0.22069225638446538</c:v>
                </c:pt>
                <c:pt idx="16713">
                  <c:v>0.22072819474399225</c:v>
                </c:pt>
                <c:pt idx="16714">
                  <c:v>0.22076846168633468</c:v>
                </c:pt>
                <c:pt idx="16715">
                  <c:v>0.22076995181179868</c:v>
                </c:pt>
                <c:pt idx="16716">
                  <c:v>0.22078693071170033</c:v>
                </c:pt>
                <c:pt idx="16717">
                  <c:v>0.22080986287790094</c:v>
                </c:pt>
                <c:pt idx="16718">
                  <c:v>0.22081470749108451</c:v>
                </c:pt>
                <c:pt idx="16719">
                  <c:v>0.22082423311863963</c:v>
                </c:pt>
                <c:pt idx="16720">
                  <c:v>0.22082598571331746</c:v>
                </c:pt>
                <c:pt idx="16721">
                  <c:v>0.22083122752744969</c:v>
                </c:pt>
                <c:pt idx="16722">
                  <c:v>0.22083197258109405</c:v>
                </c:pt>
                <c:pt idx="16723">
                  <c:v>0.22086797721627346</c:v>
                </c:pt>
                <c:pt idx="16724">
                  <c:v>0.22089757186001632</c:v>
                </c:pt>
                <c:pt idx="16725">
                  <c:v>0.22092944698825601</c:v>
                </c:pt>
                <c:pt idx="16726">
                  <c:v>0.22096751076793417</c:v>
                </c:pt>
                <c:pt idx="16727">
                  <c:v>0.22100120254561242</c:v>
                </c:pt>
                <c:pt idx="16728">
                  <c:v>0.22100332596946154</c:v>
                </c:pt>
                <c:pt idx="16729">
                  <c:v>0.22102727808562356</c:v>
                </c:pt>
                <c:pt idx="16730">
                  <c:v>0.22104219893180288</c:v>
                </c:pt>
                <c:pt idx="16731">
                  <c:v>0.22104704051893495</c:v>
                </c:pt>
                <c:pt idx="16732">
                  <c:v>0.22106567049680506</c:v>
                </c:pt>
                <c:pt idx="16733">
                  <c:v>0.22108273081524346</c:v>
                </c:pt>
                <c:pt idx="16734">
                  <c:v>0.22111882525490564</c:v>
                </c:pt>
                <c:pt idx="16735">
                  <c:v>0.22114726182840985</c:v>
                </c:pt>
                <c:pt idx="16736">
                  <c:v>0.22118598397686853</c:v>
                </c:pt>
                <c:pt idx="16737">
                  <c:v>0.22120550915440124</c:v>
                </c:pt>
                <c:pt idx="16738">
                  <c:v>0.22124234374978044</c:v>
                </c:pt>
                <c:pt idx="16739">
                  <c:v>0.22125547885319388</c:v>
                </c:pt>
                <c:pt idx="16740">
                  <c:v>0.22126224871745317</c:v>
                </c:pt>
                <c:pt idx="16741">
                  <c:v>0.22127437860204652</c:v>
                </c:pt>
                <c:pt idx="16742">
                  <c:v>0.22129547764089158</c:v>
                </c:pt>
                <c:pt idx="16743">
                  <c:v>0.22129986549966632</c:v>
                </c:pt>
                <c:pt idx="16744">
                  <c:v>0.22130021284433843</c:v>
                </c:pt>
                <c:pt idx="16745">
                  <c:v>0.22130361232554938</c:v>
                </c:pt>
                <c:pt idx="16746">
                  <c:v>0.22132886847734037</c:v>
                </c:pt>
                <c:pt idx="16747">
                  <c:v>0.22132940890494474</c:v>
                </c:pt>
                <c:pt idx="16748">
                  <c:v>0.22134053124391886</c:v>
                </c:pt>
                <c:pt idx="16749">
                  <c:v>0.2213459377339668</c:v>
                </c:pt>
                <c:pt idx="16750">
                  <c:v>0.22134610385671472</c:v>
                </c:pt>
                <c:pt idx="16751">
                  <c:v>0.22134756481943124</c:v>
                </c:pt>
                <c:pt idx="16752">
                  <c:v>0.22135250018958416</c:v>
                </c:pt>
                <c:pt idx="16753">
                  <c:v>0.22135679104618181</c:v>
                </c:pt>
                <c:pt idx="16754">
                  <c:v>0.22137205055253198</c:v>
                </c:pt>
                <c:pt idx="16755">
                  <c:v>0.22137928673727003</c:v>
                </c:pt>
                <c:pt idx="16756">
                  <c:v>0.2213892113779132</c:v>
                </c:pt>
                <c:pt idx="16757">
                  <c:v>0.22140577206133313</c:v>
                </c:pt>
                <c:pt idx="16758">
                  <c:v>0.22142930738245389</c:v>
                </c:pt>
                <c:pt idx="16759">
                  <c:v>0.22145794991138074</c:v>
                </c:pt>
                <c:pt idx="16760">
                  <c:v>0.22147785975969989</c:v>
                </c:pt>
                <c:pt idx="16761">
                  <c:v>0.22148042240798257</c:v>
                </c:pt>
                <c:pt idx="16762">
                  <c:v>0.22149608601370738</c:v>
                </c:pt>
                <c:pt idx="16763">
                  <c:v>0.22150044828298426</c:v>
                </c:pt>
                <c:pt idx="16764">
                  <c:v>0.22150173131892809</c:v>
                </c:pt>
                <c:pt idx="16765">
                  <c:v>0.22150615127175519</c:v>
                </c:pt>
                <c:pt idx="16766">
                  <c:v>0.22152253720201062</c:v>
                </c:pt>
                <c:pt idx="16767">
                  <c:v>0.2215284847221686</c:v>
                </c:pt>
                <c:pt idx="16768">
                  <c:v>0.22153375440863787</c:v>
                </c:pt>
                <c:pt idx="16769">
                  <c:v>0.22153833397121864</c:v>
                </c:pt>
                <c:pt idx="16770">
                  <c:v>0.22155534433956428</c:v>
                </c:pt>
                <c:pt idx="16771">
                  <c:v>0.2215561965214061</c:v>
                </c:pt>
                <c:pt idx="16772">
                  <c:v>0.22158049587217377</c:v>
                </c:pt>
                <c:pt idx="16773">
                  <c:v>0.22158399376561688</c:v>
                </c:pt>
                <c:pt idx="16774">
                  <c:v>0.2215868738063817</c:v>
                </c:pt>
                <c:pt idx="16775">
                  <c:v>0.22159918523894775</c:v>
                </c:pt>
                <c:pt idx="16776">
                  <c:v>0.22161060971075555</c:v>
                </c:pt>
                <c:pt idx="16777">
                  <c:v>0.22161827189760508</c:v>
                </c:pt>
                <c:pt idx="16778">
                  <c:v>0.22163774533846253</c:v>
                </c:pt>
                <c:pt idx="16779">
                  <c:v>0.22165686196646844</c:v>
                </c:pt>
                <c:pt idx="16780">
                  <c:v>0.2216617371075407</c:v>
                </c:pt>
                <c:pt idx="16781">
                  <c:v>0.22168336456350687</c:v>
                </c:pt>
                <c:pt idx="16782">
                  <c:v>0.22169003786015032</c:v>
                </c:pt>
                <c:pt idx="16783">
                  <c:v>0.22169572086140896</c:v>
                </c:pt>
                <c:pt idx="16784">
                  <c:v>0.22169636578331964</c:v>
                </c:pt>
                <c:pt idx="16785">
                  <c:v>0.22171635357375508</c:v>
                </c:pt>
                <c:pt idx="16786">
                  <c:v>0.22172163566647926</c:v>
                </c:pt>
                <c:pt idx="16787">
                  <c:v>0.22172282537746596</c:v>
                </c:pt>
                <c:pt idx="16788">
                  <c:v>0.22173438736702683</c:v>
                </c:pt>
                <c:pt idx="16789">
                  <c:v>0.22177115090112526</c:v>
                </c:pt>
                <c:pt idx="16790">
                  <c:v>0.22177675152363499</c:v>
                </c:pt>
                <c:pt idx="16791">
                  <c:v>0.22177899592322697</c:v>
                </c:pt>
                <c:pt idx="16792">
                  <c:v>0.22180582884664926</c:v>
                </c:pt>
                <c:pt idx="16793">
                  <c:v>0.22180803459351031</c:v>
                </c:pt>
                <c:pt idx="16794">
                  <c:v>0.22181408394595492</c:v>
                </c:pt>
                <c:pt idx="16795">
                  <c:v>0.2218399242790586</c:v>
                </c:pt>
                <c:pt idx="16796">
                  <c:v>0.22185042712444308</c:v>
                </c:pt>
                <c:pt idx="16797">
                  <c:v>0.22185995803355751</c:v>
                </c:pt>
                <c:pt idx="16798">
                  <c:v>0.22187153632921311</c:v>
                </c:pt>
                <c:pt idx="16799">
                  <c:v>0.22187747554415946</c:v>
                </c:pt>
                <c:pt idx="16800">
                  <c:v>0.22188991912436698</c:v>
                </c:pt>
                <c:pt idx="16801">
                  <c:v>0.2218969911010362</c:v>
                </c:pt>
                <c:pt idx="16802">
                  <c:v>0.22192334782193576</c:v>
                </c:pt>
                <c:pt idx="16803">
                  <c:v>0.22194377351063041</c:v>
                </c:pt>
                <c:pt idx="16804">
                  <c:v>0.22195252623697581</c:v>
                </c:pt>
                <c:pt idx="16805">
                  <c:v>0.22195993032960856</c:v>
                </c:pt>
                <c:pt idx="16806">
                  <c:v>0.22196858755985346</c:v>
                </c:pt>
                <c:pt idx="16807">
                  <c:v>0.22198712935241535</c:v>
                </c:pt>
                <c:pt idx="16808">
                  <c:v>0.2219931256839083</c:v>
                </c:pt>
                <c:pt idx="16809">
                  <c:v>0.22200098965887513</c:v>
                </c:pt>
                <c:pt idx="16810">
                  <c:v>0.22204602747538504</c:v>
                </c:pt>
                <c:pt idx="16811">
                  <c:v>0.22208012155229276</c:v>
                </c:pt>
                <c:pt idx="16812">
                  <c:v>0.22214625887540909</c:v>
                </c:pt>
                <c:pt idx="16813">
                  <c:v>0.22218638531194565</c:v>
                </c:pt>
                <c:pt idx="16814">
                  <c:v>0.22219562970060902</c:v>
                </c:pt>
                <c:pt idx="16815">
                  <c:v>0.22221803683803143</c:v>
                </c:pt>
                <c:pt idx="16816">
                  <c:v>0.22224745684214092</c:v>
                </c:pt>
                <c:pt idx="16817">
                  <c:v>0.22227375837999541</c:v>
                </c:pt>
                <c:pt idx="16818">
                  <c:v>0.22232418846503535</c:v>
                </c:pt>
                <c:pt idx="16819">
                  <c:v>0.22235902585255571</c:v>
                </c:pt>
                <c:pt idx="16820">
                  <c:v>0.22237774769029725</c:v>
                </c:pt>
                <c:pt idx="16821">
                  <c:v>0.22238221970344418</c:v>
                </c:pt>
                <c:pt idx="16822">
                  <c:v>0.22238862976757165</c:v>
                </c:pt>
                <c:pt idx="16823">
                  <c:v>0.2223920720595628</c:v>
                </c:pt>
                <c:pt idx="16824">
                  <c:v>0.22239794826773124</c:v>
                </c:pt>
                <c:pt idx="16825">
                  <c:v>0.22241333283579287</c:v>
                </c:pt>
                <c:pt idx="16826">
                  <c:v>0.22243200312817771</c:v>
                </c:pt>
                <c:pt idx="16827">
                  <c:v>0.22243281074699114</c:v>
                </c:pt>
                <c:pt idx="16828">
                  <c:v>0.22243514251466437</c:v>
                </c:pt>
                <c:pt idx="16829">
                  <c:v>0.22243649448818686</c:v>
                </c:pt>
                <c:pt idx="16830">
                  <c:v>0.2224490528717197</c:v>
                </c:pt>
                <c:pt idx="16831">
                  <c:v>0.22246331206512202</c:v>
                </c:pt>
                <c:pt idx="16832">
                  <c:v>0.22247002234291369</c:v>
                </c:pt>
                <c:pt idx="16833">
                  <c:v>0.2224739382554618</c:v>
                </c:pt>
                <c:pt idx="16834">
                  <c:v>0.22248030603212376</c:v>
                </c:pt>
                <c:pt idx="16835">
                  <c:v>0.22248522148310707</c:v>
                </c:pt>
                <c:pt idx="16836">
                  <c:v>0.22249647092764707</c:v>
                </c:pt>
                <c:pt idx="16837">
                  <c:v>0.22251459565838572</c:v>
                </c:pt>
                <c:pt idx="16838">
                  <c:v>0.22255606906024109</c:v>
                </c:pt>
                <c:pt idx="16839">
                  <c:v>0.22258050485734904</c:v>
                </c:pt>
                <c:pt idx="16840">
                  <c:v>0.22258093852643385</c:v>
                </c:pt>
                <c:pt idx="16841">
                  <c:v>0.22261504621765127</c:v>
                </c:pt>
                <c:pt idx="16842">
                  <c:v>0.2226162406293857</c:v>
                </c:pt>
                <c:pt idx="16843">
                  <c:v>0.22262015925068815</c:v>
                </c:pt>
                <c:pt idx="16844">
                  <c:v>0.22264450071599221</c:v>
                </c:pt>
                <c:pt idx="16845">
                  <c:v>0.22264623641298437</c:v>
                </c:pt>
                <c:pt idx="16846">
                  <c:v>0.22267355187906318</c:v>
                </c:pt>
                <c:pt idx="16847">
                  <c:v>0.22268257990058554</c:v>
                </c:pt>
                <c:pt idx="16848">
                  <c:v>0.22268395522113182</c:v>
                </c:pt>
                <c:pt idx="16849">
                  <c:v>0.2227022665862263</c:v>
                </c:pt>
                <c:pt idx="16850">
                  <c:v>0.22271932151994558</c:v>
                </c:pt>
                <c:pt idx="16851">
                  <c:v>0.22273210894509601</c:v>
                </c:pt>
                <c:pt idx="16852">
                  <c:v>0.22275448876493303</c:v>
                </c:pt>
                <c:pt idx="16853">
                  <c:v>0.22278017283096643</c:v>
                </c:pt>
                <c:pt idx="16854">
                  <c:v>0.22279468816678849</c:v>
                </c:pt>
                <c:pt idx="16855">
                  <c:v>0.22281694539380142</c:v>
                </c:pt>
                <c:pt idx="16856">
                  <c:v>0.22282887247591013</c:v>
                </c:pt>
                <c:pt idx="16857">
                  <c:v>0.2228538782366267</c:v>
                </c:pt>
                <c:pt idx="16858">
                  <c:v>0.22288584634199687</c:v>
                </c:pt>
                <c:pt idx="16859">
                  <c:v>0.22288749389054743</c:v>
                </c:pt>
                <c:pt idx="16860">
                  <c:v>0.22292330269774058</c:v>
                </c:pt>
                <c:pt idx="16861">
                  <c:v>0.22292379310343485</c:v>
                </c:pt>
                <c:pt idx="16862">
                  <c:v>0.22293025016019144</c:v>
                </c:pt>
                <c:pt idx="16863">
                  <c:v>0.22293473842528685</c:v>
                </c:pt>
                <c:pt idx="16864">
                  <c:v>0.22296206683570283</c:v>
                </c:pt>
                <c:pt idx="16865">
                  <c:v>0.2230580492757529</c:v>
                </c:pt>
                <c:pt idx="16866">
                  <c:v>0.2230581706187422</c:v>
                </c:pt>
                <c:pt idx="16867">
                  <c:v>0.22308121597757952</c:v>
                </c:pt>
                <c:pt idx="16868">
                  <c:v>0.22314383362312157</c:v>
                </c:pt>
                <c:pt idx="16869">
                  <c:v>0.22314621268222382</c:v>
                </c:pt>
                <c:pt idx="16870">
                  <c:v>0.22314930387685603</c:v>
                </c:pt>
                <c:pt idx="16871">
                  <c:v>0.22318183959585625</c:v>
                </c:pt>
                <c:pt idx="16872">
                  <c:v>0.22321834698454449</c:v>
                </c:pt>
                <c:pt idx="16873">
                  <c:v>0.2232196574881824</c:v>
                </c:pt>
                <c:pt idx="16874">
                  <c:v>0.22322201610927006</c:v>
                </c:pt>
                <c:pt idx="16875">
                  <c:v>0.22323637538528832</c:v>
                </c:pt>
                <c:pt idx="16876">
                  <c:v>0.2232396625965633</c:v>
                </c:pt>
                <c:pt idx="16877">
                  <c:v>0.22324074170764324</c:v>
                </c:pt>
                <c:pt idx="16878">
                  <c:v>0.22325010479001473</c:v>
                </c:pt>
                <c:pt idx="16879">
                  <c:v>0.22326745760268737</c:v>
                </c:pt>
                <c:pt idx="16880">
                  <c:v>0.22328122224851588</c:v>
                </c:pt>
                <c:pt idx="16881">
                  <c:v>0.22329009407460604</c:v>
                </c:pt>
                <c:pt idx="16882">
                  <c:v>0.22331782580126464</c:v>
                </c:pt>
                <c:pt idx="16883">
                  <c:v>0.22333723402399897</c:v>
                </c:pt>
                <c:pt idx="16884">
                  <c:v>0.22335899096915784</c:v>
                </c:pt>
                <c:pt idx="16885">
                  <c:v>0.22335985584799109</c:v>
                </c:pt>
                <c:pt idx="16886">
                  <c:v>0.22336318443788133</c:v>
                </c:pt>
                <c:pt idx="16887">
                  <c:v>0.22337054764697478</c:v>
                </c:pt>
                <c:pt idx="16888">
                  <c:v>0.22338743240920428</c:v>
                </c:pt>
                <c:pt idx="16889">
                  <c:v>0.22342391024227284</c:v>
                </c:pt>
                <c:pt idx="16890">
                  <c:v>0.22342622497939477</c:v>
                </c:pt>
                <c:pt idx="16891">
                  <c:v>0.22347764383744159</c:v>
                </c:pt>
                <c:pt idx="16892">
                  <c:v>0.2234849185371956</c:v>
                </c:pt>
                <c:pt idx="16893">
                  <c:v>0.22349066764737063</c:v>
                </c:pt>
                <c:pt idx="16894">
                  <c:v>0.22349118834600445</c:v>
                </c:pt>
                <c:pt idx="16895">
                  <c:v>0.22349140218623642</c:v>
                </c:pt>
                <c:pt idx="16896">
                  <c:v>0.22349383418426949</c:v>
                </c:pt>
                <c:pt idx="16897">
                  <c:v>0.22349643853547166</c:v>
                </c:pt>
                <c:pt idx="16898">
                  <c:v>0.22355109513340993</c:v>
                </c:pt>
                <c:pt idx="16899">
                  <c:v>0.22357900576708703</c:v>
                </c:pt>
                <c:pt idx="16900">
                  <c:v>0.22359221717400704</c:v>
                </c:pt>
                <c:pt idx="16901">
                  <c:v>0.22359942130761135</c:v>
                </c:pt>
                <c:pt idx="16902">
                  <c:v>0.22360587036936141</c:v>
                </c:pt>
                <c:pt idx="16903">
                  <c:v>0.22363365755675263</c:v>
                </c:pt>
                <c:pt idx="16904">
                  <c:v>0.2236410699181938</c:v>
                </c:pt>
                <c:pt idx="16905">
                  <c:v>0.22365372531667313</c:v>
                </c:pt>
                <c:pt idx="16906">
                  <c:v>0.22366388277172469</c:v>
                </c:pt>
                <c:pt idx="16907">
                  <c:v>0.22367705114360745</c:v>
                </c:pt>
                <c:pt idx="16908">
                  <c:v>0.22369052996301586</c:v>
                </c:pt>
                <c:pt idx="16909">
                  <c:v>0.22371052019554521</c:v>
                </c:pt>
                <c:pt idx="16910">
                  <c:v>0.22372531791861031</c:v>
                </c:pt>
                <c:pt idx="16911">
                  <c:v>0.22373274660558479</c:v>
                </c:pt>
                <c:pt idx="16912">
                  <c:v>0.2237425754304673</c:v>
                </c:pt>
                <c:pt idx="16913">
                  <c:v>0.22375298960954121</c:v>
                </c:pt>
                <c:pt idx="16914">
                  <c:v>0.2237655646521523</c:v>
                </c:pt>
                <c:pt idx="16915">
                  <c:v>0.22377401776525563</c:v>
                </c:pt>
                <c:pt idx="16916">
                  <c:v>0.22378591070650436</c:v>
                </c:pt>
                <c:pt idx="16917">
                  <c:v>0.2237935167754822</c:v>
                </c:pt>
                <c:pt idx="16918">
                  <c:v>0.22380105712599954</c:v>
                </c:pt>
                <c:pt idx="16919">
                  <c:v>0.22381453818795208</c:v>
                </c:pt>
                <c:pt idx="16920">
                  <c:v>0.22383509050217246</c:v>
                </c:pt>
                <c:pt idx="16921">
                  <c:v>0.22384265443860463</c:v>
                </c:pt>
                <c:pt idx="16922">
                  <c:v>0.22384466607120862</c:v>
                </c:pt>
                <c:pt idx="16923">
                  <c:v>0.22385915554006769</c:v>
                </c:pt>
                <c:pt idx="16924">
                  <c:v>0.22387146278257655</c:v>
                </c:pt>
                <c:pt idx="16925">
                  <c:v>0.22389413372350428</c:v>
                </c:pt>
                <c:pt idx="16926">
                  <c:v>0.22389653515417204</c:v>
                </c:pt>
                <c:pt idx="16927">
                  <c:v>0.22390397531787115</c:v>
                </c:pt>
                <c:pt idx="16928">
                  <c:v>0.22390638937785584</c:v>
                </c:pt>
                <c:pt idx="16929">
                  <c:v>0.2239330383799899</c:v>
                </c:pt>
                <c:pt idx="16930">
                  <c:v>0.2239357280224839</c:v>
                </c:pt>
                <c:pt idx="16931">
                  <c:v>0.22395851174996975</c:v>
                </c:pt>
                <c:pt idx="16932">
                  <c:v>0.22397926076099775</c:v>
                </c:pt>
                <c:pt idx="16933">
                  <c:v>0.22398242140414173</c:v>
                </c:pt>
                <c:pt idx="16934">
                  <c:v>0.22399834843798849</c:v>
                </c:pt>
                <c:pt idx="16935">
                  <c:v>0.22400990864236375</c:v>
                </c:pt>
                <c:pt idx="16936">
                  <c:v>0.22401070684878291</c:v>
                </c:pt>
                <c:pt idx="16937">
                  <c:v>0.22406372167254424</c:v>
                </c:pt>
                <c:pt idx="16938">
                  <c:v>0.22406983157532451</c:v>
                </c:pt>
                <c:pt idx="16939">
                  <c:v>0.22407437736657318</c:v>
                </c:pt>
                <c:pt idx="16940">
                  <c:v>0.22410345209689736</c:v>
                </c:pt>
                <c:pt idx="16941">
                  <c:v>0.22410437731093436</c:v>
                </c:pt>
                <c:pt idx="16942">
                  <c:v>0.22411651744710948</c:v>
                </c:pt>
                <c:pt idx="16943">
                  <c:v>0.22412243622915415</c:v>
                </c:pt>
                <c:pt idx="16944">
                  <c:v>0.2241260436098389</c:v>
                </c:pt>
                <c:pt idx="16945">
                  <c:v>0.22413396642441008</c:v>
                </c:pt>
                <c:pt idx="16946">
                  <c:v>0.22413947851067367</c:v>
                </c:pt>
                <c:pt idx="16947">
                  <c:v>0.22415061560876992</c:v>
                </c:pt>
                <c:pt idx="16948">
                  <c:v>0.22417734168920278</c:v>
                </c:pt>
                <c:pt idx="16949">
                  <c:v>0.22418226665192736</c:v>
                </c:pt>
                <c:pt idx="16950">
                  <c:v>0.22419858582777644</c:v>
                </c:pt>
                <c:pt idx="16951">
                  <c:v>0.22421652615853169</c:v>
                </c:pt>
                <c:pt idx="16952">
                  <c:v>0.22423194127364837</c:v>
                </c:pt>
                <c:pt idx="16953">
                  <c:v>0.22424049460146742</c:v>
                </c:pt>
                <c:pt idx="16954">
                  <c:v>0.22425562093857951</c:v>
                </c:pt>
                <c:pt idx="16955">
                  <c:v>0.22430484913131707</c:v>
                </c:pt>
                <c:pt idx="16956">
                  <c:v>0.2243111879756976</c:v>
                </c:pt>
                <c:pt idx="16957">
                  <c:v>0.22431742677557698</c:v>
                </c:pt>
                <c:pt idx="16958">
                  <c:v>0.22434202091506772</c:v>
                </c:pt>
                <c:pt idx="16959">
                  <c:v>0.22436961174775991</c:v>
                </c:pt>
                <c:pt idx="16960">
                  <c:v>0.22437214607780165</c:v>
                </c:pt>
                <c:pt idx="16961">
                  <c:v>0.22439250453537327</c:v>
                </c:pt>
                <c:pt idx="16962">
                  <c:v>0.22439291657633767</c:v>
                </c:pt>
                <c:pt idx="16963">
                  <c:v>0.22443327782346398</c:v>
                </c:pt>
                <c:pt idx="16964">
                  <c:v>0.22445474847818372</c:v>
                </c:pt>
                <c:pt idx="16965">
                  <c:v>0.22445512311953369</c:v>
                </c:pt>
                <c:pt idx="16966">
                  <c:v>0.2244570946396349</c:v>
                </c:pt>
                <c:pt idx="16967">
                  <c:v>0.22446780799775065</c:v>
                </c:pt>
                <c:pt idx="16968">
                  <c:v>0.22448279758623774</c:v>
                </c:pt>
                <c:pt idx="16969">
                  <c:v>0.2245401781155443</c:v>
                </c:pt>
                <c:pt idx="16970">
                  <c:v>0.22458535568706267</c:v>
                </c:pt>
                <c:pt idx="16971">
                  <c:v>0.22458914112026571</c:v>
                </c:pt>
                <c:pt idx="16972">
                  <c:v>0.22459653323776277</c:v>
                </c:pt>
                <c:pt idx="16973">
                  <c:v>0.22459683844016465</c:v>
                </c:pt>
                <c:pt idx="16974">
                  <c:v>0.22461191992267754</c:v>
                </c:pt>
                <c:pt idx="16975">
                  <c:v>0.22461419059385815</c:v>
                </c:pt>
                <c:pt idx="16976">
                  <c:v>0.22462966578967639</c:v>
                </c:pt>
                <c:pt idx="16977">
                  <c:v>0.22463772177961527</c:v>
                </c:pt>
                <c:pt idx="16978">
                  <c:v>0.22463950826096735</c:v>
                </c:pt>
                <c:pt idx="16979">
                  <c:v>0.22464222159664585</c:v>
                </c:pt>
                <c:pt idx="16980">
                  <c:v>0.22464596120778491</c:v>
                </c:pt>
                <c:pt idx="16981">
                  <c:v>0.22465301389511397</c:v>
                </c:pt>
                <c:pt idx="16982">
                  <c:v>0.22465832678256165</c:v>
                </c:pt>
                <c:pt idx="16983">
                  <c:v>0.22468547429181149</c:v>
                </c:pt>
                <c:pt idx="16984">
                  <c:v>0.22468819885256827</c:v>
                </c:pt>
                <c:pt idx="16985">
                  <c:v>0.22469059690951479</c:v>
                </c:pt>
                <c:pt idx="16986">
                  <c:v>0.22470291012181234</c:v>
                </c:pt>
                <c:pt idx="16987">
                  <c:v>0.22472866948253778</c:v>
                </c:pt>
                <c:pt idx="16988">
                  <c:v>0.22475506569495929</c:v>
                </c:pt>
                <c:pt idx="16989">
                  <c:v>0.22478546238506431</c:v>
                </c:pt>
                <c:pt idx="16990">
                  <c:v>0.22479769683682641</c:v>
                </c:pt>
                <c:pt idx="16991">
                  <c:v>0.22480603295307072</c:v>
                </c:pt>
                <c:pt idx="16992">
                  <c:v>0.22480668136995854</c:v>
                </c:pt>
                <c:pt idx="16993">
                  <c:v>0.22484062580307479</c:v>
                </c:pt>
                <c:pt idx="16994">
                  <c:v>0.22484326689924378</c:v>
                </c:pt>
                <c:pt idx="16995">
                  <c:v>0.22484632366650611</c:v>
                </c:pt>
                <c:pt idx="16996">
                  <c:v>0.22487641646820541</c:v>
                </c:pt>
                <c:pt idx="16997">
                  <c:v>0.22487765272733107</c:v>
                </c:pt>
                <c:pt idx="16998">
                  <c:v>0.22487885384858125</c:v>
                </c:pt>
                <c:pt idx="16999">
                  <c:v>0.22489655654129126</c:v>
                </c:pt>
                <c:pt idx="17000">
                  <c:v>0.22492161944976741</c:v>
                </c:pt>
                <c:pt idx="17001">
                  <c:v>0.22493278443975551</c:v>
                </c:pt>
                <c:pt idx="17002">
                  <c:v>0.22493968413893706</c:v>
                </c:pt>
                <c:pt idx="17003">
                  <c:v>0.22494207416689702</c:v>
                </c:pt>
                <c:pt idx="17004">
                  <c:v>0.22494282155985321</c:v>
                </c:pt>
                <c:pt idx="17005">
                  <c:v>0.22498362133893102</c:v>
                </c:pt>
                <c:pt idx="17006">
                  <c:v>0.22503568356506329</c:v>
                </c:pt>
                <c:pt idx="17007">
                  <c:v>0.22503903606974365</c:v>
                </c:pt>
                <c:pt idx="17008">
                  <c:v>0.22504295557312964</c:v>
                </c:pt>
                <c:pt idx="17009">
                  <c:v>0.2250620222654994</c:v>
                </c:pt>
                <c:pt idx="17010">
                  <c:v>0.22506565416819846</c:v>
                </c:pt>
                <c:pt idx="17011">
                  <c:v>0.225069298661117</c:v>
                </c:pt>
                <c:pt idx="17012">
                  <c:v>0.22508314380715796</c:v>
                </c:pt>
                <c:pt idx="17013">
                  <c:v>0.22508777436012192</c:v>
                </c:pt>
                <c:pt idx="17014">
                  <c:v>0.22509092785639129</c:v>
                </c:pt>
                <c:pt idx="17015">
                  <c:v>0.22512639526653705</c:v>
                </c:pt>
                <c:pt idx="17016">
                  <c:v>0.22513086114379519</c:v>
                </c:pt>
                <c:pt idx="17017">
                  <c:v>0.22513141277875121</c:v>
                </c:pt>
                <c:pt idx="17018">
                  <c:v>0.22513167738383003</c:v>
                </c:pt>
                <c:pt idx="17019">
                  <c:v>0.22514792379410473</c:v>
                </c:pt>
                <c:pt idx="17020">
                  <c:v>0.22514806229461631</c:v>
                </c:pt>
                <c:pt idx="17021">
                  <c:v>0.22515269842708691</c:v>
                </c:pt>
                <c:pt idx="17022">
                  <c:v>0.22515993155597153</c:v>
                </c:pt>
                <c:pt idx="17023">
                  <c:v>0.2251701752977282</c:v>
                </c:pt>
                <c:pt idx="17024">
                  <c:v>0.22521242356869184</c:v>
                </c:pt>
                <c:pt idx="17025">
                  <c:v>0.225219975156631</c:v>
                </c:pt>
                <c:pt idx="17026">
                  <c:v>0.22523730932507627</c:v>
                </c:pt>
                <c:pt idx="17027">
                  <c:v>0.22530074559496321</c:v>
                </c:pt>
                <c:pt idx="17028">
                  <c:v>0.22533047809785303</c:v>
                </c:pt>
                <c:pt idx="17029">
                  <c:v>0.22533395358875352</c:v>
                </c:pt>
                <c:pt idx="17030">
                  <c:v>0.22534170192516054</c:v>
                </c:pt>
                <c:pt idx="17031">
                  <c:v>0.22535165656595663</c:v>
                </c:pt>
                <c:pt idx="17032">
                  <c:v>0.22535944654635462</c:v>
                </c:pt>
                <c:pt idx="17033">
                  <c:v>0.22536133199850583</c:v>
                </c:pt>
                <c:pt idx="17034">
                  <c:v>0.22538950469164884</c:v>
                </c:pt>
                <c:pt idx="17035">
                  <c:v>0.22540798245647928</c:v>
                </c:pt>
                <c:pt idx="17036">
                  <c:v>0.22542264268544759</c:v>
                </c:pt>
                <c:pt idx="17037">
                  <c:v>0.2254915876177912</c:v>
                </c:pt>
                <c:pt idx="17038">
                  <c:v>0.22549347624328742</c:v>
                </c:pt>
                <c:pt idx="17039">
                  <c:v>0.22549435163922274</c:v>
                </c:pt>
                <c:pt idx="17040">
                  <c:v>0.22551757422103325</c:v>
                </c:pt>
                <c:pt idx="17041">
                  <c:v>0.22552429577490132</c:v>
                </c:pt>
                <c:pt idx="17042">
                  <c:v>0.22558650829979729</c:v>
                </c:pt>
                <c:pt idx="17043">
                  <c:v>0.2256056351309069</c:v>
                </c:pt>
                <c:pt idx="17044">
                  <c:v>0.22561056309342403</c:v>
                </c:pt>
                <c:pt idx="17045">
                  <c:v>0.22565220603999828</c:v>
                </c:pt>
                <c:pt idx="17046">
                  <c:v>0.22565660121045386</c:v>
                </c:pt>
                <c:pt idx="17047">
                  <c:v>0.22568967575953827</c:v>
                </c:pt>
                <c:pt idx="17048">
                  <c:v>0.22574919148724648</c:v>
                </c:pt>
                <c:pt idx="17049">
                  <c:v>0.22575241045563058</c:v>
                </c:pt>
                <c:pt idx="17050">
                  <c:v>0.22577138313025286</c:v>
                </c:pt>
                <c:pt idx="17051">
                  <c:v>0.22577502776068489</c:v>
                </c:pt>
                <c:pt idx="17052">
                  <c:v>0.22577843967234407</c:v>
                </c:pt>
                <c:pt idx="17053">
                  <c:v>0.22578006223304894</c:v>
                </c:pt>
                <c:pt idx="17054">
                  <c:v>0.2257849843910158</c:v>
                </c:pt>
                <c:pt idx="17055">
                  <c:v>0.22578672787998771</c:v>
                </c:pt>
                <c:pt idx="17056">
                  <c:v>0.2257950722792253</c:v>
                </c:pt>
                <c:pt idx="17057">
                  <c:v>0.22580525006201269</c:v>
                </c:pt>
                <c:pt idx="17058">
                  <c:v>0.22581135248563428</c:v>
                </c:pt>
                <c:pt idx="17059">
                  <c:v>0.2258158508823622</c:v>
                </c:pt>
                <c:pt idx="17060">
                  <c:v>0.22582221172279049</c:v>
                </c:pt>
                <c:pt idx="17061">
                  <c:v>0.22583144840348499</c:v>
                </c:pt>
                <c:pt idx="17062">
                  <c:v>0.22589760069816642</c:v>
                </c:pt>
                <c:pt idx="17063">
                  <c:v>0.22592221346191857</c:v>
                </c:pt>
                <c:pt idx="17064">
                  <c:v>0.22597877381572792</c:v>
                </c:pt>
                <c:pt idx="17065">
                  <c:v>0.22597945044809492</c:v>
                </c:pt>
                <c:pt idx="17066">
                  <c:v>0.2259988084660032</c:v>
                </c:pt>
                <c:pt idx="17067">
                  <c:v>0.22601055092642822</c:v>
                </c:pt>
                <c:pt idx="17068">
                  <c:v>0.22602505591494651</c:v>
                </c:pt>
                <c:pt idx="17069">
                  <c:v>0.22603995449148523</c:v>
                </c:pt>
                <c:pt idx="17070">
                  <c:v>0.22605554091791502</c:v>
                </c:pt>
                <c:pt idx="17071">
                  <c:v>0.22606942057203672</c:v>
                </c:pt>
                <c:pt idx="17072">
                  <c:v>0.22607834036653146</c:v>
                </c:pt>
                <c:pt idx="17073">
                  <c:v>0.22607922569912531</c:v>
                </c:pt>
                <c:pt idx="17074">
                  <c:v>0.22609791070579158</c:v>
                </c:pt>
                <c:pt idx="17075">
                  <c:v>0.22609838368458113</c:v>
                </c:pt>
                <c:pt idx="17076">
                  <c:v>0.22610016366748348</c:v>
                </c:pt>
                <c:pt idx="17077">
                  <c:v>0.22610500219395838</c:v>
                </c:pt>
                <c:pt idx="17078">
                  <c:v>0.22611500936308765</c:v>
                </c:pt>
                <c:pt idx="17079">
                  <c:v>0.22612109456652224</c:v>
                </c:pt>
                <c:pt idx="17080">
                  <c:v>0.22612739972248366</c:v>
                </c:pt>
                <c:pt idx="17081">
                  <c:v>0.22623301240165111</c:v>
                </c:pt>
                <c:pt idx="17082">
                  <c:v>0.22626607587983483</c:v>
                </c:pt>
                <c:pt idx="17083">
                  <c:v>0.22626707674748583</c:v>
                </c:pt>
                <c:pt idx="17084">
                  <c:v>0.22626861573784071</c:v>
                </c:pt>
                <c:pt idx="17085">
                  <c:v>0.22628996389240585</c:v>
                </c:pt>
                <c:pt idx="17086">
                  <c:v>0.22630548096391923</c:v>
                </c:pt>
                <c:pt idx="17087">
                  <c:v>0.22633131872273465</c:v>
                </c:pt>
                <c:pt idx="17088">
                  <c:v>0.22637002839732401</c:v>
                </c:pt>
                <c:pt idx="17089">
                  <c:v>0.22637061068375419</c:v>
                </c:pt>
                <c:pt idx="17090">
                  <c:v>0.2263898883326671</c:v>
                </c:pt>
                <c:pt idx="17091">
                  <c:v>0.22639512748763044</c:v>
                </c:pt>
                <c:pt idx="17092">
                  <c:v>0.22642094637709159</c:v>
                </c:pt>
                <c:pt idx="17093">
                  <c:v>0.22642432800900342</c:v>
                </c:pt>
                <c:pt idx="17094">
                  <c:v>0.22645203562459304</c:v>
                </c:pt>
                <c:pt idx="17095">
                  <c:v>0.22645553852248021</c:v>
                </c:pt>
                <c:pt idx="17096">
                  <c:v>0.22645743922075948</c:v>
                </c:pt>
                <c:pt idx="17097">
                  <c:v>0.22646373758835869</c:v>
                </c:pt>
                <c:pt idx="17098">
                  <c:v>0.22646691860808768</c:v>
                </c:pt>
                <c:pt idx="17099">
                  <c:v>0.22648736363394617</c:v>
                </c:pt>
                <c:pt idx="17100">
                  <c:v>0.22650617762750466</c:v>
                </c:pt>
                <c:pt idx="17101">
                  <c:v>0.22652475273317096</c:v>
                </c:pt>
                <c:pt idx="17102">
                  <c:v>0.22653600299217475</c:v>
                </c:pt>
                <c:pt idx="17103">
                  <c:v>0.22657208264727055</c:v>
                </c:pt>
                <c:pt idx="17104">
                  <c:v>0.22658253850298096</c:v>
                </c:pt>
                <c:pt idx="17105">
                  <c:v>0.22660137282895251</c:v>
                </c:pt>
                <c:pt idx="17106">
                  <c:v>0.22660650252943443</c:v>
                </c:pt>
                <c:pt idx="17107">
                  <c:v>0.22661011343992996</c:v>
                </c:pt>
                <c:pt idx="17108">
                  <c:v>0.22661309392055873</c:v>
                </c:pt>
                <c:pt idx="17109">
                  <c:v>0.2266202341272274</c:v>
                </c:pt>
                <c:pt idx="17110">
                  <c:v>0.22663782310864508</c:v>
                </c:pt>
                <c:pt idx="17111">
                  <c:v>0.22664341113909567</c:v>
                </c:pt>
                <c:pt idx="17112">
                  <c:v>0.22665529946660101</c:v>
                </c:pt>
                <c:pt idx="17113">
                  <c:v>0.22666922162974751</c:v>
                </c:pt>
                <c:pt idx="17114">
                  <c:v>0.22668182846989446</c:v>
                </c:pt>
                <c:pt idx="17115">
                  <c:v>0.22670499905953606</c:v>
                </c:pt>
                <c:pt idx="17116">
                  <c:v>0.22672645939951816</c:v>
                </c:pt>
                <c:pt idx="17117">
                  <c:v>0.2267398331648233</c:v>
                </c:pt>
                <c:pt idx="17118">
                  <c:v>0.22677223536658275</c:v>
                </c:pt>
                <c:pt idx="17119">
                  <c:v>0.22677853724510888</c:v>
                </c:pt>
                <c:pt idx="17120">
                  <c:v>0.22682306168920888</c:v>
                </c:pt>
                <c:pt idx="17121">
                  <c:v>0.22683226671723952</c:v>
                </c:pt>
                <c:pt idx="17122">
                  <c:v>0.22683795750214109</c:v>
                </c:pt>
                <c:pt idx="17123">
                  <c:v>0.22686873410830299</c:v>
                </c:pt>
                <c:pt idx="17124">
                  <c:v>0.22688562176556898</c:v>
                </c:pt>
                <c:pt idx="17125">
                  <c:v>0.22689741344250455</c:v>
                </c:pt>
                <c:pt idx="17126">
                  <c:v>0.22691138811359704</c:v>
                </c:pt>
                <c:pt idx="17127">
                  <c:v>0.22691489492810846</c:v>
                </c:pt>
                <c:pt idx="17128">
                  <c:v>0.22693664502997574</c:v>
                </c:pt>
                <c:pt idx="17129">
                  <c:v>0.22697101558151966</c:v>
                </c:pt>
                <c:pt idx="17130">
                  <c:v>0.2269956358660889</c:v>
                </c:pt>
                <c:pt idx="17131">
                  <c:v>0.22700917623308306</c:v>
                </c:pt>
                <c:pt idx="17132">
                  <c:v>0.2270421042145937</c:v>
                </c:pt>
                <c:pt idx="17133">
                  <c:v>0.2270667264709762</c:v>
                </c:pt>
                <c:pt idx="17134">
                  <c:v>0.22707248629145624</c:v>
                </c:pt>
                <c:pt idx="17135">
                  <c:v>0.22710594430580991</c:v>
                </c:pt>
                <c:pt idx="17136">
                  <c:v>0.22712063825004564</c:v>
                </c:pt>
                <c:pt idx="17137">
                  <c:v>0.22712328840879001</c:v>
                </c:pt>
                <c:pt idx="17138">
                  <c:v>0.22716484636047063</c:v>
                </c:pt>
                <c:pt idx="17139">
                  <c:v>0.22716855932908139</c:v>
                </c:pt>
                <c:pt idx="17140">
                  <c:v>0.22718336122821703</c:v>
                </c:pt>
                <c:pt idx="17141">
                  <c:v>0.22719805499385629</c:v>
                </c:pt>
                <c:pt idx="17142">
                  <c:v>0.2272052154199416</c:v>
                </c:pt>
                <c:pt idx="17143">
                  <c:v>0.2272222831462371</c:v>
                </c:pt>
                <c:pt idx="17144">
                  <c:v>0.22723171662265856</c:v>
                </c:pt>
                <c:pt idx="17145">
                  <c:v>0.22724271903006718</c:v>
                </c:pt>
                <c:pt idx="17146">
                  <c:v>0.22725004076126284</c:v>
                </c:pt>
                <c:pt idx="17147">
                  <c:v>0.22726911247036241</c:v>
                </c:pt>
                <c:pt idx="17148">
                  <c:v>0.22727362081481972</c:v>
                </c:pt>
                <c:pt idx="17149">
                  <c:v>0.22727654965114641</c:v>
                </c:pt>
                <c:pt idx="17150">
                  <c:v>0.22730828259388924</c:v>
                </c:pt>
                <c:pt idx="17151">
                  <c:v>0.22732418585474062</c:v>
                </c:pt>
                <c:pt idx="17152">
                  <c:v>0.22733231044022495</c:v>
                </c:pt>
                <c:pt idx="17153">
                  <c:v>0.22733724706593558</c:v>
                </c:pt>
                <c:pt idx="17154">
                  <c:v>0.22741559941003434</c:v>
                </c:pt>
                <c:pt idx="17155">
                  <c:v>0.22742244752942506</c:v>
                </c:pt>
                <c:pt idx="17156">
                  <c:v>0.22747447180679697</c:v>
                </c:pt>
                <c:pt idx="17157">
                  <c:v>0.22749056731023484</c:v>
                </c:pt>
                <c:pt idx="17158">
                  <c:v>0.22750748169456503</c:v>
                </c:pt>
                <c:pt idx="17159">
                  <c:v>0.22755152647891075</c:v>
                </c:pt>
                <c:pt idx="17160">
                  <c:v>0.22757423043186817</c:v>
                </c:pt>
                <c:pt idx="17161">
                  <c:v>0.22758610639456914</c:v>
                </c:pt>
                <c:pt idx="17162">
                  <c:v>0.22759713320803135</c:v>
                </c:pt>
                <c:pt idx="17163">
                  <c:v>0.22761755820176169</c:v>
                </c:pt>
                <c:pt idx="17164">
                  <c:v>0.22762205022150742</c:v>
                </c:pt>
                <c:pt idx="17165">
                  <c:v>0.22762739725427661</c:v>
                </c:pt>
                <c:pt idx="17166">
                  <c:v>0.22765523505283294</c:v>
                </c:pt>
                <c:pt idx="17167">
                  <c:v>0.22769678586683337</c:v>
                </c:pt>
                <c:pt idx="17168">
                  <c:v>0.22770488436242386</c:v>
                </c:pt>
                <c:pt idx="17169">
                  <c:v>0.22770668747758702</c:v>
                </c:pt>
                <c:pt idx="17170">
                  <c:v>0.22771006008091732</c:v>
                </c:pt>
                <c:pt idx="17171">
                  <c:v>0.22774519037152424</c:v>
                </c:pt>
                <c:pt idx="17172">
                  <c:v>0.22775881636543824</c:v>
                </c:pt>
                <c:pt idx="17173">
                  <c:v>0.22778990053962164</c:v>
                </c:pt>
                <c:pt idx="17174">
                  <c:v>0.22780616240762588</c:v>
                </c:pt>
                <c:pt idx="17175">
                  <c:v>0.22781504061281097</c:v>
                </c:pt>
                <c:pt idx="17176">
                  <c:v>0.22783281696333821</c:v>
                </c:pt>
                <c:pt idx="17177">
                  <c:v>0.22783518381266671</c:v>
                </c:pt>
                <c:pt idx="17178">
                  <c:v>0.22789806392929962</c:v>
                </c:pt>
                <c:pt idx="17179">
                  <c:v>0.22789883232157646</c:v>
                </c:pt>
                <c:pt idx="17180">
                  <c:v>0.22790838939977276</c:v>
                </c:pt>
                <c:pt idx="17181">
                  <c:v>0.2279248100537489</c:v>
                </c:pt>
                <c:pt idx="17182">
                  <c:v>0.22795261133395331</c:v>
                </c:pt>
                <c:pt idx="17183">
                  <c:v>0.22796542010601364</c:v>
                </c:pt>
                <c:pt idx="17184">
                  <c:v>0.2279899720488224</c:v>
                </c:pt>
                <c:pt idx="17185">
                  <c:v>0.22799164961144308</c:v>
                </c:pt>
                <c:pt idx="17186">
                  <c:v>0.22804139539633242</c:v>
                </c:pt>
                <c:pt idx="17187">
                  <c:v>0.22804759943928665</c:v>
                </c:pt>
                <c:pt idx="17188">
                  <c:v>0.22804928191858892</c:v>
                </c:pt>
                <c:pt idx="17189">
                  <c:v>0.22805278047539496</c:v>
                </c:pt>
                <c:pt idx="17190">
                  <c:v>0.22805991565259176</c:v>
                </c:pt>
                <c:pt idx="17191">
                  <c:v>0.22809245247113294</c:v>
                </c:pt>
                <c:pt idx="17192">
                  <c:v>0.22810476510553701</c:v>
                </c:pt>
                <c:pt idx="17193">
                  <c:v>0.22811343511704452</c:v>
                </c:pt>
                <c:pt idx="17194">
                  <c:v>0.22813461868146809</c:v>
                </c:pt>
                <c:pt idx="17195">
                  <c:v>0.22814582731062613</c:v>
                </c:pt>
                <c:pt idx="17196">
                  <c:v>0.22820372118676535</c:v>
                </c:pt>
                <c:pt idx="17197">
                  <c:v>0.22822428238215656</c:v>
                </c:pt>
                <c:pt idx="17198">
                  <c:v>0.22823223281872845</c:v>
                </c:pt>
                <c:pt idx="17199">
                  <c:v>0.22826613757611894</c:v>
                </c:pt>
                <c:pt idx="17200">
                  <c:v>0.22833384344897381</c:v>
                </c:pt>
                <c:pt idx="17201">
                  <c:v>0.22833672102610461</c:v>
                </c:pt>
                <c:pt idx="17202">
                  <c:v>0.2283571884419219</c:v>
                </c:pt>
                <c:pt idx="17203">
                  <c:v>0.22837483742600448</c:v>
                </c:pt>
                <c:pt idx="17204">
                  <c:v>0.22838901642441556</c:v>
                </c:pt>
                <c:pt idx="17205">
                  <c:v>0.2284144448970287</c:v>
                </c:pt>
                <c:pt idx="17206">
                  <c:v>0.22841757838174459</c:v>
                </c:pt>
                <c:pt idx="17207">
                  <c:v>0.22842145928399205</c:v>
                </c:pt>
                <c:pt idx="17208">
                  <c:v>0.22842670419500663</c:v>
                </c:pt>
                <c:pt idx="17209">
                  <c:v>0.22846147045434489</c:v>
                </c:pt>
                <c:pt idx="17210">
                  <c:v>0.22846524458369036</c:v>
                </c:pt>
                <c:pt idx="17211">
                  <c:v>0.22849784935443698</c:v>
                </c:pt>
                <c:pt idx="17212">
                  <c:v>0.22852143772848901</c:v>
                </c:pt>
                <c:pt idx="17213">
                  <c:v>0.22855087573917085</c:v>
                </c:pt>
                <c:pt idx="17214">
                  <c:v>0.2285609616416972</c:v>
                </c:pt>
                <c:pt idx="17215">
                  <c:v>0.22861578722102849</c:v>
                </c:pt>
                <c:pt idx="17216">
                  <c:v>0.2286463697973512</c:v>
                </c:pt>
                <c:pt idx="17217">
                  <c:v>0.22867376333883815</c:v>
                </c:pt>
                <c:pt idx="17218">
                  <c:v>0.22867911148558159</c:v>
                </c:pt>
                <c:pt idx="17219">
                  <c:v>0.22869969857877478</c:v>
                </c:pt>
                <c:pt idx="17220">
                  <c:v>0.22870744189563952</c:v>
                </c:pt>
                <c:pt idx="17221">
                  <c:v>0.22871977932202736</c:v>
                </c:pt>
                <c:pt idx="17222">
                  <c:v>0.22873843296955049</c:v>
                </c:pt>
                <c:pt idx="17223">
                  <c:v>0.22880280109747522</c:v>
                </c:pt>
                <c:pt idx="17224">
                  <c:v>0.22880820496959614</c:v>
                </c:pt>
                <c:pt idx="17225">
                  <c:v>0.22881708478530516</c:v>
                </c:pt>
                <c:pt idx="17226">
                  <c:v>0.22885731206692378</c:v>
                </c:pt>
                <c:pt idx="17227">
                  <c:v>0.22887582862544195</c:v>
                </c:pt>
                <c:pt idx="17228">
                  <c:v>0.22887930682754795</c:v>
                </c:pt>
                <c:pt idx="17229">
                  <c:v>0.22888318892790951</c:v>
                </c:pt>
                <c:pt idx="17230">
                  <c:v>0.22889421013127814</c:v>
                </c:pt>
                <c:pt idx="17231">
                  <c:v>0.22895348718862107</c:v>
                </c:pt>
                <c:pt idx="17232">
                  <c:v>0.22895400721034137</c:v>
                </c:pt>
                <c:pt idx="17233">
                  <c:v>0.22895421137508382</c:v>
                </c:pt>
                <c:pt idx="17234">
                  <c:v>0.22897826128466547</c:v>
                </c:pt>
                <c:pt idx="17235">
                  <c:v>0.22899312143959175</c:v>
                </c:pt>
                <c:pt idx="17236">
                  <c:v>0.2290022541854046</c:v>
                </c:pt>
                <c:pt idx="17237">
                  <c:v>0.22903204116817097</c:v>
                </c:pt>
                <c:pt idx="17238">
                  <c:v>0.22903470020350777</c:v>
                </c:pt>
                <c:pt idx="17239">
                  <c:v>0.22904608179107602</c:v>
                </c:pt>
                <c:pt idx="17240">
                  <c:v>0.22907857602920734</c:v>
                </c:pt>
                <c:pt idx="17241">
                  <c:v>0.22908495524766181</c:v>
                </c:pt>
                <c:pt idx="17242">
                  <c:v>0.22910002090600759</c:v>
                </c:pt>
                <c:pt idx="17243">
                  <c:v>0.22913394849500113</c:v>
                </c:pt>
                <c:pt idx="17244">
                  <c:v>0.2291710650212635</c:v>
                </c:pt>
                <c:pt idx="17245">
                  <c:v>0.22919765239485124</c:v>
                </c:pt>
                <c:pt idx="17246">
                  <c:v>0.22920542411783176</c:v>
                </c:pt>
                <c:pt idx="17247">
                  <c:v>0.22923122823572403</c:v>
                </c:pt>
                <c:pt idx="17248">
                  <c:v>0.22927218369874744</c:v>
                </c:pt>
                <c:pt idx="17249">
                  <c:v>0.22931346201171962</c:v>
                </c:pt>
                <c:pt idx="17250">
                  <c:v>0.229322165121878</c:v>
                </c:pt>
                <c:pt idx="17251">
                  <c:v>0.22934667314806101</c:v>
                </c:pt>
                <c:pt idx="17252">
                  <c:v>0.22940419005854315</c:v>
                </c:pt>
                <c:pt idx="17253">
                  <c:v>0.22941548339943793</c:v>
                </c:pt>
                <c:pt idx="17254">
                  <c:v>0.22942414694360452</c:v>
                </c:pt>
                <c:pt idx="17255">
                  <c:v>0.22943891215626119</c:v>
                </c:pt>
                <c:pt idx="17256">
                  <c:v>0.22944892448010451</c:v>
                </c:pt>
                <c:pt idx="17257">
                  <c:v>0.22948233190520156</c:v>
                </c:pt>
                <c:pt idx="17258">
                  <c:v>0.2295148615449957</c:v>
                </c:pt>
                <c:pt idx="17259">
                  <c:v>0.22951567996093877</c:v>
                </c:pt>
                <c:pt idx="17260">
                  <c:v>0.22952532328663464</c:v>
                </c:pt>
                <c:pt idx="17261">
                  <c:v>0.22952583341671112</c:v>
                </c:pt>
                <c:pt idx="17262">
                  <c:v>0.2295331161579027</c:v>
                </c:pt>
                <c:pt idx="17263">
                  <c:v>0.22959120766697941</c:v>
                </c:pt>
                <c:pt idx="17264">
                  <c:v>0.22960527559376523</c:v>
                </c:pt>
                <c:pt idx="17265">
                  <c:v>0.22963258264628733</c:v>
                </c:pt>
                <c:pt idx="17266">
                  <c:v>0.22963847007595597</c:v>
                </c:pt>
                <c:pt idx="17267">
                  <c:v>0.22963912428607108</c:v>
                </c:pt>
                <c:pt idx="17268">
                  <c:v>0.22968684917977328</c:v>
                </c:pt>
                <c:pt idx="17269">
                  <c:v>0.22971632693689165</c:v>
                </c:pt>
                <c:pt idx="17270">
                  <c:v>0.22972627560141926</c:v>
                </c:pt>
                <c:pt idx="17271">
                  <c:v>0.22972724458834104</c:v>
                </c:pt>
                <c:pt idx="17272">
                  <c:v>0.22977660055469731</c:v>
                </c:pt>
                <c:pt idx="17273">
                  <c:v>0.22979529647287952</c:v>
                </c:pt>
                <c:pt idx="17274">
                  <c:v>0.22980706079634786</c:v>
                </c:pt>
                <c:pt idx="17275">
                  <c:v>0.22982723438085917</c:v>
                </c:pt>
                <c:pt idx="17276">
                  <c:v>0.22983156591998913</c:v>
                </c:pt>
                <c:pt idx="17277">
                  <c:v>0.2298403602119824</c:v>
                </c:pt>
                <c:pt idx="17278">
                  <c:v>0.22986587206775122</c:v>
                </c:pt>
                <c:pt idx="17279">
                  <c:v>0.22986753136872964</c:v>
                </c:pt>
                <c:pt idx="17280">
                  <c:v>0.2299036396295881</c:v>
                </c:pt>
                <c:pt idx="17281">
                  <c:v>0.22990746184146277</c:v>
                </c:pt>
                <c:pt idx="17282">
                  <c:v>0.22991586878718662</c:v>
                </c:pt>
                <c:pt idx="17283">
                  <c:v>0.22995444691452527</c:v>
                </c:pt>
                <c:pt idx="17284">
                  <c:v>0.22996166353723033</c:v>
                </c:pt>
                <c:pt idx="17285">
                  <c:v>0.22997884457188864</c:v>
                </c:pt>
                <c:pt idx="17286">
                  <c:v>0.23000013633131258</c:v>
                </c:pt>
                <c:pt idx="17287">
                  <c:v>0.23001189987468001</c:v>
                </c:pt>
                <c:pt idx="17288">
                  <c:v>0.2300345662292996</c:v>
                </c:pt>
                <c:pt idx="17289">
                  <c:v>0.23004245091954487</c:v>
                </c:pt>
                <c:pt idx="17290">
                  <c:v>0.23004660722818795</c:v>
                </c:pt>
                <c:pt idx="17291">
                  <c:v>0.23005366307610803</c:v>
                </c:pt>
                <c:pt idx="17292">
                  <c:v>0.23010178749322252</c:v>
                </c:pt>
                <c:pt idx="17293">
                  <c:v>0.23010455007421787</c:v>
                </c:pt>
                <c:pt idx="17294">
                  <c:v>0.23012933089643556</c:v>
                </c:pt>
                <c:pt idx="17295">
                  <c:v>0.23014633613888838</c:v>
                </c:pt>
                <c:pt idx="17296">
                  <c:v>0.23015218752976033</c:v>
                </c:pt>
                <c:pt idx="17297">
                  <c:v>0.23015743491642693</c:v>
                </c:pt>
                <c:pt idx="17298">
                  <c:v>0.23017019964861798</c:v>
                </c:pt>
                <c:pt idx="17299">
                  <c:v>0.23017997060533901</c:v>
                </c:pt>
                <c:pt idx="17300">
                  <c:v>0.23018371901102797</c:v>
                </c:pt>
                <c:pt idx="17301">
                  <c:v>0.23019050723857548</c:v>
                </c:pt>
                <c:pt idx="17302">
                  <c:v>0.23019240752460909</c:v>
                </c:pt>
                <c:pt idx="17303">
                  <c:v>0.23022451588805903</c:v>
                </c:pt>
                <c:pt idx="17304">
                  <c:v>0.23022838505511073</c:v>
                </c:pt>
                <c:pt idx="17305">
                  <c:v>0.23024749621718621</c:v>
                </c:pt>
                <c:pt idx="17306">
                  <c:v>0.23025797006761267</c:v>
                </c:pt>
                <c:pt idx="17307">
                  <c:v>0.2302965775413591</c:v>
                </c:pt>
                <c:pt idx="17308">
                  <c:v>0.2303022782207205</c:v>
                </c:pt>
                <c:pt idx="17309">
                  <c:v>0.23031506080078243</c:v>
                </c:pt>
                <c:pt idx="17310">
                  <c:v>0.23032276398786161</c:v>
                </c:pt>
                <c:pt idx="17311">
                  <c:v>0.23033382759221646</c:v>
                </c:pt>
                <c:pt idx="17312">
                  <c:v>0.230337634482982</c:v>
                </c:pt>
                <c:pt idx="17313">
                  <c:v>0.23033956839048517</c:v>
                </c:pt>
                <c:pt idx="17314">
                  <c:v>0.23034612260437923</c:v>
                </c:pt>
                <c:pt idx="17315">
                  <c:v>0.23035942437186888</c:v>
                </c:pt>
                <c:pt idx="17316">
                  <c:v>0.23036995654717896</c:v>
                </c:pt>
                <c:pt idx="17317">
                  <c:v>0.23037482624317149</c:v>
                </c:pt>
                <c:pt idx="17318">
                  <c:v>0.23039073205370891</c:v>
                </c:pt>
                <c:pt idx="17319">
                  <c:v>0.23040557047854301</c:v>
                </c:pt>
                <c:pt idx="17320">
                  <c:v>0.23040688138391388</c:v>
                </c:pt>
                <c:pt idx="17321">
                  <c:v>0.23043389360526711</c:v>
                </c:pt>
                <c:pt idx="17322">
                  <c:v>0.23043521340461676</c:v>
                </c:pt>
                <c:pt idx="17323">
                  <c:v>0.2304640341249122</c:v>
                </c:pt>
                <c:pt idx="17324">
                  <c:v>0.23047453091413481</c:v>
                </c:pt>
                <c:pt idx="17325">
                  <c:v>0.23050601612828031</c:v>
                </c:pt>
                <c:pt idx="17326">
                  <c:v>0.23051492240091129</c:v>
                </c:pt>
                <c:pt idx="17327">
                  <c:v>0.23057166271906485</c:v>
                </c:pt>
                <c:pt idx="17328">
                  <c:v>0.23057340392332715</c:v>
                </c:pt>
                <c:pt idx="17329">
                  <c:v>0.230577630144329</c:v>
                </c:pt>
                <c:pt idx="17330">
                  <c:v>0.2305850920613112</c:v>
                </c:pt>
                <c:pt idx="17331">
                  <c:v>0.23058732887037611</c:v>
                </c:pt>
                <c:pt idx="17332">
                  <c:v>0.23062145602720177</c:v>
                </c:pt>
                <c:pt idx="17333">
                  <c:v>0.23063321314317306</c:v>
                </c:pt>
                <c:pt idx="17334">
                  <c:v>0.23063411800418049</c:v>
                </c:pt>
                <c:pt idx="17335">
                  <c:v>0.23063867832432214</c:v>
                </c:pt>
                <c:pt idx="17336">
                  <c:v>0.23064187909152481</c:v>
                </c:pt>
                <c:pt idx="17337">
                  <c:v>0.23065839620104947</c:v>
                </c:pt>
                <c:pt idx="17338">
                  <c:v>0.23066140495471629</c:v>
                </c:pt>
                <c:pt idx="17339">
                  <c:v>0.23067344167320877</c:v>
                </c:pt>
                <c:pt idx="17340">
                  <c:v>0.23067924278451787</c:v>
                </c:pt>
                <c:pt idx="17341">
                  <c:v>0.23069527967954928</c:v>
                </c:pt>
                <c:pt idx="17342">
                  <c:v>0.23070097144422022</c:v>
                </c:pt>
                <c:pt idx="17343">
                  <c:v>0.23070259886363786</c:v>
                </c:pt>
                <c:pt idx="17344">
                  <c:v>0.2307243426812462</c:v>
                </c:pt>
                <c:pt idx="17345">
                  <c:v>0.230732131732828</c:v>
                </c:pt>
                <c:pt idx="17346">
                  <c:v>0.23079190543993836</c:v>
                </c:pt>
                <c:pt idx="17347">
                  <c:v>0.23080671263018201</c:v>
                </c:pt>
                <c:pt idx="17348">
                  <c:v>0.23081319268105732</c:v>
                </c:pt>
                <c:pt idx="17349">
                  <c:v>0.23087095732069951</c:v>
                </c:pt>
                <c:pt idx="17350">
                  <c:v>0.23087361974764667</c:v>
                </c:pt>
                <c:pt idx="17351">
                  <c:v>0.23087826635853156</c:v>
                </c:pt>
                <c:pt idx="17352">
                  <c:v>0.23088268096206477</c:v>
                </c:pt>
                <c:pt idx="17353">
                  <c:v>0.23089223080110555</c:v>
                </c:pt>
                <c:pt idx="17354">
                  <c:v>0.23089458186177753</c:v>
                </c:pt>
                <c:pt idx="17355">
                  <c:v>0.23096869738460737</c:v>
                </c:pt>
                <c:pt idx="17356">
                  <c:v>0.23100023266593889</c:v>
                </c:pt>
                <c:pt idx="17357">
                  <c:v>0.23100356051207985</c:v>
                </c:pt>
                <c:pt idx="17358">
                  <c:v>0.23101044383662561</c:v>
                </c:pt>
                <c:pt idx="17359">
                  <c:v>0.23101612673409738</c:v>
                </c:pt>
                <c:pt idx="17360">
                  <c:v>0.23102927714007931</c:v>
                </c:pt>
                <c:pt idx="17361">
                  <c:v>0.23103300317356751</c:v>
                </c:pt>
                <c:pt idx="17362">
                  <c:v>0.23108437782369906</c:v>
                </c:pt>
                <c:pt idx="17363">
                  <c:v>0.23109780918557388</c:v>
                </c:pt>
                <c:pt idx="17364">
                  <c:v>0.23111511765819806</c:v>
                </c:pt>
                <c:pt idx="17365">
                  <c:v>0.23113521746166088</c:v>
                </c:pt>
                <c:pt idx="17366">
                  <c:v>0.23113765891179586</c:v>
                </c:pt>
                <c:pt idx="17367">
                  <c:v>0.23118258738247663</c:v>
                </c:pt>
                <c:pt idx="17368">
                  <c:v>0.23122353137384516</c:v>
                </c:pt>
                <c:pt idx="17369">
                  <c:v>0.23122866881664447</c:v>
                </c:pt>
                <c:pt idx="17370">
                  <c:v>0.23123268145519971</c:v>
                </c:pt>
                <c:pt idx="17371">
                  <c:v>0.23123386516352479</c:v>
                </c:pt>
                <c:pt idx="17372">
                  <c:v>0.23124450575522024</c:v>
                </c:pt>
                <c:pt idx="17373">
                  <c:v>0.23125502347722987</c:v>
                </c:pt>
                <c:pt idx="17374">
                  <c:v>0.23127299716414165</c:v>
                </c:pt>
                <c:pt idx="17375">
                  <c:v>0.23128338455049019</c:v>
                </c:pt>
                <c:pt idx="17376">
                  <c:v>0.23131918311344171</c:v>
                </c:pt>
                <c:pt idx="17377">
                  <c:v>0.23131951409232898</c:v>
                </c:pt>
                <c:pt idx="17378">
                  <c:v>0.23138045038153351</c:v>
                </c:pt>
                <c:pt idx="17379">
                  <c:v>0.23139120925487433</c:v>
                </c:pt>
                <c:pt idx="17380">
                  <c:v>0.23142854865804083</c:v>
                </c:pt>
                <c:pt idx="17381">
                  <c:v>0.2314528219848318</c:v>
                </c:pt>
                <c:pt idx="17382">
                  <c:v>0.23148108425153779</c:v>
                </c:pt>
                <c:pt idx="17383">
                  <c:v>0.23148263317846382</c:v>
                </c:pt>
                <c:pt idx="17384">
                  <c:v>0.23149793087774179</c:v>
                </c:pt>
                <c:pt idx="17385">
                  <c:v>0.23154636515608701</c:v>
                </c:pt>
                <c:pt idx="17386">
                  <c:v>0.23162141472789971</c:v>
                </c:pt>
                <c:pt idx="17387">
                  <c:v>0.23165820099370543</c:v>
                </c:pt>
                <c:pt idx="17388">
                  <c:v>0.23168180537236244</c:v>
                </c:pt>
                <c:pt idx="17389">
                  <c:v>0.2316895935089637</c:v>
                </c:pt>
                <c:pt idx="17390">
                  <c:v>0.23169338922228297</c:v>
                </c:pt>
                <c:pt idx="17391">
                  <c:v>0.2317116661351987</c:v>
                </c:pt>
                <c:pt idx="17392">
                  <c:v>0.23172137155210459</c:v>
                </c:pt>
                <c:pt idx="17393">
                  <c:v>0.23175750997456351</c:v>
                </c:pt>
                <c:pt idx="17394">
                  <c:v>0.23177588460347504</c:v>
                </c:pt>
                <c:pt idx="17395">
                  <c:v>0.23183192073121522</c:v>
                </c:pt>
                <c:pt idx="17396">
                  <c:v>0.23186475520190342</c:v>
                </c:pt>
                <c:pt idx="17397">
                  <c:v>0.23190674141289813</c:v>
                </c:pt>
                <c:pt idx="17398">
                  <c:v>0.23190707172656966</c:v>
                </c:pt>
                <c:pt idx="17399">
                  <c:v>0.23192712785327296</c:v>
                </c:pt>
                <c:pt idx="17400">
                  <c:v>0.23192963441454609</c:v>
                </c:pt>
                <c:pt idx="17401">
                  <c:v>0.23194148658455005</c:v>
                </c:pt>
                <c:pt idx="17402">
                  <c:v>0.23197079074029545</c:v>
                </c:pt>
                <c:pt idx="17403">
                  <c:v>0.23198603531699477</c:v>
                </c:pt>
                <c:pt idx="17404">
                  <c:v>0.23199825119618811</c:v>
                </c:pt>
                <c:pt idx="17405">
                  <c:v>0.23200364879076879</c:v>
                </c:pt>
                <c:pt idx="17406">
                  <c:v>0.2320162463452928</c:v>
                </c:pt>
                <c:pt idx="17407">
                  <c:v>0.23202247953542746</c:v>
                </c:pt>
                <c:pt idx="17408">
                  <c:v>0.23203068526651849</c:v>
                </c:pt>
                <c:pt idx="17409">
                  <c:v>0.23206269338408125</c:v>
                </c:pt>
                <c:pt idx="17410">
                  <c:v>0.23206541595936436</c:v>
                </c:pt>
                <c:pt idx="17411">
                  <c:v>0.23210406908787573</c:v>
                </c:pt>
                <c:pt idx="17412">
                  <c:v>0.23212075687417705</c:v>
                </c:pt>
                <c:pt idx="17413">
                  <c:v>0.23212519216117736</c:v>
                </c:pt>
                <c:pt idx="17414">
                  <c:v>0.23215030911087661</c:v>
                </c:pt>
                <c:pt idx="17415">
                  <c:v>0.23217545056896094</c:v>
                </c:pt>
                <c:pt idx="17416">
                  <c:v>0.23217613316626379</c:v>
                </c:pt>
                <c:pt idx="17417">
                  <c:v>0.23219296577479653</c:v>
                </c:pt>
                <c:pt idx="17418">
                  <c:v>0.23221929748682957</c:v>
                </c:pt>
                <c:pt idx="17419">
                  <c:v>0.23222706587579561</c:v>
                </c:pt>
                <c:pt idx="17420">
                  <c:v>0.23224320871907095</c:v>
                </c:pt>
                <c:pt idx="17421">
                  <c:v>0.23224641437626861</c:v>
                </c:pt>
                <c:pt idx="17422">
                  <c:v>0.23226061842895263</c:v>
                </c:pt>
                <c:pt idx="17423">
                  <c:v>0.23229953246154278</c:v>
                </c:pt>
                <c:pt idx="17424">
                  <c:v>0.23230706847496096</c:v>
                </c:pt>
                <c:pt idx="17425">
                  <c:v>0.23231039109876345</c:v>
                </c:pt>
                <c:pt idx="17426">
                  <c:v>0.23231570641385896</c:v>
                </c:pt>
                <c:pt idx="17427">
                  <c:v>0.23233206818215379</c:v>
                </c:pt>
                <c:pt idx="17428">
                  <c:v>0.23233836549697759</c:v>
                </c:pt>
                <c:pt idx="17429">
                  <c:v>0.23236058459682898</c:v>
                </c:pt>
                <c:pt idx="17430">
                  <c:v>0.23239465532421053</c:v>
                </c:pt>
                <c:pt idx="17431">
                  <c:v>0.23240678431850278</c:v>
                </c:pt>
                <c:pt idx="17432">
                  <c:v>0.23241219029984964</c:v>
                </c:pt>
                <c:pt idx="17433">
                  <c:v>0.23248513030254639</c:v>
                </c:pt>
                <c:pt idx="17434">
                  <c:v>0.23255000498116801</c:v>
                </c:pt>
                <c:pt idx="17435">
                  <c:v>0.23255810070025071</c:v>
                </c:pt>
                <c:pt idx="17436">
                  <c:v>0.23255835984971568</c:v>
                </c:pt>
                <c:pt idx="17437">
                  <c:v>0.23256694673476</c:v>
                </c:pt>
                <c:pt idx="17438">
                  <c:v>0.23258091407785994</c:v>
                </c:pt>
                <c:pt idx="17439">
                  <c:v>0.23258521864453255</c:v>
                </c:pt>
                <c:pt idx="17440">
                  <c:v>0.23261441250170936</c:v>
                </c:pt>
                <c:pt idx="17441">
                  <c:v>0.23262317071758151</c:v>
                </c:pt>
                <c:pt idx="17442">
                  <c:v>0.23262427340651301</c:v>
                </c:pt>
                <c:pt idx="17443">
                  <c:v>0.2326285870540617</c:v>
                </c:pt>
                <c:pt idx="17444">
                  <c:v>0.2326493237474429</c:v>
                </c:pt>
                <c:pt idx="17445">
                  <c:v>0.23266272836379046</c:v>
                </c:pt>
                <c:pt idx="17446">
                  <c:v>0.23267604268307943</c:v>
                </c:pt>
                <c:pt idx="17447">
                  <c:v>0.23268326458141683</c:v>
                </c:pt>
                <c:pt idx="17448">
                  <c:v>0.23268974027644287</c:v>
                </c:pt>
                <c:pt idx="17449">
                  <c:v>0.23270838938911489</c:v>
                </c:pt>
                <c:pt idx="17450">
                  <c:v>0.23271213457930429</c:v>
                </c:pt>
                <c:pt idx="17451">
                  <c:v>0.23271933438016146</c:v>
                </c:pt>
                <c:pt idx="17452">
                  <c:v>0.23275947376560244</c:v>
                </c:pt>
                <c:pt idx="17453">
                  <c:v>0.23276955513109124</c:v>
                </c:pt>
                <c:pt idx="17454">
                  <c:v>0.23280339610063855</c:v>
                </c:pt>
                <c:pt idx="17455">
                  <c:v>0.23282049419886136</c:v>
                </c:pt>
                <c:pt idx="17456">
                  <c:v>0.23285159994972754</c:v>
                </c:pt>
                <c:pt idx="17457">
                  <c:v>0.23286805705600519</c:v>
                </c:pt>
                <c:pt idx="17458">
                  <c:v>0.23288416956052543</c:v>
                </c:pt>
                <c:pt idx="17459">
                  <c:v>0.23289224814518009</c:v>
                </c:pt>
                <c:pt idx="17460">
                  <c:v>0.23293370379489634</c:v>
                </c:pt>
                <c:pt idx="17461">
                  <c:v>0.23296529160642102</c:v>
                </c:pt>
                <c:pt idx="17462">
                  <c:v>0.2329999488664469</c:v>
                </c:pt>
                <c:pt idx="17463">
                  <c:v>0.23304911209173737</c:v>
                </c:pt>
                <c:pt idx="17464">
                  <c:v>0.23306170317502561</c:v>
                </c:pt>
                <c:pt idx="17465">
                  <c:v>0.23307409192750267</c:v>
                </c:pt>
                <c:pt idx="17466">
                  <c:v>0.23307608269545269</c:v>
                </c:pt>
                <c:pt idx="17467">
                  <c:v>0.23308867993299573</c:v>
                </c:pt>
                <c:pt idx="17468">
                  <c:v>0.23311031363093182</c:v>
                </c:pt>
                <c:pt idx="17469">
                  <c:v>0.23311799230345656</c:v>
                </c:pt>
                <c:pt idx="17470">
                  <c:v>0.23313618815060921</c:v>
                </c:pt>
                <c:pt idx="17471">
                  <c:v>0.23316954559722922</c:v>
                </c:pt>
                <c:pt idx="17472">
                  <c:v>0.23318375016831341</c:v>
                </c:pt>
                <c:pt idx="17473">
                  <c:v>0.23318677168890786</c:v>
                </c:pt>
                <c:pt idx="17474">
                  <c:v>0.23318693050608252</c:v>
                </c:pt>
                <c:pt idx="17475">
                  <c:v>0.23319575036100229</c:v>
                </c:pt>
                <c:pt idx="17476">
                  <c:v>0.23321683476660771</c:v>
                </c:pt>
                <c:pt idx="17477">
                  <c:v>0.23323803968727919</c:v>
                </c:pt>
                <c:pt idx="17478">
                  <c:v>0.23324435712145172</c:v>
                </c:pt>
                <c:pt idx="17479">
                  <c:v>0.23326351705114337</c:v>
                </c:pt>
                <c:pt idx="17480">
                  <c:v>0.23331008252916632</c:v>
                </c:pt>
                <c:pt idx="17481">
                  <c:v>0.23333596756389327</c:v>
                </c:pt>
                <c:pt idx="17482">
                  <c:v>0.23333627630503848</c:v>
                </c:pt>
                <c:pt idx="17483">
                  <c:v>0.23336968802106997</c:v>
                </c:pt>
                <c:pt idx="17484">
                  <c:v>0.23342378138135431</c:v>
                </c:pt>
                <c:pt idx="17485">
                  <c:v>0.23343153979920375</c:v>
                </c:pt>
                <c:pt idx="17486">
                  <c:v>0.23348697099938706</c:v>
                </c:pt>
                <c:pt idx="17487">
                  <c:v>0.23349162690059605</c:v>
                </c:pt>
                <c:pt idx="17488">
                  <c:v>0.23349363886437291</c:v>
                </c:pt>
                <c:pt idx="17489">
                  <c:v>0.23350695327345497</c:v>
                </c:pt>
                <c:pt idx="17490">
                  <c:v>0.23355197095604971</c:v>
                </c:pt>
                <c:pt idx="17491">
                  <c:v>0.23357647645275884</c:v>
                </c:pt>
                <c:pt idx="17492">
                  <c:v>0.23358025181649966</c:v>
                </c:pt>
                <c:pt idx="17493">
                  <c:v>0.23362238492877924</c:v>
                </c:pt>
                <c:pt idx="17494">
                  <c:v>0.2336621916343446</c:v>
                </c:pt>
                <c:pt idx="17495">
                  <c:v>0.23370018726431924</c:v>
                </c:pt>
                <c:pt idx="17496">
                  <c:v>0.23372650369313841</c:v>
                </c:pt>
                <c:pt idx="17497">
                  <c:v>0.23372848618239261</c:v>
                </c:pt>
                <c:pt idx="17498">
                  <c:v>0.23372992210382498</c:v>
                </c:pt>
                <c:pt idx="17499">
                  <c:v>0.23374209904257398</c:v>
                </c:pt>
                <c:pt idx="17500">
                  <c:v>0.23375623451841038</c:v>
                </c:pt>
                <c:pt idx="17501">
                  <c:v>0.23375838483626576</c:v>
                </c:pt>
                <c:pt idx="17502">
                  <c:v>0.2337653114925565</c:v>
                </c:pt>
                <c:pt idx="17503">
                  <c:v>0.23376586265806362</c:v>
                </c:pt>
                <c:pt idx="17504">
                  <c:v>0.23381425285860996</c:v>
                </c:pt>
                <c:pt idx="17505">
                  <c:v>0.23384213570903276</c:v>
                </c:pt>
                <c:pt idx="17506">
                  <c:v>0.23385146273183546</c:v>
                </c:pt>
                <c:pt idx="17507">
                  <c:v>0.23386390004106863</c:v>
                </c:pt>
                <c:pt idx="17508">
                  <c:v>0.23388211389854752</c:v>
                </c:pt>
                <c:pt idx="17509">
                  <c:v>0.23389447921822307</c:v>
                </c:pt>
                <c:pt idx="17510">
                  <c:v>0.23390394321330923</c:v>
                </c:pt>
                <c:pt idx="17511">
                  <c:v>0.23390809869754822</c:v>
                </c:pt>
                <c:pt idx="17512">
                  <c:v>0.23391634593159233</c:v>
                </c:pt>
                <c:pt idx="17513">
                  <c:v>0.23391753432189583</c:v>
                </c:pt>
                <c:pt idx="17514">
                  <c:v>0.23392263517657241</c:v>
                </c:pt>
                <c:pt idx="17515">
                  <c:v>0.23393542986534391</c:v>
                </c:pt>
                <c:pt idx="17516">
                  <c:v>0.2339626019653992</c:v>
                </c:pt>
                <c:pt idx="17517">
                  <c:v>0.23398267998715963</c:v>
                </c:pt>
                <c:pt idx="17518">
                  <c:v>0.23398358367701252</c:v>
                </c:pt>
                <c:pt idx="17519">
                  <c:v>0.23398656825323919</c:v>
                </c:pt>
                <c:pt idx="17520">
                  <c:v>0.23401780910412254</c:v>
                </c:pt>
                <c:pt idx="17521">
                  <c:v>0.23402056995185228</c:v>
                </c:pt>
                <c:pt idx="17522">
                  <c:v>0.23404346166586446</c:v>
                </c:pt>
                <c:pt idx="17523">
                  <c:v>0.23405815635632379</c:v>
                </c:pt>
                <c:pt idx="17524">
                  <c:v>0.23407314484636974</c:v>
                </c:pt>
                <c:pt idx="17525">
                  <c:v>0.23408593808295453</c:v>
                </c:pt>
                <c:pt idx="17526">
                  <c:v>0.23410070236880504</c:v>
                </c:pt>
                <c:pt idx="17527">
                  <c:v>0.23412627101960598</c:v>
                </c:pt>
                <c:pt idx="17528">
                  <c:v>0.23415144020338347</c:v>
                </c:pt>
                <c:pt idx="17529">
                  <c:v>0.23419285148883687</c:v>
                </c:pt>
                <c:pt idx="17530">
                  <c:v>0.23422031168528951</c:v>
                </c:pt>
                <c:pt idx="17531">
                  <c:v>0.23424344591009935</c:v>
                </c:pt>
                <c:pt idx="17532">
                  <c:v>0.23424760831531286</c:v>
                </c:pt>
                <c:pt idx="17533">
                  <c:v>0.23425661204776241</c:v>
                </c:pt>
                <c:pt idx="17534">
                  <c:v>0.23427532697517434</c:v>
                </c:pt>
                <c:pt idx="17535">
                  <c:v>0.23429288563358955</c:v>
                </c:pt>
                <c:pt idx="17536">
                  <c:v>0.23429441913683027</c:v>
                </c:pt>
                <c:pt idx="17537">
                  <c:v>0.23431343201967494</c:v>
                </c:pt>
                <c:pt idx="17538">
                  <c:v>0.23432289275670082</c:v>
                </c:pt>
                <c:pt idx="17539">
                  <c:v>0.2343301673319145</c:v>
                </c:pt>
                <c:pt idx="17540">
                  <c:v>0.23433464442192151</c:v>
                </c:pt>
                <c:pt idx="17541">
                  <c:v>0.23434641301565864</c:v>
                </c:pt>
                <c:pt idx="17542">
                  <c:v>0.23434754101947922</c:v>
                </c:pt>
                <c:pt idx="17543">
                  <c:v>0.23435822344859653</c:v>
                </c:pt>
                <c:pt idx="17544">
                  <c:v>0.23437614388009245</c:v>
                </c:pt>
                <c:pt idx="17545">
                  <c:v>0.23438330393205378</c:v>
                </c:pt>
                <c:pt idx="17546">
                  <c:v>0.23441360545992687</c:v>
                </c:pt>
                <c:pt idx="17547">
                  <c:v>0.2344615738129486</c:v>
                </c:pt>
                <c:pt idx="17548">
                  <c:v>0.23447504521548307</c:v>
                </c:pt>
                <c:pt idx="17549">
                  <c:v>0.23451317624772669</c:v>
                </c:pt>
                <c:pt idx="17550">
                  <c:v>0.23452754207121737</c:v>
                </c:pt>
                <c:pt idx="17551">
                  <c:v>0.23456705134963379</c:v>
                </c:pt>
                <c:pt idx="17552">
                  <c:v>0.23457523371346972</c:v>
                </c:pt>
                <c:pt idx="17553">
                  <c:v>0.2345925863379294</c:v>
                </c:pt>
                <c:pt idx="17554">
                  <c:v>0.23461673965142868</c:v>
                </c:pt>
                <c:pt idx="17555">
                  <c:v>0.23464536101428504</c:v>
                </c:pt>
                <c:pt idx="17556">
                  <c:v>0.23467468251897336</c:v>
                </c:pt>
                <c:pt idx="17557">
                  <c:v>0.23468943110465224</c:v>
                </c:pt>
                <c:pt idx="17558">
                  <c:v>0.23470458772808825</c:v>
                </c:pt>
                <c:pt idx="17559">
                  <c:v>0.23473357413378362</c:v>
                </c:pt>
                <c:pt idx="17560">
                  <c:v>0.23474941786943387</c:v>
                </c:pt>
                <c:pt idx="17561">
                  <c:v>0.23477631922682538</c:v>
                </c:pt>
                <c:pt idx="17562">
                  <c:v>0.23477972464834299</c:v>
                </c:pt>
                <c:pt idx="17563">
                  <c:v>0.23479926636341678</c:v>
                </c:pt>
                <c:pt idx="17564">
                  <c:v>0.23482532493759098</c:v>
                </c:pt>
                <c:pt idx="17565">
                  <c:v>0.23482610818228236</c:v>
                </c:pt>
                <c:pt idx="17566">
                  <c:v>0.2348280869124178</c:v>
                </c:pt>
                <c:pt idx="17567">
                  <c:v>0.23482959126190101</c:v>
                </c:pt>
                <c:pt idx="17568">
                  <c:v>0.23488754451576521</c:v>
                </c:pt>
                <c:pt idx="17569">
                  <c:v>0.2348907435843709</c:v>
                </c:pt>
                <c:pt idx="17570">
                  <c:v>0.23489568447243159</c:v>
                </c:pt>
                <c:pt idx="17571">
                  <c:v>0.23492715439065523</c:v>
                </c:pt>
                <c:pt idx="17572">
                  <c:v>0.23494108025256943</c:v>
                </c:pt>
                <c:pt idx="17573">
                  <c:v>0.23498144268331647</c:v>
                </c:pt>
                <c:pt idx="17574">
                  <c:v>0.23498489490818381</c:v>
                </c:pt>
                <c:pt idx="17575">
                  <c:v>0.2349912346568255</c:v>
                </c:pt>
                <c:pt idx="17576">
                  <c:v>0.23500004216673817</c:v>
                </c:pt>
                <c:pt idx="17577">
                  <c:v>0.23500439501498932</c:v>
                </c:pt>
                <c:pt idx="17578">
                  <c:v>0.23508248999098788</c:v>
                </c:pt>
                <c:pt idx="17579">
                  <c:v>0.23509577843230808</c:v>
                </c:pt>
                <c:pt idx="17580">
                  <c:v>0.23511059858953481</c:v>
                </c:pt>
                <c:pt idx="17581">
                  <c:v>0.23511272886867665</c:v>
                </c:pt>
                <c:pt idx="17582">
                  <c:v>0.23511344154866987</c:v>
                </c:pt>
                <c:pt idx="17583">
                  <c:v>0.23513752881098338</c:v>
                </c:pt>
                <c:pt idx="17584">
                  <c:v>0.23515439416901077</c:v>
                </c:pt>
                <c:pt idx="17585">
                  <c:v>0.2351725479328774</c:v>
                </c:pt>
                <c:pt idx="17586">
                  <c:v>0.23517341731737856</c:v>
                </c:pt>
                <c:pt idx="17587">
                  <c:v>0.23517539141709787</c:v>
                </c:pt>
                <c:pt idx="17588">
                  <c:v>0.2351966872913652</c:v>
                </c:pt>
                <c:pt idx="17589">
                  <c:v>0.23523069994271245</c:v>
                </c:pt>
                <c:pt idx="17590">
                  <c:v>0.23523280179286998</c:v>
                </c:pt>
                <c:pt idx="17591">
                  <c:v>0.23524746466144503</c:v>
                </c:pt>
                <c:pt idx="17592">
                  <c:v>0.23528122800236889</c:v>
                </c:pt>
                <c:pt idx="17593">
                  <c:v>0.23529118173965194</c:v>
                </c:pt>
                <c:pt idx="17594">
                  <c:v>0.235316785110913</c:v>
                </c:pt>
                <c:pt idx="17595">
                  <c:v>0.23536049703136522</c:v>
                </c:pt>
                <c:pt idx="17596">
                  <c:v>0.23537033826736681</c:v>
                </c:pt>
                <c:pt idx="17597">
                  <c:v>0.23538331373148175</c:v>
                </c:pt>
                <c:pt idx="17598">
                  <c:v>0.23539766177959295</c:v>
                </c:pt>
                <c:pt idx="17599">
                  <c:v>0.23541429846751702</c:v>
                </c:pt>
                <c:pt idx="17600">
                  <c:v>0.23541698425123131</c:v>
                </c:pt>
                <c:pt idx="17601">
                  <c:v>0.23545085122924517</c:v>
                </c:pt>
                <c:pt idx="17602">
                  <c:v>0.23548370663250387</c:v>
                </c:pt>
                <c:pt idx="17603">
                  <c:v>0.23552852208014322</c:v>
                </c:pt>
                <c:pt idx="17604">
                  <c:v>0.23553685451006473</c:v>
                </c:pt>
                <c:pt idx="17605">
                  <c:v>0.23555374190983949</c:v>
                </c:pt>
                <c:pt idx="17606">
                  <c:v>0.23555811839166127</c:v>
                </c:pt>
                <c:pt idx="17607">
                  <c:v>0.2355703786943959</c:v>
                </c:pt>
                <c:pt idx="17608">
                  <c:v>0.23557449244222547</c:v>
                </c:pt>
                <c:pt idx="17609">
                  <c:v>0.23557935789521117</c:v>
                </c:pt>
                <c:pt idx="17610">
                  <c:v>0.23568210237715556</c:v>
                </c:pt>
                <c:pt idx="17611">
                  <c:v>0.23569515679981806</c:v>
                </c:pt>
                <c:pt idx="17612">
                  <c:v>0.23571303789407566</c:v>
                </c:pt>
                <c:pt idx="17613">
                  <c:v>0.23571485973765674</c:v>
                </c:pt>
                <c:pt idx="17614">
                  <c:v>0.23574049330026103</c:v>
                </c:pt>
                <c:pt idx="17615">
                  <c:v>0.23574690439355578</c:v>
                </c:pt>
                <c:pt idx="17616">
                  <c:v>0.23576051793615121</c:v>
                </c:pt>
                <c:pt idx="17617">
                  <c:v>0.2357954387514416</c:v>
                </c:pt>
                <c:pt idx="17618">
                  <c:v>0.2358553411005733</c:v>
                </c:pt>
                <c:pt idx="17619">
                  <c:v>0.23586524995597122</c:v>
                </c:pt>
                <c:pt idx="17620">
                  <c:v>0.23586906905884994</c:v>
                </c:pt>
                <c:pt idx="17621">
                  <c:v>0.235875886838735</c:v>
                </c:pt>
                <c:pt idx="17622">
                  <c:v>0.23588432666542045</c:v>
                </c:pt>
                <c:pt idx="17623">
                  <c:v>0.23588696020755953</c:v>
                </c:pt>
                <c:pt idx="17624">
                  <c:v>0.23590351036000035</c:v>
                </c:pt>
                <c:pt idx="17625">
                  <c:v>0.2359393651713759</c:v>
                </c:pt>
                <c:pt idx="17626">
                  <c:v>0.23594611626825104</c:v>
                </c:pt>
                <c:pt idx="17627">
                  <c:v>0.23596336063470269</c:v>
                </c:pt>
                <c:pt idx="17628">
                  <c:v>0.23597059262843911</c:v>
                </c:pt>
                <c:pt idx="17629">
                  <c:v>0.23598116449448017</c:v>
                </c:pt>
                <c:pt idx="17630">
                  <c:v>0.23602415774708765</c:v>
                </c:pt>
                <c:pt idx="17631">
                  <c:v>0.23604655594941457</c:v>
                </c:pt>
                <c:pt idx="17632">
                  <c:v>0.23605533347745689</c:v>
                </c:pt>
                <c:pt idx="17633">
                  <c:v>0.23606036806709077</c:v>
                </c:pt>
                <c:pt idx="17634">
                  <c:v>0.23615558989141358</c:v>
                </c:pt>
                <c:pt idx="17635">
                  <c:v>0.23616144958932742</c:v>
                </c:pt>
                <c:pt idx="17636">
                  <c:v>0.23618320052380032</c:v>
                </c:pt>
                <c:pt idx="17637">
                  <c:v>0.23620264424189408</c:v>
                </c:pt>
                <c:pt idx="17638">
                  <c:v>0.2362283822363235</c:v>
                </c:pt>
                <c:pt idx="17639">
                  <c:v>0.23622863646658954</c:v>
                </c:pt>
                <c:pt idx="17640">
                  <c:v>0.23625046084053725</c:v>
                </c:pt>
                <c:pt idx="17641">
                  <c:v>0.23631628944695404</c:v>
                </c:pt>
                <c:pt idx="17642">
                  <c:v>0.2363275625186286</c:v>
                </c:pt>
                <c:pt idx="17643">
                  <c:v>0.23633754754792324</c:v>
                </c:pt>
                <c:pt idx="17644">
                  <c:v>0.23637232100079866</c:v>
                </c:pt>
                <c:pt idx="17645">
                  <c:v>0.23638055096637828</c:v>
                </c:pt>
                <c:pt idx="17646">
                  <c:v>0.23639448456385304</c:v>
                </c:pt>
                <c:pt idx="17647">
                  <c:v>0.23640096559112528</c:v>
                </c:pt>
                <c:pt idx="17648">
                  <c:v>0.23640177708971205</c:v>
                </c:pt>
                <c:pt idx="17649">
                  <c:v>0.23640190761730856</c:v>
                </c:pt>
                <c:pt idx="17650">
                  <c:v>0.23645708686121381</c:v>
                </c:pt>
                <c:pt idx="17651">
                  <c:v>0.23646121605122339</c:v>
                </c:pt>
                <c:pt idx="17652">
                  <c:v>0.23650761887728236</c:v>
                </c:pt>
                <c:pt idx="17653">
                  <c:v>0.23663127495568881</c:v>
                </c:pt>
                <c:pt idx="17654">
                  <c:v>0.23665416556194444</c:v>
                </c:pt>
                <c:pt idx="17655">
                  <c:v>0.23666467157157897</c:v>
                </c:pt>
                <c:pt idx="17656">
                  <c:v>0.23666494721553835</c:v>
                </c:pt>
                <c:pt idx="17657">
                  <c:v>0.23667699601499534</c:v>
                </c:pt>
                <c:pt idx="17658">
                  <c:v>0.2366833600790253</c:v>
                </c:pt>
                <c:pt idx="17659">
                  <c:v>0.23669183133199315</c:v>
                </c:pt>
                <c:pt idx="17660">
                  <c:v>0.23670182575444959</c:v>
                </c:pt>
                <c:pt idx="17661">
                  <c:v>0.23670941310542831</c:v>
                </c:pt>
                <c:pt idx="17662">
                  <c:v>0.23673023482562658</c:v>
                </c:pt>
                <c:pt idx="17663">
                  <c:v>0.2367304241800256</c:v>
                </c:pt>
                <c:pt idx="17664">
                  <c:v>0.23676348126062177</c:v>
                </c:pt>
                <c:pt idx="17665">
                  <c:v>0.23676383529054096</c:v>
                </c:pt>
                <c:pt idx="17666">
                  <c:v>0.2367706160217713</c:v>
                </c:pt>
                <c:pt idx="17667">
                  <c:v>0.23680369312706903</c:v>
                </c:pt>
                <c:pt idx="17668">
                  <c:v>0.23681001671532667</c:v>
                </c:pt>
                <c:pt idx="17669">
                  <c:v>0.23681023467513346</c:v>
                </c:pt>
                <c:pt idx="17670">
                  <c:v>0.23683589623872975</c:v>
                </c:pt>
                <c:pt idx="17671">
                  <c:v>0.23684236875989673</c:v>
                </c:pt>
                <c:pt idx="17672">
                  <c:v>0.23684343774897676</c:v>
                </c:pt>
                <c:pt idx="17673">
                  <c:v>0.23684790458110916</c:v>
                </c:pt>
                <c:pt idx="17674">
                  <c:v>0.23685596644963935</c:v>
                </c:pt>
                <c:pt idx="17675">
                  <c:v>0.23690723146962184</c:v>
                </c:pt>
                <c:pt idx="17676">
                  <c:v>0.23699866328112235</c:v>
                </c:pt>
                <c:pt idx="17677">
                  <c:v>0.23701278532537273</c:v>
                </c:pt>
                <c:pt idx="17678">
                  <c:v>0.23701292310881278</c:v>
                </c:pt>
                <c:pt idx="17679">
                  <c:v>0.23704623855573986</c:v>
                </c:pt>
                <c:pt idx="17680">
                  <c:v>0.23709033841700214</c:v>
                </c:pt>
                <c:pt idx="17681">
                  <c:v>0.23709197486455916</c:v>
                </c:pt>
                <c:pt idx="17682">
                  <c:v>0.23710832174547367</c:v>
                </c:pt>
                <c:pt idx="17683">
                  <c:v>0.23714942158119023</c:v>
                </c:pt>
                <c:pt idx="17684">
                  <c:v>0.23718524265339888</c:v>
                </c:pt>
                <c:pt idx="17685">
                  <c:v>0.23718621563688486</c:v>
                </c:pt>
                <c:pt idx="17686">
                  <c:v>0.23718723941178321</c:v>
                </c:pt>
                <c:pt idx="17687">
                  <c:v>0.2372040776723367</c:v>
                </c:pt>
                <c:pt idx="17688">
                  <c:v>0.23721153240280632</c:v>
                </c:pt>
                <c:pt idx="17689">
                  <c:v>0.23722426965958959</c:v>
                </c:pt>
                <c:pt idx="17690">
                  <c:v>0.23722672004356782</c:v>
                </c:pt>
                <c:pt idx="17691">
                  <c:v>0.23722897952179897</c:v>
                </c:pt>
                <c:pt idx="17692">
                  <c:v>0.23723005700031888</c:v>
                </c:pt>
                <c:pt idx="17693">
                  <c:v>0.23723090895518184</c:v>
                </c:pt>
                <c:pt idx="17694">
                  <c:v>0.23724150250165843</c:v>
                </c:pt>
                <c:pt idx="17695">
                  <c:v>0.23725286587515929</c:v>
                </c:pt>
                <c:pt idx="17696">
                  <c:v>0.23727070389745061</c:v>
                </c:pt>
                <c:pt idx="17697">
                  <c:v>0.23730365761829622</c:v>
                </c:pt>
                <c:pt idx="17698">
                  <c:v>0.23733255200970366</c:v>
                </c:pt>
                <c:pt idx="17699">
                  <c:v>0.23736039859850538</c:v>
                </c:pt>
                <c:pt idx="17700">
                  <c:v>0.23742668364667291</c:v>
                </c:pt>
                <c:pt idx="17701">
                  <c:v>0.23743474241084736</c:v>
                </c:pt>
                <c:pt idx="17702">
                  <c:v>0.23746217034258515</c:v>
                </c:pt>
                <c:pt idx="17703">
                  <c:v>0.2374634205793289</c:v>
                </c:pt>
                <c:pt idx="17704">
                  <c:v>0.23749361815748404</c:v>
                </c:pt>
                <c:pt idx="17705">
                  <c:v>0.23749695995950224</c:v>
                </c:pt>
                <c:pt idx="17706">
                  <c:v>0.2375254960440103</c:v>
                </c:pt>
                <c:pt idx="17707">
                  <c:v>0.23758672480284534</c:v>
                </c:pt>
                <c:pt idx="17708">
                  <c:v>0.23763685294080136</c:v>
                </c:pt>
                <c:pt idx="17709">
                  <c:v>0.23764941457436736</c:v>
                </c:pt>
                <c:pt idx="17710">
                  <c:v>0.23765050705205579</c:v>
                </c:pt>
                <c:pt idx="17711">
                  <c:v>0.23766539129707587</c:v>
                </c:pt>
                <c:pt idx="17712">
                  <c:v>0.23769618026184533</c:v>
                </c:pt>
                <c:pt idx="17713">
                  <c:v>0.23770482285510638</c:v>
                </c:pt>
                <c:pt idx="17714">
                  <c:v>0.23774953228483797</c:v>
                </c:pt>
                <c:pt idx="17715">
                  <c:v>0.23775214665888941</c:v>
                </c:pt>
                <c:pt idx="17716">
                  <c:v>0.23775402254603856</c:v>
                </c:pt>
                <c:pt idx="17717">
                  <c:v>0.23776842047224525</c:v>
                </c:pt>
                <c:pt idx="17718">
                  <c:v>0.23781736576834792</c:v>
                </c:pt>
                <c:pt idx="17719">
                  <c:v>0.23782171855099499</c:v>
                </c:pt>
                <c:pt idx="17720">
                  <c:v>0.23788109527492807</c:v>
                </c:pt>
                <c:pt idx="17721">
                  <c:v>0.23788904650451678</c:v>
                </c:pt>
                <c:pt idx="17722">
                  <c:v>0.2379209570082543</c:v>
                </c:pt>
                <c:pt idx="17723">
                  <c:v>0.23792536365178155</c:v>
                </c:pt>
                <c:pt idx="17724">
                  <c:v>0.2379422035166644</c:v>
                </c:pt>
                <c:pt idx="17725">
                  <c:v>0.23794431565193164</c:v>
                </c:pt>
                <c:pt idx="17726">
                  <c:v>0.23794616515456266</c:v>
                </c:pt>
                <c:pt idx="17727">
                  <c:v>0.23796097927580451</c:v>
                </c:pt>
                <c:pt idx="17728">
                  <c:v>0.2379929885347008</c:v>
                </c:pt>
                <c:pt idx="17729">
                  <c:v>0.23804548463308689</c:v>
                </c:pt>
                <c:pt idx="17730">
                  <c:v>0.23805309313745357</c:v>
                </c:pt>
                <c:pt idx="17731">
                  <c:v>0.23805458665683768</c:v>
                </c:pt>
                <c:pt idx="17732">
                  <c:v>0.23805572885399329</c:v>
                </c:pt>
                <c:pt idx="17733">
                  <c:v>0.23812573117686966</c:v>
                </c:pt>
                <c:pt idx="17734">
                  <c:v>0.23814863875480241</c:v>
                </c:pt>
                <c:pt idx="17735">
                  <c:v>0.23821966302617212</c:v>
                </c:pt>
                <c:pt idx="17736">
                  <c:v>0.23822466009624424</c:v>
                </c:pt>
                <c:pt idx="17737">
                  <c:v>0.23823089128916461</c:v>
                </c:pt>
                <c:pt idx="17738">
                  <c:v>0.2382313572289112</c:v>
                </c:pt>
                <c:pt idx="17739">
                  <c:v>0.23825722580272071</c:v>
                </c:pt>
                <c:pt idx="17740">
                  <c:v>0.23828468633267005</c:v>
                </c:pt>
                <c:pt idx="17741">
                  <c:v>0.23832545239146999</c:v>
                </c:pt>
                <c:pt idx="17742">
                  <c:v>0.23833059435976323</c:v>
                </c:pt>
                <c:pt idx="17743">
                  <c:v>0.23834524311290187</c:v>
                </c:pt>
                <c:pt idx="17744">
                  <c:v>0.23836379348541548</c:v>
                </c:pt>
                <c:pt idx="17745">
                  <c:v>0.23837231269115491</c:v>
                </c:pt>
                <c:pt idx="17746">
                  <c:v>0.23839071217887819</c:v>
                </c:pt>
                <c:pt idx="17747">
                  <c:v>0.23839612493256718</c:v>
                </c:pt>
                <c:pt idx="17748">
                  <c:v>0.2384036373102949</c:v>
                </c:pt>
                <c:pt idx="17749">
                  <c:v>0.23841902583013044</c:v>
                </c:pt>
                <c:pt idx="17750">
                  <c:v>0.23842018309804042</c:v>
                </c:pt>
                <c:pt idx="17751">
                  <c:v>0.23844371502361711</c:v>
                </c:pt>
                <c:pt idx="17752">
                  <c:v>0.23847900455875365</c:v>
                </c:pt>
                <c:pt idx="17753">
                  <c:v>0.23848171335131516</c:v>
                </c:pt>
                <c:pt idx="17754">
                  <c:v>0.23851239108836964</c:v>
                </c:pt>
                <c:pt idx="17755">
                  <c:v>0.23851971944992875</c:v>
                </c:pt>
                <c:pt idx="17756">
                  <c:v>0.23852642062508184</c:v>
                </c:pt>
                <c:pt idx="17757">
                  <c:v>0.23853947931189165</c:v>
                </c:pt>
                <c:pt idx="17758">
                  <c:v>0.23863687547008813</c:v>
                </c:pt>
                <c:pt idx="17759">
                  <c:v>0.2386566045384397</c:v>
                </c:pt>
                <c:pt idx="17760">
                  <c:v>0.23866422888715164</c:v>
                </c:pt>
                <c:pt idx="17761">
                  <c:v>0.23867408795032094</c:v>
                </c:pt>
                <c:pt idx="17762">
                  <c:v>0.23870457385681373</c:v>
                </c:pt>
                <c:pt idx="17763">
                  <c:v>0.23871222041618614</c:v>
                </c:pt>
                <c:pt idx="17764">
                  <c:v>0.23873786746990633</c:v>
                </c:pt>
                <c:pt idx="17765">
                  <c:v>0.23875037091793302</c:v>
                </c:pt>
                <c:pt idx="17766">
                  <c:v>0.23875390229716212</c:v>
                </c:pt>
                <c:pt idx="17767">
                  <c:v>0.23877216501858248</c:v>
                </c:pt>
                <c:pt idx="17768">
                  <c:v>0.23877846445082776</c:v>
                </c:pt>
                <c:pt idx="17769">
                  <c:v>0.23879840534205765</c:v>
                </c:pt>
                <c:pt idx="17770">
                  <c:v>0.23879900698303722</c:v>
                </c:pt>
                <c:pt idx="17771">
                  <c:v>0.23881211132359356</c:v>
                </c:pt>
                <c:pt idx="17772">
                  <c:v>0.23888679383810382</c:v>
                </c:pt>
                <c:pt idx="17773">
                  <c:v>0.23890061299059329</c:v>
                </c:pt>
                <c:pt idx="17774">
                  <c:v>0.23892740443065738</c:v>
                </c:pt>
                <c:pt idx="17775">
                  <c:v>0.23893520288375591</c:v>
                </c:pt>
                <c:pt idx="17776">
                  <c:v>0.23894850639158127</c:v>
                </c:pt>
                <c:pt idx="17777">
                  <c:v>0.238968738616675</c:v>
                </c:pt>
                <c:pt idx="17778">
                  <c:v>0.23897125217292445</c:v>
                </c:pt>
                <c:pt idx="17779">
                  <c:v>0.2389809612706694</c:v>
                </c:pt>
                <c:pt idx="17780">
                  <c:v>0.23900602104918506</c:v>
                </c:pt>
                <c:pt idx="17781">
                  <c:v>0.23903256975308632</c:v>
                </c:pt>
                <c:pt idx="17782">
                  <c:v>0.23904223464115562</c:v>
                </c:pt>
                <c:pt idx="17783">
                  <c:v>0.23909382906125487</c:v>
                </c:pt>
                <c:pt idx="17784">
                  <c:v>0.2391341367998103</c:v>
                </c:pt>
                <c:pt idx="17785">
                  <c:v>0.23915436320355782</c:v>
                </c:pt>
                <c:pt idx="17786">
                  <c:v>0.23918742630143935</c:v>
                </c:pt>
                <c:pt idx="17787">
                  <c:v>0.23919482855439397</c:v>
                </c:pt>
                <c:pt idx="17788">
                  <c:v>0.23922795892734544</c:v>
                </c:pt>
                <c:pt idx="17789">
                  <c:v>0.23925941418791566</c:v>
                </c:pt>
                <c:pt idx="17790">
                  <c:v>0.23929003259143958</c:v>
                </c:pt>
                <c:pt idx="17791">
                  <c:v>0.23934034319755659</c:v>
                </c:pt>
                <c:pt idx="17792">
                  <c:v>0.23936925397253611</c:v>
                </c:pt>
                <c:pt idx="17793">
                  <c:v>0.23937377702832316</c:v>
                </c:pt>
                <c:pt idx="17794">
                  <c:v>0.23939701218093548</c:v>
                </c:pt>
                <c:pt idx="17795">
                  <c:v>0.23940507486942017</c:v>
                </c:pt>
                <c:pt idx="17796">
                  <c:v>0.23942804195805487</c:v>
                </c:pt>
                <c:pt idx="17797">
                  <c:v>0.2394581884212916</c:v>
                </c:pt>
                <c:pt idx="17798">
                  <c:v>0.23949791860287503</c:v>
                </c:pt>
                <c:pt idx="17799">
                  <c:v>0.23951228081149301</c:v>
                </c:pt>
                <c:pt idx="17800">
                  <c:v>0.2395385018641801</c:v>
                </c:pt>
                <c:pt idx="17801">
                  <c:v>0.23954679958497757</c:v>
                </c:pt>
                <c:pt idx="17802">
                  <c:v>0.23955686457127495</c:v>
                </c:pt>
                <c:pt idx="17803">
                  <c:v>0.23960102280560838</c:v>
                </c:pt>
                <c:pt idx="17804">
                  <c:v>0.23960318692159571</c:v>
                </c:pt>
                <c:pt idx="17805">
                  <c:v>0.23962513369795929</c:v>
                </c:pt>
                <c:pt idx="17806">
                  <c:v>0.23963969225117351</c:v>
                </c:pt>
                <c:pt idx="17807">
                  <c:v>0.23964676049727701</c:v>
                </c:pt>
                <c:pt idx="17808">
                  <c:v>0.23969124392084681</c:v>
                </c:pt>
                <c:pt idx="17809">
                  <c:v>0.23971117016373863</c:v>
                </c:pt>
                <c:pt idx="17810">
                  <c:v>0.23973655558577989</c:v>
                </c:pt>
                <c:pt idx="17811">
                  <c:v>0.23973879641278698</c:v>
                </c:pt>
                <c:pt idx="17812">
                  <c:v>0.23974130499056848</c:v>
                </c:pt>
                <c:pt idx="17813">
                  <c:v>0.2397467371500058</c:v>
                </c:pt>
                <c:pt idx="17814">
                  <c:v>0.23975992442234881</c:v>
                </c:pt>
                <c:pt idx="17815">
                  <c:v>0.23979231838619816</c:v>
                </c:pt>
                <c:pt idx="17816">
                  <c:v>0.23984400798699382</c:v>
                </c:pt>
                <c:pt idx="17817">
                  <c:v>0.23985196974754985</c:v>
                </c:pt>
                <c:pt idx="17818">
                  <c:v>0.23992686702708041</c:v>
                </c:pt>
                <c:pt idx="17819">
                  <c:v>0.23993894674418986</c:v>
                </c:pt>
                <c:pt idx="17820">
                  <c:v>0.23996417078589682</c:v>
                </c:pt>
                <c:pt idx="17821">
                  <c:v>0.23997049641939358</c:v>
                </c:pt>
                <c:pt idx="17822">
                  <c:v>0.23997240896609653</c:v>
                </c:pt>
                <c:pt idx="17823">
                  <c:v>0.23997503602226719</c:v>
                </c:pt>
                <c:pt idx="17824">
                  <c:v>0.24000228801870283</c:v>
                </c:pt>
                <c:pt idx="17825">
                  <c:v>0.24000963746781909</c:v>
                </c:pt>
                <c:pt idx="17826">
                  <c:v>0.2400154438768603</c:v>
                </c:pt>
                <c:pt idx="17827">
                  <c:v>0.2400344050150913</c:v>
                </c:pt>
                <c:pt idx="17828">
                  <c:v>0.24004824579845602</c:v>
                </c:pt>
                <c:pt idx="17829">
                  <c:v>0.24007882896355637</c:v>
                </c:pt>
                <c:pt idx="17830">
                  <c:v>0.24008920821658078</c:v>
                </c:pt>
                <c:pt idx="17831">
                  <c:v>0.24013063850018615</c:v>
                </c:pt>
                <c:pt idx="17832">
                  <c:v>0.24015862725474046</c:v>
                </c:pt>
                <c:pt idx="17833">
                  <c:v>0.24016949472294255</c:v>
                </c:pt>
                <c:pt idx="17834">
                  <c:v>0.24017725931986153</c:v>
                </c:pt>
                <c:pt idx="17835">
                  <c:v>0.24019886763494144</c:v>
                </c:pt>
                <c:pt idx="17836">
                  <c:v>0.24022102887963781</c:v>
                </c:pt>
                <c:pt idx="17837">
                  <c:v>0.24025461073702095</c:v>
                </c:pt>
                <c:pt idx="17838">
                  <c:v>0.2403261406980714</c:v>
                </c:pt>
                <c:pt idx="17839">
                  <c:v>0.24033601252258319</c:v>
                </c:pt>
                <c:pt idx="17840">
                  <c:v>0.24036277608508819</c:v>
                </c:pt>
                <c:pt idx="17841">
                  <c:v>0.24036748374905725</c:v>
                </c:pt>
                <c:pt idx="17842">
                  <c:v>0.24037982374711347</c:v>
                </c:pt>
                <c:pt idx="17843">
                  <c:v>0.24040893589994908</c:v>
                </c:pt>
                <c:pt idx="17844">
                  <c:v>0.24041595380137376</c:v>
                </c:pt>
                <c:pt idx="17845">
                  <c:v>0.24042729971598145</c:v>
                </c:pt>
                <c:pt idx="17846">
                  <c:v>0.24044288922328252</c:v>
                </c:pt>
                <c:pt idx="17847">
                  <c:v>0.24047339122874034</c:v>
                </c:pt>
                <c:pt idx="17848">
                  <c:v>0.24048681921908868</c:v>
                </c:pt>
                <c:pt idx="17849">
                  <c:v>0.24050207019407521</c:v>
                </c:pt>
                <c:pt idx="17850">
                  <c:v>0.24051681589289983</c:v>
                </c:pt>
                <c:pt idx="17851">
                  <c:v>0.24052799284966217</c:v>
                </c:pt>
                <c:pt idx="17852">
                  <c:v>0.24053590871250652</c:v>
                </c:pt>
                <c:pt idx="17853">
                  <c:v>0.24053673718827395</c:v>
                </c:pt>
                <c:pt idx="17854">
                  <c:v>0.24053867446201319</c:v>
                </c:pt>
                <c:pt idx="17855">
                  <c:v>0.24054106295286987</c:v>
                </c:pt>
                <c:pt idx="17856">
                  <c:v>0.24054666503667296</c:v>
                </c:pt>
                <c:pt idx="17857">
                  <c:v>0.24054666519580403</c:v>
                </c:pt>
                <c:pt idx="17858">
                  <c:v>0.2405916726145593</c:v>
                </c:pt>
                <c:pt idx="17859">
                  <c:v>0.24060495673963378</c:v>
                </c:pt>
                <c:pt idx="17860">
                  <c:v>0.24061854726215939</c:v>
                </c:pt>
                <c:pt idx="17861">
                  <c:v>0.24063382619927259</c:v>
                </c:pt>
                <c:pt idx="17862">
                  <c:v>0.24065329253260007</c:v>
                </c:pt>
                <c:pt idx="17863">
                  <c:v>0.24065548483347665</c:v>
                </c:pt>
                <c:pt idx="17864">
                  <c:v>0.24066406499721599</c:v>
                </c:pt>
                <c:pt idx="17865">
                  <c:v>0.24067416864988864</c:v>
                </c:pt>
                <c:pt idx="17866">
                  <c:v>0.24069718778322058</c:v>
                </c:pt>
                <c:pt idx="17867">
                  <c:v>0.24070264217098561</c:v>
                </c:pt>
                <c:pt idx="17868">
                  <c:v>0.24072393955715246</c:v>
                </c:pt>
                <c:pt idx="17869">
                  <c:v>0.2407340841909103</c:v>
                </c:pt>
                <c:pt idx="17870">
                  <c:v>0.24074085942820531</c:v>
                </c:pt>
                <c:pt idx="17871">
                  <c:v>0.24074490251874014</c:v>
                </c:pt>
                <c:pt idx="17872">
                  <c:v>0.24080056670640979</c:v>
                </c:pt>
                <c:pt idx="17873">
                  <c:v>0.24081283503738782</c:v>
                </c:pt>
                <c:pt idx="17874">
                  <c:v>0.240859988743822</c:v>
                </c:pt>
                <c:pt idx="17875">
                  <c:v>0.24086113936462777</c:v>
                </c:pt>
                <c:pt idx="17876">
                  <c:v>0.24087886367987663</c:v>
                </c:pt>
                <c:pt idx="17877">
                  <c:v>0.24091693737869346</c:v>
                </c:pt>
                <c:pt idx="17878">
                  <c:v>0.24094451614893819</c:v>
                </c:pt>
                <c:pt idx="17879">
                  <c:v>0.2409637124834266</c:v>
                </c:pt>
                <c:pt idx="17880">
                  <c:v>0.24104721574539476</c:v>
                </c:pt>
                <c:pt idx="17881">
                  <c:v>0.24104815393214674</c:v>
                </c:pt>
                <c:pt idx="17882">
                  <c:v>0.24106181160843626</c:v>
                </c:pt>
                <c:pt idx="17883">
                  <c:v>0.24109184077591617</c:v>
                </c:pt>
                <c:pt idx="17884">
                  <c:v>0.24110119167677521</c:v>
                </c:pt>
                <c:pt idx="17885">
                  <c:v>0.24113189175848582</c:v>
                </c:pt>
                <c:pt idx="17886">
                  <c:v>0.24113268283026579</c:v>
                </c:pt>
                <c:pt idx="17887">
                  <c:v>0.24113915260654351</c:v>
                </c:pt>
                <c:pt idx="17888">
                  <c:v>0.24114304750922486</c:v>
                </c:pt>
                <c:pt idx="17889">
                  <c:v>0.24114384498232611</c:v>
                </c:pt>
                <c:pt idx="17890">
                  <c:v>0.24116538818631869</c:v>
                </c:pt>
                <c:pt idx="17891">
                  <c:v>0.24116634822987662</c:v>
                </c:pt>
                <c:pt idx="17892">
                  <c:v>0.24116950540255239</c:v>
                </c:pt>
                <c:pt idx="17893">
                  <c:v>0.24117662926140684</c:v>
                </c:pt>
                <c:pt idx="17894">
                  <c:v>0.24120801622743548</c:v>
                </c:pt>
                <c:pt idx="17895">
                  <c:v>0.24123623481766224</c:v>
                </c:pt>
                <c:pt idx="17896">
                  <c:v>0.24126855653052837</c:v>
                </c:pt>
                <c:pt idx="17897">
                  <c:v>0.24127224846704828</c:v>
                </c:pt>
                <c:pt idx="17898">
                  <c:v>0.24130964065248264</c:v>
                </c:pt>
                <c:pt idx="17899">
                  <c:v>0.2413260486797183</c:v>
                </c:pt>
                <c:pt idx="17900">
                  <c:v>0.24133870991198941</c:v>
                </c:pt>
                <c:pt idx="17901">
                  <c:v>0.24134943393035121</c:v>
                </c:pt>
                <c:pt idx="17902">
                  <c:v>0.24135159438129367</c:v>
                </c:pt>
                <c:pt idx="17903">
                  <c:v>0.24138776242408652</c:v>
                </c:pt>
                <c:pt idx="17904">
                  <c:v>0.24140110367667431</c:v>
                </c:pt>
                <c:pt idx="17905">
                  <c:v>0.24142802979498371</c:v>
                </c:pt>
                <c:pt idx="17906">
                  <c:v>0.24145816851416996</c:v>
                </c:pt>
                <c:pt idx="17907">
                  <c:v>0.24145866233374755</c:v>
                </c:pt>
                <c:pt idx="17908">
                  <c:v>0.24146052011887395</c:v>
                </c:pt>
                <c:pt idx="17909">
                  <c:v>0.2414633726553751</c:v>
                </c:pt>
                <c:pt idx="17910">
                  <c:v>0.2414655408260786</c:v>
                </c:pt>
                <c:pt idx="17911">
                  <c:v>0.24147270143961413</c:v>
                </c:pt>
                <c:pt idx="17912">
                  <c:v>0.24148336840115711</c:v>
                </c:pt>
                <c:pt idx="17913">
                  <c:v>0.24157253725448993</c:v>
                </c:pt>
                <c:pt idx="17914">
                  <c:v>0.24157911413208663</c:v>
                </c:pt>
                <c:pt idx="17915">
                  <c:v>0.24160776413478757</c:v>
                </c:pt>
                <c:pt idx="17916">
                  <c:v>0.24165294478324278</c:v>
                </c:pt>
                <c:pt idx="17917">
                  <c:v>0.24165638936093953</c:v>
                </c:pt>
                <c:pt idx="17918">
                  <c:v>0.24166512841674867</c:v>
                </c:pt>
                <c:pt idx="17919">
                  <c:v>0.24166547053794366</c:v>
                </c:pt>
                <c:pt idx="17920">
                  <c:v>0.24168971465776584</c:v>
                </c:pt>
                <c:pt idx="17921">
                  <c:v>0.24169779855015044</c:v>
                </c:pt>
                <c:pt idx="17922">
                  <c:v>0.24171089687071109</c:v>
                </c:pt>
                <c:pt idx="17923">
                  <c:v>0.24173329443033675</c:v>
                </c:pt>
                <c:pt idx="17924">
                  <c:v>0.24178686691669182</c:v>
                </c:pt>
                <c:pt idx="17925">
                  <c:v>0.24178768523339861</c:v>
                </c:pt>
                <c:pt idx="17926">
                  <c:v>0.24180407719359034</c:v>
                </c:pt>
                <c:pt idx="17927">
                  <c:v>0.24181470800126575</c:v>
                </c:pt>
                <c:pt idx="17928">
                  <c:v>0.24182678243968456</c:v>
                </c:pt>
                <c:pt idx="17929">
                  <c:v>0.24185911356230677</c:v>
                </c:pt>
                <c:pt idx="17930">
                  <c:v>0.24186088227190508</c:v>
                </c:pt>
                <c:pt idx="17931">
                  <c:v>0.24186541569238995</c:v>
                </c:pt>
                <c:pt idx="17932">
                  <c:v>0.24188289727080495</c:v>
                </c:pt>
                <c:pt idx="17933">
                  <c:v>0.2418960330044975</c:v>
                </c:pt>
                <c:pt idx="17934">
                  <c:v>0.24191244064655121</c:v>
                </c:pt>
                <c:pt idx="17935">
                  <c:v>0.24191361701361988</c:v>
                </c:pt>
                <c:pt idx="17936">
                  <c:v>0.24192740854576769</c:v>
                </c:pt>
                <c:pt idx="17937">
                  <c:v>0.2419414729295048</c:v>
                </c:pt>
                <c:pt idx="17938">
                  <c:v>0.24194864752817982</c:v>
                </c:pt>
                <c:pt idx="17939">
                  <c:v>0.24195017609835962</c:v>
                </c:pt>
                <c:pt idx="17940">
                  <c:v>0.24195287890235151</c:v>
                </c:pt>
                <c:pt idx="17941">
                  <c:v>0.24195547169939971</c:v>
                </c:pt>
                <c:pt idx="17942">
                  <c:v>0.24197831141117374</c:v>
                </c:pt>
                <c:pt idx="17943">
                  <c:v>0.24198076527734064</c:v>
                </c:pt>
                <c:pt idx="17944">
                  <c:v>0.24198866570584443</c:v>
                </c:pt>
                <c:pt idx="17945">
                  <c:v>0.24199255235761929</c:v>
                </c:pt>
                <c:pt idx="17946">
                  <c:v>0.24199336325467818</c:v>
                </c:pt>
                <c:pt idx="17947">
                  <c:v>0.24201418316087508</c:v>
                </c:pt>
                <c:pt idx="17948">
                  <c:v>0.24203276105704968</c:v>
                </c:pt>
                <c:pt idx="17949">
                  <c:v>0.24204045252132805</c:v>
                </c:pt>
                <c:pt idx="17950">
                  <c:v>0.24205165803728074</c:v>
                </c:pt>
                <c:pt idx="17951">
                  <c:v>0.24213895320917375</c:v>
                </c:pt>
                <c:pt idx="17952">
                  <c:v>0.24213979447512124</c:v>
                </c:pt>
                <c:pt idx="17953">
                  <c:v>0.2421430121941742</c:v>
                </c:pt>
                <c:pt idx="17954">
                  <c:v>0.24215476109148248</c:v>
                </c:pt>
                <c:pt idx="17955">
                  <c:v>0.24217207901496624</c:v>
                </c:pt>
                <c:pt idx="17956">
                  <c:v>0.24219550617505475</c:v>
                </c:pt>
                <c:pt idx="17957">
                  <c:v>0.24221032343560209</c:v>
                </c:pt>
                <c:pt idx="17958">
                  <c:v>0.24221636571908062</c:v>
                </c:pt>
                <c:pt idx="17959">
                  <c:v>0.24223876339341238</c:v>
                </c:pt>
                <c:pt idx="17960">
                  <c:v>0.24224438732197687</c:v>
                </c:pt>
                <c:pt idx="17961">
                  <c:v>0.24227939168889367</c:v>
                </c:pt>
                <c:pt idx="17962">
                  <c:v>0.24229228964201668</c:v>
                </c:pt>
                <c:pt idx="17963">
                  <c:v>0.24229961020023896</c:v>
                </c:pt>
                <c:pt idx="17964">
                  <c:v>0.24229988418289949</c:v>
                </c:pt>
                <c:pt idx="17965">
                  <c:v>0.24231258997011232</c:v>
                </c:pt>
                <c:pt idx="17966">
                  <c:v>0.2423318346803035</c:v>
                </c:pt>
                <c:pt idx="17967">
                  <c:v>0.24235886541491153</c:v>
                </c:pt>
                <c:pt idx="17968">
                  <c:v>0.24236821721207372</c:v>
                </c:pt>
                <c:pt idx="17969">
                  <c:v>0.24237878121781053</c:v>
                </c:pt>
                <c:pt idx="17970">
                  <c:v>0.24239136065811748</c:v>
                </c:pt>
                <c:pt idx="17971">
                  <c:v>0.24243411950005403</c:v>
                </c:pt>
                <c:pt idx="17972">
                  <c:v>0.24243464668650491</c:v>
                </c:pt>
                <c:pt idx="17973">
                  <c:v>0.24245508202693569</c:v>
                </c:pt>
                <c:pt idx="17974">
                  <c:v>0.24248076937317892</c:v>
                </c:pt>
                <c:pt idx="17975">
                  <c:v>0.24248232486244886</c:v>
                </c:pt>
                <c:pt idx="17976">
                  <c:v>0.24249948987029604</c:v>
                </c:pt>
                <c:pt idx="17977">
                  <c:v>0.24249981584951052</c:v>
                </c:pt>
                <c:pt idx="17978">
                  <c:v>0.24252514799355934</c:v>
                </c:pt>
                <c:pt idx="17979">
                  <c:v>0.24252606787345485</c:v>
                </c:pt>
                <c:pt idx="17980">
                  <c:v>0.24252619424089611</c:v>
                </c:pt>
                <c:pt idx="17981">
                  <c:v>0.2425263307431135</c:v>
                </c:pt>
                <c:pt idx="17982">
                  <c:v>0.24254104202062596</c:v>
                </c:pt>
                <c:pt idx="17983">
                  <c:v>0.24263183187945195</c:v>
                </c:pt>
                <c:pt idx="17984">
                  <c:v>0.24264226434488098</c:v>
                </c:pt>
                <c:pt idx="17985">
                  <c:v>0.24264261080741847</c:v>
                </c:pt>
                <c:pt idx="17986">
                  <c:v>0.24265579040970045</c:v>
                </c:pt>
                <c:pt idx="17987">
                  <c:v>0.24267672231312759</c:v>
                </c:pt>
                <c:pt idx="17988">
                  <c:v>0.24268669959771527</c:v>
                </c:pt>
                <c:pt idx="17989">
                  <c:v>0.24270677856567541</c:v>
                </c:pt>
                <c:pt idx="17990">
                  <c:v>0.24275644115339981</c:v>
                </c:pt>
                <c:pt idx="17991">
                  <c:v>0.24276240642195634</c:v>
                </c:pt>
                <c:pt idx="17992">
                  <c:v>0.24276441310859176</c:v>
                </c:pt>
                <c:pt idx="17993">
                  <c:v>0.24278875464231442</c:v>
                </c:pt>
                <c:pt idx="17994">
                  <c:v>0.24279691941419917</c:v>
                </c:pt>
                <c:pt idx="17995">
                  <c:v>0.24281194199773173</c:v>
                </c:pt>
                <c:pt idx="17996">
                  <c:v>0.24281499278267854</c:v>
                </c:pt>
                <c:pt idx="17997">
                  <c:v>0.24282423780719312</c:v>
                </c:pt>
                <c:pt idx="17998">
                  <c:v>0.24285962713399989</c:v>
                </c:pt>
                <c:pt idx="17999">
                  <c:v>0.24286036648432241</c:v>
                </c:pt>
                <c:pt idx="18000">
                  <c:v>0.24288216090295142</c:v>
                </c:pt>
                <c:pt idx="18001">
                  <c:v>0.24288636949865611</c:v>
                </c:pt>
                <c:pt idx="18002">
                  <c:v>0.24288834113851895</c:v>
                </c:pt>
                <c:pt idx="18003">
                  <c:v>0.24288865929398545</c:v>
                </c:pt>
                <c:pt idx="18004">
                  <c:v>0.24289092453532818</c:v>
                </c:pt>
                <c:pt idx="18005">
                  <c:v>0.24290784089952822</c:v>
                </c:pt>
                <c:pt idx="18006">
                  <c:v>0.2429152256197388</c:v>
                </c:pt>
                <c:pt idx="18007">
                  <c:v>0.24292532444950382</c:v>
                </c:pt>
                <c:pt idx="18008">
                  <c:v>0.24293229835239785</c:v>
                </c:pt>
                <c:pt idx="18009">
                  <c:v>0.2429418932908923</c:v>
                </c:pt>
                <c:pt idx="18010">
                  <c:v>0.24294724145155649</c:v>
                </c:pt>
                <c:pt idx="18011">
                  <c:v>0.24296569321669348</c:v>
                </c:pt>
                <c:pt idx="18012">
                  <c:v>0.24296638639334259</c:v>
                </c:pt>
                <c:pt idx="18013">
                  <c:v>0.24299014712902409</c:v>
                </c:pt>
                <c:pt idx="18014">
                  <c:v>0.24299288527973997</c:v>
                </c:pt>
                <c:pt idx="18015">
                  <c:v>0.24300455576736046</c:v>
                </c:pt>
                <c:pt idx="18016">
                  <c:v>0.24300492420592415</c:v>
                </c:pt>
                <c:pt idx="18017">
                  <c:v>0.24304330220624426</c:v>
                </c:pt>
                <c:pt idx="18018">
                  <c:v>0.24305678442956333</c:v>
                </c:pt>
                <c:pt idx="18019">
                  <c:v>0.24306609407397964</c:v>
                </c:pt>
                <c:pt idx="18020">
                  <c:v>0.24309662928809259</c:v>
                </c:pt>
                <c:pt idx="18021">
                  <c:v>0.24312779057009232</c:v>
                </c:pt>
                <c:pt idx="18022">
                  <c:v>0.24316857292473401</c:v>
                </c:pt>
                <c:pt idx="18023">
                  <c:v>0.24322095449755241</c:v>
                </c:pt>
                <c:pt idx="18024">
                  <c:v>0.24327747888275064</c:v>
                </c:pt>
                <c:pt idx="18025">
                  <c:v>0.24335817445172592</c:v>
                </c:pt>
                <c:pt idx="18026">
                  <c:v>0.24343188286910369</c:v>
                </c:pt>
                <c:pt idx="18027">
                  <c:v>0.2434356339151664</c:v>
                </c:pt>
                <c:pt idx="18028">
                  <c:v>0.2434645205537366</c:v>
                </c:pt>
                <c:pt idx="18029">
                  <c:v>0.24350220914432152</c:v>
                </c:pt>
                <c:pt idx="18030">
                  <c:v>0.24352318964530753</c:v>
                </c:pt>
                <c:pt idx="18031">
                  <c:v>0.24355035635241001</c:v>
                </c:pt>
                <c:pt idx="18032">
                  <c:v>0.24360659746264618</c:v>
                </c:pt>
                <c:pt idx="18033">
                  <c:v>0.24361658182224677</c:v>
                </c:pt>
                <c:pt idx="18034">
                  <c:v>0.24361959368930711</c:v>
                </c:pt>
                <c:pt idx="18035">
                  <c:v>0.24366763062034277</c:v>
                </c:pt>
                <c:pt idx="18036">
                  <c:v>0.24373806953692143</c:v>
                </c:pt>
                <c:pt idx="18037">
                  <c:v>0.24374090784525826</c:v>
                </c:pt>
                <c:pt idx="18038">
                  <c:v>0.24378093850125312</c:v>
                </c:pt>
                <c:pt idx="18039">
                  <c:v>0.24381058334042532</c:v>
                </c:pt>
                <c:pt idx="18040">
                  <c:v>0.24384411466264266</c:v>
                </c:pt>
                <c:pt idx="18041">
                  <c:v>0.24385678611838077</c:v>
                </c:pt>
                <c:pt idx="18042">
                  <c:v>0.24387103190438467</c:v>
                </c:pt>
                <c:pt idx="18043">
                  <c:v>0.24387260560423119</c:v>
                </c:pt>
                <c:pt idx="18044">
                  <c:v>0.24388254638229662</c:v>
                </c:pt>
                <c:pt idx="18045">
                  <c:v>0.24390378093451567</c:v>
                </c:pt>
                <c:pt idx="18046">
                  <c:v>0.24392437170882386</c:v>
                </c:pt>
                <c:pt idx="18047">
                  <c:v>0.24395194329235975</c:v>
                </c:pt>
                <c:pt idx="18048">
                  <c:v>0.24404967960351123</c:v>
                </c:pt>
                <c:pt idx="18049">
                  <c:v>0.24407735272112974</c:v>
                </c:pt>
                <c:pt idx="18050">
                  <c:v>0.24410757375275721</c:v>
                </c:pt>
                <c:pt idx="18051">
                  <c:v>0.24412006890987609</c:v>
                </c:pt>
                <c:pt idx="18052">
                  <c:v>0.24412438116987528</c:v>
                </c:pt>
                <c:pt idx="18053">
                  <c:v>0.24413039513219284</c:v>
                </c:pt>
                <c:pt idx="18054">
                  <c:v>0.24414975589287347</c:v>
                </c:pt>
                <c:pt idx="18055">
                  <c:v>0.24417509421840211</c:v>
                </c:pt>
                <c:pt idx="18056">
                  <c:v>0.24418454962896899</c:v>
                </c:pt>
                <c:pt idx="18057">
                  <c:v>0.24418690812814597</c:v>
                </c:pt>
                <c:pt idx="18058">
                  <c:v>0.24420310299232051</c:v>
                </c:pt>
                <c:pt idx="18059">
                  <c:v>0.24421837506257069</c:v>
                </c:pt>
                <c:pt idx="18060">
                  <c:v>0.24427778365967279</c:v>
                </c:pt>
                <c:pt idx="18061">
                  <c:v>0.24430172682966628</c:v>
                </c:pt>
                <c:pt idx="18062">
                  <c:v>0.24435162364368962</c:v>
                </c:pt>
                <c:pt idx="18063">
                  <c:v>0.24435621716040806</c:v>
                </c:pt>
                <c:pt idx="18064">
                  <c:v>0.24437242190607289</c:v>
                </c:pt>
                <c:pt idx="18065">
                  <c:v>0.24438975092206036</c:v>
                </c:pt>
                <c:pt idx="18066">
                  <c:v>0.24441706187711179</c:v>
                </c:pt>
                <c:pt idx="18067">
                  <c:v>0.24443351113212336</c:v>
                </c:pt>
                <c:pt idx="18068">
                  <c:v>0.24444757887623225</c:v>
                </c:pt>
                <c:pt idx="18069">
                  <c:v>0.24447824873152393</c:v>
                </c:pt>
                <c:pt idx="18070">
                  <c:v>0.24448439210435549</c:v>
                </c:pt>
                <c:pt idx="18071">
                  <c:v>0.24449645888048085</c:v>
                </c:pt>
                <c:pt idx="18072">
                  <c:v>0.24450901898564889</c:v>
                </c:pt>
                <c:pt idx="18073">
                  <c:v>0.24452217639623947</c:v>
                </c:pt>
                <c:pt idx="18074">
                  <c:v>0.24455276508135251</c:v>
                </c:pt>
                <c:pt idx="18075">
                  <c:v>0.24455704148658078</c:v>
                </c:pt>
                <c:pt idx="18076">
                  <c:v>0.24465299947133939</c:v>
                </c:pt>
                <c:pt idx="18077">
                  <c:v>0.24466724463965067</c:v>
                </c:pt>
                <c:pt idx="18078">
                  <c:v>0.24467301757312437</c:v>
                </c:pt>
                <c:pt idx="18079">
                  <c:v>0.24468841533216898</c:v>
                </c:pt>
                <c:pt idx="18080">
                  <c:v>0.24469875738441721</c:v>
                </c:pt>
                <c:pt idx="18081">
                  <c:v>0.24472481846649102</c:v>
                </c:pt>
                <c:pt idx="18082">
                  <c:v>0.24472623458509801</c:v>
                </c:pt>
                <c:pt idx="18083">
                  <c:v>0.24476052236536905</c:v>
                </c:pt>
                <c:pt idx="18084">
                  <c:v>0.24483890900139255</c:v>
                </c:pt>
                <c:pt idx="18085">
                  <c:v>0.24484877088888607</c:v>
                </c:pt>
                <c:pt idx="18086">
                  <c:v>0.24485930840902148</c:v>
                </c:pt>
                <c:pt idx="18087">
                  <c:v>0.24488168583091022</c:v>
                </c:pt>
                <c:pt idx="18088">
                  <c:v>0.24490902189817546</c:v>
                </c:pt>
                <c:pt idx="18089">
                  <c:v>0.24491355944833593</c:v>
                </c:pt>
                <c:pt idx="18090">
                  <c:v>0.2449200434280594</c:v>
                </c:pt>
                <c:pt idx="18091">
                  <c:v>0.24495390711462864</c:v>
                </c:pt>
                <c:pt idx="18092">
                  <c:v>0.24495609581617456</c:v>
                </c:pt>
                <c:pt idx="18093">
                  <c:v>0.24496954613807978</c:v>
                </c:pt>
                <c:pt idx="18094">
                  <c:v>0.2449810263657615</c:v>
                </c:pt>
                <c:pt idx="18095">
                  <c:v>0.24500886688906001</c:v>
                </c:pt>
                <c:pt idx="18096">
                  <c:v>0.24500893837947391</c:v>
                </c:pt>
                <c:pt idx="18097">
                  <c:v>0.2450459783974869</c:v>
                </c:pt>
                <c:pt idx="18098">
                  <c:v>0.24504759420400934</c:v>
                </c:pt>
                <c:pt idx="18099">
                  <c:v>0.24505339049702513</c:v>
                </c:pt>
                <c:pt idx="18100">
                  <c:v>0.24506641935306805</c:v>
                </c:pt>
                <c:pt idx="18101">
                  <c:v>0.24509012062468949</c:v>
                </c:pt>
                <c:pt idx="18102">
                  <c:v>0.24510597462849409</c:v>
                </c:pt>
                <c:pt idx="18103">
                  <c:v>0.24512285734283532</c:v>
                </c:pt>
                <c:pt idx="18104">
                  <c:v>0.24519466213190827</c:v>
                </c:pt>
                <c:pt idx="18105">
                  <c:v>0.24523734796786706</c:v>
                </c:pt>
                <c:pt idx="18106">
                  <c:v>0.24525184110327367</c:v>
                </c:pt>
                <c:pt idx="18107">
                  <c:v>0.24525989872650097</c:v>
                </c:pt>
                <c:pt idx="18108">
                  <c:v>0.24526175512042989</c:v>
                </c:pt>
                <c:pt idx="18109">
                  <c:v>0.24526502928684507</c:v>
                </c:pt>
                <c:pt idx="18110">
                  <c:v>0.2452733927781971</c:v>
                </c:pt>
                <c:pt idx="18111">
                  <c:v>0.24527447500902638</c:v>
                </c:pt>
                <c:pt idx="18112">
                  <c:v>0.24528030372056581</c:v>
                </c:pt>
                <c:pt idx="18113">
                  <c:v>0.24528269606046857</c:v>
                </c:pt>
                <c:pt idx="18114">
                  <c:v>0.24530883277546617</c:v>
                </c:pt>
                <c:pt idx="18115">
                  <c:v>0.24534168667882861</c:v>
                </c:pt>
                <c:pt idx="18116">
                  <c:v>0.24535538039946181</c:v>
                </c:pt>
                <c:pt idx="18117">
                  <c:v>0.24538017302264173</c:v>
                </c:pt>
                <c:pt idx="18118">
                  <c:v>0.24539158982319714</c:v>
                </c:pt>
                <c:pt idx="18119">
                  <c:v>0.24543879517775977</c:v>
                </c:pt>
                <c:pt idx="18120">
                  <c:v>0.2454450273245361</c:v>
                </c:pt>
                <c:pt idx="18121">
                  <c:v>0.24548908622065926</c:v>
                </c:pt>
                <c:pt idx="18122">
                  <c:v>0.24552443652693495</c:v>
                </c:pt>
                <c:pt idx="18123">
                  <c:v>0.24556214462414777</c:v>
                </c:pt>
                <c:pt idx="18124">
                  <c:v>0.24557006912082707</c:v>
                </c:pt>
                <c:pt idx="18125">
                  <c:v>0.24557730799868349</c:v>
                </c:pt>
                <c:pt idx="18126">
                  <c:v>0.245608431724402</c:v>
                </c:pt>
                <c:pt idx="18127">
                  <c:v>0.2456325110804371</c:v>
                </c:pt>
                <c:pt idx="18128">
                  <c:v>0.24564440235114463</c:v>
                </c:pt>
                <c:pt idx="18129">
                  <c:v>0.24564762775181243</c:v>
                </c:pt>
                <c:pt idx="18130">
                  <c:v>0.24567370782860748</c:v>
                </c:pt>
                <c:pt idx="18131">
                  <c:v>0.24567789133765119</c:v>
                </c:pt>
                <c:pt idx="18132">
                  <c:v>0.24570133097218932</c:v>
                </c:pt>
                <c:pt idx="18133">
                  <c:v>0.2457073635043652</c:v>
                </c:pt>
                <c:pt idx="18134">
                  <c:v>0.24571640859421673</c:v>
                </c:pt>
                <c:pt idx="18135">
                  <c:v>0.24573300854980148</c:v>
                </c:pt>
                <c:pt idx="18136">
                  <c:v>0.24575619916145539</c:v>
                </c:pt>
                <c:pt idx="18137">
                  <c:v>0.24580811991155163</c:v>
                </c:pt>
                <c:pt idx="18138">
                  <c:v>0.24584099726000147</c:v>
                </c:pt>
                <c:pt idx="18139">
                  <c:v>0.24584624927718979</c:v>
                </c:pt>
                <c:pt idx="18140">
                  <c:v>0.24586323010574015</c:v>
                </c:pt>
                <c:pt idx="18141">
                  <c:v>0.24593745078157359</c:v>
                </c:pt>
                <c:pt idx="18142">
                  <c:v>0.24594807158414173</c:v>
                </c:pt>
                <c:pt idx="18143">
                  <c:v>0.24606176540872088</c:v>
                </c:pt>
                <c:pt idx="18144">
                  <c:v>0.24608021853971845</c:v>
                </c:pt>
                <c:pt idx="18145">
                  <c:v>0.24610502898154688</c:v>
                </c:pt>
                <c:pt idx="18146">
                  <c:v>0.24611241737473569</c:v>
                </c:pt>
                <c:pt idx="18147">
                  <c:v>0.24611268700208505</c:v>
                </c:pt>
                <c:pt idx="18148">
                  <c:v>0.2461995534967539</c:v>
                </c:pt>
                <c:pt idx="18149">
                  <c:v>0.24621553766390877</c:v>
                </c:pt>
                <c:pt idx="18150">
                  <c:v>0.24622121963404192</c:v>
                </c:pt>
                <c:pt idx="18151">
                  <c:v>0.24623014568110874</c:v>
                </c:pt>
                <c:pt idx="18152">
                  <c:v>0.24623015447602115</c:v>
                </c:pt>
                <c:pt idx="18153">
                  <c:v>0.2462399816964973</c:v>
                </c:pt>
                <c:pt idx="18154">
                  <c:v>0.24626767812973424</c:v>
                </c:pt>
                <c:pt idx="18155">
                  <c:v>0.24628448035661576</c:v>
                </c:pt>
                <c:pt idx="18156">
                  <c:v>0.2462987402621917</c:v>
                </c:pt>
                <c:pt idx="18157">
                  <c:v>0.24630242758331519</c:v>
                </c:pt>
                <c:pt idx="18158">
                  <c:v>0.24631391201857952</c:v>
                </c:pt>
                <c:pt idx="18159">
                  <c:v>0.24631518537466826</c:v>
                </c:pt>
                <c:pt idx="18160">
                  <c:v>0.24631737352983801</c:v>
                </c:pt>
                <c:pt idx="18161">
                  <c:v>0.24634468640369803</c:v>
                </c:pt>
                <c:pt idx="18162">
                  <c:v>0.24634656765003557</c:v>
                </c:pt>
                <c:pt idx="18163">
                  <c:v>0.24636393792366937</c:v>
                </c:pt>
                <c:pt idx="18164">
                  <c:v>0.24639378644143492</c:v>
                </c:pt>
                <c:pt idx="18165">
                  <c:v>0.24641366042720608</c:v>
                </c:pt>
                <c:pt idx="18166">
                  <c:v>0.24647527442898187</c:v>
                </c:pt>
                <c:pt idx="18167">
                  <c:v>0.24649497311153412</c:v>
                </c:pt>
                <c:pt idx="18168">
                  <c:v>0.24650076893017608</c:v>
                </c:pt>
                <c:pt idx="18169">
                  <c:v>0.24651805889119593</c:v>
                </c:pt>
                <c:pt idx="18170">
                  <c:v>0.24653548050383475</c:v>
                </c:pt>
                <c:pt idx="18171">
                  <c:v>0.24653924825884185</c:v>
                </c:pt>
                <c:pt idx="18172">
                  <c:v>0.24660373602765645</c:v>
                </c:pt>
                <c:pt idx="18173">
                  <c:v>0.24662183469911353</c:v>
                </c:pt>
                <c:pt idx="18174">
                  <c:v>0.24664458762949074</c:v>
                </c:pt>
                <c:pt idx="18175">
                  <c:v>0.24666274982668043</c:v>
                </c:pt>
                <c:pt idx="18176">
                  <c:v>0.24666650664039311</c:v>
                </c:pt>
                <c:pt idx="18177">
                  <c:v>0.24666870933564503</c:v>
                </c:pt>
                <c:pt idx="18178">
                  <c:v>0.24669297605885604</c:v>
                </c:pt>
                <c:pt idx="18179">
                  <c:v>0.24669405286144247</c:v>
                </c:pt>
                <c:pt idx="18180">
                  <c:v>0.24671272138837178</c:v>
                </c:pt>
                <c:pt idx="18181">
                  <c:v>0.24672235659662894</c:v>
                </c:pt>
                <c:pt idx="18182">
                  <c:v>0.24674374355028195</c:v>
                </c:pt>
                <c:pt idx="18183">
                  <c:v>0.24680281119188979</c:v>
                </c:pt>
                <c:pt idx="18184">
                  <c:v>0.2468279771939132</c:v>
                </c:pt>
                <c:pt idx="18185">
                  <c:v>0.2468286025390849</c:v>
                </c:pt>
                <c:pt idx="18186">
                  <c:v>0.24683382324947817</c:v>
                </c:pt>
                <c:pt idx="18187">
                  <c:v>0.24683928754624385</c:v>
                </c:pt>
                <c:pt idx="18188">
                  <c:v>0.24684887707579112</c:v>
                </c:pt>
                <c:pt idx="18189">
                  <c:v>0.24694379589360374</c:v>
                </c:pt>
                <c:pt idx="18190">
                  <c:v>0.24695399538513843</c:v>
                </c:pt>
                <c:pt idx="18191">
                  <c:v>0.24698066240219729</c:v>
                </c:pt>
                <c:pt idx="18192">
                  <c:v>0.24698491879809206</c:v>
                </c:pt>
                <c:pt idx="18193">
                  <c:v>0.24699141048378956</c:v>
                </c:pt>
                <c:pt idx="18194">
                  <c:v>0.24700534147287653</c:v>
                </c:pt>
                <c:pt idx="18195">
                  <c:v>0.24701657491879542</c:v>
                </c:pt>
                <c:pt idx="18196">
                  <c:v>0.24702203791918156</c:v>
                </c:pt>
                <c:pt idx="18197">
                  <c:v>0.24705127840618851</c:v>
                </c:pt>
                <c:pt idx="18198">
                  <c:v>0.24708275621529668</c:v>
                </c:pt>
                <c:pt idx="18199">
                  <c:v>0.2470828145004936</c:v>
                </c:pt>
                <c:pt idx="18200">
                  <c:v>0.24709562683721112</c:v>
                </c:pt>
                <c:pt idx="18201">
                  <c:v>0.2471005466913786</c:v>
                </c:pt>
                <c:pt idx="18202">
                  <c:v>0.24711130102176965</c:v>
                </c:pt>
                <c:pt idx="18203">
                  <c:v>0.24715603918268619</c:v>
                </c:pt>
                <c:pt idx="18204">
                  <c:v>0.24717444971545263</c:v>
                </c:pt>
                <c:pt idx="18205">
                  <c:v>0.24718898323016175</c:v>
                </c:pt>
                <c:pt idx="18206">
                  <c:v>0.24720154095157584</c:v>
                </c:pt>
                <c:pt idx="18207">
                  <c:v>0.2472725981528579</c:v>
                </c:pt>
                <c:pt idx="18208">
                  <c:v>0.24727402242314858</c:v>
                </c:pt>
                <c:pt idx="18209">
                  <c:v>0.24730770976371172</c:v>
                </c:pt>
                <c:pt idx="18210">
                  <c:v>0.24733263645202075</c:v>
                </c:pt>
                <c:pt idx="18211">
                  <c:v>0.24739086308336475</c:v>
                </c:pt>
                <c:pt idx="18212">
                  <c:v>0.2473923251255013</c:v>
                </c:pt>
                <c:pt idx="18213">
                  <c:v>0.24742583719857034</c:v>
                </c:pt>
                <c:pt idx="18214">
                  <c:v>0.24743007775713127</c:v>
                </c:pt>
                <c:pt idx="18215">
                  <c:v>0.24747540747856894</c:v>
                </c:pt>
                <c:pt idx="18216">
                  <c:v>0.24747555348128877</c:v>
                </c:pt>
                <c:pt idx="18217">
                  <c:v>0.24750792808610192</c:v>
                </c:pt>
                <c:pt idx="18218">
                  <c:v>0.24751112198837788</c:v>
                </c:pt>
                <c:pt idx="18219">
                  <c:v>0.24753554557334279</c:v>
                </c:pt>
                <c:pt idx="18220">
                  <c:v>0.24753651214929959</c:v>
                </c:pt>
                <c:pt idx="18221">
                  <c:v>0.24758203277885543</c:v>
                </c:pt>
                <c:pt idx="18222">
                  <c:v>0.2475976883062477</c:v>
                </c:pt>
                <c:pt idx="18223">
                  <c:v>0.24761773985204508</c:v>
                </c:pt>
                <c:pt idx="18224">
                  <c:v>0.24762085864259425</c:v>
                </c:pt>
                <c:pt idx="18225">
                  <c:v>0.2476216307594474</c:v>
                </c:pt>
                <c:pt idx="18226">
                  <c:v>0.24763036922097498</c:v>
                </c:pt>
                <c:pt idx="18227">
                  <c:v>0.24764109544340776</c:v>
                </c:pt>
                <c:pt idx="18228">
                  <c:v>0.2476552231156097</c:v>
                </c:pt>
                <c:pt idx="18229">
                  <c:v>0.24769655894006984</c:v>
                </c:pt>
                <c:pt idx="18230">
                  <c:v>0.24770675266959671</c:v>
                </c:pt>
                <c:pt idx="18231">
                  <c:v>0.2477092707797581</c:v>
                </c:pt>
                <c:pt idx="18232">
                  <c:v>0.24771936448884349</c:v>
                </c:pt>
                <c:pt idx="18233">
                  <c:v>0.24772129338805024</c:v>
                </c:pt>
                <c:pt idx="18234">
                  <c:v>0.24773998188597673</c:v>
                </c:pt>
                <c:pt idx="18235">
                  <c:v>0.24778056873027848</c:v>
                </c:pt>
                <c:pt idx="18236">
                  <c:v>0.24778285935562255</c:v>
                </c:pt>
                <c:pt idx="18237">
                  <c:v>0.24778957583707439</c:v>
                </c:pt>
                <c:pt idx="18238">
                  <c:v>0.24785199742219705</c:v>
                </c:pt>
                <c:pt idx="18239">
                  <c:v>0.2478694501126576</c:v>
                </c:pt>
                <c:pt idx="18240">
                  <c:v>0.24787899341280303</c:v>
                </c:pt>
                <c:pt idx="18241">
                  <c:v>0.24788110263406002</c:v>
                </c:pt>
                <c:pt idx="18242">
                  <c:v>0.24788697233151938</c:v>
                </c:pt>
                <c:pt idx="18243">
                  <c:v>0.24788831206846387</c:v>
                </c:pt>
                <c:pt idx="18244">
                  <c:v>0.24792157810744711</c:v>
                </c:pt>
                <c:pt idx="18245">
                  <c:v>0.24794958300111228</c:v>
                </c:pt>
                <c:pt idx="18246">
                  <c:v>0.24796676596039458</c:v>
                </c:pt>
                <c:pt idx="18247">
                  <c:v>0.24799187394182498</c:v>
                </c:pt>
                <c:pt idx="18248">
                  <c:v>0.24801794786471756</c:v>
                </c:pt>
                <c:pt idx="18249">
                  <c:v>0.2480556286758904</c:v>
                </c:pt>
                <c:pt idx="18250">
                  <c:v>0.24807608440523188</c:v>
                </c:pt>
                <c:pt idx="18251">
                  <c:v>0.24807681185593169</c:v>
                </c:pt>
                <c:pt idx="18252">
                  <c:v>0.24808439902608503</c:v>
                </c:pt>
                <c:pt idx="18253">
                  <c:v>0.24809047196416575</c:v>
                </c:pt>
                <c:pt idx="18254">
                  <c:v>0.24810311944461677</c:v>
                </c:pt>
                <c:pt idx="18255">
                  <c:v>0.24812341274200919</c:v>
                </c:pt>
                <c:pt idx="18256">
                  <c:v>0.24818461167817468</c:v>
                </c:pt>
                <c:pt idx="18257">
                  <c:v>0.24820085179601242</c:v>
                </c:pt>
                <c:pt idx="18258">
                  <c:v>0.24820184164344097</c:v>
                </c:pt>
                <c:pt idx="18259">
                  <c:v>0.24821405609135047</c:v>
                </c:pt>
                <c:pt idx="18260">
                  <c:v>0.24828467576030525</c:v>
                </c:pt>
                <c:pt idx="18261">
                  <c:v>0.24829632258083834</c:v>
                </c:pt>
                <c:pt idx="18262">
                  <c:v>0.24829997768522163</c:v>
                </c:pt>
                <c:pt idx="18263">
                  <c:v>0.24831679663471667</c:v>
                </c:pt>
                <c:pt idx="18264">
                  <c:v>0.24831735572634991</c:v>
                </c:pt>
                <c:pt idx="18265">
                  <c:v>0.24839220532919712</c:v>
                </c:pt>
                <c:pt idx="18266">
                  <c:v>0.24840740265076378</c:v>
                </c:pt>
                <c:pt idx="18267">
                  <c:v>0.24841356011030047</c:v>
                </c:pt>
                <c:pt idx="18268">
                  <c:v>0.24843969432787064</c:v>
                </c:pt>
                <c:pt idx="18269">
                  <c:v>0.24847137714160489</c:v>
                </c:pt>
                <c:pt idx="18270">
                  <c:v>0.24851638287130365</c:v>
                </c:pt>
                <c:pt idx="18271">
                  <c:v>0.24851742917527755</c:v>
                </c:pt>
                <c:pt idx="18272">
                  <c:v>0.2485448648816535</c:v>
                </c:pt>
                <c:pt idx="18273">
                  <c:v>0.24855862501331427</c:v>
                </c:pt>
                <c:pt idx="18274">
                  <c:v>0.24855975567703528</c:v>
                </c:pt>
                <c:pt idx="18275">
                  <c:v>0.24860279321280937</c:v>
                </c:pt>
                <c:pt idx="18276">
                  <c:v>0.24864161104968527</c:v>
                </c:pt>
                <c:pt idx="18277">
                  <c:v>0.24865123264479408</c:v>
                </c:pt>
                <c:pt idx="18278">
                  <c:v>0.2486657893782831</c:v>
                </c:pt>
                <c:pt idx="18279">
                  <c:v>0.24872001656174819</c:v>
                </c:pt>
                <c:pt idx="18280">
                  <c:v>0.2487205076545303</c:v>
                </c:pt>
                <c:pt idx="18281">
                  <c:v>0.24883679643979434</c:v>
                </c:pt>
                <c:pt idx="18282">
                  <c:v>0.24886991238871481</c:v>
                </c:pt>
                <c:pt idx="18283">
                  <c:v>0.24891284646767228</c:v>
                </c:pt>
                <c:pt idx="18284">
                  <c:v>0.24896859705553112</c:v>
                </c:pt>
                <c:pt idx="18285">
                  <c:v>0.24897514132793122</c:v>
                </c:pt>
                <c:pt idx="18286">
                  <c:v>0.24899271283456978</c:v>
                </c:pt>
                <c:pt idx="18287">
                  <c:v>0.24899609027490574</c:v>
                </c:pt>
                <c:pt idx="18288">
                  <c:v>0.24899614378105892</c:v>
                </c:pt>
                <c:pt idx="18289">
                  <c:v>0.24900898842281083</c:v>
                </c:pt>
                <c:pt idx="18290">
                  <c:v>0.24904289783509406</c:v>
                </c:pt>
                <c:pt idx="18291">
                  <c:v>0.24905080849760031</c:v>
                </c:pt>
                <c:pt idx="18292">
                  <c:v>0.24906009238445614</c:v>
                </c:pt>
                <c:pt idx="18293">
                  <c:v>0.24906115571968043</c:v>
                </c:pt>
                <c:pt idx="18294">
                  <c:v>0.24907081247665919</c:v>
                </c:pt>
                <c:pt idx="18295">
                  <c:v>0.24909387070297648</c:v>
                </c:pt>
                <c:pt idx="18296">
                  <c:v>0.2490976903863166</c:v>
                </c:pt>
                <c:pt idx="18297">
                  <c:v>0.24911354488961726</c:v>
                </c:pt>
                <c:pt idx="18298">
                  <c:v>0.24911559893878582</c:v>
                </c:pt>
                <c:pt idx="18299">
                  <c:v>0.24914408225519344</c:v>
                </c:pt>
                <c:pt idx="18300">
                  <c:v>0.24915556845346279</c:v>
                </c:pt>
                <c:pt idx="18301">
                  <c:v>0.2491676346214044</c:v>
                </c:pt>
                <c:pt idx="18302">
                  <c:v>0.24918115472614541</c:v>
                </c:pt>
                <c:pt idx="18303">
                  <c:v>0.24923214843054894</c:v>
                </c:pt>
                <c:pt idx="18304">
                  <c:v>0.24923644331617792</c:v>
                </c:pt>
                <c:pt idx="18305">
                  <c:v>0.2492535821890777</c:v>
                </c:pt>
                <c:pt idx="18306">
                  <c:v>0.24927650582462912</c:v>
                </c:pt>
                <c:pt idx="18307">
                  <c:v>0.24928048841713263</c:v>
                </c:pt>
                <c:pt idx="18308">
                  <c:v>0.24929276603875572</c:v>
                </c:pt>
                <c:pt idx="18309">
                  <c:v>0.24931907704533743</c:v>
                </c:pt>
                <c:pt idx="18310">
                  <c:v>0.24933740808076932</c:v>
                </c:pt>
                <c:pt idx="18311">
                  <c:v>0.24934676511290688</c:v>
                </c:pt>
                <c:pt idx="18312">
                  <c:v>0.24940873177797038</c:v>
                </c:pt>
                <c:pt idx="18313">
                  <c:v>0.24942126032783538</c:v>
                </c:pt>
                <c:pt idx="18314">
                  <c:v>0.24943888955413837</c:v>
                </c:pt>
                <c:pt idx="18315">
                  <c:v>0.24949252976697936</c:v>
                </c:pt>
                <c:pt idx="18316">
                  <c:v>0.24949406761315743</c:v>
                </c:pt>
                <c:pt idx="18317">
                  <c:v>0.24956066537492189</c:v>
                </c:pt>
                <c:pt idx="18318">
                  <c:v>0.24959628102200829</c:v>
                </c:pt>
                <c:pt idx="18319">
                  <c:v>0.24961929234954219</c:v>
                </c:pt>
                <c:pt idx="18320">
                  <c:v>0.24962131416356614</c:v>
                </c:pt>
                <c:pt idx="18321">
                  <c:v>0.24963937471177666</c:v>
                </c:pt>
                <c:pt idx="18322">
                  <c:v>0.24964065532437843</c:v>
                </c:pt>
                <c:pt idx="18323">
                  <c:v>0.24965358197880186</c:v>
                </c:pt>
                <c:pt idx="18324">
                  <c:v>0.24968492483923213</c:v>
                </c:pt>
                <c:pt idx="18325">
                  <c:v>0.24969228870020602</c:v>
                </c:pt>
                <c:pt idx="18326">
                  <c:v>0.24969445755155151</c:v>
                </c:pt>
                <c:pt idx="18327">
                  <c:v>0.24969877282559019</c:v>
                </c:pt>
                <c:pt idx="18328">
                  <c:v>0.24970215698283216</c:v>
                </c:pt>
                <c:pt idx="18329">
                  <c:v>0.24971032177995856</c:v>
                </c:pt>
                <c:pt idx="18330">
                  <c:v>0.24975077185481331</c:v>
                </c:pt>
                <c:pt idx="18331">
                  <c:v>0.24975662150688621</c:v>
                </c:pt>
                <c:pt idx="18332">
                  <c:v>0.24978882447729722</c:v>
                </c:pt>
                <c:pt idx="18333">
                  <c:v>0.24981177797459683</c:v>
                </c:pt>
                <c:pt idx="18334">
                  <c:v>0.24982509496930677</c:v>
                </c:pt>
                <c:pt idx="18335">
                  <c:v>0.24988130035133474</c:v>
                </c:pt>
                <c:pt idx="18336">
                  <c:v>0.24988244797770087</c:v>
                </c:pt>
                <c:pt idx="18337">
                  <c:v>0.24991968761284894</c:v>
                </c:pt>
                <c:pt idx="18338">
                  <c:v>0.24991972113337521</c:v>
                </c:pt>
                <c:pt idx="18339">
                  <c:v>0.24992577273996924</c:v>
                </c:pt>
                <c:pt idx="18340">
                  <c:v>0.24998602147923879</c:v>
                </c:pt>
                <c:pt idx="18341">
                  <c:v>0.24999812585178585</c:v>
                </c:pt>
                <c:pt idx="18342">
                  <c:v>0.25002541954952684</c:v>
                </c:pt>
                <c:pt idx="18343">
                  <c:v>0.25007638574348262</c:v>
                </c:pt>
                <c:pt idx="18344">
                  <c:v>0.25007987659326891</c:v>
                </c:pt>
                <c:pt idx="18345">
                  <c:v>0.25011457799153386</c:v>
                </c:pt>
                <c:pt idx="18346">
                  <c:v>0.25011483849047872</c:v>
                </c:pt>
                <c:pt idx="18347">
                  <c:v>0.25012332884587457</c:v>
                </c:pt>
                <c:pt idx="18348">
                  <c:v>0.25013984274497975</c:v>
                </c:pt>
                <c:pt idx="18349">
                  <c:v>0.25016395825849752</c:v>
                </c:pt>
                <c:pt idx="18350">
                  <c:v>0.25017242307807808</c:v>
                </c:pt>
                <c:pt idx="18351">
                  <c:v>0.25019947080579275</c:v>
                </c:pt>
                <c:pt idx="18352">
                  <c:v>0.2502320699263112</c:v>
                </c:pt>
                <c:pt idx="18353">
                  <c:v>0.25023464261920297</c:v>
                </c:pt>
                <c:pt idx="18354">
                  <c:v>0.25023993854418813</c:v>
                </c:pt>
                <c:pt idx="18355">
                  <c:v>0.25024113589652625</c:v>
                </c:pt>
                <c:pt idx="18356">
                  <c:v>0.25025104313599061</c:v>
                </c:pt>
                <c:pt idx="18357">
                  <c:v>0.25030842476111004</c:v>
                </c:pt>
                <c:pt idx="18358">
                  <c:v>0.25032299099371452</c:v>
                </c:pt>
                <c:pt idx="18359">
                  <c:v>0.25033725466385359</c:v>
                </c:pt>
                <c:pt idx="18360">
                  <c:v>0.25033844819865497</c:v>
                </c:pt>
                <c:pt idx="18361">
                  <c:v>0.2503459233857</c:v>
                </c:pt>
                <c:pt idx="18362">
                  <c:v>0.25037180433335304</c:v>
                </c:pt>
                <c:pt idx="18363">
                  <c:v>0.25038379347503492</c:v>
                </c:pt>
                <c:pt idx="18364">
                  <c:v>0.25040889896732116</c:v>
                </c:pt>
                <c:pt idx="18365">
                  <c:v>0.25041305993810681</c:v>
                </c:pt>
                <c:pt idx="18366">
                  <c:v>0.25042975867111933</c:v>
                </c:pt>
                <c:pt idx="18367">
                  <c:v>0.25043771053596958</c:v>
                </c:pt>
                <c:pt idx="18368">
                  <c:v>0.25044049219228376</c:v>
                </c:pt>
                <c:pt idx="18369">
                  <c:v>0.25044994187058051</c:v>
                </c:pt>
                <c:pt idx="18370">
                  <c:v>0.25045514170124883</c:v>
                </c:pt>
                <c:pt idx="18371">
                  <c:v>0.25046292918119173</c:v>
                </c:pt>
                <c:pt idx="18372">
                  <c:v>0.25046490995130116</c:v>
                </c:pt>
                <c:pt idx="18373">
                  <c:v>0.25048151192232276</c:v>
                </c:pt>
                <c:pt idx="18374">
                  <c:v>0.25048244230109484</c:v>
                </c:pt>
                <c:pt idx="18375">
                  <c:v>0.2505356581094636</c:v>
                </c:pt>
                <c:pt idx="18376">
                  <c:v>0.25054976765328801</c:v>
                </c:pt>
                <c:pt idx="18377">
                  <c:v>0.25055069453180367</c:v>
                </c:pt>
                <c:pt idx="18378">
                  <c:v>0.25055272591986288</c:v>
                </c:pt>
                <c:pt idx="18379">
                  <c:v>0.25060336634926667</c:v>
                </c:pt>
                <c:pt idx="18380">
                  <c:v>0.25061075255338972</c:v>
                </c:pt>
                <c:pt idx="18381">
                  <c:v>0.25061565001616881</c:v>
                </c:pt>
                <c:pt idx="18382">
                  <c:v>0.25062593454244025</c:v>
                </c:pt>
                <c:pt idx="18383">
                  <c:v>0.25063066089347341</c:v>
                </c:pt>
                <c:pt idx="18384">
                  <c:v>0.25063737659852514</c:v>
                </c:pt>
                <c:pt idx="18385">
                  <c:v>0.2506484802657053</c:v>
                </c:pt>
                <c:pt idx="18386">
                  <c:v>0.25065128463977132</c:v>
                </c:pt>
                <c:pt idx="18387">
                  <c:v>0.25065950284566463</c:v>
                </c:pt>
                <c:pt idx="18388">
                  <c:v>0.25067055619507245</c:v>
                </c:pt>
                <c:pt idx="18389">
                  <c:v>0.250741759331706</c:v>
                </c:pt>
                <c:pt idx="18390">
                  <c:v>0.25078966402484132</c:v>
                </c:pt>
                <c:pt idx="18391">
                  <c:v>0.25079150558164659</c:v>
                </c:pt>
                <c:pt idx="18392">
                  <c:v>0.25079688720898347</c:v>
                </c:pt>
                <c:pt idx="18393">
                  <c:v>0.25084210528410683</c:v>
                </c:pt>
                <c:pt idx="18394">
                  <c:v>0.25085314559582217</c:v>
                </c:pt>
                <c:pt idx="18395">
                  <c:v>0.2508741441206766</c:v>
                </c:pt>
                <c:pt idx="18396">
                  <c:v>0.25090174862350473</c:v>
                </c:pt>
                <c:pt idx="18397">
                  <c:v>0.25092514766490304</c:v>
                </c:pt>
                <c:pt idx="18398">
                  <c:v>0.25094906655445587</c:v>
                </c:pt>
                <c:pt idx="18399">
                  <c:v>0.25095001663750532</c:v>
                </c:pt>
                <c:pt idx="18400">
                  <c:v>0.25095225401741078</c:v>
                </c:pt>
                <c:pt idx="18401">
                  <c:v>0.25098483498634905</c:v>
                </c:pt>
                <c:pt idx="18402">
                  <c:v>0.25109143365604519</c:v>
                </c:pt>
                <c:pt idx="18403">
                  <c:v>0.25112072747478148</c:v>
                </c:pt>
                <c:pt idx="18404">
                  <c:v>0.25115301177994187</c:v>
                </c:pt>
                <c:pt idx="18405">
                  <c:v>0.25116721303376133</c:v>
                </c:pt>
                <c:pt idx="18406">
                  <c:v>0.25118499195770921</c:v>
                </c:pt>
                <c:pt idx="18407">
                  <c:v>0.25119976139860567</c:v>
                </c:pt>
                <c:pt idx="18408">
                  <c:v>0.2512112079977567</c:v>
                </c:pt>
                <c:pt idx="18409">
                  <c:v>0.25121224771342648</c:v>
                </c:pt>
                <c:pt idx="18410">
                  <c:v>0.25121898433694939</c:v>
                </c:pt>
                <c:pt idx="18411">
                  <c:v>0.25122028963461401</c:v>
                </c:pt>
                <c:pt idx="18412">
                  <c:v>0.25122305286806018</c:v>
                </c:pt>
                <c:pt idx="18413">
                  <c:v>0.25122748939964956</c:v>
                </c:pt>
                <c:pt idx="18414">
                  <c:v>0.25123388149699244</c:v>
                </c:pt>
                <c:pt idx="18415">
                  <c:v>0.25123633317197086</c:v>
                </c:pt>
                <c:pt idx="18416">
                  <c:v>0.25127203353348926</c:v>
                </c:pt>
                <c:pt idx="18417">
                  <c:v>0.25127807129407381</c:v>
                </c:pt>
                <c:pt idx="18418">
                  <c:v>0.25128045497759466</c:v>
                </c:pt>
                <c:pt idx="18419">
                  <c:v>0.25128490630533978</c:v>
                </c:pt>
                <c:pt idx="18420">
                  <c:v>0.25129184116356457</c:v>
                </c:pt>
                <c:pt idx="18421">
                  <c:v>0.25131016088257141</c:v>
                </c:pt>
                <c:pt idx="18422">
                  <c:v>0.2513530337398886</c:v>
                </c:pt>
                <c:pt idx="18423">
                  <c:v>0.25142046164128812</c:v>
                </c:pt>
                <c:pt idx="18424">
                  <c:v>0.2514289687843087</c:v>
                </c:pt>
                <c:pt idx="18425">
                  <c:v>0.25145799941484437</c:v>
                </c:pt>
                <c:pt idx="18426">
                  <c:v>0.25152445395406214</c:v>
                </c:pt>
                <c:pt idx="18427">
                  <c:v>0.2515322515514285</c:v>
                </c:pt>
                <c:pt idx="18428">
                  <c:v>0.25157325447067441</c:v>
                </c:pt>
                <c:pt idx="18429">
                  <c:v>0.25157932204066613</c:v>
                </c:pt>
                <c:pt idx="18430">
                  <c:v>0.25159318089618332</c:v>
                </c:pt>
                <c:pt idx="18431">
                  <c:v>0.25161404388419117</c:v>
                </c:pt>
                <c:pt idx="18432">
                  <c:v>0.25162827937140919</c:v>
                </c:pt>
                <c:pt idx="18433">
                  <c:v>0.25166294561857216</c:v>
                </c:pt>
                <c:pt idx="18434">
                  <c:v>0.25168476935258338</c:v>
                </c:pt>
                <c:pt idx="18435">
                  <c:v>0.25169814149660646</c:v>
                </c:pt>
                <c:pt idx="18436">
                  <c:v>0.25170556130818922</c:v>
                </c:pt>
                <c:pt idx="18437">
                  <c:v>0.25171521360063559</c:v>
                </c:pt>
                <c:pt idx="18438">
                  <c:v>0.25171852566282282</c:v>
                </c:pt>
                <c:pt idx="18439">
                  <c:v>0.25172558304033649</c:v>
                </c:pt>
                <c:pt idx="18440">
                  <c:v>0.25172930679839417</c:v>
                </c:pt>
                <c:pt idx="18441">
                  <c:v>0.2517494696834538</c:v>
                </c:pt>
                <c:pt idx="18442">
                  <c:v>0.25175475407019371</c:v>
                </c:pt>
                <c:pt idx="18443">
                  <c:v>0.25176999504234288</c:v>
                </c:pt>
                <c:pt idx="18444">
                  <c:v>0.25178112400483493</c:v>
                </c:pt>
                <c:pt idx="18445">
                  <c:v>0.2517820794676261</c:v>
                </c:pt>
                <c:pt idx="18446">
                  <c:v>0.25182358377768005</c:v>
                </c:pt>
                <c:pt idx="18447">
                  <c:v>0.25182520761088889</c:v>
                </c:pt>
                <c:pt idx="18448">
                  <c:v>0.25182692541664725</c:v>
                </c:pt>
                <c:pt idx="18449">
                  <c:v>0.25184444319513472</c:v>
                </c:pt>
                <c:pt idx="18450">
                  <c:v>0.25186909525836265</c:v>
                </c:pt>
                <c:pt idx="18451">
                  <c:v>0.2518805458400471</c:v>
                </c:pt>
                <c:pt idx="18452">
                  <c:v>0.25190379775778104</c:v>
                </c:pt>
                <c:pt idx="18453">
                  <c:v>0.25192154360364583</c:v>
                </c:pt>
                <c:pt idx="18454">
                  <c:v>0.25192912811155072</c:v>
                </c:pt>
                <c:pt idx="18455">
                  <c:v>0.25195496897151554</c:v>
                </c:pt>
                <c:pt idx="18456">
                  <c:v>0.25195741992413212</c:v>
                </c:pt>
                <c:pt idx="18457">
                  <c:v>0.25197803575396749</c:v>
                </c:pt>
                <c:pt idx="18458">
                  <c:v>0.25198432737399795</c:v>
                </c:pt>
                <c:pt idx="18459">
                  <c:v>0.25198975576508026</c:v>
                </c:pt>
                <c:pt idx="18460">
                  <c:v>0.25203342228512388</c:v>
                </c:pt>
                <c:pt idx="18461">
                  <c:v>0.25207170818358565</c:v>
                </c:pt>
                <c:pt idx="18462">
                  <c:v>0.25212064468511458</c:v>
                </c:pt>
                <c:pt idx="18463">
                  <c:v>0.25214036504805498</c:v>
                </c:pt>
                <c:pt idx="18464">
                  <c:v>0.25218399017972959</c:v>
                </c:pt>
                <c:pt idx="18465">
                  <c:v>0.25218778138927511</c:v>
                </c:pt>
                <c:pt idx="18466">
                  <c:v>0.25224175321124936</c:v>
                </c:pt>
                <c:pt idx="18467">
                  <c:v>0.2522644009885795</c:v>
                </c:pt>
                <c:pt idx="18468">
                  <c:v>0.25227003076305932</c:v>
                </c:pt>
                <c:pt idx="18469">
                  <c:v>0.25228648852284447</c:v>
                </c:pt>
                <c:pt idx="18470">
                  <c:v>0.25231284170191526</c:v>
                </c:pt>
                <c:pt idx="18471">
                  <c:v>0.2523334486063098</c:v>
                </c:pt>
                <c:pt idx="18472">
                  <c:v>0.25235898584821187</c:v>
                </c:pt>
                <c:pt idx="18473">
                  <c:v>0.25238459231353438</c:v>
                </c:pt>
                <c:pt idx="18474">
                  <c:v>0.25239789432772902</c:v>
                </c:pt>
                <c:pt idx="18475">
                  <c:v>0.25240505073440078</c:v>
                </c:pt>
                <c:pt idx="18476">
                  <c:v>0.2524077987254752</c:v>
                </c:pt>
                <c:pt idx="18477">
                  <c:v>0.25241811385147189</c:v>
                </c:pt>
                <c:pt idx="18478">
                  <c:v>0.25243175742496088</c:v>
                </c:pt>
                <c:pt idx="18479">
                  <c:v>0.25243349817204158</c:v>
                </c:pt>
                <c:pt idx="18480">
                  <c:v>0.25245468962152079</c:v>
                </c:pt>
                <c:pt idx="18481">
                  <c:v>0.2524565491336771</c:v>
                </c:pt>
                <c:pt idx="18482">
                  <c:v>0.25248942845613448</c:v>
                </c:pt>
                <c:pt idx="18483">
                  <c:v>0.25249457478668097</c:v>
                </c:pt>
                <c:pt idx="18484">
                  <c:v>0.2524971072478035</c:v>
                </c:pt>
                <c:pt idx="18485">
                  <c:v>0.25250129617832417</c:v>
                </c:pt>
                <c:pt idx="18486">
                  <c:v>0.25255500949527193</c:v>
                </c:pt>
                <c:pt idx="18487">
                  <c:v>0.25255814274944244</c:v>
                </c:pt>
                <c:pt idx="18488">
                  <c:v>0.25261601043089632</c:v>
                </c:pt>
                <c:pt idx="18489">
                  <c:v>0.25266453226023911</c:v>
                </c:pt>
                <c:pt idx="18490">
                  <c:v>0.25270351422579312</c:v>
                </c:pt>
                <c:pt idx="18491">
                  <c:v>0.25273746014896553</c:v>
                </c:pt>
                <c:pt idx="18492">
                  <c:v>0.25274293336130277</c:v>
                </c:pt>
                <c:pt idx="18493">
                  <c:v>0.25274355683465971</c:v>
                </c:pt>
                <c:pt idx="18494">
                  <c:v>0.25274682401439069</c:v>
                </c:pt>
                <c:pt idx="18495">
                  <c:v>0.25275532840309373</c:v>
                </c:pt>
                <c:pt idx="18496">
                  <c:v>0.25278256630328727</c:v>
                </c:pt>
                <c:pt idx="18497">
                  <c:v>0.25278752682091915</c:v>
                </c:pt>
                <c:pt idx="18498">
                  <c:v>0.25279161979123382</c:v>
                </c:pt>
                <c:pt idx="18499">
                  <c:v>0.25280796550047885</c:v>
                </c:pt>
                <c:pt idx="18500">
                  <c:v>0.25284538195880146</c:v>
                </c:pt>
                <c:pt idx="18501">
                  <c:v>0.25287010735218107</c:v>
                </c:pt>
                <c:pt idx="18502">
                  <c:v>0.25289286417444767</c:v>
                </c:pt>
                <c:pt idx="18503">
                  <c:v>0.25298554105953763</c:v>
                </c:pt>
                <c:pt idx="18504">
                  <c:v>0.25300514016154607</c:v>
                </c:pt>
                <c:pt idx="18505">
                  <c:v>0.25302042610347614</c:v>
                </c:pt>
                <c:pt idx="18506">
                  <c:v>0.25302064539678432</c:v>
                </c:pt>
                <c:pt idx="18507">
                  <c:v>0.25306023980139708</c:v>
                </c:pt>
                <c:pt idx="18508">
                  <c:v>0.25306452750170388</c:v>
                </c:pt>
                <c:pt idx="18509">
                  <c:v>0.25306985828321882</c:v>
                </c:pt>
                <c:pt idx="18510">
                  <c:v>0.25308621823708749</c:v>
                </c:pt>
                <c:pt idx="18511">
                  <c:v>0.25311030444697347</c:v>
                </c:pt>
                <c:pt idx="18512">
                  <c:v>0.25311052347207597</c:v>
                </c:pt>
                <c:pt idx="18513">
                  <c:v>0.25314890086364428</c:v>
                </c:pt>
                <c:pt idx="18514">
                  <c:v>0.25317531529183102</c:v>
                </c:pt>
                <c:pt idx="18515">
                  <c:v>0.25321276029590001</c:v>
                </c:pt>
                <c:pt idx="18516">
                  <c:v>0.25323697511229398</c:v>
                </c:pt>
                <c:pt idx="18517">
                  <c:v>0.25324588904069351</c:v>
                </c:pt>
                <c:pt idx="18518">
                  <c:v>0.25327380841893243</c:v>
                </c:pt>
                <c:pt idx="18519">
                  <c:v>0.25328361769000696</c:v>
                </c:pt>
                <c:pt idx="18520">
                  <c:v>0.25329082254926799</c:v>
                </c:pt>
                <c:pt idx="18521">
                  <c:v>0.25329331119797732</c:v>
                </c:pt>
                <c:pt idx="18522">
                  <c:v>0.25330996643024006</c:v>
                </c:pt>
                <c:pt idx="18523">
                  <c:v>0.25341205467279226</c:v>
                </c:pt>
                <c:pt idx="18524">
                  <c:v>0.25345808152942495</c:v>
                </c:pt>
                <c:pt idx="18525">
                  <c:v>0.25350366596662971</c:v>
                </c:pt>
                <c:pt idx="18526">
                  <c:v>0.25356905718096084</c:v>
                </c:pt>
                <c:pt idx="18527">
                  <c:v>0.25357741198894584</c:v>
                </c:pt>
                <c:pt idx="18528">
                  <c:v>0.2535795168178781</c:v>
                </c:pt>
                <c:pt idx="18529">
                  <c:v>0.25358705335547793</c:v>
                </c:pt>
                <c:pt idx="18530">
                  <c:v>0.25359373204207702</c:v>
                </c:pt>
                <c:pt idx="18531">
                  <c:v>0.25359751854058177</c:v>
                </c:pt>
                <c:pt idx="18532">
                  <c:v>0.25360038664558576</c:v>
                </c:pt>
                <c:pt idx="18533">
                  <c:v>0.25363938413117365</c:v>
                </c:pt>
                <c:pt idx="18534">
                  <c:v>0.25367624962080637</c:v>
                </c:pt>
                <c:pt idx="18535">
                  <c:v>0.25376379586664799</c:v>
                </c:pt>
                <c:pt idx="18536">
                  <c:v>0.25376827813993907</c:v>
                </c:pt>
                <c:pt idx="18537">
                  <c:v>0.25379838688801365</c:v>
                </c:pt>
                <c:pt idx="18538">
                  <c:v>0.2538049135030484</c:v>
                </c:pt>
                <c:pt idx="18539">
                  <c:v>0.25385995797035454</c:v>
                </c:pt>
                <c:pt idx="18540">
                  <c:v>0.25388354402884616</c:v>
                </c:pt>
                <c:pt idx="18541">
                  <c:v>0.25388670586055551</c:v>
                </c:pt>
                <c:pt idx="18542">
                  <c:v>0.25389706672162055</c:v>
                </c:pt>
                <c:pt idx="18543">
                  <c:v>0.25390405042388048</c:v>
                </c:pt>
                <c:pt idx="18544">
                  <c:v>0.25394181250877851</c:v>
                </c:pt>
                <c:pt idx="18545">
                  <c:v>0.25394237810146325</c:v>
                </c:pt>
                <c:pt idx="18546">
                  <c:v>0.2539450814794002</c:v>
                </c:pt>
                <c:pt idx="18547">
                  <c:v>0.25395150049298171</c:v>
                </c:pt>
                <c:pt idx="18548">
                  <c:v>0.25402295246477741</c:v>
                </c:pt>
                <c:pt idx="18549">
                  <c:v>0.25405957573852861</c:v>
                </c:pt>
                <c:pt idx="18550">
                  <c:v>0.25408925325480214</c:v>
                </c:pt>
                <c:pt idx="18551">
                  <c:v>0.25410007284466124</c:v>
                </c:pt>
                <c:pt idx="18552">
                  <c:v>0.2541001501308281</c:v>
                </c:pt>
                <c:pt idx="18553">
                  <c:v>0.25410206504566896</c:v>
                </c:pt>
                <c:pt idx="18554">
                  <c:v>0.25412885180461403</c:v>
                </c:pt>
                <c:pt idx="18555">
                  <c:v>0.25413080920753228</c:v>
                </c:pt>
                <c:pt idx="18556">
                  <c:v>0.25422016936577713</c:v>
                </c:pt>
                <c:pt idx="18557">
                  <c:v>0.25423394299142693</c:v>
                </c:pt>
                <c:pt idx="18558">
                  <c:v>0.25423532840484447</c:v>
                </c:pt>
                <c:pt idx="18559">
                  <c:v>0.25424051283315824</c:v>
                </c:pt>
                <c:pt idx="18560">
                  <c:v>0.25426853451487968</c:v>
                </c:pt>
                <c:pt idx="18561">
                  <c:v>0.25434956473638221</c:v>
                </c:pt>
                <c:pt idx="18562">
                  <c:v>0.25435054787542105</c:v>
                </c:pt>
                <c:pt idx="18563">
                  <c:v>0.25438019893848451</c:v>
                </c:pt>
                <c:pt idx="18564">
                  <c:v>0.25438253045026732</c:v>
                </c:pt>
                <c:pt idx="18565">
                  <c:v>0.25446766175497487</c:v>
                </c:pt>
                <c:pt idx="18566">
                  <c:v>0.2544711637678867</c:v>
                </c:pt>
                <c:pt idx="18567">
                  <c:v>0.25447311414300672</c:v>
                </c:pt>
                <c:pt idx="18568">
                  <c:v>0.25448779764246465</c:v>
                </c:pt>
                <c:pt idx="18569">
                  <c:v>0.25450041222159964</c:v>
                </c:pt>
                <c:pt idx="18570">
                  <c:v>0.2545359958002546</c:v>
                </c:pt>
                <c:pt idx="18571">
                  <c:v>0.25456807067700649</c:v>
                </c:pt>
                <c:pt idx="18572">
                  <c:v>0.25457007203758708</c:v>
                </c:pt>
                <c:pt idx="18573">
                  <c:v>0.25459863673105437</c:v>
                </c:pt>
                <c:pt idx="18574">
                  <c:v>0.25465921996027308</c:v>
                </c:pt>
                <c:pt idx="18575">
                  <c:v>0.25467643560972097</c:v>
                </c:pt>
                <c:pt idx="18576">
                  <c:v>0.25468112652578229</c:v>
                </c:pt>
                <c:pt idx="18577">
                  <c:v>0.25468652105589823</c:v>
                </c:pt>
                <c:pt idx="18578">
                  <c:v>0.2547123703241238</c:v>
                </c:pt>
                <c:pt idx="18579">
                  <c:v>0.25472152271859738</c:v>
                </c:pt>
                <c:pt idx="18580">
                  <c:v>0.25476358781949204</c:v>
                </c:pt>
                <c:pt idx="18581">
                  <c:v>0.25479148197223245</c:v>
                </c:pt>
                <c:pt idx="18582">
                  <c:v>0.25480274719479867</c:v>
                </c:pt>
                <c:pt idx="18583">
                  <c:v>0.25483229246660627</c:v>
                </c:pt>
                <c:pt idx="18584">
                  <c:v>0.25490922246845032</c:v>
                </c:pt>
                <c:pt idx="18585">
                  <c:v>0.25492263570764806</c:v>
                </c:pt>
                <c:pt idx="18586">
                  <c:v>0.25496585705655522</c:v>
                </c:pt>
                <c:pt idx="18587">
                  <c:v>0.25498866950152893</c:v>
                </c:pt>
                <c:pt idx="18588">
                  <c:v>0.25502813909038369</c:v>
                </c:pt>
                <c:pt idx="18589">
                  <c:v>0.25504957730715183</c:v>
                </c:pt>
                <c:pt idx="18590">
                  <c:v>0.25506378528924639</c:v>
                </c:pt>
                <c:pt idx="18591">
                  <c:v>0.25506784361402379</c:v>
                </c:pt>
                <c:pt idx="18592">
                  <c:v>0.25511996734695697</c:v>
                </c:pt>
                <c:pt idx="18593">
                  <c:v>0.25514817332727507</c:v>
                </c:pt>
                <c:pt idx="18594">
                  <c:v>0.25515999174459597</c:v>
                </c:pt>
                <c:pt idx="18595">
                  <c:v>0.25519128418268111</c:v>
                </c:pt>
                <c:pt idx="18596">
                  <c:v>0.2551914203393249</c:v>
                </c:pt>
                <c:pt idx="18597">
                  <c:v>0.2552017838509143</c:v>
                </c:pt>
                <c:pt idx="18598">
                  <c:v>0.2552103441706946</c:v>
                </c:pt>
                <c:pt idx="18599">
                  <c:v>0.2552164248215999</c:v>
                </c:pt>
                <c:pt idx="18600">
                  <c:v>0.25522037658557417</c:v>
                </c:pt>
                <c:pt idx="18601">
                  <c:v>0.2552489166673475</c:v>
                </c:pt>
                <c:pt idx="18602">
                  <c:v>0.25525457324689976</c:v>
                </c:pt>
                <c:pt idx="18603">
                  <c:v>0.25526056197566493</c:v>
                </c:pt>
                <c:pt idx="18604">
                  <c:v>0.2553007118998904</c:v>
                </c:pt>
                <c:pt idx="18605">
                  <c:v>0.25530132070988254</c:v>
                </c:pt>
                <c:pt idx="18606">
                  <c:v>0.25534647479687866</c:v>
                </c:pt>
                <c:pt idx="18607">
                  <c:v>0.25538101793986623</c:v>
                </c:pt>
                <c:pt idx="18608">
                  <c:v>0.25541621198687581</c:v>
                </c:pt>
                <c:pt idx="18609">
                  <c:v>0.25546297338767104</c:v>
                </c:pt>
                <c:pt idx="18610">
                  <c:v>0.25549965500842498</c:v>
                </c:pt>
                <c:pt idx="18611">
                  <c:v>0.25556058960055256</c:v>
                </c:pt>
                <c:pt idx="18612">
                  <c:v>0.25556901213330668</c:v>
                </c:pt>
                <c:pt idx="18613">
                  <c:v>0.255583351789341</c:v>
                </c:pt>
                <c:pt idx="18614">
                  <c:v>0.25560898737069748</c:v>
                </c:pt>
                <c:pt idx="18615">
                  <c:v>0.25563485248319828</c:v>
                </c:pt>
                <c:pt idx="18616">
                  <c:v>0.25563495289036819</c:v>
                </c:pt>
                <c:pt idx="18617">
                  <c:v>0.25568399551313198</c:v>
                </c:pt>
                <c:pt idx="18618">
                  <c:v>0.25570758825582568</c:v>
                </c:pt>
                <c:pt idx="18619">
                  <c:v>0.25571843529347932</c:v>
                </c:pt>
                <c:pt idx="18620">
                  <c:v>0.2557216955650054</c:v>
                </c:pt>
                <c:pt idx="18621">
                  <c:v>0.25578221394505396</c:v>
                </c:pt>
                <c:pt idx="18622">
                  <c:v>0.25580223067627811</c:v>
                </c:pt>
                <c:pt idx="18623">
                  <c:v>0.25581418423347113</c:v>
                </c:pt>
                <c:pt idx="18624">
                  <c:v>0.25585737882702408</c:v>
                </c:pt>
                <c:pt idx="18625">
                  <c:v>0.25587003529578761</c:v>
                </c:pt>
                <c:pt idx="18626">
                  <c:v>0.25589435084762113</c:v>
                </c:pt>
                <c:pt idx="18627">
                  <c:v>0.25589504222887355</c:v>
                </c:pt>
                <c:pt idx="18628">
                  <c:v>0.25594329858344883</c:v>
                </c:pt>
                <c:pt idx="18629">
                  <c:v>0.25595699457183624</c:v>
                </c:pt>
                <c:pt idx="18630">
                  <c:v>0.25596298512111815</c:v>
                </c:pt>
                <c:pt idx="18631">
                  <c:v>0.25597989049238901</c:v>
                </c:pt>
                <c:pt idx="18632">
                  <c:v>0.25599270986241562</c:v>
                </c:pt>
                <c:pt idx="18633">
                  <c:v>0.25602528616742326</c:v>
                </c:pt>
                <c:pt idx="18634">
                  <c:v>0.25602782718839429</c:v>
                </c:pt>
                <c:pt idx="18635">
                  <c:v>0.2560661151505757</c:v>
                </c:pt>
                <c:pt idx="18636">
                  <c:v>0.25607798904171564</c:v>
                </c:pt>
                <c:pt idx="18637">
                  <c:v>0.25612118755351504</c:v>
                </c:pt>
                <c:pt idx="18638">
                  <c:v>0.25612785143595879</c:v>
                </c:pt>
                <c:pt idx="18639">
                  <c:v>0.25613880493929125</c:v>
                </c:pt>
                <c:pt idx="18640">
                  <c:v>0.2561719610243437</c:v>
                </c:pt>
                <c:pt idx="18641">
                  <c:v>0.25617949532884787</c:v>
                </c:pt>
                <c:pt idx="18642">
                  <c:v>0.25618695251483276</c:v>
                </c:pt>
                <c:pt idx="18643">
                  <c:v>0.25621130432782807</c:v>
                </c:pt>
                <c:pt idx="18644">
                  <c:v>0.25621594131881764</c:v>
                </c:pt>
                <c:pt idx="18645">
                  <c:v>0.25621872593974843</c:v>
                </c:pt>
                <c:pt idx="18646">
                  <c:v>0.25622506110549453</c:v>
                </c:pt>
                <c:pt idx="18647">
                  <c:v>0.25626875602147764</c:v>
                </c:pt>
                <c:pt idx="18648">
                  <c:v>0.25633516644834042</c:v>
                </c:pt>
                <c:pt idx="18649">
                  <c:v>0.25634099524658788</c:v>
                </c:pt>
                <c:pt idx="18650">
                  <c:v>0.25635940425638404</c:v>
                </c:pt>
                <c:pt idx="18651">
                  <c:v>0.25636070884487944</c:v>
                </c:pt>
                <c:pt idx="18652">
                  <c:v>0.25636187559914581</c:v>
                </c:pt>
                <c:pt idx="18653">
                  <c:v>0.25636300065260181</c:v>
                </c:pt>
                <c:pt idx="18654">
                  <c:v>0.25638787952300957</c:v>
                </c:pt>
                <c:pt idx="18655">
                  <c:v>0.25641753669869904</c:v>
                </c:pt>
                <c:pt idx="18656">
                  <c:v>0.2564200373555186</c:v>
                </c:pt>
                <c:pt idx="18657">
                  <c:v>0.25643953359207983</c:v>
                </c:pt>
                <c:pt idx="18658">
                  <c:v>0.2564482933320863</c:v>
                </c:pt>
                <c:pt idx="18659">
                  <c:v>0.25647971969830646</c:v>
                </c:pt>
                <c:pt idx="18660">
                  <c:v>0.25649950296198382</c:v>
                </c:pt>
                <c:pt idx="18661">
                  <c:v>0.25652407897233215</c:v>
                </c:pt>
                <c:pt idx="18662">
                  <c:v>0.25653118902203964</c:v>
                </c:pt>
                <c:pt idx="18663">
                  <c:v>0.25655715670474799</c:v>
                </c:pt>
                <c:pt idx="18664">
                  <c:v>0.25656850841421863</c:v>
                </c:pt>
                <c:pt idx="18665">
                  <c:v>0.25662348052440537</c:v>
                </c:pt>
                <c:pt idx="18666">
                  <c:v>0.25663485207631243</c:v>
                </c:pt>
                <c:pt idx="18667">
                  <c:v>0.2566703825200965</c:v>
                </c:pt>
                <c:pt idx="18668">
                  <c:v>0.25672127154642016</c:v>
                </c:pt>
                <c:pt idx="18669">
                  <c:v>0.25685040631522332</c:v>
                </c:pt>
                <c:pt idx="18670">
                  <c:v>0.25685054200472213</c:v>
                </c:pt>
                <c:pt idx="18671">
                  <c:v>0.25685416037664244</c:v>
                </c:pt>
                <c:pt idx="18672">
                  <c:v>0.2568618292288859</c:v>
                </c:pt>
                <c:pt idx="18673">
                  <c:v>0.25691024491027886</c:v>
                </c:pt>
                <c:pt idx="18674">
                  <c:v>0.25691166135545745</c:v>
                </c:pt>
                <c:pt idx="18675">
                  <c:v>0.25691506627928207</c:v>
                </c:pt>
                <c:pt idx="18676">
                  <c:v>0.25692329827013211</c:v>
                </c:pt>
                <c:pt idx="18677">
                  <c:v>0.25692590837401702</c:v>
                </c:pt>
                <c:pt idx="18678">
                  <c:v>0.25694609357685139</c:v>
                </c:pt>
                <c:pt idx="18679">
                  <c:v>0.25694957528401019</c:v>
                </c:pt>
                <c:pt idx="18680">
                  <c:v>0.25698667197318353</c:v>
                </c:pt>
                <c:pt idx="18681">
                  <c:v>0.25703091061915101</c:v>
                </c:pt>
                <c:pt idx="18682">
                  <c:v>0.25705664288328411</c:v>
                </c:pt>
                <c:pt idx="18683">
                  <c:v>0.25707454249877099</c:v>
                </c:pt>
                <c:pt idx="18684">
                  <c:v>0.25709993042063439</c:v>
                </c:pt>
                <c:pt idx="18685">
                  <c:v>0.25710330983787777</c:v>
                </c:pt>
                <c:pt idx="18686">
                  <c:v>0.25712862522920682</c:v>
                </c:pt>
                <c:pt idx="18687">
                  <c:v>0.25713446910592885</c:v>
                </c:pt>
                <c:pt idx="18688">
                  <c:v>0.25714593534012542</c:v>
                </c:pt>
                <c:pt idx="18689">
                  <c:v>0.25714608346039791</c:v>
                </c:pt>
                <c:pt idx="18690">
                  <c:v>0.25714809371609765</c:v>
                </c:pt>
                <c:pt idx="18691">
                  <c:v>0.25715491842935045</c:v>
                </c:pt>
                <c:pt idx="18692">
                  <c:v>0.25719016585731252</c:v>
                </c:pt>
                <c:pt idx="18693">
                  <c:v>0.25721046600246816</c:v>
                </c:pt>
                <c:pt idx="18694">
                  <c:v>0.25721770480115452</c:v>
                </c:pt>
                <c:pt idx="18695">
                  <c:v>0.25722001285960083</c:v>
                </c:pt>
                <c:pt idx="18696">
                  <c:v>0.25728973797236754</c:v>
                </c:pt>
                <c:pt idx="18697">
                  <c:v>0.25741322638116459</c:v>
                </c:pt>
                <c:pt idx="18698">
                  <c:v>0.25745576016122984</c:v>
                </c:pt>
                <c:pt idx="18699">
                  <c:v>0.25746028260981496</c:v>
                </c:pt>
                <c:pt idx="18700">
                  <c:v>0.2574688133912556</c:v>
                </c:pt>
                <c:pt idx="18701">
                  <c:v>0.25747063168885709</c:v>
                </c:pt>
                <c:pt idx="18702">
                  <c:v>0.25747094639232238</c:v>
                </c:pt>
                <c:pt idx="18703">
                  <c:v>0.25750203668571231</c:v>
                </c:pt>
                <c:pt idx="18704">
                  <c:v>0.25751049871021198</c:v>
                </c:pt>
                <c:pt idx="18705">
                  <c:v>0.25756835564944836</c:v>
                </c:pt>
                <c:pt idx="18706">
                  <c:v>0.25758301209885071</c:v>
                </c:pt>
                <c:pt idx="18707">
                  <c:v>0.25763322104413949</c:v>
                </c:pt>
                <c:pt idx="18708">
                  <c:v>0.25765662975524495</c:v>
                </c:pt>
                <c:pt idx="18709">
                  <c:v>0.25768898550375119</c:v>
                </c:pt>
                <c:pt idx="18710">
                  <c:v>0.25770289492288195</c:v>
                </c:pt>
                <c:pt idx="18711">
                  <c:v>0.25772457244678482</c:v>
                </c:pt>
                <c:pt idx="18712">
                  <c:v>0.25777158613207285</c:v>
                </c:pt>
                <c:pt idx="18713">
                  <c:v>0.25777713658618012</c:v>
                </c:pt>
                <c:pt idx="18714">
                  <c:v>0.25779728873531604</c:v>
                </c:pt>
                <c:pt idx="18715">
                  <c:v>0.25781796064452206</c:v>
                </c:pt>
                <c:pt idx="18716">
                  <c:v>0.25785318033141574</c:v>
                </c:pt>
                <c:pt idx="18717">
                  <c:v>0.25790912294445678</c:v>
                </c:pt>
                <c:pt idx="18718">
                  <c:v>0.2579363479958483</c:v>
                </c:pt>
                <c:pt idx="18719">
                  <c:v>0.25795119215099033</c:v>
                </c:pt>
                <c:pt idx="18720">
                  <c:v>0.25797063012127036</c:v>
                </c:pt>
                <c:pt idx="18721">
                  <c:v>0.25798465652426178</c:v>
                </c:pt>
                <c:pt idx="18722">
                  <c:v>0.25801117038008853</c:v>
                </c:pt>
                <c:pt idx="18723">
                  <c:v>0.25802172904626441</c:v>
                </c:pt>
                <c:pt idx="18724">
                  <c:v>0.25802515904205353</c:v>
                </c:pt>
                <c:pt idx="18725">
                  <c:v>0.2580290678846841</c:v>
                </c:pt>
                <c:pt idx="18726">
                  <c:v>0.25805761734040439</c:v>
                </c:pt>
                <c:pt idx="18727">
                  <c:v>0.25805816071737003</c:v>
                </c:pt>
                <c:pt idx="18728">
                  <c:v>0.25806048591878594</c:v>
                </c:pt>
                <c:pt idx="18729">
                  <c:v>0.2580614546511471</c:v>
                </c:pt>
                <c:pt idx="18730">
                  <c:v>0.25810449674190189</c:v>
                </c:pt>
                <c:pt idx="18731">
                  <c:v>0.25813923310161679</c:v>
                </c:pt>
                <c:pt idx="18732">
                  <c:v>0.25816834184695736</c:v>
                </c:pt>
                <c:pt idx="18733">
                  <c:v>0.25828150490752666</c:v>
                </c:pt>
                <c:pt idx="18734">
                  <c:v>0.25829085009108382</c:v>
                </c:pt>
                <c:pt idx="18735">
                  <c:v>0.25831319430847072</c:v>
                </c:pt>
                <c:pt idx="18736">
                  <c:v>0.25835455079054598</c:v>
                </c:pt>
                <c:pt idx="18737">
                  <c:v>0.25837770800738458</c:v>
                </c:pt>
                <c:pt idx="18738">
                  <c:v>0.25839157135225627</c:v>
                </c:pt>
                <c:pt idx="18739">
                  <c:v>0.25840287503302017</c:v>
                </c:pt>
                <c:pt idx="18740">
                  <c:v>0.25842217396826589</c:v>
                </c:pt>
                <c:pt idx="18741">
                  <c:v>0.25842583015591131</c:v>
                </c:pt>
                <c:pt idx="18742">
                  <c:v>0.25843874204429046</c:v>
                </c:pt>
                <c:pt idx="18743">
                  <c:v>0.25845723884698374</c:v>
                </c:pt>
                <c:pt idx="18744">
                  <c:v>0.25846786068493377</c:v>
                </c:pt>
                <c:pt idx="18745">
                  <c:v>0.25847337513974411</c:v>
                </c:pt>
                <c:pt idx="18746">
                  <c:v>0.25849001382299663</c:v>
                </c:pt>
                <c:pt idx="18747">
                  <c:v>0.25851459302138713</c:v>
                </c:pt>
                <c:pt idx="18748">
                  <c:v>0.25853296580755442</c:v>
                </c:pt>
                <c:pt idx="18749">
                  <c:v>0.25853580850702584</c:v>
                </c:pt>
                <c:pt idx="18750">
                  <c:v>0.25854035949524679</c:v>
                </c:pt>
                <c:pt idx="18751">
                  <c:v>0.25855460018003529</c:v>
                </c:pt>
                <c:pt idx="18752">
                  <c:v>0.25856715068644626</c:v>
                </c:pt>
                <c:pt idx="18753">
                  <c:v>0.25858144319038529</c:v>
                </c:pt>
                <c:pt idx="18754">
                  <c:v>0.25866524405041902</c:v>
                </c:pt>
                <c:pt idx="18755">
                  <c:v>0.25871007975996119</c:v>
                </c:pt>
                <c:pt idx="18756">
                  <c:v>0.25872754909310397</c:v>
                </c:pt>
                <c:pt idx="18757">
                  <c:v>0.25874325629935557</c:v>
                </c:pt>
                <c:pt idx="18758">
                  <c:v>0.25875498912418093</c:v>
                </c:pt>
                <c:pt idx="18759">
                  <c:v>0.25882211692622437</c:v>
                </c:pt>
                <c:pt idx="18760">
                  <c:v>0.25882413464447029</c:v>
                </c:pt>
                <c:pt idx="18761">
                  <c:v>0.25887697722897501</c:v>
                </c:pt>
                <c:pt idx="18762">
                  <c:v>0.2589001365515447</c:v>
                </c:pt>
                <c:pt idx="18763">
                  <c:v>0.25890673289507826</c:v>
                </c:pt>
                <c:pt idx="18764">
                  <c:v>0.25890828529476978</c:v>
                </c:pt>
                <c:pt idx="18765">
                  <c:v>0.25890874778585238</c:v>
                </c:pt>
                <c:pt idx="18766">
                  <c:v>0.25891503959444939</c:v>
                </c:pt>
                <c:pt idx="18767">
                  <c:v>0.25896695586752461</c:v>
                </c:pt>
                <c:pt idx="18768">
                  <c:v>0.25900305307415494</c:v>
                </c:pt>
                <c:pt idx="18769">
                  <c:v>0.25900743149263894</c:v>
                </c:pt>
                <c:pt idx="18770">
                  <c:v>0.25904712030326843</c:v>
                </c:pt>
                <c:pt idx="18771">
                  <c:v>0.25904838911601347</c:v>
                </c:pt>
                <c:pt idx="18772">
                  <c:v>0.25909561083824856</c:v>
                </c:pt>
                <c:pt idx="18773">
                  <c:v>0.25922972339001232</c:v>
                </c:pt>
                <c:pt idx="18774">
                  <c:v>0.25925283313373571</c:v>
                </c:pt>
                <c:pt idx="18775">
                  <c:v>0.2592963951171755</c:v>
                </c:pt>
                <c:pt idx="18776">
                  <c:v>0.25930118369738858</c:v>
                </c:pt>
                <c:pt idx="18777">
                  <c:v>0.25930195079423607</c:v>
                </c:pt>
                <c:pt idx="18778">
                  <c:v>0.25930791287806659</c:v>
                </c:pt>
                <c:pt idx="18779">
                  <c:v>0.25934657082138368</c:v>
                </c:pt>
                <c:pt idx="18780">
                  <c:v>0.25949199412673818</c:v>
                </c:pt>
                <c:pt idx="18781">
                  <c:v>0.25954593999663383</c:v>
                </c:pt>
                <c:pt idx="18782">
                  <c:v>0.25954894402143303</c:v>
                </c:pt>
                <c:pt idx="18783">
                  <c:v>0.25955605120881187</c:v>
                </c:pt>
                <c:pt idx="18784">
                  <c:v>0.25956808765098938</c:v>
                </c:pt>
                <c:pt idx="18785">
                  <c:v>0.25957267480769275</c:v>
                </c:pt>
                <c:pt idx="18786">
                  <c:v>0.25959067838268635</c:v>
                </c:pt>
                <c:pt idx="18787">
                  <c:v>0.2596053094592764</c:v>
                </c:pt>
                <c:pt idx="18788">
                  <c:v>0.25961520571749536</c:v>
                </c:pt>
                <c:pt idx="18789">
                  <c:v>0.25969027678549711</c:v>
                </c:pt>
                <c:pt idx="18790">
                  <c:v>0.25969927258408299</c:v>
                </c:pt>
                <c:pt idx="18791">
                  <c:v>0.25971262010300777</c:v>
                </c:pt>
                <c:pt idx="18792">
                  <c:v>0.25972815823205275</c:v>
                </c:pt>
                <c:pt idx="18793">
                  <c:v>0.25972926492391912</c:v>
                </c:pt>
                <c:pt idx="18794">
                  <c:v>0.2597362402169146</c:v>
                </c:pt>
                <c:pt idx="18795">
                  <c:v>0.2597615843790283</c:v>
                </c:pt>
                <c:pt idx="18796">
                  <c:v>0.25976511879415842</c:v>
                </c:pt>
                <c:pt idx="18797">
                  <c:v>0.25979228101794194</c:v>
                </c:pt>
                <c:pt idx="18798">
                  <c:v>0.25985803762098536</c:v>
                </c:pt>
                <c:pt idx="18799">
                  <c:v>0.25987407205840091</c:v>
                </c:pt>
                <c:pt idx="18800">
                  <c:v>0.25992044343538845</c:v>
                </c:pt>
                <c:pt idx="18801">
                  <c:v>0.25993158070344197</c:v>
                </c:pt>
                <c:pt idx="18802">
                  <c:v>0.25994011456048571</c:v>
                </c:pt>
                <c:pt idx="18803">
                  <c:v>0.25994460404493913</c:v>
                </c:pt>
                <c:pt idx="18804">
                  <c:v>0.25998075852714497</c:v>
                </c:pt>
                <c:pt idx="18805">
                  <c:v>0.25998791371969782</c:v>
                </c:pt>
                <c:pt idx="18806">
                  <c:v>0.26004462719156524</c:v>
                </c:pt>
                <c:pt idx="18807">
                  <c:v>0.2600506608492773</c:v>
                </c:pt>
                <c:pt idx="18808">
                  <c:v>0.2600747280790402</c:v>
                </c:pt>
                <c:pt idx="18809">
                  <c:v>0.26012110982891357</c:v>
                </c:pt>
                <c:pt idx="18810">
                  <c:v>0.26016244514019249</c:v>
                </c:pt>
                <c:pt idx="18811">
                  <c:v>0.26016313356918114</c:v>
                </c:pt>
                <c:pt idx="18812">
                  <c:v>0.2601982925267759</c:v>
                </c:pt>
                <c:pt idx="18813">
                  <c:v>0.26019883267585542</c:v>
                </c:pt>
                <c:pt idx="18814">
                  <c:v>0.26020277956336318</c:v>
                </c:pt>
                <c:pt idx="18815">
                  <c:v>0.26022478094174945</c:v>
                </c:pt>
                <c:pt idx="18816">
                  <c:v>0.26023586436900698</c:v>
                </c:pt>
                <c:pt idx="18817">
                  <c:v>0.2602496163176094</c:v>
                </c:pt>
                <c:pt idx="18818">
                  <c:v>0.2602508156401333</c:v>
                </c:pt>
                <c:pt idx="18819">
                  <c:v>0.26025287159884947</c:v>
                </c:pt>
                <c:pt idx="18820">
                  <c:v>0.26027127964281138</c:v>
                </c:pt>
                <c:pt idx="18821">
                  <c:v>0.26028434848820869</c:v>
                </c:pt>
                <c:pt idx="18822">
                  <c:v>0.26029707626031856</c:v>
                </c:pt>
                <c:pt idx="18823">
                  <c:v>0.26031827268665447</c:v>
                </c:pt>
                <c:pt idx="18824">
                  <c:v>0.26036400165213147</c:v>
                </c:pt>
                <c:pt idx="18825">
                  <c:v>0.26037674001351607</c:v>
                </c:pt>
                <c:pt idx="18826">
                  <c:v>0.26043225683750898</c:v>
                </c:pt>
                <c:pt idx="18827">
                  <c:v>0.26045982101667359</c:v>
                </c:pt>
                <c:pt idx="18828">
                  <c:v>0.2604812413106935</c:v>
                </c:pt>
                <c:pt idx="18829">
                  <c:v>0.26049956848960276</c:v>
                </c:pt>
                <c:pt idx="18830">
                  <c:v>0.26051144958438127</c:v>
                </c:pt>
                <c:pt idx="18831">
                  <c:v>0.26051687443750315</c:v>
                </c:pt>
                <c:pt idx="18832">
                  <c:v>0.26056721359916324</c:v>
                </c:pt>
                <c:pt idx="18833">
                  <c:v>0.26056754583358444</c:v>
                </c:pt>
                <c:pt idx="18834">
                  <c:v>0.26057777415404854</c:v>
                </c:pt>
                <c:pt idx="18835">
                  <c:v>0.26059100500515214</c:v>
                </c:pt>
                <c:pt idx="18836">
                  <c:v>0.26060544944429215</c:v>
                </c:pt>
                <c:pt idx="18837">
                  <c:v>0.26067655760180558</c:v>
                </c:pt>
                <c:pt idx="18838">
                  <c:v>0.2606789830733498</c:v>
                </c:pt>
                <c:pt idx="18839">
                  <c:v>0.26068574670837913</c:v>
                </c:pt>
                <c:pt idx="18840">
                  <c:v>0.26070067938904717</c:v>
                </c:pt>
                <c:pt idx="18841">
                  <c:v>0.26073716223879007</c:v>
                </c:pt>
                <c:pt idx="18842">
                  <c:v>0.26077454210978351</c:v>
                </c:pt>
                <c:pt idx="18843">
                  <c:v>0.26077919633379354</c:v>
                </c:pt>
                <c:pt idx="18844">
                  <c:v>0.26081346285105306</c:v>
                </c:pt>
                <c:pt idx="18845">
                  <c:v>0.26082751995755599</c:v>
                </c:pt>
                <c:pt idx="18846">
                  <c:v>0.26084201014139352</c:v>
                </c:pt>
                <c:pt idx="18847">
                  <c:v>0.26084811200068586</c:v>
                </c:pt>
                <c:pt idx="18848">
                  <c:v>0.26085498975271926</c:v>
                </c:pt>
                <c:pt idx="18849">
                  <c:v>0.26085701672017542</c:v>
                </c:pt>
                <c:pt idx="18850">
                  <c:v>0.26089059863939001</c:v>
                </c:pt>
                <c:pt idx="18851">
                  <c:v>0.26091314675245575</c:v>
                </c:pt>
                <c:pt idx="18852">
                  <c:v>0.26091357732270476</c:v>
                </c:pt>
                <c:pt idx="18853">
                  <c:v>0.26097341945189684</c:v>
                </c:pt>
                <c:pt idx="18854">
                  <c:v>0.26099245272666705</c:v>
                </c:pt>
                <c:pt idx="18855">
                  <c:v>0.2610198551448592</c:v>
                </c:pt>
                <c:pt idx="18856">
                  <c:v>0.26103251245803782</c:v>
                </c:pt>
                <c:pt idx="18857">
                  <c:v>0.26103782417770105</c:v>
                </c:pt>
                <c:pt idx="18858">
                  <c:v>0.2610407541814862</c:v>
                </c:pt>
                <c:pt idx="18859">
                  <c:v>0.26109300933450325</c:v>
                </c:pt>
                <c:pt idx="18860">
                  <c:v>0.26110882080161807</c:v>
                </c:pt>
                <c:pt idx="18861">
                  <c:v>0.26113659251953003</c:v>
                </c:pt>
                <c:pt idx="18862">
                  <c:v>0.26116329030697516</c:v>
                </c:pt>
                <c:pt idx="18863">
                  <c:v>0.26118203883990193</c:v>
                </c:pt>
                <c:pt idx="18864">
                  <c:v>0.26119997580318344</c:v>
                </c:pt>
                <c:pt idx="18865">
                  <c:v>0.26123684793781043</c:v>
                </c:pt>
                <c:pt idx="18866">
                  <c:v>0.26126371255915448</c:v>
                </c:pt>
                <c:pt idx="18867">
                  <c:v>0.26128500102890273</c:v>
                </c:pt>
                <c:pt idx="18868">
                  <c:v>0.26137098521313545</c:v>
                </c:pt>
                <c:pt idx="18869">
                  <c:v>0.26137698378308383</c:v>
                </c:pt>
                <c:pt idx="18870">
                  <c:v>0.26137949366690222</c:v>
                </c:pt>
                <c:pt idx="18871">
                  <c:v>0.26139279297687662</c:v>
                </c:pt>
                <c:pt idx="18872">
                  <c:v>0.26143460936767926</c:v>
                </c:pt>
                <c:pt idx="18873">
                  <c:v>0.26144606789365182</c:v>
                </c:pt>
                <c:pt idx="18874">
                  <c:v>0.26147263354857797</c:v>
                </c:pt>
                <c:pt idx="18875">
                  <c:v>0.2614992755160872</c:v>
                </c:pt>
                <c:pt idx="18876">
                  <c:v>0.26150936410468667</c:v>
                </c:pt>
                <c:pt idx="18877">
                  <c:v>0.26157033963902537</c:v>
                </c:pt>
                <c:pt idx="18878">
                  <c:v>0.2615770946772018</c:v>
                </c:pt>
                <c:pt idx="18879">
                  <c:v>0.26157745799126902</c:v>
                </c:pt>
                <c:pt idx="18880">
                  <c:v>0.26162416354600043</c:v>
                </c:pt>
                <c:pt idx="18881">
                  <c:v>0.26164229418634333</c:v>
                </c:pt>
                <c:pt idx="18882">
                  <c:v>0.26166021767357772</c:v>
                </c:pt>
                <c:pt idx="18883">
                  <c:v>0.26166459949828025</c:v>
                </c:pt>
                <c:pt idx="18884">
                  <c:v>0.26167591663284778</c:v>
                </c:pt>
                <c:pt idx="18885">
                  <c:v>0.26168167263284786</c:v>
                </c:pt>
                <c:pt idx="18886">
                  <c:v>0.26169227273829726</c:v>
                </c:pt>
                <c:pt idx="18887">
                  <c:v>0.26178523536974657</c:v>
                </c:pt>
                <c:pt idx="18888">
                  <c:v>0.26183557533040491</c:v>
                </c:pt>
                <c:pt idx="18889">
                  <c:v>0.26185145706705121</c:v>
                </c:pt>
                <c:pt idx="18890">
                  <c:v>0.26185506076355247</c:v>
                </c:pt>
                <c:pt idx="18891">
                  <c:v>0.26186698727461299</c:v>
                </c:pt>
                <c:pt idx="18892">
                  <c:v>0.26187020489908536</c:v>
                </c:pt>
                <c:pt idx="18893">
                  <c:v>0.26187309284950172</c:v>
                </c:pt>
                <c:pt idx="18894">
                  <c:v>0.26191943139616075</c:v>
                </c:pt>
                <c:pt idx="18895">
                  <c:v>0.2619263746430423</c:v>
                </c:pt>
                <c:pt idx="18896">
                  <c:v>0.26197367138877153</c:v>
                </c:pt>
                <c:pt idx="18897">
                  <c:v>0.26197926343953737</c:v>
                </c:pt>
                <c:pt idx="18898">
                  <c:v>0.26198567308532333</c:v>
                </c:pt>
                <c:pt idx="18899">
                  <c:v>0.26199680232764211</c:v>
                </c:pt>
                <c:pt idx="18900">
                  <c:v>0.26206607066711307</c:v>
                </c:pt>
                <c:pt idx="18901">
                  <c:v>0.26207619756220191</c:v>
                </c:pt>
                <c:pt idx="18902">
                  <c:v>0.26207939162658928</c:v>
                </c:pt>
                <c:pt idx="18903">
                  <c:v>0.26209692114836675</c:v>
                </c:pt>
                <c:pt idx="18904">
                  <c:v>0.26210236195036174</c:v>
                </c:pt>
                <c:pt idx="18905">
                  <c:v>0.26211881919564312</c:v>
                </c:pt>
                <c:pt idx="18906">
                  <c:v>0.26212478928765015</c:v>
                </c:pt>
                <c:pt idx="18907">
                  <c:v>0.26213129891860359</c:v>
                </c:pt>
                <c:pt idx="18908">
                  <c:v>0.26214869353867259</c:v>
                </c:pt>
                <c:pt idx="18909">
                  <c:v>0.26219609609404182</c:v>
                </c:pt>
                <c:pt idx="18910">
                  <c:v>0.26220179856426207</c:v>
                </c:pt>
                <c:pt idx="18911">
                  <c:v>0.26223367932978819</c:v>
                </c:pt>
                <c:pt idx="18912">
                  <c:v>0.26224414723073353</c:v>
                </c:pt>
                <c:pt idx="18913">
                  <c:v>0.26225555990754873</c:v>
                </c:pt>
                <c:pt idx="18914">
                  <c:v>0.26228078929593984</c:v>
                </c:pt>
                <c:pt idx="18915">
                  <c:v>0.2622871065589446</c:v>
                </c:pt>
                <c:pt idx="18916">
                  <c:v>0.26240466798176632</c:v>
                </c:pt>
                <c:pt idx="18917">
                  <c:v>0.26240527963829918</c:v>
                </c:pt>
                <c:pt idx="18918">
                  <c:v>0.26242515203223565</c:v>
                </c:pt>
                <c:pt idx="18919">
                  <c:v>0.26243207557895021</c:v>
                </c:pt>
                <c:pt idx="18920">
                  <c:v>0.2624505203180057</c:v>
                </c:pt>
                <c:pt idx="18921">
                  <c:v>0.26245593152497892</c:v>
                </c:pt>
                <c:pt idx="18922">
                  <c:v>0.26245665998909318</c:v>
                </c:pt>
                <c:pt idx="18923">
                  <c:v>0.26246087682305014</c:v>
                </c:pt>
                <c:pt idx="18924">
                  <c:v>0.26248941261785874</c:v>
                </c:pt>
                <c:pt idx="18925">
                  <c:v>0.2624971816684763</c:v>
                </c:pt>
                <c:pt idx="18926">
                  <c:v>0.2625108984382632</c:v>
                </c:pt>
                <c:pt idx="18927">
                  <c:v>0.26251803431860959</c:v>
                </c:pt>
                <c:pt idx="18928">
                  <c:v>0.26260512245836282</c:v>
                </c:pt>
                <c:pt idx="18929">
                  <c:v>0.26261215955105505</c:v>
                </c:pt>
                <c:pt idx="18930">
                  <c:v>0.26262047198763749</c:v>
                </c:pt>
                <c:pt idx="18931">
                  <c:v>0.26272503576756367</c:v>
                </c:pt>
                <c:pt idx="18932">
                  <c:v>0.2627676107531573</c:v>
                </c:pt>
                <c:pt idx="18933">
                  <c:v>0.26278255909961917</c:v>
                </c:pt>
                <c:pt idx="18934">
                  <c:v>0.26278831195704788</c:v>
                </c:pt>
                <c:pt idx="18935">
                  <c:v>0.26279017460822868</c:v>
                </c:pt>
                <c:pt idx="18936">
                  <c:v>0.26280802839240996</c:v>
                </c:pt>
                <c:pt idx="18937">
                  <c:v>0.26288821628541353</c:v>
                </c:pt>
                <c:pt idx="18938">
                  <c:v>0.26289696384396888</c:v>
                </c:pt>
                <c:pt idx="18939">
                  <c:v>0.26294891244853852</c:v>
                </c:pt>
                <c:pt idx="18940">
                  <c:v>0.26294906866915296</c:v>
                </c:pt>
                <c:pt idx="18941">
                  <c:v>0.26295854335993307</c:v>
                </c:pt>
                <c:pt idx="18942">
                  <c:v>0.26296504642267454</c:v>
                </c:pt>
                <c:pt idx="18943">
                  <c:v>0.26296991302416312</c:v>
                </c:pt>
                <c:pt idx="18944">
                  <c:v>0.26298298561730005</c:v>
                </c:pt>
                <c:pt idx="18945">
                  <c:v>0.26298376577881244</c:v>
                </c:pt>
                <c:pt idx="18946">
                  <c:v>0.26303137717950681</c:v>
                </c:pt>
                <c:pt idx="18947">
                  <c:v>0.26304699883238836</c:v>
                </c:pt>
                <c:pt idx="18948">
                  <c:v>0.26306477263461869</c:v>
                </c:pt>
                <c:pt idx="18949">
                  <c:v>0.26311716793534101</c:v>
                </c:pt>
                <c:pt idx="18950">
                  <c:v>0.26313542591126898</c:v>
                </c:pt>
                <c:pt idx="18951">
                  <c:v>0.26316295397767681</c:v>
                </c:pt>
                <c:pt idx="18952">
                  <c:v>0.26323584232144515</c:v>
                </c:pt>
                <c:pt idx="18953">
                  <c:v>0.26325390975537777</c:v>
                </c:pt>
                <c:pt idx="18954">
                  <c:v>0.26338653354401809</c:v>
                </c:pt>
                <c:pt idx="18955">
                  <c:v>0.2633884600099104</c:v>
                </c:pt>
                <c:pt idx="18956">
                  <c:v>0.26339457669796335</c:v>
                </c:pt>
                <c:pt idx="18957">
                  <c:v>0.26341930413608172</c:v>
                </c:pt>
                <c:pt idx="18958">
                  <c:v>0.26342966853710204</c:v>
                </c:pt>
                <c:pt idx="18959">
                  <c:v>0.26347405969167853</c:v>
                </c:pt>
                <c:pt idx="18960">
                  <c:v>0.2634981826032583</c:v>
                </c:pt>
                <c:pt idx="18961">
                  <c:v>0.26355437410280586</c:v>
                </c:pt>
                <c:pt idx="18962">
                  <c:v>0.26356825981068271</c:v>
                </c:pt>
                <c:pt idx="18963">
                  <c:v>0.26362469251313625</c:v>
                </c:pt>
                <c:pt idx="18964">
                  <c:v>0.2636518757609716</c:v>
                </c:pt>
                <c:pt idx="18965">
                  <c:v>0.26369597326558875</c:v>
                </c:pt>
                <c:pt idx="18966">
                  <c:v>0.26370389710691355</c:v>
                </c:pt>
                <c:pt idx="18967">
                  <c:v>0.26370416165275462</c:v>
                </c:pt>
                <c:pt idx="18968">
                  <c:v>0.263716432617983</c:v>
                </c:pt>
                <c:pt idx="18969">
                  <c:v>0.2637999967448289</c:v>
                </c:pt>
                <c:pt idx="18970">
                  <c:v>0.26382421655800264</c:v>
                </c:pt>
                <c:pt idx="18971">
                  <c:v>0.26383257061274501</c:v>
                </c:pt>
                <c:pt idx="18972">
                  <c:v>0.26385437072538831</c:v>
                </c:pt>
                <c:pt idx="18973">
                  <c:v>0.26389540518930671</c:v>
                </c:pt>
                <c:pt idx="18974">
                  <c:v>0.26390785340348488</c:v>
                </c:pt>
                <c:pt idx="18975">
                  <c:v>0.26393967514913991</c:v>
                </c:pt>
                <c:pt idx="18976">
                  <c:v>0.26397120709711369</c:v>
                </c:pt>
                <c:pt idx="18977">
                  <c:v>0.26406173803166105</c:v>
                </c:pt>
                <c:pt idx="18978">
                  <c:v>0.26410218823713744</c:v>
                </c:pt>
                <c:pt idx="18979">
                  <c:v>0.26412026343481515</c:v>
                </c:pt>
                <c:pt idx="18980">
                  <c:v>0.26413024333626617</c:v>
                </c:pt>
                <c:pt idx="18981">
                  <c:v>0.26414272556817137</c:v>
                </c:pt>
                <c:pt idx="18982">
                  <c:v>0.26419389131064691</c:v>
                </c:pt>
                <c:pt idx="18983">
                  <c:v>0.26421669691866834</c:v>
                </c:pt>
                <c:pt idx="18984">
                  <c:v>0.26424516772128215</c:v>
                </c:pt>
                <c:pt idx="18985">
                  <c:v>0.26425299282029957</c:v>
                </c:pt>
                <c:pt idx="18986">
                  <c:v>0.26425880694899423</c:v>
                </c:pt>
                <c:pt idx="18987">
                  <c:v>0.26426402005338151</c:v>
                </c:pt>
                <c:pt idx="18988">
                  <c:v>0.26427298117712716</c:v>
                </c:pt>
                <c:pt idx="18989">
                  <c:v>0.2642856895695152</c:v>
                </c:pt>
                <c:pt idx="18990">
                  <c:v>0.26430756508355824</c:v>
                </c:pt>
                <c:pt idx="18991">
                  <c:v>0.26432705364730635</c:v>
                </c:pt>
                <c:pt idx="18992">
                  <c:v>0.26433920953405882</c:v>
                </c:pt>
                <c:pt idx="18993">
                  <c:v>0.26441182530048329</c:v>
                </c:pt>
                <c:pt idx="18994">
                  <c:v>0.26441443652299623</c:v>
                </c:pt>
                <c:pt idx="18995">
                  <c:v>0.26450334647124779</c:v>
                </c:pt>
                <c:pt idx="18996">
                  <c:v>0.26450965687059669</c:v>
                </c:pt>
                <c:pt idx="18997">
                  <c:v>0.2645231465571331</c:v>
                </c:pt>
                <c:pt idx="18998">
                  <c:v>0.26456660473539623</c:v>
                </c:pt>
                <c:pt idx="18999">
                  <c:v>0.26462714946046956</c:v>
                </c:pt>
                <c:pt idx="19000">
                  <c:v>0.26463697328384694</c:v>
                </c:pt>
                <c:pt idx="19001">
                  <c:v>0.26464162160897081</c:v>
                </c:pt>
                <c:pt idx="19002">
                  <c:v>0.26465027238989075</c:v>
                </c:pt>
                <c:pt idx="19003">
                  <c:v>0.26466327166467007</c:v>
                </c:pt>
                <c:pt idx="19004">
                  <c:v>0.26470632490472351</c:v>
                </c:pt>
                <c:pt idx="19005">
                  <c:v>0.26470656239317608</c:v>
                </c:pt>
                <c:pt idx="19006">
                  <c:v>0.2647174342424452</c:v>
                </c:pt>
                <c:pt idx="19007">
                  <c:v>0.26474282394873055</c:v>
                </c:pt>
                <c:pt idx="19008">
                  <c:v>0.26477531084490713</c:v>
                </c:pt>
                <c:pt idx="19009">
                  <c:v>0.26478969912740685</c:v>
                </c:pt>
                <c:pt idx="19010">
                  <c:v>0.26482512287120064</c:v>
                </c:pt>
                <c:pt idx="19011">
                  <c:v>0.26483348302396631</c:v>
                </c:pt>
                <c:pt idx="19012">
                  <c:v>0.26489339153206437</c:v>
                </c:pt>
                <c:pt idx="19013">
                  <c:v>0.26490847967593767</c:v>
                </c:pt>
                <c:pt idx="19014">
                  <c:v>0.26501445587170175</c:v>
                </c:pt>
                <c:pt idx="19015">
                  <c:v>0.26503200637706975</c:v>
                </c:pt>
                <c:pt idx="19016">
                  <c:v>0.26503376614283614</c:v>
                </c:pt>
                <c:pt idx="19017">
                  <c:v>0.2650598306518584</c:v>
                </c:pt>
                <c:pt idx="19018">
                  <c:v>0.26509584969890443</c:v>
                </c:pt>
                <c:pt idx="19019">
                  <c:v>0.26509671398760398</c:v>
                </c:pt>
                <c:pt idx="19020">
                  <c:v>0.26513757720533471</c:v>
                </c:pt>
                <c:pt idx="19021">
                  <c:v>0.26514237036222515</c:v>
                </c:pt>
                <c:pt idx="19022">
                  <c:v>0.2651527122277661</c:v>
                </c:pt>
                <c:pt idx="19023">
                  <c:v>0.26517326901415239</c:v>
                </c:pt>
                <c:pt idx="19024">
                  <c:v>0.26519164567834291</c:v>
                </c:pt>
                <c:pt idx="19025">
                  <c:v>0.26519414030037231</c:v>
                </c:pt>
                <c:pt idx="19026">
                  <c:v>0.26521977172726602</c:v>
                </c:pt>
                <c:pt idx="19027">
                  <c:v>0.26524791951582527</c:v>
                </c:pt>
                <c:pt idx="19028">
                  <c:v>0.26525298176372336</c:v>
                </c:pt>
                <c:pt idx="19029">
                  <c:v>0.26526588637520249</c:v>
                </c:pt>
                <c:pt idx="19030">
                  <c:v>0.26527566650115597</c:v>
                </c:pt>
                <c:pt idx="19031">
                  <c:v>0.26528473744322623</c:v>
                </c:pt>
                <c:pt idx="19032">
                  <c:v>0.26529941287596431</c:v>
                </c:pt>
                <c:pt idx="19033">
                  <c:v>0.26534360908047394</c:v>
                </c:pt>
                <c:pt idx="19034">
                  <c:v>0.26534916465126157</c:v>
                </c:pt>
                <c:pt idx="19035">
                  <c:v>0.265360054007796</c:v>
                </c:pt>
                <c:pt idx="19036">
                  <c:v>0.26536306055292863</c:v>
                </c:pt>
                <c:pt idx="19037">
                  <c:v>0.26541248865144285</c:v>
                </c:pt>
                <c:pt idx="19038">
                  <c:v>0.26544859576056296</c:v>
                </c:pt>
                <c:pt idx="19039">
                  <c:v>0.26546353455624394</c:v>
                </c:pt>
                <c:pt idx="19040">
                  <c:v>0.26547443710277729</c:v>
                </c:pt>
                <c:pt idx="19041">
                  <c:v>0.26547535733508992</c:v>
                </c:pt>
                <c:pt idx="19042">
                  <c:v>0.2654879985210285</c:v>
                </c:pt>
                <c:pt idx="19043">
                  <c:v>0.26549873899809362</c:v>
                </c:pt>
                <c:pt idx="19044">
                  <c:v>0.26550579002476837</c:v>
                </c:pt>
                <c:pt idx="19045">
                  <c:v>0.26553089609631148</c:v>
                </c:pt>
                <c:pt idx="19046">
                  <c:v>0.26553275624398953</c:v>
                </c:pt>
                <c:pt idx="19047">
                  <c:v>0.26555320725026643</c:v>
                </c:pt>
                <c:pt idx="19048">
                  <c:v>0.26556594817132945</c:v>
                </c:pt>
                <c:pt idx="19049">
                  <c:v>0.26560839126348595</c:v>
                </c:pt>
                <c:pt idx="19050">
                  <c:v>0.26561242367454085</c:v>
                </c:pt>
                <c:pt idx="19051">
                  <c:v>0.26565703703459853</c:v>
                </c:pt>
                <c:pt idx="19052">
                  <c:v>0.26567090473304861</c:v>
                </c:pt>
                <c:pt idx="19053">
                  <c:v>0.26568431123369579</c:v>
                </c:pt>
                <c:pt idx="19054">
                  <c:v>0.26569811975010998</c:v>
                </c:pt>
                <c:pt idx="19055">
                  <c:v>0.26578222935139811</c:v>
                </c:pt>
                <c:pt idx="19056">
                  <c:v>0.26581156443133025</c:v>
                </c:pt>
                <c:pt idx="19057">
                  <c:v>0.26582249252397849</c:v>
                </c:pt>
                <c:pt idx="19058">
                  <c:v>0.26587017770450805</c:v>
                </c:pt>
                <c:pt idx="19059">
                  <c:v>0.26587130037082424</c:v>
                </c:pt>
                <c:pt idx="19060">
                  <c:v>0.26587303605717422</c:v>
                </c:pt>
                <c:pt idx="19061">
                  <c:v>0.26588138843228487</c:v>
                </c:pt>
                <c:pt idx="19062">
                  <c:v>0.26599764831685324</c:v>
                </c:pt>
                <c:pt idx="19063">
                  <c:v>0.26600255335784356</c:v>
                </c:pt>
                <c:pt idx="19064">
                  <c:v>0.2660262093361534</c:v>
                </c:pt>
                <c:pt idx="19065">
                  <c:v>0.26604199477359686</c:v>
                </c:pt>
                <c:pt idx="19066">
                  <c:v>0.26608616147400049</c:v>
                </c:pt>
                <c:pt idx="19067">
                  <c:v>0.26608761832173017</c:v>
                </c:pt>
                <c:pt idx="19068">
                  <c:v>0.2660876289547221</c:v>
                </c:pt>
                <c:pt idx="19069">
                  <c:v>0.26615293377773525</c:v>
                </c:pt>
                <c:pt idx="19070">
                  <c:v>0.26618415648600036</c:v>
                </c:pt>
                <c:pt idx="19071">
                  <c:v>0.26618537740607984</c:v>
                </c:pt>
                <c:pt idx="19072">
                  <c:v>0.26621439880905517</c:v>
                </c:pt>
                <c:pt idx="19073">
                  <c:v>0.2662207416710935</c:v>
                </c:pt>
                <c:pt idx="19074">
                  <c:v>0.26622520185402693</c:v>
                </c:pt>
                <c:pt idx="19075">
                  <c:v>0.26625350401080877</c:v>
                </c:pt>
                <c:pt idx="19076">
                  <c:v>0.26625502575770127</c:v>
                </c:pt>
                <c:pt idx="19077">
                  <c:v>0.26626879298032413</c:v>
                </c:pt>
                <c:pt idx="19078">
                  <c:v>0.26628223833884512</c:v>
                </c:pt>
                <c:pt idx="19079">
                  <c:v>0.26628445687469349</c:v>
                </c:pt>
                <c:pt idx="19080">
                  <c:v>0.26629664448407508</c:v>
                </c:pt>
                <c:pt idx="19081">
                  <c:v>0.26630609947717565</c:v>
                </c:pt>
                <c:pt idx="19082">
                  <c:v>0.26633204534814064</c:v>
                </c:pt>
                <c:pt idx="19083">
                  <c:v>0.2664383424461827</c:v>
                </c:pt>
                <c:pt idx="19084">
                  <c:v>0.26644832717104272</c:v>
                </c:pt>
                <c:pt idx="19085">
                  <c:v>0.26646368483774485</c:v>
                </c:pt>
                <c:pt idx="19086">
                  <c:v>0.26646830202360305</c:v>
                </c:pt>
                <c:pt idx="19087">
                  <c:v>0.2664844577616976</c:v>
                </c:pt>
                <c:pt idx="19088">
                  <c:v>0.26648817502573718</c:v>
                </c:pt>
                <c:pt idx="19089">
                  <c:v>0.26652327483480831</c:v>
                </c:pt>
                <c:pt idx="19090">
                  <c:v>0.26652366686646217</c:v>
                </c:pt>
                <c:pt idx="19091">
                  <c:v>0.26653473198401717</c:v>
                </c:pt>
                <c:pt idx="19092">
                  <c:v>0.26655596916786861</c:v>
                </c:pt>
                <c:pt idx="19093">
                  <c:v>0.26657559372810369</c:v>
                </c:pt>
                <c:pt idx="19094">
                  <c:v>0.26665221350741319</c:v>
                </c:pt>
                <c:pt idx="19095">
                  <c:v>0.26670825429532141</c:v>
                </c:pt>
                <c:pt idx="19096">
                  <c:v>0.26672847704578367</c:v>
                </c:pt>
                <c:pt idx="19097">
                  <c:v>0.26673942776642651</c:v>
                </c:pt>
                <c:pt idx="19098">
                  <c:v>0.26675496948049415</c:v>
                </c:pt>
                <c:pt idx="19099">
                  <c:v>0.26676135353560937</c:v>
                </c:pt>
                <c:pt idx="19100">
                  <c:v>0.26677774582870145</c:v>
                </c:pt>
                <c:pt idx="19101">
                  <c:v>0.26678817089584295</c:v>
                </c:pt>
                <c:pt idx="19102">
                  <c:v>0.26680711029459747</c:v>
                </c:pt>
                <c:pt idx="19103">
                  <c:v>0.26688984060403459</c:v>
                </c:pt>
                <c:pt idx="19104">
                  <c:v>0.26689112627625483</c:v>
                </c:pt>
                <c:pt idx="19105">
                  <c:v>0.26689294841313999</c:v>
                </c:pt>
                <c:pt idx="19106">
                  <c:v>0.26690936042724089</c:v>
                </c:pt>
                <c:pt idx="19107">
                  <c:v>0.26691354074422596</c:v>
                </c:pt>
                <c:pt idx="19108">
                  <c:v>0.26693636139790916</c:v>
                </c:pt>
                <c:pt idx="19109">
                  <c:v>0.26693919692915019</c:v>
                </c:pt>
                <c:pt idx="19110">
                  <c:v>0.26699237181084151</c:v>
                </c:pt>
                <c:pt idx="19111">
                  <c:v>0.26701125277584314</c:v>
                </c:pt>
                <c:pt idx="19112">
                  <c:v>0.26705430581011558</c:v>
                </c:pt>
                <c:pt idx="19113">
                  <c:v>0.2670839873753646</c:v>
                </c:pt>
                <c:pt idx="19114">
                  <c:v>0.26712527467543568</c:v>
                </c:pt>
                <c:pt idx="19115">
                  <c:v>0.26715853802106115</c:v>
                </c:pt>
                <c:pt idx="19116">
                  <c:v>0.26719544254302985</c:v>
                </c:pt>
                <c:pt idx="19117">
                  <c:v>0.26719627017169711</c:v>
                </c:pt>
                <c:pt idx="19118">
                  <c:v>0.2672026556669449</c:v>
                </c:pt>
                <c:pt idx="19119">
                  <c:v>0.26729574633912545</c:v>
                </c:pt>
                <c:pt idx="19120">
                  <c:v>0.26734874558498833</c:v>
                </c:pt>
                <c:pt idx="19121">
                  <c:v>0.2673600682886012</c:v>
                </c:pt>
                <c:pt idx="19122">
                  <c:v>0.26736790229219376</c:v>
                </c:pt>
                <c:pt idx="19123">
                  <c:v>0.26738057769915191</c:v>
                </c:pt>
                <c:pt idx="19124">
                  <c:v>0.26738617923986746</c:v>
                </c:pt>
                <c:pt idx="19125">
                  <c:v>0.26738682795103558</c:v>
                </c:pt>
                <c:pt idx="19126">
                  <c:v>0.26741525297533802</c:v>
                </c:pt>
                <c:pt idx="19127">
                  <c:v>0.26742309651050866</c:v>
                </c:pt>
                <c:pt idx="19128">
                  <c:v>0.26743127106629416</c:v>
                </c:pt>
                <c:pt idx="19129">
                  <c:v>0.26743565492195581</c:v>
                </c:pt>
                <c:pt idx="19130">
                  <c:v>0.2674508627177668</c:v>
                </c:pt>
                <c:pt idx="19131">
                  <c:v>0.26759853886342327</c:v>
                </c:pt>
                <c:pt idx="19132">
                  <c:v>0.26765690654256624</c:v>
                </c:pt>
                <c:pt idx="19133">
                  <c:v>0.26765714318081835</c:v>
                </c:pt>
                <c:pt idx="19134">
                  <c:v>0.26769622903636314</c:v>
                </c:pt>
                <c:pt idx="19135">
                  <c:v>0.2677391598439755</c:v>
                </c:pt>
                <c:pt idx="19136">
                  <c:v>0.26774899025015325</c:v>
                </c:pt>
                <c:pt idx="19137">
                  <c:v>0.26776975016817767</c:v>
                </c:pt>
                <c:pt idx="19138">
                  <c:v>0.26780201188418806</c:v>
                </c:pt>
                <c:pt idx="19139">
                  <c:v>0.26781600337958983</c:v>
                </c:pt>
                <c:pt idx="19140">
                  <c:v>0.26781874218359325</c:v>
                </c:pt>
                <c:pt idx="19141">
                  <c:v>0.26792578275419909</c:v>
                </c:pt>
                <c:pt idx="19142">
                  <c:v>0.26795501350560125</c:v>
                </c:pt>
                <c:pt idx="19143">
                  <c:v>0.26800926361832306</c:v>
                </c:pt>
                <c:pt idx="19144">
                  <c:v>0.26801183779820803</c:v>
                </c:pt>
                <c:pt idx="19145">
                  <c:v>0.26805494799680452</c:v>
                </c:pt>
                <c:pt idx="19146">
                  <c:v>0.26807022081101628</c:v>
                </c:pt>
                <c:pt idx="19147">
                  <c:v>0.26809234723398107</c:v>
                </c:pt>
                <c:pt idx="19148">
                  <c:v>0.26809243536700439</c:v>
                </c:pt>
                <c:pt idx="19149">
                  <c:v>0.26812537826152461</c:v>
                </c:pt>
                <c:pt idx="19150">
                  <c:v>0.2681713701698033</c:v>
                </c:pt>
                <c:pt idx="19151">
                  <c:v>0.2682381895924239</c:v>
                </c:pt>
                <c:pt idx="19152">
                  <c:v>0.26826221802083544</c:v>
                </c:pt>
                <c:pt idx="19153">
                  <c:v>0.26829461582440628</c:v>
                </c:pt>
                <c:pt idx="19154">
                  <c:v>0.26834881254877729</c:v>
                </c:pt>
                <c:pt idx="19155">
                  <c:v>0.26835905919259617</c:v>
                </c:pt>
                <c:pt idx="19156">
                  <c:v>0.26836505892055534</c:v>
                </c:pt>
                <c:pt idx="19157">
                  <c:v>0.26838362433623369</c:v>
                </c:pt>
                <c:pt idx="19158">
                  <c:v>0.26841726791688664</c:v>
                </c:pt>
                <c:pt idx="19159">
                  <c:v>0.26843371753672068</c:v>
                </c:pt>
                <c:pt idx="19160">
                  <c:v>0.26847099459477464</c:v>
                </c:pt>
                <c:pt idx="19161">
                  <c:v>0.26847731573347527</c:v>
                </c:pt>
                <c:pt idx="19162">
                  <c:v>0.26848401466894734</c:v>
                </c:pt>
                <c:pt idx="19163">
                  <c:v>0.26851620722816449</c:v>
                </c:pt>
                <c:pt idx="19164">
                  <c:v>0.2685186767275462</c:v>
                </c:pt>
                <c:pt idx="19165">
                  <c:v>0.26853243125993032</c:v>
                </c:pt>
                <c:pt idx="19166">
                  <c:v>0.26853686419349715</c:v>
                </c:pt>
                <c:pt idx="19167">
                  <c:v>0.26854315542326873</c:v>
                </c:pt>
                <c:pt idx="19168">
                  <c:v>0.26855832118520095</c:v>
                </c:pt>
                <c:pt idx="19169">
                  <c:v>0.26856660912881725</c:v>
                </c:pt>
                <c:pt idx="19170">
                  <c:v>0.26865071109339911</c:v>
                </c:pt>
                <c:pt idx="19171">
                  <c:v>0.2686606648684734</c:v>
                </c:pt>
                <c:pt idx="19172">
                  <c:v>0.26868514129945381</c:v>
                </c:pt>
                <c:pt idx="19173">
                  <c:v>0.26870287755241301</c:v>
                </c:pt>
                <c:pt idx="19174">
                  <c:v>0.26871978591967877</c:v>
                </c:pt>
                <c:pt idx="19175">
                  <c:v>0.26873106188437779</c:v>
                </c:pt>
                <c:pt idx="19176">
                  <c:v>0.26875412526184617</c:v>
                </c:pt>
                <c:pt idx="19177">
                  <c:v>0.26875581780929397</c:v>
                </c:pt>
                <c:pt idx="19178">
                  <c:v>0.26876130476945048</c:v>
                </c:pt>
                <c:pt idx="19179">
                  <c:v>0.2687777448284327</c:v>
                </c:pt>
                <c:pt idx="19180">
                  <c:v>0.26879043325744861</c:v>
                </c:pt>
                <c:pt idx="19181">
                  <c:v>0.26882467103003793</c:v>
                </c:pt>
                <c:pt idx="19182">
                  <c:v>0.26887991299282143</c:v>
                </c:pt>
                <c:pt idx="19183">
                  <c:v>0.26888870757166028</c:v>
                </c:pt>
                <c:pt idx="19184">
                  <c:v>0.26892400505157393</c:v>
                </c:pt>
                <c:pt idx="19185">
                  <c:v>0.26893426134649639</c:v>
                </c:pt>
                <c:pt idx="19186">
                  <c:v>0.26893640933573604</c:v>
                </c:pt>
                <c:pt idx="19187">
                  <c:v>0.26894400141673702</c:v>
                </c:pt>
                <c:pt idx="19188">
                  <c:v>0.26904538388052029</c:v>
                </c:pt>
                <c:pt idx="19189">
                  <c:v>0.26905719275911344</c:v>
                </c:pt>
                <c:pt idx="19190">
                  <c:v>0.2690574886190305</c:v>
                </c:pt>
                <c:pt idx="19191">
                  <c:v>0.26907629016881668</c:v>
                </c:pt>
                <c:pt idx="19192">
                  <c:v>0.26908848971822896</c:v>
                </c:pt>
                <c:pt idx="19193">
                  <c:v>0.26913112882547247</c:v>
                </c:pt>
                <c:pt idx="19194">
                  <c:v>0.26915434822796019</c:v>
                </c:pt>
                <c:pt idx="19195">
                  <c:v>0.2692304331010742</c:v>
                </c:pt>
                <c:pt idx="19196">
                  <c:v>0.26924103083077638</c:v>
                </c:pt>
                <c:pt idx="19197">
                  <c:v>0.26924293368229307</c:v>
                </c:pt>
                <c:pt idx="19198">
                  <c:v>0.26929622928606134</c:v>
                </c:pt>
                <c:pt idx="19199">
                  <c:v>0.26932989887910458</c:v>
                </c:pt>
                <c:pt idx="19200">
                  <c:v>0.26934654138762809</c:v>
                </c:pt>
                <c:pt idx="19201">
                  <c:v>0.26934740394482354</c:v>
                </c:pt>
                <c:pt idx="19202">
                  <c:v>0.26937565995317259</c:v>
                </c:pt>
                <c:pt idx="19203">
                  <c:v>0.2693774855489795</c:v>
                </c:pt>
                <c:pt idx="19204">
                  <c:v>0.26942243956434353</c:v>
                </c:pt>
                <c:pt idx="19205">
                  <c:v>0.26948134161927173</c:v>
                </c:pt>
                <c:pt idx="19206">
                  <c:v>0.26948781030633434</c:v>
                </c:pt>
                <c:pt idx="19207">
                  <c:v>0.2695016736817416</c:v>
                </c:pt>
                <c:pt idx="19208">
                  <c:v>0.26951272472372373</c:v>
                </c:pt>
                <c:pt idx="19209">
                  <c:v>0.26953287106329149</c:v>
                </c:pt>
                <c:pt idx="19210">
                  <c:v>0.26954152524274355</c:v>
                </c:pt>
                <c:pt idx="19211">
                  <c:v>0.26954625655415831</c:v>
                </c:pt>
                <c:pt idx="19212">
                  <c:v>0.26958856485550459</c:v>
                </c:pt>
                <c:pt idx="19213">
                  <c:v>0.26965773777961027</c:v>
                </c:pt>
                <c:pt idx="19214">
                  <c:v>0.26966787994161984</c:v>
                </c:pt>
                <c:pt idx="19215">
                  <c:v>0.26967153948622852</c:v>
                </c:pt>
                <c:pt idx="19216">
                  <c:v>0.26974401207596449</c:v>
                </c:pt>
                <c:pt idx="19217">
                  <c:v>0.26975303706151399</c:v>
                </c:pt>
                <c:pt idx="19218">
                  <c:v>0.26976193704855173</c:v>
                </c:pt>
                <c:pt idx="19219">
                  <c:v>0.26976680193964092</c:v>
                </c:pt>
                <c:pt idx="19220">
                  <c:v>0.2697740215897021</c:v>
                </c:pt>
                <c:pt idx="19221">
                  <c:v>0.26978879588232979</c:v>
                </c:pt>
                <c:pt idx="19222">
                  <c:v>0.26982182122081921</c:v>
                </c:pt>
                <c:pt idx="19223">
                  <c:v>0.26982774331117865</c:v>
                </c:pt>
                <c:pt idx="19224">
                  <c:v>0.26983306534142193</c:v>
                </c:pt>
                <c:pt idx="19225">
                  <c:v>0.2698359629264428</c:v>
                </c:pt>
                <c:pt idx="19226">
                  <c:v>0.26986080092532433</c:v>
                </c:pt>
                <c:pt idx="19227">
                  <c:v>0.26988440292905419</c:v>
                </c:pt>
                <c:pt idx="19228">
                  <c:v>0.27006823430289362</c:v>
                </c:pt>
                <c:pt idx="19229">
                  <c:v>0.27009253108047943</c:v>
                </c:pt>
                <c:pt idx="19230">
                  <c:v>0.27009400017567692</c:v>
                </c:pt>
                <c:pt idx="19231">
                  <c:v>0.27009860024458421</c:v>
                </c:pt>
                <c:pt idx="19232">
                  <c:v>0.27010049983279644</c:v>
                </c:pt>
                <c:pt idx="19233">
                  <c:v>0.27010947844904631</c:v>
                </c:pt>
                <c:pt idx="19234">
                  <c:v>0.27011530604597561</c:v>
                </c:pt>
                <c:pt idx="19235">
                  <c:v>0.27011603290129704</c:v>
                </c:pt>
                <c:pt idx="19236">
                  <c:v>0.27013722800132584</c:v>
                </c:pt>
                <c:pt idx="19237">
                  <c:v>0.27014479025793514</c:v>
                </c:pt>
                <c:pt idx="19238">
                  <c:v>0.27014701889204318</c:v>
                </c:pt>
                <c:pt idx="19239">
                  <c:v>0.27017158005508934</c:v>
                </c:pt>
                <c:pt idx="19240">
                  <c:v>0.27017218221888195</c:v>
                </c:pt>
                <c:pt idx="19241">
                  <c:v>0.27021706921078198</c:v>
                </c:pt>
                <c:pt idx="19242">
                  <c:v>0.2702591387567233</c:v>
                </c:pt>
                <c:pt idx="19243">
                  <c:v>0.2702594454337382</c:v>
                </c:pt>
                <c:pt idx="19244">
                  <c:v>0.27030021360507772</c:v>
                </c:pt>
                <c:pt idx="19245">
                  <c:v>0.2703077439233082</c:v>
                </c:pt>
                <c:pt idx="19246">
                  <c:v>0.27031244073038496</c:v>
                </c:pt>
                <c:pt idx="19247">
                  <c:v>0.27032239472838554</c:v>
                </c:pt>
                <c:pt idx="19248">
                  <c:v>0.27036231393480903</c:v>
                </c:pt>
                <c:pt idx="19249">
                  <c:v>0.27037955422458121</c:v>
                </c:pt>
                <c:pt idx="19250">
                  <c:v>0.2704175608304209</c:v>
                </c:pt>
                <c:pt idx="19251">
                  <c:v>0.27041968424416263</c:v>
                </c:pt>
                <c:pt idx="19252">
                  <c:v>0.27044206224873646</c:v>
                </c:pt>
                <c:pt idx="19253">
                  <c:v>0.27046570616377758</c:v>
                </c:pt>
                <c:pt idx="19254">
                  <c:v>0.27048266164114027</c:v>
                </c:pt>
                <c:pt idx="19255">
                  <c:v>0.27048808378105421</c:v>
                </c:pt>
                <c:pt idx="19256">
                  <c:v>0.27049600725336359</c:v>
                </c:pt>
                <c:pt idx="19257">
                  <c:v>0.27052445174281509</c:v>
                </c:pt>
                <c:pt idx="19258">
                  <c:v>0.2705540676522733</c:v>
                </c:pt>
                <c:pt idx="19259">
                  <c:v>0.27064934290804965</c:v>
                </c:pt>
                <c:pt idx="19260">
                  <c:v>0.27065226022170807</c:v>
                </c:pt>
                <c:pt idx="19261">
                  <c:v>0.27065581413541678</c:v>
                </c:pt>
                <c:pt idx="19262">
                  <c:v>0.27074633403264364</c:v>
                </c:pt>
                <c:pt idx="19263">
                  <c:v>0.2707607708184111</c:v>
                </c:pt>
                <c:pt idx="19264">
                  <c:v>0.27077291988124647</c:v>
                </c:pt>
                <c:pt idx="19265">
                  <c:v>0.27077381913425747</c:v>
                </c:pt>
                <c:pt idx="19266">
                  <c:v>0.27078245773904003</c:v>
                </c:pt>
                <c:pt idx="19267">
                  <c:v>0.27080847147389991</c:v>
                </c:pt>
                <c:pt idx="19268">
                  <c:v>0.27080882665344935</c:v>
                </c:pt>
                <c:pt idx="19269">
                  <c:v>0.27081121452113094</c:v>
                </c:pt>
                <c:pt idx="19270">
                  <c:v>0.27081310415758647</c:v>
                </c:pt>
                <c:pt idx="19271">
                  <c:v>0.27082134707109745</c:v>
                </c:pt>
                <c:pt idx="19272">
                  <c:v>0.270833566057049</c:v>
                </c:pt>
                <c:pt idx="19273">
                  <c:v>0.27083515351624732</c:v>
                </c:pt>
                <c:pt idx="19274">
                  <c:v>0.27085411196235126</c:v>
                </c:pt>
                <c:pt idx="19275">
                  <c:v>0.27088136628433718</c:v>
                </c:pt>
                <c:pt idx="19276">
                  <c:v>0.2709095076938739</c:v>
                </c:pt>
                <c:pt idx="19277">
                  <c:v>0.27092929114492148</c:v>
                </c:pt>
                <c:pt idx="19278">
                  <c:v>0.27094005359453688</c:v>
                </c:pt>
                <c:pt idx="19279">
                  <c:v>0.27097680402246155</c:v>
                </c:pt>
                <c:pt idx="19280">
                  <c:v>0.2710504297809001</c:v>
                </c:pt>
                <c:pt idx="19281">
                  <c:v>0.27106860160056656</c:v>
                </c:pt>
                <c:pt idx="19282">
                  <c:v>0.27108446969980887</c:v>
                </c:pt>
                <c:pt idx="19283">
                  <c:v>0.2711237767824452</c:v>
                </c:pt>
                <c:pt idx="19284">
                  <c:v>0.27116381318545729</c:v>
                </c:pt>
                <c:pt idx="19285">
                  <c:v>0.2711892685708347</c:v>
                </c:pt>
                <c:pt idx="19286">
                  <c:v>0.27121968244885275</c:v>
                </c:pt>
                <c:pt idx="19287">
                  <c:v>0.27125220357430263</c:v>
                </c:pt>
                <c:pt idx="19288">
                  <c:v>0.27126242805723028</c:v>
                </c:pt>
                <c:pt idx="19289">
                  <c:v>0.2712703147174198</c:v>
                </c:pt>
                <c:pt idx="19290">
                  <c:v>0.271391061888897</c:v>
                </c:pt>
                <c:pt idx="19291">
                  <c:v>0.27142023429291534</c:v>
                </c:pt>
                <c:pt idx="19292">
                  <c:v>0.2714324431991782</c:v>
                </c:pt>
                <c:pt idx="19293">
                  <c:v>0.27143981189453092</c:v>
                </c:pt>
                <c:pt idx="19294">
                  <c:v>0.27147880757166942</c:v>
                </c:pt>
                <c:pt idx="19295">
                  <c:v>0.27148198856824851</c:v>
                </c:pt>
                <c:pt idx="19296">
                  <c:v>0.27150286141435559</c:v>
                </c:pt>
                <c:pt idx="19297">
                  <c:v>0.27152090828534414</c:v>
                </c:pt>
                <c:pt idx="19298">
                  <c:v>0.27153376628303361</c:v>
                </c:pt>
                <c:pt idx="19299">
                  <c:v>0.27154261618970471</c:v>
                </c:pt>
                <c:pt idx="19300">
                  <c:v>0.27155841676190778</c:v>
                </c:pt>
                <c:pt idx="19301">
                  <c:v>0.27156281993996495</c:v>
                </c:pt>
                <c:pt idx="19302">
                  <c:v>0.27156570288292387</c:v>
                </c:pt>
                <c:pt idx="19303">
                  <c:v>0.27158146148230072</c:v>
                </c:pt>
                <c:pt idx="19304">
                  <c:v>0.27160941858001103</c:v>
                </c:pt>
                <c:pt idx="19305">
                  <c:v>0.27163560639516499</c:v>
                </c:pt>
                <c:pt idx="19306">
                  <c:v>0.2717191341764309</c:v>
                </c:pt>
                <c:pt idx="19307">
                  <c:v>0.27172734192722864</c:v>
                </c:pt>
                <c:pt idx="19308">
                  <c:v>0.27173689155607378</c:v>
                </c:pt>
                <c:pt idx="19309">
                  <c:v>0.27178828973061769</c:v>
                </c:pt>
                <c:pt idx="19310">
                  <c:v>0.27180904460274863</c:v>
                </c:pt>
                <c:pt idx="19311">
                  <c:v>0.27181617704942374</c:v>
                </c:pt>
                <c:pt idx="19312">
                  <c:v>0.27181800179626792</c:v>
                </c:pt>
                <c:pt idx="19313">
                  <c:v>0.27185665703383638</c:v>
                </c:pt>
                <c:pt idx="19314">
                  <c:v>0.27187771309296394</c:v>
                </c:pt>
                <c:pt idx="19315">
                  <c:v>0.27188658943594457</c:v>
                </c:pt>
                <c:pt idx="19316">
                  <c:v>0.27189108597915901</c:v>
                </c:pt>
                <c:pt idx="19317">
                  <c:v>0.27189342741962058</c:v>
                </c:pt>
                <c:pt idx="19318">
                  <c:v>0.27190864233823714</c:v>
                </c:pt>
                <c:pt idx="19319">
                  <c:v>0.27191634431722195</c:v>
                </c:pt>
                <c:pt idx="19320">
                  <c:v>0.27194176679069665</c:v>
                </c:pt>
                <c:pt idx="19321">
                  <c:v>0.27194311051410819</c:v>
                </c:pt>
                <c:pt idx="19322">
                  <c:v>0.271949719755401</c:v>
                </c:pt>
                <c:pt idx="19323">
                  <c:v>0.27197963225632843</c:v>
                </c:pt>
                <c:pt idx="19324">
                  <c:v>0.27207972784998397</c:v>
                </c:pt>
                <c:pt idx="19325">
                  <c:v>0.27214466526454206</c:v>
                </c:pt>
                <c:pt idx="19326">
                  <c:v>0.27214665866381693</c:v>
                </c:pt>
                <c:pt idx="19327">
                  <c:v>0.27215396905670058</c:v>
                </c:pt>
                <c:pt idx="19328">
                  <c:v>0.27221744780524398</c:v>
                </c:pt>
                <c:pt idx="19329">
                  <c:v>0.27227035941911415</c:v>
                </c:pt>
                <c:pt idx="19330">
                  <c:v>0.27228259765674734</c:v>
                </c:pt>
                <c:pt idx="19331">
                  <c:v>0.27232665004348738</c:v>
                </c:pt>
                <c:pt idx="19332">
                  <c:v>0.27234737108465584</c:v>
                </c:pt>
                <c:pt idx="19333">
                  <c:v>0.27245113822311812</c:v>
                </c:pt>
                <c:pt idx="19334">
                  <c:v>0.27250531081614621</c:v>
                </c:pt>
                <c:pt idx="19335">
                  <c:v>0.27253736876386936</c:v>
                </c:pt>
                <c:pt idx="19336">
                  <c:v>0.272552484086031</c:v>
                </c:pt>
                <c:pt idx="19337">
                  <c:v>0.27255692927755532</c:v>
                </c:pt>
                <c:pt idx="19338">
                  <c:v>0.27260338108724458</c:v>
                </c:pt>
                <c:pt idx="19339">
                  <c:v>0.27263616495800702</c:v>
                </c:pt>
                <c:pt idx="19340">
                  <c:v>0.27268827269492057</c:v>
                </c:pt>
                <c:pt idx="19341">
                  <c:v>0.27276508705796776</c:v>
                </c:pt>
                <c:pt idx="19342">
                  <c:v>0.27276845826791574</c:v>
                </c:pt>
                <c:pt idx="19343">
                  <c:v>0.27278207259201154</c:v>
                </c:pt>
                <c:pt idx="19344">
                  <c:v>0.27284570940361474</c:v>
                </c:pt>
                <c:pt idx="19345">
                  <c:v>0.272855033275133</c:v>
                </c:pt>
                <c:pt idx="19346">
                  <c:v>0.27289696200047431</c:v>
                </c:pt>
                <c:pt idx="19347">
                  <c:v>0.27295429970236779</c:v>
                </c:pt>
                <c:pt idx="19348">
                  <c:v>0.27296456437939182</c:v>
                </c:pt>
                <c:pt idx="19349">
                  <c:v>0.27303485605293415</c:v>
                </c:pt>
                <c:pt idx="19350">
                  <c:v>0.27304010640800042</c:v>
                </c:pt>
                <c:pt idx="19351">
                  <c:v>0.27307851104992931</c:v>
                </c:pt>
                <c:pt idx="19352">
                  <c:v>0.27309133077052822</c:v>
                </c:pt>
                <c:pt idx="19353">
                  <c:v>0.27317554996034848</c:v>
                </c:pt>
                <c:pt idx="19354">
                  <c:v>0.27320957971382254</c:v>
                </c:pt>
                <c:pt idx="19355">
                  <c:v>0.27321650765575767</c:v>
                </c:pt>
                <c:pt idx="19356">
                  <c:v>0.27327259888141503</c:v>
                </c:pt>
                <c:pt idx="19357">
                  <c:v>0.27331289490719263</c:v>
                </c:pt>
                <c:pt idx="19358">
                  <c:v>0.2733173353150703</c:v>
                </c:pt>
                <c:pt idx="19359">
                  <c:v>0.27332843157209263</c:v>
                </c:pt>
                <c:pt idx="19360">
                  <c:v>0.27334611812346188</c:v>
                </c:pt>
                <c:pt idx="19361">
                  <c:v>0.27336540701205236</c:v>
                </c:pt>
                <c:pt idx="19362">
                  <c:v>0.27337143629220073</c:v>
                </c:pt>
                <c:pt idx="19363">
                  <c:v>0.27338124417684351</c:v>
                </c:pt>
                <c:pt idx="19364">
                  <c:v>0.27343780765382025</c:v>
                </c:pt>
                <c:pt idx="19365">
                  <c:v>0.27350810126005881</c:v>
                </c:pt>
                <c:pt idx="19366">
                  <c:v>0.27355418118872621</c:v>
                </c:pt>
                <c:pt idx="19367">
                  <c:v>0.27356533262050425</c:v>
                </c:pt>
                <c:pt idx="19368">
                  <c:v>0.2735701802469101</c:v>
                </c:pt>
                <c:pt idx="19369">
                  <c:v>0.27361415375226988</c:v>
                </c:pt>
                <c:pt idx="19370">
                  <c:v>0.27362957871876431</c:v>
                </c:pt>
                <c:pt idx="19371">
                  <c:v>0.27364498886104605</c:v>
                </c:pt>
                <c:pt idx="19372">
                  <c:v>0.27370994718473007</c:v>
                </c:pt>
                <c:pt idx="19373">
                  <c:v>0.27378414027833642</c:v>
                </c:pt>
                <c:pt idx="19374">
                  <c:v>0.27378593806282292</c:v>
                </c:pt>
                <c:pt idx="19375">
                  <c:v>0.27379835779406336</c:v>
                </c:pt>
                <c:pt idx="19376">
                  <c:v>0.27381754623308363</c:v>
                </c:pt>
                <c:pt idx="19377">
                  <c:v>0.27383017769955309</c:v>
                </c:pt>
                <c:pt idx="19378">
                  <c:v>0.27383212687989877</c:v>
                </c:pt>
                <c:pt idx="19379">
                  <c:v>0.27388950501986736</c:v>
                </c:pt>
                <c:pt idx="19380">
                  <c:v>0.27389590800426833</c:v>
                </c:pt>
                <c:pt idx="19381">
                  <c:v>0.27391923368904691</c:v>
                </c:pt>
                <c:pt idx="19382">
                  <c:v>0.27393569645275606</c:v>
                </c:pt>
                <c:pt idx="19383">
                  <c:v>0.27393858646905911</c:v>
                </c:pt>
                <c:pt idx="19384">
                  <c:v>0.27394258988488901</c:v>
                </c:pt>
                <c:pt idx="19385">
                  <c:v>0.27396635125469698</c:v>
                </c:pt>
                <c:pt idx="19386">
                  <c:v>0.27396650748711665</c:v>
                </c:pt>
                <c:pt idx="19387">
                  <c:v>0.27397461079124164</c:v>
                </c:pt>
                <c:pt idx="19388">
                  <c:v>0.27397881264452512</c:v>
                </c:pt>
                <c:pt idx="19389">
                  <c:v>0.27410067756113154</c:v>
                </c:pt>
                <c:pt idx="19390">
                  <c:v>0.27413555453549143</c:v>
                </c:pt>
                <c:pt idx="19391">
                  <c:v>0.27417399942976195</c:v>
                </c:pt>
                <c:pt idx="19392">
                  <c:v>0.27421729593985139</c:v>
                </c:pt>
                <c:pt idx="19393">
                  <c:v>0.27421933018416045</c:v>
                </c:pt>
                <c:pt idx="19394">
                  <c:v>0.27422046023199553</c:v>
                </c:pt>
                <c:pt idx="19395">
                  <c:v>0.27424359255609354</c:v>
                </c:pt>
                <c:pt idx="19396">
                  <c:v>0.27424610173303526</c:v>
                </c:pt>
                <c:pt idx="19397">
                  <c:v>0.27425561492812106</c:v>
                </c:pt>
                <c:pt idx="19398">
                  <c:v>0.27430042274470168</c:v>
                </c:pt>
                <c:pt idx="19399">
                  <c:v>0.27431546326357792</c:v>
                </c:pt>
                <c:pt idx="19400">
                  <c:v>0.27438697987113203</c:v>
                </c:pt>
                <c:pt idx="19401">
                  <c:v>0.27441539093685285</c:v>
                </c:pt>
                <c:pt idx="19402">
                  <c:v>0.27441914631419784</c:v>
                </c:pt>
                <c:pt idx="19403">
                  <c:v>0.27442852698634079</c:v>
                </c:pt>
                <c:pt idx="19404">
                  <c:v>0.27443206590865615</c:v>
                </c:pt>
                <c:pt idx="19405">
                  <c:v>0.27444460960851047</c:v>
                </c:pt>
                <c:pt idx="19406">
                  <c:v>0.27452807330024409</c:v>
                </c:pt>
                <c:pt idx="19407">
                  <c:v>0.27460321404057725</c:v>
                </c:pt>
                <c:pt idx="19408">
                  <c:v>0.27461040102241285</c:v>
                </c:pt>
                <c:pt idx="19409">
                  <c:v>0.27464679264311198</c:v>
                </c:pt>
                <c:pt idx="19410">
                  <c:v>0.27467756779816216</c:v>
                </c:pt>
                <c:pt idx="19411">
                  <c:v>0.27468845166924988</c:v>
                </c:pt>
                <c:pt idx="19412">
                  <c:v>0.27469367430476072</c:v>
                </c:pt>
                <c:pt idx="19413">
                  <c:v>0.27469982063704756</c:v>
                </c:pt>
                <c:pt idx="19414">
                  <c:v>0.2747983531312766</c:v>
                </c:pt>
                <c:pt idx="19415">
                  <c:v>0.27488860693032258</c:v>
                </c:pt>
                <c:pt idx="19416">
                  <c:v>0.27498130775799418</c:v>
                </c:pt>
                <c:pt idx="19417">
                  <c:v>0.27504320256211079</c:v>
                </c:pt>
                <c:pt idx="19418">
                  <c:v>0.27504421869364198</c:v>
                </c:pt>
                <c:pt idx="19419">
                  <c:v>0.27506804697612786</c:v>
                </c:pt>
                <c:pt idx="19420">
                  <c:v>0.27511515390361291</c:v>
                </c:pt>
                <c:pt idx="19421">
                  <c:v>0.27513528050778474</c:v>
                </c:pt>
                <c:pt idx="19422">
                  <c:v>0.27513572073148013</c:v>
                </c:pt>
                <c:pt idx="19423">
                  <c:v>0.2751778673142507</c:v>
                </c:pt>
                <c:pt idx="19424">
                  <c:v>0.27520240686826142</c:v>
                </c:pt>
                <c:pt idx="19425">
                  <c:v>0.27521189721558809</c:v>
                </c:pt>
                <c:pt idx="19426">
                  <c:v>0.27522360551802838</c:v>
                </c:pt>
                <c:pt idx="19427">
                  <c:v>0.2752316767458704</c:v>
                </c:pt>
                <c:pt idx="19428">
                  <c:v>0.27523735526631971</c:v>
                </c:pt>
                <c:pt idx="19429">
                  <c:v>0.27528902068159061</c:v>
                </c:pt>
                <c:pt idx="19430">
                  <c:v>0.27529833528178782</c:v>
                </c:pt>
                <c:pt idx="19431">
                  <c:v>0.27534955660863014</c:v>
                </c:pt>
                <c:pt idx="19432">
                  <c:v>0.27535280488224861</c:v>
                </c:pt>
                <c:pt idx="19433">
                  <c:v>0.27538258436928659</c:v>
                </c:pt>
                <c:pt idx="19434">
                  <c:v>0.27540315698689066</c:v>
                </c:pt>
                <c:pt idx="19435">
                  <c:v>0.27540388622234602</c:v>
                </c:pt>
                <c:pt idx="19436">
                  <c:v>0.27542134210246777</c:v>
                </c:pt>
                <c:pt idx="19437">
                  <c:v>0.27544976746119371</c:v>
                </c:pt>
                <c:pt idx="19438">
                  <c:v>0.27545712038066661</c:v>
                </c:pt>
                <c:pt idx="19439">
                  <c:v>0.27546412302651013</c:v>
                </c:pt>
                <c:pt idx="19440">
                  <c:v>0.27548449186929436</c:v>
                </c:pt>
                <c:pt idx="19441">
                  <c:v>0.2754936498420244</c:v>
                </c:pt>
                <c:pt idx="19442">
                  <c:v>0.27550141480161239</c:v>
                </c:pt>
                <c:pt idx="19443">
                  <c:v>0.27551249015691565</c:v>
                </c:pt>
                <c:pt idx="19444">
                  <c:v>0.27552107939391446</c:v>
                </c:pt>
                <c:pt idx="19445">
                  <c:v>0.27553822498762642</c:v>
                </c:pt>
                <c:pt idx="19446">
                  <c:v>0.27555137619820436</c:v>
                </c:pt>
                <c:pt idx="19447">
                  <c:v>0.27556402983077849</c:v>
                </c:pt>
                <c:pt idx="19448">
                  <c:v>0.2756031642401372</c:v>
                </c:pt>
                <c:pt idx="19449">
                  <c:v>0.27560953844185393</c:v>
                </c:pt>
                <c:pt idx="19450">
                  <c:v>0.27568027932115036</c:v>
                </c:pt>
                <c:pt idx="19451">
                  <c:v>0.27568109111382744</c:v>
                </c:pt>
                <c:pt idx="19452">
                  <c:v>0.27568380388674152</c:v>
                </c:pt>
                <c:pt idx="19453">
                  <c:v>0.27570379865805172</c:v>
                </c:pt>
                <c:pt idx="19454">
                  <c:v>0.27570766052102086</c:v>
                </c:pt>
                <c:pt idx="19455">
                  <c:v>0.27571868931109</c:v>
                </c:pt>
                <c:pt idx="19456">
                  <c:v>0.27572117812524083</c:v>
                </c:pt>
                <c:pt idx="19457">
                  <c:v>0.27573311524907446</c:v>
                </c:pt>
                <c:pt idx="19458">
                  <c:v>0.27580273137064731</c:v>
                </c:pt>
                <c:pt idx="19459">
                  <c:v>0.27580984654533713</c:v>
                </c:pt>
                <c:pt idx="19460">
                  <c:v>0.2758601013170211</c:v>
                </c:pt>
                <c:pt idx="19461">
                  <c:v>0.27587786606054227</c:v>
                </c:pt>
                <c:pt idx="19462">
                  <c:v>0.27589207786093778</c:v>
                </c:pt>
                <c:pt idx="19463">
                  <c:v>0.27591782849719027</c:v>
                </c:pt>
                <c:pt idx="19464">
                  <c:v>0.27594598079682126</c:v>
                </c:pt>
                <c:pt idx="19465">
                  <c:v>0.27595554530134853</c:v>
                </c:pt>
                <c:pt idx="19466">
                  <c:v>0.27596192620075277</c:v>
                </c:pt>
                <c:pt idx="19467">
                  <c:v>0.27603533442970324</c:v>
                </c:pt>
                <c:pt idx="19468">
                  <c:v>0.27603553355961774</c:v>
                </c:pt>
                <c:pt idx="19469">
                  <c:v>0.27606323619929418</c:v>
                </c:pt>
                <c:pt idx="19470">
                  <c:v>0.27607311344993102</c:v>
                </c:pt>
                <c:pt idx="19471">
                  <c:v>0.27607524880780748</c:v>
                </c:pt>
                <c:pt idx="19472">
                  <c:v>0.27610791542528557</c:v>
                </c:pt>
                <c:pt idx="19473">
                  <c:v>0.27611114876207865</c:v>
                </c:pt>
                <c:pt idx="19474">
                  <c:v>0.27617652330662296</c:v>
                </c:pt>
                <c:pt idx="19475">
                  <c:v>0.27621376797077951</c:v>
                </c:pt>
                <c:pt idx="19476">
                  <c:v>0.27624752661123969</c:v>
                </c:pt>
                <c:pt idx="19477">
                  <c:v>0.27625238652090933</c:v>
                </c:pt>
                <c:pt idx="19478">
                  <c:v>0.27630605041090084</c:v>
                </c:pt>
                <c:pt idx="19479">
                  <c:v>0.27630778763648034</c:v>
                </c:pt>
                <c:pt idx="19480">
                  <c:v>0.27637824393334592</c:v>
                </c:pt>
                <c:pt idx="19481">
                  <c:v>0.27637864206639134</c:v>
                </c:pt>
                <c:pt idx="19482">
                  <c:v>0.27638342400409738</c:v>
                </c:pt>
                <c:pt idx="19483">
                  <c:v>0.27647568572995751</c:v>
                </c:pt>
                <c:pt idx="19484">
                  <c:v>0.27649123270367487</c:v>
                </c:pt>
                <c:pt idx="19485">
                  <c:v>0.27649443044856936</c:v>
                </c:pt>
                <c:pt idx="19486">
                  <c:v>0.27650506628352178</c:v>
                </c:pt>
                <c:pt idx="19487">
                  <c:v>0.27654618354258353</c:v>
                </c:pt>
                <c:pt idx="19488">
                  <c:v>0.27656526683704441</c:v>
                </c:pt>
                <c:pt idx="19489">
                  <c:v>0.2766324083772036</c:v>
                </c:pt>
                <c:pt idx="19490">
                  <c:v>0.27666353217670714</c:v>
                </c:pt>
                <c:pt idx="19491">
                  <c:v>0.2766807901656117</c:v>
                </c:pt>
                <c:pt idx="19492">
                  <c:v>0.27672968409388898</c:v>
                </c:pt>
                <c:pt idx="19493">
                  <c:v>0.27678142533956862</c:v>
                </c:pt>
                <c:pt idx="19494">
                  <c:v>0.27679523296081948</c:v>
                </c:pt>
                <c:pt idx="19495">
                  <c:v>0.27679911342505126</c:v>
                </c:pt>
                <c:pt idx="19496">
                  <c:v>0.27682452514091532</c:v>
                </c:pt>
                <c:pt idx="19497">
                  <c:v>0.27683064754689435</c:v>
                </c:pt>
                <c:pt idx="19498">
                  <c:v>0.27683764581139214</c:v>
                </c:pt>
                <c:pt idx="19499">
                  <c:v>0.27683805845718507</c:v>
                </c:pt>
                <c:pt idx="19500">
                  <c:v>0.27684247801702061</c:v>
                </c:pt>
                <c:pt idx="19501">
                  <c:v>0.27688937721955426</c:v>
                </c:pt>
                <c:pt idx="19502">
                  <c:v>0.27693845971697101</c:v>
                </c:pt>
                <c:pt idx="19503">
                  <c:v>0.27694215183204829</c:v>
                </c:pt>
                <c:pt idx="19504">
                  <c:v>0.27696128726276331</c:v>
                </c:pt>
                <c:pt idx="19505">
                  <c:v>0.27696186622938263</c:v>
                </c:pt>
                <c:pt idx="19506">
                  <c:v>0.27696911799925916</c:v>
                </c:pt>
                <c:pt idx="19507">
                  <c:v>0.27703899781602831</c:v>
                </c:pt>
                <c:pt idx="19508">
                  <c:v>0.27705979568295525</c:v>
                </c:pt>
                <c:pt idx="19509">
                  <c:v>0.27711048392812426</c:v>
                </c:pt>
                <c:pt idx="19510">
                  <c:v>0.277146192011332</c:v>
                </c:pt>
                <c:pt idx="19511">
                  <c:v>0.27715176856988738</c:v>
                </c:pt>
                <c:pt idx="19512">
                  <c:v>0.27717317383226536</c:v>
                </c:pt>
                <c:pt idx="19513">
                  <c:v>0.27730968091404629</c:v>
                </c:pt>
                <c:pt idx="19514">
                  <c:v>0.27731213070201766</c:v>
                </c:pt>
                <c:pt idx="19515">
                  <c:v>0.27740238511452453</c:v>
                </c:pt>
                <c:pt idx="19516">
                  <c:v>0.27743127652738597</c:v>
                </c:pt>
                <c:pt idx="19517">
                  <c:v>0.27743870645680918</c:v>
                </c:pt>
                <c:pt idx="19518">
                  <c:v>0.27747254056049181</c:v>
                </c:pt>
                <c:pt idx="19519">
                  <c:v>0.27748007907523686</c:v>
                </c:pt>
                <c:pt idx="19520">
                  <c:v>0.27748849204155324</c:v>
                </c:pt>
                <c:pt idx="19521">
                  <c:v>0.27749089380685787</c:v>
                </c:pt>
                <c:pt idx="19522">
                  <c:v>0.27759257972970935</c:v>
                </c:pt>
                <c:pt idx="19523">
                  <c:v>0.27764697997131776</c:v>
                </c:pt>
                <c:pt idx="19524">
                  <c:v>0.27766879605592248</c:v>
                </c:pt>
                <c:pt idx="19525">
                  <c:v>0.27767345928633314</c:v>
                </c:pt>
                <c:pt idx="19526">
                  <c:v>0.27768744207136542</c:v>
                </c:pt>
                <c:pt idx="19527">
                  <c:v>0.27774231936134558</c:v>
                </c:pt>
                <c:pt idx="19528">
                  <c:v>0.27776861040677775</c:v>
                </c:pt>
                <c:pt idx="19529">
                  <c:v>0.27788898614829644</c:v>
                </c:pt>
                <c:pt idx="19530">
                  <c:v>0.27793811507849275</c:v>
                </c:pt>
                <c:pt idx="19531">
                  <c:v>0.27795228889449525</c:v>
                </c:pt>
                <c:pt idx="19532">
                  <c:v>0.27799077414154999</c:v>
                </c:pt>
                <c:pt idx="19533">
                  <c:v>0.27800284694261451</c:v>
                </c:pt>
                <c:pt idx="19534">
                  <c:v>0.27800446044609162</c:v>
                </c:pt>
                <c:pt idx="19535">
                  <c:v>0.27800469183438958</c:v>
                </c:pt>
                <c:pt idx="19536">
                  <c:v>0.27801496246866769</c:v>
                </c:pt>
                <c:pt idx="19537">
                  <c:v>0.27801612118703556</c:v>
                </c:pt>
                <c:pt idx="19538">
                  <c:v>0.27803413996835052</c:v>
                </c:pt>
                <c:pt idx="19539">
                  <c:v>0.27803889828842071</c:v>
                </c:pt>
                <c:pt idx="19540">
                  <c:v>0.27809526009436514</c:v>
                </c:pt>
                <c:pt idx="19541">
                  <c:v>0.27810354636243823</c:v>
                </c:pt>
                <c:pt idx="19542">
                  <c:v>0.27810754000536647</c:v>
                </c:pt>
                <c:pt idx="19543">
                  <c:v>0.27812496968407191</c:v>
                </c:pt>
                <c:pt idx="19544">
                  <c:v>0.27813956471843043</c:v>
                </c:pt>
                <c:pt idx="19545">
                  <c:v>0.27815368322914347</c:v>
                </c:pt>
                <c:pt idx="19546">
                  <c:v>0.27815449428187305</c:v>
                </c:pt>
                <c:pt idx="19547">
                  <c:v>0.27817926936700121</c:v>
                </c:pt>
                <c:pt idx="19548">
                  <c:v>0.27819358022763502</c:v>
                </c:pt>
                <c:pt idx="19549">
                  <c:v>0.27821745975394996</c:v>
                </c:pt>
                <c:pt idx="19550">
                  <c:v>0.27823755147504525</c:v>
                </c:pt>
                <c:pt idx="19551">
                  <c:v>0.27828492996818316</c:v>
                </c:pt>
                <c:pt idx="19552">
                  <c:v>0.27830513485456299</c:v>
                </c:pt>
                <c:pt idx="19553">
                  <c:v>0.27831571095654606</c:v>
                </c:pt>
                <c:pt idx="19554">
                  <c:v>0.27837432360155051</c:v>
                </c:pt>
                <c:pt idx="19555">
                  <c:v>0.27842770280095774</c:v>
                </c:pt>
                <c:pt idx="19556">
                  <c:v>0.27843678062081362</c:v>
                </c:pt>
                <c:pt idx="19557">
                  <c:v>0.27844880873633954</c:v>
                </c:pt>
                <c:pt idx="19558">
                  <c:v>0.27845058309263004</c:v>
                </c:pt>
                <c:pt idx="19559">
                  <c:v>0.27846153180521682</c:v>
                </c:pt>
                <c:pt idx="19560">
                  <c:v>0.27848649829581473</c:v>
                </c:pt>
                <c:pt idx="19561">
                  <c:v>0.27849702729039133</c:v>
                </c:pt>
                <c:pt idx="19562">
                  <c:v>0.2785067171431207</c:v>
                </c:pt>
                <c:pt idx="19563">
                  <c:v>0.27851013872069169</c:v>
                </c:pt>
                <c:pt idx="19564">
                  <c:v>0.27852041496594909</c:v>
                </c:pt>
                <c:pt idx="19565">
                  <c:v>0.27855890291118224</c:v>
                </c:pt>
                <c:pt idx="19566">
                  <c:v>0.27855913019667256</c:v>
                </c:pt>
                <c:pt idx="19567">
                  <c:v>0.27857973360290644</c:v>
                </c:pt>
                <c:pt idx="19568">
                  <c:v>0.27859696701698583</c:v>
                </c:pt>
                <c:pt idx="19569">
                  <c:v>0.27861340566955872</c:v>
                </c:pt>
                <c:pt idx="19570">
                  <c:v>0.27862021298917389</c:v>
                </c:pt>
                <c:pt idx="19571">
                  <c:v>0.27862095911445089</c:v>
                </c:pt>
                <c:pt idx="19572">
                  <c:v>0.27862982718257412</c:v>
                </c:pt>
                <c:pt idx="19573">
                  <c:v>0.27863565311229965</c:v>
                </c:pt>
                <c:pt idx="19574">
                  <c:v>0.27866211827854359</c:v>
                </c:pt>
                <c:pt idx="19575">
                  <c:v>0.27867478754391528</c:v>
                </c:pt>
                <c:pt idx="19576">
                  <c:v>0.278796186828911</c:v>
                </c:pt>
                <c:pt idx="19577">
                  <c:v>0.27885012055246622</c:v>
                </c:pt>
                <c:pt idx="19578">
                  <c:v>0.27887830283614051</c:v>
                </c:pt>
                <c:pt idx="19579">
                  <c:v>0.27890193835876287</c:v>
                </c:pt>
                <c:pt idx="19580">
                  <c:v>0.27892481334312119</c:v>
                </c:pt>
                <c:pt idx="19581">
                  <c:v>0.27896453573722607</c:v>
                </c:pt>
                <c:pt idx="19582">
                  <c:v>0.27897708613597461</c:v>
                </c:pt>
                <c:pt idx="19583">
                  <c:v>0.27898081561148047</c:v>
                </c:pt>
                <c:pt idx="19584">
                  <c:v>0.2790962916009847</c:v>
                </c:pt>
                <c:pt idx="19585">
                  <c:v>0.27910151468829864</c:v>
                </c:pt>
                <c:pt idx="19586">
                  <c:v>0.27912214777343552</c:v>
                </c:pt>
                <c:pt idx="19587">
                  <c:v>0.2791542080932905</c:v>
                </c:pt>
                <c:pt idx="19588">
                  <c:v>0.27915450577863221</c:v>
                </c:pt>
                <c:pt idx="19589">
                  <c:v>0.27915674640502314</c:v>
                </c:pt>
                <c:pt idx="19590">
                  <c:v>0.27915846871961991</c:v>
                </c:pt>
                <c:pt idx="19591">
                  <c:v>0.27917468313555538</c:v>
                </c:pt>
                <c:pt idx="19592">
                  <c:v>0.2791790609234216</c:v>
                </c:pt>
                <c:pt idx="19593">
                  <c:v>0.2792177795585285</c:v>
                </c:pt>
                <c:pt idx="19594">
                  <c:v>0.27926619276683556</c:v>
                </c:pt>
                <c:pt idx="19595">
                  <c:v>0.27927928878204072</c:v>
                </c:pt>
                <c:pt idx="19596">
                  <c:v>0.27928346735920395</c:v>
                </c:pt>
                <c:pt idx="19597">
                  <c:v>0.27929608099315967</c:v>
                </c:pt>
                <c:pt idx="19598">
                  <c:v>0.27935817656586204</c:v>
                </c:pt>
                <c:pt idx="19599">
                  <c:v>0.27937171881155576</c:v>
                </c:pt>
                <c:pt idx="19600">
                  <c:v>0.27938874905873318</c:v>
                </c:pt>
                <c:pt idx="19601">
                  <c:v>0.27943369308664928</c:v>
                </c:pt>
                <c:pt idx="19602">
                  <c:v>0.27943601508574617</c:v>
                </c:pt>
                <c:pt idx="19603">
                  <c:v>0.27945058093302438</c:v>
                </c:pt>
                <c:pt idx="19604">
                  <c:v>0.27945819858322318</c:v>
                </c:pt>
                <c:pt idx="19605">
                  <c:v>0.27948006774620077</c:v>
                </c:pt>
                <c:pt idx="19606">
                  <c:v>0.27948656974791208</c:v>
                </c:pt>
                <c:pt idx="19607">
                  <c:v>0.27952191603491838</c:v>
                </c:pt>
                <c:pt idx="19608">
                  <c:v>0.27953561205145788</c:v>
                </c:pt>
                <c:pt idx="19609">
                  <c:v>0.27957599599999966</c:v>
                </c:pt>
                <c:pt idx="19610">
                  <c:v>0.27957875679312372</c:v>
                </c:pt>
                <c:pt idx="19611">
                  <c:v>0.27958216205246039</c:v>
                </c:pt>
                <c:pt idx="19612">
                  <c:v>0.27962567796920251</c:v>
                </c:pt>
                <c:pt idx="19613">
                  <c:v>0.27966345944186777</c:v>
                </c:pt>
                <c:pt idx="19614">
                  <c:v>0.27968735088953395</c:v>
                </c:pt>
                <c:pt idx="19615">
                  <c:v>0.27971762018127916</c:v>
                </c:pt>
                <c:pt idx="19616">
                  <c:v>0.27974096621367778</c:v>
                </c:pt>
                <c:pt idx="19617">
                  <c:v>0.27979518865380709</c:v>
                </c:pt>
                <c:pt idx="19618">
                  <c:v>0.27983208135565629</c:v>
                </c:pt>
                <c:pt idx="19619">
                  <c:v>0.27983277586375105</c:v>
                </c:pt>
                <c:pt idx="19620">
                  <c:v>0.27984185414933282</c:v>
                </c:pt>
                <c:pt idx="19621">
                  <c:v>0.27986299316420821</c:v>
                </c:pt>
                <c:pt idx="19622">
                  <c:v>0.2799017551865855</c:v>
                </c:pt>
                <c:pt idx="19623">
                  <c:v>0.27991562468029829</c:v>
                </c:pt>
                <c:pt idx="19624">
                  <c:v>0.27994035436211467</c:v>
                </c:pt>
                <c:pt idx="19625">
                  <c:v>0.28000107155092319</c:v>
                </c:pt>
                <c:pt idx="19626">
                  <c:v>0.28000132948075063</c:v>
                </c:pt>
                <c:pt idx="19627">
                  <c:v>0.28001119306412808</c:v>
                </c:pt>
                <c:pt idx="19628">
                  <c:v>0.2800621514100331</c:v>
                </c:pt>
                <c:pt idx="19629">
                  <c:v>0.28008572581161878</c:v>
                </c:pt>
                <c:pt idx="19630">
                  <c:v>0.28009407683133913</c:v>
                </c:pt>
                <c:pt idx="19631">
                  <c:v>0.28013695780224712</c:v>
                </c:pt>
                <c:pt idx="19632">
                  <c:v>0.28021911795978904</c:v>
                </c:pt>
                <c:pt idx="19633">
                  <c:v>0.28027155770647277</c:v>
                </c:pt>
                <c:pt idx="19634">
                  <c:v>0.28029322045498517</c:v>
                </c:pt>
                <c:pt idx="19635">
                  <c:v>0.28030374868827468</c:v>
                </c:pt>
                <c:pt idx="19636">
                  <c:v>0.28032520544437545</c:v>
                </c:pt>
                <c:pt idx="19637">
                  <c:v>0.28033585054505511</c:v>
                </c:pt>
                <c:pt idx="19638">
                  <c:v>0.28035654825483075</c:v>
                </c:pt>
                <c:pt idx="19639">
                  <c:v>0.28040444649831531</c:v>
                </c:pt>
                <c:pt idx="19640">
                  <c:v>0.28041986496545024</c:v>
                </c:pt>
                <c:pt idx="19641">
                  <c:v>0.28050563155079949</c:v>
                </c:pt>
                <c:pt idx="19642">
                  <c:v>0.2805364597436612</c:v>
                </c:pt>
                <c:pt idx="19643">
                  <c:v>0.28054622347644448</c:v>
                </c:pt>
                <c:pt idx="19644">
                  <c:v>0.28055577295508666</c:v>
                </c:pt>
                <c:pt idx="19645">
                  <c:v>0.28056043302191341</c:v>
                </c:pt>
                <c:pt idx="19646">
                  <c:v>0.28056513036853525</c:v>
                </c:pt>
                <c:pt idx="19647">
                  <c:v>0.28057125535781119</c:v>
                </c:pt>
                <c:pt idx="19648">
                  <c:v>0.28059936009017922</c:v>
                </c:pt>
                <c:pt idx="19649">
                  <c:v>0.28060150830644637</c:v>
                </c:pt>
                <c:pt idx="19650">
                  <c:v>0.28063284484203893</c:v>
                </c:pt>
                <c:pt idx="19651">
                  <c:v>0.28067161574571109</c:v>
                </c:pt>
                <c:pt idx="19652">
                  <c:v>0.28073132171534715</c:v>
                </c:pt>
                <c:pt idx="19653">
                  <c:v>0.28073596988719429</c:v>
                </c:pt>
                <c:pt idx="19654">
                  <c:v>0.28076385304212831</c:v>
                </c:pt>
                <c:pt idx="19655">
                  <c:v>0.28077544090005008</c:v>
                </c:pt>
                <c:pt idx="19656">
                  <c:v>0.28080324797168904</c:v>
                </c:pt>
                <c:pt idx="19657">
                  <c:v>0.28080423715338854</c:v>
                </c:pt>
                <c:pt idx="19658">
                  <c:v>0.28081938819230901</c:v>
                </c:pt>
                <c:pt idx="19659">
                  <c:v>0.28081942117691522</c:v>
                </c:pt>
                <c:pt idx="19660">
                  <c:v>0.28086597308026812</c:v>
                </c:pt>
                <c:pt idx="19661">
                  <c:v>0.28087225588023168</c:v>
                </c:pt>
                <c:pt idx="19662">
                  <c:v>0.28088535372134876</c:v>
                </c:pt>
                <c:pt idx="19663">
                  <c:v>0.28090018278469386</c:v>
                </c:pt>
                <c:pt idx="19664">
                  <c:v>0.28091658949292625</c:v>
                </c:pt>
                <c:pt idx="19665">
                  <c:v>0.2809515750420653</c:v>
                </c:pt>
                <c:pt idx="19666">
                  <c:v>0.2809965810072696</c:v>
                </c:pt>
                <c:pt idx="19667">
                  <c:v>0.28100567595450354</c:v>
                </c:pt>
                <c:pt idx="19668">
                  <c:v>0.28101995625812598</c:v>
                </c:pt>
                <c:pt idx="19669">
                  <c:v>0.2810502866136193</c:v>
                </c:pt>
                <c:pt idx="19670">
                  <c:v>0.2810672277872126</c:v>
                </c:pt>
                <c:pt idx="19671">
                  <c:v>0.28106732582561994</c:v>
                </c:pt>
                <c:pt idx="19672">
                  <c:v>0.28108065262660203</c:v>
                </c:pt>
                <c:pt idx="19673">
                  <c:v>0.28111603194377033</c:v>
                </c:pt>
                <c:pt idx="19674">
                  <c:v>0.28114744420283039</c:v>
                </c:pt>
                <c:pt idx="19675">
                  <c:v>0.28120521769493967</c:v>
                </c:pt>
                <c:pt idx="19676">
                  <c:v>0.28126404661773086</c:v>
                </c:pt>
                <c:pt idx="19677">
                  <c:v>0.28133021772824263</c:v>
                </c:pt>
                <c:pt idx="19678">
                  <c:v>0.28134514692603718</c:v>
                </c:pt>
                <c:pt idx="19679">
                  <c:v>0.28137546829519405</c:v>
                </c:pt>
                <c:pt idx="19680">
                  <c:v>0.28143287020635982</c:v>
                </c:pt>
                <c:pt idx="19681">
                  <c:v>0.28145609567250662</c:v>
                </c:pt>
                <c:pt idx="19682">
                  <c:v>0.2814736659511809</c:v>
                </c:pt>
                <c:pt idx="19683">
                  <c:v>0.2814919872644629</c:v>
                </c:pt>
                <c:pt idx="19684">
                  <c:v>0.28151150560039834</c:v>
                </c:pt>
                <c:pt idx="19685">
                  <c:v>0.28153196255983315</c:v>
                </c:pt>
                <c:pt idx="19686">
                  <c:v>0.28153877935493604</c:v>
                </c:pt>
                <c:pt idx="19687">
                  <c:v>0.28153901577691753</c:v>
                </c:pt>
                <c:pt idx="19688">
                  <c:v>0.28156391783283269</c:v>
                </c:pt>
                <c:pt idx="19689">
                  <c:v>0.28160456875686424</c:v>
                </c:pt>
                <c:pt idx="19690">
                  <c:v>0.28161581770255439</c:v>
                </c:pt>
                <c:pt idx="19691">
                  <c:v>0.28163564663731327</c:v>
                </c:pt>
                <c:pt idx="19692">
                  <c:v>0.28163603769885687</c:v>
                </c:pt>
                <c:pt idx="19693">
                  <c:v>0.28166519591722738</c:v>
                </c:pt>
                <c:pt idx="19694">
                  <c:v>0.28170722056681441</c:v>
                </c:pt>
                <c:pt idx="19695">
                  <c:v>0.28176888315318288</c:v>
                </c:pt>
                <c:pt idx="19696">
                  <c:v>0.28177569389342361</c:v>
                </c:pt>
                <c:pt idx="19697">
                  <c:v>0.28180077620455962</c:v>
                </c:pt>
                <c:pt idx="19698">
                  <c:v>0.28182880925000708</c:v>
                </c:pt>
                <c:pt idx="19699">
                  <c:v>0.28184803921857432</c:v>
                </c:pt>
                <c:pt idx="19700">
                  <c:v>0.28184882577001125</c:v>
                </c:pt>
                <c:pt idx="19701">
                  <c:v>0.28186121855809493</c:v>
                </c:pt>
                <c:pt idx="19702">
                  <c:v>0.28188309304305453</c:v>
                </c:pt>
                <c:pt idx="19703">
                  <c:v>0.28191572420488592</c:v>
                </c:pt>
                <c:pt idx="19704">
                  <c:v>0.28195197236484665</c:v>
                </c:pt>
                <c:pt idx="19705">
                  <c:v>0.28197846127366127</c:v>
                </c:pt>
                <c:pt idx="19706">
                  <c:v>0.28211969483343846</c:v>
                </c:pt>
                <c:pt idx="19707">
                  <c:v>0.28213398893184649</c:v>
                </c:pt>
                <c:pt idx="19708">
                  <c:v>0.2821480299587299</c:v>
                </c:pt>
                <c:pt idx="19709">
                  <c:v>0.28217039215175388</c:v>
                </c:pt>
                <c:pt idx="19710">
                  <c:v>0.28217722990690869</c:v>
                </c:pt>
                <c:pt idx="19711">
                  <c:v>0.28220218772400307</c:v>
                </c:pt>
                <c:pt idx="19712">
                  <c:v>0.28220538259043271</c:v>
                </c:pt>
                <c:pt idx="19713">
                  <c:v>0.28222424284962216</c:v>
                </c:pt>
                <c:pt idx="19714">
                  <c:v>0.28236566705912614</c:v>
                </c:pt>
                <c:pt idx="19715">
                  <c:v>0.28238109638175091</c:v>
                </c:pt>
                <c:pt idx="19716">
                  <c:v>0.28239281109228004</c:v>
                </c:pt>
                <c:pt idx="19717">
                  <c:v>0.28241553751262655</c:v>
                </c:pt>
                <c:pt idx="19718">
                  <c:v>0.28244381816626307</c:v>
                </c:pt>
                <c:pt idx="19719">
                  <c:v>0.2824456332574164</c:v>
                </c:pt>
                <c:pt idx="19720">
                  <c:v>0.28246054113556035</c:v>
                </c:pt>
                <c:pt idx="19721">
                  <c:v>0.28246666152259331</c:v>
                </c:pt>
                <c:pt idx="19722">
                  <c:v>0.28252402076463601</c:v>
                </c:pt>
                <c:pt idx="19723">
                  <c:v>0.28254154546413235</c:v>
                </c:pt>
                <c:pt idx="19724">
                  <c:v>0.2825703536334932</c:v>
                </c:pt>
                <c:pt idx="19725">
                  <c:v>0.28259314498018917</c:v>
                </c:pt>
                <c:pt idx="19726">
                  <c:v>0.28260133926423786</c:v>
                </c:pt>
                <c:pt idx="19727">
                  <c:v>0.28270851072140446</c:v>
                </c:pt>
                <c:pt idx="19728">
                  <c:v>0.28276338570577786</c:v>
                </c:pt>
                <c:pt idx="19729">
                  <c:v>0.28278911926730349</c:v>
                </c:pt>
                <c:pt idx="19730">
                  <c:v>0.28284949737127513</c:v>
                </c:pt>
                <c:pt idx="19731">
                  <c:v>0.28285108428342076</c:v>
                </c:pt>
                <c:pt idx="19732">
                  <c:v>0.28290399334458965</c:v>
                </c:pt>
                <c:pt idx="19733">
                  <c:v>0.28290558682238098</c:v>
                </c:pt>
                <c:pt idx="19734">
                  <c:v>0.2829103018106176</c:v>
                </c:pt>
                <c:pt idx="19735">
                  <c:v>0.28292166516010903</c:v>
                </c:pt>
                <c:pt idx="19736">
                  <c:v>0.28297975853745427</c:v>
                </c:pt>
                <c:pt idx="19737">
                  <c:v>0.28300085865624075</c:v>
                </c:pt>
                <c:pt idx="19738">
                  <c:v>0.28303478379161928</c:v>
                </c:pt>
                <c:pt idx="19739">
                  <c:v>0.28304187779010098</c:v>
                </c:pt>
                <c:pt idx="19740">
                  <c:v>0.28306840803770911</c:v>
                </c:pt>
                <c:pt idx="19741">
                  <c:v>0.28307749235715246</c:v>
                </c:pt>
                <c:pt idx="19742">
                  <c:v>0.28309802925793442</c:v>
                </c:pt>
                <c:pt idx="19743">
                  <c:v>0.28312048343266905</c:v>
                </c:pt>
                <c:pt idx="19744">
                  <c:v>0.28313733321823698</c:v>
                </c:pt>
                <c:pt idx="19745">
                  <c:v>0.28316499913076948</c:v>
                </c:pt>
                <c:pt idx="19746">
                  <c:v>0.28322245740977287</c:v>
                </c:pt>
                <c:pt idx="19747">
                  <c:v>0.28327448893420654</c:v>
                </c:pt>
                <c:pt idx="19748">
                  <c:v>0.28331745992981899</c:v>
                </c:pt>
                <c:pt idx="19749">
                  <c:v>0.28337864260617013</c:v>
                </c:pt>
                <c:pt idx="19750">
                  <c:v>0.28339677792052131</c:v>
                </c:pt>
                <c:pt idx="19751">
                  <c:v>0.28345438942734086</c:v>
                </c:pt>
                <c:pt idx="19752">
                  <c:v>0.28350519547806685</c:v>
                </c:pt>
                <c:pt idx="19753">
                  <c:v>0.28355371426759524</c:v>
                </c:pt>
                <c:pt idx="19754">
                  <c:v>0.28358256479989313</c:v>
                </c:pt>
                <c:pt idx="19755">
                  <c:v>0.28360409136286929</c:v>
                </c:pt>
                <c:pt idx="19756">
                  <c:v>0.28361730281037523</c:v>
                </c:pt>
                <c:pt idx="19757">
                  <c:v>0.28362541032396266</c:v>
                </c:pt>
                <c:pt idx="19758">
                  <c:v>0.28362616189454842</c:v>
                </c:pt>
                <c:pt idx="19759">
                  <c:v>0.28363224326121866</c:v>
                </c:pt>
                <c:pt idx="19760">
                  <c:v>0.28366634772243055</c:v>
                </c:pt>
                <c:pt idx="19761">
                  <c:v>0.28369094573012732</c:v>
                </c:pt>
                <c:pt idx="19762">
                  <c:v>0.28371762442481657</c:v>
                </c:pt>
                <c:pt idx="19763">
                  <c:v>0.28376174675393262</c:v>
                </c:pt>
                <c:pt idx="19764">
                  <c:v>0.28376936002211517</c:v>
                </c:pt>
                <c:pt idx="19765">
                  <c:v>0.28377709447043747</c:v>
                </c:pt>
                <c:pt idx="19766">
                  <c:v>0.28378584277278412</c:v>
                </c:pt>
                <c:pt idx="19767">
                  <c:v>0.28379709871653586</c:v>
                </c:pt>
                <c:pt idx="19768">
                  <c:v>0.28380512980921907</c:v>
                </c:pt>
                <c:pt idx="19769">
                  <c:v>0.28386593769450846</c:v>
                </c:pt>
                <c:pt idx="19770">
                  <c:v>0.28386943909326989</c:v>
                </c:pt>
                <c:pt idx="19771">
                  <c:v>0.28389772581807909</c:v>
                </c:pt>
                <c:pt idx="19772">
                  <c:v>0.28391567258698319</c:v>
                </c:pt>
                <c:pt idx="19773">
                  <c:v>0.28396156973087261</c:v>
                </c:pt>
                <c:pt idx="19774">
                  <c:v>0.28396289428287791</c:v>
                </c:pt>
                <c:pt idx="19775">
                  <c:v>0.28398431102171873</c:v>
                </c:pt>
                <c:pt idx="19776">
                  <c:v>0.28399551143523999</c:v>
                </c:pt>
                <c:pt idx="19777">
                  <c:v>0.28402376767314896</c:v>
                </c:pt>
                <c:pt idx="19778">
                  <c:v>0.28404601821614722</c:v>
                </c:pt>
                <c:pt idx="19779">
                  <c:v>0.28408649805053215</c:v>
                </c:pt>
                <c:pt idx="19780">
                  <c:v>0.28414562848100122</c:v>
                </c:pt>
                <c:pt idx="19781">
                  <c:v>0.28417244455866014</c:v>
                </c:pt>
                <c:pt idx="19782">
                  <c:v>0.28420731439241548</c:v>
                </c:pt>
                <c:pt idx="19783">
                  <c:v>0.28420895397523049</c:v>
                </c:pt>
                <c:pt idx="19784">
                  <c:v>0.28422033362391619</c:v>
                </c:pt>
                <c:pt idx="19785">
                  <c:v>0.28425862143644737</c:v>
                </c:pt>
                <c:pt idx="19786">
                  <c:v>0.28428766573970238</c:v>
                </c:pt>
                <c:pt idx="19787">
                  <c:v>0.2842998957666325</c:v>
                </c:pt>
                <c:pt idx="19788">
                  <c:v>0.28431287218264517</c:v>
                </c:pt>
                <c:pt idx="19789">
                  <c:v>0.28435724917763583</c:v>
                </c:pt>
                <c:pt idx="19790">
                  <c:v>0.28439273483238908</c:v>
                </c:pt>
                <c:pt idx="19791">
                  <c:v>0.28440581467496662</c:v>
                </c:pt>
                <c:pt idx="19792">
                  <c:v>0.28442824741020539</c:v>
                </c:pt>
                <c:pt idx="19793">
                  <c:v>0.2844466779312454</c:v>
                </c:pt>
                <c:pt idx="19794">
                  <c:v>0.28450364877562911</c:v>
                </c:pt>
                <c:pt idx="19795">
                  <c:v>0.28450836537959434</c:v>
                </c:pt>
                <c:pt idx="19796">
                  <c:v>0.28458382288045431</c:v>
                </c:pt>
                <c:pt idx="19797">
                  <c:v>0.28459117522996952</c:v>
                </c:pt>
                <c:pt idx="19798">
                  <c:v>0.28461927729890707</c:v>
                </c:pt>
                <c:pt idx="19799">
                  <c:v>0.28467146330146986</c:v>
                </c:pt>
                <c:pt idx="19800">
                  <c:v>0.28468385321017681</c:v>
                </c:pt>
                <c:pt idx="19801">
                  <c:v>0.28470269179318358</c:v>
                </c:pt>
                <c:pt idx="19802">
                  <c:v>0.28470537113285305</c:v>
                </c:pt>
                <c:pt idx="19803">
                  <c:v>0.28476591375100618</c:v>
                </c:pt>
                <c:pt idx="19804">
                  <c:v>0.28478113013852657</c:v>
                </c:pt>
                <c:pt idx="19805">
                  <c:v>0.2848203499176285</c:v>
                </c:pt>
                <c:pt idx="19806">
                  <c:v>0.28487498130372413</c:v>
                </c:pt>
                <c:pt idx="19807">
                  <c:v>0.28488897736738722</c:v>
                </c:pt>
                <c:pt idx="19808">
                  <c:v>0.28489120964346698</c:v>
                </c:pt>
                <c:pt idx="19809">
                  <c:v>0.28489739997697661</c:v>
                </c:pt>
                <c:pt idx="19810">
                  <c:v>0.28495790040392194</c:v>
                </c:pt>
                <c:pt idx="19811">
                  <c:v>0.28506042539666604</c:v>
                </c:pt>
                <c:pt idx="19812">
                  <c:v>0.28506360159565919</c:v>
                </c:pt>
                <c:pt idx="19813">
                  <c:v>0.28507910568214101</c:v>
                </c:pt>
                <c:pt idx="19814">
                  <c:v>0.28508183224151029</c:v>
                </c:pt>
                <c:pt idx="19815">
                  <c:v>0.28508634311415199</c:v>
                </c:pt>
                <c:pt idx="19816">
                  <c:v>0.28509682269627584</c:v>
                </c:pt>
                <c:pt idx="19817">
                  <c:v>0.28511111528815675</c:v>
                </c:pt>
                <c:pt idx="19818">
                  <c:v>0.28514387490326543</c:v>
                </c:pt>
                <c:pt idx="19819">
                  <c:v>0.2851459055859234</c:v>
                </c:pt>
                <c:pt idx="19820">
                  <c:v>0.28515963357351093</c:v>
                </c:pt>
                <c:pt idx="19821">
                  <c:v>0.28517088581110506</c:v>
                </c:pt>
                <c:pt idx="19822">
                  <c:v>0.28521007456048997</c:v>
                </c:pt>
                <c:pt idx="19823">
                  <c:v>0.28521696211876657</c:v>
                </c:pt>
                <c:pt idx="19824">
                  <c:v>0.28524361706334456</c:v>
                </c:pt>
                <c:pt idx="19825">
                  <c:v>0.28524693385229738</c:v>
                </c:pt>
                <c:pt idx="19826">
                  <c:v>0.28525354379143869</c:v>
                </c:pt>
                <c:pt idx="19827">
                  <c:v>0.28528853636664259</c:v>
                </c:pt>
                <c:pt idx="19828">
                  <c:v>0.28529623026384421</c:v>
                </c:pt>
                <c:pt idx="19829">
                  <c:v>0.28531343721823194</c:v>
                </c:pt>
                <c:pt idx="19830">
                  <c:v>0.28533795562464487</c:v>
                </c:pt>
                <c:pt idx="19831">
                  <c:v>0.28534426451415573</c:v>
                </c:pt>
                <c:pt idx="19832">
                  <c:v>0.28536258690773331</c:v>
                </c:pt>
                <c:pt idx="19833">
                  <c:v>0.28536517703733749</c:v>
                </c:pt>
                <c:pt idx="19834">
                  <c:v>0.28537383800087507</c:v>
                </c:pt>
                <c:pt idx="19835">
                  <c:v>0.28537685271061136</c:v>
                </c:pt>
                <c:pt idx="19836">
                  <c:v>0.28543024069822992</c:v>
                </c:pt>
                <c:pt idx="19837">
                  <c:v>0.285439502759613</c:v>
                </c:pt>
                <c:pt idx="19838">
                  <c:v>0.28550997654028953</c:v>
                </c:pt>
                <c:pt idx="19839">
                  <c:v>0.28554361294414932</c:v>
                </c:pt>
                <c:pt idx="19840">
                  <c:v>0.28562646556046228</c:v>
                </c:pt>
                <c:pt idx="19841">
                  <c:v>0.28566225369931791</c:v>
                </c:pt>
                <c:pt idx="19842">
                  <c:v>0.28567172257254031</c:v>
                </c:pt>
                <c:pt idx="19843">
                  <c:v>0.28567292059473964</c:v>
                </c:pt>
                <c:pt idx="19844">
                  <c:v>0.28568697891554101</c:v>
                </c:pt>
                <c:pt idx="19845">
                  <c:v>0.28570820179303569</c:v>
                </c:pt>
                <c:pt idx="19846">
                  <c:v>0.28575042869728873</c:v>
                </c:pt>
                <c:pt idx="19847">
                  <c:v>0.28576147895928516</c:v>
                </c:pt>
                <c:pt idx="19848">
                  <c:v>0.28576218196138553</c:v>
                </c:pt>
                <c:pt idx="19849">
                  <c:v>0.28576638646756281</c:v>
                </c:pt>
                <c:pt idx="19850">
                  <c:v>0.2857862724023339</c:v>
                </c:pt>
                <c:pt idx="19851">
                  <c:v>0.28578725306030422</c:v>
                </c:pt>
                <c:pt idx="19852">
                  <c:v>0.28579438472903074</c:v>
                </c:pt>
                <c:pt idx="19853">
                  <c:v>0.28580725960250103</c:v>
                </c:pt>
                <c:pt idx="19854">
                  <c:v>0.28586753340933685</c:v>
                </c:pt>
                <c:pt idx="19855">
                  <c:v>0.28588863676726783</c:v>
                </c:pt>
                <c:pt idx="19856">
                  <c:v>0.28590936909042935</c:v>
                </c:pt>
                <c:pt idx="19857">
                  <c:v>0.28591907258526827</c:v>
                </c:pt>
                <c:pt idx="19858">
                  <c:v>0.28593908808077434</c:v>
                </c:pt>
                <c:pt idx="19859">
                  <c:v>0.28596555494679621</c:v>
                </c:pt>
                <c:pt idx="19860">
                  <c:v>0.28597558474685225</c:v>
                </c:pt>
                <c:pt idx="19861">
                  <c:v>0.28597777681243336</c:v>
                </c:pt>
                <c:pt idx="19862">
                  <c:v>0.28600880038055188</c:v>
                </c:pt>
                <c:pt idx="19863">
                  <c:v>0.28609342533411591</c:v>
                </c:pt>
                <c:pt idx="19864">
                  <c:v>0.28612207996405503</c:v>
                </c:pt>
                <c:pt idx="19865">
                  <c:v>0.2861381328791272</c:v>
                </c:pt>
                <c:pt idx="19866">
                  <c:v>0.28614598954829529</c:v>
                </c:pt>
                <c:pt idx="19867">
                  <c:v>0.28615544994955699</c:v>
                </c:pt>
                <c:pt idx="19868">
                  <c:v>0.28617400994489001</c:v>
                </c:pt>
                <c:pt idx="19869">
                  <c:v>0.28621626041368425</c:v>
                </c:pt>
                <c:pt idx="19870">
                  <c:v>0.28622446020781001</c:v>
                </c:pt>
                <c:pt idx="19871">
                  <c:v>0.2862303369615668</c:v>
                </c:pt>
                <c:pt idx="19872">
                  <c:v>0.28624201222466977</c:v>
                </c:pt>
                <c:pt idx="19873">
                  <c:v>0.28626142505678398</c:v>
                </c:pt>
                <c:pt idx="19874">
                  <c:v>0.28626422734774992</c:v>
                </c:pt>
                <c:pt idx="19875">
                  <c:v>0.28626969384211598</c:v>
                </c:pt>
                <c:pt idx="19876">
                  <c:v>0.28632563859259619</c:v>
                </c:pt>
                <c:pt idx="19877">
                  <c:v>0.28634301604955675</c:v>
                </c:pt>
                <c:pt idx="19878">
                  <c:v>0.28637655994487804</c:v>
                </c:pt>
                <c:pt idx="19879">
                  <c:v>0.28638776581077874</c:v>
                </c:pt>
                <c:pt idx="19880">
                  <c:v>0.28639517110239104</c:v>
                </c:pt>
                <c:pt idx="19881">
                  <c:v>0.28640341670008851</c:v>
                </c:pt>
                <c:pt idx="19882">
                  <c:v>0.28640862089765268</c:v>
                </c:pt>
                <c:pt idx="19883">
                  <c:v>0.28641041165334907</c:v>
                </c:pt>
                <c:pt idx="19884">
                  <c:v>0.28642988234668276</c:v>
                </c:pt>
                <c:pt idx="19885">
                  <c:v>0.28653054227746744</c:v>
                </c:pt>
                <c:pt idx="19886">
                  <c:v>0.28659099537607186</c:v>
                </c:pt>
                <c:pt idx="19887">
                  <c:v>0.28661920705024008</c:v>
                </c:pt>
                <c:pt idx="19888">
                  <c:v>0.28663345668074602</c:v>
                </c:pt>
                <c:pt idx="19889">
                  <c:v>0.2866646086330249</c:v>
                </c:pt>
                <c:pt idx="19890">
                  <c:v>0.28671157496149496</c:v>
                </c:pt>
                <c:pt idx="19891">
                  <c:v>0.28674328943977789</c:v>
                </c:pt>
                <c:pt idx="19892">
                  <c:v>0.28685960374052544</c:v>
                </c:pt>
                <c:pt idx="19893">
                  <c:v>0.28690276171465884</c:v>
                </c:pt>
                <c:pt idx="19894">
                  <c:v>0.28699932490600921</c:v>
                </c:pt>
                <c:pt idx="19895">
                  <c:v>0.28700736348117284</c:v>
                </c:pt>
                <c:pt idx="19896">
                  <c:v>0.28704756238617701</c:v>
                </c:pt>
                <c:pt idx="19897">
                  <c:v>0.28704923783835484</c:v>
                </c:pt>
                <c:pt idx="19898">
                  <c:v>0.28707740466142861</c:v>
                </c:pt>
                <c:pt idx="19899">
                  <c:v>0.28711327064120046</c:v>
                </c:pt>
                <c:pt idx="19900">
                  <c:v>0.28713984023487638</c:v>
                </c:pt>
                <c:pt idx="19901">
                  <c:v>0.28717624533760278</c:v>
                </c:pt>
                <c:pt idx="19902">
                  <c:v>0.28726780645532518</c:v>
                </c:pt>
                <c:pt idx="19903">
                  <c:v>0.28730856850297187</c:v>
                </c:pt>
                <c:pt idx="19904">
                  <c:v>0.28731983921028209</c:v>
                </c:pt>
                <c:pt idx="19905">
                  <c:v>0.28734910524155349</c:v>
                </c:pt>
                <c:pt idx="19906">
                  <c:v>0.28739417940027234</c:v>
                </c:pt>
                <c:pt idx="19907">
                  <c:v>0.2875254383382887</c:v>
                </c:pt>
                <c:pt idx="19908">
                  <c:v>0.28755162978091448</c:v>
                </c:pt>
                <c:pt idx="19909">
                  <c:v>0.28757731557549404</c:v>
                </c:pt>
                <c:pt idx="19910">
                  <c:v>0.28757768729952693</c:v>
                </c:pt>
                <c:pt idx="19911">
                  <c:v>0.28758484381769567</c:v>
                </c:pt>
                <c:pt idx="19912">
                  <c:v>0.28769513965056459</c:v>
                </c:pt>
                <c:pt idx="19913">
                  <c:v>0.28771279545648099</c:v>
                </c:pt>
                <c:pt idx="19914">
                  <c:v>0.28773615963682447</c:v>
                </c:pt>
                <c:pt idx="19915">
                  <c:v>0.28773866003589399</c:v>
                </c:pt>
                <c:pt idx="19916">
                  <c:v>0.28778025425310233</c:v>
                </c:pt>
                <c:pt idx="19917">
                  <c:v>0.28780506064413514</c:v>
                </c:pt>
                <c:pt idx="19918">
                  <c:v>0.28788140540658735</c:v>
                </c:pt>
                <c:pt idx="19919">
                  <c:v>0.28788282800826731</c:v>
                </c:pt>
                <c:pt idx="19920">
                  <c:v>0.28791612841612896</c:v>
                </c:pt>
                <c:pt idx="19921">
                  <c:v>0.28796183366601663</c:v>
                </c:pt>
                <c:pt idx="19922">
                  <c:v>0.28796801785971227</c:v>
                </c:pt>
                <c:pt idx="19923">
                  <c:v>0.28798001474567697</c:v>
                </c:pt>
                <c:pt idx="19924">
                  <c:v>0.28798234347543017</c:v>
                </c:pt>
                <c:pt idx="19925">
                  <c:v>0.2879961224623025</c:v>
                </c:pt>
                <c:pt idx="19926">
                  <c:v>0.28799853694784378</c:v>
                </c:pt>
                <c:pt idx="19927">
                  <c:v>0.28803949847414545</c:v>
                </c:pt>
                <c:pt idx="19928">
                  <c:v>0.28809451629038679</c:v>
                </c:pt>
                <c:pt idx="19929">
                  <c:v>0.28811973721347356</c:v>
                </c:pt>
                <c:pt idx="19930">
                  <c:v>0.28814000870522427</c:v>
                </c:pt>
                <c:pt idx="19931">
                  <c:v>0.28816328749701681</c:v>
                </c:pt>
                <c:pt idx="19932">
                  <c:v>0.28819805870599063</c:v>
                </c:pt>
                <c:pt idx="19933">
                  <c:v>0.28822662257634341</c:v>
                </c:pt>
                <c:pt idx="19934">
                  <c:v>0.28825829156846627</c:v>
                </c:pt>
                <c:pt idx="19935">
                  <c:v>0.28827099337694728</c:v>
                </c:pt>
                <c:pt idx="19936">
                  <c:v>0.28829089135347952</c:v>
                </c:pt>
                <c:pt idx="19937">
                  <c:v>0.28830268593165048</c:v>
                </c:pt>
                <c:pt idx="19938">
                  <c:v>0.28836410307473498</c:v>
                </c:pt>
                <c:pt idx="19939">
                  <c:v>0.28839504863626697</c:v>
                </c:pt>
                <c:pt idx="19940">
                  <c:v>0.28840888623678113</c:v>
                </c:pt>
                <c:pt idx="19941">
                  <c:v>0.28853255292716018</c:v>
                </c:pt>
                <c:pt idx="19942">
                  <c:v>0.288589541859957</c:v>
                </c:pt>
                <c:pt idx="19943">
                  <c:v>0.28867022595122299</c:v>
                </c:pt>
                <c:pt idx="19944">
                  <c:v>0.28873907534575916</c:v>
                </c:pt>
                <c:pt idx="19945">
                  <c:v>0.28874980212090118</c:v>
                </c:pt>
                <c:pt idx="19946">
                  <c:v>0.28875364796777986</c:v>
                </c:pt>
                <c:pt idx="19947">
                  <c:v>0.2887882914841981</c:v>
                </c:pt>
                <c:pt idx="19948">
                  <c:v>0.28882623036973626</c:v>
                </c:pt>
                <c:pt idx="19949">
                  <c:v>0.2888523735551744</c:v>
                </c:pt>
                <c:pt idx="19950">
                  <c:v>0.28886212429274494</c:v>
                </c:pt>
                <c:pt idx="19951">
                  <c:v>0.28889495836680285</c:v>
                </c:pt>
                <c:pt idx="19952">
                  <c:v>0.28889551020204657</c:v>
                </c:pt>
                <c:pt idx="19953">
                  <c:v>0.2888962116944761</c:v>
                </c:pt>
                <c:pt idx="19954">
                  <c:v>0.28891374142405724</c:v>
                </c:pt>
                <c:pt idx="19955">
                  <c:v>0.28892623180110322</c:v>
                </c:pt>
                <c:pt idx="19956">
                  <c:v>0.28893085922542128</c:v>
                </c:pt>
                <c:pt idx="19957">
                  <c:v>0.28894524742006727</c:v>
                </c:pt>
                <c:pt idx="19958">
                  <c:v>0.28895337810394583</c:v>
                </c:pt>
                <c:pt idx="19959">
                  <c:v>0.28898044174657328</c:v>
                </c:pt>
                <c:pt idx="19960">
                  <c:v>0.28900079677923679</c:v>
                </c:pt>
                <c:pt idx="19961">
                  <c:v>0.2890022773262822</c:v>
                </c:pt>
                <c:pt idx="19962">
                  <c:v>0.28900576592312716</c:v>
                </c:pt>
                <c:pt idx="19963">
                  <c:v>0.28900791724719471</c:v>
                </c:pt>
                <c:pt idx="19964">
                  <c:v>0.28902380043008313</c:v>
                </c:pt>
                <c:pt idx="19965">
                  <c:v>0.28904956057502285</c:v>
                </c:pt>
                <c:pt idx="19966">
                  <c:v>0.28905301825210583</c:v>
                </c:pt>
                <c:pt idx="19967">
                  <c:v>0.28908351639753554</c:v>
                </c:pt>
                <c:pt idx="19968">
                  <c:v>0.28908900055358389</c:v>
                </c:pt>
                <c:pt idx="19969">
                  <c:v>0.28909686587188749</c:v>
                </c:pt>
                <c:pt idx="19970">
                  <c:v>0.28911629614615819</c:v>
                </c:pt>
                <c:pt idx="19971">
                  <c:v>0.28913309629942074</c:v>
                </c:pt>
                <c:pt idx="19972">
                  <c:v>0.28915845544861024</c:v>
                </c:pt>
                <c:pt idx="19973">
                  <c:v>0.28916232764613325</c:v>
                </c:pt>
                <c:pt idx="19974">
                  <c:v>0.28916793562216481</c:v>
                </c:pt>
                <c:pt idx="19975">
                  <c:v>0.28918884496910569</c:v>
                </c:pt>
                <c:pt idx="19976">
                  <c:v>0.2892101584744558</c:v>
                </c:pt>
                <c:pt idx="19977">
                  <c:v>0.28926302700615614</c:v>
                </c:pt>
                <c:pt idx="19978">
                  <c:v>0.28933154345919071</c:v>
                </c:pt>
                <c:pt idx="19979">
                  <c:v>0.28933485017730426</c:v>
                </c:pt>
                <c:pt idx="19980">
                  <c:v>0.28935225304857848</c:v>
                </c:pt>
                <c:pt idx="19981">
                  <c:v>0.28938562820337621</c:v>
                </c:pt>
                <c:pt idx="19982">
                  <c:v>0.28946692332471202</c:v>
                </c:pt>
                <c:pt idx="19983">
                  <c:v>0.28948682806636095</c:v>
                </c:pt>
                <c:pt idx="19984">
                  <c:v>0.28950733917602312</c:v>
                </c:pt>
                <c:pt idx="19985">
                  <c:v>0.28952920183805597</c:v>
                </c:pt>
                <c:pt idx="19986">
                  <c:v>0.2895735936862659</c:v>
                </c:pt>
                <c:pt idx="19987">
                  <c:v>0.2895848653076708</c:v>
                </c:pt>
                <c:pt idx="19988">
                  <c:v>0.28961790050202796</c:v>
                </c:pt>
                <c:pt idx="19989">
                  <c:v>0.28962268894201681</c:v>
                </c:pt>
                <c:pt idx="19990">
                  <c:v>0.28967117995118269</c:v>
                </c:pt>
                <c:pt idx="19991">
                  <c:v>0.28969415663898684</c:v>
                </c:pt>
                <c:pt idx="19992">
                  <c:v>0.28969484903337583</c:v>
                </c:pt>
                <c:pt idx="19993">
                  <c:v>0.28974128802635313</c:v>
                </c:pt>
                <c:pt idx="19994">
                  <c:v>0.28974442765154546</c:v>
                </c:pt>
                <c:pt idx="19995">
                  <c:v>0.28974993374774632</c:v>
                </c:pt>
                <c:pt idx="19996">
                  <c:v>0.2897608091616834</c:v>
                </c:pt>
                <c:pt idx="19997">
                  <c:v>0.28976247790494092</c:v>
                </c:pt>
                <c:pt idx="19998">
                  <c:v>0.28978030940963195</c:v>
                </c:pt>
                <c:pt idx="19999">
                  <c:v>0.28986069853031243</c:v>
                </c:pt>
                <c:pt idx="20000">
                  <c:v>0.28990382189530262</c:v>
                </c:pt>
                <c:pt idx="20001">
                  <c:v>0.28992028426874217</c:v>
                </c:pt>
                <c:pt idx="20002">
                  <c:v>0.28995212322783265</c:v>
                </c:pt>
                <c:pt idx="20003">
                  <c:v>0.28996045391094677</c:v>
                </c:pt>
                <c:pt idx="20004">
                  <c:v>0.28997303514749573</c:v>
                </c:pt>
                <c:pt idx="20005">
                  <c:v>0.28999722471781625</c:v>
                </c:pt>
                <c:pt idx="20006">
                  <c:v>0.2900292394731292</c:v>
                </c:pt>
                <c:pt idx="20007">
                  <c:v>0.2900331428268752</c:v>
                </c:pt>
                <c:pt idx="20008">
                  <c:v>0.29008465715401621</c:v>
                </c:pt>
                <c:pt idx="20009">
                  <c:v>0.29013970661711797</c:v>
                </c:pt>
                <c:pt idx="20010">
                  <c:v>0.29015494954292992</c:v>
                </c:pt>
                <c:pt idx="20011">
                  <c:v>0.29018409237493648</c:v>
                </c:pt>
                <c:pt idx="20012">
                  <c:v>0.29018671089807735</c:v>
                </c:pt>
                <c:pt idx="20013">
                  <c:v>0.29023634516785557</c:v>
                </c:pt>
                <c:pt idx="20014">
                  <c:v>0.29028819522763993</c:v>
                </c:pt>
                <c:pt idx="20015">
                  <c:v>0.29031461504723927</c:v>
                </c:pt>
                <c:pt idx="20016">
                  <c:v>0.29036320257165804</c:v>
                </c:pt>
                <c:pt idx="20017">
                  <c:v>0.2903811160476894</c:v>
                </c:pt>
                <c:pt idx="20018">
                  <c:v>0.29040733108087924</c:v>
                </c:pt>
                <c:pt idx="20019">
                  <c:v>0.29040853152772095</c:v>
                </c:pt>
                <c:pt idx="20020">
                  <c:v>0.29048892724309172</c:v>
                </c:pt>
                <c:pt idx="20021">
                  <c:v>0.29049286891313736</c:v>
                </c:pt>
                <c:pt idx="20022">
                  <c:v>0.2905103178649483</c:v>
                </c:pt>
                <c:pt idx="20023">
                  <c:v>0.29051778212324125</c:v>
                </c:pt>
                <c:pt idx="20024">
                  <c:v>0.29054724952617733</c:v>
                </c:pt>
                <c:pt idx="20025">
                  <c:v>0.29057759200633515</c:v>
                </c:pt>
                <c:pt idx="20026">
                  <c:v>0.29060018766228302</c:v>
                </c:pt>
                <c:pt idx="20027">
                  <c:v>0.29063995025263401</c:v>
                </c:pt>
                <c:pt idx="20028">
                  <c:v>0.29065603011181429</c:v>
                </c:pt>
                <c:pt idx="20029">
                  <c:v>0.29069334535419028</c:v>
                </c:pt>
                <c:pt idx="20030">
                  <c:v>0.29071265101971266</c:v>
                </c:pt>
                <c:pt idx="20031">
                  <c:v>0.29072006915290433</c:v>
                </c:pt>
                <c:pt idx="20032">
                  <c:v>0.29073045620228577</c:v>
                </c:pt>
                <c:pt idx="20033">
                  <c:v>0.2907509324720588</c:v>
                </c:pt>
                <c:pt idx="20034">
                  <c:v>0.29076291018266415</c:v>
                </c:pt>
                <c:pt idx="20035">
                  <c:v>0.29078187823041962</c:v>
                </c:pt>
                <c:pt idx="20036">
                  <c:v>0.29078843720195308</c:v>
                </c:pt>
                <c:pt idx="20037">
                  <c:v>0.29079120869630154</c:v>
                </c:pt>
                <c:pt idx="20038">
                  <c:v>0.29080178350536362</c:v>
                </c:pt>
                <c:pt idx="20039">
                  <c:v>0.29081811533616286</c:v>
                </c:pt>
                <c:pt idx="20040">
                  <c:v>0.29082047048852272</c:v>
                </c:pt>
                <c:pt idx="20041">
                  <c:v>0.29082227298137497</c:v>
                </c:pt>
                <c:pt idx="20042">
                  <c:v>0.29084925545449186</c:v>
                </c:pt>
                <c:pt idx="20043">
                  <c:v>0.29085707006003025</c:v>
                </c:pt>
                <c:pt idx="20044">
                  <c:v>0.2908621507895533</c:v>
                </c:pt>
                <c:pt idx="20045">
                  <c:v>0.29086218043211909</c:v>
                </c:pt>
                <c:pt idx="20046">
                  <c:v>0.29086878465023314</c:v>
                </c:pt>
                <c:pt idx="20047">
                  <c:v>0.29095317803276893</c:v>
                </c:pt>
                <c:pt idx="20048">
                  <c:v>0.29095526033154145</c:v>
                </c:pt>
                <c:pt idx="20049">
                  <c:v>0.29097715686247777</c:v>
                </c:pt>
                <c:pt idx="20050">
                  <c:v>0.29100909930788477</c:v>
                </c:pt>
                <c:pt idx="20051">
                  <c:v>0.29114338270944518</c:v>
                </c:pt>
                <c:pt idx="20052">
                  <c:v>0.29119430322512346</c:v>
                </c:pt>
                <c:pt idx="20053">
                  <c:v>0.29121861237030461</c:v>
                </c:pt>
                <c:pt idx="20054">
                  <c:v>0.29122649748759483</c:v>
                </c:pt>
                <c:pt idx="20055">
                  <c:v>0.29124631302973775</c:v>
                </c:pt>
                <c:pt idx="20056">
                  <c:v>0.29135573448311541</c:v>
                </c:pt>
                <c:pt idx="20057">
                  <c:v>0.29136384956262407</c:v>
                </c:pt>
                <c:pt idx="20058">
                  <c:v>0.29142829397014663</c:v>
                </c:pt>
                <c:pt idx="20059">
                  <c:v>0.29144303857907056</c:v>
                </c:pt>
                <c:pt idx="20060">
                  <c:v>0.29144426597231521</c:v>
                </c:pt>
                <c:pt idx="20061">
                  <c:v>0.29151952796191166</c:v>
                </c:pt>
                <c:pt idx="20062">
                  <c:v>0.2915298799863158</c:v>
                </c:pt>
                <c:pt idx="20063">
                  <c:v>0.29154892290400325</c:v>
                </c:pt>
                <c:pt idx="20064">
                  <c:v>0.29156671613674984</c:v>
                </c:pt>
                <c:pt idx="20065">
                  <c:v>0.29160547187147096</c:v>
                </c:pt>
                <c:pt idx="20066">
                  <c:v>0.29161214704009109</c:v>
                </c:pt>
                <c:pt idx="20067">
                  <c:v>0.29170447015713502</c:v>
                </c:pt>
                <c:pt idx="20068">
                  <c:v>0.29171083158010686</c:v>
                </c:pt>
                <c:pt idx="20069">
                  <c:v>0.29171444181179346</c:v>
                </c:pt>
                <c:pt idx="20070">
                  <c:v>0.29174353979343837</c:v>
                </c:pt>
                <c:pt idx="20071">
                  <c:v>0.29174573217609989</c:v>
                </c:pt>
                <c:pt idx="20072">
                  <c:v>0.29176753442575354</c:v>
                </c:pt>
                <c:pt idx="20073">
                  <c:v>0.29177152690819774</c:v>
                </c:pt>
                <c:pt idx="20074">
                  <c:v>0.29177689093760539</c:v>
                </c:pt>
                <c:pt idx="20075">
                  <c:v>0.29179488738850129</c:v>
                </c:pt>
                <c:pt idx="20076">
                  <c:v>0.29184877966601364</c:v>
                </c:pt>
                <c:pt idx="20077">
                  <c:v>0.29188257057593059</c:v>
                </c:pt>
                <c:pt idx="20078">
                  <c:v>0.29189585571609894</c:v>
                </c:pt>
                <c:pt idx="20079">
                  <c:v>0.29195434100665041</c:v>
                </c:pt>
                <c:pt idx="20080">
                  <c:v>0.2919790373896734</c:v>
                </c:pt>
                <c:pt idx="20081">
                  <c:v>0.2920217869435292</c:v>
                </c:pt>
                <c:pt idx="20082">
                  <c:v>0.29204542662666572</c:v>
                </c:pt>
                <c:pt idx="20083">
                  <c:v>0.29206964878989827</c:v>
                </c:pt>
                <c:pt idx="20084">
                  <c:v>0.29207980232720071</c:v>
                </c:pt>
                <c:pt idx="20085">
                  <c:v>0.29208691343208004</c:v>
                </c:pt>
                <c:pt idx="20086">
                  <c:v>0.29209446439939585</c:v>
                </c:pt>
                <c:pt idx="20087">
                  <c:v>0.29212216489627696</c:v>
                </c:pt>
                <c:pt idx="20088">
                  <c:v>0.29215301242124037</c:v>
                </c:pt>
                <c:pt idx="20089">
                  <c:v>0.29220302027103584</c:v>
                </c:pt>
                <c:pt idx="20090">
                  <c:v>0.29224426484067928</c:v>
                </c:pt>
                <c:pt idx="20091">
                  <c:v>0.29226753063780581</c:v>
                </c:pt>
                <c:pt idx="20092">
                  <c:v>0.29233280678036139</c:v>
                </c:pt>
                <c:pt idx="20093">
                  <c:v>0.29241378597591233</c:v>
                </c:pt>
                <c:pt idx="20094">
                  <c:v>0.29242601616434843</c:v>
                </c:pt>
                <c:pt idx="20095">
                  <c:v>0.29245921860043095</c:v>
                </c:pt>
                <c:pt idx="20096">
                  <c:v>0.29246113708451588</c:v>
                </c:pt>
                <c:pt idx="20097">
                  <c:v>0.29249097540222158</c:v>
                </c:pt>
                <c:pt idx="20098">
                  <c:v>0.29261263548001049</c:v>
                </c:pt>
                <c:pt idx="20099">
                  <c:v>0.29263030001995144</c:v>
                </c:pt>
                <c:pt idx="20100">
                  <c:v>0.29264942430754304</c:v>
                </c:pt>
                <c:pt idx="20101">
                  <c:v>0.29266873900741308</c:v>
                </c:pt>
                <c:pt idx="20102">
                  <c:v>0.29270416198670762</c:v>
                </c:pt>
                <c:pt idx="20103">
                  <c:v>0.29272523831832564</c:v>
                </c:pt>
                <c:pt idx="20104">
                  <c:v>0.2927282649227424</c:v>
                </c:pt>
                <c:pt idx="20105">
                  <c:v>0.29272835835323546</c:v>
                </c:pt>
                <c:pt idx="20106">
                  <c:v>0.29274445865925652</c:v>
                </c:pt>
                <c:pt idx="20107">
                  <c:v>0.29287408086697087</c:v>
                </c:pt>
                <c:pt idx="20108">
                  <c:v>0.29288044343833802</c:v>
                </c:pt>
                <c:pt idx="20109">
                  <c:v>0.29291272940065566</c:v>
                </c:pt>
                <c:pt idx="20110">
                  <c:v>0.29292231416989079</c:v>
                </c:pt>
                <c:pt idx="20111">
                  <c:v>0.29292825287476965</c:v>
                </c:pt>
                <c:pt idx="20112">
                  <c:v>0.29295735770784131</c:v>
                </c:pt>
                <c:pt idx="20113">
                  <c:v>0.29300704533546434</c:v>
                </c:pt>
                <c:pt idx="20114">
                  <c:v>0.29304499991324379</c:v>
                </c:pt>
                <c:pt idx="20115">
                  <c:v>0.29306572296148187</c:v>
                </c:pt>
                <c:pt idx="20116">
                  <c:v>0.29307002464743609</c:v>
                </c:pt>
                <c:pt idx="20117">
                  <c:v>0.29308115622444975</c:v>
                </c:pt>
                <c:pt idx="20118">
                  <c:v>0.29308323104813749</c:v>
                </c:pt>
                <c:pt idx="20119">
                  <c:v>0.2931105899789801</c:v>
                </c:pt>
                <c:pt idx="20120">
                  <c:v>0.29311698376705458</c:v>
                </c:pt>
                <c:pt idx="20121">
                  <c:v>0.29312306164459162</c:v>
                </c:pt>
                <c:pt idx="20122">
                  <c:v>0.29314354363470668</c:v>
                </c:pt>
                <c:pt idx="20123">
                  <c:v>0.29315671900365692</c:v>
                </c:pt>
                <c:pt idx="20124">
                  <c:v>0.29316304914386843</c:v>
                </c:pt>
                <c:pt idx="20125">
                  <c:v>0.29316655210252679</c:v>
                </c:pt>
                <c:pt idx="20126">
                  <c:v>0.2931971879763085</c:v>
                </c:pt>
                <c:pt idx="20127">
                  <c:v>0.29320028907770379</c:v>
                </c:pt>
                <c:pt idx="20128">
                  <c:v>0.29321377472762389</c:v>
                </c:pt>
                <c:pt idx="20129">
                  <c:v>0.29328874891594725</c:v>
                </c:pt>
                <c:pt idx="20130">
                  <c:v>0.29331027277083571</c:v>
                </c:pt>
                <c:pt idx="20131">
                  <c:v>0.29334997936128804</c:v>
                </c:pt>
                <c:pt idx="20132">
                  <c:v>0.29338122670223299</c:v>
                </c:pt>
                <c:pt idx="20133">
                  <c:v>0.29340436773380796</c:v>
                </c:pt>
                <c:pt idx="20134">
                  <c:v>0.29341643975408083</c:v>
                </c:pt>
                <c:pt idx="20135">
                  <c:v>0.29341843507441989</c:v>
                </c:pt>
                <c:pt idx="20136">
                  <c:v>0.29342910203371109</c:v>
                </c:pt>
                <c:pt idx="20137">
                  <c:v>0.29344049404759776</c:v>
                </c:pt>
                <c:pt idx="20138">
                  <c:v>0.29344410127728587</c:v>
                </c:pt>
                <c:pt idx="20139">
                  <c:v>0.293459153015317</c:v>
                </c:pt>
                <c:pt idx="20140">
                  <c:v>0.2934668290183956</c:v>
                </c:pt>
                <c:pt idx="20141">
                  <c:v>0.29346835659545883</c:v>
                </c:pt>
                <c:pt idx="20142">
                  <c:v>0.29349403259886275</c:v>
                </c:pt>
                <c:pt idx="20143">
                  <c:v>0.29354550946423452</c:v>
                </c:pt>
                <c:pt idx="20144">
                  <c:v>0.29356827275066166</c:v>
                </c:pt>
                <c:pt idx="20145">
                  <c:v>0.29357241249198252</c:v>
                </c:pt>
                <c:pt idx="20146">
                  <c:v>0.2935731561845647</c:v>
                </c:pt>
                <c:pt idx="20147">
                  <c:v>0.29361937425268886</c:v>
                </c:pt>
                <c:pt idx="20148">
                  <c:v>0.29373993256551523</c:v>
                </c:pt>
                <c:pt idx="20149">
                  <c:v>0.29379350506308727</c:v>
                </c:pt>
                <c:pt idx="20150">
                  <c:v>0.29380816239258889</c:v>
                </c:pt>
                <c:pt idx="20151">
                  <c:v>0.29384463356886975</c:v>
                </c:pt>
                <c:pt idx="20152">
                  <c:v>0.29391272687941083</c:v>
                </c:pt>
                <c:pt idx="20153">
                  <c:v>0.29394291548450985</c:v>
                </c:pt>
                <c:pt idx="20154">
                  <c:v>0.29397615249951065</c:v>
                </c:pt>
                <c:pt idx="20155">
                  <c:v>0.29398625212435114</c:v>
                </c:pt>
                <c:pt idx="20156">
                  <c:v>0.2939908638729104</c:v>
                </c:pt>
                <c:pt idx="20157">
                  <c:v>0.29399787729625837</c:v>
                </c:pt>
                <c:pt idx="20158">
                  <c:v>0.29400107817506044</c:v>
                </c:pt>
                <c:pt idx="20159">
                  <c:v>0.29403666741931522</c:v>
                </c:pt>
                <c:pt idx="20160">
                  <c:v>0.29407801320900817</c:v>
                </c:pt>
                <c:pt idx="20161">
                  <c:v>0.29409118752337438</c:v>
                </c:pt>
                <c:pt idx="20162">
                  <c:v>0.29411420579524283</c:v>
                </c:pt>
                <c:pt idx="20163">
                  <c:v>0.29412165715422828</c:v>
                </c:pt>
                <c:pt idx="20164">
                  <c:v>0.29413468220057515</c:v>
                </c:pt>
                <c:pt idx="20165">
                  <c:v>0.29415301658634524</c:v>
                </c:pt>
                <c:pt idx="20166">
                  <c:v>0.29416790959152217</c:v>
                </c:pt>
                <c:pt idx="20167">
                  <c:v>0.29422520431674071</c:v>
                </c:pt>
                <c:pt idx="20168">
                  <c:v>0.29423798563042031</c:v>
                </c:pt>
                <c:pt idx="20169">
                  <c:v>0.29429231476598056</c:v>
                </c:pt>
                <c:pt idx="20170">
                  <c:v>0.29439477089843724</c:v>
                </c:pt>
                <c:pt idx="20171">
                  <c:v>0.29443799909024038</c:v>
                </c:pt>
                <c:pt idx="20172">
                  <c:v>0.29444320178526528</c:v>
                </c:pt>
                <c:pt idx="20173">
                  <c:v>0.29446444850204245</c:v>
                </c:pt>
                <c:pt idx="20174">
                  <c:v>0.29446712278070675</c:v>
                </c:pt>
                <c:pt idx="20175">
                  <c:v>0.29450567566194596</c:v>
                </c:pt>
                <c:pt idx="20176">
                  <c:v>0.29456857859882568</c:v>
                </c:pt>
                <c:pt idx="20177">
                  <c:v>0.29458798643194384</c:v>
                </c:pt>
                <c:pt idx="20178">
                  <c:v>0.29473020333870642</c:v>
                </c:pt>
                <c:pt idx="20179">
                  <c:v>0.29480268922087294</c:v>
                </c:pt>
                <c:pt idx="20180">
                  <c:v>0.29482531975181064</c:v>
                </c:pt>
                <c:pt idx="20181">
                  <c:v>0.29483636067137853</c:v>
                </c:pt>
                <c:pt idx="20182">
                  <c:v>0.29484707743827632</c:v>
                </c:pt>
                <c:pt idx="20183">
                  <c:v>0.29486263786036498</c:v>
                </c:pt>
                <c:pt idx="20184">
                  <c:v>0.29486578136955349</c:v>
                </c:pt>
                <c:pt idx="20185">
                  <c:v>0.29494876109371237</c:v>
                </c:pt>
                <c:pt idx="20186">
                  <c:v>0.29495927359289853</c:v>
                </c:pt>
                <c:pt idx="20187">
                  <c:v>0.29496136654517091</c:v>
                </c:pt>
                <c:pt idx="20188">
                  <c:v>0.29496615714956909</c:v>
                </c:pt>
                <c:pt idx="20189">
                  <c:v>0.29497331236384527</c:v>
                </c:pt>
                <c:pt idx="20190">
                  <c:v>0.29500881694437447</c:v>
                </c:pt>
                <c:pt idx="20191">
                  <c:v>0.29501119699690292</c:v>
                </c:pt>
                <c:pt idx="20192">
                  <c:v>0.29502561285598494</c:v>
                </c:pt>
                <c:pt idx="20193">
                  <c:v>0.29506043633441281</c:v>
                </c:pt>
                <c:pt idx="20194">
                  <c:v>0.29506330604982911</c:v>
                </c:pt>
                <c:pt idx="20195">
                  <c:v>0.29510031870925235</c:v>
                </c:pt>
                <c:pt idx="20196">
                  <c:v>0.29514453671869056</c:v>
                </c:pt>
                <c:pt idx="20197">
                  <c:v>0.29517390893917994</c:v>
                </c:pt>
                <c:pt idx="20198">
                  <c:v>0.29520634684067282</c:v>
                </c:pt>
                <c:pt idx="20199">
                  <c:v>0.29521509654787031</c:v>
                </c:pt>
                <c:pt idx="20200">
                  <c:v>0.29526122362562579</c:v>
                </c:pt>
                <c:pt idx="20201">
                  <c:v>0.29529611294006014</c:v>
                </c:pt>
                <c:pt idx="20202">
                  <c:v>0.29530313622529075</c:v>
                </c:pt>
                <c:pt idx="20203">
                  <c:v>0.29531873648457524</c:v>
                </c:pt>
                <c:pt idx="20204">
                  <c:v>0.29538822894995997</c:v>
                </c:pt>
                <c:pt idx="20205">
                  <c:v>0.29541150604837269</c:v>
                </c:pt>
                <c:pt idx="20206">
                  <c:v>0.29542390192173101</c:v>
                </c:pt>
                <c:pt idx="20207">
                  <c:v>0.29544513347327728</c:v>
                </c:pt>
                <c:pt idx="20208">
                  <c:v>0.29564615758184448</c:v>
                </c:pt>
                <c:pt idx="20209">
                  <c:v>0.29564827613836964</c:v>
                </c:pt>
                <c:pt idx="20210">
                  <c:v>0.29565940890852233</c:v>
                </c:pt>
                <c:pt idx="20211">
                  <c:v>0.2957156225673323</c:v>
                </c:pt>
                <c:pt idx="20212">
                  <c:v>0.29571702813051953</c:v>
                </c:pt>
                <c:pt idx="20213">
                  <c:v>0.29574743022146815</c:v>
                </c:pt>
                <c:pt idx="20214">
                  <c:v>0.29576896957761767</c:v>
                </c:pt>
                <c:pt idx="20215">
                  <c:v>0.29577106945194304</c:v>
                </c:pt>
                <c:pt idx="20216">
                  <c:v>0.29579103811382784</c:v>
                </c:pt>
                <c:pt idx="20217">
                  <c:v>0.2958207705559045</c:v>
                </c:pt>
                <c:pt idx="20218">
                  <c:v>0.29583001850319518</c:v>
                </c:pt>
                <c:pt idx="20219">
                  <c:v>0.29585555463688518</c:v>
                </c:pt>
                <c:pt idx="20220">
                  <c:v>0.29586405498022683</c:v>
                </c:pt>
                <c:pt idx="20221">
                  <c:v>0.29586454541464563</c:v>
                </c:pt>
                <c:pt idx="20222">
                  <c:v>0.29587090945879385</c:v>
                </c:pt>
                <c:pt idx="20223">
                  <c:v>0.295893780604495</c:v>
                </c:pt>
                <c:pt idx="20224">
                  <c:v>0.29593512743148975</c:v>
                </c:pt>
                <c:pt idx="20225">
                  <c:v>0.29596874188828604</c:v>
                </c:pt>
                <c:pt idx="20226">
                  <c:v>0.29603242989515755</c:v>
                </c:pt>
                <c:pt idx="20227">
                  <c:v>0.2960554571224997</c:v>
                </c:pt>
                <c:pt idx="20228">
                  <c:v>0.29608019513762351</c:v>
                </c:pt>
                <c:pt idx="20229">
                  <c:v>0.29608248731898501</c:v>
                </c:pt>
                <c:pt idx="20230">
                  <c:v>0.29609623877653812</c:v>
                </c:pt>
                <c:pt idx="20231">
                  <c:v>0.29610513035613878</c:v>
                </c:pt>
                <c:pt idx="20232">
                  <c:v>0.29612328754077977</c:v>
                </c:pt>
                <c:pt idx="20233">
                  <c:v>0.29612945368548549</c:v>
                </c:pt>
                <c:pt idx="20234">
                  <c:v>0.29616480528514993</c:v>
                </c:pt>
                <c:pt idx="20235">
                  <c:v>0.29618854732685018</c:v>
                </c:pt>
                <c:pt idx="20236">
                  <c:v>0.29625994992778837</c:v>
                </c:pt>
                <c:pt idx="20237">
                  <c:v>0.29626487766408949</c:v>
                </c:pt>
                <c:pt idx="20238">
                  <c:v>0.29627810602478855</c:v>
                </c:pt>
                <c:pt idx="20239">
                  <c:v>0.29629768067111689</c:v>
                </c:pt>
                <c:pt idx="20240">
                  <c:v>0.29631543919841485</c:v>
                </c:pt>
                <c:pt idx="20241">
                  <c:v>0.29636451276723541</c:v>
                </c:pt>
                <c:pt idx="20242">
                  <c:v>0.29637746569026086</c:v>
                </c:pt>
                <c:pt idx="20243">
                  <c:v>0.29640735456322082</c:v>
                </c:pt>
                <c:pt idx="20244">
                  <c:v>0.29641317716286691</c:v>
                </c:pt>
                <c:pt idx="20245">
                  <c:v>0.29642347547326042</c:v>
                </c:pt>
                <c:pt idx="20246">
                  <c:v>0.29642411899542548</c:v>
                </c:pt>
                <c:pt idx="20247">
                  <c:v>0.29651929467922211</c:v>
                </c:pt>
                <c:pt idx="20248">
                  <c:v>0.29652611676097124</c:v>
                </c:pt>
                <c:pt idx="20249">
                  <c:v>0.29661644215994598</c:v>
                </c:pt>
                <c:pt idx="20250">
                  <c:v>0.29662063192678206</c:v>
                </c:pt>
                <c:pt idx="20251">
                  <c:v>0.29663742086610306</c:v>
                </c:pt>
                <c:pt idx="20252">
                  <c:v>0.29667153342802455</c:v>
                </c:pt>
                <c:pt idx="20253">
                  <c:v>0.29668987354259696</c:v>
                </c:pt>
                <c:pt idx="20254">
                  <c:v>0.29671716702229545</c:v>
                </c:pt>
                <c:pt idx="20255">
                  <c:v>0.29673270613901576</c:v>
                </c:pt>
                <c:pt idx="20256">
                  <c:v>0.29682330754261782</c:v>
                </c:pt>
                <c:pt idx="20257">
                  <c:v>0.29683228929729499</c:v>
                </c:pt>
                <c:pt idx="20258">
                  <c:v>0.2969357825831424</c:v>
                </c:pt>
                <c:pt idx="20259">
                  <c:v>0.29694281888456342</c:v>
                </c:pt>
                <c:pt idx="20260">
                  <c:v>0.29699399566561469</c:v>
                </c:pt>
                <c:pt idx="20261">
                  <c:v>0.29703062673063702</c:v>
                </c:pt>
                <c:pt idx="20262">
                  <c:v>0.29707314714207311</c:v>
                </c:pt>
                <c:pt idx="20263">
                  <c:v>0.29709803590935868</c:v>
                </c:pt>
                <c:pt idx="20264">
                  <c:v>0.29711966606513901</c:v>
                </c:pt>
                <c:pt idx="20265">
                  <c:v>0.29717001003338761</c:v>
                </c:pt>
                <c:pt idx="20266">
                  <c:v>0.29718102057864354</c:v>
                </c:pt>
                <c:pt idx="20267">
                  <c:v>0.29719886791374039</c:v>
                </c:pt>
                <c:pt idx="20268">
                  <c:v>0.29720714391633524</c:v>
                </c:pt>
                <c:pt idx="20269">
                  <c:v>0.2972107336553268</c:v>
                </c:pt>
                <c:pt idx="20270">
                  <c:v>0.29721281205023015</c:v>
                </c:pt>
                <c:pt idx="20271">
                  <c:v>0.29721721000917706</c:v>
                </c:pt>
                <c:pt idx="20272">
                  <c:v>0.29723538539437555</c:v>
                </c:pt>
                <c:pt idx="20273">
                  <c:v>0.29725631904094296</c:v>
                </c:pt>
                <c:pt idx="20274">
                  <c:v>0.29732477015013842</c:v>
                </c:pt>
                <c:pt idx="20275">
                  <c:v>0.29737514565132728</c:v>
                </c:pt>
                <c:pt idx="20276">
                  <c:v>0.2974093449335094</c:v>
                </c:pt>
                <c:pt idx="20277">
                  <c:v>0.29743325733469966</c:v>
                </c:pt>
                <c:pt idx="20278">
                  <c:v>0.29745738807495881</c:v>
                </c:pt>
                <c:pt idx="20279">
                  <c:v>0.29746586999478791</c:v>
                </c:pt>
                <c:pt idx="20280">
                  <c:v>0.29746709032364355</c:v>
                </c:pt>
                <c:pt idx="20281">
                  <c:v>0.2975240849255259</c:v>
                </c:pt>
                <c:pt idx="20282">
                  <c:v>0.29754919818755554</c:v>
                </c:pt>
                <c:pt idx="20283">
                  <c:v>0.29765934757950441</c:v>
                </c:pt>
                <c:pt idx="20284">
                  <c:v>0.29768348419599533</c:v>
                </c:pt>
                <c:pt idx="20285">
                  <c:v>0.29775047566737861</c:v>
                </c:pt>
                <c:pt idx="20286">
                  <c:v>0.29777553914614763</c:v>
                </c:pt>
                <c:pt idx="20287">
                  <c:v>0.29785284144616286</c:v>
                </c:pt>
                <c:pt idx="20288">
                  <c:v>0.29800017001396967</c:v>
                </c:pt>
                <c:pt idx="20289">
                  <c:v>0.29800802487764599</c:v>
                </c:pt>
                <c:pt idx="20290">
                  <c:v>0.29802307852969695</c:v>
                </c:pt>
                <c:pt idx="20291">
                  <c:v>0.29805816076960046</c:v>
                </c:pt>
                <c:pt idx="20292">
                  <c:v>0.2980695876236531</c:v>
                </c:pt>
                <c:pt idx="20293">
                  <c:v>0.29815663045513691</c:v>
                </c:pt>
                <c:pt idx="20294">
                  <c:v>0.29817483344736434</c:v>
                </c:pt>
                <c:pt idx="20295">
                  <c:v>0.29817821530886646</c:v>
                </c:pt>
                <c:pt idx="20296">
                  <c:v>0.29818227911048478</c:v>
                </c:pt>
                <c:pt idx="20297">
                  <c:v>0.29818452670764545</c:v>
                </c:pt>
                <c:pt idx="20298">
                  <c:v>0.29819789339102382</c:v>
                </c:pt>
                <c:pt idx="20299">
                  <c:v>0.29822407635308262</c:v>
                </c:pt>
                <c:pt idx="20300">
                  <c:v>0.29822772463863467</c:v>
                </c:pt>
                <c:pt idx="20301">
                  <c:v>0.29824086473673705</c:v>
                </c:pt>
                <c:pt idx="20302">
                  <c:v>0.29831199327006558</c:v>
                </c:pt>
                <c:pt idx="20303">
                  <c:v>0.29831812073441183</c:v>
                </c:pt>
                <c:pt idx="20304">
                  <c:v>0.29832934001642136</c:v>
                </c:pt>
                <c:pt idx="20305">
                  <c:v>0.29836193398778865</c:v>
                </c:pt>
                <c:pt idx="20306">
                  <c:v>0.29836570355833225</c:v>
                </c:pt>
                <c:pt idx="20307">
                  <c:v>0.29845136873490863</c:v>
                </c:pt>
                <c:pt idx="20308">
                  <c:v>0.29848434159325232</c:v>
                </c:pt>
                <c:pt idx="20309">
                  <c:v>0.29853442747155828</c:v>
                </c:pt>
                <c:pt idx="20310">
                  <c:v>0.29854552585556393</c:v>
                </c:pt>
                <c:pt idx="20311">
                  <c:v>0.29856771870647703</c:v>
                </c:pt>
                <c:pt idx="20312">
                  <c:v>0.29859951124894596</c:v>
                </c:pt>
                <c:pt idx="20313">
                  <c:v>0.29870118977952143</c:v>
                </c:pt>
                <c:pt idx="20314">
                  <c:v>0.29872502803479306</c:v>
                </c:pt>
                <c:pt idx="20315">
                  <c:v>0.29875562630674035</c:v>
                </c:pt>
                <c:pt idx="20316">
                  <c:v>0.29878780117902931</c:v>
                </c:pt>
                <c:pt idx="20317">
                  <c:v>0.29885661338094616</c:v>
                </c:pt>
                <c:pt idx="20318">
                  <c:v>0.29892487665811207</c:v>
                </c:pt>
                <c:pt idx="20319">
                  <c:v>0.29897141174020614</c:v>
                </c:pt>
                <c:pt idx="20320">
                  <c:v>0.29897472608577458</c:v>
                </c:pt>
                <c:pt idx="20321">
                  <c:v>0.29899560821703569</c:v>
                </c:pt>
                <c:pt idx="20322">
                  <c:v>0.29901575430188138</c:v>
                </c:pt>
                <c:pt idx="20323">
                  <c:v>0.29904721236622406</c:v>
                </c:pt>
                <c:pt idx="20324">
                  <c:v>0.29905363455106837</c:v>
                </c:pt>
                <c:pt idx="20325">
                  <c:v>0.29907462843267174</c:v>
                </c:pt>
                <c:pt idx="20326">
                  <c:v>0.29907561480383682</c:v>
                </c:pt>
                <c:pt idx="20327">
                  <c:v>0.29907753504546991</c:v>
                </c:pt>
                <c:pt idx="20328">
                  <c:v>0.29908675431960974</c:v>
                </c:pt>
                <c:pt idx="20329">
                  <c:v>0.29912431803084477</c:v>
                </c:pt>
                <c:pt idx="20330">
                  <c:v>0.29915539789461637</c:v>
                </c:pt>
                <c:pt idx="20331">
                  <c:v>0.2991842251044593</c:v>
                </c:pt>
                <c:pt idx="20332">
                  <c:v>0.29918951573768438</c:v>
                </c:pt>
                <c:pt idx="20333">
                  <c:v>0.29920832366481975</c:v>
                </c:pt>
                <c:pt idx="20334">
                  <c:v>0.29922257558005827</c:v>
                </c:pt>
                <c:pt idx="20335">
                  <c:v>0.29927295168628559</c:v>
                </c:pt>
                <c:pt idx="20336">
                  <c:v>0.29929622225256225</c:v>
                </c:pt>
                <c:pt idx="20337">
                  <c:v>0.29930674730272461</c:v>
                </c:pt>
                <c:pt idx="20338">
                  <c:v>0.29934130250560204</c:v>
                </c:pt>
                <c:pt idx="20339">
                  <c:v>0.29934374681925269</c:v>
                </c:pt>
                <c:pt idx="20340">
                  <c:v>0.29939280580554939</c:v>
                </c:pt>
                <c:pt idx="20341">
                  <c:v>0.29948900412928658</c:v>
                </c:pt>
                <c:pt idx="20342">
                  <c:v>0.29949895431253587</c:v>
                </c:pt>
                <c:pt idx="20343">
                  <c:v>0.29957154436644795</c:v>
                </c:pt>
                <c:pt idx="20344">
                  <c:v>0.29957870792196867</c:v>
                </c:pt>
                <c:pt idx="20345">
                  <c:v>0.29959905155611333</c:v>
                </c:pt>
                <c:pt idx="20346">
                  <c:v>0.29960081140483613</c:v>
                </c:pt>
                <c:pt idx="20347">
                  <c:v>0.29961910214550602</c:v>
                </c:pt>
                <c:pt idx="20348">
                  <c:v>0.29963415750638561</c:v>
                </c:pt>
                <c:pt idx="20349">
                  <c:v>0.29976963573719567</c:v>
                </c:pt>
                <c:pt idx="20350">
                  <c:v>0.29977812365367068</c:v>
                </c:pt>
                <c:pt idx="20351">
                  <c:v>0.29978187574251347</c:v>
                </c:pt>
                <c:pt idx="20352">
                  <c:v>0.29978195455282303</c:v>
                </c:pt>
                <c:pt idx="20353">
                  <c:v>0.29978391239338353</c:v>
                </c:pt>
                <c:pt idx="20354">
                  <c:v>0.29978610101958503</c:v>
                </c:pt>
                <c:pt idx="20355">
                  <c:v>0.29982202062630614</c:v>
                </c:pt>
                <c:pt idx="20356">
                  <c:v>0.2998601990129845</c:v>
                </c:pt>
                <c:pt idx="20357">
                  <c:v>0.29988933303098564</c:v>
                </c:pt>
                <c:pt idx="20358">
                  <c:v>0.29993048689742363</c:v>
                </c:pt>
                <c:pt idx="20359">
                  <c:v>0.29993356777159724</c:v>
                </c:pt>
                <c:pt idx="20360">
                  <c:v>0.29993616137497836</c:v>
                </c:pt>
                <c:pt idx="20361">
                  <c:v>0.29994587770848019</c:v>
                </c:pt>
                <c:pt idx="20362">
                  <c:v>0.29995240832896924</c:v>
                </c:pt>
                <c:pt idx="20363">
                  <c:v>0.2999539494122751</c:v>
                </c:pt>
                <c:pt idx="20364">
                  <c:v>0.29999161339982355</c:v>
                </c:pt>
                <c:pt idx="20365">
                  <c:v>0.29999319803582647</c:v>
                </c:pt>
                <c:pt idx="20366">
                  <c:v>0.29999640989375087</c:v>
                </c:pt>
                <c:pt idx="20367">
                  <c:v>0.30003699176861742</c:v>
                </c:pt>
                <c:pt idx="20368">
                  <c:v>0.30003798890193595</c:v>
                </c:pt>
                <c:pt idx="20369">
                  <c:v>0.3000504265954676</c:v>
                </c:pt>
                <c:pt idx="20370">
                  <c:v>0.30014300579709557</c:v>
                </c:pt>
                <c:pt idx="20371">
                  <c:v>0.30014655049187056</c:v>
                </c:pt>
                <c:pt idx="20372">
                  <c:v>0.30022523834633158</c:v>
                </c:pt>
                <c:pt idx="20373">
                  <c:v>0.30025022646723964</c:v>
                </c:pt>
                <c:pt idx="20374">
                  <c:v>0.30032981742091175</c:v>
                </c:pt>
                <c:pt idx="20375">
                  <c:v>0.30036319703076214</c:v>
                </c:pt>
                <c:pt idx="20376">
                  <c:v>0.30036520543020895</c:v>
                </c:pt>
                <c:pt idx="20377">
                  <c:v>0.30039991081313988</c:v>
                </c:pt>
                <c:pt idx="20378">
                  <c:v>0.30049248571439108</c:v>
                </c:pt>
                <c:pt idx="20379">
                  <c:v>0.30049595771369675</c:v>
                </c:pt>
                <c:pt idx="20380">
                  <c:v>0.30058569159488213</c:v>
                </c:pt>
                <c:pt idx="20381">
                  <c:v>0.30059493734806769</c:v>
                </c:pt>
                <c:pt idx="20382">
                  <c:v>0.30060205755651126</c:v>
                </c:pt>
                <c:pt idx="20383">
                  <c:v>0.300626947083031</c:v>
                </c:pt>
                <c:pt idx="20384">
                  <c:v>0.30064068179607611</c:v>
                </c:pt>
                <c:pt idx="20385">
                  <c:v>0.30067334474907426</c:v>
                </c:pt>
                <c:pt idx="20386">
                  <c:v>0.30069895044308304</c:v>
                </c:pt>
                <c:pt idx="20387">
                  <c:v>0.30071425557162995</c:v>
                </c:pt>
                <c:pt idx="20388">
                  <c:v>0.30072558348767725</c:v>
                </c:pt>
                <c:pt idx="20389">
                  <c:v>0.30072802043724223</c:v>
                </c:pt>
                <c:pt idx="20390">
                  <c:v>0.30076231890510097</c:v>
                </c:pt>
                <c:pt idx="20391">
                  <c:v>0.3007717759594225</c:v>
                </c:pt>
                <c:pt idx="20392">
                  <c:v>0.30085823124250127</c:v>
                </c:pt>
                <c:pt idx="20393">
                  <c:v>0.30086409063861125</c:v>
                </c:pt>
                <c:pt idx="20394">
                  <c:v>0.30092815901533759</c:v>
                </c:pt>
                <c:pt idx="20395">
                  <c:v>0.30094597835834547</c:v>
                </c:pt>
                <c:pt idx="20396">
                  <c:v>0.30106498133432763</c:v>
                </c:pt>
                <c:pt idx="20397">
                  <c:v>0.30108338220134445</c:v>
                </c:pt>
                <c:pt idx="20398">
                  <c:v>0.30111359566527945</c:v>
                </c:pt>
                <c:pt idx="20399">
                  <c:v>0.30112128816173767</c:v>
                </c:pt>
                <c:pt idx="20400">
                  <c:v>0.3011291180095344</c:v>
                </c:pt>
                <c:pt idx="20401">
                  <c:v>0.30117772050596536</c:v>
                </c:pt>
                <c:pt idx="20402">
                  <c:v>0.30117890816131077</c:v>
                </c:pt>
                <c:pt idx="20403">
                  <c:v>0.30122323081885177</c:v>
                </c:pt>
                <c:pt idx="20404">
                  <c:v>0.30122729943145204</c:v>
                </c:pt>
                <c:pt idx="20405">
                  <c:v>0.30125211862086504</c:v>
                </c:pt>
                <c:pt idx="20406">
                  <c:v>0.30127213715750151</c:v>
                </c:pt>
                <c:pt idx="20407">
                  <c:v>0.30134200589191518</c:v>
                </c:pt>
                <c:pt idx="20408">
                  <c:v>0.30135046152345146</c:v>
                </c:pt>
                <c:pt idx="20409">
                  <c:v>0.30145335425129222</c:v>
                </c:pt>
                <c:pt idx="20410">
                  <c:v>0.30145570020504497</c:v>
                </c:pt>
                <c:pt idx="20411">
                  <c:v>0.3015502404948569</c:v>
                </c:pt>
                <c:pt idx="20412">
                  <c:v>0.3015651518463926</c:v>
                </c:pt>
                <c:pt idx="20413">
                  <c:v>0.30157251698137194</c:v>
                </c:pt>
                <c:pt idx="20414">
                  <c:v>0.30159031486010746</c:v>
                </c:pt>
                <c:pt idx="20415">
                  <c:v>0.30174054544754464</c:v>
                </c:pt>
                <c:pt idx="20416">
                  <c:v>0.30175668559561836</c:v>
                </c:pt>
                <c:pt idx="20417">
                  <c:v>0.30177840603069456</c:v>
                </c:pt>
                <c:pt idx="20418">
                  <c:v>0.30180748571669991</c:v>
                </c:pt>
                <c:pt idx="20419">
                  <c:v>0.30183227500829257</c:v>
                </c:pt>
                <c:pt idx="20420">
                  <c:v>0.30183720373675199</c:v>
                </c:pt>
                <c:pt idx="20421">
                  <c:v>0.30187736935705367</c:v>
                </c:pt>
                <c:pt idx="20422">
                  <c:v>0.30193835445615375</c:v>
                </c:pt>
                <c:pt idx="20423">
                  <c:v>0.3019421708526171</c:v>
                </c:pt>
                <c:pt idx="20424">
                  <c:v>0.30198292559114587</c:v>
                </c:pt>
                <c:pt idx="20425">
                  <c:v>0.30201097564557389</c:v>
                </c:pt>
                <c:pt idx="20426">
                  <c:v>0.30203329636719789</c:v>
                </c:pt>
                <c:pt idx="20427">
                  <c:v>0.30203948991819185</c:v>
                </c:pt>
                <c:pt idx="20428">
                  <c:v>0.30205099682169384</c:v>
                </c:pt>
                <c:pt idx="20429">
                  <c:v>0.30205622548015065</c:v>
                </c:pt>
                <c:pt idx="20430">
                  <c:v>0.30205703894016456</c:v>
                </c:pt>
                <c:pt idx="20431">
                  <c:v>0.30210480797792111</c:v>
                </c:pt>
                <c:pt idx="20432">
                  <c:v>0.30210742351723696</c:v>
                </c:pt>
                <c:pt idx="20433">
                  <c:v>0.30213176882278198</c:v>
                </c:pt>
                <c:pt idx="20434">
                  <c:v>0.30216502520747207</c:v>
                </c:pt>
                <c:pt idx="20435">
                  <c:v>0.30216685202654947</c:v>
                </c:pt>
                <c:pt idx="20436">
                  <c:v>0.30216897766129314</c:v>
                </c:pt>
                <c:pt idx="20437">
                  <c:v>0.30217332196341185</c:v>
                </c:pt>
                <c:pt idx="20438">
                  <c:v>0.30217930096980045</c:v>
                </c:pt>
                <c:pt idx="20439">
                  <c:v>0.30218562716777803</c:v>
                </c:pt>
                <c:pt idx="20440">
                  <c:v>0.30224094020718895</c:v>
                </c:pt>
                <c:pt idx="20441">
                  <c:v>0.30228610543353729</c:v>
                </c:pt>
                <c:pt idx="20442">
                  <c:v>0.30228882584355837</c:v>
                </c:pt>
                <c:pt idx="20443">
                  <c:v>0.3022892065111043</c:v>
                </c:pt>
                <c:pt idx="20444">
                  <c:v>0.30231429859271824</c:v>
                </c:pt>
                <c:pt idx="20445">
                  <c:v>0.30232051563071843</c:v>
                </c:pt>
                <c:pt idx="20446">
                  <c:v>0.30234161412510352</c:v>
                </c:pt>
                <c:pt idx="20447">
                  <c:v>0.30234355595552659</c:v>
                </c:pt>
                <c:pt idx="20448">
                  <c:v>0.30235233354677593</c:v>
                </c:pt>
                <c:pt idx="20449">
                  <c:v>0.3023655175109789</c:v>
                </c:pt>
                <c:pt idx="20450">
                  <c:v>0.30239194940814723</c:v>
                </c:pt>
                <c:pt idx="20451">
                  <c:v>0.30239947951878376</c:v>
                </c:pt>
                <c:pt idx="20452">
                  <c:v>0.30242374598935484</c:v>
                </c:pt>
                <c:pt idx="20453">
                  <c:v>0.30243590110941854</c:v>
                </c:pt>
                <c:pt idx="20454">
                  <c:v>0.30243854012913618</c:v>
                </c:pt>
                <c:pt idx="20455">
                  <c:v>0.30247313075055993</c:v>
                </c:pt>
                <c:pt idx="20456">
                  <c:v>0.30247945753205796</c:v>
                </c:pt>
                <c:pt idx="20457">
                  <c:v>0.30249456647106482</c:v>
                </c:pt>
                <c:pt idx="20458">
                  <c:v>0.30249980454433206</c:v>
                </c:pt>
                <c:pt idx="20459">
                  <c:v>0.30250251174595189</c:v>
                </c:pt>
                <c:pt idx="20460">
                  <c:v>0.30252660210349985</c:v>
                </c:pt>
                <c:pt idx="20461">
                  <c:v>0.30252873134437563</c:v>
                </c:pt>
                <c:pt idx="20462">
                  <c:v>0.30254601865830721</c:v>
                </c:pt>
                <c:pt idx="20463">
                  <c:v>0.30256872222507092</c:v>
                </c:pt>
                <c:pt idx="20464">
                  <c:v>0.30258336493943561</c:v>
                </c:pt>
                <c:pt idx="20465">
                  <c:v>0.30258990588152951</c:v>
                </c:pt>
                <c:pt idx="20466">
                  <c:v>0.30261362473726022</c:v>
                </c:pt>
                <c:pt idx="20467">
                  <c:v>0.30261507774814222</c:v>
                </c:pt>
                <c:pt idx="20468">
                  <c:v>0.30263020304103161</c:v>
                </c:pt>
                <c:pt idx="20469">
                  <c:v>0.30266480045424476</c:v>
                </c:pt>
                <c:pt idx="20470">
                  <c:v>0.30268326789415156</c:v>
                </c:pt>
                <c:pt idx="20471">
                  <c:v>0.30268772168799762</c:v>
                </c:pt>
                <c:pt idx="20472">
                  <c:v>0.30270600106250101</c:v>
                </c:pt>
                <c:pt idx="20473">
                  <c:v>0.30273348947072393</c:v>
                </c:pt>
                <c:pt idx="20474">
                  <c:v>0.30273375516540812</c:v>
                </c:pt>
                <c:pt idx="20475">
                  <c:v>0.30279225194958376</c:v>
                </c:pt>
                <c:pt idx="20476">
                  <c:v>0.30279434939162225</c:v>
                </c:pt>
                <c:pt idx="20477">
                  <c:v>0.30281246060208644</c:v>
                </c:pt>
                <c:pt idx="20478">
                  <c:v>0.30281705942170556</c:v>
                </c:pt>
                <c:pt idx="20479">
                  <c:v>0.30286822709030953</c:v>
                </c:pt>
                <c:pt idx="20480">
                  <c:v>0.30289703363893333</c:v>
                </c:pt>
                <c:pt idx="20481">
                  <c:v>0.30290666520314052</c:v>
                </c:pt>
                <c:pt idx="20482">
                  <c:v>0.30296764119557917</c:v>
                </c:pt>
                <c:pt idx="20483">
                  <c:v>0.30299550379234952</c:v>
                </c:pt>
                <c:pt idx="20484">
                  <c:v>0.30300138582446362</c:v>
                </c:pt>
                <c:pt idx="20485">
                  <c:v>0.30300829815804048</c:v>
                </c:pt>
                <c:pt idx="20486">
                  <c:v>0.30302364824725131</c:v>
                </c:pt>
                <c:pt idx="20487">
                  <c:v>0.30304203518959827</c:v>
                </c:pt>
                <c:pt idx="20488">
                  <c:v>0.30318332451032576</c:v>
                </c:pt>
                <c:pt idx="20489">
                  <c:v>0.30318759657093119</c:v>
                </c:pt>
                <c:pt idx="20490">
                  <c:v>0.30318991174516446</c:v>
                </c:pt>
                <c:pt idx="20491">
                  <c:v>0.30319687686700741</c:v>
                </c:pt>
                <c:pt idx="20492">
                  <c:v>0.30322122901223819</c:v>
                </c:pt>
                <c:pt idx="20493">
                  <c:v>0.30329326160133813</c:v>
                </c:pt>
                <c:pt idx="20494">
                  <c:v>0.30330070790434199</c:v>
                </c:pt>
                <c:pt idx="20495">
                  <c:v>0.30335404204705574</c:v>
                </c:pt>
                <c:pt idx="20496">
                  <c:v>0.30337089164279729</c:v>
                </c:pt>
                <c:pt idx="20497">
                  <c:v>0.30341579258405199</c:v>
                </c:pt>
                <c:pt idx="20498">
                  <c:v>0.30346947925690038</c:v>
                </c:pt>
                <c:pt idx="20499">
                  <c:v>0.30348587451158204</c:v>
                </c:pt>
                <c:pt idx="20500">
                  <c:v>0.30354974806952995</c:v>
                </c:pt>
                <c:pt idx="20501">
                  <c:v>0.30357462624762566</c:v>
                </c:pt>
                <c:pt idx="20502">
                  <c:v>0.30358125470893621</c:v>
                </c:pt>
                <c:pt idx="20503">
                  <c:v>0.30364062291845506</c:v>
                </c:pt>
                <c:pt idx="20504">
                  <c:v>0.30366738931377174</c:v>
                </c:pt>
                <c:pt idx="20505">
                  <c:v>0.30368550633138247</c:v>
                </c:pt>
                <c:pt idx="20506">
                  <c:v>0.30371101938424788</c:v>
                </c:pt>
                <c:pt idx="20507">
                  <c:v>0.30372911002535052</c:v>
                </c:pt>
                <c:pt idx="20508">
                  <c:v>0.30375633709575972</c:v>
                </c:pt>
                <c:pt idx="20509">
                  <c:v>0.30386694842175876</c:v>
                </c:pt>
                <c:pt idx="20510">
                  <c:v>0.30387414780772365</c:v>
                </c:pt>
                <c:pt idx="20511">
                  <c:v>0.30394966964721354</c:v>
                </c:pt>
                <c:pt idx="20512">
                  <c:v>0.3039500563136362</c:v>
                </c:pt>
                <c:pt idx="20513">
                  <c:v>0.30401777140681807</c:v>
                </c:pt>
                <c:pt idx="20514">
                  <c:v>0.30409007776797431</c:v>
                </c:pt>
                <c:pt idx="20515">
                  <c:v>0.30411357383616006</c:v>
                </c:pt>
                <c:pt idx="20516">
                  <c:v>0.30415694935918153</c:v>
                </c:pt>
                <c:pt idx="20517">
                  <c:v>0.30417195765892729</c:v>
                </c:pt>
                <c:pt idx="20518">
                  <c:v>0.30417492911074845</c:v>
                </c:pt>
                <c:pt idx="20519">
                  <c:v>0.3041853696690458</c:v>
                </c:pt>
                <c:pt idx="20520">
                  <c:v>0.30420078883558699</c:v>
                </c:pt>
                <c:pt idx="20521">
                  <c:v>0.30425193742567969</c:v>
                </c:pt>
                <c:pt idx="20522">
                  <c:v>0.30425224048832245</c:v>
                </c:pt>
                <c:pt idx="20523">
                  <c:v>0.30428099649130186</c:v>
                </c:pt>
                <c:pt idx="20524">
                  <c:v>0.30428577159693643</c:v>
                </c:pt>
                <c:pt idx="20525">
                  <c:v>0.30430370382949024</c:v>
                </c:pt>
                <c:pt idx="20526">
                  <c:v>0.3043082765164577</c:v>
                </c:pt>
                <c:pt idx="20527">
                  <c:v>0.30436665461333551</c:v>
                </c:pt>
                <c:pt idx="20528">
                  <c:v>0.30437705919194413</c:v>
                </c:pt>
                <c:pt idx="20529">
                  <c:v>0.30439721350842747</c:v>
                </c:pt>
                <c:pt idx="20530">
                  <c:v>0.30441067745977557</c:v>
                </c:pt>
                <c:pt idx="20531">
                  <c:v>0.30446194014074757</c:v>
                </c:pt>
                <c:pt idx="20532">
                  <c:v>0.30448820567638563</c:v>
                </c:pt>
                <c:pt idx="20533">
                  <c:v>0.30455175146498598</c:v>
                </c:pt>
                <c:pt idx="20534">
                  <c:v>0.30455372421067239</c:v>
                </c:pt>
                <c:pt idx="20535">
                  <c:v>0.3047064244057282</c:v>
                </c:pt>
                <c:pt idx="20536">
                  <c:v>0.30471267285904224</c:v>
                </c:pt>
                <c:pt idx="20537">
                  <c:v>0.30472462756328722</c:v>
                </c:pt>
                <c:pt idx="20538">
                  <c:v>0.30475287889924502</c:v>
                </c:pt>
                <c:pt idx="20539">
                  <c:v>0.30479704357556958</c:v>
                </c:pt>
                <c:pt idx="20540">
                  <c:v>0.3048026976904738</c:v>
                </c:pt>
                <c:pt idx="20541">
                  <c:v>0.30481716896969036</c:v>
                </c:pt>
                <c:pt idx="20542">
                  <c:v>0.30482919336276687</c:v>
                </c:pt>
                <c:pt idx="20543">
                  <c:v>0.3048529931354001</c:v>
                </c:pt>
                <c:pt idx="20544">
                  <c:v>0.30485936882581149</c:v>
                </c:pt>
                <c:pt idx="20545">
                  <c:v>0.30487052543362353</c:v>
                </c:pt>
                <c:pt idx="20546">
                  <c:v>0.30492959589487795</c:v>
                </c:pt>
                <c:pt idx="20547">
                  <c:v>0.30494580241808489</c:v>
                </c:pt>
                <c:pt idx="20548">
                  <c:v>0.30498347228419515</c:v>
                </c:pt>
                <c:pt idx="20549">
                  <c:v>0.30500031096413033</c:v>
                </c:pt>
                <c:pt idx="20550">
                  <c:v>0.30500179015107814</c:v>
                </c:pt>
                <c:pt idx="20551">
                  <c:v>0.30500796337603708</c:v>
                </c:pt>
                <c:pt idx="20552">
                  <c:v>0.30501932480414362</c:v>
                </c:pt>
                <c:pt idx="20553">
                  <c:v>0.30503648638901426</c:v>
                </c:pt>
                <c:pt idx="20554">
                  <c:v>0.30505193193489638</c:v>
                </c:pt>
                <c:pt idx="20555">
                  <c:v>0.30506546559143038</c:v>
                </c:pt>
                <c:pt idx="20556">
                  <c:v>0.30507459109787471</c:v>
                </c:pt>
                <c:pt idx="20557">
                  <c:v>0.305106375955494</c:v>
                </c:pt>
                <c:pt idx="20558">
                  <c:v>0.3051294187479664</c:v>
                </c:pt>
                <c:pt idx="20559">
                  <c:v>0.30518396824782063</c:v>
                </c:pt>
                <c:pt idx="20560">
                  <c:v>0.30522176950672736</c:v>
                </c:pt>
                <c:pt idx="20561">
                  <c:v>0.30524399830814258</c:v>
                </c:pt>
                <c:pt idx="20562">
                  <c:v>0.30527490026848042</c:v>
                </c:pt>
                <c:pt idx="20563">
                  <c:v>0.3052922289032422</c:v>
                </c:pt>
                <c:pt idx="20564">
                  <c:v>0.3053375596638917</c:v>
                </c:pt>
                <c:pt idx="20565">
                  <c:v>0.30536642751655296</c:v>
                </c:pt>
                <c:pt idx="20566">
                  <c:v>0.30547360392899287</c:v>
                </c:pt>
                <c:pt idx="20567">
                  <c:v>0.30553784791860822</c:v>
                </c:pt>
                <c:pt idx="20568">
                  <c:v>0.30556040370221965</c:v>
                </c:pt>
                <c:pt idx="20569">
                  <c:v>0.30556136649275278</c:v>
                </c:pt>
                <c:pt idx="20570">
                  <c:v>0.30557682715145762</c:v>
                </c:pt>
                <c:pt idx="20571">
                  <c:v>0.30563361889841167</c:v>
                </c:pt>
                <c:pt idx="20572">
                  <c:v>0.30564979935482817</c:v>
                </c:pt>
                <c:pt idx="20573">
                  <c:v>0.30568651914323886</c:v>
                </c:pt>
                <c:pt idx="20574">
                  <c:v>0.30571655345011362</c:v>
                </c:pt>
                <c:pt idx="20575">
                  <c:v>0.30572560692565764</c:v>
                </c:pt>
                <c:pt idx="20576">
                  <c:v>0.30572722842151862</c:v>
                </c:pt>
                <c:pt idx="20577">
                  <c:v>0.30573559563408886</c:v>
                </c:pt>
                <c:pt idx="20578">
                  <c:v>0.30574140142554596</c:v>
                </c:pt>
                <c:pt idx="20579">
                  <c:v>0.30575708104803673</c:v>
                </c:pt>
                <c:pt idx="20580">
                  <c:v>0.30580382988460997</c:v>
                </c:pt>
                <c:pt idx="20581">
                  <c:v>0.30582981151413097</c:v>
                </c:pt>
                <c:pt idx="20582">
                  <c:v>0.30583002311476282</c:v>
                </c:pt>
                <c:pt idx="20583">
                  <c:v>0.30587190449204238</c:v>
                </c:pt>
                <c:pt idx="20584">
                  <c:v>0.30591605136736133</c:v>
                </c:pt>
                <c:pt idx="20585">
                  <c:v>0.30593349604825271</c:v>
                </c:pt>
                <c:pt idx="20586">
                  <c:v>0.30593786438746068</c:v>
                </c:pt>
                <c:pt idx="20587">
                  <c:v>0.30593920579282308</c:v>
                </c:pt>
                <c:pt idx="20588">
                  <c:v>0.30595459345887382</c:v>
                </c:pt>
                <c:pt idx="20589">
                  <c:v>0.30595605364861816</c:v>
                </c:pt>
                <c:pt idx="20590">
                  <c:v>0.30598561604879115</c:v>
                </c:pt>
                <c:pt idx="20591">
                  <c:v>0.30598849085986551</c:v>
                </c:pt>
                <c:pt idx="20592">
                  <c:v>0.30599179584778929</c:v>
                </c:pt>
                <c:pt idx="20593">
                  <c:v>0.305995107736654</c:v>
                </c:pt>
                <c:pt idx="20594">
                  <c:v>0.30600928155521923</c:v>
                </c:pt>
                <c:pt idx="20595">
                  <c:v>0.30606192958283152</c:v>
                </c:pt>
                <c:pt idx="20596">
                  <c:v>0.30606958916874699</c:v>
                </c:pt>
                <c:pt idx="20597">
                  <c:v>0.30611766936585605</c:v>
                </c:pt>
                <c:pt idx="20598">
                  <c:v>0.30620032108539835</c:v>
                </c:pt>
                <c:pt idx="20599">
                  <c:v>0.30621242026645812</c:v>
                </c:pt>
                <c:pt idx="20600">
                  <c:v>0.30633356154665736</c:v>
                </c:pt>
                <c:pt idx="20601">
                  <c:v>0.30638437257628653</c:v>
                </c:pt>
                <c:pt idx="20602">
                  <c:v>0.30643814765209021</c:v>
                </c:pt>
                <c:pt idx="20603">
                  <c:v>0.30649353525887968</c:v>
                </c:pt>
                <c:pt idx="20604">
                  <c:v>0.30652829698400563</c:v>
                </c:pt>
                <c:pt idx="20605">
                  <c:v>0.30659019067638876</c:v>
                </c:pt>
                <c:pt idx="20606">
                  <c:v>0.30670094310033164</c:v>
                </c:pt>
                <c:pt idx="20607">
                  <c:v>0.30675315029475891</c:v>
                </c:pt>
                <c:pt idx="20608">
                  <c:v>0.30677176794801997</c:v>
                </c:pt>
                <c:pt idx="20609">
                  <c:v>0.30679851757351723</c:v>
                </c:pt>
                <c:pt idx="20610">
                  <c:v>0.30681173049398092</c:v>
                </c:pt>
                <c:pt idx="20611">
                  <c:v>0.30683175038159738</c:v>
                </c:pt>
                <c:pt idx="20612">
                  <c:v>0.30686737445456863</c:v>
                </c:pt>
                <c:pt idx="20613">
                  <c:v>0.306888370950199</c:v>
                </c:pt>
                <c:pt idx="20614">
                  <c:v>0.30690744093041267</c:v>
                </c:pt>
                <c:pt idx="20615">
                  <c:v>0.30691081988905972</c:v>
                </c:pt>
                <c:pt idx="20616">
                  <c:v>0.30691151072967904</c:v>
                </c:pt>
                <c:pt idx="20617">
                  <c:v>0.30697525252084384</c:v>
                </c:pt>
                <c:pt idx="20618">
                  <c:v>0.30701934938555026</c:v>
                </c:pt>
                <c:pt idx="20619">
                  <c:v>0.3070337435954546</c:v>
                </c:pt>
                <c:pt idx="20620">
                  <c:v>0.30707650339831732</c:v>
                </c:pt>
                <c:pt idx="20621">
                  <c:v>0.30708031348556325</c:v>
                </c:pt>
                <c:pt idx="20622">
                  <c:v>0.30708865630290677</c:v>
                </c:pt>
                <c:pt idx="20623">
                  <c:v>0.30711349287079776</c:v>
                </c:pt>
                <c:pt idx="20624">
                  <c:v>0.30715477026034527</c:v>
                </c:pt>
                <c:pt idx="20625">
                  <c:v>0.30720960004963138</c:v>
                </c:pt>
                <c:pt idx="20626">
                  <c:v>0.3072410268438992</c:v>
                </c:pt>
                <c:pt idx="20627">
                  <c:v>0.30726614672529667</c:v>
                </c:pt>
                <c:pt idx="20628">
                  <c:v>0.30728226040773576</c:v>
                </c:pt>
                <c:pt idx="20629">
                  <c:v>0.30728698287091188</c:v>
                </c:pt>
                <c:pt idx="20630">
                  <c:v>0.3073114130104061</c:v>
                </c:pt>
                <c:pt idx="20631">
                  <c:v>0.3073563923294737</c:v>
                </c:pt>
                <c:pt idx="20632">
                  <c:v>0.30738546996044541</c:v>
                </c:pt>
                <c:pt idx="20633">
                  <c:v>0.30739749939822186</c:v>
                </c:pt>
                <c:pt idx="20634">
                  <c:v>0.3074018794228226</c:v>
                </c:pt>
                <c:pt idx="20635">
                  <c:v>0.30741679082230722</c:v>
                </c:pt>
                <c:pt idx="20636">
                  <c:v>0.30744354830961235</c:v>
                </c:pt>
                <c:pt idx="20637">
                  <c:v>0.30748193687529829</c:v>
                </c:pt>
                <c:pt idx="20638">
                  <c:v>0.3075100786526398</c:v>
                </c:pt>
                <c:pt idx="20639">
                  <c:v>0.30752409918788431</c:v>
                </c:pt>
                <c:pt idx="20640">
                  <c:v>0.30752517528745615</c:v>
                </c:pt>
                <c:pt idx="20641">
                  <c:v>0.3075362387891582</c:v>
                </c:pt>
                <c:pt idx="20642">
                  <c:v>0.30758231282795212</c:v>
                </c:pt>
                <c:pt idx="20643">
                  <c:v>0.30762061350039716</c:v>
                </c:pt>
                <c:pt idx="20644">
                  <c:v>0.30763978462924602</c:v>
                </c:pt>
                <c:pt idx="20645">
                  <c:v>0.30764138651255235</c:v>
                </c:pt>
                <c:pt idx="20646">
                  <c:v>0.30765513646384701</c:v>
                </c:pt>
                <c:pt idx="20647">
                  <c:v>0.30777926749007317</c:v>
                </c:pt>
                <c:pt idx="20648">
                  <c:v>0.30778163337061021</c:v>
                </c:pt>
                <c:pt idx="20649">
                  <c:v>0.30786448491748203</c:v>
                </c:pt>
                <c:pt idx="20650">
                  <c:v>0.30788841125507971</c:v>
                </c:pt>
                <c:pt idx="20651">
                  <c:v>0.30793770385809727</c:v>
                </c:pt>
                <c:pt idx="20652">
                  <c:v>0.30796634134633555</c:v>
                </c:pt>
                <c:pt idx="20653">
                  <c:v>0.30802075938668994</c:v>
                </c:pt>
                <c:pt idx="20654">
                  <c:v>0.30806026977202505</c:v>
                </c:pt>
                <c:pt idx="20655">
                  <c:v>0.30814027469426075</c:v>
                </c:pt>
                <c:pt idx="20656">
                  <c:v>0.30815642753824091</c:v>
                </c:pt>
                <c:pt idx="20657">
                  <c:v>0.30816935077113727</c:v>
                </c:pt>
                <c:pt idx="20658">
                  <c:v>0.30823293762793386</c:v>
                </c:pt>
                <c:pt idx="20659">
                  <c:v>0.30829763425993845</c:v>
                </c:pt>
                <c:pt idx="20660">
                  <c:v>0.30832020365581186</c:v>
                </c:pt>
                <c:pt idx="20661">
                  <c:v>0.3083407574032897</c:v>
                </c:pt>
                <c:pt idx="20662">
                  <c:v>0.30846688262331801</c:v>
                </c:pt>
                <c:pt idx="20663">
                  <c:v>0.30850920162697643</c:v>
                </c:pt>
                <c:pt idx="20664">
                  <c:v>0.30852708765720038</c:v>
                </c:pt>
                <c:pt idx="20665">
                  <c:v>0.30856749627854607</c:v>
                </c:pt>
                <c:pt idx="20666">
                  <c:v>0.30859809841779468</c:v>
                </c:pt>
                <c:pt idx="20667">
                  <c:v>0.30860894641724712</c:v>
                </c:pt>
                <c:pt idx="20668">
                  <c:v>0.30863932850722109</c:v>
                </c:pt>
                <c:pt idx="20669">
                  <c:v>0.30876321904633114</c:v>
                </c:pt>
                <c:pt idx="20670">
                  <c:v>0.30876744108494736</c:v>
                </c:pt>
                <c:pt idx="20671">
                  <c:v>0.30877594588904267</c:v>
                </c:pt>
                <c:pt idx="20672">
                  <c:v>0.30878616178646612</c:v>
                </c:pt>
                <c:pt idx="20673">
                  <c:v>0.30879671510240975</c:v>
                </c:pt>
                <c:pt idx="20674">
                  <c:v>0.30887690050899036</c:v>
                </c:pt>
                <c:pt idx="20675">
                  <c:v>0.30891179005740577</c:v>
                </c:pt>
                <c:pt idx="20676">
                  <c:v>0.30892265719388062</c:v>
                </c:pt>
                <c:pt idx="20677">
                  <c:v>0.30896406022734046</c:v>
                </c:pt>
                <c:pt idx="20678">
                  <c:v>0.30899534526238887</c:v>
                </c:pt>
                <c:pt idx="20679">
                  <c:v>0.30902682978447249</c:v>
                </c:pt>
                <c:pt idx="20680">
                  <c:v>0.30908581905195837</c:v>
                </c:pt>
                <c:pt idx="20681">
                  <c:v>0.30909002290737941</c:v>
                </c:pt>
                <c:pt idx="20682">
                  <c:v>0.3090940898815307</c:v>
                </c:pt>
                <c:pt idx="20683">
                  <c:v>0.30914877895642828</c:v>
                </c:pt>
                <c:pt idx="20684">
                  <c:v>0.30924594807814143</c:v>
                </c:pt>
                <c:pt idx="20685">
                  <c:v>0.30926257624961589</c:v>
                </c:pt>
                <c:pt idx="20686">
                  <c:v>0.30929749016152303</c:v>
                </c:pt>
                <c:pt idx="20687">
                  <c:v>0.3092994638642968</c:v>
                </c:pt>
                <c:pt idx="20688">
                  <c:v>0.30932016350724406</c:v>
                </c:pt>
                <c:pt idx="20689">
                  <c:v>0.30932066079452863</c:v>
                </c:pt>
                <c:pt idx="20690">
                  <c:v>0.30938800457958199</c:v>
                </c:pt>
                <c:pt idx="20691">
                  <c:v>0.30939043640984787</c:v>
                </c:pt>
                <c:pt idx="20692">
                  <c:v>0.30942528844188782</c:v>
                </c:pt>
                <c:pt idx="20693">
                  <c:v>0.30944974287989391</c:v>
                </c:pt>
                <c:pt idx="20694">
                  <c:v>0.30948856897999283</c:v>
                </c:pt>
                <c:pt idx="20695">
                  <c:v>0.30949147159310059</c:v>
                </c:pt>
                <c:pt idx="20696">
                  <c:v>0.30949715706830738</c:v>
                </c:pt>
                <c:pt idx="20697">
                  <c:v>0.30951507299731068</c:v>
                </c:pt>
                <c:pt idx="20698">
                  <c:v>0.30954440032060676</c:v>
                </c:pt>
                <c:pt idx="20699">
                  <c:v>0.30955451935814382</c:v>
                </c:pt>
                <c:pt idx="20700">
                  <c:v>0.30963317789130551</c:v>
                </c:pt>
                <c:pt idx="20701">
                  <c:v>0.30967118528666404</c:v>
                </c:pt>
                <c:pt idx="20702">
                  <c:v>0.30968461863071917</c:v>
                </c:pt>
                <c:pt idx="20703">
                  <c:v>0.30978280314351397</c:v>
                </c:pt>
                <c:pt idx="20704">
                  <c:v>0.30978518046162956</c:v>
                </c:pt>
                <c:pt idx="20705">
                  <c:v>0.3097995084907324</c:v>
                </c:pt>
                <c:pt idx="20706">
                  <c:v>0.30980092742899928</c:v>
                </c:pt>
                <c:pt idx="20707">
                  <c:v>0.30980344156509354</c:v>
                </c:pt>
                <c:pt idx="20708">
                  <c:v>0.30981469295606479</c:v>
                </c:pt>
                <c:pt idx="20709">
                  <c:v>0.30985959909965388</c:v>
                </c:pt>
                <c:pt idx="20710">
                  <c:v>0.30987572929928531</c:v>
                </c:pt>
                <c:pt idx="20711">
                  <c:v>0.30988583361134547</c:v>
                </c:pt>
                <c:pt idx="20712">
                  <c:v>0.30991843640125943</c:v>
                </c:pt>
                <c:pt idx="20713">
                  <c:v>0.30992824325066254</c:v>
                </c:pt>
                <c:pt idx="20714">
                  <c:v>0.31010221835368995</c:v>
                </c:pt>
                <c:pt idx="20715">
                  <c:v>0.31010908134767362</c:v>
                </c:pt>
                <c:pt idx="20716">
                  <c:v>0.3101118302121717</c:v>
                </c:pt>
                <c:pt idx="20717">
                  <c:v>0.3101338557571684</c:v>
                </c:pt>
                <c:pt idx="20718">
                  <c:v>0.31015366837284392</c:v>
                </c:pt>
                <c:pt idx="20719">
                  <c:v>0.31016029117261323</c:v>
                </c:pt>
                <c:pt idx="20720">
                  <c:v>0.31018209379689071</c:v>
                </c:pt>
                <c:pt idx="20721">
                  <c:v>0.31022181262440901</c:v>
                </c:pt>
                <c:pt idx="20722">
                  <c:v>0.31022860765422805</c:v>
                </c:pt>
                <c:pt idx="20723">
                  <c:v>0.31028143732197627</c:v>
                </c:pt>
                <c:pt idx="20724">
                  <c:v>0.31028312271237612</c:v>
                </c:pt>
                <c:pt idx="20725">
                  <c:v>0.31032447862755352</c:v>
                </c:pt>
                <c:pt idx="20726">
                  <c:v>0.31036729357144127</c:v>
                </c:pt>
                <c:pt idx="20727">
                  <c:v>0.31037241499482981</c:v>
                </c:pt>
                <c:pt idx="20728">
                  <c:v>0.31045476024915264</c:v>
                </c:pt>
                <c:pt idx="20729">
                  <c:v>0.31048839468943096</c:v>
                </c:pt>
                <c:pt idx="20730">
                  <c:v>0.31058872625577832</c:v>
                </c:pt>
                <c:pt idx="20731">
                  <c:v>0.3106227350224538</c:v>
                </c:pt>
                <c:pt idx="20732">
                  <c:v>0.31064038412335887</c:v>
                </c:pt>
                <c:pt idx="20733">
                  <c:v>0.31069746641195056</c:v>
                </c:pt>
                <c:pt idx="20734">
                  <c:v>0.31070393571636229</c:v>
                </c:pt>
                <c:pt idx="20735">
                  <c:v>0.31078401014032275</c:v>
                </c:pt>
                <c:pt idx="20736">
                  <c:v>0.31079928369361987</c:v>
                </c:pt>
                <c:pt idx="20737">
                  <c:v>0.31083262072251178</c:v>
                </c:pt>
                <c:pt idx="20738">
                  <c:v>0.31086525665859399</c:v>
                </c:pt>
                <c:pt idx="20739">
                  <c:v>0.31091702283535499</c:v>
                </c:pt>
                <c:pt idx="20740">
                  <c:v>0.31092923507513198</c:v>
                </c:pt>
                <c:pt idx="20741">
                  <c:v>0.31097509849159188</c:v>
                </c:pt>
                <c:pt idx="20742">
                  <c:v>0.31101442287008929</c:v>
                </c:pt>
                <c:pt idx="20743">
                  <c:v>0.3110657352412417</c:v>
                </c:pt>
                <c:pt idx="20744">
                  <c:v>0.31107576408395399</c:v>
                </c:pt>
                <c:pt idx="20745">
                  <c:v>0.31114627242161674</c:v>
                </c:pt>
                <c:pt idx="20746">
                  <c:v>0.31119607021089685</c:v>
                </c:pt>
                <c:pt idx="20747">
                  <c:v>0.31120928193645719</c:v>
                </c:pt>
                <c:pt idx="20748">
                  <c:v>0.31131486501970229</c:v>
                </c:pt>
                <c:pt idx="20749">
                  <c:v>0.31132770802512383</c:v>
                </c:pt>
                <c:pt idx="20750">
                  <c:v>0.31140154349785748</c:v>
                </c:pt>
                <c:pt idx="20751">
                  <c:v>0.31140697031071068</c:v>
                </c:pt>
                <c:pt idx="20752">
                  <c:v>0.31141468623562074</c:v>
                </c:pt>
                <c:pt idx="20753">
                  <c:v>0.31142175559730617</c:v>
                </c:pt>
                <c:pt idx="20754">
                  <c:v>0.31143078076129199</c:v>
                </c:pt>
                <c:pt idx="20755">
                  <c:v>0.31144972882688932</c:v>
                </c:pt>
                <c:pt idx="20756">
                  <c:v>0.31151380517239985</c:v>
                </c:pt>
                <c:pt idx="20757">
                  <c:v>0.31152010929454466</c:v>
                </c:pt>
                <c:pt idx="20758">
                  <c:v>0.31156488798225268</c:v>
                </c:pt>
                <c:pt idx="20759">
                  <c:v>0.31156782034366753</c:v>
                </c:pt>
                <c:pt idx="20760">
                  <c:v>0.31158711662545796</c:v>
                </c:pt>
                <c:pt idx="20761">
                  <c:v>0.3116474485666863</c:v>
                </c:pt>
                <c:pt idx="20762">
                  <c:v>0.31168238545232191</c:v>
                </c:pt>
                <c:pt idx="20763">
                  <c:v>0.31170761230401473</c:v>
                </c:pt>
                <c:pt idx="20764">
                  <c:v>0.31172507992708864</c:v>
                </c:pt>
                <c:pt idx="20765">
                  <c:v>0.31172884008246454</c:v>
                </c:pt>
                <c:pt idx="20766">
                  <c:v>0.31172988066442414</c:v>
                </c:pt>
                <c:pt idx="20767">
                  <c:v>0.31175611503561806</c:v>
                </c:pt>
                <c:pt idx="20768">
                  <c:v>0.31177185493796988</c:v>
                </c:pt>
                <c:pt idx="20769">
                  <c:v>0.31177496254591958</c:v>
                </c:pt>
                <c:pt idx="20770">
                  <c:v>0.31186163682256407</c:v>
                </c:pt>
                <c:pt idx="20771">
                  <c:v>0.31186259238067027</c:v>
                </c:pt>
                <c:pt idx="20772">
                  <c:v>0.31193133993750238</c:v>
                </c:pt>
                <c:pt idx="20773">
                  <c:v>0.31197236559790525</c:v>
                </c:pt>
                <c:pt idx="20774">
                  <c:v>0.31197879362291936</c:v>
                </c:pt>
                <c:pt idx="20775">
                  <c:v>0.31198020933457921</c:v>
                </c:pt>
                <c:pt idx="20776">
                  <c:v>0.31198315051092546</c:v>
                </c:pt>
                <c:pt idx="20777">
                  <c:v>0.31200622152322605</c:v>
                </c:pt>
                <c:pt idx="20778">
                  <c:v>0.3120234205875565</c:v>
                </c:pt>
                <c:pt idx="20779">
                  <c:v>0.31204616720060524</c:v>
                </c:pt>
                <c:pt idx="20780">
                  <c:v>0.31206063116711424</c:v>
                </c:pt>
                <c:pt idx="20781">
                  <c:v>0.31209678131382457</c:v>
                </c:pt>
                <c:pt idx="20782">
                  <c:v>0.31213633759343107</c:v>
                </c:pt>
                <c:pt idx="20783">
                  <c:v>0.31217312301827177</c:v>
                </c:pt>
                <c:pt idx="20784">
                  <c:v>0.31218361727195504</c:v>
                </c:pt>
                <c:pt idx="20785">
                  <c:v>0.31228527702129855</c:v>
                </c:pt>
                <c:pt idx="20786">
                  <c:v>0.31233787811382513</c:v>
                </c:pt>
                <c:pt idx="20787">
                  <c:v>0.31234623861562882</c:v>
                </c:pt>
                <c:pt idx="20788">
                  <c:v>0.31239612429272007</c:v>
                </c:pt>
                <c:pt idx="20789">
                  <c:v>0.31239963386290048</c:v>
                </c:pt>
                <c:pt idx="20790">
                  <c:v>0.31242264642967438</c:v>
                </c:pt>
                <c:pt idx="20791">
                  <c:v>0.31246086374696574</c:v>
                </c:pt>
                <c:pt idx="20792">
                  <c:v>0.31252438240705593</c:v>
                </c:pt>
                <c:pt idx="20793">
                  <c:v>0.31254674211561856</c:v>
                </c:pt>
                <c:pt idx="20794">
                  <c:v>0.31255315732031991</c:v>
                </c:pt>
                <c:pt idx="20795">
                  <c:v>0.31255907992926063</c:v>
                </c:pt>
                <c:pt idx="20796">
                  <c:v>0.31256617231030759</c:v>
                </c:pt>
                <c:pt idx="20797">
                  <c:v>0.31257910894512997</c:v>
                </c:pt>
                <c:pt idx="20798">
                  <c:v>0.31261206632998667</c:v>
                </c:pt>
                <c:pt idx="20799">
                  <c:v>0.31266442741356343</c:v>
                </c:pt>
                <c:pt idx="20800">
                  <c:v>0.31271144543661988</c:v>
                </c:pt>
                <c:pt idx="20801">
                  <c:v>0.31271388151129903</c:v>
                </c:pt>
                <c:pt idx="20802">
                  <c:v>0.31274516492563054</c:v>
                </c:pt>
                <c:pt idx="20803">
                  <c:v>0.31279677170586895</c:v>
                </c:pt>
                <c:pt idx="20804">
                  <c:v>0.31284216055412739</c:v>
                </c:pt>
                <c:pt idx="20805">
                  <c:v>0.31286903569877206</c:v>
                </c:pt>
                <c:pt idx="20806">
                  <c:v>0.31290772136345835</c:v>
                </c:pt>
                <c:pt idx="20807">
                  <c:v>0.31291333406866489</c:v>
                </c:pt>
                <c:pt idx="20808">
                  <c:v>0.31294828808733416</c:v>
                </c:pt>
                <c:pt idx="20809">
                  <c:v>0.31296154865406989</c:v>
                </c:pt>
                <c:pt idx="20810">
                  <c:v>0.31298638276153384</c:v>
                </c:pt>
                <c:pt idx="20811">
                  <c:v>0.31300075783067349</c:v>
                </c:pt>
                <c:pt idx="20812">
                  <c:v>0.31302762433470943</c:v>
                </c:pt>
                <c:pt idx="20813">
                  <c:v>0.31303560380809631</c:v>
                </c:pt>
                <c:pt idx="20814">
                  <c:v>0.31307965183826453</c:v>
                </c:pt>
                <c:pt idx="20815">
                  <c:v>0.31308876749916009</c:v>
                </c:pt>
                <c:pt idx="20816">
                  <c:v>0.31310090022033688</c:v>
                </c:pt>
                <c:pt idx="20817">
                  <c:v>0.31316379211352591</c:v>
                </c:pt>
                <c:pt idx="20818">
                  <c:v>0.31320466749699816</c:v>
                </c:pt>
                <c:pt idx="20819">
                  <c:v>0.31324899964765396</c:v>
                </c:pt>
                <c:pt idx="20820">
                  <c:v>0.31325456589776457</c:v>
                </c:pt>
                <c:pt idx="20821">
                  <c:v>0.3132563499612166</c:v>
                </c:pt>
                <c:pt idx="20822">
                  <c:v>0.31325830681973699</c:v>
                </c:pt>
                <c:pt idx="20823">
                  <c:v>0.31329877892327718</c:v>
                </c:pt>
                <c:pt idx="20824">
                  <c:v>0.31331536711908453</c:v>
                </c:pt>
                <c:pt idx="20825">
                  <c:v>0.31333449275174147</c:v>
                </c:pt>
                <c:pt idx="20826">
                  <c:v>0.31340509753181406</c:v>
                </c:pt>
                <c:pt idx="20827">
                  <c:v>0.31349546290806862</c:v>
                </c:pt>
                <c:pt idx="20828">
                  <c:v>0.31353857771622701</c:v>
                </c:pt>
                <c:pt idx="20829">
                  <c:v>0.31357263661534529</c:v>
                </c:pt>
                <c:pt idx="20830">
                  <c:v>0.3136264079339392</c:v>
                </c:pt>
                <c:pt idx="20831">
                  <c:v>0.31365598270665851</c:v>
                </c:pt>
                <c:pt idx="20832">
                  <c:v>0.31373204945655953</c:v>
                </c:pt>
                <c:pt idx="20833">
                  <c:v>0.3137452958723046</c:v>
                </c:pt>
                <c:pt idx="20834">
                  <c:v>0.31377245123906117</c:v>
                </c:pt>
                <c:pt idx="20835">
                  <c:v>0.31377463402292005</c:v>
                </c:pt>
                <c:pt idx="20836">
                  <c:v>0.31378412064214345</c:v>
                </c:pt>
                <c:pt idx="20837">
                  <c:v>0.31380251730093112</c:v>
                </c:pt>
                <c:pt idx="20838">
                  <c:v>0.31385132990135928</c:v>
                </c:pt>
                <c:pt idx="20839">
                  <c:v>0.31385194676451089</c:v>
                </c:pt>
                <c:pt idx="20840">
                  <c:v>0.31389184830666128</c:v>
                </c:pt>
                <c:pt idx="20841">
                  <c:v>0.31390635835736802</c:v>
                </c:pt>
                <c:pt idx="20842">
                  <c:v>0.31395562902202068</c:v>
                </c:pt>
                <c:pt idx="20843">
                  <c:v>0.31396823503903648</c:v>
                </c:pt>
                <c:pt idx="20844">
                  <c:v>0.31402910573831816</c:v>
                </c:pt>
                <c:pt idx="20845">
                  <c:v>0.31403157341194687</c:v>
                </c:pt>
                <c:pt idx="20846">
                  <c:v>0.31407270851221947</c:v>
                </c:pt>
                <c:pt idx="20847">
                  <c:v>0.31408134665581544</c:v>
                </c:pt>
                <c:pt idx="20848">
                  <c:v>0.3141696919597205</c:v>
                </c:pt>
                <c:pt idx="20849">
                  <c:v>0.31419257801785022</c:v>
                </c:pt>
                <c:pt idx="20850">
                  <c:v>0.31425026346632329</c:v>
                </c:pt>
                <c:pt idx="20851">
                  <c:v>0.31426096463270231</c:v>
                </c:pt>
                <c:pt idx="20852">
                  <c:v>0.31429159612916696</c:v>
                </c:pt>
                <c:pt idx="20853">
                  <c:v>0.31429806399205501</c:v>
                </c:pt>
                <c:pt idx="20854">
                  <c:v>0.31431611450628522</c:v>
                </c:pt>
                <c:pt idx="20855">
                  <c:v>0.31437889169182798</c:v>
                </c:pt>
                <c:pt idx="20856">
                  <c:v>0.31439549344035606</c:v>
                </c:pt>
                <c:pt idx="20857">
                  <c:v>0.31441262226432742</c:v>
                </c:pt>
                <c:pt idx="20858">
                  <c:v>0.31442344969253772</c:v>
                </c:pt>
                <c:pt idx="20859">
                  <c:v>0.31442429059231031</c:v>
                </c:pt>
                <c:pt idx="20860">
                  <c:v>0.31444795385202168</c:v>
                </c:pt>
                <c:pt idx="20861">
                  <c:v>0.31449094176814352</c:v>
                </c:pt>
                <c:pt idx="20862">
                  <c:v>0.31449890612120146</c:v>
                </c:pt>
                <c:pt idx="20863">
                  <c:v>0.31452258290028812</c:v>
                </c:pt>
                <c:pt idx="20864">
                  <c:v>0.31453728868113257</c:v>
                </c:pt>
                <c:pt idx="20865">
                  <c:v>0.31455596269310743</c:v>
                </c:pt>
                <c:pt idx="20866">
                  <c:v>0.31455683783844846</c:v>
                </c:pt>
                <c:pt idx="20867">
                  <c:v>0.31459125360001411</c:v>
                </c:pt>
                <c:pt idx="20868">
                  <c:v>0.31459267850653733</c:v>
                </c:pt>
                <c:pt idx="20869">
                  <c:v>0.314647827170285</c:v>
                </c:pt>
                <c:pt idx="20870">
                  <c:v>0.3146667032448438</c:v>
                </c:pt>
                <c:pt idx="20871">
                  <c:v>0.3147139706215259</c:v>
                </c:pt>
                <c:pt idx="20872">
                  <c:v>0.31471992112515157</c:v>
                </c:pt>
                <c:pt idx="20873">
                  <c:v>0.31481321807095403</c:v>
                </c:pt>
                <c:pt idx="20874">
                  <c:v>0.31484917246622529</c:v>
                </c:pt>
                <c:pt idx="20875">
                  <c:v>0.3148556117096723</c:v>
                </c:pt>
                <c:pt idx="20876">
                  <c:v>0.31486312753558787</c:v>
                </c:pt>
                <c:pt idx="20877">
                  <c:v>0.31492783719951001</c:v>
                </c:pt>
                <c:pt idx="20878">
                  <c:v>0.31496998760205924</c:v>
                </c:pt>
                <c:pt idx="20879">
                  <c:v>0.31503967705551561</c:v>
                </c:pt>
                <c:pt idx="20880">
                  <c:v>0.31512284449841099</c:v>
                </c:pt>
                <c:pt idx="20881">
                  <c:v>0.31514710022136549</c:v>
                </c:pt>
                <c:pt idx="20882">
                  <c:v>0.3151708618938267</c:v>
                </c:pt>
                <c:pt idx="20883">
                  <c:v>0.31524909892175135</c:v>
                </c:pt>
                <c:pt idx="20884">
                  <c:v>0.31524957381207708</c:v>
                </c:pt>
                <c:pt idx="20885">
                  <c:v>0.31525911176133836</c:v>
                </c:pt>
                <c:pt idx="20886">
                  <c:v>0.31525963853930589</c:v>
                </c:pt>
                <c:pt idx="20887">
                  <c:v>0.31528599390889139</c:v>
                </c:pt>
                <c:pt idx="20888">
                  <c:v>0.31531673278977695</c:v>
                </c:pt>
                <c:pt idx="20889">
                  <c:v>0.31534917339110946</c:v>
                </c:pt>
                <c:pt idx="20890">
                  <c:v>0.3153752648532232</c:v>
                </c:pt>
                <c:pt idx="20891">
                  <c:v>0.31540284419125691</c:v>
                </c:pt>
                <c:pt idx="20892">
                  <c:v>0.31543465223371819</c:v>
                </c:pt>
                <c:pt idx="20893">
                  <c:v>0.31543743170528388</c:v>
                </c:pt>
                <c:pt idx="20894">
                  <c:v>0.31544838003101422</c:v>
                </c:pt>
                <c:pt idx="20895">
                  <c:v>0.31545147284512692</c:v>
                </c:pt>
                <c:pt idx="20896">
                  <c:v>0.31545484436238275</c:v>
                </c:pt>
                <c:pt idx="20897">
                  <c:v>0.31551049107048756</c:v>
                </c:pt>
                <c:pt idx="20898">
                  <c:v>0.31551540512667903</c:v>
                </c:pt>
                <c:pt idx="20899">
                  <c:v>0.31552329749136337</c:v>
                </c:pt>
                <c:pt idx="20900">
                  <c:v>0.31553404524826212</c:v>
                </c:pt>
                <c:pt idx="20901">
                  <c:v>0.31553853929871323</c:v>
                </c:pt>
                <c:pt idx="20902">
                  <c:v>0.31561027953513227</c:v>
                </c:pt>
                <c:pt idx="20903">
                  <c:v>0.31561788261371104</c:v>
                </c:pt>
                <c:pt idx="20904">
                  <c:v>0.31563449383859532</c:v>
                </c:pt>
                <c:pt idx="20905">
                  <c:v>0.31569206260307553</c:v>
                </c:pt>
                <c:pt idx="20906">
                  <c:v>0.31569726329695241</c:v>
                </c:pt>
                <c:pt idx="20907">
                  <c:v>0.31571168031726266</c:v>
                </c:pt>
                <c:pt idx="20908">
                  <c:v>0.31577593225867684</c:v>
                </c:pt>
                <c:pt idx="20909">
                  <c:v>0.31578309936113252</c:v>
                </c:pt>
                <c:pt idx="20910">
                  <c:v>0.31579888775500958</c:v>
                </c:pt>
                <c:pt idx="20911">
                  <c:v>0.31580872287209222</c:v>
                </c:pt>
                <c:pt idx="20912">
                  <c:v>0.31584232234547743</c:v>
                </c:pt>
                <c:pt idx="20913">
                  <c:v>0.31588734240380228</c:v>
                </c:pt>
                <c:pt idx="20914">
                  <c:v>0.31588883472393858</c:v>
                </c:pt>
                <c:pt idx="20915">
                  <c:v>0.31599887083084993</c:v>
                </c:pt>
                <c:pt idx="20916">
                  <c:v>0.31602060967423634</c:v>
                </c:pt>
                <c:pt idx="20917">
                  <c:v>0.31605947245255234</c:v>
                </c:pt>
                <c:pt idx="20918">
                  <c:v>0.3160728379511662</c:v>
                </c:pt>
                <c:pt idx="20919">
                  <c:v>0.31611052976297521</c:v>
                </c:pt>
                <c:pt idx="20920">
                  <c:v>0.31611641988833389</c:v>
                </c:pt>
                <c:pt idx="20921">
                  <c:v>0.31617287887375717</c:v>
                </c:pt>
                <c:pt idx="20922">
                  <c:v>0.31625597687222451</c:v>
                </c:pt>
                <c:pt idx="20923">
                  <c:v>0.31636674338292264</c:v>
                </c:pt>
                <c:pt idx="20924">
                  <c:v>0.31637248586070754</c:v>
                </c:pt>
                <c:pt idx="20925">
                  <c:v>0.31642643748564453</c:v>
                </c:pt>
                <c:pt idx="20926">
                  <c:v>0.31643211112220676</c:v>
                </c:pt>
                <c:pt idx="20927">
                  <c:v>0.3164542089310069</c:v>
                </c:pt>
                <c:pt idx="20928">
                  <c:v>0.31647679861049371</c:v>
                </c:pt>
                <c:pt idx="20929">
                  <c:v>0.31650210528175432</c:v>
                </c:pt>
                <c:pt idx="20930">
                  <c:v>0.3165219774046511</c:v>
                </c:pt>
                <c:pt idx="20931">
                  <c:v>0.31652421096927236</c:v>
                </c:pt>
                <c:pt idx="20932">
                  <c:v>0.31658269932375876</c:v>
                </c:pt>
                <c:pt idx="20933">
                  <c:v>0.31660313861099482</c:v>
                </c:pt>
                <c:pt idx="20934">
                  <c:v>0.31660806016938947</c:v>
                </c:pt>
                <c:pt idx="20935">
                  <c:v>0.31663147236470929</c:v>
                </c:pt>
                <c:pt idx="20936">
                  <c:v>0.31667733556763811</c:v>
                </c:pt>
                <c:pt idx="20937">
                  <c:v>0.31670276210124876</c:v>
                </c:pt>
                <c:pt idx="20938">
                  <c:v>0.3167143931664102</c:v>
                </c:pt>
                <c:pt idx="20939">
                  <c:v>0.31675903563394248</c:v>
                </c:pt>
                <c:pt idx="20940">
                  <c:v>0.31678186966303867</c:v>
                </c:pt>
                <c:pt idx="20941">
                  <c:v>0.31678727353956054</c:v>
                </c:pt>
                <c:pt idx="20942">
                  <c:v>0.31682633917594455</c:v>
                </c:pt>
                <c:pt idx="20943">
                  <c:v>0.31682692050840716</c:v>
                </c:pt>
                <c:pt idx="20944">
                  <c:v>0.31691779862285707</c:v>
                </c:pt>
                <c:pt idx="20945">
                  <c:v>0.31692063048895863</c:v>
                </c:pt>
                <c:pt idx="20946">
                  <c:v>0.31699682782521615</c:v>
                </c:pt>
                <c:pt idx="20947">
                  <c:v>0.3170081772835458</c:v>
                </c:pt>
                <c:pt idx="20948">
                  <c:v>0.31704728795276599</c:v>
                </c:pt>
                <c:pt idx="20949">
                  <c:v>0.3170669582260483</c:v>
                </c:pt>
                <c:pt idx="20950">
                  <c:v>0.31706979536851648</c:v>
                </c:pt>
                <c:pt idx="20951">
                  <c:v>0.31711911058357017</c:v>
                </c:pt>
                <c:pt idx="20952">
                  <c:v>0.31717604087598</c:v>
                </c:pt>
                <c:pt idx="20953">
                  <c:v>0.31719148783493772</c:v>
                </c:pt>
                <c:pt idx="20954">
                  <c:v>0.31719478850881316</c:v>
                </c:pt>
                <c:pt idx="20955">
                  <c:v>0.31720383470796842</c:v>
                </c:pt>
                <c:pt idx="20956">
                  <c:v>0.3172673040625178</c:v>
                </c:pt>
                <c:pt idx="20957">
                  <c:v>0.31727648165318117</c:v>
                </c:pt>
                <c:pt idx="20958">
                  <c:v>0.31739708320081828</c:v>
                </c:pt>
                <c:pt idx="20959">
                  <c:v>0.317405329444017</c:v>
                </c:pt>
                <c:pt idx="20960">
                  <c:v>0.31744666532570992</c:v>
                </c:pt>
                <c:pt idx="20961">
                  <c:v>0.31745699425497614</c:v>
                </c:pt>
                <c:pt idx="20962">
                  <c:v>0.31748055010972331</c:v>
                </c:pt>
                <c:pt idx="20963">
                  <c:v>0.31755032846774095</c:v>
                </c:pt>
                <c:pt idx="20964">
                  <c:v>0.31755353167226902</c:v>
                </c:pt>
                <c:pt idx="20965">
                  <c:v>0.317583934344911</c:v>
                </c:pt>
                <c:pt idx="20966">
                  <c:v>0.31760170186692621</c:v>
                </c:pt>
                <c:pt idx="20967">
                  <c:v>0.31763153160654933</c:v>
                </c:pt>
                <c:pt idx="20968">
                  <c:v>0.31763962168180676</c:v>
                </c:pt>
                <c:pt idx="20969">
                  <c:v>0.31768376257247655</c:v>
                </c:pt>
                <c:pt idx="20970">
                  <c:v>0.31774834679989628</c:v>
                </c:pt>
                <c:pt idx="20971">
                  <c:v>0.31776172192457453</c:v>
                </c:pt>
                <c:pt idx="20972">
                  <c:v>0.31780005771877845</c:v>
                </c:pt>
                <c:pt idx="20973">
                  <c:v>0.31780863902925938</c:v>
                </c:pt>
                <c:pt idx="20974">
                  <c:v>0.3178802916424433</c:v>
                </c:pt>
                <c:pt idx="20975">
                  <c:v>0.31798382272090941</c:v>
                </c:pt>
                <c:pt idx="20976">
                  <c:v>0.31800581568194891</c:v>
                </c:pt>
                <c:pt idx="20977">
                  <c:v>0.31803628528209804</c:v>
                </c:pt>
                <c:pt idx="20978">
                  <c:v>0.31804305367038416</c:v>
                </c:pt>
                <c:pt idx="20979">
                  <c:v>0.31804809076972135</c:v>
                </c:pt>
                <c:pt idx="20980">
                  <c:v>0.3180520692200412</c:v>
                </c:pt>
                <c:pt idx="20981">
                  <c:v>0.31805307528589072</c:v>
                </c:pt>
                <c:pt idx="20982">
                  <c:v>0.31811142270255377</c:v>
                </c:pt>
                <c:pt idx="20983">
                  <c:v>0.31812845636407461</c:v>
                </c:pt>
                <c:pt idx="20984">
                  <c:v>0.31815650688709934</c:v>
                </c:pt>
                <c:pt idx="20985">
                  <c:v>0.3181586443118336</c:v>
                </c:pt>
                <c:pt idx="20986">
                  <c:v>0.31818057576327702</c:v>
                </c:pt>
                <c:pt idx="20987">
                  <c:v>0.31818142769022717</c:v>
                </c:pt>
                <c:pt idx="20988">
                  <c:v>0.31818152279940903</c:v>
                </c:pt>
                <c:pt idx="20989">
                  <c:v>0.31830291342582628</c:v>
                </c:pt>
                <c:pt idx="20990">
                  <c:v>0.31841527667960773</c:v>
                </c:pt>
                <c:pt idx="20991">
                  <c:v>0.31842268242033833</c:v>
                </c:pt>
                <c:pt idx="20992">
                  <c:v>0.31842523367116149</c:v>
                </c:pt>
                <c:pt idx="20993">
                  <c:v>0.3184889852674867</c:v>
                </c:pt>
                <c:pt idx="20994">
                  <c:v>0.31850327122137317</c:v>
                </c:pt>
                <c:pt idx="20995">
                  <c:v>0.31861944503499923</c:v>
                </c:pt>
                <c:pt idx="20996">
                  <c:v>0.31864543226301445</c:v>
                </c:pt>
                <c:pt idx="20997">
                  <c:v>0.31865962979595969</c:v>
                </c:pt>
                <c:pt idx="20998">
                  <c:v>0.31869502035707714</c:v>
                </c:pt>
                <c:pt idx="20999">
                  <c:v>0.3187720066266248</c:v>
                </c:pt>
                <c:pt idx="21000">
                  <c:v>0.31877964316777391</c:v>
                </c:pt>
                <c:pt idx="21001">
                  <c:v>0.31879176629862721</c:v>
                </c:pt>
                <c:pt idx="21002">
                  <c:v>0.31883948320167366</c:v>
                </c:pt>
                <c:pt idx="21003">
                  <c:v>0.31887302644942445</c:v>
                </c:pt>
                <c:pt idx="21004">
                  <c:v>0.31891091804037874</c:v>
                </c:pt>
                <c:pt idx="21005">
                  <c:v>0.31896416300117358</c:v>
                </c:pt>
                <c:pt idx="21006">
                  <c:v>0.31896732667594135</c:v>
                </c:pt>
                <c:pt idx="21007">
                  <c:v>0.3189986912967146</c:v>
                </c:pt>
                <c:pt idx="21008">
                  <c:v>0.31904685209957667</c:v>
                </c:pt>
                <c:pt idx="21009">
                  <c:v>0.3190565751403508</c:v>
                </c:pt>
                <c:pt idx="21010">
                  <c:v>0.31910109859448904</c:v>
                </c:pt>
                <c:pt idx="21011">
                  <c:v>0.3192136040872276</c:v>
                </c:pt>
                <c:pt idx="21012">
                  <c:v>0.31928492499801958</c:v>
                </c:pt>
                <c:pt idx="21013">
                  <c:v>0.31928724837775102</c:v>
                </c:pt>
                <c:pt idx="21014">
                  <c:v>0.31928988084121834</c:v>
                </c:pt>
                <c:pt idx="21015">
                  <c:v>0.31933052712272619</c:v>
                </c:pt>
                <c:pt idx="21016">
                  <c:v>0.31939342260173009</c:v>
                </c:pt>
                <c:pt idx="21017">
                  <c:v>0.31940600983974055</c:v>
                </c:pt>
                <c:pt idx="21018">
                  <c:v>0.31950189024003783</c:v>
                </c:pt>
                <c:pt idx="21019">
                  <c:v>0.31974244691563353</c:v>
                </c:pt>
                <c:pt idx="21020">
                  <c:v>0.31974794584478067</c:v>
                </c:pt>
                <c:pt idx="21021">
                  <c:v>0.31977322455272272</c:v>
                </c:pt>
                <c:pt idx="21022">
                  <c:v>0.31977596616547116</c:v>
                </c:pt>
                <c:pt idx="21023">
                  <c:v>0.31978944879252497</c:v>
                </c:pt>
                <c:pt idx="21024">
                  <c:v>0.32000235475731925</c:v>
                </c:pt>
                <c:pt idx="21025">
                  <c:v>0.32004280859187317</c:v>
                </c:pt>
                <c:pt idx="21026">
                  <c:v>0.3200889097434208</c:v>
                </c:pt>
                <c:pt idx="21027">
                  <c:v>0.32010159836698981</c:v>
                </c:pt>
                <c:pt idx="21028">
                  <c:v>0.32013089806024175</c:v>
                </c:pt>
                <c:pt idx="21029">
                  <c:v>0.32014286746389481</c:v>
                </c:pt>
                <c:pt idx="21030">
                  <c:v>0.32016962147934247</c:v>
                </c:pt>
                <c:pt idx="21031">
                  <c:v>0.32018027005262878</c:v>
                </c:pt>
                <c:pt idx="21032">
                  <c:v>0.32018523239122032</c:v>
                </c:pt>
                <c:pt idx="21033">
                  <c:v>0.32025745220906748</c:v>
                </c:pt>
                <c:pt idx="21034">
                  <c:v>0.32036067119024297</c:v>
                </c:pt>
                <c:pt idx="21035">
                  <c:v>0.32036859476467766</c:v>
                </c:pt>
                <c:pt idx="21036">
                  <c:v>0.32037133777328825</c:v>
                </c:pt>
                <c:pt idx="21037">
                  <c:v>0.32045022914074761</c:v>
                </c:pt>
                <c:pt idx="21038">
                  <c:v>0.32045134686420967</c:v>
                </c:pt>
                <c:pt idx="21039">
                  <c:v>0.32045337228587106</c:v>
                </c:pt>
                <c:pt idx="21040">
                  <c:v>0.32056008076880649</c:v>
                </c:pt>
                <c:pt idx="21041">
                  <c:v>0.3205668271356098</c:v>
                </c:pt>
                <c:pt idx="21042">
                  <c:v>0.32057796666381627</c:v>
                </c:pt>
                <c:pt idx="21043">
                  <c:v>0.32057981906921873</c:v>
                </c:pt>
                <c:pt idx="21044">
                  <c:v>0.32058233734500463</c:v>
                </c:pt>
                <c:pt idx="21045">
                  <c:v>0.32064077833313354</c:v>
                </c:pt>
                <c:pt idx="21046">
                  <c:v>0.32065097667749892</c:v>
                </c:pt>
                <c:pt idx="21047">
                  <c:v>0.32067917772266308</c:v>
                </c:pt>
                <c:pt idx="21048">
                  <c:v>0.32067996657884046</c:v>
                </c:pt>
                <c:pt idx="21049">
                  <c:v>0.32069585271218776</c:v>
                </c:pt>
                <c:pt idx="21050">
                  <c:v>0.32074669046000387</c:v>
                </c:pt>
                <c:pt idx="21051">
                  <c:v>0.32077928527700061</c:v>
                </c:pt>
                <c:pt idx="21052">
                  <c:v>0.32079000638972771</c:v>
                </c:pt>
                <c:pt idx="21053">
                  <c:v>0.32083200472209183</c:v>
                </c:pt>
                <c:pt idx="21054">
                  <c:v>0.32083892045749629</c:v>
                </c:pt>
                <c:pt idx="21055">
                  <c:v>0.32084352987382436</c:v>
                </c:pt>
                <c:pt idx="21056">
                  <c:v>0.3208493331152798</c:v>
                </c:pt>
                <c:pt idx="21057">
                  <c:v>0.32085324468272564</c:v>
                </c:pt>
                <c:pt idx="21058">
                  <c:v>0.32094818298719846</c:v>
                </c:pt>
                <c:pt idx="21059">
                  <c:v>0.32097645065705116</c:v>
                </c:pt>
                <c:pt idx="21060">
                  <c:v>0.32100382317648973</c:v>
                </c:pt>
                <c:pt idx="21061">
                  <c:v>0.32104706968920715</c:v>
                </c:pt>
                <c:pt idx="21062">
                  <c:v>0.32107014793366728</c:v>
                </c:pt>
                <c:pt idx="21063">
                  <c:v>0.32111002339805833</c:v>
                </c:pt>
                <c:pt idx="21064">
                  <c:v>0.32111541798041698</c:v>
                </c:pt>
                <c:pt idx="21065">
                  <c:v>0.32111691204112347</c:v>
                </c:pt>
                <c:pt idx="21066">
                  <c:v>0.32114726212017036</c:v>
                </c:pt>
                <c:pt idx="21067">
                  <c:v>0.32117483803202324</c:v>
                </c:pt>
                <c:pt idx="21068">
                  <c:v>0.32117989149980314</c:v>
                </c:pt>
                <c:pt idx="21069">
                  <c:v>0.32119424629032267</c:v>
                </c:pt>
                <c:pt idx="21070">
                  <c:v>0.32121503589135181</c:v>
                </c:pt>
                <c:pt idx="21071">
                  <c:v>0.32122991595245848</c:v>
                </c:pt>
                <c:pt idx="21072">
                  <c:v>0.32131886497090073</c:v>
                </c:pt>
                <c:pt idx="21073">
                  <c:v>0.32132975868405811</c:v>
                </c:pt>
                <c:pt idx="21074">
                  <c:v>0.32134636802352157</c:v>
                </c:pt>
                <c:pt idx="21075">
                  <c:v>0.32135758043410245</c:v>
                </c:pt>
                <c:pt idx="21076">
                  <c:v>0.32139867584487769</c:v>
                </c:pt>
                <c:pt idx="21077">
                  <c:v>0.32140654933124829</c:v>
                </c:pt>
                <c:pt idx="21078">
                  <c:v>0.32143871905323446</c:v>
                </c:pt>
                <c:pt idx="21079">
                  <c:v>0.32144295443231763</c:v>
                </c:pt>
                <c:pt idx="21080">
                  <c:v>0.32144648556314181</c:v>
                </c:pt>
                <c:pt idx="21081">
                  <c:v>0.32148512924000544</c:v>
                </c:pt>
                <c:pt idx="21082">
                  <c:v>0.32148833943153454</c:v>
                </c:pt>
                <c:pt idx="21083">
                  <c:v>0.32150109635420721</c:v>
                </c:pt>
                <c:pt idx="21084">
                  <c:v>0.32160730775640012</c:v>
                </c:pt>
                <c:pt idx="21085">
                  <c:v>0.32165608349216102</c:v>
                </c:pt>
                <c:pt idx="21086">
                  <c:v>0.32171879233006423</c:v>
                </c:pt>
                <c:pt idx="21087">
                  <c:v>0.32174051388866892</c:v>
                </c:pt>
                <c:pt idx="21088">
                  <c:v>0.32177170471692207</c:v>
                </c:pt>
                <c:pt idx="21089">
                  <c:v>0.32184713383453772</c:v>
                </c:pt>
                <c:pt idx="21090">
                  <c:v>0.32186113104825287</c:v>
                </c:pt>
                <c:pt idx="21091">
                  <c:v>0.32187092191257438</c:v>
                </c:pt>
                <c:pt idx="21092">
                  <c:v>0.32192953174638089</c:v>
                </c:pt>
                <c:pt idx="21093">
                  <c:v>0.32194006154164712</c:v>
                </c:pt>
                <c:pt idx="21094">
                  <c:v>0.32194623364394942</c:v>
                </c:pt>
                <c:pt idx="21095">
                  <c:v>0.32198748506440789</c:v>
                </c:pt>
                <c:pt idx="21096">
                  <c:v>0.32201855079140174</c:v>
                </c:pt>
                <c:pt idx="21097">
                  <c:v>0.32202575516783088</c:v>
                </c:pt>
                <c:pt idx="21098">
                  <c:v>0.32205063962138303</c:v>
                </c:pt>
                <c:pt idx="21099">
                  <c:v>0.32205642745555857</c:v>
                </c:pt>
                <c:pt idx="21100">
                  <c:v>0.32206815794378368</c:v>
                </c:pt>
                <c:pt idx="21101">
                  <c:v>0.32212719762979619</c:v>
                </c:pt>
                <c:pt idx="21102">
                  <c:v>0.32213028775480496</c:v>
                </c:pt>
                <c:pt idx="21103">
                  <c:v>0.32215407444517596</c:v>
                </c:pt>
                <c:pt idx="21104">
                  <c:v>0.32217400006053926</c:v>
                </c:pt>
                <c:pt idx="21105">
                  <c:v>0.32224227766308272</c:v>
                </c:pt>
                <c:pt idx="21106">
                  <c:v>0.32228434953486201</c:v>
                </c:pt>
                <c:pt idx="21107">
                  <c:v>0.32229661583885388</c:v>
                </c:pt>
                <c:pt idx="21108">
                  <c:v>0.32237048538871793</c:v>
                </c:pt>
                <c:pt idx="21109">
                  <c:v>0.32237261982010362</c:v>
                </c:pt>
                <c:pt idx="21110">
                  <c:v>0.32238688608997612</c:v>
                </c:pt>
                <c:pt idx="21111">
                  <c:v>0.32240519938266415</c:v>
                </c:pt>
                <c:pt idx="21112">
                  <c:v>0.32247727684296734</c:v>
                </c:pt>
                <c:pt idx="21113">
                  <c:v>0.32250386052278907</c:v>
                </c:pt>
                <c:pt idx="21114">
                  <c:v>0.32251835014222413</c:v>
                </c:pt>
                <c:pt idx="21115">
                  <c:v>0.32258588827161461</c:v>
                </c:pt>
                <c:pt idx="21116">
                  <c:v>0.32269120458721262</c:v>
                </c:pt>
                <c:pt idx="21117">
                  <c:v>0.32274108471594848</c:v>
                </c:pt>
                <c:pt idx="21118">
                  <c:v>0.32274111224816349</c:v>
                </c:pt>
                <c:pt idx="21119">
                  <c:v>0.32277832643859111</c:v>
                </c:pt>
                <c:pt idx="21120">
                  <c:v>0.32278237314662073</c:v>
                </c:pt>
                <c:pt idx="21121">
                  <c:v>0.32279371099524762</c:v>
                </c:pt>
                <c:pt idx="21122">
                  <c:v>0.32280711828251896</c:v>
                </c:pt>
                <c:pt idx="21123">
                  <c:v>0.32282982613004046</c:v>
                </c:pt>
                <c:pt idx="21124">
                  <c:v>0.32286957531569122</c:v>
                </c:pt>
                <c:pt idx="21125">
                  <c:v>0.32290165493189288</c:v>
                </c:pt>
                <c:pt idx="21126">
                  <c:v>0.32292364578267635</c:v>
                </c:pt>
                <c:pt idx="21127">
                  <c:v>0.32296151897308428</c:v>
                </c:pt>
                <c:pt idx="21128">
                  <c:v>0.3229684755324761</c:v>
                </c:pt>
                <c:pt idx="21129">
                  <c:v>0.32302515037876417</c:v>
                </c:pt>
                <c:pt idx="21130">
                  <c:v>0.32303958932959326</c:v>
                </c:pt>
                <c:pt idx="21131">
                  <c:v>0.32314869169590071</c:v>
                </c:pt>
                <c:pt idx="21132">
                  <c:v>0.32319360013102061</c:v>
                </c:pt>
                <c:pt idx="21133">
                  <c:v>0.32325155532897676</c:v>
                </c:pt>
                <c:pt idx="21134">
                  <c:v>0.32326888631265133</c:v>
                </c:pt>
                <c:pt idx="21135">
                  <c:v>0.32328695935550733</c:v>
                </c:pt>
                <c:pt idx="21136">
                  <c:v>0.32328933455199715</c:v>
                </c:pt>
                <c:pt idx="21137">
                  <c:v>0.32329990370217754</c:v>
                </c:pt>
                <c:pt idx="21138">
                  <c:v>0.32332802079546136</c:v>
                </c:pt>
                <c:pt idx="21139">
                  <c:v>0.32334192952291552</c:v>
                </c:pt>
                <c:pt idx="21140">
                  <c:v>0.32335163907610809</c:v>
                </c:pt>
                <c:pt idx="21141">
                  <c:v>0.32335264888778026</c:v>
                </c:pt>
                <c:pt idx="21142">
                  <c:v>0.32337734917892164</c:v>
                </c:pt>
                <c:pt idx="21143">
                  <c:v>0.32341524275045719</c:v>
                </c:pt>
                <c:pt idx="21144">
                  <c:v>0.32343297105817886</c:v>
                </c:pt>
                <c:pt idx="21145">
                  <c:v>0.32351102897821543</c:v>
                </c:pt>
                <c:pt idx="21146">
                  <c:v>0.32360239167274274</c:v>
                </c:pt>
                <c:pt idx="21147">
                  <c:v>0.32360800080746643</c:v>
                </c:pt>
                <c:pt idx="21148">
                  <c:v>0.32360953998531466</c:v>
                </c:pt>
                <c:pt idx="21149">
                  <c:v>0.32362192699599329</c:v>
                </c:pt>
                <c:pt idx="21150">
                  <c:v>0.32362490671250732</c:v>
                </c:pt>
                <c:pt idx="21151">
                  <c:v>0.32367085635110848</c:v>
                </c:pt>
                <c:pt idx="21152">
                  <c:v>0.32376853497502578</c:v>
                </c:pt>
                <c:pt idx="21153">
                  <c:v>0.32377211274156498</c:v>
                </c:pt>
                <c:pt idx="21154">
                  <c:v>0.32386917619433447</c:v>
                </c:pt>
                <c:pt idx="21155">
                  <c:v>0.32388003324657438</c:v>
                </c:pt>
                <c:pt idx="21156">
                  <c:v>0.32389017034062378</c:v>
                </c:pt>
                <c:pt idx="21157">
                  <c:v>0.32389020185935258</c:v>
                </c:pt>
                <c:pt idx="21158">
                  <c:v>0.32400026809985932</c:v>
                </c:pt>
                <c:pt idx="21159">
                  <c:v>0.32405676886512741</c:v>
                </c:pt>
                <c:pt idx="21160">
                  <c:v>0.32405764678450438</c:v>
                </c:pt>
                <c:pt idx="21161">
                  <c:v>0.32408302421596474</c:v>
                </c:pt>
                <c:pt idx="21162">
                  <c:v>0.3240883812365089</c:v>
                </c:pt>
                <c:pt idx="21163">
                  <c:v>0.32409335168208575</c:v>
                </c:pt>
                <c:pt idx="21164">
                  <c:v>0.32413888675900915</c:v>
                </c:pt>
                <c:pt idx="21165">
                  <c:v>0.3241479306357829</c:v>
                </c:pt>
                <c:pt idx="21166">
                  <c:v>0.32417619510636181</c:v>
                </c:pt>
                <c:pt idx="21167">
                  <c:v>0.32422526385317718</c:v>
                </c:pt>
                <c:pt idx="21168">
                  <c:v>0.32424482358628004</c:v>
                </c:pt>
                <c:pt idx="21169">
                  <c:v>0.32424981337684811</c:v>
                </c:pt>
                <c:pt idx="21170">
                  <c:v>0.32428109290673773</c:v>
                </c:pt>
                <c:pt idx="21171">
                  <c:v>0.32434728480697406</c:v>
                </c:pt>
                <c:pt idx="21172">
                  <c:v>0.32437771091249146</c:v>
                </c:pt>
                <c:pt idx="21173">
                  <c:v>0.32440907710964711</c:v>
                </c:pt>
                <c:pt idx="21174">
                  <c:v>0.32445688875507328</c:v>
                </c:pt>
                <c:pt idx="21175">
                  <c:v>0.32450631965125742</c:v>
                </c:pt>
                <c:pt idx="21176">
                  <c:v>0.32457839560003299</c:v>
                </c:pt>
                <c:pt idx="21177">
                  <c:v>0.32458399032366653</c:v>
                </c:pt>
                <c:pt idx="21178">
                  <c:v>0.3245935328413812</c:v>
                </c:pt>
                <c:pt idx="21179">
                  <c:v>0.32468485702555311</c:v>
                </c:pt>
                <c:pt idx="21180">
                  <c:v>0.32471038830173898</c:v>
                </c:pt>
                <c:pt idx="21181">
                  <c:v>0.32474454690671678</c:v>
                </c:pt>
                <c:pt idx="21182">
                  <c:v>0.32477584594145087</c:v>
                </c:pt>
                <c:pt idx="21183">
                  <c:v>0.32478183179482056</c:v>
                </c:pt>
                <c:pt idx="21184">
                  <c:v>0.32484844205700286</c:v>
                </c:pt>
                <c:pt idx="21185">
                  <c:v>0.32489887103127324</c:v>
                </c:pt>
                <c:pt idx="21186">
                  <c:v>0.32490485380928463</c:v>
                </c:pt>
                <c:pt idx="21187">
                  <c:v>0.32492055525740426</c:v>
                </c:pt>
                <c:pt idx="21188">
                  <c:v>0.32493204943426945</c:v>
                </c:pt>
                <c:pt idx="21189">
                  <c:v>0.32493455833706847</c:v>
                </c:pt>
                <c:pt idx="21190">
                  <c:v>0.32493996807218378</c:v>
                </c:pt>
                <c:pt idx="21191">
                  <c:v>0.32495563892272983</c:v>
                </c:pt>
                <c:pt idx="21192">
                  <c:v>0.3249749646791974</c:v>
                </c:pt>
                <c:pt idx="21193">
                  <c:v>0.32501050515488733</c:v>
                </c:pt>
                <c:pt idx="21194">
                  <c:v>0.3250379646829345</c:v>
                </c:pt>
                <c:pt idx="21195">
                  <c:v>0.3250430623603206</c:v>
                </c:pt>
                <c:pt idx="21196">
                  <c:v>0.32510422539271011</c:v>
                </c:pt>
                <c:pt idx="21197">
                  <c:v>0.32514945692388414</c:v>
                </c:pt>
                <c:pt idx="21198">
                  <c:v>0.32518476304686128</c:v>
                </c:pt>
                <c:pt idx="21199">
                  <c:v>0.32519373532873186</c:v>
                </c:pt>
                <c:pt idx="21200">
                  <c:v>0.32529712129773064</c:v>
                </c:pt>
                <c:pt idx="21201">
                  <c:v>0.32542115260802401</c:v>
                </c:pt>
                <c:pt idx="21202">
                  <c:v>0.325448081952882</c:v>
                </c:pt>
                <c:pt idx="21203">
                  <c:v>0.32547860581655264</c:v>
                </c:pt>
                <c:pt idx="21204">
                  <c:v>0.32547873451568748</c:v>
                </c:pt>
                <c:pt idx="21205">
                  <c:v>0.32557435953243841</c:v>
                </c:pt>
                <c:pt idx="21206">
                  <c:v>0.32558258583375771</c:v>
                </c:pt>
                <c:pt idx="21207">
                  <c:v>0.32560105709740705</c:v>
                </c:pt>
                <c:pt idx="21208">
                  <c:v>0.32564705813815514</c:v>
                </c:pt>
                <c:pt idx="21209">
                  <c:v>0.32566537568979426</c:v>
                </c:pt>
                <c:pt idx="21210">
                  <c:v>0.3257616775788591</c:v>
                </c:pt>
                <c:pt idx="21211">
                  <c:v>0.32579429346444388</c:v>
                </c:pt>
                <c:pt idx="21212">
                  <c:v>0.32590339512884786</c:v>
                </c:pt>
                <c:pt idx="21213">
                  <c:v>0.32593301017909987</c:v>
                </c:pt>
                <c:pt idx="21214">
                  <c:v>0.32596646732946938</c:v>
                </c:pt>
                <c:pt idx="21215">
                  <c:v>0.32598109886267862</c:v>
                </c:pt>
                <c:pt idx="21216">
                  <c:v>0.32599165379892081</c:v>
                </c:pt>
                <c:pt idx="21217">
                  <c:v>0.32600762017798268</c:v>
                </c:pt>
                <c:pt idx="21218">
                  <c:v>0.32601324947859783</c:v>
                </c:pt>
                <c:pt idx="21219">
                  <c:v>0.32604427282935</c:v>
                </c:pt>
                <c:pt idx="21220">
                  <c:v>0.32607696546474463</c:v>
                </c:pt>
                <c:pt idx="21221">
                  <c:v>0.32607975102037667</c:v>
                </c:pt>
                <c:pt idx="21222">
                  <c:v>0.32610316228898262</c:v>
                </c:pt>
                <c:pt idx="21223">
                  <c:v>0.32612675355352821</c:v>
                </c:pt>
                <c:pt idx="21224">
                  <c:v>0.32612708563644072</c:v>
                </c:pt>
                <c:pt idx="21225">
                  <c:v>0.32617864885699099</c:v>
                </c:pt>
                <c:pt idx="21226">
                  <c:v>0.32619612362161715</c:v>
                </c:pt>
                <c:pt idx="21227">
                  <c:v>0.32634836334822431</c:v>
                </c:pt>
                <c:pt idx="21228">
                  <c:v>0.32635811137812704</c:v>
                </c:pt>
                <c:pt idx="21229">
                  <c:v>0.32639286548911151</c:v>
                </c:pt>
                <c:pt idx="21230">
                  <c:v>0.32640454430171872</c:v>
                </c:pt>
                <c:pt idx="21231">
                  <c:v>0.32640967418897415</c:v>
                </c:pt>
                <c:pt idx="21232">
                  <c:v>0.32645597779418617</c:v>
                </c:pt>
                <c:pt idx="21233">
                  <c:v>0.32649471659925672</c:v>
                </c:pt>
                <c:pt idx="21234">
                  <c:v>0.32656406900944285</c:v>
                </c:pt>
                <c:pt idx="21235">
                  <c:v>0.32658835837230094</c:v>
                </c:pt>
                <c:pt idx="21236">
                  <c:v>0.32659178935282951</c:v>
                </c:pt>
                <c:pt idx="21237">
                  <c:v>0.32660605418069877</c:v>
                </c:pt>
                <c:pt idx="21238">
                  <c:v>0.32661468434662227</c:v>
                </c:pt>
                <c:pt idx="21239">
                  <c:v>0.32669089996975298</c:v>
                </c:pt>
                <c:pt idx="21240">
                  <c:v>0.3267101595046415</c:v>
                </c:pt>
                <c:pt idx="21241">
                  <c:v>0.32673808437484408</c:v>
                </c:pt>
                <c:pt idx="21242">
                  <c:v>0.32685083476931998</c:v>
                </c:pt>
                <c:pt idx="21243">
                  <c:v>0.32691288283046194</c:v>
                </c:pt>
                <c:pt idx="21244">
                  <c:v>0.32692019434728675</c:v>
                </c:pt>
                <c:pt idx="21245">
                  <c:v>0.32692131227863264</c:v>
                </c:pt>
                <c:pt idx="21246">
                  <c:v>0.3269568096546569</c:v>
                </c:pt>
                <c:pt idx="21247">
                  <c:v>0.32705281013399251</c:v>
                </c:pt>
                <c:pt idx="21248">
                  <c:v>0.3270600504196553</c:v>
                </c:pt>
                <c:pt idx="21249">
                  <c:v>0.32706466626258984</c:v>
                </c:pt>
                <c:pt idx="21250">
                  <c:v>0.32707121669646089</c:v>
                </c:pt>
                <c:pt idx="21251">
                  <c:v>0.32708111190769051</c:v>
                </c:pt>
                <c:pt idx="21252">
                  <c:v>0.32709555665090345</c:v>
                </c:pt>
                <c:pt idx="21253">
                  <c:v>0.32718676146028025</c:v>
                </c:pt>
                <c:pt idx="21254">
                  <c:v>0.32720856736307641</c:v>
                </c:pt>
                <c:pt idx="21255">
                  <c:v>0.32728264991975436</c:v>
                </c:pt>
                <c:pt idx="21256">
                  <c:v>0.32729524572653929</c:v>
                </c:pt>
                <c:pt idx="21257">
                  <c:v>0.32738815044384884</c:v>
                </c:pt>
                <c:pt idx="21258">
                  <c:v>0.32739087341967071</c:v>
                </c:pt>
                <c:pt idx="21259">
                  <c:v>0.32745617554323847</c:v>
                </c:pt>
                <c:pt idx="21260">
                  <c:v>0.32745924808873972</c:v>
                </c:pt>
                <c:pt idx="21261">
                  <c:v>0.32746636127959283</c:v>
                </c:pt>
                <c:pt idx="21262">
                  <c:v>0.32748643829434954</c:v>
                </c:pt>
                <c:pt idx="21263">
                  <c:v>0.32758707746464555</c:v>
                </c:pt>
                <c:pt idx="21264">
                  <c:v>0.32763991303934897</c:v>
                </c:pt>
                <c:pt idx="21265">
                  <c:v>0.32766165915179163</c:v>
                </c:pt>
                <c:pt idx="21266">
                  <c:v>0.32772612517287059</c:v>
                </c:pt>
                <c:pt idx="21267">
                  <c:v>0.32773053447444922</c:v>
                </c:pt>
                <c:pt idx="21268">
                  <c:v>0.32782610056852657</c:v>
                </c:pt>
                <c:pt idx="21269">
                  <c:v>0.32786175228232117</c:v>
                </c:pt>
                <c:pt idx="21270">
                  <c:v>0.32786976780742177</c:v>
                </c:pt>
                <c:pt idx="21271">
                  <c:v>0.32788171109975461</c:v>
                </c:pt>
                <c:pt idx="21272">
                  <c:v>0.32789051730920493</c:v>
                </c:pt>
                <c:pt idx="21273">
                  <c:v>0.32791764185343142</c:v>
                </c:pt>
                <c:pt idx="21274">
                  <c:v>0.32792303451084082</c:v>
                </c:pt>
                <c:pt idx="21275">
                  <c:v>0.32796708211242093</c:v>
                </c:pt>
                <c:pt idx="21276">
                  <c:v>0.32797241697516555</c:v>
                </c:pt>
                <c:pt idx="21277">
                  <c:v>0.32801229870299731</c:v>
                </c:pt>
                <c:pt idx="21278">
                  <c:v>0.32802457989733952</c:v>
                </c:pt>
                <c:pt idx="21279">
                  <c:v>0.32810772956153994</c:v>
                </c:pt>
                <c:pt idx="21280">
                  <c:v>0.32823686542761316</c:v>
                </c:pt>
                <c:pt idx="21281">
                  <c:v>0.32825869116071854</c:v>
                </c:pt>
                <c:pt idx="21282">
                  <c:v>0.32827928928372535</c:v>
                </c:pt>
                <c:pt idx="21283">
                  <c:v>0.32829114508459389</c:v>
                </c:pt>
                <c:pt idx="21284">
                  <c:v>0.32831382306518864</c:v>
                </c:pt>
                <c:pt idx="21285">
                  <c:v>0.32834298476482832</c:v>
                </c:pt>
                <c:pt idx="21286">
                  <c:v>0.32835965400948169</c:v>
                </c:pt>
                <c:pt idx="21287">
                  <c:v>0.32837370412764</c:v>
                </c:pt>
                <c:pt idx="21288">
                  <c:v>0.32838717588436384</c:v>
                </c:pt>
                <c:pt idx="21289">
                  <c:v>0.32839041928020202</c:v>
                </c:pt>
                <c:pt idx="21290">
                  <c:v>0.32843272695495085</c:v>
                </c:pt>
                <c:pt idx="21291">
                  <c:v>0.32844406654833147</c:v>
                </c:pt>
                <c:pt idx="21292">
                  <c:v>0.3284894100394945</c:v>
                </c:pt>
                <c:pt idx="21293">
                  <c:v>0.32849000503260967</c:v>
                </c:pt>
                <c:pt idx="21294">
                  <c:v>0.32854046458001096</c:v>
                </c:pt>
                <c:pt idx="21295">
                  <c:v>0.32854049962530019</c:v>
                </c:pt>
                <c:pt idx="21296">
                  <c:v>0.32858182405777647</c:v>
                </c:pt>
                <c:pt idx="21297">
                  <c:v>0.32858394082678744</c:v>
                </c:pt>
                <c:pt idx="21298">
                  <c:v>0.32865531326618808</c:v>
                </c:pt>
                <c:pt idx="21299">
                  <c:v>0.32868057346792823</c:v>
                </c:pt>
                <c:pt idx="21300">
                  <c:v>0.32868918235661593</c:v>
                </c:pt>
                <c:pt idx="21301">
                  <c:v>0.3287232563225333</c:v>
                </c:pt>
                <c:pt idx="21302">
                  <c:v>0.32873722057870386</c:v>
                </c:pt>
                <c:pt idx="21303">
                  <c:v>0.32880900691903875</c:v>
                </c:pt>
                <c:pt idx="21304">
                  <c:v>0.32887296421877155</c:v>
                </c:pt>
                <c:pt idx="21305">
                  <c:v>0.32888096156763391</c:v>
                </c:pt>
                <c:pt idx="21306">
                  <c:v>0.32888281741357722</c:v>
                </c:pt>
                <c:pt idx="21307">
                  <c:v>0.32888706987472599</c:v>
                </c:pt>
                <c:pt idx="21308">
                  <c:v>0.32897584540452585</c:v>
                </c:pt>
                <c:pt idx="21309">
                  <c:v>0.32898710516278185</c:v>
                </c:pt>
                <c:pt idx="21310">
                  <c:v>0.32900574083448408</c:v>
                </c:pt>
                <c:pt idx="21311">
                  <c:v>0.32905289600065457</c:v>
                </c:pt>
                <c:pt idx="21312">
                  <c:v>0.32910518817964191</c:v>
                </c:pt>
                <c:pt idx="21313">
                  <c:v>0.32917753466782207</c:v>
                </c:pt>
                <c:pt idx="21314">
                  <c:v>0.329183224837304</c:v>
                </c:pt>
                <c:pt idx="21315">
                  <c:v>0.32921315603055068</c:v>
                </c:pt>
                <c:pt idx="21316">
                  <c:v>0.32921436395851544</c:v>
                </c:pt>
                <c:pt idx="21317">
                  <c:v>0.32922099143000233</c:v>
                </c:pt>
                <c:pt idx="21318">
                  <c:v>0.32925628853452865</c:v>
                </c:pt>
                <c:pt idx="21319">
                  <c:v>0.32925793002068909</c:v>
                </c:pt>
                <c:pt idx="21320">
                  <c:v>0.32935811668648368</c:v>
                </c:pt>
                <c:pt idx="21321">
                  <c:v>0.32944616132447996</c:v>
                </c:pt>
                <c:pt idx="21322">
                  <c:v>0.32945758248268098</c:v>
                </c:pt>
                <c:pt idx="21323">
                  <c:v>0.32946616483182722</c:v>
                </c:pt>
                <c:pt idx="21324">
                  <c:v>0.32948435083789795</c:v>
                </c:pt>
                <c:pt idx="21325">
                  <c:v>0.3295779028811604</c:v>
                </c:pt>
                <c:pt idx="21326">
                  <c:v>0.32960131464803544</c:v>
                </c:pt>
                <c:pt idx="21327">
                  <c:v>0.32962031273734332</c:v>
                </c:pt>
                <c:pt idx="21328">
                  <c:v>0.32965353883657772</c:v>
                </c:pt>
                <c:pt idx="21329">
                  <c:v>0.3296600501440507</c:v>
                </c:pt>
                <c:pt idx="21330">
                  <c:v>0.3296825902645612</c:v>
                </c:pt>
                <c:pt idx="21331">
                  <c:v>0.32975738094885138</c:v>
                </c:pt>
                <c:pt idx="21332">
                  <c:v>0.32979038426680557</c:v>
                </c:pt>
                <c:pt idx="21333">
                  <c:v>0.32979688351678427</c:v>
                </c:pt>
                <c:pt idx="21334">
                  <c:v>0.32981234831827239</c:v>
                </c:pt>
                <c:pt idx="21335">
                  <c:v>0.32995478976757536</c:v>
                </c:pt>
                <c:pt idx="21336">
                  <c:v>0.33000978513507612</c:v>
                </c:pt>
                <c:pt idx="21337">
                  <c:v>0.33001711761732555</c:v>
                </c:pt>
                <c:pt idx="21338">
                  <c:v>0.33006574773860031</c:v>
                </c:pt>
                <c:pt idx="21339">
                  <c:v>0.33011927010687159</c:v>
                </c:pt>
                <c:pt idx="21340">
                  <c:v>0.33013833527809155</c:v>
                </c:pt>
                <c:pt idx="21341">
                  <c:v>0.33014599425860192</c:v>
                </c:pt>
                <c:pt idx="21342">
                  <c:v>0.33016114132121199</c:v>
                </c:pt>
                <c:pt idx="21343">
                  <c:v>0.33017027057950066</c:v>
                </c:pt>
                <c:pt idx="21344">
                  <c:v>0.3302452062911429</c:v>
                </c:pt>
                <c:pt idx="21345">
                  <c:v>0.33029214235308391</c:v>
                </c:pt>
                <c:pt idx="21346">
                  <c:v>0.33029451294315215</c:v>
                </c:pt>
                <c:pt idx="21347">
                  <c:v>0.33032929771650055</c:v>
                </c:pt>
                <c:pt idx="21348">
                  <c:v>0.33034332961911433</c:v>
                </c:pt>
                <c:pt idx="21349">
                  <c:v>0.33037573195374376</c:v>
                </c:pt>
                <c:pt idx="21350">
                  <c:v>0.33040658146645357</c:v>
                </c:pt>
                <c:pt idx="21351">
                  <c:v>0.33042144095521819</c:v>
                </c:pt>
                <c:pt idx="21352">
                  <c:v>0.33042801270116939</c:v>
                </c:pt>
                <c:pt idx="21353">
                  <c:v>0.33042841811742835</c:v>
                </c:pt>
                <c:pt idx="21354">
                  <c:v>0.33043282398799528</c:v>
                </c:pt>
                <c:pt idx="21355">
                  <c:v>0.33043680563043126</c:v>
                </c:pt>
                <c:pt idx="21356">
                  <c:v>0.33043754127620295</c:v>
                </c:pt>
                <c:pt idx="21357">
                  <c:v>0.33044631520274359</c:v>
                </c:pt>
                <c:pt idx="21358">
                  <c:v>0.33046254341430403</c:v>
                </c:pt>
                <c:pt idx="21359">
                  <c:v>0.33047257838512289</c:v>
                </c:pt>
                <c:pt idx="21360">
                  <c:v>0.33051224700769694</c:v>
                </c:pt>
                <c:pt idx="21361">
                  <c:v>0.33052165330439409</c:v>
                </c:pt>
                <c:pt idx="21362">
                  <c:v>0.33052407479018941</c:v>
                </c:pt>
                <c:pt idx="21363">
                  <c:v>0.33059931862965203</c:v>
                </c:pt>
                <c:pt idx="21364">
                  <c:v>0.33067414053819588</c:v>
                </c:pt>
                <c:pt idx="21365">
                  <c:v>0.33071728073879031</c:v>
                </c:pt>
                <c:pt idx="21366">
                  <c:v>0.33077563700405566</c:v>
                </c:pt>
                <c:pt idx="21367">
                  <c:v>0.33079666781878569</c:v>
                </c:pt>
                <c:pt idx="21368">
                  <c:v>0.33080627613766583</c:v>
                </c:pt>
                <c:pt idx="21369">
                  <c:v>0.33080660539281126</c:v>
                </c:pt>
                <c:pt idx="21370">
                  <c:v>0.33084626704534242</c:v>
                </c:pt>
                <c:pt idx="21371">
                  <c:v>0.33086764576448763</c:v>
                </c:pt>
                <c:pt idx="21372">
                  <c:v>0.33092220605508638</c:v>
                </c:pt>
                <c:pt idx="21373">
                  <c:v>0.33093976457947988</c:v>
                </c:pt>
                <c:pt idx="21374">
                  <c:v>0.33094308302197489</c:v>
                </c:pt>
                <c:pt idx="21375">
                  <c:v>0.33094955107736601</c:v>
                </c:pt>
                <c:pt idx="21376">
                  <c:v>0.33103191674297738</c:v>
                </c:pt>
                <c:pt idx="21377">
                  <c:v>0.33107531296242659</c:v>
                </c:pt>
                <c:pt idx="21378">
                  <c:v>0.33109804424868666</c:v>
                </c:pt>
                <c:pt idx="21379">
                  <c:v>0.33115527185373339</c:v>
                </c:pt>
                <c:pt idx="21380">
                  <c:v>0.33119875341016075</c:v>
                </c:pt>
                <c:pt idx="21381">
                  <c:v>0.33138077195618132</c:v>
                </c:pt>
                <c:pt idx="21382">
                  <c:v>0.33138194818921302</c:v>
                </c:pt>
                <c:pt idx="21383">
                  <c:v>0.33152708223653526</c:v>
                </c:pt>
                <c:pt idx="21384">
                  <c:v>0.33153726881078505</c:v>
                </c:pt>
                <c:pt idx="21385">
                  <c:v>0.33154674465983769</c:v>
                </c:pt>
                <c:pt idx="21386">
                  <c:v>0.33158338638077101</c:v>
                </c:pt>
                <c:pt idx="21387">
                  <c:v>0.33159371360071477</c:v>
                </c:pt>
                <c:pt idx="21388">
                  <c:v>0.33167472462216568</c:v>
                </c:pt>
                <c:pt idx="21389">
                  <c:v>0.33167489757677099</c:v>
                </c:pt>
                <c:pt idx="21390">
                  <c:v>0.33172217209249205</c:v>
                </c:pt>
                <c:pt idx="21391">
                  <c:v>0.33181848649148854</c:v>
                </c:pt>
                <c:pt idx="21392">
                  <c:v>0.33181860213407116</c:v>
                </c:pt>
                <c:pt idx="21393">
                  <c:v>0.33185624529422164</c:v>
                </c:pt>
                <c:pt idx="21394">
                  <c:v>0.33186274409434707</c:v>
                </c:pt>
                <c:pt idx="21395">
                  <c:v>0.33186322250911143</c:v>
                </c:pt>
                <c:pt idx="21396">
                  <c:v>0.33192082988184723</c:v>
                </c:pt>
                <c:pt idx="21397">
                  <c:v>0.33196010036398793</c:v>
                </c:pt>
                <c:pt idx="21398">
                  <c:v>0.33203190554699347</c:v>
                </c:pt>
                <c:pt idx="21399">
                  <c:v>0.33206287894742725</c:v>
                </c:pt>
                <c:pt idx="21400">
                  <c:v>0.3321069593536935</c:v>
                </c:pt>
                <c:pt idx="21401">
                  <c:v>0.33217453558030285</c:v>
                </c:pt>
                <c:pt idx="21402">
                  <c:v>0.33229543322298188</c:v>
                </c:pt>
                <c:pt idx="21403">
                  <c:v>0.33229914246435621</c:v>
                </c:pt>
                <c:pt idx="21404">
                  <c:v>0.33237533100198702</c:v>
                </c:pt>
                <c:pt idx="21405">
                  <c:v>0.33238891812202359</c:v>
                </c:pt>
                <c:pt idx="21406">
                  <c:v>0.33248919397979659</c:v>
                </c:pt>
                <c:pt idx="21407">
                  <c:v>0.33249846330021643</c:v>
                </c:pt>
                <c:pt idx="21408">
                  <c:v>0.33252762306050054</c:v>
                </c:pt>
                <c:pt idx="21409">
                  <c:v>0.33253521252946017</c:v>
                </c:pt>
                <c:pt idx="21410">
                  <c:v>0.33260368163923576</c:v>
                </c:pt>
                <c:pt idx="21411">
                  <c:v>0.33260507361504771</c:v>
                </c:pt>
                <c:pt idx="21412">
                  <c:v>0.33269861620835206</c:v>
                </c:pt>
                <c:pt idx="21413">
                  <c:v>0.33272130422904983</c:v>
                </c:pt>
                <c:pt idx="21414">
                  <c:v>0.33273910646977306</c:v>
                </c:pt>
                <c:pt idx="21415">
                  <c:v>0.33274016051346039</c:v>
                </c:pt>
                <c:pt idx="21416">
                  <c:v>0.3327648676687161</c:v>
                </c:pt>
                <c:pt idx="21417">
                  <c:v>0.33277902279106875</c:v>
                </c:pt>
                <c:pt idx="21418">
                  <c:v>0.33278573525123151</c:v>
                </c:pt>
                <c:pt idx="21419">
                  <c:v>0.33278908914843686</c:v>
                </c:pt>
                <c:pt idx="21420">
                  <c:v>0.33286853261507299</c:v>
                </c:pt>
                <c:pt idx="21421">
                  <c:v>0.33288902008997079</c:v>
                </c:pt>
                <c:pt idx="21422">
                  <c:v>0.33293414256032505</c:v>
                </c:pt>
                <c:pt idx="21423">
                  <c:v>0.33302028473110956</c:v>
                </c:pt>
                <c:pt idx="21424">
                  <c:v>0.3330232728404719</c:v>
                </c:pt>
                <c:pt idx="21425">
                  <c:v>0.33306004979873671</c:v>
                </c:pt>
                <c:pt idx="21426">
                  <c:v>0.33311126331543084</c:v>
                </c:pt>
                <c:pt idx="21427">
                  <c:v>0.33311197131843523</c:v>
                </c:pt>
                <c:pt idx="21428">
                  <c:v>0.33314758221141549</c:v>
                </c:pt>
                <c:pt idx="21429">
                  <c:v>0.33318922366694681</c:v>
                </c:pt>
                <c:pt idx="21430">
                  <c:v>0.33322452975952732</c:v>
                </c:pt>
                <c:pt idx="21431">
                  <c:v>0.33336615467783071</c:v>
                </c:pt>
                <c:pt idx="21432">
                  <c:v>0.33343144064607699</c:v>
                </c:pt>
                <c:pt idx="21433">
                  <c:v>0.33343632537589102</c:v>
                </c:pt>
                <c:pt idx="21434">
                  <c:v>0.33344211921189065</c:v>
                </c:pt>
                <c:pt idx="21435">
                  <c:v>0.33349246119356352</c:v>
                </c:pt>
                <c:pt idx="21436">
                  <c:v>0.3335024789087373</c:v>
                </c:pt>
                <c:pt idx="21437">
                  <c:v>0.33355486792523675</c:v>
                </c:pt>
                <c:pt idx="21438">
                  <c:v>0.33371589699917875</c:v>
                </c:pt>
                <c:pt idx="21439">
                  <c:v>0.33372002896674879</c:v>
                </c:pt>
                <c:pt idx="21440">
                  <c:v>0.33373547273481297</c:v>
                </c:pt>
                <c:pt idx="21441">
                  <c:v>0.33374160044448109</c:v>
                </c:pt>
                <c:pt idx="21442">
                  <c:v>0.33374404918241746</c:v>
                </c:pt>
                <c:pt idx="21443">
                  <c:v>0.33374520687223985</c:v>
                </c:pt>
                <c:pt idx="21444">
                  <c:v>0.33379019244395858</c:v>
                </c:pt>
                <c:pt idx="21445">
                  <c:v>0.33382129880960237</c:v>
                </c:pt>
                <c:pt idx="21446">
                  <c:v>0.33383049924410479</c:v>
                </c:pt>
                <c:pt idx="21447">
                  <c:v>0.33384499901673659</c:v>
                </c:pt>
                <c:pt idx="21448">
                  <c:v>0.33388057510597602</c:v>
                </c:pt>
                <c:pt idx="21449">
                  <c:v>0.33389018777384044</c:v>
                </c:pt>
                <c:pt idx="21450">
                  <c:v>0.3339417792152779</c:v>
                </c:pt>
                <c:pt idx="21451">
                  <c:v>0.33394640405564435</c:v>
                </c:pt>
                <c:pt idx="21452">
                  <c:v>0.33395601954238241</c:v>
                </c:pt>
                <c:pt idx="21453">
                  <c:v>0.33396519327023261</c:v>
                </c:pt>
                <c:pt idx="21454">
                  <c:v>0.33396931430389637</c:v>
                </c:pt>
                <c:pt idx="21455">
                  <c:v>0.33397847961355059</c:v>
                </c:pt>
                <c:pt idx="21456">
                  <c:v>0.3340100198264383</c:v>
                </c:pt>
                <c:pt idx="21457">
                  <c:v>0.33409269005816272</c:v>
                </c:pt>
                <c:pt idx="21458">
                  <c:v>0.33412749784497614</c:v>
                </c:pt>
                <c:pt idx="21459">
                  <c:v>0.33413244996074848</c:v>
                </c:pt>
                <c:pt idx="21460">
                  <c:v>0.33419143150234376</c:v>
                </c:pt>
                <c:pt idx="21461">
                  <c:v>0.3342486823453647</c:v>
                </c:pt>
                <c:pt idx="21462">
                  <c:v>0.33427799616729953</c:v>
                </c:pt>
                <c:pt idx="21463">
                  <c:v>0.33429702798525057</c:v>
                </c:pt>
                <c:pt idx="21464">
                  <c:v>0.33429969731877551</c:v>
                </c:pt>
                <c:pt idx="21465">
                  <c:v>0.33430127818050187</c:v>
                </c:pt>
                <c:pt idx="21466">
                  <c:v>0.33431790957945634</c:v>
                </c:pt>
                <c:pt idx="21467">
                  <c:v>0.33432479533869103</c:v>
                </c:pt>
                <c:pt idx="21468">
                  <c:v>0.33435799924955228</c:v>
                </c:pt>
                <c:pt idx="21469">
                  <c:v>0.3343907775335756</c:v>
                </c:pt>
                <c:pt idx="21470">
                  <c:v>0.33445393734399226</c:v>
                </c:pt>
                <c:pt idx="21471">
                  <c:v>0.33446397899954394</c:v>
                </c:pt>
                <c:pt idx="21472">
                  <c:v>0.33449045977206054</c:v>
                </c:pt>
                <c:pt idx="21473">
                  <c:v>0.33455813181340344</c:v>
                </c:pt>
                <c:pt idx="21474">
                  <c:v>0.33456832283365551</c:v>
                </c:pt>
                <c:pt idx="21475">
                  <c:v>0.33462880753154517</c:v>
                </c:pt>
                <c:pt idx="21476">
                  <c:v>0.33487015836371231</c:v>
                </c:pt>
                <c:pt idx="21477">
                  <c:v>0.33489937141199194</c:v>
                </c:pt>
                <c:pt idx="21478">
                  <c:v>0.33493914091356375</c:v>
                </c:pt>
                <c:pt idx="21479">
                  <c:v>0.33495000550195725</c:v>
                </c:pt>
                <c:pt idx="21480">
                  <c:v>0.33497244992379255</c:v>
                </c:pt>
                <c:pt idx="21481">
                  <c:v>0.33497513260747547</c:v>
                </c:pt>
                <c:pt idx="21482">
                  <c:v>0.33501502674810696</c:v>
                </c:pt>
                <c:pt idx="21483">
                  <c:v>0.33505118731176037</c:v>
                </c:pt>
                <c:pt idx="21484">
                  <c:v>0.3350776309424518</c:v>
                </c:pt>
                <c:pt idx="21485">
                  <c:v>0.33514752670696552</c:v>
                </c:pt>
                <c:pt idx="21486">
                  <c:v>0.33515498912704877</c:v>
                </c:pt>
                <c:pt idx="21487">
                  <c:v>0.33517218225491902</c:v>
                </c:pt>
                <c:pt idx="21488">
                  <c:v>0.33520459190061902</c:v>
                </c:pt>
                <c:pt idx="21489">
                  <c:v>0.33524868300596233</c:v>
                </c:pt>
                <c:pt idx="21490">
                  <c:v>0.33527829416479471</c:v>
                </c:pt>
                <c:pt idx="21491">
                  <c:v>0.33533043943534085</c:v>
                </c:pt>
                <c:pt idx="21492">
                  <c:v>0.33533081123114733</c:v>
                </c:pt>
                <c:pt idx="21493">
                  <c:v>0.33534997974091479</c:v>
                </c:pt>
                <c:pt idx="21494">
                  <c:v>0.33536978700447578</c:v>
                </c:pt>
                <c:pt idx="21495">
                  <c:v>0.33540023002319036</c:v>
                </c:pt>
                <c:pt idx="21496">
                  <c:v>0.33544748602729163</c:v>
                </c:pt>
                <c:pt idx="21497">
                  <c:v>0.33546570363843936</c:v>
                </c:pt>
                <c:pt idx="21498">
                  <c:v>0.33549424846252157</c:v>
                </c:pt>
                <c:pt idx="21499">
                  <c:v>0.33550867267788581</c:v>
                </c:pt>
                <c:pt idx="21500">
                  <c:v>0.33554165225183957</c:v>
                </c:pt>
                <c:pt idx="21501">
                  <c:v>0.3355485862427921</c:v>
                </c:pt>
                <c:pt idx="21502">
                  <c:v>0.33557217104027098</c:v>
                </c:pt>
                <c:pt idx="21503">
                  <c:v>0.33558778742339002</c:v>
                </c:pt>
                <c:pt idx="21504">
                  <c:v>0.33560267874931765</c:v>
                </c:pt>
                <c:pt idx="21505">
                  <c:v>0.33562689297699294</c:v>
                </c:pt>
                <c:pt idx="21506">
                  <c:v>0.33567363708760467</c:v>
                </c:pt>
                <c:pt idx="21507">
                  <c:v>0.33571045909162428</c:v>
                </c:pt>
                <c:pt idx="21508">
                  <c:v>0.33575471606242341</c:v>
                </c:pt>
                <c:pt idx="21509">
                  <c:v>0.33577158160430481</c:v>
                </c:pt>
                <c:pt idx="21510">
                  <c:v>0.33577215510103997</c:v>
                </c:pt>
                <c:pt idx="21511">
                  <c:v>0.33591030552616652</c:v>
                </c:pt>
                <c:pt idx="21512">
                  <c:v>0.33591689709106753</c:v>
                </c:pt>
                <c:pt idx="21513">
                  <c:v>0.33591883773550457</c:v>
                </c:pt>
                <c:pt idx="21514">
                  <c:v>0.33600513597967491</c:v>
                </c:pt>
                <c:pt idx="21515">
                  <c:v>0.33602416142370267</c:v>
                </c:pt>
                <c:pt idx="21516">
                  <c:v>0.33611645182917366</c:v>
                </c:pt>
                <c:pt idx="21517">
                  <c:v>0.336142215953459</c:v>
                </c:pt>
                <c:pt idx="21518">
                  <c:v>0.33617336912248219</c:v>
                </c:pt>
                <c:pt idx="21519">
                  <c:v>0.33617928943038888</c:v>
                </c:pt>
                <c:pt idx="21520">
                  <c:v>0.3362054254584812</c:v>
                </c:pt>
                <c:pt idx="21521">
                  <c:v>0.33620564395067998</c:v>
                </c:pt>
                <c:pt idx="21522">
                  <c:v>0.33628597987952136</c:v>
                </c:pt>
                <c:pt idx="21523">
                  <c:v>0.33629003194357288</c:v>
                </c:pt>
                <c:pt idx="21524">
                  <c:v>0.33629963168829474</c:v>
                </c:pt>
                <c:pt idx="21525">
                  <c:v>0.33634120609273177</c:v>
                </c:pt>
                <c:pt idx="21526">
                  <c:v>0.33649483069370245</c:v>
                </c:pt>
                <c:pt idx="21527">
                  <c:v>0.33651342055844374</c:v>
                </c:pt>
                <c:pt idx="21528">
                  <c:v>0.33658998850437888</c:v>
                </c:pt>
                <c:pt idx="21529">
                  <c:v>0.33661117546476454</c:v>
                </c:pt>
                <c:pt idx="21530">
                  <c:v>0.33668774680324953</c:v>
                </c:pt>
                <c:pt idx="21531">
                  <c:v>0.33678777626599271</c:v>
                </c:pt>
                <c:pt idx="21532">
                  <c:v>0.33686891552715997</c:v>
                </c:pt>
                <c:pt idx="21533">
                  <c:v>0.33688898544247575</c:v>
                </c:pt>
                <c:pt idx="21534">
                  <c:v>0.33691084854698733</c:v>
                </c:pt>
                <c:pt idx="21535">
                  <c:v>0.33693901829886147</c:v>
                </c:pt>
                <c:pt idx="21536">
                  <c:v>0.33696207218819924</c:v>
                </c:pt>
                <c:pt idx="21537">
                  <c:v>0.33697100897302873</c:v>
                </c:pt>
                <c:pt idx="21538">
                  <c:v>0.33697423483550393</c:v>
                </c:pt>
                <c:pt idx="21539">
                  <c:v>0.33702577332073386</c:v>
                </c:pt>
                <c:pt idx="21540">
                  <c:v>0.33705582739208872</c:v>
                </c:pt>
                <c:pt idx="21541">
                  <c:v>0.33716558610687292</c:v>
                </c:pt>
                <c:pt idx="21542">
                  <c:v>0.33725765334357494</c:v>
                </c:pt>
                <c:pt idx="21543">
                  <c:v>0.33727876385214617</c:v>
                </c:pt>
                <c:pt idx="21544">
                  <c:v>0.33731698341550337</c:v>
                </c:pt>
                <c:pt idx="21545">
                  <c:v>0.33733237728848042</c:v>
                </c:pt>
                <c:pt idx="21546">
                  <c:v>0.33737239708455247</c:v>
                </c:pt>
                <c:pt idx="21547">
                  <c:v>0.33739704705568935</c:v>
                </c:pt>
                <c:pt idx="21548">
                  <c:v>0.33740227302965475</c:v>
                </c:pt>
                <c:pt idx="21549">
                  <c:v>0.33741617324673295</c:v>
                </c:pt>
                <c:pt idx="21550">
                  <c:v>0.33742490216546983</c:v>
                </c:pt>
                <c:pt idx="21551">
                  <c:v>0.33746352620499603</c:v>
                </c:pt>
                <c:pt idx="21552">
                  <c:v>0.33749832140780989</c:v>
                </c:pt>
                <c:pt idx="21553">
                  <c:v>0.33751777448745734</c:v>
                </c:pt>
                <c:pt idx="21554">
                  <c:v>0.33752696190449882</c:v>
                </c:pt>
                <c:pt idx="21555">
                  <c:v>0.33756661348087802</c:v>
                </c:pt>
                <c:pt idx="21556">
                  <c:v>0.3375946898291729</c:v>
                </c:pt>
                <c:pt idx="21557">
                  <c:v>0.33759956235457828</c:v>
                </c:pt>
                <c:pt idx="21558">
                  <c:v>0.33761109873640865</c:v>
                </c:pt>
                <c:pt idx="21559">
                  <c:v>0.33762188958874317</c:v>
                </c:pt>
                <c:pt idx="21560">
                  <c:v>0.33763002124079144</c:v>
                </c:pt>
                <c:pt idx="21561">
                  <c:v>0.33764483860615074</c:v>
                </c:pt>
                <c:pt idx="21562">
                  <c:v>0.33773793320290446</c:v>
                </c:pt>
                <c:pt idx="21563">
                  <c:v>0.33778235098133075</c:v>
                </c:pt>
                <c:pt idx="21564">
                  <c:v>0.33784841207466981</c:v>
                </c:pt>
                <c:pt idx="21565">
                  <c:v>0.33786191990627529</c:v>
                </c:pt>
                <c:pt idx="21566">
                  <c:v>0.3379091511283891</c:v>
                </c:pt>
                <c:pt idx="21567">
                  <c:v>0.33803745109437872</c:v>
                </c:pt>
                <c:pt idx="21568">
                  <c:v>0.33809094519460997</c:v>
                </c:pt>
                <c:pt idx="21569">
                  <c:v>0.33809667630213913</c:v>
                </c:pt>
                <c:pt idx="21570">
                  <c:v>0.33812607380364501</c:v>
                </c:pt>
                <c:pt idx="21571">
                  <c:v>0.33814646327274706</c:v>
                </c:pt>
                <c:pt idx="21572">
                  <c:v>0.33818348367015533</c:v>
                </c:pt>
                <c:pt idx="21573">
                  <c:v>0.33818852002925531</c:v>
                </c:pt>
                <c:pt idx="21574">
                  <c:v>0.33823923870621092</c:v>
                </c:pt>
                <c:pt idx="21575">
                  <c:v>0.3383443534634421</c:v>
                </c:pt>
                <c:pt idx="21576">
                  <c:v>0.33838888569383407</c:v>
                </c:pt>
                <c:pt idx="21577">
                  <c:v>0.33839087073710833</c:v>
                </c:pt>
                <c:pt idx="21578">
                  <c:v>0.33843064978704351</c:v>
                </c:pt>
                <c:pt idx="21579">
                  <c:v>0.3384389266428271</c:v>
                </c:pt>
                <c:pt idx="21580">
                  <c:v>0.33845691615300522</c:v>
                </c:pt>
                <c:pt idx="21581">
                  <c:v>0.33848231817327878</c:v>
                </c:pt>
                <c:pt idx="21582">
                  <c:v>0.33855737320027063</c:v>
                </c:pt>
                <c:pt idx="21583">
                  <c:v>0.33855879374471504</c:v>
                </c:pt>
                <c:pt idx="21584">
                  <c:v>0.33856057510181237</c:v>
                </c:pt>
                <c:pt idx="21585">
                  <c:v>0.33861002228495735</c:v>
                </c:pt>
                <c:pt idx="21586">
                  <c:v>0.3386509482752722</c:v>
                </c:pt>
                <c:pt idx="21587">
                  <c:v>0.33867828305549375</c:v>
                </c:pt>
                <c:pt idx="21588">
                  <c:v>0.33870412815143836</c:v>
                </c:pt>
                <c:pt idx="21589">
                  <c:v>0.33878263946190512</c:v>
                </c:pt>
                <c:pt idx="21590">
                  <c:v>0.33879851299428465</c:v>
                </c:pt>
                <c:pt idx="21591">
                  <c:v>0.33882065005568923</c:v>
                </c:pt>
                <c:pt idx="21592">
                  <c:v>0.33882569291899223</c:v>
                </c:pt>
                <c:pt idx="21593">
                  <c:v>0.33884461906058899</c:v>
                </c:pt>
                <c:pt idx="21594">
                  <c:v>0.33886969946519874</c:v>
                </c:pt>
                <c:pt idx="21595">
                  <c:v>0.33896974139371694</c:v>
                </c:pt>
                <c:pt idx="21596">
                  <c:v>0.33897759922490495</c:v>
                </c:pt>
                <c:pt idx="21597">
                  <c:v>0.33902768944465589</c:v>
                </c:pt>
                <c:pt idx="21598">
                  <c:v>0.33902868624784344</c:v>
                </c:pt>
                <c:pt idx="21599">
                  <c:v>0.33906090985561527</c:v>
                </c:pt>
                <c:pt idx="21600">
                  <c:v>0.33915073618189034</c:v>
                </c:pt>
                <c:pt idx="21601">
                  <c:v>0.33916021710385424</c:v>
                </c:pt>
                <c:pt idx="21602">
                  <c:v>0.33916306766084015</c:v>
                </c:pt>
                <c:pt idx="21603">
                  <c:v>0.339230634661842</c:v>
                </c:pt>
                <c:pt idx="21604">
                  <c:v>0.33924824967151218</c:v>
                </c:pt>
                <c:pt idx="21605">
                  <c:v>0.33927499391088028</c:v>
                </c:pt>
                <c:pt idx="21606">
                  <c:v>0.33928174692964957</c:v>
                </c:pt>
                <c:pt idx="21607">
                  <c:v>0.33929294192072396</c:v>
                </c:pt>
                <c:pt idx="21608">
                  <c:v>0.3392957425800574</c:v>
                </c:pt>
                <c:pt idx="21609">
                  <c:v>0.33936673472171702</c:v>
                </c:pt>
                <c:pt idx="21610">
                  <c:v>0.33937194802370341</c:v>
                </c:pt>
                <c:pt idx="21611">
                  <c:v>0.33941913490140535</c:v>
                </c:pt>
                <c:pt idx="21612">
                  <c:v>0.33946298483914755</c:v>
                </c:pt>
                <c:pt idx="21613">
                  <c:v>0.33948852176396527</c:v>
                </c:pt>
                <c:pt idx="21614">
                  <c:v>0.33955625470351786</c:v>
                </c:pt>
                <c:pt idx="21615">
                  <c:v>0.33961208377488311</c:v>
                </c:pt>
                <c:pt idx="21616">
                  <c:v>0.33964565464279384</c:v>
                </c:pt>
                <c:pt idx="21617">
                  <c:v>0.33975812161212821</c:v>
                </c:pt>
                <c:pt idx="21618">
                  <c:v>0.33977636006168593</c:v>
                </c:pt>
                <c:pt idx="21619">
                  <c:v>0.33978063171835149</c:v>
                </c:pt>
                <c:pt idx="21620">
                  <c:v>0.33978464745230569</c:v>
                </c:pt>
                <c:pt idx="21621">
                  <c:v>0.33978710885404778</c:v>
                </c:pt>
                <c:pt idx="21622">
                  <c:v>0.33979313254513205</c:v>
                </c:pt>
                <c:pt idx="21623">
                  <c:v>0.33984849016610597</c:v>
                </c:pt>
                <c:pt idx="21624">
                  <c:v>0.33986254236331803</c:v>
                </c:pt>
                <c:pt idx="21625">
                  <c:v>0.33999476357547204</c:v>
                </c:pt>
                <c:pt idx="21626">
                  <c:v>0.33999756278705562</c:v>
                </c:pt>
                <c:pt idx="21627">
                  <c:v>0.34000740097623028</c:v>
                </c:pt>
                <c:pt idx="21628">
                  <c:v>0.34002209759831586</c:v>
                </c:pt>
                <c:pt idx="21629">
                  <c:v>0.34004388294865495</c:v>
                </c:pt>
                <c:pt idx="21630">
                  <c:v>0.34007216639792126</c:v>
                </c:pt>
                <c:pt idx="21631">
                  <c:v>0.34008607860926549</c:v>
                </c:pt>
                <c:pt idx="21632">
                  <c:v>0.34010185835352141</c:v>
                </c:pt>
                <c:pt idx="21633">
                  <c:v>0.34021273153881104</c:v>
                </c:pt>
                <c:pt idx="21634">
                  <c:v>0.34022931781518562</c:v>
                </c:pt>
                <c:pt idx="21635">
                  <c:v>0.34025349617606049</c:v>
                </c:pt>
                <c:pt idx="21636">
                  <c:v>0.34027613778190891</c:v>
                </c:pt>
                <c:pt idx="21637">
                  <c:v>0.34028915813152272</c:v>
                </c:pt>
                <c:pt idx="21638">
                  <c:v>0.34043942495664264</c:v>
                </c:pt>
                <c:pt idx="21639">
                  <c:v>0.3405038517150954</c:v>
                </c:pt>
                <c:pt idx="21640">
                  <c:v>0.34057802454635611</c:v>
                </c:pt>
                <c:pt idx="21641">
                  <c:v>0.34060361124115385</c:v>
                </c:pt>
                <c:pt idx="21642">
                  <c:v>0.34074769445085035</c:v>
                </c:pt>
                <c:pt idx="21643">
                  <c:v>0.34081501938149233</c:v>
                </c:pt>
                <c:pt idx="21644">
                  <c:v>0.34086112844944089</c:v>
                </c:pt>
                <c:pt idx="21645">
                  <c:v>0.34088536916209483</c:v>
                </c:pt>
                <c:pt idx="21646">
                  <c:v>0.34091699587604485</c:v>
                </c:pt>
                <c:pt idx="21647">
                  <c:v>0.34093730883564038</c:v>
                </c:pt>
                <c:pt idx="21648">
                  <c:v>0.34096142955910425</c:v>
                </c:pt>
                <c:pt idx="21649">
                  <c:v>0.34102051852843296</c:v>
                </c:pt>
                <c:pt idx="21650">
                  <c:v>0.341027059300545</c:v>
                </c:pt>
                <c:pt idx="21651">
                  <c:v>0.34105502733982634</c:v>
                </c:pt>
                <c:pt idx="21652">
                  <c:v>0.34109391004845496</c:v>
                </c:pt>
                <c:pt idx="21653">
                  <c:v>0.34115227421199767</c:v>
                </c:pt>
                <c:pt idx="21654">
                  <c:v>0.3411552947481839</c:v>
                </c:pt>
                <c:pt idx="21655">
                  <c:v>0.3411890242867322</c:v>
                </c:pt>
                <c:pt idx="21656">
                  <c:v>0.34125182758047068</c:v>
                </c:pt>
                <c:pt idx="21657">
                  <c:v>0.34134133703459646</c:v>
                </c:pt>
                <c:pt idx="21658">
                  <c:v>0.34137205274629479</c:v>
                </c:pt>
                <c:pt idx="21659">
                  <c:v>0.34139583958652597</c:v>
                </c:pt>
                <c:pt idx="21660">
                  <c:v>0.34139843309952511</c:v>
                </c:pt>
                <c:pt idx="21661">
                  <c:v>0.341404283914513</c:v>
                </c:pt>
                <c:pt idx="21662">
                  <c:v>0.34144681231872304</c:v>
                </c:pt>
                <c:pt idx="21663">
                  <c:v>0.34146688203618325</c:v>
                </c:pt>
                <c:pt idx="21664">
                  <c:v>0.34155335601966924</c:v>
                </c:pt>
                <c:pt idx="21665">
                  <c:v>0.34155888622428138</c:v>
                </c:pt>
                <c:pt idx="21666">
                  <c:v>0.34157554787595573</c:v>
                </c:pt>
                <c:pt idx="21667">
                  <c:v>0.34164816653177638</c:v>
                </c:pt>
                <c:pt idx="21668">
                  <c:v>0.34166979623190652</c:v>
                </c:pt>
                <c:pt idx="21669">
                  <c:v>0.34167624166492683</c:v>
                </c:pt>
                <c:pt idx="21670">
                  <c:v>0.34178597717100223</c:v>
                </c:pt>
                <c:pt idx="21671">
                  <c:v>0.34182524774455458</c:v>
                </c:pt>
                <c:pt idx="21672">
                  <c:v>0.34185525403731665</c:v>
                </c:pt>
                <c:pt idx="21673">
                  <c:v>0.34190023636921729</c:v>
                </c:pt>
                <c:pt idx="21674">
                  <c:v>0.34191200909837899</c:v>
                </c:pt>
                <c:pt idx="21675">
                  <c:v>0.34193771238491094</c:v>
                </c:pt>
                <c:pt idx="21676">
                  <c:v>0.3420038597289739</c:v>
                </c:pt>
                <c:pt idx="21677">
                  <c:v>0.34201728132874798</c:v>
                </c:pt>
                <c:pt idx="21678">
                  <c:v>0.34212653024584561</c:v>
                </c:pt>
                <c:pt idx="21679">
                  <c:v>0.34216220159186517</c:v>
                </c:pt>
                <c:pt idx="21680">
                  <c:v>0.34217034892188292</c:v>
                </c:pt>
                <c:pt idx="21681">
                  <c:v>0.34221846036999615</c:v>
                </c:pt>
                <c:pt idx="21682">
                  <c:v>0.34229428839813963</c:v>
                </c:pt>
                <c:pt idx="21683">
                  <c:v>0.34229950502051609</c:v>
                </c:pt>
                <c:pt idx="21684">
                  <c:v>0.34233754172724407</c:v>
                </c:pt>
                <c:pt idx="21685">
                  <c:v>0.34233785942840417</c:v>
                </c:pt>
                <c:pt idx="21686">
                  <c:v>0.34235136593953774</c:v>
                </c:pt>
                <c:pt idx="21687">
                  <c:v>0.3423520538752759</c:v>
                </c:pt>
                <c:pt idx="21688">
                  <c:v>0.34235894811925249</c:v>
                </c:pt>
                <c:pt idx="21689">
                  <c:v>0.34236303685567121</c:v>
                </c:pt>
                <c:pt idx="21690">
                  <c:v>0.34242117706953878</c:v>
                </c:pt>
                <c:pt idx="21691">
                  <c:v>0.34242177316277433</c:v>
                </c:pt>
                <c:pt idx="21692">
                  <c:v>0.34244153105375791</c:v>
                </c:pt>
                <c:pt idx="21693">
                  <c:v>0.34252211183173009</c:v>
                </c:pt>
                <c:pt idx="21694">
                  <c:v>0.3426485473117058</c:v>
                </c:pt>
                <c:pt idx="21695">
                  <c:v>0.34265239248651569</c:v>
                </c:pt>
                <c:pt idx="21696">
                  <c:v>0.34267512661983834</c:v>
                </c:pt>
                <c:pt idx="21697">
                  <c:v>0.34269383324506331</c:v>
                </c:pt>
                <c:pt idx="21698">
                  <c:v>0.34269995621828686</c:v>
                </c:pt>
                <c:pt idx="21699">
                  <c:v>0.34273077109342143</c:v>
                </c:pt>
                <c:pt idx="21700">
                  <c:v>0.34284308049670825</c:v>
                </c:pt>
                <c:pt idx="21701">
                  <c:v>0.34294259976815716</c:v>
                </c:pt>
                <c:pt idx="21702">
                  <c:v>0.34295382016017295</c:v>
                </c:pt>
                <c:pt idx="21703">
                  <c:v>0.34295756101555358</c:v>
                </c:pt>
                <c:pt idx="21704">
                  <c:v>0.34305093501222494</c:v>
                </c:pt>
                <c:pt idx="21705">
                  <c:v>0.34305763186169613</c:v>
                </c:pt>
                <c:pt idx="21706">
                  <c:v>0.34311092982053026</c:v>
                </c:pt>
                <c:pt idx="21707">
                  <c:v>0.3431585254513842</c:v>
                </c:pt>
                <c:pt idx="21708">
                  <c:v>0.34317212087421406</c:v>
                </c:pt>
                <c:pt idx="21709">
                  <c:v>0.34318605173717687</c:v>
                </c:pt>
                <c:pt idx="21710">
                  <c:v>0.3432571716777747</c:v>
                </c:pt>
                <c:pt idx="21711">
                  <c:v>0.34326743005525151</c:v>
                </c:pt>
                <c:pt idx="21712">
                  <c:v>0.34329284882951949</c:v>
                </c:pt>
                <c:pt idx="21713">
                  <c:v>0.34346959314760989</c:v>
                </c:pt>
                <c:pt idx="21714">
                  <c:v>0.34348906173463989</c:v>
                </c:pt>
                <c:pt idx="21715">
                  <c:v>0.34351846426980581</c:v>
                </c:pt>
                <c:pt idx="21716">
                  <c:v>0.34373017234226211</c:v>
                </c:pt>
                <c:pt idx="21717">
                  <c:v>0.34382451155808758</c:v>
                </c:pt>
                <c:pt idx="21718">
                  <c:v>0.34383887791323975</c:v>
                </c:pt>
                <c:pt idx="21719">
                  <c:v>0.34384408853353604</c:v>
                </c:pt>
                <c:pt idx="21720">
                  <c:v>0.34385271197215456</c:v>
                </c:pt>
                <c:pt idx="21721">
                  <c:v>0.34386546088290537</c:v>
                </c:pt>
                <c:pt idx="21722">
                  <c:v>0.34392070915037065</c:v>
                </c:pt>
                <c:pt idx="21723">
                  <c:v>0.34394707415776149</c:v>
                </c:pt>
                <c:pt idx="21724">
                  <c:v>0.34399541938844996</c:v>
                </c:pt>
                <c:pt idx="21725">
                  <c:v>0.34400697575916489</c:v>
                </c:pt>
                <c:pt idx="21726">
                  <c:v>0.34403783523638531</c:v>
                </c:pt>
                <c:pt idx="21727">
                  <c:v>0.34404626838176205</c:v>
                </c:pt>
                <c:pt idx="21728">
                  <c:v>0.34410485566294036</c:v>
                </c:pt>
                <c:pt idx="21729">
                  <c:v>0.3441567861061961</c:v>
                </c:pt>
                <c:pt idx="21730">
                  <c:v>0.34417267003482643</c:v>
                </c:pt>
                <c:pt idx="21731">
                  <c:v>0.34418739903894396</c:v>
                </c:pt>
                <c:pt idx="21732">
                  <c:v>0.34428227755093593</c:v>
                </c:pt>
                <c:pt idx="21733">
                  <c:v>0.34428428399228012</c:v>
                </c:pt>
                <c:pt idx="21734">
                  <c:v>0.3443388457644242</c:v>
                </c:pt>
                <c:pt idx="21735">
                  <c:v>0.34438628940618587</c:v>
                </c:pt>
                <c:pt idx="21736">
                  <c:v>0.34443566699130324</c:v>
                </c:pt>
                <c:pt idx="21737">
                  <c:v>0.34447241224050301</c:v>
                </c:pt>
                <c:pt idx="21738">
                  <c:v>0.34452885870827016</c:v>
                </c:pt>
                <c:pt idx="21739">
                  <c:v>0.34457071218228585</c:v>
                </c:pt>
                <c:pt idx="21740">
                  <c:v>0.34458706736290312</c:v>
                </c:pt>
                <c:pt idx="21741">
                  <c:v>0.34461519661190948</c:v>
                </c:pt>
                <c:pt idx="21742">
                  <c:v>0.34464387054416629</c:v>
                </c:pt>
                <c:pt idx="21743">
                  <c:v>0.34474917602308397</c:v>
                </c:pt>
                <c:pt idx="21744">
                  <c:v>0.34482644904208348</c:v>
                </c:pt>
                <c:pt idx="21745">
                  <c:v>0.3448351025477569</c:v>
                </c:pt>
                <c:pt idx="21746">
                  <c:v>0.34484709450459289</c:v>
                </c:pt>
                <c:pt idx="21747">
                  <c:v>0.34486653733506006</c:v>
                </c:pt>
                <c:pt idx="21748">
                  <c:v>0.34487684220028281</c:v>
                </c:pt>
                <c:pt idx="21749">
                  <c:v>0.34487816476219202</c:v>
                </c:pt>
                <c:pt idx="21750">
                  <c:v>0.34488521954677187</c:v>
                </c:pt>
                <c:pt idx="21751">
                  <c:v>0.34491189506910541</c:v>
                </c:pt>
                <c:pt idx="21752">
                  <c:v>0.34497763722164965</c:v>
                </c:pt>
                <c:pt idx="21753">
                  <c:v>0.34498410630894649</c:v>
                </c:pt>
                <c:pt idx="21754">
                  <c:v>0.34501822536931598</c:v>
                </c:pt>
                <c:pt idx="21755">
                  <c:v>0.34505203329324086</c:v>
                </c:pt>
                <c:pt idx="21756">
                  <c:v>0.34508957019624809</c:v>
                </c:pt>
                <c:pt idx="21757">
                  <c:v>0.34510776521791625</c:v>
                </c:pt>
                <c:pt idx="21758">
                  <c:v>0.34512936450084125</c:v>
                </c:pt>
                <c:pt idx="21759">
                  <c:v>0.34517632258064901</c:v>
                </c:pt>
                <c:pt idx="21760">
                  <c:v>0.34519447291865935</c:v>
                </c:pt>
                <c:pt idx="21761">
                  <c:v>0.34522574751468021</c:v>
                </c:pt>
                <c:pt idx="21762">
                  <c:v>0.34523913927976224</c:v>
                </c:pt>
                <c:pt idx="21763">
                  <c:v>0.34527480106169695</c:v>
                </c:pt>
                <c:pt idx="21764">
                  <c:v>0.34533125669696113</c:v>
                </c:pt>
                <c:pt idx="21765">
                  <c:v>0.34534246098203758</c:v>
                </c:pt>
                <c:pt idx="21766">
                  <c:v>0.34537489050727394</c:v>
                </c:pt>
                <c:pt idx="21767">
                  <c:v>0.34538671147310801</c:v>
                </c:pt>
                <c:pt idx="21768">
                  <c:v>0.34540279583082906</c:v>
                </c:pt>
                <c:pt idx="21769">
                  <c:v>0.34561834815646714</c:v>
                </c:pt>
                <c:pt idx="21770">
                  <c:v>0.34564244580393072</c:v>
                </c:pt>
                <c:pt idx="21771">
                  <c:v>0.34565802709440108</c:v>
                </c:pt>
                <c:pt idx="21772">
                  <c:v>0.34567779933304826</c:v>
                </c:pt>
                <c:pt idx="21773">
                  <c:v>0.3456886947081052</c:v>
                </c:pt>
                <c:pt idx="21774">
                  <c:v>0.34570100416193644</c:v>
                </c:pt>
                <c:pt idx="21775">
                  <c:v>0.3457936603780678</c:v>
                </c:pt>
                <c:pt idx="21776">
                  <c:v>0.34580103215738806</c:v>
                </c:pt>
                <c:pt idx="21777">
                  <c:v>0.34582663184800522</c:v>
                </c:pt>
                <c:pt idx="21778">
                  <c:v>0.34589757802514542</c:v>
                </c:pt>
                <c:pt idx="21779">
                  <c:v>0.34592395367302553</c:v>
                </c:pt>
                <c:pt idx="21780">
                  <c:v>0.34594533695273666</c:v>
                </c:pt>
                <c:pt idx="21781">
                  <c:v>0.34603246156581968</c:v>
                </c:pt>
                <c:pt idx="21782">
                  <c:v>0.34606423310515583</c:v>
                </c:pt>
                <c:pt idx="21783">
                  <c:v>0.34615745215170635</c:v>
                </c:pt>
                <c:pt idx="21784">
                  <c:v>0.34618285174480085</c:v>
                </c:pt>
                <c:pt idx="21785">
                  <c:v>0.34619451180345934</c:v>
                </c:pt>
                <c:pt idx="21786">
                  <c:v>0.34631320890540812</c:v>
                </c:pt>
                <c:pt idx="21787">
                  <c:v>0.34634415844374267</c:v>
                </c:pt>
                <c:pt idx="21788">
                  <c:v>0.346381502403388</c:v>
                </c:pt>
                <c:pt idx="21789">
                  <c:v>0.34642421291811604</c:v>
                </c:pt>
                <c:pt idx="21790">
                  <c:v>0.3464329289396762</c:v>
                </c:pt>
                <c:pt idx="21791">
                  <c:v>0.34644201423774207</c:v>
                </c:pt>
                <c:pt idx="21792">
                  <c:v>0.34645491707405413</c:v>
                </c:pt>
                <c:pt idx="21793">
                  <c:v>0.34647254440342923</c:v>
                </c:pt>
                <c:pt idx="21794">
                  <c:v>0.34650703258583782</c:v>
                </c:pt>
                <c:pt idx="21795">
                  <c:v>0.34651587659510863</c:v>
                </c:pt>
                <c:pt idx="21796">
                  <c:v>0.34656777517889104</c:v>
                </c:pt>
                <c:pt idx="21797">
                  <c:v>0.34664301560217625</c:v>
                </c:pt>
                <c:pt idx="21798">
                  <c:v>0.34665436897275426</c:v>
                </c:pt>
                <c:pt idx="21799">
                  <c:v>0.34676253756014169</c:v>
                </c:pt>
                <c:pt idx="21800">
                  <c:v>0.346852517691076</c:v>
                </c:pt>
                <c:pt idx="21801">
                  <c:v>0.34689485474971338</c:v>
                </c:pt>
                <c:pt idx="21802">
                  <c:v>0.34689733642256876</c:v>
                </c:pt>
                <c:pt idx="21803">
                  <c:v>0.34691634372675217</c:v>
                </c:pt>
                <c:pt idx="21804">
                  <c:v>0.34691898917271274</c:v>
                </c:pt>
                <c:pt idx="21805">
                  <c:v>0.34693457430905905</c:v>
                </c:pt>
                <c:pt idx="21806">
                  <c:v>0.346964400294199</c:v>
                </c:pt>
                <c:pt idx="21807">
                  <c:v>0.34707376434260478</c:v>
                </c:pt>
                <c:pt idx="21808">
                  <c:v>0.34710637172170039</c:v>
                </c:pt>
                <c:pt idx="21809">
                  <c:v>0.34716153605300115</c:v>
                </c:pt>
                <c:pt idx="21810">
                  <c:v>0.34726448401704496</c:v>
                </c:pt>
                <c:pt idx="21811">
                  <c:v>0.34728260735001565</c:v>
                </c:pt>
                <c:pt idx="21812">
                  <c:v>0.34729162176799572</c:v>
                </c:pt>
                <c:pt idx="21813">
                  <c:v>0.34736085459690208</c:v>
                </c:pt>
                <c:pt idx="21814">
                  <c:v>0.34737034974077891</c:v>
                </c:pt>
                <c:pt idx="21815">
                  <c:v>0.34741652282861418</c:v>
                </c:pt>
                <c:pt idx="21816">
                  <c:v>0.34744187373153751</c:v>
                </c:pt>
                <c:pt idx="21817">
                  <c:v>0.34745471231228836</c:v>
                </c:pt>
                <c:pt idx="21818">
                  <c:v>0.34748020869653756</c:v>
                </c:pt>
                <c:pt idx="21819">
                  <c:v>0.34754469549883088</c:v>
                </c:pt>
                <c:pt idx="21820">
                  <c:v>0.3475684615745861</c:v>
                </c:pt>
                <c:pt idx="21821">
                  <c:v>0.34758725193292123</c:v>
                </c:pt>
                <c:pt idx="21822">
                  <c:v>0.34759375470171289</c:v>
                </c:pt>
                <c:pt idx="21823">
                  <c:v>0.34760957224685929</c:v>
                </c:pt>
                <c:pt idx="21824">
                  <c:v>0.3476387250475993</c:v>
                </c:pt>
                <c:pt idx="21825">
                  <c:v>0.34769433148375845</c:v>
                </c:pt>
                <c:pt idx="21826">
                  <c:v>0.34772353645099463</c:v>
                </c:pt>
                <c:pt idx="21827">
                  <c:v>0.34784102628792435</c:v>
                </c:pt>
                <c:pt idx="21828">
                  <c:v>0.34788168470253322</c:v>
                </c:pt>
                <c:pt idx="21829">
                  <c:v>0.34788653239596512</c:v>
                </c:pt>
                <c:pt idx="21830">
                  <c:v>0.34789723653654525</c:v>
                </c:pt>
                <c:pt idx="21831">
                  <c:v>0.34794128937544599</c:v>
                </c:pt>
                <c:pt idx="21832">
                  <c:v>0.34795334529448968</c:v>
                </c:pt>
                <c:pt idx="21833">
                  <c:v>0.34799459655570453</c:v>
                </c:pt>
                <c:pt idx="21834">
                  <c:v>0.34800994056278051</c:v>
                </c:pt>
                <c:pt idx="21835">
                  <c:v>0.3480160881177593</c:v>
                </c:pt>
                <c:pt idx="21836">
                  <c:v>0.34803488374660513</c:v>
                </c:pt>
                <c:pt idx="21837">
                  <c:v>0.3481861726607054</c:v>
                </c:pt>
                <c:pt idx="21838">
                  <c:v>0.34821676061071566</c:v>
                </c:pt>
                <c:pt idx="21839">
                  <c:v>0.3482187341697216</c:v>
                </c:pt>
                <c:pt idx="21840">
                  <c:v>0.34822536819940075</c:v>
                </c:pt>
                <c:pt idx="21841">
                  <c:v>0.34828139336966968</c:v>
                </c:pt>
                <c:pt idx="21842">
                  <c:v>0.34842526336123369</c:v>
                </c:pt>
                <c:pt idx="21843">
                  <c:v>0.34845550994299135</c:v>
                </c:pt>
                <c:pt idx="21844">
                  <c:v>0.34854949796386092</c:v>
                </c:pt>
                <c:pt idx="21845">
                  <c:v>0.34858508802538746</c:v>
                </c:pt>
                <c:pt idx="21846">
                  <c:v>0.34860715461279201</c:v>
                </c:pt>
                <c:pt idx="21847">
                  <c:v>0.34862051718966519</c:v>
                </c:pt>
                <c:pt idx="21848">
                  <c:v>0.34864437280464061</c:v>
                </c:pt>
                <c:pt idx="21849">
                  <c:v>0.34872259178988063</c:v>
                </c:pt>
                <c:pt idx="21850">
                  <c:v>0.34875443644945076</c:v>
                </c:pt>
                <c:pt idx="21851">
                  <c:v>0.34880509331487236</c:v>
                </c:pt>
                <c:pt idx="21852">
                  <c:v>0.3488262279480609</c:v>
                </c:pt>
                <c:pt idx="21853">
                  <c:v>0.34884060103739473</c:v>
                </c:pt>
                <c:pt idx="21854">
                  <c:v>0.34884584169359922</c:v>
                </c:pt>
                <c:pt idx="21855">
                  <c:v>0.34889646960216725</c:v>
                </c:pt>
                <c:pt idx="21856">
                  <c:v>0.34891768887724972</c:v>
                </c:pt>
                <c:pt idx="21857">
                  <c:v>0.34897275148504664</c:v>
                </c:pt>
                <c:pt idx="21858">
                  <c:v>0.34900392825392479</c:v>
                </c:pt>
                <c:pt idx="21859">
                  <c:v>0.34903499887368605</c:v>
                </c:pt>
                <c:pt idx="21860">
                  <c:v>0.34909732447416253</c:v>
                </c:pt>
                <c:pt idx="21861">
                  <c:v>0.34910475007653174</c:v>
                </c:pt>
                <c:pt idx="21862">
                  <c:v>0.34915043805248808</c:v>
                </c:pt>
                <c:pt idx="21863">
                  <c:v>0.34918797034390459</c:v>
                </c:pt>
                <c:pt idx="21864">
                  <c:v>0.34919271797871554</c:v>
                </c:pt>
                <c:pt idx="21865">
                  <c:v>0.34923115065765137</c:v>
                </c:pt>
                <c:pt idx="21866">
                  <c:v>0.34923134730007993</c:v>
                </c:pt>
                <c:pt idx="21867">
                  <c:v>0.34926119873981909</c:v>
                </c:pt>
                <c:pt idx="21868">
                  <c:v>0.34930104215311208</c:v>
                </c:pt>
                <c:pt idx="21869">
                  <c:v>0.34932292943950399</c:v>
                </c:pt>
                <c:pt idx="21870">
                  <c:v>0.34933183920924138</c:v>
                </c:pt>
                <c:pt idx="21871">
                  <c:v>0.34933829833305946</c:v>
                </c:pt>
                <c:pt idx="21872">
                  <c:v>0.34938673456758818</c:v>
                </c:pt>
                <c:pt idx="21873">
                  <c:v>0.34940628913835581</c:v>
                </c:pt>
                <c:pt idx="21874">
                  <c:v>0.34945813384841129</c:v>
                </c:pt>
                <c:pt idx="21875">
                  <c:v>0.34946211976048625</c:v>
                </c:pt>
                <c:pt idx="21876">
                  <c:v>0.34947863484050967</c:v>
                </c:pt>
                <c:pt idx="21877">
                  <c:v>0.34949776479067901</c:v>
                </c:pt>
                <c:pt idx="21878">
                  <c:v>0.34955505274277571</c:v>
                </c:pt>
                <c:pt idx="21879">
                  <c:v>0.34956027776751908</c:v>
                </c:pt>
                <c:pt idx="21880">
                  <c:v>0.34958170686458279</c:v>
                </c:pt>
                <c:pt idx="21881">
                  <c:v>0.349626451069938</c:v>
                </c:pt>
                <c:pt idx="21882">
                  <c:v>0.34965765337780691</c:v>
                </c:pt>
                <c:pt idx="21883">
                  <c:v>0.34967772279264242</c:v>
                </c:pt>
                <c:pt idx="21884">
                  <c:v>0.34973915285024221</c:v>
                </c:pt>
                <c:pt idx="21885">
                  <c:v>0.34985689798750635</c:v>
                </c:pt>
                <c:pt idx="21886">
                  <c:v>0.34987905561425181</c:v>
                </c:pt>
                <c:pt idx="21887">
                  <c:v>0.34992388782089567</c:v>
                </c:pt>
                <c:pt idx="21888">
                  <c:v>0.34996269076920877</c:v>
                </c:pt>
                <c:pt idx="21889">
                  <c:v>0.35006960865167153</c:v>
                </c:pt>
                <c:pt idx="21890">
                  <c:v>0.35007469470682301</c:v>
                </c:pt>
                <c:pt idx="21891">
                  <c:v>0.35018865430519597</c:v>
                </c:pt>
                <c:pt idx="21892">
                  <c:v>0.3502382338091376</c:v>
                </c:pt>
                <c:pt idx="21893">
                  <c:v>0.35026718634736148</c:v>
                </c:pt>
                <c:pt idx="21894">
                  <c:v>0.35031178068205238</c:v>
                </c:pt>
                <c:pt idx="21895">
                  <c:v>0.35033356807518423</c:v>
                </c:pt>
                <c:pt idx="21896">
                  <c:v>0.35034353794299122</c:v>
                </c:pt>
                <c:pt idx="21897">
                  <c:v>0.35034355231290576</c:v>
                </c:pt>
                <c:pt idx="21898">
                  <c:v>0.35035942483059035</c:v>
                </c:pt>
                <c:pt idx="21899">
                  <c:v>0.35040064293685269</c:v>
                </c:pt>
                <c:pt idx="21900">
                  <c:v>0.35062134067854417</c:v>
                </c:pt>
                <c:pt idx="21901">
                  <c:v>0.35064446451599662</c:v>
                </c:pt>
                <c:pt idx="21902">
                  <c:v>0.3506673294116085</c:v>
                </c:pt>
                <c:pt idx="21903">
                  <c:v>0.35067741545941267</c:v>
                </c:pt>
                <c:pt idx="21904">
                  <c:v>0.35080512406410697</c:v>
                </c:pt>
                <c:pt idx="21905">
                  <c:v>0.35087658788801968</c:v>
                </c:pt>
                <c:pt idx="21906">
                  <c:v>0.35089345488290108</c:v>
                </c:pt>
                <c:pt idx="21907">
                  <c:v>0.35089606423186276</c:v>
                </c:pt>
                <c:pt idx="21908">
                  <c:v>0.35093243764634208</c:v>
                </c:pt>
                <c:pt idx="21909">
                  <c:v>0.3509391045850736</c:v>
                </c:pt>
                <c:pt idx="21910">
                  <c:v>0.35101408828479413</c:v>
                </c:pt>
                <c:pt idx="21911">
                  <c:v>0.35106489330353108</c:v>
                </c:pt>
                <c:pt idx="21912">
                  <c:v>0.35107718061885324</c:v>
                </c:pt>
                <c:pt idx="21913">
                  <c:v>0.35112283962124985</c:v>
                </c:pt>
                <c:pt idx="21914">
                  <c:v>0.35115391816154445</c:v>
                </c:pt>
                <c:pt idx="21915">
                  <c:v>0.351184786579196</c:v>
                </c:pt>
                <c:pt idx="21916">
                  <c:v>0.35123105668425886</c:v>
                </c:pt>
                <c:pt idx="21917">
                  <c:v>0.3512504751140606</c:v>
                </c:pt>
                <c:pt idx="21918">
                  <c:v>0.35128978214606782</c:v>
                </c:pt>
                <c:pt idx="21919">
                  <c:v>0.35138392556640036</c:v>
                </c:pt>
                <c:pt idx="21920">
                  <c:v>0.35138711599944911</c:v>
                </c:pt>
                <c:pt idx="21921">
                  <c:v>0.35142239262858738</c:v>
                </c:pt>
                <c:pt idx="21922">
                  <c:v>0.35158090570959005</c:v>
                </c:pt>
                <c:pt idx="21923">
                  <c:v>0.35168178226645846</c:v>
                </c:pt>
                <c:pt idx="21924">
                  <c:v>0.35175756411911557</c:v>
                </c:pt>
                <c:pt idx="21925">
                  <c:v>0.35177304371094364</c:v>
                </c:pt>
                <c:pt idx="21926">
                  <c:v>0.35180253743729945</c:v>
                </c:pt>
                <c:pt idx="21927">
                  <c:v>0.3519041705048197</c:v>
                </c:pt>
                <c:pt idx="21928">
                  <c:v>0.35193357114688145</c:v>
                </c:pt>
                <c:pt idx="21929">
                  <c:v>0.35194282753200834</c:v>
                </c:pt>
                <c:pt idx="21930">
                  <c:v>0.35196064768349816</c:v>
                </c:pt>
                <c:pt idx="21931">
                  <c:v>0.3520772530845851</c:v>
                </c:pt>
                <c:pt idx="21932">
                  <c:v>0.35207822304305364</c:v>
                </c:pt>
                <c:pt idx="21933">
                  <c:v>0.35211362302566879</c:v>
                </c:pt>
                <c:pt idx="21934">
                  <c:v>0.35222121609591656</c:v>
                </c:pt>
                <c:pt idx="21935">
                  <c:v>0.35222659365192127</c:v>
                </c:pt>
                <c:pt idx="21936">
                  <c:v>0.3522441239240951</c:v>
                </c:pt>
                <c:pt idx="21937">
                  <c:v>0.35228828048556443</c:v>
                </c:pt>
                <c:pt idx="21938">
                  <c:v>0.35229478546156773</c:v>
                </c:pt>
                <c:pt idx="21939">
                  <c:v>0.35233778116851328</c:v>
                </c:pt>
                <c:pt idx="21940">
                  <c:v>0.35237682521426172</c:v>
                </c:pt>
                <c:pt idx="21941">
                  <c:v>0.35242343730482079</c:v>
                </c:pt>
                <c:pt idx="21942">
                  <c:v>0.35246978883628111</c:v>
                </c:pt>
                <c:pt idx="21943">
                  <c:v>0.35247176899384391</c:v>
                </c:pt>
                <c:pt idx="21944">
                  <c:v>0.35250350877769543</c:v>
                </c:pt>
                <c:pt idx="21945">
                  <c:v>0.35255749948020515</c:v>
                </c:pt>
                <c:pt idx="21946">
                  <c:v>0.35257284685363721</c:v>
                </c:pt>
                <c:pt idx="21947">
                  <c:v>0.35258756849572648</c:v>
                </c:pt>
                <c:pt idx="21948">
                  <c:v>0.35260779568545736</c:v>
                </c:pt>
                <c:pt idx="21949">
                  <c:v>0.35261493800104038</c:v>
                </c:pt>
                <c:pt idx="21950">
                  <c:v>0.35261566103271486</c:v>
                </c:pt>
                <c:pt idx="21951">
                  <c:v>0.35262266087582161</c:v>
                </c:pt>
                <c:pt idx="21952">
                  <c:v>0.35264247635666568</c:v>
                </c:pt>
                <c:pt idx="21953">
                  <c:v>0.35267286584312491</c:v>
                </c:pt>
                <c:pt idx="21954">
                  <c:v>0.35269028691830534</c:v>
                </c:pt>
                <c:pt idx="21955">
                  <c:v>0.35272718158927813</c:v>
                </c:pt>
                <c:pt idx="21956">
                  <c:v>0.35272964676363844</c:v>
                </c:pt>
                <c:pt idx="21957">
                  <c:v>0.35275344511816625</c:v>
                </c:pt>
                <c:pt idx="21958">
                  <c:v>0.35277842115451974</c:v>
                </c:pt>
                <c:pt idx="21959">
                  <c:v>0.35287694025777316</c:v>
                </c:pt>
                <c:pt idx="21960">
                  <c:v>0.35297656378996423</c:v>
                </c:pt>
                <c:pt idx="21961">
                  <c:v>0.35299792053905571</c:v>
                </c:pt>
                <c:pt idx="21962">
                  <c:v>0.35309752574210729</c:v>
                </c:pt>
                <c:pt idx="21963">
                  <c:v>0.35310325051179381</c:v>
                </c:pt>
                <c:pt idx="21964">
                  <c:v>0.35313013553235506</c:v>
                </c:pt>
                <c:pt idx="21965">
                  <c:v>0.3532844774512317</c:v>
                </c:pt>
                <c:pt idx="21966">
                  <c:v>0.35331590387628459</c:v>
                </c:pt>
                <c:pt idx="21967">
                  <c:v>0.35333723705656339</c:v>
                </c:pt>
                <c:pt idx="21968">
                  <c:v>0.35334110634155241</c:v>
                </c:pt>
                <c:pt idx="21969">
                  <c:v>0.35343631006121712</c:v>
                </c:pt>
                <c:pt idx="21970">
                  <c:v>0.35344118148975806</c:v>
                </c:pt>
                <c:pt idx="21971">
                  <c:v>0.35347769456507427</c:v>
                </c:pt>
                <c:pt idx="21972">
                  <c:v>0.35351031736372451</c:v>
                </c:pt>
                <c:pt idx="21973">
                  <c:v>0.3536019400975976</c:v>
                </c:pt>
                <c:pt idx="21974">
                  <c:v>0.35361708325681379</c:v>
                </c:pt>
                <c:pt idx="21975">
                  <c:v>0.3536257278736416</c:v>
                </c:pt>
                <c:pt idx="21976">
                  <c:v>0.35364341802132288</c:v>
                </c:pt>
                <c:pt idx="21977">
                  <c:v>0.35367837594258889</c:v>
                </c:pt>
                <c:pt idx="21978">
                  <c:v>0.35367963011138581</c:v>
                </c:pt>
                <c:pt idx="21979">
                  <c:v>0.35368551239432017</c:v>
                </c:pt>
                <c:pt idx="21980">
                  <c:v>0.35368716434007275</c:v>
                </c:pt>
                <c:pt idx="21981">
                  <c:v>0.35368765916456091</c:v>
                </c:pt>
                <c:pt idx="21982">
                  <c:v>0.35375148493628134</c:v>
                </c:pt>
                <c:pt idx="21983">
                  <c:v>0.35378372816487286</c:v>
                </c:pt>
                <c:pt idx="21984">
                  <c:v>0.35381153766258933</c:v>
                </c:pt>
                <c:pt idx="21985">
                  <c:v>0.35382464567788741</c:v>
                </c:pt>
                <c:pt idx="21986">
                  <c:v>0.35383061209250471</c:v>
                </c:pt>
                <c:pt idx="21987">
                  <c:v>0.35389667695313604</c:v>
                </c:pt>
                <c:pt idx="21988">
                  <c:v>0.35391431284240626</c:v>
                </c:pt>
                <c:pt idx="21989">
                  <c:v>0.35392079451066444</c:v>
                </c:pt>
                <c:pt idx="21990">
                  <c:v>0.35402454206096146</c:v>
                </c:pt>
                <c:pt idx="21991">
                  <c:v>0.35411007629649599</c:v>
                </c:pt>
                <c:pt idx="21992">
                  <c:v>0.35412025552899484</c:v>
                </c:pt>
                <c:pt idx="21993">
                  <c:v>0.35420398878419118</c:v>
                </c:pt>
                <c:pt idx="21994">
                  <c:v>0.35422203890647763</c:v>
                </c:pt>
                <c:pt idx="21995">
                  <c:v>0.35427722319016819</c:v>
                </c:pt>
                <c:pt idx="21996">
                  <c:v>0.35428434196274283</c:v>
                </c:pt>
                <c:pt idx="21997">
                  <c:v>0.35428892053616556</c:v>
                </c:pt>
                <c:pt idx="21998">
                  <c:v>0.35434049808975171</c:v>
                </c:pt>
                <c:pt idx="21999">
                  <c:v>0.35440992308202612</c:v>
                </c:pt>
                <c:pt idx="22000">
                  <c:v>0.3544672704328774</c:v>
                </c:pt>
                <c:pt idx="22001">
                  <c:v>0.3544897062790372</c:v>
                </c:pt>
                <c:pt idx="22002">
                  <c:v>0.35455175139139189</c:v>
                </c:pt>
                <c:pt idx="22003">
                  <c:v>0.35463191398096067</c:v>
                </c:pt>
                <c:pt idx="22004">
                  <c:v>0.3547300235742577</c:v>
                </c:pt>
                <c:pt idx="22005">
                  <c:v>0.35491659636017658</c:v>
                </c:pt>
                <c:pt idx="22006">
                  <c:v>0.35494823290200483</c:v>
                </c:pt>
                <c:pt idx="22007">
                  <c:v>0.35498345064201942</c:v>
                </c:pt>
                <c:pt idx="22008">
                  <c:v>0.35499401162399141</c:v>
                </c:pt>
                <c:pt idx="22009">
                  <c:v>0.35500851103930653</c:v>
                </c:pt>
                <c:pt idx="22010">
                  <c:v>0.35503368006087199</c:v>
                </c:pt>
                <c:pt idx="22011">
                  <c:v>0.35504648136851685</c:v>
                </c:pt>
                <c:pt idx="22012">
                  <c:v>0.35508410010654179</c:v>
                </c:pt>
                <c:pt idx="22013">
                  <c:v>0.35510487422167153</c:v>
                </c:pt>
                <c:pt idx="22014">
                  <c:v>0.35514136593339929</c:v>
                </c:pt>
                <c:pt idx="22015">
                  <c:v>0.35516808615698775</c:v>
                </c:pt>
                <c:pt idx="22016">
                  <c:v>0.3552082106009769</c:v>
                </c:pt>
                <c:pt idx="22017">
                  <c:v>0.35522337916981828</c:v>
                </c:pt>
                <c:pt idx="22018">
                  <c:v>0.35522812415863059</c:v>
                </c:pt>
                <c:pt idx="22019">
                  <c:v>0.35524131375628304</c:v>
                </c:pt>
                <c:pt idx="22020">
                  <c:v>0.35524225341041532</c:v>
                </c:pt>
                <c:pt idx="22021">
                  <c:v>0.35529833792787197</c:v>
                </c:pt>
                <c:pt idx="22022">
                  <c:v>0.35534832281228035</c:v>
                </c:pt>
                <c:pt idx="22023">
                  <c:v>0.35538368457428848</c:v>
                </c:pt>
                <c:pt idx="22024">
                  <c:v>0.35541589319416994</c:v>
                </c:pt>
                <c:pt idx="22025">
                  <c:v>0.35543961203819868</c:v>
                </c:pt>
                <c:pt idx="22026">
                  <c:v>0.35550084949062077</c:v>
                </c:pt>
                <c:pt idx="22027">
                  <c:v>0.35551902917024547</c:v>
                </c:pt>
                <c:pt idx="22028">
                  <c:v>0.35554554309715353</c:v>
                </c:pt>
                <c:pt idx="22029">
                  <c:v>0.35555539743748671</c:v>
                </c:pt>
                <c:pt idx="22030">
                  <c:v>0.35561487607879788</c:v>
                </c:pt>
                <c:pt idx="22031">
                  <c:v>0.35566533279137691</c:v>
                </c:pt>
                <c:pt idx="22032">
                  <c:v>0.35569698592090854</c:v>
                </c:pt>
                <c:pt idx="22033">
                  <c:v>0.3557199501463692</c:v>
                </c:pt>
                <c:pt idx="22034">
                  <c:v>0.35574025752486876</c:v>
                </c:pt>
                <c:pt idx="22035">
                  <c:v>0.35577044094410015</c:v>
                </c:pt>
                <c:pt idx="22036">
                  <c:v>0.35579158154904633</c:v>
                </c:pt>
                <c:pt idx="22037">
                  <c:v>0.35582010475352632</c:v>
                </c:pt>
                <c:pt idx="22038">
                  <c:v>0.35587207284356498</c:v>
                </c:pt>
                <c:pt idx="22039">
                  <c:v>0.35601051048787447</c:v>
                </c:pt>
                <c:pt idx="22040">
                  <c:v>0.35633258114478306</c:v>
                </c:pt>
                <c:pt idx="22041">
                  <c:v>0.35634195256194884</c:v>
                </c:pt>
                <c:pt idx="22042">
                  <c:v>0.35642066856009935</c:v>
                </c:pt>
                <c:pt idx="22043">
                  <c:v>0.35648242221656851</c:v>
                </c:pt>
                <c:pt idx="22044">
                  <c:v>0.35649084980559242</c:v>
                </c:pt>
                <c:pt idx="22045">
                  <c:v>0.35655200450815694</c:v>
                </c:pt>
                <c:pt idx="22046">
                  <c:v>0.35657002988710346</c:v>
                </c:pt>
                <c:pt idx="22047">
                  <c:v>0.35664195799822435</c:v>
                </c:pt>
                <c:pt idx="22048">
                  <c:v>0.35666140025109744</c:v>
                </c:pt>
                <c:pt idx="22049">
                  <c:v>0.35666757714261804</c:v>
                </c:pt>
                <c:pt idx="22050">
                  <c:v>0.35669608845476891</c:v>
                </c:pt>
                <c:pt idx="22051">
                  <c:v>0.35671465696780413</c:v>
                </c:pt>
                <c:pt idx="22052">
                  <c:v>0.35685966444418526</c:v>
                </c:pt>
                <c:pt idx="22053">
                  <c:v>0.35686676118277044</c:v>
                </c:pt>
                <c:pt idx="22054">
                  <c:v>0.35693739574421612</c:v>
                </c:pt>
                <c:pt idx="22055">
                  <c:v>0.35695912146647574</c:v>
                </c:pt>
                <c:pt idx="22056">
                  <c:v>0.35701278429274236</c:v>
                </c:pt>
                <c:pt idx="22057">
                  <c:v>0.35712391857493725</c:v>
                </c:pt>
                <c:pt idx="22058">
                  <c:v>0.35714409860764124</c:v>
                </c:pt>
                <c:pt idx="22059">
                  <c:v>0.35725289248499631</c:v>
                </c:pt>
                <c:pt idx="22060">
                  <c:v>0.35726353315021786</c:v>
                </c:pt>
                <c:pt idx="22061">
                  <c:v>0.35734510763072613</c:v>
                </c:pt>
                <c:pt idx="22062">
                  <c:v>0.35735462585631328</c:v>
                </c:pt>
                <c:pt idx="22063">
                  <c:v>0.35737515326876851</c:v>
                </c:pt>
                <c:pt idx="22064">
                  <c:v>0.3573789034950528</c:v>
                </c:pt>
                <c:pt idx="22065">
                  <c:v>0.35739238678842056</c:v>
                </c:pt>
                <c:pt idx="22066">
                  <c:v>0.357400797127437</c:v>
                </c:pt>
                <c:pt idx="22067">
                  <c:v>0.35742184854047165</c:v>
                </c:pt>
                <c:pt idx="22068">
                  <c:v>0.35752654670493145</c:v>
                </c:pt>
                <c:pt idx="22069">
                  <c:v>0.35753968056218133</c:v>
                </c:pt>
                <c:pt idx="22070">
                  <c:v>0.35758025717419389</c:v>
                </c:pt>
                <c:pt idx="22071">
                  <c:v>0.35762294263577249</c:v>
                </c:pt>
                <c:pt idx="22072">
                  <c:v>0.35763698374098984</c:v>
                </c:pt>
                <c:pt idx="22073">
                  <c:v>0.35765401505479127</c:v>
                </c:pt>
                <c:pt idx="22074">
                  <c:v>0.35770431809038922</c:v>
                </c:pt>
                <c:pt idx="22075">
                  <c:v>0.35772515228199425</c:v>
                </c:pt>
                <c:pt idx="22076">
                  <c:v>0.35777410854280356</c:v>
                </c:pt>
                <c:pt idx="22077">
                  <c:v>0.35778133923546729</c:v>
                </c:pt>
                <c:pt idx="22078">
                  <c:v>0.35779058516559376</c:v>
                </c:pt>
                <c:pt idx="22079">
                  <c:v>0.35780875172882359</c:v>
                </c:pt>
                <c:pt idx="22080">
                  <c:v>0.35781416549022005</c:v>
                </c:pt>
                <c:pt idx="22081">
                  <c:v>0.35783979930894377</c:v>
                </c:pt>
                <c:pt idx="22082">
                  <c:v>0.35791695451521088</c:v>
                </c:pt>
                <c:pt idx="22083">
                  <c:v>0.3579177217483715</c:v>
                </c:pt>
                <c:pt idx="22084">
                  <c:v>0.35794776514910998</c:v>
                </c:pt>
                <c:pt idx="22085">
                  <c:v>0.35800585563553633</c:v>
                </c:pt>
                <c:pt idx="22086">
                  <c:v>0.35807800297729131</c:v>
                </c:pt>
                <c:pt idx="22087">
                  <c:v>0.35818740148764988</c:v>
                </c:pt>
                <c:pt idx="22088">
                  <c:v>0.35818945581504169</c:v>
                </c:pt>
                <c:pt idx="22089">
                  <c:v>0.35829367380105154</c:v>
                </c:pt>
                <c:pt idx="22090">
                  <c:v>0.35830175608193954</c:v>
                </c:pt>
                <c:pt idx="22091">
                  <c:v>0.35832103496195822</c:v>
                </c:pt>
                <c:pt idx="22092">
                  <c:v>0.35848172690259245</c:v>
                </c:pt>
                <c:pt idx="22093">
                  <c:v>0.3585163728350198</c:v>
                </c:pt>
                <c:pt idx="22094">
                  <c:v>0.3586007538561356</c:v>
                </c:pt>
                <c:pt idx="22095">
                  <c:v>0.35863765710052131</c:v>
                </c:pt>
                <c:pt idx="22096">
                  <c:v>0.35871669166937359</c:v>
                </c:pt>
                <c:pt idx="22097">
                  <c:v>0.35873390509476905</c:v>
                </c:pt>
                <c:pt idx="22098">
                  <c:v>0.35877038519933507</c:v>
                </c:pt>
                <c:pt idx="22099">
                  <c:v>0.35878278982986234</c:v>
                </c:pt>
                <c:pt idx="22100">
                  <c:v>0.3589789616037814</c:v>
                </c:pt>
                <c:pt idx="22101">
                  <c:v>0.35903813817635943</c:v>
                </c:pt>
                <c:pt idx="22102">
                  <c:v>0.35906914826188374</c:v>
                </c:pt>
                <c:pt idx="22103">
                  <c:v>0.35909632755270843</c:v>
                </c:pt>
                <c:pt idx="22104">
                  <c:v>0.35912466294357032</c:v>
                </c:pt>
                <c:pt idx="22105">
                  <c:v>0.35913974686734651</c:v>
                </c:pt>
                <c:pt idx="22106">
                  <c:v>0.35923548692001794</c:v>
                </c:pt>
                <c:pt idx="22107">
                  <c:v>0.35925694055632273</c:v>
                </c:pt>
                <c:pt idx="22108">
                  <c:v>0.35928981419171702</c:v>
                </c:pt>
                <c:pt idx="22109">
                  <c:v>0.35930291545281079</c:v>
                </c:pt>
                <c:pt idx="22110">
                  <c:v>0.35933319133509134</c:v>
                </c:pt>
                <c:pt idx="22111">
                  <c:v>0.35935612601358335</c:v>
                </c:pt>
                <c:pt idx="22112">
                  <c:v>0.35941920135774097</c:v>
                </c:pt>
                <c:pt idx="22113">
                  <c:v>0.35946887684842294</c:v>
                </c:pt>
                <c:pt idx="22114">
                  <c:v>0.35953197597553882</c:v>
                </c:pt>
                <c:pt idx="22115">
                  <c:v>0.35953752568473674</c:v>
                </c:pt>
                <c:pt idx="22116">
                  <c:v>0.35955089003624341</c:v>
                </c:pt>
                <c:pt idx="22117">
                  <c:v>0.35964151307152376</c:v>
                </c:pt>
                <c:pt idx="22118">
                  <c:v>0.35965236024493186</c:v>
                </c:pt>
                <c:pt idx="22119">
                  <c:v>0.35965731777419407</c:v>
                </c:pt>
                <c:pt idx="22120">
                  <c:v>0.3596943371776406</c:v>
                </c:pt>
                <c:pt idx="22121">
                  <c:v>0.35973669054472018</c:v>
                </c:pt>
                <c:pt idx="22122">
                  <c:v>0.35981667820206692</c:v>
                </c:pt>
                <c:pt idx="22123">
                  <c:v>0.35982153310795534</c:v>
                </c:pt>
                <c:pt idx="22124">
                  <c:v>0.35984857894842898</c:v>
                </c:pt>
                <c:pt idx="22125">
                  <c:v>0.35986871891696198</c:v>
                </c:pt>
                <c:pt idx="22126">
                  <c:v>0.35986948527693646</c:v>
                </c:pt>
                <c:pt idx="22127">
                  <c:v>0.35989434017785976</c:v>
                </c:pt>
                <c:pt idx="22128">
                  <c:v>0.35990057184758151</c:v>
                </c:pt>
                <c:pt idx="22129">
                  <c:v>0.35990857483559074</c:v>
                </c:pt>
                <c:pt idx="22130">
                  <c:v>0.35993549094203564</c:v>
                </c:pt>
                <c:pt idx="22131">
                  <c:v>0.35996026711979462</c:v>
                </c:pt>
                <c:pt idx="22132">
                  <c:v>0.35997023295588038</c:v>
                </c:pt>
                <c:pt idx="22133">
                  <c:v>0.360050684581945</c:v>
                </c:pt>
                <c:pt idx="22134">
                  <c:v>0.36006606903956689</c:v>
                </c:pt>
                <c:pt idx="22135">
                  <c:v>0.36008999957333776</c:v>
                </c:pt>
                <c:pt idx="22136">
                  <c:v>0.36009148057493651</c:v>
                </c:pt>
                <c:pt idx="22137">
                  <c:v>0.3602699174369916</c:v>
                </c:pt>
                <c:pt idx="22138">
                  <c:v>0.36028230915060044</c:v>
                </c:pt>
                <c:pt idx="22139">
                  <c:v>0.3604198992754879</c:v>
                </c:pt>
                <c:pt idx="22140">
                  <c:v>0.36055173103441834</c:v>
                </c:pt>
                <c:pt idx="22141">
                  <c:v>0.36058769473935981</c:v>
                </c:pt>
                <c:pt idx="22142">
                  <c:v>0.36058940124924443</c:v>
                </c:pt>
                <c:pt idx="22143">
                  <c:v>0.36067294860414012</c:v>
                </c:pt>
                <c:pt idx="22144">
                  <c:v>0.36073962777521473</c:v>
                </c:pt>
                <c:pt idx="22145">
                  <c:v>0.36074221550778635</c:v>
                </c:pt>
                <c:pt idx="22146">
                  <c:v>0.36074407144639226</c:v>
                </c:pt>
                <c:pt idx="22147">
                  <c:v>0.36075665632825255</c:v>
                </c:pt>
                <c:pt idx="22148">
                  <c:v>0.36080798252386198</c:v>
                </c:pt>
                <c:pt idx="22149">
                  <c:v>0.36083714079021223</c:v>
                </c:pt>
                <c:pt idx="22150">
                  <c:v>0.36086119580607695</c:v>
                </c:pt>
                <c:pt idx="22151">
                  <c:v>0.36087594568446629</c:v>
                </c:pt>
                <c:pt idx="22152">
                  <c:v>0.36099657217192943</c:v>
                </c:pt>
                <c:pt idx="22153">
                  <c:v>0.36101546894930864</c:v>
                </c:pt>
                <c:pt idx="22154">
                  <c:v>0.36102019417528586</c:v>
                </c:pt>
                <c:pt idx="22155">
                  <c:v>0.36102374783038876</c:v>
                </c:pt>
                <c:pt idx="22156">
                  <c:v>0.36103218948932081</c:v>
                </c:pt>
                <c:pt idx="22157">
                  <c:v>0.36104328181102791</c:v>
                </c:pt>
                <c:pt idx="22158">
                  <c:v>0.36107769948356183</c:v>
                </c:pt>
                <c:pt idx="22159">
                  <c:v>0.36115629405142258</c:v>
                </c:pt>
                <c:pt idx="22160">
                  <c:v>0.36123266468108078</c:v>
                </c:pt>
                <c:pt idx="22161">
                  <c:v>0.36132021265125136</c:v>
                </c:pt>
                <c:pt idx="22162">
                  <c:v>0.36136858566064223</c:v>
                </c:pt>
                <c:pt idx="22163">
                  <c:v>0.36138519933509633</c:v>
                </c:pt>
                <c:pt idx="22164">
                  <c:v>0.36144386493391734</c:v>
                </c:pt>
                <c:pt idx="22165">
                  <c:v>0.361450031346288</c:v>
                </c:pt>
                <c:pt idx="22166">
                  <c:v>0.36147775608116484</c:v>
                </c:pt>
                <c:pt idx="22167">
                  <c:v>0.36150669808014618</c:v>
                </c:pt>
                <c:pt idx="22168">
                  <c:v>0.36161244246932811</c:v>
                </c:pt>
                <c:pt idx="22169">
                  <c:v>0.36161656767457645</c:v>
                </c:pt>
                <c:pt idx="22170">
                  <c:v>0.36166782428591654</c:v>
                </c:pt>
                <c:pt idx="22171">
                  <c:v>0.36176298085790631</c:v>
                </c:pt>
                <c:pt idx="22172">
                  <c:v>0.36181356980905005</c:v>
                </c:pt>
                <c:pt idx="22173">
                  <c:v>0.36183889318867229</c:v>
                </c:pt>
                <c:pt idx="22174">
                  <c:v>0.36184223876747401</c:v>
                </c:pt>
                <c:pt idx="22175">
                  <c:v>0.36185179432838399</c:v>
                </c:pt>
                <c:pt idx="22176">
                  <c:v>0.36186850305755575</c:v>
                </c:pt>
                <c:pt idx="22177">
                  <c:v>0.36187063548191839</c:v>
                </c:pt>
                <c:pt idx="22178">
                  <c:v>0.36190620947566332</c:v>
                </c:pt>
                <c:pt idx="22179">
                  <c:v>0.3619088486215139</c:v>
                </c:pt>
                <c:pt idx="22180">
                  <c:v>0.36192597561690742</c:v>
                </c:pt>
                <c:pt idx="22181">
                  <c:v>0.36210045781930916</c:v>
                </c:pt>
                <c:pt idx="22182">
                  <c:v>0.36213865422813935</c:v>
                </c:pt>
                <c:pt idx="22183">
                  <c:v>0.36217790375056635</c:v>
                </c:pt>
                <c:pt idx="22184">
                  <c:v>0.36218993714178399</c:v>
                </c:pt>
                <c:pt idx="22185">
                  <c:v>0.36225871121971798</c:v>
                </c:pt>
                <c:pt idx="22186">
                  <c:v>0.3623364075935499</c:v>
                </c:pt>
                <c:pt idx="22187">
                  <c:v>0.36239190899613521</c:v>
                </c:pt>
                <c:pt idx="22188">
                  <c:v>0.36242155509758672</c:v>
                </c:pt>
                <c:pt idx="22189">
                  <c:v>0.36245398638358417</c:v>
                </c:pt>
                <c:pt idx="22190">
                  <c:v>0.36249235574866456</c:v>
                </c:pt>
                <c:pt idx="22191">
                  <c:v>0.362493930877062</c:v>
                </c:pt>
                <c:pt idx="22192">
                  <c:v>0.36250220068993644</c:v>
                </c:pt>
                <c:pt idx="22193">
                  <c:v>0.36262628694924215</c:v>
                </c:pt>
                <c:pt idx="22194">
                  <c:v>0.36265864514587792</c:v>
                </c:pt>
                <c:pt idx="22195">
                  <c:v>0.36271897335933101</c:v>
                </c:pt>
                <c:pt idx="22196">
                  <c:v>0.36282559499005734</c:v>
                </c:pt>
                <c:pt idx="22197">
                  <c:v>0.36285086220414259</c:v>
                </c:pt>
                <c:pt idx="22198">
                  <c:v>0.36288103388068804</c:v>
                </c:pt>
                <c:pt idx="22199">
                  <c:v>0.36290427984307194</c:v>
                </c:pt>
                <c:pt idx="22200">
                  <c:v>0.36291315943775798</c:v>
                </c:pt>
                <c:pt idx="22201">
                  <c:v>0.36294345858590088</c:v>
                </c:pt>
                <c:pt idx="22202">
                  <c:v>0.36295228012697606</c:v>
                </c:pt>
                <c:pt idx="22203">
                  <c:v>0.36297533402557669</c:v>
                </c:pt>
                <c:pt idx="22204">
                  <c:v>0.36305169677182048</c:v>
                </c:pt>
                <c:pt idx="22205">
                  <c:v>0.36309939749371734</c:v>
                </c:pt>
                <c:pt idx="22206">
                  <c:v>0.36329972297652458</c:v>
                </c:pt>
                <c:pt idx="22207">
                  <c:v>0.36334419857191635</c:v>
                </c:pt>
                <c:pt idx="22208">
                  <c:v>0.3634450661340744</c:v>
                </c:pt>
                <c:pt idx="22209">
                  <c:v>0.36344905312787523</c:v>
                </c:pt>
                <c:pt idx="22210">
                  <c:v>0.36346029227315418</c:v>
                </c:pt>
                <c:pt idx="22211">
                  <c:v>0.36348237782324638</c:v>
                </c:pt>
                <c:pt idx="22212">
                  <c:v>0.36348489866245831</c:v>
                </c:pt>
                <c:pt idx="22213">
                  <c:v>0.36349953305097032</c:v>
                </c:pt>
                <c:pt idx="22214">
                  <c:v>0.36357606189835406</c:v>
                </c:pt>
                <c:pt idx="22215">
                  <c:v>0.36358324125379082</c:v>
                </c:pt>
                <c:pt idx="22216">
                  <c:v>0.36359716921023444</c:v>
                </c:pt>
                <c:pt idx="22217">
                  <c:v>0.36363343143323873</c:v>
                </c:pt>
                <c:pt idx="22218">
                  <c:v>0.36367974526075214</c:v>
                </c:pt>
                <c:pt idx="22219">
                  <c:v>0.36376632155159738</c:v>
                </c:pt>
                <c:pt idx="22220">
                  <c:v>0.36383928531372639</c:v>
                </c:pt>
                <c:pt idx="22221">
                  <c:v>0.36391647238702607</c:v>
                </c:pt>
                <c:pt idx="22222">
                  <c:v>0.36392887484514569</c:v>
                </c:pt>
                <c:pt idx="22223">
                  <c:v>0.36394713014205943</c:v>
                </c:pt>
                <c:pt idx="22224">
                  <c:v>0.36400207538323065</c:v>
                </c:pt>
                <c:pt idx="22225">
                  <c:v>0.36402261774323691</c:v>
                </c:pt>
                <c:pt idx="22226">
                  <c:v>0.36411893395734657</c:v>
                </c:pt>
                <c:pt idx="22227">
                  <c:v>0.36416644039349572</c:v>
                </c:pt>
                <c:pt idx="22228">
                  <c:v>0.36423867729337089</c:v>
                </c:pt>
                <c:pt idx="22229">
                  <c:v>0.36430794837387415</c:v>
                </c:pt>
                <c:pt idx="22230">
                  <c:v>0.36435121980883384</c:v>
                </c:pt>
                <c:pt idx="22231">
                  <c:v>0.36435796086791439</c:v>
                </c:pt>
                <c:pt idx="22232">
                  <c:v>0.36437113145424715</c:v>
                </c:pt>
                <c:pt idx="22233">
                  <c:v>0.36441214014621787</c:v>
                </c:pt>
                <c:pt idx="22234">
                  <c:v>0.36447553318479592</c:v>
                </c:pt>
                <c:pt idx="22235">
                  <c:v>0.36447973124676469</c:v>
                </c:pt>
                <c:pt idx="22236">
                  <c:v>0.36453423356355846</c:v>
                </c:pt>
                <c:pt idx="22237">
                  <c:v>0.36458560508919202</c:v>
                </c:pt>
                <c:pt idx="22238">
                  <c:v>0.36472880035451194</c:v>
                </c:pt>
                <c:pt idx="22239">
                  <c:v>0.36473304880730073</c:v>
                </c:pt>
                <c:pt idx="22240">
                  <c:v>0.36480233440153137</c:v>
                </c:pt>
                <c:pt idx="22241">
                  <c:v>0.36488650418063889</c:v>
                </c:pt>
                <c:pt idx="22242">
                  <c:v>0.36489197202410434</c:v>
                </c:pt>
                <c:pt idx="22243">
                  <c:v>0.36491681036810686</c:v>
                </c:pt>
                <c:pt idx="22244">
                  <c:v>0.36507577250484896</c:v>
                </c:pt>
                <c:pt idx="22245">
                  <c:v>0.36510062150694722</c:v>
                </c:pt>
                <c:pt idx="22246">
                  <c:v>0.36513377527459812</c:v>
                </c:pt>
                <c:pt idx="22247">
                  <c:v>0.365165851361894</c:v>
                </c:pt>
                <c:pt idx="22248">
                  <c:v>0.36517625296532291</c:v>
                </c:pt>
                <c:pt idx="22249">
                  <c:v>0.3652262420589657</c:v>
                </c:pt>
                <c:pt idx="22250">
                  <c:v>0.3652991667683313</c:v>
                </c:pt>
                <c:pt idx="22251">
                  <c:v>0.36531983121752348</c:v>
                </c:pt>
                <c:pt idx="22252">
                  <c:v>0.36535059381406021</c:v>
                </c:pt>
                <c:pt idx="22253">
                  <c:v>0.36535503275980752</c:v>
                </c:pt>
                <c:pt idx="22254">
                  <c:v>0.36537674619514676</c:v>
                </c:pt>
                <c:pt idx="22255">
                  <c:v>0.36541867611607459</c:v>
                </c:pt>
                <c:pt idx="22256">
                  <c:v>0.36546731993250675</c:v>
                </c:pt>
                <c:pt idx="22257">
                  <c:v>0.36550312644941546</c:v>
                </c:pt>
                <c:pt idx="22258">
                  <c:v>0.36557626100239793</c:v>
                </c:pt>
                <c:pt idx="22259">
                  <c:v>0.3657334846193665</c:v>
                </c:pt>
                <c:pt idx="22260">
                  <c:v>0.36578396818827397</c:v>
                </c:pt>
                <c:pt idx="22261">
                  <c:v>0.36578675263772453</c:v>
                </c:pt>
                <c:pt idx="22262">
                  <c:v>0.3657941401820673</c:v>
                </c:pt>
                <c:pt idx="22263">
                  <c:v>0.36595483699264869</c:v>
                </c:pt>
                <c:pt idx="22264">
                  <c:v>0.36598289204961304</c:v>
                </c:pt>
                <c:pt idx="22265">
                  <c:v>0.36604608857871079</c:v>
                </c:pt>
                <c:pt idx="22266">
                  <c:v>0.36605845418659366</c:v>
                </c:pt>
                <c:pt idx="22267">
                  <c:v>0.36605966752433344</c:v>
                </c:pt>
                <c:pt idx="22268">
                  <c:v>0.36611639603616597</c:v>
                </c:pt>
                <c:pt idx="22269">
                  <c:v>0.36613254233867498</c:v>
                </c:pt>
                <c:pt idx="22270">
                  <c:v>0.36613784355339773</c:v>
                </c:pt>
                <c:pt idx="22271">
                  <c:v>0.3661601580552577</c:v>
                </c:pt>
                <c:pt idx="22272">
                  <c:v>0.36620725220563166</c:v>
                </c:pt>
                <c:pt idx="22273">
                  <c:v>0.36620914914620867</c:v>
                </c:pt>
                <c:pt idx="22274">
                  <c:v>0.36626345122431647</c:v>
                </c:pt>
                <c:pt idx="22275">
                  <c:v>0.3663038347448247</c:v>
                </c:pt>
                <c:pt idx="22276">
                  <c:v>0.36632386391230298</c:v>
                </c:pt>
                <c:pt idx="22277">
                  <c:v>0.36643744616255741</c:v>
                </c:pt>
                <c:pt idx="22278">
                  <c:v>0.36645483272484652</c:v>
                </c:pt>
                <c:pt idx="22279">
                  <c:v>0.36645520249424546</c:v>
                </c:pt>
                <c:pt idx="22280">
                  <c:v>0.36651826465007675</c:v>
                </c:pt>
                <c:pt idx="22281">
                  <c:v>0.36653699670827244</c:v>
                </c:pt>
                <c:pt idx="22282">
                  <c:v>0.36654901128575573</c:v>
                </c:pt>
                <c:pt idx="22283">
                  <c:v>0.3665735746938697</c:v>
                </c:pt>
                <c:pt idx="22284">
                  <c:v>0.36672877226103062</c:v>
                </c:pt>
                <c:pt idx="22285">
                  <c:v>0.36674525935225011</c:v>
                </c:pt>
                <c:pt idx="22286">
                  <c:v>0.36676458791406641</c:v>
                </c:pt>
                <c:pt idx="22287">
                  <c:v>0.36676984716585337</c:v>
                </c:pt>
                <c:pt idx="22288">
                  <c:v>0.366808728749906</c:v>
                </c:pt>
                <c:pt idx="22289">
                  <c:v>0.36683808751254138</c:v>
                </c:pt>
                <c:pt idx="22290">
                  <c:v>0.36684655713678516</c:v>
                </c:pt>
                <c:pt idx="22291">
                  <c:v>0.36693656731682478</c:v>
                </c:pt>
                <c:pt idx="22292">
                  <c:v>0.36694483932624056</c:v>
                </c:pt>
                <c:pt idx="22293">
                  <c:v>0.36698875036708123</c:v>
                </c:pt>
                <c:pt idx="22294">
                  <c:v>0.36700065191377956</c:v>
                </c:pt>
                <c:pt idx="22295">
                  <c:v>0.36715038047522897</c:v>
                </c:pt>
                <c:pt idx="22296">
                  <c:v>0.36722581015215522</c:v>
                </c:pt>
                <c:pt idx="22297">
                  <c:v>0.367227947845226</c:v>
                </c:pt>
                <c:pt idx="22298">
                  <c:v>0.36725026287885615</c:v>
                </c:pt>
                <c:pt idx="22299">
                  <c:v>0.36726789554805478</c:v>
                </c:pt>
                <c:pt idx="22300">
                  <c:v>0.36736890048902443</c:v>
                </c:pt>
                <c:pt idx="22301">
                  <c:v>0.36738041515060471</c:v>
                </c:pt>
                <c:pt idx="22302">
                  <c:v>0.36738490502024257</c:v>
                </c:pt>
                <c:pt idx="22303">
                  <c:v>0.36744515726988469</c:v>
                </c:pt>
                <c:pt idx="22304">
                  <c:v>0.36746026422771921</c:v>
                </c:pt>
                <c:pt idx="22305">
                  <c:v>0.36750429521182826</c:v>
                </c:pt>
                <c:pt idx="22306">
                  <c:v>0.36751284126520734</c:v>
                </c:pt>
                <c:pt idx="22307">
                  <c:v>0.36753039804122928</c:v>
                </c:pt>
                <c:pt idx="22308">
                  <c:v>0.36753378956679544</c:v>
                </c:pt>
                <c:pt idx="22309">
                  <c:v>0.36754594813066038</c:v>
                </c:pt>
                <c:pt idx="22310">
                  <c:v>0.36757213497359026</c:v>
                </c:pt>
                <c:pt idx="22311">
                  <c:v>0.36768993709401265</c:v>
                </c:pt>
                <c:pt idx="22312">
                  <c:v>0.36772466002446919</c:v>
                </c:pt>
                <c:pt idx="22313">
                  <c:v>0.36775344782242669</c:v>
                </c:pt>
                <c:pt idx="22314">
                  <c:v>0.36777780741523103</c:v>
                </c:pt>
                <c:pt idx="22315">
                  <c:v>0.36781936632326195</c:v>
                </c:pt>
                <c:pt idx="22316">
                  <c:v>0.36787886458680591</c:v>
                </c:pt>
                <c:pt idx="22317">
                  <c:v>0.36790070852820367</c:v>
                </c:pt>
                <c:pt idx="22318">
                  <c:v>0.36790567840957866</c:v>
                </c:pt>
                <c:pt idx="22319">
                  <c:v>0.3680015796648502</c:v>
                </c:pt>
                <c:pt idx="22320">
                  <c:v>0.36811248088159071</c:v>
                </c:pt>
                <c:pt idx="22321">
                  <c:v>0.36813168741522223</c:v>
                </c:pt>
                <c:pt idx="22322">
                  <c:v>0.36814316294662025</c:v>
                </c:pt>
                <c:pt idx="22323">
                  <c:v>0.36815536288991446</c:v>
                </c:pt>
                <c:pt idx="22324">
                  <c:v>0.36816695165866598</c:v>
                </c:pt>
                <c:pt idx="22325">
                  <c:v>0.36817589344295681</c:v>
                </c:pt>
                <c:pt idx="22326">
                  <c:v>0.36823218538722663</c:v>
                </c:pt>
                <c:pt idx="22327">
                  <c:v>0.3682515101454345</c:v>
                </c:pt>
                <c:pt idx="22328">
                  <c:v>0.36829043534148836</c:v>
                </c:pt>
                <c:pt idx="22329">
                  <c:v>0.36829924552342919</c:v>
                </c:pt>
                <c:pt idx="22330">
                  <c:v>0.36835862492531718</c:v>
                </c:pt>
                <c:pt idx="22331">
                  <c:v>0.36837582266125357</c:v>
                </c:pt>
                <c:pt idx="22332">
                  <c:v>0.36844843502479702</c:v>
                </c:pt>
                <c:pt idx="22333">
                  <c:v>0.36847231015575937</c:v>
                </c:pt>
                <c:pt idx="22334">
                  <c:v>0.36847962473340656</c:v>
                </c:pt>
                <c:pt idx="22335">
                  <c:v>0.36848966761679203</c:v>
                </c:pt>
                <c:pt idx="22336">
                  <c:v>0.36851160953793483</c:v>
                </c:pt>
                <c:pt idx="22337">
                  <c:v>0.36854981472888132</c:v>
                </c:pt>
                <c:pt idx="22338">
                  <c:v>0.36860701191763418</c:v>
                </c:pt>
                <c:pt idx="22339">
                  <c:v>0.36863748756156772</c:v>
                </c:pt>
                <c:pt idx="22340">
                  <c:v>0.36869797101844015</c:v>
                </c:pt>
                <c:pt idx="22341">
                  <c:v>0.36873650654339796</c:v>
                </c:pt>
                <c:pt idx="22342">
                  <c:v>0.36876711588169753</c:v>
                </c:pt>
                <c:pt idx="22343">
                  <c:v>0.36885098348730455</c:v>
                </c:pt>
                <c:pt idx="22344">
                  <c:v>0.36889532543149695</c:v>
                </c:pt>
                <c:pt idx="22345">
                  <c:v>0.36894949643009206</c:v>
                </c:pt>
                <c:pt idx="22346">
                  <c:v>0.36895625959001588</c:v>
                </c:pt>
                <c:pt idx="22347">
                  <c:v>0.36896936658497131</c:v>
                </c:pt>
                <c:pt idx="22348">
                  <c:v>0.36901428736280406</c:v>
                </c:pt>
                <c:pt idx="22349">
                  <c:v>0.36914486345242986</c:v>
                </c:pt>
                <c:pt idx="22350">
                  <c:v>0.36916937226482771</c:v>
                </c:pt>
                <c:pt idx="22351">
                  <c:v>0.36921060479755852</c:v>
                </c:pt>
                <c:pt idx="22352">
                  <c:v>0.36923790080473068</c:v>
                </c:pt>
                <c:pt idx="22353">
                  <c:v>0.36925855208023312</c:v>
                </c:pt>
                <c:pt idx="22354">
                  <c:v>0.36938094412307049</c:v>
                </c:pt>
                <c:pt idx="22355">
                  <c:v>0.36943202987975976</c:v>
                </c:pt>
                <c:pt idx="22356">
                  <c:v>0.36944833648941822</c:v>
                </c:pt>
                <c:pt idx="22357">
                  <c:v>0.36947584234125691</c:v>
                </c:pt>
                <c:pt idx="22358">
                  <c:v>0.36956617648790063</c:v>
                </c:pt>
                <c:pt idx="22359">
                  <c:v>0.36959375444419251</c:v>
                </c:pt>
                <c:pt idx="22360">
                  <c:v>0.3696087305663554</c:v>
                </c:pt>
                <c:pt idx="22361">
                  <c:v>0.36967178028025449</c:v>
                </c:pt>
                <c:pt idx="22362">
                  <c:v>0.36969742949188927</c:v>
                </c:pt>
                <c:pt idx="22363">
                  <c:v>0.3696978476412468</c:v>
                </c:pt>
                <c:pt idx="22364">
                  <c:v>0.36977200712869907</c:v>
                </c:pt>
                <c:pt idx="22365">
                  <c:v>0.36977928032176022</c:v>
                </c:pt>
                <c:pt idx="22366">
                  <c:v>0.3698406993932446</c:v>
                </c:pt>
                <c:pt idx="22367">
                  <c:v>0.36984463718798005</c:v>
                </c:pt>
                <c:pt idx="22368">
                  <c:v>0.36985592028023706</c:v>
                </c:pt>
                <c:pt idx="22369">
                  <c:v>0.36993330433831911</c:v>
                </c:pt>
                <c:pt idx="22370">
                  <c:v>0.37009246703791676</c:v>
                </c:pt>
                <c:pt idx="22371">
                  <c:v>0.37026498125828589</c:v>
                </c:pt>
                <c:pt idx="22372">
                  <c:v>0.37033384645438888</c:v>
                </c:pt>
                <c:pt idx="22373">
                  <c:v>0.37039402279105887</c:v>
                </c:pt>
                <c:pt idx="22374">
                  <c:v>0.37041000533788415</c:v>
                </c:pt>
                <c:pt idx="22375">
                  <c:v>0.37046126461789081</c:v>
                </c:pt>
                <c:pt idx="22376">
                  <c:v>0.37046675445053739</c:v>
                </c:pt>
                <c:pt idx="22377">
                  <c:v>0.37049684895076107</c:v>
                </c:pt>
                <c:pt idx="22378">
                  <c:v>0.37051068966646961</c:v>
                </c:pt>
                <c:pt idx="22379">
                  <c:v>0.37059946620747053</c:v>
                </c:pt>
                <c:pt idx="22380">
                  <c:v>0.37062791571774567</c:v>
                </c:pt>
                <c:pt idx="22381">
                  <c:v>0.37068848769544388</c:v>
                </c:pt>
                <c:pt idx="22382">
                  <c:v>0.37070131920998445</c:v>
                </c:pt>
                <c:pt idx="22383">
                  <c:v>0.37070578594428188</c:v>
                </c:pt>
                <c:pt idx="22384">
                  <c:v>0.37079378661893581</c:v>
                </c:pt>
                <c:pt idx="22385">
                  <c:v>0.3708173108002582</c:v>
                </c:pt>
                <c:pt idx="22386">
                  <c:v>0.37083226436224959</c:v>
                </c:pt>
                <c:pt idx="22387">
                  <c:v>0.37085334106009432</c:v>
                </c:pt>
                <c:pt idx="22388">
                  <c:v>0.37088210277229761</c:v>
                </c:pt>
                <c:pt idx="22389">
                  <c:v>0.3708890688052417</c:v>
                </c:pt>
                <c:pt idx="22390">
                  <c:v>0.37091581464085144</c:v>
                </c:pt>
                <c:pt idx="22391">
                  <c:v>0.3709371048563288</c:v>
                </c:pt>
                <c:pt idx="22392">
                  <c:v>0.37094540102048335</c:v>
                </c:pt>
                <c:pt idx="22393">
                  <c:v>0.37100351543659871</c:v>
                </c:pt>
                <c:pt idx="22394">
                  <c:v>0.37103835694698367</c:v>
                </c:pt>
                <c:pt idx="22395">
                  <c:v>0.37103876541110842</c:v>
                </c:pt>
                <c:pt idx="22396">
                  <c:v>0.37105448287385512</c:v>
                </c:pt>
                <c:pt idx="22397">
                  <c:v>0.37112213763341428</c:v>
                </c:pt>
                <c:pt idx="22398">
                  <c:v>0.37116915233499576</c:v>
                </c:pt>
                <c:pt idx="22399">
                  <c:v>0.37121669022644183</c:v>
                </c:pt>
                <c:pt idx="22400">
                  <c:v>0.37124707182356881</c:v>
                </c:pt>
                <c:pt idx="22401">
                  <c:v>0.37129357290157622</c:v>
                </c:pt>
                <c:pt idx="22402">
                  <c:v>0.37130523763522133</c:v>
                </c:pt>
                <c:pt idx="22403">
                  <c:v>0.37133161467375891</c:v>
                </c:pt>
                <c:pt idx="22404">
                  <c:v>0.37134309423349116</c:v>
                </c:pt>
                <c:pt idx="22405">
                  <c:v>0.37143341092856447</c:v>
                </c:pt>
                <c:pt idx="22406">
                  <c:v>0.3714708425257473</c:v>
                </c:pt>
                <c:pt idx="22407">
                  <c:v>0.37147936591811609</c:v>
                </c:pt>
                <c:pt idx="22408">
                  <c:v>0.37148185610335099</c:v>
                </c:pt>
                <c:pt idx="22409">
                  <c:v>0.37148920775553329</c:v>
                </c:pt>
                <c:pt idx="22410">
                  <c:v>0.37148959050197178</c:v>
                </c:pt>
                <c:pt idx="22411">
                  <c:v>0.37151114218040182</c:v>
                </c:pt>
                <c:pt idx="22412">
                  <c:v>0.37163741976906328</c:v>
                </c:pt>
                <c:pt idx="22413">
                  <c:v>0.37169397541703264</c:v>
                </c:pt>
                <c:pt idx="22414">
                  <c:v>0.3717185308463859</c:v>
                </c:pt>
                <c:pt idx="22415">
                  <c:v>0.37172418540108237</c:v>
                </c:pt>
                <c:pt idx="22416">
                  <c:v>0.37172530251826524</c:v>
                </c:pt>
                <c:pt idx="22417">
                  <c:v>0.37178383174497048</c:v>
                </c:pt>
                <c:pt idx="22418">
                  <c:v>0.37189959039770309</c:v>
                </c:pt>
                <c:pt idx="22419">
                  <c:v>0.37194648866025276</c:v>
                </c:pt>
                <c:pt idx="22420">
                  <c:v>0.37204819951904622</c:v>
                </c:pt>
                <c:pt idx="22421">
                  <c:v>0.37205477312212515</c:v>
                </c:pt>
                <c:pt idx="22422">
                  <c:v>0.37220291030831859</c:v>
                </c:pt>
                <c:pt idx="22423">
                  <c:v>0.37223785526407099</c:v>
                </c:pt>
                <c:pt idx="22424">
                  <c:v>0.37229542494713158</c:v>
                </c:pt>
                <c:pt idx="22425">
                  <c:v>0.37231595052176197</c:v>
                </c:pt>
                <c:pt idx="22426">
                  <c:v>0.37233011639972108</c:v>
                </c:pt>
                <c:pt idx="22427">
                  <c:v>0.37242629681334144</c:v>
                </c:pt>
                <c:pt idx="22428">
                  <c:v>0.37245638605320269</c:v>
                </c:pt>
                <c:pt idx="22429">
                  <c:v>0.37248486759838151</c:v>
                </c:pt>
                <c:pt idx="22430">
                  <c:v>0.37249857691575999</c:v>
                </c:pt>
                <c:pt idx="22431">
                  <c:v>0.37249999352661839</c:v>
                </c:pt>
                <c:pt idx="22432">
                  <c:v>0.37255464020122486</c:v>
                </c:pt>
                <c:pt idx="22433">
                  <c:v>0.37256234792719678</c:v>
                </c:pt>
                <c:pt idx="22434">
                  <c:v>0.37257302286437105</c:v>
                </c:pt>
                <c:pt idx="22435">
                  <c:v>0.37259585345151947</c:v>
                </c:pt>
                <c:pt idx="22436">
                  <c:v>0.37261818941922142</c:v>
                </c:pt>
                <c:pt idx="22437">
                  <c:v>0.3729614578185475</c:v>
                </c:pt>
                <c:pt idx="22438">
                  <c:v>0.37303117964328364</c:v>
                </c:pt>
                <c:pt idx="22439">
                  <c:v>0.37304748275991995</c:v>
                </c:pt>
                <c:pt idx="22440">
                  <c:v>0.37307054812734969</c:v>
                </c:pt>
                <c:pt idx="22441">
                  <c:v>0.37311117812161676</c:v>
                </c:pt>
                <c:pt idx="22442">
                  <c:v>0.37323907279229518</c:v>
                </c:pt>
                <c:pt idx="22443">
                  <c:v>0.37324310174894526</c:v>
                </c:pt>
                <c:pt idx="22444">
                  <c:v>0.37329529997407718</c:v>
                </c:pt>
                <c:pt idx="22445">
                  <c:v>0.37337828493447572</c:v>
                </c:pt>
                <c:pt idx="22446">
                  <c:v>0.37341682761228417</c:v>
                </c:pt>
                <c:pt idx="22447">
                  <c:v>0.37343972816426491</c:v>
                </c:pt>
                <c:pt idx="22448">
                  <c:v>0.37348678350619002</c:v>
                </c:pt>
                <c:pt idx="22449">
                  <c:v>0.37352008198228914</c:v>
                </c:pt>
                <c:pt idx="22450">
                  <c:v>0.37352055161362951</c:v>
                </c:pt>
                <c:pt idx="22451">
                  <c:v>0.37356648313045415</c:v>
                </c:pt>
                <c:pt idx="22452">
                  <c:v>0.37357406168794316</c:v>
                </c:pt>
                <c:pt idx="22453">
                  <c:v>0.37384940067517941</c:v>
                </c:pt>
                <c:pt idx="22454">
                  <c:v>0.37389848702325035</c:v>
                </c:pt>
                <c:pt idx="22455">
                  <c:v>0.37392043832020161</c:v>
                </c:pt>
                <c:pt idx="22456">
                  <c:v>0.37392515400865389</c:v>
                </c:pt>
                <c:pt idx="22457">
                  <c:v>0.37394513465497436</c:v>
                </c:pt>
                <c:pt idx="22458">
                  <c:v>0.37397932109703325</c:v>
                </c:pt>
                <c:pt idx="22459">
                  <c:v>0.37398963441243721</c:v>
                </c:pt>
                <c:pt idx="22460">
                  <c:v>0.37403021836628514</c:v>
                </c:pt>
                <c:pt idx="22461">
                  <c:v>0.37407595467236687</c:v>
                </c:pt>
                <c:pt idx="22462">
                  <c:v>0.37407726777117167</c:v>
                </c:pt>
                <c:pt idx="22463">
                  <c:v>0.3741813988315098</c:v>
                </c:pt>
                <c:pt idx="22464">
                  <c:v>0.3741975273435329</c:v>
                </c:pt>
                <c:pt idx="22465">
                  <c:v>0.37420823962691602</c:v>
                </c:pt>
                <c:pt idx="22466">
                  <c:v>0.37423290654527941</c:v>
                </c:pt>
                <c:pt idx="22467">
                  <c:v>0.37427252600115696</c:v>
                </c:pt>
                <c:pt idx="22468">
                  <c:v>0.37430934961531792</c:v>
                </c:pt>
                <c:pt idx="22469">
                  <c:v>0.37443869643871641</c:v>
                </c:pt>
                <c:pt idx="22470">
                  <c:v>0.37445958949225056</c:v>
                </c:pt>
                <c:pt idx="22471">
                  <c:v>0.37448719360646376</c:v>
                </c:pt>
                <c:pt idx="22472">
                  <c:v>0.37449326585054549</c:v>
                </c:pt>
                <c:pt idx="22473">
                  <c:v>0.37450335006542357</c:v>
                </c:pt>
                <c:pt idx="22474">
                  <c:v>0.37451050978834827</c:v>
                </c:pt>
                <c:pt idx="22475">
                  <c:v>0.37451762608194866</c:v>
                </c:pt>
                <c:pt idx="22476">
                  <c:v>0.37459795050498801</c:v>
                </c:pt>
                <c:pt idx="22477">
                  <c:v>0.37462021281409402</c:v>
                </c:pt>
                <c:pt idx="22478">
                  <c:v>0.37463424173833348</c:v>
                </c:pt>
                <c:pt idx="22479">
                  <c:v>0.37464822175722218</c:v>
                </c:pt>
                <c:pt idx="22480">
                  <c:v>0.37466607846265598</c:v>
                </c:pt>
                <c:pt idx="22481">
                  <c:v>0.37480620235127748</c:v>
                </c:pt>
                <c:pt idx="22482">
                  <c:v>0.37483743293307642</c:v>
                </c:pt>
                <c:pt idx="22483">
                  <c:v>0.37487022838373213</c:v>
                </c:pt>
                <c:pt idx="22484">
                  <c:v>0.37490126729084405</c:v>
                </c:pt>
                <c:pt idx="22485">
                  <c:v>0.37490465856577815</c:v>
                </c:pt>
                <c:pt idx="22486">
                  <c:v>0.37496467766018121</c:v>
                </c:pt>
                <c:pt idx="22487">
                  <c:v>0.37502053223946813</c:v>
                </c:pt>
                <c:pt idx="22488">
                  <c:v>0.37507574856004189</c:v>
                </c:pt>
                <c:pt idx="22489">
                  <c:v>0.37510714077272134</c:v>
                </c:pt>
                <c:pt idx="22490">
                  <c:v>0.37513867016309499</c:v>
                </c:pt>
                <c:pt idx="22491">
                  <c:v>0.37515686628192635</c:v>
                </c:pt>
                <c:pt idx="22492">
                  <c:v>0.37519845127701046</c:v>
                </c:pt>
                <c:pt idx="22493">
                  <c:v>0.37523287285306861</c:v>
                </c:pt>
                <c:pt idx="22494">
                  <c:v>0.37529668486588263</c:v>
                </c:pt>
                <c:pt idx="22495">
                  <c:v>0.37536685356426414</c:v>
                </c:pt>
                <c:pt idx="22496">
                  <c:v>0.37546566562700362</c:v>
                </c:pt>
                <c:pt idx="22497">
                  <c:v>0.37551291233137274</c:v>
                </c:pt>
                <c:pt idx="22498">
                  <c:v>0.3755792817307842</c:v>
                </c:pt>
                <c:pt idx="22499">
                  <c:v>0.37559788040884395</c:v>
                </c:pt>
                <c:pt idx="22500">
                  <c:v>0.37561746836415838</c:v>
                </c:pt>
                <c:pt idx="22501">
                  <c:v>0.37567479526493758</c:v>
                </c:pt>
                <c:pt idx="22502">
                  <c:v>0.37567987918134976</c:v>
                </c:pt>
                <c:pt idx="22503">
                  <c:v>0.37573305703061477</c:v>
                </c:pt>
                <c:pt idx="22504">
                  <c:v>0.37578756078133979</c:v>
                </c:pt>
                <c:pt idx="22505">
                  <c:v>0.37582479927879142</c:v>
                </c:pt>
                <c:pt idx="22506">
                  <c:v>0.37589012471358613</c:v>
                </c:pt>
                <c:pt idx="22507">
                  <c:v>0.37600224265170079</c:v>
                </c:pt>
                <c:pt idx="22508">
                  <c:v>0.37600454191610155</c:v>
                </c:pt>
                <c:pt idx="22509">
                  <c:v>0.37602409199883113</c:v>
                </c:pt>
                <c:pt idx="22510">
                  <c:v>0.37602727276071646</c:v>
                </c:pt>
                <c:pt idx="22511">
                  <c:v>0.37608425887362606</c:v>
                </c:pt>
                <c:pt idx="22512">
                  <c:v>0.37608585406137918</c:v>
                </c:pt>
                <c:pt idx="22513">
                  <c:v>0.37611351884530519</c:v>
                </c:pt>
                <c:pt idx="22514">
                  <c:v>0.37612837039141872</c:v>
                </c:pt>
                <c:pt idx="22515">
                  <c:v>0.37613227936854116</c:v>
                </c:pt>
                <c:pt idx="22516">
                  <c:v>0.37618217568977758</c:v>
                </c:pt>
                <c:pt idx="22517">
                  <c:v>0.3762474768321124</c:v>
                </c:pt>
                <c:pt idx="22518">
                  <c:v>0.37628630333142732</c:v>
                </c:pt>
                <c:pt idx="22519">
                  <c:v>0.37629588752783893</c:v>
                </c:pt>
                <c:pt idx="22520">
                  <c:v>0.37632616292324622</c:v>
                </c:pt>
                <c:pt idx="22521">
                  <c:v>0.37643161655265872</c:v>
                </c:pt>
                <c:pt idx="22522">
                  <c:v>0.37657829823822092</c:v>
                </c:pt>
                <c:pt idx="22523">
                  <c:v>0.37668171058975231</c:v>
                </c:pt>
                <c:pt idx="22524">
                  <c:v>0.37671320124609869</c:v>
                </c:pt>
                <c:pt idx="22525">
                  <c:v>0.37674126066475072</c:v>
                </c:pt>
                <c:pt idx="22526">
                  <c:v>0.37675420627320272</c:v>
                </c:pt>
                <c:pt idx="22527">
                  <c:v>0.37675875909821865</c:v>
                </c:pt>
                <c:pt idx="22528">
                  <c:v>0.37685688490943819</c:v>
                </c:pt>
                <c:pt idx="22529">
                  <c:v>0.37686334474825472</c:v>
                </c:pt>
                <c:pt idx="22530">
                  <c:v>0.37687730033700656</c:v>
                </c:pt>
                <c:pt idx="22531">
                  <c:v>0.37698222028728384</c:v>
                </c:pt>
                <c:pt idx="22532">
                  <c:v>0.37706708547019535</c:v>
                </c:pt>
                <c:pt idx="22533">
                  <c:v>0.37714522358652708</c:v>
                </c:pt>
                <c:pt idx="22534">
                  <c:v>0.3771574052323744</c:v>
                </c:pt>
                <c:pt idx="22535">
                  <c:v>0.37721527269927191</c:v>
                </c:pt>
                <c:pt idx="22536">
                  <c:v>0.37725676759941007</c:v>
                </c:pt>
                <c:pt idx="22537">
                  <c:v>0.37731881546554985</c:v>
                </c:pt>
                <c:pt idx="22538">
                  <c:v>0.37736344978052255</c:v>
                </c:pt>
                <c:pt idx="22539">
                  <c:v>0.37740564834264789</c:v>
                </c:pt>
                <c:pt idx="22540">
                  <c:v>0.37740902986575736</c:v>
                </c:pt>
                <c:pt idx="22541">
                  <c:v>0.37743242724272508</c:v>
                </c:pt>
                <c:pt idx="22542">
                  <c:v>0.37745033897594804</c:v>
                </c:pt>
                <c:pt idx="22543">
                  <c:v>0.37759650084387836</c:v>
                </c:pt>
                <c:pt idx="22544">
                  <c:v>0.37762562198496147</c:v>
                </c:pt>
                <c:pt idx="22545">
                  <c:v>0.37778432098095688</c:v>
                </c:pt>
                <c:pt idx="22546">
                  <c:v>0.3778131191265236</c:v>
                </c:pt>
                <c:pt idx="22547">
                  <c:v>0.37788247094156197</c:v>
                </c:pt>
                <c:pt idx="22548">
                  <c:v>0.3778904776661528</c:v>
                </c:pt>
                <c:pt idx="22549">
                  <c:v>0.37793749695207157</c:v>
                </c:pt>
                <c:pt idx="22550">
                  <c:v>0.37795896864806805</c:v>
                </c:pt>
                <c:pt idx="22551">
                  <c:v>0.37798462171859593</c:v>
                </c:pt>
                <c:pt idx="22552">
                  <c:v>0.37799844532229626</c:v>
                </c:pt>
                <c:pt idx="22553">
                  <c:v>0.37800706766117093</c:v>
                </c:pt>
                <c:pt idx="22554">
                  <c:v>0.37803610345250938</c:v>
                </c:pt>
                <c:pt idx="22555">
                  <c:v>0.37805926763562775</c:v>
                </c:pt>
                <c:pt idx="22556">
                  <c:v>0.37808029791194897</c:v>
                </c:pt>
                <c:pt idx="22557">
                  <c:v>0.3780985224880215</c:v>
                </c:pt>
                <c:pt idx="22558">
                  <c:v>0.37810316535901067</c:v>
                </c:pt>
                <c:pt idx="22559">
                  <c:v>0.37816049214732406</c:v>
                </c:pt>
                <c:pt idx="22560">
                  <c:v>0.37826271200231748</c:v>
                </c:pt>
                <c:pt idx="22561">
                  <c:v>0.37835369818233627</c:v>
                </c:pt>
                <c:pt idx="22562">
                  <c:v>0.37836245606143348</c:v>
                </c:pt>
                <c:pt idx="22563">
                  <c:v>0.37838936506722198</c:v>
                </c:pt>
                <c:pt idx="22564">
                  <c:v>0.37839830162690297</c:v>
                </c:pt>
                <c:pt idx="22565">
                  <c:v>0.37843551956094873</c:v>
                </c:pt>
                <c:pt idx="22566">
                  <c:v>0.37854801155310519</c:v>
                </c:pt>
                <c:pt idx="22567">
                  <c:v>0.37859664236740692</c:v>
                </c:pt>
                <c:pt idx="22568">
                  <c:v>0.3786074701449415</c:v>
                </c:pt>
                <c:pt idx="22569">
                  <c:v>0.37861671497762633</c:v>
                </c:pt>
                <c:pt idx="22570">
                  <c:v>0.37865442115157766</c:v>
                </c:pt>
                <c:pt idx="22571">
                  <c:v>0.37866671834402266</c:v>
                </c:pt>
                <c:pt idx="22572">
                  <c:v>0.37880979172812013</c:v>
                </c:pt>
                <c:pt idx="22573">
                  <c:v>0.37882077971645317</c:v>
                </c:pt>
                <c:pt idx="22574">
                  <c:v>0.37887460590110705</c:v>
                </c:pt>
                <c:pt idx="22575">
                  <c:v>0.37892218374647207</c:v>
                </c:pt>
                <c:pt idx="22576">
                  <c:v>0.37895585716756797</c:v>
                </c:pt>
                <c:pt idx="22577">
                  <c:v>0.37899981549752854</c:v>
                </c:pt>
                <c:pt idx="22578">
                  <c:v>0.37900971829449953</c:v>
                </c:pt>
                <c:pt idx="22579">
                  <c:v>0.37902563722024485</c:v>
                </c:pt>
                <c:pt idx="22580">
                  <c:v>0.37903226743663826</c:v>
                </c:pt>
                <c:pt idx="22581">
                  <c:v>0.37911248673354009</c:v>
                </c:pt>
                <c:pt idx="22582">
                  <c:v>0.37913881484746748</c:v>
                </c:pt>
                <c:pt idx="22583">
                  <c:v>0.37916266742993043</c:v>
                </c:pt>
                <c:pt idx="22584">
                  <c:v>0.37918932967745017</c:v>
                </c:pt>
                <c:pt idx="22585">
                  <c:v>0.37919463068224579</c:v>
                </c:pt>
                <c:pt idx="22586">
                  <c:v>0.37933756487157405</c:v>
                </c:pt>
                <c:pt idx="22587">
                  <c:v>0.37935010153118487</c:v>
                </c:pt>
                <c:pt idx="22588">
                  <c:v>0.37936764328824185</c:v>
                </c:pt>
                <c:pt idx="22589">
                  <c:v>0.37942866570317241</c:v>
                </c:pt>
                <c:pt idx="22590">
                  <c:v>0.37954694404945177</c:v>
                </c:pt>
                <c:pt idx="22591">
                  <c:v>0.3796099655735321</c:v>
                </c:pt>
                <c:pt idx="22592">
                  <c:v>0.37963924837706337</c:v>
                </c:pt>
                <c:pt idx="22593">
                  <c:v>0.37968057607275557</c:v>
                </c:pt>
                <c:pt idx="22594">
                  <c:v>0.37986570520911594</c:v>
                </c:pt>
                <c:pt idx="22595">
                  <c:v>0.37988913918090955</c:v>
                </c:pt>
                <c:pt idx="22596">
                  <c:v>0.37990642182638712</c:v>
                </c:pt>
                <c:pt idx="22597">
                  <c:v>0.37998285396977216</c:v>
                </c:pt>
                <c:pt idx="22598">
                  <c:v>0.38003077746867914</c:v>
                </c:pt>
                <c:pt idx="22599">
                  <c:v>0.38007833411901859</c:v>
                </c:pt>
                <c:pt idx="22600">
                  <c:v>0.38007886368830046</c:v>
                </c:pt>
                <c:pt idx="22601">
                  <c:v>0.38007955709619867</c:v>
                </c:pt>
                <c:pt idx="22602">
                  <c:v>0.38021293466766709</c:v>
                </c:pt>
                <c:pt idx="22603">
                  <c:v>0.38024417477508238</c:v>
                </c:pt>
                <c:pt idx="22604">
                  <c:v>0.38042642673210475</c:v>
                </c:pt>
                <c:pt idx="22605">
                  <c:v>0.3804349956771117</c:v>
                </c:pt>
                <c:pt idx="22606">
                  <c:v>0.38063304849139445</c:v>
                </c:pt>
                <c:pt idx="22607">
                  <c:v>0.38065259511322586</c:v>
                </c:pt>
                <c:pt idx="22608">
                  <c:v>0.38065691901408621</c:v>
                </c:pt>
                <c:pt idx="22609">
                  <c:v>0.38068731148072554</c:v>
                </c:pt>
                <c:pt idx="22610">
                  <c:v>0.38069438533035699</c:v>
                </c:pt>
                <c:pt idx="22611">
                  <c:v>0.38069511105439779</c:v>
                </c:pt>
                <c:pt idx="22612">
                  <c:v>0.38069623472042857</c:v>
                </c:pt>
                <c:pt idx="22613">
                  <c:v>0.38070166742129607</c:v>
                </c:pt>
                <c:pt idx="22614">
                  <c:v>0.38090634670938611</c:v>
                </c:pt>
                <c:pt idx="22615">
                  <c:v>0.38095085219955016</c:v>
                </c:pt>
                <c:pt idx="22616">
                  <c:v>0.38097022026172572</c:v>
                </c:pt>
                <c:pt idx="22617">
                  <c:v>0.38122794709078595</c:v>
                </c:pt>
                <c:pt idx="22618">
                  <c:v>0.38134735230078654</c:v>
                </c:pt>
                <c:pt idx="22619">
                  <c:v>0.38135907505811389</c:v>
                </c:pt>
                <c:pt idx="22620">
                  <c:v>0.38142856904996181</c:v>
                </c:pt>
                <c:pt idx="22621">
                  <c:v>0.38143892058439494</c:v>
                </c:pt>
                <c:pt idx="22622">
                  <c:v>0.38144861596492036</c:v>
                </c:pt>
                <c:pt idx="22623">
                  <c:v>0.38146370883232422</c:v>
                </c:pt>
                <c:pt idx="22624">
                  <c:v>0.38152896398977348</c:v>
                </c:pt>
                <c:pt idx="22625">
                  <c:v>0.38184087446468945</c:v>
                </c:pt>
                <c:pt idx="22626">
                  <c:v>0.38185178819350118</c:v>
                </c:pt>
                <c:pt idx="22627">
                  <c:v>0.38191671954944523</c:v>
                </c:pt>
                <c:pt idx="22628">
                  <c:v>0.38195286209724039</c:v>
                </c:pt>
                <c:pt idx="22629">
                  <c:v>0.38196547041031137</c:v>
                </c:pt>
                <c:pt idx="22630">
                  <c:v>0.38201980649810641</c:v>
                </c:pt>
                <c:pt idx="22631">
                  <c:v>0.38207756778023305</c:v>
                </c:pt>
                <c:pt idx="22632">
                  <c:v>0.38214030318789499</c:v>
                </c:pt>
                <c:pt idx="22633">
                  <c:v>0.38221746842559645</c:v>
                </c:pt>
                <c:pt idx="22634">
                  <c:v>0.38221862446538979</c:v>
                </c:pt>
                <c:pt idx="22635">
                  <c:v>0.38222417039171325</c:v>
                </c:pt>
                <c:pt idx="22636">
                  <c:v>0.38231220394973559</c:v>
                </c:pt>
                <c:pt idx="22637">
                  <c:v>0.38236517241374463</c:v>
                </c:pt>
                <c:pt idx="22638">
                  <c:v>0.38240264546155789</c:v>
                </c:pt>
                <c:pt idx="22639">
                  <c:v>0.38244678179420882</c:v>
                </c:pt>
                <c:pt idx="22640">
                  <c:v>0.38245175926076996</c:v>
                </c:pt>
                <c:pt idx="22641">
                  <c:v>0.38247253362899641</c:v>
                </c:pt>
                <c:pt idx="22642">
                  <c:v>0.38247285583867158</c:v>
                </c:pt>
                <c:pt idx="22643">
                  <c:v>0.38251638293744694</c:v>
                </c:pt>
                <c:pt idx="22644">
                  <c:v>0.38254705466812899</c:v>
                </c:pt>
                <c:pt idx="22645">
                  <c:v>0.38255824012493661</c:v>
                </c:pt>
                <c:pt idx="22646">
                  <c:v>0.382565023217739</c:v>
                </c:pt>
                <c:pt idx="22647">
                  <c:v>0.38259339105775142</c:v>
                </c:pt>
                <c:pt idx="22648">
                  <c:v>0.38266720246231872</c:v>
                </c:pt>
                <c:pt idx="22649">
                  <c:v>0.38269150128041668</c:v>
                </c:pt>
                <c:pt idx="22650">
                  <c:v>0.3827542410500423</c:v>
                </c:pt>
                <c:pt idx="22651">
                  <c:v>0.38281248551800084</c:v>
                </c:pt>
                <c:pt idx="22652">
                  <c:v>0.38288830527492967</c:v>
                </c:pt>
                <c:pt idx="22653">
                  <c:v>0.38289078840491747</c:v>
                </c:pt>
                <c:pt idx="22654">
                  <c:v>0.38296527988799839</c:v>
                </c:pt>
                <c:pt idx="22655">
                  <c:v>0.38297845184691343</c:v>
                </c:pt>
                <c:pt idx="22656">
                  <c:v>0.38300765004180193</c:v>
                </c:pt>
                <c:pt idx="22657">
                  <c:v>0.38305968724910355</c:v>
                </c:pt>
                <c:pt idx="22658">
                  <c:v>0.3830960550682978</c:v>
                </c:pt>
                <c:pt idx="22659">
                  <c:v>0.38309646771070627</c:v>
                </c:pt>
                <c:pt idx="22660">
                  <c:v>0.3831232179107173</c:v>
                </c:pt>
                <c:pt idx="22661">
                  <c:v>0.38314973905283778</c:v>
                </c:pt>
                <c:pt idx="22662">
                  <c:v>0.38326970724611442</c:v>
                </c:pt>
                <c:pt idx="22663">
                  <c:v>0.38330461153453071</c:v>
                </c:pt>
                <c:pt idx="22664">
                  <c:v>0.38337827947948094</c:v>
                </c:pt>
                <c:pt idx="22665">
                  <c:v>0.38340064091551135</c:v>
                </c:pt>
                <c:pt idx="22666">
                  <c:v>0.38342942095468868</c:v>
                </c:pt>
                <c:pt idx="22667">
                  <c:v>0.38350522826554323</c:v>
                </c:pt>
                <c:pt idx="22668">
                  <c:v>0.38352618357765916</c:v>
                </c:pt>
                <c:pt idx="22669">
                  <c:v>0.38359118311186069</c:v>
                </c:pt>
                <c:pt idx="22670">
                  <c:v>0.38364841167401853</c:v>
                </c:pt>
                <c:pt idx="22671">
                  <c:v>0.38368524725909364</c:v>
                </c:pt>
                <c:pt idx="22672">
                  <c:v>0.3837270850993138</c:v>
                </c:pt>
                <c:pt idx="22673">
                  <c:v>0.38380269961417063</c:v>
                </c:pt>
                <c:pt idx="22674">
                  <c:v>0.38380601319809071</c:v>
                </c:pt>
                <c:pt idx="22675">
                  <c:v>0.38386023827713506</c:v>
                </c:pt>
                <c:pt idx="22676">
                  <c:v>0.38392629651204829</c:v>
                </c:pt>
                <c:pt idx="22677">
                  <c:v>0.38394053927672966</c:v>
                </c:pt>
                <c:pt idx="22678">
                  <c:v>0.38395780215416414</c:v>
                </c:pt>
                <c:pt idx="22679">
                  <c:v>0.38405090882952192</c:v>
                </c:pt>
                <c:pt idx="22680">
                  <c:v>0.38409769421802953</c:v>
                </c:pt>
                <c:pt idx="22681">
                  <c:v>0.38409775021333709</c:v>
                </c:pt>
                <c:pt idx="22682">
                  <c:v>0.38411360850207737</c:v>
                </c:pt>
                <c:pt idx="22683">
                  <c:v>0.38417683518407952</c:v>
                </c:pt>
                <c:pt idx="22684">
                  <c:v>0.38427137438787989</c:v>
                </c:pt>
                <c:pt idx="22685">
                  <c:v>0.38427794759053358</c:v>
                </c:pt>
                <c:pt idx="22686">
                  <c:v>0.38434851996042402</c:v>
                </c:pt>
                <c:pt idx="22687">
                  <c:v>0.38435004164754799</c:v>
                </c:pt>
                <c:pt idx="22688">
                  <c:v>0.38442719657496383</c:v>
                </c:pt>
                <c:pt idx="22689">
                  <c:v>0.38454545638084503</c:v>
                </c:pt>
                <c:pt idx="22690">
                  <c:v>0.38455482968177324</c:v>
                </c:pt>
                <c:pt idx="22691">
                  <c:v>0.38455660075193704</c:v>
                </c:pt>
                <c:pt idx="22692">
                  <c:v>0.38460715679920188</c:v>
                </c:pt>
                <c:pt idx="22693">
                  <c:v>0.38467088524526605</c:v>
                </c:pt>
                <c:pt idx="22694">
                  <c:v>0.38470671472011475</c:v>
                </c:pt>
                <c:pt idx="22695">
                  <c:v>0.38480730558662646</c:v>
                </c:pt>
                <c:pt idx="22696">
                  <c:v>0.38481073369818941</c:v>
                </c:pt>
                <c:pt idx="22697">
                  <c:v>0.38487912198603452</c:v>
                </c:pt>
                <c:pt idx="22698">
                  <c:v>0.38491817541178758</c:v>
                </c:pt>
                <c:pt idx="22699">
                  <c:v>0.3849755023241298</c:v>
                </c:pt>
                <c:pt idx="22700">
                  <c:v>0.38499960683653167</c:v>
                </c:pt>
                <c:pt idx="22701">
                  <c:v>0.38506848127171639</c:v>
                </c:pt>
                <c:pt idx="22702">
                  <c:v>0.38524436888043739</c:v>
                </c:pt>
                <c:pt idx="22703">
                  <c:v>0.38527726000799095</c:v>
                </c:pt>
                <c:pt idx="22704">
                  <c:v>0.38534689188582422</c:v>
                </c:pt>
                <c:pt idx="22705">
                  <c:v>0.38538909187485954</c:v>
                </c:pt>
                <c:pt idx="22706">
                  <c:v>0.38545498854370486</c:v>
                </c:pt>
                <c:pt idx="22707">
                  <c:v>0.38547859709635124</c:v>
                </c:pt>
                <c:pt idx="22708">
                  <c:v>0.38556665802125634</c:v>
                </c:pt>
                <c:pt idx="22709">
                  <c:v>0.38557013939423468</c:v>
                </c:pt>
                <c:pt idx="22710">
                  <c:v>0.38576150619114152</c:v>
                </c:pt>
                <c:pt idx="22711">
                  <c:v>0.38583386593165442</c:v>
                </c:pt>
                <c:pt idx="22712">
                  <c:v>0.38585765581265746</c:v>
                </c:pt>
                <c:pt idx="22713">
                  <c:v>0.38586654661964492</c:v>
                </c:pt>
                <c:pt idx="22714">
                  <c:v>0.38587343007845853</c:v>
                </c:pt>
                <c:pt idx="22715">
                  <c:v>0.38589186545394538</c:v>
                </c:pt>
                <c:pt idx="22716">
                  <c:v>0.38605768274479396</c:v>
                </c:pt>
                <c:pt idx="22717">
                  <c:v>0.38611426199041193</c:v>
                </c:pt>
                <c:pt idx="22718">
                  <c:v>0.38616505765862735</c:v>
                </c:pt>
                <c:pt idx="22719">
                  <c:v>0.3862654018163228</c:v>
                </c:pt>
                <c:pt idx="22720">
                  <c:v>0.38629715922416896</c:v>
                </c:pt>
                <c:pt idx="22721">
                  <c:v>0.38634068450309722</c:v>
                </c:pt>
                <c:pt idx="22722">
                  <c:v>0.3863870388801865</c:v>
                </c:pt>
                <c:pt idx="22723">
                  <c:v>0.38646113150751349</c:v>
                </c:pt>
                <c:pt idx="22724">
                  <c:v>0.3864897755520208</c:v>
                </c:pt>
                <c:pt idx="22725">
                  <c:v>0.38652316551090798</c:v>
                </c:pt>
                <c:pt idx="22726">
                  <c:v>0.3865727440721296</c:v>
                </c:pt>
                <c:pt idx="22727">
                  <c:v>0.38662341104291065</c:v>
                </c:pt>
                <c:pt idx="22728">
                  <c:v>0.38665673847472204</c:v>
                </c:pt>
                <c:pt idx="22729">
                  <c:v>0.38668231519649643</c:v>
                </c:pt>
                <c:pt idx="22730">
                  <c:v>0.38669217247360854</c:v>
                </c:pt>
                <c:pt idx="22731">
                  <c:v>0.38675101155080366</c:v>
                </c:pt>
                <c:pt idx="22732">
                  <c:v>0.38690400910041756</c:v>
                </c:pt>
                <c:pt idx="22733">
                  <c:v>0.3869455515372251</c:v>
                </c:pt>
                <c:pt idx="22734">
                  <c:v>0.38695973299687542</c:v>
                </c:pt>
                <c:pt idx="22735">
                  <c:v>0.38706104592770962</c:v>
                </c:pt>
                <c:pt idx="22736">
                  <c:v>0.38754005270627151</c:v>
                </c:pt>
                <c:pt idx="22737">
                  <c:v>0.38770894252177512</c:v>
                </c:pt>
                <c:pt idx="22738">
                  <c:v>0.3878074446671852</c:v>
                </c:pt>
                <c:pt idx="22739">
                  <c:v>0.38787355320571154</c:v>
                </c:pt>
                <c:pt idx="22740">
                  <c:v>0.38817364733370902</c:v>
                </c:pt>
                <c:pt idx="22741">
                  <c:v>0.38819685117926389</c:v>
                </c:pt>
                <c:pt idx="22742">
                  <c:v>0.38820991414178874</c:v>
                </c:pt>
                <c:pt idx="22743">
                  <c:v>0.38830241781804398</c:v>
                </c:pt>
                <c:pt idx="22744">
                  <c:v>0.38844076241214737</c:v>
                </c:pt>
                <c:pt idx="22745">
                  <c:v>0.38849166681867314</c:v>
                </c:pt>
                <c:pt idx="22746">
                  <c:v>0.38854101011621772</c:v>
                </c:pt>
                <c:pt idx="22747">
                  <c:v>0.38855265247493637</c:v>
                </c:pt>
                <c:pt idx="22748">
                  <c:v>0.38868857514955196</c:v>
                </c:pt>
                <c:pt idx="22749">
                  <c:v>0.38869682017475327</c:v>
                </c:pt>
                <c:pt idx="22750">
                  <c:v>0.38877646598875282</c:v>
                </c:pt>
                <c:pt idx="22751">
                  <c:v>0.38884764495121571</c:v>
                </c:pt>
                <c:pt idx="22752">
                  <c:v>0.38892054433671891</c:v>
                </c:pt>
                <c:pt idx="22753">
                  <c:v>0.38892684612572614</c:v>
                </c:pt>
                <c:pt idx="22754">
                  <c:v>0.38896246521682032</c:v>
                </c:pt>
                <c:pt idx="22755">
                  <c:v>0.38899253676518913</c:v>
                </c:pt>
                <c:pt idx="22756">
                  <c:v>0.38901988055186021</c:v>
                </c:pt>
                <c:pt idx="22757">
                  <c:v>0.3890394940783064</c:v>
                </c:pt>
                <c:pt idx="22758">
                  <c:v>0.38904365311913386</c:v>
                </c:pt>
                <c:pt idx="22759">
                  <c:v>0.38905218935197905</c:v>
                </c:pt>
                <c:pt idx="22760">
                  <c:v>0.3891184538488669</c:v>
                </c:pt>
                <c:pt idx="22761">
                  <c:v>0.38919091379929288</c:v>
                </c:pt>
                <c:pt idx="22762">
                  <c:v>0.38919945751680568</c:v>
                </c:pt>
                <c:pt idx="22763">
                  <c:v>0.3892139186603556</c:v>
                </c:pt>
                <c:pt idx="22764">
                  <c:v>0.38921642399600226</c:v>
                </c:pt>
                <c:pt idx="22765">
                  <c:v>0.38946557885428112</c:v>
                </c:pt>
                <c:pt idx="22766">
                  <c:v>0.38950813554159047</c:v>
                </c:pt>
                <c:pt idx="22767">
                  <c:v>0.38950832812015801</c:v>
                </c:pt>
                <c:pt idx="22768">
                  <c:v>0.3895350920073164</c:v>
                </c:pt>
                <c:pt idx="22769">
                  <c:v>0.38960588441833122</c:v>
                </c:pt>
                <c:pt idx="22770">
                  <c:v>0.38962952102455323</c:v>
                </c:pt>
                <c:pt idx="22771">
                  <c:v>0.38969125932147081</c:v>
                </c:pt>
                <c:pt idx="22772">
                  <c:v>0.38978109684546031</c:v>
                </c:pt>
                <c:pt idx="22773">
                  <c:v>0.38983844579257393</c:v>
                </c:pt>
                <c:pt idx="22774">
                  <c:v>0.38983857286817042</c:v>
                </c:pt>
                <c:pt idx="22775">
                  <c:v>0.38988915737575547</c:v>
                </c:pt>
                <c:pt idx="22776">
                  <c:v>0.38989563067146515</c:v>
                </c:pt>
                <c:pt idx="22777">
                  <c:v>0.38991055852339451</c:v>
                </c:pt>
                <c:pt idx="22778">
                  <c:v>0.39000447617379097</c:v>
                </c:pt>
                <c:pt idx="22779">
                  <c:v>0.39002071338139721</c:v>
                </c:pt>
                <c:pt idx="22780">
                  <c:v>0.39002317888312443</c:v>
                </c:pt>
                <c:pt idx="22781">
                  <c:v>0.39007540009545993</c:v>
                </c:pt>
                <c:pt idx="22782">
                  <c:v>0.3900812465183372</c:v>
                </c:pt>
                <c:pt idx="22783">
                  <c:v>0.39010088946867072</c:v>
                </c:pt>
                <c:pt idx="22784">
                  <c:v>0.39010932395928044</c:v>
                </c:pt>
                <c:pt idx="22785">
                  <c:v>0.39015717521025911</c:v>
                </c:pt>
                <c:pt idx="22786">
                  <c:v>0.39016941103867769</c:v>
                </c:pt>
                <c:pt idx="22787">
                  <c:v>0.39019590109058783</c:v>
                </c:pt>
                <c:pt idx="22788">
                  <c:v>0.39024530996070123</c:v>
                </c:pt>
                <c:pt idx="22789">
                  <c:v>0.39026885516884918</c:v>
                </c:pt>
                <c:pt idx="22790">
                  <c:v>0.39035095737456382</c:v>
                </c:pt>
                <c:pt idx="22791">
                  <c:v>0.39043709943969357</c:v>
                </c:pt>
                <c:pt idx="22792">
                  <c:v>0.39062275261135021</c:v>
                </c:pt>
                <c:pt idx="22793">
                  <c:v>0.3906664927232773</c:v>
                </c:pt>
                <c:pt idx="22794">
                  <c:v>0.39073857688571018</c:v>
                </c:pt>
                <c:pt idx="22795">
                  <c:v>0.39073954880439832</c:v>
                </c:pt>
                <c:pt idx="22796">
                  <c:v>0.39080737947622163</c:v>
                </c:pt>
                <c:pt idx="22797">
                  <c:v>0.39092442628856988</c:v>
                </c:pt>
                <c:pt idx="22798">
                  <c:v>0.39095282720362912</c:v>
                </c:pt>
                <c:pt idx="22799">
                  <c:v>0.39097069415342778</c:v>
                </c:pt>
                <c:pt idx="22800">
                  <c:v>0.39097873082912799</c:v>
                </c:pt>
                <c:pt idx="22801">
                  <c:v>0.39109190043876813</c:v>
                </c:pt>
                <c:pt idx="22802">
                  <c:v>0.39116904041962902</c:v>
                </c:pt>
                <c:pt idx="22803">
                  <c:v>0.3911936941448092</c:v>
                </c:pt>
                <c:pt idx="22804">
                  <c:v>0.39122701550828892</c:v>
                </c:pt>
                <c:pt idx="22805">
                  <c:v>0.39128200763315241</c:v>
                </c:pt>
                <c:pt idx="22806">
                  <c:v>0.39136446322994228</c:v>
                </c:pt>
                <c:pt idx="22807">
                  <c:v>0.39139668875118139</c:v>
                </c:pt>
                <c:pt idx="22808">
                  <c:v>0.39144126656035727</c:v>
                </c:pt>
                <c:pt idx="22809">
                  <c:v>0.39147101814481988</c:v>
                </c:pt>
                <c:pt idx="22810">
                  <c:v>0.39149206361408667</c:v>
                </c:pt>
                <c:pt idx="22811">
                  <c:v>0.39152800033948132</c:v>
                </c:pt>
                <c:pt idx="22812">
                  <c:v>0.3915556044271884</c:v>
                </c:pt>
                <c:pt idx="22813">
                  <c:v>0.39166407957987087</c:v>
                </c:pt>
                <c:pt idx="22814">
                  <c:v>0.39169826400689606</c:v>
                </c:pt>
                <c:pt idx="22815">
                  <c:v>0.39170799068596479</c:v>
                </c:pt>
                <c:pt idx="22816">
                  <c:v>0.39171813941528927</c:v>
                </c:pt>
                <c:pt idx="22817">
                  <c:v>0.39179111876021522</c:v>
                </c:pt>
                <c:pt idx="22818">
                  <c:v>0.39179990158068062</c:v>
                </c:pt>
                <c:pt idx="22819">
                  <c:v>0.3918510808631534</c:v>
                </c:pt>
                <c:pt idx="22820">
                  <c:v>0.39197198208898965</c:v>
                </c:pt>
                <c:pt idx="22821">
                  <c:v>0.39204814092125956</c:v>
                </c:pt>
                <c:pt idx="22822">
                  <c:v>0.39206162365328401</c:v>
                </c:pt>
                <c:pt idx="22823">
                  <c:v>0.39211155860076824</c:v>
                </c:pt>
                <c:pt idx="22824">
                  <c:v>0.39212604428513226</c:v>
                </c:pt>
                <c:pt idx="22825">
                  <c:v>0.39216807934586445</c:v>
                </c:pt>
                <c:pt idx="22826">
                  <c:v>0.39220197077711771</c:v>
                </c:pt>
                <c:pt idx="22827">
                  <c:v>0.39228660135508958</c:v>
                </c:pt>
                <c:pt idx="22828">
                  <c:v>0.3923174556089975</c:v>
                </c:pt>
                <c:pt idx="22829">
                  <c:v>0.3923633120050255</c:v>
                </c:pt>
                <c:pt idx="22830">
                  <c:v>0.39237316528877331</c:v>
                </c:pt>
                <c:pt idx="22831">
                  <c:v>0.39246318144236098</c:v>
                </c:pt>
                <c:pt idx="22832">
                  <c:v>0.39252953806106722</c:v>
                </c:pt>
                <c:pt idx="22833">
                  <c:v>0.39255862698715915</c:v>
                </c:pt>
                <c:pt idx="22834">
                  <c:v>0.39257805447973748</c:v>
                </c:pt>
                <c:pt idx="22835">
                  <c:v>0.39267087021643782</c:v>
                </c:pt>
                <c:pt idx="22836">
                  <c:v>0.39267436400738165</c:v>
                </c:pt>
                <c:pt idx="22837">
                  <c:v>0.39270492412605545</c:v>
                </c:pt>
                <c:pt idx="22838">
                  <c:v>0.39270718511128277</c:v>
                </c:pt>
                <c:pt idx="22839">
                  <c:v>0.39272312554294148</c:v>
                </c:pt>
                <c:pt idx="22840">
                  <c:v>0.3927278648726496</c:v>
                </c:pt>
                <c:pt idx="22841">
                  <c:v>0.39279493134008037</c:v>
                </c:pt>
                <c:pt idx="22842">
                  <c:v>0.39280490187185341</c:v>
                </c:pt>
                <c:pt idx="22843">
                  <c:v>0.39281619416976593</c:v>
                </c:pt>
                <c:pt idx="22844">
                  <c:v>0.39288986493870875</c:v>
                </c:pt>
                <c:pt idx="22845">
                  <c:v>0.39289172937078587</c:v>
                </c:pt>
                <c:pt idx="22846">
                  <c:v>0.39293068749168647</c:v>
                </c:pt>
                <c:pt idx="22847">
                  <c:v>0.39295233923351447</c:v>
                </c:pt>
                <c:pt idx="22848">
                  <c:v>0.392981050413302</c:v>
                </c:pt>
                <c:pt idx="22849">
                  <c:v>0.39309190107517267</c:v>
                </c:pt>
                <c:pt idx="22850">
                  <c:v>0.39309460268417123</c:v>
                </c:pt>
                <c:pt idx="22851">
                  <c:v>0.39313000944515691</c:v>
                </c:pt>
                <c:pt idx="22852">
                  <c:v>0.3932587534166303</c:v>
                </c:pt>
                <c:pt idx="22853">
                  <c:v>0.39328418957858874</c:v>
                </c:pt>
                <c:pt idx="22854">
                  <c:v>0.39333761263443101</c:v>
                </c:pt>
                <c:pt idx="22855">
                  <c:v>0.39346287717789469</c:v>
                </c:pt>
                <c:pt idx="22856">
                  <c:v>0.3937378882159327</c:v>
                </c:pt>
                <c:pt idx="22857">
                  <c:v>0.39375439953072822</c:v>
                </c:pt>
                <c:pt idx="22858">
                  <c:v>0.39376565062973329</c:v>
                </c:pt>
                <c:pt idx="22859">
                  <c:v>0.39383148270516305</c:v>
                </c:pt>
                <c:pt idx="22860">
                  <c:v>0.39385535479074041</c:v>
                </c:pt>
                <c:pt idx="22861">
                  <c:v>0.39387850876159114</c:v>
                </c:pt>
                <c:pt idx="22862">
                  <c:v>0.39388962766377472</c:v>
                </c:pt>
                <c:pt idx="22863">
                  <c:v>0.39390241664015108</c:v>
                </c:pt>
                <c:pt idx="22864">
                  <c:v>0.39391336548295286</c:v>
                </c:pt>
                <c:pt idx="22865">
                  <c:v>0.39391411339395477</c:v>
                </c:pt>
                <c:pt idx="22866">
                  <c:v>0.3940146784213947</c:v>
                </c:pt>
                <c:pt idx="22867">
                  <c:v>0.39411985357812596</c:v>
                </c:pt>
                <c:pt idx="22868">
                  <c:v>0.39412178970141148</c:v>
                </c:pt>
                <c:pt idx="22869">
                  <c:v>0.39412646076064761</c:v>
                </c:pt>
                <c:pt idx="22870">
                  <c:v>0.39414284288366175</c:v>
                </c:pt>
                <c:pt idx="22871">
                  <c:v>0.39418360059370916</c:v>
                </c:pt>
                <c:pt idx="22872">
                  <c:v>0.39419245541588943</c:v>
                </c:pt>
                <c:pt idx="22873">
                  <c:v>0.39419963744505115</c:v>
                </c:pt>
                <c:pt idx="22874">
                  <c:v>0.39421862600827479</c:v>
                </c:pt>
                <c:pt idx="22875">
                  <c:v>0.39425976188848044</c:v>
                </c:pt>
                <c:pt idx="22876">
                  <c:v>0.394300430753038</c:v>
                </c:pt>
                <c:pt idx="22877">
                  <c:v>0.39435189681172073</c:v>
                </c:pt>
                <c:pt idx="22878">
                  <c:v>0.39441782230687594</c:v>
                </c:pt>
                <c:pt idx="22879">
                  <c:v>0.39444946589001262</c:v>
                </c:pt>
                <c:pt idx="22880">
                  <c:v>0.39447846186428603</c:v>
                </c:pt>
                <c:pt idx="22881">
                  <c:v>0.39448145469173379</c:v>
                </c:pt>
                <c:pt idx="22882">
                  <c:v>0.39451056016852903</c:v>
                </c:pt>
                <c:pt idx="22883">
                  <c:v>0.39452247162823589</c:v>
                </c:pt>
                <c:pt idx="22884">
                  <c:v>0.39454081913964734</c:v>
                </c:pt>
                <c:pt idx="22885">
                  <c:v>0.39459973050102015</c:v>
                </c:pt>
                <c:pt idx="22886">
                  <c:v>0.39470156384969685</c:v>
                </c:pt>
                <c:pt idx="22887">
                  <c:v>0.39476224068665161</c:v>
                </c:pt>
                <c:pt idx="22888">
                  <c:v>0.3947665277610547</c:v>
                </c:pt>
                <c:pt idx="22889">
                  <c:v>0.39482363809762583</c:v>
                </c:pt>
                <c:pt idx="22890">
                  <c:v>0.39487525987765182</c:v>
                </c:pt>
                <c:pt idx="22891">
                  <c:v>0.39488380511750842</c:v>
                </c:pt>
                <c:pt idx="22892">
                  <c:v>0.39488585429721407</c:v>
                </c:pt>
                <c:pt idx="22893">
                  <c:v>0.39489411866933455</c:v>
                </c:pt>
                <c:pt idx="22894">
                  <c:v>0.39490841279198396</c:v>
                </c:pt>
                <c:pt idx="22895">
                  <c:v>0.39503798000856716</c:v>
                </c:pt>
                <c:pt idx="22896">
                  <c:v>0.39505358523988987</c:v>
                </c:pt>
                <c:pt idx="22897">
                  <c:v>0.39509495025482672</c:v>
                </c:pt>
                <c:pt idx="22898">
                  <c:v>0.39512117786437445</c:v>
                </c:pt>
                <c:pt idx="22899">
                  <c:v>0.39518219053327669</c:v>
                </c:pt>
                <c:pt idx="22900">
                  <c:v>0.39522389094282251</c:v>
                </c:pt>
                <c:pt idx="22901">
                  <c:v>0.39526030998739725</c:v>
                </c:pt>
                <c:pt idx="22902">
                  <c:v>0.39526742892199068</c:v>
                </c:pt>
                <c:pt idx="22903">
                  <c:v>0.39526888493336376</c:v>
                </c:pt>
                <c:pt idx="22904">
                  <c:v>0.39528204422760455</c:v>
                </c:pt>
                <c:pt idx="22905">
                  <c:v>0.3953051752800204</c:v>
                </c:pt>
                <c:pt idx="22906">
                  <c:v>0.39531220279775242</c:v>
                </c:pt>
                <c:pt idx="22907">
                  <c:v>0.3953830636447358</c:v>
                </c:pt>
                <c:pt idx="22908">
                  <c:v>0.39538926280909997</c:v>
                </c:pt>
                <c:pt idx="22909">
                  <c:v>0.39556956462572013</c:v>
                </c:pt>
                <c:pt idx="22910">
                  <c:v>0.39557592339697989</c:v>
                </c:pt>
                <c:pt idx="22911">
                  <c:v>0.39557606364400955</c:v>
                </c:pt>
                <c:pt idx="22912">
                  <c:v>0.39559333873371649</c:v>
                </c:pt>
                <c:pt idx="22913">
                  <c:v>0.39560877658805321</c:v>
                </c:pt>
                <c:pt idx="22914">
                  <c:v>0.39581381099198826</c:v>
                </c:pt>
                <c:pt idx="22915">
                  <c:v>0.39586291620298036</c:v>
                </c:pt>
                <c:pt idx="22916">
                  <c:v>0.39590186672397432</c:v>
                </c:pt>
                <c:pt idx="22917">
                  <c:v>0.39591920376345197</c:v>
                </c:pt>
                <c:pt idx="22918">
                  <c:v>0.39592496807939082</c:v>
                </c:pt>
                <c:pt idx="22919">
                  <c:v>0.39592762561746209</c:v>
                </c:pt>
                <c:pt idx="22920">
                  <c:v>0.39592815001671866</c:v>
                </c:pt>
                <c:pt idx="22921">
                  <c:v>0.39598769811291179</c:v>
                </c:pt>
                <c:pt idx="22922">
                  <c:v>0.39599182927098764</c:v>
                </c:pt>
                <c:pt idx="22923">
                  <c:v>0.39599668343597527</c:v>
                </c:pt>
                <c:pt idx="22924">
                  <c:v>0.39601980473424775</c:v>
                </c:pt>
                <c:pt idx="22925">
                  <c:v>0.39612215541772622</c:v>
                </c:pt>
                <c:pt idx="22926">
                  <c:v>0.39617907450429207</c:v>
                </c:pt>
                <c:pt idx="22927">
                  <c:v>0.39637458365164774</c:v>
                </c:pt>
                <c:pt idx="22928">
                  <c:v>0.3964385364030239</c:v>
                </c:pt>
                <c:pt idx="22929">
                  <c:v>0.39650291633704543</c:v>
                </c:pt>
                <c:pt idx="22930">
                  <c:v>0.39650548288019655</c:v>
                </c:pt>
                <c:pt idx="22931">
                  <c:v>0.39659884050917982</c:v>
                </c:pt>
                <c:pt idx="22932">
                  <c:v>0.39667116811209513</c:v>
                </c:pt>
                <c:pt idx="22933">
                  <c:v>0.3967804953426986</c:v>
                </c:pt>
                <c:pt idx="22934">
                  <c:v>0.39693795377930446</c:v>
                </c:pt>
                <c:pt idx="22935">
                  <c:v>0.39697662076595597</c:v>
                </c:pt>
                <c:pt idx="22936">
                  <c:v>0.39718972632781668</c:v>
                </c:pt>
                <c:pt idx="22937">
                  <c:v>0.39723816786331606</c:v>
                </c:pt>
                <c:pt idx="22938">
                  <c:v>0.39728043126345519</c:v>
                </c:pt>
                <c:pt idx="22939">
                  <c:v>0.39731813207695948</c:v>
                </c:pt>
                <c:pt idx="22940">
                  <c:v>0.39732827923577324</c:v>
                </c:pt>
                <c:pt idx="22941">
                  <c:v>0.39754181135220501</c:v>
                </c:pt>
                <c:pt idx="22942">
                  <c:v>0.39763772030894939</c:v>
                </c:pt>
                <c:pt idx="22943">
                  <c:v>0.39769179068077903</c:v>
                </c:pt>
                <c:pt idx="22944">
                  <c:v>0.39769393038596879</c:v>
                </c:pt>
                <c:pt idx="22945">
                  <c:v>0.39781786594741825</c:v>
                </c:pt>
                <c:pt idx="22946">
                  <c:v>0.39783444029163045</c:v>
                </c:pt>
                <c:pt idx="22947">
                  <c:v>0.39787485289788238</c:v>
                </c:pt>
                <c:pt idx="22948">
                  <c:v>0.39796489381602757</c:v>
                </c:pt>
                <c:pt idx="22949">
                  <c:v>0.39798300842022594</c:v>
                </c:pt>
                <c:pt idx="22950">
                  <c:v>0.39813414412868542</c:v>
                </c:pt>
                <c:pt idx="22951">
                  <c:v>0.39818306784765312</c:v>
                </c:pt>
                <c:pt idx="22952">
                  <c:v>0.39819438024851761</c:v>
                </c:pt>
                <c:pt idx="22953">
                  <c:v>0.39819834822291417</c:v>
                </c:pt>
                <c:pt idx="22954">
                  <c:v>0.39829296608055031</c:v>
                </c:pt>
                <c:pt idx="22955">
                  <c:v>0.39832166534422808</c:v>
                </c:pt>
                <c:pt idx="22956">
                  <c:v>0.39833401831411153</c:v>
                </c:pt>
                <c:pt idx="22957">
                  <c:v>0.39834248705246073</c:v>
                </c:pt>
                <c:pt idx="22958">
                  <c:v>0.39834471963595841</c:v>
                </c:pt>
                <c:pt idx="22959">
                  <c:v>0.39838363298252738</c:v>
                </c:pt>
                <c:pt idx="22960">
                  <c:v>0.39850625200870843</c:v>
                </c:pt>
                <c:pt idx="22961">
                  <c:v>0.39851367360095563</c:v>
                </c:pt>
                <c:pt idx="22962">
                  <c:v>0.3985231246299567</c:v>
                </c:pt>
                <c:pt idx="22963">
                  <c:v>0.39870360102154334</c:v>
                </c:pt>
                <c:pt idx="22964">
                  <c:v>0.39885394911757432</c:v>
                </c:pt>
                <c:pt idx="22965">
                  <c:v>0.39893801720236693</c:v>
                </c:pt>
                <c:pt idx="22966">
                  <c:v>0.39904002477620115</c:v>
                </c:pt>
                <c:pt idx="22967">
                  <c:v>0.39907078702404314</c:v>
                </c:pt>
                <c:pt idx="22968">
                  <c:v>0.39917467164641796</c:v>
                </c:pt>
                <c:pt idx="22969">
                  <c:v>0.39918026381442706</c:v>
                </c:pt>
                <c:pt idx="22970">
                  <c:v>0.3992135183512045</c:v>
                </c:pt>
                <c:pt idx="22971">
                  <c:v>0.39931929950625333</c:v>
                </c:pt>
                <c:pt idx="22972">
                  <c:v>0.39936148683118133</c:v>
                </c:pt>
                <c:pt idx="22973">
                  <c:v>0.39946448109298566</c:v>
                </c:pt>
                <c:pt idx="22974">
                  <c:v>0.39952048631165937</c:v>
                </c:pt>
                <c:pt idx="22975">
                  <c:v>0.39952800253802695</c:v>
                </c:pt>
                <c:pt idx="22976">
                  <c:v>0.39954881284708699</c:v>
                </c:pt>
                <c:pt idx="22977">
                  <c:v>0.3995821486255286</c:v>
                </c:pt>
                <c:pt idx="22978">
                  <c:v>0.39966943058129079</c:v>
                </c:pt>
                <c:pt idx="22979">
                  <c:v>0.39976301528194025</c:v>
                </c:pt>
                <c:pt idx="22980">
                  <c:v>0.3997815683736955</c:v>
                </c:pt>
                <c:pt idx="22981">
                  <c:v>0.39986562512737622</c:v>
                </c:pt>
                <c:pt idx="22982">
                  <c:v>0.39987146351597197</c:v>
                </c:pt>
                <c:pt idx="22983">
                  <c:v>0.39993514424369825</c:v>
                </c:pt>
                <c:pt idx="22984">
                  <c:v>0.40005805059756833</c:v>
                </c:pt>
                <c:pt idx="22985">
                  <c:v>0.40007570330570613</c:v>
                </c:pt>
                <c:pt idx="22986">
                  <c:v>0.40014540685132938</c:v>
                </c:pt>
                <c:pt idx="22987">
                  <c:v>0.40015954056265501</c:v>
                </c:pt>
                <c:pt idx="22988">
                  <c:v>0.40017936833050405</c:v>
                </c:pt>
                <c:pt idx="22989">
                  <c:v>0.40024204449855705</c:v>
                </c:pt>
                <c:pt idx="22990">
                  <c:v>0.40053507358267781</c:v>
                </c:pt>
                <c:pt idx="22991">
                  <c:v>0.40054769458349126</c:v>
                </c:pt>
                <c:pt idx="22992">
                  <c:v>0.40058952793226915</c:v>
                </c:pt>
                <c:pt idx="22993">
                  <c:v>0.40060201163059933</c:v>
                </c:pt>
                <c:pt idx="22994">
                  <c:v>0.40067364720186793</c:v>
                </c:pt>
                <c:pt idx="22995">
                  <c:v>0.40068059963417751</c:v>
                </c:pt>
                <c:pt idx="22996">
                  <c:v>0.40069739280663774</c:v>
                </c:pt>
                <c:pt idx="22997">
                  <c:v>0.4007294207082292</c:v>
                </c:pt>
                <c:pt idx="22998">
                  <c:v>0.40075420598416772</c:v>
                </c:pt>
                <c:pt idx="22999">
                  <c:v>0.40084900569118243</c:v>
                </c:pt>
                <c:pt idx="23000">
                  <c:v>0.4008787465353334</c:v>
                </c:pt>
                <c:pt idx="23001">
                  <c:v>0.40099806605566285</c:v>
                </c:pt>
                <c:pt idx="23002">
                  <c:v>0.40104413677169248</c:v>
                </c:pt>
                <c:pt idx="23003">
                  <c:v>0.40110709825775603</c:v>
                </c:pt>
                <c:pt idx="23004">
                  <c:v>0.40121444444780158</c:v>
                </c:pt>
                <c:pt idx="23005">
                  <c:v>0.40126522039857604</c:v>
                </c:pt>
                <c:pt idx="23006">
                  <c:v>0.40129258458690859</c:v>
                </c:pt>
                <c:pt idx="23007">
                  <c:v>0.40130286934124015</c:v>
                </c:pt>
                <c:pt idx="23008">
                  <c:v>0.40130525287963992</c:v>
                </c:pt>
                <c:pt idx="23009">
                  <c:v>0.40132804791701165</c:v>
                </c:pt>
                <c:pt idx="23010">
                  <c:v>0.40141811260874621</c:v>
                </c:pt>
                <c:pt idx="23011">
                  <c:v>0.40153472550088831</c:v>
                </c:pt>
                <c:pt idx="23012">
                  <c:v>0.40160689303711083</c:v>
                </c:pt>
                <c:pt idx="23013">
                  <c:v>0.40161111524677312</c:v>
                </c:pt>
                <c:pt idx="23014">
                  <c:v>0.40163654870668158</c:v>
                </c:pt>
                <c:pt idx="23015">
                  <c:v>0.40176906987191413</c:v>
                </c:pt>
                <c:pt idx="23016">
                  <c:v>0.40180990472103773</c:v>
                </c:pt>
                <c:pt idx="23017">
                  <c:v>0.40185955258404094</c:v>
                </c:pt>
                <c:pt idx="23018">
                  <c:v>0.40187994094674051</c:v>
                </c:pt>
                <c:pt idx="23019">
                  <c:v>0.40190269568031839</c:v>
                </c:pt>
                <c:pt idx="23020">
                  <c:v>0.40190985646265898</c:v>
                </c:pt>
                <c:pt idx="23021">
                  <c:v>0.40198417018416832</c:v>
                </c:pt>
                <c:pt idx="23022">
                  <c:v>0.40203638507590295</c:v>
                </c:pt>
                <c:pt idx="23023">
                  <c:v>0.40205627456818344</c:v>
                </c:pt>
                <c:pt idx="23024">
                  <c:v>0.4020583105059104</c:v>
                </c:pt>
                <c:pt idx="23025">
                  <c:v>0.40206807337409095</c:v>
                </c:pt>
                <c:pt idx="23026">
                  <c:v>0.40209947543439628</c:v>
                </c:pt>
                <c:pt idx="23027">
                  <c:v>0.4021317248904735</c:v>
                </c:pt>
                <c:pt idx="23028">
                  <c:v>0.40218121868126594</c:v>
                </c:pt>
                <c:pt idx="23029">
                  <c:v>0.40228355669831756</c:v>
                </c:pt>
                <c:pt idx="23030">
                  <c:v>0.40234269822348168</c:v>
                </c:pt>
                <c:pt idx="23031">
                  <c:v>0.40234931793605327</c:v>
                </c:pt>
                <c:pt idx="23032">
                  <c:v>0.40237212276629414</c:v>
                </c:pt>
                <c:pt idx="23033">
                  <c:v>0.40244955240793495</c:v>
                </c:pt>
                <c:pt idx="23034">
                  <c:v>0.402492065448946</c:v>
                </c:pt>
                <c:pt idx="23035">
                  <c:v>0.40253084026939268</c:v>
                </c:pt>
                <c:pt idx="23036">
                  <c:v>0.4026272368729501</c:v>
                </c:pt>
                <c:pt idx="23037">
                  <c:v>0.40263921793574015</c:v>
                </c:pt>
                <c:pt idx="23038">
                  <c:v>0.40265544948729681</c:v>
                </c:pt>
                <c:pt idx="23039">
                  <c:v>0.40269794844604034</c:v>
                </c:pt>
                <c:pt idx="23040">
                  <c:v>0.40269845006601152</c:v>
                </c:pt>
                <c:pt idx="23041">
                  <c:v>0.40271442011369468</c:v>
                </c:pt>
                <c:pt idx="23042">
                  <c:v>0.40274046459948076</c:v>
                </c:pt>
                <c:pt idx="23043">
                  <c:v>0.40276335600103907</c:v>
                </c:pt>
                <c:pt idx="23044">
                  <c:v>0.40295498701085081</c:v>
                </c:pt>
                <c:pt idx="23045">
                  <c:v>0.40296969952519923</c:v>
                </c:pt>
                <c:pt idx="23046">
                  <c:v>0.4032301628418799</c:v>
                </c:pt>
                <c:pt idx="23047">
                  <c:v>0.40329201209703885</c:v>
                </c:pt>
                <c:pt idx="23048">
                  <c:v>0.40333344771130936</c:v>
                </c:pt>
                <c:pt idx="23049">
                  <c:v>0.40338117423451314</c:v>
                </c:pt>
                <c:pt idx="23050">
                  <c:v>0.40345042794449704</c:v>
                </c:pt>
                <c:pt idx="23051">
                  <c:v>0.40363486242715779</c:v>
                </c:pt>
                <c:pt idx="23052">
                  <c:v>0.40367822817552734</c:v>
                </c:pt>
                <c:pt idx="23053">
                  <c:v>0.40373916937469861</c:v>
                </c:pt>
                <c:pt idx="23054">
                  <c:v>0.4038651531497332</c:v>
                </c:pt>
                <c:pt idx="23055">
                  <c:v>0.4038984213543409</c:v>
                </c:pt>
                <c:pt idx="23056">
                  <c:v>0.40397901938689651</c:v>
                </c:pt>
                <c:pt idx="23057">
                  <c:v>0.40401063623081679</c:v>
                </c:pt>
                <c:pt idx="23058">
                  <c:v>0.40404685188465916</c:v>
                </c:pt>
                <c:pt idx="23059">
                  <c:v>0.40408454039865033</c:v>
                </c:pt>
                <c:pt idx="23060">
                  <c:v>0.40420381756222423</c:v>
                </c:pt>
                <c:pt idx="23061">
                  <c:v>0.4042383099594497</c:v>
                </c:pt>
                <c:pt idx="23062">
                  <c:v>0.40424176648278903</c:v>
                </c:pt>
                <c:pt idx="23063">
                  <c:v>0.40425711580339863</c:v>
                </c:pt>
                <c:pt idx="23064">
                  <c:v>0.40428749487251847</c:v>
                </c:pt>
                <c:pt idx="23065">
                  <c:v>0.40432230372589228</c:v>
                </c:pt>
                <c:pt idx="23066">
                  <c:v>0.40441017650273492</c:v>
                </c:pt>
                <c:pt idx="23067">
                  <c:v>0.40442343449710089</c:v>
                </c:pt>
                <c:pt idx="23068">
                  <c:v>0.40446888047062435</c:v>
                </c:pt>
                <c:pt idx="23069">
                  <c:v>0.40460668281207024</c:v>
                </c:pt>
                <c:pt idx="23070">
                  <c:v>0.4046349597420027</c:v>
                </c:pt>
                <c:pt idx="23071">
                  <c:v>0.40468382734935504</c:v>
                </c:pt>
                <c:pt idx="23072">
                  <c:v>0.40472625034073123</c:v>
                </c:pt>
                <c:pt idx="23073">
                  <c:v>0.40475249188035395</c:v>
                </c:pt>
                <c:pt idx="23074">
                  <c:v>0.40477029903426226</c:v>
                </c:pt>
                <c:pt idx="23075">
                  <c:v>0.40479904457068061</c:v>
                </c:pt>
                <c:pt idx="23076">
                  <c:v>0.40486934717016632</c:v>
                </c:pt>
                <c:pt idx="23077">
                  <c:v>0.40488069973658486</c:v>
                </c:pt>
                <c:pt idx="23078">
                  <c:v>0.4048835027095975</c:v>
                </c:pt>
                <c:pt idx="23079">
                  <c:v>0.40492135255399819</c:v>
                </c:pt>
                <c:pt idx="23080">
                  <c:v>0.40494881913048736</c:v>
                </c:pt>
                <c:pt idx="23081">
                  <c:v>0.40497834869209676</c:v>
                </c:pt>
                <c:pt idx="23082">
                  <c:v>0.4049800900690429</c:v>
                </c:pt>
                <c:pt idx="23083">
                  <c:v>0.40501702361077069</c:v>
                </c:pt>
                <c:pt idx="23084">
                  <c:v>0.40513061737019018</c:v>
                </c:pt>
                <c:pt idx="23085">
                  <c:v>0.40518012209198712</c:v>
                </c:pt>
                <c:pt idx="23086">
                  <c:v>0.40528570913704604</c:v>
                </c:pt>
                <c:pt idx="23087">
                  <c:v>0.40544974868524608</c:v>
                </c:pt>
                <c:pt idx="23088">
                  <c:v>0.40547042911711445</c:v>
                </c:pt>
                <c:pt idx="23089">
                  <c:v>0.40550749510352452</c:v>
                </c:pt>
                <c:pt idx="23090">
                  <c:v>0.4055655375224882</c:v>
                </c:pt>
                <c:pt idx="23091">
                  <c:v>0.4056057481007137</c:v>
                </c:pt>
                <c:pt idx="23092">
                  <c:v>0.40564616634790579</c:v>
                </c:pt>
                <c:pt idx="23093">
                  <c:v>0.40575802113658538</c:v>
                </c:pt>
                <c:pt idx="23094">
                  <c:v>0.4058111984814961</c:v>
                </c:pt>
                <c:pt idx="23095">
                  <c:v>0.40584862512930325</c:v>
                </c:pt>
                <c:pt idx="23096">
                  <c:v>0.40608623026010121</c:v>
                </c:pt>
                <c:pt idx="23097">
                  <c:v>0.40608773980037943</c:v>
                </c:pt>
                <c:pt idx="23098">
                  <c:v>0.40609370129058464</c:v>
                </c:pt>
                <c:pt idx="23099">
                  <c:v>0.40618334208213946</c:v>
                </c:pt>
                <c:pt idx="23100">
                  <c:v>0.40629585555599468</c:v>
                </c:pt>
                <c:pt idx="23101">
                  <c:v>0.40634587417847862</c:v>
                </c:pt>
                <c:pt idx="23102">
                  <c:v>0.40640362744158581</c:v>
                </c:pt>
                <c:pt idx="23103">
                  <c:v>0.40641749902909102</c:v>
                </c:pt>
                <c:pt idx="23104">
                  <c:v>0.40649855140365154</c:v>
                </c:pt>
                <c:pt idx="23105">
                  <c:v>0.40656747279989991</c:v>
                </c:pt>
                <c:pt idx="23106">
                  <c:v>0.40664423359937046</c:v>
                </c:pt>
                <c:pt idx="23107">
                  <c:v>0.40670017760837512</c:v>
                </c:pt>
                <c:pt idx="23108">
                  <c:v>0.40679790571095237</c:v>
                </c:pt>
                <c:pt idx="23109">
                  <c:v>0.40681068424180722</c:v>
                </c:pt>
                <c:pt idx="23110">
                  <c:v>0.40684355001033656</c:v>
                </c:pt>
                <c:pt idx="23111">
                  <c:v>0.40685672119378369</c:v>
                </c:pt>
                <c:pt idx="23112">
                  <c:v>0.40686053823374502</c:v>
                </c:pt>
                <c:pt idx="23113">
                  <c:v>0.40693523962034667</c:v>
                </c:pt>
                <c:pt idx="23114">
                  <c:v>0.40709151185731907</c:v>
                </c:pt>
                <c:pt idx="23115">
                  <c:v>0.4071235922702508</c:v>
                </c:pt>
                <c:pt idx="23116">
                  <c:v>0.40715888121819493</c:v>
                </c:pt>
                <c:pt idx="23117">
                  <c:v>0.4071693328164871</c:v>
                </c:pt>
                <c:pt idx="23118">
                  <c:v>0.40736580891494312</c:v>
                </c:pt>
                <c:pt idx="23119">
                  <c:v>0.40743052234643723</c:v>
                </c:pt>
                <c:pt idx="23120">
                  <c:v>0.40743600853699641</c:v>
                </c:pt>
                <c:pt idx="23121">
                  <c:v>0.4074376698241276</c:v>
                </c:pt>
                <c:pt idx="23122">
                  <c:v>0.40745806133375861</c:v>
                </c:pt>
                <c:pt idx="23123">
                  <c:v>0.40760402943642687</c:v>
                </c:pt>
                <c:pt idx="23124">
                  <c:v>0.40760643462759444</c:v>
                </c:pt>
                <c:pt idx="23125">
                  <c:v>0.40777419764233069</c:v>
                </c:pt>
                <c:pt idx="23126">
                  <c:v>0.40787053829528586</c:v>
                </c:pt>
                <c:pt idx="23127">
                  <c:v>0.40787415862948495</c:v>
                </c:pt>
                <c:pt idx="23128">
                  <c:v>0.40823724437805065</c:v>
                </c:pt>
                <c:pt idx="23129">
                  <c:v>0.4082793464626166</c:v>
                </c:pt>
                <c:pt idx="23130">
                  <c:v>0.4082911798977365</c:v>
                </c:pt>
                <c:pt idx="23131">
                  <c:v>0.40851469046232008</c:v>
                </c:pt>
                <c:pt idx="23132">
                  <c:v>0.40855676324367945</c:v>
                </c:pt>
                <c:pt idx="23133">
                  <c:v>0.40856760387274105</c:v>
                </c:pt>
                <c:pt idx="23134">
                  <c:v>0.40860265832142573</c:v>
                </c:pt>
                <c:pt idx="23135">
                  <c:v>0.40860915450057961</c:v>
                </c:pt>
                <c:pt idx="23136">
                  <c:v>0.4086510895229814</c:v>
                </c:pt>
                <c:pt idx="23137">
                  <c:v>0.40868472574893155</c:v>
                </c:pt>
                <c:pt idx="23138">
                  <c:v>0.40868525465876387</c:v>
                </c:pt>
                <c:pt idx="23139">
                  <c:v>0.40878618132518191</c:v>
                </c:pt>
                <c:pt idx="23140">
                  <c:v>0.40878948173680507</c:v>
                </c:pt>
                <c:pt idx="23141">
                  <c:v>0.40883337078791465</c:v>
                </c:pt>
                <c:pt idx="23142">
                  <c:v>0.40888138490812831</c:v>
                </c:pt>
                <c:pt idx="23143">
                  <c:v>0.40897647274507848</c:v>
                </c:pt>
                <c:pt idx="23144">
                  <c:v>0.40900296476995351</c:v>
                </c:pt>
                <c:pt idx="23145">
                  <c:v>0.40907694366505237</c:v>
                </c:pt>
                <c:pt idx="23146">
                  <c:v>0.40914084075774909</c:v>
                </c:pt>
                <c:pt idx="23147">
                  <c:v>0.40917843064038711</c:v>
                </c:pt>
                <c:pt idx="23148">
                  <c:v>0.40926682275947018</c:v>
                </c:pt>
                <c:pt idx="23149">
                  <c:v>0.40927042650121448</c:v>
                </c:pt>
                <c:pt idx="23150">
                  <c:v>0.40928624354937765</c:v>
                </c:pt>
                <c:pt idx="23151">
                  <c:v>0.40929138128754672</c:v>
                </c:pt>
                <c:pt idx="23152">
                  <c:v>0.40946542906942468</c:v>
                </c:pt>
                <c:pt idx="23153">
                  <c:v>0.40957108892500022</c:v>
                </c:pt>
                <c:pt idx="23154">
                  <c:v>0.40957703799625883</c:v>
                </c:pt>
                <c:pt idx="23155">
                  <c:v>0.40980304220076735</c:v>
                </c:pt>
                <c:pt idx="23156">
                  <c:v>0.4098509909217341</c:v>
                </c:pt>
                <c:pt idx="23157">
                  <c:v>0.40987932802520843</c:v>
                </c:pt>
                <c:pt idx="23158">
                  <c:v>0.4098818341760867</c:v>
                </c:pt>
                <c:pt idx="23159">
                  <c:v>0.40998796515997393</c:v>
                </c:pt>
                <c:pt idx="23160">
                  <c:v>0.41006959980546176</c:v>
                </c:pt>
                <c:pt idx="23161">
                  <c:v>0.41013187928136779</c:v>
                </c:pt>
                <c:pt idx="23162">
                  <c:v>0.41023767986596993</c:v>
                </c:pt>
                <c:pt idx="23163">
                  <c:v>0.41024867011893845</c:v>
                </c:pt>
                <c:pt idx="23164">
                  <c:v>0.410269398427279</c:v>
                </c:pt>
                <c:pt idx="23165">
                  <c:v>0.41036366817009845</c:v>
                </c:pt>
                <c:pt idx="23166">
                  <c:v>0.41040292956941843</c:v>
                </c:pt>
                <c:pt idx="23167">
                  <c:v>0.41051922313702099</c:v>
                </c:pt>
                <c:pt idx="23168">
                  <c:v>0.41052914331479917</c:v>
                </c:pt>
                <c:pt idx="23169">
                  <c:v>0.41060317754604325</c:v>
                </c:pt>
                <c:pt idx="23170">
                  <c:v>0.41060450204172383</c:v>
                </c:pt>
                <c:pt idx="23171">
                  <c:v>0.41064289105493523</c:v>
                </c:pt>
                <c:pt idx="23172">
                  <c:v>0.41066646969106296</c:v>
                </c:pt>
                <c:pt idx="23173">
                  <c:v>0.41066960990449997</c:v>
                </c:pt>
                <c:pt idx="23174">
                  <c:v>0.41068126193452537</c:v>
                </c:pt>
                <c:pt idx="23175">
                  <c:v>0.41070853206389851</c:v>
                </c:pt>
                <c:pt idx="23176">
                  <c:v>0.41070872922159823</c:v>
                </c:pt>
                <c:pt idx="23177">
                  <c:v>0.41097146566426168</c:v>
                </c:pt>
                <c:pt idx="23178">
                  <c:v>0.41102177602395878</c:v>
                </c:pt>
                <c:pt idx="23179">
                  <c:v>0.41102592833906526</c:v>
                </c:pt>
                <c:pt idx="23180">
                  <c:v>0.411036704477658</c:v>
                </c:pt>
                <c:pt idx="23181">
                  <c:v>0.41103876399548206</c:v>
                </c:pt>
                <c:pt idx="23182">
                  <c:v>0.41106243369838291</c:v>
                </c:pt>
                <c:pt idx="23183">
                  <c:v>0.41107802512618991</c:v>
                </c:pt>
                <c:pt idx="23184">
                  <c:v>0.41107850721748646</c:v>
                </c:pt>
                <c:pt idx="23185">
                  <c:v>0.41116784159130715</c:v>
                </c:pt>
                <c:pt idx="23186">
                  <c:v>0.41123672717703574</c:v>
                </c:pt>
                <c:pt idx="23187">
                  <c:v>0.41125497334830347</c:v>
                </c:pt>
                <c:pt idx="23188">
                  <c:v>0.4113424251160579</c:v>
                </c:pt>
                <c:pt idx="23189">
                  <c:v>0.4113571515508716</c:v>
                </c:pt>
                <c:pt idx="23190">
                  <c:v>0.411407501226904</c:v>
                </c:pt>
                <c:pt idx="23191">
                  <c:v>0.41144784607460322</c:v>
                </c:pt>
                <c:pt idx="23192">
                  <c:v>0.41150846500140209</c:v>
                </c:pt>
                <c:pt idx="23193">
                  <c:v>0.4115129448324446</c:v>
                </c:pt>
                <c:pt idx="23194">
                  <c:v>0.41160264966753918</c:v>
                </c:pt>
                <c:pt idx="23195">
                  <c:v>0.41163503508846522</c:v>
                </c:pt>
                <c:pt idx="23196">
                  <c:v>0.41169294382822191</c:v>
                </c:pt>
                <c:pt idx="23197">
                  <c:v>0.41182798755235078</c:v>
                </c:pt>
                <c:pt idx="23198">
                  <c:v>0.41187991959744302</c:v>
                </c:pt>
                <c:pt idx="23199">
                  <c:v>0.41189411040661561</c:v>
                </c:pt>
                <c:pt idx="23200">
                  <c:v>0.41197213400396537</c:v>
                </c:pt>
                <c:pt idx="23201">
                  <c:v>0.41201629692324565</c:v>
                </c:pt>
                <c:pt idx="23202">
                  <c:v>0.41202759321829124</c:v>
                </c:pt>
                <c:pt idx="23203">
                  <c:v>0.41216887526304463</c:v>
                </c:pt>
                <c:pt idx="23204">
                  <c:v>0.4122440892383219</c:v>
                </c:pt>
                <c:pt idx="23205">
                  <c:v>0.41227235051247751</c:v>
                </c:pt>
                <c:pt idx="23206">
                  <c:v>0.41229226648905104</c:v>
                </c:pt>
                <c:pt idx="23207">
                  <c:v>0.41230921963712269</c:v>
                </c:pt>
                <c:pt idx="23208">
                  <c:v>0.41234563420240949</c:v>
                </c:pt>
                <c:pt idx="23209">
                  <c:v>0.41251910890814658</c:v>
                </c:pt>
                <c:pt idx="23210">
                  <c:v>0.41273172955796283</c:v>
                </c:pt>
                <c:pt idx="23211">
                  <c:v>0.41276208672783049</c:v>
                </c:pt>
                <c:pt idx="23212">
                  <c:v>0.41297965454091562</c:v>
                </c:pt>
                <c:pt idx="23213">
                  <c:v>0.41308886321379157</c:v>
                </c:pt>
                <c:pt idx="23214">
                  <c:v>0.41310510796793981</c:v>
                </c:pt>
                <c:pt idx="23215">
                  <c:v>0.4132624626527992</c:v>
                </c:pt>
                <c:pt idx="23216">
                  <c:v>0.41329862743193296</c:v>
                </c:pt>
                <c:pt idx="23217">
                  <c:v>0.41355201287497112</c:v>
                </c:pt>
                <c:pt idx="23218">
                  <c:v>0.41363209351929353</c:v>
                </c:pt>
                <c:pt idx="23219">
                  <c:v>0.41368261476774737</c:v>
                </c:pt>
                <c:pt idx="23220">
                  <c:v>0.41370376676437109</c:v>
                </c:pt>
                <c:pt idx="23221">
                  <c:v>0.41379730576716589</c:v>
                </c:pt>
                <c:pt idx="23222">
                  <c:v>0.41384095305375945</c:v>
                </c:pt>
                <c:pt idx="23223">
                  <c:v>0.41387436369004138</c:v>
                </c:pt>
                <c:pt idx="23224">
                  <c:v>0.41394094834403788</c:v>
                </c:pt>
                <c:pt idx="23225">
                  <c:v>0.4141010881339347</c:v>
                </c:pt>
                <c:pt idx="23226">
                  <c:v>0.41417941565067495</c:v>
                </c:pt>
                <c:pt idx="23227">
                  <c:v>0.41419685137406498</c:v>
                </c:pt>
                <c:pt idx="23228">
                  <c:v>0.41421444284910225</c:v>
                </c:pt>
                <c:pt idx="23229">
                  <c:v>0.41430633745348938</c:v>
                </c:pt>
                <c:pt idx="23230">
                  <c:v>0.41435701130407299</c:v>
                </c:pt>
                <c:pt idx="23231">
                  <c:v>0.414373635535634</c:v>
                </c:pt>
                <c:pt idx="23232">
                  <c:v>0.4143744460961476</c:v>
                </c:pt>
                <c:pt idx="23233">
                  <c:v>0.41437721334116817</c:v>
                </c:pt>
                <c:pt idx="23234">
                  <c:v>0.41439195240389642</c:v>
                </c:pt>
                <c:pt idx="23235">
                  <c:v>0.41452038948752584</c:v>
                </c:pt>
                <c:pt idx="23236">
                  <c:v>0.41457154120393203</c:v>
                </c:pt>
                <c:pt idx="23237">
                  <c:v>0.41457215324634117</c:v>
                </c:pt>
                <c:pt idx="23238">
                  <c:v>0.41462121915681643</c:v>
                </c:pt>
                <c:pt idx="23239">
                  <c:v>0.41472096808022985</c:v>
                </c:pt>
                <c:pt idx="23240">
                  <c:v>0.41472278819782804</c:v>
                </c:pt>
                <c:pt idx="23241">
                  <c:v>0.41474323876251079</c:v>
                </c:pt>
                <c:pt idx="23242">
                  <c:v>0.41476540261216038</c:v>
                </c:pt>
                <c:pt idx="23243">
                  <c:v>0.41485190979277176</c:v>
                </c:pt>
                <c:pt idx="23244">
                  <c:v>0.41485475488402634</c:v>
                </c:pt>
                <c:pt idx="23245">
                  <c:v>0.41499967130875248</c:v>
                </c:pt>
                <c:pt idx="23246">
                  <c:v>0.41516183511922239</c:v>
                </c:pt>
                <c:pt idx="23247">
                  <c:v>0.41519931510448804</c:v>
                </c:pt>
                <c:pt idx="23248">
                  <c:v>0.41520181211266521</c:v>
                </c:pt>
                <c:pt idx="23249">
                  <c:v>0.41520712381570962</c:v>
                </c:pt>
                <c:pt idx="23250">
                  <c:v>0.41522194107482957</c:v>
                </c:pt>
                <c:pt idx="23251">
                  <c:v>0.41523363024894344</c:v>
                </c:pt>
                <c:pt idx="23252">
                  <c:v>0.41523960697995543</c:v>
                </c:pt>
                <c:pt idx="23253">
                  <c:v>0.4154011670250527</c:v>
                </c:pt>
                <c:pt idx="23254">
                  <c:v>0.41540700413733933</c:v>
                </c:pt>
                <c:pt idx="23255">
                  <c:v>0.41540717011925493</c:v>
                </c:pt>
                <c:pt idx="23256">
                  <c:v>0.41546016863042201</c:v>
                </c:pt>
                <c:pt idx="23257">
                  <c:v>0.41549219940236892</c:v>
                </c:pt>
                <c:pt idx="23258">
                  <c:v>0.41551575854909401</c:v>
                </c:pt>
                <c:pt idx="23259">
                  <c:v>0.41552773641093305</c:v>
                </c:pt>
                <c:pt idx="23260">
                  <c:v>0.41555290351441421</c:v>
                </c:pt>
                <c:pt idx="23261">
                  <c:v>0.41568028065153212</c:v>
                </c:pt>
                <c:pt idx="23262">
                  <c:v>0.41573257672711511</c:v>
                </c:pt>
                <c:pt idx="23263">
                  <c:v>0.41573910839445222</c:v>
                </c:pt>
                <c:pt idx="23264">
                  <c:v>0.41577092967142953</c:v>
                </c:pt>
                <c:pt idx="23265">
                  <c:v>0.4157903209399183</c:v>
                </c:pt>
                <c:pt idx="23266">
                  <c:v>0.41581313821857524</c:v>
                </c:pt>
                <c:pt idx="23267">
                  <c:v>0.41587624511817678</c:v>
                </c:pt>
                <c:pt idx="23268">
                  <c:v>0.41588911444337939</c:v>
                </c:pt>
                <c:pt idx="23269">
                  <c:v>0.41591606341102882</c:v>
                </c:pt>
                <c:pt idx="23270">
                  <c:v>0.41595024823224425</c:v>
                </c:pt>
                <c:pt idx="23271">
                  <c:v>0.41597305156834186</c:v>
                </c:pt>
                <c:pt idx="23272">
                  <c:v>0.41597417557914318</c:v>
                </c:pt>
                <c:pt idx="23273">
                  <c:v>0.41608572956458667</c:v>
                </c:pt>
                <c:pt idx="23274">
                  <c:v>0.41610961233860755</c:v>
                </c:pt>
                <c:pt idx="23275">
                  <c:v>0.41613597653063628</c:v>
                </c:pt>
                <c:pt idx="23276">
                  <c:v>0.4162248058927161</c:v>
                </c:pt>
                <c:pt idx="23277">
                  <c:v>0.41623478731025559</c:v>
                </c:pt>
                <c:pt idx="23278">
                  <c:v>0.41623915845361048</c:v>
                </c:pt>
                <c:pt idx="23279">
                  <c:v>0.41634467626783556</c:v>
                </c:pt>
                <c:pt idx="23280">
                  <c:v>0.41644462892273354</c:v>
                </c:pt>
                <c:pt idx="23281">
                  <c:v>0.41646894451965799</c:v>
                </c:pt>
                <c:pt idx="23282">
                  <c:v>0.41649162622047242</c:v>
                </c:pt>
                <c:pt idx="23283">
                  <c:v>0.41650876565395628</c:v>
                </c:pt>
                <c:pt idx="23284">
                  <c:v>0.41651296353097028</c:v>
                </c:pt>
                <c:pt idx="23285">
                  <c:v>0.41658430451423234</c:v>
                </c:pt>
                <c:pt idx="23286">
                  <c:v>0.41661676366730671</c:v>
                </c:pt>
                <c:pt idx="23287">
                  <c:v>0.41662747737345651</c:v>
                </c:pt>
                <c:pt idx="23288">
                  <c:v>0.41664465874930379</c:v>
                </c:pt>
                <c:pt idx="23289">
                  <c:v>0.41670016049518865</c:v>
                </c:pt>
                <c:pt idx="23290">
                  <c:v>0.41670554232518564</c:v>
                </c:pt>
                <c:pt idx="23291">
                  <c:v>0.41677685879557097</c:v>
                </c:pt>
                <c:pt idx="23292">
                  <c:v>0.41686423915673537</c:v>
                </c:pt>
                <c:pt idx="23293">
                  <c:v>0.41689678494624682</c:v>
                </c:pt>
                <c:pt idx="23294">
                  <c:v>0.41690794740552628</c:v>
                </c:pt>
                <c:pt idx="23295">
                  <c:v>0.41715753954127277</c:v>
                </c:pt>
                <c:pt idx="23296">
                  <c:v>0.41722917046698105</c:v>
                </c:pt>
                <c:pt idx="23297">
                  <c:v>0.41722929702640271</c:v>
                </c:pt>
                <c:pt idx="23298">
                  <c:v>0.41730562292270373</c:v>
                </c:pt>
                <c:pt idx="23299">
                  <c:v>0.41749516159549416</c:v>
                </c:pt>
                <c:pt idx="23300">
                  <c:v>0.4175574719327021</c:v>
                </c:pt>
                <c:pt idx="23301">
                  <c:v>0.4176907323827434</c:v>
                </c:pt>
                <c:pt idx="23302">
                  <c:v>0.41772709608234709</c:v>
                </c:pt>
                <c:pt idx="23303">
                  <c:v>0.41776521074541334</c:v>
                </c:pt>
                <c:pt idx="23304">
                  <c:v>0.41783131939613949</c:v>
                </c:pt>
                <c:pt idx="23305">
                  <c:v>0.41784985735238178</c:v>
                </c:pt>
                <c:pt idx="23306">
                  <c:v>0.41787193433658765</c:v>
                </c:pt>
                <c:pt idx="23307">
                  <c:v>0.41794973605748076</c:v>
                </c:pt>
                <c:pt idx="23308">
                  <c:v>0.41797533863153619</c:v>
                </c:pt>
                <c:pt idx="23309">
                  <c:v>0.41803088569777441</c:v>
                </c:pt>
                <c:pt idx="23310">
                  <c:v>0.41806299555743343</c:v>
                </c:pt>
                <c:pt idx="23311">
                  <c:v>0.41810628022244656</c:v>
                </c:pt>
                <c:pt idx="23312">
                  <c:v>0.41814421157058196</c:v>
                </c:pt>
                <c:pt idx="23313">
                  <c:v>0.41817694084193802</c:v>
                </c:pt>
                <c:pt idx="23314">
                  <c:v>0.41823802375205105</c:v>
                </c:pt>
                <c:pt idx="23315">
                  <c:v>0.41831494629575006</c:v>
                </c:pt>
                <c:pt idx="23316">
                  <c:v>0.4184294961494992</c:v>
                </c:pt>
                <c:pt idx="23317">
                  <c:v>0.41843731048450189</c:v>
                </c:pt>
                <c:pt idx="23318">
                  <c:v>0.41849096247846612</c:v>
                </c:pt>
                <c:pt idx="23319">
                  <c:v>0.41853034809259382</c:v>
                </c:pt>
                <c:pt idx="23320">
                  <c:v>0.41857385559246363</c:v>
                </c:pt>
                <c:pt idx="23321">
                  <c:v>0.41873869254422569</c:v>
                </c:pt>
                <c:pt idx="23322">
                  <c:v>0.41880548967888731</c:v>
                </c:pt>
                <c:pt idx="23323">
                  <c:v>0.41885826508813068</c:v>
                </c:pt>
                <c:pt idx="23324">
                  <c:v>0.41888098935762208</c:v>
                </c:pt>
                <c:pt idx="23325">
                  <c:v>0.41899712452415361</c:v>
                </c:pt>
                <c:pt idx="23326">
                  <c:v>0.4192280509635774</c:v>
                </c:pt>
                <c:pt idx="23327">
                  <c:v>0.41929152950976106</c:v>
                </c:pt>
                <c:pt idx="23328">
                  <c:v>0.4192927768738296</c:v>
                </c:pt>
                <c:pt idx="23329">
                  <c:v>0.41953947455065776</c:v>
                </c:pt>
                <c:pt idx="23330">
                  <c:v>0.41963612754153351</c:v>
                </c:pt>
                <c:pt idx="23331">
                  <c:v>0.41980786437009926</c:v>
                </c:pt>
                <c:pt idx="23332">
                  <c:v>0.41987913874803118</c:v>
                </c:pt>
                <c:pt idx="23333">
                  <c:v>0.41994980570229262</c:v>
                </c:pt>
                <c:pt idx="23334">
                  <c:v>0.4200176601493224</c:v>
                </c:pt>
                <c:pt idx="23335">
                  <c:v>0.42002638369701145</c:v>
                </c:pt>
                <c:pt idx="23336">
                  <c:v>0.42018176453038153</c:v>
                </c:pt>
                <c:pt idx="23337">
                  <c:v>0.42022738727995779</c:v>
                </c:pt>
                <c:pt idx="23338">
                  <c:v>0.42024499046865021</c:v>
                </c:pt>
                <c:pt idx="23339">
                  <c:v>0.42039242496752777</c:v>
                </c:pt>
                <c:pt idx="23340">
                  <c:v>0.42050495964652951</c:v>
                </c:pt>
                <c:pt idx="23341">
                  <c:v>0.42052684772998672</c:v>
                </c:pt>
                <c:pt idx="23342">
                  <c:v>0.42053728307411475</c:v>
                </c:pt>
                <c:pt idx="23343">
                  <c:v>0.4206203939175468</c:v>
                </c:pt>
                <c:pt idx="23344">
                  <c:v>0.42078294113824871</c:v>
                </c:pt>
                <c:pt idx="23345">
                  <c:v>0.42084400704761454</c:v>
                </c:pt>
                <c:pt idx="23346">
                  <c:v>0.42088811867529169</c:v>
                </c:pt>
                <c:pt idx="23347">
                  <c:v>0.42088991343579868</c:v>
                </c:pt>
                <c:pt idx="23348">
                  <c:v>0.42094900562220228</c:v>
                </c:pt>
                <c:pt idx="23349">
                  <c:v>0.42104767520691272</c:v>
                </c:pt>
                <c:pt idx="23350">
                  <c:v>0.42111707775648527</c:v>
                </c:pt>
                <c:pt idx="23351">
                  <c:v>0.4211431420326745</c:v>
                </c:pt>
                <c:pt idx="23352">
                  <c:v>0.42131630818421101</c:v>
                </c:pt>
                <c:pt idx="23353">
                  <c:v>0.42136316637183291</c:v>
                </c:pt>
                <c:pt idx="23354">
                  <c:v>0.42149128972352023</c:v>
                </c:pt>
                <c:pt idx="23355">
                  <c:v>0.42151355258110917</c:v>
                </c:pt>
                <c:pt idx="23356">
                  <c:v>0.42151361995067621</c:v>
                </c:pt>
                <c:pt idx="23357">
                  <c:v>0.42158366695160571</c:v>
                </c:pt>
                <c:pt idx="23358">
                  <c:v>0.42162337656637122</c:v>
                </c:pt>
                <c:pt idx="23359">
                  <c:v>0.42164488214020146</c:v>
                </c:pt>
                <c:pt idx="23360">
                  <c:v>0.42167525960353963</c:v>
                </c:pt>
                <c:pt idx="23361">
                  <c:v>0.42172695865588317</c:v>
                </c:pt>
                <c:pt idx="23362">
                  <c:v>0.42191582655520549</c:v>
                </c:pt>
                <c:pt idx="23363">
                  <c:v>0.42193903972226399</c:v>
                </c:pt>
                <c:pt idx="23364">
                  <c:v>0.42209871558842366</c:v>
                </c:pt>
                <c:pt idx="23365">
                  <c:v>0.42210396032306163</c:v>
                </c:pt>
                <c:pt idx="23366">
                  <c:v>0.42212393656194486</c:v>
                </c:pt>
                <c:pt idx="23367">
                  <c:v>0.42223182772991807</c:v>
                </c:pt>
                <c:pt idx="23368">
                  <c:v>0.42225563382035214</c:v>
                </c:pt>
                <c:pt idx="23369">
                  <c:v>0.42234920069785337</c:v>
                </c:pt>
                <c:pt idx="23370">
                  <c:v>0.42237113349430272</c:v>
                </c:pt>
                <c:pt idx="23371">
                  <c:v>0.42243244906246319</c:v>
                </c:pt>
                <c:pt idx="23372">
                  <c:v>0.42245134988406696</c:v>
                </c:pt>
                <c:pt idx="23373">
                  <c:v>0.42251875313584303</c:v>
                </c:pt>
                <c:pt idx="23374">
                  <c:v>0.42263459207910098</c:v>
                </c:pt>
                <c:pt idx="23375">
                  <c:v>0.42265566417106465</c:v>
                </c:pt>
                <c:pt idx="23376">
                  <c:v>0.42271312739703931</c:v>
                </c:pt>
                <c:pt idx="23377">
                  <c:v>0.42293727964875427</c:v>
                </c:pt>
                <c:pt idx="23378">
                  <c:v>0.42305738958691136</c:v>
                </c:pt>
                <c:pt idx="23379">
                  <c:v>0.42306146515551363</c:v>
                </c:pt>
                <c:pt idx="23380">
                  <c:v>0.42310444493601718</c:v>
                </c:pt>
                <c:pt idx="23381">
                  <c:v>0.42328457691163651</c:v>
                </c:pt>
                <c:pt idx="23382">
                  <c:v>0.42357425100409329</c:v>
                </c:pt>
                <c:pt idx="23383">
                  <c:v>0.42365782806604985</c:v>
                </c:pt>
                <c:pt idx="23384">
                  <c:v>0.42380078421707451</c:v>
                </c:pt>
                <c:pt idx="23385">
                  <c:v>0.4238860365265818</c:v>
                </c:pt>
                <c:pt idx="23386">
                  <c:v>0.42408764788796893</c:v>
                </c:pt>
                <c:pt idx="23387">
                  <c:v>0.42408866439895065</c:v>
                </c:pt>
                <c:pt idx="23388">
                  <c:v>0.42418223083718781</c:v>
                </c:pt>
                <c:pt idx="23389">
                  <c:v>0.42419571784460303</c:v>
                </c:pt>
                <c:pt idx="23390">
                  <c:v>0.42421050015430345</c:v>
                </c:pt>
                <c:pt idx="23391">
                  <c:v>0.42428068379787648</c:v>
                </c:pt>
                <c:pt idx="23392">
                  <c:v>0.42432592345997211</c:v>
                </c:pt>
                <c:pt idx="23393">
                  <c:v>0.42446938932016548</c:v>
                </c:pt>
                <c:pt idx="23394">
                  <c:v>0.424532181923234</c:v>
                </c:pt>
                <c:pt idx="23395">
                  <c:v>0.42455818897783237</c:v>
                </c:pt>
                <c:pt idx="23396">
                  <c:v>0.42463738630080239</c:v>
                </c:pt>
                <c:pt idx="23397">
                  <c:v>0.42468529322741166</c:v>
                </c:pt>
                <c:pt idx="23398">
                  <c:v>0.42475451079350152</c:v>
                </c:pt>
                <c:pt idx="23399">
                  <c:v>0.42480807708619039</c:v>
                </c:pt>
                <c:pt idx="23400">
                  <c:v>0.4248639224919315</c:v>
                </c:pt>
                <c:pt idx="23401">
                  <c:v>0.42489069876033658</c:v>
                </c:pt>
                <c:pt idx="23402">
                  <c:v>0.42491032135886458</c:v>
                </c:pt>
                <c:pt idx="23403">
                  <c:v>0.42496086367527569</c:v>
                </c:pt>
                <c:pt idx="23404">
                  <c:v>0.42499078545904478</c:v>
                </c:pt>
                <c:pt idx="23405">
                  <c:v>0.42501581807899547</c:v>
                </c:pt>
                <c:pt idx="23406">
                  <c:v>0.42509064812076214</c:v>
                </c:pt>
                <c:pt idx="23407">
                  <c:v>0.4251142651757141</c:v>
                </c:pt>
                <c:pt idx="23408">
                  <c:v>0.42522407897511294</c:v>
                </c:pt>
                <c:pt idx="23409">
                  <c:v>0.42529886701556319</c:v>
                </c:pt>
                <c:pt idx="23410">
                  <c:v>0.42543842772021206</c:v>
                </c:pt>
                <c:pt idx="23411">
                  <c:v>0.42553244147852859</c:v>
                </c:pt>
                <c:pt idx="23412">
                  <c:v>0.42559412522976103</c:v>
                </c:pt>
                <c:pt idx="23413">
                  <c:v>0.4256615190117683</c:v>
                </c:pt>
                <c:pt idx="23414">
                  <c:v>0.4256649080824581</c:v>
                </c:pt>
                <c:pt idx="23415">
                  <c:v>0.42575037942030114</c:v>
                </c:pt>
                <c:pt idx="23416">
                  <c:v>0.42577703350249718</c:v>
                </c:pt>
                <c:pt idx="23417">
                  <c:v>0.42601894701746679</c:v>
                </c:pt>
                <c:pt idx="23418">
                  <c:v>0.42608403675247536</c:v>
                </c:pt>
                <c:pt idx="23419">
                  <c:v>0.4262828468461255</c:v>
                </c:pt>
                <c:pt idx="23420">
                  <c:v>0.42661851816459306</c:v>
                </c:pt>
                <c:pt idx="23421">
                  <c:v>0.42695298718041075</c:v>
                </c:pt>
                <c:pt idx="23422">
                  <c:v>0.4271647912034699</c:v>
                </c:pt>
                <c:pt idx="23423">
                  <c:v>0.4272038790201288</c:v>
                </c:pt>
                <c:pt idx="23424">
                  <c:v>0.42722429432139425</c:v>
                </c:pt>
                <c:pt idx="23425">
                  <c:v>0.42734777720049127</c:v>
                </c:pt>
                <c:pt idx="23426">
                  <c:v>0.42738281506403458</c:v>
                </c:pt>
                <c:pt idx="23427">
                  <c:v>0.42747810134735098</c:v>
                </c:pt>
                <c:pt idx="23428">
                  <c:v>0.42782131913735688</c:v>
                </c:pt>
                <c:pt idx="23429">
                  <c:v>0.42787525489989292</c:v>
                </c:pt>
                <c:pt idx="23430">
                  <c:v>0.42801798435373017</c:v>
                </c:pt>
                <c:pt idx="23431">
                  <c:v>0.42802775489926059</c:v>
                </c:pt>
                <c:pt idx="23432">
                  <c:v>0.42811329598624209</c:v>
                </c:pt>
                <c:pt idx="23433">
                  <c:v>0.42825400761124743</c:v>
                </c:pt>
                <c:pt idx="23434">
                  <c:v>0.42834951933545778</c:v>
                </c:pt>
                <c:pt idx="23435">
                  <c:v>0.42839965398712193</c:v>
                </c:pt>
                <c:pt idx="23436">
                  <c:v>0.42850318099758078</c:v>
                </c:pt>
                <c:pt idx="23437">
                  <c:v>0.42861882776968374</c:v>
                </c:pt>
                <c:pt idx="23438">
                  <c:v>0.4287384676117017</c:v>
                </c:pt>
                <c:pt idx="23439">
                  <c:v>0.42874518216434732</c:v>
                </c:pt>
                <c:pt idx="23440">
                  <c:v>0.42891690561137502</c:v>
                </c:pt>
                <c:pt idx="23441">
                  <c:v>0.42895785147873905</c:v>
                </c:pt>
                <c:pt idx="23442">
                  <c:v>0.4290431466284555</c:v>
                </c:pt>
                <c:pt idx="23443">
                  <c:v>0.4290637993338145</c:v>
                </c:pt>
                <c:pt idx="23444">
                  <c:v>0.429120408512708</c:v>
                </c:pt>
                <c:pt idx="23445">
                  <c:v>0.42912358819879781</c:v>
                </c:pt>
                <c:pt idx="23446">
                  <c:v>0.42918896040777721</c:v>
                </c:pt>
                <c:pt idx="23447">
                  <c:v>0.4293446740285734</c:v>
                </c:pt>
                <c:pt idx="23448">
                  <c:v>0.42934719228130169</c:v>
                </c:pt>
                <c:pt idx="23449">
                  <c:v>0.42939622548697326</c:v>
                </c:pt>
                <c:pt idx="23450">
                  <c:v>0.42960241365394353</c:v>
                </c:pt>
                <c:pt idx="23451">
                  <c:v>0.42968475673523571</c:v>
                </c:pt>
                <c:pt idx="23452">
                  <c:v>0.4298933321167876</c:v>
                </c:pt>
                <c:pt idx="23453">
                  <c:v>0.42989901311965384</c:v>
                </c:pt>
                <c:pt idx="23454">
                  <c:v>0.42996259587701713</c:v>
                </c:pt>
                <c:pt idx="23455">
                  <c:v>0.43000458587341084</c:v>
                </c:pt>
                <c:pt idx="23456">
                  <c:v>0.43000693248034128</c:v>
                </c:pt>
                <c:pt idx="23457">
                  <c:v>0.43003309006715301</c:v>
                </c:pt>
                <c:pt idx="23458">
                  <c:v>0.43006681699522303</c:v>
                </c:pt>
                <c:pt idx="23459">
                  <c:v>0.43020233999259427</c:v>
                </c:pt>
                <c:pt idx="23460">
                  <c:v>0.43034577150110376</c:v>
                </c:pt>
                <c:pt idx="23461">
                  <c:v>0.43037596641531489</c:v>
                </c:pt>
                <c:pt idx="23462">
                  <c:v>0.43043383941591706</c:v>
                </c:pt>
                <c:pt idx="23463">
                  <c:v>0.43043739740289955</c:v>
                </c:pt>
                <c:pt idx="23464">
                  <c:v>0.43047605292744784</c:v>
                </c:pt>
                <c:pt idx="23465">
                  <c:v>0.43057546338157837</c:v>
                </c:pt>
                <c:pt idx="23466">
                  <c:v>0.43073490090764499</c:v>
                </c:pt>
                <c:pt idx="23467">
                  <c:v>0.43080221414923758</c:v>
                </c:pt>
                <c:pt idx="23468">
                  <c:v>0.43081216592354543</c:v>
                </c:pt>
                <c:pt idx="23469">
                  <c:v>0.4308646372621866</c:v>
                </c:pt>
                <c:pt idx="23470">
                  <c:v>0.43087093337506788</c:v>
                </c:pt>
                <c:pt idx="23471">
                  <c:v>0.43091834780569849</c:v>
                </c:pt>
                <c:pt idx="23472">
                  <c:v>0.43094247639060324</c:v>
                </c:pt>
                <c:pt idx="23473">
                  <c:v>0.43107907033058668</c:v>
                </c:pt>
                <c:pt idx="23474">
                  <c:v>0.43114127163000765</c:v>
                </c:pt>
                <c:pt idx="23475">
                  <c:v>0.43115828380630594</c:v>
                </c:pt>
                <c:pt idx="23476">
                  <c:v>0.43117848258564412</c:v>
                </c:pt>
                <c:pt idx="23477">
                  <c:v>0.43123163165953204</c:v>
                </c:pt>
                <c:pt idx="23478">
                  <c:v>0.43130894960110155</c:v>
                </c:pt>
                <c:pt idx="23479">
                  <c:v>0.4313983043686036</c:v>
                </c:pt>
                <c:pt idx="23480">
                  <c:v>0.43142334657514458</c:v>
                </c:pt>
                <c:pt idx="23481">
                  <c:v>0.43172379070011724</c:v>
                </c:pt>
                <c:pt idx="23482">
                  <c:v>0.43173770093672892</c:v>
                </c:pt>
                <c:pt idx="23483">
                  <c:v>0.43176618474334622</c:v>
                </c:pt>
                <c:pt idx="23484">
                  <c:v>0.43180320340326267</c:v>
                </c:pt>
                <c:pt idx="23485">
                  <c:v>0.431811145042372</c:v>
                </c:pt>
                <c:pt idx="23486">
                  <c:v>0.43189261680228952</c:v>
                </c:pt>
                <c:pt idx="23487">
                  <c:v>0.43191023342936363</c:v>
                </c:pt>
                <c:pt idx="23488">
                  <c:v>0.43214296751154685</c:v>
                </c:pt>
                <c:pt idx="23489">
                  <c:v>0.43217396949196751</c:v>
                </c:pt>
                <c:pt idx="23490">
                  <c:v>0.43235351994428001</c:v>
                </c:pt>
                <c:pt idx="23491">
                  <c:v>0.4324094315212787</c:v>
                </c:pt>
                <c:pt idx="23492">
                  <c:v>0.43244826712845386</c:v>
                </c:pt>
                <c:pt idx="23493">
                  <c:v>0.43254870316801736</c:v>
                </c:pt>
                <c:pt idx="23494">
                  <c:v>0.43260194292177728</c:v>
                </c:pt>
                <c:pt idx="23495">
                  <c:v>0.43263348652728528</c:v>
                </c:pt>
                <c:pt idx="23496">
                  <c:v>0.43267239929870549</c:v>
                </c:pt>
                <c:pt idx="23497">
                  <c:v>0.43268808091494837</c:v>
                </c:pt>
                <c:pt idx="23498">
                  <c:v>0.43294428118338496</c:v>
                </c:pt>
                <c:pt idx="23499">
                  <c:v>0.43294754651962991</c:v>
                </c:pt>
                <c:pt idx="23500">
                  <c:v>0.43298603163882143</c:v>
                </c:pt>
                <c:pt idx="23501">
                  <c:v>0.43298643240185297</c:v>
                </c:pt>
                <c:pt idx="23502">
                  <c:v>0.43312271729582297</c:v>
                </c:pt>
                <c:pt idx="23503">
                  <c:v>0.4333669382840491</c:v>
                </c:pt>
                <c:pt idx="23504">
                  <c:v>0.4333719790912256</c:v>
                </c:pt>
                <c:pt idx="23505">
                  <c:v>0.4334058697295069</c:v>
                </c:pt>
                <c:pt idx="23506">
                  <c:v>0.43342493128046122</c:v>
                </c:pt>
                <c:pt idx="23507">
                  <c:v>0.43344386579606659</c:v>
                </c:pt>
                <c:pt idx="23508">
                  <c:v>0.43348390510251666</c:v>
                </c:pt>
                <c:pt idx="23509">
                  <c:v>0.43354903378732124</c:v>
                </c:pt>
                <c:pt idx="23510">
                  <c:v>0.43357275815940144</c:v>
                </c:pt>
                <c:pt idx="23511">
                  <c:v>0.43374406762020368</c:v>
                </c:pt>
                <c:pt idx="23512">
                  <c:v>0.43376941728772506</c:v>
                </c:pt>
                <c:pt idx="23513">
                  <c:v>0.43379916452516271</c:v>
                </c:pt>
                <c:pt idx="23514">
                  <c:v>0.43383732627265043</c:v>
                </c:pt>
                <c:pt idx="23515">
                  <c:v>0.43413007486903105</c:v>
                </c:pt>
                <c:pt idx="23516">
                  <c:v>0.43418327859535577</c:v>
                </c:pt>
                <c:pt idx="23517">
                  <c:v>0.43435558053359336</c:v>
                </c:pt>
                <c:pt idx="23518">
                  <c:v>0.43460024702044447</c:v>
                </c:pt>
                <c:pt idx="23519">
                  <c:v>0.43463398828541278</c:v>
                </c:pt>
                <c:pt idx="23520">
                  <c:v>0.43467629973067418</c:v>
                </c:pt>
                <c:pt idx="23521">
                  <c:v>0.43467634864712867</c:v>
                </c:pt>
                <c:pt idx="23522">
                  <c:v>0.43472287724535907</c:v>
                </c:pt>
                <c:pt idx="23523">
                  <c:v>0.4347552895445877</c:v>
                </c:pt>
                <c:pt idx="23524">
                  <c:v>0.43477625894395833</c:v>
                </c:pt>
                <c:pt idx="23525">
                  <c:v>0.43486659268752498</c:v>
                </c:pt>
                <c:pt idx="23526">
                  <c:v>0.43490348873741425</c:v>
                </c:pt>
                <c:pt idx="23527">
                  <c:v>0.43491830577230611</c:v>
                </c:pt>
                <c:pt idx="23528">
                  <c:v>0.43495377939334945</c:v>
                </c:pt>
                <c:pt idx="23529">
                  <c:v>0.43513411267302365</c:v>
                </c:pt>
                <c:pt idx="23530">
                  <c:v>0.43514507388413065</c:v>
                </c:pt>
                <c:pt idx="23531">
                  <c:v>0.43520207846288372</c:v>
                </c:pt>
                <c:pt idx="23532">
                  <c:v>0.43525101798417809</c:v>
                </c:pt>
                <c:pt idx="23533">
                  <c:v>0.43525635212358182</c:v>
                </c:pt>
                <c:pt idx="23534">
                  <c:v>0.43541056258964012</c:v>
                </c:pt>
                <c:pt idx="23535">
                  <c:v>0.43551454715136784</c:v>
                </c:pt>
                <c:pt idx="23536">
                  <c:v>0.43553281016387951</c:v>
                </c:pt>
                <c:pt idx="23537">
                  <c:v>0.4355696327741575</c:v>
                </c:pt>
                <c:pt idx="23538">
                  <c:v>0.43576848295152465</c:v>
                </c:pt>
                <c:pt idx="23539">
                  <c:v>0.43582819478418044</c:v>
                </c:pt>
                <c:pt idx="23540">
                  <c:v>0.43586457049355581</c:v>
                </c:pt>
                <c:pt idx="23541">
                  <c:v>0.43597695893561911</c:v>
                </c:pt>
                <c:pt idx="23542">
                  <c:v>0.43610697029723228</c:v>
                </c:pt>
                <c:pt idx="23543">
                  <c:v>0.43624385125782289</c:v>
                </c:pt>
                <c:pt idx="23544">
                  <c:v>0.4362905330757848</c:v>
                </c:pt>
                <c:pt idx="23545">
                  <c:v>0.43632110872205598</c:v>
                </c:pt>
                <c:pt idx="23546">
                  <c:v>0.43632330562391081</c:v>
                </c:pt>
                <c:pt idx="23547">
                  <c:v>0.43640188546792785</c:v>
                </c:pt>
                <c:pt idx="23548">
                  <c:v>0.43644387984642508</c:v>
                </c:pt>
                <c:pt idx="23549">
                  <c:v>0.43648755908701703</c:v>
                </c:pt>
                <c:pt idx="23550">
                  <c:v>0.43649945904644266</c:v>
                </c:pt>
                <c:pt idx="23551">
                  <c:v>0.43665031254165937</c:v>
                </c:pt>
                <c:pt idx="23552">
                  <c:v>0.43666028393459189</c:v>
                </c:pt>
                <c:pt idx="23553">
                  <c:v>0.43696873123876112</c:v>
                </c:pt>
                <c:pt idx="23554">
                  <c:v>0.4372181746717812</c:v>
                </c:pt>
                <c:pt idx="23555">
                  <c:v>0.43722768015694735</c:v>
                </c:pt>
                <c:pt idx="23556">
                  <c:v>0.43731981814655929</c:v>
                </c:pt>
                <c:pt idx="23557">
                  <c:v>0.43732011695345918</c:v>
                </c:pt>
                <c:pt idx="23558">
                  <c:v>0.43739544510359385</c:v>
                </c:pt>
                <c:pt idx="23559">
                  <c:v>0.43746045526892646</c:v>
                </c:pt>
                <c:pt idx="23560">
                  <c:v>0.43746259436992774</c:v>
                </c:pt>
                <c:pt idx="23561">
                  <c:v>0.4374840679496913</c:v>
                </c:pt>
                <c:pt idx="23562">
                  <c:v>0.43753125780960478</c:v>
                </c:pt>
                <c:pt idx="23563">
                  <c:v>0.43754423485055466</c:v>
                </c:pt>
                <c:pt idx="23564">
                  <c:v>0.43754986621049091</c:v>
                </c:pt>
                <c:pt idx="23565">
                  <c:v>0.43756516330640144</c:v>
                </c:pt>
                <c:pt idx="23566">
                  <c:v>0.43771654141068389</c:v>
                </c:pt>
                <c:pt idx="23567">
                  <c:v>0.43791504948793125</c:v>
                </c:pt>
                <c:pt idx="23568">
                  <c:v>0.4379258807285934</c:v>
                </c:pt>
                <c:pt idx="23569">
                  <c:v>0.43805113997450584</c:v>
                </c:pt>
                <c:pt idx="23570">
                  <c:v>0.43828202513828102</c:v>
                </c:pt>
                <c:pt idx="23571">
                  <c:v>0.43834266032271085</c:v>
                </c:pt>
                <c:pt idx="23572">
                  <c:v>0.43838660815218428</c:v>
                </c:pt>
                <c:pt idx="23573">
                  <c:v>0.43842935186674792</c:v>
                </c:pt>
                <c:pt idx="23574">
                  <c:v>0.43857095272923124</c:v>
                </c:pt>
                <c:pt idx="23575">
                  <c:v>0.43862119574831809</c:v>
                </c:pt>
                <c:pt idx="23576">
                  <c:v>0.43867068630417649</c:v>
                </c:pt>
                <c:pt idx="23577">
                  <c:v>0.43870176424872454</c:v>
                </c:pt>
                <c:pt idx="23578">
                  <c:v>0.43872859958010679</c:v>
                </c:pt>
                <c:pt idx="23579">
                  <c:v>0.43887050069102768</c:v>
                </c:pt>
                <c:pt idx="23580">
                  <c:v>0.43894726992611421</c:v>
                </c:pt>
                <c:pt idx="23581">
                  <c:v>0.43905481632706544</c:v>
                </c:pt>
                <c:pt idx="23582">
                  <c:v>0.43906026791806352</c:v>
                </c:pt>
                <c:pt idx="23583">
                  <c:v>0.43906267222889711</c:v>
                </c:pt>
                <c:pt idx="23584">
                  <c:v>0.43911800886189095</c:v>
                </c:pt>
                <c:pt idx="23585">
                  <c:v>0.43914075833548066</c:v>
                </c:pt>
                <c:pt idx="23586">
                  <c:v>0.43937671417164331</c:v>
                </c:pt>
                <c:pt idx="23587">
                  <c:v>0.43937834320969371</c:v>
                </c:pt>
                <c:pt idx="23588">
                  <c:v>0.43962557367825927</c:v>
                </c:pt>
                <c:pt idx="23589">
                  <c:v>0.4396632017516966</c:v>
                </c:pt>
                <c:pt idx="23590">
                  <c:v>0.43970871852492294</c:v>
                </c:pt>
                <c:pt idx="23591">
                  <c:v>0.43972860714366835</c:v>
                </c:pt>
                <c:pt idx="23592">
                  <c:v>0.43979272922829504</c:v>
                </c:pt>
                <c:pt idx="23593">
                  <c:v>0.43981603534739222</c:v>
                </c:pt>
                <c:pt idx="23594">
                  <c:v>0.43981804647363826</c:v>
                </c:pt>
                <c:pt idx="23595">
                  <c:v>0.43985726663972674</c:v>
                </c:pt>
                <c:pt idx="23596">
                  <c:v>0.43990892717562535</c:v>
                </c:pt>
                <c:pt idx="23597">
                  <c:v>0.43992193343046038</c:v>
                </c:pt>
                <c:pt idx="23598">
                  <c:v>0.43993487562964273</c:v>
                </c:pt>
                <c:pt idx="23599">
                  <c:v>0.44000760059338356</c:v>
                </c:pt>
                <c:pt idx="23600">
                  <c:v>0.44011172600928627</c:v>
                </c:pt>
                <c:pt idx="23601">
                  <c:v>0.44020807037378284</c:v>
                </c:pt>
                <c:pt idx="23602">
                  <c:v>0.44046546055523139</c:v>
                </c:pt>
                <c:pt idx="23603">
                  <c:v>0.44056290358932121</c:v>
                </c:pt>
                <c:pt idx="23604">
                  <c:v>0.44072383718833791</c:v>
                </c:pt>
                <c:pt idx="23605">
                  <c:v>0.44073752103929964</c:v>
                </c:pt>
                <c:pt idx="23606">
                  <c:v>0.44076710665230306</c:v>
                </c:pt>
                <c:pt idx="23607">
                  <c:v>0.44091130815448154</c:v>
                </c:pt>
                <c:pt idx="23608">
                  <c:v>0.44096720600102546</c:v>
                </c:pt>
                <c:pt idx="23609">
                  <c:v>0.44096809781869661</c:v>
                </c:pt>
                <c:pt idx="23610">
                  <c:v>0.44099244951747979</c:v>
                </c:pt>
                <c:pt idx="23611">
                  <c:v>0.44104125249822884</c:v>
                </c:pt>
                <c:pt idx="23612">
                  <c:v>0.44104406091842513</c:v>
                </c:pt>
                <c:pt idx="23613">
                  <c:v>0.44106933802450621</c:v>
                </c:pt>
                <c:pt idx="23614">
                  <c:v>0.44107870229168328</c:v>
                </c:pt>
                <c:pt idx="23615">
                  <c:v>0.44108257277598756</c:v>
                </c:pt>
                <c:pt idx="23616">
                  <c:v>0.44108925586139258</c:v>
                </c:pt>
                <c:pt idx="23617">
                  <c:v>0.44109230076297612</c:v>
                </c:pt>
                <c:pt idx="23618">
                  <c:v>0.44112885122667522</c:v>
                </c:pt>
                <c:pt idx="23619">
                  <c:v>0.44124081883079125</c:v>
                </c:pt>
                <c:pt idx="23620">
                  <c:v>0.44126110445931788</c:v>
                </c:pt>
                <c:pt idx="23621">
                  <c:v>0.44126520196194968</c:v>
                </c:pt>
                <c:pt idx="23622">
                  <c:v>0.44128909131332905</c:v>
                </c:pt>
                <c:pt idx="23623">
                  <c:v>0.44165291701736464</c:v>
                </c:pt>
                <c:pt idx="23624">
                  <c:v>0.44168701230096202</c:v>
                </c:pt>
                <c:pt idx="23625">
                  <c:v>0.44172966635223831</c:v>
                </c:pt>
                <c:pt idx="23626">
                  <c:v>0.44176451719462401</c:v>
                </c:pt>
                <c:pt idx="23627">
                  <c:v>0.44176938902134771</c:v>
                </c:pt>
                <c:pt idx="23628">
                  <c:v>0.44177690196359665</c:v>
                </c:pt>
                <c:pt idx="23629">
                  <c:v>0.44186371322011353</c:v>
                </c:pt>
                <c:pt idx="23630">
                  <c:v>0.44194390052150906</c:v>
                </c:pt>
                <c:pt idx="23631">
                  <c:v>0.44196051624569455</c:v>
                </c:pt>
                <c:pt idx="23632">
                  <c:v>0.44198355384957894</c:v>
                </c:pt>
                <c:pt idx="23633">
                  <c:v>0.44201958965555094</c:v>
                </c:pt>
                <c:pt idx="23634">
                  <c:v>0.44205136047206867</c:v>
                </c:pt>
                <c:pt idx="23635">
                  <c:v>0.44216437942780196</c:v>
                </c:pt>
                <c:pt idx="23636">
                  <c:v>0.44219539436695132</c:v>
                </c:pt>
                <c:pt idx="23637">
                  <c:v>0.44226262001390282</c:v>
                </c:pt>
                <c:pt idx="23638">
                  <c:v>0.44229070786045344</c:v>
                </c:pt>
                <c:pt idx="23639">
                  <c:v>0.44251060454628482</c:v>
                </c:pt>
                <c:pt idx="23640">
                  <c:v>0.44273954623193407</c:v>
                </c:pt>
                <c:pt idx="23641">
                  <c:v>0.44275681860241939</c:v>
                </c:pt>
                <c:pt idx="23642">
                  <c:v>0.44278405523068837</c:v>
                </c:pt>
                <c:pt idx="23643">
                  <c:v>0.44292000435553719</c:v>
                </c:pt>
                <c:pt idx="23644">
                  <c:v>0.44295119566807661</c:v>
                </c:pt>
                <c:pt idx="23645">
                  <c:v>0.44295998879829351</c:v>
                </c:pt>
                <c:pt idx="23646">
                  <c:v>0.44297555201593952</c:v>
                </c:pt>
                <c:pt idx="23647">
                  <c:v>0.44301099175301012</c:v>
                </c:pt>
                <c:pt idx="23648">
                  <c:v>0.44327212312792719</c:v>
                </c:pt>
                <c:pt idx="23649">
                  <c:v>0.44341436093844011</c:v>
                </c:pt>
                <c:pt idx="23650">
                  <c:v>0.44344938466667672</c:v>
                </c:pt>
                <c:pt idx="23651">
                  <c:v>0.44346958061494718</c:v>
                </c:pt>
                <c:pt idx="23652">
                  <c:v>0.4435980317520351</c:v>
                </c:pt>
                <c:pt idx="23653">
                  <c:v>0.4436096563339641</c:v>
                </c:pt>
                <c:pt idx="23654">
                  <c:v>0.44368720283729191</c:v>
                </c:pt>
                <c:pt idx="23655">
                  <c:v>0.44370109339116753</c:v>
                </c:pt>
                <c:pt idx="23656">
                  <c:v>0.44377082344384855</c:v>
                </c:pt>
                <c:pt idx="23657">
                  <c:v>0.44392924476198575</c:v>
                </c:pt>
                <c:pt idx="23658">
                  <c:v>0.44403624208062747</c:v>
                </c:pt>
                <c:pt idx="23659">
                  <c:v>0.44416924785926998</c:v>
                </c:pt>
                <c:pt idx="23660">
                  <c:v>0.44421677244647384</c:v>
                </c:pt>
                <c:pt idx="23661">
                  <c:v>0.44434429762578104</c:v>
                </c:pt>
                <c:pt idx="23662">
                  <c:v>0.44437490278223757</c:v>
                </c:pt>
                <c:pt idx="23663">
                  <c:v>0.44437767385208038</c:v>
                </c:pt>
                <c:pt idx="23664">
                  <c:v>0.44441370275596292</c:v>
                </c:pt>
                <c:pt idx="23665">
                  <c:v>0.4445356852474317</c:v>
                </c:pt>
                <c:pt idx="23666">
                  <c:v>0.44456404051755316</c:v>
                </c:pt>
                <c:pt idx="23667">
                  <c:v>0.44469927586129138</c:v>
                </c:pt>
                <c:pt idx="23668">
                  <c:v>0.44470894589106102</c:v>
                </c:pt>
                <c:pt idx="23669">
                  <c:v>0.44479999124095027</c:v>
                </c:pt>
                <c:pt idx="23670">
                  <c:v>0.44482186587696293</c:v>
                </c:pt>
                <c:pt idx="23671">
                  <c:v>0.4448450458803912</c:v>
                </c:pt>
                <c:pt idx="23672">
                  <c:v>0.44485500475805961</c:v>
                </c:pt>
                <c:pt idx="23673">
                  <c:v>0.44490429036305212</c:v>
                </c:pt>
                <c:pt idx="23674">
                  <c:v>0.44491202855513334</c:v>
                </c:pt>
                <c:pt idx="23675">
                  <c:v>0.44502704843214191</c:v>
                </c:pt>
                <c:pt idx="23676">
                  <c:v>0.44518875637481853</c:v>
                </c:pt>
                <c:pt idx="23677">
                  <c:v>0.44521724829577652</c:v>
                </c:pt>
                <c:pt idx="23678">
                  <c:v>0.44537148351267353</c:v>
                </c:pt>
                <c:pt idx="23679">
                  <c:v>0.44544993881930228</c:v>
                </c:pt>
                <c:pt idx="23680">
                  <c:v>0.44549919831151075</c:v>
                </c:pt>
                <c:pt idx="23681">
                  <c:v>0.4456442365139146</c:v>
                </c:pt>
                <c:pt idx="23682">
                  <c:v>0.44567861151789701</c:v>
                </c:pt>
                <c:pt idx="23683">
                  <c:v>0.44578977349691473</c:v>
                </c:pt>
                <c:pt idx="23684">
                  <c:v>0.44585700754450497</c:v>
                </c:pt>
                <c:pt idx="23685">
                  <c:v>0.44598313053654165</c:v>
                </c:pt>
                <c:pt idx="23686">
                  <c:v>0.44605233657479687</c:v>
                </c:pt>
                <c:pt idx="23687">
                  <c:v>0.44607836379721699</c:v>
                </c:pt>
                <c:pt idx="23688">
                  <c:v>0.44612426443532083</c:v>
                </c:pt>
                <c:pt idx="23689">
                  <c:v>0.44616806764882844</c:v>
                </c:pt>
                <c:pt idx="23690">
                  <c:v>0.44635612069152908</c:v>
                </c:pt>
                <c:pt idx="23691">
                  <c:v>0.44636624542220954</c:v>
                </c:pt>
                <c:pt idx="23692">
                  <c:v>0.44637791946345612</c:v>
                </c:pt>
                <c:pt idx="23693">
                  <c:v>0.44645679539395089</c:v>
                </c:pt>
                <c:pt idx="23694">
                  <c:v>0.4464639835421722</c:v>
                </c:pt>
                <c:pt idx="23695">
                  <c:v>0.44649765561688376</c:v>
                </c:pt>
                <c:pt idx="23696">
                  <c:v>0.44651657740278861</c:v>
                </c:pt>
                <c:pt idx="23697">
                  <c:v>0.44658190066681031</c:v>
                </c:pt>
                <c:pt idx="23698">
                  <c:v>0.44668561287586983</c:v>
                </c:pt>
                <c:pt idx="23699">
                  <c:v>0.4467771065776347</c:v>
                </c:pt>
                <c:pt idx="23700">
                  <c:v>0.44685933679936563</c:v>
                </c:pt>
                <c:pt idx="23701">
                  <c:v>0.446875442763282</c:v>
                </c:pt>
                <c:pt idx="23702">
                  <c:v>0.44693722346113096</c:v>
                </c:pt>
                <c:pt idx="23703">
                  <c:v>0.44698414374326545</c:v>
                </c:pt>
                <c:pt idx="23704">
                  <c:v>0.44709812278814981</c:v>
                </c:pt>
                <c:pt idx="23705">
                  <c:v>0.44711410042755256</c:v>
                </c:pt>
                <c:pt idx="23706">
                  <c:v>0.44729033280669134</c:v>
                </c:pt>
                <c:pt idx="23707">
                  <c:v>0.44730476193504093</c:v>
                </c:pt>
                <c:pt idx="23708">
                  <c:v>0.44742770238583202</c:v>
                </c:pt>
                <c:pt idx="23709">
                  <c:v>0.44746389823427307</c:v>
                </c:pt>
                <c:pt idx="23710">
                  <c:v>0.44767063383618699</c:v>
                </c:pt>
                <c:pt idx="23711">
                  <c:v>0.44774003297388387</c:v>
                </c:pt>
                <c:pt idx="23712">
                  <c:v>0.44784200151891146</c:v>
                </c:pt>
                <c:pt idx="23713">
                  <c:v>0.4478568706821533</c:v>
                </c:pt>
                <c:pt idx="23714">
                  <c:v>0.44817207457265867</c:v>
                </c:pt>
                <c:pt idx="23715">
                  <c:v>0.44850742014325728</c:v>
                </c:pt>
                <c:pt idx="23716">
                  <c:v>0.44857882411441841</c:v>
                </c:pt>
                <c:pt idx="23717">
                  <c:v>0.44870956864272554</c:v>
                </c:pt>
                <c:pt idx="23718">
                  <c:v>0.44922681245735963</c:v>
                </c:pt>
                <c:pt idx="23719">
                  <c:v>0.44952235652704703</c:v>
                </c:pt>
                <c:pt idx="23720">
                  <c:v>0.44954969099493119</c:v>
                </c:pt>
                <c:pt idx="23721">
                  <c:v>0.44959425187728108</c:v>
                </c:pt>
                <c:pt idx="23722">
                  <c:v>0.44961778142281539</c:v>
                </c:pt>
                <c:pt idx="23723">
                  <c:v>0.44971892477905956</c:v>
                </c:pt>
                <c:pt idx="23724">
                  <c:v>0.44977790641595977</c:v>
                </c:pt>
                <c:pt idx="23725">
                  <c:v>0.44980920696763071</c:v>
                </c:pt>
                <c:pt idx="23726">
                  <c:v>0.44981092692009234</c:v>
                </c:pt>
                <c:pt idx="23727">
                  <c:v>0.44993502223964676</c:v>
                </c:pt>
                <c:pt idx="23728">
                  <c:v>0.44998020843816522</c:v>
                </c:pt>
                <c:pt idx="23729">
                  <c:v>0.44998041178540948</c:v>
                </c:pt>
                <c:pt idx="23730">
                  <c:v>0.44999298151516165</c:v>
                </c:pt>
                <c:pt idx="23731">
                  <c:v>0.45006317252104622</c:v>
                </c:pt>
                <c:pt idx="23732">
                  <c:v>0.45015576858903872</c:v>
                </c:pt>
                <c:pt idx="23733">
                  <c:v>0.45019432334730625</c:v>
                </c:pt>
                <c:pt idx="23734">
                  <c:v>0.4501994749275921</c:v>
                </c:pt>
                <c:pt idx="23735">
                  <c:v>0.45020605603987635</c:v>
                </c:pt>
                <c:pt idx="23736">
                  <c:v>0.45024533395902655</c:v>
                </c:pt>
                <c:pt idx="23737">
                  <c:v>0.45025078789840611</c:v>
                </c:pt>
                <c:pt idx="23738">
                  <c:v>0.45026114624884139</c:v>
                </c:pt>
                <c:pt idx="23739">
                  <c:v>0.45029363786130988</c:v>
                </c:pt>
                <c:pt idx="23740">
                  <c:v>0.45031901791720486</c:v>
                </c:pt>
                <c:pt idx="23741">
                  <c:v>0.45034252565746402</c:v>
                </c:pt>
                <c:pt idx="23742">
                  <c:v>0.45041640675112643</c:v>
                </c:pt>
                <c:pt idx="23743">
                  <c:v>0.45043628658178342</c:v>
                </c:pt>
                <c:pt idx="23744">
                  <c:v>0.4505157077253033</c:v>
                </c:pt>
                <c:pt idx="23745">
                  <c:v>0.45051931640293169</c:v>
                </c:pt>
                <c:pt idx="23746">
                  <c:v>0.45051947211776933</c:v>
                </c:pt>
                <c:pt idx="23747">
                  <c:v>0.45057245828591208</c:v>
                </c:pt>
                <c:pt idx="23748">
                  <c:v>0.45058034108365563</c:v>
                </c:pt>
                <c:pt idx="23749">
                  <c:v>0.45061013257798033</c:v>
                </c:pt>
                <c:pt idx="23750">
                  <c:v>0.45067904810519677</c:v>
                </c:pt>
                <c:pt idx="23751">
                  <c:v>0.45068897982041162</c:v>
                </c:pt>
                <c:pt idx="23752">
                  <c:v>0.45093784619461158</c:v>
                </c:pt>
                <c:pt idx="23753">
                  <c:v>0.45099819461467977</c:v>
                </c:pt>
                <c:pt idx="23754">
                  <c:v>0.45100792670014023</c:v>
                </c:pt>
                <c:pt idx="23755">
                  <c:v>0.4510846356169666</c:v>
                </c:pt>
                <c:pt idx="23756">
                  <c:v>0.45110676826982782</c:v>
                </c:pt>
                <c:pt idx="23757">
                  <c:v>0.45114668155758203</c:v>
                </c:pt>
                <c:pt idx="23758">
                  <c:v>0.45114972312957791</c:v>
                </c:pt>
                <c:pt idx="23759">
                  <c:v>0.45124088209027119</c:v>
                </c:pt>
                <c:pt idx="23760">
                  <c:v>0.45127955158585881</c:v>
                </c:pt>
                <c:pt idx="23761">
                  <c:v>0.45133193577976272</c:v>
                </c:pt>
                <c:pt idx="23762">
                  <c:v>0.45138895493179565</c:v>
                </c:pt>
                <c:pt idx="23763">
                  <c:v>0.45166745814140913</c:v>
                </c:pt>
                <c:pt idx="23764">
                  <c:v>0.45176733084425497</c:v>
                </c:pt>
                <c:pt idx="23765">
                  <c:v>0.45217253755444253</c:v>
                </c:pt>
                <c:pt idx="23766">
                  <c:v>0.45222637211933897</c:v>
                </c:pt>
                <c:pt idx="23767">
                  <c:v>0.45230035214274456</c:v>
                </c:pt>
                <c:pt idx="23768">
                  <c:v>0.45231602614901995</c:v>
                </c:pt>
                <c:pt idx="23769">
                  <c:v>0.45251969672726472</c:v>
                </c:pt>
                <c:pt idx="23770">
                  <c:v>0.45266690125973391</c:v>
                </c:pt>
                <c:pt idx="23771">
                  <c:v>0.45269782239293166</c:v>
                </c:pt>
                <c:pt idx="23772">
                  <c:v>0.45269915157207824</c:v>
                </c:pt>
                <c:pt idx="23773">
                  <c:v>0.45273023776008087</c:v>
                </c:pt>
                <c:pt idx="23774">
                  <c:v>0.45276393689117767</c:v>
                </c:pt>
                <c:pt idx="23775">
                  <c:v>0.45284941966447589</c:v>
                </c:pt>
                <c:pt idx="23776">
                  <c:v>0.4528746496701978</c:v>
                </c:pt>
                <c:pt idx="23777">
                  <c:v>0.45289508931738154</c:v>
                </c:pt>
                <c:pt idx="23778">
                  <c:v>0.45295971401306567</c:v>
                </c:pt>
                <c:pt idx="23779">
                  <c:v>0.45299786706586015</c:v>
                </c:pt>
                <c:pt idx="23780">
                  <c:v>0.45322335357234061</c:v>
                </c:pt>
                <c:pt idx="23781">
                  <c:v>0.45324731945565633</c:v>
                </c:pt>
                <c:pt idx="23782">
                  <c:v>0.45351077215961377</c:v>
                </c:pt>
                <c:pt idx="23783">
                  <c:v>0.45352480279875923</c:v>
                </c:pt>
                <c:pt idx="23784">
                  <c:v>0.45354688622375061</c:v>
                </c:pt>
                <c:pt idx="23785">
                  <c:v>0.45357728576521683</c:v>
                </c:pt>
                <c:pt idx="23786">
                  <c:v>0.4537435393736311</c:v>
                </c:pt>
                <c:pt idx="23787">
                  <c:v>0.45384818139637162</c:v>
                </c:pt>
                <c:pt idx="23788">
                  <c:v>0.45385938637940726</c:v>
                </c:pt>
                <c:pt idx="23789">
                  <c:v>0.45386742531441432</c:v>
                </c:pt>
                <c:pt idx="23790">
                  <c:v>0.4538751190461795</c:v>
                </c:pt>
                <c:pt idx="23791">
                  <c:v>0.45390102039652036</c:v>
                </c:pt>
                <c:pt idx="23792">
                  <c:v>0.45394373749062095</c:v>
                </c:pt>
                <c:pt idx="23793">
                  <c:v>0.45395282960737321</c:v>
                </c:pt>
                <c:pt idx="23794">
                  <c:v>0.45401727986561763</c:v>
                </c:pt>
                <c:pt idx="23795">
                  <c:v>0.45404665554947127</c:v>
                </c:pt>
                <c:pt idx="23796">
                  <c:v>0.45422862542851467</c:v>
                </c:pt>
                <c:pt idx="23797">
                  <c:v>0.454313739174322</c:v>
                </c:pt>
                <c:pt idx="23798">
                  <c:v>0.45453025839467398</c:v>
                </c:pt>
                <c:pt idx="23799">
                  <c:v>0.45464067729511748</c:v>
                </c:pt>
                <c:pt idx="23800">
                  <c:v>0.45469119259743762</c:v>
                </c:pt>
                <c:pt idx="23801">
                  <c:v>0.45469230136526639</c:v>
                </c:pt>
                <c:pt idx="23802">
                  <c:v>0.45474490989578348</c:v>
                </c:pt>
                <c:pt idx="23803">
                  <c:v>0.45492845786739061</c:v>
                </c:pt>
                <c:pt idx="23804">
                  <c:v>0.45505494661574719</c:v>
                </c:pt>
                <c:pt idx="23805">
                  <c:v>0.45516555099025108</c:v>
                </c:pt>
                <c:pt idx="23806">
                  <c:v>0.45519416269320523</c:v>
                </c:pt>
                <c:pt idx="23807">
                  <c:v>0.45522303116668156</c:v>
                </c:pt>
                <c:pt idx="23808">
                  <c:v>0.45529997049375326</c:v>
                </c:pt>
                <c:pt idx="23809">
                  <c:v>0.45530298884975479</c:v>
                </c:pt>
                <c:pt idx="23810">
                  <c:v>0.45530578814564021</c:v>
                </c:pt>
                <c:pt idx="23811">
                  <c:v>0.45533367041542055</c:v>
                </c:pt>
                <c:pt idx="23812">
                  <c:v>0.45541515353466389</c:v>
                </c:pt>
                <c:pt idx="23813">
                  <c:v>0.45565985980385348</c:v>
                </c:pt>
                <c:pt idx="23814">
                  <c:v>0.45571599650718958</c:v>
                </c:pt>
                <c:pt idx="23815">
                  <c:v>0.45586114719807841</c:v>
                </c:pt>
                <c:pt idx="23816">
                  <c:v>0.45587817941165032</c:v>
                </c:pt>
                <c:pt idx="23817">
                  <c:v>0.45596440927048743</c:v>
                </c:pt>
                <c:pt idx="23818">
                  <c:v>0.45605247755235617</c:v>
                </c:pt>
                <c:pt idx="23819">
                  <c:v>0.45608805753712789</c:v>
                </c:pt>
                <c:pt idx="23820">
                  <c:v>0.45611401882274771</c:v>
                </c:pt>
                <c:pt idx="23821">
                  <c:v>0.45628490359289869</c:v>
                </c:pt>
                <c:pt idx="23822">
                  <c:v>0.45633338903887033</c:v>
                </c:pt>
                <c:pt idx="23823">
                  <c:v>0.45635169788530583</c:v>
                </c:pt>
                <c:pt idx="23824">
                  <c:v>0.45644108092447511</c:v>
                </c:pt>
                <c:pt idx="23825">
                  <c:v>0.45645779634509565</c:v>
                </c:pt>
                <c:pt idx="23826">
                  <c:v>0.4564711576242329</c:v>
                </c:pt>
                <c:pt idx="23827">
                  <c:v>0.45648841034540499</c:v>
                </c:pt>
                <c:pt idx="23828">
                  <c:v>0.456543369070955</c:v>
                </c:pt>
                <c:pt idx="23829">
                  <c:v>0.45662076756791825</c:v>
                </c:pt>
                <c:pt idx="23830">
                  <c:v>0.4566764710647539</c:v>
                </c:pt>
                <c:pt idx="23831">
                  <c:v>0.45672575957773814</c:v>
                </c:pt>
                <c:pt idx="23832">
                  <c:v>0.45676469763375321</c:v>
                </c:pt>
                <c:pt idx="23833">
                  <c:v>0.45681191519767672</c:v>
                </c:pt>
                <c:pt idx="23834">
                  <c:v>0.45684744659247639</c:v>
                </c:pt>
                <c:pt idx="23835">
                  <c:v>0.45692112656624051</c:v>
                </c:pt>
                <c:pt idx="23836">
                  <c:v>0.45699264325359845</c:v>
                </c:pt>
                <c:pt idx="23837">
                  <c:v>0.45702616764984044</c:v>
                </c:pt>
                <c:pt idx="23838">
                  <c:v>0.45704238565574179</c:v>
                </c:pt>
                <c:pt idx="23839">
                  <c:v>0.45708309123265811</c:v>
                </c:pt>
                <c:pt idx="23840">
                  <c:v>0.45719148709980134</c:v>
                </c:pt>
                <c:pt idx="23841">
                  <c:v>0.45722582335656564</c:v>
                </c:pt>
                <c:pt idx="23842">
                  <c:v>0.45741089875987229</c:v>
                </c:pt>
                <c:pt idx="23843">
                  <c:v>0.45741784144333364</c:v>
                </c:pt>
                <c:pt idx="23844">
                  <c:v>0.45742781675070365</c:v>
                </c:pt>
                <c:pt idx="23845">
                  <c:v>0.45759878509182783</c:v>
                </c:pt>
                <c:pt idx="23846">
                  <c:v>0.45774918412836285</c:v>
                </c:pt>
                <c:pt idx="23847">
                  <c:v>0.45779016799154965</c:v>
                </c:pt>
                <c:pt idx="23848">
                  <c:v>0.45790142919047261</c:v>
                </c:pt>
                <c:pt idx="23849">
                  <c:v>0.45792109004187886</c:v>
                </c:pt>
                <c:pt idx="23850">
                  <c:v>0.45808328196640213</c:v>
                </c:pt>
                <c:pt idx="23851">
                  <c:v>0.45813730425570892</c:v>
                </c:pt>
                <c:pt idx="23852">
                  <c:v>0.4581881729210493</c:v>
                </c:pt>
                <c:pt idx="23853">
                  <c:v>0.45822940028811932</c:v>
                </c:pt>
                <c:pt idx="23854">
                  <c:v>0.45828782153523689</c:v>
                </c:pt>
                <c:pt idx="23855">
                  <c:v>0.45835025365724241</c:v>
                </c:pt>
                <c:pt idx="23856">
                  <c:v>0.4584166054019842</c:v>
                </c:pt>
                <c:pt idx="23857">
                  <c:v>0.45850863667448322</c:v>
                </c:pt>
                <c:pt idx="23858">
                  <c:v>0.45862572349389963</c:v>
                </c:pt>
                <c:pt idx="23859">
                  <c:v>0.45862785108041099</c:v>
                </c:pt>
                <c:pt idx="23860">
                  <c:v>0.45865771347326378</c:v>
                </c:pt>
                <c:pt idx="23861">
                  <c:v>0.45865800094819148</c:v>
                </c:pt>
                <c:pt idx="23862">
                  <c:v>0.45868557461274495</c:v>
                </c:pt>
                <c:pt idx="23863">
                  <c:v>0.45870677517398428</c:v>
                </c:pt>
                <c:pt idx="23864">
                  <c:v>0.45872631827994453</c:v>
                </c:pt>
                <c:pt idx="23865">
                  <c:v>0.45874765493417324</c:v>
                </c:pt>
                <c:pt idx="23866">
                  <c:v>0.45876071707019911</c:v>
                </c:pt>
                <c:pt idx="23867">
                  <c:v>0.45881039552076847</c:v>
                </c:pt>
                <c:pt idx="23868">
                  <c:v>0.45881077564515155</c:v>
                </c:pt>
                <c:pt idx="23869">
                  <c:v>0.45891986470161711</c:v>
                </c:pt>
                <c:pt idx="23870">
                  <c:v>0.4590119792219588</c:v>
                </c:pt>
                <c:pt idx="23871">
                  <c:v>0.45903734276776503</c:v>
                </c:pt>
                <c:pt idx="23872">
                  <c:v>0.45904525403479796</c:v>
                </c:pt>
                <c:pt idx="23873">
                  <c:v>0.45911045396924705</c:v>
                </c:pt>
                <c:pt idx="23874">
                  <c:v>0.45921574162928891</c:v>
                </c:pt>
                <c:pt idx="23875">
                  <c:v>0.45940798491250523</c:v>
                </c:pt>
                <c:pt idx="23876">
                  <c:v>0.45956517014415105</c:v>
                </c:pt>
                <c:pt idx="23877">
                  <c:v>0.45957653047396052</c:v>
                </c:pt>
                <c:pt idx="23878">
                  <c:v>0.45959846977368468</c:v>
                </c:pt>
                <c:pt idx="23879">
                  <c:v>0.45974839459194511</c:v>
                </c:pt>
                <c:pt idx="23880">
                  <c:v>0.45981593222419043</c:v>
                </c:pt>
                <c:pt idx="23881">
                  <c:v>0.45984832594549413</c:v>
                </c:pt>
                <c:pt idx="23882">
                  <c:v>0.45989659650232578</c:v>
                </c:pt>
                <c:pt idx="23883">
                  <c:v>0.46007677408003339</c:v>
                </c:pt>
                <c:pt idx="23884">
                  <c:v>0.46010862983341666</c:v>
                </c:pt>
                <c:pt idx="23885">
                  <c:v>0.46012563960625558</c:v>
                </c:pt>
                <c:pt idx="23886">
                  <c:v>0.46012806985494886</c:v>
                </c:pt>
                <c:pt idx="23887">
                  <c:v>0.46024256616675224</c:v>
                </c:pt>
                <c:pt idx="23888">
                  <c:v>0.46032855190961031</c:v>
                </c:pt>
                <c:pt idx="23889">
                  <c:v>0.46039621709312017</c:v>
                </c:pt>
                <c:pt idx="23890">
                  <c:v>0.46042878686438643</c:v>
                </c:pt>
                <c:pt idx="23891">
                  <c:v>0.46063306290594946</c:v>
                </c:pt>
                <c:pt idx="23892">
                  <c:v>0.46078592765432352</c:v>
                </c:pt>
                <c:pt idx="23893">
                  <c:v>0.4608059161448671</c:v>
                </c:pt>
                <c:pt idx="23894">
                  <c:v>0.46091267480966114</c:v>
                </c:pt>
                <c:pt idx="23895">
                  <c:v>0.46093295709436749</c:v>
                </c:pt>
                <c:pt idx="23896">
                  <c:v>0.46096523709930426</c:v>
                </c:pt>
                <c:pt idx="23897">
                  <c:v>0.46141902131977242</c:v>
                </c:pt>
                <c:pt idx="23898">
                  <c:v>0.46145554087870988</c:v>
                </c:pt>
                <c:pt idx="23899">
                  <c:v>0.46175097544257837</c:v>
                </c:pt>
                <c:pt idx="23900">
                  <c:v>0.46175539469895299</c:v>
                </c:pt>
                <c:pt idx="23901">
                  <c:v>0.46179501831612879</c:v>
                </c:pt>
                <c:pt idx="23902">
                  <c:v>0.46181141128514258</c:v>
                </c:pt>
                <c:pt idx="23903">
                  <c:v>0.46184464351113558</c:v>
                </c:pt>
                <c:pt idx="23904">
                  <c:v>0.46186935287165898</c:v>
                </c:pt>
                <c:pt idx="23905">
                  <c:v>0.46208349044491409</c:v>
                </c:pt>
                <c:pt idx="23906">
                  <c:v>0.46210882660619729</c:v>
                </c:pt>
                <c:pt idx="23907">
                  <c:v>0.46212871378495068</c:v>
                </c:pt>
                <c:pt idx="23908">
                  <c:v>0.46216720730652966</c:v>
                </c:pt>
                <c:pt idx="23909">
                  <c:v>0.46221468755308387</c:v>
                </c:pt>
                <c:pt idx="23910">
                  <c:v>0.46224677002423908</c:v>
                </c:pt>
                <c:pt idx="23911">
                  <c:v>0.46227477192186028</c:v>
                </c:pt>
                <c:pt idx="23912">
                  <c:v>0.46229241940933324</c:v>
                </c:pt>
                <c:pt idx="23913">
                  <c:v>0.46231052686707946</c:v>
                </c:pt>
                <c:pt idx="23914">
                  <c:v>0.46231925918694339</c:v>
                </c:pt>
                <c:pt idx="23915">
                  <c:v>0.46244244762129488</c:v>
                </c:pt>
                <c:pt idx="23916">
                  <c:v>0.46255177780399021</c:v>
                </c:pt>
                <c:pt idx="23917">
                  <c:v>0.46255303643957169</c:v>
                </c:pt>
                <c:pt idx="23918">
                  <c:v>0.46256510227741859</c:v>
                </c:pt>
                <c:pt idx="23919">
                  <c:v>0.46264502519345579</c:v>
                </c:pt>
                <c:pt idx="23920">
                  <c:v>0.46264589715200782</c:v>
                </c:pt>
                <c:pt idx="23921">
                  <c:v>0.46269867963260336</c:v>
                </c:pt>
                <c:pt idx="23922">
                  <c:v>0.46270007651390416</c:v>
                </c:pt>
                <c:pt idx="23923">
                  <c:v>0.46271419271793274</c:v>
                </c:pt>
                <c:pt idx="23924">
                  <c:v>0.46287612205000406</c:v>
                </c:pt>
                <c:pt idx="23925">
                  <c:v>0.4629508267947694</c:v>
                </c:pt>
                <c:pt idx="23926">
                  <c:v>0.46306647513708965</c:v>
                </c:pt>
                <c:pt idx="23927">
                  <c:v>0.46327233712035948</c:v>
                </c:pt>
                <c:pt idx="23928">
                  <c:v>0.46328658624323893</c:v>
                </c:pt>
                <c:pt idx="23929">
                  <c:v>0.46342213584389974</c:v>
                </c:pt>
                <c:pt idx="23930">
                  <c:v>0.46350165188218795</c:v>
                </c:pt>
                <c:pt idx="23931">
                  <c:v>0.46352638826160708</c:v>
                </c:pt>
                <c:pt idx="23932">
                  <c:v>0.46355660862026937</c:v>
                </c:pt>
                <c:pt idx="23933">
                  <c:v>0.46387155759929921</c:v>
                </c:pt>
                <c:pt idx="23934">
                  <c:v>0.46392088057251474</c:v>
                </c:pt>
                <c:pt idx="23935">
                  <c:v>0.46396194889021908</c:v>
                </c:pt>
                <c:pt idx="23936">
                  <c:v>0.46419144751592273</c:v>
                </c:pt>
                <c:pt idx="23937">
                  <c:v>0.46422689868138906</c:v>
                </c:pt>
                <c:pt idx="23938">
                  <c:v>0.46423570999124275</c:v>
                </c:pt>
                <c:pt idx="23939">
                  <c:v>0.46437910356532264</c:v>
                </c:pt>
                <c:pt idx="23940">
                  <c:v>0.46443613699978598</c:v>
                </c:pt>
                <c:pt idx="23941">
                  <c:v>0.46447178330159933</c:v>
                </c:pt>
                <c:pt idx="23942">
                  <c:v>0.46451706175125423</c:v>
                </c:pt>
                <c:pt idx="23943">
                  <c:v>0.464616700826814</c:v>
                </c:pt>
                <c:pt idx="23944">
                  <c:v>0.46463514606673006</c:v>
                </c:pt>
                <c:pt idx="23945">
                  <c:v>0.46467968691154293</c:v>
                </c:pt>
                <c:pt idx="23946">
                  <c:v>0.46469266350390287</c:v>
                </c:pt>
                <c:pt idx="23947">
                  <c:v>0.46472741024809017</c:v>
                </c:pt>
                <c:pt idx="23948">
                  <c:v>0.46474826039226846</c:v>
                </c:pt>
                <c:pt idx="23949">
                  <c:v>0.46481910655798481</c:v>
                </c:pt>
                <c:pt idx="23950">
                  <c:v>0.46488246583285464</c:v>
                </c:pt>
                <c:pt idx="23951">
                  <c:v>0.46496844198037535</c:v>
                </c:pt>
                <c:pt idx="23952">
                  <c:v>0.46497227319624945</c:v>
                </c:pt>
                <c:pt idx="23953">
                  <c:v>0.46498596121762864</c:v>
                </c:pt>
                <c:pt idx="23954">
                  <c:v>0.46503294490075148</c:v>
                </c:pt>
                <c:pt idx="23955">
                  <c:v>0.46508410416329188</c:v>
                </c:pt>
                <c:pt idx="23956">
                  <c:v>0.46518962853346074</c:v>
                </c:pt>
                <c:pt idx="23957">
                  <c:v>0.4652246855749661</c:v>
                </c:pt>
                <c:pt idx="23958">
                  <c:v>0.46554307144243917</c:v>
                </c:pt>
                <c:pt idx="23959">
                  <c:v>0.46558203968432088</c:v>
                </c:pt>
                <c:pt idx="23960">
                  <c:v>0.46564179156814189</c:v>
                </c:pt>
                <c:pt idx="23961">
                  <c:v>0.46567751814921365</c:v>
                </c:pt>
                <c:pt idx="23962">
                  <c:v>0.46579210689126005</c:v>
                </c:pt>
                <c:pt idx="23963">
                  <c:v>0.46583812146224451</c:v>
                </c:pt>
                <c:pt idx="23964">
                  <c:v>0.46584625146657954</c:v>
                </c:pt>
                <c:pt idx="23965">
                  <c:v>0.46589180442317185</c:v>
                </c:pt>
                <c:pt idx="23966">
                  <c:v>0.46596044950709431</c:v>
                </c:pt>
                <c:pt idx="23967">
                  <c:v>0.46602753956607967</c:v>
                </c:pt>
                <c:pt idx="23968">
                  <c:v>0.46612329738001784</c:v>
                </c:pt>
                <c:pt idx="23969">
                  <c:v>0.46617733400889605</c:v>
                </c:pt>
                <c:pt idx="23970">
                  <c:v>0.46618373806075841</c:v>
                </c:pt>
                <c:pt idx="23971">
                  <c:v>0.46619337727471399</c:v>
                </c:pt>
                <c:pt idx="23972">
                  <c:v>0.46630079814879904</c:v>
                </c:pt>
                <c:pt idx="23973">
                  <c:v>0.4665065165475748</c:v>
                </c:pt>
                <c:pt idx="23974">
                  <c:v>0.46651657880362385</c:v>
                </c:pt>
                <c:pt idx="23975">
                  <c:v>0.46654447303015933</c:v>
                </c:pt>
                <c:pt idx="23976">
                  <c:v>0.46654551786484061</c:v>
                </c:pt>
                <c:pt idx="23977">
                  <c:v>0.46658376421466058</c:v>
                </c:pt>
                <c:pt idx="23978">
                  <c:v>0.46664301790006762</c:v>
                </c:pt>
                <c:pt idx="23979">
                  <c:v>0.46669666505003388</c:v>
                </c:pt>
                <c:pt idx="23980">
                  <c:v>0.46679890512707595</c:v>
                </c:pt>
                <c:pt idx="23981">
                  <c:v>0.4668290221291912</c:v>
                </c:pt>
                <c:pt idx="23982">
                  <c:v>0.46693405050969694</c:v>
                </c:pt>
                <c:pt idx="23983">
                  <c:v>0.46699594904583525</c:v>
                </c:pt>
                <c:pt idx="23984">
                  <c:v>0.4671057513399719</c:v>
                </c:pt>
                <c:pt idx="23985">
                  <c:v>0.46713180221118195</c:v>
                </c:pt>
                <c:pt idx="23986">
                  <c:v>0.46713295277448702</c:v>
                </c:pt>
                <c:pt idx="23987">
                  <c:v>0.46720409827201903</c:v>
                </c:pt>
                <c:pt idx="23988">
                  <c:v>0.46737450685604559</c:v>
                </c:pt>
                <c:pt idx="23989">
                  <c:v>0.46742348343271722</c:v>
                </c:pt>
                <c:pt idx="23990">
                  <c:v>0.46783429313100783</c:v>
                </c:pt>
                <c:pt idx="23991">
                  <c:v>0.46795199664812087</c:v>
                </c:pt>
                <c:pt idx="23992">
                  <c:v>0.46795428818929957</c:v>
                </c:pt>
                <c:pt idx="23993">
                  <c:v>0.46804640201701847</c:v>
                </c:pt>
                <c:pt idx="23994">
                  <c:v>0.46804759502522758</c:v>
                </c:pt>
                <c:pt idx="23995">
                  <c:v>0.46824806750707337</c:v>
                </c:pt>
                <c:pt idx="23996">
                  <c:v>0.46824808169539028</c:v>
                </c:pt>
                <c:pt idx="23997">
                  <c:v>0.46825335475359375</c:v>
                </c:pt>
                <c:pt idx="23998">
                  <c:v>0.46829225375357053</c:v>
                </c:pt>
                <c:pt idx="23999">
                  <c:v>0.46834017423127816</c:v>
                </c:pt>
                <c:pt idx="24000">
                  <c:v>0.46843641746901415</c:v>
                </c:pt>
                <c:pt idx="24001">
                  <c:v>0.46855543063587807</c:v>
                </c:pt>
                <c:pt idx="24002">
                  <c:v>0.46868207336714135</c:v>
                </c:pt>
                <c:pt idx="24003">
                  <c:v>0.46879228090045677</c:v>
                </c:pt>
                <c:pt idx="24004">
                  <c:v>0.46882610962147447</c:v>
                </c:pt>
                <c:pt idx="24005">
                  <c:v>0.46891229407785834</c:v>
                </c:pt>
                <c:pt idx="24006">
                  <c:v>0.46892694135291568</c:v>
                </c:pt>
                <c:pt idx="24007">
                  <c:v>0.46900259228963687</c:v>
                </c:pt>
                <c:pt idx="24008">
                  <c:v>0.46900420590038339</c:v>
                </c:pt>
                <c:pt idx="24009">
                  <c:v>0.46903096950496298</c:v>
                </c:pt>
                <c:pt idx="24010">
                  <c:v>0.4690400686837124</c:v>
                </c:pt>
                <c:pt idx="24011">
                  <c:v>0.46907071690781355</c:v>
                </c:pt>
                <c:pt idx="24012">
                  <c:v>0.46927441902935813</c:v>
                </c:pt>
                <c:pt idx="24013">
                  <c:v>0.46929347094846613</c:v>
                </c:pt>
                <c:pt idx="24014">
                  <c:v>0.46929546696062524</c:v>
                </c:pt>
                <c:pt idx="24015">
                  <c:v>0.4693944875505151</c:v>
                </c:pt>
                <c:pt idx="24016">
                  <c:v>0.46944501565400998</c:v>
                </c:pt>
                <c:pt idx="24017">
                  <c:v>0.46945406201211193</c:v>
                </c:pt>
                <c:pt idx="24018">
                  <c:v>0.46948115918125999</c:v>
                </c:pt>
                <c:pt idx="24019">
                  <c:v>0.46963049408129481</c:v>
                </c:pt>
                <c:pt idx="24020">
                  <c:v>0.4697996266784501</c:v>
                </c:pt>
                <c:pt idx="24021">
                  <c:v>0.46983789207276744</c:v>
                </c:pt>
                <c:pt idx="24022">
                  <c:v>0.46993490062946353</c:v>
                </c:pt>
                <c:pt idx="24023">
                  <c:v>0.4700213145017505</c:v>
                </c:pt>
                <c:pt idx="24024">
                  <c:v>0.47005101430976109</c:v>
                </c:pt>
                <c:pt idx="24025">
                  <c:v>0.4700695197705782</c:v>
                </c:pt>
                <c:pt idx="24026">
                  <c:v>0.4702884485591679</c:v>
                </c:pt>
                <c:pt idx="24027">
                  <c:v>0.47029759025500673</c:v>
                </c:pt>
                <c:pt idx="24028">
                  <c:v>0.47038016059798576</c:v>
                </c:pt>
                <c:pt idx="24029">
                  <c:v>0.47042266221374085</c:v>
                </c:pt>
                <c:pt idx="24030">
                  <c:v>0.47042672903090582</c:v>
                </c:pt>
                <c:pt idx="24031">
                  <c:v>0.47049038562309131</c:v>
                </c:pt>
                <c:pt idx="24032">
                  <c:v>0.47052613894624917</c:v>
                </c:pt>
                <c:pt idx="24033">
                  <c:v>0.47075479664389563</c:v>
                </c:pt>
                <c:pt idx="24034">
                  <c:v>0.47078322519186044</c:v>
                </c:pt>
                <c:pt idx="24035">
                  <c:v>0.47079570553777494</c:v>
                </c:pt>
                <c:pt idx="24036">
                  <c:v>0.47080106381485193</c:v>
                </c:pt>
                <c:pt idx="24037">
                  <c:v>0.47081191745783513</c:v>
                </c:pt>
                <c:pt idx="24038">
                  <c:v>0.47087922182673564</c:v>
                </c:pt>
                <c:pt idx="24039">
                  <c:v>0.47088424241867244</c:v>
                </c:pt>
                <c:pt idx="24040">
                  <c:v>0.47097664427492308</c:v>
                </c:pt>
                <c:pt idx="24041">
                  <c:v>0.47099140692496078</c:v>
                </c:pt>
                <c:pt idx="24042">
                  <c:v>0.4711014874982255</c:v>
                </c:pt>
                <c:pt idx="24043">
                  <c:v>0.47111024882844432</c:v>
                </c:pt>
                <c:pt idx="24044">
                  <c:v>0.47141300204390446</c:v>
                </c:pt>
                <c:pt idx="24045">
                  <c:v>0.47142375361868527</c:v>
                </c:pt>
                <c:pt idx="24046">
                  <c:v>0.47157696209846478</c:v>
                </c:pt>
                <c:pt idx="24047">
                  <c:v>0.47158351544411897</c:v>
                </c:pt>
                <c:pt idx="24048">
                  <c:v>0.4716584385266408</c:v>
                </c:pt>
                <c:pt idx="24049">
                  <c:v>0.47178928854120422</c:v>
                </c:pt>
                <c:pt idx="24050">
                  <c:v>0.47182103754379162</c:v>
                </c:pt>
                <c:pt idx="24051">
                  <c:v>0.4720183061661487</c:v>
                </c:pt>
                <c:pt idx="24052">
                  <c:v>0.47205765851506154</c:v>
                </c:pt>
                <c:pt idx="24053">
                  <c:v>0.47216152598645517</c:v>
                </c:pt>
                <c:pt idx="24054">
                  <c:v>0.4721977752789745</c:v>
                </c:pt>
                <c:pt idx="24055">
                  <c:v>0.47226475364635645</c:v>
                </c:pt>
                <c:pt idx="24056">
                  <c:v>0.47227592729737566</c:v>
                </c:pt>
                <c:pt idx="24057">
                  <c:v>0.47227626248654936</c:v>
                </c:pt>
                <c:pt idx="24058">
                  <c:v>0.47244961291531357</c:v>
                </c:pt>
                <c:pt idx="24059">
                  <c:v>0.47252586035884042</c:v>
                </c:pt>
                <c:pt idx="24060">
                  <c:v>0.47262870697264603</c:v>
                </c:pt>
                <c:pt idx="24061">
                  <c:v>0.47270991510070992</c:v>
                </c:pt>
                <c:pt idx="24062">
                  <c:v>0.4727155401910394</c:v>
                </c:pt>
                <c:pt idx="24063">
                  <c:v>0.47278172413434127</c:v>
                </c:pt>
                <c:pt idx="24064">
                  <c:v>0.47312810144665141</c:v>
                </c:pt>
                <c:pt idx="24065">
                  <c:v>0.47324754185680945</c:v>
                </c:pt>
                <c:pt idx="24066">
                  <c:v>0.47328766416124063</c:v>
                </c:pt>
                <c:pt idx="24067">
                  <c:v>0.47343247906873087</c:v>
                </c:pt>
                <c:pt idx="24068">
                  <c:v>0.47346223206858207</c:v>
                </c:pt>
                <c:pt idx="24069">
                  <c:v>0.47366601344664466</c:v>
                </c:pt>
                <c:pt idx="24070">
                  <c:v>0.47368660785822653</c:v>
                </c:pt>
                <c:pt idx="24071">
                  <c:v>0.47370852943864411</c:v>
                </c:pt>
                <c:pt idx="24072">
                  <c:v>0.47380692365441551</c:v>
                </c:pt>
                <c:pt idx="24073">
                  <c:v>0.47385179500784258</c:v>
                </c:pt>
                <c:pt idx="24074">
                  <c:v>0.47387884292433419</c:v>
                </c:pt>
                <c:pt idx="24075">
                  <c:v>0.4739240993201943</c:v>
                </c:pt>
                <c:pt idx="24076">
                  <c:v>0.47398616051307069</c:v>
                </c:pt>
                <c:pt idx="24077">
                  <c:v>0.47404778710173712</c:v>
                </c:pt>
                <c:pt idx="24078">
                  <c:v>0.47411518266005814</c:v>
                </c:pt>
                <c:pt idx="24079">
                  <c:v>0.47418738242394293</c:v>
                </c:pt>
                <c:pt idx="24080">
                  <c:v>0.47420388878943315</c:v>
                </c:pt>
                <c:pt idx="24081">
                  <c:v>0.47434602789306057</c:v>
                </c:pt>
                <c:pt idx="24082">
                  <c:v>0.4744150345132761</c:v>
                </c:pt>
                <c:pt idx="24083">
                  <c:v>0.47451602984886659</c:v>
                </c:pt>
                <c:pt idx="24084">
                  <c:v>0.47455583842070503</c:v>
                </c:pt>
                <c:pt idx="24085">
                  <c:v>0.47460908506186023</c:v>
                </c:pt>
                <c:pt idx="24086">
                  <c:v>0.47465043847233562</c:v>
                </c:pt>
                <c:pt idx="24087">
                  <c:v>0.47475892012384685</c:v>
                </c:pt>
                <c:pt idx="24088">
                  <c:v>0.4748580085514264</c:v>
                </c:pt>
                <c:pt idx="24089">
                  <c:v>0.47500058808322693</c:v>
                </c:pt>
                <c:pt idx="24090">
                  <c:v>0.47500828223891461</c:v>
                </c:pt>
                <c:pt idx="24091">
                  <c:v>0.47502227924451612</c:v>
                </c:pt>
                <c:pt idx="24092">
                  <c:v>0.47510673680222804</c:v>
                </c:pt>
                <c:pt idx="24093">
                  <c:v>0.47516138135346575</c:v>
                </c:pt>
                <c:pt idx="24094">
                  <c:v>0.47519950956517226</c:v>
                </c:pt>
                <c:pt idx="24095">
                  <c:v>0.47523254072994747</c:v>
                </c:pt>
                <c:pt idx="24096">
                  <c:v>0.47534965910230081</c:v>
                </c:pt>
                <c:pt idx="24097">
                  <c:v>0.47537653794883428</c:v>
                </c:pt>
                <c:pt idx="24098">
                  <c:v>0.47539689228276683</c:v>
                </c:pt>
                <c:pt idx="24099">
                  <c:v>0.47545237997714934</c:v>
                </c:pt>
                <c:pt idx="24100">
                  <c:v>0.47577549851934647</c:v>
                </c:pt>
                <c:pt idx="24101">
                  <c:v>0.47577690651543586</c:v>
                </c:pt>
                <c:pt idx="24102">
                  <c:v>0.4757917154655269</c:v>
                </c:pt>
                <c:pt idx="24103">
                  <c:v>0.47586486885686879</c:v>
                </c:pt>
                <c:pt idx="24104">
                  <c:v>0.47593983103591464</c:v>
                </c:pt>
                <c:pt idx="24105">
                  <c:v>0.47598322904542828</c:v>
                </c:pt>
                <c:pt idx="24106">
                  <c:v>0.47605635381200806</c:v>
                </c:pt>
                <c:pt idx="24107">
                  <c:v>0.47643930228959902</c:v>
                </c:pt>
                <c:pt idx="24108">
                  <c:v>0.47650632718927149</c:v>
                </c:pt>
                <c:pt idx="24109">
                  <c:v>0.47655684029728307</c:v>
                </c:pt>
                <c:pt idx="24110">
                  <c:v>0.47683538398385694</c:v>
                </c:pt>
                <c:pt idx="24111">
                  <c:v>0.47687112120621566</c:v>
                </c:pt>
                <c:pt idx="24112">
                  <c:v>0.47693671189223807</c:v>
                </c:pt>
                <c:pt idx="24113">
                  <c:v>0.47724470158064286</c:v>
                </c:pt>
                <c:pt idx="24114">
                  <c:v>0.47729848223777832</c:v>
                </c:pt>
                <c:pt idx="24115">
                  <c:v>0.47737414289087632</c:v>
                </c:pt>
                <c:pt idx="24116">
                  <c:v>0.4774302215646154</c:v>
                </c:pt>
                <c:pt idx="24117">
                  <c:v>0.47749033276550451</c:v>
                </c:pt>
                <c:pt idx="24118">
                  <c:v>0.47765827353809392</c:v>
                </c:pt>
                <c:pt idx="24119">
                  <c:v>0.47767053316023222</c:v>
                </c:pt>
                <c:pt idx="24120">
                  <c:v>0.47768464071393779</c:v>
                </c:pt>
                <c:pt idx="24121">
                  <c:v>0.4778009190277428</c:v>
                </c:pt>
                <c:pt idx="24122">
                  <c:v>0.47784984713355916</c:v>
                </c:pt>
                <c:pt idx="24123">
                  <c:v>0.47786068722976499</c:v>
                </c:pt>
                <c:pt idx="24124">
                  <c:v>0.47789411146713312</c:v>
                </c:pt>
                <c:pt idx="24125">
                  <c:v>0.47794800608509402</c:v>
                </c:pt>
                <c:pt idx="24126">
                  <c:v>0.47806130111919853</c:v>
                </c:pt>
                <c:pt idx="24127">
                  <c:v>0.47807699466276521</c:v>
                </c:pt>
                <c:pt idx="24128">
                  <c:v>0.4781598219236885</c:v>
                </c:pt>
                <c:pt idx="24129">
                  <c:v>0.47821649669090321</c:v>
                </c:pt>
                <c:pt idx="24130">
                  <c:v>0.47822362451169026</c:v>
                </c:pt>
                <c:pt idx="24131">
                  <c:v>0.47825875964584841</c:v>
                </c:pt>
                <c:pt idx="24132">
                  <c:v>0.47827946297196405</c:v>
                </c:pt>
                <c:pt idx="24133">
                  <c:v>0.47830326170402493</c:v>
                </c:pt>
                <c:pt idx="24134">
                  <c:v>0.47832305365065281</c:v>
                </c:pt>
                <c:pt idx="24135">
                  <c:v>0.4785203526116481</c:v>
                </c:pt>
                <c:pt idx="24136">
                  <c:v>0.47854545761799944</c:v>
                </c:pt>
                <c:pt idx="24137">
                  <c:v>0.47868193631037387</c:v>
                </c:pt>
                <c:pt idx="24138">
                  <c:v>0.47877538263000158</c:v>
                </c:pt>
                <c:pt idx="24139">
                  <c:v>0.47902140414686539</c:v>
                </c:pt>
                <c:pt idx="24140">
                  <c:v>0.47908288131962007</c:v>
                </c:pt>
                <c:pt idx="24141">
                  <c:v>0.47911219534051641</c:v>
                </c:pt>
                <c:pt idx="24142">
                  <c:v>0.47915833816565362</c:v>
                </c:pt>
                <c:pt idx="24143">
                  <c:v>0.47920813078169328</c:v>
                </c:pt>
                <c:pt idx="24144">
                  <c:v>0.47935302710839794</c:v>
                </c:pt>
                <c:pt idx="24145">
                  <c:v>0.47945644116596503</c:v>
                </c:pt>
                <c:pt idx="24146">
                  <c:v>0.47993258128782068</c:v>
                </c:pt>
                <c:pt idx="24147">
                  <c:v>0.47995036183157391</c:v>
                </c:pt>
                <c:pt idx="24148">
                  <c:v>0.47998500826265916</c:v>
                </c:pt>
                <c:pt idx="24149">
                  <c:v>0.48008844252622312</c:v>
                </c:pt>
                <c:pt idx="24150">
                  <c:v>0.48010176912373115</c:v>
                </c:pt>
                <c:pt idx="24151">
                  <c:v>0.4803821053751911</c:v>
                </c:pt>
                <c:pt idx="24152">
                  <c:v>0.4806100469004897</c:v>
                </c:pt>
                <c:pt idx="24153">
                  <c:v>0.4807079908562521</c:v>
                </c:pt>
                <c:pt idx="24154">
                  <c:v>0.48087439038990648</c:v>
                </c:pt>
                <c:pt idx="24155">
                  <c:v>0.48095356753600482</c:v>
                </c:pt>
                <c:pt idx="24156">
                  <c:v>0.48138548044728924</c:v>
                </c:pt>
                <c:pt idx="24157">
                  <c:v>0.48160362396151152</c:v>
                </c:pt>
                <c:pt idx="24158">
                  <c:v>0.48171711125926892</c:v>
                </c:pt>
                <c:pt idx="24159">
                  <c:v>0.48175357064359925</c:v>
                </c:pt>
                <c:pt idx="24160">
                  <c:v>0.48177851589942461</c:v>
                </c:pt>
                <c:pt idx="24161">
                  <c:v>0.48178364083500064</c:v>
                </c:pt>
                <c:pt idx="24162">
                  <c:v>0.48182096040031014</c:v>
                </c:pt>
                <c:pt idx="24163">
                  <c:v>0.48211907956982752</c:v>
                </c:pt>
                <c:pt idx="24164">
                  <c:v>0.48219388015005216</c:v>
                </c:pt>
                <c:pt idx="24165">
                  <c:v>0.48226716827815336</c:v>
                </c:pt>
                <c:pt idx="24166">
                  <c:v>0.48227138709283485</c:v>
                </c:pt>
                <c:pt idx="24167">
                  <c:v>0.48236653466909801</c:v>
                </c:pt>
                <c:pt idx="24168">
                  <c:v>0.48240053056120263</c:v>
                </c:pt>
                <c:pt idx="24169">
                  <c:v>0.48261103870845534</c:v>
                </c:pt>
                <c:pt idx="24170">
                  <c:v>0.48263269830639288</c:v>
                </c:pt>
                <c:pt idx="24171">
                  <c:v>0.48267302466714995</c:v>
                </c:pt>
                <c:pt idx="24172">
                  <c:v>0.48271395132566852</c:v>
                </c:pt>
                <c:pt idx="24173">
                  <c:v>0.48278473091340257</c:v>
                </c:pt>
                <c:pt idx="24174">
                  <c:v>0.482889730224494</c:v>
                </c:pt>
                <c:pt idx="24175">
                  <c:v>0.48301699564311062</c:v>
                </c:pt>
                <c:pt idx="24176">
                  <c:v>0.48322901759302472</c:v>
                </c:pt>
                <c:pt idx="24177">
                  <c:v>0.48328827614423947</c:v>
                </c:pt>
                <c:pt idx="24178">
                  <c:v>0.4836628411293814</c:v>
                </c:pt>
                <c:pt idx="24179">
                  <c:v>0.48372470760987685</c:v>
                </c:pt>
                <c:pt idx="24180">
                  <c:v>0.48385472818689462</c:v>
                </c:pt>
                <c:pt idx="24181">
                  <c:v>0.4839073619515169</c:v>
                </c:pt>
                <c:pt idx="24182">
                  <c:v>0.48395949624264228</c:v>
                </c:pt>
                <c:pt idx="24183">
                  <c:v>0.48397049589168162</c:v>
                </c:pt>
                <c:pt idx="24184">
                  <c:v>0.48428291668726914</c:v>
                </c:pt>
                <c:pt idx="24185">
                  <c:v>0.48445019257227417</c:v>
                </c:pt>
                <c:pt idx="24186">
                  <c:v>0.48451406932182089</c:v>
                </c:pt>
                <c:pt idx="24187">
                  <c:v>0.48455103227735796</c:v>
                </c:pt>
                <c:pt idx="24188">
                  <c:v>0.4845657075462938</c:v>
                </c:pt>
                <c:pt idx="24189">
                  <c:v>0.48458910568828456</c:v>
                </c:pt>
                <c:pt idx="24190">
                  <c:v>0.48462591229240942</c:v>
                </c:pt>
                <c:pt idx="24191">
                  <c:v>0.48474264355974367</c:v>
                </c:pt>
                <c:pt idx="24192">
                  <c:v>0.4847989407493396</c:v>
                </c:pt>
                <c:pt idx="24193">
                  <c:v>0.48503095609930252</c:v>
                </c:pt>
                <c:pt idx="24194">
                  <c:v>0.48506442908084385</c:v>
                </c:pt>
                <c:pt idx="24195">
                  <c:v>0.48513948148462738</c:v>
                </c:pt>
                <c:pt idx="24196">
                  <c:v>0.48544873139445649</c:v>
                </c:pt>
                <c:pt idx="24197">
                  <c:v>0.4855075398424451</c:v>
                </c:pt>
                <c:pt idx="24198">
                  <c:v>0.48556941352836253</c:v>
                </c:pt>
                <c:pt idx="24199">
                  <c:v>0.48560855127020724</c:v>
                </c:pt>
                <c:pt idx="24200">
                  <c:v>0.48565206121179461</c:v>
                </c:pt>
                <c:pt idx="24201">
                  <c:v>0.48586768297550137</c:v>
                </c:pt>
                <c:pt idx="24202">
                  <c:v>0.48592693921108721</c:v>
                </c:pt>
                <c:pt idx="24203">
                  <c:v>0.48602421353364228</c:v>
                </c:pt>
                <c:pt idx="24204">
                  <c:v>0.48636527653661654</c:v>
                </c:pt>
                <c:pt idx="24205">
                  <c:v>0.48647006259641468</c:v>
                </c:pt>
                <c:pt idx="24206">
                  <c:v>0.48648761328111778</c:v>
                </c:pt>
                <c:pt idx="24207">
                  <c:v>0.48656589087038038</c:v>
                </c:pt>
                <c:pt idx="24208">
                  <c:v>0.48658018585339563</c:v>
                </c:pt>
                <c:pt idx="24209">
                  <c:v>0.48663697894392788</c:v>
                </c:pt>
                <c:pt idx="24210">
                  <c:v>0.48664712028302248</c:v>
                </c:pt>
                <c:pt idx="24211">
                  <c:v>0.486866743073954</c:v>
                </c:pt>
                <c:pt idx="24212">
                  <c:v>0.48687905367738243</c:v>
                </c:pt>
                <c:pt idx="24213">
                  <c:v>0.48726385991492666</c:v>
                </c:pt>
                <c:pt idx="24214">
                  <c:v>0.48738969560574869</c:v>
                </c:pt>
                <c:pt idx="24215">
                  <c:v>0.48754609463011073</c:v>
                </c:pt>
                <c:pt idx="24216">
                  <c:v>0.48757315157994274</c:v>
                </c:pt>
                <c:pt idx="24217">
                  <c:v>0.48759003250602756</c:v>
                </c:pt>
                <c:pt idx="24218">
                  <c:v>0.48765026760282776</c:v>
                </c:pt>
                <c:pt idx="24219">
                  <c:v>0.48767838242238037</c:v>
                </c:pt>
                <c:pt idx="24220">
                  <c:v>0.48779639739223418</c:v>
                </c:pt>
                <c:pt idx="24221">
                  <c:v>0.48793340952254038</c:v>
                </c:pt>
                <c:pt idx="24222">
                  <c:v>0.48839450964300757</c:v>
                </c:pt>
                <c:pt idx="24223">
                  <c:v>0.48840556454473472</c:v>
                </c:pt>
                <c:pt idx="24224">
                  <c:v>0.48842627253561649</c:v>
                </c:pt>
                <c:pt idx="24225">
                  <c:v>0.48843278570477644</c:v>
                </c:pt>
                <c:pt idx="24226">
                  <c:v>0.48853265480520119</c:v>
                </c:pt>
                <c:pt idx="24227">
                  <c:v>0.48857550759985924</c:v>
                </c:pt>
                <c:pt idx="24228">
                  <c:v>0.48865182986188677</c:v>
                </c:pt>
                <c:pt idx="24229">
                  <c:v>0.48875749756807518</c:v>
                </c:pt>
                <c:pt idx="24230">
                  <c:v>0.48878093321319988</c:v>
                </c:pt>
                <c:pt idx="24231">
                  <c:v>0.48881988090413875</c:v>
                </c:pt>
                <c:pt idx="24232">
                  <c:v>0.48886659747256128</c:v>
                </c:pt>
                <c:pt idx="24233">
                  <c:v>0.48894133353472452</c:v>
                </c:pt>
                <c:pt idx="24234">
                  <c:v>0.48933979235528341</c:v>
                </c:pt>
                <c:pt idx="24235">
                  <c:v>0.48940432933031358</c:v>
                </c:pt>
                <c:pt idx="24236">
                  <c:v>0.48977689146632031</c:v>
                </c:pt>
                <c:pt idx="24237">
                  <c:v>0.48988326484996825</c:v>
                </c:pt>
                <c:pt idx="24238">
                  <c:v>0.49002505157504889</c:v>
                </c:pt>
                <c:pt idx="24239">
                  <c:v>0.4900392937204906</c:v>
                </c:pt>
                <c:pt idx="24240">
                  <c:v>0.49004565977927833</c:v>
                </c:pt>
                <c:pt idx="24241">
                  <c:v>0.49018680597168607</c:v>
                </c:pt>
                <c:pt idx="24242">
                  <c:v>0.49020787227271101</c:v>
                </c:pt>
                <c:pt idx="24243">
                  <c:v>0.4903668347779605</c:v>
                </c:pt>
                <c:pt idx="24244">
                  <c:v>0.49050543981337991</c:v>
                </c:pt>
                <c:pt idx="24245">
                  <c:v>0.49055299972167282</c:v>
                </c:pt>
                <c:pt idx="24246">
                  <c:v>0.49055835027259093</c:v>
                </c:pt>
                <c:pt idx="24247">
                  <c:v>0.49059329694538639</c:v>
                </c:pt>
                <c:pt idx="24248">
                  <c:v>0.49060026155131498</c:v>
                </c:pt>
                <c:pt idx="24249">
                  <c:v>0.49082267985500483</c:v>
                </c:pt>
                <c:pt idx="24250">
                  <c:v>0.4912217541468204</c:v>
                </c:pt>
                <c:pt idx="24251">
                  <c:v>0.4912891787881184</c:v>
                </c:pt>
                <c:pt idx="24252">
                  <c:v>0.49151815802248094</c:v>
                </c:pt>
                <c:pt idx="24253">
                  <c:v>0.49152764199797921</c:v>
                </c:pt>
                <c:pt idx="24254">
                  <c:v>0.49158432032816068</c:v>
                </c:pt>
                <c:pt idx="24255">
                  <c:v>0.49163363248767838</c:v>
                </c:pt>
                <c:pt idx="24256">
                  <c:v>0.49189017262022655</c:v>
                </c:pt>
                <c:pt idx="24257">
                  <c:v>0.49191910879067835</c:v>
                </c:pt>
                <c:pt idx="24258">
                  <c:v>0.49206742138956927</c:v>
                </c:pt>
                <c:pt idx="24259">
                  <c:v>0.49212008936802637</c:v>
                </c:pt>
                <c:pt idx="24260">
                  <c:v>0.4921420916334594</c:v>
                </c:pt>
                <c:pt idx="24261">
                  <c:v>0.49224722938618193</c:v>
                </c:pt>
                <c:pt idx="24262">
                  <c:v>0.49252114755061577</c:v>
                </c:pt>
                <c:pt idx="24263">
                  <c:v>0.49267926599695849</c:v>
                </c:pt>
                <c:pt idx="24264">
                  <c:v>0.49293604263392121</c:v>
                </c:pt>
                <c:pt idx="24265">
                  <c:v>0.49304196498831776</c:v>
                </c:pt>
                <c:pt idx="24266">
                  <c:v>0.4934709976758303</c:v>
                </c:pt>
                <c:pt idx="24267">
                  <c:v>0.49351733924520169</c:v>
                </c:pt>
                <c:pt idx="24268">
                  <c:v>0.49361404869675102</c:v>
                </c:pt>
                <c:pt idx="24269">
                  <c:v>0.49366312449986677</c:v>
                </c:pt>
                <c:pt idx="24270">
                  <c:v>0.4936648747523974</c:v>
                </c:pt>
                <c:pt idx="24271">
                  <c:v>0.49397584664416982</c:v>
                </c:pt>
                <c:pt idx="24272">
                  <c:v>0.49402510149587947</c:v>
                </c:pt>
                <c:pt idx="24273">
                  <c:v>0.4940729939514284</c:v>
                </c:pt>
                <c:pt idx="24274">
                  <c:v>0.49408084510684713</c:v>
                </c:pt>
                <c:pt idx="24275">
                  <c:v>0.49443923374652926</c:v>
                </c:pt>
                <c:pt idx="24276">
                  <c:v>0.49451416793605396</c:v>
                </c:pt>
                <c:pt idx="24277">
                  <c:v>0.49455966041263666</c:v>
                </c:pt>
                <c:pt idx="24278">
                  <c:v>0.49469377621401706</c:v>
                </c:pt>
                <c:pt idx="24279">
                  <c:v>0.49471000576383067</c:v>
                </c:pt>
                <c:pt idx="24280">
                  <c:v>0.49477808058893424</c:v>
                </c:pt>
                <c:pt idx="24281">
                  <c:v>0.49512910993987436</c:v>
                </c:pt>
                <c:pt idx="24282">
                  <c:v>0.49516912489666304</c:v>
                </c:pt>
                <c:pt idx="24283">
                  <c:v>0.49565626906469173</c:v>
                </c:pt>
                <c:pt idx="24284">
                  <c:v>0.49578913796033353</c:v>
                </c:pt>
                <c:pt idx="24285">
                  <c:v>0.49582301968724446</c:v>
                </c:pt>
                <c:pt idx="24286">
                  <c:v>0.49583067791870566</c:v>
                </c:pt>
                <c:pt idx="24287">
                  <c:v>0.49587195647175131</c:v>
                </c:pt>
                <c:pt idx="24288">
                  <c:v>0.49613548768271165</c:v>
                </c:pt>
                <c:pt idx="24289">
                  <c:v>0.49616655703888929</c:v>
                </c:pt>
                <c:pt idx="24290">
                  <c:v>0.49621280333510792</c:v>
                </c:pt>
                <c:pt idx="24291">
                  <c:v>0.4962182972157953</c:v>
                </c:pt>
                <c:pt idx="24292">
                  <c:v>0.49633355804445917</c:v>
                </c:pt>
                <c:pt idx="24293">
                  <c:v>0.49635563076187311</c:v>
                </c:pt>
                <c:pt idx="24294">
                  <c:v>0.49636778174108576</c:v>
                </c:pt>
                <c:pt idx="24295">
                  <c:v>0.4964954379957851</c:v>
                </c:pt>
                <c:pt idx="24296">
                  <c:v>0.49663240918193635</c:v>
                </c:pt>
                <c:pt idx="24297">
                  <c:v>0.49670142501718473</c:v>
                </c:pt>
                <c:pt idx="24298">
                  <c:v>0.49670580688787686</c:v>
                </c:pt>
                <c:pt idx="24299">
                  <c:v>0.49681655565661303</c:v>
                </c:pt>
                <c:pt idx="24300">
                  <c:v>0.49686712294531293</c:v>
                </c:pt>
                <c:pt idx="24301">
                  <c:v>0.4973848767071164</c:v>
                </c:pt>
                <c:pt idx="24302">
                  <c:v>0.49748061700444707</c:v>
                </c:pt>
                <c:pt idx="24303">
                  <c:v>0.49751376222711113</c:v>
                </c:pt>
                <c:pt idx="24304">
                  <c:v>0.49759721294559095</c:v>
                </c:pt>
                <c:pt idx="24305">
                  <c:v>0.49775158780292766</c:v>
                </c:pt>
                <c:pt idx="24306">
                  <c:v>0.49780281936395498</c:v>
                </c:pt>
                <c:pt idx="24307">
                  <c:v>0.49787551526226675</c:v>
                </c:pt>
                <c:pt idx="24308">
                  <c:v>0.4979991600921197</c:v>
                </c:pt>
                <c:pt idx="24309">
                  <c:v>0.49814233743007025</c:v>
                </c:pt>
                <c:pt idx="24310">
                  <c:v>0.4983158813940452</c:v>
                </c:pt>
                <c:pt idx="24311">
                  <c:v>0.4984986756351546</c:v>
                </c:pt>
                <c:pt idx="24312">
                  <c:v>0.49850565177564488</c:v>
                </c:pt>
                <c:pt idx="24313">
                  <c:v>0.49868439488514099</c:v>
                </c:pt>
                <c:pt idx="24314">
                  <c:v>0.49875677960379416</c:v>
                </c:pt>
                <c:pt idx="24315">
                  <c:v>0.49876984471888919</c:v>
                </c:pt>
                <c:pt idx="24316">
                  <c:v>0.49885406727363257</c:v>
                </c:pt>
                <c:pt idx="24317">
                  <c:v>0.49887215629804504</c:v>
                </c:pt>
                <c:pt idx="24318">
                  <c:v>0.49933701697559857</c:v>
                </c:pt>
                <c:pt idx="24319">
                  <c:v>0.49955250535952261</c:v>
                </c:pt>
                <c:pt idx="24320">
                  <c:v>0.49955726760382974</c:v>
                </c:pt>
                <c:pt idx="24321">
                  <c:v>0.49982057015576759</c:v>
                </c:pt>
                <c:pt idx="24322">
                  <c:v>0.49999848549141418</c:v>
                </c:pt>
                <c:pt idx="24323">
                  <c:v>0.50005723683407011</c:v>
                </c:pt>
                <c:pt idx="24324">
                  <c:v>0.50006277371977503</c:v>
                </c:pt>
                <c:pt idx="24325">
                  <c:v>0.50012318951539203</c:v>
                </c:pt>
                <c:pt idx="24326">
                  <c:v>0.50012784458814019</c:v>
                </c:pt>
                <c:pt idx="24327">
                  <c:v>0.50031932346337193</c:v>
                </c:pt>
                <c:pt idx="24328">
                  <c:v>0.50054792283386629</c:v>
                </c:pt>
                <c:pt idx="24329">
                  <c:v>0.50057441064586361</c:v>
                </c:pt>
                <c:pt idx="24330">
                  <c:v>0.50067577386867068</c:v>
                </c:pt>
                <c:pt idx="24331">
                  <c:v>0.50069217151834267</c:v>
                </c:pt>
                <c:pt idx="24332">
                  <c:v>0.50082520113980722</c:v>
                </c:pt>
                <c:pt idx="24333">
                  <c:v>0.50098332348494135</c:v>
                </c:pt>
                <c:pt idx="24334">
                  <c:v>0.50100762352779249</c:v>
                </c:pt>
                <c:pt idx="24335">
                  <c:v>0.50124349803770984</c:v>
                </c:pt>
                <c:pt idx="24336">
                  <c:v>0.50130921528571315</c:v>
                </c:pt>
                <c:pt idx="24337">
                  <c:v>0.50136828790138432</c:v>
                </c:pt>
                <c:pt idx="24338">
                  <c:v>0.50138360726974274</c:v>
                </c:pt>
                <c:pt idx="24339">
                  <c:v>0.50140422955202568</c:v>
                </c:pt>
                <c:pt idx="24340">
                  <c:v>0.50170478929915141</c:v>
                </c:pt>
                <c:pt idx="24341">
                  <c:v>0.50171387577270998</c:v>
                </c:pt>
                <c:pt idx="24342">
                  <c:v>0.50177629735703766</c:v>
                </c:pt>
                <c:pt idx="24343">
                  <c:v>0.50180976717480108</c:v>
                </c:pt>
                <c:pt idx="24344">
                  <c:v>0.50194175962790588</c:v>
                </c:pt>
                <c:pt idx="24345">
                  <c:v>0.5019921728094735</c:v>
                </c:pt>
                <c:pt idx="24346">
                  <c:v>0.50239136450867794</c:v>
                </c:pt>
                <c:pt idx="24347">
                  <c:v>0.50257304890729193</c:v>
                </c:pt>
                <c:pt idx="24348">
                  <c:v>0.50260665033767737</c:v>
                </c:pt>
                <c:pt idx="24349">
                  <c:v>0.50263298883396279</c:v>
                </c:pt>
                <c:pt idx="24350">
                  <c:v>0.50287053593057485</c:v>
                </c:pt>
                <c:pt idx="24351">
                  <c:v>0.50294245207845933</c:v>
                </c:pt>
                <c:pt idx="24352">
                  <c:v>0.50313363635273889</c:v>
                </c:pt>
                <c:pt idx="24353">
                  <c:v>0.50318819516272717</c:v>
                </c:pt>
                <c:pt idx="24354">
                  <c:v>0.50325295913538082</c:v>
                </c:pt>
                <c:pt idx="24355">
                  <c:v>0.5034207325783524</c:v>
                </c:pt>
                <c:pt idx="24356">
                  <c:v>0.50346172428879765</c:v>
                </c:pt>
                <c:pt idx="24357">
                  <c:v>0.50363165227371409</c:v>
                </c:pt>
                <c:pt idx="24358">
                  <c:v>0.50371762682557586</c:v>
                </c:pt>
                <c:pt idx="24359">
                  <c:v>0.50380442701761208</c:v>
                </c:pt>
                <c:pt idx="24360">
                  <c:v>0.50393200765263069</c:v>
                </c:pt>
                <c:pt idx="24361">
                  <c:v>0.50405931310313945</c:v>
                </c:pt>
                <c:pt idx="24362">
                  <c:v>0.50424706510503992</c:v>
                </c:pt>
                <c:pt idx="24363">
                  <c:v>0.50449661668144608</c:v>
                </c:pt>
                <c:pt idx="24364">
                  <c:v>0.50451855595848849</c:v>
                </c:pt>
                <c:pt idx="24365">
                  <c:v>0.50456285752222496</c:v>
                </c:pt>
                <c:pt idx="24366">
                  <c:v>0.50458710846355348</c:v>
                </c:pt>
                <c:pt idx="24367">
                  <c:v>0.50465085028085666</c:v>
                </c:pt>
                <c:pt idx="24368">
                  <c:v>0.50473060270208736</c:v>
                </c:pt>
                <c:pt idx="24369">
                  <c:v>0.5047314463801742</c:v>
                </c:pt>
                <c:pt idx="24370">
                  <c:v>0.50490019574289147</c:v>
                </c:pt>
                <c:pt idx="24371">
                  <c:v>0.50492078219233172</c:v>
                </c:pt>
                <c:pt idx="24372">
                  <c:v>0.50496999633134643</c:v>
                </c:pt>
                <c:pt idx="24373">
                  <c:v>0.50498070022145625</c:v>
                </c:pt>
                <c:pt idx="24374">
                  <c:v>0.50502039435331836</c:v>
                </c:pt>
                <c:pt idx="24375">
                  <c:v>0.50507711314087689</c:v>
                </c:pt>
                <c:pt idx="24376">
                  <c:v>0.50547415607723079</c:v>
                </c:pt>
                <c:pt idx="24377">
                  <c:v>0.50551652612851194</c:v>
                </c:pt>
                <c:pt idx="24378">
                  <c:v>0.505559617824201</c:v>
                </c:pt>
                <c:pt idx="24379">
                  <c:v>0.50566238277511355</c:v>
                </c:pt>
                <c:pt idx="24380">
                  <c:v>0.50573916784705819</c:v>
                </c:pt>
                <c:pt idx="24381">
                  <c:v>0.5057752607887761</c:v>
                </c:pt>
                <c:pt idx="24382">
                  <c:v>0.5059431630663993</c:v>
                </c:pt>
                <c:pt idx="24383">
                  <c:v>0.50611871703107614</c:v>
                </c:pt>
                <c:pt idx="24384">
                  <c:v>0.50632721193799479</c:v>
                </c:pt>
                <c:pt idx="24385">
                  <c:v>0.50641151388316763</c:v>
                </c:pt>
                <c:pt idx="24386">
                  <c:v>0.50641871643799941</c:v>
                </c:pt>
                <c:pt idx="24387">
                  <c:v>0.50649137568191038</c:v>
                </c:pt>
                <c:pt idx="24388">
                  <c:v>0.50666092830924381</c:v>
                </c:pt>
                <c:pt idx="24389">
                  <c:v>0.50669873541508614</c:v>
                </c:pt>
                <c:pt idx="24390">
                  <c:v>0.50677344613398634</c:v>
                </c:pt>
                <c:pt idx="24391">
                  <c:v>0.5068308493516831</c:v>
                </c:pt>
                <c:pt idx="24392">
                  <c:v>0.50685985658732513</c:v>
                </c:pt>
                <c:pt idx="24393">
                  <c:v>0.50699786871386121</c:v>
                </c:pt>
                <c:pt idx="24394">
                  <c:v>0.50708819292138962</c:v>
                </c:pt>
                <c:pt idx="24395">
                  <c:v>0.50713596957565321</c:v>
                </c:pt>
                <c:pt idx="24396">
                  <c:v>0.50740807193050519</c:v>
                </c:pt>
                <c:pt idx="24397">
                  <c:v>0.50750753151950934</c:v>
                </c:pt>
                <c:pt idx="24398">
                  <c:v>0.50763552858049743</c:v>
                </c:pt>
                <c:pt idx="24399">
                  <c:v>0.50773859327707083</c:v>
                </c:pt>
                <c:pt idx="24400">
                  <c:v>0.50776939301192847</c:v>
                </c:pt>
                <c:pt idx="24401">
                  <c:v>0.50780456044201339</c:v>
                </c:pt>
                <c:pt idx="24402">
                  <c:v>0.50781560222360811</c:v>
                </c:pt>
                <c:pt idx="24403">
                  <c:v>0.50781858477656594</c:v>
                </c:pt>
                <c:pt idx="24404">
                  <c:v>0.50784014631976016</c:v>
                </c:pt>
                <c:pt idx="24405">
                  <c:v>0.50784946018430044</c:v>
                </c:pt>
                <c:pt idx="24406">
                  <c:v>0.50791847396274437</c:v>
                </c:pt>
                <c:pt idx="24407">
                  <c:v>0.5082325848936341</c:v>
                </c:pt>
                <c:pt idx="24408">
                  <c:v>0.5082941350678214</c:v>
                </c:pt>
                <c:pt idx="24409">
                  <c:v>0.50845018266008457</c:v>
                </c:pt>
                <c:pt idx="24410">
                  <c:v>0.50850217823261068</c:v>
                </c:pt>
                <c:pt idx="24411">
                  <c:v>0.50866449826752391</c:v>
                </c:pt>
                <c:pt idx="24412">
                  <c:v>0.50872388962495829</c:v>
                </c:pt>
                <c:pt idx="24413">
                  <c:v>0.50895559728154938</c:v>
                </c:pt>
                <c:pt idx="24414">
                  <c:v>0.50901212354283254</c:v>
                </c:pt>
                <c:pt idx="24415">
                  <c:v>0.5091374650984658</c:v>
                </c:pt>
                <c:pt idx="24416">
                  <c:v>0.50916967876305785</c:v>
                </c:pt>
                <c:pt idx="24417">
                  <c:v>0.50923307318943711</c:v>
                </c:pt>
                <c:pt idx="24418">
                  <c:v>0.50928078831620183</c:v>
                </c:pt>
                <c:pt idx="24419">
                  <c:v>0.50931851247193216</c:v>
                </c:pt>
                <c:pt idx="24420">
                  <c:v>0.50938030158246428</c:v>
                </c:pt>
                <c:pt idx="24421">
                  <c:v>0.50940091637024487</c:v>
                </c:pt>
                <c:pt idx="24422">
                  <c:v>0.50950215645502051</c:v>
                </c:pt>
                <c:pt idx="24423">
                  <c:v>0.50955732841276602</c:v>
                </c:pt>
                <c:pt idx="24424">
                  <c:v>0.50966458196104469</c:v>
                </c:pt>
                <c:pt idx="24425">
                  <c:v>0.50967781372128063</c:v>
                </c:pt>
                <c:pt idx="24426">
                  <c:v>0.50968276170432891</c:v>
                </c:pt>
                <c:pt idx="24427">
                  <c:v>0.50981186308106341</c:v>
                </c:pt>
                <c:pt idx="24428">
                  <c:v>0.51012295713176536</c:v>
                </c:pt>
                <c:pt idx="24429">
                  <c:v>0.51021223693166773</c:v>
                </c:pt>
                <c:pt idx="24430">
                  <c:v>0.51025908637535844</c:v>
                </c:pt>
                <c:pt idx="24431">
                  <c:v>0.51031529524387753</c:v>
                </c:pt>
                <c:pt idx="24432">
                  <c:v>0.51041547116631725</c:v>
                </c:pt>
                <c:pt idx="24433">
                  <c:v>0.51046826152892444</c:v>
                </c:pt>
                <c:pt idx="24434">
                  <c:v>0.51049387653936817</c:v>
                </c:pt>
                <c:pt idx="24435">
                  <c:v>0.510555613888382</c:v>
                </c:pt>
                <c:pt idx="24436">
                  <c:v>0.51061494023474219</c:v>
                </c:pt>
                <c:pt idx="24437">
                  <c:v>0.51061955977301898</c:v>
                </c:pt>
                <c:pt idx="24438">
                  <c:v>0.51071066568033618</c:v>
                </c:pt>
                <c:pt idx="24439">
                  <c:v>0.51076755880937963</c:v>
                </c:pt>
                <c:pt idx="24440">
                  <c:v>0.51085026288994917</c:v>
                </c:pt>
                <c:pt idx="24441">
                  <c:v>0.51099282999503293</c:v>
                </c:pt>
                <c:pt idx="24442">
                  <c:v>0.5110186348825857</c:v>
                </c:pt>
                <c:pt idx="24443">
                  <c:v>0.51106918787937627</c:v>
                </c:pt>
                <c:pt idx="24444">
                  <c:v>0.51112636367250441</c:v>
                </c:pt>
                <c:pt idx="24445">
                  <c:v>0.51123654156356246</c:v>
                </c:pt>
                <c:pt idx="24446">
                  <c:v>0.51135365270851751</c:v>
                </c:pt>
                <c:pt idx="24447">
                  <c:v>0.51158815360607424</c:v>
                </c:pt>
                <c:pt idx="24448">
                  <c:v>0.51171422859783555</c:v>
                </c:pt>
                <c:pt idx="24449">
                  <c:v>0.51182201647216841</c:v>
                </c:pt>
                <c:pt idx="24450">
                  <c:v>0.51184469229960883</c:v>
                </c:pt>
                <c:pt idx="24451">
                  <c:v>0.5118778271202522</c:v>
                </c:pt>
                <c:pt idx="24452">
                  <c:v>0.51198610744169692</c:v>
                </c:pt>
                <c:pt idx="24453">
                  <c:v>0.51199193182173142</c:v>
                </c:pt>
                <c:pt idx="24454">
                  <c:v>0.51214218044496296</c:v>
                </c:pt>
                <c:pt idx="24455">
                  <c:v>0.51229211218732607</c:v>
                </c:pt>
                <c:pt idx="24456">
                  <c:v>0.51232697921022086</c:v>
                </c:pt>
                <c:pt idx="24457">
                  <c:v>0.51233614217882884</c:v>
                </c:pt>
                <c:pt idx="24458">
                  <c:v>0.51246397754940565</c:v>
                </c:pt>
                <c:pt idx="24459">
                  <c:v>0.51255371064532174</c:v>
                </c:pt>
                <c:pt idx="24460">
                  <c:v>0.51265905369118792</c:v>
                </c:pt>
                <c:pt idx="24461">
                  <c:v>0.51268349902553068</c:v>
                </c:pt>
                <c:pt idx="24462">
                  <c:v>0.51281732045302708</c:v>
                </c:pt>
                <c:pt idx="24463">
                  <c:v>0.51293365015088288</c:v>
                </c:pt>
                <c:pt idx="24464">
                  <c:v>0.51298439181244815</c:v>
                </c:pt>
                <c:pt idx="24465">
                  <c:v>0.5130751943054116</c:v>
                </c:pt>
                <c:pt idx="24466">
                  <c:v>0.51331339992346858</c:v>
                </c:pt>
                <c:pt idx="24467">
                  <c:v>0.51339544561681405</c:v>
                </c:pt>
                <c:pt idx="24468">
                  <c:v>0.5134425916836729</c:v>
                </c:pt>
                <c:pt idx="24469">
                  <c:v>0.51350979330654578</c:v>
                </c:pt>
                <c:pt idx="24470">
                  <c:v>0.51352764693413289</c:v>
                </c:pt>
                <c:pt idx="24471">
                  <c:v>0.51356801018623344</c:v>
                </c:pt>
                <c:pt idx="24472">
                  <c:v>0.51357261215017991</c:v>
                </c:pt>
                <c:pt idx="24473">
                  <c:v>0.51358101446531823</c:v>
                </c:pt>
                <c:pt idx="24474">
                  <c:v>0.51358508965426042</c:v>
                </c:pt>
                <c:pt idx="24475">
                  <c:v>0.51372611319297612</c:v>
                </c:pt>
                <c:pt idx="24476">
                  <c:v>0.51379729040844624</c:v>
                </c:pt>
                <c:pt idx="24477">
                  <c:v>0.51384675095530119</c:v>
                </c:pt>
                <c:pt idx="24478">
                  <c:v>0.51393184462559127</c:v>
                </c:pt>
                <c:pt idx="24479">
                  <c:v>0.51397020904415591</c:v>
                </c:pt>
                <c:pt idx="24480">
                  <c:v>0.51406791846135957</c:v>
                </c:pt>
                <c:pt idx="24481">
                  <c:v>0.5144160396763513</c:v>
                </c:pt>
                <c:pt idx="24482">
                  <c:v>0.51448150088685785</c:v>
                </c:pt>
                <c:pt idx="24483">
                  <c:v>0.51455690724679193</c:v>
                </c:pt>
                <c:pt idx="24484">
                  <c:v>0.51461028399584874</c:v>
                </c:pt>
                <c:pt idx="24485">
                  <c:v>0.51464333638843529</c:v>
                </c:pt>
                <c:pt idx="24486">
                  <c:v>0.51484008078468491</c:v>
                </c:pt>
                <c:pt idx="24487">
                  <c:v>0.5149179604889258</c:v>
                </c:pt>
                <c:pt idx="24488">
                  <c:v>0.51496632821667165</c:v>
                </c:pt>
                <c:pt idx="24489">
                  <c:v>0.51507882150005824</c:v>
                </c:pt>
                <c:pt idx="24490">
                  <c:v>0.51517256909521636</c:v>
                </c:pt>
                <c:pt idx="24491">
                  <c:v>0.51523354948997802</c:v>
                </c:pt>
                <c:pt idx="24492">
                  <c:v>0.5154005998655008</c:v>
                </c:pt>
                <c:pt idx="24493">
                  <c:v>0.51543160497074725</c:v>
                </c:pt>
                <c:pt idx="24494">
                  <c:v>0.51559394082254673</c:v>
                </c:pt>
                <c:pt idx="24495">
                  <c:v>0.51584048816776451</c:v>
                </c:pt>
                <c:pt idx="24496">
                  <c:v>0.51584141309543896</c:v>
                </c:pt>
                <c:pt idx="24497">
                  <c:v>0.51592294025431962</c:v>
                </c:pt>
                <c:pt idx="24498">
                  <c:v>0.51595205783594034</c:v>
                </c:pt>
                <c:pt idx="24499">
                  <c:v>0.51595801131977537</c:v>
                </c:pt>
                <c:pt idx="24500">
                  <c:v>0.51615880758604571</c:v>
                </c:pt>
                <c:pt idx="24501">
                  <c:v>0.51633669651850833</c:v>
                </c:pt>
                <c:pt idx="24502">
                  <c:v>0.51648426749453558</c:v>
                </c:pt>
                <c:pt idx="24503">
                  <c:v>0.51679160491789644</c:v>
                </c:pt>
                <c:pt idx="24504">
                  <c:v>0.51687254091996293</c:v>
                </c:pt>
                <c:pt idx="24505">
                  <c:v>0.51693012684754669</c:v>
                </c:pt>
                <c:pt idx="24506">
                  <c:v>0.51709537023761531</c:v>
                </c:pt>
                <c:pt idx="24507">
                  <c:v>0.5171011750987563</c:v>
                </c:pt>
                <c:pt idx="24508">
                  <c:v>0.51713186319589477</c:v>
                </c:pt>
                <c:pt idx="24509">
                  <c:v>0.51733641522196139</c:v>
                </c:pt>
                <c:pt idx="24510">
                  <c:v>0.51735302277250905</c:v>
                </c:pt>
                <c:pt idx="24511">
                  <c:v>0.51736913583211186</c:v>
                </c:pt>
                <c:pt idx="24512">
                  <c:v>0.51756446465092087</c:v>
                </c:pt>
                <c:pt idx="24513">
                  <c:v>0.51771660200776581</c:v>
                </c:pt>
                <c:pt idx="24514">
                  <c:v>0.5178185274529451</c:v>
                </c:pt>
                <c:pt idx="24515">
                  <c:v>0.51789071184928348</c:v>
                </c:pt>
                <c:pt idx="24516">
                  <c:v>0.51795854597877256</c:v>
                </c:pt>
                <c:pt idx="24517">
                  <c:v>0.51810671030597377</c:v>
                </c:pt>
                <c:pt idx="24518">
                  <c:v>0.5182328997455774</c:v>
                </c:pt>
                <c:pt idx="24519">
                  <c:v>0.51825957846119652</c:v>
                </c:pt>
                <c:pt idx="24520">
                  <c:v>0.51867413895260106</c:v>
                </c:pt>
                <c:pt idx="24521">
                  <c:v>0.51867443880978281</c:v>
                </c:pt>
                <c:pt idx="24522">
                  <c:v>0.51894818297285439</c:v>
                </c:pt>
                <c:pt idx="24523">
                  <c:v>0.51894939362944958</c:v>
                </c:pt>
                <c:pt idx="24524">
                  <c:v>0.5190096324740654</c:v>
                </c:pt>
                <c:pt idx="24525">
                  <c:v>0.51948032859895954</c:v>
                </c:pt>
                <c:pt idx="24526">
                  <c:v>0.51974760164182199</c:v>
                </c:pt>
                <c:pt idx="24527">
                  <c:v>0.51981384713361667</c:v>
                </c:pt>
                <c:pt idx="24528">
                  <c:v>0.51987348929424959</c:v>
                </c:pt>
                <c:pt idx="24529">
                  <c:v>0.51988450090629323</c:v>
                </c:pt>
                <c:pt idx="24530">
                  <c:v>0.51993500968656658</c:v>
                </c:pt>
                <c:pt idx="24531">
                  <c:v>0.51996086562640276</c:v>
                </c:pt>
                <c:pt idx="24532">
                  <c:v>0.52008812245157721</c:v>
                </c:pt>
                <c:pt idx="24533">
                  <c:v>0.52018232528968322</c:v>
                </c:pt>
                <c:pt idx="24534">
                  <c:v>0.52018285787100593</c:v>
                </c:pt>
                <c:pt idx="24535">
                  <c:v>0.52026899179311492</c:v>
                </c:pt>
                <c:pt idx="24536">
                  <c:v>0.52032548612129725</c:v>
                </c:pt>
                <c:pt idx="24537">
                  <c:v>0.52039717105423511</c:v>
                </c:pt>
                <c:pt idx="24538">
                  <c:v>0.5204656963930725</c:v>
                </c:pt>
                <c:pt idx="24539">
                  <c:v>0.52060470898557143</c:v>
                </c:pt>
                <c:pt idx="24540">
                  <c:v>0.52069679478837227</c:v>
                </c:pt>
                <c:pt idx="24541">
                  <c:v>0.52103070145261765</c:v>
                </c:pt>
                <c:pt idx="24542">
                  <c:v>0.52128085692075232</c:v>
                </c:pt>
                <c:pt idx="24543">
                  <c:v>0.52134052874431369</c:v>
                </c:pt>
                <c:pt idx="24544">
                  <c:v>0.52143694483331626</c:v>
                </c:pt>
                <c:pt idx="24545">
                  <c:v>0.52146766740634587</c:v>
                </c:pt>
                <c:pt idx="24546">
                  <c:v>0.52156247259593636</c:v>
                </c:pt>
                <c:pt idx="24547">
                  <c:v>0.52183841422528998</c:v>
                </c:pt>
                <c:pt idx="24548">
                  <c:v>0.52193897173510595</c:v>
                </c:pt>
                <c:pt idx="24549">
                  <c:v>0.52204439687164017</c:v>
                </c:pt>
                <c:pt idx="24550">
                  <c:v>0.5220873057967067</c:v>
                </c:pt>
                <c:pt idx="24551">
                  <c:v>0.52208765593376816</c:v>
                </c:pt>
                <c:pt idx="24552">
                  <c:v>0.52217677590560263</c:v>
                </c:pt>
                <c:pt idx="24553">
                  <c:v>0.52227144123981251</c:v>
                </c:pt>
                <c:pt idx="24554">
                  <c:v>0.52227486769296205</c:v>
                </c:pt>
                <c:pt idx="24555">
                  <c:v>0.52233593290400904</c:v>
                </c:pt>
                <c:pt idx="24556">
                  <c:v>0.52242679507418988</c:v>
                </c:pt>
                <c:pt idx="24557">
                  <c:v>0.5225484106683258</c:v>
                </c:pt>
                <c:pt idx="24558">
                  <c:v>0.52255890061310017</c:v>
                </c:pt>
                <c:pt idx="24559">
                  <c:v>0.5226759272703605</c:v>
                </c:pt>
                <c:pt idx="24560">
                  <c:v>0.52275072055934435</c:v>
                </c:pt>
                <c:pt idx="24561">
                  <c:v>0.52310673035563793</c:v>
                </c:pt>
                <c:pt idx="24562">
                  <c:v>0.52311307257007555</c:v>
                </c:pt>
                <c:pt idx="24563">
                  <c:v>0.52315037952063081</c:v>
                </c:pt>
                <c:pt idx="24564">
                  <c:v>0.52318620035303498</c:v>
                </c:pt>
                <c:pt idx="24565">
                  <c:v>0.52321817261351988</c:v>
                </c:pt>
                <c:pt idx="24566">
                  <c:v>0.52324719393541441</c:v>
                </c:pt>
                <c:pt idx="24567">
                  <c:v>0.523289151992826</c:v>
                </c:pt>
                <c:pt idx="24568">
                  <c:v>0.52331072835894654</c:v>
                </c:pt>
                <c:pt idx="24569">
                  <c:v>0.52342141912779538</c:v>
                </c:pt>
                <c:pt idx="24570">
                  <c:v>0.52355416706752878</c:v>
                </c:pt>
                <c:pt idx="24571">
                  <c:v>0.52356367116247138</c:v>
                </c:pt>
                <c:pt idx="24572">
                  <c:v>0.52368319269173624</c:v>
                </c:pt>
                <c:pt idx="24573">
                  <c:v>0.52377066240865244</c:v>
                </c:pt>
                <c:pt idx="24574">
                  <c:v>0.52398229245077399</c:v>
                </c:pt>
                <c:pt idx="24575">
                  <c:v>0.52408191530245329</c:v>
                </c:pt>
                <c:pt idx="24576">
                  <c:v>0.52434994442475402</c:v>
                </c:pt>
                <c:pt idx="24577">
                  <c:v>0.52437998980678524</c:v>
                </c:pt>
                <c:pt idx="24578">
                  <c:v>0.52474114868989119</c:v>
                </c:pt>
                <c:pt idx="24579">
                  <c:v>0.52496809860847937</c:v>
                </c:pt>
                <c:pt idx="24580">
                  <c:v>0.52503593817172811</c:v>
                </c:pt>
                <c:pt idx="24581">
                  <c:v>0.52511176853753483</c:v>
                </c:pt>
                <c:pt idx="24582">
                  <c:v>0.52540397022465446</c:v>
                </c:pt>
                <c:pt idx="24583">
                  <c:v>0.5254382419319914</c:v>
                </c:pt>
                <c:pt idx="24584">
                  <c:v>0.52555545911141321</c:v>
                </c:pt>
                <c:pt idx="24585">
                  <c:v>0.52566524215306143</c:v>
                </c:pt>
                <c:pt idx="24586">
                  <c:v>0.52575245958596883</c:v>
                </c:pt>
                <c:pt idx="24587">
                  <c:v>0.52583737533559471</c:v>
                </c:pt>
                <c:pt idx="24588">
                  <c:v>0.52604093181580225</c:v>
                </c:pt>
                <c:pt idx="24589">
                  <c:v>0.52605852348324766</c:v>
                </c:pt>
                <c:pt idx="24590">
                  <c:v>0.52617667954214409</c:v>
                </c:pt>
                <c:pt idx="24591">
                  <c:v>0.52624344170831883</c:v>
                </c:pt>
                <c:pt idx="24592">
                  <c:v>0.52645711450073318</c:v>
                </c:pt>
                <c:pt idx="24593">
                  <c:v>0.52650754198258376</c:v>
                </c:pt>
                <c:pt idx="24594">
                  <c:v>0.52657995009611602</c:v>
                </c:pt>
                <c:pt idx="24595">
                  <c:v>0.52669763915516055</c:v>
                </c:pt>
                <c:pt idx="24596">
                  <c:v>0.52686687099469909</c:v>
                </c:pt>
                <c:pt idx="24597">
                  <c:v>0.5271234571157164</c:v>
                </c:pt>
                <c:pt idx="24598">
                  <c:v>0.52713941603160142</c:v>
                </c:pt>
                <c:pt idx="24599">
                  <c:v>0.52742397733610802</c:v>
                </c:pt>
                <c:pt idx="24600">
                  <c:v>0.52761560255221385</c:v>
                </c:pt>
                <c:pt idx="24601">
                  <c:v>0.52784927601016318</c:v>
                </c:pt>
                <c:pt idx="24602">
                  <c:v>0.52791658517763584</c:v>
                </c:pt>
                <c:pt idx="24603">
                  <c:v>0.52795029016579798</c:v>
                </c:pt>
                <c:pt idx="24604">
                  <c:v>0.52797018004227536</c:v>
                </c:pt>
                <c:pt idx="24605">
                  <c:v>0.5281826028131934</c:v>
                </c:pt>
                <c:pt idx="24606">
                  <c:v>0.52826862262047858</c:v>
                </c:pt>
                <c:pt idx="24607">
                  <c:v>0.52827406758472761</c:v>
                </c:pt>
                <c:pt idx="24608">
                  <c:v>0.52845289357408709</c:v>
                </c:pt>
                <c:pt idx="24609">
                  <c:v>0.52857925317986765</c:v>
                </c:pt>
                <c:pt idx="24610">
                  <c:v>0.52883248960136797</c:v>
                </c:pt>
                <c:pt idx="24611">
                  <c:v>0.5288587277149952</c:v>
                </c:pt>
                <c:pt idx="24612">
                  <c:v>0.52887549877725426</c:v>
                </c:pt>
                <c:pt idx="24613">
                  <c:v>0.52897905851194515</c:v>
                </c:pt>
                <c:pt idx="24614">
                  <c:v>0.52899525898393929</c:v>
                </c:pt>
                <c:pt idx="24615">
                  <c:v>0.52901463671701543</c:v>
                </c:pt>
                <c:pt idx="24616">
                  <c:v>0.5294986935478081</c:v>
                </c:pt>
                <c:pt idx="24617">
                  <c:v>0.5295890231763648</c:v>
                </c:pt>
                <c:pt idx="24618">
                  <c:v>0.529672651908346</c:v>
                </c:pt>
                <c:pt idx="24619">
                  <c:v>0.52969052092942537</c:v>
                </c:pt>
                <c:pt idx="24620">
                  <c:v>0.52975254296133367</c:v>
                </c:pt>
                <c:pt idx="24621">
                  <c:v>0.52995023924867335</c:v>
                </c:pt>
                <c:pt idx="24622">
                  <c:v>0.53005631504304362</c:v>
                </c:pt>
                <c:pt idx="24623">
                  <c:v>0.53006375427833885</c:v>
                </c:pt>
                <c:pt idx="24624">
                  <c:v>0.53036227310414763</c:v>
                </c:pt>
                <c:pt idx="24625">
                  <c:v>0.53037988490533761</c:v>
                </c:pt>
                <c:pt idx="24626">
                  <c:v>0.53039416333156453</c:v>
                </c:pt>
                <c:pt idx="24627">
                  <c:v>0.53041903216745245</c:v>
                </c:pt>
                <c:pt idx="24628">
                  <c:v>0.53043298530938343</c:v>
                </c:pt>
                <c:pt idx="24629">
                  <c:v>0.53050365740086081</c:v>
                </c:pt>
                <c:pt idx="24630">
                  <c:v>0.53050565147207429</c:v>
                </c:pt>
                <c:pt idx="24631">
                  <c:v>0.53051259579871279</c:v>
                </c:pt>
                <c:pt idx="24632">
                  <c:v>0.53054198853082446</c:v>
                </c:pt>
                <c:pt idx="24633">
                  <c:v>0.53054899375970765</c:v>
                </c:pt>
                <c:pt idx="24634">
                  <c:v>0.53060904985783053</c:v>
                </c:pt>
                <c:pt idx="24635">
                  <c:v>0.53062832042619379</c:v>
                </c:pt>
                <c:pt idx="24636">
                  <c:v>0.53076396837478612</c:v>
                </c:pt>
                <c:pt idx="24637">
                  <c:v>0.53082488373826386</c:v>
                </c:pt>
                <c:pt idx="24638">
                  <c:v>0.53090941792671009</c:v>
                </c:pt>
                <c:pt idx="24639">
                  <c:v>0.53092913157764154</c:v>
                </c:pt>
                <c:pt idx="24640">
                  <c:v>0.53105089199660649</c:v>
                </c:pt>
                <c:pt idx="24641">
                  <c:v>0.53148571296008496</c:v>
                </c:pt>
                <c:pt idx="24642">
                  <c:v>0.531572259001863</c:v>
                </c:pt>
                <c:pt idx="24643">
                  <c:v>0.5316529554576741</c:v>
                </c:pt>
                <c:pt idx="24644">
                  <c:v>0.53165829684705657</c:v>
                </c:pt>
                <c:pt idx="24645">
                  <c:v>0.53176523403335885</c:v>
                </c:pt>
                <c:pt idx="24646">
                  <c:v>0.53181285787970478</c:v>
                </c:pt>
                <c:pt idx="24647">
                  <c:v>0.53183076068300672</c:v>
                </c:pt>
                <c:pt idx="24648">
                  <c:v>0.53187142680443378</c:v>
                </c:pt>
                <c:pt idx="24649">
                  <c:v>0.53195904581471154</c:v>
                </c:pt>
                <c:pt idx="24650">
                  <c:v>0.53203077086385242</c:v>
                </c:pt>
                <c:pt idx="24651">
                  <c:v>0.53212297160328093</c:v>
                </c:pt>
                <c:pt idx="24652">
                  <c:v>0.53214965706133155</c:v>
                </c:pt>
                <c:pt idx="24653">
                  <c:v>0.53218662400742478</c:v>
                </c:pt>
                <c:pt idx="24654">
                  <c:v>0.53220364036375511</c:v>
                </c:pt>
                <c:pt idx="24655">
                  <c:v>0.53249449402978277</c:v>
                </c:pt>
                <c:pt idx="24656">
                  <c:v>0.53295537425614747</c:v>
                </c:pt>
                <c:pt idx="24657">
                  <c:v>0.53304729687928953</c:v>
                </c:pt>
                <c:pt idx="24658">
                  <c:v>0.53305190929961666</c:v>
                </c:pt>
                <c:pt idx="24659">
                  <c:v>0.53310042343712116</c:v>
                </c:pt>
                <c:pt idx="24660">
                  <c:v>0.53317149244479412</c:v>
                </c:pt>
                <c:pt idx="24661">
                  <c:v>0.5332235742824426</c:v>
                </c:pt>
                <c:pt idx="24662">
                  <c:v>0.5333055474438364</c:v>
                </c:pt>
                <c:pt idx="24663">
                  <c:v>0.53357856680256543</c:v>
                </c:pt>
                <c:pt idx="24664">
                  <c:v>0.53370670976384116</c:v>
                </c:pt>
                <c:pt idx="24665">
                  <c:v>0.53382404155213625</c:v>
                </c:pt>
                <c:pt idx="24666">
                  <c:v>0.53383114122926945</c:v>
                </c:pt>
                <c:pt idx="24667">
                  <c:v>0.53385891230371929</c:v>
                </c:pt>
                <c:pt idx="24668">
                  <c:v>0.53392736469075741</c:v>
                </c:pt>
                <c:pt idx="24669">
                  <c:v>0.53395530414148673</c:v>
                </c:pt>
                <c:pt idx="24670">
                  <c:v>0.53402609744414031</c:v>
                </c:pt>
                <c:pt idx="24671">
                  <c:v>0.53407087752971505</c:v>
                </c:pt>
                <c:pt idx="24672">
                  <c:v>0.53414739791712296</c:v>
                </c:pt>
                <c:pt idx="24673">
                  <c:v>0.53417896620633443</c:v>
                </c:pt>
                <c:pt idx="24674">
                  <c:v>0.53429616361871668</c:v>
                </c:pt>
                <c:pt idx="24675">
                  <c:v>0.53432441946772291</c:v>
                </c:pt>
                <c:pt idx="24676">
                  <c:v>0.53444474935510167</c:v>
                </c:pt>
                <c:pt idx="24677">
                  <c:v>0.53471590276883452</c:v>
                </c:pt>
                <c:pt idx="24678">
                  <c:v>0.53500486013182402</c:v>
                </c:pt>
                <c:pt idx="24679">
                  <c:v>0.53501232489883499</c:v>
                </c:pt>
                <c:pt idx="24680">
                  <c:v>0.53507735272548773</c:v>
                </c:pt>
                <c:pt idx="24681">
                  <c:v>0.53529124591813115</c:v>
                </c:pt>
                <c:pt idx="24682">
                  <c:v>0.53561655970631561</c:v>
                </c:pt>
                <c:pt idx="24683">
                  <c:v>0.53567543573695076</c:v>
                </c:pt>
                <c:pt idx="24684">
                  <c:v>0.53587847479802497</c:v>
                </c:pt>
                <c:pt idx="24685">
                  <c:v>0.53601867067693565</c:v>
                </c:pt>
                <c:pt idx="24686">
                  <c:v>0.53604469124322607</c:v>
                </c:pt>
                <c:pt idx="24687">
                  <c:v>0.53647146568266324</c:v>
                </c:pt>
                <c:pt idx="24688">
                  <c:v>0.53654238617366856</c:v>
                </c:pt>
                <c:pt idx="24689">
                  <c:v>0.5365967383668655</c:v>
                </c:pt>
                <c:pt idx="24690">
                  <c:v>0.53667259004376866</c:v>
                </c:pt>
                <c:pt idx="24691">
                  <c:v>0.53692604057537674</c:v>
                </c:pt>
                <c:pt idx="24692">
                  <c:v>0.53701037899445248</c:v>
                </c:pt>
                <c:pt idx="24693">
                  <c:v>0.53711753367351667</c:v>
                </c:pt>
                <c:pt idx="24694">
                  <c:v>0.53730848643824602</c:v>
                </c:pt>
                <c:pt idx="24695">
                  <c:v>0.53736208263620744</c:v>
                </c:pt>
                <c:pt idx="24696">
                  <c:v>0.53760975371241759</c:v>
                </c:pt>
                <c:pt idx="24697">
                  <c:v>0.53764242426545572</c:v>
                </c:pt>
                <c:pt idx="24698">
                  <c:v>0.5376773672214229</c:v>
                </c:pt>
                <c:pt idx="24699">
                  <c:v>0.53777596446781883</c:v>
                </c:pt>
                <c:pt idx="24700">
                  <c:v>0.53779737652666137</c:v>
                </c:pt>
                <c:pt idx="24701">
                  <c:v>0.5378805651978299</c:v>
                </c:pt>
                <c:pt idx="24702">
                  <c:v>0.53816129291801096</c:v>
                </c:pt>
                <c:pt idx="24703">
                  <c:v>0.53831391768481351</c:v>
                </c:pt>
                <c:pt idx="24704">
                  <c:v>0.53833601756229355</c:v>
                </c:pt>
                <c:pt idx="24705">
                  <c:v>0.53855977088511409</c:v>
                </c:pt>
                <c:pt idx="24706">
                  <c:v>0.53860336854334645</c:v>
                </c:pt>
                <c:pt idx="24707">
                  <c:v>0.53866092368707441</c:v>
                </c:pt>
                <c:pt idx="24708">
                  <c:v>0.53916787057283566</c:v>
                </c:pt>
                <c:pt idx="24709">
                  <c:v>0.53926230496298999</c:v>
                </c:pt>
                <c:pt idx="24710">
                  <c:v>0.53940547525330462</c:v>
                </c:pt>
                <c:pt idx="24711">
                  <c:v>0.53947264290787333</c:v>
                </c:pt>
                <c:pt idx="24712">
                  <c:v>0.53990493814169738</c:v>
                </c:pt>
                <c:pt idx="24713">
                  <c:v>0.54004344276601368</c:v>
                </c:pt>
                <c:pt idx="24714">
                  <c:v>0.54005325327950338</c:v>
                </c:pt>
                <c:pt idx="24715">
                  <c:v>0.54006989483052081</c:v>
                </c:pt>
                <c:pt idx="24716">
                  <c:v>0.54011022084079796</c:v>
                </c:pt>
                <c:pt idx="24717">
                  <c:v>0.54020730841166298</c:v>
                </c:pt>
                <c:pt idx="24718">
                  <c:v>0.54021073416025156</c:v>
                </c:pt>
                <c:pt idx="24719">
                  <c:v>0.54031878451242521</c:v>
                </c:pt>
                <c:pt idx="24720">
                  <c:v>0.54050933938854318</c:v>
                </c:pt>
                <c:pt idx="24721">
                  <c:v>0.54066661444242647</c:v>
                </c:pt>
                <c:pt idx="24722">
                  <c:v>0.54099325672367904</c:v>
                </c:pt>
                <c:pt idx="24723">
                  <c:v>0.54129289677220682</c:v>
                </c:pt>
                <c:pt idx="24724">
                  <c:v>0.54161561313099538</c:v>
                </c:pt>
                <c:pt idx="24725">
                  <c:v>0.54173736922516158</c:v>
                </c:pt>
                <c:pt idx="24726">
                  <c:v>0.54178424512387202</c:v>
                </c:pt>
                <c:pt idx="24727">
                  <c:v>0.54186176796835517</c:v>
                </c:pt>
                <c:pt idx="24728">
                  <c:v>0.54197030672502911</c:v>
                </c:pt>
                <c:pt idx="24729">
                  <c:v>0.54245577274758905</c:v>
                </c:pt>
                <c:pt idx="24730">
                  <c:v>0.54251897537230198</c:v>
                </c:pt>
                <c:pt idx="24731">
                  <c:v>0.54257237988648133</c:v>
                </c:pt>
                <c:pt idx="24732">
                  <c:v>0.54273344282003499</c:v>
                </c:pt>
                <c:pt idx="24733">
                  <c:v>0.54275566559428312</c:v>
                </c:pt>
                <c:pt idx="24734">
                  <c:v>0.54277187246763503</c:v>
                </c:pt>
                <c:pt idx="24735">
                  <c:v>0.54294700900321125</c:v>
                </c:pt>
                <c:pt idx="24736">
                  <c:v>0.54297924751700077</c:v>
                </c:pt>
                <c:pt idx="24737">
                  <c:v>0.54298465260643536</c:v>
                </c:pt>
                <c:pt idx="24738">
                  <c:v>0.54311042846098301</c:v>
                </c:pt>
                <c:pt idx="24739">
                  <c:v>0.54313886347972984</c:v>
                </c:pt>
                <c:pt idx="24740">
                  <c:v>0.54328196243354698</c:v>
                </c:pt>
                <c:pt idx="24741">
                  <c:v>0.54352892839336631</c:v>
                </c:pt>
                <c:pt idx="24742">
                  <c:v>0.54359603123800726</c:v>
                </c:pt>
                <c:pt idx="24743">
                  <c:v>0.54365859190414678</c:v>
                </c:pt>
                <c:pt idx="24744">
                  <c:v>0.54373894716969873</c:v>
                </c:pt>
                <c:pt idx="24745">
                  <c:v>0.54448640525912206</c:v>
                </c:pt>
                <c:pt idx="24746">
                  <c:v>0.54451202814485078</c:v>
                </c:pt>
                <c:pt idx="24747">
                  <c:v>0.54466135653225889</c:v>
                </c:pt>
                <c:pt idx="24748">
                  <c:v>0.54468946479602076</c:v>
                </c:pt>
                <c:pt idx="24749">
                  <c:v>0.54470398812559562</c:v>
                </c:pt>
                <c:pt idx="24750">
                  <c:v>0.54486625981044501</c:v>
                </c:pt>
                <c:pt idx="24751">
                  <c:v>0.54500706019997824</c:v>
                </c:pt>
                <c:pt idx="24752">
                  <c:v>0.54501015851267831</c:v>
                </c:pt>
                <c:pt idx="24753">
                  <c:v>0.54518117721340198</c:v>
                </c:pt>
                <c:pt idx="24754">
                  <c:v>0.54554072239905738</c:v>
                </c:pt>
                <c:pt idx="24755">
                  <c:v>0.54579151665983638</c:v>
                </c:pt>
                <c:pt idx="24756">
                  <c:v>0.54603716170936434</c:v>
                </c:pt>
                <c:pt idx="24757">
                  <c:v>0.54608082215103781</c:v>
                </c:pt>
                <c:pt idx="24758">
                  <c:v>0.54625000952030911</c:v>
                </c:pt>
                <c:pt idx="24759">
                  <c:v>0.54626482384729813</c:v>
                </c:pt>
                <c:pt idx="24760">
                  <c:v>0.54651927415227464</c:v>
                </c:pt>
                <c:pt idx="24761">
                  <c:v>0.54666257838108034</c:v>
                </c:pt>
                <c:pt idx="24762">
                  <c:v>0.54667710980741269</c:v>
                </c:pt>
                <c:pt idx="24763">
                  <c:v>0.54676395682478485</c:v>
                </c:pt>
                <c:pt idx="24764">
                  <c:v>0.5469453803647325</c:v>
                </c:pt>
                <c:pt idx="24765">
                  <c:v>0.54699659745308871</c:v>
                </c:pt>
                <c:pt idx="24766">
                  <c:v>0.54774534335664193</c:v>
                </c:pt>
                <c:pt idx="24767">
                  <c:v>0.54796625979904334</c:v>
                </c:pt>
                <c:pt idx="24768">
                  <c:v>0.54799191060502328</c:v>
                </c:pt>
                <c:pt idx="24769">
                  <c:v>0.54801289171227063</c:v>
                </c:pt>
                <c:pt idx="24770">
                  <c:v>0.54807041632187192</c:v>
                </c:pt>
                <c:pt idx="24771">
                  <c:v>0.54838577311358527</c:v>
                </c:pt>
                <c:pt idx="24772">
                  <c:v>0.54844376506518999</c:v>
                </c:pt>
                <c:pt idx="24773">
                  <c:v>0.54856495135235561</c:v>
                </c:pt>
                <c:pt idx="24774">
                  <c:v>0.54862396245071965</c:v>
                </c:pt>
                <c:pt idx="24775">
                  <c:v>0.5486280572180442</c:v>
                </c:pt>
                <c:pt idx="24776">
                  <c:v>0.54873633723666304</c:v>
                </c:pt>
                <c:pt idx="24777">
                  <c:v>0.54879684644810478</c:v>
                </c:pt>
                <c:pt idx="24778">
                  <c:v>0.54892264035548877</c:v>
                </c:pt>
                <c:pt idx="24779">
                  <c:v>0.54900082242835258</c:v>
                </c:pt>
                <c:pt idx="24780">
                  <c:v>0.54900231276732436</c:v>
                </c:pt>
                <c:pt idx="24781">
                  <c:v>0.54902973696272628</c:v>
                </c:pt>
                <c:pt idx="24782">
                  <c:v>0.5490523110867439</c:v>
                </c:pt>
                <c:pt idx="24783">
                  <c:v>0.54934244535991039</c:v>
                </c:pt>
                <c:pt idx="24784">
                  <c:v>0.54935854377265392</c:v>
                </c:pt>
                <c:pt idx="24785">
                  <c:v>0.54948543626238489</c:v>
                </c:pt>
                <c:pt idx="24786">
                  <c:v>0.54951572439362018</c:v>
                </c:pt>
                <c:pt idx="24787">
                  <c:v>0.54952362416253187</c:v>
                </c:pt>
                <c:pt idx="24788">
                  <c:v>0.54958385911097485</c:v>
                </c:pt>
                <c:pt idx="24789">
                  <c:v>0.54960800079556971</c:v>
                </c:pt>
                <c:pt idx="24790">
                  <c:v>0.54961791746033684</c:v>
                </c:pt>
                <c:pt idx="24791">
                  <c:v>0.54962512874065517</c:v>
                </c:pt>
                <c:pt idx="24792">
                  <c:v>0.54964086975805682</c:v>
                </c:pt>
                <c:pt idx="24793">
                  <c:v>0.54976471992389853</c:v>
                </c:pt>
                <c:pt idx="24794">
                  <c:v>0.54992199326572377</c:v>
                </c:pt>
                <c:pt idx="24795">
                  <c:v>0.55000202648481733</c:v>
                </c:pt>
                <c:pt idx="24796">
                  <c:v>0.55002512337002452</c:v>
                </c:pt>
                <c:pt idx="24797">
                  <c:v>0.55006712725882811</c:v>
                </c:pt>
                <c:pt idx="24798">
                  <c:v>0.55010513387668358</c:v>
                </c:pt>
                <c:pt idx="24799">
                  <c:v>0.55022350918007312</c:v>
                </c:pt>
                <c:pt idx="24800">
                  <c:v>0.55030659130224513</c:v>
                </c:pt>
                <c:pt idx="24801">
                  <c:v>0.55037209779635665</c:v>
                </c:pt>
                <c:pt idx="24802">
                  <c:v>0.55046346483162922</c:v>
                </c:pt>
                <c:pt idx="24803">
                  <c:v>0.55064360475339802</c:v>
                </c:pt>
                <c:pt idx="24804">
                  <c:v>0.55079292398396029</c:v>
                </c:pt>
                <c:pt idx="24805">
                  <c:v>0.551004380616125</c:v>
                </c:pt>
                <c:pt idx="24806">
                  <c:v>0.55105637574001853</c:v>
                </c:pt>
                <c:pt idx="24807">
                  <c:v>0.5511389839023918</c:v>
                </c:pt>
                <c:pt idx="24808">
                  <c:v>0.55119716157542087</c:v>
                </c:pt>
                <c:pt idx="24809">
                  <c:v>0.5512625609593389</c:v>
                </c:pt>
                <c:pt idx="24810">
                  <c:v>0.55133336794077759</c:v>
                </c:pt>
                <c:pt idx="24811">
                  <c:v>0.55144723499670345</c:v>
                </c:pt>
                <c:pt idx="24812">
                  <c:v>0.55150260023115938</c:v>
                </c:pt>
                <c:pt idx="24813">
                  <c:v>0.55172238480964997</c:v>
                </c:pt>
                <c:pt idx="24814">
                  <c:v>0.5517422006119661</c:v>
                </c:pt>
                <c:pt idx="24815">
                  <c:v>0.55183819118872079</c:v>
                </c:pt>
                <c:pt idx="24816">
                  <c:v>0.55208426621924234</c:v>
                </c:pt>
                <c:pt idx="24817">
                  <c:v>0.55214542270899769</c:v>
                </c:pt>
                <c:pt idx="24818">
                  <c:v>0.55219390487663333</c:v>
                </c:pt>
                <c:pt idx="24819">
                  <c:v>0.55243518086506771</c:v>
                </c:pt>
                <c:pt idx="24820">
                  <c:v>0.55267305982019466</c:v>
                </c:pt>
                <c:pt idx="24821">
                  <c:v>0.55280327333046608</c:v>
                </c:pt>
                <c:pt idx="24822">
                  <c:v>0.55311385746498487</c:v>
                </c:pt>
                <c:pt idx="24823">
                  <c:v>0.55323944601294917</c:v>
                </c:pt>
                <c:pt idx="24824">
                  <c:v>0.55350287289300992</c:v>
                </c:pt>
                <c:pt idx="24825">
                  <c:v>0.55362506224518138</c:v>
                </c:pt>
                <c:pt idx="24826">
                  <c:v>0.55372577374825405</c:v>
                </c:pt>
                <c:pt idx="24827">
                  <c:v>0.55374013061664928</c:v>
                </c:pt>
                <c:pt idx="24828">
                  <c:v>0.55406314835822867</c:v>
                </c:pt>
                <c:pt idx="24829">
                  <c:v>0.55416006995437184</c:v>
                </c:pt>
                <c:pt idx="24830">
                  <c:v>0.5542839240936861</c:v>
                </c:pt>
                <c:pt idx="24831">
                  <c:v>0.55436660285364714</c:v>
                </c:pt>
                <c:pt idx="24832">
                  <c:v>0.55488494709690683</c:v>
                </c:pt>
                <c:pt idx="24833">
                  <c:v>0.55508439324164072</c:v>
                </c:pt>
                <c:pt idx="24834">
                  <c:v>0.5552367781124804</c:v>
                </c:pt>
                <c:pt idx="24835">
                  <c:v>0.55540794024685824</c:v>
                </c:pt>
                <c:pt idx="24836">
                  <c:v>0.55543692917001142</c:v>
                </c:pt>
                <c:pt idx="24837">
                  <c:v>0.55549642944691424</c:v>
                </c:pt>
                <c:pt idx="24838">
                  <c:v>0.55551967707063465</c:v>
                </c:pt>
                <c:pt idx="24839">
                  <c:v>0.55559066303391391</c:v>
                </c:pt>
                <c:pt idx="24840">
                  <c:v>0.55570652352661387</c:v>
                </c:pt>
                <c:pt idx="24841">
                  <c:v>0.55572505576897679</c:v>
                </c:pt>
                <c:pt idx="24842">
                  <c:v>0.55616351361420024</c:v>
                </c:pt>
                <c:pt idx="24843">
                  <c:v>0.55617373702199724</c:v>
                </c:pt>
                <c:pt idx="24844">
                  <c:v>0.55637646738854529</c:v>
                </c:pt>
                <c:pt idx="24845">
                  <c:v>0.55644776184616229</c:v>
                </c:pt>
                <c:pt idx="24846">
                  <c:v>0.55646767113383044</c:v>
                </c:pt>
                <c:pt idx="24847">
                  <c:v>0.55659846693881287</c:v>
                </c:pt>
                <c:pt idx="24848">
                  <c:v>0.55661504239107984</c:v>
                </c:pt>
                <c:pt idx="24849">
                  <c:v>0.55671682796284339</c:v>
                </c:pt>
                <c:pt idx="24850">
                  <c:v>0.55678880493079386</c:v>
                </c:pt>
                <c:pt idx="24851">
                  <c:v>0.55702975610433192</c:v>
                </c:pt>
                <c:pt idx="24852">
                  <c:v>0.55717827177814994</c:v>
                </c:pt>
                <c:pt idx="24853">
                  <c:v>0.55717999078986524</c:v>
                </c:pt>
                <c:pt idx="24854">
                  <c:v>0.55729438685648225</c:v>
                </c:pt>
                <c:pt idx="24855">
                  <c:v>0.55730971752105618</c:v>
                </c:pt>
                <c:pt idx="24856">
                  <c:v>0.55735539862916483</c:v>
                </c:pt>
                <c:pt idx="24857">
                  <c:v>0.55746972065321898</c:v>
                </c:pt>
                <c:pt idx="24858">
                  <c:v>0.55751228795539809</c:v>
                </c:pt>
                <c:pt idx="24859">
                  <c:v>0.5576408979848636</c:v>
                </c:pt>
                <c:pt idx="24860">
                  <c:v>0.55770358391679775</c:v>
                </c:pt>
                <c:pt idx="24861">
                  <c:v>0.55785263213086955</c:v>
                </c:pt>
                <c:pt idx="24862">
                  <c:v>0.55797923674784045</c:v>
                </c:pt>
                <c:pt idx="24863">
                  <c:v>0.55822803239256291</c:v>
                </c:pt>
                <c:pt idx="24864">
                  <c:v>0.55830408271051035</c:v>
                </c:pt>
                <c:pt idx="24865">
                  <c:v>0.55838608796794975</c:v>
                </c:pt>
                <c:pt idx="24866">
                  <c:v>0.55859105650094243</c:v>
                </c:pt>
                <c:pt idx="24867">
                  <c:v>0.55920368561770462</c:v>
                </c:pt>
                <c:pt idx="24868">
                  <c:v>0.55937248182775512</c:v>
                </c:pt>
                <c:pt idx="24869">
                  <c:v>0.55942249123530019</c:v>
                </c:pt>
                <c:pt idx="24870">
                  <c:v>0.5596079874354617</c:v>
                </c:pt>
                <c:pt idx="24871">
                  <c:v>0.55975855159312915</c:v>
                </c:pt>
                <c:pt idx="24872">
                  <c:v>0.55989159318876369</c:v>
                </c:pt>
                <c:pt idx="24873">
                  <c:v>0.56011042679356804</c:v>
                </c:pt>
                <c:pt idx="24874">
                  <c:v>0.56049996636530752</c:v>
                </c:pt>
                <c:pt idx="24875">
                  <c:v>0.56059708525018737</c:v>
                </c:pt>
                <c:pt idx="24876">
                  <c:v>0.56063319283072954</c:v>
                </c:pt>
                <c:pt idx="24877">
                  <c:v>0.56078304204789831</c:v>
                </c:pt>
                <c:pt idx="24878">
                  <c:v>0.56079018210664699</c:v>
                </c:pt>
                <c:pt idx="24879">
                  <c:v>0.56080352166871628</c:v>
                </c:pt>
                <c:pt idx="24880">
                  <c:v>0.56104434604830844</c:v>
                </c:pt>
                <c:pt idx="24881">
                  <c:v>0.56110449154234765</c:v>
                </c:pt>
                <c:pt idx="24882">
                  <c:v>0.56111605434363532</c:v>
                </c:pt>
                <c:pt idx="24883">
                  <c:v>0.56129969725268103</c:v>
                </c:pt>
                <c:pt idx="24884">
                  <c:v>0.56133917608382278</c:v>
                </c:pt>
                <c:pt idx="24885">
                  <c:v>0.56144164400251606</c:v>
                </c:pt>
                <c:pt idx="24886">
                  <c:v>0.56186647220908215</c:v>
                </c:pt>
                <c:pt idx="24887">
                  <c:v>0.56190620121907631</c:v>
                </c:pt>
                <c:pt idx="24888">
                  <c:v>0.56221822436783808</c:v>
                </c:pt>
                <c:pt idx="24889">
                  <c:v>0.56226615845450145</c:v>
                </c:pt>
                <c:pt idx="24890">
                  <c:v>0.56270045563195914</c:v>
                </c:pt>
                <c:pt idx="24891">
                  <c:v>0.56279348496740411</c:v>
                </c:pt>
                <c:pt idx="24892">
                  <c:v>0.56334619736045122</c:v>
                </c:pt>
                <c:pt idx="24893">
                  <c:v>0.56343124922994881</c:v>
                </c:pt>
                <c:pt idx="24894">
                  <c:v>0.56363097564818854</c:v>
                </c:pt>
                <c:pt idx="24895">
                  <c:v>0.5636468095622964</c:v>
                </c:pt>
                <c:pt idx="24896">
                  <c:v>0.56377189021444962</c:v>
                </c:pt>
                <c:pt idx="24897">
                  <c:v>0.56385033814513552</c:v>
                </c:pt>
                <c:pt idx="24898">
                  <c:v>0.56390818948731458</c:v>
                </c:pt>
                <c:pt idx="24899">
                  <c:v>0.56398156245859365</c:v>
                </c:pt>
                <c:pt idx="24900">
                  <c:v>0.56409501542443796</c:v>
                </c:pt>
                <c:pt idx="24901">
                  <c:v>0.56432217966580278</c:v>
                </c:pt>
                <c:pt idx="24902">
                  <c:v>0.56438287697509426</c:v>
                </c:pt>
                <c:pt idx="24903">
                  <c:v>0.56438443462466925</c:v>
                </c:pt>
                <c:pt idx="24904">
                  <c:v>0.56443337096415602</c:v>
                </c:pt>
                <c:pt idx="24905">
                  <c:v>0.56473935245202966</c:v>
                </c:pt>
                <c:pt idx="24906">
                  <c:v>0.56483160171515145</c:v>
                </c:pt>
                <c:pt idx="24907">
                  <c:v>0.56488181097256662</c:v>
                </c:pt>
                <c:pt idx="24908">
                  <c:v>0.56504485587048503</c:v>
                </c:pt>
                <c:pt idx="24909">
                  <c:v>0.56519284786791024</c:v>
                </c:pt>
                <c:pt idx="24910">
                  <c:v>0.56522686333037686</c:v>
                </c:pt>
                <c:pt idx="24911">
                  <c:v>0.56534234446933862</c:v>
                </c:pt>
                <c:pt idx="24912">
                  <c:v>0.56542851107260572</c:v>
                </c:pt>
                <c:pt idx="24913">
                  <c:v>0.56593778122989291</c:v>
                </c:pt>
                <c:pt idx="24914">
                  <c:v>0.56607899080058299</c:v>
                </c:pt>
                <c:pt idx="24915">
                  <c:v>0.56611467767475288</c:v>
                </c:pt>
                <c:pt idx="24916">
                  <c:v>0.56657454124300721</c:v>
                </c:pt>
                <c:pt idx="24917">
                  <c:v>0.56673381391656741</c:v>
                </c:pt>
                <c:pt idx="24918">
                  <c:v>0.56676988297546027</c:v>
                </c:pt>
                <c:pt idx="24919">
                  <c:v>0.56691570898705945</c:v>
                </c:pt>
                <c:pt idx="24920">
                  <c:v>0.56699942827952021</c:v>
                </c:pt>
                <c:pt idx="24921">
                  <c:v>0.56703709065438879</c:v>
                </c:pt>
                <c:pt idx="24922">
                  <c:v>0.56708353057720051</c:v>
                </c:pt>
                <c:pt idx="24923">
                  <c:v>0.56712316505497073</c:v>
                </c:pt>
                <c:pt idx="24924">
                  <c:v>0.56741986875413086</c:v>
                </c:pt>
                <c:pt idx="24925">
                  <c:v>0.56752677151038</c:v>
                </c:pt>
                <c:pt idx="24926">
                  <c:v>0.56757619434661233</c:v>
                </c:pt>
                <c:pt idx="24927">
                  <c:v>0.56758872223641166</c:v>
                </c:pt>
                <c:pt idx="24928">
                  <c:v>0.5676238411905804</c:v>
                </c:pt>
                <c:pt idx="24929">
                  <c:v>0.56775592696381549</c:v>
                </c:pt>
                <c:pt idx="24930">
                  <c:v>0.56779998042731905</c:v>
                </c:pt>
                <c:pt idx="24931">
                  <c:v>0.56787956396508754</c:v>
                </c:pt>
                <c:pt idx="24932">
                  <c:v>0.5679379123138466</c:v>
                </c:pt>
                <c:pt idx="24933">
                  <c:v>0.56793866970142293</c:v>
                </c:pt>
                <c:pt idx="24934">
                  <c:v>0.56804258088057813</c:v>
                </c:pt>
                <c:pt idx="24935">
                  <c:v>0.56825136937022647</c:v>
                </c:pt>
                <c:pt idx="24936">
                  <c:v>0.56833320852245128</c:v>
                </c:pt>
                <c:pt idx="24937">
                  <c:v>0.56843383679457382</c:v>
                </c:pt>
                <c:pt idx="24938">
                  <c:v>0.56866535865040435</c:v>
                </c:pt>
                <c:pt idx="24939">
                  <c:v>0.5689250667084591</c:v>
                </c:pt>
                <c:pt idx="24940">
                  <c:v>0.56895005734639659</c:v>
                </c:pt>
                <c:pt idx="24941">
                  <c:v>0.56903200696177825</c:v>
                </c:pt>
                <c:pt idx="24942">
                  <c:v>0.56911722441916246</c:v>
                </c:pt>
                <c:pt idx="24943">
                  <c:v>0.56912720710510412</c:v>
                </c:pt>
                <c:pt idx="24944">
                  <c:v>0.56947584519706218</c:v>
                </c:pt>
                <c:pt idx="24945">
                  <c:v>0.56965746538786022</c:v>
                </c:pt>
                <c:pt idx="24946">
                  <c:v>0.57010660209738784</c:v>
                </c:pt>
                <c:pt idx="24947">
                  <c:v>0.5702139108548987</c:v>
                </c:pt>
                <c:pt idx="24948">
                  <c:v>0.57022480292039401</c:v>
                </c:pt>
                <c:pt idx="24949">
                  <c:v>0.57070568135012256</c:v>
                </c:pt>
                <c:pt idx="24950">
                  <c:v>0.57075574216643943</c:v>
                </c:pt>
                <c:pt idx="24951">
                  <c:v>0.57084130437982061</c:v>
                </c:pt>
                <c:pt idx="24952">
                  <c:v>0.5709429745579474</c:v>
                </c:pt>
                <c:pt idx="24953">
                  <c:v>0.57203138698194256</c:v>
                </c:pt>
                <c:pt idx="24954">
                  <c:v>0.57211945797729968</c:v>
                </c:pt>
                <c:pt idx="24955">
                  <c:v>0.57214434922603197</c:v>
                </c:pt>
                <c:pt idx="24956">
                  <c:v>0.57224135194202941</c:v>
                </c:pt>
                <c:pt idx="24957">
                  <c:v>0.57224310255876709</c:v>
                </c:pt>
                <c:pt idx="24958">
                  <c:v>0.57224686163659466</c:v>
                </c:pt>
                <c:pt idx="24959">
                  <c:v>0.57225872432507219</c:v>
                </c:pt>
                <c:pt idx="24960">
                  <c:v>0.57229097005644036</c:v>
                </c:pt>
                <c:pt idx="24961">
                  <c:v>0.57229395482763967</c:v>
                </c:pt>
                <c:pt idx="24962">
                  <c:v>0.57244359496670794</c:v>
                </c:pt>
                <c:pt idx="24963">
                  <c:v>0.57269289650057087</c:v>
                </c:pt>
                <c:pt idx="24964">
                  <c:v>0.57269844474764342</c:v>
                </c:pt>
                <c:pt idx="24965">
                  <c:v>0.57273677213938023</c:v>
                </c:pt>
                <c:pt idx="24966">
                  <c:v>0.57294532809185017</c:v>
                </c:pt>
                <c:pt idx="24967">
                  <c:v>0.57312182352925012</c:v>
                </c:pt>
                <c:pt idx="24968">
                  <c:v>0.57318944146530015</c:v>
                </c:pt>
                <c:pt idx="24969">
                  <c:v>0.57321333240340688</c:v>
                </c:pt>
                <c:pt idx="24970">
                  <c:v>0.57323009434231509</c:v>
                </c:pt>
                <c:pt idx="24971">
                  <c:v>0.57326443355291756</c:v>
                </c:pt>
                <c:pt idx="24972">
                  <c:v>0.57327027370956007</c:v>
                </c:pt>
                <c:pt idx="24973">
                  <c:v>0.57350366431739486</c:v>
                </c:pt>
                <c:pt idx="24974">
                  <c:v>0.57354788614667307</c:v>
                </c:pt>
                <c:pt idx="24975">
                  <c:v>0.57359038648464344</c:v>
                </c:pt>
                <c:pt idx="24976">
                  <c:v>0.5738098341178921</c:v>
                </c:pt>
                <c:pt idx="24977">
                  <c:v>0.57383249016974658</c:v>
                </c:pt>
                <c:pt idx="24978">
                  <c:v>0.57396633881165438</c:v>
                </c:pt>
                <c:pt idx="24979">
                  <c:v>0.5742078302867355</c:v>
                </c:pt>
                <c:pt idx="24980">
                  <c:v>0.57451975181100934</c:v>
                </c:pt>
                <c:pt idx="24981">
                  <c:v>0.57453234268613651</c:v>
                </c:pt>
                <c:pt idx="24982">
                  <c:v>0.57462325900771472</c:v>
                </c:pt>
                <c:pt idx="24983">
                  <c:v>0.57498215113372253</c:v>
                </c:pt>
                <c:pt idx="24984">
                  <c:v>0.57503305281826211</c:v>
                </c:pt>
                <c:pt idx="24985">
                  <c:v>0.57504571565275364</c:v>
                </c:pt>
                <c:pt idx="24986">
                  <c:v>0.57506411453253981</c:v>
                </c:pt>
                <c:pt idx="24987">
                  <c:v>0.57533815450348347</c:v>
                </c:pt>
                <c:pt idx="24988">
                  <c:v>0.57539422213215663</c:v>
                </c:pt>
                <c:pt idx="24989">
                  <c:v>0.57554930857741493</c:v>
                </c:pt>
                <c:pt idx="24990">
                  <c:v>0.57556365799068621</c:v>
                </c:pt>
                <c:pt idx="24991">
                  <c:v>0.57563633122626057</c:v>
                </c:pt>
                <c:pt idx="24992">
                  <c:v>0.5758175403421345</c:v>
                </c:pt>
                <c:pt idx="24993">
                  <c:v>0.57594465935916617</c:v>
                </c:pt>
                <c:pt idx="24994">
                  <c:v>0.57619851610526329</c:v>
                </c:pt>
                <c:pt idx="24995">
                  <c:v>0.57623500182502307</c:v>
                </c:pt>
                <c:pt idx="24996">
                  <c:v>0.57633513050236618</c:v>
                </c:pt>
                <c:pt idx="24997">
                  <c:v>0.576377121890011</c:v>
                </c:pt>
                <c:pt idx="24998">
                  <c:v>0.57689945839590706</c:v>
                </c:pt>
                <c:pt idx="24999">
                  <c:v>0.57695510622909696</c:v>
                </c:pt>
                <c:pt idx="25000">
                  <c:v>0.57733782000091138</c:v>
                </c:pt>
                <c:pt idx="25001">
                  <c:v>0.577408673115412</c:v>
                </c:pt>
                <c:pt idx="25002">
                  <c:v>0.57750197216996924</c:v>
                </c:pt>
                <c:pt idx="25003">
                  <c:v>0.57773024789906546</c:v>
                </c:pt>
                <c:pt idx="25004">
                  <c:v>0.57787004983554857</c:v>
                </c:pt>
                <c:pt idx="25005">
                  <c:v>0.57787394200027953</c:v>
                </c:pt>
                <c:pt idx="25006">
                  <c:v>0.57789515691339721</c:v>
                </c:pt>
                <c:pt idx="25007">
                  <c:v>0.57828219810592585</c:v>
                </c:pt>
                <c:pt idx="25008">
                  <c:v>0.57867172152890956</c:v>
                </c:pt>
                <c:pt idx="25009">
                  <c:v>0.57874025389263373</c:v>
                </c:pt>
                <c:pt idx="25010">
                  <c:v>0.57877454960854391</c:v>
                </c:pt>
                <c:pt idx="25011">
                  <c:v>0.5788824863516151</c:v>
                </c:pt>
                <c:pt idx="25012">
                  <c:v>0.57904108164735657</c:v>
                </c:pt>
                <c:pt idx="25013">
                  <c:v>0.5791833168964482</c:v>
                </c:pt>
                <c:pt idx="25014">
                  <c:v>0.57925905754168561</c:v>
                </c:pt>
                <c:pt idx="25015">
                  <c:v>0.57926572036219715</c:v>
                </c:pt>
                <c:pt idx="25016">
                  <c:v>0.57943117405515243</c:v>
                </c:pt>
                <c:pt idx="25017">
                  <c:v>0.57977468428843293</c:v>
                </c:pt>
                <c:pt idx="25018">
                  <c:v>0.57993057407713067</c:v>
                </c:pt>
                <c:pt idx="25019">
                  <c:v>0.58035535126415494</c:v>
                </c:pt>
                <c:pt idx="25020">
                  <c:v>0.58119282196822419</c:v>
                </c:pt>
                <c:pt idx="25021">
                  <c:v>0.58121591913162096</c:v>
                </c:pt>
                <c:pt idx="25022">
                  <c:v>0.58122341760904395</c:v>
                </c:pt>
                <c:pt idx="25023">
                  <c:v>0.58126661070766106</c:v>
                </c:pt>
                <c:pt idx="25024">
                  <c:v>0.58152359041506041</c:v>
                </c:pt>
                <c:pt idx="25025">
                  <c:v>0.58163698720122148</c:v>
                </c:pt>
                <c:pt idx="25026">
                  <c:v>0.58164294538713479</c:v>
                </c:pt>
                <c:pt idx="25027">
                  <c:v>0.58174097929385904</c:v>
                </c:pt>
                <c:pt idx="25028">
                  <c:v>0.58178921912640147</c:v>
                </c:pt>
                <c:pt idx="25029">
                  <c:v>0.58190861212567035</c:v>
                </c:pt>
                <c:pt idx="25030">
                  <c:v>0.58200398639978768</c:v>
                </c:pt>
                <c:pt idx="25031">
                  <c:v>0.58209065889248435</c:v>
                </c:pt>
                <c:pt idx="25032">
                  <c:v>0.5823840450536707</c:v>
                </c:pt>
                <c:pt idx="25033">
                  <c:v>0.58267870273599209</c:v>
                </c:pt>
                <c:pt idx="25034">
                  <c:v>0.5830468100192997</c:v>
                </c:pt>
                <c:pt idx="25035">
                  <c:v>0.58340051605631127</c:v>
                </c:pt>
                <c:pt idx="25036">
                  <c:v>0.58354697541821809</c:v>
                </c:pt>
                <c:pt idx="25037">
                  <c:v>0.58362937933961534</c:v>
                </c:pt>
                <c:pt idx="25038">
                  <c:v>0.58371629988009532</c:v>
                </c:pt>
                <c:pt idx="25039">
                  <c:v>0.58379188632607693</c:v>
                </c:pt>
                <c:pt idx="25040">
                  <c:v>0.58383500762662432</c:v>
                </c:pt>
                <c:pt idx="25041">
                  <c:v>0.58421900368640434</c:v>
                </c:pt>
                <c:pt idx="25042">
                  <c:v>0.58434875700005651</c:v>
                </c:pt>
                <c:pt idx="25043">
                  <c:v>0.58450661744130139</c:v>
                </c:pt>
                <c:pt idx="25044">
                  <c:v>0.58515245242839342</c:v>
                </c:pt>
                <c:pt idx="25045">
                  <c:v>0.58525636666670611</c:v>
                </c:pt>
                <c:pt idx="25046">
                  <c:v>0.58560663461181128</c:v>
                </c:pt>
                <c:pt idx="25047">
                  <c:v>0.58564966486444536</c:v>
                </c:pt>
                <c:pt idx="25048">
                  <c:v>0.58572319891943792</c:v>
                </c:pt>
                <c:pt idx="25049">
                  <c:v>0.58578210790165952</c:v>
                </c:pt>
                <c:pt idx="25050">
                  <c:v>0.58620658331049802</c:v>
                </c:pt>
                <c:pt idx="25051">
                  <c:v>0.58635306155784861</c:v>
                </c:pt>
                <c:pt idx="25052">
                  <c:v>0.58642749405179062</c:v>
                </c:pt>
                <c:pt idx="25053">
                  <c:v>0.5867330888829948</c:v>
                </c:pt>
                <c:pt idx="25054">
                  <c:v>0.58683242674682967</c:v>
                </c:pt>
                <c:pt idx="25055">
                  <c:v>0.5880509895777889</c:v>
                </c:pt>
                <c:pt idx="25056">
                  <c:v>0.58811282814348886</c:v>
                </c:pt>
                <c:pt idx="25057">
                  <c:v>0.58823481319778703</c:v>
                </c:pt>
                <c:pt idx="25058">
                  <c:v>0.58826409657958179</c:v>
                </c:pt>
                <c:pt idx="25059">
                  <c:v>0.58840093019170936</c:v>
                </c:pt>
                <c:pt idx="25060">
                  <c:v>0.58857072913543418</c:v>
                </c:pt>
                <c:pt idx="25061">
                  <c:v>0.58862707371348411</c:v>
                </c:pt>
                <c:pt idx="25062">
                  <c:v>0.5890780811556322</c:v>
                </c:pt>
                <c:pt idx="25063">
                  <c:v>0.58908440926002914</c:v>
                </c:pt>
                <c:pt idx="25064">
                  <c:v>0.58912255868981278</c:v>
                </c:pt>
                <c:pt idx="25065">
                  <c:v>0.58937296727136457</c:v>
                </c:pt>
                <c:pt idx="25066">
                  <c:v>0.58948288038612673</c:v>
                </c:pt>
                <c:pt idx="25067">
                  <c:v>0.58960869496818025</c:v>
                </c:pt>
                <c:pt idx="25068">
                  <c:v>0.58965349667884748</c:v>
                </c:pt>
                <c:pt idx="25069">
                  <c:v>0.58984579761286426</c:v>
                </c:pt>
                <c:pt idx="25070">
                  <c:v>0.58985567854147214</c:v>
                </c:pt>
                <c:pt idx="25071">
                  <c:v>0.59006684104749696</c:v>
                </c:pt>
                <c:pt idx="25072">
                  <c:v>0.59039191699040439</c:v>
                </c:pt>
                <c:pt idx="25073">
                  <c:v>0.59065840389855206</c:v>
                </c:pt>
                <c:pt idx="25074">
                  <c:v>0.59069916556245505</c:v>
                </c:pt>
                <c:pt idx="25075">
                  <c:v>0.59084145902759966</c:v>
                </c:pt>
                <c:pt idx="25076">
                  <c:v>0.59086471397497164</c:v>
                </c:pt>
                <c:pt idx="25077">
                  <c:v>0.59098603431725594</c:v>
                </c:pt>
                <c:pt idx="25078">
                  <c:v>0.5913117898037088</c:v>
                </c:pt>
                <c:pt idx="25079">
                  <c:v>0.59152961731227327</c:v>
                </c:pt>
                <c:pt idx="25080">
                  <c:v>0.59155025854304155</c:v>
                </c:pt>
                <c:pt idx="25081">
                  <c:v>0.59163110450669376</c:v>
                </c:pt>
                <c:pt idx="25082">
                  <c:v>0.59185276967950473</c:v>
                </c:pt>
                <c:pt idx="25083">
                  <c:v>0.59209164170696205</c:v>
                </c:pt>
                <c:pt idx="25084">
                  <c:v>0.59209716905989795</c:v>
                </c:pt>
                <c:pt idx="25085">
                  <c:v>0.59214986794276692</c:v>
                </c:pt>
                <c:pt idx="25086">
                  <c:v>0.59302384743542358</c:v>
                </c:pt>
                <c:pt idx="25087">
                  <c:v>0.59329819150693031</c:v>
                </c:pt>
                <c:pt idx="25088">
                  <c:v>0.5933083934424962</c:v>
                </c:pt>
                <c:pt idx="25089">
                  <c:v>0.59335584447638146</c:v>
                </c:pt>
                <c:pt idx="25090">
                  <c:v>0.59348442247587474</c:v>
                </c:pt>
                <c:pt idx="25091">
                  <c:v>0.59381137591544142</c:v>
                </c:pt>
                <c:pt idx="25092">
                  <c:v>0.59383955528277488</c:v>
                </c:pt>
                <c:pt idx="25093">
                  <c:v>0.59390611433850748</c:v>
                </c:pt>
                <c:pt idx="25094">
                  <c:v>0.59409103273799324</c:v>
                </c:pt>
                <c:pt idx="25095">
                  <c:v>0.59417058370561004</c:v>
                </c:pt>
                <c:pt idx="25096">
                  <c:v>0.59417797896613689</c:v>
                </c:pt>
                <c:pt idx="25097">
                  <c:v>0.59423822069229104</c:v>
                </c:pt>
                <c:pt idx="25098">
                  <c:v>0.59453509847587105</c:v>
                </c:pt>
                <c:pt idx="25099">
                  <c:v>0.59463242153621887</c:v>
                </c:pt>
                <c:pt idx="25100">
                  <c:v>0.59481507975907277</c:v>
                </c:pt>
                <c:pt idx="25101">
                  <c:v>0.59524576721677624</c:v>
                </c:pt>
                <c:pt idx="25102">
                  <c:v>0.59540355950071344</c:v>
                </c:pt>
                <c:pt idx="25103">
                  <c:v>0.59552076145934174</c:v>
                </c:pt>
                <c:pt idx="25104">
                  <c:v>0.59612220361134061</c:v>
                </c:pt>
                <c:pt idx="25105">
                  <c:v>0.59630114597529671</c:v>
                </c:pt>
                <c:pt idx="25106">
                  <c:v>0.59630794062956571</c:v>
                </c:pt>
                <c:pt idx="25107">
                  <c:v>0.59631637340466315</c:v>
                </c:pt>
                <c:pt idx="25108">
                  <c:v>0.59650281866350774</c:v>
                </c:pt>
                <c:pt idx="25109">
                  <c:v>0.59652235077271154</c:v>
                </c:pt>
                <c:pt idx="25110">
                  <c:v>0.59659617863853842</c:v>
                </c:pt>
                <c:pt idx="25111">
                  <c:v>0.59661021419441884</c:v>
                </c:pt>
                <c:pt idx="25112">
                  <c:v>0.59680869212898724</c:v>
                </c:pt>
                <c:pt idx="25113">
                  <c:v>0.59689890193870776</c:v>
                </c:pt>
                <c:pt idx="25114">
                  <c:v>0.59691023654664144</c:v>
                </c:pt>
                <c:pt idx="25115">
                  <c:v>0.59698072006043523</c:v>
                </c:pt>
                <c:pt idx="25116">
                  <c:v>0.59733057061727091</c:v>
                </c:pt>
                <c:pt idx="25117">
                  <c:v>0.5975250353414745</c:v>
                </c:pt>
                <c:pt idx="25118">
                  <c:v>0.59783042221728278</c:v>
                </c:pt>
                <c:pt idx="25119">
                  <c:v>0.59792032565979958</c:v>
                </c:pt>
                <c:pt idx="25120">
                  <c:v>0.59812976755791469</c:v>
                </c:pt>
                <c:pt idx="25121">
                  <c:v>0.59836883304403188</c:v>
                </c:pt>
                <c:pt idx="25122">
                  <c:v>0.59911113044060771</c:v>
                </c:pt>
                <c:pt idx="25123">
                  <c:v>0.59919962021681117</c:v>
                </c:pt>
                <c:pt idx="25124">
                  <c:v>0.59920493246059092</c:v>
                </c:pt>
                <c:pt idx="25125">
                  <c:v>0.59941297777129932</c:v>
                </c:pt>
                <c:pt idx="25126">
                  <c:v>0.59990582488236677</c:v>
                </c:pt>
                <c:pt idx="25127">
                  <c:v>0.60037114133318026</c:v>
                </c:pt>
                <c:pt idx="25128">
                  <c:v>0.60055589055434411</c:v>
                </c:pt>
                <c:pt idx="25129">
                  <c:v>0.60128692952979546</c:v>
                </c:pt>
                <c:pt idx="25130">
                  <c:v>0.60137928491356374</c:v>
                </c:pt>
                <c:pt idx="25131">
                  <c:v>0.60145711398535506</c:v>
                </c:pt>
                <c:pt idx="25132">
                  <c:v>0.6015148997963855</c:v>
                </c:pt>
                <c:pt idx="25133">
                  <c:v>0.60160870058133165</c:v>
                </c:pt>
                <c:pt idx="25134">
                  <c:v>0.60201557600777988</c:v>
                </c:pt>
                <c:pt idx="25135">
                  <c:v>0.60203644416094837</c:v>
                </c:pt>
                <c:pt idx="25136">
                  <c:v>0.60229586243272215</c:v>
                </c:pt>
                <c:pt idx="25137">
                  <c:v>0.60246544928746537</c:v>
                </c:pt>
                <c:pt idx="25138">
                  <c:v>0.60259689083386969</c:v>
                </c:pt>
                <c:pt idx="25139">
                  <c:v>0.60282521295678182</c:v>
                </c:pt>
                <c:pt idx="25140">
                  <c:v>0.60285785712908757</c:v>
                </c:pt>
                <c:pt idx="25141">
                  <c:v>0.60305476253798118</c:v>
                </c:pt>
                <c:pt idx="25142">
                  <c:v>0.60357594868986231</c:v>
                </c:pt>
                <c:pt idx="25143">
                  <c:v>0.60362278161368843</c:v>
                </c:pt>
                <c:pt idx="25144">
                  <c:v>0.6037620690887433</c:v>
                </c:pt>
                <c:pt idx="25145">
                  <c:v>0.60401155289856001</c:v>
                </c:pt>
                <c:pt idx="25146">
                  <c:v>0.60401868362791278</c:v>
                </c:pt>
                <c:pt idx="25147">
                  <c:v>0.60407318163087886</c:v>
                </c:pt>
                <c:pt idx="25148">
                  <c:v>0.60452897067935651</c:v>
                </c:pt>
                <c:pt idx="25149">
                  <c:v>0.6049444335027766</c:v>
                </c:pt>
                <c:pt idx="25150">
                  <c:v>0.60500104185892167</c:v>
                </c:pt>
                <c:pt idx="25151">
                  <c:v>0.60510476984434003</c:v>
                </c:pt>
                <c:pt idx="25152">
                  <c:v>0.60519501443530699</c:v>
                </c:pt>
                <c:pt idx="25153">
                  <c:v>0.60528453819889128</c:v>
                </c:pt>
                <c:pt idx="25154">
                  <c:v>0.6053012750313177</c:v>
                </c:pt>
                <c:pt idx="25155">
                  <c:v>0.60530881724999896</c:v>
                </c:pt>
                <c:pt idx="25156">
                  <c:v>0.60536621098510313</c:v>
                </c:pt>
                <c:pt idx="25157">
                  <c:v>0.6058534910123935</c:v>
                </c:pt>
                <c:pt idx="25158">
                  <c:v>0.60609967239611273</c:v>
                </c:pt>
                <c:pt idx="25159">
                  <c:v>0.60636152333995652</c:v>
                </c:pt>
                <c:pt idx="25160">
                  <c:v>0.60716368471265625</c:v>
                </c:pt>
                <c:pt idx="25161">
                  <c:v>0.60719321214720134</c:v>
                </c:pt>
                <c:pt idx="25162">
                  <c:v>0.60722508673725084</c:v>
                </c:pt>
                <c:pt idx="25163">
                  <c:v>0.60760363612195012</c:v>
                </c:pt>
                <c:pt idx="25164">
                  <c:v>0.60801593195631121</c:v>
                </c:pt>
                <c:pt idx="25165">
                  <c:v>0.60826372100189074</c:v>
                </c:pt>
                <c:pt idx="25166">
                  <c:v>0.60858476774269921</c:v>
                </c:pt>
                <c:pt idx="25167">
                  <c:v>0.60881137863177559</c:v>
                </c:pt>
                <c:pt idx="25168">
                  <c:v>0.60897996350367489</c:v>
                </c:pt>
                <c:pt idx="25169">
                  <c:v>0.60919406903820583</c:v>
                </c:pt>
                <c:pt idx="25170">
                  <c:v>0.6092119870028051</c:v>
                </c:pt>
                <c:pt idx="25171">
                  <c:v>0.60974310259356912</c:v>
                </c:pt>
                <c:pt idx="25172">
                  <c:v>0.60977474425578615</c:v>
                </c:pt>
                <c:pt idx="25173">
                  <c:v>0.60988827391752809</c:v>
                </c:pt>
                <c:pt idx="25174">
                  <c:v>0.61014386098003159</c:v>
                </c:pt>
                <c:pt idx="25175">
                  <c:v>0.61033589069202787</c:v>
                </c:pt>
                <c:pt idx="25176">
                  <c:v>0.61050067043584133</c:v>
                </c:pt>
                <c:pt idx="25177">
                  <c:v>0.6106143941231349</c:v>
                </c:pt>
                <c:pt idx="25178">
                  <c:v>0.6107524448496946</c:v>
                </c:pt>
                <c:pt idx="25179">
                  <c:v>0.61081353786532477</c:v>
                </c:pt>
                <c:pt idx="25180">
                  <c:v>0.61089638262123769</c:v>
                </c:pt>
                <c:pt idx="25181">
                  <c:v>0.61091111409632026</c:v>
                </c:pt>
                <c:pt idx="25182">
                  <c:v>0.61116356362849811</c:v>
                </c:pt>
                <c:pt idx="25183">
                  <c:v>0.61123688672025256</c:v>
                </c:pt>
                <c:pt idx="25184">
                  <c:v>0.61134857765413653</c:v>
                </c:pt>
                <c:pt idx="25185">
                  <c:v>0.61139846173370826</c:v>
                </c:pt>
                <c:pt idx="25186">
                  <c:v>0.61141290689430372</c:v>
                </c:pt>
                <c:pt idx="25187">
                  <c:v>0.61179572642580027</c:v>
                </c:pt>
                <c:pt idx="25188">
                  <c:v>0.61189955245524341</c:v>
                </c:pt>
                <c:pt idx="25189">
                  <c:v>0.61194921681315195</c:v>
                </c:pt>
                <c:pt idx="25190">
                  <c:v>0.61217998755804093</c:v>
                </c:pt>
                <c:pt idx="25191">
                  <c:v>0.61218432811527645</c:v>
                </c:pt>
                <c:pt idx="25192">
                  <c:v>0.61220660742341715</c:v>
                </c:pt>
                <c:pt idx="25193">
                  <c:v>0.61226661287063988</c:v>
                </c:pt>
                <c:pt idx="25194">
                  <c:v>0.61247601410732777</c:v>
                </c:pt>
                <c:pt idx="25195">
                  <c:v>0.61260016233176751</c:v>
                </c:pt>
                <c:pt idx="25196">
                  <c:v>0.61274149541887546</c:v>
                </c:pt>
                <c:pt idx="25197">
                  <c:v>0.61286622784631473</c:v>
                </c:pt>
                <c:pt idx="25198">
                  <c:v>0.61288030803386651</c:v>
                </c:pt>
                <c:pt idx="25199">
                  <c:v>0.61352393172498387</c:v>
                </c:pt>
                <c:pt idx="25200">
                  <c:v>0.61355839484739538</c:v>
                </c:pt>
                <c:pt idx="25201">
                  <c:v>0.61362893104719263</c:v>
                </c:pt>
                <c:pt idx="25202">
                  <c:v>0.61384011734019106</c:v>
                </c:pt>
                <c:pt idx="25203">
                  <c:v>0.61390379301855114</c:v>
                </c:pt>
                <c:pt idx="25204">
                  <c:v>0.61427755617168789</c:v>
                </c:pt>
                <c:pt idx="25205">
                  <c:v>0.61477136312083158</c:v>
                </c:pt>
                <c:pt idx="25206">
                  <c:v>0.61508682869746301</c:v>
                </c:pt>
                <c:pt idx="25207">
                  <c:v>0.6153998807260469</c:v>
                </c:pt>
                <c:pt idx="25208">
                  <c:v>0.61556791326750193</c:v>
                </c:pt>
                <c:pt idx="25209">
                  <c:v>0.61560924641319925</c:v>
                </c:pt>
                <c:pt idx="25210">
                  <c:v>0.61564753737978872</c:v>
                </c:pt>
                <c:pt idx="25211">
                  <c:v>0.61601609588381823</c:v>
                </c:pt>
                <c:pt idx="25212">
                  <c:v>0.61611320547217685</c:v>
                </c:pt>
                <c:pt idx="25213">
                  <c:v>0.61613859158656881</c:v>
                </c:pt>
                <c:pt idx="25214">
                  <c:v>0.61626850427135171</c:v>
                </c:pt>
                <c:pt idx="25215">
                  <c:v>0.61697728509022376</c:v>
                </c:pt>
                <c:pt idx="25216">
                  <c:v>0.61705081326067546</c:v>
                </c:pt>
                <c:pt idx="25217">
                  <c:v>0.61735189453814665</c:v>
                </c:pt>
                <c:pt idx="25218">
                  <c:v>0.61820221817534793</c:v>
                </c:pt>
                <c:pt idx="25219">
                  <c:v>0.61838716096696522</c:v>
                </c:pt>
                <c:pt idx="25220">
                  <c:v>0.61842912945978745</c:v>
                </c:pt>
                <c:pt idx="25221">
                  <c:v>0.61865958473982829</c:v>
                </c:pt>
                <c:pt idx="25222">
                  <c:v>0.61874195769637153</c:v>
                </c:pt>
                <c:pt idx="25223">
                  <c:v>0.61884051293564313</c:v>
                </c:pt>
                <c:pt idx="25224">
                  <c:v>0.61900986767358745</c:v>
                </c:pt>
                <c:pt idx="25225">
                  <c:v>0.61903986880884077</c:v>
                </c:pt>
                <c:pt idx="25226">
                  <c:v>0.61960456321695279</c:v>
                </c:pt>
                <c:pt idx="25227">
                  <c:v>0.6196213797213781</c:v>
                </c:pt>
                <c:pt idx="25228">
                  <c:v>0.61964557619709648</c:v>
                </c:pt>
                <c:pt idx="25229">
                  <c:v>0.61966395120013262</c:v>
                </c:pt>
                <c:pt idx="25230">
                  <c:v>0.6199987902725701</c:v>
                </c:pt>
                <c:pt idx="25231">
                  <c:v>0.62004227681677659</c:v>
                </c:pt>
                <c:pt idx="25232">
                  <c:v>0.62013947469050335</c:v>
                </c:pt>
                <c:pt idx="25233">
                  <c:v>0.62047161345764801</c:v>
                </c:pt>
                <c:pt idx="25234">
                  <c:v>0.6205328768702526</c:v>
                </c:pt>
                <c:pt idx="25235">
                  <c:v>0.62063049788613178</c:v>
                </c:pt>
                <c:pt idx="25236">
                  <c:v>0.62082609142087164</c:v>
                </c:pt>
                <c:pt idx="25237">
                  <c:v>0.62091510976543529</c:v>
                </c:pt>
                <c:pt idx="25238">
                  <c:v>0.62125504409489996</c:v>
                </c:pt>
                <c:pt idx="25239">
                  <c:v>0.62128435471797983</c:v>
                </c:pt>
                <c:pt idx="25240">
                  <c:v>0.62158353547441003</c:v>
                </c:pt>
                <c:pt idx="25241">
                  <c:v>0.62179606052648029</c:v>
                </c:pt>
                <c:pt idx="25242">
                  <c:v>0.62218599231303706</c:v>
                </c:pt>
                <c:pt idx="25243">
                  <c:v>0.62258135451520169</c:v>
                </c:pt>
                <c:pt idx="25244">
                  <c:v>0.62272522344470982</c:v>
                </c:pt>
                <c:pt idx="25245">
                  <c:v>0.62276718483812965</c:v>
                </c:pt>
                <c:pt idx="25246">
                  <c:v>0.62316326913265108</c:v>
                </c:pt>
                <c:pt idx="25247">
                  <c:v>0.6232573682314938</c:v>
                </c:pt>
                <c:pt idx="25248">
                  <c:v>0.62328776766135918</c:v>
                </c:pt>
                <c:pt idx="25249">
                  <c:v>0.62350388101240928</c:v>
                </c:pt>
                <c:pt idx="25250">
                  <c:v>0.62364704097299328</c:v>
                </c:pt>
                <c:pt idx="25251">
                  <c:v>0.62412855523107991</c:v>
                </c:pt>
                <c:pt idx="25252">
                  <c:v>0.62419128448944305</c:v>
                </c:pt>
                <c:pt idx="25253">
                  <c:v>0.62419987500792062</c:v>
                </c:pt>
                <c:pt idx="25254">
                  <c:v>0.62432588124199551</c:v>
                </c:pt>
                <c:pt idx="25255">
                  <c:v>0.62472936958436298</c:v>
                </c:pt>
                <c:pt idx="25256">
                  <c:v>0.62493587227935388</c:v>
                </c:pt>
                <c:pt idx="25257">
                  <c:v>0.62514628739512279</c:v>
                </c:pt>
                <c:pt idx="25258">
                  <c:v>0.62535041592071106</c:v>
                </c:pt>
                <c:pt idx="25259">
                  <c:v>0.62570210897193268</c:v>
                </c:pt>
                <c:pt idx="25260">
                  <c:v>0.62586769945310494</c:v>
                </c:pt>
                <c:pt idx="25261">
                  <c:v>0.6263672466387159</c:v>
                </c:pt>
                <c:pt idx="25262">
                  <c:v>0.62656012612942957</c:v>
                </c:pt>
                <c:pt idx="25263">
                  <c:v>0.62671973213320653</c:v>
                </c:pt>
                <c:pt idx="25264">
                  <c:v>0.62678287424925061</c:v>
                </c:pt>
                <c:pt idx="25265">
                  <c:v>0.62706145092836452</c:v>
                </c:pt>
                <c:pt idx="25266">
                  <c:v>0.62723883490663501</c:v>
                </c:pt>
                <c:pt idx="25267">
                  <c:v>0.62810711680601505</c:v>
                </c:pt>
                <c:pt idx="25268">
                  <c:v>0.62838419649411292</c:v>
                </c:pt>
                <c:pt idx="25269">
                  <c:v>0.62870635732506674</c:v>
                </c:pt>
                <c:pt idx="25270">
                  <c:v>0.62871517636560792</c:v>
                </c:pt>
                <c:pt idx="25271">
                  <c:v>0.62892172494461729</c:v>
                </c:pt>
                <c:pt idx="25272">
                  <c:v>0.62945154834890427</c:v>
                </c:pt>
                <c:pt idx="25273">
                  <c:v>0.62947107452926776</c:v>
                </c:pt>
                <c:pt idx="25274">
                  <c:v>0.62974005537384992</c:v>
                </c:pt>
                <c:pt idx="25275">
                  <c:v>0.62993445331435605</c:v>
                </c:pt>
                <c:pt idx="25276">
                  <c:v>0.62997692102347269</c:v>
                </c:pt>
                <c:pt idx="25277">
                  <c:v>0.63032257365201161</c:v>
                </c:pt>
                <c:pt idx="25278">
                  <c:v>0.63039325906695265</c:v>
                </c:pt>
                <c:pt idx="25279">
                  <c:v>0.6310334697911395</c:v>
                </c:pt>
                <c:pt idx="25280">
                  <c:v>0.63106045116647858</c:v>
                </c:pt>
                <c:pt idx="25281">
                  <c:v>0.63154537479214523</c:v>
                </c:pt>
                <c:pt idx="25282">
                  <c:v>0.63161296802419886</c:v>
                </c:pt>
                <c:pt idx="25283">
                  <c:v>0.63174241910833695</c:v>
                </c:pt>
                <c:pt idx="25284">
                  <c:v>0.63190998745527527</c:v>
                </c:pt>
                <c:pt idx="25285">
                  <c:v>0.63233766240065281</c:v>
                </c:pt>
                <c:pt idx="25286">
                  <c:v>0.63291907245700452</c:v>
                </c:pt>
                <c:pt idx="25287">
                  <c:v>0.63292972579258322</c:v>
                </c:pt>
                <c:pt idx="25288">
                  <c:v>0.63296884479175697</c:v>
                </c:pt>
                <c:pt idx="25289">
                  <c:v>0.6331783030184287</c:v>
                </c:pt>
                <c:pt idx="25290">
                  <c:v>0.63321237801680574</c:v>
                </c:pt>
                <c:pt idx="25291">
                  <c:v>0.63419959797123793</c:v>
                </c:pt>
                <c:pt idx="25292">
                  <c:v>0.63460379815834289</c:v>
                </c:pt>
                <c:pt idx="25293">
                  <c:v>0.63495034488668556</c:v>
                </c:pt>
                <c:pt idx="25294">
                  <c:v>0.63501516432889138</c:v>
                </c:pt>
                <c:pt idx="25295">
                  <c:v>0.63529507865317747</c:v>
                </c:pt>
                <c:pt idx="25296">
                  <c:v>0.63541296114255741</c:v>
                </c:pt>
                <c:pt idx="25297">
                  <c:v>0.63545177673354414</c:v>
                </c:pt>
                <c:pt idx="25298">
                  <c:v>0.63591897826484167</c:v>
                </c:pt>
                <c:pt idx="25299">
                  <c:v>0.636088258387006</c:v>
                </c:pt>
                <c:pt idx="25300">
                  <c:v>0.63611372813724576</c:v>
                </c:pt>
                <c:pt idx="25301">
                  <c:v>0.63612470291079692</c:v>
                </c:pt>
                <c:pt idx="25302">
                  <c:v>0.63616809759937532</c:v>
                </c:pt>
                <c:pt idx="25303">
                  <c:v>0.63652429316745673</c:v>
                </c:pt>
                <c:pt idx="25304">
                  <c:v>0.63730405037138815</c:v>
                </c:pt>
                <c:pt idx="25305">
                  <c:v>0.63739732557813678</c:v>
                </c:pt>
                <c:pt idx="25306">
                  <c:v>0.6375515468355023</c:v>
                </c:pt>
                <c:pt idx="25307">
                  <c:v>0.63759227369022842</c:v>
                </c:pt>
                <c:pt idx="25308">
                  <c:v>0.63787687975501917</c:v>
                </c:pt>
                <c:pt idx="25309">
                  <c:v>0.6379545867725448</c:v>
                </c:pt>
                <c:pt idx="25310">
                  <c:v>0.63843547463737116</c:v>
                </c:pt>
                <c:pt idx="25311">
                  <c:v>0.63850167698850024</c:v>
                </c:pt>
                <c:pt idx="25312">
                  <c:v>0.6385247633152431</c:v>
                </c:pt>
                <c:pt idx="25313">
                  <c:v>0.63872890517311298</c:v>
                </c:pt>
                <c:pt idx="25314">
                  <c:v>0.6388549903100732</c:v>
                </c:pt>
                <c:pt idx="25315">
                  <c:v>0.63910134273211061</c:v>
                </c:pt>
                <c:pt idx="25316">
                  <c:v>0.63952422021545841</c:v>
                </c:pt>
                <c:pt idx="25317">
                  <c:v>0.63992311701937865</c:v>
                </c:pt>
                <c:pt idx="25318">
                  <c:v>0.64016241361576864</c:v>
                </c:pt>
                <c:pt idx="25319">
                  <c:v>0.64032218826718368</c:v>
                </c:pt>
                <c:pt idx="25320">
                  <c:v>0.6403383869723982</c:v>
                </c:pt>
                <c:pt idx="25321">
                  <c:v>0.64072204857908643</c:v>
                </c:pt>
                <c:pt idx="25322">
                  <c:v>0.64093332453304175</c:v>
                </c:pt>
                <c:pt idx="25323">
                  <c:v>0.64096969131602766</c:v>
                </c:pt>
                <c:pt idx="25324">
                  <c:v>0.64120021557270501</c:v>
                </c:pt>
                <c:pt idx="25325">
                  <c:v>0.6417611409852898</c:v>
                </c:pt>
                <c:pt idx="25326">
                  <c:v>0.6418354391190213</c:v>
                </c:pt>
                <c:pt idx="25327">
                  <c:v>0.64200100276662919</c:v>
                </c:pt>
                <c:pt idx="25328">
                  <c:v>0.64258008553114732</c:v>
                </c:pt>
                <c:pt idx="25329">
                  <c:v>0.64262197908867547</c:v>
                </c:pt>
                <c:pt idx="25330">
                  <c:v>0.64270219921066585</c:v>
                </c:pt>
                <c:pt idx="25331">
                  <c:v>0.64283311484708394</c:v>
                </c:pt>
                <c:pt idx="25332">
                  <c:v>0.64289198502492484</c:v>
                </c:pt>
                <c:pt idx="25333">
                  <c:v>0.64291831191803939</c:v>
                </c:pt>
                <c:pt idx="25334">
                  <c:v>0.64294480550207234</c:v>
                </c:pt>
                <c:pt idx="25335">
                  <c:v>0.64301400090119909</c:v>
                </c:pt>
                <c:pt idx="25336">
                  <c:v>0.64324055948092851</c:v>
                </c:pt>
                <c:pt idx="25337">
                  <c:v>0.64414924545438945</c:v>
                </c:pt>
                <c:pt idx="25338">
                  <c:v>0.64418165184936349</c:v>
                </c:pt>
                <c:pt idx="25339">
                  <c:v>0.64473901703332459</c:v>
                </c:pt>
                <c:pt idx="25340">
                  <c:v>0.64476223576083147</c:v>
                </c:pt>
                <c:pt idx="25341">
                  <c:v>0.64499345384953843</c:v>
                </c:pt>
                <c:pt idx="25342">
                  <c:v>0.64551585272423984</c:v>
                </c:pt>
                <c:pt idx="25343">
                  <c:v>0.64565214082420286</c:v>
                </c:pt>
                <c:pt idx="25344">
                  <c:v>0.64581588374798438</c:v>
                </c:pt>
                <c:pt idx="25345">
                  <c:v>0.6461319520872757</c:v>
                </c:pt>
                <c:pt idx="25346">
                  <c:v>0.64637771261771548</c:v>
                </c:pt>
                <c:pt idx="25347">
                  <c:v>0.64641876322848624</c:v>
                </c:pt>
                <c:pt idx="25348">
                  <c:v>0.64670111616364712</c:v>
                </c:pt>
                <c:pt idx="25349">
                  <c:v>0.64680292785683557</c:v>
                </c:pt>
                <c:pt idx="25350">
                  <c:v>0.64687524680798081</c:v>
                </c:pt>
                <c:pt idx="25351">
                  <c:v>0.64688241163511928</c:v>
                </c:pt>
                <c:pt idx="25352">
                  <c:v>0.64692176924937883</c:v>
                </c:pt>
                <c:pt idx="25353">
                  <c:v>0.64700320841760617</c:v>
                </c:pt>
                <c:pt idx="25354">
                  <c:v>0.64704469486810623</c:v>
                </c:pt>
                <c:pt idx="25355">
                  <c:v>0.64761975357025003</c:v>
                </c:pt>
                <c:pt idx="25356">
                  <c:v>0.64782160217323359</c:v>
                </c:pt>
                <c:pt idx="25357">
                  <c:v>0.64810681473930198</c:v>
                </c:pt>
                <c:pt idx="25358">
                  <c:v>0.6483064657332025</c:v>
                </c:pt>
                <c:pt idx="25359">
                  <c:v>0.6487867826537117</c:v>
                </c:pt>
                <c:pt idx="25360">
                  <c:v>0.64896017138233542</c:v>
                </c:pt>
                <c:pt idx="25361">
                  <c:v>0.64918878878843811</c:v>
                </c:pt>
                <c:pt idx="25362">
                  <c:v>0.64963380372659718</c:v>
                </c:pt>
                <c:pt idx="25363">
                  <c:v>0.65003384656936214</c:v>
                </c:pt>
                <c:pt idx="25364">
                  <c:v>0.65010378621862364</c:v>
                </c:pt>
                <c:pt idx="25365">
                  <c:v>0.65029546309931385</c:v>
                </c:pt>
                <c:pt idx="25366">
                  <c:v>0.65030989929665306</c:v>
                </c:pt>
                <c:pt idx="25367">
                  <c:v>0.65038374070650995</c:v>
                </c:pt>
                <c:pt idx="25368">
                  <c:v>0.65085802776406132</c:v>
                </c:pt>
                <c:pt idx="25369">
                  <c:v>0.65089138658604129</c:v>
                </c:pt>
                <c:pt idx="25370">
                  <c:v>0.65096141003370034</c:v>
                </c:pt>
                <c:pt idx="25371">
                  <c:v>0.65106437526859329</c:v>
                </c:pt>
                <c:pt idx="25372">
                  <c:v>0.65121679992062698</c:v>
                </c:pt>
                <c:pt idx="25373">
                  <c:v>0.65127301875885268</c:v>
                </c:pt>
                <c:pt idx="25374">
                  <c:v>0.65132984364430846</c:v>
                </c:pt>
                <c:pt idx="25375">
                  <c:v>0.65157756520333798</c:v>
                </c:pt>
                <c:pt idx="25376">
                  <c:v>0.65195273887388183</c:v>
                </c:pt>
                <c:pt idx="25377">
                  <c:v>0.65207764074861096</c:v>
                </c:pt>
                <c:pt idx="25378">
                  <c:v>0.65230547599026012</c:v>
                </c:pt>
                <c:pt idx="25379">
                  <c:v>0.65241088735012187</c:v>
                </c:pt>
                <c:pt idx="25380">
                  <c:v>0.65246168975058338</c:v>
                </c:pt>
                <c:pt idx="25381">
                  <c:v>0.65247000776581821</c:v>
                </c:pt>
                <c:pt idx="25382">
                  <c:v>0.65279040115201192</c:v>
                </c:pt>
                <c:pt idx="25383">
                  <c:v>0.65286870446213263</c:v>
                </c:pt>
                <c:pt idx="25384">
                  <c:v>0.65314357073637974</c:v>
                </c:pt>
                <c:pt idx="25385">
                  <c:v>0.65373628676672557</c:v>
                </c:pt>
                <c:pt idx="25386">
                  <c:v>0.65401211686423633</c:v>
                </c:pt>
                <c:pt idx="25387">
                  <c:v>0.65416523916304392</c:v>
                </c:pt>
                <c:pt idx="25388">
                  <c:v>0.65469759897905155</c:v>
                </c:pt>
                <c:pt idx="25389">
                  <c:v>0.65471284445481248</c:v>
                </c:pt>
                <c:pt idx="25390">
                  <c:v>0.65476568911095157</c:v>
                </c:pt>
                <c:pt idx="25391">
                  <c:v>0.6548516234813625</c:v>
                </c:pt>
                <c:pt idx="25392">
                  <c:v>0.65491821761890712</c:v>
                </c:pt>
                <c:pt idx="25393">
                  <c:v>0.6552792885008476</c:v>
                </c:pt>
                <c:pt idx="25394">
                  <c:v>0.6560796163579059</c:v>
                </c:pt>
                <c:pt idx="25395">
                  <c:v>0.65668023268504006</c:v>
                </c:pt>
                <c:pt idx="25396">
                  <c:v>0.65699107139611046</c:v>
                </c:pt>
                <c:pt idx="25397">
                  <c:v>0.65745759904059464</c:v>
                </c:pt>
                <c:pt idx="25398">
                  <c:v>0.65755344856170472</c:v>
                </c:pt>
                <c:pt idx="25399">
                  <c:v>0.65756219305574903</c:v>
                </c:pt>
                <c:pt idx="25400">
                  <c:v>0.65778535269873373</c:v>
                </c:pt>
                <c:pt idx="25401">
                  <c:v>0.65803940257276416</c:v>
                </c:pt>
                <c:pt idx="25402">
                  <c:v>0.65820040068389396</c:v>
                </c:pt>
                <c:pt idx="25403">
                  <c:v>0.65876655530047101</c:v>
                </c:pt>
                <c:pt idx="25404">
                  <c:v>0.65974034682293459</c:v>
                </c:pt>
                <c:pt idx="25405">
                  <c:v>0.66016981913868833</c:v>
                </c:pt>
                <c:pt idx="25406">
                  <c:v>0.66040303041476067</c:v>
                </c:pt>
                <c:pt idx="25407">
                  <c:v>0.66051082910516035</c:v>
                </c:pt>
                <c:pt idx="25408">
                  <c:v>0.66062698307809065</c:v>
                </c:pt>
                <c:pt idx="25409">
                  <c:v>0.66097073604260947</c:v>
                </c:pt>
                <c:pt idx="25410">
                  <c:v>0.66114445211630801</c:v>
                </c:pt>
                <c:pt idx="25411">
                  <c:v>0.66123582144679771</c:v>
                </c:pt>
                <c:pt idx="25412">
                  <c:v>0.66152887555349604</c:v>
                </c:pt>
                <c:pt idx="25413">
                  <c:v>0.66153395094702783</c:v>
                </c:pt>
                <c:pt idx="25414">
                  <c:v>0.66162494038016739</c:v>
                </c:pt>
                <c:pt idx="25415">
                  <c:v>0.66198201261762024</c:v>
                </c:pt>
                <c:pt idx="25416">
                  <c:v>0.66245871863605454</c:v>
                </c:pt>
                <c:pt idx="25417">
                  <c:v>0.66253456261941923</c:v>
                </c:pt>
                <c:pt idx="25418">
                  <c:v>0.66259707503428944</c:v>
                </c:pt>
                <c:pt idx="25419">
                  <c:v>0.66277510364687331</c:v>
                </c:pt>
                <c:pt idx="25420">
                  <c:v>0.66298754672262006</c:v>
                </c:pt>
                <c:pt idx="25421">
                  <c:v>0.66317676522929447</c:v>
                </c:pt>
                <c:pt idx="25422">
                  <c:v>0.66335209444209542</c:v>
                </c:pt>
                <c:pt idx="25423">
                  <c:v>0.66339940426230359</c:v>
                </c:pt>
                <c:pt idx="25424">
                  <c:v>0.66367585587835498</c:v>
                </c:pt>
                <c:pt idx="25425">
                  <c:v>0.66373500682559261</c:v>
                </c:pt>
                <c:pt idx="25426">
                  <c:v>0.66387225542809125</c:v>
                </c:pt>
                <c:pt idx="25427">
                  <c:v>0.66417295976393764</c:v>
                </c:pt>
                <c:pt idx="25428">
                  <c:v>0.66417752329253088</c:v>
                </c:pt>
                <c:pt idx="25429">
                  <c:v>0.66431558057632445</c:v>
                </c:pt>
                <c:pt idx="25430">
                  <c:v>0.66444978006744759</c:v>
                </c:pt>
                <c:pt idx="25431">
                  <c:v>0.66476225525592458</c:v>
                </c:pt>
                <c:pt idx="25432">
                  <c:v>0.66503677453189136</c:v>
                </c:pt>
                <c:pt idx="25433">
                  <c:v>0.6650548983164204</c:v>
                </c:pt>
                <c:pt idx="25434">
                  <c:v>0.66515140482528212</c:v>
                </c:pt>
                <c:pt idx="25435">
                  <c:v>0.66527730856139744</c:v>
                </c:pt>
                <c:pt idx="25436">
                  <c:v>0.66539970247954727</c:v>
                </c:pt>
                <c:pt idx="25437">
                  <c:v>0.66542702266626708</c:v>
                </c:pt>
                <c:pt idx="25438">
                  <c:v>0.66543134062294329</c:v>
                </c:pt>
                <c:pt idx="25439">
                  <c:v>0.66551316073961908</c:v>
                </c:pt>
                <c:pt idx="25440">
                  <c:v>0.66558361432386892</c:v>
                </c:pt>
                <c:pt idx="25441">
                  <c:v>0.66559140216104107</c:v>
                </c:pt>
                <c:pt idx="25442">
                  <c:v>0.66574989707506804</c:v>
                </c:pt>
                <c:pt idx="25443">
                  <c:v>0.66626910826445351</c:v>
                </c:pt>
                <c:pt idx="25444">
                  <c:v>0.66642633655061223</c:v>
                </c:pt>
                <c:pt idx="25445">
                  <c:v>0.66681386666952647</c:v>
                </c:pt>
                <c:pt idx="25446">
                  <c:v>0.66697413784125636</c:v>
                </c:pt>
                <c:pt idx="25447">
                  <c:v>0.66701440845200011</c:v>
                </c:pt>
                <c:pt idx="25448">
                  <c:v>0.66722773310169348</c:v>
                </c:pt>
                <c:pt idx="25449">
                  <c:v>0.66731806553878903</c:v>
                </c:pt>
                <c:pt idx="25450">
                  <c:v>0.66797456765805086</c:v>
                </c:pt>
                <c:pt idx="25451">
                  <c:v>0.66804931257666234</c:v>
                </c:pt>
                <c:pt idx="25452">
                  <c:v>0.66815565878684713</c:v>
                </c:pt>
                <c:pt idx="25453">
                  <c:v>0.66859042320472439</c:v>
                </c:pt>
                <c:pt idx="25454">
                  <c:v>0.66862910585329161</c:v>
                </c:pt>
                <c:pt idx="25455">
                  <c:v>0.66872360638616346</c:v>
                </c:pt>
                <c:pt idx="25456">
                  <c:v>0.66872728027657247</c:v>
                </c:pt>
                <c:pt idx="25457">
                  <c:v>0.66948476551187786</c:v>
                </c:pt>
                <c:pt idx="25458">
                  <c:v>0.67054248298508301</c:v>
                </c:pt>
                <c:pt idx="25459">
                  <c:v>0.67084031637081099</c:v>
                </c:pt>
                <c:pt idx="25460">
                  <c:v>0.67109167296914274</c:v>
                </c:pt>
                <c:pt idx="25461">
                  <c:v>0.67175949763280896</c:v>
                </c:pt>
                <c:pt idx="25462">
                  <c:v>0.67199842874899218</c:v>
                </c:pt>
                <c:pt idx="25463">
                  <c:v>0.67203529667392592</c:v>
                </c:pt>
                <c:pt idx="25464">
                  <c:v>0.67212747287928321</c:v>
                </c:pt>
                <c:pt idx="25465">
                  <c:v>0.67266608301807918</c:v>
                </c:pt>
                <c:pt idx="25466">
                  <c:v>0.67308210640639343</c:v>
                </c:pt>
                <c:pt idx="25467">
                  <c:v>0.67325666816573049</c:v>
                </c:pt>
                <c:pt idx="25468">
                  <c:v>0.67341814780716691</c:v>
                </c:pt>
                <c:pt idx="25469">
                  <c:v>0.67447494037698186</c:v>
                </c:pt>
                <c:pt idx="25470">
                  <c:v>0.67466439739931616</c:v>
                </c:pt>
                <c:pt idx="25471">
                  <c:v>0.6747004366372179</c:v>
                </c:pt>
                <c:pt idx="25472">
                  <c:v>0.67489212528612663</c:v>
                </c:pt>
                <c:pt idx="25473">
                  <c:v>0.67550615802980385</c:v>
                </c:pt>
                <c:pt idx="25474">
                  <c:v>0.67622987417708436</c:v>
                </c:pt>
                <c:pt idx="25475">
                  <c:v>0.67660978211264855</c:v>
                </c:pt>
                <c:pt idx="25476">
                  <c:v>0.6766668001530759</c:v>
                </c:pt>
                <c:pt idx="25477">
                  <c:v>0.67704235241922628</c:v>
                </c:pt>
                <c:pt idx="25478">
                  <c:v>0.67794734847144877</c:v>
                </c:pt>
                <c:pt idx="25479">
                  <c:v>0.67801548719582172</c:v>
                </c:pt>
                <c:pt idx="25480">
                  <c:v>0.67826443551158522</c:v>
                </c:pt>
                <c:pt idx="25481">
                  <c:v>0.67888566911972981</c:v>
                </c:pt>
                <c:pt idx="25482">
                  <c:v>0.67894888442614387</c:v>
                </c:pt>
                <c:pt idx="25483">
                  <c:v>0.67926585051013066</c:v>
                </c:pt>
                <c:pt idx="25484">
                  <c:v>0.6794576573906389</c:v>
                </c:pt>
                <c:pt idx="25485">
                  <c:v>0.67951389832264453</c:v>
                </c:pt>
                <c:pt idx="25486">
                  <c:v>0.67986011902347543</c:v>
                </c:pt>
                <c:pt idx="25487">
                  <c:v>0.67990331189049036</c:v>
                </c:pt>
                <c:pt idx="25488">
                  <c:v>0.67997844423887988</c:v>
                </c:pt>
                <c:pt idx="25489">
                  <c:v>0.67999843605598109</c:v>
                </c:pt>
                <c:pt idx="25490">
                  <c:v>0.68012631793677669</c:v>
                </c:pt>
                <c:pt idx="25491">
                  <c:v>0.68024599835866173</c:v>
                </c:pt>
                <c:pt idx="25492">
                  <c:v>0.68054778317762743</c:v>
                </c:pt>
                <c:pt idx="25493">
                  <c:v>0.68105929136435039</c:v>
                </c:pt>
                <c:pt idx="25494">
                  <c:v>0.68152753615559125</c:v>
                </c:pt>
                <c:pt idx="25495">
                  <c:v>0.68165374229880715</c:v>
                </c:pt>
                <c:pt idx="25496">
                  <c:v>0.68169111916745162</c:v>
                </c:pt>
                <c:pt idx="25497">
                  <c:v>0.68198421695355393</c:v>
                </c:pt>
                <c:pt idx="25498">
                  <c:v>0.6821227270235416</c:v>
                </c:pt>
                <c:pt idx="25499">
                  <c:v>0.68213386223909656</c:v>
                </c:pt>
                <c:pt idx="25500">
                  <c:v>0.68236300397970751</c:v>
                </c:pt>
                <c:pt idx="25501">
                  <c:v>0.68244625627330102</c:v>
                </c:pt>
                <c:pt idx="25502">
                  <c:v>0.68292572084571312</c:v>
                </c:pt>
                <c:pt idx="25503">
                  <c:v>0.68298323852375575</c:v>
                </c:pt>
                <c:pt idx="25504">
                  <c:v>0.68304706649777247</c:v>
                </c:pt>
                <c:pt idx="25505">
                  <c:v>0.68313803753570967</c:v>
                </c:pt>
                <c:pt idx="25506">
                  <c:v>0.6833150392683176</c:v>
                </c:pt>
                <c:pt idx="25507">
                  <c:v>0.68334437068566389</c:v>
                </c:pt>
                <c:pt idx="25508">
                  <c:v>0.6835827104567016</c:v>
                </c:pt>
                <c:pt idx="25509">
                  <c:v>0.68362156599201218</c:v>
                </c:pt>
                <c:pt idx="25510">
                  <c:v>0.68374074650801586</c:v>
                </c:pt>
                <c:pt idx="25511">
                  <c:v>0.68391764483093498</c:v>
                </c:pt>
                <c:pt idx="25512">
                  <c:v>0.68398910455959416</c:v>
                </c:pt>
                <c:pt idx="25513">
                  <c:v>0.68402415561970598</c:v>
                </c:pt>
                <c:pt idx="25514">
                  <c:v>0.6852212105725437</c:v>
                </c:pt>
                <c:pt idx="25515">
                  <c:v>0.68529314298704025</c:v>
                </c:pt>
                <c:pt idx="25516">
                  <c:v>0.6852956371235559</c:v>
                </c:pt>
                <c:pt idx="25517">
                  <c:v>0.68542616741598783</c:v>
                </c:pt>
                <c:pt idx="25518">
                  <c:v>0.68546516194078211</c:v>
                </c:pt>
                <c:pt idx="25519">
                  <c:v>0.68577255773530521</c:v>
                </c:pt>
                <c:pt idx="25520">
                  <c:v>0.68578731603939047</c:v>
                </c:pt>
                <c:pt idx="25521">
                  <c:v>0.68636266322343831</c:v>
                </c:pt>
                <c:pt idx="25522">
                  <c:v>0.68669838523388982</c:v>
                </c:pt>
                <c:pt idx="25523">
                  <c:v>0.68676748541686827</c:v>
                </c:pt>
                <c:pt idx="25524">
                  <c:v>0.6870307649557833</c:v>
                </c:pt>
                <c:pt idx="25525">
                  <c:v>0.68728108029927559</c:v>
                </c:pt>
                <c:pt idx="25526">
                  <c:v>0.6873566570958789</c:v>
                </c:pt>
                <c:pt idx="25527">
                  <c:v>0.68744976057453866</c:v>
                </c:pt>
                <c:pt idx="25528">
                  <c:v>0.68754423504844564</c:v>
                </c:pt>
                <c:pt idx="25529">
                  <c:v>0.68810257149698484</c:v>
                </c:pt>
                <c:pt idx="25530">
                  <c:v>0.68874499595955896</c:v>
                </c:pt>
                <c:pt idx="25531">
                  <c:v>0.68900543997773955</c:v>
                </c:pt>
                <c:pt idx="25532">
                  <c:v>0.69122145539179036</c:v>
                </c:pt>
                <c:pt idx="25533">
                  <c:v>0.69147419527640008</c:v>
                </c:pt>
                <c:pt idx="25534">
                  <c:v>0.69159242643757102</c:v>
                </c:pt>
                <c:pt idx="25535">
                  <c:v>0.69168922927037257</c:v>
                </c:pt>
                <c:pt idx="25536">
                  <c:v>0.69169408990883863</c:v>
                </c:pt>
                <c:pt idx="25537">
                  <c:v>0.69209115954392497</c:v>
                </c:pt>
                <c:pt idx="25538">
                  <c:v>0.69221317755920975</c:v>
                </c:pt>
                <c:pt idx="25539">
                  <c:v>0.69293962465126313</c:v>
                </c:pt>
                <c:pt idx="25540">
                  <c:v>0.69329442077060133</c:v>
                </c:pt>
                <c:pt idx="25541">
                  <c:v>0.69330561959797943</c:v>
                </c:pt>
                <c:pt idx="25542">
                  <c:v>0.69331881690919683</c:v>
                </c:pt>
                <c:pt idx="25543">
                  <c:v>0.69334598695868299</c:v>
                </c:pt>
                <c:pt idx="25544">
                  <c:v>0.69343040275182299</c:v>
                </c:pt>
                <c:pt idx="25545">
                  <c:v>0.69387673997428112</c:v>
                </c:pt>
                <c:pt idx="25546">
                  <c:v>0.69401654885784769</c:v>
                </c:pt>
                <c:pt idx="25547">
                  <c:v>0.69415247197626506</c:v>
                </c:pt>
                <c:pt idx="25548">
                  <c:v>0.69420683947242579</c:v>
                </c:pt>
                <c:pt idx="25549">
                  <c:v>0.69435228832710671</c:v>
                </c:pt>
                <c:pt idx="25550">
                  <c:v>0.69437709224745725</c:v>
                </c:pt>
                <c:pt idx="25551">
                  <c:v>0.69493876808497435</c:v>
                </c:pt>
                <c:pt idx="25552">
                  <c:v>0.69502045245028754</c:v>
                </c:pt>
                <c:pt idx="25553">
                  <c:v>0.6952195513245587</c:v>
                </c:pt>
                <c:pt idx="25554">
                  <c:v>0.69542350976121647</c:v>
                </c:pt>
                <c:pt idx="25555">
                  <c:v>0.69584874212453407</c:v>
                </c:pt>
                <c:pt idx="25556">
                  <c:v>0.69592603792087704</c:v>
                </c:pt>
                <c:pt idx="25557">
                  <c:v>0.69643757576382259</c:v>
                </c:pt>
                <c:pt idx="25558">
                  <c:v>0.69651590124421614</c:v>
                </c:pt>
                <c:pt idx="25559">
                  <c:v>0.69674489415004592</c:v>
                </c:pt>
                <c:pt idx="25560">
                  <c:v>0.69675326654922709</c:v>
                </c:pt>
                <c:pt idx="25561">
                  <c:v>0.69680722555797503</c:v>
                </c:pt>
                <c:pt idx="25562">
                  <c:v>0.69688637947197785</c:v>
                </c:pt>
                <c:pt idx="25563">
                  <c:v>0.69688681861502266</c:v>
                </c:pt>
                <c:pt idx="25564">
                  <c:v>0.69688966110769435</c:v>
                </c:pt>
                <c:pt idx="25565">
                  <c:v>0.69696890559585123</c:v>
                </c:pt>
                <c:pt idx="25566">
                  <c:v>0.6973957084428769</c:v>
                </c:pt>
                <c:pt idx="25567">
                  <c:v>0.69743351012441801</c:v>
                </c:pt>
                <c:pt idx="25568">
                  <c:v>0.69758001214982768</c:v>
                </c:pt>
                <c:pt idx="25569">
                  <c:v>0.69784643509927946</c:v>
                </c:pt>
                <c:pt idx="25570">
                  <c:v>0.69786636134762903</c:v>
                </c:pt>
                <c:pt idx="25571">
                  <c:v>0.69842752551953846</c:v>
                </c:pt>
                <c:pt idx="25572">
                  <c:v>0.69878072733414431</c:v>
                </c:pt>
                <c:pt idx="25573">
                  <c:v>0.69884932234952513</c:v>
                </c:pt>
                <c:pt idx="25574">
                  <c:v>0.6990422923293742</c:v>
                </c:pt>
                <c:pt idx="25575">
                  <c:v>0.6990585862712152</c:v>
                </c:pt>
                <c:pt idx="25576">
                  <c:v>0.7000241732966479</c:v>
                </c:pt>
                <c:pt idx="25577">
                  <c:v>0.70027889940267418</c:v>
                </c:pt>
                <c:pt idx="25578">
                  <c:v>0.70096727742360487</c:v>
                </c:pt>
                <c:pt idx="25579">
                  <c:v>0.70143199285567448</c:v>
                </c:pt>
                <c:pt idx="25580">
                  <c:v>0.70169261420112583</c:v>
                </c:pt>
                <c:pt idx="25581">
                  <c:v>0.70241296814108301</c:v>
                </c:pt>
                <c:pt idx="25582">
                  <c:v>0.70266934196648645</c:v>
                </c:pt>
                <c:pt idx="25583">
                  <c:v>0.70381915647779392</c:v>
                </c:pt>
                <c:pt idx="25584">
                  <c:v>0.70383864490915682</c:v>
                </c:pt>
                <c:pt idx="25585">
                  <c:v>0.70425653593860993</c:v>
                </c:pt>
                <c:pt idx="25586">
                  <c:v>0.70459867027259282</c:v>
                </c:pt>
                <c:pt idx="25587">
                  <c:v>0.70509672413886992</c:v>
                </c:pt>
                <c:pt idx="25588">
                  <c:v>0.70549221676079954</c:v>
                </c:pt>
                <c:pt idx="25589">
                  <c:v>0.70569398347917378</c:v>
                </c:pt>
                <c:pt idx="25590">
                  <c:v>0.70575706243196823</c:v>
                </c:pt>
                <c:pt idx="25591">
                  <c:v>0.70579357443064905</c:v>
                </c:pt>
                <c:pt idx="25592">
                  <c:v>0.70579815559774084</c:v>
                </c:pt>
                <c:pt idx="25593">
                  <c:v>0.70586162875926584</c:v>
                </c:pt>
                <c:pt idx="25594">
                  <c:v>0.70617399573544792</c:v>
                </c:pt>
                <c:pt idx="25595">
                  <c:v>0.70630948255464332</c:v>
                </c:pt>
                <c:pt idx="25596">
                  <c:v>0.70633865861899225</c:v>
                </c:pt>
                <c:pt idx="25597">
                  <c:v>0.70678777470002518</c:v>
                </c:pt>
                <c:pt idx="25598">
                  <c:v>0.70683583102792069</c:v>
                </c:pt>
                <c:pt idx="25599">
                  <c:v>0.7070951550683573</c:v>
                </c:pt>
                <c:pt idx="25600">
                  <c:v>0.70740093860653086</c:v>
                </c:pt>
                <c:pt idx="25601">
                  <c:v>0.70741362248120332</c:v>
                </c:pt>
                <c:pt idx="25602">
                  <c:v>0.70898423345759209</c:v>
                </c:pt>
                <c:pt idx="25603">
                  <c:v>0.7097650400079365</c:v>
                </c:pt>
                <c:pt idx="25604">
                  <c:v>0.7100523053565736</c:v>
                </c:pt>
                <c:pt idx="25605">
                  <c:v>0.71030449107117488</c:v>
                </c:pt>
                <c:pt idx="25606">
                  <c:v>0.71137078063647863</c:v>
                </c:pt>
                <c:pt idx="25607">
                  <c:v>0.71137995641246998</c:v>
                </c:pt>
                <c:pt idx="25608">
                  <c:v>0.71142877969123086</c:v>
                </c:pt>
                <c:pt idx="25609">
                  <c:v>0.71193345308278821</c:v>
                </c:pt>
                <c:pt idx="25610">
                  <c:v>0.71207633683986182</c:v>
                </c:pt>
                <c:pt idx="25611">
                  <c:v>0.71227295853013828</c:v>
                </c:pt>
                <c:pt idx="25612">
                  <c:v>0.7123394058843413</c:v>
                </c:pt>
                <c:pt idx="25613">
                  <c:v>0.71235913602130485</c:v>
                </c:pt>
                <c:pt idx="25614">
                  <c:v>0.71278946039293767</c:v>
                </c:pt>
                <c:pt idx="25615">
                  <c:v>0.71423733537210432</c:v>
                </c:pt>
                <c:pt idx="25616">
                  <c:v>0.71452978437278436</c:v>
                </c:pt>
                <c:pt idx="25617">
                  <c:v>0.7145317570901073</c:v>
                </c:pt>
                <c:pt idx="25618">
                  <c:v>0.71524873590686688</c:v>
                </c:pt>
                <c:pt idx="25619">
                  <c:v>0.71528660668091382</c:v>
                </c:pt>
                <c:pt idx="25620">
                  <c:v>0.71532786845156748</c:v>
                </c:pt>
                <c:pt idx="25621">
                  <c:v>0.71534761694698934</c:v>
                </c:pt>
                <c:pt idx="25622">
                  <c:v>0.71563365235256005</c:v>
                </c:pt>
                <c:pt idx="25623">
                  <c:v>0.71595531459662443</c:v>
                </c:pt>
                <c:pt idx="25624">
                  <c:v>0.71633055960773839</c:v>
                </c:pt>
                <c:pt idx="25625">
                  <c:v>0.71639609341797783</c:v>
                </c:pt>
                <c:pt idx="25626">
                  <c:v>0.71724600501046432</c:v>
                </c:pt>
                <c:pt idx="25627">
                  <c:v>0.71738419784580054</c:v>
                </c:pt>
                <c:pt idx="25628">
                  <c:v>0.71751960252257041</c:v>
                </c:pt>
                <c:pt idx="25629">
                  <c:v>0.71827779559391225</c:v>
                </c:pt>
                <c:pt idx="25630">
                  <c:v>0.71842179240474446</c:v>
                </c:pt>
                <c:pt idx="25631">
                  <c:v>0.71886872948302749</c:v>
                </c:pt>
                <c:pt idx="25632">
                  <c:v>0.71913246776154183</c:v>
                </c:pt>
                <c:pt idx="25633">
                  <c:v>0.71962796151228692</c:v>
                </c:pt>
                <c:pt idx="25634">
                  <c:v>0.71999601459773943</c:v>
                </c:pt>
                <c:pt idx="25635">
                  <c:v>0.720036806305143</c:v>
                </c:pt>
                <c:pt idx="25636">
                  <c:v>0.7200722894698911</c:v>
                </c:pt>
                <c:pt idx="25637">
                  <c:v>0.72037807101067208</c:v>
                </c:pt>
                <c:pt idx="25638">
                  <c:v>0.72046645074268911</c:v>
                </c:pt>
                <c:pt idx="25639">
                  <c:v>0.72099685775607492</c:v>
                </c:pt>
                <c:pt idx="25640">
                  <c:v>0.72111281386760417</c:v>
                </c:pt>
                <c:pt idx="25641">
                  <c:v>0.72127334834018397</c:v>
                </c:pt>
                <c:pt idx="25642">
                  <c:v>0.72163039162948728</c:v>
                </c:pt>
                <c:pt idx="25643">
                  <c:v>0.72201649180998573</c:v>
                </c:pt>
                <c:pt idx="25644">
                  <c:v>0.72202766319249456</c:v>
                </c:pt>
                <c:pt idx="25645">
                  <c:v>0.72239839958007657</c:v>
                </c:pt>
                <c:pt idx="25646">
                  <c:v>0.7227038807909365</c:v>
                </c:pt>
                <c:pt idx="25647">
                  <c:v>0.72295796062345363</c:v>
                </c:pt>
                <c:pt idx="25648">
                  <c:v>0.72299100223570478</c:v>
                </c:pt>
                <c:pt idx="25649">
                  <c:v>0.72310257542765655</c:v>
                </c:pt>
                <c:pt idx="25650">
                  <c:v>0.72353971094362557</c:v>
                </c:pt>
                <c:pt idx="25651">
                  <c:v>0.72362611501609642</c:v>
                </c:pt>
                <c:pt idx="25652">
                  <c:v>0.72380876494429702</c:v>
                </c:pt>
                <c:pt idx="25653">
                  <c:v>0.72392614731256522</c:v>
                </c:pt>
                <c:pt idx="25654">
                  <c:v>0.72420908564599451</c:v>
                </c:pt>
                <c:pt idx="25655">
                  <c:v>0.72467133995988953</c:v>
                </c:pt>
                <c:pt idx="25656">
                  <c:v>0.72529812677767724</c:v>
                </c:pt>
                <c:pt idx="25657">
                  <c:v>0.72569004334017861</c:v>
                </c:pt>
                <c:pt idx="25658">
                  <c:v>0.72629592393776621</c:v>
                </c:pt>
                <c:pt idx="25659">
                  <c:v>0.72632038603021543</c:v>
                </c:pt>
                <c:pt idx="25660">
                  <c:v>0.72635391251763726</c:v>
                </c:pt>
                <c:pt idx="25661">
                  <c:v>0.72683626627063036</c:v>
                </c:pt>
                <c:pt idx="25662">
                  <c:v>0.7273301868676243</c:v>
                </c:pt>
                <c:pt idx="25663">
                  <c:v>0.72767935865239775</c:v>
                </c:pt>
                <c:pt idx="25664">
                  <c:v>0.72780166998444584</c:v>
                </c:pt>
                <c:pt idx="25665">
                  <c:v>0.72791953277635435</c:v>
                </c:pt>
                <c:pt idx="25666">
                  <c:v>0.72818456075767657</c:v>
                </c:pt>
                <c:pt idx="25667">
                  <c:v>0.7284607135871034</c:v>
                </c:pt>
                <c:pt idx="25668">
                  <c:v>0.72892427833455697</c:v>
                </c:pt>
                <c:pt idx="25669">
                  <c:v>0.73014579704330529</c:v>
                </c:pt>
                <c:pt idx="25670">
                  <c:v>0.730429092580407</c:v>
                </c:pt>
                <c:pt idx="25671">
                  <c:v>0.73059601549844921</c:v>
                </c:pt>
                <c:pt idx="25672">
                  <c:v>0.7308168243313139</c:v>
                </c:pt>
                <c:pt idx="25673">
                  <c:v>0.73090622808976291</c:v>
                </c:pt>
                <c:pt idx="25674">
                  <c:v>0.73096459178091644</c:v>
                </c:pt>
                <c:pt idx="25675">
                  <c:v>0.73143522057214982</c:v>
                </c:pt>
                <c:pt idx="25676">
                  <c:v>0.73148381333906931</c:v>
                </c:pt>
                <c:pt idx="25677">
                  <c:v>0.73161931470513764</c:v>
                </c:pt>
                <c:pt idx="25678">
                  <c:v>0.73170522072384725</c:v>
                </c:pt>
                <c:pt idx="25679">
                  <c:v>0.73200030245170411</c:v>
                </c:pt>
                <c:pt idx="25680">
                  <c:v>0.73224961627411833</c:v>
                </c:pt>
                <c:pt idx="25681">
                  <c:v>0.73234045569135675</c:v>
                </c:pt>
                <c:pt idx="25682">
                  <c:v>0.73252537955159769</c:v>
                </c:pt>
                <c:pt idx="25683">
                  <c:v>0.7338242003347375</c:v>
                </c:pt>
                <c:pt idx="25684">
                  <c:v>0.73444020021158074</c:v>
                </c:pt>
                <c:pt idx="25685">
                  <c:v>0.73449660262093663</c:v>
                </c:pt>
                <c:pt idx="25686">
                  <c:v>0.7347830603369836</c:v>
                </c:pt>
                <c:pt idx="25687">
                  <c:v>0.73490285958033341</c:v>
                </c:pt>
                <c:pt idx="25688">
                  <c:v>0.73502099776185081</c:v>
                </c:pt>
                <c:pt idx="25689">
                  <c:v>0.73508391131524609</c:v>
                </c:pt>
                <c:pt idx="25690">
                  <c:v>0.73552784711108821</c:v>
                </c:pt>
                <c:pt idx="25691">
                  <c:v>0.7359524011564309</c:v>
                </c:pt>
                <c:pt idx="25692">
                  <c:v>0.7360705859003126</c:v>
                </c:pt>
                <c:pt idx="25693">
                  <c:v>0.73617413780724672</c:v>
                </c:pt>
                <c:pt idx="25694">
                  <c:v>0.73663931935730209</c:v>
                </c:pt>
                <c:pt idx="25695">
                  <c:v>0.73670156831292433</c:v>
                </c:pt>
                <c:pt idx="25696">
                  <c:v>0.7368398391584623</c:v>
                </c:pt>
                <c:pt idx="25697">
                  <c:v>0.73694919025906558</c:v>
                </c:pt>
                <c:pt idx="25698">
                  <c:v>0.73706072452759652</c:v>
                </c:pt>
                <c:pt idx="25699">
                  <c:v>0.73784865663133148</c:v>
                </c:pt>
                <c:pt idx="25700">
                  <c:v>0.73827715559046603</c:v>
                </c:pt>
                <c:pt idx="25701">
                  <c:v>0.73861106110194497</c:v>
                </c:pt>
                <c:pt idx="25702">
                  <c:v>0.73946100677707982</c:v>
                </c:pt>
                <c:pt idx="25703">
                  <c:v>0.73986008663592584</c:v>
                </c:pt>
                <c:pt idx="25704">
                  <c:v>0.7402982716877945</c:v>
                </c:pt>
                <c:pt idx="25705">
                  <c:v>0.74037020662104669</c:v>
                </c:pt>
                <c:pt idx="25706">
                  <c:v>0.74047071345762094</c:v>
                </c:pt>
                <c:pt idx="25707">
                  <c:v>0.74111451782237958</c:v>
                </c:pt>
                <c:pt idx="25708">
                  <c:v>0.74140049902716409</c:v>
                </c:pt>
                <c:pt idx="25709">
                  <c:v>0.7416469105144593</c:v>
                </c:pt>
                <c:pt idx="25710">
                  <c:v>0.74171956389917559</c:v>
                </c:pt>
                <c:pt idx="25711">
                  <c:v>0.74174365927778274</c:v>
                </c:pt>
                <c:pt idx="25712">
                  <c:v>0.74190985660399789</c:v>
                </c:pt>
                <c:pt idx="25713">
                  <c:v>0.74235650499269679</c:v>
                </c:pt>
                <c:pt idx="25714">
                  <c:v>0.74280871276890337</c:v>
                </c:pt>
                <c:pt idx="25715">
                  <c:v>0.74353022823646009</c:v>
                </c:pt>
                <c:pt idx="25716">
                  <c:v>0.74353810710184387</c:v>
                </c:pt>
                <c:pt idx="25717">
                  <c:v>0.74381328130236846</c:v>
                </c:pt>
                <c:pt idx="25718">
                  <c:v>0.74409205408166046</c:v>
                </c:pt>
                <c:pt idx="25719">
                  <c:v>0.74425000001425812</c:v>
                </c:pt>
                <c:pt idx="25720">
                  <c:v>0.74443780503481705</c:v>
                </c:pt>
                <c:pt idx="25721">
                  <c:v>0.7451757681754545</c:v>
                </c:pt>
                <c:pt idx="25722">
                  <c:v>0.74525446193959743</c:v>
                </c:pt>
                <c:pt idx="25723">
                  <c:v>0.7457535729664484</c:v>
                </c:pt>
                <c:pt idx="25724">
                  <c:v>0.74619869054289512</c:v>
                </c:pt>
                <c:pt idx="25725">
                  <c:v>0.74619906626513155</c:v>
                </c:pt>
                <c:pt idx="25726">
                  <c:v>0.74630787290442124</c:v>
                </c:pt>
                <c:pt idx="25727">
                  <c:v>0.74640225339333444</c:v>
                </c:pt>
                <c:pt idx="25728">
                  <c:v>0.74651704892349313</c:v>
                </c:pt>
                <c:pt idx="25729">
                  <c:v>0.74657257619681117</c:v>
                </c:pt>
                <c:pt idx="25730">
                  <c:v>0.74672120942023057</c:v>
                </c:pt>
                <c:pt idx="25731">
                  <c:v>0.74784564083579552</c:v>
                </c:pt>
                <c:pt idx="25732">
                  <c:v>0.74830842988487134</c:v>
                </c:pt>
                <c:pt idx="25733">
                  <c:v>0.74862319970610647</c:v>
                </c:pt>
                <c:pt idx="25734">
                  <c:v>0.74862523361301592</c:v>
                </c:pt>
                <c:pt idx="25735">
                  <c:v>0.74880366237668616</c:v>
                </c:pt>
                <c:pt idx="25736">
                  <c:v>0.74886631030945361</c:v>
                </c:pt>
                <c:pt idx="25737">
                  <c:v>0.7489594942945943</c:v>
                </c:pt>
                <c:pt idx="25738">
                  <c:v>0.74931830013503464</c:v>
                </c:pt>
                <c:pt idx="25739">
                  <c:v>0.74945846766208113</c:v>
                </c:pt>
                <c:pt idx="25740">
                  <c:v>0.7496489957674195</c:v>
                </c:pt>
                <c:pt idx="25741">
                  <c:v>0.74977561981233076</c:v>
                </c:pt>
                <c:pt idx="25742">
                  <c:v>0.75006319077567629</c:v>
                </c:pt>
                <c:pt idx="25743">
                  <c:v>0.75019758212293042</c:v>
                </c:pt>
                <c:pt idx="25744">
                  <c:v>0.75034188806718438</c:v>
                </c:pt>
                <c:pt idx="25745">
                  <c:v>0.75073854350738356</c:v>
                </c:pt>
                <c:pt idx="25746">
                  <c:v>0.75109201779635371</c:v>
                </c:pt>
                <c:pt idx="25747">
                  <c:v>0.75162249919579449</c:v>
                </c:pt>
                <c:pt idx="25748">
                  <c:v>0.7516673129488084</c:v>
                </c:pt>
                <c:pt idx="25749">
                  <c:v>0.75204560795333131</c:v>
                </c:pt>
                <c:pt idx="25750">
                  <c:v>0.75220757526143478</c:v>
                </c:pt>
                <c:pt idx="25751">
                  <c:v>0.7522658038880965</c:v>
                </c:pt>
                <c:pt idx="25752">
                  <c:v>0.75241479283575774</c:v>
                </c:pt>
                <c:pt idx="25753">
                  <c:v>0.75287692455627941</c:v>
                </c:pt>
                <c:pt idx="25754">
                  <c:v>0.75530453844506262</c:v>
                </c:pt>
                <c:pt idx="25755">
                  <c:v>0.75697870223316466</c:v>
                </c:pt>
                <c:pt idx="25756">
                  <c:v>0.75760792965389234</c:v>
                </c:pt>
                <c:pt idx="25757">
                  <c:v>0.75771273364073832</c:v>
                </c:pt>
                <c:pt idx="25758">
                  <c:v>0.75821433123107707</c:v>
                </c:pt>
                <c:pt idx="25759">
                  <c:v>0.75837099785836426</c:v>
                </c:pt>
                <c:pt idx="25760">
                  <c:v>0.75853359062136261</c:v>
                </c:pt>
                <c:pt idx="25761">
                  <c:v>0.75861155056933505</c:v>
                </c:pt>
                <c:pt idx="25762">
                  <c:v>0.75863535170956076</c:v>
                </c:pt>
                <c:pt idx="25763">
                  <c:v>0.75879380812492347</c:v>
                </c:pt>
                <c:pt idx="25764">
                  <c:v>0.75900421043364896</c:v>
                </c:pt>
                <c:pt idx="25765">
                  <c:v>0.75941042189363306</c:v>
                </c:pt>
                <c:pt idx="25766">
                  <c:v>0.76016586486077431</c:v>
                </c:pt>
                <c:pt idx="25767">
                  <c:v>0.76028394713258518</c:v>
                </c:pt>
                <c:pt idx="25768">
                  <c:v>0.76074052245753432</c:v>
                </c:pt>
                <c:pt idx="25769">
                  <c:v>0.76112912867858551</c:v>
                </c:pt>
                <c:pt idx="25770">
                  <c:v>0.76119382214647868</c:v>
                </c:pt>
                <c:pt idx="25771">
                  <c:v>0.7612459126906076</c:v>
                </c:pt>
                <c:pt idx="25772">
                  <c:v>0.76126297601852222</c:v>
                </c:pt>
                <c:pt idx="25773">
                  <c:v>0.76170324886505714</c:v>
                </c:pt>
                <c:pt idx="25774">
                  <c:v>0.7628206516887085</c:v>
                </c:pt>
                <c:pt idx="25775">
                  <c:v>0.76424187527105647</c:v>
                </c:pt>
                <c:pt idx="25776">
                  <c:v>0.76448791193368537</c:v>
                </c:pt>
                <c:pt idx="25777">
                  <c:v>0.76459250285520863</c:v>
                </c:pt>
                <c:pt idx="25778">
                  <c:v>0.76495412220838266</c:v>
                </c:pt>
                <c:pt idx="25779">
                  <c:v>0.76532919300254409</c:v>
                </c:pt>
                <c:pt idx="25780">
                  <c:v>0.76540383263859857</c:v>
                </c:pt>
                <c:pt idx="25781">
                  <c:v>0.76541596482885899</c:v>
                </c:pt>
                <c:pt idx="25782">
                  <c:v>0.7655890653118963</c:v>
                </c:pt>
                <c:pt idx="25783">
                  <c:v>0.76577579594716771</c:v>
                </c:pt>
                <c:pt idx="25784">
                  <c:v>0.76579736728088066</c:v>
                </c:pt>
                <c:pt idx="25785">
                  <c:v>0.76610053899152297</c:v>
                </c:pt>
                <c:pt idx="25786">
                  <c:v>0.76691419301181929</c:v>
                </c:pt>
                <c:pt idx="25787">
                  <c:v>0.76712945665515131</c:v>
                </c:pt>
                <c:pt idx="25788">
                  <c:v>0.76715266229665335</c:v>
                </c:pt>
                <c:pt idx="25789">
                  <c:v>0.76771740072915229</c:v>
                </c:pt>
                <c:pt idx="25790">
                  <c:v>0.76775900727479685</c:v>
                </c:pt>
                <c:pt idx="25791">
                  <c:v>0.76782795141648996</c:v>
                </c:pt>
                <c:pt idx="25792">
                  <c:v>0.76796903175711251</c:v>
                </c:pt>
                <c:pt idx="25793">
                  <c:v>0.76881358385909582</c:v>
                </c:pt>
                <c:pt idx="25794">
                  <c:v>0.76934910294805303</c:v>
                </c:pt>
                <c:pt idx="25795">
                  <c:v>0.76952558332934096</c:v>
                </c:pt>
                <c:pt idx="25796">
                  <c:v>0.76973032583800471</c:v>
                </c:pt>
                <c:pt idx="25797">
                  <c:v>0.77016091286711519</c:v>
                </c:pt>
                <c:pt idx="25798">
                  <c:v>0.77072092514811674</c:v>
                </c:pt>
                <c:pt idx="25799">
                  <c:v>0.77078160358356962</c:v>
                </c:pt>
                <c:pt idx="25800">
                  <c:v>0.77080676595261444</c:v>
                </c:pt>
                <c:pt idx="25801">
                  <c:v>0.77185804692948135</c:v>
                </c:pt>
                <c:pt idx="25802">
                  <c:v>0.77190685131109693</c:v>
                </c:pt>
                <c:pt idx="25803">
                  <c:v>0.77236673606379636</c:v>
                </c:pt>
                <c:pt idx="25804">
                  <c:v>0.77260055989336118</c:v>
                </c:pt>
                <c:pt idx="25805">
                  <c:v>0.7733226042294411</c:v>
                </c:pt>
                <c:pt idx="25806">
                  <c:v>0.77334750479208336</c:v>
                </c:pt>
                <c:pt idx="25807">
                  <c:v>0.77401083616902744</c:v>
                </c:pt>
                <c:pt idx="25808">
                  <c:v>0.77473273502432016</c:v>
                </c:pt>
                <c:pt idx="25809">
                  <c:v>0.77483066485993723</c:v>
                </c:pt>
                <c:pt idx="25810">
                  <c:v>0.77503969452672672</c:v>
                </c:pt>
                <c:pt idx="25811">
                  <c:v>0.77507592007854453</c:v>
                </c:pt>
                <c:pt idx="25812">
                  <c:v>0.7752443259729751</c:v>
                </c:pt>
                <c:pt idx="25813">
                  <c:v>0.77533067136000045</c:v>
                </c:pt>
                <c:pt idx="25814">
                  <c:v>0.77535190786689889</c:v>
                </c:pt>
                <c:pt idx="25815">
                  <c:v>0.77616909308940374</c:v>
                </c:pt>
                <c:pt idx="25816">
                  <c:v>0.77619956505088172</c:v>
                </c:pt>
                <c:pt idx="25817">
                  <c:v>0.77665085482337548</c:v>
                </c:pt>
                <c:pt idx="25818">
                  <c:v>0.77752689489285531</c:v>
                </c:pt>
                <c:pt idx="25819">
                  <c:v>0.77782636235000557</c:v>
                </c:pt>
                <c:pt idx="25820">
                  <c:v>0.7778345919269114</c:v>
                </c:pt>
                <c:pt idx="25821">
                  <c:v>0.77791917503653485</c:v>
                </c:pt>
                <c:pt idx="25822">
                  <c:v>0.778057221699056</c:v>
                </c:pt>
                <c:pt idx="25823">
                  <c:v>0.77842026992521762</c:v>
                </c:pt>
                <c:pt idx="25824">
                  <c:v>0.7785470799553672</c:v>
                </c:pt>
                <c:pt idx="25825">
                  <c:v>0.77934814774565886</c:v>
                </c:pt>
                <c:pt idx="25826">
                  <c:v>0.779371865185432</c:v>
                </c:pt>
                <c:pt idx="25827">
                  <c:v>0.77948632950592223</c:v>
                </c:pt>
                <c:pt idx="25828">
                  <c:v>0.77957309819132214</c:v>
                </c:pt>
                <c:pt idx="25829">
                  <c:v>0.77957552266748764</c:v>
                </c:pt>
                <c:pt idx="25830">
                  <c:v>0.78003791597906591</c:v>
                </c:pt>
                <c:pt idx="25831">
                  <c:v>0.78033941012617913</c:v>
                </c:pt>
                <c:pt idx="25832">
                  <c:v>0.78041725207789825</c:v>
                </c:pt>
                <c:pt idx="25833">
                  <c:v>0.78100851394858017</c:v>
                </c:pt>
                <c:pt idx="25834">
                  <c:v>0.7812816147815933</c:v>
                </c:pt>
                <c:pt idx="25835">
                  <c:v>0.78233178180774976</c:v>
                </c:pt>
                <c:pt idx="25836">
                  <c:v>0.78250438674635692</c:v>
                </c:pt>
                <c:pt idx="25837">
                  <c:v>0.78290463977680247</c:v>
                </c:pt>
                <c:pt idx="25838">
                  <c:v>0.78306087132509838</c:v>
                </c:pt>
                <c:pt idx="25839">
                  <c:v>0.78324593696645128</c:v>
                </c:pt>
                <c:pt idx="25840">
                  <c:v>0.78357174577147404</c:v>
                </c:pt>
                <c:pt idx="25841">
                  <c:v>0.78367647071901958</c:v>
                </c:pt>
                <c:pt idx="25842">
                  <c:v>0.78417038131522987</c:v>
                </c:pt>
                <c:pt idx="25843">
                  <c:v>0.78428939429109423</c:v>
                </c:pt>
                <c:pt idx="25844">
                  <c:v>0.78638880746515194</c:v>
                </c:pt>
                <c:pt idx="25845">
                  <c:v>0.78676331495800489</c:v>
                </c:pt>
                <c:pt idx="25846">
                  <c:v>0.78760240926955416</c:v>
                </c:pt>
                <c:pt idx="25847">
                  <c:v>0.78798004742292871</c:v>
                </c:pt>
                <c:pt idx="25848">
                  <c:v>0.78825313083690685</c:v>
                </c:pt>
                <c:pt idx="25849">
                  <c:v>0.78875783642182851</c:v>
                </c:pt>
                <c:pt idx="25850">
                  <c:v>0.78878400201049637</c:v>
                </c:pt>
                <c:pt idx="25851">
                  <c:v>0.78919214492356204</c:v>
                </c:pt>
                <c:pt idx="25852">
                  <c:v>0.7894304294561012</c:v>
                </c:pt>
                <c:pt idx="25853">
                  <c:v>0.78948597439080981</c:v>
                </c:pt>
                <c:pt idx="25854">
                  <c:v>0.79023888978167556</c:v>
                </c:pt>
                <c:pt idx="25855">
                  <c:v>0.79049421331157277</c:v>
                </c:pt>
                <c:pt idx="25856">
                  <c:v>0.79074259143591663</c:v>
                </c:pt>
                <c:pt idx="25857">
                  <c:v>0.79145505238627067</c:v>
                </c:pt>
                <c:pt idx="25858">
                  <c:v>0.79210258562700075</c:v>
                </c:pt>
                <c:pt idx="25859">
                  <c:v>0.79266501551657143</c:v>
                </c:pt>
                <c:pt idx="25860">
                  <c:v>0.79293258335525407</c:v>
                </c:pt>
                <c:pt idx="25861">
                  <c:v>0.79330485815365714</c:v>
                </c:pt>
                <c:pt idx="25862">
                  <c:v>0.79357953377926094</c:v>
                </c:pt>
                <c:pt idx="25863">
                  <c:v>0.79386645472943118</c:v>
                </c:pt>
                <c:pt idx="25864">
                  <c:v>0.79445351222766447</c:v>
                </c:pt>
                <c:pt idx="25865">
                  <c:v>0.79560680414726637</c:v>
                </c:pt>
                <c:pt idx="25866">
                  <c:v>0.79762370959175466</c:v>
                </c:pt>
                <c:pt idx="25867">
                  <c:v>0.7977291657076877</c:v>
                </c:pt>
                <c:pt idx="25868">
                  <c:v>0.79885230495458104</c:v>
                </c:pt>
                <c:pt idx="25869">
                  <c:v>0.7989131442252928</c:v>
                </c:pt>
                <c:pt idx="25870">
                  <c:v>0.79910821227195705</c:v>
                </c:pt>
                <c:pt idx="25871">
                  <c:v>0.79957185497950412</c:v>
                </c:pt>
                <c:pt idx="25872">
                  <c:v>0.79960375699668185</c:v>
                </c:pt>
                <c:pt idx="25873">
                  <c:v>0.80001760052749193</c:v>
                </c:pt>
                <c:pt idx="25874">
                  <c:v>0.80129607101246392</c:v>
                </c:pt>
                <c:pt idx="25875">
                  <c:v>0.80155488101466843</c:v>
                </c:pt>
                <c:pt idx="25876">
                  <c:v>0.80207020299327669</c:v>
                </c:pt>
                <c:pt idx="25877">
                  <c:v>0.80285841079358089</c:v>
                </c:pt>
                <c:pt idx="25878">
                  <c:v>0.80290933485760185</c:v>
                </c:pt>
                <c:pt idx="25879">
                  <c:v>0.80310576447999704</c:v>
                </c:pt>
                <c:pt idx="25880">
                  <c:v>0.80356553633459005</c:v>
                </c:pt>
                <c:pt idx="25881">
                  <c:v>0.80360394143986036</c:v>
                </c:pt>
                <c:pt idx="25882">
                  <c:v>0.80383479030260085</c:v>
                </c:pt>
                <c:pt idx="25883">
                  <c:v>0.80472873853155591</c:v>
                </c:pt>
                <c:pt idx="25884">
                  <c:v>0.80513932651729292</c:v>
                </c:pt>
                <c:pt idx="25885">
                  <c:v>0.80577159858664271</c:v>
                </c:pt>
                <c:pt idx="25886">
                  <c:v>0.80612148622971436</c:v>
                </c:pt>
                <c:pt idx="25887">
                  <c:v>0.8069347433908578</c:v>
                </c:pt>
                <c:pt idx="25888">
                  <c:v>0.80781352406981588</c:v>
                </c:pt>
                <c:pt idx="25889">
                  <c:v>0.80917272405831753</c:v>
                </c:pt>
                <c:pt idx="25890">
                  <c:v>0.8097886796856234</c:v>
                </c:pt>
                <c:pt idx="25891">
                  <c:v>0.81035921834576219</c:v>
                </c:pt>
                <c:pt idx="25892">
                  <c:v>0.81037969990558623</c:v>
                </c:pt>
                <c:pt idx="25893">
                  <c:v>0.81131616318279942</c:v>
                </c:pt>
                <c:pt idx="25894">
                  <c:v>0.81152694512134749</c:v>
                </c:pt>
                <c:pt idx="25895">
                  <c:v>0.81153087084941</c:v>
                </c:pt>
                <c:pt idx="25896">
                  <c:v>0.81157793442340698</c:v>
                </c:pt>
                <c:pt idx="25897">
                  <c:v>0.81194520681787685</c:v>
                </c:pt>
                <c:pt idx="25898">
                  <c:v>0.81199902316751604</c:v>
                </c:pt>
                <c:pt idx="25899">
                  <c:v>0.81242062869220233</c:v>
                </c:pt>
                <c:pt idx="25900">
                  <c:v>0.81276014866773783</c:v>
                </c:pt>
                <c:pt idx="25901">
                  <c:v>0.81410159311580232</c:v>
                </c:pt>
                <c:pt idx="25902">
                  <c:v>0.8142472915516944</c:v>
                </c:pt>
                <c:pt idx="25903">
                  <c:v>0.81454868827857874</c:v>
                </c:pt>
                <c:pt idx="25904">
                  <c:v>0.81478457416278971</c:v>
                </c:pt>
                <c:pt idx="25905">
                  <c:v>0.81507624586566463</c:v>
                </c:pt>
                <c:pt idx="25906">
                  <c:v>0.81551042648628091</c:v>
                </c:pt>
                <c:pt idx="25907">
                  <c:v>0.81612039339059361</c:v>
                </c:pt>
                <c:pt idx="25908">
                  <c:v>0.81663628265212496</c:v>
                </c:pt>
                <c:pt idx="25909">
                  <c:v>0.81715909142156262</c:v>
                </c:pt>
                <c:pt idx="25910">
                  <c:v>0.81732598896657038</c:v>
                </c:pt>
                <c:pt idx="25911">
                  <c:v>0.81775919944572784</c:v>
                </c:pt>
                <c:pt idx="25912">
                  <c:v>0.81793057624166832</c:v>
                </c:pt>
                <c:pt idx="25913">
                  <c:v>0.81826386427879882</c:v>
                </c:pt>
                <c:pt idx="25914">
                  <c:v>0.8183890438474587</c:v>
                </c:pt>
                <c:pt idx="25915">
                  <c:v>0.8184248581125011</c:v>
                </c:pt>
                <c:pt idx="25916">
                  <c:v>0.81953650797162259</c:v>
                </c:pt>
                <c:pt idx="25917">
                  <c:v>0.81998924535864326</c:v>
                </c:pt>
                <c:pt idx="25918">
                  <c:v>0.82019748477566301</c:v>
                </c:pt>
                <c:pt idx="25919">
                  <c:v>0.82032918949036904</c:v>
                </c:pt>
                <c:pt idx="25920">
                  <c:v>0.82078530058118604</c:v>
                </c:pt>
                <c:pt idx="25921">
                  <c:v>0.82094171284810247</c:v>
                </c:pt>
                <c:pt idx="25922">
                  <c:v>0.82096996325956662</c:v>
                </c:pt>
                <c:pt idx="25923">
                  <c:v>0.82123049148357874</c:v>
                </c:pt>
                <c:pt idx="25924">
                  <c:v>0.82195178910092481</c:v>
                </c:pt>
                <c:pt idx="25925">
                  <c:v>0.82272719213683498</c:v>
                </c:pt>
                <c:pt idx="25926">
                  <c:v>0.82300132197429976</c:v>
                </c:pt>
                <c:pt idx="25927">
                  <c:v>0.82355059969534827</c:v>
                </c:pt>
                <c:pt idx="25928">
                  <c:v>0.82391376301443431</c:v>
                </c:pt>
                <c:pt idx="25929">
                  <c:v>0.82426810861851785</c:v>
                </c:pt>
                <c:pt idx="25930">
                  <c:v>0.82432723117817419</c:v>
                </c:pt>
                <c:pt idx="25931">
                  <c:v>0.82449958261999423</c:v>
                </c:pt>
                <c:pt idx="25932">
                  <c:v>0.82495177714964429</c:v>
                </c:pt>
                <c:pt idx="25933">
                  <c:v>0.8250806920306657</c:v>
                </c:pt>
                <c:pt idx="25934">
                  <c:v>0.82577437478696358</c:v>
                </c:pt>
                <c:pt idx="25935">
                  <c:v>0.82677884144637726</c:v>
                </c:pt>
                <c:pt idx="25936">
                  <c:v>0.82708982691532551</c:v>
                </c:pt>
                <c:pt idx="25937">
                  <c:v>0.8276451740738584</c:v>
                </c:pt>
                <c:pt idx="25938">
                  <c:v>0.82775438322871087</c:v>
                </c:pt>
                <c:pt idx="25939">
                  <c:v>0.82847991234751839</c:v>
                </c:pt>
                <c:pt idx="25940">
                  <c:v>0.82853233359878142</c:v>
                </c:pt>
                <c:pt idx="25941">
                  <c:v>0.82868762833653842</c:v>
                </c:pt>
                <c:pt idx="25942">
                  <c:v>0.82911349030310777</c:v>
                </c:pt>
                <c:pt idx="25943">
                  <c:v>0.83003939024930773</c:v>
                </c:pt>
                <c:pt idx="25944">
                  <c:v>0.83011992721898709</c:v>
                </c:pt>
                <c:pt idx="25945">
                  <c:v>0.83017632654503415</c:v>
                </c:pt>
                <c:pt idx="25946">
                  <c:v>0.83121962047018372</c:v>
                </c:pt>
                <c:pt idx="25947">
                  <c:v>0.83142823775670627</c:v>
                </c:pt>
                <c:pt idx="25948">
                  <c:v>0.83143691388284935</c:v>
                </c:pt>
                <c:pt idx="25949">
                  <c:v>0.83246943729485434</c:v>
                </c:pt>
                <c:pt idx="25950">
                  <c:v>0.83285678180837774</c:v>
                </c:pt>
                <c:pt idx="25951">
                  <c:v>0.83291776304581711</c:v>
                </c:pt>
                <c:pt idx="25952">
                  <c:v>0.83336309626070537</c:v>
                </c:pt>
                <c:pt idx="25953">
                  <c:v>0.83336424841338719</c:v>
                </c:pt>
                <c:pt idx="25954">
                  <c:v>0.83383161037278131</c:v>
                </c:pt>
                <c:pt idx="25955">
                  <c:v>0.83420275452636838</c:v>
                </c:pt>
                <c:pt idx="25956">
                  <c:v>0.83424070314242849</c:v>
                </c:pt>
                <c:pt idx="25957">
                  <c:v>0.83454597010530263</c:v>
                </c:pt>
                <c:pt idx="25958">
                  <c:v>0.83477794645489856</c:v>
                </c:pt>
                <c:pt idx="25959">
                  <c:v>0.8351530868894439</c:v>
                </c:pt>
                <c:pt idx="25960">
                  <c:v>0.83619537787354548</c:v>
                </c:pt>
                <c:pt idx="25961">
                  <c:v>0.83620882801000296</c:v>
                </c:pt>
                <c:pt idx="25962">
                  <c:v>0.83635093489453138</c:v>
                </c:pt>
                <c:pt idx="25963">
                  <c:v>0.83698313698780535</c:v>
                </c:pt>
                <c:pt idx="25964">
                  <c:v>0.83708651233076969</c:v>
                </c:pt>
                <c:pt idx="25965">
                  <c:v>0.83768801167722207</c:v>
                </c:pt>
                <c:pt idx="25966">
                  <c:v>0.83801781386939289</c:v>
                </c:pt>
                <c:pt idx="25967">
                  <c:v>0.8391323172675591</c:v>
                </c:pt>
                <c:pt idx="25968">
                  <c:v>0.8397758484280814</c:v>
                </c:pt>
                <c:pt idx="25969">
                  <c:v>0.83992147761276259</c:v>
                </c:pt>
                <c:pt idx="25970">
                  <c:v>0.84004375051878177</c:v>
                </c:pt>
                <c:pt idx="25971">
                  <c:v>0.84012571598962016</c:v>
                </c:pt>
                <c:pt idx="25972">
                  <c:v>0.84081949533837663</c:v>
                </c:pt>
                <c:pt idx="25973">
                  <c:v>0.8411219805872644</c:v>
                </c:pt>
                <c:pt idx="25974">
                  <c:v>0.8415469347395802</c:v>
                </c:pt>
                <c:pt idx="25975">
                  <c:v>0.84174233003701115</c:v>
                </c:pt>
                <c:pt idx="25976">
                  <c:v>0.84193481911230517</c:v>
                </c:pt>
                <c:pt idx="25977">
                  <c:v>0.84221763077133438</c:v>
                </c:pt>
                <c:pt idx="25978">
                  <c:v>0.84233535473696708</c:v>
                </c:pt>
                <c:pt idx="25979">
                  <c:v>0.84265009563883897</c:v>
                </c:pt>
                <c:pt idx="25980">
                  <c:v>0.84292416072642928</c:v>
                </c:pt>
                <c:pt idx="25981">
                  <c:v>0.84310112238101564</c:v>
                </c:pt>
                <c:pt idx="25982">
                  <c:v>0.84313676839317575</c:v>
                </c:pt>
                <c:pt idx="25983">
                  <c:v>0.84332789891740456</c:v>
                </c:pt>
                <c:pt idx="25984">
                  <c:v>0.84370192517046527</c:v>
                </c:pt>
                <c:pt idx="25985">
                  <c:v>0.84390805337119668</c:v>
                </c:pt>
                <c:pt idx="25986">
                  <c:v>0.84418042207974464</c:v>
                </c:pt>
                <c:pt idx="25987">
                  <c:v>0.8448145414232886</c:v>
                </c:pt>
                <c:pt idx="25988">
                  <c:v>0.84487402944153711</c:v>
                </c:pt>
                <c:pt idx="25989">
                  <c:v>0.84578377984713726</c:v>
                </c:pt>
                <c:pt idx="25990">
                  <c:v>0.8459160155414891</c:v>
                </c:pt>
                <c:pt idx="25991">
                  <c:v>0.84597340458706194</c:v>
                </c:pt>
                <c:pt idx="25992">
                  <c:v>0.84599748742527636</c:v>
                </c:pt>
                <c:pt idx="25993">
                  <c:v>0.8460530899272245</c:v>
                </c:pt>
                <c:pt idx="25994">
                  <c:v>0.84612303266839539</c:v>
                </c:pt>
                <c:pt idx="25995">
                  <c:v>0.84633504997571929</c:v>
                </c:pt>
                <c:pt idx="25996">
                  <c:v>0.84639340904881677</c:v>
                </c:pt>
                <c:pt idx="25997">
                  <c:v>0.8463991950150922</c:v>
                </c:pt>
                <c:pt idx="25998">
                  <c:v>0.84644146294704281</c:v>
                </c:pt>
                <c:pt idx="25999">
                  <c:v>0.84691043697439794</c:v>
                </c:pt>
                <c:pt idx="26000">
                  <c:v>0.84772184664054895</c:v>
                </c:pt>
                <c:pt idx="26001">
                  <c:v>0.84801704323582061</c:v>
                </c:pt>
                <c:pt idx="26002">
                  <c:v>0.848124579875705</c:v>
                </c:pt>
                <c:pt idx="26003">
                  <c:v>0.84832459245189051</c:v>
                </c:pt>
                <c:pt idx="26004">
                  <c:v>0.8483724903529154</c:v>
                </c:pt>
                <c:pt idx="26005">
                  <c:v>0.84847799234663968</c:v>
                </c:pt>
                <c:pt idx="26006">
                  <c:v>0.84929946335122009</c:v>
                </c:pt>
                <c:pt idx="26007">
                  <c:v>0.84999285449564277</c:v>
                </c:pt>
                <c:pt idx="26008">
                  <c:v>0.85002329512291708</c:v>
                </c:pt>
                <c:pt idx="26009">
                  <c:v>0.85017671601642486</c:v>
                </c:pt>
                <c:pt idx="26010">
                  <c:v>0.85025100603162374</c:v>
                </c:pt>
                <c:pt idx="26011">
                  <c:v>0.85093439615800825</c:v>
                </c:pt>
                <c:pt idx="26012">
                  <c:v>0.85225661402606001</c:v>
                </c:pt>
                <c:pt idx="26013">
                  <c:v>0.85302422443602188</c:v>
                </c:pt>
                <c:pt idx="26014">
                  <c:v>0.85302454496827107</c:v>
                </c:pt>
                <c:pt idx="26015">
                  <c:v>0.85336467911345348</c:v>
                </c:pt>
                <c:pt idx="26016">
                  <c:v>0.85425452557417436</c:v>
                </c:pt>
                <c:pt idx="26017">
                  <c:v>0.85501974652015067</c:v>
                </c:pt>
                <c:pt idx="26018">
                  <c:v>0.85561931926386048</c:v>
                </c:pt>
                <c:pt idx="26019">
                  <c:v>0.85601638787565781</c:v>
                </c:pt>
                <c:pt idx="26020">
                  <c:v>0.85625121042545227</c:v>
                </c:pt>
                <c:pt idx="26021">
                  <c:v>0.85626919132397561</c:v>
                </c:pt>
                <c:pt idx="26022">
                  <c:v>0.85633078433631538</c:v>
                </c:pt>
                <c:pt idx="26023">
                  <c:v>0.85673752433549766</c:v>
                </c:pt>
                <c:pt idx="26024">
                  <c:v>0.85785981451436677</c:v>
                </c:pt>
                <c:pt idx="26025">
                  <c:v>0.85799091643742786</c:v>
                </c:pt>
                <c:pt idx="26026">
                  <c:v>0.85831296147809122</c:v>
                </c:pt>
                <c:pt idx="26027">
                  <c:v>0.85872235147650966</c:v>
                </c:pt>
                <c:pt idx="26028">
                  <c:v>0.85882144700781704</c:v>
                </c:pt>
                <c:pt idx="26029">
                  <c:v>0.85933298824331728</c:v>
                </c:pt>
                <c:pt idx="26030">
                  <c:v>0.85948343171064434</c:v>
                </c:pt>
                <c:pt idx="26031">
                  <c:v>0.85968255271865934</c:v>
                </c:pt>
                <c:pt idx="26032">
                  <c:v>0.85993443373579015</c:v>
                </c:pt>
                <c:pt idx="26033">
                  <c:v>0.86005809014775114</c:v>
                </c:pt>
                <c:pt idx="26034">
                  <c:v>0.86023798824696873</c:v>
                </c:pt>
                <c:pt idx="26035">
                  <c:v>0.86032318809242447</c:v>
                </c:pt>
                <c:pt idx="26036">
                  <c:v>0.86046358365498232</c:v>
                </c:pt>
                <c:pt idx="26037">
                  <c:v>0.86060288120982553</c:v>
                </c:pt>
                <c:pt idx="26038">
                  <c:v>0.86230712899588613</c:v>
                </c:pt>
                <c:pt idx="26039">
                  <c:v>0.86234425074353616</c:v>
                </c:pt>
                <c:pt idx="26040">
                  <c:v>0.8624100526313252</c:v>
                </c:pt>
                <c:pt idx="26041">
                  <c:v>0.86241606331909337</c:v>
                </c:pt>
                <c:pt idx="26042">
                  <c:v>0.86283676535214415</c:v>
                </c:pt>
                <c:pt idx="26043">
                  <c:v>0.86365876291569721</c:v>
                </c:pt>
                <c:pt idx="26044">
                  <c:v>0.86376117995081181</c:v>
                </c:pt>
                <c:pt idx="26045">
                  <c:v>0.86425866807194029</c:v>
                </c:pt>
                <c:pt idx="26046">
                  <c:v>0.86439515637072839</c:v>
                </c:pt>
                <c:pt idx="26047">
                  <c:v>0.86496770481199614</c:v>
                </c:pt>
                <c:pt idx="26048">
                  <c:v>0.8676247507486915</c:v>
                </c:pt>
                <c:pt idx="26049">
                  <c:v>0.86791240208403553</c:v>
                </c:pt>
                <c:pt idx="26050">
                  <c:v>0.86874855996686207</c:v>
                </c:pt>
                <c:pt idx="26051">
                  <c:v>0.86887072447801417</c:v>
                </c:pt>
                <c:pt idx="26052">
                  <c:v>0.87000346951296659</c:v>
                </c:pt>
                <c:pt idx="26053">
                  <c:v>0.87018646881311257</c:v>
                </c:pt>
                <c:pt idx="26054">
                  <c:v>0.87087809579788633</c:v>
                </c:pt>
                <c:pt idx="26055">
                  <c:v>0.87133531100304307</c:v>
                </c:pt>
                <c:pt idx="26056">
                  <c:v>0.87176057477248337</c:v>
                </c:pt>
                <c:pt idx="26057">
                  <c:v>0.87249686058573683</c:v>
                </c:pt>
                <c:pt idx="26058">
                  <c:v>0.87252747326944669</c:v>
                </c:pt>
                <c:pt idx="26059">
                  <c:v>0.87341895498237121</c:v>
                </c:pt>
                <c:pt idx="26060">
                  <c:v>0.87348333991805949</c:v>
                </c:pt>
                <c:pt idx="26061">
                  <c:v>0.87349459015833331</c:v>
                </c:pt>
                <c:pt idx="26062">
                  <c:v>0.87363874095558802</c:v>
                </c:pt>
                <c:pt idx="26063">
                  <c:v>0.87448337726850889</c:v>
                </c:pt>
                <c:pt idx="26064">
                  <c:v>0.87460910589430929</c:v>
                </c:pt>
                <c:pt idx="26065">
                  <c:v>0.87538066616909904</c:v>
                </c:pt>
                <c:pt idx="26066">
                  <c:v>0.87567605866624154</c:v>
                </c:pt>
                <c:pt idx="26067">
                  <c:v>0.87713732096113828</c:v>
                </c:pt>
                <c:pt idx="26068">
                  <c:v>0.87723761185972859</c:v>
                </c:pt>
                <c:pt idx="26069">
                  <c:v>0.87913046359430047</c:v>
                </c:pt>
                <c:pt idx="26070">
                  <c:v>0.87957457262848815</c:v>
                </c:pt>
                <c:pt idx="26071">
                  <c:v>0.8796409264905235</c:v>
                </c:pt>
                <c:pt idx="26072">
                  <c:v>0.88007660180054859</c:v>
                </c:pt>
                <c:pt idx="26073">
                  <c:v>0.88014632060731257</c:v>
                </c:pt>
                <c:pt idx="26074">
                  <c:v>0.88030509335921492</c:v>
                </c:pt>
                <c:pt idx="26075">
                  <c:v>0.88057654919208206</c:v>
                </c:pt>
                <c:pt idx="26076">
                  <c:v>0.88107642109423701</c:v>
                </c:pt>
                <c:pt idx="26077">
                  <c:v>0.8811079607046296</c:v>
                </c:pt>
                <c:pt idx="26078">
                  <c:v>0.88294373935851311</c:v>
                </c:pt>
                <c:pt idx="26079">
                  <c:v>0.88331111486111535</c:v>
                </c:pt>
                <c:pt idx="26080">
                  <c:v>0.88378425881139744</c:v>
                </c:pt>
                <c:pt idx="26081">
                  <c:v>0.88388581463750682</c:v>
                </c:pt>
                <c:pt idx="26082">
                  <c:v>0.88481663471953376</c:v>
                </c:pt>
                <c:pt idx="26083">
                  <c:v>0.88602803157858401</c:v>
                </c:pt>
                <c:pt idx="26084">
                  <c:v>0.88638298609190935</c:v>
                </c:pt>
                <c:pt idx="26085">
                  <c:v>0.88678777747955229</c:v>
                </c:pt>
                <c:pt idx="26086">
                  <c:v>0.88734296446536653</c:v>
                </c:pt>
                <c:pt idx="26087">
                  <c:v>0.88848081181563032</c:v>
                </c:pt>
                <c:pt idx="26088">
                  <c:v>0.88849053111430654</c:v>
                </c:pt>
                <c:pt idx="26089">
                  <c:v>0.88917711643847686</c:v>
                </c:pt>
                <c:pt idx="26090">
                  <c:v>0.88986342529872642</c:v>
                </c:pt>
                <c:pt idx="26091">
                  <c:v>0.89014546620233648</c:v>
                </c:pt>
                <c:pt idx="26092">
                  <c:v>0.89027251829296405</c:v>
                </c:pt>
                <c:pt idx="26093">
                  <c:v>0.89032515131461143</c:v>
                </c:pt>
                <c:pt idx="26094">
                  <c:v>0.89160678649911096</c:v>
                </c:pt>
                <c:pt idx="26095">
                  <c:v>0.8917956767786791</c:v>
                </c:pt>
                <c:pt idx="26096">
                  <c:v>0.8933007843251809</c:v>
                </c:pt>
                <c:pt idx="26097">
                  <c:v>0.89427490257022924</c:v>
                </c:pt>
                <c:pt idx="26098">
                  <c:v>0.89470695092652608</c:v>
                </c:pt>
                <c:pt idx="26099">
                  <c:v>0.89520410801113104</c:v>
                </c:pt>
                <c:pt idx="26100">
                  <c:v>0.89538312129695008</c:v>
                </c:pt>
                <c:pt idx="26101">
                  <c:v>0.89707972514506751</c:v>
                </c:pt>
                <c:pt idx="26102">
                  <c:v>0.89722375348989925</c:v>
                </c:pt>
                <c:pt idx="26103">
                  <c:v>0.89776449947022541</c:v>
                </c:pt>
                <c:pt idx="26104">
                  <c:v>0.89897744804093649</c:v>
                </c:pt>
                <c:pt idx="26105">
                  <c:v>0.89916383284218493</c:v>
                </c:pt>
                <c:pt idx="26106">
                  <c:v>0.89927307791423394</c:v>
                </c:pt>
                <c:pt idx="26107">
                  <c:v>0.89933320985707044</c:v>
                </c:pt>
                <c:pt idx="26108">
                  <c:v>0.90073172584072825</c:v>
                </c:pt>
                <c:pt idx="26109">
                  <c:v>0.90171086107058551</c:v>
                </c:pt>
                <c:pt idx="26110">
                  <c:v>0.90182434782550847</c:v>
                </c:pt>
                <c:pt idx="26111">
                  <c:v>0.90296143950182717</c:v>
                </c:pt>
                <c:pt idx="26112">
                  <c:v>0.90310175183480101</c:v>
                </c:pt>
                <c:pt idx="26113">
                  <c:v>0.9042440102078152</c:v>
                </c:pt>
                <c:pt idx="26114">
                  <c:v>0.90501556017470575</c:v>
                </c:pt>
                <c:pt idx="26115">
                  <c:v>0.90720212710175718</c:v>
                </c:pt>
                <c:pt idx="26116">
                  <c:v>0.90723058447614502</c:v>
                </c:pt>
                <c:pt idx="26117">
                  <c:v>0.90852195476298414</c:v>
                </c:pt>
                <c:pt idx="26118">
                  <c:v>0.90884419450515963</c:v>
                </c:pt>
                <c:pt idx="26119">
                  <c:v>0.90917901182516248</c:v>
                </c:pt>
                <c:pt idx="26120">
                  <c:v>0.90937541186302917</c:v>
                </c:pt>
                <c:pt idx="26121">
                  <c:v>0.91025044580789827</c:v>
                </c:pt>
                <c:pt idx="26122">
                  <c:v>0.9109274151909772</c:v>
                </c:pt>
                <c:pt idx="26123">
                  <c:v>0.91133660719002485</c:v>
                </c:pt>
                <c:pt idx="26124">
                  <c:v>0.91247167435856236</c:v>
                </c:pt>
                <c:pt idx="26125">
                  <c:v>0.9126426849191841</c:v>
                </c:pt>
                <c:pt idx="26126">
                  <c:v>0.91284670507600096</c:v>
                </c:pt>
                <c:pt idx="26127">
                  <c:v>0.91321428563769169</c:v>
                </c:pt>
                <c:pt idx="26128">
                  <c:v>0.91406659024138004</c:v>
                </c:pt>
                <c:pt idx="26129">
                  <c:v>0.91498422735371299</c:v>
                </c:pt>
                <c:pt idx="26130">
                  <c:v>0.91508063455094946</c:v>
                </c:pt>
                <c:pt idx="26131">
                  <c:v>0.91609923538036442</c:v>
                </c:pt>
                <c:pt idx="26132">
                  <c:v>0.91614616557692907</c:v>
                </c:pt>
                <c:pt idx="26133">
                  <c:v>0.91664864795256462</c:v>
                </c:pt>
                <c:pt idx="26134">
                  <c:v>0.9170073102562537</c:v>
                </c:pt>
                <c:pt idx="26135">
                  <c:v>0.91727387562538043</c:v>
                </c:pt>
                <c:pt idx="26136">
                  <c:v>0.91893996042459947</c:v>
                </c:pt>
                <c:pt idx="26137">
                  <c:v>0.92074793843160285</c:v>
                </c:pt>
                <c:pt idx="26138">
                  <c:v>0.92208071754619614</c:v>
                </c:pt>
                <c:pt idx="26139">
                  <c:v>0.92267048379628502</c:v>
                </c:pt>
                <c:pt idx="26140">
                  <c:v>0.92334962402017351</c:v>
                </c:pt>
                <c:pt idx="26141">
                  <c:v>0.92342159311414262</c:v>
                </c:pt>
                <c:pt idx="26142">
                  <c:v>0.92352637245295344</c:v>
                </c:pt>
                <c:pt idx="26143">
                  <c:v>0.9258069890739411</c:v>
                </c:pt>
                <c:pt idx="26144">
                  <c:v>0.92696432826647834</c:v>
                </c:pt>
                <c:pt idx="26145">
                  <c:v>0.92733364212821956</c:v>
                </c:pt>
                <c:pt idx="26146">
                  <c:v>0.928180794076922</c:v>
                </c:pt>
                <c:pt idx="26147">
                  <c:v>0.9282783182349571</c:v>
                </c:pt>
                <c:pt idx="26148">
                  <c:v>0.92871290023316611</c:v>
                </c:pt>
                <c:pt idx="26149">
                  <c:v>0.92901909254440196</c:v>
                </c:pt>
                <c:pt idx="26150">
                  <c:v>0.93011171251787716</c:v>
                </c:pt>
                <c:pt idx="26151">
                  <c:v>0.93121541546239972</c:v>
                </c:pt>
                <c:pt idx="26152">
                  <c:v>0.93223468385896802</c:v>
                </c:pt>
                <c:pt idx="26153">
                  <c:v>0.93261488799829884</c:v>
                </c:pt>
                <c:pt idx="26154">
                  <c:v>0.93268427485805694</c:v>
                </c:pt>
                <c:pt idx="26155">
                  <c:v>0.9336127346137143</c:v>
                </c:pt>
                <c:pt idx="26156">
                  <c:v>0.93381291880257511</c:v>
                </c:pt>
                <c:pt idx="26157">
                  <c:v>0.93507359995641681</c:v>
                </c:pt>
                <c:pt idx="26158">
                  <c:v>0.9358179481405503</c:v>
                </c:pt>
                <c:pt idx="26159">
                  <c:v>0.93611364859463919</c:v>
                </c:pt>
                <c:pt idx="26160">
                  <c:v>0.93656278503886992</c:v>
                </c:pt>
                <c:pt idx="26161">
                  <c:v>0.93683579000778028</c:v>
                </c:pt>
                <c:pt idx="26162">
                  <c:v>0.93836129380781919</c:v>
                </c:pt>
                <c:pt idx="26163">
                  <c:v>0.93891099899520047</c:v>
                </c:pt>
                <c:pt idx="26164">
                  <c:v>0.93891798399204285</c:v>
                </c:pt>
                <c:pt idx="26165">
                  <c:v>0.93903619125520954</c:v>
                </c:pt>
                <c:pt idx="26166">
                  <c:v>0.93915424262802305</c:v>
                </c:pt>
                <c:pt idx="26167">
                  <c:v>0.93987932327665946</c:v>
                </c:pt>
                <c:pt idx="26168">
                  <c:v>0.93991212094479903</c:v>
                </c:pt>
                <c:pt idx="26169">
                  <c:v>0.94154108236912692</c:v>
                </c:pt>
                <c:pt idx="26170">
                  <c:v>0.9420822280874277</c:v>
                </c:pt>
                <c:pt idx="26171">
                  <c:v>0.94236660439022668</c:v>
                </c:pt>
                <c:pt idx="26172">
                  <c:v>0.94262638882731897</c:v>
                </c:pt>
                <c:pt idx="26173">
                  <c:v>0.9430147051968274</c:v>
                </c:pt>
                <c:pt idx="26174">
                  <c:v>0.94394077843177615</c:v>
                </c:pt>
                <c:pt idx="26175">
                  <c:v>0.94412311536573867</c:v>
                </c:pt>
                <c:pt idx="26176">
                  <c:v>0.94481037233725573</c:v>
                </c:pt>
                <c:pt idx="26177">
                  <c:v>0.94551625967915931</c:v>
                </c:pt>
                <c:pt idx="26178">
                  <c:v>0.94623601044533523</c:v>
                </c:pt>
                <c:pt idx="26179">
                  <c:v>0.9462782128269831</c:v>
                </c:pt>
                <c:pt idx="26180">
                  <c:v>0.94632553553123966</c:v>
                </c:pt>
                <c:pt idx="26181">
                  <c:v>0.94647526360360379</c:v>
                </c:pt>
                <c:pt idx="26182">
                  <c:v>0.94739595228062412</c:v>
                </c:pt>
                <c:pt idx="26183">
                  <c:v>0.94788137301716835</c:v>
                </c:pt>
                <c:pt idx="26184">
                  <c:v>0.94856775435738039</c:v>
                </c:pt>
                <c:pt idx="26185">
                  <c:v>0.95058430099722002</c:v>
                </c:pt>
                <c:pt idx="26186">
                  <c:v>0.9510022205003118</c:v>
                </c:pt>
                <c:pt idx="26187">
                  <c:v>0.95107574911112935</c:v>
                </c:pt>
                <c:pt idx="26188">
                  <c:v>0.95253424079354865</c:v>
                </c:pt>
                <c:pt idx="26189">
                  <c:v>0.95255657826922524</c:v>
                </c:pt>
                <c:pt idx="26190">
                  <c:v>0.95281687388929925</c:v>
                </c:pt>
                <c:pt idx="26191">
                  <c:v>0.95372643975563931</c:v>
                </c:pt>
                <c:pt idx="26192">
                  <c:v>0.95523033641234034</c:v>
                </c:pt>
                <c:pt idx="26193">
                  <c:v>0.95550383311680798</c:v>
                </c:pt>
                <c:pt idx="26194">
                  <c:v>0.95672957233642175</c:v>
                </c:pt>
                <c:pt idx="26195">
                  <c:v>0.95705966670337728</c:v>
                </c:pt>
                <c:pt idx="26196">
                  <c:v>0.95841819335385459</c:v>
                </c:pt>
                <c:pt idx="26197">
                  <c:v>0.95889876773534954</c:v>
                </c:pt>
                <c:pt idx="26198">
                  <c:v>0.95937917870104961</c:v>
                </c:pt>
                <c:pt idx="26199">
                  <c:v>0.95961336004684961</c:v>
                </c:pt>
                <c:pt idx="26200">
                  <c:v>0.96026303722637696</c:v>
                </c:pt>
                <c:pt idx="26201">
                  <c:v>0.96037845085845042</c:v>
                </c:pt>
                <c:pt idx="26202">
                  <c:v>0.96166646248848864</c:v>
                </c:pt>
                <c:pt idx="26203">
                  <c:v>0.96183546859254776</c:v>
                </c:pt>
                <c:pt idx="26204">
                  <c:v>0.9624426026367735</c:v>
                </c:pt>
                <c:pt idx="26205">
                  <c:v>0.96259488697057538</c:v>
                </c:pt>
                <c:pt idx="26206">
                  <c:v>0.96475999160405779</c:v>
                </c:pt>
                <c:pt idx="26207">
                  <c:v>0.9655638742859699</c:v>
                </c:pt>
                <c:pt idx="26208">
                  <c:v>0.96810396699371992</c:v>
                </c:pt>
                <c:pt idx="26209">
                  <c:v>0.96935638139044333</c:v>
                </c:pt>
                <c:pt idx="26210">
                  <c:v>0.96977319861038058</c:v>
                </c:pt>
                <c:pt idx="26211">
                  <c:v>0.96990325758168849</c:v>
                </c:pt>
                <c:pt idx="26212">
                  <c:v>0.97138886083182541</c:v>
                </c:pt>
                <c:pt idx="26213">
                  <c:v>0.97188152120076243</c:v>
                </c:pt>
                <c:pt idx="26214">
                  <c:v>0.97255124883685429</c:v>
                </c:pt>
                <c:pt idx="26215">
                  <c:v>0.97273127572640639</c:v>
                </c:pt>
                <c:pt idx="26216">
                  <c:v>0.97291493649177119</c:v>
                </c:pt>
                <c:pt idx="26217">
                  <c:v>0.97324178388684623</c:v>
                </c:pt>
                <c:pt idx="26218">
                  <c:v>0.97398210507838623</c:v>
                </c:pt>
                <c:pt idx="26219">
                  <c:v>0.97415387108168272</c:v>
                </c:pt>
                <c:pt idx="26220">
                  <c:v>0.9757826544506838</c:v>
                </c:pt>
                <c:pt idx="26221">
                  <c:v>0.97747807173965828</c:v>
                </c:pt>
                <c:pt idx="26222">
                  <c:v>0.97789609183081383</c:v>
                </c:pt>
                <c:pt idx="26223">
                  <c:v>0.97811271899587438</c:v>
                </c:pt>
                <c:pt idx="26224">
                  <c:v>0.97811338546489279</c:v>
                </c:pt>
                <c:pt idx="26225">
                  <c:v>0.98029513731075468</c:v>
                </c:pt>
                <c:pt idx="26226">
                  <c:v>0.98277190070541842</c:v>
                </c:pt>
                <c:pt idx="26227">
                  <c:v>0.98473300779892281</c:v>
                </c:pt>
                <c:pt idx="26228">
                  <c:v>0.98558086987632376</c:v>
                </c:pt>
                <c:pt idx="26229">
                  <c:v>0.98600091373364929</c:v>
                </c:pt>
                <c:pt idx="26230">
                  <c:v>0.98653387385129476</c:v>
                </c:pt>
                <c:pt idx="26231">
                  <c:v>0.98818616988440089</c:v>
                </c:pt>
                <c:pt idx="26232">
                  <c:v>0.98828271252705857</c:v>
                </c:pt>
                <c:pt idx="26233">
                  <c:v>0.98909265570267935</c:v>
                </c:pt>
                <c:pt idx="26234">
                  <c:v>0.98938611877172755</c:v>
                </c:pt>
                <c:pt idx="26235">
                  <c:v>0.99052867673087763</c:v>
                </c:pt>
                <c:pt idx="26236">
                  <c:v>0.99146888268636324</c:v>
                </c:pt>
                <c:pt idx="26237">
                  <c:v>0.9923915527330367</c:v>
                </c:pt>
                <c:pt idx="26238">
                  <c:v>0.99368285006572477</c:v>
                </c:pt>
                <c:pt idx="26239">
                  <c:v>0.99403133808564137</c:v>
                </c:pt>
                <c:pt idx="26240">
                  <c:v>0.99431992671750624</c:v>
                </c:pt>
                <c:pt idx="26241">
                  <c:v>0.99444449519987443</c:v>
                </c:pt>
                <c:pt idx="26242">
                  <c:v>0.99448096199155023</c:v>
                </c:pt>
                <c:pt idx="26243">
                  <c:v>0.99453840330109133</c:v>
                </c:pt>
                <c:pt idx="26244">
                  <c:v>0.9948140110020286</c:v>
                </c:pt>
                <c:pt idx="26245">
                  <c:v>0.9962212166401756</c:v>
                </c:pt>
                <c:pt idx="26246">
                  <c:v>0.99638573682286902</c:v>
                </c:pt>
                <c:pt idx="26247">
                  <c:v>0.99663088083823015</c:v>
                </c:pt>
                <c:pt idx="26248">
                  <c:v>0.99733999656487149</c:v>
                </c:pt>
                <c:pt idx="26249">
                  <c:v>0.99790317842410758</c:v>
                </c:pt>
                <c:pt idx="26250">
                  <c:v>0.9984319069952502</c:v>
                </c:pt>
                <c:pt idx="26251">
                  <c:v>0.99881415221653613</c:v>
                </c:pt>
                <c:pt idx="26252">
                  <c:v>0.99947081646291691</c:v>
                </c:pt>
                <c:pt idx="26253">
                  <c:v>1.0005234977239599</c:v>
                </c:pt>
                <c:pt idx="26254">
                  <c:v>1.002052416180252</c:v>
                </c:pt>
                <c:pt idx="26255">
                  <c:v>1.0022145489665768</c:v>
                </c:pt>
                <c:pt idx="26256">
                  <c:v>1.0025322281715039</c:v>
                </c:pt>
                <c:pt idx="26257">
                  <c:v>1.0027573657713642</c:v>
                </c:pt>
                <c:pt idx="26258">
                  <c:v>1.0031272750018119</c:v>
                </c:pt>
                <c:pt idx="26259">
                  <c:v>1.0035555636287599</c:v>
                </c:pt>
                <c:pt idx="26260">
                  <c:v>1.0042128955469203</c:v>
                </c:pt>
                <c:pt idx="26261">
                  <c:v>1.0052813784174852</c:v>
                </c:pt>
                <c:pt idx="26262">
                  <c:v>1.0053798567537409</c:v>
                </c:pt>
                <c:pt idx="26263">
                  <c:v>1.0066878716591223</c:v>
                </c:pt>
                <c:pt idx="26264">
                  <c:v>1.0069135745302586</c:v>
                </c:pt>
                <c:pt idx="26265">
                  <c:v>1.0075375127208408</c:v>
                </c:pt>
                <c:pt idx="26266">
                  <c:v>1.0076913379005168</c:v>
                </c:pt>
                <c:pt idx="26267">
                  <c:v>1.0077268635943792</c:v>
                </c:pt>
                <c:pt idx="26268">
                  <c:v>1.0086987502476592</c:v>
                </c:pt>
                <c:pt idx="26269">
                  <c:v>1.0090559998902298</c:v>
                </c:pt>
                <c:pt idx="26270">
                  <c:v>1.0101798128410715</c:v>
                </c:pt>
                <c:pt idx="26271">
                  <c:v>1.0117170872686712</c:v>
                </c:pt>
                <c:pt idx="26272">
                  <c:v>1.0123819539671801</c:v>
                </c:pt>
                <c:pt idx="26273">
                  <c:v>1.0125672738912845</c:v>
                </c:pt>
                <c:pt idx="26274">
                  <c:v>1.0126186152881413</c:v>
                </c:pt>
                <c:pt idx="26275">
                  <c:v>1.0135332413663156</c:v>
                </c:pt>
                <c:pt idx="26276">
                  <c:v>1.0151273808095862</c:v>
                </c:pt>
                <c:pt idx="26277">
                  <c:v>1.015298467489733</c:v>
                </c:pt>
                <c:pt idx="26278">
                  <c:v>1.0157043569747692</c:v>
                </c:pt>
                <c:pt idx="26279">
                  <c:v>1.0157813675275496</c:v>
                </c:pt>
                <c:pt idx="26280">
                  <c:v>1.0184509978425385</c:v>
                </c:pt>
                <c:pt idx="26281">
                  <c:v>1.0188270950221989</c:v>
                </c:pt>
                <c:pt idx="26282">
                  <c:v>1.0194169459162286</c:v>
                </c:pt>
                <c:pt idx="26283">
                  <c:v>1.0199880204269016</c:v>
                </c:pt>
                <c:pt idx="26284">
                  <c:v>1.0237044007000917</c:v>
                </c:pt>
                <c:pt idx="26285">
                  <c:v>1.0240860694761553</c:v>
                </c:pt>
                <c:pt idx="26286">
                  <c:v>1.0247092137526825</c:v>
                </c:pt>
                <c:pt idx="26287">
                  <c:v>1.0249398548996767</c:v>
                </c:pt>
                <c:pt idx="26288">
                  <c:v>1.0265254349550483</c:v>
                </c:pt>
                <c:pt idx="26289">
                  <c:v>1.026592225881952</c:v>
                </c:pt>
                <c:pt idx="26290">
                  <c:v>1.0269342160524324</c:v>
                </c:pt>
                <c:pt idx="26291">
                  <c:v>1.0278277301264891</c:v>
                </c:pt>
                <c:pt idx="26292">
                  <c:v>1.0293213554566023</c:v>
                </c:pt>
                <c:pt idx="26293">
                  <c:v>1.0299610398745398</c:v>
                </c:pt>
                <c:pt idx="26294">
                  <c:v>1.0310710014175908</c:v>
                </c:pt>
                <c:pt idx="26295">
                  <c:v>1.0314798186134773</c:v>
                </c:pt>
                <c:pt idx="26296">
                  <c:v>1.0320689752647512</c:v>
                </c:pt>
                <c:pt idx="26297">
                  <c:v>1.0325878697981106</c:v>
                </c:pt>
                <c:pt idx="26298">
                  <c:v>1.0336961620141112</c:v>
                </c:pt>
                <c:pt idx="26299">
                  <c:v>1.0337716543864168</c:v>
                </c:pt>
                <c:pt idx="26300">
                  <c:v>1.0338512968659996</c:v>
                </c:pt>
                <c:pt idx="26301">
                  <c:v>1.034390141873353</c:v>
                </c:pt>
                <c:pt idx="26302">
                  <c:v>1.035057767327348</c:v>
                </c:pt>
                <c:pt idx="26303">
                  <c:v>1.0353141708716935</c:v>
                </c:pt>
                <c:pt idx="26304">
                  <c:v>1.0353563188101487</c:v>
                </c:pt>
                <c:pt idx="26305">
                  <c:v>1.0369375980938795</c:v>
                </c:pt>
                <c:pt idx="26306">
                  <c:v>1.0377749456347123</c:v>
                </c:pt>
                <c:pt idx="26307">
                  <c:v>1.0392544523719605</c:v>
                </c:pt>
                <c:pt idx="26308">
                  <c:v>1.0398895741868674</c:v>
                </c:pt>
                <c:pt idx="26309">
                  <c:v>1.0406133650561384</c:v>
                </c:pt>
                <c:pt idx="26310">
                  <c:v>1.0412690104495503</c:v>
                </c:pt>
                <c:pt idx="26311">
                  <c:v>1.0413136736715396</c:v>
                </c:pt>
                <c:pt idx="26312">
                  <c:v>1.0416557514102935</c:v>
                </c:pt>
                <c:pt idx="26313">
                  <c:v>1.0417704274141861</c:v>
                </c:pt>
                <c:pt idx="26314">
                  <c:v>1.0419952774465353</c:v>
                </c:pt>
                <c:pt idx="26315">
                  <c:v>1.0431045200457514</c:v>
                </c:pt>
                <c:pt idx="26316">
                  <c:v>1.04335063078838</c:v>
                </c:pt>
                <c:pt idx="26317">
                  <c:v>1.0434164407579636</c:v>
                </c:pt>
                <c:pt idx="26318">
                  <c:v>1.0474220172061324</c:v>
                </c:pt>
                <c:pt idx="26319">
                  <c:v>1.0475063022785347</c:v>
                </c:pt>
                <c:pt idx="26320">
                  <c:v>1.0482312030866749</c:v>
                </c:pt>
                <c:pt idx="26321">
                  <c:v>1.0485791746976683</c:v>
                </c:pt>
                <c:pt idx="26322">
                  <c:v>1.0488415861594267</c:v>
                </c:pt>
                <c:pt idx="26323">
                  <c:v>1.0493963008346066</c:v>
                </c:pt>
                <c:pt idx="26324">
                  <c:v>1.0499819004603901</c:v>
                </c:pt>
                <c:pt idx="26325">
                  <c:v>1.0501972613616917</c:v>
                </c:pt>
                <c:pt idx="26326">
                  <c:v>1.0506141617430618</c:v>
                </c:pt>
                <c:pt idx="26327">
                  <c:v>1.0509436506112535</c:v>
                </c:pt>
                <c:pt idx="26328">
                  <c:v>1.0517187837800208</c:v>
                </c:pt>
                <c:pt idx="26329">
                  <c:v>1.0521712935831427</c:v>
                </c:pt>
                <c:pt idx="26330">
                  <c:v>1.05223273236309</c:v>
                </c:pt>
                <c:pt idx="26331">
                  <c:v>1.0524524791270831</c:v>
                </c:pt>
                <c:pt idx="26332">
                  <c:v>1.0529401252713733</c:v>
                </c:pt>
                <c:pt idx="26333">
                  <c:v>1.0534088454645738</c:v>
                </c:pt>
                <c:pt idx="26334">
                  <c:v>1.0541102701681235</c:v>
                </c:pt>
                <c:pt idx="26335">
                  <c:v>1.0554948327537967</c:v>
                </c:pt>
                <c:pt idx="26336">
                  <c:v>1.0570252806899014</c:v>
                </c:pt>
                <c:pt idx="26337">
                  <c:v>1.0573522550662378</c:v>
                </c:pt>
                <c:pt idx="26338">
                  <c:v>1.0575982030877353</c:v>
                </c:pt>
                <c:pt idx="26339">
                  <c:v>1.0592930943412848</c:v>
                </c:pt>
                <c:pt idx="26340">
                  <c:v>1.0601858057229065</c:v>
                </c:pt>
                <c:pt idx="26341">
                  <c:v>1.0608610283364721</c:v>
                </c:pt>
                <c:pt idx="26342">
                  <c:v>1.0617562515977144</c:v>
                </c:pt>
                <c:pt idx="26343">
                  <c:v>1.0643904855633224</c:v>
                </c:pt>
                <c:pt idx="26344">
                  <c:v>1.0648664302714559</c:v>
                </c:pt>
                <c:pt idx="26345">
                  <c:v>1.0650651421971344</c:v>
                </c:pt>
                <c:pt idx="26346">
                  <c:v>1.0661552732974477</c:v>
                </c:pt>
                <c:pt idx="26347">
                  <c:v>1.0672118503835546</c:v>
                </c:pt>
                <c:pt idx="26348">
                  <c:v>1.0676709710671446</c:v>
                </c:pt>
                <c:pt idx="26349">
                  <c:v>1.0680421965452058</c:v>
                </c:pt>
                <c:pt idx="26350">
                  <c:v>1.070469754372942</c:v>
                </c:pt>
                <c:pt idx="26351">
                  <c:v>1.0713746694785764</c:v>
                </c:pt>
                <c:pt idx="26352">
                  <c:v>1.0719671090374083</c:v>
                </c:pt>
                <c:pt idx="26353">
                  <c:v>1.0725716127890594</c:v>
                </c:pt>
                <c:pt idx="26354">
                  <c:v>1.073086362891998</c:v>
                </c:pt>
                <c:pt idx="26355">
                  <c:v>1.0733619116458439</c:v>
                </c:pt>
                <c:pt idx="26356">
                  <c:v>1.0741423260686989</c:v>
                </c:pt>
                <c:pt idx="26357">
                  <c:v>1.074287762036759</c:v>
                </c:pt>
                <c:pt idx="26358">
                  <c:v>1.0750059714627742</c:v>
                </c:pt>
                <c:pt idx="26359">
                  <c:v>1.0756608445903491</c:v>
                </c:pt>
                <c:pt idx="26360">
                  <c:v>1.0774649911094041</c:v>
                </c:pt>
                <c:pt idx="26361">
                  <c:v>1.0776155053426528</c:v>
                </c:pt>
                <c:pt idx="26362">
                  <c:v>1.0779468284654956</c:v>
                </c:pt>
                <c:pt idx="26363">
                  <c:v>1.0781413835154241</c:v>
                </c:pt>
                <c:pt idx="26364">
                  <c:v>1.078599023829818</c:v>
                </c:pt>
                <c:pt idx="26365">
                  <c:v>1.079077530007936</c:v>
                </c:pt>
                <c:pt idx="26366">
                  <c:v>1.0795166533367508</c:v>
                </c:pt>
                <c:pt idx="26367">
                  <c:v>1.07956889216083</c:v>
                </c:pt>
                <c:pt idx="26368">
                  <c:v>1.0797112192985194</c:v>
                </c:pt>
                <c:pt idx="26369">
                  <c:v>1.080066913915618</c:v>
                </c:pt>
                <c:pt idx="26370">
                  <c:v>1.0806604697787161</c:v>
                </c:pt>
                <c:pt idx="26371">
                  <c:v>1.080933912280676</c:v>
                </c:pt>
                <c:pt idx="26372">
                  <c:v>1.0811894344807245</c:v>
                </c:pt>
                <c:pt idx="26373">
                  <c:v>1.0829057965875126</c:v>
                </c:pt>
                <c:pt idx="26374">
                  <c:v>1.0843515834874209</c:v>
                </c:pt>
                <c:pt idx="26375">
                  <c:v>1.0862421010303343</c:v>
                </c:pt>
                <c:pt idx="26376">
                  <c:v>1.0868601464404699</c:v>
                </c:pt>
                <c:pt idx="26377">
                  <c:v>1.0875022589205543</c:v>
                </c:pt>
                <c:pt idx="26378">
                  <c:v>1.089627931232398</c:v>
                </c:pt>
                <c:pt idx="26379">
                  <c:v>1.0897324340039249</c:v>
                </c:pt>
                <c:pt idx="26380">
                  <c:v>1.0901355982032725</c:v>
                </c:pt>
                <c:pt idx="26381">
                  <c:v>1.0903462795392533</c:v>
                </c:pt>
                <c:pt idx="26382">
                  <c:v>1.0920393373351891</c:v>
                </c:pt>
                <c:pt idx="26383">
                  <c:v>1.0926455926640195</c:v>
                </c:pt>
                <c:pt idx="26384">
                  <c:v>1.0929016867150898</c:v>
                </c:pt>
                <c:pt idx="26385">
                  <c:v>1.0941919851715762</c:v>
                </c:pt>
                <c:pt idx="26386">
                  <c:v>1.0945955117083863</c:v>
                </c:pt>
                <c:pt idx="26387">
                  <c:v>1.0964555623868291</c:v>
                </c:pt>
                <c:pt idx="26388">
                  <c:v>1.0996961377896353</c:v>
                </c:pt>
                <c:pt idx="26389">
                  <c:v>1.1001164979146163</c:v>
                </c:pt>
                <c:pt idx="26390">
                  <c:v>1.1006405895146714</c:v>
                </c:pt>
                <c:pt idx="26391">
                  <c:v>1.1007658282594965</c:v>
                </c:pt>
                <c:pt idx="26392">
                  <c:v>1.1019865993530198</c:v>
                </c:pt>
                <c:pt idx="26393">
                  <c:v>1.1020529831936103</c:v>
                </c:pt>
                <c:pt idx="26394">
                  <c:v>1.1039859891355179</c:v>
                </c:pt>
                <c:pt idx="26395">
                  <c:v>1.1044053132052831</c:v>
                </c:pt>
                <c:pt idx="26396">
                  <c:v>1.1050601305724381</c:v>
                </c:pt>
                <c:pt idx="26397">
                  <c:v>1.1053914545201127</c:v>
                </c:pt>
                <c:pt idx="26398">
                  <c:v>1.1056029399741654</c:v>
                </c:pt>
                <c:pt idx="26399">
                  <c:v>1.1074829106528858</c:v>
                </c:pt>
                <c:pt idx="26400">
                  <c:v>1.1094560974505683</c:v>
                </c:pt>
                <c:pt idx="26401">
                  <c:v>1.1097783811295701</c:v>
                </c:pt>
                <c:pt idx="26402">
                  <c:v>1.1117264355064622</c:v>
                </c:pt>
                <c:pt idx="26403">
                  <c:v>1.1132304382582834</c:v>
                </c:pt>
                <c:pt idx="26404">
                  <c:v>1.113457664346968</c:v>
                </c:pt>
                <c:pt idx="26405">
                  <c:v>1.1139443433663332</c:v>
                </c:pt>
                <c:pt idx="26406">
                  <c:v>1.1139864334438867</c:v>
                </c:pt>
                <c:pt idx="26407">
                  <c:v>1.1141867473216984</c:v>
                </c:pt>
                <c:pt idx="26408">
                  <c:v>1.1143637208805406</c:v>
                </c:pt>
                <c:pt idx="26409">
                  <c:v>1.1162940689017695</c:v>
                </c:pt>
                <c:pt idx="26410">
                  <c:v>1.1188791475536359</c:v>
                </c:pt>
                <c:pt idx="26411">
                  <c:v>1.1210296120460514</c:v>
                </c:pt>
                <c:pt idx="26412">
                  <c:v>1.1212906444330741</c:v>
                </c:pt>
                <c:pt idx="26413">
                  <c:v>1.1216715551625118</c:v>
                </c:pt>
                <c:pt idx="26414">
                  <c:v>1.1219377971856697</c:v>
                </c:pt>
                <c:pt idx="26415">
                  <c:v>1.122262635494339</c:v>
                </c:pt>
                <c:pt idx="26416">
                  <c:v>1.1224626832935067</c:v>
                </c:pt>
                <c:pt idx="26417">
                  <c:v>1.1226951185084784</c:v>
                </c:pt>
                <c:pt idx="26418">
                  <c:v>1.1231884372567684</c:v>
                </c:pt>
                <c:pt idx="26419">
                  <c:v>1.1241593649654771</c:v>
                </c:pt>
                <c:pt idx="26420">
                  <c:v>1.1255221662803874</c:v>
                </c:pt>
                <c:pt idx="26421">
                  <c:v>1.1260044514378647</c:v>
                </c:pt>
                <c:pt idx="26422">
                  <c:v>1.1260384308638531</c:v>
                </c:pt>
                <c:pt idx="26423">
                  <c:v>1.1262140708429671</c:v>
                </c:pt>
                <c:pt idx="26424">
                  <c:v>1.1271174569745575</c:v>
                </c:pt>
                <c:pt idx="26425">
                  <c:v>1.1279629644280753</c:v>
                </c:pt>
                <c:pt idx="26426">
                  <c:v>1.1280416988078434</c:v>
                </c:pt>
                <c:pt idx="26427">
                  <c:v>1.128904521951706</c:v>
                </c:pt>
                <c:pt idx="26428">
                  <c:v>1.129140096071638</c:v>
                </c:pt>
                <c:pt idx="26429">
                  <c:v>1.1297200140274475</c:v>
                </c:pt>
                <c:pt idx="26430">
                  <c:v>1.1297262235940342</c:v>
                </c:pt>
                <c:pt idx="26431">
                  <c:v>1.1298994458134863</c:v>
                </c:pt>
                <c:pt idx="26432">
                  <c:v>1.1302520511430678</c:v>
                </c:pt>
                <c:pt idx="26433">
                  <c:v>1.1312097488109449</c:v>
                </c:pt>
                <c:pt idx="26434">
                  <c:v>1.131482504918</c:v>
                </c:pt>
                <c:pt idx="26435">
                  <c:v>1.1320679675990468</c:v>
                </c:pt>
                <c:pt idx="26436">
                  <c:v>1.1322769960347798</c:v>
                </c:pt>
                <c:pt idx="26437">
                  <c:v>1.1328630878807577</c:v>
                </c:pt>
                <c:pt idx="26438">
                  <c:v>1.1345827557523749</c:v>
                </c:pt>
                <c:pt idx="26439">
                  <c:v>1.135545712150644</c:v>
                </c:pt>
                <c:pt idx="26440">
                  <c:v>1.1356743869789918</c:v>
                </c:pt>
                <c:pt idx="26441">
                  <c:v>1.1369247052509477</c:v>
                </c:pt>
                <c:pt idx="26442">
                  <c:v>1.1378251874789045</c:v>
                </c:pt>
                <c:pt idx="26443">
                  <c:v>1.1382404837892763</c:v>
                </c:pt>
                <c:pt idx="26444">
                  <c:v>1.1389822058874721</c:v>
                </c:pt>
                <c:pt idx="26445">
                  <c:v>1.1391391001226072</c:v>
                </c:pt>
                <c:pt idx="26446">
                  <c:v>1.1402536269979309</c:v>
                </c:pt>
                <c:pt idx="26447">
                  <c:v>1.1408240888529659</c:v>
                </c:pt>
                <c:pt idx="26448">
                  <c:v>1.1420360135426286</c:v>
                </c:pt>
                <c:pt idx="26449">
                  <c:v>1.142441529192062</c:v>
                </c:pt>
                <c:pt idx="26450">
                  <c:v>1.1427407493845589</c:v>
                </c:pt>
                <c:pt idx="26451">
                  <c:v>1.1432311405364552</c:v>
                </c:pt>
                <c:pt idx="26452">
                  <c:v>1.1440095032493665</c:v>
                </c:pt>
                <c:pt idx="26453">
                  <c:v>1.1461565541323311</c:v>
                </c:pt>
                <c:pt idx="26454">
                  <c:v>1.1484201065248307</c:v>
                </c:pt>
                <c:pt idx="26455">
                  <c:v>1.1490435175728728</c:v>
                </c:pt>
                <c:pt idx="26456">
                  <c:v>1.1493170863151978</c:v>
                </c:pt>
                <c:pt idx="26457">
                  <c:v>1.1530417022307731</c:v>
                </c:pt>
                <c:pt idx="26458">
                  <c:v>1.1532868629304627</c:v>
                </c:pt>
                <c:pt idx="26459">
                  <c:v>1.1540825972072921</c:v>
                </c:pt>
                <c:pt idx="26460">
                  <c:v>1.154107639170953</c:v>
                </c:pt>
                <c:pt idx="26461">
                  <c:v>1.1559275242124063</c:v>
                </c:pt>
                <c:pt idx="26462">
                  <c:v>1.1562750151032861</c:v>
                </c:pt>
                <c:pt idx="26463">
                  <c:v>1.1563707747751804</c:v>
                </c:pt>
                <c:pt idx="26464">
                  <c:v>1.1569382241308541</c:v>
                </c:pt>
                <c:pt idx="26465">
                  <c:v>1.1574853336382465</c:v>
                </c:pt>
                <c:pt idx="26466">
                  <c:v>1.1607154879082222</c:v>
                </c:pt>
                <c:pt idx="26467">
                  <c:v>1.1619706977489093</c:v>
                </c:pt>
                <c:pt idx="26468">
                  <c:v>1.1625436660487787</c:v>
                </c:pt>
                <c:pt idx="26469">
                  <c:v>1.162641066481122</c:v>
                </c:pt>
                <c:pt idx="26470">
                  <c:v>1.1627586731072788</c:v>
                </c:pt>
                <c:pt idx="26471">
                  <c:v>1.1632027926874811</c:v>
                </c:pt>
                <c:pt idx="26472">
                  <c:v>1.1670388433234866</c:v>
                </c:pt>
                <c:pt idx="26473">
                  <c:v>1.1702355052196387</c:v>
                </c:pt>
                <c:pt idx="26474">
                  <c:v>1.1709750329986222</c:v>
                </c:pt>
                <c:pt idx="26475">
                  <c:v>1.1714321442724835</c:v>
                </c:pt>
                <c:pt idx="26476">
                  <c:v>1.1714800839371298</c:v>
                </c:pt>
                <c:pt idx="26477">
                  <c:v>1.1734565171764999</c:v>
                </c:pt>
                <c:pt idx="26478">
                  <c:v>1.1748605143038948</c:v>
                </c:pt>
                <c:pt idx="26479">
                  <c:v>1.1769812149496099</c:v>
                </c:pt>
                <c:pt idx="26480">
                  <c:v>1.1771869142381592</c:v>
                </c:pt>
                <c:pt idx="26481">
                  <c:v>1.1773950745957698</c:v>
                </c:pt>
                <c:pt idx="26482">
                  <c:v>1.1776910592672518</c:v>
                </c:pt>
                <c:pt idx="26483">
                  <c:v>1.1778265604650811</c:v>
                </c:pt>
                <c:pt idx="26484">
                  <c:v>1.1789222863154372</c:v>
                </c:pt>
                <c:pt idx="26485">
                  <c:v>1.1824738919439626</c:v>
                </c:pt>
                <c:pt idx="26486">
                  <c:v>1.1826354231843124</c:v>
                </c:pt>
                <c:pt idx="26487">
                  <c:v>1.1850784595248964</c:v>
                </c:pt>
                <c:pt idx="26488">
                  <c:v>1.1855257053645394</c:v>
                </c:pt>
                <c:pt idx="26489">
                  <c:v>1.1861055952629249</c:v>
                </c:pt>
                <c:pt idx="26490">
                  <c:v>1.1885773324000768</c:v>
                </c:pt>
                <c:pt idx="26491">
                  <c:v>1.1900975561163738</c:v>
                </c:pt>
                <c:pt idx="26492">
                  <c:v>1.1911640895546305</c:v>
                </c:pt>
                <c:pt idx="26493">
                  <c:v>1.1917248364365061</c:v>
                </c:pt>
                <c:pt idx="26494">
                  <c:v>1.1925204974288406</c:v>
                </c:pt>
                <c:pt idx="26495">
                  <c:v>1.193529225904687</c:v>
                </c:pt>
                <c:pt idx="26496">
                  <c:v>1.1944563375839963</c:v>
                </c:pt>
                <c:pt idx="26497">
                  <c:v>1.1944980589506622</c:v>
                </c:pt>
                <c:pt idx="26498">
                  <c:v>1.1959407940859437</c:v>
                </c:pt>
                <c:pt idx="26499">
                  <c:v>1.1966815476671269</c:v>
                </c:pt>
                <c:pt idx="26500">
                  <c:v>1.1967781884153008</c:v>
                </c:pt>
                <c:pt idx="26501">
                  <c:v>1.1985888918409828</c:v>
                </c:pt>
                <c:pt idx="26502">
                  <c:v>1.2008983962361415</c:v>
                </c:pt>
                <c:pt idx="26503">
                  <c:v>1.2016856809213596</c:v>
                </c:pt>
                <c:pt idx="26504">
                  <c:v>1.2045118308437841</c:v>
                </c:pt>
                <c:pt idx="26505">
                  <c:v>1.2050067832199647</c:v>
                </c:pt>
                <c:pt idx="26506">
                  <c:v>1.2061443234336011</c:v>
                </c:pt>
                <c:pt idx="26507">
                  <c:v>1.2061921339984403</c:v>
                </c:pt>
                <c:pt idx="26508">
                  <c:v>1.2063672434282844</c:v>
                </c:pt>
                <c:pt idx="26509">
                  <c:v>1.206862448809497</c:v>
                </c:pt>
                <c:pt idx="26510">
                  <c:v>1.2071280834472282</c:v>
                </c:pt>
                <c:pt idx="26511">
                  <c:v>1.2074094584312767</c:v>
                </c:pt>
                <c:pt idx="26512">
                  <c:v>1.2083653015703877</c:v>
                </c:pt>
                <c:pt idx="26513">
                  <c:v>1.2105811949332568</c:v>
                </c:pt>
                <c:pt idx="26514">
                  <c:v>1.2111057420259743</c:v>
                </c:pt>
                <c:pt idx="26515">
                  <c:v>1.2123875960042767</c:v>
                </c:pt>
                <c:pt idx="26516">
                  <c:v>1.2143039342585817</c:v>
                </c:pt>
                <c:pt idx="26517">
                  <c:v>1.215221049950119</c:v>
                </c:pt>
                <c:pt idx="26518">
                  <c:v>1.2173688928839446</c:v>
                </c:pt>
                <c:pt idx="26519">
                  <c:v>1.2190476796810792</c:v>
                </c:pt>
                <c:pt idx="26520">
                  <c:v>1.2193980527505643</c:v>
                </c:pt>
                <c:pt idx="26521">
                  <c:v>1.219467435582491</c:v>
                </c:pt>
                <c:pt idx="26522">
                  <c:v>1.2198551724282127</c:v>
                </c:pt>
                <c:pt idx="26523">
                  <c:v>1.2212267145842937</c:v>
                </c:pt>
                <c:pt idx="26524">
                  <c:v>1.2212677928672184</c:v>
                </c:pt>
                <c:pt idx="26525">
                  <c:v>1.2226552633235643</c:v>
                </c:pt>
                <c:pt idx="26526">
                  <c:v>1.2229459242024279</c:v>
                </c:pt>
                <c:pt idx="26527">
                  <c:v>1.2229688291204519</c:v>
                </c:pt>
                <c:pt idx="26528">
                  <c:v>1.2242636856473157</c:v>
                </c:pt>
                <c:pt idx="26529">
                  <c:v>1.224704481970603</c:v>
                </c:pt>
                <c:pt idx="26530">
                  <c:v>1.2260628030015734</c:v>
                </c:pt>
                <c:pt idx="26531">
                  <c:v>1.2264945575640094</c:v>
                </c:pt>
                <c:pt idx="26532">
                  <c:v>1.226651858811475</c:v>
                </c:pt>
                <c:pt idx="26533">
                  <c:v>1.2271833485099197</c:v>
                </c:pt>
                <c:pt idx="26534">
                  <c:v>1.2287094733404769</c:v>
                </c:pt>
                <c:pt idx="26535">
                  <c:v>1.2306521003289572</c:v>
                </c:pt>
                <c:pt idx="26536">
                  <c:v>1.2309206959157848</c:v>
                </c:pt>
                <c:pt idx="26537">
                  <c:v>1.2319589686516672</c:v>
                </c:pt>
                <c:pt idx="26538">
                  <c:v>1.2329341150718816</c:v>
                </c:pt>
                <c:pt idx="26539">
                  <c:v>1.2329363058908198</c:v>
                </c:pt>
                <c:pt idx="26540">
                  <c:v>1.2339717829637575</c:v>
                </c:pt>
                <c:pt idx="26541">
                  <c:v>1.2340784759789272</c:v>
                </c:pt>
                <c:pt idx="26542">
                  <c:v>1.2345625249737948</c:v>
                </c:pt>
                <c:pt idx="26543">
                  <c:v>1.2347863603549945</c:v>
                </c:pt>
                <c:pt idx="26544">
                  <c:v>1.2357489449670798</c:v>
                </c:pt>
                <c:pt idx="26545">
                  <c:v>1.2361531804952537</c:v>
                </c:pt>
                <c:pt idx="26546">
                  <c:v>1.2366147948635928</c:v>
                </c:pt>
                <c:pt idx="26547">
                  <c:v>1.236636146721821</c:v>
                </c:pt>
                <c:pt idx="26548">
                  <c:v>1.2369276906579807</c:v>
                </c:pt>
                <c:pt idx="26549">
                  <c:v>1.23759140269434</c:v>
                </c:pt>
                <c:pt idx="26550">
                  <c:v>1.2377125760827232</c:v>
                </c:pt>
                <c:pt idx="26551">
                  <c:v>1.2388110803711569</c:v>
                </c:pt>
                <c:pt idx="26552">
                  <c:v>1.2389067960826823</c:v>
                </c:pt>
                <c:pt idx="26553">
                  <c:v>1.2391064501862319</c:v>
                </c:pt>
                <c:pt idx="26554">
                  <c:v>1.2397707074175572</c:v>
                </c:pt>
                <c:pt idx="26555">
                  <c:v>1.2402434394700215</c:v>
                </c:pt>
                <c:pt idx="26556">
                  <c:v>1.2404302569636305</c:v>
                </c:pt>
                <c:pt idx="26557">
                  <c:v>1.2404729793729006</c:v>
                </c:pt>
                <c:pt idx="26558">
                  <c:v>1.240534903502043</c:v>
                </c:pt>
                <c:pt idx="26559">
                  <c:v>1.2409030261176492</c:v>
                </c:pt>
                <c:pt idx="26560">
                  <c:v>1.2410255678805957</c:v>
                </c:pt>
                <c:pt idx="26561">
                  <c:v>1.2413027702417931</c:v>
                </c:pt>
                <c:pt idx="26562">
                  <c:v>1.2418363975496527</c:v>
                </c:pt>
                <c:pt idx="26563">
                  <c:v>1.2419440190075968</c:v>
                </c:pt>
                <c:pt idx="26564">
                  <c:v>1.241991969145281</c:v>
                </c:pt>
                <c:pt idx="26565">
                  <c:v>1.2426124224942252</c:v>
                </c:pt>
                <c:pt idx="26566">
                  <c:v>1.2426489938635101</c:v>
                </c:pt>
                <c:pt idx="26567">
                  <c:v>1.244440264922303</c:v>
                </c:pt>
                <c:pt idx="26568">
                  <c:v>1.2445996728257698</c:v>
                </c:pt>
                <c:pt idx="26569">
                  <c:v>1.2454850282730447</c:v>
                </c:pt>
                <c:pt idx="26570">
                  <c:v>1.2469348392912987</c:v>
                </c:pt>
                <c:pt idx="26571">
                  <c:v>1.2472622021969859</c:v>
                </c:pt>
                <c:pt idx="26572">
                  <c:v>1.2473993075982195</c:v>
                </c:pt>
                <c:pt idx="26573">
                  <c:v>1.2475182381159422</c:v>
                </c:pt>
                <c:pt idx="26574">
                  <c:v>1.2481487101157558</c:v>
                </c:pt>
                <c:pt idx="26575">
                  <c:v>1.2484690593785661</c:v>
                </c:pt>
                <c:pt idx="26576">
                  <c:v>1.2486580700787941</c:v>
                </c:pt>
                <c:pt idx="26577">
                  <c:v>1.248692663937278</c:v>
                </c:pt>
                <c:pt idx="26578">
                  <c:v>1.2489307980053213</c:v>
                </c:pt>
                <c:pt idx="26579">
                  <c:v>1.2495033684359425</c:v>
                </c:pt>
                <c:pt idx="26580">
                  <c:v>1.2499304505118454</c:v>
                </c:pt>
                <c:pt idx="26581">
                  <c:v>1.2501082410086941</c:v>
                </c:pt>
                <c:pt idx="26582">
                  <c:v>1.2506157278525314</c:v>
                </c:pt>
                <c:pt idx="26583">
                  <c:v>1.2507390661450362</c:v>
                </c:pt>
                <c:pt idx="26584">
                  <c:v>1.251626453561185</c:v>
                </c:pt>
                <c:pt idx="26585">
                  <c:v>1.2523568320883707</c:v>
                </c:pt>
                <c:pt idx="26586">
                  <c:v>1.2528841960953105</c:v>
                </c:pt>
                <c:pt idx="26587">
                  <c:v>1.253673576087043</c:v>
                </c:pt>
                <c:pt idx="26588">
                  <c:v>1.254290918685419</c:v>
                </c:pt>
                <c:pt idx="26589">
                  <c:v>1.2544166659195684</c:v>
                </c:pt>
                <c:pt idx="26590">
                  <c:v>1.2544853776480804</c:v>
                </c:pt>
                <c:pt idx="26591">
                  <c:v>1.2549626106537906</c:v>
                </c:pt>
                <c:pt idx="26592">
                  <c:v>1.2551069931164509</c:v>
                </c:pt>
                <c:pt idx="26593">
                  <c:v>1.2551914784021705</c:v>
                </c:pt>
                <c:pt idx="26594">
                  <c:v>1.255503401025772</c:v>
                </c:pt>
                <c:pt idx="26595">
                  <c:v>1.2556050225332862</c:v>
                </c:pt>
                <c:pt idx="26596">
                  <c:v>1.2564668023968522</c:v>
                </c:pt>
                <c:pt idx="26597">
                  <c:v>1.256652441211082</c:v>
                </c:pt>
                <c:pt idx="26598">
                  <c:v>1.2581273609658197</c:v>
                </c:pt>
                <c:pt idx="26599">
                  <c:v>1.2584952108817731</c:v>
                </c:pt>
                <c:pt idx="26600">
                  <c:v>1.2596602917765161</c:v>
                </c:pt>
                <c:pt idx="26601">
                  <c:v>1.259684999341913</c:v>
                </c:pt>
                <c:pt idx="26602">
                  <c:v>1.2597660216119473</c:v>
                </c:pt>
                <c:pt idx="26603">
                  <c:v>1.2599762764767148</c:v>
                </c:pt>
                <c:pt idx="26604">
                  <c:v>1.260078763641445</c:v>
                </c:pt>
                <c:pt idx="26605">
                  <c:v>1.2603934934145091</c:v>
                </c:pt>
                <c:pt idx="26606">
                  <c:v>1.261134006410386</c:v>
                </c:pt>
                <c:pt idx="26607">
                  <c:v>1.2619291483625068</c:v>
                </c:pt>
                <c:pt idx="26608">
                  <c:v>1.2620439278738684</c:v>
                </c:pt>
                <c:pt idx="26609">
                  <c:v>1.2626127942833871</c:v>
                </c:pt>
                <c:pt idx="26610">
                  <c:v>1.263077083774101</c:v>
                </c:pt>
                <c:pt idx="26611">
                  <c:v>1.2640235516604756</c:v>
                </c:pt>
                <c:pt idx="26612">
                  <c:v>1.2644602518052968</c:v>
                </c:pt>
                <c:pt idx="26613">
                  <c:v>1.2646917046715007</c:v>
                </c:pt>
                <c:pt idx="26614">
                  <c:v>1.2659290188811996</c:v>
                </c:pt>
                <c:pt idx="26615">
                  <c:v>1.2676891224909252</c:v>
                </c:pt>
                <c:pt idx="26616">
                  <c:v>1.2677740586757564</c:v>
                </c:pt>
                <c:pt idx="26617">
                  <c:v>1.2680151025359379</c:v>
                </c:pt>
                <c:pt idx="26618">
                  <c:v>1.26885353736482</c:v>
                </c:pt>
                <c:pt idx="26619">
                  <c:v>1.2712611670871958</c:v>
                </c:pt>
                <c:pt idx="26620">
                  <c:v>1.2714228188472927</c:v>
                </c:pt>
                <c:pt idx="26621">
                  <c:v>1.2726182934560284</c:v>
                </c:pt>
                <c:pt idx="26622">
                  <c:v>1.2770270403189798</c:v>
                </c:pt>
                <c:pt idx="26623">
                  <c:v>1.2770442767760286</c:v>
                </c:pt>
                <c:pt idx="26624">
                  <c:v>1.2775480823919638</c:v>
                </c:pt>
                <c:pt idx="26625">
                  <c:v>1.279288664710279</c:v>
                </c:pt>
                <c:pt idx="26626">
                  <c:v>1.2802481280511377</c:v>
                </c:pt>
                <c:pt idx="26627">
                  <c:v>1.2808153984409354</c:v>
                </c:pt>
                <c:pt idx="26628">
                  <c:v>1.2826543810487339</c:v>
                </c:pt>
                <c:pt idx="26629">
                  <c:v>1.2835344008298619</c:v>
                </c:pt>
                <c:pt idx="26630">
                  <c:v>1.2865747127425964</c:v>
                </c:pt>
                <c:pt idx="26631">
                  <c:v>1.287152147543704</c:v>
                </c:pt>
                <c:pt idx="26632">
                  <c:v>1.2878225851371374</c:v>
                </c:pt>
                <c:pt idx="26633">
                  <c:v>1.2885730116307246</c:v>
                </c:pt>
                <c:pt idx="26634">
                  <c:v>1.2901228309959798</c:v>
                </c:pt>
                <c:pt idx="26635">
                  <c:v>1.2916085041185212</c:v>
                </c:pt>
                <c:pt idx="26636">
                  <c:v>1.2916609767117473</c:v>
                </c:pt>
                <c:pt idx="26637">
                  <c:v>1.2917196675881997</c:v>
                </c:pt>
                <c:pt idx="26638">
                  <c:v>1.2925770300105062</c:v>
                </c:pt>
                <c:pt idx="26639">
                  <c:v>1.2929990794092401</c:v>
                </c:pt>
                <c:pt idx="26640">
                  <c:v>1.2934343407897688</c:v>
                </c:pt>
                <c:pt idx="26641">
                  <c:v>1.2940516968770066</c:v>
                </c:pt>
                <c:pt idx="26642">
                  <c:v>1.2947254938622204</c:v>
                </c:pt>
                <c:pt idx="26643">
                  <c:v>1.2965234801568342</c:v>
                </c:pt>
                <c:pt idx="26644">
                  <c:v>1.2976712588547687</c:v>
                </c:pt>
                <c:pt idx="26645">
                  <c:v>1.2982773802162382</c:v>
                </c:pt>
                <c:pt idx="26646">
                  <c:v>1.2988975166374264</c:v>
                </c:pt>
                <c:pt idx="26647">
                  <c:v>1.2990107347601552</c:v>
                </c:pt>
                <c:pt idx="26648">
                  <c:v>1.2991369461681286</c:v>
                </c:pt>
                <c:pt idx="26649">
                  <c:v>1.2995395239131886</c:v>
                </c:pt>
                <c:pt idx="26650">
                  <c:v>1.299923684981301</c:v>
                </c:pt>
                <c:pt idx="26651">
                  <c:v>1.3006839458465347</c:v>
                </c:pt>
                <c:pt idx="26652">
                  <c:v>1.3033969242613324</c:v>
                </c:pt>
                <c:pt idx="26653">
                  <c:v>1.3038951646641426</c:v>
                </c:pt>
                <c:pt idx="26654">
                  <c:v>1.3051990168727525</c:v>
                </c:pt>
                <c:pt idx="26655">
                  <c:v>1.3056360347848899</c:v>
                </c:pt>
                <c:pt idx="26656">
                  <c:v>1.3059660503220534</c:v>
                </c:pt>
                <c:pt idx="26657">
                  <c:v>1.3067037408194861</c:v>
                </c:pt>
                <c:pt idx="26658">
                  <c:v>1.3075809665519624</c:v>
                </c:pt>
                <c:pt idx="26659">
                  <c:v>1.3076779825199263</c:v>
                </c:pt>
                <c:pt idx="26660">
                  <c:v>1.3077086405355083</c:v>
                </c:pt>
                <c:pt idx="26661">
                  <c:v>1.3084168139118988</c:v>
                </c:pt>
                <c:pt idx="26662">
                  <c:v>1.3092287538327625</c:v>
                </c:pt>
                <c:pt idx="26663">
                  <c:v>1.3094155055477654</c:v>
                </c:pt>
                <c:pt idx="26664">
                  <c:v>1.3101317995503168</c:v>
                </c:pt>
                <c:pt idx="26665">
                  <c:v>1.3109839672852419</c:v>
                </c:pt>
                <c:pt idx="26666">
                  <c:v>1.3116411727578388</c:v>
                </c:pt>
                <c:pt idx="26667">
                  <c:v>1.3127174759767168</c:v>
                </c:pt>
                <c:pt idx="26668">
                  <c:v>1.312759517723771</c:v>
                </c:pt>
                <c:pt idx="26669">
                  <c:v>1.3134505172498678</c:v>
                </c:pt>
                <c:pt idx="26670">
                  <c:v>1.3140846181665917</c:v>
                </c:pt>
                <c:pt idx="26671">
                  <c:v>1.3145348648550259</c:v>
                </c:pt>
                <c:pt idx="26672">
                  <c:v>1.3160752475055602</c:v>
                </c:pt>
                <c:pt idx="26673">
                  <c:v>1.3160831750187021</c:v>
                </c:pt>
                <c:pt idx="26674">
                  <c:v>1.3162739449959575</c:v>
                </c:pt>
                <c:pt idx="26675">
                  <c:v>1.3166479410488625</c:v>
                </c:pt>
                <c:pt idx="26676">
                  <c:v>1.3174516686773539</c:v>
                </c:pt>
                <c:pt idx="26677">
                  <c:v>1.3176181801223295</c:v>
                </c:pt>
                <c:pt idx="26678">
                  <c:v>1.3180246060294081</c:v>
                </c:pt>
                <c:pt idx="26679">
                  <c:v>1.3192965160635217</c:v>
                </c:pt>
                <c:pt idx="26680">
                  <c:v>1.319895830164507</c:v>
                </c:pt>
                <c:pt idx="26681">
                  <c:v>1.3204354274148655</c:v>
                </c:pt>
                <c:pt idx="26682">
                  <c:v>1.3215418723578689</c:v>
                </c:pt>
                <c:pt idx="26683">
                  <c:v>1.3223038691275573</c:v>
                </c:pt>
                <c:pt idx="26684">
                  <c:v>1.322465509002807</c:v>
                </c:pt>
                <c:pt idx="26685">
                  <c:v>1.3234369067329088</c:v>
                </c:pt>
                <c:pt idx="26686">
                  <c:v>1.3263411319609888</c:v>
                </c:pt>
                <c:pt idx="26687">
                  <c:v>1.3290484772064277</c:v>
                </c:pt>
                <c:pt idx="26688">
                  <c:v>1.3293006151395279</c:v>
                </c:pt>
                <c:pt idx="26689">
                  <c:v>1.3300472659569995</c:v>
                </c:pt>
                <c:pt idx="26690">
                  <c:v>1.330071072169112</c:v>
                </c:pt>
                <c:pt idx="26691">
                  <c:v>1.330118645908573</c:v>
                </c:pt>
                <c:pt idx="26692">
                  <c:v>1.3308075022029133</c:v>
                </c:pt>
                <c:pt idx="26693">
                  <c:v>1.3316581293494902</c:v>
                </c:pt>
                <c:pt idx="26694">
                  <c:v>1.3320559161913608</c:v>
                </c:pt>
                <c:pt idx="26695">
                  <c:v>1.3332305582801518</c:v>
                </c:pt>
                <c:pt idx="26696">
                  <c:v>1.3333331850752144</c:v>
                </c:pt>
                <c:pt idx="26697">
                  <c:v>1.334686412286731</c:v>
                </c:pt>
                <c:pt idx="26698">
                  <c:v>1.3352095777555515</c:v>
                </c:pt>
                <c:pt idx="26699">
                  <c:v>1.3362252370138301</c:v>
                </c:pt>
                <c:pt idx="26700">
                  <c:v>1.3369878390774064</c:v>
                </c:pt>
                <c:pt idx="26701">
                  <c:v>1.3370930556023963</c:v>
                </c:pt>
                <c:pt idx="26702">
                  <c:v>1.3380838032663815</c:v>
                </c:pt>
                <c:pt idx="26703">
                  <c:v>1.3382370632525675</c:v>
                </c:pt>
                <c:pt idx="26704">
                  <c:v>1.3412515559162363</c:v>
                </c:pt>
                <c:pt idx="26705">
                  <c:v>1.3443695791023009</c:v>
                </c:pt>
                <c:pt idx="26706">
                  <c:v>1.3448336374233361</c:v>
                </c:pt>
                <c:pt idx="26707">
                  <c:v>1.3482811684256861</c:v>
                </c:pt>
                <c:pt idx="26708">
                  <c:v>1.3497185970704435</c:v>
                </c:pt>
                <c:pt idx="26709">
                  <c:v>1.3517474795644941</c:v>
                </c:pt>
                <c:pt idx="26710">
                  <c:v>1.3564896993282256</c:v>
                </c:pt>
                <c:pt idx="26711">
                  <c:v>1.3574951662282533</c:v>
                </c:pt>
                <c:pt idx="26712">
                  <c:v>1.3649798954697365</c:v>
                </c:pt>
                <c:pt idx="26713">
                  <c:v>1.3665400610473812</c:v>
                </c:pt>
                <c:pt idx="26714">
                  <c:v>1.3670114129684967</c:v>
                </c:pt>
                <c:pt idx="26715">
                  <c:v>1.3677802921655704</c:v>
                </c:pt>
                <c:pt idx="26716">
                  <c:v>1.3684314879109489</c:v>
                </c:pt>
                <c:pt idx="26717">
                  <c:v>1.3708676075685293</c:v>
                </c:pt>
                <c:pt idx="26718">
                  <c:v>1.3718367452867923</c:v>
                </c:pt>
                <c:pt idx="26719">
                  <c:v>1.3727182821777011</c:v>
                </c:pt>
                <c:pt idx="26720">
                  <c:v>1.373119116646013</c:v>
                </c:pt>
                <c:pt idx="26721">
                  <c:v>1.3739419909301687</c:v>
                </c:pt>
                <c:pt idx="26722">
                  <c:v>1.3753688644015474</c:v>
                </c:pt>
                <c:pt idx="26723">
                  <c:v>1.3768377123130742</c:v>
                </c:pt>
                <c:pt idx="26724">
                  <c:v>1.3769849737087179</c:v>
                </c:pt>
                <c:pt idx="26725">
                  <c:v>1.3779885764190229</c:v>
                </c:pt>
                <c:pt idx="26726">
                  <c:v>1.3784758737337666</c:v>
                </c:pt>
                <c:pt idx="26727">
                  <c:v>1.3792002941367376</c:v>
                </c:pt>
                <c:pt idx="26728">
                  <c:v>1.3798155773070737</c:v>
                </c:pt>
                <c:pt idx="26729">
                  <c:v>1.3893690517447332</c:v>
                </c:pt>
                <c:pt idx="26730">
                  <c:v>1.3916172713153401</c:v>
                </c:pt>
                <c:pt idx="26731">
                  <c:v>1.3916442298480771</c:v>
                </c:pt>
                <c:pt idx="26732">
                  <c:v>1.3938103651218023</c:v>
                </c:pt>
                <c:pt idx="26733">
                  <c:v>1.3951620321125573</c:v>
                </c:pt>
                <c:pt idx="26734">
                  <c:v>1.3973031424908089</c:v>
                </c:pt>
                <c:pt idx="26735">
                  <c:v>1.3997600909017709</c:v>
                </c:pt>
                <c:pt idx="26736">
                  <c:v>1.401723229415236</c:v>
                </c:pt>
                <c:pt idx="26737">
                  <c:v>1.4040318660810431</c:v>
                </c:pt>
                <c:pt idx="26738">
                  <c:v>1.4063249042879877</c:v>
                </c:pt>
                <c:pt idx="26739">
                  <c:v>1.406764229276678</c:v>
                </c:pt>
                <c:pt idx="26740">
                  <c:v>1.4087203020866539</c:v>
                </c:pt>
                <c:pt idx="26741">
                  <c:v>1.4112511644226964</c:v>
                </c:pt>
                <c:pt idx="26742">
                  <c:v>1.4117558248084872</c:v>
                </c:pt>
                <c:pt idx="26743">
                  <c:v>1.4154513088393594</c:v>
                </c:pt>
                <c:pt idx="26744">
                  <c:v>1.4157688888899298</c:v>
                </c:pt>
                <c:pt idx="26745">
                  <c:v>1.4230734197252235</c:v>
                </c:pt>
                <c:pt idx="26746">
                  <c:v>1.4235910757178061</c:v>
                </c:pt>
                <c:pt idx="26747">
                  <c:v>1.4247311415719373</c:v>
                </c:pt>
                <c:pt idx="26748">
                  <c:v>1.4251722854356483</c:v>
                </c:pt>
                <c:pt idx="26749">
                  <c:v>1.4257895991836778</c:v>
                </c:pt>
                <c:pt idx="26750">
                  <c:v>1.4278310788805608</c:v>
                </c:pt>
                <c:pt idx="26751">
                  <c:v>1.4315265759442357</c:v>
                </c:pt>
                <c:pt idx="26752">
                  <c:v>1.4339569563751875</c:v>
                </c:pt>
                <c:pt idx="26753">
                  <c:v>1.4343087469602016</c:v>
                </c:pt>
                <c:pt idx="26754">
                  <c:v>1.4358648219752821</c:v>
                </c:pt>
                <c:pt idx="26755">
                  <c:v>1.4364387992097318</c:v>
                </c:pt>
                <c:pt idx="26756">
                  <c:v>1.4385729760772605</c:v>
                </c:pt>
                <c:pt idx="26757">
                  <c:v>1.4464204044079747</c:v>
                </c:pt>
                <c:pt idx="26758">
                  <c:v>1.4464351464811305</c:v>
                </c:pt>
                <c:pt idx="26759">
                  <c:v>1.4491832356533889</c:v>
                </c:pt>
                <c:pt idx="26760">
                  <c:v>1.4493947871185393</c:v>
                </c:pt>
                <c:pt idx="26761">
                  <c:v>1.4496857591027004</c:v>
                </c:pt>
                <c:pt idx="26762">
                  <c:v>1.449889749082534</c:v>
                </c:pt>
                <c:pt idx="26763">
                  <c:v>1.4561369340712069</c:v>
                </c:pt>
                <c:pt idx="26764">
                  <c:v>1.4569740763490366</c:v>
                </c:pt>
                <c:pt idx="26765">
                  <c:v>1.4572174327515477</c:v>
                </c:pt>
                <c:pt idx="26766">
                  <c:v>1.4585770969020022</c:v>
                </c:pt>
                <c:pt idx="26767">
                  <c:v>1.4597448549920502</c:v>
                </c:pt>
                <c:pt idx="26768">
                  <c:v>1.463571992002042</c:v>
                </c:pt>
                <c:pt idx="26769">
                  <c:v>1.4638209122551171</c:v>
                </c:pt>
                <c:pt idx="26770">
                  <c:v>1.4638950470350223</c:v>
                </c:pt>
                <c:pt idx="26771">
                  <c:v>1.4660139729633728</c:v>
                </c:pt>
                <c:pt idx="26772">
                  <c:v>1.4663743474274724</c:v>
                </c:pt>
                <c:pt idx="26773">
                  <c:v>1.4666314387966015</c:v>
                </c:pt>
                <c:pt idx="26774">
                  <c:v>1.46829427717563</c:v>
                </c:pt>
                <c:pt idx="26775">
                  <c:v>1.4690413241485718</c:v>
                </c:pt>
                <c:pt idx="26776">
                  <c:v>1.4697243910806532</c:v>
                </c:pt>
                <c:pt idx="26777">
                  <c:v>1.470722969221173</c:v>
                </c:pt>
                <c:pt idx="26778">
                  <c:v>1.4712486344165534</c:v>
                </c:pt>
                <c:pt idx="26779">
                  <c:v>1.4724906123949197</c:v>
                </c:pt>
                <c:pt idx="26780">
                  <c:v>1.4727608349360348</c:v>
                </c:pt>
                <c:pt idx="26781">
                  <c:v>1.4739386409986581</c:v>
                </c:pt>
                <c:pt idx="26782">
                  <c:v>1.4757222459920842</c:v>
                </c:pt>
                <c:pt idx="26783">
                  <c:v>1.4764573151043068</c:v>
                </c:pt>
                <c:pt idx="26784">
                  <c:v>1.479550569491211</c:v>
                </c:pt>
                <c:pt idx="26785">
                  <c:v>1.4808099977194256</c:v>
                </c:pt>
                <c:pt idx="26786">
                  <c:v>1.492159453567931</c:v>
                </c:pt>
                <c:pt idx="26787">
                  <c:v>1.4928683007428658</c:v>
                </c:pt>
                <c:pt idx="26788">
                  <c:v>1.4933084374812502</c:v>
                </c:pt>
                <c:pt idx="26789">
                  <c:v>1.4995391120979837</c:v>
                </c:pt>
                <c:pt idx="26790">
                  <c:v>1.5005238276720851</c:v>
                </c:pt>
                <c:pt idx="26791">
                  <c:v>1.5059169217820765</c:v>
                </c:pt>
                <c:pt idx="26792">
                  <c:v>1.5115937651132976</c:v>
                </c:pt>
                <c:pt idx="26793">
                  <c:v>1.5132369623230175</c:v>
                </c:pt>
                <c:pt idx="26794">
                  <c:v>1.5140189884204791</c:v>
                </c:pt>
                <c:pt idx="26795">
                  <c:v>1.5141795801614788</c:v>
                </c:pt>
                <c:pt idx="26796">
                  <c:v>1.5142800552937778</c:v>
                </c:pt>
                <c:pt idx="26797">
                  <c:v>1.5154323701261645</c:v>
                </c:pt>
                <c:pt idx="26798">
                  <c:v>1.5160809741862638</c:v>
                </c:pt>
                <c:pt idx="26799">
                  <c:v>1.5165941487585082</c:v>
                </c:pt>
                <c:pt idx="26800">
                  <c:v>1.5195948529411287</c:v>
                </c:pt>
                <c:pt idx="26801">
                  <c:v>1.5201654646593497</c:v>
                </c:pt>
                <c:pt idx="26802">
                  <c:v>1.5205627680491602</c:v>
                </c:pt>
                <c:pt idx="26803">
                  <c:v>1.5207694790116191</c:v>
                </c:pt>
                <c:pt idx="26804">
                  <c:v>1.5209543303408009</c:v>
                </c:pt>
                <c:pt idx="26805">
                  <c:v>1.522584205923728</c:v>
                </c:pt>
                <c:pt idx="26806">
                  <c:v>1.5226500787149502</c:v>
                </c:pt>
                <c:pt idx="26807">
                  <c:v>1.5237494044608586</c:v>
                </c:pt>
                <c:pt idx="26808">
                  <c:v>1.5248982291107842</c:v>
                </c:pt>
                <c:pt idx="26809">
                  <c:v>1.5250470840634931</c:v>
                </c:pt>
                <c:pt idx="26810">
                  <c:v>1.5250604741920992</c:v>
                </c:pt>
                <c:pt idx="26811">
                  <c:v>1.5258313526737952</c:v>
                </c:pt>
                <c:pt idx="26812">
                  <c:v>1.5259567781985077</c:v>
                </c:pt>
                <c:pt idx="26813">
                  <c:v>1.5267865442578992</c:v>
                </c:pt>
                <c:pt idx="26814">
                  <c:v>1.5281737757122047</c:v>
                </c:pt>
                <c:pt idx="26815">
                  <c:v>1.5288927509409496</c:v>
                </c:pt>
                <c:pt idx="26816">
                  <c:v>1.5294012939319936</c:v>
                </c:pt>
                <c:pt idx="26817">
                  <c:v>1.5300692924554866</c:v>
                </c:pt>
                <c:pt idx="26818">
                  <c:v>1.5301598511566787</c:v>
                </c:pt>
                <c:pt idx="26819">
                  <c:v>1.5311007337001619</c:v>
                </c:pt>
                <c:pt idx="26820">
                  <c:v>1.5313752799607621</c:v>
                </c:pt>
                <c:pt idx="26821">
                  <c:v>1.5319678218978372</c:v>
                </c:pt>
                <c:pt idx="26822">
                  <c:v>1.5326335362301178</c:v>
                </c:pt>
                <c:pt idx="26823">
                  <c:v>1.5338352408534504</c:v>
                </c:pt>
                <c:pt idx="26824">
                  <c:v>1.5354113446698077</c:v>
                </c:pt>
                <c:pt idx="26825">
                  <c:v>1.5358333322272053</c:v>
                </c:pt>
                <c:pt idx="26826">
                  <c:v>1.5369373912745934</c:v>
                </c:pt>
                <c:pt idx="26827">
                  <c:v>1.5369756518656992</c:v>
                </c:pt>
                <c:pt idx="26828">
                  <c:v>1.53729750262306</c:v>
                </c:pt>
                <c:pt idx="26829">
                  <c:v>1.5394774810162113</c:v>
                </c:pt>
                <c:pt idx="26830">
                  <c:v>1.5397202287870058</c:v>
                </c:pt>
                <c:pt idx="26831">
                  <c:v>1.5404967889674754</c:v>
                </c:pt>
                <c:pt idx="26832">
                  <c:v>1.5405020739253528</c:v>
                </c:pt>
                <c:pt idx="26833">
                  <c:v>1.5408130085906941</c:v>
                </c:pt>
                <c:pt idx="26834">
                  <c:v>1.5411449134734623</c:v>
                </c:pt>
                <c:pt idx="26835">
                  <c:v>1.5417309783842841</c:v>
                </c:pt>
                <c:pt idx="26836">
                  <c:v>1.542174935010967</c:v>
                </c:pt>
                <c:pt idx="26837">
                  <c:v>1.5421867039540382</c:v>
                </c:pt>
                <c:pt idx="26838">
                  <c:v>1.5430962737657257</c:v>
                </c:pt>
                <c:pt idx="26839">
                  <c:v>1.5436476865384745</c:v>
                </c:pt>
                <c:pt idx="26840">
                  <c:v>1.5446894393014576</c:v>
                </c:pt>
                <c:pt idx="26841">
                  <c:v>1.546979803460379</c:v>
                </c:pt>
                <c:pt idx="26842">
                  <c:v>1.5471071327996124</c:v>
                </c:pt>
                <c:pt idx="26843">
                  <c:v>1.5471283680992365</c:v>
                </c:pt>
                <c:pt idx="26844">
                  <c:v>1.5471460888015705</c:v>
                </c:pt>
                <c:pt idx="26845">
                  <c:v>1.5472405399865878</c:v>
                </c:pt>
                <c:pt idx="26846">
                  <c:v>1.5487589618181059</c:v>
                </c:pt>
                <c:pt idx="26847">
                  <c:v>1.548992165792995</c:v>
                </c:pt>
                <c:pt idx="26848">
                  <c:v>1.5492687811667278</c:v>
                </c:pt>
                <c:pt idx="26849">
                  <c:v>1.5501102374126381</c:v>
                </c:pt>
                <c:pt idx="26850">
                  <c:v>1.5504184392808666</c:v>
                </c:pt>
                <c:pt idx="26851">
                  <c:v>1.5512362318107378</c:v>
                </c:pt>
                <c:pt idx="26852">
                  <c:v>1.5527381765227186</c:v>
                </c:pt>
                <c:pt idx="26853">
                  <c:v>1.5530574914619231</c:v>
                </c:pt>
                <c:pt idx="26854">
                  <c:v>1.5547466137033179</c:v>
                </c:pt>
                <c:pt idx="26855">
                  <c:v>1.5552981762344322</c:v>
                </c:pt>
                <c:pt idx="26856">
                  <c:v>1.5578064111958045</c:v>
                </c:pt>
                <c:pt idx="26857">
                  <c:v>1.5602630283419916</c:v>
                </c:pt>
                <c:pt idx="26858">
                  <c:v>1.5603650653794958</c:v>
                </c:pt>
                <c:pt idx="26859">
                  <c:v>1.5606955024717242</c:v>
                </c:pt>
                <c:pt idx="26860">
                  <c:v>1.560705861649369</c:v>
                </c:pt>
                <c:pt idx="26861">
                  <c:v>1.562550998652537</c:v>
                </c:pt>
                <c:pt idx="26862">
                  <c:v>1.5628715743489063</c:v>
                </c:pt>
                <c:pt idx="26863">
                  <c:v>1.5637698971878744</c:v>
                </c:pt>
                <c:pt idx="26864">
                  <c:v>1.5643531783547668</c:v>
                </c:pt>
                <c:pt idx="26865">
                  <c:v>1.5652112157084936</c:v>
                </c:pt>
                <c:pt idx="26866">
                  <c:v>1.5663585180434318</c:v>
                </c:pt>
                <c:pt idx="26867">
                  <c:v>1.566718403379217</c:v>
                </c:pt>
                <c:pt idx="26868">
                  <c:v>1.5674255732654161</c:v>
                </c:pt>
                <c:pt idx="26869">
                  <c:v>1.568658490932664</c:v>
                </c:pt>
                <c:pt idx="26870">
                  <c:v>1.5691363557522922</c:v>
                </c:pt>
                <c:pt idx="26871">
                  <c:v>1.5691905319442396</c:v>
                </c:pt>
                <c:pt idx="26872">
                  <c:v>1.5700826603766183</c:v>
                </c:pt>
                <c:pt idx="26873">
                  <c:v>1.5703380227336048</c:v>
                </c:pt>
                <c:pt idx="26874">
                  <c:v>1.5707965393152099</c:v>
                </c:pt>
                <c:pt idx="26875">
                  <c:v>1.5708129780685081</c:v>
                </c:pt>
                <c:pt idx="26876">
                  <c:v>1.5713294723501756</c:v>
                </c:pt>
                <c:pt idx="26877">
                  <c:v>1.5722277701096707</c:v>
                </c:pt>
                <c:pt idx="26878">
                  <c:v>1.5723231019428183</c:v>
                </c:pt>
                <c:pt idx="26879">
                  <c:v>1.5751585749925432</c:v>
                </c:pt>
                <c:pt idx="26880">
                  <c:v>1.5757874120008108</c:v>
                </c:pt>
                <c:pt idx="26881">
                  <c:v>1.5763891833563044</c:v>
                </c:pt>
                <c:pt idx="26882">
                  <c:v>1.5780652908787873</c:v>
                </c:pt>
                <c:pt idx="26883">
                  <c:v>1.5791750151785959</c:v>
                </c:pt>
                <c:pt idx="26884">
                  <c:v>1.579564409674777</c:v>
                </c:pt>
                <c:pt idx="26885">
                  <c:v>1.5808132158385408</c:v>
                </c:pt>
                <c:pt idx="26886">
                  <c:v>1.5809581049736281</c:v>
                </c:pt>
                <c:pt idx="26887">
                  <c:v>1.5809586936541515</c:v>
                </c:pt>
                <c:pt idx="26888">
                  <c:v>1.5813388264160373</c:v>
                </c:pt>
                <c:pt idx="26889">
                  <c:v>1.5817793878202715</c:v>
                </c:pt>
                <c:pt idx="26890">
                  <c:v>1.5824163208333868</c:v>
                </c:pt>
                <c:pt idx="26891">
                  <c:v>1.5840741474342184</c:v>
                </c:pt>
                <c:pt idx="26892">
                  <c:v>1.5850238158803187</c:v>
                </c:pt>
                <c:pt idx="26893">
                  <c:v>1.5850289824490691</c:v>
                </c:pt>
                <c:pt idx="26894">
                  <c:v>1.5850519468658917</c:v>
                </c:pt>
                <c:pt idx="26895">
                  <c:v>1.5852601595854128</c:v>
                </c:pt>
                <c:pt idx="26896">
                  <c:v>1.5853714016367124</c:v>
                </c:pt>
                <c:pt idx="26897">
                  <c:v>1.5854492737636661</c:v>
                </c:pt>
                <c:pt idx="26898">
                  <c:v>1.5865478864259697</c:v>
                </c:pt>
                <c:pt idx="26899">
                  <c:v>1.5894553074647304</c:v>
                </c:pt>
                <c:pt idx="26900">
                  <c:v>1.589792629746434</c:v>
                </c:pt>
                <c:pt idx="26901">
                  <c:v>1.5903472038386759</c:v>
                </c:pt>
                <c:pt idx="26902">
                  <c:v>1.5906114916408938</c:v>
                </c:pt>
                <c:pt idx="26903">
                  <c:v>1.5930678756207712</c:v>
                </c:pt>
                <c:pt idx="26904">
                  <c:v>1.5952454840566188</c:v>
                </c:pt>
                <c:pt idx="26905">
                  <c:v>1.5953583686707042</c:v>
                </c:pt>
                <c:pt idx="26906">
                  <c:v>1.5960957997233041</c:v>
                </c:pt>
                <c:pt idx="26907">
                  <c:v>1.5970623699222206</c:v>
                </c:pt>
                <c:pt idx="26908">
                  <c:v>1.597861875277343</c:v>
                </c:pt>
                <c:pt idx="26909">
                  <c:v>1.598795276780826</c:v>
                </c:pt>
                <c:pt idx="26910">
                  <c:v>1.5994273815765712</c:v>
                </c:pt>
                <c:pt idx="26911">
                  <c:v>1.6009840643727469</c:v>
                </c:pt>
                <c:pt idx="26912">
                  <c:v>1.6018797425471867</c:v>
                </c:pt>
                <c:pt idx="26913">
                  <c:v>1.6021757351465256</c:v>
                </c:pt>
                <c:pt idx="26914">
                  <c:v>1.6023016989922076</c:v>
                </c:pt>
                <c:pt idx="26915">
                  <c:v>1.6039081272046911</c:v>
                </c:pt>
                <c:pt idx="26916">
                  <c:v>1.6047238675055533</c:v>
                </c:pt>
                <c:pt idx="26917">
                  <c:v>1.6064473543128845</c:v>
                </c:pt>
                <c:pt idx="26918">
                  <c:v>1.6066746196406709</c:v>
                </c:pt>
                <c:pt idx="26919">
                  <c:v>1.610522692908813</c:v>
                </c:pt>
                <c:pt idx="26920">
                  <c:v>1.6130631223565675</c:v>
                </c:pt>
                <c:pt idx="26921">
                  <c:v>1.613938735809169</c:v>
                </c:pt>
                <c:pt idx="26922">
                  <c:v>1.617011763662688</c:v>
                </c:pt>
                <c:pt idx="26923">
                  <c:v>1.6182998970307556</c:v>
                </c:pt>
                <c:pt idx="26924">
                  <c:v>1.6263789558723742</c:v>
                </c:pt>
                <c:pt idx="26925">
                  <c:v>1.6393800295908132</c:v>
                </c:pt>
                <c:pt idx="26926">
                  <c:v>1.6411941188439172</c:v>
                </c:pt>
                <c:pt idx="26927">
                  <c:v>1.6412237907631171</c:v>
                </c:pt>
                <c:pt idx="26928">
                  <c:v>1.647987531577924</c:v>
                </c:pt>
                <c:pt idx="26929">
                  <c:v>1.6481632941002131</c:v>
                </c:pt>
                <c:pt idx="26930">
                  <c:v>1.6490458266429877</c:v>
                </c:pt>
                <c:pt idx="26931">
                  <c:v>1.6529091230589101</c:v>
                </c:pt>
                <c:pt idx="26932">
                  <c:v>1.6617998877961326</c:v>
                </c:pt>
                <c:pt idx="26933">
                  <c:v>1.6784577694776412</c:v>
                </c:pt>
                <c:pt idx="26934">
                  <c:v>1.7072242391593486</c:v>
                </c:pt>
                <c:pt idx="26935">
                  <c:v>1.7238486071232546</c:v>
                </c:pt>
                <c:pt idx="26936">
                  <c:v>1.7248769867555969</c:v>
                </c:pt>
                <c:pt idx="26937">
                  <c:v>1.7496374353265811</c:v>
                </c:pt>
                <c:pt idx="26938">
                  <c:v>1.7754882082019567</c:v>
                </c:pt>
                <c:pt idx="26939">
                  <c:v>1.7884911384245417</c:v>
                </c:pt>
                <c:pt idx="26940">
                  <c:v>2.0188521805587358</c:v>
                </c:pt>
              </c:numCache>
            </c:numRef>
          </c:xVal>
          <c:yVal>
            <c:numRef>
              <c:f>工作表1!$E$2:$E$26942</c:f>
              <c:numCache>
                <c:formatCode>General</c:formatCode>
                <c:ptCount val="2694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1.4814814814814815E-4</c:v>
                </c:pt>
                <c:pt idx="6">
                  <c:v>1.4814814814814815E-4</c:v>
                </c:pt>
                <c:pt idx="7">
                  <c:v>1.4814814814814815E-4</c:v>
                </c:pt>
                <c:pt idx="8">
                  <c:v>1.4814814814814815E-4</c:v>
                </c:pt>
                <c:pt idx="9">
                  <c:v>1.4814814814814815E-4</c:v>
                </c:pt>
                <c:pt idx="10">
                  <c:v>1.4814814814814815E-4</c:v>
                </c:pt>
                <c:pt idx="11">
                  <c:v>1.4814814814814815E-4</c:v>
                </c:pt>
                <c:pt idx="12">
                  <c:v>1.4814814814814815E-4</c:v>
                </c:pt>
                <c:pt idx="13">
                  <c:v>1.4814814814814815E-4</c:v>
                </c:pt>
                <c:pt idx="14">
                  <c:v>1.4814814814814815E-4</c:v>
                </c:pt>
                <c:pt idx="15">
                  <c:v>1.4814814814814815E-4</c:v>
                </c:pt>
                <c:pt idx="16">
                  <c:v>1.4814814814814815E-4</c:v>
                </c:pt>
                <c:pt idx="17">
                  <c:v>1.4814814814814815E-4</c:v>
                </c:pt>
                <c:pt idx="18">
                  <c:v>1.4814814814814815E-4</c:v>
                </c:pt>
                <c:pt idx="19">
                  <c:v>2.9629629629629629E-4</c:v>
                </c:pt>
                <c:pt idx="20">
                  <c:v>2.9629629629629629E-4</c:v>
                </c:pt>
                <c:pt idx="21">
                  <c:v>2.9629629629629629E-4</c:v>
                </c:pt>
                <c:pt idx="22">
                  <c:v>4.4444444444444447E-4</c:v>
                </c:pt>
                <c:pt idx="23">
                  <c:v>4.4444444444444447E-4</c:v>
                </c:pt>
                <c:pt idx="24">
                  <c:v>4.4444444444444447E-4</c:v>
                </c:pt>
                <c:pt idx="25">
                  <c:v>4.4444444444444447E-4</c:v>
                </c:pt>
                <c:pt idx="26">
                  <c:v>4.4444444444444447E-4</c:v>
                </c:pt>
                <c:pt idx="27">
                  <c:v>4.4444444444444447E-4</c:v>
                </c:pt>
                <c:pt idx="28">
                  <c:v>4.4444444444444447E-4</c:v>
                </c:pt>
                <c:pt idx="29">
                  <c:v>4.4444444444444447E-4</c:v>
                </c:pt>
                <c:pt idx="30">
                  <c:v>4.4444444444444447E-4</c:v>
                </c:pt>
                <c:pt idx="31">
                  <c:v>4.4444444444444447E-4</c:v>
                </c:pt>
                <c:pt idx="32">
                  <c:v>5.9259259259259258E-4</c:v>
                </c:pt>
                <c:pt idx="33">
                  <c:v>5.9259259259259258E-4</c:v>
                </c:pt>
                <c:pt idx="34">
                  <c:v>5.9259259259259258E-4</c:v>
                </c:pt>
                <c:pt idx="35">
                  <c:v>5.9259259259259258E-4</c:v>
                </c:pt>
                <c:pt idx="36">
                  <c:v>5.9259259259259258E-4</c:v>
                </c:pt>
                <c:pt idx="37">
                  <c:v>5.9259259259259258E-4</c:v>
                </c:pt>
                <c:pt idx="38">
                  <c:v>5.9259259259259258E-4</c:v>
                </c:pt>
                <c:pt idx="39">
                  <c:v>5.9259259259259258E-4</c:v>
                </c:pt>
                <c:pt idx="40">
                  <c:v>5.9259259259259258E-4</c:v>
                </c:pt>
                <c:pt idx="41">
                  <c:v>5.9259259259259258E-4</c:v>
                </c:pt>
                <c:pt idx="42">
                  <c:v>5.9259259259259258E-4</c:v>
                </c:pt>
                <c:pt idx="43">
                  <c:v>5.9259259259259258E-4</c:v>
                </c:pt>
                <c:pt idx="44">
                  <c:v>5.9259259259259258E-4</c:v>
                </c:pt>
                <c:pt idx="45">
                  <c:v>5.9259259259259258E-4</c:v>
                </c:pt>
                <c:pt idx="46">
                  <c:v>5.9259259259259258E-4</c:v>
                </c:pt>
                <c:pt idx="47">
                  <c:v>5.9259259259259258E-4</c:v>
                </c:pt>
                <c:pt idx="48">
                  <c:v>5.9259259259259258E-4</c:v>
                </c:pt>
                <c:pt idx="49">
                  <c:v>5.9259259259259258E-4</c:v>
                </c:pt>
                <c:pt idx="50">
                  <c:v>5.9259259259259258E-4</c:v>
                </c:pt>
                <c:pt idx="51">
                  <c:v>5.9259259259259258E-4</c:v>
                </c:pt>
                <c:pt idx="52">
                  <c:v>5.9259259259259258E-4</c:v>
                </c:pt>
                <c:pt idx="53">
                  <c:v>5.9259259259259258E-4</c:v>
                </c:pt>
                <c:pt idx="54">
                  <c:v>5.9259259259259258E-4</c:v>
                </c:pt>
                <c:pt idx="55">
                  <c:v>5.9259259259259258E-4</c:v>
                </c:pt>
                <c:pt idx="56">
                  <c:v>5.9259259259259258E-4</c:v>
                </c:pt>
                <c:pt idx="57">
                  <c:v>5.9259259259259258E-4</c:v>
                </c:pt>
                <c:pt idx="58">
                  <c:v>5.9259259259259258E-4</c:v>
                </c:pt>
                <c:pt idx="59">
                  <c:v>5.9259259259259258E-4</c:v>
                </c:pt>
                <c:pt idx="60">
                  <c:v>5.9259259259259258E-4</c:v>
                </c:pt>
                <c:pt idx="61">
                  <c:v>7.407407407407407E-4</c:v>
                </c:pt>
                <c:pt idx="62">
                  <c:v>7.407407407407407E-4</c:v>
                </c:pt>
                <c:pt idx="63">
                  <c:v>7.407407407407407E-4</c:v>
                </c:pt>
                <c:pt idx="64">
                  <c:v>8.8888888888888893E-4</c:v>
                </c:pt>
                <c:pt idx="65">
                  <c:v>1.0370370370370371E-3</c:v>
                </c:pt>
                <c:pt idx="66">
                  <c:v>1.0370370370370371E-3</c:v>
                </c:pt>
                <c:pt idx="67">
                  <c:v>1.0370370370370371E-3</c:v>
                </c:pt>
                <c:pt idx="68">
                  <c:v>1.0370370370370371E-3</c:v>
                </c:pt>
                <c:pt idx="69">
                  <c:v>1.0370370370370371E-3</c:v>
                </c:pt>
                <c:pt idx="70">
                  <c:v>1.0370370370370371E-3</c:v>
                </c:pt>
                <c:pt idx="71">
                  <c:v>1.0370370370370371E-3</c:v>
                </c:pt>
                <c:pt idx="72">
                  <c:v>1.1851851851851852E-3</c:v>
                </c:pt>
                <c:pt idx="73">
                  <c:v>1.1851851851851852E-3</c:v>
                </c:pt>
                <c:pt idx="74">
                  <c:v>1.1851851851851852E-3</c:v>
                </c:pt>
                <c:pt idx="75">
                  <c:v>1.1851851851851852E-3</c:v>
                </c:pt>
                <c:pt idx="76">
                  <c:v>1.1851851851851852E-3</c:v>
                </c:pt>
                <c:pt idx="77">
                  <c:v>1.1851851851851852E-3</c:v>
                </c:pt>
                <c:pt idx="78">
                  <c:v>1.1851851851851852E-3</c:v>
                </c:pt>
                <c:pt idx="79">
                  <c:v>1.1851851851851852E-3</c:v>
                </c:pt>
                <c:pt idx="80">
                  <c:v>1.1851851851851852E-3</c:v>
                </c:pt>
                <c:pt idx="81">
                  <c:v>1.1851851851851852E-3</c:v>
                </c:pt>
                <c:pt idx="82">
                  <c:v>1.1851851851851852E-3</c:v>
                </c:pt>
                <c:pt idx="83">
                  <c:v>1.1851851851851852E-3</c:v>
                </c:pt>
                <c:pt idx="84">
                  <c:v>1.1851851851851852E-3</c:v>
                </c:pt>
                <c:pt idx="85">
                  <c:v>1.1851851851851852E-3</c:v>
                </c:pt>
                <c:pt idx="86">
                  <c:v>1.1851851851851852E-3</c:v>
                </c:pt>
                <c:pt idx="87">
                  <c:v>1.1851851851851852E-3</c:v>
                </c:pt>
                <c:pt idx="88">
                  <c:v>1.1851851851851852E-3</c:v>
                </c:pt>
                <c:pt idx="89">
                  <c:v>1.1851851851851852E-3</c:v>
                </c:pt>
                <c:pt idx="90">
                  <c:v>1.1851851851851852E-3</c:v>
                </c:pt>
                <c:pt idx="91">
                  <c:v>1.1851851851851852E-3</c:v>
                </c:pt>
                <c:pt idx="92">
                  <c:v>1.1851851851851852E-3</c:v>
                </c:pt>
                <c:pt idx="93">
                  <c:v>1.1851851851851852E-3</c:v>
                </c:pt>
                <c:pt idx="94">
                  <c:v>1.1851851851851852E-3</c:v>
                </c:pt>
                <c:pt idx="95">
                  <c:v>1.1851851851851852E-3</c:v>
                </c:pt>
                <c:pt idx="96">
                  <c:v>1.1851851851851852E-3</c:v>
                </c:pt>
                <c:pt idx="97">
                  <c:v>1.3333333333333333E-3</c:v>
                </c:pt>
                <c:pt idx="98">
                  <c:v>1.3333333333333333E-3</c:v>
                </c:pt>
                <c:pt idx="99">
                  <c:v>1.3333333333333333E-3</c:v>
                </c:pt>
                <c:pt idx="100">
                  <c:v>1.3333333333333333E-3</c:v>
                </c:pt>
                <c:pt idx="101">
                  <c:v>1.3333333333333333E-3</c:v>
                </c:pt>
                <c:pt idx="102">
                  <c:v>1.3333333333333333E-3</c:v>
                </c:pt>
                <c:pt idx="103">
                  <c:v>1.3333333333333333E-3</c:v>
                </c:pt>
                <c:pt idx="104">
                  <c:v>1.3333333333333333E-3</c:v>
                </c:pt>
                <c:pt idx="105">
                  <c:v>1.3333333333333333E-3</c:v>
                </c:pt>
                <c:pt idx="106">
                  <c:v>1.3333333333333333E-3</c:v>
                </c:pt>
                <c:pt idx="107">
                  <c:v>1.3333333333333333E-3</c:v>
                </c:pt>
                <c:pt idx="108">
                  <c:v>1.3333333333333333E-3</c:v>
                </c:pt>
                <c:pt idx="109">
                  <c:v>1.3333333333333333E-3</c:v>
                </c:pt>
                <c:pt idx="110">
                  <c:v>1.3333333333333333E-3</c:v>
                </c:pt>
                <c:pt idx="111">
                  <c:v>1.3333333333333333E-3</c:v>
                </c:pt>
                <c:pt idx="112">
                  <c:v>1.3333333333333333E-3</c:v>
                </c:pt>
                <c:pt idx="113">
                  <c:v>1.3333333333333333E-3</c:v>
                </c:pt>
                <c:pt idx="114">
                  <c:v>1.3333333333333333E-3</c:v>
                </c:pt>
                <c:pt idx="115">
                  <c:v>1.3333333333333333E-3</c:v>
                </c:pt>
                <c:pt idx="116">
                  <c:v>1.4814814814814814E-3</c:v>
                </c:pt>
                <c:pt idx="117">
                  <c:v>1.4814814814814814E-3</c:v>
                </c:pt>
                <c:pt idx="118">
                  <c:v>1.4814814814814814E-3</c:v>
                </c:pt>
                <c:pt idx="119">
                  <c:v>1.4814814814814814E-3</c:v>
                </c:pt>
                <c:pt idx="120">
                  <c:v>1.4814814814814814E-3</c:v>
                </c:pt>
                <c:pt idx="121">
                  <c:v>1.4814814814814814E-3</c:v>
                </c:pt>
                <c:pt idx="122">
                  <c:v>1.4814814814814814E-3</c:v>
                </c:pt>
                <c:pt idx="123">
                  <c:v>1.4814814814814814E-3</c:v>
                </c:pt>
                <c:pt idx="124">
                  <c:v>1.6296296296296295E-3</c:v>
                </c:pt>
                <c:pt idx="125">
                  <c:v>1.6296296296296295E-3</c:v>
                </c:pt>
                <c:pt idx="126">
                  <c:v>1.6296296296296295E-3</c:v>
                </c:pt>
                <c:pt idx="127">
                  <c:v>1.7777777777777779E-3</c:v>
                </c:pt>
                <c:pt idx="128">
                  <c:v>1.7777777777777779E-3</c:v>
                </c:pt>
                <c:pt idx="129">
                  <c:v>1.7777777777777779E-3</c:v>
                </c:pt>
                <c:pt idx="130">
                  <c:v>1.7777777777777779E-3</c:v>
                </c:pt>
                <c:pt idx="131">
                  <c:v>1.925925925925926E-3</c:v>
                </c:pt>
                <c:pt idx="132">
                  <c:v>1.925925925925926E-3</c:v>
                </c:pt>
                <c:pt idx="133">
                  <c:v>1.925925925925926E-3</c:v>
                </c:pt>
                <c:pt idx="134">
                  <c:v>1.925925925925926E-3</c:v>
                </c:pt>
                <c:pt idx="135">
                  <c:v>1.925925925925926E-3</c:v>
                </c:pt>
                <c:pt idx="136">
                  <c:v>1.925925925925926E-3</c:v>
                </c:pt>
                <c:pt idx="137">
                  <c:v>1.925925925925926E-3</c:v>
                </c:pt>
                <c:pt idx="138">
                  <c:v>1.925925925925926E-3</c:v>
                </c:pt>
                <c:pt idx="139">
                  <c:v>1.925925925925926E-3</c:v>
                </c:pt>
                <c:pt idx="140">
                  <c:v>2.0740740740740741E-3</c:v>
                </c:pt>
                <c:pt idx="141">
                  <c:v>2.0740740740740741E-3</c:v>
                </c:pt>
                <c:pt idx="142">
                  <c:v>2.0740740740740741E-3</c:v>
                </c:pt>
                <c:pt idx="143">
                  <c:v>2.0740740740740741E-3</c:v>
                </c:pt>
                <c:pt idx="144">
                  <c:v>2.0740740740740741E-3</c:v>
                </c:pt>
                <c:pt idx="145">
                  <c:v>2.0740740740740741E-3</c:v>
                </c:pt>
                <c:pt idx="146">
                  <c:v>2.0740740740740741E-3</c:v>
                </c:pt>
                <c:pt idx="147">
                  <c:v>2.0740740740740741E-3</c:v>
                </c:pt>
                <c:pt idx="148">
                  <c:v>2.0740740740740741E-3</c:v>
                </c:pt>
                <c:pt idx="149">
                  <c:v>2.2222222222222222E-3</c:v>
                </c:pt>
                <c:pt idx="150">
                  <c:v>2.3703703703703703E-3</c:v>
                </c:pt>
                <c:pt idx="151">
                  <c:v>2.3703703703703703E-3</c:v>
                </c:pt>
                <c:pt idx="152">
                  <c:v>2.3703703703703703E-3</c:v>
                </c:pt>
                <c:pt idx="153">
                  <c:v>2.3703703703703703E-3</c:v>
                </c:pt>
                <c:pt idx="154">
                  <c:v>2.5185185185185185E-3</c:v>
                </c:pt>
                <c:pt idx="155">
                  <c:v>2.5185185185185185E-3</c:v>
                </c:pt>
                <c:pt idx="156">
                  <c:v>2.5185185185185185E-3</c:v>
                </c:pt>
                <c:pt idx="157">
                  <c:v>2.5185185185185185E-3</c:v>
                </c:pt>
                <c:pt idx="158">
                  <c:v>2.5185185185185185E-3</c:v>
                </c:pt>
                <c:pt idx="159">
                  <c:v>2.5185185185185185E-3</c:v>
                </c:pt>
                <c:pt idx="160">
                  <c:v>2.6666666666666666E-3</c:v>
                </c:pt>
                <c:pt idx="161">
                  <c:v>2.8148148148148147E-3</c:v>
                </c:pt>
                <c:pt idx="162">
                  <c:v>2.9629629629629628E-3</c:v>
                </c:pt>
                <c:pt idx="163">
                  <c:v>2.9629629629629628E-3</c:v>
                </c:pt>
                <c:pt idx="164">
                  <c:v>2.9629629629629628E-3</c:v>
                </c:pt>
                <c:pt idx="165">
                  <c:v>2.9629629629629628E-3</c:v>
                </c:pt>
                <c:pt idx="166">
                  <c:v>2.9629629629629628E-3</c:v>
                </c:pt>
                <c:pt idx="167">
                  <c:v>2.9629629629629628E-3</c:v>
                </c:pt>
                <c:pt idx="168">
                  <c:v>2.9629629629629628E-3</c:v>
                </c:pt>
                <c:pt idx="169">
                  <c:v>2.9629629629629628E-3</c:v>
                </c:pt>
                <c:pt idx="170">
                  <c:v>2.9629629629629628E-3</c:v>
                </c:pt>
                <c:pt idx="171">
                  <c:v>2.9629629629629628E-3</c:v>
                </c:pt>
                <c:pt idx="172">
                  <c:v>2.9629629629629628E-3</c:v>
                </c:pt>
                <c:pt idx="173">
                  <c:v>2.9629629629629628E-3</c:v>
                </c:pt>
                <c:pt idx="174">
                  <c:v>2.9629629629629628E-3</c:v>
                </c:pt>
                <c:pt idx="175">
                  <c:v>2.9629629629629628E-3</c:v>
                </c:pt>
                <c:pt idx="176">
                  <c:v>2.9629629629629628E-3</c:v>
                </c:pt>
                <c:pt idx="177">
                  <c:v>2.9629629629629628E-3</c:v>
                </c:pt>
                <c:pt idx="178">
                  <c:v>2.9629629629629628E-3</c:v>
                </c:pt>
                <c:pt idx="179">
                  <c:v>2.9629629629629628E-3</c:v>
                </c:pt>
                <c:pt idx="180">
                  <c:v>2.9629629629629628E-3</c:v>
                </c:pt>
                <c:pt idx="181">
                  <c:v>2.9629629629629628E-3</c:v>
                </c:pt>
                <c:pt idx="182">
                  <c:v>3.1111111111111109E-3</c:v>
                </c:pt>
                <c:pt idx="183">
                  <c:v>3.1111111111111109E-3</c:v>
                </c:pt>
                <c:pt idx="184">
                  <c:v>3.2592592592592591E-3</c:v>
                </c:pt>
                <c:pt idx="185">
                  <c:v>3.2592592592592591E-3</c:v>
                </c:pt>
                <c:pt idx="186">
                  <c:v>3.2592592592592591E-3</c:v>
                </c:pt>
                <c:pt idx="187">
                  <c:v>3.2592592592592591E-3</c:v>
                </c:pt>
                <c:pt idx="188">
                  <c:v>3.2592592592592591E-3</c:v>
                </c:pt>
                <c:pt idx="189">
                  <c:v>3.2592592592592591E-3</c:v>
                </c:pt>
                <c:pt idx="190">
                  <c:v>3.2592592592592591E-3</c:v>
                </c:pt>
                <c:pt idx="191">
                  <c:v>3.4074074074074076E-3</c:v>
                </c:pt>
                <c:pt idx="192">
                  <c:v>3.4074074074074076E-3</c:v>
                </c:pt>
                <c:pt idx="193">
                  <c:v>3.4074074074074076E-3</c:v>
                </c:pt>
                <c:pt idx="194">
                  <c:v>3.4074074074074076E-3</c:v>
                </c:pt>
                <c:pt idx="195">
                  <c:v>3.4074074074074076E-3</c:v>
                </c:pt>
                <c:pt idx="196">
                  <c:v>3.4074074074074076E-3</c:v>
                </c:pt>
                <c:pt idx="197">
                  <c:v>3.4074074074074076E-3</c:v>
                </c:pt>
                <c:pt idx="198">
                  <c:v>3.4074074074074076E-3</c:v>
                </c:pt>
                <c:pt idx="199">
                  <c:v>3.5555555555555557E-3</c:v>
                </c:pt>
                <c:pt idx="200">
                  <c:v>3.7037037037037038E-3</c:v>
                </c:pt>
                <c:pt idx="201">
                  <c:v>3.7037037037037038E-3</c:v>
                </c:pt>
                <c:pt idx="202">
                  <c:v>3.851851851851852E-3</c:v>
                </c:pt>
                <c:pt idx="203">
                  <c:v>4.0000000000000001E-3</c:v>
                </c:pt>
                <c:pt idx="204">
                  <c:v>4.0000000000000001E-3</c:v>
                </c:pt>
                <c:pt idx="205">
                  <c:v>4.0000000000000001E-3</c:v>
                </c:pt>
                <c:pt idx="206">
                  <c:v>4.0000000000000001E-3</c:v>
                </c:pt>
                <c:pt idx="207">
                  <c:v>4.0000000000000001E-3</c:v>
                </c:pt>
                <c:pt idx="208">
                  <c:v>4.0000000000000001E-3</c:v>
                </c:pt>
                <c:pt idx="209">
                  <c:v>4.1481481481481482E-3</c:v>
                </c:pt>
                <c:pt idx="210">
                  <c:v>4.1481481481481482E-3</c:v>
                </c:pt>
                <c:pt idx="211">
                  <c:v>4.1481481481481482E-3</c:v>
                </c:pt>
                <c:pt idx="212">
                  <c:v>4.1481481481481482E-3</c:v>
                </c:pt>
                <c:pt idx="213">
                  <c:v>4.1481481481481482E-3</c:v>
                </c:pt>
                <c:pt idx="214">
                  <c:v>4.1481481481481482E-3</c:v>
                </c:pt>
                <c:pt idx="215">
                  <c:v>4.1481481481481482E-3</c:v>
                </c:pt>
                <c:pt idx="216">
                  <c:v>4.1481481481481482E-3</c:v>
                </c:pt>
                <c:pt idx="217">
                  <c:v>4.2962962962962963E-3</c:v>
                </c:pt>
                <c:pt idx="218">
                  <c:v>4.2962962962962963E-3</c:v>
                </c:pt>
                <c:pt idx="219">
                  <c:v>4.2962962962962963E-3</c:v>
                </c:pt>
                <c:pt idx="220">
                  <c:v>4.2962962962962963E-3</c:v>
                </c:pt>
                <c:pt idx="221">
                  <c:v>4.2962962962962963E-3</c:v>
                </c:pt>
                <c:pt idx="222">
                  <c:v>4.2962962962962963E-3</c:v>
                </c:pt>
                <c:pt idx="223">
                  <c:v>4.2962962962962963E-3</c:v>
                </c:pt>
                <c:pt idx="224">
                  <c:v>4.2962962962962963E-3</c:v>
                </c:pt>
                <c:pt idx="225">
                  <c:v>4.4444444444444444E-3</c:v>
                </c:pt>
                <c:pt idx="226">
                  <c:v>4.4444444444444444E-3</c:v>
                </c:pt>
                <c:pt idx="227">
                  <c:v>4.4444444444444444E-3</c:v>
                </c:pt>
                <c:pt idx="228">
                  <c:v>4.4444444444444444E-3</c:v>
                </c:pt>
                <c:pt idx="229">
                  <c:v>4.4444444444444444E-3</c:v>
                </c:pt>
                <c:pt idx="230">
                  <c:v>4.5925925925925926E-3</c:v>
                </c:pt>
                <c:pt idx="231">
                  <c:v>4.7407407407407407E-3</c:v>
                </c:pt>
                <c:pt idx="232">
                  <c:v>4.8888888888888888E-3</c:v>
                </c:pt>
                <c:pt idx="233">
                  <c:v>4.8888888888888888E-3</c:v>
                </c:pt>
                <c:pt idx="234">
                  <c:v>5.0370370370370369E-3</c:v>
                </c:pt>
                <c:pt idx="235">
                  <c:v>5.0370370370370369E-3</c:v>
                </c:pt>
                <c:pt idx="236">
                  <c:v>5.0370370370370369E-3</c:v>
                </c:pt>
                <c:pt idx="237">
                  <c:v>5.0370370370370369E-3</c:v>
                </c:pt>
                <c:pt idx="238">
                  <c:v>5.0370370370370369E-3</c:v>
                </c:pt>
                <c:pt idx="239">
                  <c:v>5.0370370370370369E-3</c:v>
                </c:pt>
                <c:pt idx="240">
                  <c:v>5.0370370370370369E-3</c:v>
                </c:pt>
                <c:pt idx="241">
                  <c:v>5.0370370370370369E-3</c:v>
                </c:pt>
                <c:pt idx="242">
                  <c:v>5.0370370370370369E-3</c:v>
                </c:pt>
                <c:pt idx="243">
                  <c:v>5.0370370370370369E-3</c:v>
                </c:pt>
                <c:pt idx="244">
                  <c:v>5.0370370370370369E-3</c:v>
                </c:pt>
                <c:pt idx="245">
                  <c:v>5.0370370370370369E-3</c:v>
                </c:pt>
                <c:pt idx="246">
                  <c:v>5.0370370370370369E-3</c:v>
                </c:pt>
                <c:pt idx="247">
                  <c:v>5.0370370370370369E-3</c:v>
                </c:pt>
                <c:pt idx="248">
                  <c:v>5.0370370370370369E-3</c:v>
                </c:pt>
                <c:pt idx="249">
                  <c:v>5.0370370370370369E-3</c:v>
                </c:pt>
                <c:pt idx="250">
                  <c:v>5.185185185185185E-3</c:v>
                </c:pt>
                <c:pt idx="251">
                  <c:v>5.185185185185185E-3</c:v>
                </c:pt>
                <c:pt idx="252">
                  <c:v>5.185185185185185E-3</c:v>
                </c:pt>
                <c:pt idx="253">
                  <c:v>5.185185185185185E-3</c:v>
                </c:pt>
                <c:pt idx="254">
                  <c:v>5.185185185185185E-3</c:v>
                </c:pt>
                <c:pt idx="255">
                  <c:v>5.185185185185185E-3</c:v>
                </c:pt>
                <c:pt idx="256">
                  <c:v>5.185185185185185E-3</c:v>
                </c:pt>
                <c:pt idx="257">
                  <c:v>5.185185185185185E-3</c:v>
                </c:pt>
                <c:pt idx="258">
                  <c:v>5.185185185185185E-3</c:v>
                </c:pt>
                <c:pt idx="259">
                  <c:v>5.185185185185185E-3</c:v>
                </c:pt>
                <c:pt idx="260">
                  <c:v>5.185185185185185E-3</c:v>
                </c:pt>
                <c:pt idx="261">
                  <c:v>5.185185185185185E-3</c:v>
                </c:pt>
                <c:pt idx="262">
                  <c:v>5.185185185185185E-3</c:v>
                </c:pt>
                <c:pt idx="263">
                  <c:v>5.3333333333333332E-3</c:v>
                </c:pt>
                <c:pt idx="264">
                  <c:v>5.4814814814814813E-3</c:v>
                </c:pt>
                <c:pt idx="265">
                  <c:v>5.4814814814814813E-3</c:v>
                </c:pt>
                <c:pt idx="266">
                  <c:v>5.4814814814814813E-3</c:v>
                </c:pt>
                <c:pt idx="267">
                  <c:v>5.4814814814814813E-3</c:v>
                </c:pt>
                <c:pt idx="268">
                  <c:v>5.4814814814814813E-3</c:v>
                </c:pt>
                <c:pt idx="269">
                  <c:v>5.4814814814814813E-3</c:v>
                </c:pt>
                <c:pt idx="270">
                  <c:v>5.4814814814814813E-3</c:v>
                </c:pt>
                <c:pt idx="271">
                  <c:v>5.4814814814814813E-3</c:v>
                </c:pt>
                <c:pt idx="272">
                  <c:v>5.4814814814814813E-3</c:v>
                </c:pt>
                <c:pt idx="273">
                  <c:v>5.4814814814814813E-3</c:v>
                </c:pt>
                <c:pt idx="274">
                  <c:v>5.4814814814814813E-3</c:v>
                </c:pt>
                <c:pt idx="275">
                  <c:v>5.4814814814814813E-3</c:v>
                </c:pt>
                <c:pt idx="276">
                  <c:v>5.4814814814814813E-3</c:v>
                </c:pt>
                <c:pt idx="277">
                  <c:v>5.4814814814814813E-3</c:v>
                </c:pt>
                <c:pt idx="278">
                  <c:v>5.4814814814814813E-3</c:v>
                </c:pt>
                <c:pt idx="279">
                  <c:v>5.4814814814814813E-3</c:v>
                </c:pt>
                <c:pt idx="280">
                  <c:v>5.6296296296296294E-3</c:v>
                </c:pt>
                <c:pt idx="281">
                  <c:v>5.6296296296296294E-3</c:v>
                </c:pt>
                <c:pt idx="282">
                  <c:v>5.6296296296296294E-3</c:v>
                </c:pt>
                <c:pt idx="283">
                  <c:v>5.7777777777777775E-3</c:v>
                </c:pt>
                <c:pt idx="284">
                  <c:v>5.7777777777777775E-3</c:v>
                </c:pt>
                <c:pt idx="285">
                  <c:v>5.7777777777777775E-3</c:v>
                </c:pt>
                <c:pt idx="286">
                  <c:v>5.9259259259259256E-3</c:v>
                </c:pt>
                <c:pt idx="287">
                  <c:v>5.9259259259259256E-3</c:v>
                </c:pt>
                <c:pt idx="288">
                  <c:v>5.9259259259259256E-3</c:v>
                </c:pt>
                <c:pt idx="289">
                  <c:v>5.9259259259259256E-3</c:v>
                </c:pt>
                <c:pt idx="290">
                  <c:v>5.9259259259259256E-3</c:v>
                </c:pt>
                <c:pt idx="291">
                  <c:v>5.9259259259259256E-3</c:v>
                </c:pt>
                <c:pt idx="292">
                  <c:v>5.9259259259259256E-3</c:v>
                </c:pt>
                <c:pt idx="293">
                  <c:v>5.9259259259259256E-3</c:v>
                </c:pt>
                <c:pt idx="294">
                  <c:v>5.9259259259259256E-3</c:v>
                </c:pt>
                <c:pt idx="295">
                  <c:v>5.9259259259259256E-3</c:v>
                </c:pt>
                <c:pt idx="296">
                  <c:v>5.9259259259259256E-3</c:v>
                </c:pt>
                <c:pt idx="297">
                  <c:v>5.9259259259259256E-3</c:v>
                </c:pt>
                <c:pt idx="298">
                  <c:v>5.9259259259259256E-3</c:v>
                </c:pt>
                <c:pt idx="299">
                  <c:v>5.9259259259259256E-3</c:v>
                </c:pt>
                <c:pt idx="300">
                  <c:v>5.9259259259259256E-3</c:v>
                </c:pt>
                <c:pt idx="301">
                  <c:v>6.0740740740740738E-3</c:v>
                </c:pt>
                <c:pt idx="302">
                  <c:v>6.0740740740740738E-3</c:v>
                </c:pt>
                <c:pt idx="303">
                  <c:v>6.2222222222222219E-3</c:v>
                </c:pt>
                <c:pt idx="304">
                  <c:v>6.2222222222222219E-3</c:v>
                </c:pt>
                <c:pt idx="305">
                  <c:v>6.2222222222222219E-3</c:v>
                </c:pt>
                <c:pt idx="306">
                  <c:v>6.2222222222222219E-3</c:v>
                </c:pt>
                <c:pt idx="307">
                  <c:v>6.2222222222222219E-3</c:v>
                </c:pt>
                <c:pt idx="308">
                  <c:v>6.2222222222222219E-3</c:v>
                </c:pt>
                <c:pt idx="309">
                  <c:v>6.2222222222222219E-3</c:v>
                </c:pt>
                <c:pt idx="310">
                  <c:v>6.2222222222222219E-3</c:v>
                </c:pt>
                <c:pt idx="311">
                  <c:v>6.2222222222222219E-3</c:v>
                </c:pt>
                <c:pt idx="312">
                  <c:v>6.37037037037037E-3</c:v>
                </c:pt>
                <c:pt idx="313">
                  <c:v>6.37037037037037E-3</c:v>
                </c:pt>
                <c:pt idx="314">
                  <c:v>6.37037037037037E-3</c:v>
                </c:pt>
                <c:pt idx="315">
                  <c:v>6.5185185185185181E-3</c:v>
                </c:pt>
                <c:pt idx="316">
                  <c:v>6.5185185185185181E-3</c:v>
                </c:pt>
                <c:pt idx="317">
                  <c:v>6.5185185185185181E-3</c:v>
                </c:pt>
                <c:pt idx="318">
                  <c:v>6.5185185185185181E-3</c:v>
                </c:pt>
                <c:pt idx="319">
                  <c:v>6.6666666666666671E-3</c:v>
                </c:pt>
                <c:pt idx="320">
                  <c:v>6.6666666666666671E-3</c:v>
                </c:pt>
                <c:pt idx="321">
                  <c:v>6.6666666666666671E-3</c:v>
                </c:pt>
                <c:pt idx="322">
                  <c:v>6.6666666666666671E-3</c:v>
                </c:pt>
                <c:pt idx="323">
                  <c:v>6.6666666666666671E-3</c:v>
                </c:pt>
                <c:pt idx="324">
                  <c:v>6.6666666666666671E-3</c:v>
                </c:pt>
                <c:pt idx="325">
                  <c:v>6.6666666666666671E-3</c:v>
                </c:pt>
                <c:pt idx="326">
                  <c:v>6.6666666666666671E-3</c:v>
                </c:pt>
                <c:pt idx="327">
                  <c:v>6.6666666666666671E-3</c:v>
                </c:pt>
                <c:pt idx="328">
                  <c:v>6.8148148148148152E-3</c:v>
                </c:pt>
                <c:pt idx="329">
                  <c:v>6.8148148148148152E-3</c:v>
                </c:pt>
                <c:pt idx="330">
                  <c:v>6.8148148148148152E-3</c:v>
                </c:pt>
                <c:pt idx="331">
                  <c:v>6.8148148148148152E-3</c:v>
                </c:pt>
                <c:pt idx="332">
                  <c:v>6.8148148148148152E-3</c:v>
                </c:pt>
                <c:pt idx="333">
                  <c:v>6.8148148148148152E-3</c:v>
                </c:pt>
                <c:pt idx="334">
                  <c:v>6.8148148148148152E-3</c:v>
                </c:pt>
                <c:pt idx="335">
                  <c:v>6.8148148148148152E-3</c:v>
                </c:pt>
                <c:pt idx="336">
                  <c:v>6.8148148148148152E-3</c:v>
                </c:pt>
                <c:pt idx="337">
                  <c:v>6.8148148148148152E-3</c:v>
                </c:pt>
                <c:pt idx="338">
                  <c:v>6.8148148148148152E-3</c:v>
                </c:pt>
                <c:pt idx="339">
                  <c:v>6.8148148148148152E-3</c:v>
                </c:pt>
                <c:pt idx="340">
                  <c:v>6.8148148148148152E-3</c:v>
                </c:pt>
                <c:pt idx="341">
                  <c:v>6.8148148148148152E-3</c:v>
                </c:pt>
                <c:pt idx="342">
                  <c:v>6.9629629629629633E-3</c:v>
                </c:pt>
                <c:pt idx="343">
                  <c:v>6.9629629629629633E-3</c:v>
                </c:pt>
                <c:pt idx="344">
                  <c:v>6.9629629629629633E-3</c:v>
                </c:pt>
                <c:pt idx="345">
                  <c:v>7.1111111111111115E-3</c:v>
                </c:pt>
                <c:pt idx="346">
                  <c:v>7.1111111111111115E-3</c:v>
                </c:pt>
                <c:pt idx="347">
                  <c:v>7.2592592592592596E-3</c:v>
                </c:pt>
                <c:pt idx="348">
                  <c:v>7.4074074074074077E-3</c:v>
                </c:pt>
                <c:pt idx="349">
                  <c:v>7.4074074074074077E-3</c:v>
                </c:pt>
                <c:pt idx="350">
                  <c:v>7.4074074074074077E-3</c:v>
                </c:pt>
                <c:pt idx="351">
                  <c:v>7.4074074074074077E-3</c:v>
                </c:pt>
                <c:pt idx="352">
                  <c:v>7.4074074074074077E-3</c:v>
                </c:pt>
                <c:pt idx="353">
                  <c:v>7.4074074074074077E-3</c:v>
                </c:pt>
                <c:pt idx="354">
                  <c:v>7.4074074074074077E-3</c:v>
                </c:pt>
                <c:pt idx="355">
                  <c:v>7.4074074074074077E-3</c:v>
                </c:pt>
                <c:pt idx="356">
                  <c:v>7.4074074074074077E-3</c:v>
                </c:pt>
                <c:pt idx="357">
                  <c:v>7.4074074074074077E-3</c:v>
                </c:pt>
                <c:pt idx="358">
                  <c:v>7.4074074074074077E-3</c:v>
                </c:pt>
                <c:pt idx="359">
                  <c:v>7.5555555555555558E-3</c:v>
                </c:pt>
                <c:pt idx="360">
                  <c:v>7.5555555555555558E-3</c:v>
                </c:pt>
                <c:pt idx="361">
                  <c:v>7.5555555555555558E-3</c:v>
                </c:pt>
                <c:pt idx="362">
                  <c:v>7.5555555555555558E-3</c:v>
                </c:pt>
                <c:pt idx="363">
                  <c:v>7.5555555555555558E-3</c:v>
                </c:pt>
                <c:pt idx="364">
                  <c:v>7.5555555555555558E-3</c:v>
                </c:pt>
                <c:pt idx="365">
                  <c:v>7.5555555555555558E-3</c:v>
                </c:pt>
                <c:pt idx="366">
                  <c:v>7.5555555555555558E-3</c:v>
                </c:pt>
                <c:pt idx="367">
                  <c:v>7.5555555555555558E-3</c:v>
                </c:pt>
                <c:pt idx="368">
                  <c:v>7.5555555555555558E-3</c:v>
                </c:pt>
                <c:pt idx="369">
                  <c:v>7.5555555555555558E-3</c:v>
                </c:pt>
                <c:pt idx="370">
                  <c:v>7.5555555555555558E-3</c:v>
                </c:pt>
                <c:pt idx="371">
                  <c:v>7.7037037037037039E-3</c:v>
                </c:pt>
                <c:pt idx="372">
                  <c:v>7.7037037037037039E-3</c:v>
                </c:pt>
                <c:pt idx="373">
                  <c:v>7.7037037037037039E-3</c:v>
                </c:pt>
                <c:pt idx="374">
                  <c:v>7.7037037037037039E-3</c:v>
                </c:pt>
                <c:pt idx="375">
                  <c:v>7.7037037037037039E-3</c:v>
                </c:pt>
                <c:pt idx="376">
                  <c:v>7.7037037037037039E-3</c:v>
                </c:pt>
                <c:pt idx="377">
                  <c:v>7.7037037037037039E-3</c:v>
                </c:pt>
                <c:pt idx="378">
                  <c:v>7.7037037037037039E-3</c:v>
                </c:pt>
                <c:pt idx="379">
                  <c:v>7.7037037037037039E-3</c:v>
                </c:pt>
                <c:pt idx="380">
                  <c:v>7.7037037037037039E-3</c:v>
                </c:pt>
                <c:pt idx="381">
                  <c:v>7.8518518518518512E-3</c:v>
                </c:pt>
                <c:pt idx="382">
                  <c:v>7.8518518518518512E-3</c:v>
                </c:pt>
                <c:pt idx="383">
                  <c:v>7.8518518518518512E-3</c:v>
                </c:pt>
                <c:pt idx="384">
                  <c:v>7.8518518518518512E-3</c:v>
                </c:pt>
                <c:pt idx="385">
                  <c:v>7.8518518518518512E-3</c:v>
                </c:pt>
                <c:pt idx="386">
                  <c:v>7.8518518518518512E-3</c:v>
                </c:pt>
                <c:pt idx="387">
                  <c:v>7.8518518518518512E-3</c:v>
                </c:pt>
                <c:pt idx="388">
                  <c:v>7.8518518518518512E-3</c:v>
                </c:pt>
                <c:pt idx="389">
                  <c:v>7.8518518518518512E-3</c:v>
                </c:pt>
                <c:pt idx="390">
                  <c:v>7.8518518518518512E-3</c:v>
                </c:pt>
                <c:pt idx="391">
                  <c:v>7.8518518518518512E-3</c:v>
                </c:pt>
                <c:pt idx="392">
                  <c:v>7.8518518518518512E-3</c:v>
                </c:pt>
                <c:pt idx="393">
                  <c:v>7.8518518518518512E-3</c:v>
                </c:pt>
                <c:pt idx="394">
                  <c:v>8.0000000000000002E-3</c:v>
                </c:pt>
                <c:pt idx="395">
                  <c:v>8.0000000000000002E-3</c:v>
                </c:pt>
                <c:pt idx="396">
                  <c:v>8.1481481481481474E-3</c:v>
                </c:pt>
                <c:pt idx="397">
                  <c:v>8.1481481481481474E-3</c:v>
                </c:pt>
                <c:pt idx="398">
                  <c:v>8.1481481481481474E-3</c:v>
                </c:pt>
                <c:pt idx="399">
                  <c:v>8.1481481481481474E-3</c:v>
                </c:pt>
                <c:pt idx="400">
                  <c:v>8.1481481481481474E-3</c:v>
                </c:pt>
                <c:pt idx="401">
                  <c:v>8.1481481481481474E-3</c:v>
                </c:pt>
                <c:pt idx="402">
                  <c:v>8.1481481481481474E-3</c:v>
                </c:pt>
                <c:pt idx="403">
                  <c:v>8.1481481481481474E-3</c:v>
                </c:pt>
                <c:pt idx="404">
                  <c:v>8.1481481481481474E-3</c:v>
                </c:pt>
                <c:pt idx="405">
                  <c:v>8.1481481481481474E-3</c:v>
                </c:pt>
                <c:pt idx="406">
                  <c:v>8.1481481481481474E-3</c:v>
                </c:pt>
                <c:pt idx="407">
                  <c:v>8.1481481481481474E-3</c:v>
                </c:pt>
                <c:pt idx="408">
                  <c:v>8.1481481481481474E-3</c:v>
                </c:pt>
                <c:pt idx="409">
                  <c:v>8.1481481481481474E-3</c:v>
                </c:pt>
                <c:pt idx="410">
                  <c:v>8.1481481481481474E-3</c:v>
                </c:pt>
                <c:pt idx="411">
                  <c:v>8.1481481481481474E-3</c:v>
                </c:pt>
                <c:pt idx="412">
                  <c:v>8.1481481481481474E-3</c:v>
                </c:pt>
                <c:pt idx="413">
                  <c:v>8.1481481481481474E-3</c:v>
                </c:pt>
                <c:pt idx="414">
                  <c:v>8.1481481481481474E-3</c:v>
                </c:pt>
                <c:pt idx="415">
                  <c:v>8.1481481481481474E-3</c:v>
                </c:pt>
                <c:pt idx="416">
                  <c:v>8.2962962962962964E-3</c:v>
                </c:pt>
                <c:pt idx="417">
                  <c:v>8.4444444444444437E-3</c:v>
                </c:pt>
                <c:pt idx="418">
                  <c:v>8.4444444444444437E-3</c:v>
                </c:pt>
                <c:pt idx="419">
                  <c:v>8.5925925925925926E-3</c:v>
                </c:pt>
                <c:pt idx="420">
                  <c:v>8.5925925925925926E-3</c:v>
                </c:pt>
                <c:pt idx="421">
                  <c:v>8.5925925925925926E-3</c:v>
                </c:pt>
                <c:pt idx="422">
                  <c:v>8.5925925925925926E-3</c:v>
                </c:pt>
                <c:pt idx="423">
                  <c:v>8.5925925925925926E-3</c:v>
                </c:pt>
                <c:pt idx="424">
                  <c:v>8.5925925925925926E-3</c:v>
                </c:pt>
                <c:pt idx="425">
                  <c:v>8.5925925925925926E-3</c:v>
                </c:pt>
                <c:pt idx="426">
                  <c:v>8.5925925925925926E-3</c:v>
                </c:pt>
                <c:pt idx="427">
                  <c:v>8.7407407407407399E-3</c:v>
                </c:pt>
                <c:pt idx="428">
                  <c:v>8.7407407407407399E-3</c:v>
                </c:pt>
                <c:pt idx="429">
                  <c:v>8.7407407407407399E-3</c:v>
                </c:pt>
                <c:pt idx="430">
                  <c:v>8.8888888888888889E-3</c:v>
                </c:pt>
                <c:pt idx="431">
                  <c:v>8.8888888888888889E-3</c:v>
                </c:pt>
                <c:pt idx="432">
                  <c:v>8.8888888888888889E-3</c:v>
                </c:pt>
                <c:pt idx="433">
                  <c:v>8.8888888888888889E-3</c:v>
                </c:pt>
                <c:pt idx="434">
                  <c:v>8.8888888888888889E-3</c:v>
                </c:pt>
                <c:pt idx="435">
                  <c:v>8.8888888888888889E-3</c:v>
                </c:pt>
                <c:pt idx="436">
                  <c:v>8.8888888888888889E-3</c:v>
                </c:pt>
                <c:pt idx="437">
                  <c:v>8.8888888888888889E-3</c:v>
                </c:pt>
                <c:pt idx="438">
                  <c:v>8.8888888888888889E-3</c:v>
                </c:pt>
                <c:pt idx="439">
                  <c:v>8.8888888888888889E-3</c:v>
                </c:pt>
                <c:pt idx="440">
                  <c:v>8.8888888888888889E-3</c:v>
                </c:pt>
                <c:pt idx="441">
                  <c:v>9.0370370370370379E-3</c:v>
                </c:pt>
                <c:pt idx="442">
                  <c:v>9.0370370370370379E-3</c:v>
                </c:pt>
                <c:pt idx="443">
                  <c:v>9.1851851851851851E-3</c:v>
                </c:pt>
                <c:pt idx="444">
                  <c:v>9.1851851851851851E-3</c:v>
                </c:pt>
                <c:pt idx="445">
                  <c:v>9.1851851851851851E-3</c:v>
                </c:pt>
                <c:pt idx="446">
                  <c:v>9.1851851851851851E-3</c:v>
                </c:pt>
                <c:pt idx="447">
                  <c:v>9.1851851851851851E-3</c:v>
                </c:pt>
                <c:pt idx="448">
                  <c:v>9.1851851851851851E-3</c:v>
                </c:pt>
                <c:pt idx="449">
                  <c:v>9.1851851851851851E-3</c:v>
                </c:pt>
                <c:pt idx="450">
                  <c:v>9.1851851851851851E-3</c:v>
                </c:pt>
                <c:pt idx="451">
                  <c:v>9.3333333333333341E-3</c:v>
                </c:pt>
                <c:pt idx="452">
                  <c:v>9.3333333333333341E-3</c:v>
                </c:pt>
                <c:pt idx="453">
                  <c:v>9.4814814814814814E-3</c:v>
                </c:pt>
                <c:pt idx="454">
                  <c:v>9.4814814814814814E-3</c:v>
                </c:pt>
                <c:pt idx="455">
                  <c:v>9.6296296296296303E-3</c:v>
                </c:pt>
                <c:pt idx="456">
                  <c:v>9.6296296296296303E-3</c:v>
                </c:pt>
                <c:pt idx="457">
                  <c:v>9.6296296296296303E-3</c:v>
                </c:pt>
                <c:pt idx="458">
                  <c:v>9.6296296296296303E-3</c:v>
                </c:pt>
                <c:pt idx="459">
                  <c:v>9.6296296296296303E-3</c:v>
                </c:pt>
                <c:pt idx="460">
                  <c:v>9.7777777777777776E-3</c:v>
                </c:pt>
                <c:pt idx="461">
                  <c:v>9.7777777777777776E-3</c:v>
                </c:pt>
                <c:pt idx="462">
                  <c:v>9.9259259259259266E-3</c:v>
                </c:pt>
                <c:pt idx="463">
                  <c:v>9.9259259259259266E-3</c:v>
                </c:pt>
                <c:pt idx="464">
                  <c:v>9.9259259259259266E-3</c:v>
                </c:pt>
                <c:pt idx="465">
                  <c:v>9.9259259259259266E-3</c:v>
                </c:pt>
                <c:pt idx="466">
                  <c:v>9.9259259259259266E-3</c:v>
                </c:pt>
                <c:pt idx="467">
                  <c:v>9.9259259259259266E-3</c:v>
                </c:pt>
                <c:pt idx="468">
                  <c:v>9.9259259259259266E-3</c:v>
                </c:pt>
                <c:pt idx="469">
                  <c:v>9.9259259259259266E-3</c:v>
                </c:pt>
                <c:pt idx="470">
                  <c:v>9.9259259259259266E-3</c:v>
                </c:pt>
                <c:pt idx="471">
                  <c:v>9.9259259259259266E-3</c:v>
                </c:pt>
                <c:pt idx="472">
                  <c:v>9.9259259259259266E-3</c:v>
                </c:pt>
                <c:pt idx="473">
                  <c:v>9.9259259259259266E-3</c:v>
                </c:pt>
                <c:pt idx="474">
                  <c:v>1.0074074074074074E-2</c:v>
                </c:pt>
                <c:pt idx="475">
                  <c:v>1.0222222222222223E-2</c:v>
                </c:pt>
                <c:pt idx="476">
                  <c:v>1.037037037037037E-2</c:v>
                </c:pt>
                <c:pt idx="477">
                  <c:v>1.0518518518518519E-2</c:v>
                </c:pt>
                <c:pt idx="478">
                  <c:v>1.0666666666666666E-2</c:v>
                </c:pt>
                <c:pt idx="479">
                  <c:v>1.0666666666666666E-2</c:v>
                </c:pt>
                <c:pt idx="480">
                  <c:v>1.0666666666666666E-2</c:v>
                </c:pt>
                <c:pt idx="481">
                  <c:v>1.0814814814814815E-2</c:v>
                </c:pt>
                <c:pt idx="482">
                  <c:v>1.0814814814814815E-2</c:v>
                </c:pt>
                <c:pt idx="483">
                  <c:v>1.0814814814814815E-2</c:v>
                </c:pt>
                <c:pt idx="484">
                  <c:v>1.0814814814814815E-2</c:v>
                </c:pt>
                <c:pt idx="485">
                  <c:v>1.0814814814814815E-2</c:v>
                </c:pt>
                <c:pt idx="486">
                  <c:v>1.0814814814814815E-2</c:v>
                </c:pt>
                <c:pt idx="487">
                  <c:v>1.0814814814814815E-2</c:v>
                </c:pt>
                <c:pt idx="488">
                  <c:v>1.0814814814814815E-2</c:v>
                </c:pt>
                <c:pt idx="489">
                  <c:v>1.0814814814814815E-2</c:v>
                </c:pt>
                <c:pt idx="490">
                  <c:v>1.0814814814814815E-2</c:v>
                </c:pt>
                <c:pt idx="491">
                  <c:v>1.0814814814814815E-2</c:v>
                </c:pt>
                <c:pt idx="492">
                  <c:v>1.0962962962962963E-2</c:v>
                </c:pt>
                <c:pt idx="493">
                  <c:v>1.1111111111111112E-2</c:v>
                </c:pt>
                <c:pt idx="494">
                  <c:v>1.1111111111111112E-2</c:v>
                </c:pt>
                <c:pt idx="495">
                  <c:v>1.1111111111111112E-2</c:v>
                </c:pt>
                <c:pt idx="496">
                  <c:v>1.1111111111111112E-2</c:v>
                </c:pt>
                <c:pt idx="497">
                  <c:v>1.1111111111111112E-2</c:v>
                </c:pt>
                <c:pt idx="498">
                  <c:v>1.1259259259259259E-2</c:v>
                </c:pt>
                <c:pt idx="499">
                  <c:v>1.1259259259259259E-2</c:v>
                </c:pt>
                <c:pt idx="500">
                  <c:v>1.1407407407407408E-2</c:v>
                </c:pt>
                <c:pt idx="501">
                  <c:v>1.1407407407407408E-2</c:v>
                </c:pt>
                <c:pt idx="502">
                  <c:v>1.1407407407407408E-2</c:v>
                </c:pt>
                <c:pt idx="503">
                  <c:v>1.1407407407407408E-2</c:v>
                </c:pt>
                <c:pt idx="504">
                  <c:v>1.1407407407407408E-2</c:v>
                </c:pt>
                <c:pt idx="505">
                  <c:v>1.1407407407407408E-2</c:v>
                </c:pt>
                <c:pt idx="506">
                  <c:v>1.1407407407407408E-2</c:v>
                </c:pt>
                <c:pt idx="507">
                  <c:v>1.1407407407407408E-2</c:v>
                </c:pt>
                <c:pt idx="508">
                  <c:v>1.1407407407407408E-2</c:v>
                </c:pt>
                <c:pt idx="509">
                  <c:v>1.1407407407407408E-2</c:v>
                </c:pt>
                <c:pt idx="510">
                  <c:v>1.1555555555555555E-2</c:v>
                </c:pt>
                <c:pt idx="511">
                  <c:v>1.1555555555555555E-2</c:v>
                </c:pt>
                <c:pt idx="512">
                  <c:v>1.1555555555555555E-2</c:v>
                </c:pt>
                <c:pt idx="513">
                  <c:v>1.1555555555555555E-2</c:v>
                </c:pt>
                <c:pt idx="514">
                  <c:v>1.1555555555555555E-2</c:v>
                </c:pt>
                <c:pt idx="515">
                  <c:v>1.1703703703703704E-2</c:v>
                </c:pt>
                <c:pt idx="516">
                  <c:v>1.1703703703703704E-2</c:v>
                </c:pt>
                <c:pt idx="517">
                  <c:v>1.1703703703703704E-2</c:v>
                </c:pt>
                <c:pt idx="518">
                  <c:v>1.1703703703703704E-2</c:v>
                </c:pt>
                <c:pt idx="519">
                  <c:v>1.1703703703703704E-2</c:v>
                </c:pt>
                <c:pt idx="520">
                  <c:v>1.1703703703703704E-2</c:v>
                </c:pt>
                <c:pt idx="521">
                  <c:v>1.1703703703703704E-2</c:v>
                </c:pt>
                <c:pt idx="522">
                  <c:v>1.1703703703703704E-2</c:v>
                </c:pt>
                <c:pt idx="523">
                  <c:v>1.1703703703703704E-2</c:v>
                </c:pt>
                <c:pt idx="524">
                  <c:v>1.1703703703703704E-2</c:v>
                </c:pt>
                <c:pt idx="525">
                  <c:v>1.1703703703703704E-2</c:v>
                </c:pt>
                <c:pt idx="526">
                  <c:v>1.1703703703703704E-2</c:v>
                </c:pt>
                <c:pt idx="527">
                  <c:v>1.1703703703703704E-2</c:v>
                </c:pt>
                <c:pt idx="528">
                  <c:v>1.1703703703703704E-2</c:v>
                </c:pt>
                <c:pt idx="529">
                  <c:v>1.1703703703703704E-2</c:v>
                </c:pt>
                <c:pt idx="530">
                  <c:v>1.1703703703703704E-2</c:v>
                </c:pt>
                <c:pt idx="531">
                  <c:v>1.1703703703703704E-2</c:v>
                </c:pt>
                <c:pt idx="532">
                  <c:v>1.1851851851851851E-2</c:v>
                </c:pt>
                <c:pt idx="533">
                  <c:v>1.1851851851851851E-2</c:v>
                </c:pt>
                <c:pt idx="534">
                  <c:v>1.1851851851851851E-2</c:v>
                </c:pt>
                <c:pt idx="535">
                  <c:v>1.2E-2</c:v>
                </c:pt>
                <c:pt idx="536">
                  <c:v>1.2E-2</c:v>
                </c:pt>
                <c:pt idx="537">
                  <c:v>1.2E-2</c:v>
                </c:pt>
                <c:pt idx="538">
                  <c:v>1.2E-2</c:v>
                </c:pt>
                <c:pt idx="539">
                  <c:v>1.2148148148148148E-2</c:v>
                </c:pt>
                <c:pt idx="540">
                  <c:v>1.2296296296296296E-2</c:v>
                </c:pt>
                <c:pt idx="541">
                  <c:v>1.2296296296296296E-2</c:v>
                </c:pt>
                <c:pt idx="542">
                  <c:v>1.2296296296296296E-2</c:v>
                </c:pt>
                <c:pt idx="543">
                  <c:v>1.2296296296296296E-2</c:v>
                </c:pt>
                <c:pt idx="544">
                  <c:v>1.2444444444444444E-2</c:v>
                </c:pt>
                <c:pt idx="545">
                  <c:v>1.2444444444444444E-2</c:v>
                </c:pt>
                <c:pt idx="546">
                  <c:v>1.2444444444444444E-2</c:v>
                </c:pt>
                <c:pt idx="547">
                  <c:v>1.2444444444444444E-2</c:v>
                </c:pt>
                <c:pt idx="548">
                  <c:v>1.2592592592592593E-2</c:v>
                </c:pt>
                <c:pt idx="549">
                  <c:v>1.2592592592592593E-2</c:v>
                </c:pt>
                <c:pt idx="550">
                  <c:v>1.2592592592592593E-2</c:v>
                </c:pt>
                <c:pt idx="551">
                  <c:v>1.2592592592592593E-2</c:v>
                </c:pt>
                <c:pt idx="552">
                  <c:v>1.2592592592592593E-2</c:v>
                </c:pt>
                <c:pt idx="553">
                  <c:v>1.2592592592592593E-2</c:v>
                </c:pt>
                <c:pt idx="554">
                  <c:v>1.2592592592592593E-2</c:v>
                </c:pt>
                <c:pt idx="555">
                  <c:v>1.2592592592592593E-2</c:v>
                </c:pt>
                <c:pt idx="556">
                  <c:v>1.2592592592592593E-2</c:v>
                </c:pt>
                <c:pt idx="557">
                  <c:v>1.2592592592592593E-2</c:v>
                </c:pt>
                <c:pt idx="558">
                  <c:v>1.2592592592592593E-2</c:v>
                </c:pt>
                <c:pt idx="559">
                  <c:v>1.274074074074074E-2</c:v>
                </c:pt>
                <c:pt idx="560">
                  <c:v>1.274074074074074E-2</c:v>
                </c:pt>
                <c:pt idx="561">
                  <c:v>1.274074074074074E-2</c:v>
                </c:pt>
                <c:pt idx="562">
                  <c:v>1.2888888888888889E-2</c:v>
                </c:pt>
                <c:pt idx="563">
                  <c:v>1.2888888888888889E-2</c:v>
                </c:pt>
                <c:pt idx="564">
                  <c:v>1.2888888888888889E-2</c:v>
                </c:pt>
                <c:pt idx="565">
                  <c:v>1.2888888888888889E-2</c:v>
                </c:pt>
                <c:pt idx="566">
                  <c:v>1.2888888888888889E-2</c:v>
                </c:pt>
                <c:pt idx="567">
                  <c:v>1.2888888888888889E-2</c:v>
                </c:pt>
                <c:pt idx="568">
                  <c:v>1.3037037037037036E-2</c:v>
                </c:pt>
                <c:pt idx="569">
                  <c:v>1.3037037037037036E-2</c:v>
                </c:pt>
                <c:pt idx="570">
                  <c:v>1.3185185185185185E-2</c:v>
                </c:pt>
                <c:pt idx="571">
                  <c:v>1.3185185185185185E-2</c:v>
                </c:pt>
                <c:pt idx="572">
                  <c:v>1.3185185185185185E-2</c:v>
                </c:pt>
                <c:pt idx="573">
                  <c:v>1.3185185185185185E-2</c:v>
                </c:pt>
                <c:pt idx="574">
                  <c:v>1.3185185185185185E-2</c:v>
                </c:pt>
                <c:pt idx="575">
                  <c:v>1.3185185185185185E-2</c:v>
                </c:pt>
                <c:pt idx="576">
                  <c:v>1.3185185185185185E-2</c:v>
                </c:pt>
                <c:pt idx="577">
                  <c:v>1.3185185185185185E-2</c:v>
                </c:pt>
                <c:pt idx="578">
                  <c:v>1.3185185185185185E-2</c:v>
                </c:pt>
                <c:pt idx="579">
                  <c:v>1.3185185185185185E-2</c:v>
                </c:pt>
                <c:pt idx="580">
                  <c:v>1.3185185185185185E-2</c:v>
                </c:pt>
                <c:pt idx="581">
                  <c:v>1.3185185185185185E-2</c:v>
                </c:pt>
                <c:pt idx="582">
                  <c:v>1.3333333333333334E-2</c:v>
                </c:pt>
                <c:pt idx="583">
                  <c:v>1.3481481481481481E-2</c:v>
                </c:pt>
                <c:pt idx="584">
                  <c:v>1.362962962962963E-2</c:v>
                </c:pt>
                <c:pt idx="585">
                  <c:v>1.362962962962963E-2</c:v>
                </c:pt>
                <c:pt idx="586">
                  <c:v>1.362962962962963E-2</c:v>
                </c:pt>
                <c:pt idx="587">
                  <c:v>1.362962962962963E-2</c:v>
                </c:pt>
                <c:pt idx="588">
                  <c:v>1.362962962962963E-2</c:v>
                </c:pt>
                <c:pt idx="589">
                  <c:v>1.3777777777777778E-2</c:v>
                </c:pt>
                <c:pt idx="590">
                  <c:v>1.3777777777777778E-2</c:v>
                </c:pt>
                <c:pt idx="591">
                  <c:v>1.3777777777777778E-2</c:v>
                </c:pt>
                <c:pt idx="592">
                  <c:v>1.3925925925925927E-2</c:v>
                </c:pt>
                <c:pt idx="593">
                  <c:v>1.4074074074074074E-2</c:v>
                </c:pt>
                <c:pt idx="594">
                  <c:v>1.4222222222222223E-2</c:v>
                </c:pt>
                <c:pt idx="595">
                  <c:v>1.437037037037037E-2</c:v>
                </c:pt>
                <c:pt idx="596">
                  <c:v>1.437037037037037E-2</c:v>
                </c:pt>
                <c:pt idx="597">
                  <c:v>1.437037037037037E-2</c:v>
                </c:pt>
                <c:pt idx="598">
                  <c:v>1.437037037037037E-2</c:v>
                </c:pt>
                <c:pt idx="599">
                  <c:v>1.437037037037037E-2</c:v>
                </c:pt>
                <c:pt idx="600">
                  <c:v>1.437037037037037E-2</c:v>
                </c:pt>
                <c:pt idx="601">
                  <c:v>1.437037037037037E-2</c:v>
                </c:pt>
                <c:pt idx="602">
                  <c:v>1.437037037037037E-2</c:v>
                </c:pt>
                <c:pt idx="603">
                  <c:v>1.437037037037037E-2</c:v>
                </c:pt>
                <c:pt idx="604">
                  <c:v>1.437037037037037E-2</c:v>
                </c:pt>
                <c:pt idx="605">
                  <c:v>1.437037037037037E-2</c:v>
                </c:pt>
                <c:pt idx="606">
                  <c:v>1.437037037037037E-2</c:v>
                </c:pt>
                <c:pt idx="607">
                  <c:v>1.437037037037037E-2</c:v>
                </c:pt>
                <c:pt idx="608">
                  <c:v>1.437037037037037E-2</c:v>
                </c:pt>
                <c:pt idx="609">
                  <c:v>1.437037037037037E-2</c:v>
                </c:pt>
                <c:pt idx="610">
                  <c:v>1.4518518518518519E-2</c:v>
                </c:pt>
                <c:pt idx="611">
                  <c:v>1.4518518518518519E-2</c:v>
                </c:pt>
                <c:pt idx="612">
                  <c:v>1.4518518518518519E-2</c:v>
                </c:pt>
                <c:pt idx="613">
                  <c:v>1.4518518518518519E-2</c:v>
                </c:pt>
                <c:pt idx="614">
                  <c:v>1.4518518518518519E-2</c:v>
                </c:pt>
                <c:pt idx="615">
                  <c:v>1.4518518518518519E-2</c:v>
                </c:pt>
                <c:pt idx="616">
                  <c:v>1.4518518518518519E-2</c:v>
                </c:pt>
                <c:pt idx="617">
                  <c:v>1.4518518518518519E-2</c:v>
                </c:pt>
                <c:pt idx="618">
                  <c:v>1.4518518518518519E-2</c:v>
                </c:pt>
                <c:pt idx="619">
                  <c:v>1.4518518518518519E-2</c:v>
                </c:pt>
                <c:pt idx="620">
                  <c:v>1.4518518518518519E-2</c:v>
                </c:pt>
                <c:pt idx="621">
                  <c:v>1.4518518518518519E-2</c:v>
                </c:pt>
                <c:pt idx="622">
                  <c:v>1.4518518518518519E-2</c:v>
                </c:pt>
                <c:pt idx="623">
                  <c:v>1.4518518518518519E-2</c:v>
                </c:pt>
                <c:pt idx="624">
                  <c:v>1.4666666666666666E-2</c:v>
                </c:pt>
                <c:pt idx="625">
                  <c:v>1.4666666666666666E-2</c:v>
                </c:pt>
                <c:pt idx="626">
                  <c:v>1.4666666666666666E-2</c:v>
                </c:pt>
                <c:pt idx="627">
                  <c:v>1.4666666666666666E-2</c:v>
                </c:pt>
                <c:pt idx="628">
                  <c:v>1.4666666666666666E-2</c:v>
                </c:pt>
                <c:pt idx="629">
                  <c:v>1.4666666666666666E-2</c:v>
                </c:pt>
                <c:pt idx="630">
                  <c:v>1.4666666666666666E-2</c:v>
                </c:pt>
                <c:pt idx="631">
                  <c:v>1.4814814814814815E-2</c:v>
                </c:pt>
                <c:pt idx="632">
                  <c:v>1.4962962962962963E-2</c:v>
                </c:pt>
                <c:pt idx="633">
                  <c:v>1.4962962962962963E-2</c:v>
                </c:pt>
                <c:pt idx="634">
                  <c:v>1.4962962962962963E-2</c:v>
                </c:pt>
                <c:pt idx="635">
                  <c:v>1.4962962962962963E-2</c:v>
                </c:pt>
                <c:pt idx="636">
                  <c:v>1.4962962962962963E-2</c:v>
                </c:pt>
                <c:pt idx="637">
                  <c:v>1.4962962962962963E-2</c:v>
                </c:pt>
                <c:pt idx="638">
                  <c:v>1.5111111111111112E-2</c:v>
                </c:pt>
                <c:pt idx="639">
                  <c:v>1.5259259259259259E-2</c:v>
                </c:pt>
                <c:pt idx="640">
                  <c:v>1.5259259259259259E-2</c:v>
                </c:pt>
                <c:pt idx="641">
                  <c:v>1.5259259259259259E-2</c:v>
                </c:pt>
                <c:pt idx="642">
                  <c:v>1.5259259259259259E-2</c:v>
                </c:pt>
                <c:pt idx="643">
                  <c:v>1.5259259259259259E-2</c:v>
                </c:pt>
                <c:pt idx="644">
                  <c:v>1.5407407407407408E-2</c:v>
                </c:pt>
                <c:pt idx="645">
                  <c:v>1.5407407407407408E-2</c:v>
                </c:pt>
                <c:pt idx="646">
                  <c:v>1.5407407407407408E-2</c:v>
                </c:pt>
                <c:pt idx="647">
                  <c:v>1.5555555555555555E-2</c:v>
                </c:pt>
                <c:pt idx="648">
                  <c:v>1.5555555555555555E-2</c:v>
                </c:pt>
                <c:pt idx="649">
                  <c:v>1.5555555555555555E-2</c:v>
                </c:pt>
                <c:pt idx="650">
                  <c:v>1.5555555555555555E-2</c:v>
                </c:pt>
                <c:pt idx="651">
                  <c:v>1.5555555555555555E-2</c:v>
                </c:pt>
                <c:pt idx="652">
                  <c:v>1.5555555555555555E-2</c:v>
                </c:pt>
                <c:pt idx="653">
                  <c:v>1.5555555555555555E-2</c:v>
                </c:pt>
                <c:pt idx="654">
                  <c:v>1.5555555555555555E-2</c:v>
                </c:pt>
                <c:pt idx="655">
                  <c:v>1.5555555555555555E-2</c:v>
                </c:pt>
                <c:pt idx="656">
                  <c:v>1.5555555555555555E-2</c:v>
                </c:pt>
                <c:pt idx="657">
                  <c:v>1.5555555555555555E-2</c:v>
                </c:pt>
                <c:pt idx="658">
                  <c:v>1.5555555555555555E-2</c:v>
                </c:pt>
                <c:pt idx="659">
                  <c:v>1.5555555555555555E-2</c:v>
                </c:pt>
                <c:pt idx="660">
                  <c:v>1.5555555555555555E-2</c:v>
                </c:pt>
                <c:pt idx="661">
                  <c:v>1.5555555555555555E-2</c:v>
                </c:pt>
                <c:pt idx="662">
                  <c:v>1.5555555555555555E-2</c:v>
                </c:pt>
                <c:pt idx="663">
                  <c:v>1.5555555555555555E-2</c:v>
                </c:pt>
                <c:pt idx="664">
                  <c:v>1.5555555555555555E-2</c:v>
                </c:pt>
                <c:pt idx="665">
                  <c:v>1.5555555555555555E-2</c:v>
                </c:pt>
                <c:pt idx="666">
                  <c:v>1.5555555555555555E-2</c:v>
                </c:pt>
                <c:pt idx="667">
                  <c:v>1.5555555555555555E-2</c:v>
                </c:pt>
                <c:pt idx="668">
                  <c:v>1.5703703703703702E-2</c:v>
                </c:pt>
                <c:pt idx="669">
                  <c:v>1.5703703703703702E-2</c:v>
                </c:pt>
                <c:pt idx="670">
                  <c:v>1.5703703703703702E-2</c:v>
                </c:pt>
                <c:pt idx="671">
                  <c:v>1.5703703703703702E-2</c:v>
                </c:pt>
                <c:pt idx="672">
                  <c:v>1.5703703703703702E-2</c:v>
                </c:pt>
                <c:pt idx="673">
                  <c:v>1.5703703703703702E-2</c:v>
                </c:pt>
                <c:pt idx="674">
                  <c:v>1.5703703703703702E-2</c:v>
                </c:pt>
                <c:pt idx="675">
                  <c:v>1.5703703703703702E-2</c:v>
                </c:pt>
                <c:pt idx="676">
                  <c:v>1.5703703703703702E-2</c:v>
                </c:pt>
                <c:pt idx="677">
                  <c:v>1.5851851851851853E-2</c:v>
                </c:pt>
                <c:pt idx="678">
                  <c:v>1.5851851851851853E-2</c:v>
                </c:pt>
                <c:pt idx="679">
                  <c:v>1.5851851851851853E-2</c:v>
                </c:pt>
                <c:pt idx="680">
                  <c:v>1.5851851851851853E-2</c:v>
                </c:pt>
                <c:pt idx="681">
                  <c:v>1.5851851851851853E-2</c:v>
                </c:pt>
                <c:pt idx="682">
                  <c:v>1.5851851851851853E-2</c:v>
                </c:pt>
                <c:pt idx="683">
                  <c:v>1.5851851851851853E-2</c:v>
                </c:pt>
                <c:pt idx="684">
                  <c:v>1.5851851851851853E-2</c:v>
                </c:pt>
                <c:pt idx="685">
                  <c:v>1.5851851851851853E-2</c:v>
                </c:pt>
                <c:pt idx="686">
                  <c:v>1.5851851851851853E-2</c:v>
                </c:pt>
                <c:pt idx="687">
                  <c:v>1.5851851851851853E-2</c:v>
                </c:pt>
                <c:pt idx="688">
                  <c:v>1.6E-2</c:v>
                </c:pt>
                <c:pt idx="689">
                  <c:v>1.6E-2</c:v>
                </c:pt>
                <c:pt idx="690">
                  <c:v>1.6E-2</c:v>
                </c:pt>
                <c:pt idx="691">
                  <c:v>1.6148148148148148E-2</c:v>
                </c:pt>
                <c:pt idx="692">
                  <c:v>1.6148148148148148E-2</c:v>
                </c:pt>
                <c:pt idx="693">
                  <c:v>1.6148148148148148E-2</c:v>
                </c:pt>
                <c:pt idx="694">
                  <c:v>1.6148148148148148E-2</c:v>
                </c:pt>
                <c:pt idx="695">
                  <c:v>1.6148148148148148E-2</c:v>
                </c:pt>
                <c:pt idx="696">
                  <c:v>1.6148148148148148E-2</c:v>
                </c:pt>
                <c:pt idx="697">
                  <c:v>1.6148148148148148E-2</c:v>
                </c:pt>
                <c:pt idx="698">
                  <c:v>1.6148148148148148E-2</c:v>
                </c:pt>
                <c:pt idx="699">
                  <c:v>1.6148148148148148E-2</c:v>
                </c:pt>
                <c:pt idx="700">
                  <c:v>1.6148148148148148E-2</c:v>
                </c:pt>
                <c:pt idx="701">
                  <c:v>1.6296296296296295E-2</c:v>
                </c:pt>
                <c:pt idx="702">
                  <c:v>1.6296296296296295E-2</c:v>
                </c:pt>
                <c:pt idx="703">
                  <c:v>1.6296296296296295E-2</c:v>
                </c:pt>
                <c:pt idx="704">
                  <c:v>1.6296296296296295E-2</c:v>
                </c:pt>
                <c:pt idx="705">
                  <c:v>1.6296296296296295E-2</c:v>
                </c:pt>
                <c:pt idx="706">
                  <c:v>1.6296296296296295E-2</c:v>
                </c:pt>
                <c:pt idx="707">
                  <c:v>1.6296296296296295E-2</c:v>
                </c:pt>
                <c:pt idx="708">
                  <c:v>1.6296296296296295E-2</c:v>
                </c:pt>
                <c:pt idx="709">
                  <c:v>1.6296296296296295E-2</c:v>
                </c:pt>
                <c:pt idx="710">
                  <c:v>1.6444444444444446E-2</c:v>
                </c:pt>
                <c:pt idx="711">
                  <c:v>1.6444444444444446E-2</c:v>
                </c:pt>
                <c:pt idx="712">
                  <c:v>1.6444444444444446E-2</c:v>
                </c:pt>
                <c:pt idx="713">
                  <c:v>1.6444444444444446E-2</c:v>
                </c:pt>
                <c:pt idx="714">
                  <c:v>1.6592592592592593E-2</c:v>
                </c:pt>
                <c:pt idx="715">
                  <c:v>1.6592592592592593E-2</c:v>
                </c:pt>
                <c:pt idx="716">
                  <c:v>1.6592592592592593E-2</c:v>
                </c:pt>
                <c:pt idx="717">
                  <c:v>1.6592592592592593E-2</c:v>
                </c:pt>
                <c:pt idx="718">
                  <c:v>1.6592592592592593E-2</c:v>
                </c:pt>
                <c:pt idx="719">
                  <c:v>1.6592592592592593E-2</c:v>
                </c:pt>
                <c:pt idx="720">
                  <c:v>1.6592592592592593E-2</c:v>
                </c:pt>
                <c:pt idx="721">
                  <c:v>1.674074074074074E-2</c:v>
                </c:pt>
                <c:pt idx="722">
                  <c:v>1.674074074074074E-2</c:v>
                </c:pt>
                <c:pt idx="723">
                  <c:v>1.674074074074074E-2</c:v>
                </c:pt>
                <c:pt idx="724">
                  <c:v>1.674074074074074E-2</c:v>
                </c:pt>
                <c:pt idx="725">
                  <c:v>1.674074074074074E-2</c:v>
                </c:pt>
                <c:pt idx="726">
                  <c:v>1.674074074074074E-2</c:v>
                </c:pt>
                <c:pt idx="727">
                  <c:v>1.674074074074074E-2</c:v>
                </c:pt>
                <c:pt idx="728">
                  <c:v>1.674074074074074E-2</c:v>
                </c:pt>
                <c:pt idx="729">
                  <c:v>1.674074074074074E-2</c:v>
                </c:pt>
                <c:pt idx="730">
                  <c:v>1.6888888888888887E-2</c:v>
                </c:pt>
                <c:pt idx="731">
                  <c:v>1.6888888888888887E-2</c:v>
                </c:pt>
                <c:pt idx="732">
                  <c:v>1.6888888888888887E-2</c:v>
                </c:pt>
                <c:pt idx="733">
                  <c:v>1.6888888888888887E-2</c:v>
                </c:pt>
                <c:pt idx="734">
                  <c:v>1.6888888888888887E-2</c:v>
                </c:pt>
                <c:pt idx="735">
                  <c:v>1.6888888888888887E-2</c:v>
                </c:pt>
                <c:pt idx="736">
                  <c:v>1.6888888888888887E-2</c:v>
                </c:pt>
                <c:pt idx="737">
                  <c:v>1.6888888888888887E-2</c:v>
                </c:pt>
                <c:pt idx="738">
                  <c:v>1.6888888888888887E-2</c:v>
                </c:pt>
                <c:pt idx="739">
                  <c:v>1.6888888888888887E-2</c:v>
                </c:pt>
                <c:pt idx="740">
                  <c:v>1.6888888888888887E-2</c:v>
                </c:pt>
                <c:pt idx="741">
                  <c:v>1.6888888888888887E-2</c:v>
                </c:pt>
                <c:pt idx="742">
                  <c:v>1.6888888888888887E-2</c:v>
                </c:pt>
                <c:pt idx="743">
                  <c:v>1.6888888888888887E-2</c:v>
                </c:pt>
                <c:pt idx="744">
                  <c:v>1.6888888888888887E-2</c:v>
                </c:pt>
                <c:pt idx="745">
                  <c:v>1.6888888888888887E-2</c:v>
                </c:pt>
                <c:pt idx="746">
                  <c:v>1.6888888888888887E-2</c:v>
                </c:pt>
                <c:pt idx="747">
                  <c:v>1.6888888888888887E-2</c:v>
                </c:pt>
                <c:pt idx="748">
                  <c:v>1.6888888888888887E-2</c:v>
                </c:pt>
                <c:pt idx="749">
                  <c:v>1.6888888888888887E-2</c:v>
                </c:pt>
                <c:pt idx="750">
                  <c:v>1.6888888888888887E-2</c:v>
                </c:pt>
                <c:pt idx="751">
                  <c:v>1.6888888888888887E-2</c:v>
                </c:pt>
                <c:pt idx="752">
                  <c:v>1.6888888888888887E-2</c:v>
                </c:pt>
                <c:pt idx="753">
                  <c:v>1.6888888888888887E-2</c:v>
                </c:pt>
                <c:pt idx="754">
                  <c:v>1.6888888888888887E-2</c:v>
                </c:pt>
                <c:pt idx="755">
                  <c:v>1.6888888888888887E-2</c:v>
                </c:pt>
                <c:pt idx="756">
                  <c:v>1.6888888888888887E-2</c:v>
                </c:pt>
                <c:pt idx="757">
                  <c:v>1.6888888888888887E-2</c:v>
                </c:pt>
                <c:pt idx="758">
                  <c:v>1.6888888888888887E-2</c:v>
                </c:pt>
                <c:pt idx="759">
                  <c:v>1.6888888888888887E-2</c:v>
                </c:pt>
                <c:pt idx="760">
                  <c:v>1.6888888888888887E-2</c:v>
                </c:pt>
                <c:pt idx="761">
                  <c:v>1.6888888888888887E-2</c:v>
                </c:pt>
                <c:pt idx="762">
                  <c:v>1.6888888888888887E-2</c:v>
                </c:pt>
                <c:pt idx="763">
                  <c:v>1.6888888888888887E-2</c:v>
                </c:pt>
                <c:pt idx="764">
                  <c:v>1.6888888888888887E-2</c:v>
                </c:pt>
                <c:pt idx="765">
                  <c:v>1.6888888888888887E-2</c:v>
                </c:pt>
                <c:pt idx="766">
                  <c:v>1.6888888888888887E-2</c:v>
                </c:pt>
                <c:pt idx="767">
                  <c:v>1.6888888888888887E-2</c:v>
                </c:pt>
                <c:pt idx="768">
                  <c:v>1.6888888888888887E-2</c:v>
                </c:pt>
                <c:pt idx="769">
                  <c:v>1.6888888888888887E-2</c:v>
                </c:pt>
                <c:pt idx="770">
                  <c:v>1.7037037037037038E-2</c:v>
                </c:pt>
                <c:pt idx="771">
                  <c:v>1.7037037037037038E-2</c:v>
                </c:pt>
                <c:pt idx="772">
                  <c:v>1.7037037037037038E-2</c:v>
                </c:pt>
                <c:pt idx="773">
                  <c:v>1.7037037037037038E-2</c:v>
                </c:pt>
                <c:pt idx="774">
                  <c:v>1.7037037037037038E-2</c:v>
                </c:pt>
                <c:pt idx="775">
                  <c:v>1.7037037037037038E-2</c:v>
                </c:pt>
                <c:pt idx="776">
                  <c:v>1.7185185185185185E-2</c:v>
                </c:pt>
                <c:pt idx="777">
                  <c:v>1.7185185185185185E-2</c:v>
                </c:pt>
                <c:pt idx="778">
                  <c:v>1.7185185185185185E-2</c:v>
                </c:pt>
                <c:pt idx="779">
                  <c:v>1.7185185185185185E-2</c:v>
                </c:pt>
                <c:pt idx="780">
                  <c:v>1.7185185185185185E-2</c:v>
                </c:pt>
                <c:pt idx="781">
                  <c:v>1.7185185185185185E-2</c:v>
                </c:pt>
                <c:pt idx="782">
                  <c:v>1.7185185185185185E-2</c:v>
                </c:pt>
                <c:pt idx="783">
                  <c:v>1.7185185185185185E-2</c:v>
                </c:pt>
                <c:pt idx="784">
                  <c:v>1.7185185185185185E-2</c:v>
                </c:pt>
                <c:pt idx="785">
                  <c:v>1.7185185185185185E-2</c:v>
                </c:pt>
                <c:pt idx="786">
                  <c:v>1.7185185185185185E-2</c:v>
                </c:pt>
                <c:pt idx="787">
                  <c:v>1.7333333333333333E-2</c:v>
                </c:pt>
                <c:pt idx="788">
                  <c:v>1.7333333333333333E-2</c:v>
                </c:pt>
                <c:pt idx="789">
                  <c:v>1.7333333333333333E-2</c:v>
                </c:pt>
                <c:pt idx="790">
                  <c:v>1.7333333333333333E-2</c:v>
                </c:pt>
                <c:pt idx="791">
                  <c:v>1.7333333333333333E-2</c:v>
                </c:pt>
                <c:pt idx="792">
                  <c:v>1.7333333333333333E-2</c:v>
                </c:pt>
                <c:pt idx="793">
                  <c:v>1.7333333333333333E-2</c:v>
                </c:pt>
                <c:pt idx="794">
                  <c:v>1.7333333333333333E-2</c:v>
                </c:pt>
                <c:pt idx="795">
                  <c:v>1.7333333333333333E-2</c:v>
                </c:pt>
                <c:pt idx="796">
                  <c:v>1.748148148148148E-2</c:v>
                </c:pt>
                <c:pt idx="797">
                  <c:v>1.748148148148148E-2</c:v>
                </c:pt>
                <c:pt idx="798">
                  <c:v>1.748148148148148E-2</c:v>
                </c:pt>
                <c:pt idx="799">
                  <c:v>1.7629629629629631E-2</c:v>
                </c:pt>
                <c:pt idx="800">
                  <c:v>1.7629629629629631E-2</c:v>
                </c:pt>
                <c:pt idx="801">
                  <c:v>1.7629629629629631E-2</c:v>
                </c:pt>
                <c:pt idx="802">
                  <c:v>1.7777777777777778E-2</c:v>
                </c:pt>
                <c:pt idx="803">
                  <c:v>1.7777777777777778E-2</c:v>
                </c:pt>
                <c:pt idx="804">
                  <c:v>1.7777777777777778E-2</c:v>
                </c:pt>
                <c:pt idx="805">
                  <c:v>1.7777777777777778E-2</c:v>
                </c:pt>
                <c:pt idx="806">
                  <c:v>1.7777777777777778E-2</c:v>
                </c:pt>
                <c:pt idx="807">
                  <c:v>1.7777777777777778E-2</c:v>
                </c:pt>
                <c:pt idx="808">
                  <c:v>1.7925925925925925E-2</c:v>
                </c:pt>
                <c:pt idx="809">
                  <c:v>1.7925925925925925E-2</c:v>
                </c:pt>
                <c:pt idx="810">
                  <c:v>1.7925925925925925E-2</c:v>
                </c:pt>
                <c:pt idx="811">
                  <c:v>1.7925925925925925E-2</c:v>
                </c:pt>
                <c:pt idx="812">
                  <c:v>1.7925925925925925E-2</c:v>
                </c:pt>
                <c:pt idx="813">
                  <c:v>1.7925925925925925E-2</c:v>
                </c:pt>
                <c:pt idx="814">
                  <c:v>1.7925925925925925E-2</c:v>
                </c:pt>
                <c:pt idx="815">
                  <c:v>1.7925925925925925E-2</c:v>
                </c:pt>
                <c:pt idx="816">
                  <c:v>1.7925925925925925E-2</c:v>
                </c:pt>
                <c:pt idx="817">
                  <c:v>1.7925925925925925E-2</c:v>
                </c:pt>
                <c:pt idx="818">
                  <c:v>1.7925925925925925E-2</c:v>
                </c:pt>
                <c:pt idx="819">
                  <c:v>1.7925925925925925E-2</c:v>
                </c:pt>
                <c:pt idx="820">
                  <c:v>1.8074074074074076E-2</c:v>
                </c:pt>
                <c:pt idx="821">
                  <c:v>1.8074074074074076E-2</c:v>
                </c:pt>
                <c:pt idx="822">
                  <c:v>1.8074074074074076E-2</c:v>
                </c:pt>
                <c:pt idx="823">
                  <c:v>1.8222222222222223E-2</c:v>
                </c:pt>
                <c:pt idx="824">
                  <c:v>1.8222222222222223E-2</c:v>
                </c:pt>
                <c:pt idx="825">
                  <c:v>1.8222222222222223E-2</c:v>
                </c:pt>
                <c:pt idx="826">
                  <c:v>1.8222222222222223E-2</c:v>
                </c:pt>
                <c:pt idx="827">
                  <c:v>1.8222222222222223E-2</c:v>
                </c:pt>
                <c:pt idx="828">
                  <c:v>1.837037037037037E-2</c:v>
                </c:pt>
                <c:pt idx="829">
                  <c:v>1.837037037037037E-2</c:v>
                </c:pt>
                <c:pt idx="830">
                  <c:v>1.8518518518518517E-2</c:v>
                </c:pt>
                <c:pt idx="831">
                  <c:v>1.8666666666666668E-2</c:v>
                </c:pt>
                <c:pt idx="832">
                  <c:v>1.8666666666666668E-2</c:v>
                </c:pt>
                <c:pt idx="833">
                  <c:v>1.8666666666666668E-2</c:v>
                </c:pt>
                <c:pt idx="834">
                  <c:v>1.8666666666666668E-2</c:v>
                </c:pt>
                <c:pt idx="835">
                  <c:v>1.8666666666666668E-2</c:v>
                </c:pt>
                <c:pt idx="836">
                  <c:v>1.8666666666666668E-2</c:v>
                </c:pt>
                <c:pt idx="837">
                  <c:v>1.8666666666666668E-2</c:v>
                </c:pt>
                <c:pt idx="838">
                  <c:v>1.8814814814814815E-2</c:v>
                </c:pt>
                <c:pt idx="839">
                  <c:v>1.8814814814814815E-2</c:v>
                </c:pt>
                <c:pt idx="840">
                  <c:v>1.8814814814814815E-2</c:v>
                </c:pt>
                <c:pt idx="841">
                  <c:v>1.8814814814814815E-2</c:v>
                </c:pt>
                <c:pt idx="842">
                  <c:v>1.8814814814814815E-2</c:v>
                </c:pt>
                <c:pt idx="843">
                  <c:v>1.8814814814814815E-2</c:v>
                </c:pt>
                <c:pt idx="844">
                  <c:v>1.8814814814814815E-2</c:v>
                </c:pt>
                <c:pt idx="845">
                  <c:v>1.8962962962962963E-2</c:v>
                </c:pt>
                <c:pt idx="846">
                  <c:v>1.8962962962962963E-2</c:v>
                </c:pt>
                <c:pt idx="847">
                  <c:v>1.8962962962962963E-2</c:v>
                </c:pt>
                <c:pt idx="848">
                  <c:v>1.8962962962962963E-2</c:v>
                </c:pt>
                <c:pt idx="849">
                  <c:v>1.8962962962962963E-2</c:v>
                </c:pt>
                <c:pt idx="850">
                  <c:v>1.8962962962962963E-2</c:v>
                </c:pt>
                <c:pt idx="851">
                  <c:v>1.8962962962962963E-2</c:v>
                </c:pt>
                <c:pt idx="852">
                  <c:v>1.8962962962962963E-2</c:v>
                </c:pt>
                <c:pt idx="853">
                  <c:v>1.8962962962962963E-2</c:v>
                </c:pt>
                <c:pt idx="854">
                  <c:v>1.911111111111111E-2</c:v>
                </c:pt>
                <c:pt idx="855">
                  <c:v>1.911111111111111E-2</c:v>
                </c:pt>
                <c:pt idx="856">
                  <c:v>1.911111111111111E-2</c:v>
                </c:pt>
                <c:pt idx="857">
                  <c:v>1.911111111111111E-2</c:v>
                </c:pt>
                <c:pt idx="858">
                  <c:v>1.911111111111111E-2</c:v>
                </c:pt>
                <c:pt idx="859">
                  <c:v>1.9259259259259261E-2</c:v>
                </c:pt>
                <c:pt idx="860">
                  <c:v>1.9259259259259261E-2</c:v>
                </c:pt>
                <c:pt idx="861">
                  <c:v>1.9259259259259261E-2</c:v>
                </c:pt>
                <c:pt idx="862">
                  <c:v>1.9259259259259261E-2</c:v>
                </c:pt>
                <c:pt idx="863">
                  <c:v>1.9259259259259261E-2</c:v>
                </c:pt>
                <c:pt idx="864">
                  <c:v>1.9259259259259261E-2</c:v>
                </c:pt>
                <c:pt idx="865">
                  <c:v>1.9259259259259261E-2</c:v>
                </c:pt>
                <c:pt idx="866">
                  <c:v>1.9407407407407408E-2</c:v>
                </c:pt>
                <c:pt idx="867">
                  <c:v>1.9407407407407408E-2</c:v>
                </c:pt>
                <c:pt idx="868">
                  <c:v>1.9555555555555555E-2</c:v>
                </c:pt>
                <c:pt idx="869">
                  <c:v>1.9555555555555555E-2</c:v>
                </c:pt>
                <c:pt idx="870">
                  <c:v>1.9555555555555555E-2</c:v>
                </c:pt>
                <c:pt idx="871">
                  <c:v>1.9555555555555555E-2</c:v>
                </c:pt>
                <c:pt idx="872">
                  <c:v>1.9703703703703702E-2</c:v>
                </c:pt>
                <c:pt idx="873">
                  <c:v>1.9703703703703702E-2</c:v>
                </c:pt>
                <c:pt idx="874">
                  <c:v>1.9703703703703702E-2</c:v>
                </c:pt>
                <c:pt idx="875">
                  <c:v>1.9703703703703702E-2</c:v>
                </c:pt>
                <c:pt idx="876">
                  <c:v>1.9703703703703702E-2</c:v>
                </c:pt>
                <c:pt idx="877">
                  <c:v>1.9703703703703702E-2</c:v>
                </c:pt>
                <c:pt idx="878">
                  <c:v>1.9703703703703702E-2</c:v>
                </c:pt>
                <c:pt idx="879">
                  <c:v>1.9703703703703702E-2</c:v>
                </c:pt>
                <c:pt idx="880">
                  <c:v>1.9703703703703702E-2</c:v>
                </c:pt>
                <c:pt idx="881">
                  <c:v>1.9703703703703702E-2</c:v>
                </c:pt>
                <c:pt idx="882">
                  <c:v>1.9851851851851853E-2</c:v>
                </c:pt>
                <c:pt idx="883">
                  <c:v>1.9851851851851853E-2</c:v>
                </c:pt>
                <c:pt idx="884">
                  <c:v>1.9851851851851853E-2</c:v>
                </c:pt>
                <c:pt idx="885">
                  <c:v>1.9851851851851853E-2</c:v>
                </c:pt>
                <c:pt idx="886">
                  <c:v>1.9851851851851853E-2</c:v>
                </c:pt>
                <c:pt idx="887">
                  <c:v>1.9851851851851853E-2</c:v>
                </c:pt>
                <c:pt idx="888">
                  <c:v>1.9851851851851853E-2</c:v>
                </c:pt>
                <c:pt idx="889">
                  <c:v>1.9851851851851853E-2</c:v>
                </c:pt>
                <c:pt idx="890">
                  <c:v>0.02</c:v>
                </c:pt>
                <c:pt idx="891">
                  <c:v>0.02</c:v>
                </c:pt>
                <c:pt idx="892">
                  <c:v>0.02</c:v>
                </c:pt>
                <c:pt idx="893">
                  <c:v>0.02</c:v>
                </c:pt>
                <c:pt idx="894">
                  <c:v>0.02</c:v>
                </c:pt>
                <c:pt idx="895">
                  <c:v>0.02</c:v>
                </c:pt>
                <c:pt idx="896">
                  <c:v>0.02</c:v>
                </c:pt>
                <c:pt idx="897">
                  <c:v>0.02</c:v>
                </c:pt>
                <c:pt idx="898">
                  <c:v>0.02</c:v>
                </c:pt>
                <c:pt idx="899">
                  <c:v>0.02</c:v>
                </c:pt>
                <c:pt idx="900">
                  <c:v>0.02</c:v>
                </c:pt>
                <c:pt idx="901">
                  <c:v>0.02</c:v>
                </c:pt>
                <c:pt idx="902">
                  <c:v>0.02</c:v>
                </c:pt>
                <c:pt idx="903">
                  <c:v>0.02</c:v>
                </c:pt>
                <c:pt idx="904">
                  <c:v>0.02</c:v>
                </c:pt>
                <c:pt idx="905">
                  <c:v>0.02</c:v>
                </c:pt>
                <c:pt idx="906">
                  <c:v>0.02</c:v>
                </c:pt>
                <c:pt idx="907">
                  <c:v>0.02</c:v>
                </c:pt>
                <c:pt idx="908">
                  <c:v>0.02</c:v>
                </c:pt>
                <c:pt idx="909">
                  <c:v>0.02</c:v>
                </c:pt>
                <c:pt idx="910">
                  <c:v>0.02</c:v>
                </c:pt>
                <c:pt idx="911">
                  <c:v>0.02</c:v>
                </c:pt>
                <c:pt idx="912">
                  <c:v>0.02</c:v>
                </c:pt>
                <c:pt idx="913">
                  <c:v>0.02</c:v>
                </c:pt>
                <c:pt idx="914">
                  <c:v>0.02</c:v>
                </c:pt>
                <c:pt idx="915">
                  <c:v>0.02</c:v>
                </c:pt>
                <c:pt idx="916">
                  <c:v>2.0148148148148148E-2</c:v>
                </c:pt>
                <c:pt idx="917">
                  <c:v>2.0148148148148148E-2</c:v>
                </c:pt>
                <c:pt idx="918">
                  <c:v>2.0296296296296295E-2</c:v>
                </c:pt>
                <c:pt idx="919">
                  <c:v>2.0296296296296295E-2</c:v>
                </c:pt>
                <c:pt idx="920">
                  <c:v>2.0296296296296295E-2</c:v>
                </c:pt>
                <c:pt idx="921">
                  <c:v>2.0296296296296295E-2</c:v>
                </c:pt>
                <c:pt idx="922">
                  <c:v>2.0444444444444446E-2</c:v>
                </c:pt>
                <c:pt idx="923">
                  <c:v>2.0444444444444446E-2</c:v>
                </c:pt>
                <c:pt idx="924">
                  <c:v>2.0444444444444446E-2</c:v>
                </c:pt>
                <c:pt idx="925">
                  <c:v>2.0444444444444446E-2</c:v>
                </c:pt>
                <c:pt idx="926">
                  <c:v>2.0444444444444446E-2</c:v>
                </c:pt>
                <c:pt idx="927">
                  <c:v>2.0592592592592593E-2</c:v>
                </c:pt>
                <c:pt idx="928">
                  <c:v>2.0592592592592593E-2</c:v>
                </c:pt>
                <c:pt idx="929">
                  <c:v>2.0592592592592593E-2</c:v>
                </c:pt>
                <c:pt idx="930">
                  <c:v>2.0592592592592593E-2</c:v>
                </c:pt>
                <c:pt idx="931">
                  <c:v>2.0592592592592593E-2</c:v>
                </c:pt>
                <c:pt idx="932">
                  <c:v>2.0592592592592593E-2</c:v>
                </c:pt>
                <c:pt idx="933">
                  <c:v>2.0592592592592593E-2</c:v>
                </c:pt>
                <c:pt idx="934">
                  <c:v>2.0592592592592593E-2</c:v>
                </c:pt>
                <c:pt idx="935">
                  <c:v>2.074074074074074E-2</c:v>
                </c:pt>
                <c:pt idx="936">
                  <c:v>2.074074074074074E-2</c:v>
                </c:pt>
                <c:pt idx="937">
                  <c:v>2.074074074074074E-2</c:v>
                </c:pt>
                <c:pt idx="938">
                  <c:v>2.074074074074074E-2</c:v>
                </c:pt>
                <c:pt idx="939">
                  <c:v>2.074074074074074E-2</c:v>
                </c:pt>
                <c:pt idx="940">
                  <c:v>2.0888888888888887E-2</c:v>
                </c:pt>
                <c:pt idx="941">
                  <c:v>2.0888888888888887E-2</c:v>
                </c:pt>
                <c:pt idx="942">
                  <c:v>2.0888888888888887E-2</c:v>
                </c:pt>
                <c:pt idx="943">
                  <c:v>2.0888888888888887E-2</c:v>
                </c:pt>
                <c:pt idx="944">
                  <c:v>2.0888888888888887E-2</c:v>
                </c:pt>
                <c:pt idx="945">
                  <c:v>2.1037037037037038E-2</c:v>
                </c:pt>
                <c:pt idx="946">
                  <c:v>2.1037037037037038E-2</c:v>
                </c:pt>
                <c:pt idx="947">
                  <c:v>2.1037037037037038E-2</c:v>
                </c:pt>
                <c:pt idx="948">
                  <c:v>2.1037037037037038E-2</c:v>
                </c:pt>
                <c:pt idx="949">
                  <c:v>2.1037037037037038E-2</c:v>
                </c:pt>
                <c:pt idx="950">
                  <c:v>2.1037037037037038E-2</c:v>
                </c:pt>
                <c:pt idx="951">
                  <c:v>2.1037037037037038E-2</c:v>
                </c:pt>
                <c:pt idx="952">
                  <c:v>2.1037037037037038E-2</c:v>
                </c:pt>
                <c:pt idx="953">
                  <c:v>2.1185185185185185E-2</c:v>
                </c:pt>
                <c:pt idx="954">
                  <c:v>2.1185185185185185E-2</c:v>
                </c:pt>
                <c:pt idx="955">
                  <c:v>2.1185185185185185E-2</c:v>
                </c:pt>
                <c:pt idx="956">
                  <c:v>2.1185185185185185E-2</c:v>
                </c:pt>
                <c:pt idx="957">
                  <c:v>2.1185185185185185E-2</c:v>
                </c:pt>
                <c:pt idx="958">
                  <c:v>2.1185185185185185E-2</c:v>
                </c:pt>
                <c:pt idx="959">
                  <c:v>2.1185185185185185E-2</c:v>
                </c:pt>
                <c:pt idx="960">
                  <c:v>2.1185185185185185E-2</c:v>
                </c:pt>
                <c:pt idx="961">
                  <c:v>2.1185185185185185E-2</c:v>
                </c:pt>
                <c:pt idx="962">
                  <c:v>2.1185185185185185E-2</c:v>
                </c:pt>
                <c:pt idx="963">
                  <c:v>2.1185185185185185E-2</c:v>
                </c:pt>
                <c:pt idx="964">
                  <c:v>2.1185185185185185E-2</c:v>
                </c:pt>
                <c:pt idx="965">
                  <c:v>2.1185185185185185E-2</c:v>
                </c:pt>
                <c:pt idx="966">
                  <c:v>2.1185185185185185E-2</c:v>
                </c:pt>
                <c:pt idx="967">
                  <c:v>2.1185185185185185E-2</c:v>
                </c:pt>
                <c:pt idx="968">
                  <c:v>2.1185185185185185E-2</c:v>
                </c:pt>
                <c:pt idx="969">
                  <c:v>2.1185185185185185E-2</c:v>
                </c:pt>
                <c:pt idx="970">
                  <c:v>2.1185185185185185E-2</c:v>
                </c:pt>
                <c:pt idx="971">
                  <c:v>2.1185185185185185E-2</c:v>
                </c:pt>
                <c:pt idx="972">
                  <c:v>2.1185185185185185E-2</c:v>
                </c:pt>
                <c:pt idx="973">
                  <c:v>2.1185185185185185E-2</c:v>
                </c:pt>
                <c:pt idx="974">
                  <c:v>2.1185185185185185E-2</c:v>
                </c:pt>
                <c:pt idx="975">
                  <c:v>2.1185185185185185E-2</c:v>
                </c:pt>
                <c:pt idx="976">
                  <c:v>2.1185185185185185E-2</c:v>
                </c:pt>
                <c:pt idx="977">
                  <c:v>2.1333333333333333E-2</c:v>
                </c:pt>
                <c:pt idx="978">
                  <c:v>2.1333333333333333E-2</c:v>
                </c:pt>
                <c:pt idx="979">
                  <c:v>2.1333333333333333E-2</c:v>
                </c:pt>
                <c:pt idx="980">
                  <c:v>2.148148148148148E-2</c:v>
                </c:pt>
                <c:pt idx="981">
                  <c:v>2.148148148148148E-2</c:v>
                </c:pt>
                <c:pt idx="982">
                  <c:v>2.1629629629629631E-2</c:v>
                </c:pt>
                <c:pt idx="983">
                  <c:v>2.1629629629629631E-2</c:v>
                </c:pt>
                <c:pt idx="984">
                  <c:v>2.1629629629629631E-2</c:v>
                </c:pt>
                <c:pt idx="985">
                  <c:v>2.1629629629629631E-2</c:v>
                </c:pt>
                <c:pt idx="986">
                  <c:v>2.1629629629629631E-2</c:v>
                </c:pt>
                <c:pt idx="987">
                  <c:v>2.1629629629629631E-2</c:v>
                </c:pt>
                <c:pt idx="988">
                  <c:v>2.1777777777777778E-2</c:v>
                </c:pt>
                <c:pt idx="989">
                  <c:v>2.1925925925925925E-2</c:v>
                </c:pt>
                <c:pt idx="990">
                  <c:v>2.1925925925925925E-2</c:v>
                </c:pt>
                <c:pt idx="991">
                  <c:v>2.1925925925925925E-2</c:v>
                </c:pt>
                <c:pt idx="992">
                  <c:v>2.1925925925925925E-2</c:v>
                </c:pt>
                <c:pt idx="993">
                  <c:v>2.1925925925925925E-2</c:v>
                </c:pt>
                <c:pt idx="994">
                  <c:v>2.2074074074074072E-2</c:v>
                </c:pt>
                <c:pt idx="995">
                  <c:v>2.2074074074074072E-2</c:v>
                </c:pt>
                <c:pt idx="996">
                  <c:v>2.2074074074074072E-2</c:v>
                </c:pt>
                <c:pt idx="997">
                  <c:v>2.2074074074074072E-2</c:v>
                </c:pt>
                <c:pt idx="998">
                  <c:v>2.2222222222222223E-2</c:v>
                </c:pt>
                <c:pt idx="999">
                  <c:v>2.2222222222222223E-2</c:v>
                </c:pt>
                <c:pt idx="1000">
                  <c:v>2.2222222222222223E-2</c:v>
                </c:pt>
                <c:pt idx="1001">
                  <c:v>2.2222222222222223E-2</c:v>
                </c:pt>
                <c:pt idx="1002">
                  <c:v>2.2222222222222223E-2</c:v>
                </c:pt>
                <c:pt idx="1003">
                  <c:v>2.2222222222222223E-2</c:v>
                </c:pt>
                <c:pt idx="1004">
                  <c:v>2.2222222222222223E-2</c:v>
                </c:pt>
                <c:pt idx="1005">
                  <c:v>2.2222222222222223E-2</c:v>
                </c:pt>
                <c:pt idx="1006">
                  <c:v>2.2222222222222223E-2</c:v>
                </c:pt>
                <c:pt idx="1007">
                  <c:v>2.2222222222222223E-2</c:v>
                </c:pt>
                <c:pt idx="1008">
                  <c:v>2.2222222222222223E-2</c:v>
                </c:pt>
                <c:pt idx="1009">
                  <c:v>2.237037037037037E-2</c:v>
                </c:pt>
                <c:pt idx="1010">
                  <c:v>2.237037037037037E-2</c:v>
                </c:pt>
                <c:pt idx="1011">
                  <c:v>2.237037037037037E-2</c:v>
                </c:pt>
                <c:pt idx="1012">
                  <c:v>2.237037037037037E-2</c:v>
                </c:pt>
                <c:pt idx="1013">
                  <c:v>2.237037037037037E-2</c:v>
                </c:pt>
                <c:pt idx="1014">
                  <c:v>2.2518518518518518E-2</c:v>
                </c:pt>
                <c:pt idx="1015">
                  <c:v>2.2518518518518518E-2</c:v>
                </c:pt>
                <c:pt idx="1016">
                  <c:v>2.2666666666666668E-2</c:v>
                </c:pt>
                <c:pt idx="1017">
                  <c:v>2.2814814814814816E-2</c:v>
                </c:pt>
                <c:pt idx="1018">
                  <c:v>2.2814814814814816E-2</c:v>
                </c:pt>
                <c:pt idx="1019">
                  <c:v>2.2814814814814816E-2</c:v>
                </c:pt>
                <c:pt idx="1020">
                  <c:v>2.2814814814814816E-2</c:v>
                </c:pt>
                <c:pt idx="1021">
                  <c:v>2.2814814814814816E-2</c:v>
                </c:pt>
                <c:pt idx="1022">
                  <c:v>2.2814814814814816E-2</c:v>
                </c:pt>
                <c:pt idx="1023">
                  <c:v>2.2814814814814816E-2</c:v>
                </c:pt>
                <c:pt idx="1024">
                  <c:v>2.2814814814814816E-2</c:v>
                </c:pt>
                <c:pt idx="1025">
                  <c:v>2.2814814814814816E-2</c:v>
                </c:pt>
                <c:pt idx="1026">
                  <c:v>2.2814814814814816E-2</c:v>
                </c:pt>
                <c:pt idx="1027">
                  <c:v>2.2814814814814816E-2</c:v>
                </c:pt>
                <c:pt idx="1028">
                  <c:v>2.2814814814814816E-2</c:v>
                </c:pt>
                <c:pt idx="1029">
                  <c:v>2.2814814814814816E-2</c:v>
                </c:pt>
                <c:pt idx="1030">
                  <c:v>2.2814814814814816E-2</c:v>
                </c:pt>
                <c:pt idx="1031">
                  <c:v>2.2814814814814816E-2</c:v>
                </c:pt>
                <c:pt idx="1032">
                  <c:v>2.2814814814814816E-2</c:v>
                </c:pt>
                <c:pt idx="1033">
                  <c:v>2.2814814814814816E-2</c:v>
                </c:pt>
                <c:pt idx="1034">
                  <c:v>2.2962962962962963E-2</c:v>
                </c:pt>
                <c:pt idx="1035">
                  <c:v>2.2962962962962963E-2</c:v>
                </c:pt>
                <c:pt idx="1036">
                  <c:v>2.2962962962962963E-2</c:v>
                </c:pt>
                <c:pt idx="1037">
                  <c:v>2.2962962962962963E-2</c:v>
                </c:pt>
                <c:pt idx="1038">
                  <c:v>2.2962962962962963E-2</c:v>
                </c:pt>
                <c:pt idx="1039">
                  <c:v>2.2962962962962963E-2</c:v>
                </c:pt>
                <c:pt idx="1040">
                  <c:v>2.2962962962962963E-2</c:v>
                </c:pt>
                <c:pt idx="1041">
                  <c:v>2.2962962962962963E-2</c:v>
                </c:pt>
                <c:pt idx="1042">
                  <c:v>2.311111111111111E-2</c:v>
                </c:pt>
                <c:pt idx="1043">
                  <c:v>2.311111111111111E-2</c:v>
                </c:pt>
                <c:pt idx="1044">
                  <c:v>2.3259259259259261E-2</c:v>
                </c:pt>
                <c:pt idx="1045">
                  <c:v>2.3259259259259261E-2</c:v>
                </c:pt>
                <c:pt idx="1046">
                  <c:v>2.3259259259259261E-2</c:v>
                </c:pt>
                <c:pt idx="1047">
                  <c:v>2.3259259259259261E-2</c:v>
                </c:pt>
                <c:pt idx="1048">
                  <c:v>2.3259259259259261E-2</c:v>
                </c:pt>
                <c:pt idx="1049">
                  <c:v>2.3259259259259261E-2</c:v>
                </c:pt>
                <c:pt idx="1050">
                  <c:v>2.3259259259259261E-2</c:v>
                </c:pt>
                <c:pt idx="1051">
                  <c:v>2.3259259259259261E-2</c:v>
                </c:pt>
                <c:pt idx="1052">
                  <c:v>2.3259259259259261E-2</c:v>
                </c:pt>
                <c:pt idx="1053">
                  <c:v>2.3259259259259261E-2</c:v>
                </c:pt>
                <c:pt idx="1054">
                  <c:v>2.3259259259259261E-2</c:v>
                </c:pt>
                <c:pt idx="1055">
                  <c:v>2.3407407407407408E-2</c:v>
                </c:pt>
                <c:pt idx="1056">
                  <c:v>2.3407407407407408E-2</c:v>
                </c:pt>
                <c:pt idx="1057">
                  <c:v>2.3407407407407408E-2</c:v>
                </c:pt>
                <c:pt idx="1058">
                  <c:v>2.3407407407407408E-2</c:v>
                </c:pt>
                <c:pt idx="1059">
                  <c:v>2.3407407407407408E-2</c:v>
                </c:pt>
                <c:pt idx="1060">
                  <c:v>2.3555555555555555E-2</c:v>
                </c:pt>
                <c:pt idx="1061">
                  <c:v>2.3555555555555555E-2</c:v>
                </c:pt>
                <c:pt idx="1062">
                  <c:v>2.3555555555555555E-2</c:v>
                </c:pt>
                <c:pt idx="1063">
                  <c:v>2.3555555555555555E-2</c:v>
                </c:pt>
                <c:pt idx="1064">
                  <c:v>2.3555555555555555E-2</c:v>
                </c:pt>
                <c:pt idx="1065">
                  <c:v>2.3555555555555555E-2</c:v>
                </c:pt>
                <c:pt idx="1066">
                  <c:v>2.3555555555555555E-2</c:v>
                </c:pt>
                <c:pt idx="1067">
                  <c:v>2.3703703703703703E-2</c:v>
                </c:pt>
                <c:pt idx="1068">
                  <c:v>2.3703703703703703E-2</c:v>
                </c:pt>
                <c:pt idx="1069">
                  <c:v>2.3703703703703703E-2</c:v>
                </c:pt>
                <c:pt idx="1070">
                  <c:v>2.3703703703703703E-2</c:v>
                </c:pt>
                <c:pt idx="1071">
                  <c:v>2.3703703703703703E-2</c:v>
                </c:pt>
                <c:pt idx="1072">
                  <c:v>2.3703703703703703E-2</c:v>
                </c:pt>
                <c:pt idx="1073">
                  <c:v>2.3703703703703703E-2</c:v>
                </c:pt>
                <c:pt idx="1074">
                  <c:v>2.3851851851851853E-2</c:v>
                </c:pt>
                <c:pt idx="1075">
                  <c:v>2.4E-2</c:v>
                </c:pt>
                <c:pt idx="1076">
                  <c:v>2.4E-2</c:v>
                </c:pt>
                <c:pt idx="1077">
                  <c:v>2.4148148148148148E-2</c:v>
                </c:pt>
                <c:pt idx="1078">
                  <c:v>2.4148148148148148E-2</c:v>
                </c:pt>
                <c:pt idx="1079">
                  <c:v>2.4148148148148148E-2</c:v>
                </c:pt>
                <c:pt idx="1080">
                  <c:v>2.4148148148148148E-2</c:v>
                </c:pt>
                <c:pt idx="1081">
                  <c:v>2.4148148148148148E-2</c:v>
                </c:pt>
                <c:pt idx="1082">
                  <c:v>2.4296296296296295E-2</c:v>
                </c:pt>
                <c:pt idx="1083">
                  <c:v>2.4296296296296295E-2</c:v>
                </c:pt>
                <c:pt idx="1084">
                  <c:v>2.4296296296296295E-2</c:v>
                </c:pt>
                <c:pt idx="1085">
                  <c:v>2.4296296296296295E-2</c:v>
                </c:pt>
                <c:pt idx="1086">
                  <c:v>2.4444444444444446E-2</c:v>
                </c:pt>
                <c:pt idx="1087">
                  <c:v>2.4444444444444446E-2</c:v>
                </c:pt>
                <c:pt idx="1088">
                  <c:v>2.4592592592592593E-2</c:v>
                </c:pt>
                <c:pt idx="1089">
                  <c:v>2.474074074074074E-2</c:v>
                </c:pt>
                <c:pt idx="1090">
                  <c:v>2.474074074074074E-2</c:v>
                </c:pt>
                <c:pt idx="1091">
                  <c:v>2.474074074074074E-2</c:v>
                </c:pt>
                <c:pt idx="1092">
                  <c:v>2.474074074074074E-2</c:v>
                </c:pt>
                <c:pt idx="1093">
                  <c:v>2.474074074074074E-2</c:v>
                </c:pt>
                <c:pt idx="1094">
                  <c:v>2.4888888888888887E-2</c:v>
                </c:pt>
                <c:pt idx="1095">
                  <c:v>2.5037037037037038E-2</c:v>
                </c:pt>
                <c:pt idx="1096">
                  <c:v>2.5185185185185185E-2</c:v>
                </c:pt>
                <c:pt idx="1097">
                  <c:v>2.5333333333333333E-2</c:v>
                </c:pt>
                <c:pt idx="1098">
                  <c:v>2.5333333333333333E-2</c:v>
                </c:pt>
                <c:pt idx="1099">
                  <c:v>2.5333333333333333E-2</c:v>
                </c:pt>
                <c:pt idx="1100">
                  <c:v>2.5333333333333333E-2</c:v>
                </c:pt>
                <c:pt idx="1101">
                  <c:v>2.5333333333333333E-2</c:v>
                </c:pt>
                <c:pt idx="1102">
                  <c:v>2.548148148148148E-2</c:v>
                </c:pt>
                <c:pt idx="1103">
                  <c:v>2.548148148148148E-2</c:v>
                </c:pt>
                <c:pt idx="1104">
                  <c:v>2.5629629629629631E-2</c:v>
                </c:pt>
                <c:pt idx="1105">
                  <c:v>2.5629629629629631E-2</c:v>
                </c:pt>
                <c:pt idx="1106">
                  <c:v>2.5629629629629631E-2</c:v>
                </c:pt>
                <c:pt idx="1107">
                  <c:v>2.5629629629629631E-2</c:v>
                </c:pt>
                <c:pt idx="1108">
                  <c:v>2.5629629629629631E-2</c:v>
                </c:pt>
                <c:pt idx="1109">
                  <c:v>2.5629629629629631E-2</c:v>
                </c:pt>
                <c:pt idx="1110">
                  <c:v>2.5629629629629631E-2</c:v>
                </c:pt>
                <c:pt idx="1111">
                  <c:v>2.5629629629629631E-2</c:v>
                </c:pt>
                <c:pt idx="1112">
                  <c:v>2.5629629629629631E-2</c:v>
                </c:pt>
                <c:pt idx="1113">
                  <c:v>2.5629629629629631E-2</c:v>
                </c:pt>
                <c:pt idx="1114">
                  <c:v>2.5629629629629631E-2</c:v>
                </c:pt>
                <c:pt idx="1115">
                  <c:v>2.5629629629629631E-2</c:v>
                </c:pt>
                <c:pt idx="1116">
                  <c:v>2.5629629629629631E-2</c:v>
                </c:pt>
                <c:pt idx="1117">
                  <c:v>2.5629629629629631E-2</c:v>
                </c:pt>
                <c:pt idx="1118">
                  <c:v>2.5629629629629631E-2</c:v>
                </c:pt>
                <c:pt idx="1119">
                  <c:v>2.5629629629629631E-2</c:v>
                </c:pt>
                <c:pt idx="1120">
                  <c:v>2.5629629629629631E-2</c:v>
                </c:pt>
                <c:pt idx="1121">
                  <c:v>2.5629629629629631E-2</c:v>
                </c:pt>
                <c:pt idx="1122">
                  <c:v>2.5777777777777778E-2</c:v>
                </c:pt>
                <c:pt idx="1123">
                  <c:v>2.5777777777777778E-2</c:v>
                </c:pt>
                <c:pt idx="1124">
                  <c:v>2.5777777777777778E-2</c:v>
                </c:pt>
                <c:pt idx="1125">
                  <c:v>2.5777777777777778E-2</c:v>
                </c:pt>
                <c:pt idx="1126">
                  <c:v>2.5777777777777778E-2</c:v>
                </c:pt>
                <c:pt idx="1127">
                  <c:v>2.5777777777777778E-2</c:v>
                </c:pt>
                <c:pt idx="1128">
                  <c:v>2.5777777777777778E-2</c:v>
                </c:pt>
                <c:pt idx="1129">
                  <c:v>2.5925925925925925E-2</c:v>
                </c:pt>
                <c:pt idx="1130">
                  <c:v>2.5925925925925925E-2</c:v>
                </c:pt>
                <c:pt idx="1131">
                  <c:v>2.5925925925925925E-2</c:v>
                </c:pt>
                <c:pt idx="1132">
                  <c:v>2.5925925925925925E-2</c:v>
                </c:pt>
                <c:pt idx="1133">
                  <c:v>2.5925925925925925E-2</c:v>
                </c:pt>
                <c:pt idx="1134">
                  <c:v>2.6074074074074072E-2</c:v>
                </c:pt>
                <c:pt idx="1135">
                  <c:v>2.6074074074074072E-2</c:v>
                </c:pt>
                <c:pt idx="1136">
                  <c:v>2.6074074074074072E-2</c:v>
                </c:pt>
                <c:pt idx="1137">
                  <c:v>2.6074074074074072E-2</c:v>
                </c:pt>
                <c:pt idx="1138">
                  <c:v>2.6222222222222223E-2</c:v>
                </c:pt>
                <c:pt idx="1139">
                  <c:v>2.637037037037037E-2</c:v>
                </c:pt>
                <c:pt idx="1140">
                  <c:v>2.637037037037037E-2</c:v>
                </c:pt>
                <c:pt idx="1141">
                  <c:v>2.637037037037037E-2</c:v>
                </c:pt>
                <c:pt idx="1142">
                  <c:v>2.637037037037037E-2</c:v>
                </c:pt>
                <c:pt idx="1143">
                  <c:v>2.637037037037037E-2</c:v>
                </c:pt>
                <c:pt idx="1144">
                  <c:v>2.637037037037037E-2</c:v>
                </c:pt>
                <c:pt idx="1145">
                  <c:v>2.637037037037037E-2</c:v>
                </c:pt>
                <c:pt idx="1146">
                  <c:v>2.637037037037037E-2</c:v>
                </c:pt>
                <c:pt idx="1147">
                  <c:v>2.637037037037037E-2</c:v>
                </c:pt>
                <c:pt idx="1148">
                  <c:v>2.637037037037037E-2</c:v>
                </c:pt>
                <c:pt idx="1149">
                  <c:v>2.637037037037037E-2</c:v>
                </c:pt>
                <c:pt idx="1150">
                  <c:v>2.637037037037037E-2</c:v>
                </c:pt>
                <c:pt idx="1151">
                  <c:v>2.637037037037037E-2</c:v>
                </c:pt>
                <c:pt idx="1152">
                  <c:v>2.637037037037037E-2</c:v>
                </c:pt>
                <c:pt idx="1153">
                  <c:v>2.637037037037037E-2</c:v>
                </c:pt>
                <c:pt idx="1154">
                  <c:v>2.6518518518518518E-2</c:v>
                </c:pt>
                <c:pt idx="1155">
                  <c:v>2.6666666666666668E-2</c:v>
                </c:pt>
                <c:pt idx="1156">
                  <c:v>2.6666666666666668E-2</c:v>
                </c:pt>
                <c:pt idx="1157">
                  <c:v>2.6666666666666668E-2</c:v>
                </c:pt>
                <c:pt idx="1158">
                  <c:v>2.6666666666666668E-2</c:v>
                </c:pt>
                <c:pt idx="1159">
                  <c:v>2.6666666666666668E-2</c:v>
                </c:pt>
                <c:pt idx="1160">
                  <c:v>2.6814814814814816E-2</c:v>
                </c:pt>
                <c:pt idx="1161">
                  <c:v>2.6814814814814816E-2</c:v>
                </c:pt>
                <c:pt idx="1162">
                  <c:v>2.6814814814814816E-2</c:v>
                </c:pt>
                <c:pt idx="1163">
                  <c:v>2.6814814814814816E-2</c:v>
                </c:pt>
                <c:pt idx="1164">
                  <c:v>2.6814814814814816E-2</c:v>
                </c:pt>
                <c:pt idx="1165">
                  <c:v>2.6814814814814816E-2</c:v>
                </c:pt>
                <c:pt idx="1166">
                  <c:v>2.6814814814814816E-2</c:v>
                </c:pt>
                <c:pt idx="1167">
                  <c:v>2.6814814814814816E-2</c:v>
                </c:pt>
                <c:pt idx="1168">
                  <c:v>2.6814814814814816E-2</c:v>
                </c:pt>
                <c:pt idx="1169">
                  <c:v>2.6814814814814816E-2</c:v>
                </c:pt>
                <c:pt idx="1170">
                  <c:v>2.6962962962962963E-2</c:v>
                </c:pt>
                <c:pt idx="1171">
                  <c:v>2.6962962962962963E-2</c:v>
                </c:pt>
                <c:pt idx="1172">
                  <c:v>2.6962962962962963E-2</c:v>
                </c:pt>
                <c:pt idx="1173">
                  <c:v>2.6962962962962963E-2</c:v>
                </c:pt>
                <c:pt idx="1174">
                  <c:v>2.6962962962962963E-2</c:v>
                </c:pt>
                <c:pt idx="1175">
                  <c:v>2.6962962962962963E-2</c:v>
                </c:pt>
                <c:pt idx="1176">
                  <c:v>2.6962962962962963E-2</c:v>
                </c:pt>
                <c:pt idx="1177">
                  <c:v>2.711111111111111E-2</c:v>
                </c:pt>
                <c:pt idx="1178">
                  <c:v>2.711111111111111E-2</c:v>
                </c:pt>
                <c:pt idx="1179">
                  <c:v>2.711111111111111E-2</c:v>
                </c:pt>
                <c:pt idx="1180">
                  <c:v>2.711111111111111E-2</c:v>
                </c:pt>
                <c:pt idx="1181">
                  <c:v>2.711111111111111E-2</c:v>
                </c:pt>
                <c:pt idx="1182">
                  <c:v>2.711111111111111E-2</c:v>
                </c:pt>
                <c:pt idx="1183">
                  <c:v>2.7259259259259261E-2</c:v>
                </c:pt>
                <c:pt idx="1184">
                  <c:v>2.7259259259259261E-2</c:v>
                </c:pt>
                <c:pt idx="1185">
                  <c:v>2.7407407407407408E-2</c:v>
                </c:pt>
                <c:pt idx="1186">
                  <c:v>2.7555555555555555E-2</c:v>
                </c:pt>
                <c:pt idx="1187">
                  <c:v>2.7555555555555555E-2</c:v>
                </c:pt>
                <c:pt idx="1188">
                  <c:v>2.7555555555555555E-2</c:v>
                </c:pt>
                <c:pt idx="1189">
                  <c:v>2.7555555555555555E-2</c:v>
                </c:pt>
                <c:pt idx="1190">
                  <c:v>2.7555555555555555E-2</c:v>
                </c:pt>
                <c:pt idx="1191">
                  <c:v>2.7555555555555555E-2</c:v>
                </c:pt>
                <c:pt idx="1192">
                  <c:v>2.7703703703703703E-2</c:v>
                </c:pt>
                <c:pt idx="1193">
                  <c:v>2.7703703703703703E-2</c:v>
                </c:pt>
                <c:pt idx="1194">
                  <c:v>2.7703703703703703E-2</c:v>
                </c:pt>
                <c:pt idx="1195">
                  <c:v>2.7703703703703703E-2</c:v>
                </c:pt>
                <c:pt idx="1196">
                  <c:v>2.7703703703703703E-2</c:v>
                </c:pt>
                <c:pt idx="1197">
                  <c:v>2.7703703703703703E-2</c:v>
                </c:pt>
                <c:pt idx="1198">
                  <c:v>2.7703703703703703E-2</c:v>
                </c:pt>
                <c:pt idx="1199">
                  <c:v>2.7703703703703703E-2</c:v>
                </c:pt>
                <c:pt idx="1200">
                  <c:v>2.7703703703703703E-2</c:v>
                </c:pt>
                <c:pt idx="1201">
                  <c:v>2.7703703703703703E-2</c:v>
                </c:pt>
                <c:pt idx="1202">
                  <c:v>2.7703703703703703E-2</c:v>
                </c:pt>
                <c:pt idx="1203">
                  <c:v>2.7851851851851853E-2</c:v>
                </c:pt>
                <c:pt idx="1204">
                  <c:v>2.7851851851851853E-2</c:v>
                </c:pt>
                <c:pt idx="1205">
                  <c:v>2.7851851851851853E-2</c:v>
                </c:pt>
                <c:pt idx="1206">
                  <c:v>2.8000000000000001E-2</c:v>
                </c:pt>
                <c:pt idx="1207">
                  <c:v>2.8000000000000001E-2</c:v>
                </c:pt>
                <c:pt idx="1208">
                  <c:v>2.8000000000000001E-2</c:v>
                </c:pt>
                <c:pt idx="1209">
                  <c:v>2.8148148148148148E-2</c:v>
                </c:pt>
                <c:pt idx="1210">
                  <c:v>2.8296296296296295E-2</c:v>
                </c:pt>
                <c:pt idx="1211">
                  <c:v>2.8296296296296295E-2</c:v>
                </c:pt>
                <c:pt idx="1212">
                  <c:v>2.8296296296296295E-2</c:v>
                </c:pt>
                <c:pt idx="1213">
                  <c:v>2.8296296296296295E-2</c:v>
                </c:pt>
                <c:pt idx="1214">
                  <c:v>2.8296296296296295E-2</c:v>
                </c:pt>
                <c:pt idx="1215">
                  <c:v>2.8444444444444446E-2</c:v>
                </c:pt>
                <c:pt idx="1216">
                  <c:v>2.8444444444444446E-2</c:v>
                </c:pt>
                <c:pt idx="1217">
                  <c:v>2.8444444444444446E-2</c:v>
                </c:pt>
                <c:pt idx="1218">
                  <c:v>2.8444444444444446E-2</c:v>
                </c:pt>
                <c:pt idx="1219">
                  <c:v>2.8592592592592593E-2</c:v>
                </c:pt>
                <c:pt idx="1220">
                  <c:v>2.8592592592592593E-2</c:v>
                </c:pt>
                <c:pt idx="1221">
                  <c:v>2.8592592592592593E-2</c:v>
                </c:pt>
                <c:pt idx="1222">
                  <c:v>2.8592592592592593E-2</c:v>
                </c:pt>
                <c:pt idx="1223">
                  <c:v>2.8592592592592593E-2</c:v>
                </c:pt>
                <c:pt idx="1224">
                  <c:v>2.8592592592592593E-2</c:v>
                </c:pt>
                <c:pt idx="1225">
                  <c:v>2.8592592592592593E-2</c:v>
                </c:pt>
                <c:pt idx="1226">
                  <c:v>2.8592592592592593E-2</c:v>
                </c:pt>
                <c:pt idx="1227">
                  <c:v>2.8592592592592593E-2</c:v>
                </c:pt>
                <c:pt idx="1228">
                  <c:v>2.8592592592592593E-2</c:v>
                </c:pt>
                <c:pt idx="1229">
                  <c:v>2.8592592592592593E-2</c:v>
                </c:pt>
                <c:pt idx="1230">
                  <c:v>2.874074074074074E-2</c:v>
                </c:pt>
                <c:pt idx="1231">
                  <c:v>2.874074074074074E-2</c:v>
                </c:pt>
                <c:pt idx="1232">
                  <c:v>2.874074074074074E-2</c:v>
                </c:pt>
                <c:pt idx="1233">
                  <c:v>2.874074074074074E-2</c:v>
                </c:pt>
                <c:pt idx="1234">
                  <c:v>2.874074074074074E-2</c:v>
                </c:pt>
                <c:pt idx="1235">
                  <c:v>2.874074074074074E-2</c:v>
                </c:pt>
                <c:pt idx="1236">
                  <c:v>2.874074074074074E-2</c:v>
                </c:pt>
                <c:pt idx="1237">
                  <c:v>2.874074074074074E-2</c:v>
                </c:pt>
                <c:pt idx="1238">
                  <c:v>2.8888888888888888E-2</c:v>
                </c:pt>
                <c:pt idx="1239">
                  <c:v>2.8888888888888888E-2</c:v>
                </c:pt>
                <c:pt idx="1240">
                  <c:v>2.8888888888888888E-2</c:v>
                </c:pt>
                <c:pt idx="1241">
                  <c:v>2.8888888888888888E-2</c:v>
                </c:pt>
                <c:pt idx="1242">
                  <c:v>2.8888888888888888E-2</c:v>
                </c:pt>
                <c:pt idx="1243">
                  <c:v>2.8888888888888888E-2</c:v>
                </c:pt>
                <c:pt idx="1244">
                  <c:v>2.8888888888888888E-2</c:v>
                </c:pt>
                <c:pt idx="1245">
                  <c:v>2.8888888888888888E-2</c:v>
                </c:pt>
                <c:pt idx="1246">
                  <c:v>2.9037037037037038E-2</c:v>
                </c:pt>
                <c:pt idx="1247">
                  <c:v>2.9185185185185186E-2</c:v>
                </c:pt>
                <c:pt idx="1248">
                  <c:v>2.9185185185185186E-2</c:v>
                </c:pt>
                <c:pt idx="1249">
                  <c:v>2.9185185185185186E-2</c:v>
                </c:pt>
                <c:pt idx="1250">
                  <c:v>2.9185185185185186E-2</c:v>
                </c:pt>
                <c:pt idx="1251">
                  <c:v>2.9333333333333333E-2</c:v>
                </c:pt>
                <c:pt idx="1252">
                  <c:v>2.9333333333333333E-2</c:v>
                </c:pt>
                <c:pt idx="1253">
                  <c:v>2.9333333333333333E-2</c:v>
                </c:pt>
                <c:pt idx="1254">
                  <c:v>2.9333333333333333E-2</c:v>
                </c:pt>
                <c:pt idx="1255">
                  <c:v>2.948148148148148E-2</c:v>
                </c:pt>
                <c:pt idx="1256">
                  <c:v>2.948148148148148E-2</c:v>
                </c:pt>
                <c:pt idx="1257">
                  <c:v>2.948148148148148E-2</c:v>
                </c:pt>
                <c:pt idx="1258">
                  <c:v>2.948148148148148E-2</c:v>
                </c:pt>
                <c:pt idx="1259">
                  <c:v>2.948148148148148E-2</c:v>
                </c:pt>
                <c:pt idx="1260">
                  <c:v>2.948148148148148E-2</c:v>
                </c:pt>
                <c:pt idx="1261">
                  <c:v>2.948148148148148E-2</c:v>
                </c:pt>
                <c:pt idx="1262">
                  <c:v>2.948148148148148E-2</c:v>
                </c:pt>
                <c:pt idx="1263">
                  <c:v>2.948148148148148E-2</c:v>
                </c:pt>
                <c:pt idx="1264">
                  <c:v>2.948148148148148E-2</c:v>
                </c:pt>
                <c:pt idx="1265">
                  <c:v>2.948148148148148E-2</c:v>
                </c:pt>
                <c:pt idx="1266">
                  <c:v>2.948148148148148E-2</c:v>
                </c:pt>
                <c:pt idx="1267">
                  <c:v>2.948148148148148E-2</c:v>
                </c:pt>
                <c:pt idx="1268">
                  <c:v>2.948148148148148E-2</c:v>
                </c:pt>
                <c:pt idx="1269">
                  <c:v>2.948148148148148E-2</c:v>
                </c:pt>
                <c:pt idx="1270">
                  <c:v>2.948148148148148E-2</c:v>
                </c:pt>
                <c:pt idx="1271">
                  <c:v>2.948148148148148E-2</c:v>
                </c:pt>
                <c:pt idx="1272">
                  <c:v>2.948148148148148E-2</c:v>
                </c:pt>
                <c:pt idx="1273">
                  <c:v>2.948148148148148E-2</c:v>
                </c:pt>
                <c:pt idx="1274">
                  <c:v>2.948148148148148E-2</c:v>
                </c:pt>
                <c:pt idx="1275">
                  <c:v>2.948148148148148E-2</c:v>
                </c:pt>
                <c:pt idx="1276">
                  <c:v>2.948148148148148E-2</c:v>
                </c:pt>
                <c:pt idx="1277">
                  <c:v>2.948148148148148E-2</c:v>
                </c:pt>
                <c:pt idx="1278">
                  <c:v>2.948148148148148E-2</c:v>
                </c:pt>
                <c:pt idx="1279">
                  <c:v>2.948148148148148E-2</c:v>
                </c:pt>
                <c:pt idx="1280">
                  <c:v>2.948148148148148E-2</c:v>
                </c:pt>
                <c:pt idx="1281">
                  <c:v>2.948148148148148E-2</c:v>
                </c:pt>
                <c:pt idx="1282">
                  <c:v>2.948148148148148E-2</c:v>
                </c:pt>
                <c:pt idx="1283">
                  <c:v>2.948148148148148E-2</c:v>
                </c:pt>
                <c:pt idx="1284">
                  <c:v>2.948148148148148E-2</c:v>
                </c:pt>
                <c:pt idx="1285">
                  <c:v>2.948148148148148E-2</c:v>
                </c:pt>
                <c:pt idx="1286">
                  <c:v>2.9629629629629631E-2</c:v>
                </c:pt>
                <c:pt idx="1287">
                  <c:v>2.9629629629629631E-2</c:v>
                </c:pt>
                <c:pt idx="1288">
                  <c:v>2.9629629629629631E-2</c:v>
                </c:pt>
                <c:pt idx="1289">
                  <c:v>2.9629629629629631E-2</c:v>
                </c:pt>
                <c:pt idx="1290">
                  <c:v>2.9629629629629631E-2</c:v>
                </c:pt>
                <c:pt idx="1291">
                  <c:v>2.9629629629629631E-2</c:v>
                </c:pt>
                <c:pt idx="1292">
                  <c:v>2.9629629629629631E-2</c:v>
                </c:pt>
                <c:pt idx="1293">
                  <c:v>2.9629629629629631E-2</c:v>
                </c:pt>
                <c:pt idx="1294">
                  <c:v>2.9777777777777778E-2</c:v>
                </c:pt>
                <c:pt idx="1295">
                  <c:v>2.9777777777777778E-2</c:v>
                </c:pt>
                <c:pt idx="1296">
                  <c:v>2.9777777777777778E-2</c:v>
                </c:pt>
                <c:pt idx="1297">
                  <c:v>2.9777777777777778E-2</c:v>
                </c:pt>
                <c:pt idx="1298">
                  <c:v>2.9925925925925925E-2</c:v>
                </c:pt>
                <c:pt idx="1299">
                  <c:v>2.9925925925925925E-2</c:v>
                </c:pt>
                <c:pt idx="1300">
                  <c:v>2.9925925925925925E-2</c:v>
                </c:pt>
                <c:pt idx="1301">
                  <c:v>2.9925925925925925E-2</c:v>
                </c:pt>
                <c:pt idx="1302">
                  <c:v>2.9925925925925925E-2</c:v>
                </c:pt>
                <c:pt idx="1303">
                  <c:v>2.9925925925925925E-2</c:v>
                </c:pt>
                <c:pt idx="1304">
                  <c:v>2.9925925925925925E-2</c:v>
                </c:pt>
                <c:pt idx="1305">
                  <c:v>2.9925925925925925E-2</c:v>
                </c:pt>
                <c:pt idx="1306">
                  <c:v>2.9925925925925925E-2</c:v>
                </c:pt>
                <c:pt idx="1307">
                  <c:v>2.9925925925925925E-2</c:v>
                </c:pt>
                <c:pt idx="1308">
                  <c:v>2.9925925925925925E-2</c:v>
                </c:pt>
                <c:pt idx="1309">
                  <c:v>2.9925925925925925E-2</c:v>
                </c:pt>
                <c:pt idx="1310">
                  <c:v>2.9925925925925925E-2</c:v>
                </c:pt>
                <c:pt idx="1311">
                  <c:v>2.9925925925925925E-2</c:v>
                </c:pt>
                <c:pt idx="1312">
                  <c:v>2.9925925925925925E-2</c:v>
                </c:pt>
                <c:pt idx="1313">
                  <c:v>2.9925925925925925E-2</c:v>
                </c:pt>
                <c:pt idx="1314">
                  <c:v>2.9925925925925925E-2</c:v>
                </c:pt>
                <c:pt idx="1315">
                  <c:v>2.9925925925925925E-2</c:v>
                </c:pt>
                <c:pt idx="1316">
                  <c:v>2.9925925925925925E-2</c:v>
                </c:pt>
                <c:pt idx="1317">
                  <c:v>2.9925925925925925E-2</c:v>
                </c:pt>
                <c:pt idx="1318">
                  <c:v>2.9925925925925925E-2</c:v>
                </c:pt>
                <c:pt idx="1319">
                  <c:v>2.9925925925925925E-2</c:v>
                </c:pt>
                <c:pt idx="1320">
                  <c:v>2.9925925925925925E-2</c:v>
                </c:pt>
                <c:pt idx="1321">
                  <c:v>2.9925925925925925E-2</c:v>
                </c:pt>
                <c:pt idx="1322">
                  <c:v>2.9925925925925925E-2</c:v>
                </c:pt>
                <c:pt idx="1323">
                  <c:v>2.9925925925925925E-2</c:v>
                </c:pt>
                <c:pt idx="1324">
                  <c:v>3.0074074074074073E-2</c:v>
                </c:pt>
                <c:pt idx="1325">
                  <c:v>3.0074074074074073E-2</c:v>
                </c:pt>
                <c:pt idx="1326">
                  <c:v>3.0074074074074073E-2</c:v>
                </c:pt>
                <c:pt idx="1327">
                  <c:v>3.0074074074074073E-2</c:v>
                </c:pt>
                <c:pt idx="1328">
                  <c:v>3.0074074074074073E-2</c:v>
                </c:pt>
                <c:pt idx="1329">
                  <c:v>3.0074074074074073E-2</c:v>
                </c:pt>
                <c:pt idx="1330">
                  <c:v>3.0074074074074073E-2</c:v>
                </c:pt>
                <c:pt idx="1331">
                  <c:v>3.0074074074074073E-2</c:v>
                </c:pt>
                <c:pt idx="1332">
                  <c:v>3.0074074074074073E-2</c:v>
                </c:pt>
                <c:pt idx="1333">
                  <c:v>3.0074074074074073E-2</c:v>
                </c:pt>
                <c:pt idx="1334">
                  <c:v>3.0222222222222223E-2</c:v>
                </c:pt>
                <c:pt idx="1335">
                  <c:v>3.0222222222222223E-2</c:v>
                </c:pt>
                <c:pt idx="1336">
                  <c:v>3.0222222222222223E-2</c:v>
                </c:pt>
                <c:pt idx="1337">
                  <c:v>3.0222222222222223E-2</c:v>
                </c:pt>
                <c:pt idx="1338">
                  <c:v>3.0222222222222223E-2</c:v>
                </c:pt>
                <c:pt idx="1339">
                  <c:v>3.0222222222222223E-2</c:v>
                </c:pt>
                <c:pt idx="1340">
                  <c:v>3.037037037037037E-2</c:v>
                </c:pt>
                <c:pt idx="1341">
                  <c:v>3.037037037037037E-2</c:v>
                </c:pt>
                <c:pt idx="1342">
                  <c:v>3.037037037037037E-2</c:v>
                </c:pt>
                <c:pt idx="1343">
                  <c:v>3.037037037037037E-2</c:v>
                </c:pt>
                <c:pt idx="1344">
                  <c:v>3.037037037037037E-2</c:v>
                </c:pt>
                <c:pt idx="1345">
                  <c:v>3.0518518518518518E-2</c:v>
                </c:pt>
                <c:pt idx="1346">
                  <c:v>3.0518518518518518E-2</c:v>
                </c:pt>
                <c:pt idx="1347">
                  <c:v>3.0518518518518518E-2</c:v>
                </c:pt>
                <c:pt idx="1348">
                  <c:v>3.0518518518518518E-2</c:v>
                </c:pt>
                <c:pt idx="1349">
                  <c:v>3.0518518518518518E-2</c:v>
                </c:pt>
                <c:pt idx="1350">
                  <c:v>3.0518518518518518E-2</c:v>
                </c:pt>
                <c:pt idx="1351">
                  <c:v>3.0518518518518518E-2</c:v>
                </c:pt>
                <c:pt idx="1352">
                  <c:v>3.0518518518518518E-2</c:v>
                </c:pt>
                <c:pt idx="1353">
                  <c:v>3.0518518518518518E-2</c:v>
                </c:pt>
                <c:pt idx="1354">
                  <c:v>3.0518518518518518E-2</c:v>
                </c:pt>
                <c:pt idx="1355">
                  <c:v>3.0518518518518518E-2</c:v>
                </c:pt>
                <c:pt idx="1356">
                  <c:v>3.0666666666666665E-2</c:v>
                </c:pt>
                <c:pt idx="1357">
                  <c:v>3.0666666666666665E-2</c:v>
                </c:pt>
                <c:pt idx="1358">
                  <c:v>3.0666666666666665E-2</c:v>
                </c:pt>
                <c:pt idx="1359">
                  <c:v>3.0666666666666665E-2</c:v>
                </c:pt>
                <c:pt idx="1360">
                  <c:v>3.0666666666666665E-2</c:v>
                </c:pt>
                <c:pt idx="1361">
                  <c:v>3.0666666666666665E-2</c:v>
                </c:pt>
                <c:pt idx="1362">
                  <c:v>3.0666666666666665E-2</c:v>
                </c:pt>
                <c:pt idx="1363">
                  <c:v>3.0666666666666665E-2</c:v>
                </c:pt>
                <c:pt idx="1364">
                  <c:v>3.0666666666666665E-2</c:v>
                </c:pt>
                <c:pt idx="1365">
                  <c:v>3.0666666666666665E-2</c:v>
                </c:pt>
                <c:pt idx="1366">
                  <c:v>3.0666666666666665E-2</c:v>
                </c:pt>
                <c:pt idx="1367">
                  <c:v>3.0666666666666665E-2</c:v>
                </c:pt>
                <c:pt idx="1368">
                  <c:v>3.0666666666666665E-2</c:v>
                </c:pt>
                <c:pt idx="1369">
                  <c:v>3.0666666666666665E-2</c:v>
                </c:pt>
                <c:pt idx="1370">
                  <c:v>3.0666666666666665E-2</c:v>
                </c:pt>
                <c:pt idx="1371">
                  <c:v>3.0814814814814816E-2</c:v>
                </c:pt>
                <c:pt idx="1372">
                  <c:v>3.0814814814814816E-2</c:v>
                </c:pt>
                <c:pt idx="1373">
                  <c:v>3.0962962962962963E-2</c:v>
                </c:pt>
                <c:pt idx="1374">
                  <c:v>3.111111111111111E-2</c:v>
                </c:pt>
                <c:pt idx="1375">
                  <c:v>3.1259259259259257E-2</c:v>
                </c:pt>
                <c:pt idx="1376">
                  <c:v>3.1259259259259257E-2</c:v>
                </c:pt>
                <c:pt idx="1377">
                  <c:v>3.1259259259259257E-2</c:v>
                </c:pt>
                <c:pt idx="1378">
                  <c:v>3.1259259259259257E-2</c:v>
                </c:pt>
                <c:pt idx="1379">
                  <c:v>3.1259259259259257E-2</c:v>
                </c:pt>
                <c:pt idx="1380">
                  <c:v>3.1259259259259257E-2</c:v>
                </c:pt>
                <c:pt idx="1381">
                  <c:v>3.1259259259259257E-2</c:v>
                </c:pt>
                <c:pt idx="1382">
                  <c:v>3.1259259259259257E-2</c:v>
                </c:pt>
                <c:pt idx="1383">
                  <c:v>3.1259259259259257E-2</c:v>
                </c:pt>
                <c:pt idx="1384">
                  <c:v>3.1259259259259257E-2</c:v>
                </c:pt>
                <c:pt idx="1385">
                  <c:v>3.1259259259259257E-2</c:v>
                </c:pt>
                <c:pt idx="1386">
                  <c:v>3.1259259259259257E-2</c:v>
                </c:pt>
                <c:pt idx="1387">
                  <c:v>3.1259259259259257E-2</c:v>
                </c:pt>
                <c:pt idx="1388">
                  <c:v>3.1259259259259257E-2</c:v>
                </c:pt>
                <c:pt idx="1389">
                  <c:v>3.1259259259259257E-2</c:v>
                </c:pt>
                <c:pt idx="1390">
                  <c:v>3.1407407407407405E-2</c:v>
                </c:pt>
                <c:pt idx="1391">
                  <c:v>3.1407407407407405E-2</c:v>
                </c:pt>
                <c:pt idx="1392">
                  <c:v>3.1407407407407405E-2</c:v>
                </c:pt>
                <c:pt idx="1393">
                  <c:v>3.1407407407407405E-2</c:v>
                </c:pt>
                <c:pt idx="1394">
                  <c:v>3.1407407407407405E-2</c:v>
                </c:pt>
                <c:pt idx="1395">
                  <c:v>3.1407407407407405E-2</c:v>
                </c:pt>
                <c:pt idx="1396">
                  <c:v>3.1555555555555559E-2</c:v>
                </c:pt>
                <c:pt idx="1397">
                  <c:v>3.1555555555555559E-2</c:v>
                </c:pt>
                <c:pt idx="1398">
                  <c:v>3.1555555555555559E-2</c:v>
                </c:pt>
                <c:pt idx="1399">
                  <c:v>3.1703703703703706E-2</c:v>
                </c:pt>
                <c:pt idx="1400">
                  <c:v>3.1703703703703706E-2</c:v>
                </c:pt>
                <c:pt idx="1401">
                  <c:v>3.1703703703703706E-2</c:v>
                </c:pt>
                <c:pt idx="1402">
                  <c:v>3.1851851851851853E-2</c:v>
                </c:pt>
                <c:pt idx="1403">
                  <c:v>3.1851851851851853E-2</c:v>
                </c:pt>
                <c:pt idx="1404">
                  <c:v>3.1851851851851853E-2</c:v>
                </c:pt>
                <c:pt idx="1405">
                  <c:v>3.1851851851851853E-2</c:v>
                </c:pt>
                <c:pt idx="1406">
                  <c:v>3.1851851851851853E-2</c:v>
                </c:pt>
                <c:pt idx="1407">
                  <c:v>3.2000000000000001E-2</c:v>
                </c:pt>
                <c:pt idx="1408">
                  <c:v>3.2000000000000001E-2</c:v>
                </c:pt>
                <c:pt idx="1409">
                  <c:v>3.2000000000000001E-2</c:v>
                </c:pt>
                <c:pt idx="1410">
                  <c:v>3.2148148148148148E-2</c:v>
                </c:pt>
                <c:pt idx="1411">
                  <c:v>3.2148148148148148E-2</c:v>
                </c:pt>
                <c:pt idx="1412">
                  <c:v>3.2296296296296295E-2</c:v>
                </c:pt>
                <c:pt idx="1413">
                  <c:v>3.2296296296296295E-2</c:v>
                </c:pt>
                <c:pt idx="1414">
                  <c:v>3.2296296296296295E-2</c:v>
                </c:pt>
                <c:pt idx="1415">
                  <c:v>3.2296296296296295E-2</c:v>
                </c:pt>
                <c:pt idx="1416">
                  <c:v>3.2296296296296295E-2</c:v>
                </c:pt>
                <c:pt idx="1417">
                  <c:v>3.2296296296296295E-2</c:v>
                </c:pt>
                <c:pt idx="1418">
                  <c:v>3.2296296296296295E-2</c:v>
                </c:pt>
                <c:pt idx="1419">
                  <c:v>3.2296296296296295E-2</c:v>
                </c:pt>
                <c:pt idx="1420">
                  <c:v>3.2296296296296295E-2</c:v>
                </c:pt>
                <c:pt idx="1421">
                  <c:v>3.2296296296296295E-2</c:v>
                </c:pt>
                <c:pt idx="1422">
                  <c:v>3.2444444444444442E-2</c:v>
                </c:pt>
                <c:pt idx="1423">
                  <c:v>3.2444444444444442E-2</c:v>
                </c:pt>
                <c:pt idx="1424">
                  <c:v>3.2444444444444442E-2</c:v>
                </c:pt>
                <c:pt idx="1425">
                  <c:v>3.259259259259259E-2</c:v>
                </c:pt>
                <c:pt idx="1426">
                  <c:v>3.259259259259259E-2</c:v>
                </c:pt>
                <c:pt idx="1427">
                  <c:v>3.259259259259259E-2</c:v>
                </c:pt>
                <c:pt idx="1428">
                  <c:v>3.259259259259259E-2</c:v>
                </c:pt>
                <c:pt idx="1429">
                  <c:v>3.259259259259259E-2</c:v>
                </c:pt>
                <c:pt idx="1430">
                  <c:v>3.259259259259259E-2</c:v>
                </c:pt>
                <c:pt idx="1431">
                  <c:v>3.259259259259259E-2</c:v>
                </c:pt>
                <c:pt idx="1432">
                  <c:v>3.259259259259259E-2</c:v>
                </c:pt>
                <c:pt idx="1433">
                  <c:v>3.259259259259259E-2</c:v>
                </c:pt>
                <c:pt idx="1434">
                  <c:v>3.259259259259259E-2</c:v>
                </c:pt>
                <c:pt idx="1435">
                  <c:v>3.259259259259259E-2</c:v>
                </c:pt>
                <c:pt idx="1436">
                  <c:v>3.259259259259259E-2</c:v>
                </c:pt>
                <c:pt idx="1437">
                  <c:v>3.259259259259259E-2</c:v>
                </c:pt>
                <c:pt idx="1438">
                  <c:v>3.2740740740740744E-2</c:v>
                </c:pt>
                <c:pt idx="1439">
                  <c:v>3.2740740740740744E-2</c:v>
                </c:pt>
                <c:pt idx="1440">
                  <c:v>3.2740740740740744E-2</c:v>
                </c:pt>
                <c:pt idx="1441">
                  <c:v>3.2740740740740744E-2</c:v>
                </c:pt>
                <c:pt idx="1442">
                  <c:v>3.2740740740740744E-2</c:v>
                </c:pt>
                <c:pt idx="1443">
                  <c:v>3.2740740740740744E-2</c:v>
                </c:pt>
                <c:pt idx="1444">
                  <c:v>3.2888888888888891E-2</c:v>
                </c:pt>
                <c:pt idx="1445">
                  <c:v>3.2888888888888891E-2</c:v>
                </c:pt>
                <c:pt idx="1446">
                  <c:v>3.2888888888888891E-2</c:v>
                </c:pt>
                <c:pt idx="1447">
                  <c:v>3.2888888888888891E-2</c:v>
                </c:pt>
                <c:pt idx="1448">
                  <c:v>3.2888888888888891E-2</c:v>
                </c:pt>
                <c:pt idx="1449">
                  <c:v>3.2888888888888891E-2</c:v>
                </c:pt>
                <c:pt idx="1450">
                  <c:v>3.2888888888888891E-2</c:v>
                </c:pt>
                <c:pt idx="1451">
                  <c:v>3.2888888888888891E-2</c:v>
                </c:pt>
                <c:pt idx="1452">
                  <c:v>3.2888888888888891E-2</c:v>
                </c:pt>
                <c:pt idx="1453">
                  <c:v>3.3037037037037038E-2</c:v>
                </c:pt>
                <c:pt idx="1454">
                  <c:v>3.3037037037037038E-2</c:v>
                </c:pt>
                <c:pt idx="1455">
                  <c:v>3.3037037037037038E-2</c:v>
                </c:pt>
                <c:pt idx="1456">
                  <c:v>3.3037037037037038E-2</c:v>
                </c:pt>
                <c:pt idx="1457">
                  <c:v>3.3037037037037038E-2</c:v>
                </c:pt>
                <c:pt idx="1458">
                  <c:v>3.3037037037037038E-2</c:v>
                </c:pt>
                <c:pt idx="1459">
                  <c:v>3.3037037037037038E-2</c:v>
                </c:pt>
                <c:pt idx="1460">
                  <c:v>3.3037037037037038E-2</c:v>
                </c:pt>
                <c:pt idx="1461">
                  <c:v>3.3037037037037038E-2</c:v>
                </c:pt>
                <c:pt idx="1462">
                  <c:v>3.3037037037037038E-2</c:v>
                </c:pt>
                <c:pt idx="1463">
                  <c:v>3.3037037037037038E-2</c:v>
                </c:pt>
                <c:pt idx="1464">
                  <c:v>3.3037037037037038E-2</c:v>
                </c:pt>
                <c:pt idx="1465">
                  <c:v>3.3185185185185186E-2</c:v>
                </c:pt>
                <c:pt idx="1466">
                  <c:v>3.3185185185185186E-2</c:v>
                </c:pt>
                <c:pt idx="1467">
                  <c:v>3.3185185185185186E-2</c:v>
                </c:pt>
                <c:pt idx="1468">
                  <c:v>3.3333333333333333E-2</c:v>
                </c:pt>
                <c:pt idx="1469">
                  <c:v>3.3333333333333333E-2</c:v>
                </c:pt>
                <c:pt idx="1470">
                  <c:v>3.3333333333333333E-2</c:v>
                </c:pt>
                <c:pt idx="1471">
                  <c:v>3.3333333333333333E-2</c:v>
                </c:pt>
                <c:pt idx="1472">
                  <c:v>3.3333333333333333E-2</c:v>
                </c:pt>
                <c:pt idx="1473">
                  <c:v>3.3333333333333333E-2</c:v>
                </c:pt>
                <c:pt idx="1474">
                  <c:v>3.3333333333333333E-2</c:v>
                </c:pt>
                <c:pt idx="1475">
                  <c:v>3.348148148148148E-2</c:v>
                </c:pt>
                <c:pt idx="1476">
                  <c:v>3.348148148148148E-2</c:v>
                </c:pt>
                <c:pt idx="1477">
                  <c:v>3.348148148148148E-2</c:v>
                </c:pt>
                <c:pt idx="1478">
                  <c:v>3.348148148148148E-2</c:v>
                </c:pt>
                <c:pt idx="1479">
                  <c:v>3.348148148148148E-2</c:v>
                </c:pt>
                <c:pt idx="1480">
                  <c:v>3.348148148148148E-2</c:v>
                </c:pt>
                <c:pt idx="1481">
                  <c:v>3.348148148148148E-2</c:v>
                </c:pt>
                <c:pt idx="1482">
                  <c:v>3.348148148148148E-2</c:v>
                </c:pt>
                <c:pt idx="1483">
                  <c:v>3.348148148148148E-2</c:v>
                </c:pt>
                <c:pt idx="1484">
                  <c:v>3.348148148148148E-2</c:v>
                </c:pt>
                <c:pt idx="1485">
                  <c:v>3.348148148148148E-2</c:v>
                </c:pt>
                <c:pt idx="1486">
                  <c:v>3.348148148148148E-2</c:v>
                </c:pt>
                <c:pt idx="1487">
                  <c:v>3.3629629629629627E-2</c:v>
                </c:pt>
                <c:pt idx="1488">
                  <c:v>3.3629629629629627E-2</c:v>
                </c:pt>
                <c:pt idx="1489">
                  <c:v>3.3629629629629627E-2</c:v>
                </c:pt>
                <c:pt idx="1490">
                  <c:v>3.3629629629629627E-2</c:v>
                </c:pt>
                <c:pt idx="1491">
                  <c:v>3.3629629629629627E-2</c:v>
                </c:pt>
                <c:pt idx="1492">
                  <c:v>3.3629629629629627E-2</c:v>
                </c:pt>
                <c:pt idx="1493">
                  <c:v>3.3629629629629627E-2</c:v>
                </c:pt>
                <c:pt idx="1494">
                  <c:v>3.3629629629629627E-2</c:v>
                </c:pt>
                <c:pt idx="1495">
                  <c:v>3.3629629629629627E-2</c:v>
                </c:pt>
                <c:pt idx="1496">
                  <c:v>3.3629629629629627E-2</c:v>
                </c:pt>
                <c:pt idx="1497">
                  <c:v>3.3629629629629627E-2</c:v>
                </c:pt>
                <c:pt idx="1498">
                  <c:v>3.3629629629629627E-2</c:v>
                </c:pt>
                <c:pt idx="1499">
                  <c:v>3.3777777777777775E-2</c:v>
                </c:pt>
                <c:pt idx="1500">
                  <c:v>3.3777777777777775E-2</c:v>
                </c:pt>
                <c:pt idx="1501">
                  <c:v>3.3925925925925929E-2</c:v>
                </c:pt>
                <c:pt idx="1502">
                  <c:v>3.3925925925925929E-2</c:v>
                </c:pt>
                <c:pt idx="1503">
                  <c:v>3.3925925925925929E-2</c:v>
                </c:pt>
                <c:pt idx="1504">
                  <c:v>3.3925925925925929E-2</c:v>
                </c:pt>
                <c:pt idx="1505">
                  <c:v>3.3925925925925929E-2</c:v>
                </c:pt>
                <c:pt idx="1506">
                  <c:v>3.3925925925925929E-2</c:v>
                </c:pt>
                <c:pt idx="1507">
                  <c:v>3.4074074074074076E-2</c:v>
                </c:pt>
                <c:pt idx="1508">
                  <c:v>3.4074074074074076E-2</c:v>
                </c:pt>
                <c:pt idx="1509">
                  <c:v>3.4074074074074076E-2</c:v>
                </c:pt>
                <c:pt idx="1510">
                  <c:v>3.4074074074074076E-2</c:v>
                </c:pt>
                <c:pt idx="1511">
                  <c:v>3.4222222222222223E-2</c:v>
                </c:pt>
                <c:pt idx="1512">
                  <c:v>3.4222222222222223E-2</c:v>
                </c:pt>
                <c:pt idx="1513">
                  <c:v>3.4222222222222223E-2</c:v>
                </c:pt>
                <c:pt idx="1514">
                  <c:v>3.4222222222222223E-2</c:v>
                </c:pt>
                <c:pt idx="1515">
                  <c:v>3.4222222222222223E-2</c:v>
                </c:pt>
                <c:pt idx="1516">
                  <c:v>3.4222222222222223E-2</c:v>
                </c:pt>
                <c:pt idx="1517">
                  <c:v>3.4370370370370371E-2</c:v>
                </c:pt>
                <c:pt idx="1518">
                  <c:v>3.4370370370370371E-2</c:v>
                </c:pt>
                <c:pt idx="1519">
                  <c:v>3.4518518518518518E-2</c:v>
                </c:pt>
                <c:pt idx="1520">
                  <c:v>3.4518518518518518E-2</c:v>
                </c:pt>
                <c:pt idx="1521">
                  <c:v>3.4518518518518518E-2</c:v>
                </c:pt>
                <c:pt idx="1522">
                  <c:v>3.4518518518518518E-2</c:v>
                </c:pt>
                <c:pt idx="1523">
                  <c:v>3.4666666666666665E-2</c:v>
                </c:pt>
                <c:pt idx="1524">
                  <c:v>3.4666666666666665E-2</c:v>
                </c:pt>
                <c:pt idx="1525">
                  <c:v>3.4666666666666665E-2</c:v>
                </c:pt>
                <c:pt idx="1526">
                  <c:v>3.4666666666666665E-2</c:v>
                </c:pt>
                <c:pt idx="1527">
                  <c:v>3.4666666666666665E-2</c:v>
                </c:pt>
                <c:pt idx="1528">
                  <c:v>3.4666666666666665E-2</c:v>
                </c:pt>
                <c:pt idx="1529">
                  <c:v>3.4666666666666665E-2</c:v>
                </c:pt>
                <c:pt idx="1530">
                  <c:v>3.4666666666666665E-2</c:v>
                </c:pt>
                <c:pt idx="1531">
                  <c:v>3.4814814814814812E-2</c:v>
                </c:pt>
                <c:pt idx="1532">
                  <c:v>3.496296296296296E-2</c:v>
                </c:pt>
                <c:pt idx="1533">
                  <c:v>3.496296296296296E-2</c:v>
                </c:pt>
                <c:pt idx="1534">
                  <c:v>3.496296296296296E-2</c:v>
                </c:pt>
                <c:pt idx="1535">
                  <c:v>3.5111111111111114E-2</c:v>
                </c:pt>
                <c:pt idx="1536">
                  <c:v>3.5111111111111114E-2</c:v>
                </c:pt>
                <c:pt idx="1537">
                  <c:v>3.5111111111111114E-2</c:v>
                </c:pt>
                <c:pt idx="1538">
                  <c:v>3.5259259259259261E-2</c:v>
                </c:pt>
                <c:pt idx="1539">
                  <c:v>3.5259259259259261E-2</c:v>
                </c:pt>
                <c:pt idx="1540">
                  <c:v>3.5259259259259261E-2</c:v>
                </c:pt>
                <c:pt idx="1541">
                  <c:v>3.5259259259259261E-2</c:v>
                </c:pt>
                <c:pt idx="1542">
                  <c:v>3.5259259259259261E-2</c:v>
                </c:pt>
                <c:pt idx="1543">
                  <c:v>3.5259259259259261E-2</c:v>
                </c:pt>
                <c:pt idx="1544">
                  <c:v>3.5259259259259261E-2</c:v>
                </c:pt>
                <c:pt idx="1545">
                  <c:v>3.5259259259259261E-2</c:v>
                </c:pt>
                <c:pt idx="1546">
                  <c:v>3.5259259259259261E-2</c:v>
                </c:pt>
                <c:pt idx="1547">
                  <c:v>3.5259259259259261E-2</c:v>
                </c:pt>
                <c:pt idx="1548">
                  <c:v>3.5259259259259261E-2</c:v>
                </c:pt>
                <c:pt idx="1549">
                  <c:v>3.5259259259259261E-2</c:v>
                </c:pt>
                <c:pt idx="1550">
                  <c:v>3.5259259259259261E-2</c:v>
                </c:pt>
                <c:pt idx="1551">
                  <c:v>3.5259259259259261E-2</c:v>
                </c:pt>
                <c:pt idx="1552">
                  <c:v>3.5259259259259261E-2</c:v>
                </c:pt>
                <c:pt idx="1553">
                  <c:v>3.5259259259259261E-2</c:v>
                </c:pt>
                <c:pt idx="1554">
                  <c:v>3.5259259259259261E-2</c:v>
                </c:pt>
                <c:pt idx="1555">
                  <c:v>3.5259259259259261E-2</c:v>
                </c:pt>
                <c:pt idx="1556">
                  <c:v>3.5259259259259261E-2</c:v>
                </c:pt>
                <c:pt idx="1557">
                  <c:v>3.5259259259259261E-2</c:v>
                </c:pt>
                <c:pt idx="1558">
                  <c:v>3.5259259259259261E-2</c:v>
                </c:pt>
                <c:pt idx="1559">
                  <c:v>3.5259259259259261E-2</c:v>
                </c:pt>
                <c:pt idx="1560">
                  <c:v>3.5259259259259261E-2</c:v>
                </c:pt>
                <c:pt idx="1561">
                  <c:v>3.5259259259259261E-2</c:v>
                </c:pt>
                <c:pt idx="1562">
                  <c:v>3.5407407407407408E-2</c:v>
                </c:pt>
                <c:pt idx="1563">
                  <c:v>3.5555555555555556E-2</c:v>
                </c:pt>
                <c:pt idx="1564">
                  <c:v>3.5555555555555556E-2</c:v>
                </c:pt>
                <c:pt idx="1565">
                  <c:v>3.5555555555555556E-2</c:v>
                </c:pt>
                <c:pt idx="1566">
                  <c:v>3.5555555555555556E-2</c:v>
                </c:pt>
                <c:pt idx="1567">
                  <c:v>3.5555555555555556E-2</c:v>
                </c:pt>
                <c:pt idx="1568">
                  <c:v>3.5703703703703703E-2</c:v>
                </c:pt>
                <c:pt idx="1569">
                  <c:v>3.5703703703703703E-2</c:v>
                </c:pt>
                <c:pt idx="1570">
                  <c:v>3.585185185185185E-2</c:v>
                </c:pt>
                <c:pt idx="1571">
                  <c:v>3.585185185185185E-2</c:v>
                </c:pt>
                <c:pt idx="1572">
                  <c:v>3.585185185185185E-2</c:v>
                </c:pt>
                <c:pt idx="1573">
                  <c:v>3.585185185185185E-2</c:v>
                </c:pt>
                <c:pt idx="1574">
                  <c:v>3.585185185185185E-2</c:v>
                </c:pt>
                <c:pt idx="1575">
                  <c:v>3.585185185185185E-2</c:v>
                </c:pt>
                <c:pt idx="1576">
                  <c:v>3.585185185185185E-2</c:v>
                </c:pt>
                <c:pt idx="1577">
                  <c:v>3.585185185185185E-2</c:v>
                </c:pt>
                <c:pt idx="1578">
                  <c:v>3.585185185185185E-2</c:v>
                </c:pt>
                <c:pt idx="1579">
                  <c:v>3.585185185185185E-2</c:v>
                </c:pt>
                <c:pt idx="1580">
                  <c:v>3.5999999999999997E-2</c:v>
                </c:pt>
                <c:pt idx="1581">
                  <c:v>3.5999999999999997E-2</c:v>
                </c:pt>
                <c:pt idx="1582">
                  <c:v>3.5999999999999997E-2</c:v>
                </c:pt>
                <c:pt idx="1583">
                  <c:v>3.5999999999999997E-2</c:v>
                </c:pt>
                <c:pt idx="1584">
                  <c:v>3.5999999999999997E-2</c:v>
                </c:pt>
                <c:pt idx="1585">
                  <c:v>3.5999999999999997E-2</c:v>
                </c:pt>
                <c:pt idx="1586">
                  <c:v>3.6148148148148151E-2</c:v>
                </c:pt>
                <c:pt idx="1587">
                  <c:v>3.6148148148148151E-2</c:v>
                </c:pt>
                <c:pt idx="1588">
                  <c:v>3.6296296296296299E-2</c:v>
                </c:pt>
                <c:pt idx="1589">
                  <c:v>3.6444444444444446E-2</c:v>
                </c:pt>
                <c:pt idx="1590">
                  <c:v>3.6444444444444446E-2</c:v>
                </c:pt>
                <c:pt idx="1591">
                  <c:v>3.6444444444444446E-2</c:v>
                </c:pt>
                <c:pt idx="1592">
                  <c:v>3.6444444444444446E-2</c:v>
                </c:pt>
                <c:pt idx="1593">
                  <c:v>3.6444444444444446E-2</c:v>
                </c:pt>
                <c:pt idx="1594">
                  <c:v>3.6444444444444446E-2</c:v>
                </c:pt>
                <c:pt idx="1595">
                  <c:v>3.6592592592592593E-2</c:v>
                </c:pt>
                <c:pt idx="1596">
                  <c:v>3.6592592592592593E-2</c:v>
                </c:pt>
                <c:pt idx="1597">
                  <c:v>3.6592592592592593E-2</c:v>
                </c:pt>
                <c:pt idx="1598">
                  <c:v>3.6592592592592593E-2</c:v>
                </c:pt>
                <c:pt idx="1599">
                  <c:v>3.674074074074074E-2</c:v>
                </c:pt>
                <c:pt idx="1600">
                  <c:v>3.674074074074074E-2</c:v>
                </c:pt>
                <c:pt idx="1601">
                  <c:v>3.674074074074074E-2</c:v>
                </c:pt>
                <c:pt idx="1602">
                  <c:v>3.674074074074074E-2</c:v>
                </c:pt>
                <c:pt idx="1603">
                  <c:v>3.674074074074074E-2</c:v>
                </c:pt>
                <c:pt idx="1604">
                  <c:v>3.6888888888888888E-2</c:v>
                </c:pt>
                <c:pt idx="1605">
                  <c:v>3.6888888888888888E-2</c:v>
                </c:pt>
                <c:pt idx="1606">
                  <c:v>3.6888888888888888E-2</c:v>
                </c:pt>
                <c:pt idx="1607">
                  <c:v>3.6888888888888888E-2</c:v>
                </c:pt>
                <c:pt idx="1608">
                  <c:v>3.6888888888888888E-2</c:v>
                </c:pt>
                <c:pt idx="1609">
                  <c:v>3.6888888888888888E-2</c:v>
                </c:pt>
                <c:pt idx="1610">
                  <c:v>3.6888888888888888E-2</c:v>
                </c:pt>
                <c:pt idx="1611">
                  <c:v>3.6888888888888888E-2</c:v>
                </c:pt>
                <c:pt idx="1612">
                  <c:v>3.6888888888888888E-2</c:v>
                </c:pt>
                <c:pt idx="1613">
                  <c:v>3.6888888888888888E-2</c:v>
                </c:pt>
                <c:pt idx="1614">
                  <c:v>3.6888888888888888E-2</c:v>
                </c:pt>
                <c:pt idx="1615">
                  <c:v>3.6888888888888888E-2</c:v>
                </c:pt>
                <c:pt idx="1616">
                  <c:v>3.6888888888888888E-2</c:v>
                </c:pt>
                <c:pt idx="1617">
                  <c:v>3.6888888888888888E-2</c:v>
                </c:pt>
                <c:pt idx="1618">
                  <c:v>3.6888888888888888E-2</c:v>
                </c:pt>
                <c:pt idx="1619">
                  <c:v>3.7037037037037035E-2</c:v>
                </c:pt>
                <c:pt idx="1620">
                  <c:v>3.7037037037037035E-2</c:v>
                </c:pt>
                <c:pt idx="1621">
                  <c:v>3.7037037037037035E-2</c:v>
                </c:pt>
                <c:pt idx="1622">
                  <c:v>3.7037037037037035E-2</c:v>
                </c:pt>
                <c:pt idx="1623">
                  <c:v>3.7037037037037035E-2</c:v>
                </c:pt>
                <c:pt idx="1624">
                  <c:v>3.7037037037037035E-2</c:v>
                </c:pt>
                <c:pt idx="1625">
                  <c:v>3.7037037037037035E-2</c:v>
                </c:pt>
                <c:pt idx="1626">
                  <c:v>3.7037037037037035E-2</c:v>
                </c:pt>
                <c:pt idx="1627">
                  <c:v>3.7037037037037035E-2</c:v>
                </c:pt>
                <c:pt idx="1628">
                  <c:v>3.7185185185185182E-2</c:v>
                </c:pt>
                <c:pt idx="1629">
                  <c:v>3.7185185185185182E-2</c:v>
                </c:pt>
                <c:pt idx="1630">
                  <c:v>3.7185185185185182E-2</c:v>
                </c:pt>
                <c:pt idx="1631">
                  <c:v>3.7185185185185182E-2</c:v>
                </c:pt>
                <c:pt idx="1632">
                  <c:v>3.7185185185185182E-2</c:v>
                </c:pt>
                <c:pt idx="1633">
                  <c:v>3.7185185185185182E-2</c:v>
                </c:pt>
                <c:pt idx="1634">
                  <c:v>3.7185185185185182E-2</c:v>
                </c:pt>
                <c:pt idx="1635">
                  <c:v>3.7185185185185182E-2</c:v>
                </c:pt>
                <c:pt idx="1636">
                  <c:v>3.7185185185185182E-2</c:v>
                </c:pt>
                <c:pt idx="1637">
                  <c:v>3.7185185185185182E-2</c:v>
                </c:pt>
                <c:pt idx="1638">
                  <c:v>3.7185185185185182E-2</c:v>
                </c:pt>
                <c:pt idx="1639">
                  <c:v>3.7185185185185182E-2</c:v>
                </c:pt>
                <c:pt idx="1640">
                  <c:v>3.7185185185185182E-2</c:v>
                </c:pt>
                <c:pt idx="1641">
                  <c:v>3.7185185185185182E-2</c:v>
                </c:pt>
                <c:pt idx="1642">
                  <c:v>3.7333333333333336E-2</c:v>
                </c:pt>
                <c:pt idx="1643">
                  <c:v>3.7481481481481484E-2</c:v>
                </c:pt>
                <c:pt idx="1644">
                  <c:v>3.7481481481481484E-2</c:v>
                </c:pt>
                <c:pt idx="1645">
                  <c:v>3.7629629629629631E-2</c:v>
                </c:pt>
                <c:pt idx="1646">
                  <c:v>3.7629629629629631E-2</c:v>
                </c:pt>
                <c:pt idx="1647">
                  <c:v>3.7629629629629631E-2</c:v>
                </c:pt>
                <c:pt idx="1648">
                  <c:v>3.7629629629629631E-2</c:v>
                </c:pt>
                <c:pt idx="1649">
                  <c:v>3.7629629629629631E-2</c:v>
                </c:pt>
                <c:pt idx="1650">
                  <c:v>3.7777777777777778E-2</c:v>
                </c:pt>
                <c:pt idx="1651">
                  <c:v>3.7777777777777778E-2</c:v>
                </c:pt>
                <c:pt idx="1652">
                  <c:v>3.7777777777777778E-2</c:v>
                </c:pt>
                <c:pt idx="1653">
                  <c:v>3.7777777777777778E-2</c:v>
                </c:pt>
                <c:pt idx="1654">
                  <c:v>3.7777777777777778E-2</c:v>
                </c:pt>
                <c:pt idx="1655">
                  <c:v>3.7777777777777778E-2</c:v>
                </c:pt>
                <c:pt idx="1656">
                  <c:v>3.7777777777777778E-2</c:v>
                </c:pt>
                <c:pt idx="1657">
                  <c:v>3.7777777777777778E-2</c:v>
                </c:pt>
                <c:pt idx="1658">
                  <c:v>3.7777777777777778E-2</c:v>
                </c:pt>
                <c:pt idx="1659">
                  <c:v>3.7777777777777778E-2</c:v>
                </c:pt>
                <c:pt idx="1660">
                  <c:v>3.7925925925925925E-2</c:v>
                </c:pt>
                <c:pt idx="1661">
                  <c:v>3.7925925925925925E-2</c:v>
                </c:pt>
                <c:pt idx="1662">
                  <c:v>3.7925925925925925E-2</c:v>
                </c:pt>
                <c:pt idx="1663">
                  <c:v>3.7925925925925925E-2</c:v>
                </c:pt>
                <c:pt idx="1664">
                  <c:v>3.7925925925925925E-2</c:v>
                </c:pt>
                <c:pt idx="1665">
                  <c:v>3.7925925925925925E-2</c:v>
                </c:pt>
                <c:pt idx="1666">
                  <c:v>3.7925925925925925E-2</c:v>
                </c:pt>
                <c:pt idx="1667">
                  <c:v>3.7925925925925925E-2</c:v>
                </c:pt>
                <c:pt idx="1668">
                  <c:v>3.8074074074074073E-2</c:v>
                </c:pt>
                <c:pt idx="1669">
                  <c:v>3.8074074074074073E-2</c:v>
                </c:pt>
                <c:pt idx="1670">
                  <c:v>3.8074074074074073E-2</c:v>
                </c:pt>
                <c:pt idx="1671">
                  <c:v>3.8074074074074073E-2</c:v>
                </c:pt>
                <c:pt idx="1672">
                  <c:v>3.8074074074074073E-2</c:v>
                </c:pt>
                <c:pt idx="1673">
                  <c:v>3.8074074074074073E-2</c:v>
                </c:pt>
                <c:pt idx="1674">
                  <c:v>3.8074074074074073E-2</c:v>
                </c:pt>
                <c:pt idx="1675">
                  <c:v>3.822222222222222E-2</c:v>
                </c:pt>
                <c:pt idx="1676">
                  <c:v>3.8370370370370367E-2</c:v>
                </c:pt>
                <c:pt idx="1677">
                  <c:v>3.8370370370370367E-2</c:v>
                </c:pt>
                <c:pt idx="1678">
                  <c:v>3.8518518518518521E-2</c:v>
                </c:pt>
                <c:pt idx="1679">
                  <c:v>3.8518518518518521E-2</c:v>
                </c:pt>
                <c:pt idx="1680">
                  <c:v>3.8518518518518521E-2</c:v>
                </c:pt>
                <c:pt idx="1681">
                  <c:v>3.8518518518518521E-2</c:v>
                </c:pt>
                <c:pt idx="1682">
                  <c:v>3.8518518518518521E-2</c:v>
                </c:pt>
                <c:pt idx="1683">
                  <c:v>3.8518518518518521E-2</c:v>
                </c:pt>
                <c:pt idx="1684">
                  <c:v>3.8518518518518521E-2</c:v>
                </c:pt>
                <c:pt idx="1685">
                  <c:v>3.8518518518518521E-2</c:v>
                </c:pt>
                <c:pt idx="1686">
                  <c:v>3.8518518518518521E-2</c:v>
                </c:pt>
                <c:pt idx="1687">
                  <c:v>3.8518518518518521E-2</c:v>
                </c:pt>
                <c:pt idx="1688">
                  <c:v>3.8518518518518521E-2</c:v>
                </c:pt>
                <c:pt idx="1689">
                  <c:v>3.8518518518518521E-2</c:v>
                </c:pt>
                <c:pt idx="1690">
                  <c:v>3.8666666666666669E-2</c:v>
                </c:pt>
                <c:pt idx="1691">
                  <c:v>3.8666666666666669E-2</c:v>
                </c:pt>
                <c:pt idx="1692">
                  <c:v>3.8666666666666669E-2</c:v>
                </c:pt>
                <c:pt idx="1693">
                  <c:v>3.8814814814814816E-2</c:v>
                </c:pt>
                <c:pt idx="1694">
                  <c:v>3.8814814814814816E-2</c:v>
                </c:pt>
                <c:pt idx="1695">
                  <c:v>3.8962962962962963E-2</c:v>
                </c:pt>
                <c:pt idx="1696">
                  <c:v>3.8962962962962963E-2</c:v>
                </c:pt>
                <c:pt idx="1697">
                  <c:v>3.8962962962962963E-2</c:v>
                </c:pt>
                <c:pt idx="1698">
                  <c:v>3.8962962962962963E-2</c:v>
                </c:pt>
                <c:pt idx="1699">
                  <c:v>3.911111111111111E-2</c:v>
                </c:pt>
                <c:pt idx="1700">
                  <c:v>3.911111111111111E-2</c:v>
                </c:pt>
                <c:pt idx="1701">
                  <c:v>3.911111111111111E-2</c:v>
                </c:pt>
                <c:pt idx="1702">
                  <c:v>3.911111111111111E-2</c:v>
                </c:pt>
                <c:pt idx="1703">
                  <c:v>3.911111111111111E-2</c:v>
                </c:pt>
                <c:pt idx="1704">
                  <c:v>3.9259259259259258E-2</c:v>
                </c:pt>
                <c:pt idx="1705">
                  <c:v>3.9259259259259258E-2</c:v>
                </c:pt>
                <c:pt idx="1706">
                  <c:v>3.9259259259259258E-2</c:v>
                </c:pt>
                <c:pt idx="1707">
                  <c:v>3.9259259259259258E-2</c:v>
                </c:pt>
                <c:pt idx="1708">
                  <c:v>3.9259259259259258E-2</c:v>
                </c:pt>
                <c:pt idx="1709">
                  <c:v>3.9259259259259258E-2</c:v>
                </c:pt>
                <c:pt idx="1710">
                  <c:v>3.9259259259259258E-2</c:v>
                </c:pt>
                <c:pt idx="1711">
                  <c:v>3.9259259259259258E-2</c:v>
                </c:pt>
                <c:pt idx="1712">
                  <c:v>3.9259259259259258E-2</c:v>
                </c:pt>
                <c:pt idx="1713">
                  <c:v>3.9259259259259258E-2</c:v>
                </c:pt>
                <c:pt idx="1714">
                  <c:v>3.9259259259259258E-2</c:v>
                </c:pt>
                <c:pt idx="1715">
                  <c:v>3.9259259259259258E-2</c:v>
                </c:pt>
                <c:pt idx="1716">
                  <c:v>3.9259259259259258E-2</c:v>
                </c:pt>
                <c:pt idx="1717">
                  <c:v>3.9259259259259258E-2</c:v>
                </c:pt>
                <c:pt idx="1718">
                  <c:v>3.9259259259259258E-2</c:v>
                </c:pt>
                <c:pt idx="1719">
                  <c:v>3.9259259259259258E-2</c:v>
                </c:pt>
                <c:pt idx="1720">
                  <c:v>3.9259259259259258E-2</c:v>
                </c:pt>
                <c:pt idx="1721">
                  <c:v>3.9259259259259258E-2</c:v>
                </c:pt>
                <c:pt idx="1722">
                  <c:v>3.9259259259259258E-2</c:v>
                </c:pt>
                <c:pt idx="1723">
                  <c:v>3.9259259259259258E-2</c:v>
                </c:pt>
                <c:pt idx="1724">
                  <c:v>3.9259259259259258E-2</c:v>
                </c:pt>
                <c:pt idx="1725">
                  <c:v>3.9259259259259258E-2</c:v>
                </c:pt>
                <c:pt idx="1726">
                  <c:v>3.9407407407407405E-2</c:v>
                </c:pt>
                <c:pt idx="1727">
                  <c:v>3.9407407407407405E-2</c:v>
                </c:pt>
                <c:pt idx="1728">
                  <c:v>3.9555555555555552E-2</c:v>
                </c:pt>
                <c:pt idx="1729">
                  <c:v>3.9703703703703706E-2</c:v>
                </c:pt>
                <c:pt idx="1730">
                  <c:v>3.9703703703703706E-2</c:v>
                </c:pt>
                <c:pt idx="1731">
                  <c:v>3.9851851851851854E-2</c:v>
                </c:pt>
                <c:pt idx="1732">
                  <c:v>3.9851851851851854E-2</c:v>
                </c:pt>
                <c:pt idx="1733">
                  <c:v>3.9851851851851854E-2</c:v>
                </c:pt>
                <c:pt idx="1734">
                  <c:v>3.9851851851851854E-2</c:v>
                </c:pt>
                <c:pt idx="1735">
                  <c:v>0.04</c:v>
                </c:pt>
                <c:pt idx="1736">
                  <c:v>0.04</c:v>
                </c:pt>
                <c:pt idx="1737">
                  <c:v>0.04</c:v>
                </c:pt>
                <c:pt idx="1738">
                  <c:v>0.04</c:v>
                </c:pt>
                <c:pt idx="1739">
                  <c:v>0.04</c:v>
                </c:pt>
                <c:pt idx="1740">
                  <c:v>0.04</c:v>
                </c:pt>
                <c:pt idx="1741">
                  <c:v>0.04</c:v>
                </c:pt>
                <c:pt idx="1742">
                  <c:v>0.04</c:v>
                </c:pt>
                <c:pt idx="1743">
                  <c:v>0.04</c:v>
                </c:pt>
                <c:pt idx="1744">
                  <c:v>0.04</c:v>
                </c:pt>
                <c:pt idx="1745">
                  <c:v>0.04</c:v>
                </c:pt>
                <c:pt idx="1746">
                  <c:v>0.04</c:v>
                </c:pt>
                <c:pt idx="1747">
                  <c:v>4.0148148148148148E-2</c:v>
                </c:pt>
                <c:pt idx="1748">
                  <c:v>4.0148148148148148E-2</c:v>
                </c:pt>
                <c:pt idx="1749">
                  <c:v>4.0148148148148148E-2</c:v>
                </c:pt>
                <c:pt idx="1750">
                  <c:v>4.0148148148148148E-2</c:v>
                </c:pt>
                <c:pt idx="1751">
                  <c:v>4.0148148148148148E-2</c:v>
                </c:pt>
                <c:pt idx="1752">
                  <c:v>4.0148148148148148E-2</c:v>
                </c:pt>
                <c:pt idx="1753">
                  <c:v>4.0148148148148148E-2</c:v>
                </c:pt>
                <c:pt idx="1754">
                  <c:v>4.0148148148148148E-2</c:v>
                </c:pt>
                <c:pt idx="1755">
                  <c:v>4.0148148148148148E-2</c:v>
                </c:pt>
                <c:pt idx="1756">
                  <c:v>4.0148148148148148E-2</c:v>
                </c:pt>
                <c:pt idx="1757">
                  <c:v>4.0148148148148148E-2</c:v>
                </c:pt>
                <c:pt idx="1758">
                  <c:v>4.0148148148148148E-2</c:v>
                </c:pt>
                <c:pt idx="1759">
                  <c:v>4.0148148148148148E-2</c:v>
                </c:pt>
                <c:pt idx="1760">
                  <c:v>4.0296296296296295E-2</c:v>
                </c:pt>
                <c:pt idx="1761">
                  <c:v>4.0296296296296295E-2</c:v>
                </c:pt>
                <c:pt idx="1762">
                  <c:v>4.0296296296296295E-2</c:v>
                </c:pt>
                <c:pt idx="1763">
                  <c:v>4.0296296296296295E-2</c:v>
                </c:pt>
                <c:pt idx="1764">
                  <c:v>4.0444444444444443E-2</c:v>
                </c:pt>
                <c:pt idx="1765">
                  <c:v>4.0444444444444443E-2</c:v>
                </c:pt>
                <c:pt idx="1766">
                  <c:v>4.059259259259259E-2</c:v>
                </c:pt>
                <c:pt idx="1767">
                  <c:v>4.0740740740740744E-2</c:v>
                </c:pt>
                <c:pt idx="1768">
                  <c:v>4.0740740740740744E-2</c:v>
                </c:pt>
                <c:pt idx="1769">
                  <c:v>4.0740740740740744E-2</c:v>
                </c:pt>
                <c:pt idx="1770">
                  <c:v>4.0740740740740744E-2</c:v>
                </c:pt>
                <c:pt idx="1771">
                  <c:v>4.0740740740740744E-2</c:v>
                </c:pt>
                <c:pt idx="1772">
                  <c:v>4.0740740740740744E-2</c:v>
                </c:pt>
                <c:pt idx="1773">
                  <c:v>4.0740740740740744E-2</c:v>
                </c:pt>
                <c:pt idx="1774">
                  <c:v>4.0740740740740744E-2</c:v>
                </c:pt>
                <c:pt idx="1775">
                  <c:v>4.0740740740740744E-2</c:v>
                </c:pt>
                <c:pt idx="1776">
                  <c:v>4.0740740740740744E-2</c:v>
                </c:pt>
                <c:pt idx="1777">
                  <c:v>4.0740740740740744E-2</c:v>
                </c:pt>
                <c:pt idx="1778">
                  <c:v>4.0740740740740744E-2</c:v>
                </c:pt>
                <c:pt idx="1779">
                  <c:v>4.0740740740740744E-2</c:v>
                </c:pt>
                <c:pt idx="1780">
                  <c:v>4.0740740740740744E-2</c:v>
                </c:pt>
                <c:pt idx="1781">
                  <c:v>4.0888888888888891E-2</c:v>
                </c:pt>
                <c:pt idx="1782">
                  <c:v>4.1037037037037039E-2</c:v>
                </c:pt>
                <c:pt idx="1783">
                  <c:v>4.1037037037037039E-2</c:v>
                </c:pt>
                <c:pt idx="1784">
                  <c:v>4.1185185185185186E-2</c:v>
                </c:pt>
                <c:pt idx="1785">
                  <c:v>4.1333333333333333E-2</c:v>
                </c:pt>
                <c:pt idx="1786">
                  <c:v>4.1333333333333333E-2</c:v>
                </c:pt>
                <c:pt idx="1787">
                  <c:v>4.1333333333333333E-2</c:v>
                </c:pt>
                <c:pt idx="1788">
                  <c:v>4.1333333333333333E-2</c:v>
                </c:pt>
                <c:pt idx="1789">
                  <c:v>4.1333333333333333E-2</c:v>
                </c:pt>
                <c:pt idx="1790">
                  <c:v>4.1333333333333333E-2</c:v>
                </c:pt>
                <c:pt idx="1791">
                  <c:v>4.1333333333333333E-2</c:v>
                </c:pt>
                <c:pt idx="1792">
                  <c:v>4.1333333333333333E-2</c:v>
                </c:pt>
                <c:pt idx="1793">
                  <c:v>4.1333333333333333E-2</c:v>
                </c:pt>
                <c:pt idx="1794">
                  <c:v>4.1333333333333333E-2</c:v>
                </c:pt>
                <c:pt idx="1795">
                  <c:v>4.148148148148148E-2</c:v>
                </c:pt>
                <c:pt idx="1796">
                  <c:v>4.148148148148148E-2</c:v>
                </c:pt>
                <c:pt idx="1797">
                  <c:v>4.148148148148148E-2</c:v>
                </c:pt>
                <c:pt idx="1798">
                  <c:v>4.148148148148148E-2</c:v>
                </c:pt>
                <c:pt idx="1799">
                  <c:v>4.148148148148148E-2</c:v>
                </c:pt>
                <c:pt idx="1800">
                  <c:v>4.148148148148148E-2</c:v>
                </c:pt>
                <c:pt idx="1801">
                  <c:v>4.148148148148148E-2</c:v>
                </c:pt>
                <c:pt idx="1802">
                  <c:v>4.148148148148148E-2</c:v>
                </c:pt>
                <c:pt idx="1803">
                  <c:v>4.1629629629629628E-2</c:v>
                </c:pt>
                <c:pt idx="1804">
                  <c:v>4.1629629629629628E-2</c:v>
                </c:pt>
                <c:pt idx="1805">
                  <c:v>4.1777777777777775E-2</c:v>
                </c:pt>
                <c:pt idx="1806">
                  <c:v>4.1777777777777775E-2</c:v>
                </c:pt>
                <c:pt idx="1807">
                  <c:v>4.1777777777777775E-2</c:v>
                </c:pt>
                <c:pt idx="1808">
                  <c:v>4.1777777777777775E-2</c:v>
                </c:pt>
                <c:pt idx="1809">
                  <c:v>4.1925925925925929E-2</c:v>
                </c:pt>
                <c:pt idx="1810">
                  <c:v>4.1925925925925929E-2</c:v>
                </c:pt>
                <c:pt idx="1811">
                  <c:v>4.1925925925925929E-2</c:v>
                </c:pt>
                <c:pt idx="1812">
                  <c:v>4.1925925925925929E-2</c:v>
                </c:pt>
                <c:pt idx="1813">
                  <c:v>4.1925925925925929E-2</c:v>
                </c:pt>
                <c:pt idx="1814">
                  <c:v>4.2074074074074076E-2</c:v>
                </c:pt>
                <c:pt idx="1815">
                  <c:v>4.2074074074074076E-2</c:v>
                </c:pt>
                <c:pt idx="1816">
                  <c:v>4.2074074074074076E-2</c:v>
                </c:pt>
                <c:pt idx="1817">
                  <c:v>4.2074074074074076E-2</c:v>
                </c:pt>
                <c:pt idx="1818">
                  <c:v>4.2074074074074076E-2</c:v>
                </c:pt>
                <c:pt idx="1819">
                  <c:v>4.2074074074074076E-2</c:v>
                </c:pt>
                <c:pt idx="1820">
                  <c:v>4.2074074074074076E-2</c:v>
                </c:pt>
                <c:pt idx="1821">
                  <c:v>4.2074074074074076E-2</c:v>
                </c:pt>
                <c:pt idx="1822">
                  <c:v>4.2074074074074076E-2</c:v>
                </c:pt>
                <c:pt idx="1823">
                  <c:v>4.2074074074074076E-2</c:v>
                </c:pt>
                <c:pt idx="1824">
                  <c:v>4.2074074074074076E-2</c:v>
                </c:pt>
                <c:pt idx="1825">
                  <c:v>4.2074074074074076E-2</c:v>
                </c:pt>
                <c:pt idx="1826">
                  <c:v>4.2074074074074076E-2</c:v>
                </c:pt>
                <c:pt idx="1827">
                  <c:v>4.2074074074074076E-2</c:v>
                </c:pt>
                <c:pt idx="1828">
                  <c:v>4.2074074074074076E-2</c:v>
                </c:pt>
                <c:pt idx="1829">
                  <c:v>4.2074074074074076E-2</c:v>
                </c:pt>
                <c:pt idx="1830">
                  <c:v>4.2074074074074076E-2</c:v>
                </c:pt>
                <c:pt idx="1831">
                  <c:v>4.2074074074074076E-2</c:v>
                </c:pt>
                <c:pt idx="1832">
                  <c:v>4.2074074074074076E-2</c:v>
                </c:pt>
                <c:pt idx="1833">
                  <c:v>4.2074074074074076E-2</c:v>
                </c:pt>
                <c:pt idx="1834">
                  <c:v>4.2074074074074076E-2</c:v>
                </c:pt>
                <c:pt idx="1835">
                  <c:v>4.2074074074074076E-2</c:v>
                </c:pt>
                <c:pt idx="1836">
                  <c:v>4.2074074074074076E-2</c:v>
                </c:pt>
                <c:pt idx="1837">
                  <c:v>4.2074074074074076E-2</c:v>
                </c:pt>
                <c:pt idx="1838">
                  <c:v>4.2074074074074076E-2</c:v>
                </c:pt>
                <c:pt idx="1839">
                  <c:v>4.2074074074074076E-2</c:v>
                </c:pt>
                <c:pt idx="1840">
                  <c:v>4.2074074074074076E-2</c:v>
                </c:pt>
                <c:pt idx="1841">
                  <c:v>4.2074074074074076E-2</c:v>
                </c:pt>
                <c:pt idx="1842">
                  <c:v>4.2074074074074076E-2</c:v>
                </c:pt>
                <c:pt idx="1843">
                  <c:v>4.2074074074074076E-2</c:v>
                </c:pt>
                <c:pt idx="1844">
                  <c:v>4.2074074074074076E-2</c:v>
                </c:pt>
                <c:pt idx="1845">
                  <c:v>4.2074074074074076E-2</c:v>
                </c:pt>
                <c:pt idx="1846">
                  <c:v>4.2074074074074076E-2</c:v>
                </c:pt>
                <c:pt idx="1847">
                  <c:v>4.2074074074074076E-2</c:v>
                </c:pt>
                <c:pt idx="1848">
                  <c:v>4.2222222222222223E-2</c:v>
                </c:pt>
                <c:pt idx="1849">
                  <c:v>4.2222222222222223E-2</c:v>
                </c:pt>
                <c:pt idx="1850">
                  <c:v>4.2222222222222223E-2</c:v>
                </c:pt>
                <c:pt idx="1851">
                  <c:v>4.2222222222222223E-2</c:v>
                </c:pt>
                <c:pt idx="1852">
                  <c:v>4.2370370370370371E-2</c:v>
                </c:pt>
                <c:pt idx="1853">
                  <c:v>4.2370370370370371E-2</c:v>
                </c:pt>
                <c:pt idx="1854">
                  <c:v>4.2370370370370371E-2</c:v>
                </c:pt>
                <c:pt idx="1855">
                  <c:v>4.2518518518518518E-2</c:v>
                </c:pt>
                <c:pt idx="1856">
                  <c:v>4.2518518518518518E-2</c:v>
                </c:pt>
                <c:pt idx="1857">
                  <c:v>4.2518518518518518E-2</c:v>
                </c:pt>
                <c:pt idx="1858">
                  <c:v>4.2666666666666665E-2</c:v>
                </c:pt>
                <c:pt idx="1859">
                  <c:v>4.2814814814814812E-2</c:v>
                </c:pt>
                <c:pt idx="1860">
                  <c:v>4.2814814814814812E-2</c:v>
                </c:pt>
                <c:pt idx="1861">
                  <c:v>4.296296296296296E-2</c:v>
                </c:pt>
                <c:pt idx="1862">
                  <c:v>4.296296296296296E-2</c:v>
                </c:pt>
                <c:pt idx="1863">
                  <c:v>4.296296296296296E-2</c:v>
                </c:pt>
                <c:pt idx="1864">
                  <c:v>4.296296296296296E-2</c:v>
                </c:pt>
                <c:pt idx="1865">
                  <c:v>4.3111111111111114E-2</c:v>
                </c:pt>
                <c:pt idx="1866">
                  <c:v>4.3111111111111114E-2</c:v>
                </c:pt>
                <c:pt idx="1867">
                  <c:v>4.3259259259259261E-2</c:v>
                </c:pt>
                <c:pt idx="1868">
                  <c:v>4.3407407407407408E-2</c:v>
                </c:pt>
                <c:pt idx="1869">
                  <c:v>4.3407407407407408E-2</c:v>
                </c:pt>
                <c:pt idx="1870">
                  <c:v>4.3407407407407408E-2</c:v>
                </c:pt>
                <c:pt idx="1871">
                  <c:v>4.3407407407407408E-2</c:v>
                </c:pt>
                <c:pt idx="1872">
                  <c:v>4.3407407407407408E-2</c:v>
                </c:pt>
                <c:pt idx="1873">
                  <c:v>4.3407407407407408E-2</c:v>
                </c:pt>
                <c:pt idx="1874">
                  <c:v>4.3407407407407408E-2</c:v>
                </c:pt>
                <c:pt idx="1875">
                  <c:v>4.3555555555555556E-2</c:v>
                </c:pt>
                <c:pt idx="1876">
                  <c:v>4.3555555555555556E-2</c:v>
                </c:pt>
                <c:pt idx="1877">
                  <c:v>4.3555555555555556E-2</c:v>
                </c:pt>
                <c:pt idx="1878">
                  <c:v>4.3555555555555556E-2</c:v>
                </c:pt>
                <c:pt idx="1879">
                  <c:v>4.3555555555555556E-2</c:v>
                </c:pt>
                <c:pt idx="1880">
                  <c:v>4.3555555555555556E-2</c:v>
                </c:pt>
                <c:pt idx="1881">
                  <c:v>4.3555555555555556E-2</c:v>
                </c:pt>
                <c:pt idx="1882">
                  <c:v>4.3555555555555556E-2</c:v>
                </c:pt>
                <c:pt idx="1883">
                  <c:v>4.3703703703703703E-2</c:v>
                </c:pt>
                <c:pt idx="1884">
                  <c:v>4.385185185185185E-2</c:v>
                </c:pt>
                <c:pt idx="1885">
                  <c:v>4.385185185185185E-2</c:v>
                </c:pt>
                <c:pt idx="1886">
                  <c:v>4.3999999999999997E-2</c:v>
                </c:pt>
                <c:pt idx="1887">
                  <c:v>4.3999999999999997E-2</c:v>
                </c:pt>
                <c:pt idx="1888">
                  <c:v>4.3999999999999997E-2</c:v>
                </c:pt>
                <c:pt idx="1889">
                  <c:v>4.3999999999999997E-2</c:v>
                </c:pt>
                <c:pt idx="1890">
                  <c:v>4.3999999999999997E-2</c:v>
                </c:pt>
                <c:pt idx="1891">
                  <c:v>4.3999999999999997E-2</c:v>
                </c:pt>
                <c:pt idx="1892">
                  <c:v>4.3999999999999997E-2</c:v>
                </c:pt>
                <c:pt idx="1893">
                  <c:v>4.3999999999999997E-2</c:v>
                </c:pt>
                <c:pt idx="1894">
                  <c:v>4.3999999999999997E-2</c:v>
                </c:pt>
                <c:pt idx="1895">
                  <c:v>4.3999999999999997E-2</c:v>
                </c:pt>
                <c:pt idx="1896">
                  <c:v>4.4148148148148145E-2</c:v>
                </c:pt>
                <c:pt idx="1897">
                  <c:v>4.4148148148148145E-2</c:v>
                </c:pt>
                <c:pt idx="1898">
                  <c:v>4.4148148148148145E-2</c:v>
                </c:pt>
                <c:pt idx="1899">
                  <c:v>4.4148148148148145E-2</c:v>
                </c:pt>
                <c:pt idx="1900">
                  <c:v>4.4148148148148145E-2</c:v>
                </c:pt>
                <c:pt idx="1901">
                  <c:v>4.4296296296296299E-2</c:v>
                </c:pt>
                <c:pt idx="1902">
                  <c:v>4.4296296296296299E-2</c:v>
                </c:pt>
                <c:pt idx="1903">
                  <c:v>4.4296296296296299E-2</c:v>
                </c:pt>
                <c:pt idx="1904">
                  <c:v>4.4296296296296299E-2</c:v>
                </c:pt>
                <c:pt idx="1905">
                  <c:v>4.4296296296296299E-2</c:v>
                </c:pt>
                <c:pt idx="1906">
                  <c:v>4.4296296296296299E-2</c:v>
                </c:pt>
                <c:pt idx="1907">
                  <c:v>4.4296296296296299E-2</c:v>
                </c:pt>
                <c:pt idx="1908">
                  <c:v>4.4296296296296299E-2</c:v>
                </c:pt>
                <c:pt idx="1909">
                  <c:v>4.4296296296296299E-2</c:v>
                </c:pt>
                <c:pt idx="1910">
                  <c:v>4.4296296296296299E-2</c:v>
                </c:pt>
                <c:pt idx="1911">
                  <c:v>4.4296296296296299E-2</c:v>
                </c:pt>
                <c:pt idx="1912">
                  <c:v>4.4444444444444446E-2</c:v>
                </c:pt>
                <c:pt idx="1913">
                  <c:v>4.4592592592592593E-2</c:v>
                </c:pt>
                <c:pt idx="1914">
                  <c:v>4.4592592592592593E-2</c:v>
                </c:pt>
                <c:pt idx="1915">
                  <c:v>4.4592592592592593E-2</c:v>
                </c:pt>
                <c:pt idx="1916">
                  <c:v>4.4592592592592593E-2</c:v>
                </c:pt>
                <c:pt idx="1917">
                  <c:v>4.4592592592592593E-2</c:v>
                </c:pt>
                <c:pt idx="1918">
                  <c:v>4.4592592592592593E-2</c:v>
                </c:pt>
                <c:pt idx="1919">
                  <c:v>4.4592592592592593E-2</c:v>
                </c:pt>
                <c:pt idx="1920">
                  <c:v>4.4592592592592593E-2</c:v>
                </c:pt>
                <c:pt idx="1921">
                  <c:v>4.4592592592592593E-2</c:v>
                </c:pt>
                <c:pt idx="1922">
                  <c:v>4.4592592592592593E-2</c:v>
                </c:pt>
                <c:pt idx="1923">
                  <c:v>4.4740740740740741E-2</c:v>
                </c:pt>
                <c:pt idx="1924">
                  <c:v>4.4740740740740741E-2</c:v>
                </c:pt>
                <c:pt idx="1925">
                  <c:v>4.4740740740740741E-2</c:v>
                </c:pt>
                <c:pt idx="1926">
                  <c:v>4.4740740740740741E-2</c:v>
                </c:pt>
                <c:pt idx="1927">
                  <c:v>4.4740740740740741E-2</c:v>
                </c:pt>
                <c:pt idx="1928">
                  <c:v>4.4740740740740741E-2</c:v>
                </c:pt>
                <c:pt idx="1929">
                  <c:v>4.4740740740740741E-2</c:v>
                </c:pt>
                <c:pt idx="1930">
                  <c:v>4.4740740740740741E-2</c:v>
                </c:pt>
                <c:pt idx="1931">
                  <c:v>4.4888888888888888E-2</c:v>
                </c:pt>
                <c:pt idx="1932">
                  <c:v>4.4888888888888888E-2</c:v>
                </c:pt>
                <c:pt idx="1933">
                  <c:v>4.4888888888888888E-2</c:v>
                </c:pt>
                <c:pt idx="1934">
                  <c:v>4.4888888888888888E-2</c:v>
                </c:pt>
                <c:pt idx="1935">
                  <c:v>4.5037037037037035E-2</c:v>
                </c:pt>
                <c:pt idx="1936">
                  <c:v>4.5037037037037035E-2</c:v>
                </c:pt>
                <c:pt idx="1937">
                  <c:v>4.5185185185185182E-2</c:v>
                </c:pt>
                <c:pt idx="1938">
                  <c:v>4.5185185185185182E-2</c:v>
                </c:pt>
                <c:pt idx="1939">
                  <c:v>4.5185185185185182E-2</c:v>
                </c:pt>
                <c:pt idx="1940">
                  <c:v>4.5185185185185182E-2</c:v>
                </c:pt>
                <c:pt idx="1941">
                  <c:v>4.5185185185185182E-2</c:v>
                </c:pt>
                <c:pt idx="1942">
                  <c:v>4.5185185185185182E-2</c:v>
                </c:pt>
                <c:pt idx="1943">
                  <c:v>4.5185185185185182E-2</c:v>
                </c:pt>
                <c:pt idx="1944">
                  <c:v>4.5333333333333337E-2</c:v>
                </c:pt>
                <c:pt idx="1945">
                  <c:v>4.5333333333333337E-2</c:v>
                </c:pt>
                <c:pt idx="1946">
                  <c:v>4.5333333333333337E-2</c:v>
                </c:pt>
                <c:pt idx="1947">
                  <c:v>4.5481481481481484E-2</c:v>
                </c:pt>
                <c:pt idx="1948">
                  <c:v>4.5629629629629631E-2</c:v>
                </c:pt>
                <c:pt idx="1949">
                  <c:v>4.5629629629629631E-2</c:v>
                </c:pt>
                <c:pt idx="1950">
                  <c:v>4.5629629629629631E-2</c:v>
                </c:pt>
                <c:pt idx="1951">
                  <c:v>4.5629629629629631E-2</c:v>
                </c:pt>
                <c:pt idx="1952">
                  <c:v>4.5629629629629631E-2</c:v>
                </c:pt>
                <c:pt idx="1953">
                  <c:v>4.5629629629629631E-2</c:v>
                </c:pt>
                <c:pt idx="1954">
                  <c:v>4.5629629629629631E-2</c:v>
                </c:pt>
                <c:pt idx="1955">
                  <c:v>4.5629629629629631E-2</c:v>
                </c:pt>
                <c:pt idx="1956">
                  <c:v>4.5629629629629631E-2</c:v>
                </c:pt>
                <c:pt idx="1957">
                  <c:v>4.5629629629629631E-2</c:v>
                </c:pt>
                <c:pt idx="1958">
                  <c:v>4.5629629629629631E-2</c:v>
                </c:pt>
                <c:pt idx="1959">
                  <c:v>4.5629629629629631E-2</c:v>
                </c:pt>
                <c:pt idx="1960">
                  <c:v>4.5777777777777778E-2</c:v>
                </c:pt>
                <c:pt idx="1961">
                  <c:v>4.5777777777777778E-2</c:v>
                </c:pt>
                <c:pt idx="1962">
                  <c:v>4.5925925925925926E-2</c:v>
                </c:pt>
                <c:pt idx="1963">
                  <c:v>4.6074074074074073E-2</c:v>
                </c:pt>
                <c:pt idx="1964">
                  <c:v>4.6074074074074073E-2</c:v>
                </c:pt>
                <c:pt idx="1965">
                  <c:v>4.6074074074074073E-2</c:v>
                </c:pt>
                <c:pt idx="1966">
                  <c:v>4.6074074074074073E-2</c:v>
                </c:pt>
                <c:pt idx="1967">
                  <c:v>4.6074074074074073E-2</c:v>
                </c:pt>
                <c:pt idx="1968">
                  <c:v>4.6074074074074073E-2</c:v>
                </c:pt>
                <c:pt idx="1969">
                  <c:v>4.6074074074074073E-2</c:v>
                </c:pt>
                <c:pt idx="1970">
                  <c:v>4.6074074074074073E-2</c:v>
                </c:pt>
                <c:pt idx="1971">
                  <c:v>4.6074074074074073E-2</c:v>
                </c:pt>
                <c:pt idx="1972">
                  <c:v>4.6074074074074073E-2</c:v>
                </c:pt>
                <c:pt idx="1973">
                  <c:v>4.6074074074074073E-2</c:v>
                </c:pt>
                <c:pt idx="1974">
                  <c:v>4.6074074074074073E-2</c:v>
                </c:pt>
                <c:pt idx="1975">
                  <c:v>4.622222222222222E-2</c:v>
                </c:pt>
                <c:pt idx="1976">
                  <c:v>4.622222222222222E-2</c:v>
                </c:pt>
                <c:pt idx="1977">
                  <c:v>4.622222222222222E-2</c:v>
                </c:pt>
                <c:pt idx="1978">
                  <c:v>4.622222222222222E-2</c:v>
                </c:pt>
                <c:pt idx="1979">
                  <c:v>4.622222222222222E-2</c:v>
                </c:pt>
                <c:pt idx="1980">
                  <c:v>4.622222222222222E-2</c:v>
                </c:pt>
                <c:pt idx="1981">
                  <c:v>4.622222222222222E-2</c:v>
                </c:pt>
                <c:pt idx="1982">
                  <c:v>4.622222222222222E-2</c:v>
                </c:pt>
                <c:pt idx="1983">
                  <c:v>4.622222222222222E-2</c:v>
                </c:pt>
                <c:pt idx="1984">
                  <c:v>4.6370370370370367E-2</c:v>
                </c:pt>
                <c:pt idx="1985">
                  <c:v>4.6370370370370367E-2</c:v>
                </c:pt>
                <c:pt idx="1986">
                  <c:v>4.6370370370370367E-2</c:v>
                </c:pt>
                <c:pt idx="1987">
                  <c:v>4.6370370370370367E-2</c:v>
                </c:pt>
                <c:pt idx="1988">
                  <c:v>4.6518518518518522E-2</c:v>
                </c:pt>
                <c:pt idx="1989">
                  <c:v>4.6518518518518522E-2</c:v>
                </c:pt>
                <c:pt idx="1990">
                  <c:v>4.6518518518518522E-2</c:v>
                </c:pt>
                <c:pt idx="1991">
                  <c:v>4.6518518518518522E-2</c:v>
                </c:pt>
                <c:pt idx="1992">
                  <c:v>4.6518518518518522E-2</c:v>
                </c:pt>
                <c:pt idx="1993">
                  <c:v>4.6518518518518522E-2</c:v>
                </c:pt>
                <c:pt idx="1994">
                  <c:v>4.6518518518518522E-2</c:v>
                </c:pt>
                <c:pt idx="1995">
                  <c:v>4.6518518518518522E-2</c:v>
                </c:pt>
                <c:pt idx="1996">
                  <c:v>4.6518518518518522E-2</c:v>
                </c:pt>
                <c:pt idx="1997">
                  <c:v>4.6518518518518522E-2</c:v>
                </c:pt>
                <c:pt idx="1998">
                  <c:v>4.6518518518518522E-2</c:v>
                </c:pt>
                <c:pt idx="1999">
                  <c:v>4.6518518518518522E-2</c:v>
                </c:pt>
                <c:pt idx="2000">
                  <c:v>4.6518518518518522E-2</c:v>
                </c:pt>
                <c:pt idx="2001">
                  <c:v>4.6518518518518522E-2</c:v>
                </c:pt>
                <c:pt idx="2002">
                  <c:v>4.6518518518518522E-2</c:v>
                </c:pt>
                <c:pt idx="2003">
                  <c:v>4.6518518518518522E-2</c:v>
                </c:pt>
                <c:pt idx="2004">
                  <c:v>4.6518518518518522E-2</c:v>
                </c:pt>
                <c:pt idx="2005">
                  <c:v>4.6666666666666669E-2</c:v>
                </c:pt>
                <c:pt idx="2006">
                  <c:v>4.6666666666666669E-2</c:v>
                </c:pt>
                <c:pt idx="2007">
                  <c:v>4.6814814814814816E-2</c:v>
                </c:pt>
                <c:pt idx="2008">
                  <c:v>4.6962962962962963E-2</c:v>
                </c:pt>
                <c:pt idx="2009">
                  <c:v>4.6962962962962963E-2</c:v>
                </c:pt>
                <c:pt idx="2010">
                  <c:v>4.6962962962962963E-2</c:v>
                </c:pt>
                <c:pt idx="2011">
                  <c:v>4.6962962962962963E-2</c:v>
                </c:pt>
                <c:pt idx="2012">
                  <c:v>4.6962962962962963E-2</c:v>
                </c:pt>
                <c:pt idx="2013">
                  <c:v>4.6962962962962963E-2</c:v>
                </c:pt>
                <c:pt idx="2014">
                  <c:v>4.7111111111111111E-2</c:v>
                </c:pt>
                <c:pt idx="2015">
                  <c:v>4.7111111111111111E-2</c:v>
                </c:pt>
                <c:pt idx="2016">
                  <c:v>4.7111111111111111E-2</c:v>
                </c:pt>
                <c:pt idx="2017">
                  <c:v>4.7111111111111111E-2</c:v>
                </c:pt>
                <c:pt idx="2018">
                  <c:v>4.7259259259259258E-2</c:v>
                </c:pt>
                <c:pt idx="2019">
                  <c:v>4.7259259259259258E-2</c:v>
                </c:pt>
                <c:pt idx="2020">
                  <c:v>4.7259259259259258E-2</c:v>
                </c:pt>
                <c:pt idx="2021">
                  <c:v>4.7259259259259258E-2</c:v>
                </c:pt>
                <c:pt idx="2022">
                  <c:v>4.7407407407407405E-2</c:v>
                </c:pt>
                <c:pt idx="2023">
                  <c:v>4.7555555555555552E-2</c:v>
                </c:pt>
                <c:pt idx="2024">
                  <c:v>4.7555555555555552E-2</c:v>
                </c:pt>
                <c:pt idx="2025">
                  <c:v>4.7555555555555552E-2</c:v>
                </c:pt>
                <c:pt idx="2026">
                  <c:v>4.7555555555555552E-2</c:v>
                </c:pt>
                <c:pt idx="2027">
                  <c:v>4.7555555555555552E-2</c:v>
                </c:pt>
                <c:pt idx="2028">
                  <c:v>4.7555555555555552E-2</c:v>
                </c:pt>
                <c:pt idx="2029">
                  <c:v>4.7555555555555552E-2</c:v>
                </c:pt>
                <c:pt idx="2030">
                  <c:v>4.7703703703703706E-2</c:v>
                </c:pt>
                <c:pt idx="2031">
                  <c:v>4.7703703703703706E-2</c:v>
                </c:pt>
                <c:pt idx="2032">
                  <c:v>4.7703703703703706E-2</c:v>
                </c:pt>
                <c:pt idx="2033">
                  <c:v>4.7703703703703706E-2</c:v>
                </c:pt>
                <c:pt idx="2034">
                  <c:v>4.7703703703703706E-2</c:v>
                </c:pt>
                <c:pt idx="2035">
                  <c:v>4.7703703703703706E-2</c:v>
                </c:pt>
                <c:pt idx="2036">
                  <c:v>4.7851851851851854E-2</c:v>
                </c:pt>
                <c:pt idx="2037">
                  <c:v>4.7851851851851854E-2</c:v>
                </c:pt>
                <c:pt idx="2038">
                  <c:v>4.7851851851851854E-2</c:v>
                </c:pt>
                <c:pt idx="2039">
                  <c:v>4.7851851851851854E-2</c:v>
                </c:pt>
                <c:pt idx="2040">
                  <c:v>4.7851851851851854E-2</c:v>
                </c:pt>
                <c:pt idx="2041">
                  <c:v>4.7851851851851854E-2</c:v>
                </c:pt>
                <c:pt idx="2042">
                  <c:v>4.7851851851851854E-2</c:v>
                </c:pt>
                <c:pt idx="2043">
                  <c:v>4.7851851851851854E-2</c:v>
                </c:pt>
                <c:pt idx="2044">
                  <c:v>4.8000000000000001E-2</c:v>
                </c:pt>
                <c:pt idx="2045">
                  <c:v>4.8148148148148148E-2</c:v>
                </c:pt>
                <c:pt idx="2046">
                  <c:v>4.8148148148148148E-2</c:v>
                </c:pt>
                <c:pt idx="2047">
                  <c:v>4.8148148148148148E-2</c:v>
                </c:pt>
                <c:pt idx="2048">
                  <c:v>4.8148148148148148E-2</c:v>
                </c:pt>
                <c:pt idx="2049">
                  <c:v>4.8148148148148148E-2</c:v>
                </c:pt>
                <c:pt idx="2050">
                  <c:v>4.8148148148148148E-2</c:v>
                </c:pt>
                <c:pt idx="2051">
                  <c:v>4.8148148148148148E-2</c:v>
                </c:pt>
                <c:pt idx="2052">
                  <c:v>4.8148148148148148E-2</c:v>
                </c:pt>
                <c:pt idx="2053">
                  <c:v>4.8148148148148148E-2</c:v>
                </c:pt>
                <c:pt idx="2054">
                  <c:v>4.8148148148148148E-2</c:v>
                </c:pt>
                <c:pt idx="2055">
                  <c:v>4.8148148148148148E-2</c:v>
                </c:pt>
                <c:pt idx="2056">
                  <c:v>4.8148148148148148E-2</c:v>
                </c:pt>
                <c:pt idx="2057">
                  <c:v>4.8148148148148148E-2</c:v>
                </c:pt>
                <c:pt idx="2058">
                  <c:v>4.8148148148148148E-2</c:v>
                </c:pt>
                <c:pt idx="2059">
                  <c:v>4.8148148148148148E-2</c:v>
                </c:pt>
                <c:pt idx="2060">
                  <c:v>4.8148148148148148E-2</c:v>
                </c:pt>
                <c:pt idx="2061">
                  <c:v>4.8148148148148148E-2</c:v>
                </c:pt>
                <c:pt idx="2062">
                  <c:v>4.8148148148148148E-2</c:v>
                </c:pt>
                <c:pt idx="2063">
                  <c:v>4.8148148148148148E-2</c:v>
                </c:pt>
                <c:pt idx="2064">
                  <c:v>4.8148148148148148E-2</c:v>
                </c:pt>
                <c:pt idx="2065">
                  <c:v>4.8148148148148148E-2</c:v>
                </c:pt>
                <c:pt idx="2066">
                  <c:v>4.8296296296296296E-2</c:v>
                </c:pt>
                <c:pt idx="2067">
                  <c:v>4.8296296296296296E-2</c:v>
                </c:pt>
                <c:pt idx="2068">
                  <c:v>4.8296296296296296E-2</c:v>
                </c:pt>
                <c:pt idx="2069">
                  <c:v>4.8444444444444443E-2</c:v>
                </c:pt>
                <c:pt idx="2070">
                  <c:v>4.8444444444444443E-2</c:v>
                </c:pt>
                <c:pt idx="2071">
                  <c:v>4.859259259259259E-2</c:v>
                </c:pt>
                <c:pt idx="2072">
                  <c:v>4.859259259259259E-2</c:v>
                </c:pt>
                <c:pt idx="2073">
                  <c:v>4.859259259259259E-2</c:v>
                </c:pt>
                <c:pt idx="2074">
                  <c:v>4.8740740740740744E-2</c:v>
                </c:pt>
                <c:pt idx="2075">
                  <c:v>4.8740740740740744E-2</c:v>
                </c:pt>
                <c:pt idx="2076">
                  <c:v>4.8740740740740744E-2</c:v>
                </c:pt>
                <c:pt idx="2077">
                  <c:v>4.8740740740740744E-2</c:v>
                </c:pt>
                <c:pt idx="2078">
                  <c:v>4.8740740740740744E-2</c:v>
                </c:pt>
                <c:pt idx="2079">
                  <c:v>4.8740740740740744E-2</c:v>
                </c:pt>
                <c:pt idx="2080">
                  <c:v>4.8740740740740744E-2</c:v>
                </c:pt>
                <c:pt idx="2081">
                  <c:v>4.8888888888888891E-2</c:v>
                </c:pt>
                <c:pt idx="2082">
                  <c:v>4.8888888888888891E-2</c:v>
                </c:pt>
                <c:pt idx="2083">
                  <c:v>4.9037037037037039E-2</c:v>
                </c:pt>
                <c:pt idx="2084">
                  <c:v>4.9037037037037039E-2</c:v>
                </c:pt>
                <c:pt idx="2085">
                  <c:v>4.9037037037037039E-2</c:v>
                </c:pt>
                <c:pt idx="2086">
                  <c:v>4.9037037037037039E-2</c:v>
                </c:pt>
                <c:pt idx="2087">
                  <c:v>4.9037037037037039E-2</c:v>
                </c:pt>
                <c:pt idx="2088">
                  <c:v>4.9037037037037039E-2</c:v>
                </c:pt>
                <c:pt idx="2089">
                  <c:v>4.9037037037037039E-2</c:v>
                </c:pt>
                <c:pt idx="2090">
                  <c:v>4.9185185185185186E-2</c:v>
                </c:pt>
                <c:pt idx="2091">
                  <c:v>4.9185185185185186E-2</c:v>
                </c:pt>
                <c:pt idx="2092">
                  <c:v>4.9185185185185186E-2</c:v>
                </c:pt>
                <c:pt idx="2093">
                  <c:v>4.9185185185185186E-2</c:v>
                </c:pt>
                <c:pt idx="2094">
                  <c:v>4.9185185185185186E-2</c:v>
                </c:pt>
                <c:pt idx="2095">
                  <c:v>4.9185185185185186E-2</c:v>
                </c:pt>
                <c:pt idx="2096">
                  <c:v>4.9185185185185186E-2</c:v>
                </c:pt>
                <c:pt idx="2097">
                  <c:v>4.9185185185185186E-2</c:v>
                </c:pt>
                <c:pt idx="2098">
                  <c:v>4.9185185185185186E-2</c:v>
                </c:pt>
                <c:pt idx="2099">
                  <c:v>4.9185185185185186E-2</c:v>
                </c:pt>
                <c:pt idx="2100">
                  <c:v>4.9185185185185186E-2</c:v>
                </c:pt>
                <c:pt idx="2101">
                  <c:v>4.9185185185185186E-2</c:v>
                </c:pt>
                <c:pt idx="2102">
                  <c:v>4.9185185185185186E-2</c:v>
                </c:pt>
                <c:pt idx="2103">
                  <c:v>4.9185185185185186E-2</c:v>
                </c:pt>
                <c:pt idx="2104">
                  <c:v>4.9185185185185186E-2</c:v>
                </c:pt>
                <c:pt idx="2105">
                  <c:v>4.9185185185185186E-2</c:v>
                </c:pt>
                <c:pt idx="2106">
                  <c:v>4.9185185185185186E-2</c:v>
                </c:pt>
                <c:pt idx="2107">
                  <c:v>4.9333333333333333E-2</c:v>
                </c:pt>
                <c:pt idx="2108">
                  <c:v>4.9333333333333333E-2</c:v>
                </c:pt>
                <c:pt idx="2109">
                  <c:v>4.9333333333333333E-2</c:v>
                </c:pt>
                <c:pt idx="2110">
                  <c:v>4.9333333333333333E-2</c:v>
                </c:pt>
                <c:pt idx="2111">
                  <c:v>4.9333333333333333E-2</c:v>
                </c:pt>
                <c:pt idx="2112">
                  <c:v>4.9333333333333333E-2</c:v>
                </c:pt>
                <c:pt idx="2113">
                  <c:v>4.9333333333333333E-2</c:v>
                </c:pt>
                <c:pt idx="2114">
                  <c:v>4.9333333333333333E-2</c:v>
                </c:pt>
                <c:pt idx="2115">
                  <c:v>4.9333333333333333E-2</c:v>
                </c:pt>
                <c:pt idx="2116">
                  <c:v>4.9333333333333333E-2</c:v>
                </c:pt>
                <c:pt idx="2117">
                  <c:v>4.9333333333333333E-2</c:v>
                </c:pt>
                <c:pt idx="2118">
                  <c:v>4.9333333333333333E-2</c:v>
                </c:pt>
                <c:pt idx="2119">
                  <c:v>4.948148148148148E-2</c:v>
                </c:pt>
                <c:pt idx="2120">
                  <c:v>4.948148148148148E-2</c:v>
                </c:pt>
                <c:pt idx="2121">
                  <c:v>4.948148148148148E-2</c:v>
                </c:pt>
                <c:pt idx="2122">
                  <c:v>4.9629629629629628E-2</c:v>
                </c:pt>
                <c:pt idx="2123">
                  <c:v>4.9777777777777775E-2</c:v>
                </c:pt>
                <c:pt idx="2124">
                  <c:v>4.9925925925925929E-2</c:v>
                </c:pt>
                <c:pt idx="2125">
                  <c:v>4.9925925925925929E-2</c:v>
                </c:pt>
                <c:pt idx="2126">
                  <c:v>4.9925925925925929E-2</c:v>
                </c:pt>
                <c:pt idx="2127">
                  <c:v>4.9925925925925929E-2</c:v>
                </c:pt>
                <c:pt idx="2128">
                  <c:v>4.9925925925925929E-2</c:v>
                </c:pt>
                <c:pt idx="2129">
                  <c:v>4.9925925925925929E-2</c:v>
                </c:pt>
                <c:pt idx="2130">
                  <c:v>4.9925925925925929E-2</c:v>
                </c:pt>
                <c:pt idx="2131">
                  <c:v>5.0074074074074076E-2</c:v>
                </c:pt>
                <c:pt idx="2132">
                  <c:v>5.0074074074074076E-2</c:v>
                </c:pt>
                <c:pt idx="2133">
                  <c:v>5.0074074074074076E-2</c:v>
                </c:pt>
                <c:pt idx="2134">
                  <c:v>5.0222222222222224E-2</c:v>
                </c:pt>
                <c:pt idx="2135">
                  <c:v>5.0222222222222224E-2</c:v>
                </c:pt>
                <c:pt idx="2136">
                  <c:v>5.0222222222222224E-2</c:v>
                </c:pt>
                <c:pt idx="2137">
                  <c:v>5.0222222222222224E-2</c:v>
                </c:pt>
                <c:pt idx="2138">
                  <c:v>5.0222222222222224E-2</c:v>
                </c:pt>
                <c:pt idx="2139">
                  <c:v>5.0222222222222224E-2</c:v>
                </c:pt>
                <c:pt idx="2140">
                  <c:v>5.0222222222222224E-2</c:v>
                </c:pt>
                <c:pt idx="2141">
                  <c:v>5.0222222222222224E-2</c:v>
                </c:pt>
                <c:pt idx="2142">
                  <c:v>5.0222222222222224E-2</c:v>
                </c:pt>
                <c:pt idx="2143">
                  <c:v>5.0222222222222224E-2</c:v>
                </c:pt>
                <c:pt idx="2144">
                  <c:v>5.0370370370370371E-2</c:v>
                </c:pt>
                <c:pt idx="2145">
                  <c:v>5.0518518518518518E-2</c:v>
                </c:pt>
                <c:pt idx="2146">
                  <c:v>5.0666666666666665E-2</c:v>
                </c:pt>
                <c:pt idx="2147">
                  <c:v>5.0666666666666665E-2</c:v>
                </c:pt>
                <c:pt idx="2148">
                  <c:v>5.0666666666666665E-2</c:v>
                </c:pt>
                <c:pt idx="2149">
                  <c:v>5.0814814814814813E-2</c:v>
                </c:pt>
                <c:pt idx="2150">
                  <c:v>5.096296296296296E-2</c:v>
                </c:pt>
                <c:pt idx="2151">
                  <c:v>5.096296296296296E-2</c:v>
                </c:pt>
                <c:pt idx="2152">
                  <c:v>5.096296296296296E-2</c:v>
                </c:pt>
                <c:pt idx="2153">
                  <c:v>5.096296296296296E-2</c:v>
                </c:pt>
                <c:pt idx="2154">
                  <c:v>5.1111111111111114E-2</c:v>
                </c:pt>
                <c:pt idx="2155">
                  <c:v>5.1111111111111114E-2</c:v>
                </c:pt>
                <c:pt idx="2156">
                  <c:v>5.1111111111111114E-2</c:v>
                </c:pt>
                <c:pt idx="2157">
                  <c:v>5.1259259259259261E-2</c:v>
                </c:pt>
                <c:pt idx="2158">
                  <c:v>5.1407407407407409E-2</c:v>
                </c:pt>
                <c:pt idx="2159">
                  <c:v>5.1407407407407409E-2</c:v>
                </c:pt>
                <c:pt idx="2160">
                  <c:v>5.1407407407407409E-2</c:v>
                </c:pt>
                <c:pt idx="2161">
                  <c:v>5.1407407407407409E-2</c:v>
                </c:pt>
                <c:pt idx="2162">
                  <c:v>5.1407407407407409E-2</c:v>
                </c:pt>
                <c:pt idx="2163">
                  <c:v>5.1407407407407409E-2</c:v>
                </c:pt>
                <c:pt idx="2164">
                  <c:v>5.1407407407407409E-2</c:v>
                </c:pt>
                <c:pt idx="2165">
                  <c:v>5.1407407407407409E-2</c:v>
                </c:pt>
                <c:pt idx="2166">
                  <c:v>5.1407407407407409E-2</c:v>
                </c:pt>
                <c:pt idx="2167">
                  <c:v>5.1407407407407409E-2</c:v>
                </c:pt>
                <c:pt idx="2168">
                  <c:v>5.1407407407407409E-2</c:v>
                </c:pt>
                <c:pt idx="2169">
                  <c:v>5.1407407407407409E-2</c:v>
                </c:pt>
                <c:pt idx="2170">
                  <c:v>5.1407407407407409E-2</c:v>
                </c:pt>
                <c:pt idx="2171">
                  <c:v>5.1407407407407409E-2</c:v>
                </c:pt>
                <c:pt idx="2172">
                  <c:v>5.1407407407407409E-2</c:v>
                </c:pt>
                <c:pt idx="2173">
                  <c:v>5.1407407407407409E-2</c:v>
                </c:pt>
                <c:pt idx="2174">
                  <c:v>5.1407407407407409E-2</c:v>
                </c:pt>
                <c:pt idx="2175">
                  <c:v>5.1407407407407409E-2</c:v>
                </c:pt>
                <c:pt idx="2176">
                  <c:v>5.1407407407407409E-2</c:v>
                </c:pt>
                <c:pt idx="2177">
                  <c:v>5.1555555555555556E-2</c:v>
                </c:pt>
                <c:pt idx="2178">
                  <c:v>5.1555555555555556E-2</c:v>
                </c:pt>
                <c:pt idx="2179">
                  <c:v>5.1555555555555556E-2</c:v>
                </c:pt>
                <c:pt idx="2180">
                  <c:v>5.1555555555555556E-2</c:v>
                </c:pt>
                <c:pt idx="2181">
                  <c:v>5.1555555555555556E-2</c:v>
                </c:pt>
                <c:pt idx="2182">
                  <c:v>5.1555555555555556E-2</c:v>
                </c:pt>
                <c:pt idx="2183">
                  <c:v>5.1555555555555556E-2</c:v>
                </c:pt>
                <c:pt idx="2184">
                  <c:v>5.1555555555555556E-2</c:v>
                </c:pt>
                <c:pt idx="2185">
                  <c:v>5.1703703703703703E-2</c:v>
                </c:pt>
                <c:pt idx="2186">
                  <c:v>5.1703703703703703E-2</c:v>
                </c:pt>
                <c:pt idx="2187">
                  <c:v>5.1703703703703703E-2</c:v>
                </c:pt>
                <c:pt idx="2188">
                  <c:v>5.1703703703703703E-2</c:v>
                </c:pt>
                <c:pt idx="2189">
                  <c:v>5.1703703703703703E-2</c:v>
                </c:pt>
                <c:pt idx="2190">
                  <c:v>5.1703703703703703E-2</c:v>
                </c:pt>
                <c:pt idx="2191">
                  <c:v>5.1703703703703703E-2</c:v>
                </c:pt>
                <c:pt idx="2192">
                  <c:v>5.185185185185185E-2</c:v>
                </c:pt>
                <c:pt idx="2193">
                  <c:v>5.185185185185185E-2</c:v>
                </c:pt>
                <c:pt idx="2194">
                  <c:v>5.185185185185185E-2</c:v>
                </c:pt>
                <c:pt idx="2195">
                  <c:v>5.185185185185185E-2</c:v>
                </c:pt>
                <c:pt idx="2196">
                  <c:v>5.185185185185185E-2</c:v>
                </c:pt>
                <c:pt idx="2197">
                  <c:v>5.185185185185185E-2</c:v>
                </c:pt>
                <c:pt idx="2198">
                  <c:v>5.185185185185185E-2</c:v>
                </c:pt>
                <c:pt idx="2199">
                  <c:v>5.185185185185185E-2</c:v>
                </c:pt>
                <c:pt idx="2200">
                  <c:v>5.185185185185185E-2</c:v>
                </c:pt>
                <c:pt idx="2201">
                  <c:v>5.185185185185185E-2</c:v>
                </c:pt>
                <c:pt idx="2202">
                  <c:v>5.185185185185185E-2</c:v>
                </c:pt>
                <c:pt idx="2203">
                  <c:v>5.1999999999999998E-2</c:v>
                </c:pt>
                <c:pt idx="2204">
                  <c:v>5.1999999999999998E-2</c:v>
                </c:pt>
                <c:pt idx="2205">
                  <c:v>5.1999999999999998E-2</c:v>
                </c:pt>
                <c:pt idx="2206">
                  <c:v>5.1999999999999998E-2</c:v>
                </c:pt>
                <c:pt idx="2207">
                  <c:v>5.1999999999999998E-2</c:v>
                </c:pt>
                <c:pt idx="2208">
                  <c:v>5.1999999999999998E-2</c:v>
                </c:pt>
                <c:pt idx="2209">
                  <c:v>5.2148148148148145E-2</c:v>
                </c:pt>
                <c:pt idx="2210">
                  <c:v>5.2148148148148145E-2</c:v>
                </c:pt>
                <c:pt idx="2211">
                  <c:v>5.2148148148148145E-2</c:v>
                </c:pt>
                <c:pt idx="2212">
                  <c:v>5.2148148148148145E-2</c:v>
                </c:pt>
                <c:pt idx="2213">
                  <c:v>5.2296296296296299E-2</c:v>
                </c:pt>
                <c:pt idx="2214">
                  <c:v>5.2296296296296299E-2</c:v>
                </c:pt>
                <c:pt idx="2215">
                  <c:v>5.2296296296296299E-2</c:v>
                </c:pt>
                <c:pt idx="2216">
                  <c:v>5.2296296296296299E-2</c:v>
                </c:pt>
                <c:pt idx="2217">
                  <c:v>5.2296296296296299E-2</c:v>
                </c:pt>
                <c:pt idx="2218">
                  <c:v>5.2296296296296299E-2</c:v>
                </c:pt>
                <c:pt idx="2219">
                  <c:v>5.2296296296296299E-2</c:v>
                </c:pt>
                <c:pt idx="2220">
                  <c:v>5.2296296296296299E-2</c:v>
                </c:pt>
                <c:pt idx="2221">
                  <c:v>5.2444444444444446E-2</c:v>
                </c:pt>
                <c:pt idx="2222">
                  <c:v>5.2444444444444446E-2</c:v>
                </c:pt>
                <c:pt idx="2223">
                  <c:v>5.2444444444444446E-2</c:v>
                </c:pt>
                <c:pt idx="2224">
                  <c:v>5.2592592592592594E-2</c:v>
                </c:pt>
                <c:pt idx="2225">
                  <c:v>5.2592592592592594E-2</c:v>
                </c:pt>
                <c:pt idx="2226">
                  <c:v>5.2592592592592594E-2</c:v>
                </c:pt>
                <c:pt idx="2227">
                  <c:v>5.2592592592592594E-2</c:v>
                </c:pt>
                <c:pt idx="2228">
                  <c:v>5.2592592592592594E-2</c:v>
                </c:pt>
                <c:pt idx="2229">
                  <c:v>5.2592592592592594E-2</c:v>
                </c:pt>
                <c:pt idx="2230">
                  <c:v>5.2592592592592594E-2</c:v>
                </c:pt>
                <c:pt idx="2231">
                  <c:v>5.2592592592592594E-2</c:v>
                </c:pt>
                <c:pt idx="2232">
                  <c:v>5.2592592592592594E-2</c:v>
                </c:pt>
                <c:pt idx="2233">
                  <c:v>5.2592592592592594E-2</c:v>
                </c:pt>
                <c:pt idx="2234">
                  <c:v>5.2592592592592594E-2</c:v>
                </c:pt>
                <c:pt idx="2235">
                  <c:v>5.2592592592592594E-2</c:v>
                </c:pt>
                <c:pt idx="2236">
                  <c:v>5.2740740740740741E-2</c:v>
                </c:pt>
                <c:pt idx="2237">
                  <c:v>5.2740740740740741E-2</c:v>
                </c:pt>
                <c:pt idx="2238">
                  <c:v>5.2740740740740741E-2</c:v>
                </c:pt>
                <c:pt idx="2239">
                  <c:v>5.2740740740740741E-2</c:v>
                </c:pt>
                <c:pt idx="2240">
                  <c:v>5.2888888888888888E-2</c:v>
                </c:pt>
                <c:pt idx="2241">
                  <c:v>5.3037037037037035E-2</c:v>
                </c:pt>
                <c:pt idx="2242">
                  <c:v>5.3037037037037035E-2</c:v>
                </c:pt>
                <c:pt idx="2243">
                  <c:v>5.3037037037037035E-2</c:v>
                </c:pt>
                <c:pt idx="2244">
                  <c:v>5.3185185185185183E-2</c:v>
                </c:pt>
                <c:pt idx="2245">
                  <c:v>5.3185185185185183E-2</c:v>
                </c:pt>
                <c:pt idx="2246">
                  <c:v>5.3185185185185183E-2</c:v>
                </c:pt>
                <c:pt idx="2247">
                  <c:v>5.3185185185185183E-2</c:v>
                </c:pt>
                <c:pt idx="2248">
                  <c:v>5.3185185185185183E-2</c:v>
                </c:pt>
                <c:pt idx="2249">
                  <c:v>5.3185185185185183E-2</c:v>
                </c:pt>
                <c:pt idx="2250">
                  <c:v>5.3185185185185183E-2</c:v>
                </c:pt>
                <c:pt idx="2251">
                  <c:v>5.3333333333333337E-2</c:v>
                </c:pt>
                <c:pt idx="2252">
                  <c:v>5.3333333333333337E-2</c:v>
                </c:pt>
                <c:pt idx="2253">
                  <c:v>5.3333333333333337E-2</c:v>
                </c:pt>
                <c:pt idx="2254">
                  <c:v>5.3333333333333337E-2</c:v>
                </c:pt>
                <c:pt idx="2255">
                  <c:v>5.3333333333333337E-2</c:v>
                </c:pt>
                <c:pt idx="2256">
                  <c:v>5.3333333333333337E-2</c:v>
                </c:pt>
                <c:pt idx="2257">
                  <c:v>5.3333333333333337E-2</c:v>
                </c:pt>
                <c:pt idx="2258">
                  <c:v>5.3333333333333337E-2</c:v>
                </c:pt>
                <c:pt idx="2259">
                  <c:v>5.3333333333333337E-2</c:v>
                </c:pt>
                <c:pt idx="2260">
                  <c:v>5.3333333333333337E-2</c:v>
                </c:pt>
                <c:pt idx="2261">
                  <c:v>5.3333333333333337E-2</c:v>
                </c:pt>
                <c:pt idx="2262">
                  <c:v>5.3333333333333337E-2</c:v>
                </c:pt>
                <c:pt idx="2263">
                  <c:v>5.3333333333333337E-2</c:v>
                </c:pt>
                <c:pt idx="2264">
                  <c:v>5.3333333333333337E-2</c:v>
                </c:pt>
                <c:pt idx="2265">
                  <c:v>5.3333333333333337E-2</c:v>
                </c:pt>
                <c:pt idx="2266">
                  <c:v>5.3333333333333337E-2</c:v>
                </c:pt>
                <c:pt idx="2267">
                  <c:v>5.3333333333333337E-2</c:v>
                </c:pt>
                <c:pt idx="2268">
                  <c:v>5.3333333333333337E-2</c:v>
                </c:pt>
                <c:pt idx="2269">
                  <c:v>5.3333333333333337E-2</c:v>
                </c:pt>
                <c:pt idx="2270">
                  <c:v>5.3333333333333337E-2</c:v>
                </c:pt>
                <c:pt idx="2271">
                  <c:v>5.3333333333333337E-2</c:v>
                </c:pt>
                <c:pt idx="2272">
                  <c:v>5.3333333333333337E-2</c:v>
                </c:pt>
                <c:pt idx="2273">
                  <c:v>5.3333333333333337E-2</c:v>
                </c:pt>
                <c:pt idx="2274">
                  <c:v>5.3333333333333337E-2</c:v>
                </c:pt>
                <c:pt idx="2275">
                  <c:v>5.3333333333333337E-2</c:v>
                </c:pt>
                <c:pt idx="2276">
                  <c:v>5.3333333333333337E-2</c:v>
                </c:pt>
                <c:pt idx="2277">
                  <c:v>5.3333333333333337E-2</c:v>
                </c:pt>
                <c:pt idx="2278">
                  <c:v>5.3333333333333337E-2</c:v>
                </c:pt>
                <c:pt idx="2279">
                  <c:v>5.3333333333333337E-2</c:v>
                </c:pt>
                <c:pt idx="2280">
                  <c:v>5.3333333333333337E-2</c:v>
                </c:pt>
                <c:pt idx="2281">
                  <c:v>5.3333333333333337E-2</c:v>
                </c:pt>
                <c:pt idx="2282">
                  <c:v>5.3333333333333337E-2</c:v>
                </c:pt>
                <c:pt idx="2283">
                  <c:v>5.3333333333333337E-2</c:v>
                </c:pt>
                <c:pt idx="2284">
                  <c:v>5.3481481481481484E-2</c:v>
                </c:pt>
                <c:pt idx="2285">
                  <c:v>5.3481481481481484E-2</c:v>
                </c:pt>
                <c:pt idx="2286">
                  <c:v>5.3481481481481484E-2</c:v>
                </c:pt>
                <c:pt idx="2287">
                  <c:v>5.3629629629629631E-2</c:v>
                </c:pt>
                <c:pt idx="2288">
                  <c:v>5.3777777777777779E-2</c:v>
                </c:pt>
                <c:pt idx="2289">
                  <c:v>5.3777777777777779E-2</c:v>
                </c:pt>
                <c:pt idx="2290">
                  <c:v>5.3777777777777779E-2</c:v>
                </c:pt>
                <c:pt idx="2291">
                  <c:v>5.3777777777777779E-2</c:v>
                </c:pt>
                <c:pt idx="2292">
                  <c:v>5.3777777777777779E-2</c:v>
                </c:pt>
                <c:pt idx="2293">
                  <c:v>5.3925925925925926E-2</c:v>
                </c:pt>
                <c:pt idx="2294">
                  <c:v>5.3925925925925926E-2</c:v>
                </c:pt>
                <c:pt idx="2295">
                  <c:v>5.3925925925925926E-2</c:v>
                </c:pt>
                <c:pt idx="2296">
                  <c:v>5.4074074074074073E-2</c:v>
                </c:pt>
                <c:pt idx="2297">
                  <c:v>5.4074074074074073E-2</c:v>
                </c:pt>
                <c:pt idx="2298">
                  <c:v>5.422222222222222E-2</c:v>
                </c:pt>
                <c:pt idx="2299">
                  <c:v>5.422222222222222E-2</c:v>
                </c:pt>
                <c:pt idx="2300">
                  <c:v>5.422222222222222E-2</c:v>
                </c:pt>
                <c:pt idx="2301">
                  <c:v>5.4370370370370368E-2</c:v>
                </c:pt>
                <c:pt idx="2302">
                  <c:v>5.4370370370370368E-2</c:v>
                </c:pt>
                <c:pt idx="2303">
                  <c:v>5.4370370370370368E-2</c:v>
                </c:pt>
                <c:pt idx="2304">
                  <c:v>5.4370370370370368E-2</c:v>
                </c:pt>
                <c:pt idx="2305">
                  <c:v>5.4370370370370368E-2</c:v>
                </c:pt>
                <c:pt idx="2306">
                  <c:v>5.4370370370370368E-2</c:v>
                </c:pt>
                <c:pt idx="2307">
                  <c:v>5.4370370370370368E-2</c:v>
                </c:pt>
                <c:pt idx="2308">
                  <c:v>5.4370370370370368E-2</c:v>
                </c:pt>
                <c:pt idx="2309">
                  <c:v>5.4370370370370368E-2</c:v>
                </c:pt>
                <c:pt idx="2310">
                  <c:v>5.4370370370370368E-2</c:v>
                </c:pt>
                <c:pt idx="2311">
                  <c:v>5.4370370370370368E-2</c:v>
                </c:pt>
                <c:pt idx="2312">
                  <c:v>5.4370370370370368E-2</c:v>
                </c:pt>
                <c:pt idx="2313">
                  <c:v>5.4370370370370368E-2</c:v>
                </c:pt>
                <c:pt idx="2314">
                  <c:v>5.4370370370370368E-2</c:v>
                </c:pt>
                <c:pt idx="2315">
                  <c:v>5.4370370370370368E-2</c:v>
                </c:pt>
                <c:pt idx="2316">
                  <c:v>5.4370370370370368E-2</c:v>
                </c:pt>
                <c:pt idx="2317">
                  <c:v>5.4370370370370368E-2</c:v>
                </c:pt>
                <c:pt idx="2318">
                  <c:v>5.4370370370370368E-2</c:v>
                </c:pt>
                <c:pt idx="2319">
                  <c:v>5.4370370370370368E-2</c:v>
                </c:pt>
                <c:pt idx="2320">
                  <c:v>5.4370370370370368E-2</c:v>
                </c:pt>
                <c:pt idx="2321">
                  <c:v>5.4518518518518522E-2</c:v>
                </c:pt>
                <c:pt idx="2322">
                  <c:v>5.4666666666666669E-2</c:v>
                </c:pt>
                <c:pt idx="2323">
                  <c:v>5.4814814814814816E-2</c:v>
                </c:pt>
                <c:pt idx="2324">
                  <c:v>5.4814814814814816E-2</c:v>
                </c:pt>
                <c:pt idx="2325">
                  <c:v>5.4962962962962963E-2</c:v>
                </c:pt>
                <c:pt idx="2326">
                  <c:v>5.4962962962962963E-2</c:v>
                </c:pt>
                <c:pt idx="2327">
                  <c:v>5.4962962962962963E-2</c:v>
                </c:pt>
                <c:pt idx="2328">
                  <c:v>5.5111111111111111E-2</c:v>
                </c:pt>
                <c:pt idx="2329">
                  <c:v>5.5111111111111111E-2</c:v>
                </c:pt>
                <c:pt idx="2330">
                  <c:v>5.5111111111111111E-2</c:v>
                </c:pt>
                <c:pt idx="2331">
                  <c:v>5.5111111111111111E-2</c:v>
                </c:pt>
                <c:pt idx="2332">
                  <c:v>5.5259259259259258E-2</c:v>
                </c:pt>
                <c:pt idx="2333">
                  <c:v>5.5259259259259258E-2</c:v>
                </c:pt>
                <c:pt idx="2334">
                  <c:v>5.5259259259259258E-2</c:v>
                </c:pt>
                <c:pt idx="2335">
                  <c:v>5.5259259259259258E-2</c:v>
                </c:pt>
                <c:pt idx="2336">
                  <c:v>5.5259259259259258E-2</c:v>
                </c:pt>
                <c:pt idx="2337">
                  <c:v>5.5259259259259258E-2</c:v>
                </c:pt>
                <c:pt idx="2338">
                  <c:v>5.5259259259259258E-2</c:v>
                </c:pt>
                <c:pt idx="2339">
                  <c:v>5.5259259259259258E-2</c:v>
                </c:pt>
                <c:pt idx="2340">
                  <c:v>5.5407407407407405E-2</c:v>
                </c:pt>
                <c:pt idx="2341">
                  <c:v>5.5407407407407405E-2</c:v>
                </c:pt>
                <c:pt idx="2342">
                  <c:v>5.5407407407407405E-2</c:v>
                </c:pt>
                <c:pt idx="2343">
                  <c:v>5.5407407407407405E-2</c:v>
                </c:pt>
                <c:pt idx="2344">
                  <c:v>5.5407407407407405E-2</c:v>
                </c:pt>
                <c:pt idx="2345">
                  <c:v>5.5555555555555552E-2</c:v>
                </c:pt>
                <c:pt idx="2346">
                  <c:v>5.5555555555555552E-2</c:v>
                </c:pt>
                <c:pt idx="2347">
                  <c:v>5.5555555555555552E-2</c:v>
                </c:pt>
                <c:pt idx="2348">
                  <c:v>5.5555555555555552E-2</c:v>
                </c:pt>
                <c:pt idx="2349">
                  <c:v>5.5555555555555552E-2</c:v>
                </c:pt>
                <c:pt idx="2350">
                  <c:v>5.5555555555555552E-2</c:v>
                </c:pt>
                <c:pt idx="2351">
                  <c:v>5.5555555555555552E-2</c:v>
                </c:pt>
                <c:pt idx="2352">
                  <c:v>5.5703703703703707E-2</c:v>
                </c:pt>
                <c:pt idx="2353">
                  <c:v>5.5703703703703707E-2</c:v>
                </c:pt>
                <c:pt idx="2354">
                  <c:v>5.5851851851851854E-2</c:v>
                </c:pt>
                <c:pt idx="2355">
                  <c:v>5.5851851851851854E-2</c:v>
                </c:pt>
                <c:pt idx="2356">
                  <c:v>5.5851851851851854E-2</c:v>
                </c:pt>
                <c:pt idx="2357">
                  <c:v>5.6000000000000001E-2</c:v>
                </c:pt>
                <c:pt idx="2358">
                  <c:v>5.6000000000000001E-2</c:v>
                </c:pt>
                <c:pt idx="2359">
                  <c:v>5.6000000000000001E-2</c:v>
                </c:pt>
                <c:pt idx="2360">
                  <c:v>5.6000000000000001E-2</c:v>
                </c:pt>
                <c:pt idx="2361">
                  <c:v>5.6000000000000001E-2</c:v>
                </c:pt>
                <c:pt idx="2362">
                  <c:v>5.6000000000000001E-2</c:v>
                </c:pt>
                <c:pt idx="2363">
                  <c:v>5.6000000000000001E-2</c:v>
                </c:pt>
                <c:pt idx="2364">
                  <c:v>5.6000000000000001E-2</c:v>
                </c:pt>
                <c:pt idx="2365">
                  <c:v>5.6000000000000001E-2</c:v>
                </c:pt>
                <c:pt idx="2366">
                  <c:v>5.6000000000000001E-2</c:v>
                </c:pt>
                <c:pt idx="2367">
                  <c:v>5.6000000000000001E-2</c:v>
                </c:pt>
                <c:pt idx="2368">
                  <c:v>5.6000000000000001E-2</c:v>
                </c:pt>
                <c:pt idx="2369">
                  <c:v>5.6000000000000001E-2</c:v>
                </c:pt>
                <c:pt idx="2370">
                  <c:v>5.6148148148148148E-2</c:v>
                </c:pt>
                <c:pt idx="2371">
                  <c:v>5.6148148148148148E-2</c:v>
                </c:pt>
                <c:pt idx="2372">
                  <c:v>5.6148148148148148E-2</c:v>
                </c:pt>
                <c:pt idx="2373">
                  <c:v>5.6148148148148148E-2</c:v>
                </c:pt>
                <c:pt idx="2374">
                  <c:v>5.6148148148148148E-2</c:v>
                </c:pt>
                <c:pt idx="2375">
                  <c:v>5.6148148148148148E-2</c:v>
                </c:pt>
                <c:pt idx="2376">
                  <c:v>5.6296296296296296E-2</c:v>
                </c:pt>
                <c:pt idx="2377">
                  <c:v>5.6296296296296296E-2</c:v>
                </c:pt>
                <c:pt idx="2378">
                  <c:v>5.6296296296296296E-2</c:v>
                </c:pt>
                <c:pt idx="2379">
                  <c:v>5.6444444444444443E-2</c:v>
                </c:pt>
                <c:pt idx="2380">
                  <c:v>5.659259259259259E-2</c:v>
                </c:pt>
                <c:pt idx="2381">
                  <c:v>5.6740740740740737E-2</c:v>
                </c:pt>
                <c:pt idx="2382">
                  <c:v>5.6740740740740737E-2</c:v>
                </c:pt>
                <c:pt idx="2383">
                  <c:v>5.6740740740740737E-2</c:v>
                </c:pt>
                <c:pt idx="2384">
                  <c:v>5.6740740740740737E-2</c:v>
                </c:pt>
                <c:pt idx="2385">
                  <c:v>5.6740740740740737E-2</c:v>
                </c:pt>
                <c:pt idx="2386">
                  <c:v>5.6740740740740737E-2</c:v>
                </c:pt>
                <c:pt idx="2387">
                  <c:v>5.6740740740740737E-2</c:v>
                </c:pt>
                <c:pt idx="2388">
                  <c:v>5.6740740740740737E-2</c:v>
                </c:pt>
                <c:pt idx="2389">
                  <c:v>5.6740740740740737E-2</c:v>
                </c:pt>
                <c:pt idx="2390">
                  <c:v>5.6740740740740737E-2</c:v>
                </c:pt>
                <c:pt idx="2391">
                  <c:v>5.6740740740740737E-2</c:v>
                </c:pt>
                <c:pt idx="2392">
                  <c:v>5.6740740740740737E-2</c:v>
                </c:pt>
                <c:pt idx="2393">
                  <c:v>5.6740740740740737E-2</c:v>
                </c:pt>
                <c:pt idx="2394">
                  <c:v>5.6740740740740737E-2</c:v>
                </c:pt>
                <c:pt idx="2395">
                  <c:v>5.6740740740740737E-2</c:v>
                </c:pt>
                <c:pt idx="2396">
                  <c:v>5.6888888888888892E-2</c:v>
                </c:pt>
                <c:pt idx="2397">
                  <c:v>5.6888888888888892E-2</c:v>
                </c:pt>
                <c:pt idx="2398">
                  <c:v>5.6888888888888892E-2</c:v>
                </c:pt>
                <c:pt idx="2399">
                  <c:v>5.6888888888888892E-2</c:v>
                </c:pt>
                <c:pt idx="2400">
                  <c:v>5.6888888888888892E-2</c:v>
                </c:pt>
                <c:pt idx="2401">
                  <c:v>5.6888888888888892E-2</c:v>
                </c:pt>
                <c:pt idx="2402">
                  <c:v>5.6888888888888892E-2</c:v>
                </c:pt>
                <c:pt idx="2403">
                  <c:v>5.6888888888888892E-2</c:v>
                </c:pt>
                <c:pt idx="2404">
                  <c:v>5.6888888888888892E-2</c:v>
                </c:pt>
                <c:pt idx="2405">
                  <c:v>5.7037037037037039E-2</c:v>
                </c:pt>
                <c:pt idx="2406">
                  <c:v>5.7037037037037039E-2</c:v>
                </c:pt>
                <c:pt idx="2407">
                  <c:v>5.7037037037037039E-2</c:v>
                </c:pt>
                <c:pt idx="2408">
                  <c:v>5.7037037037037039E-2</c:v>
                </c:pt>
                <c:pt idx="2409">
                  <c:v>5.7037037037037039E-2</c:v>
                </c:pt>
                <c:pt idx="2410">
                  <c:v>5.7037037037037039E-2</c:v>
                </c:pt>
                <c:pt idx="2411">
                  <c:v>5.7185185185185186E-2</c:v>
                </c:pt>
                <c:pt idx="2412">
                  <c:v>5.7185185185185186E-2</c:v>
                </c:pt>
                <c:pt idx="2413">
                  <c:v>5.7185185185185186E-2</c:v>
                </c:pt>
                <c:pt idx="2414">
                  <c:v>5.7185185185185186E-2</c:v>
                </c:pt>
                <c:pt idx="2415">
                  <c:v>5.7185185185185186E-2</c:v>
                </c:pt>
                <c:pt idx="2416">
                  <c:v>5.7185185185185186E-2</c:v>
                </c:pt>
                <c:pt idx="2417">
                  <c:v>5.7333333333333333E-2</c:v>
                </c:pt>
                <c:pt idx="2418">
                  <c:v>5.7333333333333333E-2</c:v>
                </c:pt>
                <c:pt idx="2419">
                  <c:v>5.7333333333333333E-2</c:v>
                </c:pt>
                <c:pt idx="2420">
                  <c:v>5.7333333333333333E-2</c:v>
                </c:pt>
                <c:pt idx="2421">
                  <c:v>5.7481481481481481E-2</c:v>
                </c:pt>
                <c:pt idx="2422">
                  <c:v>5.7481481481481481E-2</c:v>
                </c:pt>
                <c:pt idx="2423">
                  <c:v>5.7481481481481481E-2</c:v>
                </c:pt>
                <c:pt idx="2424">
                  <c:v>5.7481481481481481E-2</c:v>
                </c:pt>
                <c:pt idx="2425">
                  <c:v>5.7481481481481481E-2</c:v>
                </c:pt>
                <c:pt idx="2426">
                  <c:v>5.7481481481481481E-2</c:v>
                </c:pt>
                <c:pt idx="2427">
                  <c:v>5.7481481481481481E-2</c:v>
                </c:pt>
                <c:pt idx="2428">
                  <c:v>5.7629629629629628E-2</c:v>
                </c:pt>
                <c:pt idx="2429">
                  <c:v>5.7629629629629628E-2</c:v>
                </c:pt>
                <c:pt idx="2430">
                  <c:v>5.7629629629629628E-2</c:v>
                </c:pt>
                <c:pt idx="2431">
                  <c:v>5.7629629629629628E-2</c:v>
                </c:pt>
                <c:pt idx="2432">
                  <c:v>5.7629629629629628E-2</c:v>
                </c:pt>
                <c:pt idx="2433">
                  <c:v>5.7629629629629628E-2</c:v>
                </c:pt>
                <c:pt idx="2434">
                  <c:v>5.7629629629629628E-2</c:v>
                </c:pt>
                <c:pt idx="2435">
                  <c:v>5.7777777777777775E-2</c:v>
                </c:pt>
                <c:pt idx="2436">
                  <c:v>5.7777777777777775E-2</c:v>
                </c:pt>
                <c:pt idx="2437">
                  <c:v>5.7777777777777775E-2</c:v>
                </c:pt>
                <c:pt idx="2438">
                  <c:v>5.7777777777777775E-2</c:v>
                </c:pt>
                <c:pt idx="2439">
                  <c:v>5.7777777777777775E-2</c:v>
                </c:pt>
                <c:pt idx="2440">
                  <c:v>5.7777777777777775E-2</c:v>
                </c:pt>
                <c:pt idx="2441">
                  <c:v>5.7777777777777775E-2</c:v>
                </c:pt>
                <c:pt idx="2442">
                  <c:v>5.7777777777777775E-2</c:v>
                </c:pt>
                <c:pt idx="2443">
                  <c:v>5.7925925925925929E-2</c:v>
                </c:pt>
                <c:pt idx="2444">
                  <c:v>5.7925925925925929E-2</c:v>
                </c:pt>
                <c:pt idx="2445">
                  <c:v>5.7925925925925929E-2</c:v>
                </c:pt>
                <c:pt idx="2446">
                  <c:v>5.7925925925925929E-2</c:v>
                </c:pt>
                <c:pt idx="2447">
                  <c:v>5.7925925925925929E-2</c:v>
                </c:pt>
                <c:pt idx="2448">
                  <c:v>5.7925925925925929E-2</c:v>
                </c:pt>
                <c:pt idx="2449">
                  <c:v>5.7925925925925929E-2</c:v>
                </c:pt>
                <c:pt idx="2450">
                  <c:v>5.7925925925925929E-2</c:v>
                </c:pt>
                <c:pt idx="2451">
                  <c:v>5.7925925925925929E-2</c:v>
                </c:pt>
                <c:pt idx="2452">
                  <c:v>5.7925925925925929E-2</c:v>
                </c:pt>
                <c:pt idx="2453">
                  <c:v>5.8074074074074077E-2</c:v>
                </c:pt>
                <c:pt idx="2454">
                  <c:v>5.8074074074074077E-2</c:v>
                </c:pt>
                <c:pt idx="2455">
                  <c:v>5.8074074074074077E-2</c:v>
                </c:pt>
                <c:pt idx="2456">
                  <c:v>5.8074074074074077E-2</c:v>
                </c:pt>
                <c:pt idx="2457">
                  <c:v>5.8074074074074077E-2</c:v>
                </c:pt>
                <c:pt idx="2458">
                  <c:v>5.8074074074074077E-2</c:v>
                </c:pt>
                <c:pt idx="2459">
                  <c:v>5.8074074074074077E-2</c:v>
                </c:pt>
                <c:pt idx="2460">
                  <c:v>5.8074074074074077E-2</c:v>
                </c:pt>
                <c:pt idx="2461">
                  <c:v>5.8074074074074077E-2</c:v>
                </c:pt>
                <c:pt idx="2462">
                  <c:v>5.8074074074074077E-2</c:v>
                </c:pt>
                <c:pt idx="2463">
                  <c:v>5.8074074074074077E-2</c:v>
                </c:pt>
                <c:pt idx="2464">
                  <c:v>5.8074074074074077E-2</c:v>
                </c:pt>
                <c:pt idx="2465">
                  <c:v>5.8074074074074077E-2</c:v>
                </c:pt>
                <c:pt idx="2466">
                  <c:v>5.8074074074074077E-2</c:v>
                </c:pt>
                <c:pt idx="2467">
                  <c:v>5.8074074074074077E-2</c:v>
                </c:pt>
                <c:pt idx="2468">
                  <c:v>5.8074074074074077E-2</c:v>
                </c:pt>
                <c:pt idx="2469">
                  <c:v>5.8074074074074077E-2</c:v>
                </c:pt>
                <c:pt idx="2470">
                  <c:v>5.8074074074074077E-2</c:v>
                </c:pt>
                <c:pt idx="2471">
                  <c:v>5.8074074074074077E-2</c:v>
                </c:pt>
                <c:pt idx="2472">
                  <c:v>5.8074074074074077E-2</c:v>
                </c:pt>
                <c:pt idx="2473">
                  <c:v>5.8074074074074077E-2</c:v>
                </c:pt>
                <c:pt idx="2474">
                  <c:v>5.8074074074074077E-2</c:v>
                </c:pt>
                <c:pt idx="2475">
                  <c:v>5.8074074074074077E-2</c:v>
                </c:pt>
                <c:pt idx="2476">
                  <c:v>5.8222222222222224E-2</c:v>
                </c:pt>
                <c:pt idx="2477">
                  <c:v>5.8222222222222224E-2</c:v>
                </c:pt>
                <c:pt idx="2478">
                  <c:v>5.8222222222222224E-2</c:v>
                </c:pt>
                <c:pt idx="2479">
                  <c:v>5.8222222222222224E-2</c:v>
                </c:pt>
                <c:pt idx="2480">
                  <c:v>5.8222222222222224E-2</c:v>
                </c:pt>
                <c:pt idx="2481">
                  <c:v>5.8222222222222224E-2</c:v>
                </c:pt>
                <c:pt idx="2482">
                  <c:v>5.8222222222222224E-2</c:v>
                </c:pt>
                <c:pt idx="2483">
                  <c:v>5.8222222222222224E-2</c:v>
                </c:pt>
                <c:pt idx="2484">
                  <c:v>5.8222222222222224E-2</c:v>
                </c:pt>
                <c:pt idx="2485">
                  <c:v>5.8222222222222224E-2</c:v>
                </c:pt>
                <c:pt idx="2486">
                  <c:v>5.8222222222222224E-2</c:v>
                </c:pt>
                <c:pt idx="2487">
                  <c:v>5.8370370370370371E-2</c:v>
                </c:pt>
                <c:pt idx="2488">
                  <c:v>5.8370370370370371E-2</c:v>
                </c:pt>
                <c:pt idx="2489">
                  <c:v>5.8370370370370371E-2</c:v>
                </c:pt>
                <c:pt idx="2490">
                  <c:v>5.8370370370370371E-2</c:v>
                </c:pt>
                <c:pt idx="2491">
                  <c:v>5.8370370370370371E-2</c:v>
                </c:pt>
                <c:pt idx="2492">
                  <c:v>5.8370370370370371E-2</c:v>
                </c:pt>
                <c:pt idx="2493">
                  <c:v>5.8370370370370371E-2</c:v>
                </c:pt>
                <c:pt idx="2494">
                  <c:v>5.8518518518518518E-2</c:v>
                </c:pt>
                <c:pt idx="2495">
                  <c:v>5.8518518518518518E-2</c:v>
                </c:pt>
                <c:pt idx="2496">
                  <c:v>5.8518518518518518E-2</c:v>
                </c:pt>
                <c:pt idx="2497">
                  <c:v>5.8518518518518518E-2</c:v>
                </c:pt>
                <c:pt idx="2498">
                  <c:v>5.8518518518518518E-2</c:v>
                </c:pt>
                <c:pt idx="2499">
                  <c:v>5.8518518518518518E-2</c:v>
                </c:pt>
                <c:pt idx="2500">
                  <c:v>5.8518518518518518E-2</c:v>
                </c:pt>
                <c:pt idx="2501">
                  <c:v>5.8518518518518518E-2</c:v>
                </c:pt>
                <c:pt idx="2502">
                  <c:v>5.8666666666666666E-2</c:v>
                </c:pt>
                <c:pt idx="2503">
                  <c:v>5.8666666666666666E-2</c:v>
                </c:pt>
                <c:pt idx="2504">
                  <c:v>5.8814814814814813E-2</c:v>
                </c:pt>
                <c:pt idx="2505">
                  <c:v>5.8814814814814813E-2</c:v>
                </c:pt>
                <c:pt idx="2506">
                  <c:v>5.8814814814814813E-2</c:v>
                </c:pt>
                <c:pt idx="2507">
                  <c:v>5.8814814814814813E-2</c:v>
                </c:pt>
                <c:pt idx="2508">
                  <c:v>5.8814814814814813E-2</c:v>
                </c:pt>
                <c:pt idx="2509">
                  <c:v>5.8814814814814813E-2</c:v>
                </c:pt>
                <c:pt idx="2510">
                  <c:v>5.8814814814814813E-2</c:v>
                </c:pt>
                <c:pt idx="2511">
                  <c:v>5.896296296296296E-2</c:v>
                </c:pt>
                <c:pt idx="2512">
                  <c:v>5.896296296296296E-2</c:v>
                </c:pt>
                <c:pt idx="2513">
                  <c:v>5.896296296296296E-2</c:v>
                </c:pt>
                <c:pt idx="2514">
                  <c:v>5.896296296296296E-2</c:v>
                </c:pt>
                <c:pt idx="2515">
                  <c:v>5.9111111111111114E-2</c:v>
                </c:pt>
                <c:pt idx="2516">
                  <c:v>5.9111111111111114E-2</c:v>
                </c:pt>
                <c:pt idx="2517">
                  <c:v>5.9111111111111114E-2</c:v>
                </c:pt>
                <c:pt idx="2518">
                  <c:v>5.9259259259259262E-2</c:v>
                </c:pt>
                <c:pt idx="2519">
                  <c:v>5.9259259259259262E-2</c:v>
                </c:pt>
                <c:pt idx="2520">
                  <c:v>5.9407407407407409E-2</c:v>
                </c:pt>
                <c:pt idx="2521">
                  <c:v>5.9407407407407409E-2</c:v>
                </c:pt>
                <c:pt idx="2522">
                  <c:v>5.9407407407407409E-2</c:v>
                </c:pt>
                <c:pt idx="2523">
                  <c:v>5.9555555555555556E-2</c:v>
                </c:pt>
                <c:pt idx="2524">
                  <c:v>5.9703703703703703E-2</c:v>
                </c:pt>
                <c:pt idx="2525">
                  <c:v>5.9703703703703703E-2</c:v>
                </c:pt>
                <c:pt idx="2526">
                  <c:v>5.9703703703703703E-2</c:v>
                </c:pt>
                <c:pt idx="2527">
                  <c:v>5.9703703703703703E-2</c:v>
                </c:pt>
                <c:pt idx="2528">
                  <c:v>5.9703703703703703E-2</c:v>
                </c:pt>
                <c:pt idx="2529">
                  <c:v>5.9703703703703703E-2</c:v>
                </c:pt>
                <c:pt idx="2530">
                  <c:v>5.9703703703703703E-2</c:v>
                </c:pt>
                <c:pt idx="2531">
                  <c:v>5.9851851851851851E-2</c:v>
                </c:pt>
                <c:pt idx="2532">
                  <c:v>5.9851851851851851E-2</c:v>
                </c:pt>
                <c:pt idx="2533">
                  <c:v>5.9851851851851851E-2</c:v>
                </c:pt>
                <c:pt idx="2534">
                  <c:v>5.9851851851851851E-2</c:v>
                </c:pt>
                <c:pt idx="2535">
                  <c:v>0.06</c:v>
                </c:pt>
                <c:pt idx="2536">
                  <c:v>0.06</c:v>
                </c:pt>
                <c:pt idx="2537">
                  <c:v>0.06</c:v>
                </c:pt>
                <c:pt idx="2538">
                  <c:v>6.0148148148148145E-2</c:v>
                </c:pt>
                <c:pt idx="2539">
                  <c:v>6.0148148148148145E-2</c:v>
                </c:pt>
                <c:pt idx="2540">
                  <c:v>6.0296296296296299E-2</c:v>
                </c:pt>
                <c:pt idx="2541">
                  <c:v>6.0444444444444446E-2</c:v>
                </c:pt>
                <c:pt idx="2542">
                  <c:v>6.0444444444444446E-2</c:v>
                </c:pt>
                <c:pt idx="2543">
                  <c:v>6.0444444444444446E-2</c:v>
                </c:pt>
                <c:pt idx="2544">
                  <c:v>6.0444444444444446E-2</c:v>
                </c:pt>
                <c:pt idx="2545">
                  <c:v>6.0444444444444446E-2</c:v>
                </c:pt>
                <c:pt idx="2546">
                  <c:v>6.0444444444444446E-2</c:v>
                </c:pt>
                <c:pt idx="2547">
                  <c:v>6.0444444444444446E-2</c:v>
                </c:pt>
                <c:pt idx="2548">
                  <c:v>6.0592592592592594E-2</c:v>
                </c:pt>
                <c:pt idx="2549">
                  <c:v>6.0592592592592594E-2</c:v>
                </c:pt>
                <c:pt idx="2550">
                  <c:v>6.0592592592592594E-2</c:v>
                </c:pt>
                <c:pt idx="2551">
                  <c:v>6.0592592592592594E-2</c:v>
                </c:pt>
                <c:pt idx="2552">
                  <c:v>6.0592592592592594E-2</c:v>
                </c:pt>
                <c:pt idx="2553">
                  <c:v>6.0592592592592594E-2</c:v>
                </c:pt>
                <c:pt idx="2554">
                  <c:v>6.0592592592592594E-2</c:v>
                </c:pt>
                <c:pt idx="2555">
                  <c:v>6.0592592592592594E-2</c:v>
                </c:pt>
                <c:pt idx="2556">
                  <c:v>6.0592592592592594E-2</c:v>
                </c:pt>
                <c:pt idx="2557">
                  <c:v>6.0592592592592594E-2</c:v>
                </c:pt>
                <c:pt idx="2558">
                  <c:v>6.0592592592592594E-2</c:v>
                </c:pt>
                <c:pt idx="2559">
                  <c:v>6.0740740740740741E-2</c:v>
                </c:pt>
                <c:pt idx="2560">
                  <c:v>6.0740740740740741E-2</c:v>
                </c:pt>
                <c:pt idx="2561">
                  <c:v>6.0740740740740741E-2</c:v>
                </c:pt>
                <c:pt idx="2562">
                  <c:v>6.0740740740740741E-2</c:v>
                </c:pt>
                <c:pt idx="2563">
                  <c:v>6.0888888888888888E-2</c:v>
                </c:pt>
                <c:pt idx="2564">
                  <c:v>6.0888888888888888E-2</c:v>
                </c:pt>
                <c:pt idx="2565">
                  <c:v>6.0888888888888888E-2</c:v>
                </c:pt>
                <c:pt idx="2566">
                  <c:v>6.0888888888888888E-2</c:v>
                </c:pt>
                <c:pt idx="2567">
                  <c:v>6.0888888888888888E-2</c:v>
                </c:pt>
                <c:pt idx="2568">
                  <c:v>6.0888888888888888E-2</c:v>
                </c:pt>
                <c:pt idx="2569">
                  <c:v>6.1037037037037035E-2</c:v>
                </c:pt>
                <c:pt idx="2570">
                  <c:v>6.1037037037037035E-2</c:v>
                </c:pt>
                <c:pt idx="2571">
                  <c:v>6.1037037037037035E-2</c:v>
                </c:pt>
                <c:pt idx="2572">
                  <c:v>6.1037037037037035E-2</c:v>
                </c:pt>
                <c:pt idx="2573">
                  <c:v>6.1037037037037035E-2</c:v>
                </c:pt>
                <c:pt idx="2574">
                  <c:v>6.1185185185185183E-2</c:v>
                </c:pt>
                <c:pt idx="2575">
                  <c:v>6.1185185185185183E-2</c:v>
                </c:pt>
                <c:pt idx="2576">
                  <c:v>6.1185185185185183E-2</c:v>
                </c:pt>
                <c:pt idx="2577">
                  <c:v>6.1185185185185183E-2</c:v>
                </c:pt>
                <c:pt idx="2578">
                  <c:v>6.1185185185185183E-2</c:v>
                </c:pt>
                <c:pt idx="2579">
                  <c:v>6.1185185185185183E-2</c:v>
                </c:pt>
                <c:pt idx="2580">
                  <c:v>6.1185185185185183E-2</c:v>
                </c:pt>
                <c:pt idx="2581">
                  <c:v>6.133333333333333E-2</c:v>
                </c:pt>
                <c:pt idx="2582">
                  <c:v>6.133333333333333E-2</c:v>
                </c:pt>
                <c:pt idx="2583">
                  <c:v>6.133333333333333E-2</c:v>
                </c:pt>
                <c:pt idx="2584">
                  <c:v>6.133333333333333E-2</c:v>
                </c:pt>
                <c:pt idx="2585">
                  <c:v>6.133333333333333E-2</c:v>
                </c:pt>
                <c:pt idx="2586">
                  <c:v>6.1481481481481484E-2</c:v>
                </c:pt>
                <c:pt idx="2587">
                  <c:v>6.1481481481481484E-2</c:v>
                </c:pt>
                <c:pt idx="2588">
                  <c:v>6.1481481481481484E-2</c:v>
                </c:pt>
                <c:pt idx="2589">
                  <c:v>6.1481481481481484E-2</c:v>
                </c:pt>
                <c:pt idx="2590">
                  <c:v>6.1481481481481484E-2</c:v>
                </c:pt>
                <c:pt idx="2591">
                  <c:v>6.1481481481481484E-2</c:v>
                </c:pt>
                <c:pt idx="2592">
                  <c:v>6.1481481481481484E-2</c:v>
                </c:pt>
                <c:pt idx="2593">
                  <c:v>6.1481481481481484E-2</c:v>
                </c:pt>
                <c:pt idx="2594">
                  <c:v>6.1481481481481484E-2</c:v>
                </c:pt>
                <c:pt idx="2595">
                  <c:v>6.1481481481481484E-2</c:v>
                </c:pt>
                <c:pt idx="2596">
                  <c:v>6.1481481481481484E-2</c:v>
                </c:pt>
                <c:pt idx="2597">
                  <c:v>6.1481481481481484E-2</c:v>
                </c:pt>
                <c:pt idx="2598">
                  <c:v>6.1481481481481484E-2</c:v>
                </c:pt>
                <c:pt idx="2599">
                  <c:v>6.1481481481481484E-2</c:v>
                </c:pt>
                <c:pt idx="2600">
                  <c:v>6.1629629629629631E-2</c:v>
                </c:pt>
                <c:pt idx="2601">
                  <c:v>6.1629629629629631E-2</c:v>
                </c:pt>
                <c:pt idx="2602">
                  <c:v>6.1629629629629631E-2</c:v>
                </c:pt>
                <c:pt idx="2603">
                  <c:v>6.1629629629629631E-2</c:v>
                </c:pt>
                <c:pt idx="2604">
                  <c:v>6.1629629629629631E-2</c:v>
                </c:pt>
                <c:pt idx="2605">
                  <c:v>6.1629629629629631E-2</c:v>
                </c:pt>
                <c:pt idx="2606">
                  <c:v>6.1629629629629631E-2</c:v>
                </c:pt>
                <c:pt idx="2607">
                  <c:v>6.1629629629629631E-2</c:v>
                </c:pt>
                <c:pt idx="2608">
                  <c:v>6.1629629629629631E-2</c:v>
                </c:pt>
                <c:pt idx="2609">
                  <c:v>6.1629629629629631E-2</c:v>
                </c:pt>
                <c:pt idx="2610">
                  <c:v>6.1629629629629631E-2</c:v>
                </c:pt>
                <c:pt idx="2611">
                  <c:v>6.1629629629629631E-2</c:v>
                </c:pt>
                <c:pt idx="2612">
                  <c:v>6.1629629629629631E-2</c:v>
                </c:pt>
                <c:pt idx="2613">
                  <c:v>6.1629629629629631E-2</c:v>
                </c:pt>
                <c:pt idx="2614">
                  <c:v>6.1629629629629631E-2</c:v>
                </c:pt>
                <c:pt idx="2615">
                  <c:v>6.1629629629629631E-2</c:v>
                </c:pt>
                <c:pt idx="2616">
                  <c:v>6.1629629629629631E-2</c:v>
                </c:pt>
                <c:pt idx="2617">
                  <c:v>6.1777777777777779E-2</c:v>
                </c:pt>
                <c:pt idx="2618">
                  <c:v>6.1777777777777779E-2</c:v>
                </c:pt>
                <c:pt idx="2619">
                  <c:v>6.1925925925925926E-2</c:v>
                </c:pt>
                <c:pt idx="2620">
                  <c:v>6.1925925925925926E-2</c:v>
                </c:pt>
                <c:pt idx="2621">
                  <c:v>6.1925925925925926E-2</c:v>
                </c:pt>
                <c:pt idx="2622">
                  <c:v>6.1925925925925926E-2</c:v>
                </c:pt>
                <c:pt idx="2623">
                  <c:v>6.2074074074074073E-2</c:v>
                </c:pt>
                <c:pt idx="2624">
                  <c:v>6.2074074074074073E-2</c:v>
                </c:pt>
                <c:pt idx="2625">
                  <c:v>6.2074074074074073E-2</c:v>
                </c:pt>
                <c:pt idx="2626">
                  <c:v>6.2074074074074073E-2</c:v>
                </c:pt>
                <c:pt idx="2627">
                  <c:v>6.2074074074074073E-2</c:v>
                </c:pt>
                <c:pt idx="2628">
                  <c:v>6.2074074074074073E-2</c:v>
                </c:pt>
                <c:pt idx="2629">
                  <c:v>6.2074074074074073E-2</c:v>
                </c:pt>
                <c:pt idx="2630">
                  <c:v>6.2074074074074073E-2</c:v>
                </c:pt>
                <c:pt idx="2631">
                  <c:v>6.2074074074074073E-2</c:v>
                </c:pt>
                <c:pt idx="2632">
                  <c:v>6.222222222222222E-2</c:v>
                </c:pt>
                <c:pt idx="2633">
                  <c:v>6.222222222222222E-2</c:v>
                </c:pt>
                <c:pt idx="2634">
                  <c:v>6.222222222222222E-2</c:v>
                </c:pt>
                <c:pt idx="2635">
                  <c:v>6.222222222222222E-2</c:v>
                </c:pt>
                <c:pt idx="2636">
                  <c:v>6.222222222222222E-2</c:v>
                </c:pt>
                <c:pt idx="2637">
                  <c:v>6.2370370370370368E-2</c:v>
                </c:pt>
                <c:pt idx="2638">
                  <c:v>6.2370370370370368E-2</c:v>
                </c:pt>
                <c:pt idx="2639">
                  <c:v>6.2370370370370368E-2</c:v>
                </c:pt>
                <c:pt idx="2640">
                  <c:v>6.2370370370370368E-2</c:v>
                </c:pt>
                <c:pt idx="2641">
                  <c:v>6.2518518518518515E-2</c:v>
                </c:pt>
                <c:pt idx="2642">
                  <c:v>6.2518518518518515E-2</c:v>
                </c:pt>
                <c:pt idx="2643">
                  <c:v>6.2666666666666662E-2</c:v>
                </c:pt>
                <c:pt idx="2644">
                  <c:v>6.2666666666666662E-2</c:v>
                </c:pt>
                <c:pt idx="2645">
                  <c:v>6.2814814814814809E-2</c:v>
                </c:pt>
                <c:pt idx="2646">
                  <c:v>6.2962962962962957E-2</c:v>
                </c:pt>
                <c:pt idx="2647">
                  <c:v>6.2962962962962957E-2</c:v>
                </c:pt>
                <c:pt idx="2648">
                  <c:v>6.2962962962962957E-2</c:v>
                </c:pt>
                <c:pt idx="2649">
                  <c:v>6.2962962962962957E-2</c:v>
                </c:pt>
                <c:pt idx="2650">
                  <c:v>6.2962962962962957E-2</c:v>
                </c:pt>
                <c:pt idx="2651">
                  <c:v>6.2962962962962957E-2</c:v>
                </c:pt>
                <c:pt idx="2652">
                  <c:v>6.2962962962962957E-2</c:v>
                </c:pt>
                <c:pt idx="2653">
                  <c:v>6.2962962962962957E-2</c:v>
                </c:pt>
                <c:pt idx="2654">
                  <c:v>6.2962962962962957E-2</c:v>
                </c:pt>
                <c:pt idx="2655">
                  <c:v>6.2962962962962957E-2</c:v>
                </c:pt>
                <c:pt idx="2656">
                  <c:v>6.2962962962962957E-2</c:v>
                </c:pt>
                <c:pt idx="2657">
                  <c:v>6.2962962962962957E-2</c:v>
                </c:pt>
                <c:pt idx="2658">
                  <c:v>6.2962962962962957E-2</c:v>
                </c:pt>
                <c:pt idx="2659">
                  <c:v>6.2962962962962957E-2</c:v>
                </c:pt>
                <c:pt idx="2660">
                  <c:v>6.2962962962962957E-2</c:v>
                </c:pt>
                <c:pt idx="2661">
                  <c:v>6.2962962962962957E-2</c:v>
                </c:pt>
                <c:pt idx="2662">
                  <c:v>6.2962962962962957E-2</c:v>
                </c:pt>
                <c:pt idx="2663">
                  <c:v>6.2962962962962957E-2</c:v>
                </c:pt>
                <c:pt idx="2664">
                  <c:v>6.2962962962962957E-2</c:v>
                </c:pt>
                <c:pt idx="2665">
                  <c:v>6.2962962962962957E-2</c:v>
                </c:pt>
                <c:pt idx="2666">
                  <c:v>6.2962962962962957E-2</c:v>
                </c:pt>
                <c:pt idx="2667">
                  <c:v>6.2962962962962957E-2</c:v>
                </c:pt>
                <c:pt idx="2668">
                  <c:v>6.2962962962962957E-2</c:v>
                </c:pt>
                <c:pt idx="2669">
                  <c:v>6.2962962962962957E-2</c:v>
                </c:pt>
                <c:pt idx="2670">
                  <c:v>6.2962962962962957E-2</c:v>
                </c:pt>
                <c:pt idx="2671">
                  <c:v>6.2962962962962957E-2</c:v>
                </c:pt>
                <c:pt idx="2672">
                  <c:v>6.2962962962962957E-2</c:v>
                </c:pt>
                <c:pt idx="2673">
                  <c:v>6.2962962962962957E-2</c:v>
                </c:pt>
                <c:pt idx="2674">
                  <c:v>6.2962962962962957E-2</c:v>
                </c:pt>
                <c:pt idx="2675">
                  <c:v>6.3111111111111118E-2</c:v>
                </c:pt>
                <c:pt idx="2676">
                  <c:v>6.3111111111111118E-2</c:v>
                </c:pt>
                <c:pt idx="2677">
                  <c:v>6.3111111111111118E-2</c:v>
                </c:pt>
                <c:pt idx="2678">
                  <c:v>6.3111111111111118E-2</c:v>
                </c:pt>
                <c:pt idx="2679">
                  <c:v>6.3111111111111118E-2</c:v>
                </c:pt>
                <c:pt idx="2680">
                  <c:v>6.3111111111111118E-2</c:v>
                </c:pt>
                <c:pt idx="2681">
                  <c:v>6.3111111111111118E-2</c:v>
                </c:pt>
                <c:pt idx="2682">
                  <c:v>6.3111111111111118E-2</c:v>
                </c:pt>
                <c:pt idx="2683">
                  <c:v>6.3259259259259265E-2</c:v>
                </c:pt>
                <c:pt idx="2684">
                  <c:v>6.3259259259259265E-2</c:v>
                </c:pt>
                <c:pt idx="2685">
                  <c:v>6.3259259259259265E-2</c:v>
                </c:pt>
                <c:pt idx="2686">
                  <c:v>6.3259259259259265E-2</c:v>
                </c:pt>
                <c:pt idx="2687">
                  <c:v>6.3407407407407412E-2</c:v>
                </c:pt>
                <c:pt idx="2688">
                  <c:v>6.3407407407407412E-2</c:v>
                </c:pt>
                <c:pt idx="2689">
                  <c:v>6.3407407407407412E-2</c:v>
                </c:pt>
                <c:pt idx="2690">
                  <c:v>6.3407407407407412E-2</c:v>
                </c:pt>
                <c:pt idx="2691">
                  <c:v>6.3407407407407412E-2</c:v>
                </c:pt>
                <c:pt idx="2692">
                  <c:v>6.3407407407407412E-2</c:v>
                </c:pt>
                <c:pt idx="2693">
                  <c:v>6.3407407407407412E-2</c:v>
                </c:pt>
                <c:pt idx="2694">
                  <c:v>6.3407407407407412E-2</c:v>
                </c:pt>
                <c:pt idx="2695">
                  <c:v>6.3407407407407412E-2</c:v>
                </c:pt>
                <c:pt idx="2696">
                  <c:v>6.3407407407407412E-2</c:v>
                </c:pt>
                <c:pt idx="2697">
                  <c:v>6.3407407407407412E-2</c:v>
                </c:pt>
                <c:pt idx="2698">
                  <c:v>6.3407407407407412E-2</c:v>
                </c:pt>
                <c:pt idx="2699">
                  <c:v>6.3407407407407412E-2</c:v>
                </c:pt>
                <c:pt idx="2700">
                  <c:v>6.3407407407407412E-2</c:v>
                </c:pt>
                <c:pt idx="2701">
                  <c:v>6.3407407407407412E-2</c:v>
                </c:pt>
                <c:pt idx="2702">
                  <c:v>6.3407407407407412E-2</c:v>
                </c:pt>
                <c:pt idx="2703">
                  <c:v>6.355555555555556E-2</c:v>
                </c:pt>
                <c:pt idx="2704">
                  <c:v>6.355555555555556E-2</c:v>
                </c:pt>
                <c:pt idx="2705">
                  <c:v>6.3703703703703707E-2</c:v>
                </c:pt>
                <c:pt idx="2706">
                  <c:v>6.3703703703703707E-2</c:v>
                </c:pt>
                <c:pt idx="2707">
                  <c:v>6.3851851851851854E-2</c:v>
                </c:pt>
                <c:pt idx="2708">
                  <c:v>6.3851851851851854E-2</c:v>
                </c:pt>
                <c:pt idx="2709">
                  <c:v>6.3851851851851854E-2</c:v>
                </c:pt>
                <c:pt idx="2710">
                  <c:v>6.3851851851851854E-2</c:v>
                </c:pt>
                <c:pt idx="2711">
                  <c:v>6.3851851851851854E-2</c:v>
                </c:pt>
                <c:pt idx="2712">
                  <c:v>6.4000000000000001E-2</c:v>
                </c:pt>
                <c:pt idx="2713">
                  <c:v>6.4000000000000001E-2</c:v>
                </c:pt>
                <c:pt idx="2714">
                  <c:v>6.4000000000000001E-2</c:v>
                </c:pt>
                <c:pt idx="2715">
                  <c:v>6.4148148148148149E-2</c:v>
                </c:pt>
                <c:pt idx="2716">
                  <c:v>6.4148148148148149E-2</c:v>
                </c:pt>
                <c:pt idx="2717">
                  <c:v>6.4296296296296296E-2</c:v>
                </c:pt>
                <c:pt idx="2718">
                  <c:v>6.4296296296296296E-2</c:v>
                </c:pt>
                <c:pt idx="2719">
                  <c:v>6.4296296296296296E-2</c:v>
                </c:pt>
                <c:pt idx="2720">
                  <c:v>6.4296296296296296E-2</c:v>
                </c:pt>
                <c:pt idx="2721">
                  <c:v>6.4296296296296296E-2</c:v>
                </c:pt>
                <c:pt idx="2722">
                  <c:v>6.4444444444444443E-2</c:v>
                </c:pt>
                <c:pt idx="2723">
                  <c:v>6.4444444444444443E-2</c:v>
                </c:pt>
                <c:pt idx="2724">
                  <c:v>6.4444444444444443E-2</c:v>
                </c:pt>
                <c:pt idx="2725">
                  <c:v>6.4444444444444443E-2</c:v>
                </c:pt>
                <c:pt idx="2726">
                  <c:v>6.4444444444444443E-2</c:v>
                </c:pt>
                <c:pt idx="2727">
                  <c:v>6.459259259259259E-2</c:v>
                </c:pt>
                <c:pt idx="2728">
                  <c:v>6.459259259259259E-2</c:v>
                </c:pt>
                <c:pt idx="2729">
                  <c:v>6.459259259259259E-2</c:v>
                </c:pt>
                <c:pt idx="2730">
                  <c:v>6.459259259259259E-2</c:v>
                </c:pt>
                <c:pt idx="2731">
                  <c:v>6.459259259259259E-2</c:v>
                </c:pt>
                <c:pt idx="2732">
                  <c:v>6.459259259259259E-2</c:v>
                </c:pt>
                <c:pt idx="2733">
                  <c:v>6.459259259259259E-2</c:v>
                </c:pt>
                <c:pt idx="2734">
                  <c:v>6.459259259259259E-2</c:v>
                </c:pt>
                <c:pt idx="2735">
                  <c:v>6.459259259259259E-2</c:v>
                </c:pt>
                <c:pt idx="2736">
                  <c:v>6.459259259259259E-2</c:v>
                </c:pt>
                <c:pt idx="2737">
                  <c:v>6.459259259259259E-2</c:v>
                </c:pt>
                <c:pt idx="2738">
                  <c:v>6.459259259259259E-2</c:v>
                </c:pt>
                <c:pt idx="2739">
                  <c:v>6.4740740740740738E-2</c:v>
                </c:pt>
                <c:pt idx="2740">
                  <c:v>6.4740740740740738E-2</c:v>
                </c:pt>
                <c:pt idx="2741">
                  <c:v>6.4740740740740738E-2</c:v>
                </c:pt>
                <c:pt idx="2742">
                  <c:v>6.4740740740740738E-2</c:v>
                </c:pt>
                <c:pt idx="2743">
                  <c:v>6.4740740740740738E-2</c:v>
                </c:pt>
                <c:pt idx="2744">
                  <c:v>6.4740740740740738E-2</c:v>
                </c:pt>
                <c:pt idx="2745">
                  <c:v>6.4740740740740738E-2</c:v>
                </c:pt>
                <c:pt idx="2746">
                  <c:v>6.4740740740740738E-2</c:v>
                </c:pt>
                <c:pt idx="2747">
                  <c:v>6.4740740740740738E-2</c:v>
                </c:pt>
                <c:pt idx="2748">
                  <c:v>6.4740740740740738E-2</c:v>
                </c:pt>
                <c:pt idx="2749">
                  <c:v>6.4740740740740738E-2</c:v>
                </c:pt>
                <c:pt idx="2750">
                  <c:v>6.4740740740740738E-2</c:v>
                </c:pt>
                <c:pt idx="2751">
                  <c:v>6.4740740740740738E-2</c:v>
                </c:pt>
                <c:pt idx="2752">
                  <c:v>6.4740740740740738E-2</c:v>
                </c:pt>
                <c:pt idx="2753">
                  <c:v>6.4740740740740738E-2</c:v>
                </c:pt>
                <c:pt idx="2754">
                  <c:v>6.4740740740740738E-2</c:v>
                </c:pt>
                <c:pt idx="2755">
                  <c:v>6.4740740740740738E-2</c:v>
                </c:pt>
                <c:pt idx="2756">
                  <c:v>6.4888888888888885E-2</c:v>
                </c:pt>
                <c:pt idx="2757">
                  <c:v>6.4888888888888885E-2</c:v>
                </c:pt>
                <c:pt idx="2758">
                  <c:v>6.4888888888888885E-2</c:v>
                </c:pt>
                <c:pt idx="2759">
                  <c:v>6.4888888888888885E-2</c:v>
                </c:pt>
                <c:pt idx="2760">
                  <c:v>6.4888888888888885E-2</c:v>
                </c:pt>
                <c:pt idx="2761">
                  <c:v>6.4888888888888885E-2</c:v>
                </c:pt>
                <c:pt idx="2762">
                  <c:v>6.4888888888888885E-2</c:v>
                </c:pt>
                <c:pt idx="2763">
                  <c:v>6.4888888888888885E-2</c:v>
                </c:pt>
                <c:pt idx="2764">
                  <c:v>6.4888888888888885E-2</c:v>
                </c:pt>
                <c:pt idx="2765">
                  <c:v>6.4888888888888885E-2</c:v>
                </c:pt>
                <c:pt idx="2766">
                  <c:v>6.4888888888888885E-2</c:v>
                </c:pt>
                <c:pt idx="2767">
                  <c:v>6.4888888888888885E-2</c:v>
                </c:pt>
                <c:pt idx="2768">
                  <c:v>6.4888888888888885E-2</c:v>
                </c:pt>
                <c:pt idx="2769">
                  <c:v>6.4888888888888885E-2</c:v>
                </c:pt>
                <c:pt idx="2770">
                  <c:v>6.4888888888888885E-2</c:v>
                </c:pt>
                <c:pt idx="2771">
                  <c:v>6.4888888888888885E-2</c:v>
                </c:pt>
                <c:pt idx="2772">
                  <c:v>6.5037037037037032E-2</c:v>
                </c:pt>
                <c:pt idx="2773">
                  <c:v>6.5037037037037032E-2</c:v>
                </c:pt>
                <c:pt idx="2774">
                  <c:v>6.5037037037037032E-2</c:v>
                </c:pt>
                <c:pt idx="2775">
                  <c:v>6.5037037037037032E-2</c:v>
                </c:pt>
                <c:pt idx="2776">
                  <c:v>6.5185185185185179E-2</c:v>
                </c:pt>
                <c:pt idx="2777">
                  <c:v>6.5185185185185179E-2</c:v>
                </c:pt>
                <c:pt idx="2778">
                  <c:v>6.5333333333333327E-2</c:v>
                </c:pt>
                <c:pt idx="2779">
                  <c:v>6.5333333333333327E-2</c:v>
                </c:pt>
                <c:pt idx="2780">
                  <c:v>6.5333333333333327E-2</c:v>
                </c:pt>
                <c:pt idx="2781">
                  <c:v>6.5333333333333327E-2</c:v>
                </c:pt>
                <c:pt idx="2782">
                  <c:v>6.5333333333333327E-2</c:v>
                </c:pt>
                <c:pt idx="2783">
                  <c:v>6.5481481481481488E-2</c:v>
                </c:pt>
                <c:pt idx="2784">
                  <c:v>6.5481481481481488E-2</c:v>
                </c:pt>
                <c:pt idx="2785">
                  <c:v>6.5629629629629635E-2</c:v>
                </c:pt>
                <c:pt idx="2786">
                  <c:v>6.5629629629629635E-2</c:v>
                </c:pt>
                <c:pt idx="2787">
                  <c:v>6.5629629629629635E-2</c:v>
                </c:pt>
                <c:pt idx="2788">
                  <c:v>6.5629629629629635E-2</c:v>
                </c:pt>
                <c:pt idx="2789">
                  <c:v>6.5777777777777782E-2</c:v>
                </c:pt>
                <c:pt idx="2790">
                  <c:v>6.5777777777777782E-2</c:v>
                </c:pt>
                <c:pt idx="2791">
                  <c:v>6.5925925925925929E-2</c:v>
                </c:pt>
                <c:pt idx="2792">
                  <c:v>6.5925925925925929E-2</c:v>
                </c:pt>
                <c:pt idx="2793">
                  <c:v>6.5925925925925929E-2</c:v>
                </c:pt>
                <c:pt idx="2794">
                  <c:v>6.5925925925925929E-2</c:v>
                </c:pt>
                <c:pt idx="2795">
                  <c:v>6.5925925925925929E-2</c:v>
                </c:pt>
                <c:pt idx="2796">
                  <c:v>6.5925925925925929E-2</c:v>
                </c:pt>
                <c:pt idx="2797">
                  <c:v>6.6074074074074077E-2</c:v>
                </c:pt>
                <c:pt idx="2798">
                  <c:v>6.6222222222222224E-2</c:v>
                </c:pt>
                <c:pt idx="2799">
                  <c:v>6.6222222222222224E-2</c:v>
                </c:pt>
                <c:pt idx="2800">
                  <c:v>6.6222222222222224E-2</c:v>
                </c:pt>
                <c:pt idx="2801">
                  <c:v>6.6222222222222224E-2</c:v>
                </c:pt>
                <c:pt idx="2802">
                  <c:v>6.6370370370370371E-2</c:v>
                </c:pt>
                <c:pt idx="2803">
                  <c:v>6.6370370370370371E-2</c:v>
                </c:pt>
                <c:pt idx="2804">
                  <c:v>6.6518518518518518E-2</c:v>
                </c:pt>
                <c:pt idx="2805">
                  <c:v>6.6518518518518518E-2</c:v>
                </c:pt>
                <c:pt idx="2806">
                  <c:v>6.6518518518518518E-2</c:v>
                </c:pt>
                <c:pt idx="2807">
                  <c:v>6.6518518518518518E-2</c:v>
                </c:pt>
                <c:pt idx="2808">
                  <c:v>6.6518518518518518E-2</c:v>
                </c:pt>
                <c:pt idx="2809">
                  <c:v>6.6518518518518518E-2</c:v>
                </c:pt>
                <c:pt idx="2810">
                  <c:v>6.6518518518518518E-2</c:v>
                </c:pt>
                <c:pt idx="2811">
                  <c:v>6.6518518518518518E-2</c:v>
                </c:pt>
                <c:pt idx="2812">
                  <c:v>6.6666666666666666E-2</c:v>
                </c:pt>
                <c:pt idx="2813">
                  <c:v>6.6814814814814813E-2</c:v>
                </c:pt>
                <c:pt idx="2814">
                  <c:v>6.6814814814814813E-2</c:v>
                </c:pt>
                <c:pt idx="2815">
                  <c:v>6.6814814814814813E-2</c:v>
                </c:pt>
                <c:pt idx="2816">
                  <c:v>6.6814814814814813E-2</c:v>
                </c:pt>
                <c:pt idx="2817">
                  <c:v>6.6814814814814813E-2</c:v>
                </c:pt>
                <c:pt idx="2818">
                  <c:v>6.6814814814814813E-2</c:v>
                </c:pt>
                <c:pt idx="2819">
                  <c:v>6.6814814814814813E-2</c:v>
                </c:pt>
                <c:pt idx="2820">
                  <c:v>6.696296296296296E-2</c:v>
                </c:pt>
                <c:pt idx="2821">
                  <c:v>6.696296296296296E-2</c:v>
                </c:pt>
                <c:pt idx="2822">
                  <c:v>6.696296296296296E-2</c:v>
                </c:pt>
                <c:pt idx="2823">
                  <c:v>6.7111111111111107E-2</c:v>
                </c:pt>
                <c:pt idx="2824">
                  <c:v>6.7111111111111107E-2</c:v>
                </c:pt>
                <c:pt idx="2825">
                  <c:v>6.7111111111111107E-2</c:v>
                </c:pt>
                <c:pt idx="2826">
                  <c:v>6.7111111111111107E-2</c:v>
                </c:pt>
                <c:pt idx="2827">
                  <c:v>6.7111111111111107E-2</c:v>
                </c:pt>
                <c:pt idx="2828">
                  <c:v>6.7111111111111107E-2</c:v>
                </c:pt>
                <c:pt idx="2829">
                  <c:v>6.7111111111111107E-2</c:v>
                </c:pt>
                <c:pt idx="2830">
                  <c:v>6.7111111111111107E-2</c:v>
                </c:pt>
                <c:pt idx="2831">
                  <c:v>6.7259259259259255E-2</c:v>
                </c:pt>
                <c:pt idx="2832">
                  <c:v>6.7259259259259255E-2</c:v>
                </c:pt>
                <c:pt idx="2833">
                  <c:v>6.7259259259259255E-2</c:v>
                </c:pt>
                <c:pt idx="2834">
                  <c:v>6.7259259259259255E-2</c:v>
                </c:pt>
                <c:pt idx="2835">
                  <c:v>6.7259259259259255E-2</c:v>
                </c:pt>
                <c:pt idx="2836">
                  <c:v>6.7407407407407402E-2</c:v>
                </c:pt>
                <c:pt idx="2837">
                  <c:v>6.7407407407407402E-2</c:v>
                </c:pt>
                <c:pt idx="2838">
                  <c:v>6.7407407407407402E-2</c:v>
                </c:pt>
                <c:pt idx="2839">
                  <c:v>6.7407407407407402E-2</c:v>
                </c:pt>
                <c:pt idx="2840">
                  <c:v>6.7407407407407402E-2</c:v>
                </c:pt>
                <c:pt idx="2841">
                  <c:v>6.7407407407407402E-2</c:v>
                </c:pt>
                <c:pt idx="2842">
                  <c:v>6.7555555555555549E-2</c:v>
                </c:pt>
                <c:pt idx="2843">
                  <c:v>6.7555555555555549E-2</c:v>
                </c:pt>
                <c:pt idx="2844">
                  <c:v>6.7555555555555549E-2</c:v>
                </c:pt>
                <c:pt idx="2845">
                  <c:v>6.7555555555555549E-2</c:v>
                </c:pt>
                <c:pt idx="2846">
                  <c:v>6.7555555555555549E-2</c:v>
                </c:pt>
                <c:pt idx="2847">
                  <c:v>6.7555555555555549E-2</c:v>
                </c:pt>
                <c:pt idx="2848">
                  <c:v>6.7555555555555549E-2</c:v>
                </c:pt>
                <c:pt idx="2849">
                  <c:v>6.7555555555555549E-2</c:v>
                </c:pt>
                <c:pt idx="2850">
                  <c:v>6.7555555555555549E-2</c:v>
                </c:pt>
                <c:pt idx="2851">
                  <c:v>6.7555555555555549E-2</c:v>
                </c:pt>
                <c:pt idx="2852">
                  <c:v>6.7555555555555549E-2</c:v>
                </c:pt>
                <c:pt idx="2853">
                  <c:v>6.7555555555555549E-2</c:v>
                </c:pt>
                <c:pt idx="2854">
                  <c:v>6.7555555555555549E-2</c:v>
                </c:pt>
                <c:pt idx="2855">
                  <c:v>6.7555555555555549E-2</c:v>
                </c:pt>
                <c:pt idx="2856">
                  <c:v>6.770370370370371E-2</c:v>
                </c:pt>
                <c:pt idx="2857">
                  <c:v>6.770370370370371E-2</c:v>
                </c:pt>
                <c:pt idx="2858">
                  <c:v>6.7851851851851858E-2</c:v>
                </c:pt>
                <c:pt idx="2859">
                  <c:v>6.7851851851851858E-2</c:v>
                </c:pt>
                <c:pt idx="2860">
                  <c:v>6.7851851851851858E-2</c:v>
                </c:pt>
                <c:pt idx="2861">
                  <c:v>6.7851851851851858E-2</c:v>
                </c:pt>
                <c:pt idx="2862">
                  <c:v>6.7851851851851858E-2</c:v>
                </c:pt>
                <c:pt idx="2863">
                  <c:v>6.8000000000000005E-2</c:v>
                </c:pt>
                <c:pt idx="2864">
                  <c:v>6.8000000000000005E-2</c:v>
                </c:pt>
                <c:pt idx="2865">
                  <c:v>6.8000000000000005E-2</c:v>
                </c:pt>
                <c:pt idx="2866">
                  <c:v>6.8000000000000005E-2</c:v>
                </c:pt>
                <c:pt idx="2867">
                  <c:v>6.8000000000000005E-2</c:v>
                </c:pt>
                <c:pt idx="2868">
                  <c:v>6.8000000000000005E-2</c:v>
                </c:pt>
                <c:pt idx="2869">
                  <c:v>6.8000000000000005E-2</c:v>
                </c:pt>
                <c:pt idx="2870">
                  <c:v>6.8000000000000005E-2</c:v>
                </c:pt>
                <c:pt idx="2871">
                  <c:v>6.8000000000000005E-2</c:v>
                </c:pt>
                <c:pt idx="2872">
                  <c:v>6.8000000000000005E-2</c:v>
                </c:pt>
                <c:pt idx="2873">
                  <c:v>6.8000000000000005E-2</c:v>
                </c:pt>
                <c:pt idx="2874">
                  <c:v>6.8000000000000005E-2</c:v>
                </c:pt>
                <c:pt idx="2875">
                  <c:v>6.8000000000000005E-2</c:v>
                </c:pt>
                <c:pt idx="2876">
                  <c:v>6.8000000000000005E-2</c:v>
                </c:pt>
                <c:pt idx="2877">
                  <c:v>6.8000000000000005E-2</c:v>
                </c:pt>
                <c:pt idx="2878">
                  <c:v>6.8000000000000005E-2</c:v>
                </c:pt>
                <c:pt idx="2879">
                  <c:v>6.8000000000000005E-2</c:v>
                </c:pt>
                <c:pt idx="2880">
                  <c:v>6.8000000000000005E-2</c:v>
                </c:pt>
                <c:pt idx="2881">
                  <c:v>6.8000000000000005E-2</c:v>
                </c:pt>
                <c:pt idx="2882">
                  <c:v>6.8000000000000005E-2</c:v>
                </c:pt>
                <c:pt idx="2883">
                  <c:v>6.8000000000000005E-2</c:v>
                </c:pt>
                <c:pt idx="2884">
                  <c:v>6.8000000000000005E-2</c:v>
                </c:pt>
                <c:pt idx="2885">
                  <c:v>6.8000000000000005E-2</c:v>
                </c:pt>
                <c:pt idx="2886">
                  <c:v>6.8000000000000005E-2</c:v>
                </c:pt>
                <c:pt idx="2887">
                  <c:v>6.8000000000000005E-2</c:v>
                </c:pt>
                <c:pt idx="2888">
                  <c:v>6.8148148148148152E-2</c:v>
                </c:pt>
                <c:pt idx="2889">
                  <c:v>6.8296296296296299E-2</c:v>
                </c:pt>
                <c:pt idx="2890">
                  <c:v>6.8296296296296299E-2</c:v>
                </c:pt>
                <c:pt idx="2891">
                  <c:v>6.8296296296296299E-2</c:v>
                </c:pt>
                <c:pt idx="2892">
                  <c:v>6.8296296296296299E-2</c:v>
                </c:pt>
                <c:pt idx="2893">
                  <c:v>6.8296296296296299E-2</c:v>
                </c:pt>
                <c:pt idx="2894">
                  <c:v>6.8296296296296299E-2</c:v>
                </c:pt>
                <c:pt idx="2895">
                  <c:v>6.8296296296296299E-2</c:v>
                </c:pt>
                <c:pt idx="2896">
                  <c:v>6.8444444444444447E-2</c:v>
                </c:pt>
                <c:pt idx="2897">
                  <c:v>6.8444444444444447E-2</c:v>
                </c:pt>
                <c:pt idx="2898">
                  <c:v>6.8444444444444447E-2</c:v>
                </c:pt>
                <c:pt idx="2899">
                  <c:v>6.8444444444444447E-2</c:v>
                </c:pt>
                <c:pt idx="2900">
                  <c:v>6.8444444444444447E-2</c:v>
                </c:pt>
                <c:pt idx="2901">
                  <c:v>6.8444444444444447E-2</c:v>
                </c:pt>
                <c:pt idx="2902">
                  <c:v>6.8444444444444447E-2</c:v>
                </c:pt>
                <c:pt idx="2903">
                  <c:v>6.8444444444444447E-2</c:v>
                </c:pt>
                <c:pt idx="2904">
                  <c:v>6.8592592592592594E-2</c:v>
                </c:pt>
                <c:pt idx="2905">
                  <c:v>6.8592592592592594E-2</c:v>
                </c:pt>
                <c:pt idx="2906">
                  <c:v>6.8740740740740741E-2</c:v>
                </c:pt>
                <c:pt idx="2907">
                  <c:v>6.8740740740740741E-2</c:v>
                </c:pt>
                <c:pt idx="2908">
                  <c:v>6.8740740740740741E-2</c:v>
                </c:pt>
                <c:pt idx="2909">
                  <c:v>6.8740740740740741E-2</c:v>
                </c:pt>
                <c:pt idx="2910">
                  <c:v>6.8888888888888888E-2</c:v>
                </c:pt>
                <c:pt idx="2911">
                  <c:v>6.8888888888888888E-2</c:v>
                </c:pt>
                <c:pt idx="2912">
                  <c:v>6.8888888888888888E-2</c:v>
                </c:pt>
                <c:pt idx="2913">
                  <c:v>6.8888888888888888E-2</c:v>
                </c:pt>
                <c:pt idx="2914">
                  <c:v>6.8888888888888888E-2</c:v>
                </c:pt>
                <c:pt idx="2915">
                  <c:v>6.8888888888888888E-2</c:v>
                </c:pt>
                <c:pt idx="2916">
                  <c:v>6.8888888888888888E-2</c:v>
                </c:pt>
                <c:pt idx="2917">
                  <c:v>6.8888888888888888E-2</c:v>
                </c:pt>
                <c:pt idx="2918">
                  <c:v>6.8888888888888888E-2</c:v>
                </c:pt>
                <c:pt idx="2919">
                  <c:v>6.8888888888888888E-2</c:v>
                </c:pt>
                <c:pt idx="2920">
                  <c:v>6.8888888888888888E-2</c:v>
                </c:pt>
                <c:pt idx="2921">
                  <c:v>6.8888888888888888E-2</c:v>
                </c:pt>
                <c:pt idx="2922">
                  <c:v>6.8888888888888888E-2</c:v>
                </c:pt>
                <c:pt idx="2923">
                  <c:v>6.8888888888888888E-2</c:v>
                </c:pt>
                <c:pt idx="2924">
                  <c:v>6.8888888888888888E-2</c:v>
                </c:pt>
                <c:pt idx="2925">
                  <c:v>6.9037037037037036E-2</c:v>
                </c:pt>
                <c:pt idx="2926">
                  <c:v>6.9037037037037036E-2</c:v>
                </c:pt>
                <c:pt idx="2927">
                  <c:v>6.9037037037037036E-2</c:v>
                </c:pt>
                <c:pt idx="2928">
                  <c:v>6.9037037037037036E-2</c:v>
                </c:pt>
                <c:pt idx="2929">
                  <c:v>6.9037037037037036E-2</c:v>
                </c:pt>
                <c:pt idx="2930">
                  <c:v>6.9037037037037036E-2</c:v>
                </c:pt>
                <c:pt idx="2931">
                  <c:v>6.9037037037037036E-2</c:v>
                </c:pt>
                <c:pt idx="2932">
                  <c:v>6.9037037037037036E-2</c:v>
                </c:pt>
                <c:pt idx="2933">
                  <c:v>6.9185185185185183E-2</c:v>
                </c:pt>
                <c:pt idx="2934">
                  <c:v>6.933333333333333E-2</c:v>
                </c:pt>
                <c:pt idx="2935">
                  <c:v>6.933333333333333E-2</c:v>
                </c:pt>
                <c:pt idx="2936">
                  <c:v>6.933333333333333E-2</c:v>
                </c:pt>
                <c:pt idx="2937">
                  <c:v>6.933333333333333E-2</c:v>
                </c:pt>
                <c:pt idx="2938">
                  <c:v>6.933333333333333E-2</c:v>
                </c:pt>
                <c:pt idx="2939">
                  <c:v>6.933333333333333E-2</c:v>
                </c:pt>
                <c:pt idx="2940">
                  <c:v>6.9481481481481477E-2</c:v>
                </c:pt>
                <c:pt idx="2941">
                  <c:v>6.9481481481481477E-2</c:v>
                </c:pt>
                <c:pt idx="2942">
                  <c:v>6.9481481481481477E-2</c:v>
                </c:pt>
                <c:pt idx="2943">
                  <c:v>6.9481481481481477E-2</c:v>
                </c:pt>
                <c:pt idx="2944">
                  <c:v>6.9481481481481477E-2</c:v>
                </c:pt>
                <c:pt idx="2945">
                  <c:v>6.9481481481481477E-2</c:v>
                </c:pt>
                <c:pt idx="2946">
                  <c:v>6.9481481481481477E-2</c:v>
                </c:pt>
                <c:pt idx="2947">
                  <c:v>6.9481481481481477E-2</c:v>
                </c:pt>
                <c:pt idx="2948">
                  <c:v>6.9481481481481477E-2</c:v>
                </c:pt>
                <c:pt idx="2949">
                  <c:v>6.9481481481481477E-2</c:v>
                </c:pt>
                <c:pt idx="2950">
                  <c:v>6.9481481481481477E-2</c:v>
                </c:pt>
                <c:pt idx="2951">
                  <c:v>6.9481481481481477E-2</c:v>
                </c:pt>
                <c:pt idx="2952">
                  <c:v>6.9481481481481477E-2</c:v>
                </c:pt>
                <c:pt idx="2953">
                  <c:v>6.9481481481481477E-2</c:v>
                </c:pt>
                <c:pt idx="2954">
                  <c:v>6.9481481481481477E-2</c:v>
                </c:pt>
                <c:pt idx="2955">
                  <c:v>6.9481481481481477E-2</c:v>
                </c:pt>
                <c:pt idx="2956">
                  <c:v>6.9629629629629625E-2</c:v>
                </c:pt>
                <c:pt idx="2957">
                  <c:v>6.9629629629629625E-2</c:v>
                </c:pt>
                <c:pt idx="2958">
                  <c:v>6.9629629629629625E-2</c:v>
                </c:pt>
                <c:pt idx="2959">
                  <c:v>6.9777777777777772E-2</c:v>
                </c:pt>
                <c:pt idx="2960">
                  <c:v>6.9777777777777772E-2</c:v>
                </c:pt>
                <c:pt idx="2961">
                  <c:v>6.9777777777777772E-2</c:v>
                </c:pt>
                <c:pt idx="2962">
                  <c:v>6.9777777777777772E-2</c:v>
                </c:pt>
                <c:pt idx="2963">
                  <c:v>6.9925925925925919E-2</c:v>
                </c:pt>
                <c:pt idx="2964">
                  <c:v>7.007407407407408E-2</c:v>
                </c:pt>
                <c:pt idx="2965">
                  <c:v>7.007407407407408E-2</c:v>
                </c:pt>
                <c:pt idx="2966">
                  <c:v>7.007407407407408E-2</c:v>
                </c:pt>
                <c:pt idx="2967">
                  <c:v>7.007407407407408E-2</c:v>
                </c:pt>
                <c:pt idx="2968">
                  <c:v>7.007407407407408E-2</c:v>
                </c:pt>
                <c:pt idx="2969">
                  <c:v>7.007407407407408E-2</c:v>
                </c:pt>
                <c:pt idx="2970">
                  <c:v>7.007407407407408E-2</c:v>
                </c:pt>
                <c:pt idx="2971">
                  <c:v>7.007407407407408E-2</c:v>
                </c:pt>
                <c:pt idx="2972">
                  <c:v>7.007407407407408E-2</c:v>
                </c:pt>
                <c:pt idx="2973">
                  <c:v>7.007407407407408E-2</c:v>
                </c:pt>
                <c:pt idx="2974">
                  <c:v>7.007407407407408E-2</c:v>
                </c:pt>
                <c:pt idx="2975">
                  <c:v>7.007407407407408E-2</c:v>
                </c:pt>
                <c:pt idx="2976">
                  <c:v>7.0222222222222228E-2</c:v>
                </c:pt>
                <c:pt idx="2977">
                  <c:v>7.0222222222222228E-2</c:v>
                </c:pt>
                <c:pt idx="2978">
                  <c:v>7.0222222222222228E-2</c:v>
                </c:pt>
                <c:pt idx="2979">
                  <c:v>7.0222222222222228E-2</c:v>
                </c:pt>
                <c:pt idx="2980">
                  <c:v>7.0222222222222228E-2</c:v>
                </c:pt>
                <c:pt idx="2981">
                  <c:v>7.0222222222222228E-2</c:v>
                </c:pt>
                <c:pt idx="2982">
                  <c:v>7.0222222222222228E-2</c:v>
                </c:pt>
                <c:pt idx="2983">
                  <c:v>7.0222222222222228E-2</c:v>
                </c:pt>
                <c:pt idx="2984">
                  <c:v>7.0222222222222228E-2</c:v>
                </c:pt>
                <c:pt idx="2985">
                  <c:v>7.0222222222222228E-2</c:v>
                </c:pt>
                <c:pt idx="2986">
                  <c:v>7.0370370370370375E-2</c:v>
                </c:pt>
                <c:pt idx="2987">
                  <c:v>7.0518518518518522E-2</c:v>
                </c:pt>
                <c:pt idx="2988">
                  <c:v>7.0518518518518522E-2</c:v>
                </c:pt>
                <c:pt idx="2989">
                  <c:v>7.0518518518518522E-2</c:v>
                </c:pt>
                <c:pt idx="2990">
                  <c:v>7.0518518518518522E-2</c:v>
                </c:pt>
                <c:pt idx="2991">
                  <c:v>7.0518518518518522E-2</c:v>
                </c:pt>
                <c:pt idx="2992">
                  <c:v>7.0518518518518522E-2</c:v>
                </c:pt>
                <c:pt idx="2993">
                  <c:v>7.0518518518518522E-2</c:v>
                </c:pt>
                <c:pt idx="2994">
                  <c:v>7.0518518518518522E-2</c:v>
                </c:pt>
                <c:pt idx="2995">
                  <c:v>7.0518518518518522E-2</c:v>
                </c:pt>
                <c:pt idx="2996">
                  <c:v>7.0666666666666669E-2</c:v>
                </c:pt>
                <c:pt idx="2997">
                  <c:v>7.0666666666666669E-2</c:v>
                </c:pt>
                <c:pt idx="2998">
                  <c:v>7.0666666666666669E-2</c:v>
                </c:pt>
                <c:pt idx="2999">
                  <c:v>7.0666666666666669E-2</c:v>
                </c:pt>
                <c:pt idx="3000">
                  <c:v>7.0814814814814817E-2</c:v>
                </c:pt>
                <c:pt idx="3001">
                  <c:v>7.0814814814814817E-2</c:v>
                </c:pt>
                <c:pt idx="3002">
                  <c:v>7.0814814814814817E-2</c:v>
                </c:pt>
                <c:pt idx="3003">
                  <c:v>7.0814814814814817E-2</c:v>
                </c:pt>
                <c:pt idx="3004">
                  <c:v>7.0814814814814817E-2</c:v>
                </c:pt>
                <c:pt idx="3005">
                  <c:v>7.0814814814814817E-2</c:v>
                </c:pt>
                <c:pt idx="3006">
                  <c:v>7.0814814814814817E-2</c:v>
                </c:pt>
                <c:pt idx="3007">
                  <c:v>7.0814814814814817E-2</c:v>
                </c:pt>
                <c:pt idx="3008">
                  <c:v>7.0814814814814817E-2</c:v>
                </c:pt>
                <c:pt idx="3009">
                  <c:v>7.0814814814814817E-2</c:v>
                </c:pt>
                <c:pt idx="3010">
                  <c:v>7.0814814814814817E-2</c:v>
                </c:pt>
                <c:pt idx="3011">
                  <c:v>7.0814814814814817E-2</c:v>
                </c:pt>
                <c:pt idx="3012">
                  <c:v>7.0962962962962964E-2</c:v>
                </c:pt>
                <c:pt idx="3013">
                  <c:v>7.0962962962962964E-2</c:v>
                </c:pt>
                <c:pt idx="3014">
                  <c:v>7.0962962962962964E-2</c:v>
                </c:pt>
                <c:pt idx="3015">
                  <c:v>7.0962962962962964E-2</c:v>
                </c:pt>
                <c:pt idx="3016">
                  <c:v>7.0962962962962964E-2</c:v>
                </c:pt>
                <c:pt idx="3017">
                  <c:v>7.0962962962962964E-2</c:v>
                </c:pt>
                <c:pt idx="3018">
                  <c:v>7.0962962962962964E-2</c:v>
                </c:pt>
                <c:pt idx="3019">
                  <c:v>7.0962962962962964E-2</c:v>
                </c:pt>
                <c:pt idx="3020">
                  <c:v>7.0962962962962964E-2</c:v>
                </c:pt>
                <c:pt idx="3021">
                  <c:v>7.0962962962962964E-2</c:v>
                </c:pt>
                <c:pt idx="3022">
                  <c:v>7.1111111111111111E-2</c:v>
                </c:pt>
                <c:pt idx="3023">
                  <c:v>7.1111111111111111E-2</c:v>
                </c:pt>
                <c:pt idx="3024">
                  <c:v>7.1259259259259258E-2</c:v>
                </c:pt>
                <c:pt idx="3025">
                  <c:v>7.1259259259259258E-2</c:v>
                </c:pt>
                <c:pt idx="3026">
                  <c:v>7.1259259259259258E-2</c:v>
                </c:pt>
                <c:pt idx="3027">
                  <c:v>7.1259259259259258E-2</c:v>
                </c:pt>
                <c:pt idx="3028">
                  <c:v>7.1259259259259258E-2</c:v>
                </c:pt>
                <c:pt idx="3029">
                  <c:v>7.1259259259259258E-2</c:v>
                </c:pt>
                <c:pt idx="3030">
                  <c:v>7.1259259259259258E-2</c:v>
                </c:pt>
                <c:pt idx="3031">
                  <c:v>7.1259259259259258E-2</c:v>
                </c:pt>
                <c:pt idx="3032">
                  <c:v>7.1259259259259258E-2</c:v>
                </c:pt>
                <c:pt idx="3033">
                  <c:v>7.1407407407407406E-2</c:v>
                </c:pt>
                <c:pt idx="3034">
                  <c:v>7.1555555555555553E-2</c:v>
                </c:pt>
                <c:pt idx="3035">
                  <c:v>7.1555555555555553E-2</c:v>
                </c:pt>
                <c:pt idx="3036">
                  <c:v>7.1555555555555553E-2</c:v>
                </c:pt>
                <c:pt idx="3037">
                  <c:v>7.1555555555555553E-2</c:v>
                </c:pt>
                <c:pt idx="3038">
                  <c:v>7.1555555555555553E-2</c:v>
                </c:pt>
                <c:pt idx="3039">
                  <c:v>7.1555555555555553E-2</c:v>
                </c:pt>
                <c:pt idx="3040">
                  <c:v>7.1555555555555553E-2</c:v>
                </c:pt>
                <c:pt idx="3041">
                  <c:v>7.1555555555555553E-2</c:v>
                </c:pt>
                <c:pt idx="3042">
                  <c:v>7.1555555555555553E-2</c:v>
                </c:pt>
                <c:pt idx="3043">
                  <c:v>7.17037037037037E-2</c:v>
                </c:pt>
                <c:pt idx="3044">
                  <c:v>7.17037037037037E-2</c:v>
                </c:pt>
                <c:pt idx="3045">
                  <c:v>7.1851851851851847E-2</c:v>
                </c:pt>
                <c:pt idx="3046">
                  <c:v>7.1851851851851847E-2</c:v>
                </c:pt>
                <c:pt idx="3047">
                  <c:v>7.1851851851851847E-2</c:v>
                </c:pt>
                <c:pt idx="3048">
                  <c:v>7.1851851851851847E-2</c:v>
                </c:pt>
                <c:pt idx="3049">
                  <c:v>7.1851851851851847E-2</c:v>
                </c:pt>
                <c:pt idx="3050">
                  <c:v>7.1851851851851847E-2</c:v>
                </c:pt>
                <c:pt idx="3051">
                  <c:v>7.1851851851851847E-2</c:v>
                </c:pt>
                <c:pt idx="3052">
                  <c:v>7.1851851851851847E-2</c:v>
                </c:pt>
                <c:pt idx="3053">
                  <c:v>7.1851851851851847E-2</c:v>
                </c:pt>
                <c:pt idx="3054">
                  <c:v>7.1851851851851847E-2</c:v>
                </c:pt>
                <c:pt idx="3055">
                  <c:v>7.1851851851851847E-2</c:v>
                </c:pt>
                <c:pt idx="3056">
                  <c:v>7.1851851851851847E-2</c:v>
                </c:pt>
                <c:pt idx="3057">
                  <c:v>7.1851851851851847E-2</c:v>
                </c:pt>
                <c:pt idx="3058">
                  <c:v>7.1999999999999995E-2</c:v>
                </c:pt>
                <c:pt idx="3059">
                  <c:v>7.1999999999999995E-2</c:v>
                </c:pt>
                <c:pt idx="3060">
                  <c:v>7.1999999999999995E-2</c:v>
                </c:pt>
                <c:pt idx="3061">
                  <c:v>7.1999999999999995E-2</c:v>
                </c:pt>
                <c:pt idx="3062">
                  <c:v>7.1999999999999995E-2</c:v>
                </c:pt>
                <c:pt idx="3063">
                  <c:v>7.1999999999999995E-2</c:v>
                </c:pt>
                <c:pt idx="3064">
                  <c:v>7.2148148148148142E-2</c:v>
                </c:pt>
                <c:pt idx="3065">
                  <c:v>7.2148148148148142E-2</c:v>
                </c:pt>
                <c:pt idx="3066">
                  <c:v>7.2148148148148142E-2</c:v>
                </c:pt>
                <c:pt idx="3067">
                  <c:v>7.2148148148148142E-2</c:v>
                </c:pt>
                <c:pt idx="3068">
                  <c:v>7.2148148148148142E-2</c:v>
                </c:pt>
                <c:pt idx="3069">
                  <c:v>7.2148148148148142E-2</c:v>
                </c:pt>
                <c:pt idx="3070">
                  <c:v>7.2148148148148142E-2</c:v>
                </c:pt>
                <c:pt idx="3071">
                  <c:v>7.2148148148148142E-2</c:v>
                </c:pt>
                <c:pt idx="3072">
                  <c:v>7.2148148148148142E-2</c:v>
                </c:pt>
                <c:pt idx="3073">
                  <c:v>7.2148148148148142E-2</c:v>
                </c:pt>
                <c:pt idx="3074">
                  <c:v>7.2296296296296303E-2</c:v>
                </c:pt>
                <c:pt idx="3075">
                  <c:v>7.2296296296296303E-2</c:v>
                </c:pt>
                <c:pt idx="3076">
                  <c:v>7.244444444444445E-2</c:v>
                </c:pt>
                <c:pt idx="3077">
                  <c:v>7.244444444444445E-2</c:v>
                </c:pt>
                <c:pt idx="3078">
                  <c:v>7.244444444444445E-2</c:v>
                </c:pt>
                <c:pt idx="3079">
                  <c:v>7.244444444444445E-2</c:v>
                </c:pt>
                <c:pt idx="3080">
                  <c:v>7.244444444444445E-2</c:v>
                </c:pt>
                <c:pt idx="3081">
                  <c:v>7.244444444444445E-2</c:v>
                </c:pt>
                <c:pt idx="3082">
                  <c:v>7.244444444444445E-2</c:v>
                </c:pt>
                <c:pt idx="3083">
                  <c:v>7.2592592592592597E-2</c:v>
                </c:pt>
                <c:pt idx="3084">
                  <c:v>7.2592592592592597E-2</c:v>
                </c:pt>
                <c:pt idx="3085">
                  <c:v>7.2592592592592597E-2</c:v>
                </c:pt>
                <c:pt idx="3086">
                  <c:v>7.2592592592592597E-2</c:v>
                </c:pt>
                <c:pt idx="3087">
                  <c:v>7.2592592592592597E-2</c:v>
                </c:pt>
                <c:pt idx="3088">
                  <c:v>7.2592592592592597E-2</c:v>
                </c:pt>
                <c:pt idx="3089">
                  <c:v>7.2740740740740745E-2</c:v>
                </c:pt>
                <c:pt idx="3090">
                  <c:v>7.2740740740740745E-2</c:v>
                </c:pt>
                <c:pt idx="3091">
                  <c:v>7.2740740740740745E-2</c:v>
                </c:pt>
                <c:pt idx="3092">
                  <c:v>7.2740740740740745E-2</c:v>
                </c:pt>
                <c:pt idx="3093">
                  <c:v>7.2740740740740745E-2</c:v>
                </c:pt>
                <c:pt idx="3094">
                  <c:v>7.2740740740740745E-2</c:v>
                </c:pt>
                <c:pt idx="3095">
                  <c:v>7.2888888888888892E-2</c:v>
                </c:pt>
                <c:pt idx="3096">
                  <c:v>7.2888888888888892E-2</c:v>
                </c:pt>
                <c:pt idx="3097">
                  <c:v>7.2888888888888892E-2</c:v>
                </c:pt>
                <c:pt idx="3098">
                  <c:v>7.2888888888888892E-2</c:v>
                </c:pt>
                <c:pt idx="3099">
                  <c:v>7.3037037037037039E-2</c:v>
                </c:pt>
                <c:pt idx="3100">
                  <c:v>7.3185185185185186E-2</c:v>
                </c:pt>
                <c:pt idx="3101">
                  <c:v>7.3185185185185186E-2</c:v>
                </c:pt>
                <c:pt idx="3102">
                  <c:v>7.3333333333333334E-2</c:v>
                </c:pt>
                <c:pt idx="3103">
                  <c:v>7.3333333333333334E-2</c:v>
                </c:pt>
                <c:pt idx="3104">
                  <c:v>7.3333333333333334E-2</c:v>
                </c:pt>
                <c:pt idx="3105">
                  <c:v>7.3481481481481481E-2</c:v>
                </c:pt>
                <c:pt idx="3106">
                  <c:v>7.3481481481481481E-2</c:v>
                </c:pt>
                <c:pt idx="3107">
                  <c:v>7.3481481481481481E-2</c:v>
                </c:pt>
                <c:pt idx="3108">
                  <c:v>7.3629629629629628E-2</c:v>
                </c:pt>
                <c:pt idx="3109">
                  <c:v>7.3629629629629628E-2</c:v>
                </c:pt>
                <c:pt idx="3110">
                  <c:v>7.3777777777777775E-2</c:v>
                </c:pt>
                <c:pt idx="3111">
                  <c:v>7.3777777777777775E-2</c:v>
                </c:pt>
                <c:pt idx="3112">
                  <c:v>7.3777777777777775E-2</c:v>
                </c:pt>
                <c:pt idx="3113">
                  <c:v>7.3925925925925923E-2</c:v>
                </c:pt>
                <c:pt idx="3114">
                  <c:v>7.3925925925925923E-2</c:v>
                </c:pt>
                <c:pt idx="3115">
                  <c:v>7.3925925925925923E-2</c:v>
                </c:pt>
                <c:pt idx="3116">
                  <c:v>7.3925925925925923E-2</c:v>
                </c:pt>
                <c:pt idx="3117">
                  <c:v>7.407407407407407E-2</c:v>
                </c:pt>
                <c:pt idx="3118">
                  <c:v>7.407407407407407E-2</c:v>
                </c:pt>
                <c:pt idx="3119">
                  <c:v>7.407407407407407E-2</c:v>
                </c:pt>
                <c:pt idx="3120">
                  <c:v>7.4222222222222217E-2</c:v>
                </c:pt>
                <c:pt idx="3121">
                  <c:v>7.4222222222222217E-2</c:v>
                </c:pt>
                <c:pt idx="3122">
                  <c:v>7.4222222222222217E-2</c:v>
                </c:pt>
                <c:pt idx="3123">
                  <c:v>7.4370370370370364E-2</c:v>
                </c:pt>
                <c:pt idx="3124">
                  <c:v>7.4370370370370364E-2</c:v>
                </c:pt>
                <c:pt idx="3125">
                  <c:v>7.4370370370370364E-2</c:v>
                </c:pt>
                <c:pt idx="3126">
                  <c:v>7.4370370370370364E-2</c:v>
                </c:pt>
                <c:pt idx="3127">
                  <c:v>7.4518518518518512E-2</c:v>
                </c:pt>
                <c:pt idx="3128">
                  <c:v>7.4518518518518512E-2</c:v>
                </c:pt>
                <c:pt idx="3129">
                  <c:v>7.4518518518518512E-2</c:v>
                </c:pt>
                <c:pt idx="3130">
                  <c:v>7.4518518518518512E-2</c:v>
                </c:pt>
                <c:pt idx="3131">
                  <c:v>7.4518518518518512E-2</c:v>
                </c:pt>
                <c:pt idx="3132">
                  <c:v>7.4518518518518512E-2</c:v>
                </c:pt>
                <c:pt idx="3133">
                  <c:v>7.4518518518518512E-2</c:v>
                </c:pt>
                <c:pt idx="3134">
                  <c:v>7.4666666666666673E-2</c:v>
                </c:pt>
                <c:pt idx="3135">
                  <c:v>7.481481481481482E-2</c:v>
                </c:pt>
                <c:pt idx="3136">
                  <c:v>7.481481481481482E-2</c:v>
                </c:pt>
                <c:pt idx="3137">
                  <c:v>7.481481481481482E-2</c:v>
                </c:pt>
                <c:pt idx="3138">
                  <c:v>7.481481481481482E-2</c:v>
                </c:pt>
                <c:pt idx="3139">
                  <c:v>7.481481481481482E-2</c:v>
                </c:pt>
                <c:pt idx="3140">
                  <c:v>7.481481481481482E-2</c:v>
                </c:pt>
                <c:pt idx="3141">
                  <c:v>7.4962962962962967E-2</c:v>
                </c:pt>
                <c:pt idx="3142">
                  <c:v>7.5111111111111115E-2</c:v>
                </c:pt>
                <c:pt idx="3143">
                  <c:v>7.5111111111111115E-2</c:v>
                </c:pt>
                <c:pt idx="3144">
                  <c:v>7.5111111111111115E-2</c:v>
                </c:pt>
                <c:pt idx="3145">
                  <c:v>7.5111111111111115E-2</c:v>
                </c:pt>
                <c:pt idx="3146">
                  <c:v>7.5111111111111115E-2</c:v>
                </c:pt>
                <c:pt idx="3147">
                  <c:v>7.5259259259259262E-2</c:v>
                </c:pt>
                <c:pt idx="3148">
                  <c:v>7.5259259259259262E-2</c:v>
                </c:pt>
                <c:pt idx="3149">
                  <c:v>7.5259259259259262E-2</c:v>
                </c:pt>
                <c:pt idx="3150">
                  <c:v>7.5407407407407409E-2</c:v>
                </c:pt>
                <c:pt idx="3151">
                  <c:v>7.5407407407407409E-2</c:v>
                </c:pt>
                <c:pt idx="3152">
                  <c:v>7.5407407407407409E-2</c:v>
                </c:pt>
                <c:pt idx="3153">
                  <c:v>7.5407407407407409E-2</c:v>
                </c:pt>
                <c:pt idx="3154">
                  <c:v>7.5407407407407409E-2</c:v>
                </c:pt>
                <c:pt idx="3155">
                  <c:v>7.5555555555555556E-2</c:v>
                </c:pt>
                <c:pt idx="3156">
                  <c:v>7.5555555555555556E-2</c:v>
                </c:pt>
                <c:pt idx="3157">
                  <c:v>7.5703703703703704E-2</c:v>
                </c:pt>
                <c:pt idx="3158">
                  <c:v>7.5703703703703704E-2</c:v>
                </c:pt>
                <c:pt idx="3159">
                  <c:v>7.5703703703703704E-2</c:v>
                </c:pt>
                <c:pt idx="3160">
                  <c:v>7.5703703703703704E-2</c:v>
                </c:pt>
                <c:pt idx="3161">
                  <c:v>7.5851851851851851E-2</c:v>
                </c:pt>
                <c:pt idx="3162">
                  <c:v>7.5851851851851851E-2</c:v>
                </c:pt>
                <c:pt idx="3163">
                  <c:v>7.5851851851851851E-2</c:v>
                </c:pt>
                <c:pt idx="3164">
                  <c:v>7.5851851851851851E-2</c:v>
                </c:pt>
                <c:pt idx="3165">
                  <c:v>7.5999999999999998E-2</c:v>
                </c:pt>
                <c:pt idx="3166">
                  <c:v>7.6148148148148145E-2</c:v>
                </c:pt>
                <c:pt idx="3167">
                  <c:v>7.6148148148148145E-2</c:v>
                </c:pt>
                <c:pt idx="3168">
                  <c:v>7.6148148148148145E-2</c:v>
                </c:pt>
                <c:pt idx="3169">
                  <c:v>7.6148148148148145E-2</c:v>
                </c:pt>
                <c:pt idx="3170">
                  <c:v>7.6296296296296293E-2</c:v>
                </c:pt>
                <c:pt idx="3171">
                  <c:v>7.6296296296296293E-2</c:v>
                </c:pt>
                <c:pt idx="3172">
                  <c:v>7.6296296296296293E-2</c:v>
                </c:pt>
                <c:pt idx="3173">
                  <c:v>7.6296296296296293E-2</c:v>
                </c:pt>
                <c:pt idx="3174">
                  <c:v>7.6296296296296293E-2</c:v>
                </c:pt>
                <c:pt idx="3175">
                  <c:v>7.644444444444444E-2</c:v>
                </c:pt>
                <c:pt idx="3176">
                  <c:v>7.644444444444444E-2</c:v>
                </c:pt>
                <c:pt idx="3177">
                  <c:v>7.644444444444444E-2</c:v>
                </c:pt>
                <c:pt idx="3178">
                  <c:v>7.644444444444444E-2</c:v>
                </c:pt>
                <c:pt idx="3179">
                  <c:v>7.644444444444444E-2</c:v>
                </c:pt>
                <c:pt idx="3180">
                  <c:v>7.644444444444444E-2</c:v>
                </c:pt>
                <c:pt idx="3181">
                  <c:v>7.644444444444444E-2</c:v>
                </c:pt>
                <c:pt idx="3182">
                  <c:v>7.644444444444444E-2</c:v>
                </c:pt>
                <c:pt idx="3183">
                  <c:v>7.644444444444444E-2</c:v>
                </c:pt>
                <c:pt idx="3184">
                  <c:v>7.644444444444444E-2</c:v>
                </c:pt>
                <c:pt idx="3185">
                  <c:v>7.644444444444444E-2</c:v>
                </c:pt>
                <c:pt idx="3186">
                  <c:v>7.644444444444444E-2</c:v>
                </c:pt>
                <c:pt idx="3187">
                  <c:v>7.644444444444444E-2</c:v>
                </c:pt>
                <c:pt idx="3188">
                  <c:v>7.6592592592592587E-2</c:v>
                </c:pt>
                <c:pt idx="3189">
                  <c:v>7.6740740740740734E-2</c:v>
                </c:pt>
                <c:pt idx="3190">
                  <c:v>7.6740740740740734E-2</c:v>
                </c:pt>
                <c:pt idx="3191">
                  <c:v>7.6740740740740734E-2</c:v>
                </c:pt>
                <c:pt idx="3192">
                  <c:v>7.6740740740740734E-2</c:v>
                </c:pt>
                <c:pt idx="3193">
                  <c:v>7.6888888888888896E-2</c:v>
                </c:pt>
                <c:pt idx="3194">
                  <c:v>7.6888888888888896E-2</c:v>
                </c:pt>
                <c:pt idx="3195">
                  <c:v>7.6888888888888896E-2</c:v>
                </c:pt>
                <c:pt idx="3196">
                  <c:v>7.6888888888888896E-2</c:v>
                </c:pt>
                <c:pt idx="3197">
                  <c:v>7.7037037037037043E-2</c:v>
                </c:pt>
                <c:pt idx="3198">
                  <c:v>7.7037037037037043E-2</c:v>
                </c:pt>
                <c:pt idx="3199">
                  <c:v>7.7037037037037043E-2</c:v>
                </c:pt>
                <c:pt idx="3200">
                  <c:v>7.718518518518519E-2</c:v>
                </c:pt>
                <c:pt idx="3201">
                  <c:v>7.718518518518519E-2</c:v>
                </c:pt>
                <c:pt idx="3202">
                  <c:v>7.7333333333333337E-2</c:v>
                </c:pt>
                <c:pt idx="3203">
                  <c:v>7.7333333333333337E-2</c:v>
                </c:pt>
                <c:pt idx="3204">
                  <c:v>7.7333333333333337E-2</c:v>
                </c:pt>
                <c:pt idx="3205">
                  <c:v>7.7333333333333337E-2</c:v>
                </c:pt>
                <c:pt idx="3206">
                  <c:v>7.7333333333333337E-2</c:v>
                </c:pt>
                <c:pt idx="3207">
                  <c:v>7.7333333333333337E-2</c:v>
                </c:pt>
                <c:pt idx="3208">
                  <c:v>7.7333333333333337E-2</c:v>
                </c:pt>
                <c:pt idx="3209">
                  <c:v>7.7333333333333337E-2</c:v>
                </c:pt>
                <c:pt idx="3210">
                  <c:v>7.7333333333333337E-2</c:v>
                </c:pt>
                <c:pt idx="3211">
                  <c:v>7.7333333333333337E-2</c:v>
                </c:pt>
                <c:pt idx="3212">
                  <c:v>7.7333333333333337E-2</c:v>
                </c:pt>
                <c:pt idx="3213">
                  <c:v>7.7333333333333337E-2</c:v>
                </c:pt>
                <c:pt idx="3214">
                  <c:v>7.7333333333333337E-2</c:v>
                </c:pt>
                <c:pt idx="3215">
                  <c:v>7.7333333333333337E-2</c:v>
                </c:pt>
                <c:pt idx="3216">
                  <c:v>7.7481481481481485E-2</c:v>
                </c:pt>
                <c:pt idx="3217">
                  <c:v>7.7481481481481485E-2</c:v>
                </c:pt>
                <c:pt idx="3218">
                  <c:v>7.7629629629629632E-2</c:v>
                </c:pt>
                <c:pt idx="3219">
                  <c:v>7.7629629629629632E-2</c:v>
                </c:pt>
                <c:pt idx="3220">
                  <c:v>7.7629629629629632E-2</c:v>
                </c:pt>
                <c:pt idx="3221">
                  <c:v>7.7629629629629632E-2</c:v>
                </c:pt>
                <c:pt idx="3222">
                  <c:v>7.7629629629629632E-2</c:v>
                </c:pt>
                <c:pt idx="3223">
                  <c:v>7.7629629629629632E-2</c:v>
                </c:pt>
                <c:pt idx="3224">
                  <c:v>7.7777777777777779E-2</c:v>
                </c:pt>
                <c:pt idx="3225">
                  <c:v>7.7777777777777779E-2</c:v>
                </c:pt>
                <c:pt idx="3226">
                  <c:v>7.7925925925925926E-2</c:v>
                </c:pt>
                <c:pt idx="3227">
                  <c:v>7.8074074074074074E-2</c:v>
                </c:pt>
                <c:pt idx="3228">
                  <c:v>7.8074074074074074E-2</c:v>
                </c:pt>
                <c:pt idx="3229">
                  <c:v>7.8074074074074074E-2</c:v>
                </c:pt>
                <c:pt idx="3230">
                  <c:v>7.8074074074074074E-2</c:v>
                </c:pt>
                <c:pt idx="3231">
                  <c:v>7.8074074074074074E-2</c:v>
                </c:pt>
                <c:pt idx="3232">
                  <c:v>7.8222222222222221E-2</c:v>
                </c:pt>
                <c:pt idx="3233">
                  <c:v>7.8222222222222221E-2</c:v>
                </c:pt>
                <c:pt idx="3234">
                  <c:v>7.8222222222222221E-2</c:v>
                </c:pt>
                <c:pt idx="3235">
                  <c:v>7.8222222222222221E-2</c:v>
                </c:pt>
                <c:pt idx="3236">
                  <c:v>7.8222222222222221E-2</c:v>
                </c:pt>
                <c:pt idx="3237">
                  <c:v>7.8222222222222221E-2</c:v>
                </c:pt>
                <c:pt idx="3238">
                  <c:v>7.8222222222222221E-2</c:v>
                </c:pt>
                <c:pt idx="3239">
                  <c:v>7.8222222222222221E-2</c:v>
                </c:pt>
                <c:pt idx="3240">
                  <c:v>7.8222222222222221E-2</c:v>
                </c:pt>
                <c:pt idx="3241">
                  <c:v>7.8222222222222221E-2</c:v>
                </c:pt>
                <c:pt idx="3242">
                  <c:v>7.8370370370370368E-2</c:v>
                </c:pt>
                <c:pt idx="3243">
                  <c:v>7.8370370370370368E-2</c:v>
                </c:pt>
                <c:pt idx="3244">
                  <c:v>7.8518518518518515E-2</c:v>
                </c:pt>
                <c:pt idx="3245">
                  <c:v>7.8518518518518515E-2</c:v>
                </c:pt>
                <c:pt idx="3246">
                  <c:v>7.8518518518518515E-2</c:v>
                </c:pt>
                <c:pt idx="3247">
                  <c:v>7.8518518518518515E-2</c:v>
                </c:pt>
                <c:pt idx="3248">
                  <c:v>7.8518518518518515E-2</c:v>
                </c:pt>
                <c:pt idx="3249">
                  <c:v>7.8518518518518515E-2</c:v>
                </c:pt>
                <c:pt idx="3250">
                  <c:v>7.8518518518518515E-2</c:v>
                </c:pt>
                <c:pt idx="3251">
                  <c:v>7.8666666666666663E-2</c:v>
                </c:pt>
                <c:pt idx="3252">
                  <c:v>7.8666666666666663E-2</c:v>
                </c:pt>
                <c:pt idx="3253">
                  <c:v>7.8666666666666663E-2</c:v>
                </c:pt>
                <c:pt idx="3254">
                  <c:v>7.8666666666666663E-2</c:v>
                </c:pt>
                <c:pt idx="3255">
                  <c:v>7.881481481481481E-2</c:v>
                </c:pt>
                <c:pt idx="3256">
                  <c:v>7.881481481481481E-2</c:v>
                </c:pt>
                <c:pt idx="3257">
                  <c:v>7.8962962962962957E-2</c:v>
                </c:pt>
                <c:pt idx="3258">
                  <c:v>7.8962962962962957E-2</c:v>
                </c:pt>
                <c:pt idx="3259">
                  <c:v>7.8962962962962957E-2</c:v>
                </c:pt>
                <c:pt idx="3260">
                  <c:v>7.8962962962962957E-2</c:v>
                </c:pt>
                <c:pt idx="3261">
                  <c:v>7.8962962962962957E-2</c:v>
                </c:pt>
                <c:pt idx="3262">
                  <c:v>7.8962962962962957E-2</c:v>
                </c:pt>
                <c:pt idx="3263">
                  <c:v>7.8962962962962957E-2</c:v>
                </c:pt>
                <c:pt idx="3264">
                  <c:v>7.8962962962962957E-2</c:v>
                </c:pt>
                <c:pt idx="3265">
                  <c:v>7.8962962962962957E-2</c:v>
                </c:pt>
                <c:pt idx="3266">
                  <c:v>7.8962962962962957E-2</c:v>
                </c:pt>
                <c:pt idx="3267">
                  <c:v>7.8962962962962957E-2</c:v>
                </c:pt>
                <c:pt idx="3268">
                  <c:v>7.9111111111111104E-2</c:v>
                </c:pt>
                <c:pt idx="3269">
                  <c:v>7.9111111111111104E-2</c:v>
                </c:pt>
                <c:pt idx="3270">
                  <c:v>7.9111111111111104E-2</c:v>
                </c:pt>
                <c:pt idx="3271">
                  <c:v>7.9111111111111104E-2</c:v>
                </c:pt>
                <c:pt idx="3272">
                  <c:v>7.9111111111111104E-2</c:v>
                </c:pt>
                <c:pt idx="3273">
                  <c:v>7.9111111111111104E-2</c:v>
                </c:pt>
                <c:pt idx="3274">
                  <c:v>7.9111111111111104E-2</c:v>
                </c:pt>
                <c:pt idx="3275">
                  <c:v>7.9111111111111104E-2</c:v>
                </c:pt>
                <c:pt idx="3276">
                  <c:v>7.9111111111111104E-2</c:v>
                </c:pt>
                <c:pt idx="3277">
                  <c:v>7.9111111111111104E-2</c:v>
                </c:pt>
                <c:pt idx="3278">
                  <c:v>7.9111111111111104E-2</c:v>
                </c:pt>
                <c:pt idx="3279">
                  <c:v>7.9259259259259265E-2</c:v>
                </c:pt>
                <c:pt idx="3280">
                  <c:v>7.9407407407407413E-2</c:v>
                </c:pt>
                <c:pt idx="3281">
                  <c:v>7.9407407407407413E-2</c:v>
                </c:pt>
                <c:pt idx="3282">
                  <c:v>7.9407407407407413E-2</c:v>
                </c:pt>
                <c:pt idx="3283">
                  <c:v>7.9407407407407413E-2</c:v>
                </c:pt>
                <c:pt idx="3284">
                  <c:v>7.9407407407407413E-2</c:v>
                </c:pt>
                <c:pt idx="3285">
                  <c:v>7.9407407407407413E-2</c:v>
                </c:pt>
                <c:pt idx="3286">
                  <c:v>7.9407407407407413E-2</c:v>
                </c:pt>
                <c:pt idx="3287">
                  <c:v>7.9407407407407413E-2</c:v>
                </c:pt>
                <c:pt idx="3288">
                  <c:v>7.9407407407407413E-2</c:v>
                </c:pt>
                <c:pt idx="3289">
                  <c:v>7.9407407407407413E-2</c:v>
                </c:pt>
                <c:pt idx="3290">
                  <c:v>7.9407407407407413E-2</c:v>
                </c:pt>
                <c:pt idx="3291">
                  <c:v>7.9407407407407413E-2</c:v>
                </c:pt>
                <c:pt idx="3292">
                  <c:v>7.9407407407407413E-2</c:v>
                </c:pt>
                <c:pt idx="3293">
                  <c:v>7.955555555555556E-2</c:v>
                </c:pt>
                <c:pt idx="3294">
                  <c:v>7.955555555555556E-2</c:v>
                </c:pt>
                <c:pt idx="3295">
                  <c:v>7.955555555555556E-2</c:v>
                </c:pt>
                <c:pt idx="3296">
                  <c:v>7.955555555555556E-2</c:v>
                </c:pt>
                <c:pt idx="3297">
                  <c:v>7.955555555555556E-2</c:v>
                </c:pt>
                <c:pt idx="3298">
                  <c:v>7.955555555555556E-2</c:v>
                </c:pt>
                <c:pt idx="3299">
                  <c:v>7.9703703703703707E-2</c:v>
                </c:pt>
                <c:pt idx="3300">
                  <c:v>7.9703703703703707E-2</c:v>
                </c:pt>
                <c:pt idx="3301">
                  <c:v>7.9703703703703707E-2</c:v>
                </c:pt>
                <c:pt idx="3302">
                  <c:v>7.9703703703703707E-2</c:v>
                </c:pt>
                <c:pt idx="3303">
                  <c:v>7.9851851851851854E-2</c:v>
                </c:pt>
                <c:pt idx="3304">
                  <c:v>7.9851851851851854E-2</c:v>
                </c:pt>
                <c:pt idx="3305">
                  <c:v>7.9851851851851854E-2</c:v>
                </c:pt>
                <c:pt idx="3306">
                  <c:v>7.9851851851851854E-2</c:v>
                </c:pt>
                <c:pt idx="3307">
                  <c:v>7.9851851851851854E-2</c:v>
                </c:pt>
                <c:pt idx="3308">
                  <c:v>7.9851851851851854E-2</c:v>
                </c:pt>
                <c:pt idx="3309">
                  <c:v>0.08</c:v>
                </c:pt>
                <c:pt idx="3310">
                  <c:v>0.08</c:v>
                </c:pt>
                <c:pt idx="3311">
                  <c:v>0.08</c:v>
                </c:pt>
                <c:pt idx="3312">
                  <c:v>0.08</c:v>
                </c:pt>
                <c:pt idx="3313">
                  <c:v>8.0148148148148149E-2</c:v>
                </c:pt>
                <c:pt idx="3314">
                  <c:v>8.0148148148148149E-2</c:v>
                </c:pt>
                <c:pt idx="3315">
                  <c:v>8.0148148148148149E-2</c:v>
                </c:pt>
                <c:pt idx="3316">
                  <c:v>8.0148148148148149E-2</c:v>
                </c:pt>
                <c:pt idx="3317">
                  <c:v>8.0148148148148149E-2</c:v>
                </c:pt>
                <c:pt idx="3318">
                  <c:v>8.0296296296296296E-2</c:v>
                </c:pt>
                <c:pt idx="3319">
                  <c:v>8.0296296296296296E-2</c:v>
                </c:pt>
                <c:pt idx="3320">
                  <c:v>8.0296296296296296E-2</c:v>
                </c:pt>
                <c:pt idx="3321">
                  <c:v>8.0444444444444443E-2</c:v>
                </c:pt>
                <c:pt idx="3322">
                  <c:v>8.0444444444444443E-2</c:v>
                </c:pt>
                <c:pt idx="3323">
                  <c:v>8.0592592592592591E-2</c:v>
                </c:pt>
                <c:pt idx="3324">
                  <c:v>8.0740740740740738E-2</c:v>
                </c:pt>
                <c:pt idx="3325">
                  <c:v>8.0740740740740738E-2</c:v>
                </c:pt>
                <c:pt idx="3326">
                  <c:v>8.0740740740740738E-2</c:v>
                </c:pt>
                <c:pt idx="3327">
                  <c:v>8.0740740740740738E-2</c:v>
                </c:pt>
                <c:pt idx="3328">
                  <c:v>8.0740740740740738E-2</c:v>
                </c:pt>
                <c:pt idx="3329">
                  <c:v>8.0740740740740738E-2</c:v>
                </c:pt>
                <c:pt idx="3330">
                  <c:v>8.0888888888888885E-2</c:v>
                </c:pt>
                <c:pt idx="3331">
                  <c:v>8.1037037037037032E-2</c:v>
                </c:pt>
                <c:pt idx="3332">
                  <c:v>8.1037037037037032E-2</c:v>
                </c:pt>
                <c:pt idx="3333">
                  <c:v>8.1037037037037032E-2</c:v>
                </c:pt>
                <c:pt idx="3334">
                  <c:v>8.1037037037037032E-2</c:v>
                </c:pt>
                <c:pt idx="3335">
                  <c:v>8.1037037037037032E-2</c:v>
                </c:pt>
                <c:pt idx="3336">
                  <c:v>8.1037037037037032E-2</c:v>
                </c:pt>
                <c:pt idx="3337">
                  <c:v>8.1037037037037032E-2</c:v>
                </c:pt>
                <c:pt idx="3338">
                  <c:v>8.1037037037037032E-2</c:v>
                </c:pt>
                <c:pt idx="3339">
                  <c:v>8.1037037037037032E-2</c:v>
                </c:pt>
                <c:pt idx="3340">
                  <c:v>8.1037037037037032E-2</c:v>
                </c:pt>
                <c:pt idx="3341">
                  <c:v>8.1037037037037032E-2</c:v>
                </c:pt>
                <c:pt idx="3342">
                  <c:v>8.1037037037037032E-2</c:v>
                </c:pt>
                <c:pt idx="3343">
                  <c:v>8.1037037037037032E-2</c:v>
                </c:pt>
                <c:pt idx="3344">
                  <c:v>8.1037037037037032E-2</c:v>
                </c:pt>
                <c:pt idx="3345">
                  <c:v>8.1037037037037032E-2</c:v>
                </c:pt>
                <c:pt idx="3346">
                  <c:v>8.1037037037037032E-2</c:v>
                </c:pt>
                <c:pt idx="3347">
                  <c:v>8.118518518518518E-2</c:v>
                </c:pt>
                <c:pt idx="3348">
                  <c:v>8.1333333333333327E-2</c:v>
                </c:pt>
                <c:pt idx="3349">
                  <c:v>8.1333333333333327E-2</c:v>
                </c:pt>
                <c:pt idx="3350">
                  <c:v>8.1333333333333327E-2</c:v>
                </c:pt>
                <c:pt idx="3351">
                  <c:v>8.1333333333333327E-2</c:v>
                </c:pt>
                <c:pt idx="3352">
                  <c:v>8.1333333333333327E-2</c:v>
                </c:pt>
                <c:pt idx="3353">
                  <c:v>8.1333333333333327E-2</c:v>
                </c:pt>
                <c:pt idx="3354">
                  <c:v>8.1481481481481488E-2</c:v>
                </c:pt>
                <c:pt idx="3355">
                  <c:v>8.1629629629629635E-2</c:v>
                </c:pt>
                <c:pt idx="3356">
                  <c:v>8.1629629629629635E-2</c:v>
                </c:pt>
                <c:pt idx="3357">
                  <c:v>8.1629629629629635E-2</c:v>
                </c:pt>
                <c:pt idx="3358">
                  <c:v>8.1629629629629635E-2</c:v>
                </c:pt>
                <c:pt idx="3359">
                  <c:v>8.1629629629629635E-2</c:v>
                </c:pt>
                <c:pt idx="3360">
                  <c:v>8.1777777777777783E-2</c:v>
                </c:pt>
                <c:pt idx="3361">
                  <c:v>8.1777777777777783E-2</c:v>
                </c:pt>
                <c:pt idx="3362">
                  <c:v>8.1777777777777783E-2</c:v>
                </c:pt>
                <c:pt idx="3363">
                  <c:v>8.1777777777777783E-2</c:v>
                </c:pt>
                <c:pt idx="3364">
                  <c:v>8.1777777777777783E-2</c:v>
                </c:pt>
                <c:pt idx="3365">
                  <c:v>8.1777777777777783E-2</c:v>
                </c:pt>
                <c:pt idx="3366">
                  <c:v>8.192592592592593E-2</c:v>
                </c:pt>
                <c:pt idx="3367">
                  <c:v>8.192592592592593E-2</c:v>
                </c:pt>
                <c:pt idx="3368">
                  <c:v>8.2074074074074077E-2</c:v>
                </c:pt>
                <c:pt idx="3369">
                  <c:v>8.2074074074074077E-2</c:v>
                </c:pt>
                <c:pt idx="3370">
                  <c:v>8.2074074074074077E-2</c:v>
                </c:pt>
                <c:pt idx="3371">
                  <c:v>8.2074074074074077E-2</c:v>
                </c:pt>
                <c:pt idx="3372">
                  <c:v>8.2222222222222224E-2</c:v>
                </c:pt>
                <c:pt idx="3373">
                  <c:v>8.2222222222222224E-2</c:v>
                </c:pt>
                <c:pt idx="3374">
                  <c:v>8.2222222222222224E-2</c:v>
                </c:pt>
                <c:pt idx="3375">
                  <c:v>8.2222222222222224E-2</c:v>
                </c:pt>
                <c:pt idx="3376">
                  <c:v>8.2222222222222224E-2</c:v>
                </c:pt>
                <c:pt idx="3377">
                  <c:v>8.2222222222222224E-2</c:v>
                </c:pt>
                <c:pt idx="3378">
                  <c:v>8.2222222222222224E-2</c:v>
                </c:pt>
                <c:pt idx="3379">
                  <c:v>8.2370370370370372E-2</c:v>
                </c:pt>
                <c:pt idx="3380">
                  <c:v>8.2370370370370372E-2</c:v>
                </c:pt>
                <c:pt idx="3381">
                  <c:v>8.2370370370370372E-2</c:v>
                </c:pt>
                <c:pt idx="3382">
                  <c:v>8.2370370370370372E-2</c:v>
                </c:pt>
                <c:pt idx="3383">
                  <c:v>8.2370370370370372E-2</c:v>
                </c:pt>
                <c:pt idx="3384">
                  <c:v>8.2370370370370372E-2</c:v>
                </c:pt>
                <c:pt idx="3385">
                  <c:v>8.2370370370370372E-2</c:v>
                </c:pt>
                <c:pt idx="3386">
                  <c:v>8.2370370370370372E-2</c:v>
                </c:pt>
                <c:pt idx="3387">
                  <c:v>8.2518518518518519E-2</c:v>
                </c:pt>
                <c:pt idx="3388">
                  <c:v>8.2518518518518519E-2</c:v>
                </c:pt>
                <c:pt idx="3389">
                  <c:v>8.2518518518518519E-2</c:v>
                </c:pt>
                <c:pt idx="3390">
                  <c:v>8.2518518518518519E-2</c:v>
                </c:pt>
                <c:pt idx="3391">
                  <c:v>8.2518518518518519E-2</c:v>
                </c:pt>
                <c:pt idx="3392">
                  <c:v>8.2518518518518519E-2</c:v>
                </c:pt>
                <c:pt idx="3393">
                  <c:v>8.2666666666666666E-2</c:v>
                </c:pt>
                <c:pt idx="3394">
                  <c:v>8.2814814814814813E-2</c:v>
                </c:pt>
                <c:pt idx="3395">
                  <c:v>8.2814814814814813E-2</c:v>
                </c:pt>
                <c:pt idx="3396">
                  <c:v>8.2814814814814813E-2</c:v>
                </c:pt>
                <c:pt idx="3397">
                  <c:v>8.2814814814814813E-2</c:v>
                </c:pt>
                <c:pt idx="3398">
                  <c:v>8.2814814814814813E-2</c:v>
                </c:pt>
                <c:pt idx="3399">
                  <c:v>8.2814814814814813E-2</c:v>
                </c:pt>
                <c:pt idx="3400">
                  <c:v>8.2814814814814813E-2</c:v>
                </c:pt>
                <c:pt idx="3401">
                  <c:v>8.2814814814814813E-2</c:v>
                </c:pt>
                <c:pt idx="3402">
                  <c:v>8.2962962962962961E-2</c:v>
                </c:pt>
                <c:pt idx="3403">
                  <c:v>8.3111111111111108E-2</c:v>
                </c:pt>
                <c:pt idx="3404">
                  <c:v>8.3111111111111108E-2</c:v>
                </c:pt>
                <c:pt idx="3405">
                  <c:v>8.3111111111111108E-2</c:v>
                </c:pt>
                <c:pt idx="3406">
                  <c:v>8.3111111111111108E-2</c:v>
                </c:pt>
                <c:pt idx="3407">
                  <c:v>8.3111111111111108E-2</c:v>
                </c:pt>
                <c:pt idx="3408">
                  <c:v>8.3111111111111108E-2</c:v>
                </c:pt>
                <c:pt idx="3409">
                  <c:v>8.3259259259259255E-2</c:v>
                </c:pt>
                <c:pt idx="3410">
                  <c:v>8.3259259259259255E-2</c:v>
                </c:pt>
                <c:pt idx="3411">
                  <c:v>8.3259259259259255E-2</c:v>
                </c:pt>
                <c:pt idx="3412">
                  <c:v>8.3259259259259255E-2</c:v>
                </c:pt>
                <c:pt idx="3413">
                  <c:v>8.3259259259259255E-2</c:v>
                </c:pt>
                <c:pt idx="3414">
                  <c:v>8.3259259259259255E-2</c:v>
                </c:pt>
                <c:pt idx="3415">
                  <c:v>8.3259259259259255E-2</c:v>
                </c:pt>
                <c:pt idx="3416">
                  <c:v>8.3407407407407402E-2</c:v>
                </c:pt>
                <c:pt idx="3417">
                  <c:v>8.3407407407407402E-2</c:v>
                </c:pt>
                <c:pt idx="3418">
                  <c:v>8.3407407407407402E-2</c:v>
                </c:pt>
                <c:pt idx="3419">
                  <c:v>8.3407407407407402E-2</c:v>
                </c:pt>
                <c:pt idx="3420">
                  <c:v>8.3407407407407402E-2</c:v>
                </c:pt>
                <c:pt idx="3421">
                  <c:v>8.3407407407407402E-2</c:v>
                </c:pt>
                <c:pt idx="3422">
                  <c:v>8.3407407407407402E-2</c:v>
                </c:pt>
                <c:pt idx="3423">
                  <c:v>8.3407407407407402E-2</c:v>
                </c:pt>
                <c:pt idx="3424">
                  <c:v>8.355555555555555E-2</c:v>
                </c:pt>
                <c:pt idx="3425">
                  <c:v>8.355555555555555E-2</c:v>
                </c:pt>
                <c:pt idx="3426">
                  <c:v>8.355555555555555E-2</c:v>
                </c:pt>
                <c:pt idx="3427">
                  <c:v>8.355555555555555E-2</c:v>
                </c:pt>
                <c:pt idx="3428">
                  <c:v>8.355555555555555E-2</c:v>
                </c:pt>
                <c:pt idx="3429">
                  <c:v>8.355555555555555E-2</c:v>
                </c:pt>
                <c:pt idx="3430">
                  <c:v>8.355555555555555E-2</c:v>
                </c:pt>
                <c:pt idx="3431">
                  <c:v>8.355555555555555E-2</c:v>
                </c:pt>
                <c:pt idx="3432">
                  <c:v>8.3703703703703697E-2</c:v>
                </c:pt>
                <c:pt idx="3433">
                  <c:v>8.3703703703703697E-2</c:v>
                </c:pt>
                <c:pt idx="3434">
                  <c:v>8.3851851851851858E-2</c:v>
                </c:pt>
                <c:pt idx="3435">
                  <c:v>8.4000000000000005E-2</c:v>
                </c:pt>
                <c:pt idx="3436">
                  <c:v>8.4148148148148152E-2</c:v>
                </c:pt>
                <c:pt idx="3437">
                  <c:v>8.42962962962963E-2</c:v>
                </c:pt>
                <c:pt idx="3438">
                  <c:v>8.4444444444444447E-2</c:v>
                </c:pt>
                <c:pt idx="3439">
                  <c:v>8.4592592592592594E-2</c:v>
                </c:pt>
                <c:pt idx="3440">
                  <c:v>8.4592592592592594E-2</c:v>
                </c:pt>
                <c:pt idx="3441">
                  <c:v>8.4592592592592594E-2</c:v>
                </c:pt>
                <c:pt idx="3442">
                  <c:v>8.4592592592592594E-2</c:v>
                </c:pt>
                <c:pt idx="3443">
                  <c:v>8.4592592592592594E-2</c:v>
                </c:pt>
                <c:pt idx="3444">
                  <c:v>8.4592592592592594E-2</c:v>
                </c:pt>
                <c:pt idx="3445">
                  <c:v>8.4592592592592594E-2</c:v>
                </c:pt>
                <c:pt idx="3446">
                  <c:v>8.4592592592592594E-2</c:v>
                </c:pt>
                <c:pt idx="3447">
                  <c:v>8.4592592592592594E-2</c:v>
                </c:pt>
                <c:pt idx="3448">
                  <c:v>8.4592592592592594E-2</c:v>
                </c:pt>
                <c:pt idx="3449">
                  <c:v>8.4592592592592594E-2</c:v>
                </c:pt>
                <c:pt idx="3450">
                  <c:v>8.4592592592592594E-2</c:v>
                </c:pt>
                <c:pt idx="3451">
                  <c:v>8.4592592592592594E-2</c:v>
                </c:pt>
                <c:pt idx="3452">
                  <c:v>8.4592592592592594E-2</c:v>
                </c:pt>
                <c:pt idx="3453">
                  <c:v>8.4592592592592594E-2</c:v>
                </c:pt>
                <c:pt idx="3454">
                  <c:v>8.4740740740740741E-2</c:v>
                </c:pt>
                <c:pt idx="3455">
                  <c:v>8.4740740740740741E-2</c:v>
                </c:pt>
                <c:pt idx="3456">
                  <c:v>8.4740740740740741E-2</c:v>
                </c:pt>
                <c:pt idx="3457">
                  <c:v>8.4740740740740741E-2</c:v>
                </c:pt>
                <c:pt idx="3458">
                  <c:v>8.4740740740740741E-2</c:v>
                </c:pt>
                <c:pt idx="3459">
                  <c:v>8.4740740740740741E-2</c:v>
                </c:pt>
                <c:pt idx="3460">
                  <c:v>8.4740740740740741E-2</c:v>
                </c:pt>
                <c:pt idx="3461">
                  <c:v>8.4740740740740741E-2</c:v>
                </c:pt>
                <c:pt idx="3462">
                  <c:v>8.4888888888888889E-2</c:v>
                </c:pt>
                <c:pt idx="3463">
                  <c:v>8.4888888888888889E-2</c:v>
                </c:pt>
                <c:pt idx="3464">
                  <c:v>8.4888888888888889E-2</c:v>
                </c:pt>
                <c:pt idx="3465">
                  <c:v>8.4888888888888889E-2</c:v>
                </c:pt>
                <c:pt idx="3466">
                  <c:v>8.5037037037037036E-2</c:v>
                </c:pt>
                <c:pt idx="3467">
                  <c:v>8.5185185185185183E-2</c:v>
                </c:pt>
                <c:pt idx="3468">
                  <c:v>8.533333333333333E-2</c:v>
                </c:pt>
                <c:pt idx="3469">
                  <c:v>8.533333333333333E-2</c:v>
                </c:pt>
                <c:pt idx="3470">
                  <c:v>8.533333333333333E-2</c:v>
                </c:pt>
                <c:pt idx="3471">
                  <c:v>8.533333333333333E-2</c:v>
                </c:pt>
                <c:pt idx="3472">
                  <c:v>8.533333333333333E-2</c:v>
                </c:pt>
                <c:pt idx="3473">
                  <c:v>8.533333333333333E-2</c:v>
                </c:pt>
                <c:pt idx="3474">
                  <c:v>8.533333333333333E-2</c:v>
                </c:pt>
                <c:pt idx="3475">
                  <c:v>8.533333333333333E-2</c:v>
                </c:pt>
                <c:pt idx="3476">
                  <c:v>8.533333333333333E-2</c:v>
                </c:pt>
                <c:pt idx="3477">
                  <c:v>8.533333333333333E-2</c:v>
                </c:pt>
                <c:pt idx="3478">
                  <c:v>8.5481481481481478E-2</c:v>
                </c:pt>
                <c:pt idx="3479">
                  <c:v>8.5629629629629625E-2</c:v>
                </c:pt>
                <c:pt idx="3480">
                  <c:v>8.5777777777777772E-2</c:v>
                </c:pt>
                <c:pt idx="3481">
                  <c:v>8.5777777777777772E-2</c:v>
                </c:pt>
                <c:pt idx="3482">
                  <c:v>8.5777777777777772E-2</c:v>
                </c:pt>
                <c:pt idx="3483">
                  <c:v>8.5777777777777772E-2</c:v>
                </c:pt>
                <c:pt idx="3484">
                  <c:v>8.5925925925925919E-2</c:v>
                </c:pt>
                <c:pt idx="3485">
                  <c:v>8.5925925925925919E-2</c:v>
                </c:pt>
                <c:pt idx="3486">
                  <c:v>8.5925925925925919E-2</c:v>
                </c:pt>
                <c:pt idx="3487">
                  <c:v>8.5925925925925919E-2</c:v>
                </c:pt>
                <c:pt idx="3488">
                  <c:v>8.5925925925925919E-2</c:v>
                </c:pt>
                <c:pt idx="3489">
                  <c:v>8.6074074074074081E-2</c:v>
                </c:pt>
                <c:pt idx="3490">
                  <c:v>8.6222222222222228E-2</c:v>
                </c:pt>
                <c:pt idx="3491">
                  <c:v>8.6222222222222228E-2</c:v>
                </c:pt>
                <c:pt idx="3492">
                  <c:v>8.6222222222222228E-2</c:v>
                </c:pt>
                <c:pt idx="3493">
                  <c:v>8.6222222222222228E-2</c:v>
                </c:pt>
                <c:pt idx="3494">
                  <c:v>8.6222222222222228E-2</c:v>
                </c:pt>
                <c:pt idx="3495">
                  <c:v>8.6222222222222228E-2</c:v>
                </c:pt>
                <c:pt idx="3496">
                  <c:v>8.6222222222222228E-2</c:v>
                </c:pt>
                <c:pt idx="3497">
                  <c:v>8.6370370370370375E-2</c:v>
                </c:pt>
                <c:pt idx="3498">
                  <c:v>8.6518518518518522E-2</c:v>
                </c:pt>
                <c:pt idx="3499">
                  <c:v>8.6518518518518522E-2</c:v>
                </c:pt>
                <c:pt idx="3500">
                  <c:v>8.666666666666667E-2</c:v>
                </c:pt>
                <c:pt idx="3501">
                  <c:v>8.666666666666667E-2</c:v>
                </c:pt>
                <c:pt idx="3502">
                  <c:v>8.666666666666667E-2</c:v>
                </c:pt>
                <c:pt idx="3503">
                  <c:v>8.666666666666667E-2</c:v>
                </c:pt>
                <c:pt idx="3504">
                  <c:v>8.666666666666667E-2</c:v>
                </c:pt>
                <c:pt idx="3505">
                  <c:v>8.666666666666667E-2</c:v>
                </c:pt>
                <c:pt idx="3506">
                  <c:v>8.6814814814814817E-2</c:v>
                </c:pt>
                <c:pt idx="3507">
                  <c:v>8.6962962962962964E-2</c:v>
                </c:pt>
                <c:pt idx="3508">
                  <c:v>8.6962962962962964E-2</c:v>
                </c:pt>
                <c:pt idx="3509">
                  <c:v>8.7111111111111111E-2</c:v>
                </c:pt>
                <c:pt idx="3510">
                  <c:v>8.7111111111111111E-2</c:v>
                </c:pt>
                <c:pt idx="3511">
                  <c:v>8.7111111111111111E-2</c:v>
                </c:pt>
                <c:pt idx="3512">
                  <c:v>8.7259259259259259E-2</c:v>
                </c:pt>
                <c:pt idx="3513">
                  <c:v>8.7259259259259259E-2</c:v>
                </c:pt>
                <c:pt idx="3514">
                  <c:v>8.7259259259259259E-2</c:v>
                </c:pt>
                <c:pt idx="3515">
                  <c:v>8.7259259259259259E-2</c:v>
                </c:pt>
                <c:pt idx="3516">
                  <c:v>8.7259259259259259E-2</c:v>
                </c:pt>
                <c:pt idx="3517">
                  <c:v>8.7259259259259259E-2</c:v>
                </c:pt>
                <c:pt idx="3518">
                  <c:v>8.7259259259259259E-2</c:v>
                </c:pt>
                <c:pt idx="3519">
                  <c:v>8.7407407407407406E-2</c:v>
                </c:pt>
                <c:pt idx="3520">
                  <c:v>8.7407407407407406E-2</c:v>
                </c:pt>
                <c:pt idx="3521">
                  <c:v>8.7555555555555553E-2</c:v>
                </c:pt>
                <c:pt idx="3522">
                  <c:v>8.7555555555555553E-2</c:v>
                </c:pt>
                <c:pt idx="3523">
                  <c:v>8.7555555555555553E-2</c:v>
                </c:pt>
                <c:pt idx="3524">
                  <c:v>8.7555555555555553E-2</c:v>
                </c:pt>
                <c:pt idx="3525">
                  <c:v>8.7555555555555553E-2</c:v>
                </c:pt>
                <c:pt idx="3526">
                  <c:v>8.7555555555555553E-2</c:v>
                </c:pt>
                <c:pt idx="3527">
                  <c:v>8.7555555555555553E-2</c:v>
                </c:pt>
                <c:pt idx="3528">
                  <c:v>8.7555555555555553E-2</c:v>
                </c:pt>
                <c:pt idx="3529">
                  <c:v>8.7555555555555553E-2</c:v>
                </c:pt>
                <c:pt idx="3530">
                  <c:v>8.7555555555555553E-2</c:v>
                </c:pt>
                <c:pt idx="3531">
                  <c:v>8.7555555555555553E-2</c:v>
                </c:pt>
                <c:pt idx="3532">
                  <c:v>8.7555555555555553E-2</c:v>
                </c:pt>
                <c:pt idx="3533">
                  <c:v>8.7555555555555553E-2</c:v>
                </c:pt>
                <c:pt idx="3534">
                  <c:v>8.7555555555555553E-2</c:v>
                </c:pt>
                <c:pt idx="3535">
                  <c:v>8.7555555555555553E-2</c:v>
                </c:pt>
                <c:pt idx="3536">
                  <c:v>8.77037037037037E-2</c:v>
                </c:pt>
                <c:pt idx="3537">
                  <c:v>8.7851851851851848E-2</c:v>
                </c:pt>
                <c:pt idx="3538">
                  <c:v>8.7999999999999995E-2</c:v>
                </c:pt>
                <c:pt idx="3539">
                  <c:v>8.7999999999999995E-2</c:v>
                </c:pt>
                <c:pt idx="3540">
                  <c:v>8.7999999999999995E-2</c:v>
                </c:pt>
                <c:pt idx="3541">
                  <c:v>8.7999999999999995E-2</c:v>
                </c:pt>
                <c:pt idx="3542">
                  <c:v>8.7999999999999995E-2</c:v>
                </c:pt>
                <c:pt idx="3543">
                  <c:v>8.7999999999999995E-2</c:v>
                </c:pt>
                <c:pt idx="3544">
                  <c:v>8.7999999999999995E-2</c:v>
                </c:pt>
                <c:pt idx="3545">
                  <c:v>8.7999999999999995E-2</c:v>
                </c:pt>
                <c:pt idx="3546">
                  <c:v>8.7999999999999995E-2</c:v>
                </c:pt>
                <c:pt idx="3547">
                  <c:v>8.8148148148148142E-2</c:v>
                </c:pt>
                <c:pt idx="3548">
                  <c:v>8.8148148148148142E-2</c:v>
                </c:pt>
                <c:pt idx="3549">
                  <c:v>8.8296296296296289E-2</c:v>
                </c:pt>
                <c:pt idx="3550">
                  <c:v>8.8296296296296289E-2</c:v>
                </c:pt>
                <c:pt idx="3551">
                  <c:v>8.8296296296296289E-2</c:v>
                </c:pt>
                <c:pt idx="3552">
                  <c:v>8.8296296296296289E-2</c:v>
                </c:pt>
                <c:pt idx="3553">
                  <c:v>8.8296296296296289E-2</c:v>
                </c:pt>
                <c:pt idx="3554">
                  <c:v>8.8444444444444451E-2</c:v>
                </c:pt>
                <c:pt idx="3555">
                  <c:v>8.8444444444444451E-2</c:v>
                </c:pt>
                <c:pt idx="3556">
                  <c:v>8.8444444444444451E-2</c:v>
                </c:pt>
                <c:pt idx="3557">
                  <c:v>8.8444444444444451E-2</c:v>
                </c:pt>
                <c:pt idx="3558">
                  <c:v>8.8444444444444451E-2</c:v>
                </c:pt>
                <c:pt idx="3559">
                  <c:v>8.8444444444444451E-2</c:v>
                </c:pt>
                <c:pt idx="3560">
                  <c:v>8.8444444444444451E-2</c:v>
                </c:pt>
                <c:pt idx="3561">
                  <c:v>8.8444444444444451E-2</c:v>
                </c:pt>
                <c:pt idx="3562">
                  <c:v>8.8444444444444451E-2</c:v>
                </c:pt>
                <c:pt idx="3563">
                  <c:v>8.8444444444444451E-2</c:v>
                </c:pt>
                <c:pt idx="3564">
                  <c:v>8.8444444444444451E-2</c:v>
                </c:pt>
                <c:pt idx="3565">
                  <c:v>8.8444444444444451E-2</c:v>
                </c:pt>
                <c:pt idx="3566">
                  <c:v>8.8444444444444451E-2</c:v>
                </c:pt>
                <c:pt idx="3567">
                  <c:v>8.8444444444444451E-2</c:v>
                </c:pt>
                <c:pt idx="3568">
                  <c:v>8.8444444444444451E-2</c:v>
                </c:pt>
                <c:pt idx="3569">
                  <c:v>8.8592592592592598E-2</c:v>
                </c:pt>
                <c:pt idx="3570">
                  <c:v>8.8592592592592598E-2</c:v>
                </c:pt>
                <c:pt idx="3571">
                  <c:v>8.8592592592592598E-2</c:v>
                </c:pt>
                <c:pt idx="3572">
                  <c:v>8.8592592592592598E-2</c:v>
                </c:pt>
                <c:pt idx="3573">
                  <c:v>8.8740740740740745E-2</c:v>
                </c:pt>
                <c:pt idx="3574">
                  <c:v>8.8740740740740745E-2</c:v>
                </c:pt>
                <c:pt idx="3575">
                  <c:v>8.8740740740740745E-2</c:v>
                </c:pt>
                <c:pt idx="3576">
                  <c:v>8.8740740740740745E-2</c:v>
                </c:pt>
                <c:pt idx="3577">
                  <c:v>8.8888888888888892E-2</c:v>
                </c:pt>
                <c:pt idx="3578">
                  <c:v>8.8888888888888892E-2</c:v>
                </c:pt>
                <c:pt idx="3579">
                  <c:v>8.8888888888888892E-2</c:v>
                </c:pt>
                <c:pt idx="3580">
                  <c:v>8.8888888888888892E-2</c:v>
                </c:pt>
                <c:pt idx="3581">
                  <c:v>8.8888888888888892E-2</c:v>
                </c:pt>
                <c:pt idx="3582">
                  <c:v>8.8888888888888892E-2</c:v>
                </c:pt>
                <c:pt idx="3583">
                  <c:v>8.8888888888888892E-2</c:v>
                </c:pt>
                <c:pt idx="3584">
                  <c:v>8.903703703703704E-2</c:v>
                </c:pt>
                <c:pt idx="3585">
                  <c:v>8.9185185185185187E-2</c:v>
                </c:pt>
                <c:pt idx="3586">
                  <c:v>8.9185185185185187E-2</c:v>
                </c:pt>
                <c:pt idx="3587">
                  <c:v>8.9333333333333334E-2</c:v>
                </c:pt>
                <c:pt idx="3588">
                  <c:v>8.9481481481481481E-2</c:v>
                </c:pt>
                <c:pt idx="3589">
                  <c:v>8.9481481481481481E-2</c:v>
                </c:pt>
                <c:pt idx="3590">
                  <c:v>8.9629629629629629E-2</c:v>
                </c:pt>
                <c:pt idx="3591">
                  <c:v>8.9629629629629629E-2</c:v>
                </c:pt>
                <c:pt idx="3592">
                  <c:v>8.9777777777777776E-2</c:v>
                </c:pt>
                <c:pt idx="3593">
                  <c:v>8.9777777777777776E-2</c:v>
                </c:pt>
                <c:pt idx="3594">
                  <c:v>8.9777777777777776E-2</c:v>
                </c:pt>
                <c:pt idx="3595">
                  <c:v>8.9925925925925923E-2</c:v>
                </c:pt>
                <c:pt idx="3596">
                  <c:v>8.9925925925925923E-2</c:v>
                </c:pt>
                <c:pt idx="3597">
                  <c:v>8.9925925925925923E-2</c:v>
                </c:pt>
                <c:pt idx="3598">
                  <c:v>9.007407407407407E-2</c:v>
                </c:pt>
                <c:pt idx="3599">
                  <c:v>9.007407407407407E-2</c:v>
                </c:pt>
                <c:pt idx="3600">
                  <c:v>9.0222222222222218E-2</c:v>
                </c:pt>
                <c:pt idx="3601">
                  <c:v>9.0222222222222218E-2</c:v>
                </c:pt>
                <c:pt idx="3602">
                  <c:v>9.0222222222222218E-2</c:v>
                </c:pt>
                <c:pt idx="3603">
                  <c:v>9.0222222222222218E-2</c:v>
                </c:pt>
                <c:pt idx="3604">
                  <c:v>9.0222222222222218E-2</c:v>
                </c:pt>
                <c:pt idx="3605">
                  <c:v>9.0370370370370365E-2</c:v>
                </c:pt>
                <c:pt idx="3606">
                  <c:v>9.0370370370370365E-2</c:v>
                </c:pt>
                <c:pt idx="3607">
                  <c:v>9.0518518518518512E-2</c:v>
                </c:pt>
                <c:pt idx="3608">
                  <c:v>9.0666666666666673E-2</c:v>
                </c:pt>
                <c:pt idx="3609">
                  <c:v>9.0666666666666673E-2</c:v>
                </c:pt>
                <c:pt idx="3610">
                  <c:v>9.081481481481482E-2</c:v>
                </c:pt>
                <c:pt idx="3611">
                  <c:v>9.081481481481482E-2</c:v>
                </c:pt>
                <c:pt idx="3612">
                  <c:v>9.081481481481482E-2</c:v>
                </c:pt>
                <c:pt idx="3613">
                  <c:v>9.081481481481482E-2</c:v>
                </c:pt>
                <c:pt idx="3614">
                  <c:v>9.081481481481482E-2</c:v>
                </c:pt>
                <c:pt idx="3615">
                  <c:v>9.081481481481482E-2</c:v>
                </c:pt>
                <c:pt idx="3616">
                  <c:v>9.081481481481482E-2</c:v>
                </c:pt>
                <c:pt idx="3617">
                  <c:v>9.0962962962962968E-2</c:v>
                </c:pt>
                <c:pt idx="3618">
                  <c:v>9.0962962962962968E-2</c:v>
                </c:pt>
                <c:pt idx="3619">
                  <c:v>9.1111111111111115E-2</c:v>
                </c:pt>
                <c:pt idx="3620">
                  <c:v>9.1111111111111115E-2</c:v>
                </c:pt>
                <c:pt idx="3621">
                  <c:v>9.1259259259259262E-2</c:v>
                </c:pt>
                <c:pt idx="3622">
                  <c:v>9.1259259259259262E-2</c:v>
                </c:pt>
                <c:pt idx="3623">
                  <c:v>9.1259259259259262E-2</c:v>
                </c:pt>
                <c:pt idx="3624">
                  <c:v>9.1259259259259262E-2</c:v>
                </c:pt>
                <c:pt idx="3625">
                  <c:v>9.1259259259259262E-2</c:v>
                </c:pt>
                <c:pt idx="3626">
                  <c:v>9.1259259259259262E-2</c:v>
                </c:pt>
                <c:pt idx="3627">
                  <c:v>9.1259259259259262E-2</c:v>
                </c:pt>
                <c:pt idx="3628">
                  <c:v>9.1407407407407409E-2</c:v>
                </c:pt>
                <c:pt idx="3629">
                  <c:v>9.1407407407407409E-2</c:v>
                </c:pt>
                <c:pt idx="3630">
                  <c:v>9.1407407407407409E-2</c:v>
                </c:pt>
                <c:pt idx="3631">
                  <c:v>9.1555555555555557E-2</c:v>
                </c:pt>
                <c:pt idx="3632">
                  <c:v>9.1703703703703704E-2</c:v>
                </c:pt>
                <c:pt idx="3633">
                  <c:v>9.1703703703703704E-2</c:v>
                </c:pt>
                <c:pt idx="3634">
                  <c:v>9.1703703703703704E-2</c:v>
                </c:pt>
                <c:pt idx="3635">
                  <c:v>9.1703703703703704E-2</c:v>
                </c:pt>
                <c:pt idx="3636">
                  <c:v>9.1851851851851851E-2</c:v>
                </c:pt>
                <c:pt idx="3637">
                  <c:v>9.1999999999999998E-2</c:v>
                </c:pt>
                <c:pt idx="3638">
                  <c:v>9.1999999999999998E-2</c:v>
                </c:pt>
                <c:pt idx="3639">
                  <c:v>9.2148148148148146E-2</c:v>
                </c:pt>
                <c:pt idx="3640">
                  <c:v>9.2148148148148146E-2</c:v>
                </c:pt>
                <c:pt idx="3641">
                  <c:v>9.2148148148148146E-2</c:v>
                </c:pt>
                <c:pt idx="3642">
                  <c:v>9.2148148148148146E-2</c:v>
                </c:pt>
                <c:pt idx="3643">
                  <c:v>9.2148148148148146E-2</c:v>
                </c:pt>
                <c:pt idx="3644">
                  <c:v>9.2296296296296293E-2</c:v>
                </c:pt>
                <c:pt idx="3645">
                  <c:v>9.244444444444444E-2</c:v>
                </c:pt>
                <c:pt idx="3646">
                  <c:v>9.244444444444444E-2</c:v>
                </c:pt>
                <c:pt idx="3647">
                  <c:v>9.244444444444444E-2</c:v>
                </c:pt>
                <c:pt idx="3648">
                  <c:v>9.2592592592592587E-2</c:v>
                </c:pt>
                <c:pt idx="3649">
                  <c:v>9.2592592592592587E-2</c:v>
                </c:pt>
                <c:pt idx="3650">
                  <c:v>9.2740740740740735E-2</c:v>
                </c:pt>
                <c:pt idx="3651">
                  <c:v>9.2888888888888882E-2</c:v>
                </c:pt>
                <c:pt idx="3652">
                  <c:v>9.3037037037037043E-2</c:v>
                </c:pt>
                <c:pt idx="3653">
                  <c:v>9.3037037037037043E-2</c:v>
                </c:pt>
                <c:pt idx="3654">
                  <c:v>9.3037037037037043E-2</c:v>
                </c:pt>
                <c:pt idx="3655">
                  <c:v>9.3037037037037043E-2</c:v>
                </c:pt>
                <c:pt idx="3656">
                  <c:v>9.3037037037037043E-2</c:v>
                </c:pt>
                <c:pt idx="3657">
                  <c:v>9.318518518518519E-2</c:v>
                </c:pt>
                <c:pt idx="3658">
                  <c:v>9.318518518518519E-2</c:v>
                </c:pt>
                <c:pt idx="3659">
                  <c:v>9.318518518518519E-2</c:v>
                </c:pt>
                <c:pt idx="3660">
                  <c:v>9.318518518518519E-2</c:v>
                </c:pt>
                <c:pt idx="3661">
                  <c:v>9.318518518518519E-2</c:v>
                </c:pt>
                <c:pt idx="3662">
                  <c:v>9.318518518518519E-2</c:v>
                </c:pt>
                <c:pt idx="3663">
                  <c:v>9.3333333333333338E-2</c:v>
                </c:pt>
                <c:pt idx="3664">
                  <c:v>9.3333333333333338E-2</c:v>
                </c:pt>
                <c:pt idx="3665">
                  <c:v>9.3333333333333338E-2</c:v>
                </c:pt>
                <c:pt idx="3666">
                  <c:v>9.3481481481481485E-2</c:v>
                </c:pt>
                <c:pt idx="3667">
                  <c:v>9.3629629629629632E-2</c:v>
                </c:pt>
                <c:pt idx="3668">
                  <c:v>9.3777777777777779E-2</c:v>
                </c:pt>
                <c:pt idx="3669">
                  <c:v>9.3925925925925927E-2</c:v>
                </c:pt>
                <c:pt idx="3670">
                  <c:v>9.4074074074074074E-2</c:v>
                </c:pt>
                <c:pt idx="3671">
                  <c:v>9.4074074074074074E-2</c:v>
                </c:pt>
                <c:pt idx="3672">
                  <c:v>9.4222222222222221E-2</c:v>
                </c:pt>
                <c:pt idx="3673">
                  <c:v>9.4222222222222221E-2</c:v>
                </c:pt>
                <c:pt idx="3674">
                  <c:v>9.4370370370370368E-2</c:v>
                </c:pt>
                <c:pt idx="3675">
                  <c:v>9.4370370370370368E-2</c:v>
                </c:pt>
                <c:pt idx="3676">
                  <c:v>9.4370370370370368E-2</c:v>
                </c:pt>
                <c:pt idx="3677">
                  <c:v>9.4370370370370368E-2</c:v>
                </c:pt>
                <c:pt idx="3678">
                  <c:v>9.4518518518518516E-2</c:v>
                </c:pt>
                <c:pt idx="3679">
                  <c:v>9.4518518518518516E-2</c:v>
                </c:pt>
                <c:pt idx="3680">
                  <c:v>9.4518518518518516E-2</c:v>
                </c:pt>
                <c:pt idx="3681">
                  <c:v>9.4518518518518516E-2</c:v>
                </c:pt>
                <c:pt idx="3682">
                  <c:v>9.4518518518518516E-2</c:v>
                </c:pt>
                <c:pt idx="3683">
                  <c:v>9.4518518518518516E-2</c:v>
                </c:pt>
                <c:pt idx="3684">
                  <c:v>9.4518518518518516E-2</c:v>
                </c:pt>
                <c:pt idx="3685">
                  <c:v>9.4518518518518516E-2</c:v>
                </c:pt>
                <c:pt idx="3686">
                  <c:v>9.4518518518518516E-2</c:v>
                </c:pt>
                <c:pt idx="3687">
                  <c:v>9.4518518518518516E-2</c:v>
                </c:pt>
                <c:pt idx="3688">
                  <c:v>9.4518518518518516E-2</c:v>
                </c:pt>
                <c:pt idx="3689">
                  <c:v>9.4518518518518516E-2</c:v>
                </c:pt>
                <c:pt idx="3690">
                  <c:v>9.4518518518518516E-2</c:v>
                </c:pt>
                <c:pt idx="3691">
                  <c:v>9.4518518518518516E-2</c:v>
                </c:pt>
                <c:pt idx="3692">
                  <c:v>9.4518518518518516E-2</c:v>
                </c:pt>
                <c:pt idx="3693">
                  <c:v>9.4518518518518516E-2</c:v>
                </c:pt>
                <c:pt idx="3694">
                  <c:v>9.4518518518518516E-2</c:v>
                </c:pt>
                <c:pt idx="3695">
                  <c:v>9.4666666666666663E-2</c:v>
                </c:pt>
                <c:pt idx="3696">
                  <c:v>9.481481481481481E-2</c:v>
                </c:pt>
                <c:pt idx="3697">
                  <c:v>9.481481481481481E-2</c:v>
                </c:pt>
                <c:pt idx="3698">
                  <c:v>9.4962962962962957E-2</c:v>
                </c:pt>
                <c:pt idx="3699">
                  <c:v>9.4962962962962957E-2</c:v>
                </c:pt>
                <c:pt idx="3700">
                  <c:v>9.4962962962962957E-2</c:v>
                </c:pt>
                <c:pt idx="3701">
                  <c:v>9.4962962962962957E-2</c:v>
                </c:pt>
                <c:pt idx="3702">
                  <c:v>9.4962962962962957E-2</c:v>
                </c:pt>
                <c:pt idx="3703">
                  <c:v>9.4962962962962957E-2</c:v>
                </c:pt>
                <c:pt idx="3704">
                  <c:v>9.4962962962962957E-2</c:v>
                </c:pt>
                <c:pt idx="3705">
                  <c:v>9.5111111111111105E-2</c:v>
                </c:pt>
                <c:pt idx="3706">
                  <c:v>9.5111111111111105E-2</c:v>
                </c:pt>
                <c:pt idx="3707">
                  <c:v>9.5111111111111105E-2</c:v>
                </c:pt>
                <c:pt idx="3708">
                  <c:v>9.5111111111111105E-2</c:v>
                </c:pt>
                <c:pt idx="3709">
                  <c:v>9.5259259259259266E-2</c:v>
                </c:pt>
                <c:pt idx="3710">
                  <c:v>9.5259259259259266E-2</c:v>
                </c:pt>
                <c:pt idx="3711">
                  <c:v>9.5259259259259266E-2</c:v>
                </c:pt>
                <c:pt idx="3712">
                  <c:v>9.5259259259259266E-2</c:v>
                </c:pt>
                <c:pt idx="3713">
                  <c:v>9.5259259259259266E-2</c:v>
                </c:pt>
                <c:pt idx="3714">
                  <c:v>9.5407407407407413E-2</c:v>
                </c:pt>
                <c:pt idx="3715">
                  <c:v>9.5407407407407413E-2</c:v>
                </c:pt>
                <c:pt idx="3716">
                  <c:v>9.5407407407407413E-2</c:v>
                </c:pt>
                <c:pt idx="3717">
                  <c:v>9.5407407407407413E-2</c:v>
                </c:pt>
                <c:pt idx="3718">
                  <c:v>9.5407407407407413E-2</c:v>
                </c:pt>
                <c:pt idx="3719">
                  <c:v>9.5407407407407413E-2</c:v>
                </c:pt>
                <c:pt idx="3720">
                  <c:v>9.555555555555556E-2</c:v>
                </c:pt>
                <c:pt idx="3721">
                  <c:v>9.555555555555556E-2</c:v>
                </c:pt>
                <c:pt idx="3722">
                  <c:v>9.555555555555556E-2</c:v>
                </c:pt>
                <c:pt idx="3723">
                  <c:v>9.555555555555556E-2</c:v>
                </c:pt>
                <c:pt idx="3724">
                  <c:v>9.555555555555556E-2</c:v>
                </c:pt>
                <c:pt idx="3725">
                  <c:v>9.555555555555556E-2</c:v>
                </c:pt>
                <c:pt idx="3726">
                  <c:v>9.555555555555556E-2</c:v>
                </c:pt>
                <c:pt idx="3727">
                  <c:v>9.555555555555556E-2</c:v>
                </c:pt>
                <c:pt idx="3728">
                  <c:v>9.555555555555556E-2</c:v>
                </c:pt>
                <c:pt idx="3729">
                  <c:v>9.555555555555556E-2</c:v>
                </c:pt>
                <c:pt idx="3730">
                  <c:v>9.555555555555556E-2</c:v>
                </c:pt>
                <c:pt idx="3731">
                  <c:v>9.555555555555556E-2</c:v>
                </c:pt>
                <c:pt idx="3732">
                  <c:v>9.555555555555556E-2</c:v>
                </c:pt>
                <c:pt idx="3733">
                  <c:v>9.555555555555556E-2</c:v>
                </c:pt>
                <c:pt idx="3734">
                  <c:v>9.555555555555556E-2</c:v>
                </c:pt>
                <c:pt idx="3735">
                  <c:v>9.555555555555556E-2</c:v>
                </c:pt>
                <c:pt idx="3736">
                  <c:v>9.555555555555556E-2</c:v>
                </c:pt>
                <c:pt idx="3737">
                  <c:v>9.5703703703703707E-2</c:v>
                </c:pt>
                <c:pt idx="3738">
                  <c:v>9.5703703703703707E-2</c:v>
                </c:pt>
                <c:pt idx="3739">
                  <c:v>9.5851851851851855E-2</c:v>
                </c:pt>
                <c:pt idx="3740">
                  <c:v>9.5851851851851855E-2</c:v>
                </c:pt>
                <c:pt idx="3741">
                  <c:v>9.6000000000000002E-2</c:v>
                </c:pt>
                <c:pt idx="3742">
                  <c:v>9.6000000000000002E-2</c:v>
                </c:pt>
                <c:pt idx="3743">
                  <c:v>9.6148148148148149E-2</c:v>
                </c:pt>
                <c:pt idx="3744">
                  <c:v>9.6148148148148149E-2</c:v>
                </c:pt>
                <c:pt idx="3745">
                  <c:v>9.6148148148148149E-2</c:v>
                </c:pt>
                <c:pt idx="3746">
                  <c:v>9.6148148148148149E-2</c:v>
                </c:pt>
                <c:pt idx="3747">
                  <c:v>9.6148148148148149E-2</c:v>
                </c:pt>
                <c:pt idx="3748">
                  <c:v>9.6148148148148149E-2</c:v>
                </c:pt>
                <c:pt idx="3749">
                  <c:v>9.6148148148148149E-2</c:v>
                </c:pt>
                <c:pt idx="3750">
                  <c:v>9.6148148148148149E-2</c:v>
                </c:pt>
                <c:pt idx="3751">
                  <c:v>9.6148148148148149E-2</c:v>
                </c:pt>
                <c:pt idx="3752">
                  <c:v>9.6148148148148149E-2</c:v>
                </c:pt>
                <c:pt idx="3753">
                  <c:v>9.6296296296296297E-2</c:v>
                </c:pt>
                <c:pt idx="3754">
                  <c:v>9.6296296296296297E-2</c:v>
                </c:pt>
                <c:pt idx="3755">
                  <c:v>9.6296296296296297E-2</c:v>
                </c:pt>
                <c:pt idx="3756">
                  <c:v>9.6296296296296297E-2</c:v>
                </c:pt>
                <c:pt idx="3757">
                  <c:v>9.6444444444444444E-2</c:v>
                </c:pt>
                <c:pt idx="3758">
                  <c:v>9.6592592592592591E-2</c:v>
                </c:pt>
                <c:pt idx="3759">
                  <c:v>9.6592592592592591E-2</c:v>
                </c:pt>
                <c:pt idx="3760">
                  <c:v>9.6592592592592591E-2</c:v>
                </c:pt>
                <c:pt idx="3761">
                  <c:v>9.6740740740740738E-2</c:v>
                </c:pt>
                <c:pt idx="3762">
                  <c:v>9.6740740740740738E-2</c:v>
                </c:pt>
                <c:pt idx="3763">
                  <c:v>9.6740740740740738E-2</c:v>
                </c:pt>
                <c:pt idx="3764">
                  <c:v>9.6740740740740738E-2</c:v>
                </c:pt>
                <c:pt idx="3765">
                  <c:v>9.6740740740740738E-2</c:v>
                </c:pt>
                <c:pt idx="3766">
                  <c:v>9.6740740740740738E-2</c:v>
                </c:pt>
                <c:pt idx="3767">
                  <c:v>9.6740740740740738E-2</c:v>
                </c:pt>
                <c:pt idx="3768">
                  <c:v>9.6740740740740738E-2</c:v>
                </c:pt>
                <c:pt idx="3769">
                  <c:v>9.6740740740740738E-2</c:v>
                </c:pt>
                <c:pt idx="3770">
                  <c:v>9.6740740740740738E-2</c:v>
                </c:pt>
                <c:pt idx="3771">
                  <c:v>9.6888888888888886E-2</c:v>
                </c:pt>
                <c:pt idx="3772">
                  <c:v>9.6888888888888886E-2</c:v>
                </c:pt>
                <c:pt idx="3773">
                  <c:v>9.6888888888888886E-2</c:v>
                </c:pt>
                <c:pt idx="3774">
                  <c:v>9.7037037037037033E-2</c:v>
                </c:pt>
                <c:pt idx="3775">
                  <c:v>9.7037037037037033E-2</c:v>
                </c:pt>
                <c:pt idx="3776">
                  <c:v>9.7037037037037033E-2</c:v>
                </c:pt>
                <c:pt idx="3777">
                  <c:v>9.7037037037037033E-2</c:v>
                </c:pt>
                <c:pt idx="3778">
                  <c:v>9.7037037037037033E-2</c:v>
                </c:pt>
                <c:pt idx="3779">
                  <c:v>9.7037037037037033E-2</c:v>
                </c:pt>
                <c:pt idx="3780">
                  <c:v>9.7037037037037033E-2</c:v>
                </c:pt>
                <c:pt idx="3781">
                  <c:v>9.7037037037037033E-2</c:v>
                </c:pt>
                <c:pt idx="3782">
                  <c:v>9.7037037037037033E-2</c:v>
                </c:pt>
                <c:pt idx="3783">
                  <c:v>9.7037037037037033E-2</c:v>
                </c:pt>
                <c:pt idx="3784">
                  <c:v>9.718518518518518E-2</c:v>
                </c:pt>
                <c:pt idx="3785">
                  <c:v>9.718518518518518E-2</c:v>
                </c:pt>
                <c:pt idx="3786">
                  <c:v>9.718518518518518E-2</c:v>
                </c:pt>
                <c:pt idx="3787">
                  <c:v>9.718518518518518E-2</c:v>
                </c:pt>
                <c:pt idx="3788">
                  <c:v>9.718518518518518E-2</c:v>
                </c:pt>
                <c:pt idx="3789">
                  <c:v>9.718518518518518E-2</c:v>
                </c:pt>
                <c:pt idx="3790">
                  <c:v>9.718518518518518E-2</c:v>
                </c:pt>
                <c:pt idx="3791">
                  <c:v>9.7333333333333327E-2</c:v>
                </c:pt>
                <c:pt idx="3792">
                  <c:v>9.7333333333333327E-2</c:v>
                </c:pt>
                <c:pt idx="3793">
                  <c:v>9.7481481481481488E-2</c:v>
                </c:pt>
                <c:pt idx="3794">
                  <c:v>9.7629629629629636E-2</c:v>
                </c:pt>
                <c:pt idx="3795">
                  <c:v>9.7777777777777783E-2</c:v>
                </c:pt>
                <c:pt idx="3796">
                  <c:v>9.7777777777777783E-2</c:v>
                </c:pt>
                <c:pt idx="3797">
                  <c:v>9.7777777777777783E-2</c:v>
                </c:pt>
                <c:pt idx="3798">
                  <c:v>9.7777777777777783E-2</c:v>
                </c:pt>
                <c:pt idx="3799">
                  <c:v>9.7777777777777783E-2</c:v>
                </c:pt>
                <c:pt idx="3800">
                  <c:v>9.792592592592593E-2</c:v>
                </c:pt>
                <c:pt idx="3801">
                  <c:v>9.792592592592593E-2</c:v>
                </c:pt>
                <c:pt idx="3802">
                  <c:v>9.792592592592593E-2</c:v>
                </c:pt>
                <c:pt idx="3803">
                  <c:v>9.792592592592593E-2</c:v>
                </c:pt>
                <c:pt idx="3804">
                  <c:v>9.792592592592593E-2</c:v>
                </c:pt>
                <c:pt idx="3805">
                  <c:v>9.8074074074074077E-2</c:v>
                </c:pt>
                <c:pt idx="3806">
                  <c:v>9.8074074074074077E-2</c:v>
                </c:pt>
                <c:pt idx="3807">
                  <c:v>9.8074074074074077E-2</c:v>
                </c:pt>
                <c:pt idx="3808">
                  <c:v>9.8074074074074077E-2</c:v>
                </c:pt>
                <c:pt idx="3809">
                  <c:v>9.8074074074074077E-2</c:v>
                </c:pt>
                <c:pt idx="3810">
                  <c:v>9.8074074074074077E-2</c:v>
                </c:pt>
                <c:pt idx="3811">
                  <c:v>9.8222222222222225E-2</c:v>
                </c:pt>
                <c:pt idx="3812">
                  <c:v>9.8222222222222225E-2</c:v>
                </c:pt>
                <c:pt idx="3813">
                  <c:v>9.8222222222222225E-2</c:v>
                </c:pt>
                <c:pt idx="3814">
                  <c:v>9.8370370370370372E-2</c:v>
                </c:pt>
                <c:pt idx="3815">
                  <c:v>9.8370370370370372E-2</c:v>
                </c:pt>
                <c:pt idx="3816">
                  <c:v>9.8370370370370372E-2</c:v>
                </c:pt>
                <c:pt idx="3817">
                  <c:v>9.8518518518518519E-2</c:v>
                </c:pt>
                <c:pt idx="3818">
                  <c:v>9.8666666666666666E-2</c:v>
                </c:pt>
                <c:pt idx="3819">
                  <c:v>9.8814814814814814E-2</c:v>
                </c:pt>
                <c:pt idx="3820">
                  <c:v>9.8814814814814814E-2</c:v>
                </c:pt>
                <c:pt idx="3821">
                  <c:v>9.8814814814814814E-2</c:v>
                </c:pt>
                <c:pt idx="3822">
                  <c:v>9.8814814814814814E-2</c:v>
                </c:pt>
                <c:pt idx="3823">
                  <c:v>9.8814814814814814E-2</c:v>
                </c:pt>
                <c:pt idx="3824">
                  <c:v>9.8814814814814814E-2</c:v>
                </c:pt>
                <c:pt idx="3825">
                  <c:v>9.8814814814814814E-2</c:v>
                </c:pt>
                <c:pt idx="3826">
                  <c:v>9.8814814814814814E-2</c:v>
                </c:pt>
                <c:pt idx="3827">
                  <c:v>9.8814814814814814E-2</c:v>
                </c:pt>
                <c:pt idx="3828">
                  <c:v>9.8814814814814814E-2</c:v>
                </c:pt>
                <c:pt idx="3829">
                  <c:v>9.8814814814814814E-2</c:v>
                </c:pt>
                <c:pt idx="3830">
                  <c:v>9.8962962962962961E-2</c:v>
                </c:pt>
                <c:pt idx="3831">
                  <c:v>9.8962962962962961E-2</c:v>
                </c:pt>
                <c:pt idx="3832">
                  <c:v>9.9111111111111108E-2</c:v>
                </c:pt>
                <c:pt idx="3833">
                  <c:v>9.9111111111111108E-2</c:v>
                </c:pt>
                <c:pt idx="3834">
                  <c:v>9.9111111111111108E-2</c:v>
                </c:pt>
                <c:pt idx="3835">
                  <c:v>9.9111111111111108E-2</c:v>
                </c:pt>
                <c:pt idx="3836">
                  <c:v>9.9111111111111108E-2</c:v>
                </c:pt>
                <c:pt idx="3837">
                  <c:v>9.9111111111111108E-2</c:v>
                </c:pt>
                <c:pt idx="3838">
                  <c:v>9.9111111111111108E-2</c:v>
                </c:pt>
                <c:pt idx="3839">
                  <c:v>9.9111111111111108E-2</c:v>
                </c:pt>
                <c:pt idx="3840">
                  <c:v>9.9259259259259255E-2</c:v>
                </c:pt>
                <c:pt idx="3841">
                  <c:v>9.9259259259259255E-2</c:v>
                </c:pt>
                <c:pt idx="3842">
                  <c:v>9.9259259259259255E-2</c:v>
                </c:pt>
                <c:pt idx="3843">
                  <c:v>9.9259259259259255E-2</c:v>
                </c:pt>
                <c:pt idx="3844">
                  <c:v>9.9259259259259255E-2</c:v>
                </c:pt>
                <c:pt idx="3845">
                  <c:v>9.9407407407407403E-2</c:v>
                </c:pt>
                <c:pt idx="3846">
                  <c:v>9.955555555555555E-2</c:v>
                </c:pt>
                <c:pt idx="3847">
                  <c:v>9.955555555555555E-2</c:v>
                </c:pt>
                <c:pt idx="3848">
                  <c:v>9.9703703703703697E-2</c:v>
                </c:pt>
                <c:pt idx="3849">
                  <c:v>9.9703703703703697E-2</c:v>
                </c:pt>
                <c:pt idx="3850">
                  <c:v>9.9703703703703697E-2</c:v>
                </c:pt>
                <c:pt idx="3851">
                  <c:v>9.9703703703703697E-2</c:v>
                </c:pt>
                <c:pt idx="3852">
                  <c:v>9.9851851851851858E-2</c:v>
                </c:pt>
                <c:pt idx="3853">
                  <c:v>9.9851851851851858E-2</c:v>
                </c:pt>
                <c:pt idx="3854">
                  <c:v>9.9851851851851858E-2</c:v>
                </c:pt>
                <c:pt idx="3855">
                  <c:v>9.9851851851851858E-2</c:v>
                </c:pt>
                <c:pt idx="3856">
                  <c:v>9.9851851851851858E-2</c:v>
                </c:pt>
                <c:pt idx="3857">
                  <c:v>9.9851851851851858E-2</c:v>
                </c:pt>
                <c:pt idx="3858">
                  <c:v>9.9851851851851858E-2</c:v>
                </c:pt>
                <c:pt idx="3859">
                  <c:v>9.9851851851851858E-2</c:v>
                </c:pt>
                <c:pt idx="3860">
                  <c:v>9.9851851851851858E-2</c:v>
                </c:pt>
                <c:pt idx="3861">
                  <c:v>0.1</c:v>
                </c:pt>
                <c:pt idx="3862">
                  <c:v>0.1</c:v>
                </c:pt>
                <c:pt idx="3863">
                  <c:v>0.1</c:v>
                </c:pt>
                <c:pt idx="3864">
                  <c:v>0.1</c:v>
                </c:pt>
                <c:pt idx="3865">
                  <c:v>0.1</c:v>
                </c:pt>
                <c:pt idx="3866">
                  <c:v>0.1</c:v>
                </c:pt>
                <c:pt idx="3867">
                  <c:v>0.1</c:v>
                </c:pt>
                <c:pt idx="3868">
                  <c:v>0.10014814814814815</c:v>
                </c:pt>
                <c:pt idx="3869">
                  <c:v>0.10014814814814815</c:v>
                </c:pt>
                <c:pt idx="3870">
                  <c:v>0.10014814814814815</c:v>
                </c:pt>
                <c:pt idx="3871">
                  <c:v>0.1002962962962963</c:v>
                </c:pt>
                <c:pt idx="3872">
                  <c:v>0.1002962962962963</c:v>
                </c:pt>
                <c:pt idx="3873">
                  <c:v>0.1002962962962963</c:v>
                </c:pt>
                <c:pt idx="3874">
                  <c:v>0.1002962962962963</c:v>
                </c:pt>
                <c:pt idx="3875">
                  <c:v>0.10044444444444445</c:v>
                </c:pt>
                <c:pt idx="3876">
                  <c:v>0.10044444444444445</c:v>
                </c:pt>
                <c:pt idx="3877">
                  <c:v>0.10044444444444445</c:v>
                </c:pt>
                <c:pt idx="3878">
                  <c:v>0.10044444444444445</c:v>
                </c:pt>
                <c:pt idx="3879">
                  <c:v>0.10044444444444445</c:v>
                </c:pt>
                <c:pt idx="3880">
                  <c:v>0.10059259259259259</c:v>
                </c:pt>
                <c:pt idx="3881">
                  <c:v>0.10074074074074074</c:v>
                </c:pt>
                <c:pt idx="3882">
                  <c:v>0.10088888888888889</c:v>
                </c:pt>
                <c:pt idx="3883">
                  <c:v>0.10088888888888889</c:v>
                </c:pt>
                <c:pt idx="3884">
                  <c:v>0.10088888888888889</c:v>
                </c:pt>
                <c:pt idx="3885">
                  <c:v>0.10103703703703704</c:v>
                </c:pt>
                <c:pt idx="3886">
                  <c:v>0.10103703703703704</c:v>
                </c:pt>
                <c:pt idx="3887">
                  <c:v>0.10118518518518518</c:v>
                </c:pt>
                <c:pt idx="3888">
                  <c:v>0.10118518518518518</c:v>
                </c:pt>
                <c:pt idx="3889">
                  <c:v>0.10118518518518518</c:v>
                </c:pt>
                <c:pt idx="3890">
                  <c:v>0.10118518518518518</c:v>
                </c:pt>
                <c:pt idx="3891">
                  <c:v>0.10133333333333333</c:v>
                </c:pt>
                <c:pt idx="3892">
                  <c:v>0.10133333333333333</c:v>
                </c:pt>
                <c:pt idx="3893">
                  <c:v>0.10133333333333333</c:v>
                </c:pt>
                <c:pt idx="3894">
                  <c:v>0.10133333333333333</c:v>
                </c:pt>
                <c:pt idx="3895">
                  <c:v>0.10148148148148148</c:v>
                </c:pt>
                <c:pt idx="3896">
                  <c:v>0.10148148148148148</c:v>
                </c:pt>
                <c:pt idx="3897">
                  <c:v>0.10162962962962963</c:v>
                </c:pt>
                <c:pt idx="3898">
                  <c:v>0.10177777777777777</c:v>
                </c:pt>
                <c:pt idx="3899">
                  <c:v>0.10177777777777777</c:v>
                </c:pt>
                <c:pt idx="3900">
                  <c:v>0.10177777777777777</c:v>
                </c:pt>
                <c:pt idx="3901">
                  <c:v>0.10177777777777777</c:v>
                </c:pt>
                <c:pt idx="3902">
                  <c:v>0.10177777777777777</c:v>
                </c:pt>
                <c:pt idx="3903">
                  <c:v>0.10177777777777777</c:v>
                </c:pt>
                <c:pt idx="3904">
                  <c:v>0.10192592592592592</c:v>
                </c:pt>
                <c:pt idx="3905">
                  <c:v>0.10192592592592592</c:v>
                </c:pt>
                <c:pt idx="3906">
                  <c:v>0.10192592592592592</c:v>
                </c:pt>
                <c:pt idx="3907">
                  <c:v>0.10192592592592592</c:v>
                </c:pt>
                <c:pt idx="3908">
                  <c:v>0.10192592592592592</c:v>
                </c:pt>
                <c:pt idx="3909">
                  <c:v>0.10192592592592592</c:v>
                </c:pt>
                <c:pt idx="3910">
                  <c:v>0.10207407407407408</c:v>
                </c:pt>
                <c:pt idx="3911">
                  <c:v>0.10207407407407408</c:v>
                </c:pt>
                <c:pt idx="3912">
                  <c:v>0.10207407407407408</c:v>
                </c:pt>
                <c:pt idx="3913">
                  <c:v>0.10207407407407408</c:v>
                </c:pt>
                <c:pt idx="3914">
                  <c:v>0.10207407407407408</c:v>
                </c:pt>
                <c:pt idx="3915">
                  <c:v>0.10207407407407408</c:v>
                </c:pt>
                <c:pt idx="3916">
                  <c:v>0.10207407407407408</c:v>
                </c:pt>
                <c:pt idx="3917">
                  <c:v>0.10207407407407408</c:v>
                </c:pt>
                <c:pt idx="3918">
                  <c:v>0.10222222222222223</c:v>
                </c:pt>
                <c:pt idx="3919">
                  <c:v>0.10222222222222223</c:v>
                </c:pt>
                <c:pt idx="3920">
                  <c:v>0.10222222222222223</c:v>
                </c:pt>
                <c:pt idx="3921">
                  <c:v>0.10222222222222223</c:v>
                </c:pt>
                <c:pt idx="3922">
                  <c:v>0.10222222222222223</c:v>
                </c:pt>
                <c:pt idx="3923">
                  <c:v>0.10222222222222223</c:v>
                </c:pt>
                <c:pt idx="3924">
                  <c:v>0.10222222222222223</c:v>
                </c:pt>
                <c:pt idx="3925">
                  <c:v>0.10222222222222223</c:v>
                </c:pt>
                <c:pt idx="3926">
                  <c:v>0.10222222222222223</c:v>
                </c:pt>
                <c:pt idx="3927">
                  <c:v>0.10222222222222223</c:v>
                </c:pt>
                <c:pt idx="3928">
                  <c:v>0.10222222222222223</c:v>
                </c:pt>
                <c:pt idx="3929">
                  <c:v>0.10222222222222223</c:v>
                </c:pt>
                <c:pt idx="3930">
                  <c:v>0.10222222222222223</c:v>
                </c:pt>
                <c:pt idx="3931">
                  <c:v>0.10222222222222223</c:v>
                </c:pt>
                <c:pt idx="3932">
                  <c:v>0.10222222222222223</c:v>
                </c:pt>
                <c:pt idx="3933">
                  <c:v>0.10222222222222223</c:v>
                </c:pt>
                <c:pt idx="3934">
                  <c:v>0.10222222222222223</c:v>
                </c:pt>
                <c:pt idx="3935">
                  <c:v>0.10222222222222223</c:v>
                </c:pt>
                <c:pt idx="3936">
                  <c:v>0.10222222222222223</c:v>
                </c:pt>
                <c:pt idx="3937">
                  <c:v>0.10222222222222223</c:v>
                </c:pt>
                <c:pt idx="3938">
                  <c:v>0.10222222222222223</c:v>
                </c:pt>
                <c:pt idx="3939">
                  <c:v>0.10222222222222223</c:v>
                </c:pt>
                <c:pt idx="3940">
                  <c:v>0.10222222222222223</c:v>
                </c:pt>
                <c:pt idx="3941">
                  <c:v>0.10222222222222223</c:v>
                </c:pt>
                <c:pt idx="3942">
                  <c:v>0.10237037037037038</c:v>
                </c:pt>
                <c:pt idx="3943">
                  <c:v>0.10237037037037038</c:v>
                </c:pt>
                <c:pt idx="3944">
                  <c:v>0.10237037037037038</c:v>
                </c:pt>
                <c:pt idx="3945">
                  <c:v>0.10237037037037038</c:v>
                </c:pt>
                <c:pt idx="3946">
                  <c:v>0.10237037037037038</c:v>
                </c:pt>
                <c:pt idx="3947">
                  <c:v>0.10237037037037038</c:v>
                </c:pt>
                <c:pt idx="3948">
                  <c:v>0.10237037037037038</c:v>
                </c:pt>
                <c:pt idx="3949">
                  <c:v>0.10237037037037038</c:v>
                </c:pt>
                <c:pt idx="3950">
                  <c:v>0.10237037037037038</c:v>
                </c:pt>
                <c:pt idx="3951">
                  <c:v>0.10251851851851852</c:v>
                </c:pt>
                <c:pt idx="3952">
                  <c:v>0.10251851851851852</c:v>
                </c:pt>
                <c:pt idx="3953">
                  <c:v>0.10251851851851852</c:v>
                </c:pt>
                <c:pt idx="3954">
                  <c:v>0.10251851851851852</c:v>
                </c:pt>
                <c:pt idx="3955">
                  <c:v>0.10251851851851852</c:v>
                </c:pt>
                <c:pt idx="3956">
                  <c:v>0.10251851851851852</c:v>
                </c:pt>
                <c:pt idx="3957">
                  <c:v>0.10251851851851852</c:v>
                </c:pt>
                <c:pt idx="3958">
                  <c:v>0.10251851851851852</c:v>
                </c:pt>
                <c:pt idx="3959">
                  <c:v>0.10251851851851852</c:v>
                </c:pt>
                <c:pt idx="3960">
                  <c:v>0.10251851851851852</c:v>
                </c:pt>
                <c:pt idx="3961">
                  <c:v>0.10251851851851852</c:v>
                </c:pt>
                <c:pt idx="3962">
                  <c:v>0.10266666666666667</c:v>
                </c:pt>
                <c:pt idx="3963">
                  <c:v>0.10266666666666667</c:v>
                </c:pt>
                <c:pt idx="3964">
                  <c:v>0.10266666666666667</c:v>
                </c:pt>
                <c:pt idx="3965">
                  <c:v>0.10266666666666667</c:v>
                </c:pt>
                <c:pt idx="3966">
                  <c:v>0.10281481481481482</c:v>
                </c:pt>
                <c:pt idx="3967">
                  <c:v>0.10281481481481482</c:v>
                </c:pt>
                <c:pt idx="3968">
                  <c:v>0.10281481481481482</c:v>
                </c:pt>
                <c:pt idx="3969">
                  <c:v>0.10281481481481482</c:v>
                </c:pt>
                <c:pt idx="3970">
                  <c:v>0.10296296296296296</c:v>
                </c:pt>
                <c:pt idx="3971">
                  <c:v>0.10296296296296296</c:v>
                </c:pt>
                <c:pt idx="3972">
                  <c:v>0.10296296296296296</c:v>
                </c:pt>
                <c:pt idx="3973">
                  <c:v>0.10311111111111111</c:v>
                </c:pt>
                <c:pt idx="3974">
                  <c:v>0.10311111111111111</c:v>
                </c:pt>
                <c:pt idx="3975">
                  <c:v>0.10311111111111111</c:v>
                </c:pt>
                <c:pt idx="3976">
                  <c:v>0.10311111111111111</c:v>
                </c:pt>
                <c:pt idx="3977">
                  <c:v>0.10311111111111111</c:v>
                </c:pt>
                <c:pt idx="3978">
                  <c:v>0.10311111111111111</c:v>
                </c:pt>
                <c:pt idx="3979">
                  <c:v>0.10311111111111111</c:v>
                </c:pt>
                <c:pt idx="3980">
                  <c:v>0.10311111111111111</c:v>
                </c:pt>
                <c:pt idx="3981">
                  <c:v>0.10311111111111111</c:v>
                </c:pt>
                <c:pt idx="3982">
                  <c:v>0.10311111111111111</c:v>
                </c:pt>
                <c:pt idx="3983">
                  <c:v>0.10311111111111111</c:v>
                </c:pt>
                <c:pt idx="3984">
                  <c:v>0.10311111111111111</c:v>
                </c:pt>
                <c:pt idx="3985">
                  <c:v>0.10311111111111111</c:v>
                </c:pt>
                <c:pt idx="3986">
                  <c:v>0.10311111111111111</c:v>
                </c:pt>
                <c:pt idx="3987">
                  <c:v>0.10311111111111111</c:v>
                </c:pt>
                <c:pt idx="3988">
                  <c:v>0.10325925925925926</c:v>
                </c:pt>
                <c:pt idx="3989">
                  <c:v>0.10325925925925926</c:v>
                </c:pt>
                <c:pt idx="3990">
                  <c:v>0.10325925925925926</c:v>
                </c:pt>
                <c:pt idx="3991">
                  <c:v>0.10325925925925926</c:v>
                </c:pt>
                <c:pt idx="3992">
                  <c:v>0.10325925925925926</c:v>
                </c:pt>
                <c:pt idx="3993">
                  <c:v>0.10340740740740741</c:v>
                </c:pt>
                <c:pt idx="3994">
                  <c:v>0.10340740740740741</c:v>
                </c:pt>
                <c:pt idx="3995">
                  <c:v>0.10340740740740741</c:v>
                </c:pt>
                <c:pt idx="3996">
                  <c:v>0.10340740740740741</c:v>
                </c:pt>
                <c:pt idx="3997">
                  <c:v>0.10340740740740741</c:v>
                </c:pt>
                <c:pt idx="3998">
                  <c:v>0.10340740740740741</c:v>
                </c:pt>
                <c:pt idx="3999">
                  <c:v>0.10340740740740741</c:v>
                </c:pt>
                <c:pt idx="4000">
                  <c:v>0.10340740740740741</c:v>
                </c:pt>
                <c:pt idx="4001">
                  <c:v>0.10340740740740741</c:v>
                </c:pt>
                <c:pt idx="4002">
                  <c:v>0.10340740740740741</c:v>
                </c:pt>
                <c:pt idx="4003">
                  <c:v>0.10355555555555555</c:v>
                </c:pt>
                <c:pt idx="4004">
                  <c:v>0.1037037037037037</c:v>
                </c:pt>
                <c:pt idx="4005">
                  <c:v>0.1037037037037037</c:v>
                </c:pt>
                <c:pt idx="4006">
                  <c:v>0.1037037037037037</c:v>
                </c:pt>
                <c:pt idx="4007">
                  <c:v>0.1037037037037037</c:v>
                </c:pt>
                <c:pt idx="4008">
                  <c:v>0.1037037037037037</c:v>
                </c:pt>
                <c:pt idx="4009">
                  <c:v>0.1037037037037037</c:v>
                </c:pt>
                <c:pt idx="4010">
                  <c:v>0.1037037037037037</c:v>
                </c:pt>
                <c:pt idx="4011">
                  <c:v>0.1037037037037037</c:v>
                </c:pt>
                <c:pt idx="4012">
                  <c:v>0.1037037037037037</c:v>
                </c:pt>
                <c:pt idx="4013">
                  <c:v>0.1037037037037037</c:v>
                </c:pt>
                <c:pt idx="4014">
                  <c:v>0.1037037037037037</c:v>
                </c:pt>
                <c:pt idx="4015">
                  <c:v>0.1037037037037037</c:v>
                </c:pt>
                <c:pt idx="4016">
                  <c:v>0.1037037037037037</c:v>
                </c:pt>
                <c:pt idx="4017">
                  <c:v>0.1037037037037037</c:v>
                </c:pt>
                <c:pt idx="4018">
                  <c:v>0.1037037037037037</c:v>
                </c:pt>
                <c:pt idx="4019">
                  <c:v>0.1037037037037037</c:v>
                </c:pt>
                <c:pt idx="4020">
                  <c:v>0.1037037037037037</c:v>
                </c:pt>
                <c:pt idx="4021">
                  <c:v>0.1037037037037037</c:v>
                </c:pt>
                <c:pt idx="4022">
                  <c:v>0.1037037037037037</c:v>
                </c:pt>
                <c:pt idx="4023">
                  <c:v>0.1037037037037037</c:v>
                </c:pt>
                <c:pt idx="4024">
                  <c:v>0.10385185185185185</c:v>
                </c:pt>
                <c:pt idx="4025">
                  <c:v>0.10385185185185185</c:v>
                </c:pt>
                <c:pt idx="4026">
                  <c:v>0.10385185185185185</c:v>
                </c:pt>
                <c:pt idx="4027">
                  <c:v>0.10385185185185185</c:v>
                </c:pt>
                <c:pt idx="4028">
                  <c:v>0.10385185185185185</c:v>
                </c:pt>
                <c:pt idx="4029">
                  <c:v>0.10385185185185185</c:v>
                </c:pt>
                <c:pt idx="4030">
                  <c:v>0.10385185185185185</c:v>
                </c:pt>
                <c:pt idx="4031">
                  <c:v>0.104</c:v>
                </c:pt>
                <c:pt idx="4032">
                  <c:v>0.104</c:v>
                </c:pt>
                <c:pt idx="4033">
                  <c:v>0.10414814814814814</c:v>
                </c:pt>
                <c:pt idx="4034">
                  <c:v>0.10429629629629629</c:v>
                </c:pt>
                <c:pt idx="4035">
                  <c:v>0.10429629629629629</c:v>
                </c:pt>
                <c:pt idx="4036">
                  <c:v>0.10444444444444445</c:v>
                </c:pt>
                <c:pt idx="4037">
                  <c:v>0.10444444444444445</c:v>
                </c:pt>
                <c:pt idx="4038">
                  <c:v>0.10444444444444445</c:v>
                </c:pt>
                <c:pt idx="4039">
                  <c:v>0.10444444444444445</c:v>
                </c:pt>
                <c:pt idx="4040">
                  <c:v>0.10444444444444445</c:v>
                </c:pt>
                <c:pt idx="4041">
                  <c:v>0.1045925925925926</c:v>
                </c:pt>
                <c:pt idx="4042">
                  <c:v>0.10474074074074075</c:v>
                </c:pt>
                <c:pt idx="4043">
                  <c:v>0.10474074074074075</c:v>
                </c:pt>
                <c:pt idx="4044">
                  <c:v>0.10474074074074075</c:v>
                </c:pt>
                <c:pt idx="4045">
                  <c:v>0.10474074074074075</c:v>
                </c:pt>
                <c:pt idx="4046">
                  <c:v>0.10474074074074075</c:v>
                </c:pt>
                <c:pt idx="4047">
                  <c:v>0.10474074074074075</c:v>
                </c:pt>
                <c:pt idx="4048">
                  <c:v>0.10474074074074075</c:v>
                </c:pt>
                <c:pt idx="4049">
                  <c:v>0.10474074074074075</c:v>
                </c:pt>
                <c:pt idx="4050">
                  <c:v>0.10488888888888889</c:v>
                </c:pt>
                <c:pt idx="4051">
                  <c:v>0.10488888888888889</c:v>
                </c:pt>
                <c:pt idx="4052">
                  <c:v>0.10488888888888889</c:v>
                </c:pt>
                <c:pt idx="4053">
                  <c:v>0.10488888888888889</c:v>
                </c:pt>
                <c:pt idx="4054">
                  <c:v>0.10488888888888889</c:v>
                </c:pt>
                <c:pt idx="4055">
                  <c:v>0.10488888888888889</c:v>
                </c:pt>
                <c:pt idx="4056">
                  <c:v>0.10488888888888889</c:v>
                </c:pt>
                <c:pt idx="4057">
                  <c:v>0.10488888888888889</c:v>
                </c:pt>
                <c:pt idx="4058">
                  <c:v>0.10503703703703704</c:v>
                </c:pt>
                <c:pt idx="4059">
                  <c:v>0.10503703703703704</c:v>
                </c:pt>
                <c:pt idx="4060">
                  <c:v>0.10503703703703704</c:v>
                </c:pt>
                <c:pt idx="4061">
                  <c:v>0.10518518518518519</c:v>
                </c:pt>
                <c:pt idx="4062">
                  <c:v>0.10518518518518519</c:v>
                </c:pt>
                <c:pt idx="4063">
                  <c:v>0.10518518518518519</c:v>
                </c:pt>
                <c:pt idx="4064">
                  <c:v>0.10518518518518519</c:v>
                </c:pt>
                <c:pt idx="4065">
                  <c:v>0.10518518518518519</c:v>
                </c:pt>
                <c:pt idx="4066">
                  <c:v>0.10518518518518519</c:v>
                </c:pt>
                <c:pt idx="4067">
                  <c:v>0.10533333333333333</c:v>
                </c:pt>
                <c:pt idx="4068">
                  <c:v>0.10533333333333333</c:v>
                </c:pt>
                <c:pt idx="4069">
                  <c:v>0.10533333333333333</c:v>
                </c:pt>
                <c:pt idx="4070">
                  <c:v>0.10548148148148148</c:v>
                </c:pt>
                <c:pt idx="4071">
                  <c:v>0.10548148148148148</c:v>
                </c:pt>
                <c:pt idx="4072">
                  <c:v>0.10548148148148148</c:v>
                </c:pt>
                <c:pt idx="4073">
                  <c:v>0.10548148148148148</c:v>
                </c:pt>
                <c:pt idx="4074">
                  <c:v>0.10562962962962963</c:v>
                </c:pt>
                <c:pt idx="4075">
                  <c:v>0.10562962962962963</c:v>
                </c:pt>
                <c:pt idx="4076">
                  <c:v>0.10562962962962963</c:v>
                </c:pt>
                <c:pt idx="4077">
                  <c:v>0.10562962962962963</c:v>
                </c:pt>
                <c:pt idx="4078">
                  <c:v>0.10562962962962963</c:v>
                </c:pt>
                <c:pt idx="4079">
                  <c:v>0.10562962962962963</c:v>
                </c:pt>
                <c:pt idx="4080">
                  <c:v>0.10562962962962963</c:v>
                </c:pt>
                <c:pt idx="4081">
                  <c:v>0.10577777777777778</c:v>
                </c:pt>
                <c:pt idx="4082">
                  <c:v>0.10577777777777778</c:v>
                </c:pt>
                <c:pt idx="4083">
                  <c:v>0.10577777777777778</c:v>
                </c:pt>
                <c:pt idx="4084">
                  <c:v>0.10577777777777778</c:v>
                </c:pt>
                <c:pt idx="4085">
                  <c:v>0.10592592592592592</c:v>
                </c:pt>
                <c:pt idx="4086">
                  <c:v>0.10592592592592592</c:v>
                </c:pt>
                <c:pt idx="4087">
                  <c:v>0.10592592592592592</c:v>
                </c:pt>
                <c:pt idx="4088">
                  <c:v>0.10592592592592592</c:v>
                </c:pt>
                <c:pt idx="4089">
                  <c:v>0.10607407407407407</c:v>
                </c:pt>
                <c:pt idx="4090">
                  <c:v>0.10607407407407407</c:v>
                </c:pt>
                <c:pt idx="4091">
                  <c:v>0.10607407407407407</c:v>
                </c:pt>
                <c:pt idx="4092">
                  <c:v>0.10607407407407407</c:v>
                </c:pt>
                <c:pt idx="4093">
                  <c:v>0.10622222222222222</c:v>
                </c:pt>
                <c:pt idx="4094">
                  <c:v>0.10622222222222222</c:v>
                </c:pt>
                <c:pt idx="4095">
                  <c:v>0.10622222222222222</c:v>
                </c:pt>
                <c:pt idx="4096">
                  <c:v>0.10622222222222222</c:v>
                </c:pt>
                <c:pt idx="4097">
                  <c:v>0.10622222222222222</c:v>
                </c:pt>
                <c:pt idx="4098">
                  <c:v>0.10622222222222222</c:v>
                </c:pt>
                <c:pt idx="4099">
                  <c:v>0.10622222222222222</c:v>
                </c:pt>
                <c:pt idx="4100">
                  <c:v>0.10622222222222222</c:v>
                </c:pt>
                <c:pt idx="4101">
                  <c:v>0.10637037037037037</c:v>
                </c:pt>
                <c:pt idx="4102">
                  <c:v>0.10637037037037037</c:v>
                </c:pt>
                <c:pt idx="4103">
                  <c:v>0.10637037037037037</c:v>
                </c:pt>
                <c:pt idx="4104">
                  <c:v>0.10637037037037037</c:v>
                </c:pt>
                <c:pt idx="4105">
                  <c:v>0.10651851851851851</c:v>
                </c:pt>
                <c:pt idx="4106">
                  <c:v>0.10666666666666667</c:v>
                </c:pt>
                <c:pt idx="4107">
                  <c:v>0.10666666666666667</c:v>
                </c:pt>
                <c:pt idx="4108">
                  <c:v>0.10666666666666667</c:v>
                </c:pt>
                <c:pt idx="4109">
                  <c:v>0.10666666666666667</c:v>
                </c:pt>
                <c:pt idx="4110">
                  <c:v>0.10666666666666667</c:v>
                </c:pt>
                <c:pt idx="4111">
                  <c:v>0.10666666666666667</c:v>
                </c:pt>
                <c:pt idx="4112">
                  <c:v>0.10666666666666667</c:v>
                </c:pt>
                <c:pt idx="4113">
                  <c:v>0.10681481481481482</c:v>
                </c:pt>
                <c:pt idx="4114">
                  <c:v>0.10681481481481482</c:v>
                </c:pt>
                <c:pt idx="4115">
                  <c:v>0.10681481481481482</c:v>
                </c:pt>
                <c:pt idx="4116">
                  <c:v>0.10681481481481482</c:v>
                </c:pt>
                <c:pt idx="4117">
                  <c:v>0.10696296296296297</c:v>
                </c:pt>
                <c:pt idx="4118">
                  <c:v>0.10696296296296297</c:v>
                </c:pt>
                <c:pt idx="4119">
                  <c:v>0.10696296296296297</c:v>
                </c:pt>
                <c:pt idx="4120">
                  <c:v>0.10696296296296297</c:v>
                </c:pt>
                <c:pt idx="4121">
                  <c:v>0.10696296296296297</c:v>
                </c:pt>
                <c:pt idx="4122">
                  <c:v>0.10711111111111112</c:v>
                </c:pt>
                <c:pt idx="4123">
                  <c:v>0.10711111111111112</c:v>
                </c:pt>
                <c:pt idx="4124">
                  <c:v>0.10725925925925926</c:v>
                </c:pt>
                <c:pt idx="4125">
                  <c:v>0.10740740740740741</c:v>
                </c:pt>
                <c:pt idx="4126">
                  <c:v>0.10740740740740741</c:v>
                </c:pt>
                <c:pt idx="4127">
                  <c:v>0.10740740740740741</c:v>
                </c:pt>
                <c:pt idx="4128">
                  <c:v>0.10740740740740741</c:v>
                </c:pt>
                <c:pt idx="4129">
                  <c:v>0.10740740740740741</c:v>
                </c:pt>
                <c:pt idx="4130">
                  <c:v>0.10740740740740741</c:v>
                </c:pt>
                <c:pt idx="4131">
                  <c:v>0.10740740740740741</c:v>
                </c:pt>
                <c:pt idx="4132">
                  <c:v>0.10755555555555556</c:v>
                </c:pt>
                <c:pt idx="4133">
                  <c:v>0.10755555555555556</c:v>
                </c:pt>
                <c:pt idx="4134">
                  <c:v>0.10755555555555556</c:v>
                </c:pt>
                <c:pt idx="4135">
                  <c:v>0.1077037037037037</c:v>
                </c:pt>
                <c:pt idx="4136">
                  <c:v>0.1077037037037037</c:v>
                </c:pt>
                <c:pt idx="4137">
                  <c:v>0.1077037037037037</c:v>
                </c:pt>
                <c:pt idx="4138">
                  <c:v>0.10785185185185185</c:v>
                </c:pt>
                <c:pt idx="4139">
                  <c:v>0.10785185185185185</c:v>
                </c:pt>
                <c:pt idx="4140">
                  <c:v>0.10785185185185185</c:v>
                </c:pt>
                <c:pt idx="4141">
                  <c:v>0.10785185185185185</c:v>
                </c:pt>
                <c:pt idx="4142">
                  <c:v>0.10785185185185185</c:v>
                </c:pt>
                <c:pt idx="4143">
                  <c:v>0.10785185185185185</c:v>
                </c:pt>
                <c:pt idx="4144">
                  <c:v>0.10785185185185185</c:v>
                </c:pt>
                <c:pt idx="4145">
                  <c:v>0.10785185185185185</c:v>
                </c:pt>
                <c:pt idx="4146">
                  <c:v>0.108</c:v>
                </c:pt>
                <c:pt idx="4147">
                  <c:v>0.108</c:v>
                </c:pt>
                <c:pt idx="4148">
                  <c:v>0.108</c:v>
                </c:pt>
                <c:pt idx="4149">
                  <c:v>0.108</c:v>
                </c:pt>
                <c:pt idx="4150">
                  <c:v>0.108</c:v>
                </c:pt>
                <c:pt idx="4151">
                  <c:v>0.10814814814814815</c:v>
                </c:pt>
                <c:pt idx="4152">
                  <c:v>0.10829629629629629</c:v>
                </c:pt>
                <c:pt idx="4153">
                  <c:v>0.10829629629629629</c:v>
                </c:pt>
                <c:pt idx="4154">
                  <c:v>0.10829629629629629</c:v>
                </c:pt>
                <c:pt idx="4155">
                  <c:v>0.10829629629629629</c:v>
                </c:pt>
                <c:pt idx="4156">
                  <c:v>0.10829629629629629</c:v>
                </c:pt>
                <c:pt idx="4157">
                  <c:v>0.10829629629629629</c:v>
                </c:pt>
                <c:pt idx="4158">
                  <c:v>0.10829629629629629</c:v>
                </c:pt>
                <c:pt idx="4159">
                  <c:v>0.10829629629629629</c:v>
                </c:pt>
                <c:pt idx="4160">
                  <c:v>0.10829629629629629</c:v>
                </c:pt>
                <c:pt idx="4161">
                  <c:v>0.10829629629629629</c:v>
                </c:pt>
                <c:pt idx="4162">
                  <c:v>0.10844444444444444</c:v>
                </c:pt>
                <c:pt idx="4163">
                  <c:v>0.10844444444444444</c:v>
                </c:pt>
                <c:pt idx="4164">
                  <c:v>0.10859259259259259</c:v>
                </c:pt>
                <c:pt idx="4165">
                  <c:v>0.10859259259259259</c:v>
                </c:pt>
                <c:pt idx="4166">
                  <c:v>0.10874074074074074</c:v>
                </c:pt>
                <c:pt idx="4167">
                  <c:v>0.10874074074074074</c:v>
                </c:pt>
                <c:pt idx="4168">
                  <c:v>0.10874074074074074</c:v>
                </c:pt>
                <c:pt idx="4169">
                  <c:v>0.10874074074074074</c:v>
                </c:pt>
                <c:pt idx="4170">
                  <c:v>0.10874074074074074</c:v>
                </c:pt>
                <c:pt idx="4171">
                  <c:v>0.10874074074074074</c:v>
                </c:pt>
                <c:pt idx="4172">
                  <c:v>0.10874074074074074</c:v>
                </c:pt>
                <c:pt idx="4173">
                  <c:v>0.10874074074074074</c:v>
                </c:pt>
                <c:pt idx="4174">
                  <c:v>0.10874074074074074</c:v>
                </c:pt>
                <c:pt idx="4175">
                  <c:v>0.10874074074074074</c:v>
                </c:pt>
                <c:pt idx="4176">
                  <c:v>0.10874074074074074</c:v>
                </c:pt>
                <c:pt idx="4177">
                  <c:v>0.10888888888888888</c:v>
                </c:pt>
                <c:pt idx="4178">
                  <c:v>0.10888888888888888</c:v>
                </c:pt>
                <c:pt idx="4179">
                  <c:v>0.10888888888888888</c:v>
                </c:pt>
                <c:pt idx="4180">
                  <c:v>0.10888888888888888</c:v>
                </c:pt>
                <c:pt idx="4181">
                  <c:v>0.10888888888888888</c:v>
                </c:pt>
                <c:pt idx="4182">
                  <c:v>0.10888888888888888</c:v>
                </c:pt>
                <c:pt idx="4183">
                  <c:v>0.10888888888888888</c:v>
                </c:pt>
                <c:pt idx="4184">
                  <c:v>0.10888888888888888</c:v>
                </c:pt>
                <c:pt idx="4185">
                  <c:v>0.10888888888888888</c:v>
                </c:pt>
                <c:pt idx="4186">
                  <c:v>0.10903703703703704</c:v>
                </c:pt>
                <c:pt idx="4187">
                  <c:v>0.10918518518518519</c:v>
                </c:pt>
                <c:pt idx="4188">
                  <c:v>0.10918518518518519</c:v>
                </c:pt>
                <c:pt idx="4189">
                  <c:v>0.10918518518518519</c:v>
                </c:pt>
                <c:pt idx="4190">
                  <c:v>0.10918518518518519</c:v>
                </c:pt>
                <c:pt idx="4191">
                  <c:v>0.10918518518518519</c:v>
                </c:pt>
                <c:pt idx="4192">
                  <c:v>0.10918518518518519</c:v>
                </c:pt>
                <c:pt idx="4193">
                  <c:v>0.10918518518518519</c:v>
                </c:pt>
                <c:pt idx="4194">
                  <c:v>0.10933333333333334</c:v>
                </c:pt>
                <c:pt idx="4195">
                  <c:v>0.10933333333333334</c:v>
                </c:pt>
                <c:pt idx="4196">
                  <c:v>0.10948148148148149</c:v>
                </c:pt>
                <c:pt idx="4197">
                  <c:v>0.10948148148148149</c:v>
                </c:pt>
                <c:pt idx="4198">
                  <c:v>0.10948148148148149</c:v>
                </c:pt>
                <c:pt idx="4199">
                  <c:v>0.10962962962962963</c:v>
                </c:pt>
                <c:pt idx="4200">
                  <c:v>0.10962962962962963</c:v>
                </c:pt>
                <c:pt idx="4201">
                  <c:v>0.10962962962962963</c:v>
                </c:pt>
                <c:pt idx="4202">
                  <c:v>0.10962962962962963</c:v>
                </c:pt>
                <c:pt idx="4203">
                  <c:v>0.10962962962962963</c:v>
                </c:pt>
                <c:pt idx="4204">
                  <c:v>0.10962962962962963</c:v>
                </c:pt>
                <c:pt idx="4205">
                  <c:v>0.10962962962962963</c:v>
                </c:pt>
                <c:pt idx="4206">
                  <c:v>0.10962962962962963</c:v>
                </c:pt>
                <c:pt idx="4207">
                  <c:v>0.10962962962962963</c:v>
                </c:pt>
                <c:pt idx="4208">
                  <c:v>0.10962962962962963</c:v>
                </c:pt>
                <c:pt idx="4209">
                  <c:v>0.10962962962962963</c:v>
                </c:pt>
                <c:pt idx="4210">
                  <c:v>0.10977777777777778</c:v>
                </c:pt>
                <c:pt idx="4211">
                  <c:v>0.10977777777777778</c:v>
                </c:pt>
                <c:pt idx="4212">
                  <c:v>0.10977777777777778</c:v>
                </c:pt>
                <c:pt idx="4213">
                  <c:v>0.10977777777777778</c:v>
                </c:pt>
                <c:pt idx="4214">
                  <c:v>0.10977777777777778</c:v>
                </c:pt>
                <c:pt idx="4215">
                  <c:v>0.10977777777777778</c:v>
                </c:pt>
                <c:pt idx="4216">
                  <c:v>0.10977777777777778</c:v>
                </c:pt>
                <c:pt idx="4217">
                  <c:v>0.10977777777777778</c:v>
                </c:pt>
                <c:pt idx="4218">
                  <c:v>0.10977777777777778</c:v>
                </c:pt>
                <c:pt idx="4219">
                  <c:v>0.10977777777777778</c:v>
                </c:pt>
                <c:pt idx="4220">
                  <c:v>0.10992592592592593</c:v>
                </c:pt>
                <c:pt idx="4221">
                  <c:v>0.10992592592592593</c:v>
                </c:pt>
                <c:pt idx="4222">
                  <c:v>0.10992592592592593</c:v>
                </c:pt>
                <c:pt idx="4223">
                  <c:v>0.11007407407407407</c:v>
                </c:pt>
                <c:pt idx="4224">
                  <c:v>0.11007407407407407</c:v>
                </c:pt>
                <c:pt idx="4225">
                  <c:v>0.11022222222222222</c:v>
                </c:pt>
                <c:pt idx="4226">
                  <c:v>0.11022222222222222</c:v>
                </c:pt>
                <c:pt idx="4227">
                  <c:v>0.11022222222222222</c:v>
                </c:pt>
                <c:pt idx="4228">
                  <c:v>0.11022222222222222</c:v>
                </c:pt>
                <c:pt idx="4229">
                  <c:v>0.11022222222222222</c:v>
                </c:pt>
                <c:pt idx="4230">
                  <c:v>0.11022222222222222</c:v>
                </c:pt>
                <c:pt idx="4231">
                  <c:v>0.11022222222222222</c:v>
                </c:pt>
                <c:pt idx="4232">
                  <c:v>0.11037037037037037</c:v>
                </c:pt>
                <c:pt idx="4233">
                  <c:v>0.11037037037037037</c:v>
                </c:pt>
                <c:pt idx="4234">
                  <c:v>0.11037037037037037</c:v>
                </c:pt>
                <c:pt idx="4235">
                  <c:v>0.11051851851851852</c:v>
                </c:pt>
                <c:pt idx="4236">
                  <c:v>0.11066666666666666</c:v>
                </c:pt>
                <c:pt idx="4237">
                  <c:v>0.11081481481481481</c:v>
                </c:pt>
                <c:pt idx="4238">
                  <c:v>0.11081481481481481</c:v>
                </c:pt>
                <c:pt idx="4239">
                  <c:v>0.11081481481481481</c:v>
                </c:pt>
                <c:pt idx="4240">
                  <c:v>0.11081481481481481</c:v>
                </c:pt>
                <c:pt idx="4241">
                  <c:v>0.11081481481481481</c:v>
                </c:pt>
                <c:pt idx="4242">
                  <c:v>0.11081481481481481</c:v>
                </c:pt>
                <c:pt idx="4243">
                  <c:v>0.11081481481481481</c:v>
                </c:pt>
                <c:pt idx="4244">
                  <c:v>0.11081481481481481</c:v>
                </c:pt>
                <c:pt idx="4245">
                  <c:v>0.11081481481481481</c:v>
                </c:pt>
                <c:pt idx="4246">
                  <c:v>0.11081481481481481</c:v>
                </c:pt>
                <c:pt idx="4247">
                  <c:v>0.11081481481481481</c:v>
                </c:pt>
                <c:pt idx="4248">
                  <c:v>0.11081481481481481</c:v>
                </c:pt>
                <c:pt idx="4249">
                  <c:v>0.11096296296296296</c:v>
                </c:pt>
                <c:pt idx="4250">
                  <c:v>0.11096296296296296</c:v>
                </c:pt>
                <c:pt idx="4251">
                  <c:v>0.1111111111111111</c:v>
                </c:pt>
                <c:pt idx="4252">
                  <c:v>0.11125925925925927</c:v>
                </c:pt>
                <c:pt idx="4253">
                  <c:v>0.11125925925925927</c:v>
                </c:pt>
                <c:pt idx="4254">
                  <c:v>0.11125925925925927</c:v>
                </c:pt>
                <c:pt idx="4255">
                  <c:v>0.11125925925925927</c:v>
                </c:pt>
                <c:pt idx="4256">
                  <c:v>0.11125925925925927</c:v>
                </c:pt>
                <c:pt idx="4257">
                  <c:v>0.11125925925925927</c:v>
                </c:pt>
                <c:pt idx="4258">
                  <c:v>0.11125925925925927</c:v>
                </c:pt>
                <c:pt idx="4259">
                  <c:v>0.11125925925925927</c:v>
                </c:pt>
                <c:pt idx="4260">
                  <c:v>0.11125925925925927</c:v>
                </c:pt>
                <c:pt idx="4261">
                  <c:v>0.11125925925925927</c:v>
                </c:pt>
                <c:pt idx="4262">
                  <c:v>0.11125925925925927</c:v>
                </c:pt>
                <c:pt idx="4263">
                  <c:v>0.11125925925925927</c:v>
                </c:pt>
                <c:pt idx="4264">
                  <c:v>0.11125925925925927</c:v>
                </c:pt>
                <c:pt idx="4265">
                  <c:v>0.11125925925925927</c:v>
                </c:pt>
                <c:pt idx="4266">
                  <c:v>0.11140740740740741</c:v>
                </c:pt>
                <c:pt idx="4267">
                  <c:v>0.11155555555555556</c:v>
                </c:pt>
                <c:pt idx="4268">
                  <c:v>0.11155555555555556</c:v>
                </c:pt>
                <c:pt idx="4269">
                  <c:v>0.11155555555555556</c:v>
                </c:pt>
                <c:pt idx="4270">
                  <c:v>0.11155555555555556</c:v>
                </c:pt>
                <c:pt idx="4271">
                  <c:v>0.11155555555555556</c:v>
                </c:pt>
                <c:pt idx="4272">
                  <c:v>0.11155555555555556</c:v>
                </c:pt>
                <c:pt idx="4273">
                  <c:v>0.11155555555555556</c:v>
                </c:pt>
                <c:pt idx="4274">
                  <c:v>0.11170370370370371</c:v>
                </c:pt>
                <c:pt idx="4275">
                  <c:v>0.11170370370370371</c:v>
                </c:pt>
                <c:pt idx="4276">
                  <c:v>0.11170370370370371</c:v>
                </c:pt>
                <c:pt idx="4277">
                  <c:v>0.11170370370370371</c:v>
                </c:pt>
                <c:pt idx="4278">
                  <c:v>0.11170370370370371</c:v>
                </c:pt>
                <c:pt idx="4279">
                  <c:v>0.11185185185185186</c:v>
                </c:pt>
                <c:pt idx="4280">
                  <c:v>0.11185185185185186</c:v>
                </c:pt>
                <c:pt idx="4281">
                  <c:v>0.11185185185185186</c:v>
                </c:pt>
                <c:pt idx="4282">
                  <c:v>0.112</c:v>
                </c:pt>
                <c:pt idx="4283">
                  <c:v>0.112</c:v>
                </c:pt>
                <c:pt idx="4284">
                  <c:v>0.11214814814814815</c:v>
                </c:pt>
                <c:pt idx="4285">
                  <c:v>0.11214814814814815</c:v>
                </c:pt>
                <c:pt idx="4286">
                  <c:v>0.11214814814814815</c:v>
                </c:pt>
                <c:pt idx="4287">
                  <c:v>0.1122962962962963</c:v>
                </c:pt>
                <c:pt idx="4288">
                  <c:v>0.11244444444444444</c:v>
                </c:pt>
                <c:pt idx="4289">
                  <c:v>0.11244444444444444</c:v>
                </c:pt>
                <c:pt idx="4290">
                  <c:v>0.11244444444444444</c:v>
                </c:pt>
                <c:pt idx="4291">
                  <c:v>0.11244444444444444</c:v>
                </c:pt>
                <c:pt idx="4292">
                  <c:v>0.11244444444444444</c:v>
                </c:pt>
                <c:pt idx="4293">
                  <c:v>0.11259259259259259</c:v>
                </c:pt>
                <c:pt idx="4294">
                  <c:v>0.11259259259259259</c:v>
                </c:pt>
                <c:pt idx="4295">
                  <c:v>0.11259259259259259</c:v>
                </c:pt>
                <c:pt idx="4296">
                  <c:v>0.11274074074074074</c:v>
                </c:pt>
                <c:pt idx="4297">
                  <c:v>0.11274074074074074</c:v>
                </c:pt>
                <c:pt idx="4298">
                  <c:v>0.11274074074074074</c:v>
                </c:pt>
                <c:pt idx="4299">
                  <c:v>0.11274074074074074</c:v>
                </c:pt>
                <c:pt idx="4300">
                  <c:v>0.11274074074074074</c:v>
                </c:pt>
                <c:pt idx="4301">
                  <c:v>0.11274074074074074</c:v>
                </c:pt>
                <c:pt idx="4302">
                  <c:v>0.11288888888888889</c:v>
                </c:pt>
                <c:pt idx="4303">
                  <c:v>0.11288888888888889</c:v>
                </c:pt>
                <c:pt idx="4304">
                  <c:v>0.11288888888888889</c:v>
                </c:pt>
                <c:pt idx="4305">
                  <c:v>0.11288888888888889</c:v>
                </c:pt>
                <c:pt idx="4306">
                  <c:v>0.11303703703703703</c:v>
                </c:pt>
                <c:pt idx="4307">
                  <c:v>0.11303703703703703</c:v>
                </c:pt>
                <c:pt idx="4308">
                  <c:v>0.11318518518518518</c:v>
                </c:pt>
                <c:pt idx="4309">
                  <c:v>0.11318518518518518</c:v>
                </c:pt>
                <c:pt idx="4310">
                  <c:v>0.11318518518518518</c:v>
                </c:pt>
                <c:pt idx="4311">
                  <c:v>0.11318518518518518</c:v>
                </c:pt>
                <c:pt idx="4312">
                  <c:v>0.11318518518518518</c:v>
                </c:pt>
                <c:pt idx="4313">
                  <c:v>0.11333333333333333</c:v>
                </c:pt>
                <c:pt idx="4314">
                  <c:v>0.11333333333333333</c:v>
                </c:pt>
                <c:pt idx="4315">
                  <c:v>0.11333333333333333</c:v>
                </c:pt>
                <c:pt idx="4316">
                  <c:v>0.11333333333333333</c:v>
                </c:pt>
                <c:pt idx="4317">
                  <c:v>0.11348148148148147</c:v>
                </c:pt>
                <c:pt idx="4318">
                  <c:v>0.11348148148148147</c:v>
                </c:pt>
                <c:pt idx="4319">
                  <c:v>0.11348148148148147</c:v>
                </c:pt>
                <c:pt idx="4320">
                  <c:v>0.11348148148148147</c:v>
                </c:pt>
                <c:pt idx="4321">
                  <c:v>0.11348148148148147</c:v>
                </c:pt>
                <c:pt idx="4322">
                  <c:v>0.11348148148148147</c:v>
                </c:pt>
                <c:pt idx="4323">
                  <c:v>0.11348148148148147</c:v>
                </c:pt>
                <c:pt idx="4324">
                  <c:v>0.11348148148148147</c:v>
                </c:pt>
                <c:pt idx="4325">
                  <c:v>0.11348148148148147</c:v>
                </c:pt>
                <c:pt idx="4326">
                  <c:v>0.11348148148148147</c:v>
                </c:pt>
                <c:pt idx="4327">
                  <c:v>0.11348148148148147</c:v>
                </c:pt>
                <c:pt idx="4328">
                  <c:v>0.11348148148148147</c:v>
                </c:pt>
                <c:pt idx="4329">
                  <c:v>0.11348148148148147</c:v>
                </c:pt>
                <c:pt idx="4330">
                  <c:v>0.11362962962962964</c:v>
                </c:pt>
                <c:pt idx="4331">
                  <c:v>0.11377777777777778</c:v>
                </c:pt>
                <c:pt idx="4332">
                  <c:v>0.11392592592592593</c:v>
                </c:pt>
                <c:pt idx="4333">
                  <c:v>0.11392592592592593</c:v>
                </c:pt>
                <c:pt idx="4334">
                  <c:v>0.11392592592592593</c:v>
                </c:pt>
                <c:pt idx="4335">
                  <c:v>0.11392592592592593</c:v>
                </c:pt>
                <c:pt idx="4336">
                  <c:v>0.11392592592592593</c:v>
                </c:pt>
                <c:pt idx="4337">
                  <c:v>0.11407407407407408</c:v>
                </c:pt>
                <c:pt idx="4338">
                  <c:v>0.11407407407407408</c:v>
                </c:pt>
                <c:pt idx="4339">
                  <c:v>0.11407407407407408</c:v>
                </c:pt>
                <c:pt idx="4340">
                  <c:v>0.11422222222222222</c:v>
                </c:pt>
                <c:pt idx="4341">
                  <c:v>0.11422222222222222</c:v>
                </c:pt>
                <c:pt idx="4342">
                  <c:v>0.11437037037037037</c:v>
                </c:pt>
                <c:pt idx="4343">
                  <c:v>0.11437037037037037</c:v>
                </c:pt>
                <c:pt idx="4344">
                  <c:v>0.11451851851851852</c:v>
                </c:pt>
                <c:pt idx="4345">
                  <c:v>0.11451851851851852</c:v>
                </c:pt>
                <c:pt idx="4346">
                  <c:v>0.11451851851851852</c:v>
                </c:pt>
                <c:pt idx="4347">
                  <c:v>0.11451851851851852</c:v>
                </c:pt>
                <c:pt idx="4348">
                  <c:v>0.11451851851851852</c:v>
                </c:pt>
                <c:pt idx="4349">
                  <c:v>0.11451851851851852</c:v>
                </c:pt>
                <c:pt idx="4350">
                  <c:v>0.11451851851851852</c:v>
                </c:pt>
                <c:pt idx="4351">
                  <c:v>0.11451851851851852</c:v>
                </c:pt>
                <c:pt idx="4352">
                  <c:v>0.11451851851851852</c:v>
                </c:pt>
                <c:pt idx="4353">
                  <c:v>0.11466666666666667</c:v>
                </c:pt>
                <c:pt idx="4354">
                  <c:v>0.11466666666666667</c:v>
                </c:pt>
                <c:pt idx="4355">
                  <c:v>0.11466666666666667</c:v>
                </c:pt>
                <c:pt idx="4356">
                  <c:v>0.11481481481481481</c:v>
                </c:pt>
                <c:pt idx="4357">
                  <c:v>0.11496296296296296</c:v>
                </c:pt>
                <c:pt idx="4358">
                  <c:v>0.11496296296296296</c:v>
                </c:pt>
                <c:pt idx="4359">
                  <c:v>0.11496296296296296</c:v>
                </c:pt>
                <c:pt idx="4360">
                  <c:v>0.11496296296296296</c:v>
                </c:pt>
                <c:pt idx="4361">
                  <c:v>0.11511111111111111</c:v>
                </c:pt>
                <c:pt idx="4362">
                  <c:v>0.11511111111111111</c:v>
                </c:pt>
                <c:pt idx="4363">
                  <c:v>0.11525925925925926</c:v>
                </c:pt>
                <c:pt idx="4364">
                  <c:v>0.11525925925925926</c:v>
                </c:pt>
                <c:pt idx="4365">
                  <c:v>0.11525925925925926</c:v>
                </c:pt>
                <c:pt idx="4366">
                  <c:v>0.11525925925925926</c:v>
                </c:pt>
                <c:pt idx="4367">
                  <c:v>0.1154074074074074</c:v>
                </c:pt>
                <c:pt idx="4368">
                  <c:v>0.11555555555555555</c:v>
                </c:pt>
                <c:pt idx="4369">
                  <c:v>0.11555555555555555</c:v>
                </c:pt>
                <c:pt idx="4370">
                  <c:v>0.11555555555555555</c:v>
                </c:pt>
                <c:pt idx="4371">
                  <c:v>0.11555555555555555</c:v>
                </c:pt>
                <c:pt idx="4372">
                  <c:v>0.11555555555555555</c:v>
                </c:pt>
                <c:pt idx="4373">
                  <c:v>0.11555555555555555</c:v>
                </c:pt>
                <c:pt idx="4374">
                  <c:v>0.1157037037037037</c:v>
                </c:pt>
                <c:pt idx="4375">
                  <c:v>0.11585185185185186</c:v>
                </c:pt>
                <c:pt idx="4376">
                  <c:v>0.11585185185185186</c:v>
                </c:pt>
                <c:pt idx="4377">
                  <c:v>0.11600000000000001</c:v>
                </c:pt>
                <c:pt idx="4378">
                  <c:v>0.11614814814814815</c:v>
                </c:pt>
                <c:pt idx="4379">
                  <c:v>0.11614814814814815</c:v>
                </c:pt>
                <c:pt idx="4380">
                  <c:v>0.11614814814814815</c:v>
                </c:pt>
                <c:pt idx="4381">
                  <c:v>0.1162962962962963</c:v>
                </c:pt>
                <c:pt idx="4382">
                  <c:v>0.1162962962962963</c:v>
                </c:pt>
                <c:pt idx="4383">
                  <c:v>0.1162962962962963</c:v>
                </c:pt>
                <c:pt idx="4384">
                  <c:v>0.1162962962962963</c:v>
                </c:pt>
                <c:pt idx="4385">
                  <c:v>0.11644444444444445</c:v>
                </c:pt>
                <c:pt idx="4386">
                  <c:v>0.11644444444444445</c:v>
                </c:pt>
                <c:pt idx="4387">
                  <c:v>0.11644444444444445</c:v>
                </c:pt>
                <c:pt idx="4388">
                  <c:v>0.11659259259259259</c:v>
                </c:pt>
                <c:pt idx="4389">
                  <c:v>0.11674074074074074</c:v>
                </c:pt>
                <c:pt idx="4390">
                  <c:v>0.11688888888888889</c:v>
                </c:pt>
                <c:pt idx="4391">
                  <c:v>0.11688888888888889</c:v>
                </c:pt>
                <c:pt idx="4392">
                  <c:v>0.11703703703703704</c:v>
                </c:pt>
                <c:pt idx="4393">
                  <c:v>0.11703703703703704</c:v>
                </c:pt>
                <c:pt idx="4394">
                  <c:v>0.11703703703703704</c:v>
                </c:pt>
                <c:pt idx="4395">
                  <c:v>0.11703703703703704</c:v>
                </c:pt>
                <c:pt idx="4396">
                  <c:v>0.11703703703703704</c:v>
                </c:pt>
                <c:pt idx="4397">
                  <c:v>0.11703703703703704</c:v>
                </c:pt>
                <c:pt idx="4398">
                  <c:v>0.11703703703703704</c:v>
                </c:pt>
                <c:pt idx="4399">
                  <c:v>0.11718518518518518</c:v>
                </c:pt>
                <c:pt idx="4400">
                  <c:v>0.11718518518518518</c:v>
                </c:pt>
                <c:pt idx="4401">
                  <c:v>0.11733333333333333</c:v>
                </c:pt>
                <c:pt idx="4402">
                  <c:v>0.11733333333333333</c:v>
                </c:pt>
                <c:pt idx="4403">
                  <c:v>0.11733333333333333</c:v>
                </c:pt>
                <c:pt idx="4404">
                  <c:v>0.11748148148148148</c:v>
                </c:pt>
                <c:pt idx="4405">
                  <c:v>0.11762962962962963</c:v>
                </c:pt>
                <c:pt idx="4406">
                  <c:v>0.11762962962962963</c:v>
                </c:pt>
                <c:pt idx="4407">
                  <c:v>0.11762962962962963</c:v>
                </c:pt>
                <c:pt idx="4408">
                  <c:v>0.11762962962962963</c:v>
                </c:pt>
                <c:pt idx="4409">
                  <c:v>0.11762962962962963</c:v>
                </c:pt>
                <c:pt idx="4410">
                  <c:v>0.11777777777777777</c:v>
                </c:pt>
                <c:pt idx="4411">
                  <c:v>0.11792592592592592</c:v>
                </c:pt>
                <c:pt idx="4412">
                  <c:v>0.11807407407407407</c:v>
                </c:pt>
                <c:pt idx="4413">
                  <c:v>0.11807407407407407</c:v>
                </c:pt>
                <c:pt idx="4414">
                  <c:v>0.11807407407407407</c:v>
                </c:pt>
                <c:pt idx="4415">
                  <c:v>0.11807407407407407</c:v>
                </c:pt>
                <c:pt idx="4416">
                  <c:v>0.11822222222222223</c:v>
                </c:pt>
                <c:pt idx="4417">
                  <c:v>0.11822222222222223</c:v>
                </c:pt>
                <c:pt idx="4418">
                  <c:v>0.11822222222222223</c:v>
                </c:pt>
                <c:pt idx="4419">
                  <c:v>0.11822222222222223</c:v>
                </c:pt>
                <c:pt idx="4420">
                  <c:v>0.11837037037037038</c:v>
                </c:pt>
                <c:pt idx="4421">
                  <c:v>0.11837037037037038</c:v>
                </c:pt>
                <c:pt idx="4422">
                  <c:v>0.11837037037037038</c:v>
                </c:pt>
                <c:pt idx="4423">
                  <c:v>0.11837037037037038</c:v>
                </c:pt>
                <c:pt idx="4424">
                  <c:v>0.11837037037037038</c:v>
                </c:pt>
                <c:pt idx="4425">
                  <c:v>0.11837037037037038</c:v>
                </c:pt>
                <c:pt idx="4426">
                  <c:v>0.11837037037037038</c:v>
                </c:pt>
                <c:pt idx="4427">
                  <c:v>0.11837037037037038</c:v>
                </c:pt>
                <c:pt idx="4428">
                  <c:v>0.11837037037037038</c:v>
                </c:pt>
                <c:pt idx="4429">
                  <c:v>0.11837037037037038</c:v>
                </c:pt>
                <c:pt idx="4430">
                  <c:v>0.11837037037037038</c:v>
                </c:pt>
                <c:pt idx="4431">
                  <c:v>0.11851851851851852</c:v>
                </c:pt>
                <c:pt idx="4432">
                  <c:v>0.11851851851851852</c:v>
                </c:pt>
                <c:pt idx="4433">
                  <c:v>0.11851851851851852</c:v>
                </c:pt>
                <c:pt idx="4434">
                  <c:v>0.11851851851851852</c:v>
                </c:pt>
                <c:pt idx="4435">
                  <c:v>0.11851851851851852</c:v>
                </c:pt>
                <c:pt idx="4436">
                  <c:v>0.11851851851851852</c:v>
                </c:pt>
                <c:pt idx="4437">
                  <c:v>0.11851851851851852</c:v>
                </c:pt>
                <c:pt idx="4438">
                  <c:v>0.11851851851851852</c:v>
                </c:pt>
                <c:pt idx="4439">
                  <c:v>0.11851851851851852</c:v>
                </c:pt>
                <c:pt idx="4440">
                  <c:v>0.11851851851851852</c:v>
                </c:pt>
                <c:pt idx="4441">
                  <c:v>0.11866666666666667</c:v>
                </c:pt>
                <c:pt idx="4442">
                  <c:v>0.11881481481481482</c:v>
                </c:pt>
                <c:pt idx="4443">
                  <c:v>0.11896296296296296</c:v>
                </c:pt>
                <c:pt idx="4444">
                  <c:v>0.11896296296296296</c:v>
                </c:pt>
                <c:pt idx="4445">
                  <c:v>0.11896296296296296</c:v>
                </c:pt>
                <c:pt idx="4446">
                  <c:v>0.11896296296296296</c:v>
                </c:pt>
                <c:pt idx="4447">
                  <c:v>0.11911111111111111</c:v>
                </c:pt>
                <c:pt idx="4448">
                  <c:v>0.11911111111111111</c:v>
                </c:pt>
                <c:pt idx="4449">
                  <c:v>0.11911111111111111</c:v>
                </c:pt>
                <c:pt idx="4450">
                  <c:v>0.11911111111111111</c:v>
                </c:pt>
                <c:pt idx="4451">
                  <c:v>0.11911111111111111</c:v>
                </c:pt>
                <c:pt idx="4452">
                  <c:v>0.11911111111111111</c:v>
                </c:pt>
                <c:pt idx="4453">
                  <c:v>0.11911111111111111</c:v>
                </c:pt>
                <c:pt idx="4454">
                  <c:v>0.11911111111111111</c:v>
                </c:pt>
                <c:pt idx="4455">
                  <c:v>0.11925925925925926</c:v>
                </c:pt>
                <c:pt idx="4456">
                  <c:v>0.11925925925925926</c:v>
                </c:pt>
                <c:pt idx="4457">
                  <c:v>0.11925925925925926</c:v>
                </c:pt>
                <c:pt idx="4458">
                  <c:v>0.11925925925925926</c:v>
                </c:pt>
                <c:pt idx="4459">
                  <c:v>0.11925925925925926</c:v>
                </c:pt>
                <c:pt idx="4460">
                  <c:v>0.11925925925925926</c:v>
                </c:pt>
                <c:pt idx="4461">
                  <c:v>0.11925925925925926</c:v>
                </c:pt>
                <c:pt idx="4462">
                  <c:v>0.11925925925925926</c:v>
                </c:pt>
                <c:pt idx="4463">
                  <c:v>0.11925925925925926</c:v>
                </c:pt>
                <c:pt idx="4464">
                  <c:v>0.11940740740740741</c:v>
                </c:pt>
                <c:pt idx="4465">
                  <c:v>0.11940740740740741</c:v>
                </c:pt>
                <c:pt idx="4466">
                  <c:v>0.11955555555555555</c:v>
                </c:pt>
                <c:pt idx="4467">
                  <c:v>0.11955555555555555</c:v>
                </c:pt>
                <c:pt idx="4468">
                  <c:v>0.1197037037037037</c:v>
                </c:pt>
                <c:pt idx="4469">
                  <c:v>0.11985185185185185</c:v>
                </c:pt>
                <c:pt idx="4470">
                  <c:v>0.11985185185185185</c:v>
                </c:pt>
                <c:pt idx="4471">
                  <c:v>0.11985185185185185</c:v>
                </c:pt>
                <c:pt idx="4472">
                  <c:v>0.11985185185185185</c:v>
                </c:pt>
                <c:pt idx="4473">
                  <c:v>0.11985185185185185</c:v>
                </c:pt>
                <c:pt idx="4474">
                  <c:v>0.11985185185185185</c:v>
                </c:pt>
                <c:pt idx="4475">
                  <c:v>0.12</c:v>
                </c:pt>
                <c:pt idx="4476">
                  <c:v>0.12</c:v>
                </c:pt>
                <c:pt idx="4477">
                  <c:v>0.12</c:v>
                </c:pt>
                <c:pt idx="4478">
                  <c:v>0.12</c:v>
                </c:pt>
                <c:pt idx="4479">
                  <c:v>0.12</c:v>
                </c:pt>
                <c:pt idx="4480">
                  <c:v>0.12</c:v>
                </c:pt>
                <c:pt idx="4481">
                  <c:v>0.12</c:v>
                </c:pt>
                <c:pt idx="4482">
                  <c:v>0.12</c:v>
                </c:pt>
                <c:pt idx="4483">
                  <c:v>0.12014814814814814</c:v>
                </c:pt>
                <c:pt idx="4484">
                  <c:v>0.12014814814814814</c:v>
                </c:pt>
                <c:pt idx="4485">
                  <c:v>0.12014814814814814</c:v>
                </c:pt>
                <c:pt idx="4486">
                  <c:v>0.12014814814814814</c:v>
                </c:pt>
                <c:pt idx="4487">
                  <c:v>0.12014814814814814</c:v>
                </c:pt>
                <c:pt idx="4488">
                  <c:v>0.12014814814814814</c:v>
                </c:pt>
                <c:pt idx="4489">
                  <c:v>0.12014814814814814</c:v>
                </c:pt>
                <c:pt idx="4490">
                  <c:v>0.12029629629629629</c:v>
                </c:pt>
                <c:pt idx="4491">
                  <c:v>0.12029629629629629</c:v>
                </c:pt>
                <c:pt idx="4492">
                  <c:v>0.12044444444444445</c:v>
                </c:pt>
                <c:pt idx="4493">
                  <c:v>0.12044444444444445</c:v>
                </c:pt>
                <c:pt idx="4494">
                  <c:v>0.1205925925925926</c:v>
                </c:pt>
                <c:pt idx="4495">
                  <c:v>0.1205925925925926</c:v>
                </c:pt>
                <c:pt idx="4496">
                  <c:v>0.1205925925925926</c:v>
                </c:pt>
                <c:pt idx="4497">
                  <c:v>0.12074074074074075</c:v>
                </c:pt>
                <c:pt idx="4498">
                  <c:v>0.12074074074074075</c:v>
                </c:pt>
                <c:pt idx="4499">
                  <c:v>0.12074074074074075</c:v>
                </c:pt>
                <c:pt idx="4500">
                  <c:v>0.12088888888888889</c:v>
                </c:pt>
                <c:pt idx="4501">
                  <c:v>0.12103703703703704</c:v>
                </c:pt>
                <c:pt idx="4502">
                  <c:v>0.12103703703703704</c:v>
                </c:pt>
                <c:pt idx="4503">
                  <c:v>0.12103703703703704</c:v>
                </c:pt>
                <c:pt idx="4504">
                  <c:v>0.12118518518518519</c:v>
                </c:pt>
                <c:pt idx="4505">
                  <c:v>0.12118518518518519</c:v>
                </c:pt>
                <c:pt idx="4506">
                  <c:v>0.12118518518518519</c:v>
                </c:pt>
                <c:pt idx="4507">
                  <c:v>0.12118518518518519</c:v>
                </c:pt>
                <c:pt idx="4508">
                  <c:v>0.12118518518518519</c:v>
                </c:pt>
                <c:pt idx="4509">
                  <c:v>0.12118518518518519</c:v>
                </c:pt>
                <c:pt idx="4510">
                  <c:v>0.12133333333333333</c:v>
                </c:pt>
                <c:pt idx="4511">
                  <c:v>0.12148148148148148</c:v>
                </c:pt>
                <c:pt idx="4512">
                  <c:v>0.12148148148148148</c:v>
                </c:pt>
                <c:pt idx="4513">
                  <c:v>0.12148148148148148</c:v>
                </c:pt>
                <c:pt idx="4514">
                  <c:v>0.12148148148148148</c:v>
                </c:pt>
                <c:pt idx="4515">
                  <c:v>0.12148148148148148</c:v>
                </c:pt>
                <c:pt idx="4516">
                  <c:v>0.12148148148148148</c:v>
                </c:pt>
                <c:pt idx="4517">
                  <c:v>0.12148148148148148</c:v>
                </c:pt>
                <c:pt idx="4518">
                  <c:v>0.12148148148148148</c:v>
                </c:pt>
                <c:pt idx="4519">
                  <c:v>0.12162962962962963</c:v>
                </c:pt>
                <c:pt idx="4520">
                  <c:v>0.12162962962962963</c:v>
                </c:pt>
                <c:pt idx="4521">
                  <c:v>0.12162962962962963</c:v>
                </c:pt>
                <c:pt idx="4522">
                  <c:v>0.12162962962962963</c:v>
                </c:pt>
                <c:pt idx="4523">
                  <c:v>0.12162962962962963</c:v>
                </c:pt>
                <c:pt idx="4524">
                  <c:v>0.12162962962962963</c:v>
                </c:pt>
                <c:pt idx="4525">
                  <c:v>0.12162962962962963</c:v>
                </c:pt>
                <c:pt idx="4526">
                  <c:v>0.12162962962962963</c:v>
                </c:pt>
                <c:pt idx="4527">
                  <c:v>0.12162962962962963</c:v>
                </c:pt>
                <c:pt idx="4528">
                  <c:v>0.12162962962962963</c:v>
                </c:pt>
                <c:pt idx="4529">
                  <c:v>0.12162962962962963</c:v>
                </c:pt>
                <c:pt idx="4530">
                  <c:v>0.12162962962962963</c:v>
                </c:pt>
                <c:pt idx="4531">
                  <c:v>0.12162962962962963</c:v>
                </c:pt>
                <c:pt idx="4532">
                  <c:v>0.12162962962962963</c:v>
                </c:pt>
                <c:pt idx="4533">
                  <c:v>0.12162962962962963</c:v>
                </c:pt>
                <c:pt idx="4534">
                  <c:v>0.12177777777777778</c:v>
                </c:pt>
                <c:pt idx="4535">
                  <c:v>0.12177777777777778</c:v>
                </c:pt>
                <c:pt idx="4536">
                  <c:v>0.12177777777777778</c:v>
                </c:pt>
                <c:pt idx="4537">
                  <c:v>0.12177777777777778</c:v>
                </c:pt>
                <c:pt idx="4538">
                  <c:v>0.12177777777777778</c:v>
                </c:pt>
                <c:pt idx="4539">
                  <c:v>0.12177777777777778</c:v>
                </c:pt>
                <c:pt idx="4540">
                  <c:v>0.12177777777777778</c:v>
                </c:pt>
                <c:pt idx="4541">
                  <c:v>0.12177777777777778</c:v>
                </c:pt>
                <c:pt idx="4542">
                  <c:v>0.12177777777777778</c:v>
                </c:pt>
                <c:pt idx="4543">
                  <c:v>0.12177777777777778</c:v>
                </c:pt>
                <c:pt idx="4544">
                  <c:v>0.12177777777777778</c:v>
                </c:pt>
                <c:pt idx="4545">
                  <c:v>0.12192592592592592</c:v>
                </c:pt>
                <c:pt idx="4546">
                  <c:v>0.12192592592592592</c:v>
                </c:pt>
                <c:pt idx="4547">
                  <c:v>0.12192592592592592</c:v>
                </c:pt>
                <c:pt idx="4548">
                  <c:v>0.12192592592592592</c:v>
                </c:pt>
                <c:pt idx="4549">
                  <c:v>0.12207407407407407</c:v>
                </c:pt>
                <c:pt idx="4550">
                  <c:v>0.12207407407407407</c:v>
                </c:pt>
                <c:pt idx="4551">
                  <c:v>0.12207407407407407</c:v>
                </c:pt>
                <c:pt idx="4552">
                  <c:v>0.12207407407407407</c:v>
                </c:pt>
                <c:pt idx="4553">
                  <c:v>0.12222222222222222</c:v>
                </c:pt>
                <c:pt idx="4554">
                  <c:v>0.12222222222222222</c:v>
                </c:pt>
                <c:pt idx="4555">
                  <c:v>0.12222222222222222</c:v>
                </c:pt>
                <c:pt idx="4556">
                  <c:v>0.12237037037037037</c:v>
                </c:pt>
                <c:pt idx="4557">
                  <c:v>0.12237037037037037</c:v>
                </c:pt>
                <c:pt idx="4558">
                  <c:v>0.12237037037037037</c:v>
                </c:pt>
                <c:pt idx="4559">
                  <c:v>0.12251851851851851</c:v>
                </c:pt>
                <c:pt idx="4560">
                  <c:v>0.12251851851851851</c:v>
                </c:pt>
                <c:pt idx="4561">
                  <c:v>0.12251851851851851</c:v>
                </c:pt>
                <c:pt idx="4562">
                  <c:v>0.12251851851851851</c:v>
                </c:pt>
                <c:pt idx="4563">
                  <c:v>0.12251851851851851</c:v>
                </c:pt>
                <c:pt idx="4564">
                  <c:v>0.12251851851851851</c:v>
                </c:pt>
                <c:pt idx="4565">
                  <c:v>0.12251851851851851</c:v>
                </c:pt>
                <c:pt idx="4566">
                  <c:v>0.12251851851851851</c:v>
                </c:pt>
                <c:pt idx="4567">
                  <c:v>0.12251851851851851</c:v>
                </c:pt>
                <c:pt idx="4568">
                  <c:v>0.12251851851851851</c:v>
                </c:pt>
                <c:pt idx="4569">
                  <c:v>0.12251851851851851</c:v>
                </c:pt>
                <c:pt idx="4570">
                  <c:v>0.12251851851851851</c:v>
                </c:pt>
                <c:pt idx="4571">
                  <c:v>0.12266666666666666</c:v>
                </c:pt>
                <c:pt idx="4572">
                  <c:v>0.12266666666666666</c:v>
                </c:pt>
                <c:pt idx="4573">
                  <c:v>0.12266666666666666</c:v>
                </c:pt>
                <c:pt idx="4574">
                  <c:v>0.12281481481481482</c:v>
                </c:pt>
                <c:pt idx="4575">
                  <c:v>0.12281481481481482</c:v>
                </c:pt>
                <c:pt idx="4576">
                  <c:v>0.12281481481481482</c:v>
                </c:pt>
                <c:pt idx="4577">
                  <c:v>0.12281481481481482</c:v>
                </c:pt>
                <c:pt idx="4578">
                  <c:v>0.12281481481481482</c:v>
                </c:pt>
                <c:pt idx="4579">
                  <c:v>0.12281481481481482</c:v>
                </c:pt>
                <c:pt idx="4580">
                  <c:v>0.12281481481481482</c:v>
                </c:pt>
                <c:pt idx="4581">
                  <c:v>0.12281481481481482</c:v>
                </c:pt>
                <c:pt idx="4582">
                  <c:v>0.12281481481481482</c:v>
                </c:pt>
                <c:pt idx="4583">
                  <c:v>0.12281481481481482</c:v>
                </c:pt>
                <c:pt idx="4584">
                  <c:v>0.12281481481481482</c:v>
                </c:pt>
                <c:pt idx="4585">
                  <c:v>0.12281481481481482</c:v>
                </c:pt>
                <c:pt idx="4586">
                  <c:v>0.12281481481481482</c:v>
                </c:pt>
                <c:pt idx="4587">
                  <c:v>0.12281481481481482</c:v>
                </c:pt>
                <c:pt idx="4588">
                  <c:v>0.12296296296296297</c:v>
                </c:pt>
                <c:pt idx="4589">
                  <c:v>0.12296296296296297</c:v>
                </c:pt>
                <c:pt idx="4590">
                  <c:v>0.12311111111111112</c:v>
                </c:pt>
                <c:pt idx="4591">
                  <c:v>0.12311111111111112</c:v>
                </c:pt>
                <c:pt idx="4592">
                  <c:v>0.12311111111111112</c:v>
                </c:pt>
                <c:pt idx="4593">
                  <c:v>0.12311111111111112</c:v>
                </c:pt>
                <c:pt idx="4594">
                  <c:v>0.12311111111111112</c:v>
                </c:pt>
                <c:pt idx="4595">
                  <c:v>0.12325925925925926</c:v>
                </c:pt>
                <c:pt idx="4596">
                  <c:v>0.12325925925925926</c:v>
                </c:pt>
                <c:pt idx="4597">
                  <c:v>0.12325925925925926</c:v>
                </c:pt>
                <c:pt idx="4598">
                  <c:v>0.12325925925925926</c:v>
                </c:pt>
                <c:pt idx="4599">
                  <c:v>0.12325925925925926</c:v>
                </c:pt>
                <c:pt idx="4600">
                  <c:v>0.12325925925925926</c:v>
                </c:pt>
                <c:pt idx="4601">
                  <c:v>0.12325925925925926</c:v>
                </c:pt>
                <c:pt idx="4602">
                  <c:v>0.12325925925925926</c:v>
                </c:pt>
                <c:pt idx="4603">
                  <c:v>0.12325925925925926</c:v>
                </c:pt>
                <c:pt idx="4604">
                  <c:v>0.12325925925925926</c:v>
                </c:pt>
                <c:pt idx="4605">
                  <c:v>0.12325925925925926</c:v>
                </c:pt>
                <c:pt idx="4606">
                  <c:v>0.12325925925925926</c:v>
                </c:pt>
                <c:pt idx="4607">
                  <c:v>0.12325925925925926</c:v>
                </c:pt>
                <c:pt idx="4608">
                  <c:v>0.12325925925925926</c:v>
                </c:pt>
                <c:pt idx="4609">
                  <c:v>0.12325925925925926</c:v>
                </c:pt>
                <c:pt idx="4610">
                  <c:v>0.12325925925925926</c:v>
                </c:pt>
                <c:pt idx="4611">
                  <c:v>0.12325925925925926</c:v>
                </c:pt>
                <c:pt idx="4612">
                  <c:v>0.12325925925925926</c:v>
                </c:pt>
                <c:pt idx="4613">
                  <c:v>0.12340740740740741</c:v>
                </c:pt>
                <c:pt idx="4614">
                  <c:v>0.12340740740740741</c:v>
                </c:pt>
                <c:pt idx="4615">
                  <c:v>0.12355555555555556</c:v>
                </c:pt>
                <c:pt idx="4616">
                  <c:v>0.12355555555555556</c:v>
                </c:pt>
                <c:pt idx="4617">
                  <c:v>0.12355555555555556</c:v>
                </c:pt>
                <c:pt idx="4618">
                  <c:v>0.12355555555555556</c:v>
                </c:pt>
                <c:pt idx="4619">
                  <c:v>0.1237037037037037</c:v>
                </c:pt>
                <c:pt idx="4620">
                  <c:v>0.1237037037037037</c:v>
                </c:pt>
                <c:pt idx="4621">
                  <c:v>0.1237037037037037</c:v>
                </c:pt>
                <c:pt idx="4622">
                  <c:v>0.12385185185185185</c:v>
                </c:pt>
                <c:pt idx="4623">
                  <c:v>0.12385185185185185</c:v>
                </c:pt>
                <c:pt idx="4624">
                  <c:v>0.12385185185185185</c:v>
                </c:pt>
                <c:pt idx="4625">
                  <c:v>0.124</c:v>
                </c:pt>
                <c:pt idx="4626">
                  <c:v>0.124</c:v>
                </c:pt>
                <c:pt idx="4627">
                  <c:v>0.124</c:v>
                </c:pt>
                <c:pt idx="4628">
                  <c:v>0.124</c:v>
                </c:pt>
                <c:pt idx="4629">
                  <c:v>0.124</c:v>
                </c:pt>
                <c:pt idx="4630">
                  <c:v>0.12414814814814815</c:v>
                </c:pt>
                <c:pt idx="4631">
                  <c:v>0.12414814814814815</c:v>
                </c:pt>
                <c:pt idx="4632">
                  <c:v>0.12414814814814815</c:v>
                </c:pt>
                <c:pt idx="4633">
                  <c:v>0.12429629629629629</c:v>
                </c:pt>
                <c:pt idx="4634">
                  <c:v>0.12429629629629629</c:v>
                </c:pt>
                <c:pt idx="4635">
                  <c:v>0.12429629629629629</c:v>
                </c:pt>
                <c:pt idx="4636">
                  <c:v>0.12429629629629629</c:v>
                </c:pt>
                <c:pt idx="4637">
                  <c:v>0.12429629629629629</c:v>
                </c:pt>
                <c:pt idx="4638">
                  <c:v>0.12429629629629629</c:v>
                </c:pt>
                <c:pt idx="4639">
                  <c:v>0.12444444444444444</c:v>
                </c:pt>
                <c:pt idx="4640">
                  <c:v>0.12444444444444444</c:v>
                </c:pt>
                <c:pt idx="4641">
                  <c:v>0.12444444444444444</c:v>
                </c:pt>
                <c:pt idx="4642">
                  <c:v>0.12444444444444444</c:v>
                </c:pt>
                <c:pt idx="4643">
                  <c:v>0.12444444444444444</c:v>
                </c:pt>
                <c:pt idx="4644">
                  <c:v>0.12444444444444444</c:v>
                </c:pt>
                <c:pt idx="4645">
                  <c:v>0.12444444444444444</c:v>
                </c:pt>
                <c:pt idx="4646">
                  <c:v>0.12444444444444444</c:v>
                </c:pt>
                <c:pt idx="4647">
                  <c:v>0.12444444444444444</c:v>
                </c:pt>
                <c:pt idx="4648">
                  <c:v>0.12444444444444444</c:v>
                </c:pt>
                <c:pt idx="4649">
                  <c:v>0.12444444444444444</c:v>
                </c:pt>
                <c:pt idx="4650">
                  <c:v>0.12459259259259259</c:v>
                </c:pt>
                <c:pt idx="4651">
                  <c:v>0.12459259259259259</c:v>
                </c:pt>
                <c:pt idx="4652">
                  <c:v>0.12459259259259259</c:v>
                </c:pt>
                <c:pt idx="4653">
                  <c:v>0.12459259259259259</c:v>
                </c:pt>
                <c:pt idx="4654">
                  <c:v>0.12459259259259259</c:v>
                </c:pt>
                <c:pt idx="4655">
                  <c:v>0.12474074074074074</c:v>
                </c:pt>
                <c:pt idx="4656">
                  <c:v>0.12474074074074074</c:v>
                </c:pt>
                <c:pt idx="4657">
                  <c:v>0.12474074074074074</c:v>
                </c:pt>
                <c:pt idx="4658">
                  <c:v>0.12474074074074074</c:v>
                </c:pt>
                <c:pt idx="4659">
                  <c:v>0.12488888888888888</c:v>
                </c:pt>
                <c:pt idx="4660">
                  <c:v>0.12488888888888888</c:v>
                </c:pt>
                <c:pt idx="4661">
                  <c:v>0.12503703703703703</c:v>
                </c:pt>
                <c:pt idx="4662">
                  <c:v>0.12518518518518518</c:v>
                </c:pt>
                <c:pt idx="4663">
                  <c:v>0.12533333333333332</c:v>
                </c:pt>
                <c:pt idx="4664">
                  <c:v>0.12533333333333332</c:v>
                </c:pt>
                <c:pt idx="4665">
                  <c:v>0.12533333333333332</c:v>
                </c:pt>
                <c:pt idx="4666">
                  <c:v>0.12533333333333332</c:v>
                </c:pt>
                <c:pt idx="4667">
                  <c:v>0.12533333333333332</c:v>
                </c:pt>
                <c:pt idx="4668">
                  <c:v>0.12533333333333332</c:v>
                </c:pt>
                <c:pt idx="4669">
                  <c:v>0.12533333333333332</c:v>
                </c:pt>
                <c:pt idx="4670">
                  <c:v>0.12533333333333332</c:v>
                </c:pt>
                <c:pt idx="4671">
                  <c:v>0.12533333333333332</c:v>
                </c:pt>
                <c:pt idx="4672">
                  <c:v>0.12533333333333332</c:v>
                </c:pt>
                <c:pt idx="4673">
                  <c:v>0.12533333333333332</c:v>
                </c:pt>
                <c:pt idx="4674">
                  <c:v>0.12533333333333332</c:v>
                </c:pt>
                <c:pt idx="4675">
                  <c:v>0.12533333333333332</c:v>
                </c:pt>
                <c:pt idx="4676">
                  <c:v>0.12548148148148147</c:v>
                </c:pt>
                <c:pt idx="4677">
                  <c:v>0.12548148148148147</c:v>
                </c:pt>
                <c:pt idx="4678">
                  <c:v>0.12548148148148147</c:v>
                </c:pt>
                <c:pt idx="4679">
                  <c:v>0.12562962962962962</c:v>
                </c:pt>
                <c:pt idx="4680">
                  <c:v>0.12562962962962962</c:v>
                </c:pt>
                <c:pt idx="4681">
                  <c:v>0.12562962962962962</c:v>
                </c:pt>
                <c:pt idx="4682">
                  <c:v>0.12562962962962962</c:v>
                </c:pt>
                <c:pt idx="4683">
                  <c:v>0.12577777777777777</c:v>
                </c:pt>
                <c:pt idx="4684">
                  <c:v>0.12577777777777777</c:v>
                </c:pt>
                <c:pt idx="4685">
                  <c:v>0.12577777777777777</c:v>
                </c:pt>
                <c:pt idx="4686">
                  <c:v>0.12577777777777777</c:v>
                </c:pt>
                <c:pt idx="4687">
                  <c:v>0.12577777777777777</c:v>
                </c:pt>
                <c:pt idx="4688">
                  <c:v>0.12577777777777777</c:v>
                </c:pt>
                <c:pt idx="4689">
                  <c:v>0.12577777777777777</c:v>
                </c:pt>
                <c:pt idx="4690">
                  <c:v>0.12577777777777777</c:v>
                </c:pt>
                <c:pt idx="4691">
                  <c:v>0.12577777777777777</c:v>
                </c:pt>
                <c:pt idx="4692">
                  <c:v>0.12577777777777777</c:v>
                </c:pt>
                <c:pt idx="4693">
                  <c:v>0.12577777777777777</c:v>
                </c:pt>
                <c:pt idx="4694">
                  <c:v>0.12577777777777777</c:v>
                </c:pt>
                <c:pt idx="4695">
                  <c:v>0.12577777777777777</c:v>
                </c:pt>
                <c:pt idx="4696">
                  <c:v>0.12577777777777777</c:v>
                </c:pt>
                <c:pt idx="4697">
                  <c:v>0.12577777777777777</c:v>
                </c:pt>
                <c:pt idx="4698">
                  <c:v>0.12577777777777777</c:v>
                </c:pt>
                <c:pt idx="4699">
                  <c:v>0.12592592592592591</c:v>
                </c:pt>
                <c:pt idx="4700">
                  <c:v>0.12592592592592591</c:v>
                </c:pt>
                <c:pt idx="4701">
                  <c:v>0.12592592592592591</c:v>
                </c:pt>
                <c:pt idx="4702">
                  <c:v>0.12592592592592591</c:v>
                </c:pt>
                <c:pt idx="4703">
                  <c:v>0.12607407407407406</c:v>
                </c:pt>
                <c:pt idx="4704">
                  <c:v>0.12607407407407406</c:v>
                </c:pt>
                <c:pt idx="4705">
                  <c:v>0.12607407407407406</c:v>
                </c:pt>
                <c:pt idx="4706">
                  <c:v>0.12607407407407406</c:v>
                </c:pt>
                <c:pt idx="4707">
                  <c:v>0.12607407407407406</c:v>
                </c:pt>
                <c:pt idx="4708">
                  <c:v>0.12607407407407406</c:v>
                </c:pt>
                <c:pt idx="4709">
                  <c:v>0.12607407407407406</c:v>
                </c:pt>
                <c:pt idx="4710">
                  <c:v>0.12607407407407406</c:v>
                </c:pt>
                <c:pt idx="4711">
                  <c:v>0.12607407407407406</c:v>
                </c:pt>
                <c:pt idx="4712">
                  <c:v>0.12607407407407406</c:v>
                </c:pt>
                <c:pt idx="4713">
                  <c:v>0.12607407407407406</c:v>
                </c:pt>
                <c:pt idx="4714">
                  <c:v>0.12607407407407406</c:v>
                </c:pt>
                <c:pt idx="4715">
                  <c:v>0.12622222222222224</c:v>
                </c:pt>
                <c:pt idx="4716">
                  <c:v>0.12637037037037038</c:v>
                </c:pt>
                <c:pt idx="4717">
                  <c:v>0.12637037037037038</c:v>
                </c:pt>
                <c:pt idx="4718">
                  <c:v>0.12637037037037038</c:v>
                </c:pt>
                <c:pt idx="4719">
                  <c:v>0.12637037037037038</c:v>
                </c:pt>
                <c:pt idx="4720">
                  <c:v>0.12637037037037038</c:v>
                </c:pt>
                <c:pt idx="4721">
                  <c:v>0.12651851851851853</c:v>
                </c:pt>
                <c:pt idx="4722">
                  <c:v>0.12651851851851853</c:v>
                </c:pt>
                <c:pt idx="4723">
                  <c:v>0.12651851851851853</c:v>
                </c:pt>
                <c:pt idx="4724">
                  <c:v>0.12651851851851853</c:v>
                </c:pt>
                <c:pt idx="4725">
                  <c:v>0.12666666666666668</c:v>
                </c:pt>
                <c:pt idx="4726">
                  <c:v>0.12666666666666668</c:v>
                </c:pt>
                <c:pt idx="4727">
                  <c:v>0.12666666666666668</c:v>
                </c:pt>
                <c:pt idx="4728">
                  <c:v>0.12666666666666668</c:v>
                </c:pt>
                <c:pt idx="4729">
                  <c:v>0.12681481481481482</c:v>
                </c:pt>
                <c:pt idx="4730">
                  <c:v>0.12696296296296297</c:v>
                </c:pt>
                <c:pt idx="4731">
                  <c:v>0.12696296296296297</c:v>
                </c:pt>
                <c:pt idx="4732">
                  <c:v>0.12696296296296297</c:v>
                </c:pt>
                <c:pt idx="4733">
                  <c:v>0.12696296296296297</c:v>
                </c:pt>
                <c:pt idx="4734">
                  <c:v>0.12696296296296297</c:v>
                </c:pt>
                <c:pt idx="4735">
                  <c:v>0.12696296296296297</c:v>
                </c:pt>
                <c:pt idx="4736">
                  <c:v>0.12696296296296297</c:v>
                </c:pt>
                <c:pt idx="4737">
                  <c:v>0.12696296296296297</c:v>
                </c:pt>
                <c:pt idx="4738">
                  <c:v>0.12711111111111112</c:v>
                </c:pt>
                <c:pt idx="4739">
                  <c:v>0.12711111111111112</c:v>
                </c:pt>
                <c:pt idx="4740">
                  <c:v>0.12711111111111112</c:v>
                </c:pt>
                <c:pt idx="4741">
                  <c:v>0.12711111111111112</c:v>
                </c:pt>
                <c:pt idx="4742">
                  <c:v>0.12711111111111112</c:v>
                </c:pt>
                <c:pt idx="4743">
                  <c:v>0.12711111111111112</c:v>
                </c:pt>
                <c:pt idx="4744">
                  <c:v>0.12725925925925927</c:v>
                </c:pt>
                <c:pt idx="4745">
                  <c:v>0.12725925925925927</c:v>
                </c:pt>
                <c:pt idx="4746">
                  <c:v>0.12725925925925927</c:v>
                </c:pt>
                <c:pt idx="4747">
                  <c:v>0.12725925925925927</c:v>
                </c:pt>
                <c:pt idx="4748">
                  <c:v>0.12725925925925927</c:v>
                </c:pt>
                <c:pt idx="4749">
                  <c:v>0.12740740740740741</c:v>
                </c:pt>
                <c:pt idx="4750">
                  <c:v>0.12740740740740741</c:v>
                </c:pt>
                <c:pt idx="4751">
                  <c:v>0.12755555555555556</c:v>
                </c:pt>
                <c:pt idx="4752">
                  <c:v>0.12755555555555556</c:v>
                </c:pt>
                <c:pt idx="4753">
                  <c:v>0.12770370370370371</c:v>
                </c:pt>
                <c:pt idx="4754">
                  <c:v>0.12770370370370371</c:v>
                </c:pt>
                <c:pt idx="4755">
                  <c:v>0.12770370370370371</c:v>
                </c:pt>
                <c:pt idx="4756">
                  <c:v>0.12770370370370371</c:v>
                </c:pt>
                <c:pt idx="4757">
                  <c:v>0.12770370370370371</c:v>
                </c:pt>
                <c:pt idx="4758">
                  <c:v>0.12770370370370371</c:v>
                </c:pt>
                <c:pt idx="4759">
                  <c:v>0.12770370370370371</c:v>
                </c:pt>
                <c:pt idx="4760">
                  <c:v>0.12770370370370371</c:v>
                </c:pt>
                <c:pt idx="4761">
                  <c:v>0.12785185185185186</c:v>
                </c:pt>
                <c:pt idx="4762">
                  <c:v>0.12785185185185186</c:v>
                </c:pt>
                <c:pt idx="4763">
                  <c:v>0.12785185185185186</c:v>
                </c:pt>
                <c:pt idx="4764">
                  <c:v>0.12785185185185186</c:v>
                </c:pt>
                <c:pt idx="4765">
                  <c:v>0.12785185185185186</c:v>
                </c:pt>
                <c:pt idx="4766">
                  <c:v>0.12785185185185186</c:v>
                </c:pt>
                <c:pt idx="4767">
                  <c:v>0.12785185185185186</c:v>
                </c:pt>
                <c:pt idx="4768">
                  <c:v>0.12785185185185186</c:v>
                </c:pt>
                <c:pt idx="4769">
                  <c:v>0.12785185185185186</c:v>
                </c:pt>
                <c:pt idx="4770">
                  <c:v>0.12785185185185186</c:v>
                </c:pt>
                <c:pt idx="4771">
                  <c:v>0.12785185185185186</c:v>
                </c:pt>
                <c:pt idx="4772">
                  <c:v>0.12785185185185186</c:v>
                </c:pt>
                <c:pt idx="4773">
                  <c:v>0.12785185185185186</c:v>
                </c:pt>
                <c:pt idx="4774">
                  <c:v>0.12785185185185186</c:v>
                </c:pt>
                <c:pt idx="4775">
                  <c:v>0.128</c:v>
                </c:pt>
                <c:pt idx="4776">
                  <c:v>0.128</c:v>
                </c:pt>
                <c:pt idx="4777">
                  <c:v>0.128</c:v>
                </c:pt>
                <c:pt idx="4778">
                  <c:v>0.128</c:v>
                </c:pt>
                <c:pt idx="4779">
                  <c:v>0.12814814814814815</c:v>
                </c:pt>
                <c:pt idx="4780">
                  <c:v>0.12814814814814815</c:v>
                </c:pt>
                <c:pt idx="4781">
                  <c:v>0.12814814814814815</c:v>
                </c:pt>
                <c:pt idx="4782">
                  <c:v>0.1282962962962963</c:v>
                </c:pt>
                <c:pt idx="4783">
                  <c:v>0.12844444444444444</c:v>
                </c:pt>
                <c:pt idx="4784">
                  <c:v>0.12844444444444444</c:v>
                </c:pt>
                <c:pt idx="4785">
                  <c:v>0.12844444444444444</c:v>
                </c:pt>
                <c:pt idx="4786">
                  <c:v>0.12844444444444444</c:v>
                </c:pt>
                <c:pt idx="4787">
                  <c:v>0.12844444444444444</c:v>
                </c:pt>
                <c:pt idx="4788">
                  <c:v>0.12859259259259259</c:v>
                </c:pt>
                <c:pt idx="4789">
                  <c:v>0.12859259259259259</c:v>
                </c:pt>
                <c:pt idx="4790">
                  <c:v>0.12859259259259259</c:v>
                </c:pt>
                <c:pt idx="4791">
                  <c:v>0.12859259259259259</c:v>
                </c:pt>
                <c:pt idx="4792">
                  <c:v>0.12859259259259259</c:v>
                </c:pt>
                <c:pt idx="4793">
                  <c:v>0.12874074074074074</c:v>
                </c:pt>
                <c:pt idx="4794">
                  <c:v>0.12874074074074074</c:v>
                </c:pt>
                <c:pt idx="4795">
                  <c:v>0.12874074074074074</c:v>
                </c:pt>
                <c:pt idx="4796">
                  <c:v>0.12874074074074074</c:v>
                </c:pt>
                <c:pt idx="4797">
                  <c:v>0.12874074074074074</c:v>
                </c:pt>
                <c:pt idx="4798">
                  <c:v>0.12874074074074074</c:v>
                </c:pt>
                <c:pt idx="4799">
                  <c:v>0.12874074074074074</c:v>
                </c:pt>
                <c:pt idx="4800">
                  <c:v>0.12874074074074074</c:v>
                </c:pt>
                <c:pt idx="4801">
                  <c:v>0.12874074074074074</c:v>
                </c:pt>
                <c:pt idx="4802">
                  <c:v>0.12874074074074074</c:v>
                </c:pt>
                <c:pt idx="4803">
                  <c:v>0.12874074074074074</c:v>
                </c:pt>
                <c:pt idx="4804">
                  <c:v>0.12888888888888889</c:v>
                </c:pt>
                <c:pt idx="4805">
                  <c:v>0.12888888888888889</c:v>
                </c:pt>
                <c:pt idx="4806">
                  <c:v>0.12903703703703703</c:v>
                </c:pt>
                <c:pt idx="4807">
                  <c:v>0.12903703703703703</c:v>
                </c:pt>
                <c:pt idx="4808">
                  <c:v>0.12918518518518518</c:v>
                </c:pt>
                <c:pt idx="4809">
                  <c:v>0.12918518518518518</c:v>
                </c:pt>
                <c:pt idx="4810">
                  <c:v>0.12933333333333333</c:v>
                </c:pt>
                <c:pt idx="4811">
                  <c:v>0.12948148148148148</c:v>
                </c:pt>
                <c:pt idx="4812">
                  <c:v>0.12948148148148148</c:v>
                </c:pt>
                <c:pt idx="4813">
                  <c:v>0.12948148148148148</c:v>
                </c:pt>
                <c:pt idx="4814">
                  <c:v>0.12962962962962962</c:v>
                </c:pt>
                <c:pt idx="4815">
                  <c:v>0.12962962962962962</c:v>
                </c:pt>
                <c:pt idx="4816">
                  <c:v>0.12962962962962962</c:v>
                </c:pt>
                <c:pt idx="4817">
                  <c:v>0.12977777777777777</c:v>
                </c:pt>
                <c:pt idx="4818">
                  <c:v>0.12977777777777777</c:v>
                </c:pt>
                <c:pt idx="4819">
                  <c:v>0.12977777777777777</c:v>
                </c:pt>
                <c:pt idx="4820">
                  <c:v>0.12977777777777777</c:v>
                </c:pt>
                <c:pt idx="4821">
                  <c:v>0.12977777777777777</c:v>
                </c:pt>
                <c:pt idx="4822">
                  <c:v>0.12977777777777777</c:v>
                </c:pt>
                <c:pt idx="4823">
                  <c:v>0.12977777777777777</c:v>
                </c:pt>
                <c:pt idx="4824">
                  <c:v>0.12977777777777777</c:v>
                </c:pt>
                <c:pt idx="4825">
                  <c:v>0.12977777777777777</c:v>
                </c:pt>
                <c:pt idx="4826">
                  <c:v>0.12977777777777777</c:v>
                </c:pt>
                <c:pt idx="4827">
                  <c:v>0.12992592592592592</c:v>
                </c:pt>
                <c:pt idx="4828">
                  <c:v>0.12992592592592592</c:v>
                </c:pt>
                <c:pt idx="4829">
                  <c:v>0.12992592592592592</c:v>
                </c:pt>
                <c:pt idx="4830">
                  <c:v>0.13007407407407406</c:v>
                </c:pt>
                <c:pt idx="4831">
                  <c:v>0.13007407407407406</c:v>
                </c:pt>
                <c:pt idx="4832">
                  <c:v>0.13022222222222221</c:v>
                </c:pt>
                <c:pt idx="4833">
                  <c:v>0.13022222222222221</c:v>
                </c:pt>
                <c:pt idx="4834">
                  <c:v>0.13022222222222221</c:v>
                </c:pt>
                <c:pt idx="4835">
                  <c:v>0.13037037037037036</c:v>
                </c:pt>
                <c:pt idx="4836">
                  <c:v>0.13037037037037036</c:v>
                </c:pt>
                <c:pt idx="4837">
                  <c:v>0.13037037037037036</c:v>
                </c:pt>
                <c:pt idx="4838">
                  <c:v>0.13051851851851851</c:v>
                </c:pt>
                <c:pt idx="4839">
                  <c:v>0.13051851851851851</c:v>
                </c:pt>
                <c:pt idx="4840">
                  <c:v>0.13051851851851851</c:v>
                </c:pt>
                <c:pt idx="4841">
                  <c:v>0.13051851851851851</c:v>
                </c:pt>
                <c:pt idx="4842">
                  <c:v>0.13051851851851851</c:v>
                </c:pt>
                <c:pt idx="4843">
                  <c:v>0.13051851851851851</c:v>
                </c:pt>
                <c:pt idx="4844">
                  <c:v>0.13051851851851851</c:v>
                </c:pt>
                <c:pt idx="4845">
                  <c:v>0.13051851851851851</c:v>
                </c:pt>
                <c:pt idx="4846">
                  <c:v>0.13051851851851851</c:v>
                </c:pt>
                <c:pt idx="4847">
                  <c:v>0.13051851851851851</c:v>
                </c:pt>
                <c:pt idx="4848">
                  <c:v>0.13051851851851851</c:v>
                </c:pt>
                <c:pt idx="4849">
                  <c:v>0.13066666666666665</c:v>
                </c:pt>
                <c:pt idx="4850">
                  <c:v>0.13066666666666665</c:v>
                </c:pt>
                <c:pt idx="4851">
                  <c:v>0.13081481481481483</c:v>
                </c:pt>
                <c:pt idx="4852">
                  <c:v>0.13096296296296298</c:v>
                </c:pt>
                <c:pt idx="4853">
                  <c:v>0.13111111111111112</c:v>
                </c:pt>
                <c:pt idx="4854">
                  <c:v>0.13111111111111112</c:v>
                </c:pt>
                <c:pt idx="4855">
                  <c:v>0.13111111111111112</c:v>
                </c:pt>
                <c:pt idx="4856">
                  <c:v>0.13111111111111112</c:v>
                </c:pt>
                <c:pt idx="4857">
                  <c:v>0.13111111111111112</c:v>
                </c:pt>
                <c:pt idx="4858">
                  <c:v>0.13111111111111112</c:v>
                </c:pt>
                <c:pt idx="4859">
                  <c:v>0.13111111111111112</c:v>
                </c:pt>
                <c:pt idx="4860">
                  <c:v>0.13111111111111112</c:v>
                </c:pt>
                <c:pt idx="4861">
                  <c:v>0.13111111111111112</c:v>
                </c:pt>
                <c:pt idx="4862">
                  <c:v>0.13125925925925927</c:v>
                </c:pt>
                <c:pt idx="4863">
                  <c:v>0.13125925925925927</c:v>
                </c:pt>
                <c:pt idx="4864">
                  <c:v>0.13125925925925927</c:v>
                </c:pt>
                <c:pt idx="4865">
                  <c:v>0.13125925925925927</c:v>
                </c:pt>
                <c:pt idx="4866">
                  <c:v>0.13125925925925927</c:v>
                </c:pt>
                <c:pt idx="4867">
                  <c:v>0.13140740740740742</c:v>
                </c:pt>
                <c:pt idx="4868">
                  <c:v>0.13140740740740742</c:v>
                </c:pt>
                <c:pt idx="4869">
                  <c:v>0.13140740740740742</c:v>
                </c:pt>
                <c:pt idx="4870">
                  <c:v>0.13140740740740742</c:v>
                </c:pt>
                <c:pt idx="4871">
                  <c:v>0.13155555555555556</c:v>
                </c:pt>
                <c:pt idx="4872">
                  <c:v>0.13155555555555556</c:v>
                </c:pt>
                <c:pt idx="4873">
                  <c:v>0.13170370370370371</c:v>
                </c:pt>
                <c:pt idx="4874">
                  <c:v>0.13170370370370371</c:v>
                </c:pt>
                <c:pt idx="4875">
                  <c:v>0.13170370370370371</c:v>
                </c:pt>
                <c:pt idx="4876">
                  <c:v>0.13170370370370371</c:v>
                </c:pt>
                <c:pt idx="4877">
                  <c:v>0.13170370370370371</c:v>
                </c:pt>
                <c:pt idx="4878">
                  <c:v>0.13185185185185186</c:v>
                </c:pt>
                <c:pt idx="4879">
                  <c:v>0.13185185185185186</c:v>
                </c:pt>
                <c:pt idx="4880">
                  <c:v>0.13185185185185186</c:v>
                </c:pt>
                <c:pt idx="4881">
                  <c:v>0.13185185185185186</c:v>
                </c:pt>
                <c:pt idx="4882">
                  <c:v>0.13185185185185186</c:v>
                </c:pt>
                <c:pt idx="4883">
                  <c:v>0.13185185185185186</c:v>
                </c:pt>
                <c:pt idx="4884">
                  <c:v>0.13185185185185186</c:v>
                </c:pt>
                <c:pt idx="4885">
                  <c:v>0.13200000000000001</c:v>
                </c:pt>
                <c:pt idx="4886">
                  <c:v>0.13200000000000001</c:v>
                </c:pt>
                <c:pt idx="4887">
                  <c:v>0.13200000000000001</c:v>
                </c:pt>
                <c:pt idx="4888">
                  <c:v>0.13200000000000001</c:v>
                </c:pt>
                <c:pt idx="4889">
                  <c:v>0.13200000000000001</c:v>
                </c:pt>
                <c:pt idx="4890">
                  <c:v>0.13214814814814815</c:v>
                </c:pt>
                <c:pt idx="4891">
                  <c:v>0.13214814814814815</c:v>
                </c:pt>
                <c:pt idx="4892">
                  <c:v>0.13214814814814815</c:v>
                </c:pt>
                <c:pt idx="4893">
                  <c:v>0.13214814814814815</c:v>
                </c:pt>
                <c:pt idx="4894">
                  <c:v>0.13214814814814815</c:v>
                </c:pt>
                <c:pt idx="4895">
                  <c:v>0.13214814814814815</c:v>
                </c:pt>
                <c:pt idx="4896">
                  <c:v>0.13214814814814815</c:v>
                </c:pt>
                <c:pt idx="4897">
                  <c:v>0.13214814814814815</c:v>
                </c:pt>
                <c:pt idx="4898">
                  <c:v>0.13214814814814815</c:v>
                </c:pt>
                <c:pt idx="4899">
                  <c:v>0.1322962962962963</c:v>
                </c:pt>
                <c:pt idx="4900">
                  <c:v>0.13244444444444445</c:v>
                </c:pt>
                <c:pt idx="4901">
                  <c:v>0.13244444444444445</c:v>
                </c:pt>
                <c:pt idx="4902">
                  <c:v>0.1325925925925926</c:v>
                </c:pt>
                <c:pt idx="4903">
                  <c:v>0.1325925925925926</c:v>
                </c:pt>
                <c:pt idx="4904">
                  <c:v>0.1325925925925926</c:v>
                </c:pt>
                <c:pt idx="4905">
                  <c:v>0.13274074074074074</c:v>
                </c:pt>
                <c:pt idx="4906">
                  <c:v>0.13274074074074074</c:v>
                </c:pt>
                <c:pt idx="4907">
                  <c:v>0.13274074074074074</c:v>
                </c:pt>
                <c:pt idx="4908">
                  <c:v>0.13274074074074074</c:v>
                </c:pt>
                <c:pt idx="4909">
                  <c:v>0.13288888888888889</c:v>
                </c:pt>
                <c:pt idx="4910">
                  <c:v>0.13288888888888889</c:v>
                </c:pt>
                <c:pt idx="4911">
                  <c:v>0.13303703703703704</c:v>
                </c:pt>
                <c:pt idx="4912">
                  <c:v>0.13303703703703704</c:v>
                </c:pt>
                <c:pt idx="4913">
                  <c:v>0.13303703703703704</c:v>
                </c:pt>
                <c:pt idx="4914">
                  <c:v>0.13303703703703704</c:v>
                </c:pt>
                <c:pt idx="4915">
                  <c:v>0.13318518518518518</c:v>
                </c:pt>
                <c:pt idx="4916">
                  <c:v>0.13318518518518518</c:v>
                </c:pt>
                <c:pt idx="4917">
                  <c:v>0.13318518518518518</c:v>
                </c:pt>
                <c:pt idx="4918">
                  <c:v>0.13318518518518518</c:v>
                </c:pt>
                <c:pt idx="4919">
                  <c:v>0.13318518518518518</c:v>
                </c:pt>
                <c:pt idx="4920">
                  <c:v>0.13333333333333333</c:v>
                </c:pt>
                <c:pt idx="4921">
                  <c:v>0.13333333333333333</c:v>
                </c:pt>
                <c:pt idx="4922">
                  <c:v>0.13333333333333333</c:v>
                </c:pt>
                <c:pt idx="4923">
                  <c:v>0.13333333333333333</c:v>
                </c:pt>
                <c:pt idx="4924">
                  <c:v>0.13333333333333333</c:v>
                </c:pt>
                <c:pt idx="4925">
                  <c:v>0.13333333333333333</c:v>
                </c:pt>
                <c:pt idx="4926">
                  <c:v>0.13333333333333333</c:v>
                </c:pt>
                <c:pt idx="4927">
                  <c:v>0.13333333333333333</c:v>
                </c:pt>
                <c:pt idx="4928">
                  <c:v>0.13333333333333333</c:v>
                </c:pt>
                <c:pt idx="4929">
                  <c:v>0.13333333333333333</c:v>
                </c:pt>
                <c:pt idx="4930">
                  <c:v>0.13333333333333333</c:v>
                </c:pt>
                <c:pt idx="4931">
                  <c:v>0.13333333333333333</c:v>
                </c:pt>
                <c:pt idx="4932">
                  <c:v>0.13348148148148148</c:v>
                </c:pt>
                <c:pt idx="4933">
                  <c:v>0.13348148148148148</c:v>
                </c:pt>
                <c:pt idx="4934">
                  <c:v>0.13348148148148148</c:v>
                </c:pt>
                <c:pt idx="4935">
                  <c:v>0.13348148148148148</c:v>
                </c:pt>
                <c:pt idx="4936">
                  <c:v>0.13348148148148148</c:v>
                </c:pt>
                <c:pt idx="4937">
                  <c:v>0.13348148148148148</c:v>
                </c:pt>
                <c:pt idx="4938">
                  <c:v>0.13348148148148148</c:v>
                </c:pt>
                <c:pt idx="4939">
                  <c:v>0.13348148148148148</c:v>
                </c:pt>
                <c:pt idx="4940">
                  <c:v>0.13348148148148148</c:v>
                </c:pt>
                <c:pt idx="4941">
                  <c:v>0.13362962962962963</c:v>
                </c:pt>
                <c:pt idx="4942">
                  <c:v>0.13362962962962963</c:v>
                </c:pt>
                <c:pt idx="4943">
                  <c:v>0.13362962962962963</c:v>
                </c:pt>
                <c:pt idx="4944">
                  <c:v>0.13362962962962963</c:v>
                </c:pt>
                <c:pt idx="4945">
                  <c:v>0.13362962962962963</c:v>
                </c:pt>
                <c:pt idx="4946">
                  <c:v>0.13362962962962963</c:v>
                </c:pt>
                <c:pt idx="4947">
                  <c:v>0.13362962962962963</c:v>
                </c:pt>
                <c:pt idx="4948">
                  <c:v>0.13362962962962963</c:v>
                </c:pt>
                <c:pt idx="4949">
                  <c:v>0.13362962962962963</c:v>
                </c:pt>
                <c:pt idx="4950">
                  <c:v>0.13362962962962963</c:v>
                </c:pt>
                <c:pt idx="4951">
                  <c:v>0.13377777777777777</c:v>
                </c:pt>
                <c:pt idx="4952">
                  <c:v>0.13377777777777777</c:v>
                </c:pt>
                <c:pt idx="4953">
                  <c:v>0.13392592592592592</c:v>
                </c:pt>
                <c:pt idx="4954">
                  <c:v>0.13392592592592592</c:v>
                </c:pt>
                <c:pt idx="4955">
                  <c:v>0.13392592592592592</c:v>
                </c:pt>
                <c:pt idx="4956">
                  <c:v>0.13392592592592592</c:v>
                </c:pt>
                <c:pt idx="4957">
                  <c:v>0.13392592592592592</c:v>
                </c:pt>
                <c:pt idx="4958">
                  <c:v>0.13407407407407407</c:v>
                </c:pt>
                <c:pt idx="4959">
                  <c:v>0.13407407407407407</c:v>
                </c:pt>
                <c:pt idx="4960">
                  <c:v>0.13407407407407407</c:v>
                </c:pt>
                <c:pt idx="4961">
                  <c:v>0.13407407407407407</c:v>
                </c:pt>
                <c:pt idx="4962">
                  <c:v>0.13407407407407407</c:v>
                </c:pt>
                <c:pt idx="4963">
                  <c:v>0.13407407407407407</c:v>
                </c:pt>
                <c:pt idx="4964">
                  <c:v>0.13407407407407407</c:v>
                </c:pt>
                <c:pt idx="4965">
                  <c:v>0.13422222222222221</c:v>
                </c:pt>
                <c:pt idx="4966">
                  <c:v>0.13437037037037036</c:v>
                </c:pt>
                <c:pt idx="4967">
                  <c:v>0.13437037037037036</c:v>
                </c:pt>
                <c:pt idx="4968">
                  <c:v>0.13451851851851851</c:v>
                </c:pt>
                <c:pt idx="4969">
                  <c:v>0.13451851851851851</c:v>
                </c:pt>
                <c:pt idx="4970">
                  <c:v>0.13451851851851851</c:v>
                </c:pt>
                <c:pt idx="4971">
                  <c:v>0.13451851851851851</c:v>
                </c:pt>
                <c:pt idx="4972">
                  <c:v>0.13451851851851851</c:v>
                </c:pt>
                <c:pt idx="4973">
                  <c:v>0.13451851851851851</c:v>
                </c:pt>
                <c:pt idx="4974">
                  <c:v>0.13451851851851851</c:v>
                </c:pt>
                <c:pt idx="4975">
                  <c:v>0.13466666666666666</c:v>
                </c:pt>
                <c:pt idx="4976">
                  <c:v>0.13466666666666666</c:v>
                </c:pt>
                <c:pt idx="4977">
                  <c:v>0.13466666666666666</c:v>
                </c:pt>
                <c:pt idx="4978">
                  <c:v>0.13466666666666666</c:v>
                </c:pt>
                <c:pt idx="4979">
                  <c:v>0.1348148148148148</c:v>
                </c:pt>
                <c:pt idx="4980">
                  <c:v>0.1348148148148148</c:v>
                </c:pt>
                <c:pt idx="4981">
                  <c:v>0.1348148148148148</c:v>
                </c:pt>
                <c:pt idx="4982">
                  <c:v>0.1348148148148148</c:v>
                </c:pt>
                <c:pt idx="4983">
                  <c:v>0.1348148148148148</c:v>
                </c:pt>
                <c:pt idx="4984">
                  <c:v>0.1348148148148148</c:v>
                </c:pt>
                <c:pt idx="4985">
                  <c:v>0.13496296296296295</c:v>
                </c:pt>
                <c:pt idx="4986">
                  <c:v>0.13496296296296295</c:v>
                </c:pt>
                <c:pt idx="4987">
                  <c:v>0.13496296296296295</c:v>
                </c:pt>
                <c:pt idx="4988">
                  <c:v>0.13496296296296295</c:v>
                </c:pt>
                <c:pt idx="4989">
                  <c:v>0.13496296296296295</c:v>
                </c:pt>
                <c:pt idx="4990">
                  <c:v>0.1351111111111111</c:v>
                </c:pt>
                <c:pt idx="4991">
                  <c:v>0.1351111111111111</c:v>
                </c:pt>
                <c:pt idx="4992">
                  <c:v>0.13525925925925925</c:v>
                </c:pt>
                <c:pt idx="4993">
                  <c:v>0.13525925925925925</c:v>
                </c:pt>
                <c:pt idx="4994">
                  <c:v>0.13525925925925925</c:v>
                </c:pt>
                <c:pt idx="4995">
                  <c:v>0.13525925925925925</c:v>
                </c:pt>
                <c:pt idx="4996">
                  <c:v>0.13525925925925925</c:v>
                </c:pt>
                <c:pt idx="4997">
                  <c:v>0.13525925925925925</c:v>
                </c:pt>
                <c:pt idx="4998">
                  <c:v>0.13525925925925925</c:v>
                </c:pt>
                <c:pt idx="4999">
                  <c:v>0.13525925925925925</c:v>
                </c:pt>
                <c:pt idx="5000">
                  <c:v>0.13525925925925925</c:v>
                </c:pt>
                <c:pt idx="5001">
                  <c:v>0.13540740740740742</c:v>
                </c:pt>
                <c:pt idx="5002">
                  <c:v>0.13540740740740742</c:v>
                </c:pt>
                <c:pt idx="5003">
                  <c:v>0.13555555555555557</c:v>
                </c:pt>
                <c:pt idx="5004">
                  <c:v>0.13555555555555557</c:v>
                </c:pt>
                <c:pt idx="5005">
                  <c:v>0.13555555555555557</c:v>
                </c:pt>
                <c:pt idx="5006">
                  <c:v>0.13570370370370372</c:v>
                </c:pt>
                <c:pt idx="5007">
                  <c:v>0.13585185185185186</c:v>
                </c:pt>
                <c:pt idx="5008">
                  <c:v>0.13600000000000001</c:v>
                </c:pt>
                <c:pt idx="5009">
                  <c:v>0.13600000000000001</c:v>
                </c:pt>
                <c:pt idx="5010">
                  <c:v>0.13614814814814816</c:v>
                </c:pt>
                <c:pt idx="5011">
                  <c:v>0.1362962962962963</c:v>
                </c:pt>
                <c:pt idx="5012">
                  <c:v>0.1362962962962963</c:v>
                </c:pt>
                <c:pt idx="5013">
                  <c:v>0.13644444444444445</c:v>
                </c:pt>
                <c:pt idx="5014">
                  <c:v>0.1365925925925926</c:v>
                </c:pt>
                <c:pt idx="5015">
                  <c:v>0.1365925925925926</c:v>
                </c:pt>
                <c:pt idx="5016">
                  <c:v>0.1365925925925926</c:v>
                </c:pt>
                <c:pt idx="5017">
                  <c:v>0.1365925925925926</c:v>
                </c:pt>
                <c:pt idx="5018">
                  <c:v>0.1365925925925926</c:v>
                </c:pt>
                <c:pt idx="5019">
                  <c:v>0.1365925925925926</c:v>
                </c:pt>
                <c:pt idx="5020">
                  <c:v>0.1365925925925926</c:v>
                </c:pt>
                <c:pt idx="5021">
                  <c:v>0.13674074074074075</c:v>
                </c:pt>
                <c:pt idx="5022">
                  <c:v>0.13674074074074075</c:v>
                </c:pt>
                <c:pt idx="5023">
                  <c:v>0.13674074074074075</c:v>
                </c:pt>
                <c:pt idx="5024">
                  <c:v>0.13674074074074075</c:v>
                </c:pt>
                <c:pt idx="5025">
                  <c:v>0.13674074074074075</c:v>
                </c:pt>
                <c:pt idx="5026">
                  <c:v>0.13674074074074075</c:v>
                </c:pt>
                <c:pt idx="5027">
                  <c:v>0.13674074074074075</c:v>
                </c:pt>
                <c:pt idx="5028">
                  <c:v>0.13674074074074075</c:v>
                </c:pt>
                <c:pt idx="5029">
                  <c:v>0.13674074074074075</c:v>
                </c:pt>
                <c:pt idx="5030">
                  <c:v>0.13674074074074075</c:v>
                </c:pt>
                <c:pt idx="5031">
                  <c:v>0.13688888888888889</c:v>
                </c:pt>
                <c:pt idx="5032">
                  <c:v>0.13688888888888889</c:v>
                </c:pt>
                <c:pt idx="5033">
                  <c:v>0.13703703703703704</c:v>
                </c:pt>
                <c:pt idx="5034">
                  <c:v>0.13703703703703704</c:v>
                </c:pt>
                <c:pt idx="5035">
                  <c:v>0.13703703703703704</c:v>
                </c:pt>
                <c:pt idx="5036">
                  <c:v>0.13703703703703704</c:v>
                </c:pt>
                <c:pt idx="5037">
                  <c:v>0.13703703703703704</c:v>
                </c:pt>
                <c:pt idx="5038">
                  <c:v>0.13703703703703704</c:v>
                </c:pt>
                <c:pt idx="5039">
                  <c:v>0.13718518518518519</c:v>
                </c:pt>
                <c:pt idx="5040">
                  <c:v>0.13718518518518519</c:v>
                </c:pt>
                <c:pt idx="5041">
                  <c:v>0.13718518518518519</c:v>
                </c:pt>
                <c:pt idx="5042">
                  <c:v>0.13718518518518519</c:v>
                </c:pt>
                <c:pt idx="5043">
                  <c:v>0.13718518518518519</c:v>
                </c:pt>
                <c:pt idx="5044">
                  <c:v>0.13718518518518519</c:v>
                </c:pt>
                <c:pt idx="5045">
                  <c:v>0.13733333333333334</c:v>
                </c:pt>
                <c:pt idx="5046">
                  <c:v>0.13733333333333334</c:v>
                </c:pt>
                <c:pt idx="5047">
                  <c:v>0.13733333333333334</c:v>
                </c:pt>
                <c:pt idx="5048">
                  <c:v>0.13733333333333334</c:v>
                </c:pt>
                <c:pt idx="5049">
                  <c:v>0.13733333333333334</c:v>
                </c:pt>
                <c:pt idx="5050">
                  <c:v>0.13748148148148148</c:v>
                </c:pt>
                <c:pt idx="5051">
                  <c:v>0.13748148148148148</c:v>
                </c:pt>
                <c:pt idx="5052">
                  <c:v>0.13762962962962963</c:v>
                </c:pt>
                <c:pt idx="5053">
                  <c:v>0.13762962962962963</c:v>
                </c:pt>
                <c:pt idx="5054">
                  <c:v>0.13777777777777778</c:v>
                </c:pt>
                <c:pt idx="5055">
                  <c:v>0.13777777777777778</c:v>
                </c:pt>
                <c:pt idx="5056">
                  <c:v>0.13777777777777778</c:v>
                </c:pt>
                <c:pt idx="5057">
                  <c:v>0.13777777777777778</c:v>
                </c:pt>
                <c:pt idx="5058">
                  <c:v>0.13777777777777778</c:v>
                </c:pt>
                <c:pt idx="5059">
                  <c:v>0.13792592592592592</c:v>
                </c:pt>
                <c:pt idx="5060">
                  <c:v>0.13792592592592592</c:v>
                </c:pt>
                <c:pt idx="5061">
                  <c:v>0.13792592592592592</c:v>
                </c:pt>
                <c:pt idx="5062">
                  <c:v>0.13792592592592592</c:v>
                </c:pt>
                <c:pt idx="5063">
                  <c:v>0.13792592592592592</c:v>
                </c:pt>
                <c:pt idx="5064">
                  <c:v>0.13807407407407407</c:v>
                </c:pt>
                <c:pt idx="5065">
                  <c:v>0.13807407407407407</c:v>
                </c:pt>
                <c:pt idx="5066">
                  <c:v>0.13807407407407407</c:v>
                </c:pt>
                <c:pt idx="5067">
                  <c:v>0.13807407407407407</c:v>
                </c:pt>
                <c:pt idx="5068">
                  <c:v>0.13807407407407407</c:v>
                </c:pt>
                <c:pt idx="5069">
                  <c:v>0.13807407407407407</c:v>
                </c:pt>
                <c:pt idx="5070">
                  <c:v>0.13807407407407407</c:v>
                </c:pt>
                <c:pt idx="5071">
                  <c:v>0.13807407407407407</c:v>
                </c:pt>
                <c:pt idx="5072">
                  <c:v>0.13807407407407407</c:v>
                </c:pt>
                <c:pt idx="5073">
                  <c:v>0.13807407407407407</c:v>
                </c:pt>
                <c:pt idx="5074">
                  <c:v>0.13822222222222222</c:v>
                </c:pt>
                <c:pt idx="5075">
                  <c:v>0.13822222222222222</c:v>
                </c:pt>
                <c:pt idx="5076">
                  <c:v>0.13822222222222222</c:v>
                </c:pt>
                <c:pt idx="5077">
                  <c:v>0.13822222222222222</c:v>
                </c:pt>
                <c:pt idx="5078">
                  <c:v>0.13837037037037037</c:v>
                </c:pt>
                <c:pt idx="5079">
                  <c:v>0.13851851851851851</c:v>
                </c:pt>
                <c:pt idx="5080">
                  <c:v>0.13851851851851851</c:v>
                </c:pt>
                <c:pt idx="5081">
                  <c:v>0.13851851851851851</c:v>
                </c:pt>
                <c:pt idx="5082">
                  <c:v>0.13851851851851851</c:v>
                </c:pt>
                <c:pt idx="5083">
                  <c:v>0.13851851851851851</c:v>
                </c:pt>
                <c:pt idx="5084">
                  <c:v>0.13866666666666666</c:v>
                </c:pt>
                <c:pt idx="5085">
                  <c:v>0.13866666666666666</c:v>
                </c:pt>
                <c:pt idx="5086">
                  <c:v>0.13881481481481481</c:v>
                </c:pt>
                <c:pt idx="5087">
                  <c:v>0.13881481481481481</c:v>
                </c:pt>
                <c:pt idx="5088">
                  <c:v>0.13881481481481481</c:v>
                </c:pt>
                <c:pt idx="5089">
                  <c:v>0.13896296296296295</c:v>
                </c:pt>
                <c:pt idx="5090">
                  <c:v>0.13896296296296295</c:v>
                </c:pt>
                <c:pt idx="5091">
                  <c:v>0.13896296296296295</c:v>
                </c:pt>
                <c:pt idx="5092">
                  <c:v>0.13896296296296295</c:v>
                </c:pt>
                <c:pt idx="5093">
                  <c:v>0.13896296296296295</c:v>
                </c:pt>
                <c:pt idx="5094">
                  <c:v>0.13896296296296295</c:v>
                </c:pt>
                <c:pt idx="5095">
                  <c:v>0.13896296296296295</c:v>
                </c:pt>
                <c:pt idx="5096">
                  <c:v>0.13896296296296295</c:v>
                </c:pt>
                <c:pt idx="5097">
                  <c:v>0.13896296296296295</c:v>
                </c:pt>
                <c:pt idx="5098">
                  <c:v>0.13896296296296295</c:v>
                </c:pt>
                <c:pt idx="5099">
                  <c:v>0.1391111111111111</c:v>
                </c:pt>
                <c:pt idx="5100">
                  <c:v>0.1391111111111111</c:v>
                </c:pt>
                <c:pt idx="5101">
                  <c:v>0.1391111111111111</c:v>
                </c:pt>
                <c:pt idx="5102">
                  <c:v>0.1391111111111111</c:v>
                </c:pt>
                <c:pt idx="5103">
                  <c:v>0.1391111111111111</c:v>
                </c:pt>
                <c:pt idx="5104">
                  <c:v>0.1391111111111111</c:v>
                </c:pt>
                <c:pt idx="5105">
                  <c:v>0.1391111111111111</c:v>
                </c:pt>
                <c:pt idx="5106">
                  <c:v>0.1391111111111111</c:v>
                </c:pt>
                <c:pt idx="5107">
                  <c:v>0.1391111111111111</c:v>
                </c:pt>
                <c:pt idx="5108">
                  <c:v>0.13925925925925925</c:v>
                </c:pt>
                <c:pt idx="5109">
                  <c:v>0.1394074074074074</c:v>
                </c:pt>
                <c:pt idx="5110">
                  <c:v>0.1394074074074074</c:v>
                </c:pt>
                <c:pt idx="5111">
                  <c:v>0.1394074074074074</c:v>
                </c:pt>
                <c:pt idx="5112">
                  <c:v>0.1394074074074074</c:v>
                </c:pt>
                <c:pt idx="5113">
                  <c:v>0.1394074074074074</c:v>
                </c:pt>
                <c:pt idx="5114">
                  <c:v>0.1394074074074074</c:v>
                </c:pt>
                <c:pt idx="5115">
                  <c:v>0.1394074074074074</c:v>
                </c:pt>
                <c:pt idx="5116">
                  <c:v>0.13955555555555554</c:v>
                </c:pt>
                <c:pt idx="5117">
                  <c:v>0.13955555555555554</c:v>
                </c:pt>
                <c:pt idx="5118">
                  <c:v>0.13955555555555554</c:v>
                </c:pt>
                <c:pt idx="5119">
                  <c:v>0.13955555555555554</c:v>
                </c:pt>
                <c:pt idx="5120">
                  <c:v>0.13955555555555554</c:v>
                </c:pt>
                <c:pt idx="5121">
                  <c:v>0.13970370370370369</c:v>
                </c:pt>
                <c:pt idx="5122">
                  <c:v>0.13970370370370369</c:v>
                </c:pt>
                <c:pt idx="5123">
                  <c:v>0.13970370370370369</c:v>
                </c:pt>
                <c:pt idx="5124">
                  <c:v>0.13970370370370369</c:v>
                </c:pt>
                <c:pt idx="5125">
                  <c:v>0.13970370370370369</c:v>
                </c:pt>
                <c:pt idx="5126">
                  <c:v>0.13970370370370369</c:v>
                </c:pt>
                <c:pt idx="5127">
                  <c:v>0.13985185185185184</c:v>
                </c:pt>
                <c:pt idx="5128">
                  <c:v>0.13985185185185184</c:v>
                </c:pt>
                <c:pt idx="5129">
                  <c:v>0.13985185185185184</c:v>
                </c:pt>
                <c:pt idx="5130">
                  <c:v>0.14000000000000001</c:v>
                </c:pt>
                <c:pt idx="5131">
                  <c:v>0.14014814814814816</c:v>
                </c:pt>
                <c:pt idx="5132">
                  <c:v>0.14014814814814816</c:v>
                </c:pt>
                <c:pt idx="5133">
                  <c:v>0.14014814814814816</c:v>
                </c:pt>
                <c:pt idx="5134">
                  <c:v>0.14014814814814816</c:v>
                </c:pt>
                <c:pt idx="5135">
                  <c:v>0.14014814814814816</c:v>
                </c:pt>
                <c:pt idx="5136">
                  <c:v>0.14014814814814816</c:v>
                </c:pt>
                <c:pt idx="5137">
                  <c:v>0.14014814814814816</c:v>
                </c:pt>
                <c:pt idx="5138">
                  <c:v>0.14014814814814816</c:v>
                </c:pt>
                <c:pt idx="5139">
                  <c:v>0.14014814814814816</c:v>
                </c:pt>
                <c:pt idx="5140">
                  <c:v>0.14029629629629631</c:v>
                </c:pt>
                <c:pt idx="5141">
                  <c:v>0.14044444444444446</c:v>
                </c:pt>
                <c:pt idx="5142">
                  <c:v>0.14044444444444446</c:v>
                </c:pt>
                <c:pt idx="5143">
                  <c:v>0.14044444444444446</c:v>
                </c:pt>
                <c:pt idx="5144">
                  <c:v>0.14044444444444446</c:v>
                </c:pt>
                <c:pt idx="5145">
                  <c:v>0.14044444444444446</c:v>
                </c:pt>
                <c:pt idx="5146">
                  <c:v>0.14044444444444446</c:v>
                </c:pt>
                <c:pt idx="5147">
                  <c:v>0.14044444444444446</c:v>
                </c:pt>
                <c:pt idx="5148">
                  <c:v>0.14044444444444446</c:v>
                </c:pt>
                <c:pt idx="5149">
                  <c:v>0.14044444444444446</c:v>
                </c:pt>
                <c:pt idx="5150">
                  <c:v>0.14044444444444446</c:v>
                </c:pt>
                <c:pt idx="5151">
                  <c:v>0.14044444444444446</c:v>
                </c:pt>
                <c:pt idx="5152">
                  <c:v>0.14044444444444446</c:v>
                </c:pt>
                <c:pt idx="5153">
                  <c:v>0.14044444444444446</c:v>
                </c:pt>
                <c:pt idx="5154">
                  <c:v>0.14044444444444446</c:v>
                </c:pt>
                <c:pt idx="5155">
                  <c:v>0.1405925925925926</c:v>
                </c:pt>
                <c:pt idx="5156">
                  <c:v>0.1405925925925926</c:v>
                </c:pt>
                <c:pt idx="5157">
                  <c:v>0.1405925925925926</c:v>
                </c:pt>
                <c:pt idx="5158">
                  <c:v>0.1405925925925926</c:v>
                </c:pt>
                <c:pt idx="5159">
                  <c:v>0.14074074074074075</c:v>
                </c:pt>
                <c:pt idx="5160">
                  <c:v>0.1408888888888889</c:v>
                </c:pt>
                <c:pt idx="5161">
                  <c:v>0.1408888888888889</c:v>
                </c:pt>
                <c:pt idx="5162">
                  <c:v>0.14103703703703704</c:v>
                </c:pt>
                <c:pt idx="5163">
                  <c:v>0.14118518518518519</c:v>
                </c:pt>
                <c:pt idx="5164">
                  <c:v>0.14133333333333334</c:v>
                </c:pt>
                <c:pt idx="5165">
                  <c:v>0.14133333333333334</c:v>
                </c:pt>
                <c:pt idx="5166">
                  <c:v>0.14133333333333334</c:v>
                </c:pt>
                <c:pt idx="5167">
                  <c:v>0.14133333333333334</c:v>
                </c:pt>
                <c:pt idx="5168">
                  <c:v>0.14133333333333334</c:v>
                </c:pt>
                <c:pt idx="5169">
                  <c:v>0.14133333333333334</c:v>
                </c:pt>
                <c:pt idx="5170">
                  <c:v>0.14133333333333334</c:v>
                </c:pt>
                <c:pt idx="5171">
                  <c:v>0.14133333333333334</c:v>
                </c:pt>
                <c:pt idx="5172">
                  <c:v>0.14148148148148149</c:v>
                </c:pt>
                <c:pt idx="5173">
                  <c:v>0.14148148148148149</c:v>
                </c:pt>
                <c:pt idx="5174">
                  <c:v>0.14148148148148149</c:v>
                </c:pt>
                <c:pt idx="5175">
                  <c:v>0.14162962962962963</c:v>
                </c:pt>
                <c:pt idx="5176">
                  <c:v>0.14177777777777778</c:v>
                </c:pt>
                <c:pt idx="5177">
                  <c:v>0.14192592592592593</c:v>
                </c:pt>
                <c:pt idx="5178">
                  <c:v>0.14192592592592593</c:v>
                </c:pt>
                <c:pt idx="5179">
                  <c:v>0.14192592592592593</c:v>
                </c:pt>
                <c:pt idx="5180">
                  <c:v>0.14192592592592593</c:v>
                </c:pt>
                <c:pt idx="5181">
                  <c:v>0.14207407407407407</c:v>
                </c:pt>
                <c:pt idx="5182">
                  <c:v>0.14222222222222222</c:v>
                </c:pt>
                <c:pt idx="5183">
                  <c:v>0.14222222222222222</c:v>
                </c:pt>
                <c:pt idx="5184">
                  <c:v>0.14237037037037037</c:v>
                </c:pt>
                <c:pt idx="5185">
                  <c:v>0.14237037037037037</c:v>
                </c:pt>
                <c:pt idx="5186">
                  <c:v>0.14251851851851852</c:v>
                </c:pt>
                <c:pt idx="5187">
                  <c:v>0.14251851851851852</c:v>
                </c:pt>
                <c:pt idx="5188">
                  <c:v>0.14251851851851852</c:v>
                </c:pt>
                <c:pt idx="5189">
                  <c:v>0.14251851851851852</c:v>
                </c:pt>
                <c:pt idx="5190">
                  <c:v>0.14266666666666666</c:v>
                </c:pt>
                <c:pt idx="5191">
                  <c:v>0.14266666666666666</c:v>
                </c:pt>
                <c:pt idx="5192">
                  <c:v>0.14281481481481481</c:v>
                </c:pt>
                <c:pt idx="5193">
                  <c:v>0.14281481481481481</c:v>
                </c:pt>
                <c:pt idx="5194">
                  <c:v>0.14296296296296296</c:v>
                </c:pt>
                <c:pt idx="5195">
                  <c:v>0.14296296296296296</c:v>
                </c:pt>
                <c:pt idx="5196">
                  <c:v>0.14296296296296296</c:v>
                </c:pt>
                <c:pt idx="5197">
                  <c:v>0.14296296296296296</c:v>
                </c:pt>
                <c:pt idx="5198">
                  <c:v>0.14296296296296296</c:v>
                </c:pt>
                <c:pt idx="5199">
                  <c:v>0.14296296296296296</c:v>
                </c:pt>
                <c:pt idx="5200">
                  <c:v>0.14296296296296296</c:v>
                </c:pt>
                <c:pt idx="5201">
                  <c:v>0.14296296296296296</c:v>
                </c:pt>
                <c:pt idx="5202">
                  <c:v>0.14311111111111111</c:v>
                </c:pt>
                <c:pt idx="5203">
                  <c:v>0.14311111111111111</c:v>
                </c:pt>
                <c:pt idx="5204">
                  <c:v>0.14311111111111111</c:v>
                </c:pt>
                <c:pt idx="5205">
                  <c:v>0.14311111111111111</c:v>
                </c:pt>
                <c:pt idx="5206">
                  <c:v>0.14311111111111111</c:v>
                </c:pt>
                <c:pt idx="5207">
                  <c:v>0.14325925925925925</c:v>
                </c:pt>
                <c:pt idx="5208">
                  <c:v>0.14325925925925925</c:v>
                </c:pt>
                <c:pt idx="5209">
                  <c:v>0.14325925925925925</c:v>
                </c:pt>
                <c:pt idx="5210">
                  <c:v>0.14325925925925925</c:v>
                </c:pt>
                <c:pt idx="5211">
                  <c:v>0.14325925925925925</c:v>
                </c:pt>
                <c:pt idx="5212">
                  <c:v>0.1434074074074074</c:v>
                </c:pt>
                <c:pt idx="5213">
                  <c:v>0.1434074074074074</c:v>
                </c:pt>
                <c:pt idx="5214">
                  <c:v>0.1434074074074074</c:v>
                </c:pt>
                <c:pt idx="5215">
                  <c:v>0.1434074074074074</c:v>
                </c:pt>
                <c:pt idx="5216">
                  <c:v>0.14355555555555555</c:v>
                </c:pt>
                <c:pt idx="5217">
                  <c:v>0.14355555555555555</c:v>
                </c:pt>
                <c:pt idx="5218">
                  <c:v>0.14355555555555555</c:v>
                </c:pt>
                <c:pt idx="5219">
                  <c:v>0.14355555555555555</c:v>
                </c:pt>
                <c:pt idx="5220">
                  <c:v>0.14355555555555555</c:v>
                </c:pt>
                <c:pt idx="5221">
                  <c:v>0.14355555555555555</c:v>
                </c:pt>
                <c:pt idx="5222">
                  <c:v>0.14355555555555555</c:v>
                </c:pt>
                <c:pt idx="5223">
                  <c:v>0.14355555555555555</c:v>
                </c:pt>
                <c:pt idx="5224">
                  <c:v>0.14355555555555555</c:v>
                </c:pt>
                <c:pt idx="5225">
                  <c:v>0.14355555555555555</c:v>
                </c:pt>
                <c:pt idx="5226">
                  <c:v>0.14355555555555555</c:v>
                </c:pt>
                <c:pt idx="5227">
                  <c:v>0.14355555555555555</c:v>
                </c:pt>
                <c:pt idx="5228">
                  <c:v>0.14355555555555555</c:v>
                </c:pt>
                <c:pt idx="5229">
                  <c:v>0.14355555555555555</c:v>
                </c:pt>
                <c:pt idx="5230">
                  <c:v>0.14355555555555555</c:v>
                </c:pt>
                <c:pt idx="5231">
                  <c:v>0.14355555555555555</c:v>
                </c:pt>
                <c:pt idx="5232">
                  <c:v>0.14370370370370369</c:v>
                </c:pt>
                <c:pt idx="5233">
                  <c:v>0.14370370370370369</c:v>
                </c:pt>
                <c:pt idx="5234">
                  <c:v>0.14370370370370369</c:v>
                </c:pt>
                <c:pt idx="5235">
                  <c:v>0.14370370370370369</c:v>
                </c:pt>
                <c:pt idx="5236">
                  <c:v>0.14370370370370369</c:v>
                </c:pt>
                <c:pt idx="5237">
                  <c:v>0.14370370370370369</c:v>
                </c:pt>
                <c:pt idx="5238">
                  <c:v>0.14370370370370369</c:v>
                </c:pt>
                <c:pt idx="5239">
                  <c:v>0.14370370370370369</c:v>
                </c:pt>
                <c:pt idx="5240">
                  <c:v>0.14370370370370369</c:v>
                </c:pt>
                <c:pt idx="5241">
                  <c:v>0.14370370370370369</c:v>
                </c:pt>
                <c:pt idx="5242">
                  <c:v>0.14370370370370369</c:v>
                </c:pt>
                <c:pt idx="5243">
                  <c:v>0.14370370370370369</c:v>
                </c:pt>
                <c:pt idx="5244">
                  <c:v>0.14370370370370369</c:v>
                </c:pt>
                <c:pt idx="5245">
                  <c:v>0.14370370370370369</c:v>
                </c:pt>
                <c:pt idx="5246">
                  <c:v>0.14370370370370369</c:v>
                </c:pt>
                <c:pt idx="5247">
                  <c:v>0.14370370370370369</c:v>
                </c:pt>
                <c:pt idx="5248">
                  <c:v>0.14385185185185184</c:v>
                </c:pt>
                <c:pt idx="5249">
                  <c:v>0.14385185185185184</c:v>
                </c:pt>
                <c:pt idx="5250">
                  <c:v>0.14385185185185184</c:v>
                </c:pt>
                <c:pt idx="5251">
                  <c:v>0.14385185185185184</c:v>
                </c:pt>
                <c:pt idx="5252">
                  <c:v>0.14385185185185184</c:v>
                </c:pt>
                <c:pt idx="5253">
                  <c:v>0.14385185185185184</c:v>
                </c:pt>
                <c:pt idx="5254">
                  <c:v>0.14385185185185184</c:v>
                </c:pt>
                <c:pt idx="5255">
                  <c:v>0.14399999999999999</c:v>
                </c:pt>
                <c:pt idx="5256">
                  <c:v>0.14414814814814814</c:v>
                </c:pt>
                <c:pt idx="5257">
                  <c:v>0.14414814814814814</c:v>
                </c:pt>
                <c:pt idx="5258">
                  <c:v>0.14429629629629628</c:v>
                </c:pt>
                <c:pt idx="5259">
                  <c:v>0.14444444444444443</c:v>
                </c:pt>
                <c:pt idx="5260">
                  <c:v>0.14444444444444443</c:v>
                </c:pt>
                <c:pt idx="5261">
                  <c:v>0.14444444444444443</c:v>
                </c:pt>
                <c:pt idx="5262">
                  <c:v>0.14444444444444443</c:v>
                </c:pt>
                <c:pt idx="5263">
                  <c:v>0.14459259259259261</c:v>
                </c:pt>
                <c:pt idx="5264">
                  <c:v>0.14474074074074075</c:v>
                </c:pt>
                <c:pt idx="5265">
                  <c:v>0.1448888888888889</c:v>
                </c:pt>
                <c:pt idx="5266">
                  <c:v>0.14503703703703705</c:v>
                </c:pt>
                <c:pt idx="5267">
                  <c:v>0.14518518518518519</c:v>
                </c:pt>
                <c:pt idx="5268">
                  <c:v>0.14518518518518519</c:v>
                </c:pt>
                <c:pt idx="5269">
                  <c:v>0.14533333333333334</c:v>
                </c:pt>
                <c:pt idx="5270">
                  <c:v>0.14533333333333334</c:v>
                </c:pt>
                <c:pt idx="5271">
                  <c:v>0.14548148148148149</c:v>
                </c:pt>
                <c:pt idx="5272">
                  <c:v>0.14548148148148149</c:v>
                </c:pt>
                <c:pt idx="5273">
                  <c:v>0.14548148148148149</c:v>
                </c:pt>
                <c:pt idx="5274">
                  <c:v>0.14562962962962964</c:v>
                </c:pt>
                <c:pt idx="5275">
                  <c:v>0.14562962962962964</c:v>
                </c:pt>
                <c:pt idx="5276">
                  <c:v>0.14562962962962964</c:v>
                </c:pt>
                <c:pt idx="5277">
                  <c:v>0.14577777777777778</c:v>
                </c:pt>
                <c:pt idx="5278">
                  <c:v>0.14592592592592593</c:v>
                </c:pt>
                <c:pt idx="5279">
                  <c:v>0.14607407407407408</c:v>
                </c:pt>
                <c:pt idx="5280">
                  <c:v>0.14607407407407408</c:v>
                </c:pt>
                <c:pt idx="5281">
                  <c:v>0.14607407407407408</c:v>
                </c:pt>
                <c:pt idx="5282">
                  <c:v>0.14622222222222223</c:v>
                </c:pt>
                <c:pt idx="5283">
                  <c:v>0.14622222222222223</c:v>
                </c:pt>
                <c:pt idx="5284">
                  <c:v>0.14622222222222223</c:v>
                </c:pt>
                <c:pt idx="5285">
                  <c:v>0.14622222222222223</c:v>
                </c:pt>
                <c:pt idx="5286">
                  <c:v>0.14622222222222223</c:v>
                </c:pt>
                <c:pt idx="5287">
                  <c:v>0.14622222222222223</c:v>
                </c:pt>
                <c:pt idx="5288">
                  <c:v>0.14622222222222223</c:v>
                </c:pt>
                <c:pt idx="5289">
                  <c:v>0.14622222222222223</c:v>
                </c:pt>
                <c:pt idx="5290">
                  <c:v>0.14622222222222223</c:v>
                </c:pt>
                <c:pt idx="5291">
                  <c:v>0.14622222222222223</c:v>
                </c:pt>
                <c:pt idx="5292">
                  <c:v>0.14622222222222223</c:v>
                </c:pt>
                <c:pt idx="5293">
                  <c:v>0.14637037037037037</c:v>
                </c:pt>
                <c:pt idx="5294">
                  <c:v>0.14637037037037037</c:v>
                </c:pt>
                <c:pt idx="5295">
                  <c:v>0.14651851851851852</c:v>
                </c:pt>
                <c:pt idx="5296">
                  <c:v>0.14666666666666667</c:v>
                </c:pt>
                <c:pt idx="5297">
                  <c:v>0.14666666666666667</c:v>
                </c:pt>
                <c:pt idx="5298">
                  <c:v>0.14666666666666667</c:v>
                </c:pt>
                <c:pt idx="5299">
                  <c:v>0.14666666666666667</c:v>
                </c:pt>
                <c:pt idx="5300">
                  <c:v>0.14681481481481481</c:v>
                </c:pt>
                <c:pt idx="5301">
                  <c:v>0.14681481481481481</c:v>
                </c:pt>
                <c:pt idx="5302">
                  <c:v>0.14696296296296296</c:v>
                </c:pt>
                <c:pt idx="5303">
                  <c:v>0.14696296296296296</c:v>
                </c:pt>
                <c:pt idx="5304">
                  <c:v>0.14696296296296296</c:v>
                </c:pt>
                <c:pt idx="5305">
                  <c:v>0.14696296296296296</c:v>
                </c:pt>
                <c:pt idx="5306">
                  <c:v>0.14696296296296296</c:v>
                </c:pt>
                <c:pt idx="5307">
                  <c:v>0.14696296296296296</c:v>
                </c:pt>
                <c:pt idx="5308">
                  <c:v>0.14696296296296296</c:v>
                </c:pt>
                <c:pt idx="5309">
                  <c:v>0.14696296296296296</c:v>
                </c:pt>
                <c:pt idx="5310">
                  <c:v>0.14696296296296296</c:v>
                </c:pt>
                <c:pt idx="5311">
                  <c:v>0.14696296296296296</c:v>
                </c:pt>
                <c:pt idx="5312">
                  <c:v>0.14696296296296296</c:v>
                </c:pt>
                <c:pt idx="5313">
                  <c:v>0.14696296296296296</c:v>
                </c:pt>
                <c:pt idx="5314">
                  <c:v>0.14696296296296296</c:v>
                </c:pt>
                <c:pt idx="5315">
                  <c:v>0.14696296296296296</c:v>
                </c:pt>
                <c:pt idx="5316">
                  <c:v>0.14696296296296296</c:v>
                </c:pt>
                <c:pt idx="5317">
                  <c:v>0.14696296296296296</c:v>
                </c:pt>
                <c:pt idx="5318">
                  <c:v>0.14696296296296296</c:v>
                </c:pt>
                <c:pt idx="5319">
                  <c:v>0.14696296296296296</c:v>
                </c:pt>
                <c:pt idx="5320">
                  <c:v>0.14696296296296296</c:v>
                </c:pt>
                <c:pt idx="5321">
                  <c:v>0.14696296296296296</c:v>
                </c:pt>
                <c:pt idx="5322">
                  <c:v>0.14711111111111111</c:v>
                </c:pt>
                <c:pt idx="5323">
                  <c:v>0.14725925925925926</c:v>
                </c:pt>
                <c:pt idx="5324">
                  <c:v>0.1474074074074074</c:v>
                </c:pt>
                <c:pt idx="5325">
                  <c:v>0.1474074074074074</c:v>
                </c:pt>
                <c:pt idx="5326">
                  <c:v>0.1474074074074074</c:v>
                </c:pt>
                <c:pt idx="5327">
                  <c:v>0.1474074074074074</c:v>
                </c:pt>
                <c:pt idx="5328">
                  <c:v>0.1474074074074074</c:v>
                </c:pt>
                <c:pt idx="5329">
                  <c:v>0.1474074074074074</c:v>
                </c:pt>
                <c:pt idx="5330">
                  <c:v>0.14755555555555555</c:v>
                </c:pt>
                <c:pt idx="5331">
                  <c:v>0.14755555555555555</c:v>
                </c:pt>
                <c:pt idx="5332">
                  <c:v>0.14755555555555555</c:v>
                </c:pt>
                <c:pt idx="5333">
                  <c:v>0.14755555555555555</c:v>
                </c:pt>
                <c:pt idx="5334">
                  <c:v>0.14755555555555555</c:v>
                </c:pt>
                <c:pt idx="5335">
                  <c:v>0.14755555555555555</c:v>
                </c:pt>
                <c:pt idx="5336">
                  <c:v>0.14755555555555555</c:v>
                </c:pt>
                <c:pt idx="5337">
                  <c:v>0.1477037037037037</c:v>
                </c:pt>
                <c:pt idx="5338">
                  <c:v>0.14785185185185185</c:v>
                </c:pt>
                <c:pt idx="5339">
                  <c:v>0.14785185185185185</c:v>
                </c:pt>
                <c:pt idx="5340">
                  <c:v>0.14799999999999999</c:v>
                </c:pt>
                <c:pt idx="5341">
                  <c:v>0.14799999999999999</c:v>
                </c:pt>
                <c:pt idx="5342">
                  <c:v>0.14799999999999999</c:v>
                </c:pt>
                <c:pt idx="5343">
                  <c:v>0.14814814814814814</c:v>
                </c:pt>
                <c:pt idx="5344">
                  <c:v>0.14814814814814814</c:v>
                </c:pt>
                <c:pt idx="5345">
                  <c:v>0.14814814814814814</c:v>
                </c:pt>
                <c:pt idx="5346">
                  <c:v>0.14829629629629629</c:v>
                </c:pt>
                <c:pt idx="5347">
                  <c:v>0.14844444444444443</c:v>
                </c:pt>
                <c:pt idx="5348">
                  <c:v>0.14844444444444443</c:v>
                </c:pt>
                <c:pt idx="5349">
                  <c:v>0.14844444444444443</c:v>
                </c:pt>
                <c:pt idx="5350">
                  <c:v>0.14844444444444443</c:v>
                </c:pt>
                <c:pt idx="5351">
                  <c:v>0.14844444444444443</c:v>
                </c:pt>
                <c:pt idx="5352">
                  <c:v>0.14859259259259258</c:v>
                </c:pt>
                <c:pt idx="5353">
                  <c:v>0.14859259259259258</c:v>
                </c:pt>
                <c:pt idx="5354">
                  <c:v>0.14859259259259258</c:v>
                </c:pt>
                <c:pt idx="5355">
                  <c:v>0.14859259259259258</c:v>
                </c:pt>
                <c:pt idx="5356">
                  <c:v>0.14859259259259258</c:v>
                </c:pt>
                <c:pt idx="5357">
                  <c:v>0.14859259259259258</c:v>
                </c:pt>
                <c:pt idx="5358">
                  <c:v>0.14859259259259258</c:v>
                </c:pt>
                <c:pt idx="5359">
                  <c:v>0.14859259259259258</c:v>
                </c:pt>
                <c:pt idx="5360">
                  <c:v>0.14874074074074073</c:v>
                </c:pt>
                <c:pt idx="5361">
                  <c:v>0.14874074074074073</c:v>
                </c:pt>
                <c:pt idx="5362">
                  <c:v>0.14874074074074073</c:v>
                </c:pt>
                <c:pt idx="5363">
                  <c:v>0.14888888888888888</c:v>
                </c:pt>
                <c:pt idx="5364">
                  <c:v>0.14888888888888888</c:v>
                </c:pt>
                <c:pt idx="5365">
                  <c:v>0.14888888888888888</c:v>
                </c:pt>
                <c:pt idx="5366">
                  <c:v>0.14888888888888888</c:v>
                </c:pt>
                <c:pt idx="5367">
                  <c:v>0.14903703703703702</c:v>
                </c:pt>
                <c:pt idx="5368">
                  <c:v>0.14903703703703702</c:v>
                </c:pt>
                <c:pt idx="5369">
                  <c:v>0.14903703703703702</c:v>
                </c:pt>
                <c:pt idx="5370">
                  <c:v>0.14903703703703702</c:v>
                </c:pt>
                <c:pt idx="5371">
                  <c:v>0.14903703703703702</c:v>
                </c:pt>
                <c:pt idx="5372">
                  <c:v>0.1491851851851852</c:v>
                </c:pt>
                <c:pt idx="5373">
                  <c:v>0.1491851851851852</c:v>
                </c:pt>
                <c:pt idx="5374">
                  <c:v>0.1491851851851852</c:v>
                </c:pt>
                <c:pt idx="5375">
                  <c:v>0.1491851851851852</c:v>
                </c:pt>
                <c:pt idx="5376">
                  <c:v>0.1491851851851852</c:v>
                </c:pt>
                <c:pt idx="5377">
                  <c:v>0.1491851851851852</c:v>
                </c:pt>
                <c:pt idx="5378">
                  <c:v>0.1491851851851852</c:v>
                </c:pt>
                <c:pt idx="5379">
                  <c:v>0.14933333333333335</c:v>
                </c:pt>
                <c:pt idx="5380">
                  <c:v>0.14933333333333335</c:v>
                </c:pt>
                <c:pt idx="5381">
                  <c:v>0.14933333333333335</c:v>
                </c:pt>
                <c:pt idx="5382">
                  <c:v>0.14933333333333335</c:v>
                </c:pt>
                <c:pt idx="5383">
                  <c:v>0.14948148148148149</c:v>
                </c:pt>
                <c:pt idx="5384">
                  <c:v>0.14948148148148149</c:v>
                </c:pt>
                <c:pt idx="5385">
                  <c:v>0.14948148148148149</c:v>
                </c:pt>
                <c:pt idx="5386">
                  <c:v>0.14962962962962964</c:v>
                </c:pt>
                <c:pt idx="5387">
                  <c:v>0.14962962962962964</c:v>
                </c:pt>
                <c:pt idx="5388">
                  <c:v>0.14962962962962964</c:v>
                </c:pt>
                <c:pt idx="5389">
                  <c:v>0.14962962962962964</c:v>
                </c:pt>
                <c:pt idx="5390">
                  <c:v>0.14977777777777779</c:v>
                </c:pt>
                <c:pt idx="5391">
                  <c:v>0.14977777777777779</c:v>
                </c:pt>
                <c:pt idx="5392">
                  <c:v>0.14977777777777779</c:v>
                </c:pt>
                <c:pt idx="5393">
                  <c:v>0.14992592592592593</c:v>
                </c:pt>
                <c:pt idx="5394">
                  <c:v>0.14992592592592593</c:v>
                </c:pt>
                <c:pt idx="5395">
                  <c:v>0.14992592592592593</c:v>
                </c:pt>
                <c:pt idx="5396">
                  <c:v>0.14992592592592593</c:v>
                </c:pt>
                <c:pt idx="5397">
                  <c:v>0.14992592592592593</c:v>
                </c:pt>
                <c:pt idx="5398">
                  <c:v>0.14992592592592593</c:v>
                </c:pt>
                <c:pt idx="5399">
                  <c:v>0.15007407407407408</c:v>
                </c:pt>
                <c:pt idx="5400">
                  <c:v>0.15007407407407408</c:v>
                </c:pt>
                <c:pt idx="5401">
                  <c:v>0.15007407407407408</c:v>
                </c:pt>
                <c:pt idx="5402">
                  <c:v>0.15007407407407408</c:v>
                </c:pt>
                <c:pt idx="5403">
                  <c:v>0.15022222222222223</c:v>
                </c:pt>
                <c:pt idx="5404">
                  <c:v>0.15022222222222223</c:v>
                </c:pt>
                <c:pt idx="5405">
                  <c:v>0.15022222222222223</c:v>
                </c:pt>
                <c:pt idx="5406">
                  <c:v>0.15037037037037038</c:v>
                </c:pt>
                <c:pt idx="5407">
                  <c:v>0.15037037037037038</c:v>
                </c:pt>
                <c:pt idx="5408">
                  <c:v>0.15051851851851852</c:v>
                </c:pt>
                <c:pt idx="5409">
                  <c:v>0.15051851851851852</c:v>
                </c:pt>
                <c:pt idx="5410">
                  <c:v>0.15066666666666667</c:v>
                </c:pt>
                <c:pt idx="5411">
                  <c:v>0.15066666666666667</c:v>
                </c:pt>
                <c:pt idx="5412">
                  <c:v>0.15081481481481482</c:v>
                </c:pt>
                <c:pt idx="5413">
                  <c:v>0.15081481481481482</c:v>
                </c:pt>
                <c:pt idx="5414">
                  <c:v>0.15081481481481482</c:v>
                </c:pt>
                <c:pt idx="5415">
                  <c:v>0.15081481481481482</c:v>
                </c:pt>
                <c:pt idx="5416">
                  <c:v>0.15096296296296297</c:v>
                </c:pt>
                <c:pt idx="5417">
                  <c:v>0.15096296296296297</c:v>
                </c:pt>
                <c:pt idx="5418">
                  <c:v>0.15096296296296297</c:v>
                </c:pt>
                <c:pt idx="5419">
                  <c:v>0.15111111111111111</c:v>
                </c:pt>
                <c:pt idx="5420">
                  <c:v>0.15111111111111111</c:v>
                </c:pt>
                <c:pt idx="5421">
                  <c:v>0.15111111111111111</c:v>
                </c:pt>
                <c:pt idx="5422">
                  <c:v>0.15125925925925926</c:v>
                </c:pt>
                <c:pt idx="5423">
                  <c:v>0.15125925925925926</c:v>
                </c:pt>
                <c:pt idx="5424">
                  <c:v>0.15125925925925926</c:v>
                </c:pt>
                <c:pt idx="5425">
                  <c:v>0.15125925925925926</c:v>
                </c:pt>
                <c:pt idx="5426">
                  <c:v>0.15140740740740741</c:v>
                </c:pt>
                <c:pt idx="5427">
                  <c:v>0.15140740740740741</c:v>
                </c:pt>
                <c:pt idx="5428">
                  <c:v>0.15140740740740741</c:v>
                </c:pt>
                <c:pt idx="5429">
                  <c:v>0.15140740740740741</c:v>
                </c:pt>
                <c:pt idx="5430">
                  <c:v>0.15140740740740741</c:v>
                </c:pt>
                <c:pt idx="5431">
                  <c:v>0.15140740740740741</c:v>
                </c:pt>
                <c:pt idx="5432">
                  <c:v>0.15140740740740741</c:v>
                </c:pt>
                <c:pt idx="5433">
                  <c:v>0.15140740740740741</c:v>
                </c:pt>
                <c:pt idx="5434">
                  <c:v>0.15140740740740741</c:v>
                </c:pt>
                <c:pt idx="5435">
                  <c:v>0.15155555555555555</c:v>
                </c:pt>
                <c:pt idx="5436">
                  <c:v>0.1517037037037037</c:v>
                </c:pt>
                <c:pt idx="5437">
                  <c:v>0.1517037037037037</c:v>
                </c:pt>
                <c:pt idx="5438">
                  <c:v>0.1517037037037037</c:v>
                </c:pt>
                <c:pt idx="5439">
                  <c:v>0.1517037037037037</c:v>
                </c:pt>
                <c:pt idx="5440">
                  <c:v>0.1517037037037037</c:v>
                </c:pt>
                <c:pt idx="5441">
                  <c:v>0.1517037037037037</c:v>
                </c:pt>
                <c:pt idx="5442">
                  <c:v>0.1517037037037037</c:v>
                </c:pt>
                <c:pt idx="5443">
                  <c:v>0.1517037037037037</c:v>
                </c:pt>
                <c:pt idx="5444">
                  <c:v>0.1517037037037037</c:v>
                </c:pt>
                <c:pt idx="5445">
                  <c:v>0.1517037037037037</c:v>
                </c:pt>
                <c:pt idx="5446">
                  <c:v>0.1517037037037037</c:v>
                </c:pt>
                <c:pt idx="5447">
                  <c:v>0.1517037037037037</c:v>
                </c:pt>
                <c:pt idx="5448">
                  <c:v>0.1517037037037037</c:v>
                </c:pt>
                <c:pt idx="5449">
                  <c:v>0.15185185185185185</c:v>
                </c:pt>
                <c:pt idx="5450">
                  <c:v>0.15185185185185185</c:v>
                </c:pt>
                <c:pt idx="5451">
                  <c:v>0.15185185185185185</c:v>
                </c:pt>
                <c:pt idx="5452">
                  <c:v>0.15185185185185185</c:v>
                </c:pt>
                <c:pt idx="5453">
                  <c:v>0.15185185185185185</c:v>
                </c:pt>
                <c:pt idx="5454">
                  <c:v>0.152</c:v>
                </c:pt>
                <c:pt idx="5455">
                  <c:v>0.152</c:v>
                </c:pt>
                <c:pt idx="5456">
                  <c:v>0.152</c:v>
                </c:pt>
                <c:pt idx="5457">
                  <c:v>0.152</c:v>
                </c:pt>
                <c:pt idx="5458">
                  <c:v>0.152</c:v>
                </c:pt>
                <c:pt idx="5459">
                  <c:v>0.152</c:v>
                </c:pt>
                <c:pt idx="5460">
                  <c:v>0.152</c:v>
                </c:pt>
                <c:pt idx="5461">
                  <c:v>0.152</c:v>
                </c:pt>
                <c:pt idx="5462">
                  <c:v>0.152</c:v>
                </c:pt>
                <c:pt idx="5463">
                  <c:v>0.15214814814814814</c:v>
                </c:pt>
                <c:pt idx="5464">
                  <c:v>0.15229629629629629</c:v>
                </c:pt>
                <c:pt idx="5465">
                  <c:v>0.15244444444444444</c:v>
                </c:pt>
                <c:pt idx="5466">
                  <c:v>0.15244444444444444</c:v>
                </c:pt>
                <c:pt idx="5467">
                  <c:v>0.15244444444444444</c:v>
                </c:pt>
                <c:pt idx="5468">
                  <c:v>0.15244444444444444</c:v>
                </c:pt>
                <c:pt idx="5469">
                  <c:v>0.15244444444444444</c:v>
                </c:pt>
                <c:pt idx="5470">
                  <c:v>0.15244444444444444</c:v>
                </c:pt>
                <c:pt idx="5471">
                  <c:v>0.15259259259259259</c:v>
                </c:pt>
                <c:pt idx="5472">
                  <c:v>0.15274074074074073</c:v>
                </c:pt>
                <c:pt idx="5473">
                  <c:v>0.15274074074074073</c:v>
                </c:pt>
                <c:pt idx="5474">
                  <c:v>0.15274074074074073</c:v>
                </c:pt>
                <c:pt idx="5475">
                  <c:v>0.15274074074074073</c:v>
                </c:pt>
                <c:pt idx="5476">
                  <c:v>0.15288888888888888</c:v>
                </c:pt>
                <c:pt idx="5477">
                  <c:v>0.15288888888888888</c:v>
                </c:pt>
                <c:pt idx="5478">
                  <c:v>0.15288888888888888</c:v>
                </c:pt>
                <c:pt idx="5479">
                  <c:v>0.15303703703703703</c:v>
                </c:pt>
                <c:pt idx="5480">
                  <c:v>0.15318518518518517</c:v>
                </c:pt>
                <c:pt idx="5481">
                  <c:v>0.15318518518518517</c:v>
                </c:pt>
                <c:pt idx="5482">
                  <c:v>0.15318518518518517</c:v>
                </c:pt>
                <c:pt idx="5483">
                  <c:v>0.15318518518518517</c:v>
                </c:pt>
                <c:pt idx="5484">
                  <c:v>0.15333333333333332</c:v>
                </c:pt>
                <c:pt idx="5485">
                  <c:v>0.15333333333333332</c:v>
                </c:pt>
                <c:pt idx="5486">
                  <c:v>0.15333333333333332</c:v>
                </c:pt>
                <c:pt idx="5487">
                  <c:v>0.15333333333333332</c:v>
                </c:pt>
                <c:pt idx="5488">
                  <c:v>0.15333333333333332</c:v>
                </c:pt>
                <c:pt idx="5489">
                  <c:v>0.15333333333333332</c:v>
                </c:pt>
                <c:pt idx="5490">
                  <c:v>0.15333333333333332</c:v>
                </c:pt>
                <c:pt idx="5491">
                  <c:v>0.15348148148148147</c:v>
                </c:pt>
                <c:pt idx="5492">
                  <c:v>0.15348148148148147</c:v>
                </c:pt>
                <c:pt idx="5493">
                  <c:v>0.15362962962962962</c:v>
                </c:pt>
                <c:pt idx="5494">
                  <c:v>0.15362962962962962</c:v>
                </c:pt>
                <c:pt idx="5495">
                  <c:v>0.15362962962962962</c:v>
                </c:pt>
                <c:pt idx="5496">
                  <c:v>0.15362962962962962</c:v>
                </c:pt>
                <c:pt idx="5497">
                  <c:v>0.15377777777777779</c:v>
                </c:pt>
                <c:pt idx="5498">
                  <c:v>0.15392592592592594</c:v>
                </c:pt>
                <c:pt idx="5499">
                  <c:v>0.15392592592592594</c:v>
                </c:pt>
                <c:pt idx="5500">
                  <c:v>0.15392592592592594</c:v>
                </c:pt>
                <c:pt idx="5501">
                  <c:v>0.15392592592592594</c:v>
                </c:pt>
                <c:pt idx="5502">
                  <c:v>0.15392592592592594</c:v>
                </c:pt>
                <c:pt idx="5503">
                  <c:v>0.15392592592592594</c:v>
                </c:pt>
                <c:pt idx="5504">
                  <c:v>0.15392592592592594</c:v>
                </c:pt>
                <c:pt idx="5505">
                  <c:v>0.15407407407407409</c:v>
                </c:pt>
                <c:pt idx="5506">
                  <c:v>0.15407407407407409</c:v>
                </c:pt>
                <c:pt idx="5507">
                  <c:v>0.15407407407407409</c:v>
                </c:pt>
                <c:pt idx="5508">
                  <c:v>0.15407407407407409</c:v>
                </c:pt>
                <c:pt idx="5509">
                  <c:v>0.15407407407407409</c:v>
                </c:pt>
                <c:pt idx="5510">
                  <c:v>0.15422222222222223</c:v>
                </c:pt>
                <c:pt idx="5511">
                  <c:v>0.15422222222222223</c:v>
                </c:pt>
                <c:pt idx="5512">
                  <c:v>0.15422222222222223</c:v>
                </c:pt>
                <c:pt idx="5513">
                  <c:v>0.15437037037037038</c:v>
                </c:pt>
                <c:pt idx="5514">
                  <c:v>0.15437037037037038</c:v>
                </c:pt>
                <c:pt idx="5515">
                  <c:v>0.15437037037037038</c:v>
                </c:pt>
                <c:pt idx="5516">
                  <c:v>0.15437037037037038</c:v>
                </c:pt>
                <c:pt idx="5517">
                  <c:v>0.15451851851851853</c:v>
                </c:pt>
                <c:pt idx="5518">
                  <c:v>0.15466666666666667</c:v>
                </c:pt>
                <c:pt idx="5519">
                  <c:v>0.15466666666666667</c:v>
                </c:pt>
                <c:pt idx="5520">
                  <c:v>0.15481481481481482</c:v>
                </c:pt>
                <c:pt idx="5521">
                  <c:v>0.15481481481481482</c:v>
                </c:pt>
                <c:pt idx="5522">
                  <c:v>0.15481481481481482</c:v>
                </c:pt>
                <c:pt idx="5523">
                  <c:v>0.15496296296296297</c:v>
                </c:pt>
                <c:pt idx="5524">
                  <c:v>0.15496296296296297</c:v>
                </c:pt>
                <c:pt idx="5525">
                  <c:v>0.15496296296296297</c:v>
                </c:pt>
                <c:pt idx="5526">
                  <c:v>0.15511111111111112</c:v>
                </c:pt>
                <c:pt idx="5527">
                  <c:v>0.15525925925925926</c:v>
                </c:pt>
                <c:pt idx="5528">
                  <c:v>0.15525925925925926</c:v>
                </c:pt>
                <c:pt idx="5529">
                  <c:v>0.15525925925925926</c:v>
                </c:pt>
                <c:pt idx="5530">
                  <c:v>0.15525925925925926</c:v>
                </c:pt>
                <c:pt idx="5531">
                  <c:v>0.15525925925925926</c:v>
                </c:pt>
                <c:pt idx="5532">
                  <c:v>0.15540740740740741</c:v>
                </c:pt>
                <c:pt idx="5533">
                  <c:v>0.15540740740740741</c:v>
                </c:pt>
                <c:pt idx="5534">
                  <c:v>0.15540740740740741</c:v>
                </c:pt>
                <c:pt idx="5535">
                  <c:v>0.15555555555555556</c:v>
                </c:pt>
                <c:pt idx="5536">
                  <c:v>0.15570370370370371</c:v>
                </c:pt>
                <c:pt idx="5537">
                  <c:v>0.15570370370370371</c:v>
                </c:pt>
                <c:pt idx="5538">
                  <c:v>0.15570370370370371</c:v>
                </c:pt>
                <c:pt idx="5539">
                  <c:v>0.15570370370370371</c:v>
                </c:pt>
                <c:pt idx="5540">
                  <c:v>0.15585185185185185</c:v>
                </c:pt>
                <c:pt idx="5541">
                  <c:v>0.15585185185185185</c:v>
                </c:pt>
                <c:pt idx="5542">
                  <c:v>0.15585185185185185</c:v>
                </c:pt>
                <c:pt idx="5543">
                  <c:v>0.15585185185185185</c:v>
                </c:pt>
                <c:pt idx="5544">
                  <c:v>0.15585185185185185</c:v>
                </c:pt>
                <c:pt idx="5545">
                  <c:v>0.15585185185185185</c:v>
                </c:pt>
                <c:pt idx="5546">
                  <c:v>0.15585185185185185</c:v>
                </c:pt>
                <c:pt idx="5547">
                  <c:v>0.156</c:v>
                </c:pt>
                <c:pt idx="5548">
                  <c:v>0.156</c:v>
                </c:pt>
                <c:pt idx="5549">
                  <c:v>0.156</c:v>
                </c:pt>
                <c:pt idx="5550">
                  <c:v>0.156</c:v>
                </c:pt>
                <c:pt idx="5551">
                  <c:v>0.15614814814814815</c:v>
                </c:pt>
                <c:pt idx="5552">
                  <c:v>0.15614814814814815</c:v>
                </c:pt>
                <c:pt idx="5553">
                  <c:v>0.15614814814814815</c:v>
                </c:pt>
                <c:pt idx="5554">
                  <c:v>0.15614814814814815</c:v>
                </c:pt>
                <c:pt idx="5555">
                  <c:v>0.15614814814814815</c:v>
                </c:pt>
                <c:pt idx="5556">
                  <c:v>0.15614814814814815</c:v>
                </c:pt>
                <c:pt idx="5557">
                  <c:v>0.15614814814814815</c:v>
                </c:pt>
                <c:pt idx="5558">
                  <c:v>0.15614814814814815</c:v>
                </c:pt>
                <c:pt idx="5559">
                  <c:v>0.15629629629629629</c:v>
                </c:pt>
                <c:pt idx="5560">
                  <c:v>0.15644444444444444</c:v>
                </c:pt>
                <c:pt idx="5561">
                  <c:v>0.15644444444444444</c:v>
                </c:pt>
                <c:pt idx="5562">
                  <c:v>0.15644444444444444</c:v>
                </c:pt>
                <c:pt idx="5563">
                  <c:v>0.15644444444444444</c:v>
                </c:pt>
                <c:pt idx="5564">
                  <c:v>0.15644444444444444</c:v>
                </c:pt>
                <c:pt idx="5565">
                  <c:v>0.15644444444444444</c:v>
                </c:pt>
                <c:pt idx="5566">
                  <c:v>0.15644444444444444</c:v>
                </c:pt>
                <c:pt idx="5567">
                  <c:v>0.15644444444444444</c:v>
                </c:pt>
                <c:pt idx="5568">
                  <c:v>0.15644444444444444</c:v>
                </c:pt>
                <c:pt idx="5569">
                  <c:v>0.15644444444444444</c:v>
                </c:pt>
                <c:pt idx="5570">
                  <c:v>0.15644444444444444</c:v>
                </c:pt>
                <c:pt idx="5571">
                  <c:v>0.15659259259259259</c:v>
                </c:pt>
                <c:pt idx="5572">
                  <c:v>0.15674074074074074</c:v>
                </c:pt>
                <c:pt idx="5573">
                  <c:v>0.15674074074074074</c:v>
                </c:pt>
                <c:pt idx="5574">
                  <c:v>0.15688888888888888</c:v>
                </c:pt>
                <c:pt idx="5575">
                  <c:v>0.15688888888888888</c:v>
                </c:pt>
                <c:pt idx="5576">
                  <c:v>0.15688888888888888</c:v>
                </c:pt>
                <c:pt idx="5577">
                  <c:v>0.15703703703703703</c:v>
                </c:pt>
                <c:pt idx="5578">
                  <c:v>0.15718518518518518</c:v>
                </c:pt>
                <c:pt idx="5579">
                  <c:v>0.15718518518518518</c:v>
                </c:pt>
                <c:pt idx="5580">
                  <c:v>0.15718518518518518</c:v>
                </c:pt>
                <c:pt idx="5581">
                  <c:v>0.15733333333333333</c:v>
                </c:pt>
                <c:pt idx="5582">
                  <c:v>0.15733333333333333</c:v>
                </c:pt>
                <c:pt idx="5583">
                  <c:v>0.15748148148148147</c:v>
                </c:pt>
                <c:pt idx="5584">
                  <c:v>0.15748148148148147</c:v>
                </c:pt>
                <c:pt idx="5585">
                  <c:v>0.15748148148148147</c:v>
                </c:pt>
                <c:pt idx="5586">
                  <c:v>0.15748148148148147</c:v>
                </c:pt>
                <c:pt idx="5587">
                  <c:v>0.15762962962962962</c:v>
                </c:pt>
                <c:pt idx="5588">
                  <c:v>0.15762962962962962</c:v>
                </c:pt>
                <c:pt idx="5589">
                  <c:v>0.15777777777777777</c:v>
                </c:pt>
                <c:pt idx="5590">
                  <c:v>0.15777777777777777</c:v>
                </c:pt>
                <c:pt idx="5591">
                  <c:v>0.15792592592592591</c:v>
                </c:pt>
                <c:pt idx="5592">
                  <c:v>0.15792592592592591</c:v>
                </c:pt>
                <c:pt idx="5593">
                  <c:v>0.15792592592592591</c:v>
                </c:pt>
                <c:pt idx="5594">
                  <c:v>0.15792592592592591</c:v>
                </c:pt>
                <c:pt idx="5595">
                  <c:v>0.15807407407407406</c:v>
                </c:pt>
                <c:pt idx="5596">
                  <c:v>0.15807407407407406</c:v>
                </c:pt>
                <c:pt idx="5597">
                  <c:v>0.15807407407407406</c:v>
                </c:pt>
                <c:pt idx="5598">
                  <c:v>0.15822222222222221</c:v>
                </c:pt>
                <c:pt idx="5599">
                  <c:v>0.15822222222222221</c:v>
                </c:pt>
                <c:pt idx="5600">
                  <c:v>0.15822222222222221</c:v>
                </c:pt>
                <c:pt idx="5601">
                  <c:v>0.15837037037037038</c:v>
                </c:pt>
                <c:pt idx="5602">
                  <c:v>0.15837037037037038</c:v>
                </c:pt>
                <c:pt idx="5603">
                  <c:v>0.15837037037037038</c:v>
                </c:pt>
                <c:pt idx="5604">
                  <c:v>0.15837037037037038</c:v>
                </c:pt>
                <c:pt idx="5605">
                  <c:v>0.15851851851851853</c:v>
                </c:pt>
                <c:pt idx="5606">
                  <c:v>0.15851851851851853</c:v>
                </c:pt>
                <c:pt idx="5607">
                  <c:v>0.15851851851851853</c:v>
                </c:pt>
                <c:pt idx="5608">
                  <c:v>0.15866666666666668</c:v>
                </c:pt>
                <c:pt idx="5609">
                  <c:v>0.15866666666666668</c:v>
                </c:pt>
                <c:pt idx="5610">
                  <c:v>0.15866666666666668</c:v>
                </c:pt>
                <c:pt idx="5611">
                  <c:v>0.15866666666666668</c:v>
                </c:pt>
                <c:pt idx="5612">
                  <c:v>0.15866666666666668</c:v>
                </c:pt>
                <c:pt idx="5613">
                  <c:v>0.15866666666666668</c:v>
                </c:pt>
                <c:pt idx="5614">
                  <c:v>0.15866666666666668</c:v>
                </c:pt>
                <c:pt idx="5615">
                  <c:v>0.15866666666666668</c:v>
                </c:pt>
                <c:pt idx="5616">
                  <c:v>0.15866666666666668</c:v>
                </c:pt>
                <c:pt idx="5617">
                  <c:v>0.15866666666666668</c:v>
                </c:pt>
                <c:pt idx="5618">
                  <c:v>0.15866666666666668</c:v>
                </c:pt>
                <c:pt idx="5619">
                  <c:v>0.15881481481481483</c:v>
                </c:pt>
                <c:pt idx="5620">
                  <c:v>0.15881481481481483</c:v>
                </c:pt>
                <c:pt idx="5621">
                  <c:v>0.15881481481481483</c:v>
                </c:pt>
                <c:pt idx="5622">
                  <c:v>0.15896296296296297</c:v>
                </c:pt>
                <c:pt idx="5623">
                  <c:v>0.15896296296296297</c:v>
                </c:pt>
                <c:pt idx="5624">
                  <c:v>0.15896296296296297</c:v>
                </c:pt>
                <c:pt idx="5625">
                  <c:v>0.15896296296296297</c:v>
                </c:pt>
                <c:pt idx="5626">
                  <c:v>0.15896296296296297</c:v>
                </c:pt>
                <c:pt idx="5627">
                  <c:v>0.15896296296296297</c:v>
                </c:pt>
                <c:pt idx="5628">
                  <c:v>0.15896296296296297</c:v>
                </c:pt>
                <c:pt idx="5629">
                  <c:v>0.15911111111111112</c:v>
                </c:pt>
                <c:pt idx="5630">
                  <c:v>0.15911111111111112</c:v>
                </c:pt>
                <c:pt idx="5631">
                  <c:v>0.15911111111111112</c:v>
                </c:pt>
                <c:pt idx="5632">
                  <c:v>0.15911111111111112</c:v>
                </c:pt>
                <c:pt idx="5633">
                  <c:v>0.15911111111111112</c:v>
                </c:pt>
                <c:pt idx="5634">
                  <c:v>0.15911111111111112</c:v>
                </c:pt>
                <c:pt idx="5635">
                  <c:v>0.15911111111111112</c:v>
                </c:pt>
                <c:pt idx="5636">
                  <c:v>0.15925925925925927</c:v>
                </c:pt>
                <c:pt idx="5637">
                  <c:v>0.15925925925925927</c:v>
                </c:pt>
                <c:pt idx="5638">
                  <c:v>0.15925925925925927</c:v>
                </c:pt>
                <c:pt idx="5639">
                  <c:v>0.15925925925925927</c:v>
                </c:pt>
                <c:pt idx="5640">
                  <c:v>0.15925925925925927</c:v>
                </c:pt>
                <c:pt idx="5641">
                  <c:v>0.15925925925925927</c:v>
                </c:pt>
                <c:pt idx="5642">
                  <c:v>0.15925925925925927</c:v>
                </c:pt>
                <c:pt idx="5643">
                  <c:v>0.15925925925925927</c:v>
                </c:pt>
                <c:pt idx="5644">
                  <c:v>0.15925925925925927</c:v>
                </c:pt>
                <c:pt idx="5645">
                  <c:v>0.15925925925925927</c:v>
                </c:pt>
                <c:pt idx="5646">
                  <c:v>0.15925925925925927</c:v>
                </c:pt>
                <c:pt idx="5647">
                  <c:v>0.15925925925925927</c:v>
                </c:pt>
                <c:pt idx="5648">
                  <c:v>0.15925925925925927</c:v>
                </c:pt>
                <c:pt idx="5649">
                  <c:v>0.15925925925925927</c:v>
                </c:pt>
                <c:pt idx="5650">
                  <c:v>0.15925925925925927</c:v>
                </c:pt>
                <c:pt idx="5651">
                  <c:v>0.15940740740740741</c:v>
                </c:pt>
                <c:pt idx="5652">
                  <c:v>0.15940740740740741</c:v>
                </c:pt>
                <c:pt idx="5653">
                  <c:v>0.15940740740740741</c:v>
                </c:pt>
                <c:pt idx="5654">
                  <c:v>0.15955555555555556</c:v>
                </c:pt>
                <c:pt idx="5655">
                  <c:v>0.15955555555555556</c:v>
                </c:pt>
                <c:pt idx="5656">
                  <c:v>0.15955555555555556</c:v>
                </c:pt>
                <c:pt idx="5657">
                  <c:v>0.15955555555555556</c:v>
                </c:pt>
                <c:pt idx="5658">
                  <c:v>0.15955555555555556</c:v>
                </c:pt>
                <c:pt idx="5659">
                  <c:v>0.15955555555555556</c:v>
                </c:pt>
                <c:pt idx="5660">
                  <c:v>0.15955555555555556</c:v>
                </c:pt>
                <c:pt idx="5661">
                  <c:v>0.15955555555555556</c:v>
                </c:pt>
                <c:pt idx="5662">
                  <c:v>0.15955555555555556</c:v>
                </c:pt>
                <c:pt idx="5663">
                  <c:v>0.15970370370370371</c:v>
                </c:pt>
                <c:pt idx="5664">
                  <c:v>0.15985185185185186</c:v>
                </c:pt>
                <c:pt idx="5665">
                  <c:v>0.15985185185185186</c:v>
                </c:pt>
                <c:pt idx="5666">
                  <c:v>0.16</c:v>
                </c:pt>
                <c:pt idx="5667">
                  <c:v>0.16</c:v>
                </c:pt>
                <c:pt idx="5668">
                  <c:v>0.16</c:v>
                </c:pt>
                <c:pt idx="5669">
                  <c:v>0.16</c:v>
                </c:pt>
                <c:pt idx="5670">
                  <c:v>0.16</c:v>
                </c:pt>
                <c:pt idx="5671">
                  <c:v>0.16014814814814815</c:v>
                </c:pt>
                <c:pt idx="5672">
                  <c:v>0.16014814814814815</c:v>
                </c:pt>
                <c:pt idx="5673">
                  <c:v>0.16014814814814815</c:v>
                </c:pt>
                <c:pt idx="5674">
                  <c:v>0.16014814814814815</c:v>
                </c:pt>
                <c:pt idx="5675">
                  <c:v>0.1602962962962963</c:v>
                </c:pt>
                <c:pt idx="5676">
                  <c:v>0.1602962962962963</c:v>
                </c:pt>
                <c:pt idx="5677">
                  <c:v>0.1602962962962963</c:v>
                </c:pt>
                <c:pt idx="5678">
                  <c:v>0.16044444444444445</c:v>
                </c:pt>
                <c:pt idx="5679">
                  <c:v>0.16044444444444445</c:v>
                </c:pt>
                <c:pt idx="5680">
                  <c:v>0.16044444444444445</c:v>
                </c:pt>
                <c:pt idx="5681">
                  <c:v>0.16044444444444445</c:v>
                </c:pt>
                <c:pt idx="5682">
                  <c:v>0.16044444444444445</c:v>
                </c:pt>
                <c:pt idx="5683">
                  <c:v>0.16044444444444445</c:v>
                </c:pt>
                <c:pt idx="5684">
                  <c:v>0.16044444444444445</c:v>
                </c:pt>
                <c:pt idx="5685">
                  <c:v>0.16059259259259259</c:v>
                </c:pt>
                <c:pt idx="5686">
                  <c:v>0.16059259259259259</c:v>
                </c:pt>
                <c:pt idx="5687">
                  <c:v>0.16059259259259259</c:v>
                </c:pt>
                <c:pt idx="5688">
                  <c:v>0.16059259259259259</c:v>
                </c:pt>
                <c:pt idx="5689">
                  <c:v>0.16059259259259259</c:v>
                </c:pt>
                <c:pt idx="5690">
                  <c:v>0.16074074074074074</c:v>
                </c:pt>
                <c:pt idx="5691">
                  <c:v>0.16074074074074074</c:v>
                </c:pt>
                <c:pt idx="5692">
                  <c:v>0.16088888888888889</c:v>
                </c:pt>
                <c:pt idx="5693">
                  <c:v>0.16103703703703703</c:v>
                </c:pt>
                <c:pt idx="5694">
                  <c:v>0.16103703703703703</c:v>
                </c:pt>
                <c:pt idx="5695">
                  <c:v>0.16103703703703703</c:v>
                </c:pt>
                <c:pt idx="5696">
                  <c:v>0.16103703703703703</c:v>
                </c:pt>
                <c:pt idx="5697">
                  <c:v>0.16118518518518518</c:v>
                </c:pt>
                <c:pt idx="5698">
                  <c:v>0.16118518518518518</c:v>
                </c:pt>
                <c:pt idx="5699">
                  <c:v>0.16118518518518518</c:v>
                </c:pt>
                <c:pt idx="5700">
                  <c:v>0.16118518518518518</c:v>
                </c:pt>
                <c:pt idx="5701">
                  <c:v>0.16118518518518518</c:v>
                </c:pt>
                <c:pt idx="5702">
                  <c:v>0.16118518518518518</c:v>
                </c:pt>
                <c:pt idx="5703">
                  <c:v>0.16118518518518518</c:v>
                </c:pt>
                <c:pt idx="5704">
                  <c:v>0.16118518518518518</c:v>
                </c:pt>
                <c:pt idx="5705">
                  <c:v>0.16133333333333333</c:v>
                </c:pt>
                <c:pt idx="5706">
                  <c:v>0.16148148148148148</c:v>
                </c:pt>
                <c:pt idx="5707">
                  <c:v>0.16148148148148148</c:v>
                </c:pt>
                <c:pt idx="5708">
                  <c:v>0.16162962962962962</c:v>
                </c:pt>
                <c:pt idx="5709">
                  <c:v>0.16162962962962962</c:v>
                </c:pt>
                <c:pt idx="5710">
                  <c:v>0.16177777777777777</c:v>
                </c:pt>
                <c:pt idx="5711">
                  <c:v>0.16177777777777777</c:v>
                </c:pt>
                <c:pt idx="5712">
                  <c:v>0.16177777777777777</c:v>
                </c:pt>
                <c:pt idx="5713">
                  <c:v>0.16177777777777777</c:v>
                </c:pt>
                <c:pt idx="5714">
                  <c:v>0.16177777777777777</c:v>
                </c:pt>
                <c:pt idx="5715">
                  <c:v>0.16177777777777777</c:v>
                </c:pt>
                <c:pt idx="5716">
                  <c:v>0.16177777777777777</c:v>
                </c:pt>
                <c:pt idx="5717">
                  <c:v>0.16177777777777777</c:v>
                </c:pt>
                <c:pt idx="5718">
                  <c:v>0.16177777777777777</c:v>
                </c:pt>
                <c:pt idx="5719">
                  <c:v>0.16177777777777777</c:v>
                </c:pt>
                <c:pt idx="5720">
                  <c:v>0.16192592592592592</c:v>
                </c:pt>
                <c:pt idx="5721">
                  <c:v>0.16192592592592592</c:v>
                </c:pt>
                <c:pt idx="5722">
                  <c:v>0.16192592592592592</c:v>
                </c:pt>
                <c:pt idx="5723">
                  <c:v>0.16192592592592592</c:v>
                </c:pt>
                <c:pt idx="5724">
                  <c:v>0.16192592592592592</c:v>
                </c:pt>
                <c:pt idx="5725">
                  <c:v>0.16192592592592592</c:v>
                </c:pt>
                <c:pt idx="5726">
                  <c:v>0.16192592592592592</c:v>
                </c:pt>
                <c:pt idx="5727">
                  <c:v>0.16192592592592592</c:v>
                </c:pt>
                <c:pt idx="5728">
                  <c:v>0.16192592592592592</c:v>
                </c:pt>
                <c:pt idx="5729">
                  <c:v>0.16192592592592592</c:v>
                </c:pt>
                <c:pt idx="5730">
                  <c:v>0.16207407407407406</c:v>
                </c:pt>
                <c:pt idx="5731">
                  <c:v>0.16207407407407406</c:v>
                </c:pt>
                <c:pt idx="5732">
                  <c:v>0.16207407407407406</c:v>
                </c:pt>
                <c:pt idx="5733">
                  <c:v>0.16207407407407406</c:v>
                </c:pt>
                <c:pt idx="5734">
                  <c:v>0.16207407407407406</c:v>
                </c:pt>
                <c:pt idx="5735">
                  <c:v>0.16207407407407406</c:v>
                </c:pt>
                <c:pt idx="5736">
                  <c:v>0.16207407407407406</c:v>
                </c:pt>
                <c:pt idx="5737">
                  <c:v>0.16207407407407406</c:v>
                </c:pt>
                <c:pt idx="5738">
                  <c:v>0.16207407407407406</c:v>
                </c:pt>
                <c:pt idx="5739">
                  <c:v>0.16207407407407406</c:v>
                </c:pt>
                <c:pt idx="5740">
                  <c:v>0.16222222222222221</c:v>
                </c:pt>
                <c:pt idx="5741">
                  <c:v>0.16222222222222221</c:v>
                </c:pt>
                <c:pt idx="5742">
                  <c:v>0.16237037037037036</c:v>
                </c:pt>
                <c:pt idx="5743">
                  <c:v>0.16237037037037036</c:v>
                </c:pt>
                <c:pt idx="5744">
                  <c:v>0.16251851851851851</c:v>
                </c:pt>
                <c:pt idx="5745">
                  <c:v>0.16251851851851851</c:v>
                </c:pt>
                <c:pt idx="5746">
                  <c:v>0.16251851851851851</c:v>
                </c:pt>
                <c:pt idx="5747">
                  <c:v>0.16251851851851851</c:v>
                </c:pt>
                <c:pt idx="5748">
                  <c:v>0.16251851851851851</c:v>
                </c:pt>
                <c:pt idx="5749">
                  <c:v>0.16251851851851851</c:v>
                </c:pt>
                <c:pt idx="5750">
                  <c:v>0.16251851851851851</c:v>
                </c:pt>
                <c:pt idx="5751">
                  <c:v>0.16266666666666665</c:v>
                </c:pt>
                <c:pt idx="5752">
                  <c:v>0.16266666666666665</c:v>
                </c:pt>
                <c:pt idx="5753">
                  <c:v>0.16266666666666665</c:v>
                </c:pt>
                <c:pt idx="5754">
                  <c:v>0.16266666666666665</c:v>
                </c:pt>
                <c:pt idx="5755">
                  <c:v>0.1628148148148148</c:v>
                </c:pt>
                <c:pt idx="5756">
                  <c:v>0.1628148148148148</c:v>
                </c:pt>
                <c:pt idx="5757">
                  <c:v>0.1628148148148148</c:v>
                </c:pt>
                <c:pt idx="5758">
                  <c:v>0.1628148148148148</c:v>
                </c:pt>
                <c:pt idx="5759">
                  <c:v>0.16296296296296298</c:v>
                </c:pt>
                <c:pt idx="5760">
                  <c:v>0.16296296296296298</c:v>
                </c:pt>
                <c:pt idx="5761">
                  <c:v>0.16296296296296298</c:v>
                </c:pt>
                <c:pt idx="5762">
                  <c:v>0.16296296296296298</c:v>
                </c:pt>
                <c:pt idx="5763">
                  <c:v>0.16311111111111112</c:v>
                </c:pt>
                <c:pt idx="5764">
                  <c:v>0.16311111111111112</c:v>
                </c:pt>
                <c:pt idx="5765">
                  <c:v>0.16325925925925927</c:v>
                </c:pt>
                <c:pt idx="5766">
                  <c:v>0.16340740740740742</c:v>
                </c:pt>
                <c:pt idx="5767">
                  <c:v>0.16355555555555557</c:v>
                </c:pt>
                <c:pt idx="5768">
                  <c:v>0.16355555555555557</c:v>
                </c:pt>
                <c:pt idx="5769">
                  <c:v>0.16355555555555557</c:v>
                </c:pt>
                <c:pt idx="5770">
                  <c:v>0.16370370370370371</c:v>
                </c:pt>
                <c:pt idx="5771">
                  <c:v>0.16370370370370371</c:v>
                </c:pt>
                <c:pt idx="5772">
                  <c:v>0.16370370370370371</c:v>
                </c:pt>
                <c:pt idx="5773">
                  <c:v>0.16370370370370371</c:v>
                </c:pt>
                <c:pt idx="5774">
                  <c:v>0.16385185185185186</c:v>
                </c:pt>
                <c:pt idx="5775">
                  <c:v>0.16400000000000001</c:v>
                </c:pt>
                <c:pt idx="5776">
                  <c:v>0.16400000000000001</c:v>
                </c:pt>
                <c:pt idx="5777">
                  <c:v>0.16400000000000001</c:v>
                </c:pt>
                <c:pt idx="5778">
                  <c:v>0.16414814814814815</c:v>
                </c:pt>
                <c:pt idx="5779">
                  <c:v>0.16414814814814815</c:v>
                </c:pt>
                <c:pt idx="5780">
                  <c:v>0.16414814814814815</c:v>
                </c:pt>
                <c:pt idx="5781">
                  <c:v>0.16414814814814815</c:v>
                </c:pt>
                <c:pt idx="5782">
                  <c:v>0.1642962962962963</c:v>
                </c:pt>
                <c:pt idx="5783">
                  <c:v>0.1642962962962963</c:v>
                </c:pt>
                <c:pt idx="5784">
                  <c:v>0.1642962962962963</c:v>
                </c:pt>
                <c:pt idx="5785">
                  <c:v>0.1642962962962963</c:v>
                </c:pt>
                <c:pt idx="5786">
                  <c:v>0.1642962962962963</c:v>
                </c:pt>
                <c:pt idx="5787">
                  <c:v>0.1642962962962963</c:v>
                </c:pt>
                <c:pt idx="5788">
                  <c:v>0.16444444444444445</c:v>
                </c:pt>
                <c:pt idx="5789">
                  <c:v>0.16444444444444445</c:v>
                </c:pt>
                <c:pt idx="5790">
                  <c:v>0.16444444444444445</c:v>
                </c:pt>
                <c:pt idx="5791">
                  <c:v>0.16444444444444445</c:v>
                </c:pt>
                <c:pt idx="5792">
                  <c:v>0.16444444444444445</c:v>
                </c:pt>
                <c:pt idx="5793">
                  <c:v>0.16444444444444445</c:v>
                </c:pt>
                <c:pt idx="5794">
                  <c:v>0.16444444444444445</c:v>
                </c:pt>
                <c:pt idx="5795">
                  <c:v>0.1645925925925926</c:v>
                </c:pt>
                <c:pt idx="5796">
                  <c:v>0.16474074074074074</c:v>
                </c:pt>
                <c:pt idx="5797">
                  <c:v>0.16474074074074074</c:v>
                </c:pt>
                <c:pt idx="5798">
                  <c:v>0.16488888888888889</c:v>
                </c:pt>
                <c:pt idx="5799">
                  <c:v>0.16503703703703704</c:v>
                </c:pt>
                <c:pt idx="5800">
                  <c:v>0.16503703703703704</c:v>
                </c:pt>
                <c:pt idx="5801">
                  <c:v>0.16518518518518518</c:v>
                </c:pt>
                <c:pt idx="5802">
                  <c:v>0.16518518518518518</c:v>
                </c:pt>
                <c:pt idx="5803">
                  <c:v>0.16533333333333333</c:v>
                </c:pt>
                <c:pt idx="5804">
                  <c:v>0.16548148148148148</c:v>
                </c:pt>
                <c:pt idx="5805">
                  <c:v>0.16548148148148148</c:v>
                </c:pt>
                <c:pt idx="5806">
                  <c:v>0.16548148148148148</c:v>
                </c:pt>
                <c:pt idx="5807">
                  <c:v>0.16562962962962963</c:v>
                </c:pt>
                <c:pt idx="5808">
                  <c:v>0.16562962962962963</c:v>
                </c:pt>
                <c:pt idx="5809">
                  <c:v>0.16562962962962963</c:v>
                </c:pt>
                <c:pt idx="5810">
                  <c:v>0.16577777777777777</c:v>
                </c:pt>
                <c:pt idx="5811">
                  <c:v>0.16592592592592592</c:v>
                </c:pt>
                <c:pt idx="5812">
                  <c:v>0.16592592592592592</c:v>
                </c:pt>
                <c:pt idx="5813">
                  <c:v>0.16592592592592592</c:v>
                </c:pt>
                <c:pt idx="5814">
                  <c:v>0.16592592592592592</c:v>
                </c:pt>
                <c:pt idx="5815">
                  <c:v>0.16592592592592592</c:v>
                </c:pt>
                <c:pt idx="5816">
                  <c:v>0.16592592592592592</c:v>
                </c:pt>
                <c:pt idx="5817">
                  <c:v>0.16607407407407407</c:v>
                </c:pt>
                <c:pt idx="5818">
                  <c:v>0.16607407407407407</c:v>
                </c:pt>
                <c:pt idx="5819">
                  <c:v>0.16622222222222222</c:v>
                </c:pt>
                <c:pt idx="5820">
                  <c:v>0.16637037037037036</c:v>
                </c:pt>
                <c:pt idx="5821">
                  <c:v>0.16651851851851851</c:v>
                </c:pt>
                <c:pt idx="5822">
                  <c:v>0.16651851851851851</c:v>
                </c:pt>
                <c:pt idx="5823">
                  <c:v>0.16651851851851851</c:v>
                </c:pt>
                <c:pt idx="5824">
                  <c:v>0.16651851851851851</c:v>
                </c:pt>
                <c:pt idx="5825">
                  <c:v>0.16651851851851851</c:v>
                </c:pt>
                <c:pt idx="5826">
                  <c:v>0.16666666666666666</c:v>
                </c:pt>
                <c:pt idx="5827">
                  <c:v>0.16666666666666666</c:v>
                </c:pt>
                <c:pt idx="5828">
                  <c:v>0.16666666666666666</c:v>
                </c:pt>
                <c:pt idx="5829">
                  <c:v>0.16666666666666666</c:v>
                </c:pt>
                <c:pt idx="5830">
                  <c:v>0.16666666666666666</c:v>
                </c:pt>
                <c:pt idx="5831">
                  <c:v>0.16666666666666666</c:v>
                </c:pt>
                <c:pt idx="5832">
                  <c:v>0.16666666666666666</c:v>
                </c:pt>
                <c:pt idx="5833">
                  <c:v>0.1668148148148148</c:v>
                </c:pt>
                <c:pt idx="5834">
                  <c:v>0.1668148148148148</c:v>
                </c:pt>
                <c:pt idx="5835">
                  <c:v>0.1668148148148148</c:v>
                </c:pt>
                <c:pt idx="5836">
                  <c:v>0.1668148148148148</c:v>
                </c:pt>
                <c:pt idx="5837">
                  <c:v>0.16696296296296295</c:v>
                </c:pt>
                <c:pt idx="5838">
                  <c:v>0.1671111111111111</c:v>
                </c:pt>
                <c:pt idx="5839">
                  <c:v>0.16725925925925925</c:v>
                </c:pt>
                <c:pt idx="5840">
                  <c:v>0.16725925925925925</c:v>
                </c:pt>
                <c:pt idx="5841">
                  <c:v>0.16725925925925925</c:v>
                </c:pt>
                <c:pt idx="5842">
                  <c:v>0.16725925925925925</c:v>
                </c:pt>
                <c:pt idx="5843">
                  <c:v>0.16725925925925925</c:v>
                </c:pt>
                <c:pt idx="5844">
                  <c:v>0.16725925925925925</c:v>
                </c:pt>
                <c:pt idx="5845">
                  <c:v>0.16740740740740739</c:v>
                </c:pt>
                <c:pt idx="5846">
                  <c:v>0.16755555555555557</c:v>
                </c:pt>
                <c:pt idx="5847">
                  <c:v>0.16755555555555557</c:v>
                </c:pt>
                <c:pt idx="5848">
                  <c:v>0.16755555555555557</c:v>
                </c:pt>
                <c:pt idx="5849">
                  <c:v>0.16770370370370372</c:v>
                </c:pt>
                <c:pt idx="5850">
                  <c:v>0.16770370370370372</c:v>
                </c:pt>
                <c:pt idx="5851">
                  <c:v>0.16770370370370372</c:v>
                </c:pt>
                <c:pt idx="5852">
                  <c:v>0.16770370370370372</c:v>
                </c:pt>
                <c:pt idx="5853">
                  <c:v>0.16770370370370372</c:v>
                </c:pt>
                <c:pt idx="5854">
                  <c:v>0.16785185185185186</c:v>
                </c:pt>
                <c:pt idx="5855">
                  <c:v>0.16800000000000001</c:v>
                </c:pt>
                <c:pt idx="5856">
                  <c:v>0.16800000000000001</c:v>
                </c:pt>
                <c:pt idx="5857">
                  <c:v>0.16800000000000001</c:v>
                </c:pt>
                <c:pt idx="5858">
                  <c:v>0.16800000000000001</c:v>
                </c:pt>
                <c:pt idx="5859">
                  <c:v>0.16814814814814816</c:v>
                </c:pt>
                <c:pt idx="5860">
                  <c:v>0.16814814814814816</c:v>
                </c:pt>
                <c:pt idx="5861">
                  <c:v>0.16814814814814816</c:v>
                </c:pt>
                <c:pt idx="5862">
                  <c:v>0.16814814814814816</c:v>
                </c:pt>
                <c:pt idx="5863">
                  <c:v>0.16814814814814816</c:v>
                </c:pt>
                <c:pt idx="5864">
                  <c:v>0.16814814814814816</c:v>
                </c:pt>
                <c:pt idx="5865">
                  <c:v>0.1682962962962963</c:v>
                </c:pt>
                <c:pt idx="5866">
                  <c:v>0.1682962962962963</c:v>
                </c:pt>
                <c:pt idx="5867">
                  <c:v>0.1682962962962963</c:v>
                </c:pt>
                <c:pt idx="5868">
                  <c:v>0.16844444444444445</c:v>
                </c:pt>
                <c:pt idx="5869">
                  <c:v>0.1685925925925926</c:v>
                </c:pt>
                <c:pt idx="5870">
                  <c:v>0.1685925925925926</c:v>
                </c:pt>
                <c:pt idx="5871">
                  <c:v>0.16874074074074075</c:v>
                </c:pt>
                <c:pt idx="5872">
                  <c:v>0.16888888888888889</c:v>
                </c:pt>
                <c:pt idx="5873">
                  <c:v>0.16903703703703704</c:v>
                </c:pt>
                <c:pt idx="5874">
                  <c:v>0.16903703703703704</c:v>
                </c:pt>
                <c:pt idx="5875">
                  <c:v>0.16903703703703704</c:v>
                </c:pt>
                <c:pt idx="5876">
                  <c:v>0.16918518518518519</c:v>
                </c:pt>
                <c:pt idx="5877">
                  <c:v>0.16918518518518519</c:v>
                </c:pt>
                <c:pt idx="5878">
                  <c:v>0.16918518518518519</c:v>
                </c:pt>
                <c:pt idx="5879">
                  <c:v>0.16918518518518519</c:v>
                </c:pt>
                <c:pt idx="5880">
                  <c:v>0.16918518518518519</c:v>
                </c:pt>
                <c:pt idx="5881">
                  <c:v>0.16918518518518519</c:v>
                </c:pt>
                <c:pt idx="5882">
                  <c:v>0.16918518518518519</c:v>
                </c:pt>
                <c:pt idx="5883">
                  <c:v>0.16933333333333334</c:v>
                </c:pt>
                <c:pt idx="5884">
                  <c:v>0.16933333333333334</c:v>
                </c:pt>
                <c:pt idx="5885">
                  <c:v>0.16948148148148148</c:v>
                </c:pt>
                <c:pt idx="5886">
                  <c:v>0.16962962962962963</c:v>
                </c:pt>
                <c:pt idx="5887">
                  <c:v>0.16962962962962963</c:v>
                </c:pt>
                <c:pt idx="5888">
                  <c:v>0.16962962962962963</c:v>
                </c:pt>
                <c:pt idx="5889">
                  <c:v>0.16962962962962963</c:v>
                </c:pt>
                <c:pt idx="5890">
                  <c:v>0.16962962962962963</c:v>
                </c:pt>
                <c:pt idx="5891">
                  <c:v>0.16962962962962963</c:v>
                </c:pt>
                <c:pt idx="5892">
                  <c:v>0.16962962962962963</c:v>
                </c:pt>
                <c:pt idx="5893">
                  <c:v>0.16962962962962963</c:v>
                </c:pt>
                <c:pt idx="5894">
                  <c:v>0.16962962962962963</c:v>
                </c:pt>
                <c:pt idx="5895">
                  <c:v>0.16962962962962963</c:v>
                </c:pt>
                <c:pt idx="5896">
                  <c:v>0.16977777777777778</c:v>
                </c:pt>
                <c:pt idx="5897">
                  <c:v>0.16992592592592592</c:v>
                </c:pt>
                <c:pt idx="5898">
                  <c:v>0.16992592592592592</c:v>
                </c:pt>
                <c:pt idx="5899">
                  <c:v>0.16992592592592592</c:v>
                </c:pt>
                <c:pt idx="5900">
                  <c:v>0.16992592592592592</c:v>
                </c:pt>
                <c:pt idx="5901">
                  <c:v>0.17007407407407407</c:v>
                </c:pt>
                <c:pt idx="5902">
                  <c:v>0.17007407407407407</c:v>
                </c:pt>
                <c:pt idx="5903">
                  <c:v>0.17007407407407407</c:v>
                </c:pt>
                <c:pt idx="5904">
                  <c:v>0.17007407407407407</c:v>
                </c:pt>
                <c:pt idx="5905">
                  <c:v>0.17007407407407407</c:v>
                </c:pt>
                <c:pt idx="5906">
                  <c:v>0.17022222222222222</c:v>
                </c:pt>
                <c:pt idx="5907">
                  <c:v>0.17037037037037037</c:v>
                </c:pt>
                <c:pt idx="5908">
                  <c:v>0.17051851851851851</c:v>
                </c:pt>
                <c:pt idx="5909">
                  <c:v>0.17066666666666666</c:v>
                </c:pt>
                <c:pt idx="5910">
                  <c:v>0.17066666666666666</c:v>
                </c:pt>
                <c:pt idx="5911">
                  <c:v>0.17066666666666666</c:v>
                </c:pt>
                <c:pt idx="5912">
                  <c:v>0.17066666666666666</c:v>
                </c:pt>
                <c:pt idx="5913">
                  <c:v>0.17066666666666666</c:v>
                </c:pt>
                <c:pt idx="5914">
                  <c:v>0.17081481481481481</c:v>
                </c:pt>
                <c:pt idx="5915">
                  <c:v>0.17081481481481481</c:v>
                </c:pt>
                <c:pt idx="5916">
                  <c:v>0.17081481481481481</c:v>
                </c:pt>
                <c:pt idx="5917">
                  <c:v>0.17081481481481481</c:v>
                </c:pt>
                <c:pt idx="5918">
                  <c:v>0.17081481481481481</c:v>
                </c:pt>
                <c:pt idx="5919">
                  <c:v>0.17081481481481481</c:v>
                </c:pt>
                <c:pt idx="5920">
                  <c:v>0.17081481481481481</c:v>
                </c:pt>
                <c:pt idx="5921">
                  <c:v>0.17081481481481481</c:v>
                </c:pt>
                <c:pt idx="5922">
                  <c:v>0.17096296296296296</c:v>
                </c:pt>
                <c:pt idx="5923">
                  <c:v>0.17096296296296296</c:v>
                </c:pt>
                <c:pt idx="5924">
                  <c:v>0.17096296296296296</c:v>
                </c:pt>
                <c:pt idx="5925">
                  <c:v>0.17096296296296296</c:v>
                </c:pt>
                <c:pt idx="5926">
                  <c:v>0.1711111111111111</c:v>
                </c:pt>
                <c:pt idx="5927">
                  <c:v>0.17125925925925925</c:v>
                </c:pt>
                <c:pt idx="5928">
                  <c:v>0.17125925925925925</c:v>
                </c:pt>
                <c:pt idx="5929">
                  <c:v>0.17125925925925925</c:v>
                </c:pt>
                <c:pt idx="5930">
                  <c:v>0.17125925925925925</c:v>
                </c:pt>
                <c:pt idx="5931">
                  <c:v>0.1714074074074074</c:v>
                </c:pt>
                <c:pt idx="5932">
                  <c:v>0.1714074074074074</c:v>
                </c:pt>
                <c:pt idx="5933">
                  <c:v>0.1714074074074074</c:v>
                </c:pt>
                <c:pt idx="5934">
                  <c:v>0.1714074074074074</c:v>
                </c:pt>
                <c:pt idx="5935">
                  <c:v>0.1714074074074074</c:v>
                </c:pt>
                <c:pt idx="5936">
                  <c:v>0.1714074074074074</c:v>
                </c:pt>
                <c:pt idx="5937">
                  <c:v>0.1714074074074074</c:v>
                </c:pt>
                <c:pt idx="5938">
                  <c:v>0.1714074074074074</c:v>
                </c:pt>
                <c:pt idx="5939">
                  <c:v>0.1714074074074074</c:v>
                </c:pt>
                <c:pt idx="5940">
                  <c:v>0.1714074074074074</c:v>
                </c:pt>
                <c:pt idx="5941">
                  <c:v>0.17155555555555554</c:v>
                </c:pt>
                <c:pt idx="5942">
                  <c:v>0.17170370370370369</c:v>
                </c:pt>
                <c:pt idx="5943">
                  <c:v>0.17170370370370369</c:v>
                </c:pt>
                <c:pt idx="5944">
                  <c:v>0.17170370370370369</c:v>
                </c:pt>
                <c:pt idx="5945">
                  <c:v>0.17170370370370369</c:v>
                </c:pt>
                <c:pt idx="5946">
                  <c:v>0.17170370370370369</c:v>
                </c:pt>
                <c:pt idx="5947">
                  <c:v>0.17170370370370369</c:v>
                </c:pt>
                <c:pt idx="5948">
                  <c:v>0.17185185185185184</c:v>
                </c:pt>
                <c:pt idx="5949">
                  <c:v>0.17185185185185184</c:v>
                </c:pt>
                <c:pt idx="5950">
                  <c:v>0.17185185185185184</c:v>
                </c:pt>
                <c:pt idx="5951">
                  <c:v>0.17199999999999999</c:v>
                </c:pt>
                <c:pt idx="5952">
                  <c:v>0.17199999999999999</c:v>
                </c:pt>
                <c:pt idx="5953">
                  <c:v>0.17199999999999999</c:v>
                </c:pt>
                <c:pt idx="5954">
                  <c:v>0.17214814814814816</c:v>
                </c:pt>
                <c:pt idx="5955">
                  <c:v>0.17214814814814816</c:v>
                </c:pt>
                <c:pt idx="5956">
                  <c:v>0.17214814814814816</c:v>
                </c:pt>
                <c:pt idx="5957">
                  <c:v>0.17229629629629631</c:v>
                </c:pt>
                <c:pt idx="5958">
                  <c:v>0.17229629629629631</c:v>
                </c:pt>
                <c:pt idx="5959">
                  <c:v>0.17229629629629631</c:v>
                </c:pt>
                <c:pt idx="5960">
                  <c:v>0.17229629629629631</c:v>
                </c:pt>
                <c:pt idx="5961">
                  <c:v>0.17244444444444446</c:v>
                </c:pt>
                <c:pt idx="5962">
                  <c:v>0.17244444444444446</c:v>
                </c:pt>
                <c:pt idx="5963">
                  <c:v>0.17244444444444446</c:v>
                </c:pt>
                <c:pt idx="5964">
                  <c:v>0.17244444444444446</c:v>
                </c:pt>
                <c:pt idx="5965">
                  <c:v>0.17244444444444446</c:v>
                </c:pt>
                <c:pt idx="5966">
                  <c:v>0.17244444444444446</c:v>
                </c:pt>
                <c:pt idx="5967">
                  <c:v>0.17244444444444446</c:v>
                </c:pt>
                <c:pt idx="5968">
                  <c:v>0.17244444444444446</c:v>
                </c:pt>
                <c:pt idx="5969">
                  <c:v>0.17244444444444446</c:v>
                </c:pt>
                <c:pt idx="5970">
                  <c:v>0.17244444444444446</c:v>
                </c:pt>
                <c:pt idx="5971">
                  <c:v>0.17244444444444446</c:v>
                </c:pt>
                <c:pt idx="5972">
                  <c:v>0.17244444444444446</c:v>
                </c:pt>
                <c:pt idx="5973">
                  <c:v>0.17244444444444446</c:v>
                </c:pt>
                <c:pt idx="5974">
                  <c:v>0.1725925925925926</c:v>
                </c:pt>
                <c:pt idx="5975">
                  <c:v>0.1725925925925926</c:v>
                </c:pt>
                <c:pt idx="5976">
                  <c:v>0.17274074074074075</c:v>
                </c:pt>
                <c:pt idx="5977">
                  <c:v>0.17274074074074075</c:v>
                </c:pt>
                <c:pt idx="5978">
                  <c:v>0.17274074074074075</c:v>
                </c:pt>
                <c:pt idx="5979">
                  <c:v>0.17274074074074075</c:v>
                </c:pt>
                <c:pt idx="5980">
                  <c:v>0.17274074074074075</c:v>
                </c:pt>
                <c:pt idx="5981">
                  <c:v>0.17274074074074075</c:v>
                </c:pt>
                <c:pt idx="5982">
                  <c:v>0.1728888888888889</c:v>
                </c:pt>
                <c:pt idx="5983">
                  <c:v>0.17303703703703704</c:v>
                </c:pt>
                <c:pt idx="5984">
                  <c:v>0.17303703703703704</c:v>
                </c:pt>
                <c:pt idx="5985">
                  <c:v>0.17303703703703704</c:v>
                </c:pt>
                <c:pt idx="5986">
                  <c:v>0.17303703703703704</c:v>
                </c:pt>
                <c:pt idx="5987">
                  <c:v>0.17303703703703704</c:v>
                </c:pt>
                <c:pt idx="5988">
                  <c:v>0.17303703703703704</c:v>
                </c:pt>
                <c:pt idx="5989">
                  <c:v>0.17318518518518519</c:v>
                </c:pt>
                <c:pt idx="5990">
                  <c:v>0.17318518518518519</c:v>
                </c:pt>
                <c:pt idx="5991">
                  <c:v>0.17318518518518519</c:v>
                </c:pt>
                <c:pt idx="5992">
                  <c:v>0.17318518518518519</c:v>
                </c:pt>
                <c:pt idx="5993">
                  <c:v>0.17318518518518519</c:v>
                </c:pt>
                <c:pt idx="5994">
                  <c:v>0.17318518518518519</c:v>
                </c:pt>
                <c:pt idx="5995">
                  <c:v>0.17318518518518519</c:v>
                </c:pt>
                <c:pt idx="5996">
                  <c:v>0.17318518518518519</c:v>
                </c:pt>
                <c:pt idx="5997">
                  <c:v>0.17318518518518519</c:v>
                </c:pt>
                <c:pt idx="5998">
                  <c:v>0.17318518518518519</c:v>
                </c:pt>
                <c:pt idx="5999">
                  <c:v>0.17318518518518519</c:v>
                </c:pt>
                <c:pt idx="6000">
                  <c:v>0.17318518518518519</c:v>
                </c:pt>
                <c:pt idx="6001">
                  <c:v>0.17318518518518519</c:v>
                </c:pt>
                <c:pt idx="6002">
                  <c:v>0.17318518518518519</c:v>
                </c:pt>
                <c:pt idx="6003">
                  <c:v>0.17333333333333334</c:v>
                </c:pt>
                <c:pt idx="6004">
                  <c:v>0.17333333333333334</c:v>
                </c:pt>
                <c:pt idx="6005">
                  <c:v>0.17348148148148149</c:v>
                </c:pt>
                <c:pt idx="6006">
                  <c:v>0.17348148148148149</c:v>
                </c:pt>
                <c:pt idx="6007">
                  <c:v>0.17362962962962963</c:v>
                </c:pt>
                <c:pt idx="6008">
                  <c:v>0.17362962962962963</c:v>
                </c:pt>
                <c:pt idx="6009">
                  <c:v>0.17362962962962963</c:v>
                </c:pt>
                <c:pt idx="6010">
                  <c:v>0.17362962962962963</c:v>
                </c:pt>
                <c:pt idx="6011">
                  <c:v>0.17362962962962963</c:v>
                </c:pt>
                <c:pt idx="6012">
                  <c:v>0.17362962962962963</c:v>
                </c:pt>
                <c:pt idx="6013">
                  <c:v>0.17377777777777778</c:v>
                </c:pt>
                <c:pt idx="6014">
                  <c:v>0.17392592592592593</c:v>
                </c:pt>
                <c:pt idx="6015">
                  <c:v>0.17392592592592593</c:v>
                </c:pt>
                <c:pt idx="6016">
                  <c:v>0.17392592592592593</c:v>
                </c:pt>
                <c:pt idx="6017">
                  <c:v>0.17392592592592593</c:v>
                </c:pt>
                <c:pt idx="6018">
                  <c:v>0.17392592592592593</c:v>
                </c:pt>
                <c:pt idx="6019">
                  <c:v>0.17392592592592593</c:v>
                </c:pt>
                <c:pt idx="6020">
                  <c:v>0.17392592592592593</c:v>
                </c:pt>
                <c:pt idx="6021">
                  <c:v>0.17392592592592593</c:v>
                </c:pt>
                <c:pt idx="6022">
                  <c:v>0.17392592592592593</c:v>
                </c:pt>
                <c:pt idx="6023">
                  <c:v>0.17392592592592593</c:v>
                </c:pt>
                <c:pt idx="6024">
                  <c:v>0.17407407407407408</c:v>
                </c:pt>
                <c:pt idx="6025">
                  <c:v>0.17407407407407408</c:v>
                </c:pt>
                <c:pt idx="6026">
                  <c:v>0.17422222222222222</c:v>
                </c:pt>
                <c:pt idx="6027">
                  <c:v>0.17422222222222222</c:v>
                </c:pt>
                <c:pt idx="6028">
                  <c:v>0.17437037037037037</c:v>
                </c:pt>
                <c:pt idx="6029">
                  <c:v>0.17437037037037037</c:v>
                </c:pt>
                <c:pt idx="6030">
                  <c:v>0.17437037037037037</c:v>
                </c:pt>
                <c:pt idx="6031">
                  <c:v>0.17437037037037037</c:v>
                </c:pt>
                <c:pt idx="6032">
                  <c:v>0.17437037037037037</c:v>
                </c:pt>
                <c:pt idx="6033">
                  <c:v>0.17437037037037037</c:v>
                </c:pt>
                <c:pt idx="6034">
                  <c:v>0.17451851851851852</c:v>
                </c:pt>
                <c:pt idx="6035">
                  <c:v>0.17451851851851852</c:v>
                </c:pt>
                <c:pt idx="6036">
                  <c:v>0.17451851851851852</c:v>
                </c:pt>
                <c:pt idx="6037">
                  <c:v>0.17451851851851852</c:v>
                </c:pt>
                <c:pt idx="6038">
                  <c:v>0.17451851851851852</c:v>
                </c:pt>
                <c:pt idx="6039">
                  <c:v>0.17466666666666666</c:v>
                </c:pt>
                <c:pt idx="6040">
                  <c:v>0.17466666666666666</c:v>
                </c:pt>
                <c:pt idx="6041">
                  <c:v>0.17466666666666666</c:v>
                </c:pt>
                <c:pt idx="6042">
                  <c:v>0.17466666666666666</c:v>
                </c:pt>
                <c:pt idx="6043">
                  <c:v>0.17481481481481481</c:v>
                </c:pt>
                <c:pt idx="6044">
                  <c:v>0.17481481481481481</c:v>
                </c:pt>
                <c:pt idx="6045">
                  <c:v>0.17481481481481481</c:v>
                </c:pt>
                <c:pt idx="6046">
                  <c:v>0.17481481481481481</c:v>
                </c:pt>
                <c:pt idx="6047">
                  <c:v>0.17481481481481481</c:v>
                </c:pt>
                <c:pt idx="6048">
                  <c:v>0.17496296296296296</c:v>
                </c:pt>
                <c:pt idx="6049">
                  <c:v>0.17496296296296296</c:v>
                </c:pt>
                <c:pt idx="6050">
                  <c:v>0.17511111111111111</c:v>
                </c:pt>
                <c:pt idx="6051">
                  <c:v>0.17525925925925925</c:v>
                </c:pt>
                <c:pt idx="6052">
                  <c:v>0.17525925925925925</c:v>
                </c:pt>
                <c:pt idx="6053">
                  <c:v>0.1754074074074074</c:v>
                </c:pt>
                <c:pt idx="6054">
                  <c:v>0.1754074074074074</c:v>
                </c:pt>
                <c:pt idx="6055">
                  <c:v>0.1754074074074074</c:v>
                </c:pt>
                <c:pt idx="6056">
                  <c:v>0.1754074074074074</c:v>
                </c:pt>
                <c:pt idx="6057">
                  <c:v>0.1754074074074074</c:v>
                </c:pt>
                <c:pt idx="6058">
                  <c:v>0.1754074074074074</c:v>
                </c:pt>
                <c:pt idx="6059">
                  <c:v>0.1754074074074074</c:v>
                </c:pt>
                <c:pt idx="6060">
                  <c:v>0.1754074074074074</c:v>
                </c:pt>
                <c:pt idx="6061">
                  <c:v>0.1754074074074074</c:v>
                </c:pt>
                <c:pt idx="6062">
                  <c:v>0.1754074074074074</c:v>
                </c:pt>
                <c:pt idx="6063">
                  <c:v>0.1754074074074074</c:v>
                </c:pt>
                <c:pt idx="6064">
                  <c:v>0.1754074074074074</c:v>
                </c:pt>
                <c:pt idx="6065">
                  <c:v>0.1754074074074074</c:v>
                </c:pt>
                <c:pt idx="6066">
                  <c:v>0.1754074074074074</c:v>
                </c:pt>
                <c:pt idx="6067">
                  <c:v>0.1754074074074074</c:v>
                </c:pt>
                <c:pt idx="6068">
                  <c:v>0.1754074074074074</c:v>
                </c:pt>
                <c:pt idx="6069">
                  <c:v>0.17555555555555555</c:v>
                </c:pt>
                <c:pt idx="6070">
                  <c:v>0.1757037037037037</c:v>
                </c:pt>
                <c:pt idx="6071">
                  <c:v>0.1757037037037037</c:v>
                </c:pt>
                <c:pt idx="6072">
                  <c:v>0.1757037037037037</c:v>
                </c:pt>
                <c:pt idx="6073">
                  <c:v>0.1757037037037037</c:v>
                </c:pt>
                <c:pt idx="6074">
                  <c:v>0.1757037037037037</c:v>
                </c:pt>
                <c:pt idx="6075">
                  <c:v>0.17585185185185184</c:v>
                </c:pt>
                <c:pt idx="6076">
                  <c:v>0.17585185185185184</c:v>
                </c:pt>
                <c:pt idx="6077">
                  <c:v>0.17585185185185184</c:v>
                </c:pt>
                <c:pt idx="6078">
                  <c:v>0.17585185185185184</c:v>
                </c:pt>
                <c:pt idx="6079">
                  <c:v>0.17585185185185184</c:v>
                </c:pt>
                <c:pt idx="6080">
                  <c:v>0.17585185185185184</c:v>
                </c:pt>
                <c:pt idx="6081">
                  <c:v>0.17585185185185184</c:v>
                </c:pt>
                <c:pt idx="6082">
                  <c:v>0.17599999999999999</c:v>
                </c:pt>
                <c:pt idx="6083">
                  <c:v>0.17599999999999999</c:v>
                </c:pt>
                <c:pt idx="6084">
                  <c:v>0.17614814814814814</c:v>
                </c:pt>
                <c:pt idx="6085">
                  <c:v>0.17614814814814814</c:v>
                </c:pt>
                <c:pt idx="6086">
                  <c:v>0.17614814814814814</c:v>
                </c:pt>
                <c:pt idx="6087">
                  <c:v>0.17614814814814814</c:v>
                </c:pt>
                <c:pt idx="6088">
                  <c:v>0.17614814814814814</c:v>
                </c:pt>
                <c:pt idx="6089">
                  <c:v>0.17614814814814814</c:v>
                </c:pt>
                <c:pt idx="6090">
                  <c:v>0.17614814814814814</c:v>
                </c:pt>
                <c:pt idx="6091">
                  <c:v>0.17614814814814814</c:v>
                </c:pt>
                <c:pt idx="6092">
                  <c:v>0.17614814814814814</c:v>
                </c:pt>
                <c:pt idx="6093">
                  <c:v>0.17614814814814814</c:v>
                </c:pt>
                <c:pt idx="6094">
                  <c:v>0.17614814814814814</c:v>
                </c:pt>
                <c:pt idx="6095">
                  <c:v>0.17614814814814814</c:v>
                </c:pt>
                <c:pt idx="6096">
                  <c:v>0.17629629629629628</c:v>
                </c:pt>
                <c:pt idx="6097">
                  <c:v>0.17629629629629628</c:v>
                </c:pt>
                <c:pt idx="6098">
                  <c:v>0.17629629629629628</c:v>
                </c:pt>
                <c:pt idx="6099">
                  <c:v>0.17629629629629628</c:v>
                </c:pt>
                <c:pt idx="6100">
                  <c:v>0.17644444444444443</c:v>
                </c:pt>
                <c:pt idx="6101">
                  <c:v>0.17644444444444443</c:v>
                </c:pt>
                <c:pt idx="6102">
                  <c:v>0.17644444444444443</c:v>
                </c:pt>
                <c:pt idx="6103">
                  <c:v>0.17659259259259258</c:v>
                </c:pt>
                <c:pt idx="6104">
                  <c:v>0.17659259259259258</c:v>
                </c:pt>
                <c:pt idx="6105">
                  <c:v>0.17674074074074075</c:v>
                </c:pt>
                <c:pt idx="6106">
                  <c:v>0.17674074074074075</c:v>
                </c:pt>
                <c:pt idx="6107">
                  <c:v>0.1768888888888889</c:v>
                </c:pt>
                <c:pt idx="6108">
                  <c:v>0.1768888888888889</c:v>
                </c:pt>
                <c:pt idx="6109">
                  <c:v>0.1768888888888889</c:v>
                </c:pt>
                <c:pt idx="6110">
                  <c:v>0.17703703703703705</c:v>
                </c:pt>
                <c:pt idx="6111">
                  <c:v>0.17703703703703705</c:v>
                </c:pt>
                <c:pt idx="6112">
                  <c:v>0.17703703703703705</c:v>
                </c:pt>
                <c:pt idx="6113">
                  <c:v>0.17703703703703705</c:v>
                </c:pt>
                <c:pt idx="6114">
                  <c:v>0.1771851851851852</c:v>
                </c:pt>
                <c:pt idx="6115">
                  <c:v>0.1771851851851852</c:v>
                </c:pt>
                <c:pt idx="6116">
                  <c:v>0.1771851851851852</c:v>
                </c:pt>
                <c:pt idx="6117">
                  <c:v>0.1771851851851852</c:v>
                </c:pt>
                <c:pt idx="6118">
                  <c:v>0.1771851851851852</c:v>
                </c:pt>
                <c:pt idx="6119">
                  <c:v>0.1771851851851852</c:v>
                </c:pt>
                <c:pt idx="6120">
                  <c:v>0.17733333333333334</c:v>
                </c:pt>
                <c:pt idx="6121">
                  <c:v>0.17733333333333334</c:v>
                </c:pt>
                <c:pt idx="6122">
                  <c:v>0.17748148148148149</c:v>
                </c:pt>
                <c:pt idx="6123">
                  <c:v>0.17748148148148149</c:v>
                </c:pt>
                <c:pt idx="6124">
                  <c:v>0.17748148148148149</c:v>
                </c:pt>
                <c:pt idx="6125">
                  <c:v>0.17748148148148149</c:v>
                </c:pt>
                <c:pt idx="6126">
                  <c:v>0.17748148148148149</c:v>
                </c:pt>
                <c:pt idx="6127">
                  <c:v>0.17748148148148149</c:v>
                </c:pt>
                <c:pt idx="6128">
                  <c:v>0.17748148148148149</c:v>
                </c:pt>
                <c:pt idx="6129">
                  <c:v>0.17748148148148149</c:v>
                </c:pt>
                <c:pt idx="6130">
                  <c:v>0.17762962962962964</c:v>
                </c:pt>
                <c:pt idx="6131">
                  <c:v>0.17762962962962964</c:v>
                </c:pt>
                <c:pt idx="6132">
                  <c:v>0.17762962962962964</c:v>
                </c:pt>
                <c:pt idx="6133">
                  <c:v>0.17777777777777778</c:v>
                </c:pt>
                <c:pt idx="6134">
                  <c:v>0.17777777777777778</c:v>
                </c:pt>
                <c:pt idx="6135">
                  <c:v>0.17792592592592593</c:v>
                </c:pt>
                <c:pt idx="6136">
                  <c:v>0.17807407407407408</c:v>
                </c:pt>
                <c:pt idx="6137">
                  <c:v>0.17822222222222223</c:v>
                </c:pt>
                <c:pt idx="6138">
                  <c:v>0.17837037037037037</c:v>
                </c:pt>
                <c:pt idx="6139">
                  <c:v>0.17837037037037037</c:v>
                </c:pt>
                <c:pt idx="6140">
                  <c:v>0.17851851851851852</c:v>
                </c:pt>
                <c:pt idx="6141">
                  <c:v>0.17851851851851852</c:v>
                </c:pt>
                <c:pt idx="6142">
                  <c:v>0.17851851851851852</c:v>
                </c:pt>
                <c:pt idx="6143">
                  <c:v>0.17866666666666667</c:v>
                </c:pt>
                <c:pt idx="6144">
                  <c:v>0.17866666666666667</c:v>
                </c:pt>
                <c:pt idx="6145">
                  <c:v>0.17881481481481482</c:v>
                </c:pt>
                <c:pt idx="6146">
                  <c:v>0.17881481481481482</c:v>
                </c:pt>
                <c:pt idx="6147">
                  <c:v>0.17881481481481482</c:v>
                </c:pt>
                <c:pt idx="6148">
                  <c:v>0.17881481481481482</c:v>
                </c:pt>
                <c:pt idx="6149">
                  <c:v>0.17881481481481482</c:v>
                </c:pt>
                <c:pt idx="6150">
                  <c:v>0.17896296296296296</c:v>
                </c:pt>
                <c:pt idx="6151">
                  <c:v>0.17896296296296296</c:v>
                </c:pt>
                <c:pt idx="6152">
                  <c:v>0.17896296296296296</c:v>
                </c:pt>
                <c:pt idx="6153">
                  <c:v>0.17896296296296296</c:v>
                </c:pt>
                <c:pt idx="6154">
                  <c:v>0.17896296296296296</c:v>
                </c:pt>
                <c:pt idx="6155">
                  <c:v>0.17896296296296296</c:v>
                </c:pt>
                <c:pt idx="6156">
                  <c:v>0.17896296296296296</c:v>
                </c:pt>
                <c:pt idx="6157">
                  <c:v>0.17911111111111111</c:v>
                </c:pt>
                <c:pt idx="6158">
                  <c:v>0.17911111111111111</c:v>
                </c:pt>
                <c:pt idx="6159">
                  <c:v>0.17911111111111111</c:v>
                </c:pt>
                <c:pt idx="6160">
                  <c:v>0.17911111111111111</c:v>
                </c:pt>
                <c:pt idx="6161">
                  <c:v>0.17911111111111111</c:v>
                </c:pt>
                <c:pt idx="6162">
                  <c:v>0.17911111111111111</c:v>
                </c:pt>
                <c:pt idx="6163">
                  <c:v>0.17911111111111111</c:v>
                </c:pt>
                <c:pt idx="6164">
                  <c:v>0.17911111111111111</c:v>
                </c:pt>
                <c:pt idx="6165">
                  <c:v>0.17911111111111111</c:v>
                </c:pt>
                <c:pt idx="6166">
                  <c:v>0.17911111111111111</c:v>
                </c:pt>
                <c:pt idx="6167">
                  <c:v>0.17911111111111111</c:v>
                </c:pt>
                <c:pt idx="6168">
                  <c:v>0.17925925925925926</c:v>
                </c:pt>
                <c:pt idx="6169">
                  <c:v>0.1794074074074074</c:v>
                </c:pt>
                <c:pt idx="6170">
                  <c:v>0.1794074074074074</c:v>
                </c:pt>
                <c:pt idx="6171">
                  <c:v>0.17955555555555555</c:v>
                </c:pt>
                <c:pt idx="6172">
                  <c:v>0.17955555555555555</c:v>
                </c:pt>
                <c:pt idx="6173">
                  <c:v>0.17955555555555555</c:v>
                </c:pt>
                <c:pt idx="6174">
                  <c:v>0.1797037037037037</c:v>
                </c:pt>
                <c:pt idx="6175">
                  <c:v>0.1797037037037037</c:v>
                </c:pt>
                <c:pt idx="6176">
                  <c:v>0.1797037037037037</c:v>
                </c:pt>
                <c:pt idx="6177">
                  <c:v>0.17985185185185185</c:v>
                </c:pt>
                <c:pt idx="6178">
                  <c:v>0.18</c:v>
                </c:pt>
                <c:pt idx="6179">
                  <c:v>0.18</c:v>
                </c:pt>
                <c:pt idx="6180">
                  <c:v>0.18</c:v>
                </c:pt>
                <c:pt idx="6181">
                  <c:v>0.18</c:v>
                </c:pt>
                <c:pt idx="6182">
                  <c:v>0.18</c:v>
                </c:pt>
                <c:pt idx="6183">
                  <c:v>0.18</c:v>
                </c:pt>
                <c:pt idx="6184">
                  <c:v>0.18</c:v>
                </c:pt>
                <c:pt idx="6185">
                  <c:v>0.18</c:v>
                </c:pt>
                <c:pt idx="6186">
                  <c:v>0.18</c:v>
                </c:pt>
                <c:pt idx="6187">
                  <c:v>0.18014814814814814</c:v>
                </c:pt>
                <c:pt idx="6188">
                  <c:v>0.18014814814814814</c:v>
                </c:pt>
                <c:pt idx="6189">
                  <c:v>0.18014814814814814</c:v>
                </c:pt>
                <c:pt idx="6190">
                  <c:v>0.18014814814814814</c:v>
                </c:pt>
                <c:pt idx="6191">
                  <c:v>0.18014814814814814</c:v>
                </c:pt>
                <c:pt idx="6192">
                  <c:v>0.18014814814814814</c:v>
                </c:pt>
                <c:pt idx="6193">
                  <c:v>0.18014814814814814</c:v>
                </c:pt>
                <c:pt idx="6194">
                  <c:v>0.18014814814814814</c:v>
                </c:pt>
                <c:pt idx="6195">
                  <c:v>0.18014814814814814</c:v>
                </c:pt>
                <c:pt idx="6196">
                  <c:v>0.18014814814814814</c:v>
                </c:pt>
                <c:pt idx="6197">
                  <c:v>0.18014814814814814</c:v>
                </c:pt>
                <c:pt idx="6198">
                  <c:v>0.18014814814814814</c:v>
                </c:pt>
                <c:pt idx="6199">
                  <c:v>0.18029629629629629</c:v>
                </c:pt>
                <c:pt idx="6200">
                  <c:v>0.18029629629629629</c:v>
                </c:pt>
                <c:pt idx="6201">
                  <c:v>0.18044444444444444</c:v>
                </c:pt>
                <c:pt idx="6202">
                  <c:v>0.18044444444444444</c:v>
                </c:pt>
                <c:pt idx="6203">
                  <c:v>0.18044444444444444</c:v>
                </c:pt>
                <c:pt idx="6204">
                  <c:v>0.18044444444444444</c:v>
                </c:pt>
                <c:pt idx="6205">
                  <c:v>0.18044444444444444</c:v>
                </c:pt>
                <c:pt idx="6206">
                  <c:v>0.18059259259259258</c:v>
                </c:pt>
                <c:pt idx="6207">
                  <c:v>0.18059259259259258</c:v>
                </c:pt>
                <c:pt idx="6208">
                  <c:v>0.18074074074074073</c:v>
                </c:pt>
                <c:pt idx="6209">
                  <c:v>0.18088888888888888</c:v>
                </c:pt>
                <c:pt idx="6210">
                  <c:v>0.18088888888888888</c:v>
                </c:pt>
                <c:pt idx="6211">
                  <c:v>0.18088888888888888</c:v>
                </c:pt>
                <c:pt idx="6212">
                  <c:v>0.18103703703703702</c:v>
                </c:pt>
                <c:pt idx="6213">
                  <c:v>0.18103703703703702</c:v>
                </c:pt>
                <c:pt idx="6214">
                  <c:v>0.18118518518518517</c:v>
                </c:pt>
                <c:pt idx="6215">
                  <c:v>0.18118518518518517</c:v>
                </c:pt>
                <c:pt idx="6216">
                  <c:v>0.18118518518518517</c:v>
                </c:pt>
                <c:pt idx="6217">
                  <c:v>0.18118518518518517</c:v>
                </c:pt>
                <c:pt idx="6218">
                  <c:v>0.18133333333333335</c:v>
                </c:pt>
                <c:pt idx="6219">
                  <c:v>0.18133333333333335</c:v>
                </c:pt>
                <c:pt idx="6220">
                  <c:v>0.18133333333333335</c:v>
                </c:pt>
                <c:pt idx="6221">
                  <c:v>0.18133333333333335</c:v>
                </c:pt>
                <c:pt idx="6222">
                  <c:v>0.18133333333333335</c:v>
                </c:pt>
                <c:pt idx="6223">
                  <c:v>0.18133333333333335</c:v>
                </c:pt>
                <c:pt idx="6224">
                  <c:v>0.18133333333333335</c:v>
                </c:pt>
                <c:pt idx="6225">
                  <c:v>0.18133333333333335</c:v>
                </c:pt>
                <c:pt idx="6226">
                  <c:v>0.18148148148148149</c:v>
                </c:pt>
                <c:pt idx="6227">
                  <c:v>0.18148148148148149</c:v>
                </c:pt>
                <c:pt idx="6228">
                  <c:v>0.18148148148148149</c:v>
                </c:pt>
                <c:pt idx="6229">
                  <c:v>0.18148148148148149</c:v>
                </c:pt>
                <c:pt idx="6230">
                  <c:v>0.18148148148148149</c:v>
                </c:pt>
                <c:pt idx="6231">
                  <c:v>0.18162962962962964</c:v>
                </c:pt>
                <c:pt idx="6232">
                  <c:v>0.18177777777777779</c:v>
                </c:pt>
                <c:pt idx="6233">
                  <c:v>0.18177777777777779</c:v>
                </c:pt>
                <c:pt idx="6234">
                  <c:v>0.18177777777777779</c:v>
                </c:pt>
                <c:pt idx="6235">
                  <c:v>0.18177777777777779</c:v>
                </c:pt>
                <c:pt idx="6236">
                  <c:v>0.18177777777777779</c:v>
                </c:pt>
                <c:pt idx="6237">
                  <c:v>0.18192592592592594</c:v>
                </c:pt>
                <c:pt idx="6238">
                  <c:v>0.18192592592592594</c:v>
                </c:pt>
                <c:pt idx="6239">
                  <c:v>0.18192592592592594</c:v>
                </c:pt>
                <c:pt idx="6240">
                  <c:v>0.18207407407407408</c:v>
                </c:pt>
                <c:pt idx="6241">
                  <c:v>0.18207407407407408</c:v>
                </c:pt>
                <c:pt idx="6242">
                  <c:v>0.18207407407407408</c:v>
                </c:pt>
                <c:pt idx="6243">
                  <c:v>0.18207407407407408</c:v>
                </c:pt>
                <c:pt idx="6244">
                  <c:v>0.18207407407407408</c:v>
                </c:pt>
                <c:pt idx="6245">
                  <c:v>0.18207407407407408</c:v>
                </c:pt>
                <c:pt idx="6246">
                  <c:v>0.18207407407407408</c:v>
                </c:pt>
                <c:pt idx="6247">
                  <c:v>0.18207407407407408</c:v>
                </c:pt>
                <c:pt idx="6248">
                  <c:v>0.18207407407407408</c:v>
                </c:pt>
                <c:pt idx="6249">
                  <c:v>0.18207407407407408</c:v>
                </c:pt>
                <c:pt idx="6250">
                  <c:v>0.18207407407407408</c:v>
                </c:pt>
                <c:pt idx="6251">
                  <c:v>0.18207407407407408</c:v>
                </c:pt>
                <c:pt idx="6252">
                  <c:v>0.18207407407407408</c:v>
                </c:pt>
                <c:pt idx="6253">
                  <c:v>0.18207407407407408</c:v>
                </c:pt>
                <c:pt idx="6254">
                  <c:v>0.18207407407407408</c:v>
                </c:pt>
                <c:pt idx="6255">
                  <c:v>0.18207407407407408</c:v>
                </c:pt>
                <c:pt idx="6256">
                  <c:v>0.18207407407407408</c:v>
                </c:pt>
                <c:pt idx="6257">
                  <c:v>0.18207407407407408</c:v>
                </c:pt>
                <c:pt idx="6258">
                  <c:v>0.18222222222222223</c:v>
                </c:pt>
                <c:pt idx="6259">
                  <c:v>0.18222222222222223</c:v>
                </c:pt>
                <c:pt idx="6260">
                  <c:v>0.18222222222222223</c:v>
                </c:pt>
                <c:pt idx="6261">
                  <c:v>0.18222222222222223</c:v>
                </c:pt>
                <c:pt idx="6262">
                  <c:v>0.18222222222222223</c:v>
                </c:pt>
                <c:pt idx="6263">
                  <c:v>0.18222222222222223</c:v>
                </c:pt>
                <c:pt idx="6264">
                  <c:v>0.18222222222222223</c:v>
                </c:pt>
                <c:pt idx="6265">
                  <c:v>0.18222222222222223</c:v>
                </c:pt>
                <c:pt idx="6266">
                  <c:v>0.18222222222222223</c:v>
                </c:pt>
                <c:pt idx="6267">
                  <c:v>0.18237037037037038</c:v>
                </c:pt>
                <c:pt idx="6268">
                  <c:v>0.18237037037037038</c:v>
                </c:pt>
                <c:pt idx="6269">
                  <c:v>0.18237037037037038</c:v>
                </c:pt>
                <c:pt idx="6270">
                  <c:v>0.18237037037037038</c:v>
                </c:pt>
                <c:pt idx="6271">
                  <c:v>0.18237037037037038</c:v>
                </c:pt>
                <c:pt idx="6272">
                  <c:v>0.18237037037037038</c:v>
                </c:pt>
                <c:pt idx="6273">
                  <c:v>0.18251851851851852</c:v>
                </c:pt>
                <c:pt idx="6274">
                  <c:v>0.18251851851851852</c:v>
                </c:pt>
                <c:pt idx="6275">
                  <c:v>0.18251851851851852</c:v>
                </c:pt>
                <c:pt idx="6276">
                  <c:v>0.18251851851851852</c:v>
                </c:pt>
                <c:pt idx="6277">
                  <c:v>0.18266666666666667</c:v>
                </c:pt>
                <c:pt idx="6278">
                  <c:v>0.18266666666666667</c:v>
                </c:pt>
                <c:pt idx="6279">
                  <c:v>0.18281481481481482</c:v>
                </c:pt>
                <c:pt idx="6280">
                  <c:v>0.18281481481481482</c:v>
                </c:pt>
                <c:pt idx="6281">
                  <c:v>0.18281481481481482</c:v>
                </c:pt>
                <c:pt idx="6282">
                  <c:v>0.18281481481481482</c:v>
                </c:pt>
                <c:pt idx="6283">
                  <c:v>0.18281481481481482</c:v>
                </c:pt>
                <c:pt idx="6284">
                  <c:v>0.18281481481481482</c:v>
                </c:pt>
                <c:pt idx="6285">
                  <c:v>0.18281481481481482</c:v>
                </c:pt>
                <c:pt idx="6286">
                  <c:v>0.18281481481481482</c:v>
                </c:pt>
                <c:pt idx="6287">
                  <c:v>0.18281481481481482</c:v>
                </c:pt>
                <c:pt idx="6288">
                  <c:v>0.18281481481481482</c:v>
                </c:pt>
                <c:pt idx="6289">
                  <c:v>0.18296296296296297</c:v>
                </c:pt>
                <c:pt idx="6290">
                  <c:v>0.18296296296296297</c:v>
                </c:pt>
                <c:pt idx="6291">
                  <c:v>0.18296296296296297</c:v>
                </c:pt>
                <c:pt idx="6292">
                  <c:v>0.18296296296296297</c:v>
                </c:pt>
                <c:pt idx="6293">
                  <c:v>0.18311111111111111</c:v>
                </c:pt>
                <c:pt idx="6294">
                  <c:v>0.18325925925925926</c:v>
                </c:pt>
                <c:pt idx="6295">
                  <c:v>0.18325925925925926</c:v>
                </c:pt>
                <c:pt idx="6296">
                  <c:v>0.18325925925925926</c:v>
                </c:pt>
                <c:pt idx="6297">
                  <c:v>0.18325925925925926</c:v>
                </c:pt>
                <c:pt idx="6298">
                  <c:v>0.18340740740740741</c:v>
                </c:pt>
                <c:pt idx="6299">
                  <c:v>0.18340740740740741</c:v>
                </c:pt>
                <c:pt idx="6300">
                  <c:v>0.18340740740740741</c:v>
                </c:pt>
                <c:pt idx="6301">
                  <c:v>0.18340740740740741</c:v>
                </c:pt>
                <c:pt idx="6302">
                  <c:v>0.18340740740740741</c:v>
                </c:pt>
                <c:pt idx="6303">
                  <c:v>0.18340740740740741</c:v>
                </c:pt>
                <c:pt idx="6304">
                  <c:v>0.18355555555555556</c:v>
                </c:pt>
                <c:pt idx="6305">
                  <c:v>0.18355555555555556</c:v>
                </c:pt>
                <c:pt idx="6306">
                  <c:v>0.18355555555555556</c:v>
                </c:pt>
                <c:pt idx="6307">
                  <c:v>0.18355555555555556</c:v>
                </c:pt>
                <c:pt idx="6308">
                  <c:v>0.1837037037037037</c:v>
                </c:pt>
                <c:pt idx="6309">
                  <c:v>0.1837037037037037</c:v>
                </c:pt>
                <c:pt idx="6310">
                  <c:v>0.18385185185185185</c:v>
                </c:pt>
                <c:pt idx="6311">
                  <c:v>0.18385185185185185</c:v>
                </c:pt>
                <c:pt idx="6312">
                  <c:v>0.18385185185185185</c:v>
                </c:pt>
                <c:pt idx="6313">
                  <c:v>0.18385185185185185</c:v>
                </c:pt>
                <c:pt idx="6314">
                  <c:v>0.184</c:v>
                </c:pt>
                <c:pt idx="6315">
                  <c:v>0.18414814814814814</c:v>
                </c:pt>
                <c:pt idx="6316">
                  <c:v>0.18414814814814814</c:v>
                </c:pt>
                <c:pt idx="6317">
                  <c:v>0.18429629629629629</c:v>
                </c:pt>
                <c:pt idx="6318">
                  <c:v>0.18429629629629629</c:v>
                </c:pt>
                <c:pt idx="6319">
                  <c:v>0.18429629629629629</c:v>
                </c:pt>
                <c:pt idx="6320">
                  <c:v>0.18429629629629629</c:v>
                </c:pt>
                <c:pt idx="6321">
                  <c:v>0.18444444444444444</c:v>
                </c:pt>
                <c:pt idx="6322">
                  <c:v>0.18459259259259259</c:v>
                </c:pt>
                <c:pt idx="6323">
                  <c:v>0.18474074074074073</c:v>
                </c:pt>
                <c:pt idx="6324">
                  <c:v>0.18474074074074073</c:v>
                </c:pt>
                <c:pt idx="6325">
                  <c:v>0.18488888888888888</c:v>
                </c:pt>
                <c:pt idx="6326">
                  <c:v>0.18488888888888888</c:v>
                </c:pt>
                <c:pt idx="6327">
                  <c:v>0.18488888888888888</c:v>
                </c:pt>
                <c:pt idx="6328">
                  <c:v>0.18488888888888888</c:v>
                </c:pt>
                <c:pt idx="6329">
                  <c:v>0.18488888888888888</c:v>
                </c:pt>
                <c:pt idx="6330">
                  <c:v>0.18503703703703703</c:v>
                </c:pt>
                <c:pt idx="6331">
                  <c:v>0.18503703703703703</c:v>
                </c:pt>
                <c:pt idx="6332">
                  <c:v>0.18503703703703703</c:v>
                </c:pt>
                <c:pt idx="6333">
                  <c:v>0.18518518518518517</c:v>
                </c:pt>
                <c:pt idx="6334">
                  <c:v>0.18518518518518517</c:v>
                </c:pt>
                <c:pt idx="6335">
                  <c:v>0.18518518518518517</c:v>
                </c:pt>
                <c:pt idx="6336">
                  <c:v>0.18533333333333332</c:v>
                </c:pt>
                <c:pt idx="6337">
                  <c:v>0.18533333333333332</c:v>
                </c:pt>
                <c:pt idx="6338">
                  <c:v>0.18548148148148147</c:v>
                </c:pt>
                <c:pt idx="6339">
                  <c:v>0.18562962962962962</c:v>
                </c:pt>
                <c:pt idx="6340">
                  <c:v>0.18577777777777776</c:v>
                </c:pt>
                <c:pt idx="6341">
                  <c:v>0.18577777777777776</c:v>
                </c:pt>
                <c:pt idx="6342">
                  <c:v>0.18577777777777776</c:v>
                </c:pt>
                <c:pt idx="6343">
                  <c:v>0.18577777777777776</c:v>
                </c:pt>
                <c:pt idx="6344">
                  <c:v>0.18577777777777776</c:v>
                </c:pt>
                <c:pt idx="6345">
                  <c:v>0.18577777777777776</c:v>
                </c:pt>
                <c:pt idx="6346">
                  <c:v>0.18592592592592594</c:v>
                </c:pt>
                <c:pt idx="6347">
                  <c:v>0.18592592592592594</c:v>
                </c:pt>
                <c:pt idx="6348">
                  <c:v>0.18607407407407409</c:v>
                </c:pt>
                <c:pt idx="6349">
                  <c:v>0.18607407407407409</c:v>
                </c:pt>
                <c:pt idx="6350">
                  <c:v>0.18607407407407409</c:v>
                </c:pt>
                <c:pt idx="6351">
                  <c:v>0.18607407407407409</c:v>
                </c:pt>
                <c:pt idx="6352">
                  <c:v>0.18622222222222223</c:v>
                </c:pt>
                <c:pt idx="6353">
                  <c:v>0.18622222222222223</c:v>
                </c:pt>
                <c:pt idx="6354">
                  <c:v>0.18622222222222223</c:v>
                </c:pt>
                <c:pt idx="6355">
                  <c:v>0.18637037037037038</c:v>
                </c:pt>
                <c:pt idx="6356">
                  <c:v>0.18637037037037038</c:v>
                </c:pt>
                <c:pt idx="6357">
                  <c:v>0.18651851851851853</c:v>
                </c:pt>
                <c:pt idx="6358">
                  <c:v>0.18651851851851853</c:v>
                </c:pt>
                <c:pt idx="6359">
                  <c:v>0.18666666666666668</c:v>
                </c:pt>
                <c:pt idx="6360">
                  <c:v>0.18666666666666668</c:v>
                </c:pt>
                <c:pt idx="6361">
                  <c:v>0.18666666666666668</c:v>
                </c:pt>
                <c:pt idx="6362">
                  <c:v>0.18681481481481482</c:v>
                </c:pt>
                <c:pt idx="6363">
                  <c:v>0.18681481481481482</c:v>
                </c:pt>
                <c:pt idx="6364">
                  <c:v>0.18681481481481482</c:v>
                </c:pt>
                <c:pt idx="6365">
                  <c:v>0.18696296296296297</c:v>
                </c:pt>
                <c:pt idx="6366">
                  <c:v>0.18696296296296297</c:v>
                </c:pt>
                <c:pt idx="6367">
                  <c:v>0.18696296296296297</c:v>
                </c:pt>
                <c:pt idx="6368">
                  <c:v>0.18696296296296297</c:v>
                </c:pt>
                <c:pt idx="6369">
                  <c:v>0.18711111111111112</c:v>
                </c:pt>
                <c:pt idx="6370">
                  <c:v>0.18711111111111112</c:v>
                </c:pt>
                <c:pt idx="6371">
                  <c:v>0.18711111111111112</c:v>
                </c:pt>
                <c:pt idx="6372">
                  <c:v>0.18725925925925926</c:v>
                </c:pt>
                <c:pt idx="6373">
                  <c:v>0.18725925925925926</c:v>
                </c:pt>
                <c:pt idx="6374">
                  <c:v>0.18725925925925926</c:v>
                </c:pt>
                <c:pt idx="6375">
                  <c:v>0.18725925925925926</c:v>
                </c:pt>
                <c:pt idx="6376">
                  <c:v>0.18725925925925926</c:v>
                </c:pt>
                <c:pt idx="6377">
                  <c:v>0.18725925925925926</c:v>
                </c:pt>
                <c:pt idx="6378">
                  <c:v>0.18725925925925926</c:v>
                </c:pt>
                <c:pt idx="6379">
                  <c:v>0.18725925925925926</c:v>
                </c:pt>
                <c:pt idx="6380">
                  <c:v>0.18725925925925926</c:v>
                </c:pt>
                <c:pt idx="6381">
                  <c:v>0.18725925925925926</c:v>
                </c:pt>
                <c:pt idx="6382">
                  <c:v>0.18725925925925926</c:v>
                </c:pt>
                <c:pt idx="6383">
                  <c:v>0.18725925925925926</c:v>
                </c:pt>
                <c:pt idx="6384">
                  <c:v>0.18725925925925926</c:v>
                </c:pt>
                <c:pt idx="6385">
                  <c:v>0.18725925925925926</c:v>
                </c:pt>
                <c:pt idx="6386">
                  <c:v>0.18725925925925926</c:v>
                </c:pt>
                <c:pt idx="6387">
                  <c:v>0.18725925925925926</c:v>
                </c:pt>
                <c:pt idx="6388">
                  <c:v>0.18725925925925926</c:v>
                </c:pt>
                <c:pt idx="6389">
                  <c:v>0.18725925925925926</c:v>
                </c:pt>
                <c:pt idx="6390">
                  <c:v>0.18725925925925926</c:v>
                </c:pt>
                <c:pt idx="6391">
                  <c:v>0.18725925925925926</c:v>
                </c:pt>
                <c:pt idx="6392">
                  <c:v>0.18725925925925926</c:v>
                </c:pt>
                <c:pt idx="6393">
                  <c:v>0.18725925925925926</c:v>
                </c:pt>
                <c:pt idx="6394">
                  <c:v>0.18725925925925926</c:v>
                </c:pt>
                <c:pt idx="6395">
                  <c:v>0.18725925925925926</c:v>
                </c:pt>
                <c:pt idx="6396">
                  <c:v>0.18740740740740741</c:v>
                </c:pt>
                <c:pt idx="6397">
                  <c:v>0.18740740740740741</c:v>
                </c:pt>
                <c:pt idx="6398">
                  <c:v>0.18740740740740741</c:v>
                </c:pt>
                <c:pt idx="6399">
                  <c:v>0.18740740740740741</c:v>
                </c:pt>
                <c:pt idx="6400">
                  <c:v>0.18740740740740741</c:v>
                </c:pt>
                <c:pt idx="6401">
                  <c:v>0.18740740740740741</c:v>
                </c:pt>
                <c:pt idx="6402">
                  <c:v>0.18755555555555556</c:v>
                </c:pt>
                <c:pt idx="6403">
                  <c:v>0.18755555555555556</c:v>
                </c:pt>
                <c:pt idx="6404">
                  <c:v>0.18755555555555556</c:v>
                </c:pt>
                <c:pt idx="6405">
                  <c:v>0.18770370370370371</c:v>
                </c:pt>
                <c:pt idx="6406">
                  <c:v>0.18770370370370371</c:v>
                </c:pt>
                <c:pt idx="6407">
                  <c:v>0.18770370370370371</c:v>
                </c:pt>
                <c:pt idx="6408">
                  <c:v>0.18770370370370371</c:v>
                </c:pt>
                <c:pt idx="6409">
                  <c:v>0.18770370370370371</c:v>
                </c:pt>
                <c:pt idx="6410">
                  <c:v>0.18785185185185185</c:v>
                </c:pt>
                <c:pt idx="6411">
                  <c:v>0.18785185185185185</c:v>
                </c:pt>
                <c:pt idx="6412">
                  <c:v>0.18785185185185185</c:v>
                </c:pt>
                <c:pt idx="6413">
                  <c:v>0.18785185185185185</c:v>
                </c:pt>
                <c:pt idx="6414">
                  <c:v>0.188</c:v>
                </c:pt>
                <c:pt idx="6415">
                  <c:v>0.188</c:v>
                </c:pt>
                <c:pt idx="6416">
                  <c:v>0.188</c:v>
                </c:pt>
                <c:pt idx="6417">
                  <c:v>0.188</c:v>
                </c:pt>
                <c:pt idx="6418">
                  <c:v>0.188</c:v>
                </c:pt>
                <c:pt idx="6419">
                  <c:v>0.188</c:v>
                </c:pt>
                <c:pt idx="6420">
                  <c:v>0.188</c:v>
                </c:pt>
                <c:pt idx="6421">
                  <c:v>0.188</c:v>
                </c:pt>
                <c:pt idx="6422">
                  <c:v>0.188</c:v>
                </c:pt>
                <c:pt idx="6423">
                  <c:v>0.188</c:v>
                </c:pt>
                <c:pt idx="6424">
                  <c:v>0.188</c:v>
                </c:pt>
                <c:pt idx="6425">
                  <c:v>0.188</c:v>
                </c:pt>
                <c:pt idx="6426">
                  <c:v>0.18814814814814815</c:v>
                </c:pt>
                <c:pt idx="6427">
                  <c:v>0.18829629629629629</c:v>
                </c:pt>
                <c:pt idx="6428">
                  <c:v>0.18829629629629629</c:v>
                </c:pt>
                <c:pt idx="6429">
                  <c:v>0.18829629629629629</c:v>
                </c:pt>
                <c:pt idx="6430">
                  <c:v>0.18829629629629629</c:v>
                </c:pt>
                <c:pt idx="6431">
                  <c:v>0.18829629629629629</c:v>
                </c:pt>
                <c:pt idx="6432">
                  <c:v>0.18829629629629629</c:v>
                </c:pt>
                <c:pt idx="6433">
                  <c:v>0.18844444444444444</c:v>
                </c:pt>
                <c:pt idx="6434">
                  <c:v>0.18859259259259259</c:v>
                </c:pt>
                <c:pt idx="6435">
                  <c:v>0.18874074074074074</c:v>
                </c:pt>
                <c:pt idx="6436">
                  <c:v>0.18874074074074074</c:v>
                </c:pt>
                <c:pt idx="6437">
                  <c:v>0.18874074074074074</c:v>
                </c:pt>
                <c:pt idx="6438">
                  <c:v>0.18874074074074074</c:v>
                </c:pt>
                <c:pt idx="6439">
                  <c:v>0.18888888888888888</c:v>
                </c:pt>
                <c:pt idx="6440">
                  <c:v>0.18888888888888888</c:v>
                </c:pt>
                <c:pt idx="6441">
                  <c:v>0.18888888888888888</c:v>
                </c:pt>
                <c:pt idx="6442">
                  <c:v>0.18888888888888888</c:v>
                </c:pt>
                <c:pt idx="6443">
                  <c:v>0.18888888888888888</c:v>
                </c:pt>
                <c:pt idx="6444">
                  <c:v>0.18888888888888888</c:v>
                </c:pt>
                <c:pt idx="6445">
                  <c:v>0.18888888888888888</c:v>
                </c:pt>
                <c:pt idx="6446">
                  <c:v>0.18888888888888888</c:v>
                </c:pt>
                <c:pt idx="6447">
                  <c:v>0.18903703703703703</c:v>
                </c:pt>
                <c:pt idx="6448">
                  <c:v>0.18903703703703703</c:v>
                </c:pt>
                <c:pt idx="6449">
                  <c:v>0.18903703703703703</c:v>
                </c:pt>
                <c:pt idx="6450">
                  <c:v>0.18903703703703703</c:v>
                </c:pt>
                <c:pt idx="6451">
                  <c:v>0.18903703703703703</c:v>
                </c:pt>
                <c:pt idx="6452">
                  <c:v>0.18903703703703703</c:v>
                </c:pt>
                <c:pt idx="6453">
                  <c:v>0.18903703703703703</c:v>
                </c:pt>
                <c:pt idx="6454">
                  <c:v>0.18903703703703703</c:v>
                </c:pt>
                <c:pt idx="6455">
                  <c:v>0.18903703703703703</c:v>
                </c:pt>
                <c:pt idx="6456">
                  <c:v>0.18918518518518518</c:v>
                </c:pt>
                <c:pt idx="6457">
                  <c:v>0.18933333333333333</c:v>
                </c:pt>
                <c:pt idx="6458">
                  <c:v>0.18948148148148147</c:v>
                </c:pt>
                <c:pt idx="6459">
                  <c:v>0.18962962962962962</c:v>
                </c:pt>
                <c:pt idx="6460">
                  <c:v>0.18977777777777777</c:v>
                </c:pt>
                <c:pt idx="6461">
                  <c:v>0.18977777777777777</c:v>
                </c:pt>
                <c:pt idx="6462">
                  <c:v>0.18977777777777777</c:v>
                </c:pt>
                <c:pt idx="6463">
                  <c:v>0.18977777777777777</c:v>
                </c:pt>
                <c:pt idx="6464">
                  <c:v>0.18977777777777777</c:v>
                </c:pt>
                <c:pt idx="6465">
                  <c:v>0.18992592592592591</c:v>
                </c:pt>
                <c:pt idx="6466">
                  <c:v>0.18992592592592591</c:v>
                </c:pt>
                <c:pt idx="6467">
                  <c:v>0.18992592592592591</c:v>
                </c:pt>
                <c:pt idx="6468">
                  <c:v>0.19007407407407406</c:v>
                </c:pt>
                <c:pt idx="6469">
                  <c:v>0.19007407407407406</c:v>
                </c:pt>
                <c:pt idx="6470">
                  <c:v>0.19007407407407406</c:v>
                </c:pt>
                <c:pt idx="6471">
                  <c:v>0.19007407407407406</c:v>
                </c:pt>
                <c:pt idx="6472">
                  <c:v>0.19022222222222221</c:v>
                </c:pt>
                <c:pt idx="6473">
                  <c:v>0.19022222222222221</c:v>
                </c:pt>
                <c:pt idx="6474">
                  <c:v>0.19022222222222221</c:v>
                </c:pt>
                <c:pt idx="6475">
                  <c:v>0.19022222222222221</c:v>
                </c:pt>
                <c:pt idx="6476">
                  <c:v>0.19022222222222221</c:v>
                </c:pt>
                <c:pt idx="6477">
                  <c:v>0.19022222222222221</c:v>
                </c:pt>
                <c:pt idx="6478">
                  <c:v>0.19022222222222221</c:v>
                </c:pt>
                <c:pt idx="6479">
                  <c:v>0.19037037037037038</c:v>
                </c:pt>
                <c:pt idx="6480">
                  <c:v>0.19037037037037038</c:v>
                </c:pt>
                <c:pt idx="6481">
                  <c:v>0.19037037037037038</c:v>
                </c:pt>
                <c:pt idx="6482">
                  <c:v>0.19037037037037038</c:v>
                </c:pt>
                <c:pt idx="6483">
                  <c:v>0.19037037037037038</c:v>
                </c:pt>
                <c:pt idx="6484">
                  <c:v>0.19037037037037038</c:v>
                </c:pt>
                <c:pt idx="6485">
                  <c:v>0.19037037037037038</c:v>
                </c:pt>
                <c:pt idx="6486">
                  <c:v>0.19037037037037038</c:v>
                </c:pt>
                <c:pt idx="6487">
                  <c:v>0.19037037037037038</c:v>
                </c:pt>
                <c:pt idx="6488">
                  <c:v>0.19051851851851853</c:v>
                </c:pt>
                <c:pt idx="6489">
                  <c:v>0.19051851851851853</c:v>
                </c:pt>
                <c:pt idx="6490">
                  <c:v>0.19051851851851853</c:v>
                </c:pt>
                <c:pt idx="6491">
                  <c:v>0.19051851851851853</c:v>
                </c:pt>
                <c:pt idx="6492">
                  <c:v>0.19066666666666668</c:v>
                </c:pt>
                <c:pt idx="6493">
                  <c:v>0.19066666666666668</c:v>
                </c:pt>
                <c:pt idx="6494">
                  <c:v>0.19066666666666668</c:v>
                </c:pt>
                <c:pt idx="6495">
                  <c:v>0.19066666666666668</c:v>
                </c:pt>
                <c:pt idx="6496">
                  <c:v>0.19081481481481483</c:v>
                </c:pt>
                <c:pt idx="6497">
                  <c:v>0.19081481481481483</c:v>
                </c:pt>
                <c:pt idx="6498">
                  <c:v>0.19081481481481483</c:v>
                </c:pt>
                <c:pt idx="6499">
                  <c:v>0.19081481481481483</c:v>
                </c:pt>
                <c:pt idx="6500">
                  <c:v>0.19081481481481483</c:v>
                </c:pt>
                <c:pt idx="6501">
                  <c:v>0.19081481481481483</c:v>
                </c:pt>
                <c:pt idx="6502">
                  <c:v>0.19081481481481483</c:v>
                </c:pt>
                <c:pt idx="6503">
                  <c:v>0.19081481481481483</c:v>
                </c:pt>
                <c:pt idx="6504">
                  <c:v>0.19081481481481483</c:v>
                </c:pt>
                <c:pt idx="6505">
                  <c:v>0.19081481481481483</c:v>
                </c:pt>
                <c:pt idx="6506">
                  <c:v>0.19081481481481483</c:v>
                </c:pt>
                <c:pt idx="6507">
                  <c:v>0.19081481481481483</c:v>
                </c:pt>
                <c:pt idx="6508">
                  <c:v>0.19081481481481483</c:v>
                </c:pt>
                <c:pt idx="6509">
                  <c:v>0.19081481481481483</c:v>
                </c:pt>
                <c:pt idx="6510">
                  <c:v>0.19081481481481483</c:v>
                </c:pt>
                <c:pt idx="6511">
                  <c:v>0.19081481481481483</c:v>
                </c:pt>
                <c:pt idx="6512">
                  <c:v>0.19081481481481483</c:v>
                </c:pt>
                <c:pt idx="6513">
                  <c:v>0.19081481481481483</c:v>
                </c:pt>
                <c:pt idx="6514">
                  <c:v>0.19081481481481483</c:v>
                </c:pt>
                <c:pt idx="6515">
                  <c:v>0.19096296296296297</c:v>
                </c:pt>
                <c:pt idx="6516">
                  <c:v>0.19096296296296297</c:v>
                </c:pt>
                <c:pt idx="6517">
                  <c:v>0.19096296296296297</c:v>
                </c:pt>
                <c:pt idx="6518">
                  <c:v>0.19096296296296297</c:v>
                </c:pt>
                <c:pt idx="6519">
                  <c:v>0.19111111111111112</c:v>
                </c:pt>
                <c:pt idx="6520">
                  <c:v>0.19125925925925927</c:v>
                </c:pt>
                <c:pt idx="6521">
                  <c:v>0.19125925925925927</c:v>
                </c:pt>
                <c:pt idx="6522">
                  <c:v>0.19125925925925927</c:v>
                </c:pt>
                <c:pt idx="6523">
                  <c:v>0.19140740740740741</c:v>
                </c:pt>
                <c:pt idx="6524">
                  <c:v>0.19140740740740741</c:v>
                </c:pt>
                <c:pt idx="6525">
                  <c:v>0.19140740740740741</c:v>
                </c:pt>
                <c:pt idx="6526">
                  <c:v>0.19140740740740741</c:v>
                </c:pt>
                <c:pt idx="6527">
                  <c:v>0.19140740740740741</c:v>
                </c:pt>
                <c:pt idx="6528">
                  <c:v>0.19140740740740741</c:v>
                </c:pt>
                <c:pt idx="6529">
                  <c:v>0.19140740740740741</c:v>
                </c:pt>
                <c:pt idx="6530">
                  <c:v>0.19155555555555556</c:v>
                </c:pt>
                <c:pt idx="6531">
                  <c:v>0.19170370370370371</c:v>
                </c:pt>
                <c:pt idx="6532">
                  <c:v>0.19170370370370371</c:v>
                </c:pt>
                <c:pt idx="6533">
                  <c:v>0.19170370370370371</c:v>
                </c:pt>
                <c:pt idx="6534">
                  <c:v>0.19185185185185186</c:v>
                </c:pt>
                <c:pt idx="6535">
                  <c:v>0.192</c:v>
                </c:pt>
                <c:pt idx="6536">
                  <c:v>0.19214814814814815</c:v>
                </c:pt>
                <c:pt idx="6537">
                  <c:v>0.19214814814814815</c:v>
                </c:pt>
                <c:pt idx="6538">
                  <c:v>0.19214814814814815</c:v>
                </c:pt>
                <c:pt idx="6539">
                  <c:v>0.1922962962962963</c:v>
                </c:pt>
                <c:pt idx="6540">
                  <c:v>0.1922962962962963</c:v>
                </c:pt>
                <c:pt idx="6541">
                  <c:v>0.1922962962962963</c:v>
                </c:pt>
                <c:pt idx="6542">
                  <c:v>0.1922962962962963</c:v>
                </c:pt>
                <c:pt idx="6543">
                  <c:v>0.1922962962962963</c:v>
                </c:pt>
                <c:pt idx="6544">
                  <c:v>0.1922962962962963</c:v>
                </c:pt>
                <c:pt idx="6545">
                  <c:v>0.1922962962962963</c:v>
                </c:pt>
                <c:pt idx="6546">
                  <c:v>0.19244444444444445</c:v>
                </c:pt>
                <c:pt idx="6547">
                  <c:v>0.19259259259259259</c:v>
                </c:pt>
                <c:pt idx="6548">
                  <c:v>0.19259259259259259</c:v>
                </c:pt>
                <c:pt idx="6549">
                  <c:v>0.19259259259259259</c:v>
                </c:pt>
                <c:pt idx="6550">
                  <c:v>0.19274074074074074</c:v>
                </c:pt>
                <c:pt idx="6551">
                  <c:v>0.19274074074074074</c:v>
                </c:pt>
                <c:pt idx="6552">
                  <c:v>0.19274074074074074</c:v>
                </c:pt>
                <c:pt idx="6553">
                  <c:v>0.19274074074074074</c:v>
                </c:pt>
                <c:pt idx="6554">
                  <c:v>0.19274074074074074</c:v>
                </c:pt>
                <c:pt idx="6555">
                  <c:v>0.19274074074074074</c:v>
                </c:pt>
                <c:pt idx="6556">
                  <c:v>0.19274074074074074</c:v>
                </c:pt>
                <c:pt idx="6557">
                  <c:v>0.19274074074074074</c:v>
                </c:pt>
                <c:pt idx="6558">
                  <c:v>0.19288888888888889</c:v>
                </c:pt>
                <c:pt idx="6559">
                  <c:v>0.19288888888888889</c:v>
                </c:pt>
                <c:pt idx="6560">
                  <c:v>0.19288888888888889</c:v>
                </c:pt>
                <c:pt idx="6561">
                  <c:v>0.19288888888888889</c:v>
                </c:pt>
                <c:pt idx="6562">
                  <c:v>0.19288888888888889</c:v>
                </c:pt>
                <c:pt idx="6563">
                  <c:v>0.19288888888888889</c:v>
                </c:pt>
                <c:pt idx="6564">
                  <c:v>0.19288888888888889</c:v>
                </c:pt>
                <c:pt idx="6565">
                  <c:v>0.19288888888888889</c:v>
                </c:pt>
                <c:pt idx="6566">
                  <c:v>0.19288888888888889</c:v>
                </c:pt>
                <c:pt idx="6567">
                  <c:v>0.19288888888888889</c:v>
                </c:pt>
                <c:pt idx="6568">
                  <c:v>0.19288888888888889</c:v>
                </c:pt>
                <c:pt idx="6569">
                  <c:v>0.19288888888888889</c:v>
                </c:pt>
                <c:pt idx="6570">
                  <c:v>0.19288888888888889</c:v>
                </c:pt>
                <c:pt idx="6571">
                  <c:v>0.19288888888888889</c:v>
                </c:pt>
                <c:pt idx="6572">
                  <c:v>0.19288888888888889</c:v>
                </c:pt>
                <c:pt idx="6573">
                  <c:v>0.19288888888888889</c:v>
                </c:pt>
                <c:pt idx="6574">
                  <c:v>0.19288888888888889</c:v>
                </c:pt>
                <c:pt idx="6575">
                  <c:v>0.19288888888888889</c:v>
                </c:pt>
                <c:pt idx="6576">
                  <c:v>0.19288888888888889</c:v>
                </c:pt>
                <c:pt idx="6577">
                  <c:v>0.19288888888888889</c:v>
                </c:pt>
                <c:pt idx="6578">
                  <c:v>0.19288888888888889</c:v>
                </c:pt>
                <c:pt idx="6579">
                  <c:v>0.19303703703703703</c:v>
                </c:pt>
                <c:pt idx="6580">
                  <c:v>0.19303703703703703</c:v>
                </c:pt>
                <c:pt idx="6581">
                  <c:v>0.19303703703703703</c:v>
                </c:pt>
                <c:pt idx="6582">
                  <c:v>0.19318518518518518</c:v>
                </c:pt>
                <c:pt idx="6583">
                  <c:v>0.19333333333333333</c:v>
                </c:pt>
                <c:pt idx="6584">
                  <c:v>0.19348148148148148</c:v>
                </c:pt>
                <c:pt idx="6585">
                  <c:v>0.19348148148148148</c:v>
                </c:pt>
                <c:pt idx="6586">
                  <c:v>0.19362962962962962</c:v>
                </c:pt>
                <c:pt idx="6587">
                  <c:v>0.19362962962962962</c:v>
                </c:pt>
                <c:pt idx="6588">
                  <c:v>0.19362962962962962</c:v>
                </c:pt>
                <c:pt idx="6589">
                  <c:v>0.19377777777777777</c:v>
                </c:pt>
                <c:pt idx="6590">
                  <c:v>0.19377777777777777</c:v>
                </c:pt>
                <c:pt idx="6591">
                  <c:v>0.19392592592592592</c:v>
                </c:pt>
                <c:pt idx="6592">
                  <c:v>0.19392592592592592</c:v>
                </c:pt>
                <c:pt idx="6593">
                  <c:v>0.19392592592592592</c:v>
                </c:pt>
                <c:pt idx="6594">
                  <c:v>0.19392592592592592</c:v>
                </c:pt>
                <c:pt idx="6595">
                  <c:v>0.19392592592592592</c:v>
                </c:pt>
                <c:pt idx="6596">
                  <c:v>0.19392592592592592</c:v>
                </c:pt>
                <c:pt idx="6597">
                  <c:v>0.19392592592592592</c:v>
                </c:pt>
                <c:pt idx="6598">
                  <c:v>0.19392592592592592</c:v>
                </c:pt>
                <c:pt idx="6599">
                  <c:v>0.19392592592592592</c:v>
                </c:pt>
                <c:pt idx="6600">
                  <c:v>0.19392592592592592</c:v>
                </c:pt>
                <c:pt idx="6601">
                  <c:v>0.19407407407407407</c:v>
                </c:pt>
                <c:pt idx="6602">
                  <c:v>0.19422222222222221</c:v>
                </c:pt>
                <c:pt idx="6603">
                  <c:v>0.19422222222222221</c:v>
                </c:pt>
                <c:pt idx="6604">
                  <c:v>0.19422222222222221</c:v>
                </c:pt>
                <c:pt idx="6605">
                  <c:v>0.19422222222222221</c:v>
                </c:pt>
                <c:pt idx="6606">
                  <c:v>0.19437037037037036</c:v>
                </c:pt>
                <c:pt idx="6607">
                  <c:v>0.19451851851851851</c:v>
                </c:pt>
                <c:pt idx="6608">
                  <c:v>0.19451851851851851</c:v>
                </c:pt>
                <c:pt idx="6609">
                  <c:v>0.19451851851851851</c:v>
                </c:pt>
                <c:pt idx="6610">
                  <c:v>0.19466666666666665</c:v>
                </c:pt>
                <c:pt idx="6611">
                  <c:v>0.19466666666666665</c:v>
                </c:pt>
                <c:pt idx="6612">
                  <c:v>0.19466666666666665</c:v>
                </c:pt>
                <c:pt idx="6613">
                  <c:v>0.19466666666666665</c:v>
                </c:pt>
                <c:pt idx="6614">
                  <c:v>0.19466666666666665</c:v>
                </c:pt>
                <c:pt idx="6615">
                  <c:v>0.19466666666666665</c:v>
                </c:pt>
                <c:pt idx="6616">
                  <c:v>0.1948148148148148</c:v>
                </c:pt>
                <c:pt idx="6617">
                  <c:v>0.1948148148148148</c:v>
                </c:pt>
                <c:pt idx="6618">
                  <c:v>0.19496296296296298</c:v>
                </c:pt>
                <c:pt idx="6619">
                  <c:v>0.19496296296296298</c:v>
                </c:pt>
                <c:pt idx="6620">
                  <c:v>0.19496296296296298</c:v>
                </c:pt>
                <c:pt idx="6621">
                  <c:v>0.19496296296296298</c:v>
                </c:pt>
                <c:pt idx="6622">
                  <c:v>0.19511111111111112</c:v>
                </c:pt>
                <c:pt idx="6623">
                  <c:v>0.19511111111111112</c:v>
                </c:pt>
                <c:pt idx="6624">
                  <c:v>0.19511111111111112</c:v>
                </c:pt>
                <c:pt idx="6625">
                  <c:v>0.19511111111111112</c:v>
                </c:pt>
                <c:pt idx="6626">
                  <c:v>0.19511111111111112</c:v>
                </c:pt>
                <c:pt idx="6627">
                  <c:v>0.19525925925925927</c:v>
                </c:pt>
                <c:pt idx="6628">
                  <c:v>0.19525925925925927</c:v>
                </c:pt>
                <c:pt idx="6629">
                  <c:v>0.19525925925925927</c:v>
                </c:pt>
                <c:pt idx="6630">
                  <c:v>0.19540740740740742</c:v>
                </c:pt>
                <c:pt idx="6631">
                  <c:v>0.19540740740740742</c:v>
                </c:pt>
                <c:pt idx="6632">
                  <c:v>0.19540740740740742</c:v>
                </c:pt>
                <c:pt idx="6633">
                  <c:v>0.19540740740740742</c:v>
                </c:pt>
                <c:pt idx="6634">
                  <c:v>0.19555555555555557</c:v>
                </c:pt>
                <c:pt idx="6635">
                  <c:v>0.19555555555555557</c:v>
                </c:pt>
                <c:pt idx="6636">
                  <c:v>0.19555555555555557</c:v>
                </c:pt>
                <c:pt idx="6637">
                  <c:v>0.19555555555555557</c:v>
                </c:pt>
                <c:pt idx="6638">
                  <c:v>0.19555555555555557</c:v>
                </c:pt>
                <c:pt idx="6639">
                  <c:v>0.19570370370370371</c:v>
                </c:pt>
                <c:pt idx="6640">
                  <c:v>0.19585185185185186</c:v>
                </c:pt>
                <c:pt idx="6641">
                  <c:v>0.19585185185185186</c:v>
                </c:pt>
                <c:pt idx="6642">
                  <c:v>0.19600000000000001</c:v>
                </c:pt>
                <c:pt idx="6643">
                  <c:v>0.19600000000000001</c:v>
                </c:pt>
                <c:pt idx="6644">
                  <c:v>0.19614814814814815</c:v>
                </c:pt>
                <c:pt idx="6645">
                  <c:v>0.19614814814814815</c:v>
                </c:pt>
                <c:pt idx="6646">
                  <c:v>0.19614814814814815</c:v>
                </c:pt>
                <c:pt idx="6647">
                  <c:v>0.19614814814814815</c:v>
                </c:pt>
                <c:pt idx="6648">
                  <c:v>0.1962962962962963</c:v>
                </c:pt>
                <c:pt idx="6649">
                  <c:v>0.19644444444444445</c:v>
                </c:pt>
                <c:pt idx="6650">
                  <c:v>0.19644444444444445</c:v>
                </c:pt>
                <c:pt idx="6651">
                  <c:v>0.19644444444444445</c:v>
                </c:pt>
                <c:pt idx="6652">
                  <c:v>0.19644444444444445</c:v>
                </c:pt>
                <c:pt idx="6653">
                  <c:v>0.19644444444444445</c:v>
                </c:pt>
                <c:pt idx="6654">
                  <c:v>0.1965925925925926</c:v>
                </c:pt>
                <c:pt idx="6655">
                  <c:v>0.1965925925925926</c:v>
                </c:pt>
                <c:pt idx="6656">
                  <c:v>0.1965925925925926</c:v>
                </c:pt>
                <c:pt idx="6657">
                  <c:v>0.1965925925925926</c:v>
                </c:pt>
                <c:pt idx="6658">
                  <c:v>0.1965925925925926</c:v>
                </c:pt>
                <c:pt idx="6659">
                  <c:v>0.1965925925925926</c:v>
                </c:pt>
                <c:pt idx="6660">
                  <c:v>0.1965925925925926</c:v>
                </c:pt>
                <c:pt idx="6661">
                  <c:v>0.1965925925925926</c:v>
                </c:pt>
                <c:pt idx="6662">
                  <c:v>0.1965925925925926</c:v>
                </c:pt>
                <c:pt idx="6663">
                  <c:v>0.19674074074074074</c:v>
                </c:pt>
                <c:pt idx="6664">
                  <c:v>0.19674074074074074</c:v>
                </c:pt>
                <c:pt idx="6665">
                  <c:v>0.19688888888888889</c:v>
                </c:pt>
                <c:pt idx="6666">
                  <c:v>0.19688888888888889</c:v>
                </c:pt>
                <c:pt idx="6667">
                  <c:v>0.19703703703703704</c:v>
                </c:pt>
                <c:pt idx="6668">
                  <c:v>0.19703703703703704</c:v>
                </c:pt>
                <c:pt idx="6669">
                  <c:v>0.19703703703703704</c:v>
                </c:pt>
                <c:pt idx="6670">
                  <c:v>0.19703703703703704</c:v>
                </c:pt>
                <c:pt idx="6671">
                  <c:v>0.19703703703703704</c:v>
                </c:pt>
                <c:pt idx="6672">
                  <c:v>0.19703703703703704</c:v>
                </c:pt>
                <c:pt idx="6673">
                  <c:v>0.19718518518518519</c:v>
                </c:pt>
                <c:pt idx="6674">
                  <c:v>0.19718518518518519</c:v>
                </c:pt>
                <c:pt idx="6675">
                  <c:v>0.19718518518518519</c:v>
                </c:pt>
                <c:pt idx="6676">
                  <c:v>0.19718518518518519</c:v>
                </c:pt>
                <c:pt idx="6677">
                  <c:v>0.19733333333333333</c:v>
                </c:pt>
                <c:pt idx="6678">
                  <c:v>0.19733333333333333</c:v>
                </c:pt>
                <c:pt idx="6679">
                  <c:v>0.19733333333333333</c:v>
                </c:pt>
                <c:pt idx="6680">
                  <c:v>0.19733333333333333</c:v>
                </c:pt>
                <c:pt idx="6681">
                  <c:v>0.19733333333333333</c:v>
                </c:pt>
                <c:pt idx="6682">
                  <c:v>0.19733333333333333</c:v>
                </c:pt>
                <c:pt idx="6683">
                  <c:v>0.19733333333333333</c:v>
                </c:pt>
                <c:pt idx="6684">
                  <c:v>0.19733333333333333</c:v>
                </c:pt>
                <c:pt idx="6685">
                  <c:v>0.19733333333333333</c:v>
                </c:pt>
                <c:pt idx="6686">
                  <c:v>0.19748148148148148</c:v>
                </c:pt>
                <c:pt idx="6687">
                  <c:v>0.19748148148148148</c:v>
                </c:pt>
                <c:pt idx="6688">
                  <c:v>0.19748148148148148</c:v>
                </c:pt>
                <c:pt idx="6689">
                  <c:v>0.19748148148148148</c:v>
                </c:pt>
                <c:pt idx="6690">
                  <c:v>0.19748148148148148</c:v>
                </c:pt>
                <c:pt idx="6691">
                  <c:v>0.19762962962962963</c:v>
                </c:pt>
                <c:pt idx="6692">
                  <c:v>0.19762962962962963</c:v>
                </c:pt>
                <c:pt idx="6693">
                  <c:v>0.19762962962962963</c:v>
                </c:pt>
                <c:pt idx="6694">
                  <c:v>0.19762962962962963</c:v>
                </c:pt>
                <c:pt idx="6695">
                  <c:v>0.19762962962962963</c:v>
                </c:pt>
                <c:pt idx="6696">
                  <c:v>0.19777777777777777</c:v>
                </c:pt>
                <c:pt idx="6697">
                  <c:v>0.19777777777777777</c:v>
                </c:pt>
                <c:pt idx="6698">
                  <c:v>0.19777777777777777</c:v>
                </c:pt>
                <c:pt idx="6699">
                  <c:v>0.19777777777777777</c:v>
                </c:pt>
                <c:pt idx="6700">
                  <c:v>0.19777777777777777</c:v>
                </c:pt>
                <c:pt idx="6701">
                  <c:v>0.19777777777777777</c:v>
                </c:pt>
                <c:pt idx="6702">
                  <c:v>0.19777777777777777</c:v>
                </c:pt>
                <c:pt idx="6703">
                  <c:v>0.19777777777777777</c:v>
                </c:pt>
                <c:pt idx="6704">
                  <c:v>0.19777777777777777</c:v>
                </c:pt>
                <c:pt idx="6705">
                  <c:v>0.19777777777777777</c:v>
                </c:pt>
                <c:pt idx="6706">
                  <c:v>0.19777777777777777</c:v>
                </c:pt>
                <c:pt idx="6707">
                  <c:v>0.19777777777777777</c:v>
                </c:pt>
                <c:pt idx="6708">
                  <c:v>0.19777777777777777</c:v>
                </c:pt>
                <c:pt idx="6709">
                  <c:v>0.19777777777777777</c:v>
                </c:pt>
                <c:pt idx="6710">
                  <c:v>0.19777777777777777</c:v>
                </c:pt>
                <c:pt idx="6711">
                  <c:v>0.19777777777777777</c:v>
                </c:pt>
                <c:pt idx="6712">
                  <c:v>0.19792592592592592</c:v>
                </c:pt>
                <c:pt idx="6713">
                  <c:v>0.19792592592592592</c:v>
                </c:pt>
                <c:pt idx="6714">
                  <c:v>0.19792592592592592</c:v>
                </c:pt>
                <c:pt idx="6715">
                  <c:v>0.19792592592592592</c:v>
                </c:pt>
                <c:pt idx="6716">
                  <c:v>0.19792592592592592</c:v>
                </c:pt>
                <c:pt idx="6717">
                  <c:v>0.19792592592592592</c:v>
                </c:pt>
                <c:pt idx="6718">
                  <c:v>0.19792592592592592</c:v>
                </c:pt>
                <c:pt idx="6719">
                  <c:v>0.19792592592592592</c:v>
                </c:pt>
                <c:pt idx="6720">
                  <c:v>0.19807407407407407</c:v>
                </c:pt>
                <c:pt idx="6721">
                  <c:v>0.19822222222222222</c:v>
                </c:pt>
                <c:pt idx="6722">
                  <c:v>0.19837037037037036</c:v>
                </c:pt>
                <c:pt idx="6723">
                  <c:v>0.19851851851851851</c:v>
                </c:pt>
                <c:pt idx="6724">
                  <c:v>0.19851851851851851</c:v>
                </c:pt>
                <c:pt idx="6725">
                  <c:v>0.19866666666666666</c:v>
                </c:pt>
                <c:pt idx="6726">
                  <c:v>0.19866666666666666</c:v>
                </c:pt>
                <c:pt idx="6727">
                  <c:v>0.19881481481481481</c:v>
                </c:pt>
                <c:pt idx="6728">
                  <c:v>0.19881481481481481</c:v>
                </c:pt>
                <c:pt idx="6729">
                  <c:v>0.19881481481481481</c:v>
                </c:pt>
                <c:pt idx="6730">
                  <c:v>0.19881481481481481</c:v>
                </c:pt>
                <c:pt idx="6731">
                  <c:v>0.19896296296296295</c:v>
                </c:pt>
                <c:pt idx="6732">
                  <c:v>0.19896296296296295</c:v>
                </c:pt>
                <c:pt idx="6733">
                  <c:v>0.19896296296296295</c:v>
                </c:pt>
                <c:pt idx="6734">
                  <c:v>0.19896296296296295</c:v>
                </c:pt>
                <c:pt idx="6735">
                  <c:v>0.1991111111111111</c:v>
                </c:pt>
                <c:pt idx="6736">
                  <c:v>0.19925925925925925</c:v>
                </c:pt>
                <c:pt idx="6737">
                  <c:v>0.19925925925925925</c:v>
                </c:pt>
                <c:pt idx="6738">
                  <c:v>0.19925925925925925</c:v>
                </c:pt>
                <c:pt idx="6739">
                  <c:v>0.19925925925925925</c:v>
                </c:pt>
                <c:pt idx="6740">
                  <c:v>0.19925925925925925</c:v>
                </c:pt>
                <c:pt idx="6741">
                  <c:v>0.19925925925925925</c:v>
                </c:pt>
                <c:pt idx="6742">
                  <c:v>0.19940740740740739</c:v>
                </c:pt>
                <c:pt idx="6743">
                  <c:v>0.19940740740740739</c:v>
                </c:pt>
                <c:pt idx="6744">
                  <c:v>0.19940740740740739</c:v>
                </c:pt>
                <c:pt idx="6745">
                  <c:v>0.19955555555555557</c:v>
                </c:pt>
                <c:pt idx="6746">
                  <c:v>0.19955555555555557</c:v>
                </c:pt>
                <c:pt idx="6747">
                  <c:v>0.19955555555555557</c:v>
                </c:pt>
                <c:pt idx="6748">
                  <c:v>0.19955555555555557</c:v>
                </c:pt>
                <c:pt idx="6749">
                  <c:v>0.19955555555555557</c:v>
                </c:pt>
                <c:pt idx="6750">
                  <c:v>0.19955555555555557</c:v>
                </c:pt>
                <c:pt idx="6751">
                  <c:v>0.19955555555555557</c:v>
                </c:pt>
                <c:pt idx="6752">
                  <c:v>0.19955555555555557</c:v>
                </c:pt>
                <c:pt idx="6753">
                  <c:v>0.19955555555555557</c:v>
                </c:pt>
                <c:pt idx="6754">
                  <c:v>0.19955555555555557</c:v>
                </c:pt>
                <c:pt idx="6755">
                  <c:v>0.19955555555555557</c:v>
                </c:pt>
                <c:pt idx="6756">
                  <c:v>0.19955555555555557</c:v>
                </c:pt>
                <c:pt idx="6757">
                  <c:v>0.19955555555555557</c:v>
                </c:pt>
                <c:pt idx="6758">
                  <c:v>0.19955555555555557</c:v>
                </c:pt>
                <c:pt idx="6759">
                  <c:v>0.19955555555555557</c:v>
                </c:pt>
                <c:pt idx="6760">
                  <c:v>0.19955555555555557</c:v>
                </c:pt>
                <c:pt idx="6761">
                  <c:v>0.19955555555555557</c:v>
                </c:pt>
                <c:pt idx="6762">
                  <c:v>0.19970370370370372</c:v>
                </c:pt>
                <c:pt idx="6763">
                  <c:v>0.19970370370370372</c:v>
                </c:pt>
                <c:pt idx="6764">
                  <c:v>0.19970370370370372</c:v>
                </c:pt>
                <c:pt idx="6765">
                  <c:v>0.19970370370370372</c:v>
                </c:pt>
                <c:pt idx="6766">
                  <c:v>0.19970370370370372</c:v>
                </c:pt>
                <c:pt idx="6767">
                  <c:v>0.19970370370370372</c:v>
                </c:pt>
                <c:pt idx="6768">
                  <c:v>0.19970370370370372</c:v>
                </c:pt>
                <c:pt idx="6769">
                  <c:v>0.19970370370370372</c:v>
                </c:pt>
                <c:pt idx="6770">
                  <c:v>0.19970370370370372</c:v>
                </c:pt>
                <c:pt idx="6771">
                  <c:v>0.19985185185185186</c:v>
                </c:pt>
                <c:pt idx="6772">
                  <c:v>0.19985185185185186</c:v>
                </c:pt>
                <c:pt idx="6773">
                  <c:v>0.19985185185185186</c:v>
                </c:pt>
                <c:pt idx="6774">
                  <c:v>0.19985185185185186</c:v>
                </c:pt>
                <c:pt idx="6775">
                  <c:v>0.19985185185185186</c:v>
                </c:pt>
                <c:pt idx="6776">
                  <c:v>0.19985185185185186</c:v>
                </c:pt>
                <c:pt idx="6777">
                  <c:v>0.19985185185185186</c:v>
                </c:pt>
                <c:pt idx="6778">
                  <c:v>0.2</c:v>
                </c:pt>
                <c:pt idx="6779">
                  <c:v>0.2</c:v>
                </c:pt>
                <c:pt idx="6780">
                  <c:v>0.2</c:v>
                </c:pt>
                <c:pt idx="6781">
                  <c:v>0.20014814814814816</c:v>
                </c:pt>
                <c:pt idx="6782">
                  <c:v>0.20029629629629631</c:v>
                </c:pt>
                <c:pt idx="6783">
                  <c:v>0.20044444444444445</c:v>
                </c:pt>
                <c:pt idx="6784">
                  <c:v>0.20044444444444445</c:v>
                </c:pt>
                <c:pt idx="6785">
                  <c:v>0.20044444444444445</c:v>
                </c:pt>
                <c:pt idx="6786">
                  <c:v>0.2005925925925926</c:v>
                </c:pt>
                <c:pt idx="6787">
                  <c:v>0.2005925925925926</c:v>
                </c:pt>
                <c:pt idx="6788">
                  <c:v>0.2005925925925926</c:v>
                </c:pt>
                <c:pt idx="6789">
                  <c:v>0.2005925925925926</c:v>
                </c:pt>
                <c:pt idx="6790">
                  <c:v>0.2005925925925926</c:v>
                </c:pt>
                <c:pt idx="6791">
                  <c:v>0.20074074074074075</c:v>
                </c:pt>
                <c:pt idx="6792">
                  <c:v>0.20074074074074075</c:v>
                </c:pt>
                <c:pt idx="6793">
                  <c:v>0.20074074074074075</c:v>
                </c:pt>
                <c:pt idx="6794">
                  <c:v>0.20074074074074075</c:v>
                </c:pt>
                <c:pt idx="6795">
                  <c:v>0.20088888888888889</c:v>
                </c:pt>
                <c:pt idx="6796">
                  <c:v>0.20088888888888889</c:v>
                </c:pt>
                <c:pt idx="6797">
                  <c:v>0.20088888888888889</c:v>
                </c:pt>
                <c:pt idx="6798">
                  <c:v>0.20088888888888889</c:v>
                </c:pt>
                <c:pt idx="6799">
                  <c:v>0.20088888888888889</c:v>
                </c:pt>
                <c:pt idx="6800">
                  <c:v>0.20103703703703704</c:v>
                </c:pt>
                <c:pt idx="6801">
                  <c:v>0.20118518518518519</c:v>
                </c:pt>
                <c:pt idx="6802">
                  <c:v>0.20118518518518519</c:v>
                </c:pt>
                <c:pt idx="6803">
                  <c:v>0.20118518518518519</c:v>
                </c:pt>
                <c:pt idx="6804">
                  <c:v>0.20118518518518519</c:v>
                </c:pt>
                <c:pt idx="6805">
                  <c:v>0.20133333333333334</c:v>
                </c:pt>
                <c:pt idx="6806">
                  <c:v>0.20133333333333334</c:v>
                </c:pt>
                <c:pt idx="6807">
                  <c:v>0.20133333333333334</c:v>
                </c:pt>
                <c:pt idx="6808">
                  <c:v>0.20133333333333334</c:v>
                </c:pt>
                <c:pt idx="6809">
                  <c:v>0.20148148148148148</c:v>
                </c:pt>
                <c:pt idx="6810">
                  <c:v>0.20148148148148148</c:v>
                </c:pt>
                <c:pt idx="6811">
                  <c:v>0.20148148148148148</c:v>
                </c:pt>
                <c:pt idx="6812">
                  <c:v>0.20162962962962963</c:v>
                </c:pt>
                <c:pt idx="6813">
                  <c:v>0.20177777777777778</c:v>
                </c:pt>
                <c:pt idx="6814">
                  <c:v>0.20177777777777778</c:v>
                </c:pt>
                <c:pt idx="6815">
                  <c:v>0.20177777777777778</c:v>
                </c:pt>
                <c:pt idx="6816">
                  <c:v>0.20192592592592593</c:v>
                </c:pt>
                <c:pt idx="6817">
                  <c:v>0.20192592592592593</c:v>
                </c:pt>
                <c:pt idx="6818">
                  <c:v>0.20207407407407407</c:v>
                </c:pt>
                <c:pt idx="6819">
                  <c:v>0.20222222222222222</c:v>
                </c:pt>
                <c:pt idx="6820">
                  <c:v>0.20222222222222222</c:v>
                </c:pt>
                <c:pt idx="6821">
                  <c:v>0.20222222222222222</c:v>
                </c:pt>
                <c:pt idx="6822">
                  <c:v>0.20222222222222222</c:v>
                </c:pt>
                <c:pt idx="6823">
                  <c:v>0.20222222222222222</c:v>
                </c:pt>
                <c:pt idx="6824">
                  <c:v>0.20222222222222222</c:v>
                </c:pt>
                <c:pt idx="6825">
                  <c:v>0.20222222222222222</c:v>
                </c:pt>
                <c:pt idx="6826">
                  <c:v>0.20222222222222222</c:v>
                </c:pt>
                <c:pt idx="6827">
                  <c:v>0.20222222222222222</c:v>
                </c:pt>
                <c:pt idx="6828">
                  <c:v>0.20237037037037037</c:v>
                </c:pt>
                <c:pt idx="6829">
                  <c:v>0.20237037037037037</c:v>
                </c:pt>
                <c:pt idx="6830">
                  <c:v>0.20237037037037037</c:v>
                </c:pt>
                <c:pt idx="6831">
                  <c:v>0.20237037037037037</c:v>
                </c:pt>
                <c:pt idx="6832">
                  <c:v>0.20237037037037037</c:v>
                </c:pt>
                <c:pt idx="6833">
                  <c:v>0.20237037037037037</c:v>
                </c:pt>
                <c:pt idx="6834">
                  <c:v>0.20237037037037037</c:v>
                </c:pt>
                <c:pt idx="6835">
                  <c:v>0.20237037037037037</c:v>
                </c:pt>
                <c:pt idx="6836">
                  <c:v>0.20237037037037037</c:v>
                </c:pt>
                <c:pt idx="6837">
                  <c:v>0.20237037037037037</c:v>
                </c:pt>
                <c:pt idx="6838">
                  <c:v>0.20251851851851851</c:v>
                </c:pt>
                <c:pt idx="6839">
                  <c:v>0.20251851851851851</c:v>
                </c:pt>
                <c:pt idx="6840">
                  <c:v>0.20251851851851851</c:v>
                </c:pt>
                <c:pt idx="6841">
                  <c:v>0.20251851851851851</c:v>
                </c:pt>
                <c:pt idx="6842">
                  <c:v>0.20251851851851851</c:v>
                </c:pt>
                <c:pt idx="6843">
                  <c:v>0.20251851851851851</c:v>
                </c:pt>
                <c:pt idx="6844">
                  <c:v>0.20251851851851851</c:v>
                </c:pt>
                <c:pt idx="6845">
                  <c:v>0.20266666666666666</c:v>
                </c:pt>
                <c:pt idx="6846">
                  <c:v>0.20266666666666666</c:v>
                </c:pt>
                <c:pt idx="6847">
                  <c:v>0.20266666666666666</c:v>
                </c:pt>
                <c:pt idx="6848">
                  <c:v>0.20266666666666666</c:v>
                </c:pt>
                <c:pt idx="6849">
                  <c:v>0.20266666666666666</c:v>
                </c:pt>
                <c:pt idx="6850">
                  <c:v>0.20281481481481481</c:v>
                </c:pt>
                <c:pt idx="6851">
                  <c:v>0.20281481481481481</c:v>
                </c:pt>
                <c:pt idx="6852">
                  <c:v>0.20281481481481481</c:v>
                </c:pt>
                <c:pt idx="6853">
                  <c:v>0.20281481481481481</c:v>
                </c:pt>
                <c:pt idx="6854">
                  <c:v>0.20281481481481481</c:v>
                </c:pt>
                <c:pt idx="6855">
                  <c:v>0.20281481481481481</c:v>
                </c:pt>
                <c:pt idx="6856">
                  <c:v>0.20296296296296296</c:v>
                </c:pt>
                <c:pt idx="6857">
                  <c:v>0.2031111111111111</c:v>
                </c:pt>
                <c:pt idx="6858">
                  <c:v>0.2031111111111111</c:v>
                </c:pt>
                <c:pt idx="6859">
                  <c:v>0.2031111111111111</c:v>
                </c:pt>
                <c:pt idx="6860">
                  <c:v>0.20325925925925925</c:v>
                </c:pt>
                <c:pt idx="6861">
                  <c:v>0.2034074074074074</c:v>
                </c:pt>
                <c:pt idx="6862">
                  <c:v>0.2034074074074074</c:v>
                </c:pt>
                <c:pt idx="6863">
                  <c:v>0.2034074074074074</c:v>
                </c:pt>
                <c:pt idx="6864">
                  <c:v>0.2034074074074074</c:v>
                </c:pt>
                <c:pt idx="6865">
                  <c:v>0.2034074074074074</c:v>
                </c:pt>
                <c:pt idx="6866">
                  <c:v>0.2034074074074074</c:v>
                </c:pt>
                <c:pt idx="6867">
                  <c:v>0.20355555555555555</c:v>
                </c:pt>
                <c:pt idx="6868">
                  <c:v>0.20355555555555555</c:v>
                </c:pt>
                <c:pt idx="6869">
                  <c:v>0.20355555555555555</c:v>
                </c:pt>
                <c:pt idx="6870">
                  <c:v>0.20355555555555555</c:v>
                </c:pt>
                <c:pt idx="6871">
                  <c:v>0.20355555555555555</c:v>
                </c:pt>
                <c:pt idx="6872">
                  <c:v>0.20355555555555555</c:v>
                </c:pt>
                <c:pt idx="6873">
                  <c:v>0.20355555555555555</c:v>
                </c:pt>
                <c:pt idx="6874">
                  <c:v>0.20355555555555555</c:v>
                </c:pt>
                <c:pt idx="6875">
                  <c:v>0.20355555555555555</c:v>
                </c:pt>
                <c:pt idx="6876">
                  <c:v>0.20355555555555555</c:v>
                </c:pt>
                <c:pt idx="6877">
                  <c:v>0.20370370370370369</c:v>
                </c:pt>
                <c:pt idx="6878">
                  <c:v>0.20385185185185184</c:v>
                </c:pt>
                <c:pt idx="6879">
                  <c:v>0.20385185185185184</c:v>
                </c:pt>
                <c:pt idx="6880">
                  <c:v>0.20385185185185184</c:v>
                </c:pt>
                <c:pt idx="6881">
                  <c:v>0.20385185185185184</c:v>
                </c:pt>
                <c:pt idx="6882">
                  <c:v>0.20385185185185184</c:v>
                </c:pt>
                <c:pt idx="6883">
                  <c:v>0.20385185185185184</c:v>
                </c:pt>
                <c:pt idx="6884">
                  <c:v>0.20385185185185184</c:v>
                </c:pt>
                <c:pt idx="6885">
                  <c:v>0.20385185185185184</c:v>
                </c:pt>
                <c:pt idx="6886">
                  <c:v>0.20399999999999999</c:v>
                </c:pt>
                <c:pt idx="6887">
                  <c:v>0.20399999999999999</c:v>
                </c:pt>
                <c:pt idx="6888">
                  <c:v>0.20399999999999999</c:v>
                </c:pt>
                <c:pt idx="6889">
                  <c:v>0.20399999999999999</c:v>
                </c:pt>
                <c:pt idx="6890">
                  <c:v>0.20399999999999999</c:v>
                </c:pt>
                <c:pt idx="6891">
                  <c:v>0.20399999999999999</c:v>
                </c:pt>
                <c:pt idx="6892">
                  <c:v>0.20399999999999999</c:v>
                </c:pt>
                <c:pt idx="6893">
                  <c:v>0.20399999999999999</c:v>
                </c:pt>
                <c:pt idx="6894">
                  <c:v>0.20414814814814816</c:v>
                </c:pt>
                <c:pt idx="6895">
                  <c:v>0.20414814814814816</c:v>
                </c:pt>
                <c:pt idx="6896">
                  <c:v>0.20414814814814816</c:v>
                </c:pt>
                <c:pt idx="6897">
                  <c:v>0.20414814814814816</c:v>
                </c:pt>
                <c:pt idx="6898">
                  <c:v>0.20414814814814816</c:v>
                </c:pt>
                <c:pt idx="6899">
                  <c:v>0.20414814814814816</c:v>
                </c:pt>
                <c:pt idx="6900">
                  <c:v>0.20414814814814816</c:v>
                </c:pt>
                <c:pt idx="6901">
                  <c:v>0.20414814814814816</c:v>
                </c:pt>
                <c:pt idx="6902">
                  <c:v>0.20429629629629631</c:v>
                </c:pt>
                <c:pt idx="6903">
                  <c:v>0.20444444444444446</c:v>
                </c:pt>
                <c:pt idx="6904">
                  <c:v>0.20444444444444446</c:v>
                </c:pt>
                <c:pt idx="6905">
                  <c:v>0.20444444444444446</c:v>
                </c:pt>
                <c:pt idx="6906">
                  <c:v>0.20444444444444446</c:v>
                </c:pt>
                <c:pt idx="6907">
                  <c:v>0.20444444444444446</c:v>
                </c:pt>
                <c:pt idx="6908">
                  <c:v>0.20444444444444446</c:v>
                </c:pt>
                <c:pt idx="6909">
                  <c:v>0.20444444444444446</c:v>
                </c:pt>
                <c:pt idx="6910">
                  <c:v>0.20444444444444446</c:v>
                </c:pt>
                <c:pt idx="6911">
                  <c:v>0.20444444444444446</c:v>
                </c:pt>
                <c:pt idx="6912">
                  <c:v>0.20444444444444446</c:v>
                </c:pt>
                <c:pt idx="6913">
                  <c:v>0.20444444444444446</c:v>
                </c:pt>
                <c:pt idx="6914">
                  <c:v>0.20444444444444446</c:v>
                </c:pt>
                <c:pt idx="6915">
                  <c:v>0.2045925925925926</c:v>
                </c:pt>
                <c:pt idx="6916">
                  <c:v>0.2045925925925926</c:v>
                </c:pt>
                <c:pt idx="6917">
                  <c:v>0.2045925925925926</c:v>
                </c:pt>
                <c:pt idx="6918">
                  <c:v>0.2045925925925926</c:v>
                </c:pt>
                <c:pt idx="6919">
                  <c:v>0.2045925925925926</c:v>
                </c:pt>
                <c:pt idx="6920">
                  <c:v>0.2045925925925926</c:v>
                </c:pt>
                <c:pt idx="6921">
                  <c:v>0.2045925925925926</c:v>
                </c:pt>
                <c:pt idx="6922">
                  <c:v>0.2045925925925926</c:v>
                </c:pt>
                <c:pt idx="6923">
                  <c:v>0.20474074074074075</c:v>
                </c:pt>
                <c:pt idx="6924">
                  <c:v>0.20474074074074075</c:v>
                </c:pt>
                <c:pt idx="6925">
                  <c:v>0.20474074074074075</c:v>
                </c:pt>
                <c:pt idx="6926">
                  <c:v>0.20474074074074075</c:v>
                </c:pt>
                <c:pt idx="6927">
                  <c:v>0.20474074074074075</c:v>
                </c:pt>
                <c:pt idx="6928">
                  <c:v>0.20474074074074075</c:v>
                </c:pt>
                <c:pt idx="6929">
                  <c:v>0.2048888888888889</c:v>
                </c:pt>
                <c:pt idx="6930">
                  <c:v>0.2048888888888889</c:v>
                </c:pt>
                <c:pt idx="6931">
                  <c:v>0.2048888888888889</c:v>
                </c:pt>
                <c:pt idx="6932">
                  <c:v>0.2048888888888889</c:v>
                </c:pt>
                <c:pt idx="6933">
                  <c:v>0.2048888888888889</c:v>
                </c:pt>
                <c:pt idx="6934">
                  <c:v>0.2048888888888889</c:v>
                </c:pt>
                <c:pt idx="6935">
                  <c:v>0.2048888888888889</c:v>
                </c:pt>
                <c:pt idx="6936">
                  <c:v>0.20503703703703705</c:v>
                </c:pt>
                <c:pt idx="6937">
                  <c:v>0.20518518518518519</c:v>
                </c:pt>
                <c:pt idx="6938">
                  <c:v>0.20518518518518519</c:v>
                </c:pt>
                <c:pt idx="6939">
                  <c:v>0.20518518518518519</c:v>
                </c:pt>
                <c:pt idx="6940">
                  <c:v>0.20518518518518519</c:v>
                </c:pt>
                <c:pt idx="6941">
                  <c:v>0.20518518518518519</c:v>
                </c:pt>
                <c:pt idx="6942">
                  <c:v>0.20518518518518519</c:v>
                </c:pt>
                <c:pt idx="6943">
                  <c:v>0.20518518518518519</c:v>
                </c:pt>
                <c:pt idx="6944">
                  <c:v>0.20518518518518519</c:v>
                </c:pt>
                <c:pt idx="6945">
                  <c:v>0.20518518518518519</c:v>
                </c:pt>
                <c:pt idx="6946">
                  <c:v>0.20518518518518519</c:v>
                </c:pt>
                <c:pt idx="6947">
                  <c:v>0.20533333333333334</c:v>
                </c:pt>
                <c:pt idx="6948">
                  <c:v>0.20533333333333334</c:v>
                </c:pt>
                <c:pt idx="6949">
                  <c:v>0.20548148148148149</c:v>
                </c:pt>
                <c:pt idx="6950">
                  <c:v>0.20548148148148149</c:v>
                </c:pt>
                <c:pt idx="6951">
                  <c:v>0.20548148148148149</c:v>
                </c:pt>
                <c:pt idx="6952">
                  <c:v>0.20548148148148149</c:v>
                </c:pt>
                <c:pt idx="6953">
                  <c:v>0.20548148148148149</c:v>
                </c:pt>
                <c:pt idx="6954">
                  <c:v>0.20548148148148149</c:v>
                </c:pt>
                <c:pt idx="6955">
                  <c:v>0.20548148148148149</c:v>
                </c:pt>
                <c:pt idx="6956">
                  <c:v>0.20562962962962963</c:v>
                </c:pt>
                <c:pt idx="6957">
                  <c:v>0.20562962962962963</c:v>
                </c:pt>
                <c:pt idx="6958">
                  <c:v>0.20577777777777778</c:v>
                </c:pt>
                <c:pt idx="6959">
                  <c:v>0.20577777777777778</c:v>
                </c:pt>
                <c:pt idx="6960">
                  <c:v>0.20592592592592593</c:v>
                </c:pt>
                <c:pt idx="6961">
                  <c:v>0.20592592592592593</c:v>
                </c:pt>
                <c:pt idx="6962">
                  <c:v>0.20592592592592593</c:v>
                </c:pt>
                <c:pt idx="6963">
                  <c:v>0.20592592592592593</c:v>
                </c:pt>
                <c:pt idx="6964">
                  <c:v>0.20592592592592593</c:v>
                </c:pt>
                <c:pt idx="6965">
                  <c:v>0.20592592592592593</c:v>
                </c:pt>
                <c:pt idx="6966">
                  <c:v>0.20592592592592593</c:v>
                </c:pt>
                <c:pt idx="6967">
                  <c:v>0.20607407407407408</c:v>
                </c:pt>
                <c:pt idx="6968">
                  <c:v>0.20607407407407408</c:v>
                </c:pt>
                <c:pt idx="6969">
                  <c:v>0.20622222222222222</c:v>
                </c:pt>
                <c:pt idx="6970">
                  <c:v>0.20622222222222222</c:v>
                </c:pt>
                <c:pt idx="6971">
                  <c:v>0.20622222222222222</c:v>
                </c:pt>
                <c:pt idx="6972">
                  <c:v>0.20622222222222222</c:v>
                </c:pt>
                <c:pt idx="6973">
                  <c:v>0.20622222222222222</c:v>
                </c:pt>
                <c:pt idx="6974">
                  <c:v>0.20637037037037037</c:v>
                </c:pt>
                <c:pt idx="6975">
                  <c:v>0.20651851851851852</c:v>
                </c:pt>
                <c:pt idx="6976">
                  <c:v>0.20651851851851852</c:v>
                </c:pt>
                <c:pt idx="6977">
                  <c:v>0.20666666666666667</c:v>
                </c:pt>
                <c:pt idx="6978">
                  <c:v>0.20666666666666667</c:v>
                </c:pt>
                <c:pt idx="6979">
                  <c:v>0.20666666666666667</c:v>
                </c:pt>
                <c:pt idx="6980">
                  <c:v>0.20666666666666667</c:v>
                </c:pt>
                <c:pt idx="6981">
                  <c:v>0.20666666666666667</c:v>
                </c:pt>
                <c:pt idx="6982">
                  <c:v>0.20666666666666667</c:v>
                </c:pt>
                <c:pt idx="6983">
                  <c:v>0.20666666666666667</c:v>
                </c:pt>
                <c:pt idx="6984">
                  <c:v>0.20666666666666667</c:v>
                </c:pt>
                <c:pt idx="6985">
                  <c:v>0.20666666666666667</c:v>
                </c:pt>
                <c:pt idx="6986">
                  <c:v>0.20666666666666667</c:v>
                </c:pt>
                <c:pt idx="6987">
                  <c:v>0.20681481481481481</c:v>
                </c:pt>
                <c:pt idx="6988">
                  <c:v>0.20681481481481481</c:v>
                </c:pt>
                <c:pt idx="6989">
                  <c:v>0.20681481481481481</c:v>
                </c:pt>
                <c:pt idx="6990">
                  <c:v>0.20696296296296296</c:v>
                </c:pt>
                <c:pt idx="6991">
                  <c:v>0.20696296296296296</c:v>
                </c:pt>
                <c:pt idx="6992">
                  <c:v>0.20696296296296296</c:v>
                </c:pt>
                <c:pt idx="6993">
                  <c:v>0.20711111111111111</c:v>
                </c:pt>
                <c:pt idx="6994">
                  <c:v>0.20711111111111111</c:v>
                </c:pt>
                <c:pt idx="6995">
                  <c:v>0.20711111111111111</c:v>
                </c:pt>
                <c:pt idx="6996">
                  <c:v>0.20711111111111111</c:v>
                </c:pt>
                <c:pt idx="6997">
                  <c:v>0.20711111111111111</c:v>
                </c:pt>
                <c:pt idx="6998">
                  <c:v>0.20711111111111111</c:v>
                </c:pt>
                <c:pt idx="6999">
                  <c:v>0.20711111111111111</c:v>
                </c:pt>
                <c:pt idx="7000">
                  <c:v>0.20711111111111111</c:v>
                </c:pt>
                <c:pt idx="7001">
                  <c:v>0.20711111111111111</c:v>
                </c:pt>
                <c:pt idx="7002">
                  <c:v>0.20711111111111111</c:v>
                </c:pt>
                <c:pt idx="7003">
                  <c:v>0.20725925925925925</c:v>
                </c:pt>
                <c:pt idx="7004">
                  <c:v>0.20725925925925925</c:v>
                </c:pt>
                <c:pt idx="7005">
                  <c:v>0.2074074074074074</c:v>
                </c:pt>
                <c:pt idx="7006">
                  <c:v>0.20755555555555555</c:v>
                </c:pt>
                <c:pt idx="7007">
                  <c:v>0.2077037037037037</c:v>
                </c:pt>
                <c:pt idx="7008">
                  <c:v>0.2077037037037037</c:v>
                </c:pt>
                <c:pt idx="7009">
                  <c:v>0.2077037037037037</c:v>
                </c:pt>
                <c:pt idx="7010">
                  <c:v>0.2077037037037037</c:v>
                </c:pt>
                <c:pt idx="7011">
                  <c:v>0.20785185185185184</c:v>
                </c:pt>
                <c:pt idx="7012">
                  <c:v>0.20799999999999999</c:v>
                </c:pt>
                <c:pt idx="7013">
                  <c:v>0.20799999999999999</c:v>
                </c:pt>
                <c:pt idx="7014">
                  <c:v>0.20814814814814814</c:v>
                </c:pt>
                <c:pt idx="7015">
                  <c:v>0.20814814814814814</c:v>
                </c:pt>
                <c:pt idx="7016">
                  <c:v>0.20814814814814814</c:v>
                </c:pt>
                <c:pt idx="7017">
                  <c:v>0.20814814814814814</c:v>
                </c:pt>
                <c:pt idx="7018">
                  <c:v>0.20814814814814814</c:v>
                </c:pt>
                <c:pt idx="7019">
                  <c:v>0.20829629629629628</c:v>
                </c:pt>
                <c:pt idx="7020">
                  <c:v>0.20829629629629628</c:v>
                </c:pt>
                <c:pt idx="7021">
                  <c:v>0.20844444444444443</c:v>
                </c:pt>
                <c:pt idx="7022">
                  <c:v>0.20844444444444443</c:v>
                </c:pt>
                <c:pt idx="7023">
                  <c:v>0.20844444444444443</c:v>
                </c:pt>
                <c:pt idx="7024">
                  <c:v>0.20859259259259258</c:v>
                </c:pt>
                <c:pt idx="7025">
                  <c:v>0.20859259259259258</c:v>
                </c:pt>
                <c:pt idx="7026">
                  <c:v>0.20859259259259258</c:v>
                </c:pt>
                <c:pt idx="7027">
                  <c:v>0.20859259259259258</c:v>
                </c:pt>
                <c:pt idx="7028">
                  <c:v>0.20874074074074075</c:v>
                </c:pt>
                <c:pt idx="7029">
                  <c:v>0.20874074074074075</c:v>
                </c:pt>
                <c:pt idx="7030">
                  <c:v>0.20874074074074075</c:v>
                </c:pt>
                <c:pt idx="7031">
                  <c:v>0.2088888888888889</c:v>
                </c:pt>
                <c:pt idx="7032">
                  <c:v>0.20903703703703705</c:v>
                </c:pt>
                <c:pt idx="7033">
                  <c:v>0.20903703703703705</c:v>
                </c:pt>
                <c:pt idx="7034">
                  <c:v>0.2091851851851852</c:v>
                </c:pt>
                <c:pt idx="7035">
                  <c:v>0.2091851851851852</c:v>
                </c:pt>
                <c:pt idx="7036">
                  <c:v>0.20933333333333334</c:v>
                </c:pt>
                <c:pt idx="7037">
                  <c:v>0.20933333333333334</c:v>
                </c:pt>
                <c:pt idx="7038">
                  <c:v>0.20933333333333334</c:v>
                </c:pt>
                <c:pt idx="7039">
                  <c:v>0.20933333333333334</c:v>
                </c:pt>
                <c:pt idx="7040">
                  <c:v>0.20933333333333334</c:v>
                </c:pt>
                <c:pt idx="7041">
                  <c:v>0.20948148148148149</c:v>
                </c:pt>
                <c:pt idx="7042">
                  <c:v>0.20948148148148149</c:v>
                </c:pt>
                <c:pt idx="7043">
                  <c:v>0.20962962962962964</c:v>
                </c:pt>
                <c:pt idx="7044">
                  <c:v>0.20962962962962964</c:v>
                </c:pt>
                <c:pt idx="7045">
                  <c:v>0.20962962962962964</c:v>
                </c:pt>
                <c:pt idx="7046">
                  <c:v>0.20962962962962964</c:v>
                </c:pt>
                <c:pt idx="7047">
                  <c:v>0.20962962962962964</c:v>
                </c:pt>
                <c:pt idx="7048">
                  <c:v>0.20962962962962964</c:v>
                </c:pt>
                <c:pt idx="7049">
                  <c:v>0.20962962962962964</c:v>
                </c:pt>
                <c:pt idx="7050">
                  <c:v>0.20962962962962964</c:v>
                </c:pt>
                <c:pt idx="7051">
                  <c:v>0.20977777777777779</c:v>
                </c:pt>
                <c:pt idx="7052">
                  <c:v>0.20977777777777779</c:v>
                </c:pt>
                <c:pt idx="7053">
                  <c:v>0.20977777777777779</c:v>
                </c:pt>
                <c:pt idx="7054">
                  <c:v>0.20977777777777779</c:v>
                </c:pt>
                <c:pt idx="7055">
                  <c:v>0.20992592592592593</c:v>
                </c:pt>
                <c:pt idx="7056">
                  <c:v>0.20992592592592593</c:v>
                </c:pt>
                <c:pt idx="7057">
                  <c:v>0.20992592592592593</c:v>
                </c:pt>
                <c:pt idx="7058">
                  <c:v>0.20992592592592593</c:v>
                </c:pt>
                <c:pt idx="7059">
                  <c:v>0.20992592592592593</c:v>
                </c:pt>
                <c:pt idx="7060">
                  <c:v>0.20992592592592593</c:v>
                </c:pt>
                <c:pt idx="7061">
                  <c:v>0.20992592592592593</c:v>
                </c:pt>
                <c:pt idx="7062">
                  <c:v>0.21007407407407408</c:v>
                </c:pt>
                <c:pt idx="7063">
                  <c:v>0.21022222222222223</c:v>
                </c:pt>
                <c:pt idx="7064">
                  <c:v>0.21022222222222223</c:v>
                </c:pt>
                <c:pt idx="7065">
                  <c:v>0.21022222222222223</c:v>
                </c:pt>
                <c:pt idx="7066">
                  <c:v>0.21022222222222223</c:v>
                </c:pt>
                <c:pt idx="7067">
                  <c:v>0.21022222222222223</c:v>
                </c:pt>
                <c:pt idx="7068">
                  <c:v>0.21037037037037037</c:v>
                </c:pt>
                <c:pt idx="7069">
                  <c:v>0.21037037037037037</c:v>
                </c:pt>
                <c:pt idx="7070">
                  <c:v>0.21037037037037037</c:v>
                </c:pt>
                <c:pt idx="7071">
                  <c:v>0.21037037037037037</c:v>
                </c:pt>
                <c:pt idx="7072">
                  <c:v>0.21037037037037037</c:v>
                </c:pt>
                <c:pt idx="7073">
                  <c:v>0.21051851851851852</c:v>
                </c:pt>
                <c:pt idx="7074">
                  <c:v>0.21066666666666667</c:v>
                </c:pt>
                <c:pt idx="7075">
                  <c:v>0.21066666666666667</c:v>
                </c:pt>
                <c:pt idx="7076">
                  <c:v>0.21081481481481482</c:v>
                </c:pt>
                <c:pt idx="7077">
                  <c:v>0.21081481481481482</c:v>
                </c:pt>
                <c:pt idx="7078">
                  <c:v>0.21096296296296296</c:v>
                </c:pt>
                <c:pt idx="7079">
                  <c:v>0.21096296296296296</c:v>
                </c:pt>
                <c:pt idx="7080">
                  <c:v>0.21096296296296296</c:v>
                </c:pt>
                <c:pt idx="7081">
                  <c:v>0.21096296296296296</c:v>
                </c:pt>
                <c:pt idx="7082">
                  <c:v>0.21096296296296296</c:v>
                </c:pt>
                <c:pt idx="7083">
                  <c:v>0.21096296296296296</c:v>
                </c:pt>
                <c:pt idx="7084">
                  <c:v>0.21096296296296296</c:v>
                </c:pt>
                <c:pt idx="7085">
                  <c:v>0.21096296296296296</c:v>
                </c:pt>
                <c:pt idx="7086">
                  <c:v>0.21096296296296296</c:v>
                </c:pt>
                <c:pt idx="7087">
                  <c:v>0.21096296296296296</c:v>
                </c:pt>
                <c:pt idx="7088">
                  <c:v>0.21111111111111111</c:v>
                </c:pt>
                <c:pt idx="7089">
                  <c:v>0.21111111111111111</c:v>
                </c:pt>
                <c:pt idx="7090">
                  <c:v>0.21111111111111111</c:v>
                </c:pt>
                <c:pt idx="7091">
                  <c:v>0.21111111111111111</c:v>
                </c:pt>
                <c:pt idx="7092">
                  <c:v>0.21111111111111111</c:v>
                </c:pt>
                <c:pt idx="7093">
                  <c:v>0.21111111111111111</c:v>
                </c:pt>
                <c:pt idx="7094">
                  <c:v>0.21111111111111111</c:v>
                </c:pt>
                <c:pt idx="7095">
                  <c:v>0.21125925925925926</c:v>
                </c:pt>
                <c:pt idx="7096">
                  <c:v>0.21125925925925926</c:v>
                </c:pt>
                <c:pt idx="7097">
                  <c:v>0.2114074074074074</c:v>
                </c:pt>
                <c:pt idx="7098">
                  <c:v>0.2114074074074074</c:v>
                </c:pt>
                <c:pt idx="7099">
                  <c:v>0.2114074074074074</c:v>
                </c:pt>
                <c:pt idx="7100">
                  <c:v>0.2114074074074074</c:v>
                </c:pt>
                <c:pt idx="7101">
                  <c:v>0.2114074074074074</c:v>
                </c:pt>
                <c:pt idx="7102">
                  <c:v>0.2114074074074074</c:v>
                </c:pt>
                <c:pt idx="7103">
                  <c:v>0.2114074074074074</c:v>
                </c:pt>
                <c:pt idx="7104">
                  <c:v>0.2114074074074074</c:v>
                </c:pt>
                <c:pt idx="7105">
                  <c:v>0.2114074074074074</c:v>
                </c:pt>
                <c:pt idx="7106">
                  <c:v>0.2114074074074074</c:v>
                </c:pt>
                <c:pt idx="7107">
                  <c:v>0.2114074074074074</c:v>
                </c:pt>
                <c:pt idx="7108">
                  <c:v>0.21155555555555555</c:v>
                </c:pt>
                <c:pt idx="7109">
                  <c:v>0.2117037037037037</c:v>
                </c:pt>
                <c:pt idx="7110">
                  <c:v>0.2117037037037037</c:v>
                </c:pt>
                <c:pt idx="7111">
                  <c:v>0.21185185185185185</c:v>
                </c:pt>
                <c:pt idx="7112">
                  <c:v>0.21185185185185185</c:v>
                </c:pt>
                <c:pt idx="7113">
                  <c:v>0.21185185185185185</c:v>
                </c:pt>
                <c:pt idx="7114">
                  <c:v>0.21185185185185185</c:v>
                </c:pt>
                <c:pt idx="7115">
                  <c:v>0.21199999999999999</c:v>
                </c:pt>
                <c:pt idx="7116">
                  <c:v>0.21199999999999999</c:v>
                </c:pt>
                <c:pt idx="7117">
                  <c:v>0.21214814814814814</c:v>
                </c:pt>
                <c:pt idx="7118">
                  <c:v>0.21229629629629629</c:v>
                </c:pt>
                <c:pt idx="7119">
                  <c:v>0.21229629629629629</c:v>
                </c:pt>
                <c:pt idx="7120">
                  <c:v>0.21229629629629629</c:v>
                </c:pt>
                <c:pt idx="7121">
                  <c:v>0.21229629629629629</c:v>
                </c:pt>
                <c:pt idx="7122">
                  <c:v>0.21229629629629629</c:v>
                </c:pt>
                <c:pt idx="7123">
                  <c:v>0.21244444444444444</c:v>
                </c:pt>
                <c:pt idx="7124">
                  <c:v>0.21244444444444444</c:v>
                </c:pt>
                <c:pt idx="7125">
                  <c:v>0.21244444444444444</c:v>
                </c:pt>
                <c:pt idx="7126">
                  <c:v>0.21244444444444444</c:v>
                </c:pt>
                <c:pt idx="7127">
                  <c:v>0.21259259259259258</c:v>
                </c:pt>
                <c:pt idx="7128">
                  <c:v>0.21274074074074073</c:v>
                </c:pt>
                <c:pt idx="7129">
                  <c:v>0.21274074074074073</c:v>
                </c:pt>
                <c:pt idx="7130">
                  <c:v>0.21288888888888888</c:v>
                </c:pt>
                <c:pt idx="7131">
                  <c:v>0.21288888888888888</c:v>
                </c:pt>
                <c:pt idx="7132">
                  <c:v>0.21288888888888888</c:v>
                </c:pt>
                <c:pt idx="7133">
                  <c:v>0.21303703703703702</c:v>
                </c:pt>
                <c:pt idx="7134">
                  <c:v>0.21318518518518517</c:v>
                </c:pt>
                <c:pt idx="7135">
                  <c:v>0.21318518518518517</c:v>
                </c:pt>
                <c:pt idx="7136">
                  <c:v>0.21318518518518517</c:v>
                </c:pt>
                <c:pt idx="7137">
                  <c:v>0.21318518518518517</c:v>
                </c:pt>
                <c:pt idx="7138">
                  <c:v>0.21333333333333335</c:v>
                </c:pt>
                <c:pt idx="7139">
                  <c:v>0.21348148148148149</c:v>
                </c:pt>
                <c:pt idx="7140">
                  <c:v>0.21348148148148149</c:v>
                </c:pt>
                <c:pt idx="7141">
                  <c:v>0.21362962962962964</c:v>
                </c:pt>
                <c:pt idx="7142">
                  <c:v>0.21377777777777779</c:v>
                </c:pt>
                <c:pt idx="7143">
                  <c:v>0.21377777777777779</c:v>
                </c:pt>
                <c:pt idx="7144">
                  <c:v>0.21377777777777779</c:v>
                </c:pt>
                <c:pt idx="7145">
                  <c:v>0.21392592592592594</c:v>
                </c:pt>
                <c:pt idx="7146">
                  <c:v>0.21392592592592594</c:v>
                </c:pt>
                <c:pt idx="7147">
                  <c:v>0.21407407407407408</c:v>
                </c:pt>
                <c:pt idx="7148">
                  <c:v>0.21422222222222223</c:v>
                </c:pt>
                <c:pt idx="7149">
                  <c:v>0.21422222222222223</c:v>
                </c:pt>
                <c:pt idx="7150">
                  <c:v>0.21437037037037038</c:v>
                </c:pt>
                <c:pt idx="7151">
                  <c:v>0.21437037037037038</c:v>
                </c:pt>
                <c:pt idx="7152">
                  <c:v>0.21437037037037038</c:v>
                </c:pt>
                <c:pt idx="7153">
                  <c:v>0.21437037037037038</c:v>
                </c:pt>
                <c:pt idx="7154">
                  <c:v>0.21451851851851853</c:v>
                </c:pt>
                <c:pt idx="7155">
                  <c:v>0.21451851851851853</c:v>
                </c:pt>
                <c:pt idx="7156">
                  <c:v>0.21451851851851853</c:v>
                </c:pt>
                <c:pt idx="7157">
                  <c:v>0.21451851851851853</c:v>
                </c:pt>
                <c:pt idx="7158">
                  <c:v>0.21451851851851853</c:v>
                </c:pt>
                <c:pt idx="7159">
                  <c:v>0.21451851851851853</c:v>
                </c:pt>
                <c:pt idx="7160">
                  <c:v>0.21451851851851853</c:v>
                </c:pt>
                <c:pt idx="7161">
                  <c:v>0.21466666666666667</c:v>
                </c:pt>
                <c:pt idx="7162">
                  <c:v>0.21481481481481482</c:v>
                </c:pt>
                <c:pt idx="7163">
                  <c:v>0.21496296296296297</c:v>
                </c:pt>
                <c:pt idx="7164">
                  <c:v>0.21496296296296297</c:v>
                </c:pt>
                <c:pt idx="7165">
                  <c:v>0.21511111111111111</c:v>
                </c:pt>
                <c:pt idx="7166">
                  <c:v>0.21511111111111111</c:v>
                </c:pt>
                <c:pt idx="7167">
                  <c:v>0.21511111111111111</c:v>
                </c:pt>
                <c:pt idx="7168">
                  <c:v>0.21511111111111111</c:v>
                </c:pt>
                <c:pt idx="7169">
                  <c:v>0.21511111111111111</c:v>
                </c:pt>
                <c:pt idx="7170">
                  <c:v>0.21525925925925926</c:v>
                </c:pt>
                <c:pt idx="7171">
                  <c:v>0.21525925925925926</c:v>
                </c:pt>
                <c:pt idx="7172">
                  <c:v>0.21525925925925926</c:v>
                </c:pt>
                <c:pt idx="7173">
                  <c:v>0.21525925925925926</c:v>
                </c:pt>
                <c:pt idx="7174">
                  <c:v>0.21525925925925926</c:v>
                </c:pt>
                <c:pt idx="7175">
                  <c:v>0.21540740740740741</c:v>
                </c:pt>
                <c:pt idx="7176">
                  <c:v>0.21555555555555556</c:v>
                </c:pt>
                <c:pt idx="7177">
                  <c:v>0.21555555555555556</c:v>
                </c:pt>
                <c:pt idx="7178">
                  <c:v>0.2157037037037037</c:v>
                </c:pt>
                <c:pt idx="7179">
                  <c:v>0.2157037037037037</c:v>
                </c:pt>
                <c:pt idx="7180">
                  <c:v>0.21585185185185185</c:v>
                </c:pt>
                <c:pt idx="7181">
                  <c:v>0.216</c:v>
                </c:pt>
                <c:pt idx="7182">
                  <c:v>0.21614814814814814</c:v>
                </c:pt>
                <c:pt idx="7183">
                  <c:v>0.21629629629629629</c:v>
                </c:pt>
                <c:pt idx="7184">
                  <c:v>0.21629629629629629</c:v>
                </c:pt>
                <c:pt idx="7185">
                  <c:v>0.21629629629629629</c:v>
                </c:pt>
                <c:pt idx="7186">
                  <c:v>0.21629629629629629</c:v>
                </c:pt>
                <c:pt idx="7187">
                  <c:v>0.21644444444444444</c:v>
                </c:pt>
                <c:pt idx="7188">
                  <c:v>0.21644444444444444</c:v>
                </c:pt>
                <c:pt idx="7189">
                  <c:v>0.21644444444444444</c:v>
                </c:pt>
                <c:pt idx="7190">
                  <c:v>0.21644444444444444</c:v>
                </c:pt>
                <c:pt idx="7191">
                  <c:v>0.21644444444444444</c:v>
                </c:pt>
                <c:pt idx="7192">
                  <c:v>0.21644444444444444</c:v>
                </c:pt>
                <c:pt idx="7193">
                  <c:v>0.21644444444444444</c:v>
                </c:pt>
                <c:pt idx="7194">
                  <c:v>0.21659259259259259</c:v>
                </c:pt>
                <c:pt idx="7195">
                  <c:v>0.21674074074074073</c:v>
                </c:pt>
                <c:pt idx="7196">
                  <c:v>0.21674074074074073</c:v>
                </c:pt>
                <c:pt idx="7197">
                  <c:v>0.21688888888888888</c:v>
                </c:pt>
                <c:pt idx="7198">
                  <c:v>0.21703703703703703</c:v>
                </c:pt>
                <c:pt idx="7199">
                  <c:v>0.21718518518518518</c:v>
                </c:pt>
                <c:pt idx="7200">
                  <c:v>0.21733333333333332</c:v>
                </c:pt>
                <c:pt idx="7201">
                  <c:v>0.21733333333333332</c:v>
                </c:pt>
                <c:pt idx="7202">
                  <c:v>0.21733333333333332</c:v>
                </c:pt>
                <c:pt idx="7203">
                  <c:v>0.21748148148148147</c:v>
                </c:pt>
                <c:pt idx="7204">
                  <c:v>0.21748148148148147</c:v>
                </c:pt>
                <c:pt idx="7205">
                  <c:v>0.21748148148148147</c:v>
                </c:pt>
                <c:pt idx="7206">
                  <c:v>0.21748148148148147</c:v>
                </c:pt>
                <c:pt idx="7207">
                  <c:v>0.21762962962962962</c:v>
                </c:pt>
                <c:pt idx="7208">
                  <c:v>0.21762962962962962</c:v>
                </c:pt>
                <c:pt idx="7209">
                  <c:v>0.21777777777777776</c:v>
                </c:pt>
                <c:pt idx="7210">
                  <c:v>0.21792592592592594</c:v>
                </c:pt>
                <c:pt idx="7211">
                  <c:v>0.21792592592592594</c:v>
                </c:pt>
                <c:pt idx="7212">
                  <c:v>0.21792592592592594</c:v>
                </c:pt>
                <c:pt idx="7213">
                  <c:v>0.21792592592592594</c:v>
                </c:pt>
                <c:pt idx="7214">
                  <c:v>0.21807407407407409</c:v>
                </c:pt>
                <c:pt idx="7215">
                  <c:v>0.21807407407407409</c:v>
                </c:pt>
                <c:pt idx="7216">
                  <c:v>0.21807407407407409</c:v>
                </c:pt>
                <c:pt idx="7217">
                  <c:v>0.21807407407407409</c:v>
                </c:pt>
                <c:pt idx="7218">
                  <c:v>0.21807407407407409</c:v>
                </c:pt>
                <c:pt idx="7219">
                  <c:v>0.21807407407407409</c:v>
                </c:pt>
                <c:pt idx="7220">
                  <c:v>0.21807407407407409</c:v>
                </c:pt>
                <c:pt idx="7221">
                  <c:v>0.21822222222222223</c:v>
                </c:pt>
                <c:pt idx="7222">
                  <c:v>0.21837037037037038</c:v>
                </c:pt>
                <c:pt idx="7223">
                  <c:v>0.21837037037037038</c:v>
                </c:pt>
                <c:pt idx="7224">
                  <c:v>0.21837037037037038</c:v>
                </c:pt>
                <c:pt idx="7225">
                  <c:v>0.21837037037037038</c:v>
                </c:pt>
                <c:pt idx="7226">
                  <c:v>0.21837037037037038</c:v>
                </c:pt>
                <c:pt idx="7227">
                  <c:v>0.21851851851851853</c:v>
                </c:pt>
                <c:pt idx="7228">
                  <c:v>0.21851851851851853</c:v>
                </c:pt>
                <c:pt idx="7229">
                  <c:v>0.21851851851851853</c:v>
                </c:pt>
                <c:pt idx="7230">
                  <c:v>0.21851851851851853</c:v>
                </c:pt>
                <c:pt idx="7231">
                  <c:v>0.21851851851851853</c:v>
                </c:pt>
                <c:pt idx="7232">
                  <c:v>0.21851851851851853</c:v>
                </c:pt>
                <c:pt idx="7233">
                  <c:v>0.21851851851851853</c:v>
                </c:pt>
                <c:pt idx="7234">
                  <c:v>0.21866666666666668</c:v>
                </c:pt>
                <c:pt idx="7235">
                  <c:v>0.21866666666666668</c:v>
                </c:pt>
                <c:pt idx="7236">
                  <c:v>0.21866666666666668</c:v>
                </c:pt>
                <c:pt idx="7237">
                  <c:v>0.21866666666666668</c:v>
                </c:pt>
                <c:pt idx="7238">
                  <c:v>0.21881481481481482</c:v>
                </c:pt>
                <c:pt idx="7239">
                  <c:v>0.21896296296296297</c:v>
                </c:pt>
                <c:pt idx="7240">
                  <c:v>0.21896296296296297</c:v>
                </c:pt>
                <c:pt idx="7241">
                  <c:v>0.21896296296296297</c:v>
                </c:pt>
                <c:pt idx="7242">
                  <c:v>0.21896296296296297</c:v>
                </c:pt>
                <c:pt idx="7243">
                  <c:v>0.21896296296296297</c:v>
                </c:pt>
                <c:pt idx="7244">
                  <c:v>0.21896296296296297</c:v>
                </c:pt>
                <c:pt idx="7245">
                  <c:v>0.21911111111111112</c:v>
                </c:pt>
                <c:pt idx="7246">
                  <c:v>0.21911111111111112</c:v>
                </c:pt>
                <c:pt idx="7247">
                  <c:v>0.21911111111111112</c:v>
                </c:pt>
                <c:pt idx="7248">
                  <c:v>0.21911111111111112</c:v>
                </c:pt>
                <c:pt idx="7249">
                  <c:v>0.21911111111111112</c:v>
                </c:pt>
                <c:pt idx="7250">
                  <c:v>0.21911111111111112</c:v>
                </c:pt>
                <c:pt idx="7251">
                  <c:v>0.21911111111111112</c:v>
                </c:pt>
                <c:pt idx="7252">
                  <c:v>0.21925925925925926</c:v>
                </c:pt>
                <c:pt idx="7253">
                  <c:v>0.21925925925925926</c:v>
                </c:pt>
                <c:pt idx="7254">
                  <c:v>0.21940740740740741</c:v>
                </c:pt>
                <c:pt idx="7255">
                  <c:v>0.21940740740740741</c:v>
                </c:pt>
                <c:pt idx="7256">
                  <c:v>0.21955555555555556</c:v>
                </c:pt>
                <c:pt idx="7257">
                  <c:v>0.21955555555555556</c:v>
                </c:pt>
                <c:pt idx="7258">
                  <c:v>0.21955555555555556</c:v>
                </c:pt>
                <c:pt idx="7259">
                  <c:v>0.21955555555555556</c:v>
                </c:pt>
                <c:pt idx="7260">
                  <c:v>0.21970370370370371</c:v>
                </c:pt>
                <c:pt idx="7261">
                  <c:v>0.21970370370370371</c:v>
                </c:pt>
                <c:pt idx="7262">
                  <c:v>0.21985185185185185</c:v>
                </c:pt>
                <c:pt idx="7263">
                  <c:v>0.21985185185185185</c:v>
                </c:pt>
                <c:pt idx="7264">
                  <c:v>0.21985185185185185</c:v>
                </c:pt>
                <c:pt idx="7265">
                  <c:v>0.21985185185185185</c:v>
                </c:pt>
                <c:pt idx="7266">
                  <c:v>0.21985185185185185</c:v>
                </c:pt>
                <c:pt idx="7267">
                  <c:v>0.21985185185185185</c:v>
                </c:pt>
                <c:pt idx="7268">
                  <c:v>0.21985185185185185</c:v>
                </c:pt>
                <c:pt idx="7269">
                  <c:v>0.21985185185185185</c:v>
                </c:pt>
                <c:pt idx="7270">
                  <c:v>0.21985185185185185</c:v>
                </c:pt>
                <c:pt idx="7271">
                  <c:v>0.22</c:v>
                </c:pt>
                <c:pt idx="7272">
                  <c:v>0.22</c:v>
                </c:pt>
                <c:pt idx="7273">
                  <c:v>0.22</c:v>
                </c:pt>
                <c:pt idx="7274">
                  <c:v>0.22</c:v>
                </c:pt>
                <c:pt idx="7275">
                  <c:v>0.22</c:v>
                </c:pt>
                <c:pt idx="7276">
                  <c:v>0.22</c:v>
                </c:pt>
                <c:pt idx="7277">
                  <c:v>0.22</c:v>
                </c:pt>
                <c:pt idx="7278">
                  <c:v>0.22014814814814815</c:v>
                </c:pt>
                <c:pt idx="7279">
                  <c:v>0.2202962962962963</c:v>
                </c:pt>
                <c:pt idx="7280">
                  <c:v>0.22044444444444444</c:v>
                </c:pt>
                <c:pt idx="7281">
                  <c:v>0.22044444444444444</c:v>
                </c:pt>
                <c:pt idx="7282">
                  <c:v>0.22059259259259259</c:v>
                </c:pt>
                <c:pt idx="7283">
                  <c:v>0.22074074074074074</c:v>
                </c:pt>
                <c:pt idx="7284">
                  <c:v>0.22074074074074074</c:v>
                </c:pt>
                <c:pt idx="7285">
                  <c:v>0.22074074074074074</c:v>
                </c:pt>
                <c:pt idx="7286">
                  <c:v>0.22074074074074074</c:v>
                </c:pt>
                <c:pt idx="7287">
                  <c:v>0.22074074074074074</c:v>
                </c:pt>
                <c:pt idx="7288">
                  <c:v>0.22074074074074074</c:v>
                </c:pt>
                <c:pt idx="7289">
                  <c:v>0.22074074074074074</c:v>
                </c:pt>
                <c:pt idx="7290">
                  <c:v>0.22074074074074074</c:v>
                </c:pt>
                <c:pt idx="7291">
                  <c:v>0.22074074074074074</c:v>
                </c:pt>
                <c:pt idx="7292">
                  <c:v>0.22074074074074074</c:v>
                </c:pt>
                <c:pt idx="7293">
                  <c:v>0.22074074074074074</c:v>
                </c:pt>
                <c:pt idx="7294">
                  <c:v>0.22074074074074074</c:v>
                </c:pt>
                <c:pt idx="7295">
                  <c:v>0.22074074074074074</c:v>
                </c:pt>
                <c:pt idx="7296">
                  <c:v>0.22074074074074074</c:v>
                </c:pt>
                <c:pt idx="7297">
                  <c:v>0.22074074074074074</c:v>
                </c:pt>
                <c:pt idx="7298">
                  <c:v>0.22074074074074074</c:v>
                </c:pt>
                <c:pt idx="7299">
                  <c:v>0.22074074074074074</c:v>
                </c:pt>
                <c:pt idx="7300">
                  <c:v>0.22074074074074074</c:v>
                </c:pt>
                <c:pt idx="7301">
                  <c:v>0.22088888888888888</c:v>
                </c:pt>
                <c:pt idx="7302">
                  <c:v>0.22088888888888888</c:v>
                </c:pt>
                <c:pt idx="7303">
                  <c:v>0.22088888888888888</c:v>
                </c:pt>
                <c:pt idx="7304">
                  <c:v>0.22103703703703703</c:v>
                </c:pt>
                <c:pt idx="7305">
                  <c:v>0.22103703703703703</c:v>
                </c:pt>
                <c:pt idx="7306">
                  <c:v>0.22103703703703703</c:v>
                </c:pt>
                <c:pt idx="7307">
                  <c:v>0.22103703703703703</c:v>
                </c:pt>
                <c:pt idx="7308">
                  <c:v>0.22118518518518518</c:v>
                </c:pt>
                <c:pt idx="7309">
                  <c:v>0.22118518518518518</c:v>
                </c:pt>
                <c:pt idx="7310">
                  <c:v>0.22118518518518518</c:v>
                </c:pt>
                <c:pt idx="7311">
                  <c:v>0.22118518518518518</c:v>
                </c:pt>
                <c:pt idx="7312">
                  <c:v>0.22118518518518518</c:v>
                </c:pt>
                <c:pt idx="7313">
                  <c:v>0.22133333333333333</c:v>
                </c:pt>
                <c:pt idx="7314">
                  <c:v>0.22133333333333333</c:v>
                </c:pt>
                <c:pt idx="7315">
                  <c:v>0.22133333333333333</c:v>
                </c:pt>
                <c:pt idx="7316">
                  <c:v>0.22133333333333333</c:v>
                </c:pt>
                <c:pt idx="7317">
                  <c:v>0.22133333333333333</c:v>
                </c:pt>
                <c:pt idx="7318">
                  <c:v>0.22133333333333333</c:v>
                </c:pt>
                <c:pt idx="7319">
                  <c:v>0.22133333333333333</c:v>
                </c:pt>
                <c:pt idx="7320">
                  <c:v>0.22148148148148147</c:v>
                </c:pt>
                <c:pt idx="7321">
                  <c:v>0.22148148148148147</c:v>
                </c:pt>
                <c:pt idx="7322">
                  <c:v>0.22148148148148147</c:v>
                </c:pt>
                <c:pt idx="7323">
                  <c:v>0.22148148148148147</c:v>
                </c:pt>
                <c:pt idx="7324">
                  <c:v>0.22148148148148147</c:v>
                </c:pt>
                <c:pt idx="7325">
                  <c:v>0.22148148148148147</c:v>
                </c:pt>
                <c:pt idx="7326">
                  <c:v>0.22148148148148147</c:v>
                </c:pt>
                <c:pt idx="7327">
                  <c:v>0.22148148148148147</c:v>
                </c:pt>
                <c:pt idx="7328">
                  <c:v>0.22162962962962962</c:v>
                </c:pt>
                <c:pt idx="7329">
                  <c:v>0.22162962962962962</c:v>
                </c:pt>
                <c:pt idx="7330">
                  <c:v>0.22162962962962962</c:v>
                </c:pt>
                <c:pt idx="7331">
                  <c:v>0.22177777777777777</c:v>
                </c:pt>
                <c:pt idx="7332">
                  <c:v>0.22177777777777777</c:v>
                </c:pt>
                <c:pt idx="7333">
                  <c:v>0.22192592592592592</c:v>
                </c:pt>
                <c:pt idx="7334">
                  <c:v>0.22192592592592592</c:v>
                </c:pt>
                <c:pt idx="7335">
                  <c:v>0.22192592592592592</c:v>
                </c:pt>
                <c:pt idx="7336">
                  <c:v>0.22192592592592592</c:v>
                </c:pt>
                <c:pt idx="7337">
                  <c:v>0.22192592592592592</c:v>
                </c:pt>
                <c:pt idx="7338">
                  <c:v>0.22207407407407406</c:v>
                </c:pt>
                <c:pt idx="7339">
                  <c:v>0.22222222222222221</c:v>
                </c:pt>
                <c:pt idx="7340">
                  <c:v>0.22222222222222221</c:v>
                </c:pt>
                <c:pt idx="7341">
                  <c:v>0.22222222222222221</c:v>
                </c:pt>
                <c:pt idx="7342">
                  <c:v>0.22237037037037036</c:v>
                </c:pt>
                <c:pt idx="7343">
                  <c:v>0.22237037037037036</c:v>
                </c:pt>
                <c:pt idx="7344">
                  <c:v>0.22237037037037036</c:v>
                </c:pt>
                <c:pt idx="7345">
                  <c:v>0.22237037037037036</c:v>
                </c:pt>
                <c:pt idx="7346">
                  <c:v>0.22237037037037036</c:v>
                </c:pt>
                <c:pt idx="7347">
                  <c:v>0.22237037037037036</c:v>
                </c:pt>
                <c:pt idx="7348">
                  <c:v>0.22237037037037036</c:v>
                </c:pt>
                <c:pt idx="7349">
                  <c:v>0.22237037037037036</c:v>
                </c:pt>
                <c:pt idx="7350">
                  <c:v>0.22237037037037036</c:v>
                </c:pt>
                <c:pt idx="7351">
                  <c:v>0.22237037037037036</c:v>
                </c:pt>
                <c:pt idx="7352">
                  <c:v>0.22251851851851853</c:v>
                </c:pt>
                <c:pt idx="7353">
                  <c:v>0.22251851851851853</c:v>
                </c:pt>
                <c:pt idx="7354">
                  <c:v>0.22251851851851853</c:v>
                </c:pt>
                <c:pt idx="7355">
                  <c:v>0.22251851851851853</c:v>
                </c:pt>
                <c:pt idx="7356">
                  <c:v>0.22266666666666668</c:v>
                </c:pt>
                <c:pt idx="7357">
                  <c:v>0.22266666666666668</c:v>
                </c:pt>
                <c:pt idx="7358">
                  <c:v>0.22266666666666668</c:v>
                </c:pt>
                <c:pt idx="7359">
                  <c:v>0.22281481481481483</c:v>
                </c:pt>
                <c:pt idx="7360">
                  <c:v>0.22281481481481483</c:v>
                </c:pt>
                <c:pt idx="7361">
                  <c:v>0.22296296296296297</c:v>
                </c:pt>
                <c:pt idx="7362">
                  <c:v>0.22296296296296297</c:v>
                </c:pt>
                <c:pt idx="7363">
                  <c:v>0.22311111111111112</c:v>
                </c:pt>
                <c:pt idx="7364">
                  <c:v>0.22325925925925927</c:v>
                </c:pt>
                <c:pt idx="7365">
                  <c:v>0.22325925925925927</c:v>
                </c:pt>
                <c:pt idx="7366">
                  <c:v>0.22325925925925927</c:v>
                </c:pt>
                <c:pt idx="7367">
                  <c:v>0.22340740740740742</c:v>
                </c:pt>
                <c:pt idx="7368">
                  <c:v>0.22340740740740742</c:v>
                </c:pt>
                <c:pt idx="7369">
                  <c:v>0.22340740740740742</c:v>
                </c:pt>
                <c:pt idx="7370">
                  <c:v>0.22340740740740742</c:v>
                </c:pt>
                <c:pt idx="7371">
                  <c:v>0.22355555555555556</c:v>
                </c:pt>
                <c:pt idx="7372">
                  <c:v>0.22355555555555556</c:v>
                </c:pt>
                <c:pt idx="7373">
                  <c:v>0.22355555555555556</c:v>
                </c:pt>
                <c:pt idx="7374">
                  <c:v>0.22355555555555556</c:v>
                </c:pt>
                <c:pt idx="7375">
                  <c:v>0.22355555555555556</c:v>
                </c:pt>
                <c:pt idx="7376">
                  <c:v>0.22355555555555556</c:v>
                </c:pt>
                <c:pt idx="7377">
                  <c:v>0.22355555555555556</c:v>
                </c:pt>
                <c:pt idx="7378">
                  <c:v>0.22355555555555556</c:v>
                </c:pt>
                <c:pt idx="7379">
                  <c:v>0.22355555555555556</c:v>
                </c:pt>
                <c:pt idx="7380">
                  <c:v>0.22355555555555556</c:v>
                </c:pt>
                <c:pt idx="7381">
                  <c:v>0.22355555555555556</c:v>
                </c:pt>
                <c:pt idx="7382">
                  <c:v>0.22355555555555556</c:v>
                </c:pt>
                <c:pt idx="7383">
                  <c:v>0.22355555555555556</c:v>
                </c:pt>
                <c:pt idx="7384">
                  <c:v>0.22370370370370371</c:v>
                </c:pt>
                <c:pt idx="7385">
                  <c:v>0.22370370370370371</c:v>
                </c:pt>
                <c:pt idx="7386">
                  <c:v>0.22370370370370371</c:v>
                </c:pt>
                <c:pt idx="7387">
                  <c:v>0.22370370370370371</c:v>
                </c:pt>
                <c:pt idx="7388">
                  <c:v>0.22385185185185186</c:v>
                </c:pt>
                <c:pt idx="7389">
                  <c:v>0.22385185185185186</c:v>
                </c:pt>
                <c:pt idx="7390">
                  <c:v>0.22385185185185186</c:v>
                </c:pt>
                <c:pt idx="7391">
                  <c:v>0.22385185185185186</c:v>
                </c:pt>
                <c:pt idx="7392">
                  <c:v>0.22385185185185186</c:v>
                </c:pt>
                <c:pt idx="7393">
                  <c:v>0.224</c:v>
                </c:pt>
                <c:pt idx="7394">
                  <c:v>0.224</c:v>
                </c:pt>
                <c:pt idx="7395">
                  <c:v>0.224</c:v>
                </c:pt>
                <c:pt idx="7396">
                  <c:v>0.22414814814814815</c:v>
                </c:pt>
                <c:pt idx="7397">
                  <c:v>0.22414814814814815</c:v>
                </c:pt>
                <c:pt idx="7398">
                  <c:v>0.22414814814814815</c:v>
                </c:pt>
                <c:pt idx="7399">
                  <c:v>0.22414814814814815</c:v>
                </c:pt>
                <c:pt idx="7400">
                  <c:v>0.2242962962962963</c:v>
                </c:pt>
                <c:pt idx="7401">
                  <c:v>0.22444444444444445</c:v>
                </c:pt>
                <c:pt idx="7402">
                  <c:v>0.22444444444444445</c:v>
                </c:pt>
                <c:pt idx="7403">
                  <c:v>0.22459259259259259</c:v>
                </c:pt>
                <c:pt idx="7404">
                  <c:v>0.22459259259259259</c:v>
                </c:pt>
                <c:pt idx="7405">
                  <c:v>0.22459259259259259</c:v>
                </c:pt>
                <c:pt idx="7406">
                  <c:v>0.22474074074074074</c:v>
                </c:pt>
                <c:pt idx="7407">
                  <c:v>0.22474074074074074</c:v>
                </c:pt>
                <c:pt idx="7408">
                  <c:v>0.22488888888888889</c:v>
                </c:pt>
                <c:pt idx="7409">
                  <c:v>0.22503703703703704</c:v>
                </c:pt>
                <c:pt idx="7410">
                  <c:v>0.22503703703703704</c:v>
                </c:pt>
                <c:pt idx="7411">
                  <c:v>0.22503703703703704</c:v>
                </c:pt>
                <c:pt idx="7412">
                  <c:v>0.22503703703703704</c:v>
                </c:pt>
                <c:pt idx="7413">
                  <c:v>0.22518518518518518</c:v>
                </c:pt>
                <c:pt idx="7414">
                  <c:v>0.22518518518518518</c:v>
                </c:pt>
                <c:pt idx="7415">
                  <c:v>0.22518518518518518</c:v>
                </c:pt>
                <c:pt idx="7416">
                  <c:v>0.22518518518518518</c:v>
                </c:pt>
                <c:pt idx="7417">
                  <c:v>0.22518518518518518</c:v>
                </c:pt>
                <c:pt idx="7418">
                  <c:v>0.22518518518518518</c:v>
                </c:pt>
                <c:pt idx="7419">
                  <c:v>0.22518518518518518</c:v>
                </c:pt>
                <c:pt idx="7420">
                  <c:v>0.22518518518518518</c:v>
                </c:pt>
                <c:pt idx="7421">
                  <c:v>0.22518518518518518</c:v>
                </c:pt>
                <c:pt idx="7422">
                  <c:v>0.22518518518518518</c:v>
                </c:pt>
                <c:pt idx="7423">
                  <c:v>0.22518518518518518</c:v>
                </c:pt>
                <c:pt idx="7424">
                  <c:v>0.22518518518518518</c:v>
                </c:pt>
                <c:pt idx="7425">
                  <c:v>0.22533333333333333</c:v>
                </c:pt>
                <c:pt idx="7426">
                  <c:v>0.22533333333333333</c:v>
                </c:pt>
                <c:pt idx="7427">
                  <c:v>0.22533333333333333</c:v>
                </c:pt>
                <c:pt idx="7428">
                  <c:v>0.22548148148148148</c:v>
                </c:pt>
                <c:pt idx="7429">
                  <c:v>0.22548148148148148</c:v>
                </c:pt>
                <c:pt idx="7430">
                  <c:v>0.22548148148148148</c:v>
                </c:pt>
                <c:pt idx="7431">
                  <c:v>0.22548148148148148</c:v>
                </c:pt>
                <c:pt idx="7432">
                  <c:v>0.22548148148148148</c:v>
                </c:pt>
                <c:pt idx="7433">
                  <c:v>0.22548148148148148</c:v>
                </c:pt>
                <c:pt idx="7434">
                  <c:v>0.22562962962962962</c:v>
                </c:pt>
                <c:pt idx="7435">
                  <c:v>0.22562962962962962</c:v>
                </c:pt>
                <c:pt idx="7436">
                  <c:v>0.22577777777777777</c:v>
                </c:pt>
                <c:pt idx="7437">
                  <c:v>0.22592592592592592</c:v>
                </c:pt>
                <c:pt idx="7438">
                  <c:v>0.22607407407407407</c:v>
                </c:pt>
                <c:pt idx="7439">
                  <c:v>0.22607407407407407</c:v>
                </c:pt>
                <c:pt idx="7440">
                  <c:v>0.22622222222222221</c:v>
                </c:pt>
                <c:pt idx="7441">
                  <c:v>0.22622222222222221</c:v>
                </c:pt>
                <c:pt idx="7442">
                  <c:v>0.22622222222222221</c:v>
                </c:pt>
                <c:pt idx="7443">
                  <c:v>0.22622222222222221</c:v>
                </c:pt>
                <c:pt idx="7444">
                  <c:v>0.22622222222222221</c:v>
                </c:pt>
                <c:pt idx="7445">
                  <c:v>0.22622222222222221</c:v>
                </c:pt>
                <c:pt idx="7446">
                  <c:v>0.22622222222222221</c:v>
                </c:pt>
                <c:pt idx="7447">
                  <c:v>0.22637037037037036</c:v>
                </c:pt>
                <c:pt idx="7448">
                  <c:v>0.22637037037037036</c:v>
                </c:pt>
                <c:pt idx="7449">
                  <c:v>0.22651851851851851</c:v>
                </c:pt>
                <c:pt idx="7450">
                  <c:v>0.22651851851851851</c:v>
                </c:pt>
                <c:pt idx="7451">
                  <c:v>0.22666666666666666</c:v>
                </c:pt>
                <c:pt idx="7452">
                  <c:v>0.2268148148148148</c:v>
                </c:pt>
                <c:pt idx="7453">
                  <c:v>0.2268148148148148</c:v>
                </c:pt>
                <c:pt idx="7454">
                  <c:v>0.2268148148148148</c:v>
                </c:pt>
                <c:pt idx="7455">
                  <c:v>0.2268148148148148</c:v>
                </c:pt>
                <c:pt idx="7456">
                  <c:v>0.22696296296296295</c:v>
                </c:pt>
                <c:pt idx="7457">
                  <c:v>0.22696296296296295</c:v>
                </c:pt>
                <c:pt idx="7458">
                  <c:v>0.22696296296296295</c:v>
                </c:pt>
                <c:pt idx="7459">
                  <c:v>0.22696296296296295</c:v>
                </c:pt>
                <c:pt idx="7460">
                  <c:v>0.22711111111111112</c:v>
                </c:pt>
                <c:pt idx="7461">
                  <c:v>0.22725925925925927</c:v>
                </c:pt>
                <c:pt idx="7462">
                  <c:v>0.22725925925925927</c:v>
                </c:pt>
                <c:pt idx="7463">
                  <c:v>0.22725925925925927</c:v>
                </c:pt>
                <c:pt idx="7464">
                  <c:v>0.22725925925925927</c:v>
                </c:pt>
                <c:pt idx="7465">
                  <c:v>0.22725925925925927</c:v>
                </c:pt>
                <c:pt idx="7466">
                  <c:v>0.22725925925925927</c:v>
                </c:pt>
                <c:pt idx="7467">
                  <c:v>0.22725925925925927</c:v>
                </c:pt>
                <c:pt idx="7468">
                  <c:v>0.22725925925925927</c:v>
                </c:pt>
                <c:pt idx="7469">
                  <c:v>0.22725925925925927</c:v>
                </c:pt>
                <c:pt idx="7470">
                  <c:v>0.22725925925925927</c:v>
                </c:pt>
                <c:pt idx="7471">
                  <c:v>0.22725925925925927</c:v>
                </c:pt>
                <c:pt idx="7472">
                  <c:v>0.22725925925925927</c:v>
                </c:pt>
                <c:pt idx="7473">
                  <c:v>0.22725925925925927</c:v>
                </c:pt>
                <c:pt idx="7474">
                  <c:v>0.22725925925925927</c:v>
                </c:pt>
                <c:pt idx="7475">
                  <c:v>0.22725925925925927</c:v>
                </c:pt>
                <c:pt idx="7476">
                  <c:v>0.22725925925925927</c:v>
                </c:pt>
                <c:pt idx="7477">
                  <c:v>0.22725925925925927</c:v>
                </c:pt>
                <c:pt idx="7478">
                  <c:v>0.22725925925925927</c:v>
                </c:pt>
                <c:pt idx="7479">
                  <c:v>0.22740740740740742</c:v>
                </c:pt>
                <c:pt idx="7480">
                  <c:v>0.22755555555555557</c:v>
                </c:pt>
                <c:pt idx="7481">
                  <c:v>0.22770370370370371</c:v>
                </c:pt>
                <c:pt idx="7482">
                  <c:v>0.22785185185185186</c:v>
                </c:pt>
                <c:pt idx="7483">
                  <c:v>0.22785185185185186</c:v>
                </c:pt>
                <c:pt idx="7484">
                  <c:v>0.22785185185185186</c:v>
                </c:pt>
                <c:pt idx="7485">
                  <c:v>0.22800000000000001</c:v>
                </c:pt>
                <c:pt idx="7486">
                  <c:v>0.22800000000000001</c:v>
                </c:pt>
                <c:pt idx="7487">
                  <c:v>0.22800000000000001</c:v>
                </c:pt>
                <c:pt idx="7488">
                  <c:v>0.22800000000000001</c:v>
                </c:pt>
                <c:pt idx="7489">
                  <c:v>0.22800000000000001</c:v>
                </c:pt>
                <c:pt idx="7490">
                  <c:v>0.22814814814814816</c:v>
                </c:pt>
                <c:pt idx="7491">
                  <c:v>0.22814814814814816</c:v>
                </c:pt>
                <c:pt idx="7492">
                  <c:v>0.22814814814814816</c:v>
                </c:pt>
                <c:pt idx="7493">
                  <c:v>0.22814814814814816</c:v>
                </c:pt>
                <c:pt idx="7494">
                  <c:v>0.22814814814814816</c:v>
                </c:pt>
                <c:pt idx="7495">
                  <c:v>0.22814814814814816</c:v>
                </c:pt>
                <c:pt idx="7496">
                  <c:v>0.2282962962962963</c:v>
                </c:pt>
                <c:pt idx="7497">
                  <c:v>0.2282962962962963</c:v>
                </c:pt>
                <c:pt idx="7498">
                  <c:v>0.2282962962962963</c:v>
                </c:pt>
                <c:pt idx="7499">
                  <c:v>0.2282962962962963</c:v>
                </c:pt>
                <c:pt idx="7500">
                  <c:v>0.2282962962962963</c:v>
                </c:pt>
                <c:pt idx="7501">
                  <c:v>0.22844444444444445</c:v>
                </c:pt>
                <c:pt idx="7502">
                  <c:v>0.22844444444444445</c:v>
                </c:pt>
                <c:pt idx="7503">
                  <c:v>0.22844444444444445</c:v>
                </c:pt>
                <c:pt idx="7504">
                  <c:v>0.2285925925925926</c:v>
                </c:pt>
                <c:pt idx="7505">
                  <c:v>0.22874074074074074</c:v>
                </c:pt>
                <c:pt idx="7506">
                  <c:v>0.22874074074074074</c:v>
                </c:pt>
                <c:pt idx="7507">
                  <c:v>0.22874074074074074</c:v>
                </c:pt>
                <c:pt idx="7508">
                  <c:v>0.22888888888888889</c:v>
                </c:pt>
                <c:pt idx="7509">
                  <c:v>0.22888888888888889</c:v>
                </c:pt>
                <c:pt idx="7510">
                  <c:v>0.22888888888888889</c:v>
                </c:pt>
                <c:pt idx="7511">
                  <c:v>0.22903703703703704</c:v>
                </c:pt>
                <c:pt idx="7512">
                  <c:v>0.22903703703703704</c:v>
                </c:pt>
                <c:pt idx="7513">
                  <c:v>0.22903703703703704</c:v>
                </c:pt>
                <c:pt idx="7514">
                  <c:v>0.22903703703703704</c:v>
                </c:pt>
                <c:pt idx="7515">
                  <c:v>0.22903703703703704</c:v>
                </c:pt>
                <c:pt idx="7516">
                  <c:v>0.22918518518518519</c:v>
                </c:pt>
                <c:pt idx="7517">
                  <c:v>0.22918518518518519</c:v>
                </c:pt>
                <c:pt idx="7518">
                  <c:v>0.22918518518518519</c:v>
                </c:pt>
                <c:pt idx="7519">
                  <c:v>0.22918518518518519</c:v>
                </c:pt>
                <c:pt idx="7520">
                  <c:v>0.22933333333333333</c:v>
                </c:pt>
                <c:pt idx="7521">
                  <c:v>0.22933333333333333</c:v>
                </c:pt>
                <c:pt idx="7522">
                  <c:v>0.22933333333333333</c:v>
                </c:pt>
                <c:pt idx="7523">
                  <c:v>0.22948148148148148</c:v>
                </c:pt>
                <c:pt idx="7524">
                  <c:v>0.22948148148148148</c:v>
                </c:pt>
                <c:pt idx="7525">
                  <c:v>0.22962962962962963</c:v>
                </c:pt>
                <c:pt idx="7526">
                  <c:v>0.22962962962962963</c:v>
                </c:pt>
                <c:pt idx="7527">
                  <c:v>0.22962962962962963</c:v>
                </c:pt>
                <c:pt idx="7528">
                  <c:v>0.22962962962962963</c:v>
                </c:pt>
                <c:pt idx="7529">
                  <c:v>0.22977777777777778</c:v>
                </c:pt>
                <c:pt idx="7530">
                  <c:v>0.22977777777777778</c:v>
                </c:pt>
                <c:pt idx="7531">
                  <c:v>0.22992592592592592</c:v>
                </c:pt>
                <c:pt idx="7532">
                  <c:v>0.23007407407407407</c:v>
                </c:pt>
                <c:pt idx="7533">
                  <c:v>0.23022222222222222</c:v>
                </c:pt>
                <c:pt idx="7534">
                  <c:v>0.23022222222222222</c:v>
                </c:pt>
                <c:pt idx="7535">
                  <c:v>0.23022222222222222</c:v>
                </c:pt>
                <c:pt idx="7536">
                  <c:v>0.23022222222222222</c:v>
                </c:pt>
                <c:pt idx="7537">
                  <c:v>0.23022222222222222</c:v>
                </c:pt>
                <c:pt idx="7538">
                  <c:v>0.23022222222222222</c:v>
                </c:pt>
                <c:pt idx="7539">
                  <c:v>0.23022222222222222</c:v>
                </c:pt>
                <c:pt idx="7540">
                  <c:v>0.23037037037037036</c:v>
                </c:pt>
                <c:pt idx="7541">
                  <c:v>0.23037037037037036</c:v>
                </c:pt>
                <c:pt idx="7542">
                  <c:v>0.23051851851851851</c:v>
                </c:pt>
                <c:pt idx="7543">
                  <c:v>0.23051851851851851</c:v>
                </c:pt>
                <c:pt idx="7544">
                  <c:v>0.23051851851851851</c:v>
                </c:pt>
                <c:pt idx="7545">
                  <c:v>0.23051851851851851</c:v>
                </c:pt>
                <c:pt idx="7546">
                  <c:v>0.23051851851851851</c:v>
                </c:pt>
                <c:pt idx="7547">
                  <c:v>0.23051851851851851</c:v>
                </c:pt>
                <c:pt idx="7548">
                  <c:v>0.23051851851851851</c:v>
                </c:pt>
                <c:pt idx="7549">
                  <c:v>0.23051851851851851</c:v>
                </c:pt>
                <c:pt idx="7550">
                  <c:v>0.23051851851851851</c:v>
                </c:pt>
                <c:pt idx="7551">
                  <c:v>0.23051851851851851</c:v>
                </c:pt>
                <c:pt idx="7552">
                  <c:v>0.23051851851851851</c:v>
                </c:pt>
                <c:pt idx="7553">
                  <c:v>0.23066666666666666</c:v>
                </c:pt>
                <c:pt idx="7554">
                  <c:v>0.23066666666666666</c:v>
                </c:pt>
                <c:pt idx="7555">
                  <c:v>0.23066666666666666</c:v>
                </c:pt>
                <c:pt idx="7556">
                  <c:v>0.23066666666666666</c:v>
                </c:pt>
                <c:pt idx="7557">
                  <c:v>0.23081481481481481</c:v>
                </c:pt>
                <c:pt idx="7558">
                  <c:v>0.23096296296296295</c:v>
                </c:pt>
                <c:pt idx="7559">
                  <c:v>0.23096296296296295</c:v>
                </c:pt>
                <c:pt idx="7560">
                  <c:v>0.2311111111111111</c:v>
                </c:pt>
                <c:pt idx="7561">
                  <c:v>0.2311111111111111</c:v>
                </c:pt>
                <c:pt idx="7562">
                  <c:v>0.2311111111111111</c:v>
                </c:pt>
                <c:pt idx="7563">
                  <c:v>0.2311111111111111</c:v>
                </c:pt>
                <c:pt idx="7564">
                  <c:v>0.2311111111111111</c:v>
                </c:pt>
                <c:pt idx="7565">
                  <c:v>0.2311111111111111</c:v>
                </c:pt>
                <c:pt idx="7566">
                  <c:v>0.2311111111111111</c:v>
                </c:pt>
                <c:pt idx="7567">
                  <c:v>0.2311111111111111</c:v>
                </c:pt>
                <c:pt idx="7568">
                  <c:v>0.2311111111111111</c:v>
                </c:pt>
                <c:pt idx="7569">
                  <c:v>0.2311111111111111</c:v>
                </c:pt>
                <c:pt idx="7570">
                  <c:v>0.23125925925925925</c:v>
                </c:pt>
                <c:pt idx="7571">
                  <c:v>0.2314074074074074</c:v>
                </c:pt>
                <c:pt idx="7572">
                  <c:v>0.2314074074074074</c:v>
                </c:pt>
                <c:pt idx="7573">
                  <c:v>0.2314074074074074</c:v>
                </c:pt>
                <c:pt idx="7574">
                  <c:v>0.2314074074074074</c:v>
                </c:pt>
                <c:pt idx="7575">
                  <c:v>0.2314074074074074</c:v>
                </c:pt>
                <c:pt idx="7576">
                  <c:v>0.2314074074074074</c:v>
                </c:pt>
                <c:pt idx="7577">
                  <c:v>0.2314074074074074</c:v>
                </c:pt>
                <c:pt idx="7578">
                  <c:v>0.2314074074074074</c:v>
                </c:pt>
                <c:pt idx="7579">
                  <c:v>0.23155555555555554</c:v>
                </c:pt>
                <c:pt idx="7580">
                  <c:v>0.23155555555555554</c:v>
                </c:pt>
                <c:pt idx="7581">
                  <c:v>0.23155555555555554</c:v>
                </c:pt>
                <c:pt idx="7582">
                  <c:v>0.23155555555555554</c:v>
                </c:pt>
                <c:pt idx="7583">
                  <c:v>0.23155555555555554</c:v>
                </c:pt>
                <c:pt idx="7584">
                  <c:v>0.23155555555555554</c:v>
                </c:pt>
                <c:pt idx="7585">
                  <c:v>0.23155555555555554</c:v>
                </c:pt>
                <c:pt idx="7586">
                  <c:v>0.23155555555555554</c:v>
                </c:pt>
                <c:pt idx="7587">
                  <c:v>0.23155555555555554</c:v>
                </c:pt>
                <c:pt idx="7588">
                  <c:v>0.23170370370370372</c:v>
                </c:pt>
                <c:pt idx="7589">
                  <c:v>0.23170370370370372</c:v>
                </c:pt>
                <c:pt idx="7590">
                  <c:v>0.23185185185185186</c:v>
                </c:pt>
                <c:pt idx="7591">
                  <c:v>0.23185185185185186</c:v>
                </c:pt>
                <c:pt idx="7592">
                  <c:v>0.23200000000000001</c:v>
                </c:pt>
                <c:pt idx="7593">
                  <c:v>0.23200000000000001</c:v>
                </c:pt>
                <c:pt idx="7594">
                  <c:v>0.23200000000000001</c:v>
                </c:pt>
                <c:pt idx="7595">
                  <c:v>0.23200000000000001</c:v>
                </c:pt>
                <c:pt idx="7596">
                  <c:v>0.23200000000000001</c:v>
                </c:pt>
                <c:pt idx="7597">
                  <c:v>0.23214814814814816</c:v>
                </c:pt>
                <c:pt idx="7598">
                  <c:v>0.23214814814814816</c:v>
                </c:pt>
                <c:pt idx="7599">
                  <c:v>0.23229629629629631</c:v>
                </c:pt>
                <c:pt idx="7600">
                  <c:v>0.23229629629629631</c:v>
                </c:pt>
                <c:pt idx="7601">
                  <c:v>0.23244444444444445</c:v>
                </c:pt>
                <c:pt idx="7602">
                  <c:v>0.23244444444444445</c:v>
                </c:pt>
                <c:pt idx="7603">
                  <c:v>0.23244444444444445</c:v>
                </c:pt>
                <c:pt idx="7604">
                  <c:v>0.2325925925925926</c:v>
                </c:pt>
                <c:pt idx="7605">
                  <c:v>0.2325925925925926</c:v>
                </c:pt>
                <c:pt idx="7606">
                  <c:v>0.2325925925925926</c:v>
                </c:pt>
                <c:pt idx="7607">
                  <c:v>0.2325925925925926</c:v>
                </c:pt>
                <c:pt idx="7608">
                  <c:v>0.23274074074074075</c:v>
                </c:pt>
                <c:pt idx="7609">
                  <c:v>0.23274074074074075</c:v>
                </c:pt>
                <c:pt idx="7610">
                  <c:v>0.23274074074074075</c:v>
                </c:pt>
                <c:pt idx="7611">
                  <c:v>0.23274074074074075</c:v>
                </c:pt>
                <c:pt idx="7612">
                  <c:v>0.23274074074074075</c:v>
                </c:pt>
                <c:pt idx="7613">
                  <c:v>0.23274074074074075</c:v>
                </c:pt>
                <c:pt idx="7614">
                  <c:v>0.2328888888888889</c:v>
                </c:pt>
                <c:pt idx="7615">
                  <c:v>0.2328888888888889</c:v>
                </c:pt>
                <c:pt idx="7616">
                  <c:v>0.2328888888888889</c:v>
                </c:pt>
                <c:pt idx="7617">
                  <c:v>0.23303703703703704</c:v>
                </c:pt>
                <c:pt idx="7618">
                  <c:v>0.23303703703703704</c:v>
                </c:pt>
                <c:pt idx="7619">
                  <c:v>0.23318518518518519</c:v>
                </c:pt>
                <c:pt idx="7620">
                  <c:v>0.23318518518518519</c:v>
                </c:pt>
                <c:pt idx="7621">
                  <c:v>0.23318518518518519</c:v>
                </c:pt>
                <c:pt idx="7622">
                  <c:v>0.23318518518518519</c:v>
                </c:pt>
                <c:pt idx="7623">
                  <c:v>0.23318518518518519</c:v>
                </c:pt>
                <c:pt idx="7624">
                  <c:v>0.23318518518518519</c:v>
                </c:pt>
                <c:pt idx="7625">
                  <c:v>0.23318518518518519</c:v>
                </c:pt>
                <c:pt idx="7626">
                  <c:v>0.23333333333333334</c:v>
                </c:pt>
                <c:pt idx="7627">
                  <c:v>0.23333333333333334</c:v>
                </c:pt>
                <c:pt idx="7628">
                  <c:v>0.23333333333333334</c:v>
                </c:pt>
                <c:pt idx="7629">
                  <c:v>0.23333333333333334</c:v>
                </c:pt>
                <c:pt idx="7630">
                  <c:v>0.23333333333333334</c:v>
                </c:pt>
                <c:pt idx="7631">
                  <c:v>0.23333333333333334</c:v>
                </c:pt>
                <c:pt idx="7632">
                  <c:v>0.23348148148148148</c:v>
                </c:pt>
                <c:pt idx="7633">
                  <c:v>0.23348148148148148</c:v>
                </c:pt>
                <c:pt idx="7634">
                  <c:v>0.23362962962962963</c:v>
                </c:pt>
                <c:pt idx="7635">
                  <c:v>0.23362962962962963</c:v>
                </c:pt>
                <c:pt idx="7636">
                  <c:v>0.23362962962962963</c:v>
                </c:pt>
                <c:pt idx="7637">
                  <c:v>0.23362962962962963</c:v>
                </c:pt>
                <c:pt idx="7638">
                  <c:v>0.23377777777777778</c:v>
                </c:pt>
                <c:pt idx="7639">
                  <c:v>0.23377777777777778</c:v>
                </c:pt>
                <c:pt idx="7640">
                  <c:v>0.23377777777777778</c:v>
                </c:pt>
                <c:pt idx="7641">
                  <c:v>0.23377777777777778</c:v>
                </c:pt>
                <c:pt idx="7642">
                  <c:v>0.23377777777777778</c:v>
                </c:pt>
                <c:pt idx="7643">
                  <c:v>0.23377777777777778</c:v>
                </c:pt>
                <c:pt idx="7644">
                  <c:v>0.23377777777777778</c:v>
                </c:pt>
                <c:pt idx="7645">
                  <c:v>0.23377777777777778</c:v>
                </c:pt>
                <c:pt idx="7646">
                  <c:v>0.23392592592592593</c:v>
                </c:pt>
                <c:pt idx="7647">
                  <c:v>0.23392592592592593</c:v>
                </c:pt>
                <c:pt idx="7648">
                  <c:v>0.23407407407407407</c:v>
                </c:pt>
                <c:pt idx="7649">
                  <c:v>0.23407407407407407</c:v>
                </c:pt>
                <c:pt idx="7650">
                  <c:v>0.23407407407407407</c:v>
                </c:pt>
                <c:pt idx="7651">
                  <c:v>0.23407407407407407</c:v>
                </c:pt>
                <c:pt idx="7652">
                  <c:v>0.23407407407407407</c:v>
                </c:pt>
                <c:pt idx="7653">
                  <c:v>0.23407407407407407</c:v>
                </c:pt>
                <c:pt idx="7654">
                  <c:v>0.23407407407407407</c:v>
                </c:pt>
                <c:pt idx="7655">
                  <c:v>0.23422222222222222</c:v>
                </c:pt>
                <c:pt idx="7656">
                  <c:v>0.23422222222222222</c:v>
                </c:pt>
                <c:pt idx="7657">
                  <c:v>0.23422222222222222</c:v>
                </c:pt>
                <c:pt idx="7658">
                  <c:v>0.23437037037037037</c:v>
                </c:pt>
                <c:pt idx="7659">
                  <c:v>0.23437037037037037</c:v>
                </c:pt>
                <c:pt idx="7660">
                  <c:v>0.23437037037037037</c:v>
                </c:pt>
                <c:pt idx="7661">
                  <c:v>0.23437037037037037</c:v>
                </c:pt>
                <c:pt idx="7662">
                  <c:v>0.23437037037037037</c:v>
                </c:pt>
                <c:pt idx="7663">
                  <c:v>0.23451851851851852</c:v>
                </c:pt>
                <c:pt idx="7664">
                  <c:v>0.23451851851851852</c:v>
                </c:pt>
                <c:pt idx="7665">
                  <c:v>0.23466666666666666</c:v>
                </c:pt>
                <c:pt idx="7666">
                  <c:v>0.23481481481481481</c:v>
                </c:pt>
                <c:pt idx="7667">
                  <c:v>0.23481481481481481</c:v>
                </c:pt>
                <c:pt idx="7668">
                  <c:v>0.23481481481481481</c:v>
                </c:pt>
                <c:pt idx="7669">
                  <c:v>0.23481481481481481</c:v>
                </c:pt>
                <c:pt idx="7670">
                  <c:v>0.23481481481481481</c:v>
                </c:pt>
                <c:pt idx="7671">
                  <c:v>0.23496296296296296</c:v>
                </c:pt>
                <c:pt idx="7672">
                  <c:v>0.23496296296296296</c:v>
                </c:pt>
                <c:pt idx="7673">
                  <c:v>0.2351111111111111</c:v>
                </c:pt>
                <c:pt idx="7674">
                  <c:v>0.2351111111111111</c:v>
                </c:pt>
                <c:pt idx="7675">
                  <c:v>0.2351111111111111</c:v>
                </c:pt>
                <c:pt idx="7676">
                  <c:v>0.2351111111111111</c:v>
                </c:pt>
                <c:pt idx="7677">
                  <c:v>0.23525925925925925</c:v>
                </c:pt>
                <c:pt idx="7678">
                  <c:v>0.23525925925925925</c:v>
                </c:pt>
                <c:pt idx="7679">
                  <c:v>0.2354074074074074</c:v>
                </c:pt>
                <c:pt idx="7680">
                  <c:v>0.23555555555555555</c:v>
                </c:pt>
                <c:pt idx="7681">
                  <c:v>0.23555555555555555</c:v>
                </c:pt>
                <c:pt idx="7682">
                  <c:v>0.23555555555555555</c:v>
                </c:pt>
                <c:pt idx="7683">
                  <c:v>0.23555555555555555</c:v>
                </c:pt>
                <c:pt idx="7684">
                  <c:v>0.23570370370370369</c:v>
                </c:pt>
                <c:pt idx="7685">
                  <c:v>0.23570370370370369</c:v>
                </c:pt>
                <c:pt idx="7686">
                  <c:v>0.23570370370370369</c:v>
                </c:pt>
                <c:pt idx="7687">
                  <c:v>0.23585185185185184</c:v>
                </c:pt>
                <c:pt idx="7688">
                  <c:v>0.23585185185185184</c:v>
                </c:pt>
                <c:pt idx="7689">
                  <c:v>0.23585185185185184</c:v>
                </c:pt>
                <c:pt idx="7690">
                  <c:v>0.23585185185185184</c:v>
                </c:pt>
                <c:pt idx="7691">
                  <c:v>0.23585185185185184</c:v>
                </c:pt>
                <c:pt idx="7692">
                  <c:v>0.23599999999999999</c:v>
                </c:pt>
                <c:pt idx="7693">
                  <c:v>0.23599999999999999</c:v>
                </c:pt>
                <c:pt idx="7694">
                  <c:v>0.23599999999999999</c:v>
                </c:pt>
                <c:pt idx="7695">
                  <c:v>0.23599999999999999</c:v>
                </c:pt>
                <c:pt idx="7696">
                  <c:v>0.23614814814814813</c:v>
                </c:pt>
                <c:pt idx="7697">
                  <c:v>0.23614814814814813</c:v>
                </c:pt>
                <c:pt idx="7698">
                  <c:v>0.23614814814814813</c:v>
                </c:pt>
                <c:pt idx="7699">
                  <c:v>0.23614814814814813</c:v>
                </c:pt>
                <c:pt idx="7700">
                  <c:v>0.23614814814814813</c:v>
                </c:pt>
                <c:pt idx="7701">
                  <c:v>0.23614814814814813</c:v>
                </c:pt>
                <c:pt idx="7702">
                  <c:v>0.23614814814814813</c:v>
                </c:pt>
                <c:pt idx="7703">
                  <c:v>0.23629629629629631</c:v>
                </c:pt>
                <c:pt idx="7704">
                  <c:v>0.23629629629629631</c:v>
                </c:pt>
                <c:pt idx="7705">
                  <c:v>0.23629629629629631</c:v>
                </c:pt>
                <c:pt idx="7706">
                  <c:v>0.23644444444444446</c:v>
                </c:pt>
                <c:pt idx="7707">
                  <c:v>0.23644444444444446</c:v>
                </c:pt>
                <c:pt idx="7708">
                  <c:v>0.23644444444444446</c:v>
                </c:pt>
                <c:pt idx="7709">
                  <c:v>0.23644444444444446</c:v>
                </c:pt>
                <c:pt idx="7710">
                  <c:v>0.2365925925925926</c:v>
                </c:pt>
                <c:pt idx="7711">
                  <c:v>0.23674074074074075</c:v>
                </c:pt>
                <c:pt idx="7712">
                  <c:v>0.23674074074074075</c:v>
                </c:pt>
                <c:pt idx="7713">
                  <c:v>0.2368888888888889</c:v>
                </c:pt>
                <c:pt idx="7714">
                  <c:v>0.2368888888888889</c:v>
                </c:pt>
                <c:pt idx="7715">
                  <c:v>0.2368888888888889</c:v>
                </c:pt>
                <c:pt idx="7716">
                  <c:v>0.23703703703703705</c:v>
                </c:pt>
                <c:pt idx="7717">
                  <c:v>0.23703703703703705</c:v>
                </c:pt>
                <c:pt idx="7718">
                  <c:v>0.23703703703703705</c:v>
                </c:pt>
                <c:pt idx="7719">
                  <c:v>0.23703703703703705</c:v>
                </c:pt>
                <c:pt idx="7720">
                  <c:v>0.23718518518518519</c:v>
                </c:pt>
                <c:pt idx="7721">
                  <c:v>0.23718518518518519</c:v>
                </c:pt>
                <c:pt idx="7722">
                  <c:v>0.23718518518518519</c:v>
                </c:pt>
                <c:pt idx="7723">
                  <c:v>0.23718518518518519</c:v>
                </c:pt>
                <c:pt idx="7724">
                  <c:v>0.23733333333333334</c:v>
                </c:pt>
                <c:pt idx="7725">
                  <c:v>0.23733333333333334</c:v>
                </c:pt>
                <c:pt idx="7726">
                  <c:v>0.23733333333333334</c:v>
                </c:pt>
                <c:pt idx="7727">
                  <c:v>0.23733333333333334</c:v>
                </c:pt>
                <c:pt idx="7728">
                  <c:v>0.23748148148148149</c:v>
                </c:pt>
                <c:pt idx="7729">
                  <c:v>0.23748148148148149</c:v>
                </c:pt>
                <c:pt idx="7730">
                  <c:v>0.23748148148148149</c:v>
                </c:pt>
                <c:pt idx="7731">
                  <c:v>0.23748148148148149</c:v>
                </c:pt>
                <c:pt idx="7732">
                  <c:v>0.23762962962962964</c:v>
                </c:pt>
                <c:pt idx="7733">
                  <c:v>0.23762962962962964</c:v>
                </c:pt>
                <c:pt idx="7734">
                  <c:v>0.23762962962962964</c:v>
                </c:pt>
                <c:pt idx="7735">
                  <c:v>0.23762962962962964</c:v>
                </c:pt>
                <c:pt idx="7736">
                  <c:v>0.23762962962962964</c:v>
                </c:pt>
                <c:pt idx="7737">
                  <c:v>0.23777777777777778</c:v>
                </c:pt>
                <c:pt idx="7738">
                  <c:v>0.23777777777777778</c:v>
                </c:pt>
                <c:pt idx="7739">
                  <c:v>0.23777777777777778</c:v>
                </c:pt>
                <c:pt idx="7740">
                  <c:v>0.23777777777777778</c:v>
                </c:pt>
                <c:pt idx="7741">
                  <c:v>0.23792592592592593</c:v>
                </c:pt>
                <c:pt idx="7742">
                  <c:v>0.23792592592592593</c:v>
                </c:pt>
                <c:pt idx="7743">
                  <c:v>0.23807407407407408</c:v>
                </c:pt>
                <c:pt idx="7744">
                  <c:v>0.23807407407407408</c:v>
                </c:pt>
                <c:pt idx="7745">
                  <c:v>0.23807407407407408</c:v>
                </c:pt>
                <c:pt idx="7746">
                  <c:v>0.23822222222222222</c:v>
                </c:pt>
                <c:pt idx="7747">
                  <c:v>0.23822222222222222</c:v>
                </c:pt>
                <c:pt idx="7748">
                  <c:v>0.23822222222222222</c:v>
                </c:pt>
                <c:pt idx="7749">
                  <c:v>0.23822222222222222</c:v>
                </c:pt>
                <c:pt idx="7750">
                  <c:v>0.23822222222222222</c:v>
                </c:pt>
                <c:pt idx="7751">
                  <c:v>0.23822222222222222</c:v>
                </c:pt>
                <c:pt idx="7752">
                  <c:v>0.23822222222222222</c:v>
                </c:pt>
                <c:pt idx="7753">
                  <c:v>0.23822222222222222</c:v>
                </c:pt>
                <c:pt idx="7754">
                  <c:v>0.23822222222222222</c:v>
                </c:pt>
                <c:pt idx="7755">
                  <c:v>0.23837037037037037</c:v>
                </c:pt>
                <c:pt idx="7756">
                  <c:v>0.23837037037037037</c:v>
                </c:pt>
                <c:pt idx="7757">
                  <c:v>0.23837037037037037</c:v>
                </c:pt>
                <c:pt idx="7758">
                  <c:v>0.23837037037037037</c:v>
                </c:pt>
                <c:pt idx="7759">
                  <c:v>0.23837037037037037</c:v>
                </c:pt>
                <c:pt idx="7760">
                  <c:v>0.23837037037037037</c:v>
                </c:pt>
                <c:pt idx="7761">
                  <c:v>0.23851851851851852</c:v>
                </c:pt>
                <c:pt idx="7762">
                  <c:v>0.23866666666666667</c:v>
                </c:pt>
                <c:pt idx="7763">
                  <c:v>0.23866666666666667</c:v>
                </c:pt>
                <c:pt idx="7764">
                  <c:v>0.23866666666666667</c:v>
                </c:pt>
                <c:pt idx="7765">
                  <c:v>0.23881481481481481</c:v>
                </c:pt>
                <c:pt idx="7766">
                  <c:v>0.23881481481481481</c:v>
                </c:pt>
                <c:pt idx="7767">
                  <c:v>0.23896296296296296</c:v>
                </c:pt>
                <c:pt idx="7768">
                  <c:v>0.23896296296296296</c:v>
                </c:pt>
                <c:pt idx="7769">
                  <c:v>0.23911111111111111</c:v>
                </c:pt>
                <c:pt idx="7770">
                  <c:v>0.23925925925925925</c:v>
                </c:pt>
                <c:pt idx="7771">
                  <c:v>0.23925925925925925</c:v>
                </c:pt>
                <c:pt idx="7772">
                  <c:v>0.2394074074074074</c:v>
                </c:pt>
                <c:pt idx="7773">
                  <c:v>0.2394074074074074</c:v>
                </c:pt>
                <c:pt idx="7774">
                  <c:v>0.2394074074074074</c:v>
                </c:pt>
                <c:pt idx="7775">
                  <c:v>0.2394074074074074</c:v>
                </c:pt>
                <c:pt idx="7776">
                  <c:v>0.23955555555555555</c:v>
                </c:pt>
                <c:pt idx="7777">
                  <c:v>0.23955555555555555</c:v>
                </c:pt>
                <c:pt idx="7778">
                  <c:v>0.23955555555555555</c:v>
                </c:pt>
                <c:pt idx="7779">
                  <c:v>0.2397037037037037</c:v>
                </c:pt>
                <c:pt idx="7780">
                  <c:v>0.23985185185185184</c:v>
                </c:pt>
                <c:pt idx="7781">
                  <c:v>0.23985185185185184</c:v>
                </c:pt>
                <c:pt idx="7782">
                  <c:v>0.24</c:v>
                </c:pt>
                <c:pt idx="7783">
                  <c:v>0.24</c:v>
                </c:pt>
                <c:pt idx="7784">
                  <c:v>0.24</c:v>
                </c:pt>
                <c:pt idx="7785">
                  <c:v>0.24</c:v>
                </c:pt>
                <c:pt idx="7786">
                  <c:v>0.24</c:v>
                </c:pt>
                <c:pt idx="7787">
                  <c:v>0.24</c:v>
                </c:pt>
                <c:pt idx="7788">
                  <c:v>0.24</c:v>
                </c:pt>
                <c:pt idx="7789">
                  <c:v>0.24</c:v>
                </c:pt>
                <c:pt idx="7790">
                  <c:v>0.24</c:v>
                </c:pt>
                <c:pt idx="7791">
                  <c:v>0.24</c:v>
                </c:pt>
                <c:pt idx="7792">
                  <c:v>0.24</c:v>
                </c:pt>
                <c:pt idx="7793">
                  <c:v>0.24</c:v>
                </c:pt>
                <c:pt idx="7794">
                  <c:v>0.24</c:v>
                </c:pt>
                <c:pt idx="7795">
                  <c:v>0.24</c:v>
                </c:pt>
                <c:pt idx="7796">
                  <c:v>0.24</c:v>
                </c:pt>
                <c:pt idx="7797">
                  <c:v>0.24</c:v>
                </c:pt>
                <c:pt idx="7798">
                  <c:v>0.24</c:v>
                </c:pt>
                <c:pt idx="7799">
                  <c:v>0.24014814814814814</c:v>
                </c:pt>
                <c:pt idx="7800">
                  <c:v>0.24014814814814814</c:v>
                </c:pt>
                <c:pt idx="7801">
                  <c:v>0.24014814814814814</c:v>
                </c:pt>
                <c:pt idx="7802">
                  <c:v>0.24014814814814814</c:v>
                </c:pt>
                <c:pt idx="7803">
                  <c:v>0.24029629629629629</c:v>
                </c:pt>
                <c:pt idx="7804">
                  <c:v>0.24029629629629629</c:v>
                </c:pt>
                <c:pt idx="7805">
                  <c:v>0.24029629629629629</c:v>
                </c:pt>
                <c:pt idx="7806">
                  <c:v>0.24029629629629629</c:v>
                </c:pt>
                <c:pt idx="7807">
                  <c:v>0.24029629629629629</c:v>
                </c:pt>
                <c:pt idx="7808">
                  <c:v>0.24029629629629629</c:v>
                </c:pt>
                <c:pt idx="7809">
                  <c:v>0.24029629629629629</c:v>
                </c:pt>
                <c:pt idx="7810">
                  <c:v>0.24029629629629629</c:v>
                </c:pt>
                <c:pt idx="7811">
                  <c:v>0.24029629629629629</c:v>
                </c:pt>
                <c:pt idx="7812">
                  <c:v>0.24044444444444443</c:v>
                </c:pt>
                <c:pt idx="7813">
                  <c:v>0.24044444444444443</c:v>
                </c:pt>
                <c:pt idx="7814">
                  <c:v>0.24059259259259258</c:v>
                </c:pt>
                <c:pt idx="7815">
                  <c:v>0.24059259259259258</c:v>
                </c:pt>
                <c:pt idx="7816">
                  <c:v>0.24059259259259258</c:v>
                </c:pt>
                <c:pt idx="7817">
                  <c:v>0.24074074074074073</c:v>
                </c:pt>
                <c:pt idx="7818">
                  <c:v>0.24074074074074073</c:v>
                </c:pt>
                <c:pt idx="7819">
                  <c:v>0.24074074074074073</c:v>
                </c:pt>
                <c:pt idx="7820">
                  <c:v>0.24074074074074073</c:v>
                </c:pt>
                <c:pt idx="7821">
                  <c:v>0.24074074074074073</c:v>
                </c:pt>
                <c:pt idx="7822">
                  <c:v>0.2408888888888889</c:v>
                </c:pt>
                <c:pt idx="7823">
                  <c:v>0.24103703703703705</c:v>
                </c:pt>
                <c:pt idx="7824">
                  <c:v>0.24103703703703705</c:v>
                </c:pt>
                <c:pt idx="7825">
                  <c:v>0.2411851851851852</c:v>
                </c:pt>
                <c:pt idx="7826">
                  <c:v>0.2411851851851852</c:v>
                </c:pt>
                <c:pt idx="7827">
                  <c:v>0.2411851851851852</c:v>
                </c:pt>
                <c:pt idx="7828">
                  <c:v>0.2411851851851852</c:v>
                </c:pt>
                <c:pt idx="7829">
                  <c:v>0.2411851851851852</c:v>
                </c:pt>
                <c:pt idx="7830">
                  <c:v>0.2411851851851852</c:v>
                </c:pt>
                <c:pt idx="7831">
                  <c:v>0.2411851851851852</c:v>
                </c:pt>
                <c:pt idx="7832">
                  <c:v>0.2411851851851852</c:v>
                </c:pt>
                <c:pt idx="7833">
                  <c:v>0.2411851851851852</c:v>
                </c:pt>
                <c:pt idx="7834">
                  <c:v>0.2411851851851852</c:v>
                </c:pt>
                <c:pt idx="7835">
                  <c:v>0.2411851851851852</c:v>
                </c:pt>
                <c:pt idx="7836">
                  <c:v>0.2411851851851852</c:v>
                </c:pt>
                <c:pt idx="7837">
                  <c:v>0.2411851851851852</c:v>
                </c:pt>
                <c:pt idx="7838">
                  <c:v>0.2411851851851852</c:v>
                </c:pt>
                <c:pt idx="7839">
                  <c:v>0.24133333333333334</c:v>
                </c:pt>
                <c:pt idx="7840">
                  <c:v>0.24133333333333334</c:v>
                </c:pt>
                <c:pt idx="7841">
                  <c:v>0.24133333333333334</c:v>
                </c:pt>
                <c:pt idx="7842">
                  <c:v>0.24148148148148149</c:v>
                </c:pt>
                <c:pt idx="7843">
                  <c:v>0.24148148148148149</c:v>
                </c:pt>
                <c:pt idx="7844">
                  <c:v>0.24162962962962964</c:v>
                </c:pt>
                <c:pt idx="7845">
                  <c:v>0.24162962962962964</c:v>
                </c:pt>
                <c:pt idx="7846">
                  <c:v>0.24162962962962964</c:v>
                </c:pt>
                <c:pt idx="7847">
                  <c:v>0.24162962962962964</c:v>
                </c:pt>
                <c:pt idx="7848">
                  <c:v>0.24177777777777779</c:v>
                </c:pt>
                <c:pt idx="7849">
                  <c:v>0.24177777777777779</c:v>
                </c:pt>
                <c:pt idx="7850">
                  <c:v>0.24177777777777779</c:v>
                </c:pt>
                <c:pt idx="7851">
                  <c:v>0.24177777777777779</c:v>
                </c:pt>
                <c:pt idx="7852">
                  <c:v>0.24177777777777779</c:v>
                </c:pt>
                <c:pt idx="7853">
                  <c:v>0.24192592592592593</c:v>
                </c:pt>
                <c:pt idx="7854">
                  <c:v>0.24192592592592593</c:v>
                </c:pt>
                <c:pt idx="7855">
                  <c:v>0.24192592592592593</c:v>
                </c:pt>
                <c:pt idx="7856">
                  <c:v>0.24192592592592593</c:v>
                </c:pt>
                <c:pt idx="7857">
                  <c:v>0.24207407407407408</c:v>
                </c:pt>
                <c:pt idx="7858">
                  <c:v>0.24207407407407408</c:v>
                </c:pt>
                <c:pt idx="7859">
                  <c:v>0.24222222222222223</c:v>
                </c:pt>
                <c:pt idx="7860">
                  <c:v>0.24222222222222223</c:v>
                </c:pt>
                <c:pt idx="7861">
                  <c:v>0.24222222222222223</c:v>
                </c:pt>
                <c:pt idx="7862">
                  <c:v>0.24237037037037037</c:v>
                </c:pt>
                <c:pt idx="7863">
                  <c:v>0.24237037037037037</c:v>
                </c:pt>
                <c:pt idx="7864">
                  <c:v>0.24237037037037037</c:v>
                </c:pt>
                <c:pt idx="7865">
                  <c:v>0.24237037037037037</c:v>
                </c:pt>
                <c:pt idx="7866">
                  <c:v>0.24251851851851852</c:v>
                </c:pt>
                <c:pt idx="7867">
                  <c:v>0.24251851851851852</c:v>
                </c:pt>
                <c:pt idx="7868">
                  <c:v>0.24251851851851852</c:v>
                </c:pt>
                <c:pt idx="7869">
                  <c:v>0.24251851851851852</c:v>
                </c:pt>
                <c:pt idx="7870">
                  <c:v>0.24266666666666667</c:v>
                </c:pt>
                <c:pt idx="7871">
                  <c:v>0.24266666666666667</c:v>
                </c:pt>
                <c:pt idx="7872">
                  <c:v>0.24266666666666667</c:v>
                </c:pt>
                <c:pt idx="7873">
                  <c:v>0.24266666666666667</c:v>
                </c:pt>
                <c:pt idx="7874">
                  <c:v>0.24266666666666667</c:v>
                </c:pt>
                <c:pt idx="7875">
                  <c:v>0.24266666666666667</c:v>
                </c:pt>
                <c:pt idx="7876">
                  <c:v>0.24266666666666667</c:v>
                </c:pt>
                <c:pt idx="7877">
                  <c:v>0.24266666666666667</c:v>
                </c:pt>
                <c:pt idx="7878">
                  <c:v>0.24266666666666667</c:v>
                </c:pt>
                <c:pt idx="7879">
                  <c:v>0.24281481481481482</c:v>
                </c:pt>
                <c:pt idx="7880">
                  <c:v>0.24281481481481482</c:v>
                </c:pt>
                <c:pt idx="7881">
                  <c:v>0.24281481481481482</c:v>
                </c:pt>
                <c:pt idx="7882">
                  <c:v>0.24281481481481482</c:v>
                </c:pt>
                <c:pt idx="7883">
                  <c:v>0.24281481481481482</c:v>
                </c:pt>
                <c:pt idx="7884">
                  <c:v>0.24281481481481482</c:v>
                </c:pt>
                <c:pt idx="7885">
                  <c:v>0.24281481481481482</c:v>
                </c:pt>
                <c:pt idx="7886">
                  <c:v>0.24281481481481482</c:v>
                </c:pt>
                <c:pt idx="7887">
                  <c:v>0.24281481481481482</c:v>
                </c:pt>
                <c:pt idx="7888">
                  <c:v>0.24281481481481482</c:v>
                </c:pt>
                <c:pt idx="7889">
                  <c:v>0.24281481481481482</c:v>
                </c:pt>
                <c:pt idx="7890">
                  <c:v>0.24281481481481482</c:v>
                </c:pt>
                <c:pt idx="7891">
                  <c:v>0.24281481481481482</c:v>
                </c:pt>
                <c:pt idx="7892">
                  <c:v>0.24281481481481482</c:v>
                </c:pt>
                <c:pt idx="7893">
                  <c:v>0.24281481481481482</c:v>
                </c:pt>
                <c:pt idx="7894">
                  <c:v>0.24281481481481482</c:v>
                </c:pt>
                <c:pt idx="7895">
                  <c:v>0.24296296296296296</c:v>
                </c:pt>
                <c:pt idx="7896">
                  <c:v>0.24311111111111111</c:v>
                </c:pt>
                <c:pt idx="7897">
                  <c:v>0.24325925925925926</c:v>
                </c:pt>
                <c:pt idx="7898">
                  <c:v>0.24325925925925926</c:v>
                </c:pt>
                <c:pt idx="7899">
                  <c:v>0.24340740740740741</c:v>
                </c:pt>
                <c:pt idx="7900">
                  <c:v>0.24355555555555555</c:v>
                </c:pt>
                <c:pt idx="7901">
                  <c:v>0.24355555555555555</c:v>
                </c:pt>
                <c:pt idx="7902">
                  <c:v>0.24355555555555555</c:v>
                </c:pt>
                <c:pt idx="7903">
                  <c:v>0.24355555555555555</c:v>
                </c:pt>
                <c:pt idx="7904">
                  <c:v>0.24355555555555555</c:v>
                </c:pt>
                <c:pt idx="7905">
                  <c:v>0.24355555555555555</c:v>
                </c:pt>
                <c:pt idx="7906">
                  <c:v>0.24355555555555555</c:v>
                </c:pt>
                <c:pt idx="7907">
                  <c:v>0.2437037037037037</c:v>
                </c:pt>
                <c:pt idx="7908">
                  <c:v>0.2437037037037037</c:v>
                </c:pt>
                <c:pt idx="7909">
                  <c:v>0.2437037037037037</c:v>
                </c:pt>
                <c:pt idx="7910">
                  <c:v>0.24385185185185185</c:v>
                </c:pt>
                <c:pt idx="7911">
                  <c:v>0.24399999999999999</c:v>
                </c:pt>
                <c:pt idx="7912">
                  <c:v>0.24399999999999999</c:v>
                </c:pt>
                <c:pt idx="7913">
                  <c:v>0.24399999999999999</c:v>
                </c:pt>
                <c:pt idx="7914">
                  <c:v>0.24414814814814814</c:v>
                </c:pt>
                <c:pt idx="7915">
                  <c:v>0.24414814814814814</c:v>
                </c:pt>
                <c:pt idx="7916">
                  <c:v>0.24414814814814814</c:v>
                </c:pt>
                <c:pt idx="7917">
                  <c:v>0.24414814814814814</c:v>
                </c:pt>
                <c:pt idx="7918">
                  <c:v>0.24429629629629629</c:v>
                </c:pt>
                <c:pt idx="7919">
                  <c:v>0.24429629629629629</c:v>
                </c:pt>
                <c:pt idx="7920">
                  <c:v>0.24444444444444444</c:v>
                </c:pt>
                <c:pt idx="7921">
                  <c:v>0.24459259259259258</c:v>
                </c:pt>
                <c:pt idx="7922">
                  <c:v>0.24459259259259258</c:v>
                </c:pt>
                <c:pt idx="7923">
                  <c:v>0.24459259259259258</c:v>
                </c:pt>
                <c:pt idx="7924">
                  <c:v>0.24459259259259258</c:v>
                </c:pt>
                <c:pt idx="7925">
                  <c:v>0.24459259259259258</c:v>
                </c:pt>
                <c:pt idx="7926">
                  <c:v>0.24459259259259258</c:v>
                </c:pt>
                <c:pt idx="7927">
                  <c:v>0.24459259259259258</c:v>
                </c:pt>
                <c:pt idx="7928">
                  <c:v>0.24459259259259258</c:v>
                </c:pt>
                <c:pt idx="7929">
                  <c:v>0.24459259259259258</c:v>
                </c:pt>
                <c:pt idx="7930">
                  <c:v>0.24459259259259258</c:v>
                </c:pt>
                <c:pt idx="7931">
                  <c:v>0.24474074074074073</c:v>
                </c:pt>
                <c:pt idx="7932">
                  <c:v>0.24488888888888888</c:v>
                </c:pt>
                <c:pt idx="7933">
                  <c:v>0.24503703703703703</c:v>
                </c:pt>
                <c:pt idx="7934">
                  <c:v>0.24503703703703703</c:v>
                </c:pt>
                <c:pt idx="7935">
                  <c:v>0.24518518518518517</c:v>
                </c:pt>
                <c:pt idx="7936">
                  <c:v>0.24518518518518517</c:v>
                </c:pt>
                <c:pt idx="7937">
                  <c:v>0.24518518518518517</c:v>
                </c:pt>
                <c:pt idx="7938">
                  <c:v>0.24518518518518517</c:v>
                </c:pt>
                <c:pt idx="7939">
                  <c:v>0.24518518518518517</c:v>
                </c:pt>
                <c:pt idx="7940">
                  <c:v>0.24533333333333332</c:v>
                </c:pt>
                <c:pt idx="7941">
                  <c:v>0.24548148148148149</c:v>
                </c:pt>
                <c:pt idx="7942">
                  <c:v>0.24548148148148149</c:v>
                </c:pt>
                <c:pt idx="7943">
                  <c:v>0.24562962962962964</c:v>
                </c:pt>
                <c:pt idx="7944">
                  <c:v>0.24562962962962964</c:v>
                </c:pt>
                <c:pt idx="7945">
                  <c:v>0.24562962962962964</c:v>
                </c:pt>
                <c:pt idx="7946">
                  <c:v>0.24562962962962964</c:v>
                </c:pt>
                <c:pt idx="7947">
                  <c:v>0.24562962962962964</c:v>
                </c:pt>
                <c:pt idx="7948">
                  <c:v>0.24562962962962964</c:v>
                </c:pt>
                <c:pt idx="7949">
                  <c:v>0.24562962962962964</c:v>
                </c:pt>
                <c:pt idx="7950">
                  <c:v>0.24562962962962964</c:v>
                </c:pt>
                <c:pt idx="7951">
                  <c:v>0.24562962962962964</c:v>
                </c:pt>
                <c:pt idx="7952">
                  <c:v>0.24562962962962964</c:v>
                </c:pt>
                <c:pt idx="7953">
                  <c:v>0.24562962962962964</c:v>
                </c:pt>
                <c:pt idx="7954">
                  <c:v>0.24562962962962964</c:v>
                </c:pt>
                <c:pt idx="7955">
                  <c:v>0.24562962962962964</c:v>
                </c:pt>
                <c:pt idx="7956">
                  <c:v>0.24577777777777779</c:v>
                </c:pt>
                <c:pt idx="7957">
                  <c:v>0.24577777777777779</c:v>
                </c:pt>
                <c:pt idx="7958">
                  <c:v>0.24577777777777779</c:v>
                </c:pt>
                <c:pt idx="7959">
                  <c:v>0.24577777777777779</c:v>
                </c:pt>
                <c:pt idx="7960">
                  <c:v>0.24577777777777779</c:v>
                </c:pt>
                <c:pt idx="7961">
                  <c:v>0.24577777777777779</c:v>
                </c:pt>
                <c:pt idx="7962">
                  <c:v>0.24577777777777779</c:v>
                </c:pt>
                <c:pt idx="7963">
                  <c:v>0.24577777777777779</c:v>
                </c:pt>
                <c:pt idx="7964">
                  <c:v>0.24577777777777779</c:v>
                </c:pt>
                <c:pt idx="7965">
                  <c:v>0.24577777777777779</c:v>
                </c:pt>
                <c:pt idx="7966">
                  <c:v>0.24577777777777779</c:v>
                </c:pt>
                <c:pt idx="7967">
                  <c:v>0.24577777777777779</c:v>
                </c:pt>
                <c:pt idx="7968">
                  <c:v>0.24577777777777779</c:v>
                </c:pt>
                <c:pt idx="7969">
                  <c:v>0.24577777777777779</c:v>
                </c:pt>
                <c:pt idx="7970">
                  <c:v>0.24577777777777779</c:v>
                </c:pt>
                <c:pt idx="7971">
                  <c:v>0.24577777777777779</c:v>
                </c:pt>
                <c:pt idx="7972">
                  <c:v>0.24577777777777779</c:v>
                </c:pt>
                <c:pt idx="7973">
                  <c:v>0.24592592592592594</c:v>
                </c:pt>
                <c:pt idx="7974">
                  <c:v>0.24592592592592594</c:v>
                </c:pt>
                <c:pt idx="7975">
                  <c:v>0.24592592592592594</c:v>
                </c:pt>
                <c:pt idx="7976">
                  <c:v>0.24592592592592594</c:v>
                </c:pt>
                <c:pt idx="7977">
                  <c:v>0.24607407407407408</c:v>
                </c:pt>
                <c:pt idx="7978">
                  <c:v>0.24607407407407408</c:v>
                </c:pt>
                <c:pt idx="7979">
                  <c:v>0.24622222222222223</c:v>
                </c:pt>
                <c:pt idx="7980">
                  <c:v>0.24622222222222223</c:v>
                </c:pt>
                <c:pt idx="7981">
                  <c:v>0.24637037037037038</c:v>
                </c:pt>
                <c:pt idx="7982">
                  <c:v>0.24651851851851853</c:v>
                </c:pt>
                <c:pt idx="7983">
                  <c:v>0.24651851851851853</c:v>
                </c:pt>
                <c:pt idx="7984">
                  <c:v>0.24651851851851853</c:v>
                </c:pt>
                <c:pt idx="7985">
                  <c:v>0.24651851851851853</c:v>
                </c:pt>
                <c:pt idx="7986">
                  <c:v>0.24666666666666667</c:v>
                </c:pt>
                <c:pt idx="7987">
                  <c:v>0.24666666666666667</c:v>
                </c:pt>
                <c:pt idx="7988">
                  <c:v>0.24666666666666667</c:v>
                </c:pt>
                <c:pt idx="7989">
                  <c:v>0.24666666666666667</c:v>
                </c:pt>
                <c:pt idx="7990">
                  <c:v>0.24666666666666667</c:v>
                </c:pt>
                <c:pt idx="7991">
                  <c:v>0.24666666666666667</c:v>
                </c:pt>
                <c:pt idx="7992">
                  <c:v>0.24666666666666667</c:v>
                </c:pt>
                <c:pt idx="7993">
                  <c:v>0.24666666666666667</c:v>
                </c:pt>
                <c:pt idx="7994">
                  <c:v>0.24666666666666667</c:v>
                </c:pt>
                <c:pt idx="7995">
                  <c:v>0.24681481481481482</c:v>
                </c:pt>
                <c:pt idx="7996">
                  <c:v>0.24696296296296297</c:v>
                </c:pt>
                <c:pt idx="7997">
                  <c:v>0.24696296296296297</c:v>
                </c:pt>
                <c:pt idx="7998">
                  <c:v>0.24696296296296297</c:v>
                </c:pt>
                <c:pt idx="7999">
                  <c:v>0.24711111111111111</c:v>
                </c:pt>
                <c:pt idx="8000">
                  <c:v>0.24711111111111111</c:v>
                </c:pt>
                <c:pt idx="8001">
                  <c:v>0.24711111111111111</c:v>
                </c:pt>
                <c:pt idx="8002">
                  <c:v>0.24711111111111111</c:v>
                </c:pt>
                <c:pt idx="8003">
                  <c:v>0.24725925925925926</c:v>
                </c:pt>
                <c:pt idx="8004">
                  <c:v>0.24725925925925926</c:v>
                </c:pt>
                <c:pt idx="8005">
                  <c:v>0.24725925925925926</c:v>
                </c:pt>
                <c:pt idx="8006">
                  <c:v>0.24740740740740741</c:v>
                </c:pt>
                <c:pt idx="8007">
                  <c:v>0.24740740740740741</c:v>
                </c:pt>
                <c:pt idx="8008">
                  <c:v>0.24740740740740741</c:v>
                </c:pt>
                <c:pt idx="8009">
                  <c:v>0.24740740740740741</c:v>
                </c:pt>
                <c:pt idx="8010">
                  <c:v>0.24740740740740741</c:v>
                </c:pt>
                <c:pt idx="8011">
                  <c:v>0.24755555555555556</c:v>
                </c:pt>
                <c:pt idx="8012">
                  <c:v>0.2477037037037037</c:v>
                </c:pt>
                <c:pt idx="8013">
                  <c:v>0.2477037037037037</c:v>
                </c:pt>
                <c:pt idx="8014">
                  <c:v>0.2477037037037037</c:v>
                </c:pt>
                <c:pt idx="8015">
                  <c:v>0.24785185185185185</c:v>
                </c:pt>
                <c:pt idx="8016">
                  <c:v>0.24785185185185185</c:v>
                </c:pt>
                <c:pt idx="8017">
                  <c:v>0.24785185185185185</c:v>
                </c:pt>
                <c:pt idx="8018">
                  <c:v>0.24785185185185185</c:v>
                </c:pt>
                <c:pt idx="8019">
                  <c:v>0.248</c:v>
                </c:pt>
                <c:pt idx="8020">
                  <c:v>0.248</c:v>
                </c:pt>
                <c:pt idx="8021">
                  <c:v>0.248</c:v>
                </c:pt>
                <c:pt idx="8022">
                  <c:v>0.248</c:v>
                </c:pt>
                <c:pt idx="8023">
                  <c:v>0.248</c:v>
                </c:pt>
                <c:pt idx="8024">
                  <c:v>0.248</c:v>
                </c:pt>
                <c:pt idx="8025">
                  <c:v>0.248</c:v>
                </c:pt>
                <c:pt idx="8026">
                  <c:v>0.248</c:v>
                </c:pt>
                <c:pt idx="8027">
                  <c:v>0.248</c:v>
                </c:pt>
                <c:pt idx="8028">
                  <c:v>0.24814814814814815</c:v>
                </c:pt>
                <c:pt idx="8029">
                  <c:v>0.24814814814814815</c:v>
                </c:pt>
                <c:pt idx="8030">
                  <c:v>0.24814814814814815</c:v>
                </c:pt>
                <c:pt idx="8031">
                  <c:v>0.24829629629629629</c:v>
                </c:pt>
                <c:pt idx="8032">
                  <c:v>0.24829629629629629</c:v>
                </c:pt>
                <c:pt idx="8033">
                  <c:v>0.24829629629629629</c:v>
                </c:pt>
                <c:pt idx="8034">
                  <c:v>0.24829629629629629</c:v>
                </c:pt>
                <c:pt idx="8035">
                  <c:v>0.24829629629629629</c:v>
                </c:pt>
                <c:pt idx="8036">
                  <c:v>0.24829629629629629</c:v>
                </c:pt>
                <c:pt idx="8037">
                  <c:v>0.24844444444444444</c:v>
                </c:pt>
                <c:pt idx="8038">
                  <c:v>0.24844444444444444</c:v>
                </c:pt>
                <c:pt idx="8039">
                  <c:v>0.24844444444444444</c:v>
                </c:pt>
                <c:pt idx="8040">
                  <c:v>0.24844444444444444</c:v>
                </c:pt>
                <c:pt idx="8041">
                  <c:v>0.24844444444444444</c:v>
                </c:pt>
                <c:pt idx="8042">
                  <c:v>0.24859259259259259</c:v>
                </c:pt>
                <c:pt idx="8043">
                  <c:v>0.24859259259259259</c:v>
                </c:pt>
                <c:pt idx="8044">
                  <c:v>0.24859259259259259</c:v>
                </c:pt>
                <c:pt idx="8045">
                  <c:v>0.24859259259259259</c:v>
                </c:pt>
                <c:pt idx="8046">
                  <c:v>0.24874074074074073</c:v>
                </c:pt>
                <c:pt idx="8047">
                  <c:v>0.24888888888888888</c:v>
                </c:pt>
                <c:pt idx="8048">
                  <c:v>0.24888888888888888</c:v>
                </c:pt>
                <c:pt idx="8049">
                  <c:v>0.24888888888888888</c:v>
                </c:pt>
                <c:pt idx="8050">
                  <c:v>0.24888888888888888</c:v>
                </c:pt>
                <c:pt idx="8051">
                  <c:v>0.24903703703703703</c:v>
                </c:pt>
                <c:pt idx="8052">
                  <c:v>0.24903703703703703</c:v>
                </c:pt>
                <c:pt idx="8053">
                  <c:v>0.24903703703703703</c:v>
                </c:pt>
                <c:pt idx="8054">
                  <c:v>0.24903703703703703</c:v>
                </c:pt>
                <c:pt idx="8055">
                  <c:v>0.24918518518518518</c:v>
                </c:pt>
                <c:pt idx="8056">
                  <c:v>0.24933333333333332</c:v>
                </c:pt>
                <c:pt idx="8057">
                  <c:v>0.24948148148148147</c:v>
                </c:pt>
                <c:pt idx="8058">
                  <c:v>0.24948148148148147</c:v>
                </c:pt>
                <c:pt idx="8059">
                  <c:v>0.24948148148148147</c:v>
                </c:pt>
                <c:pt idx="8060">
                  <c:v>0.24948148148148147</c:v>
                </c:pt>
                <c:pt idx="8061">
                  <c:v>0.24948148148148147</c:v>
                </c:pt>
                <c:pt idx="8062">
                  <c:v>0.24962962962962962</c:v>
                </c:pt>
                <c:pt idx="8063">
                  <c:v>0.24962962962962962</c:v>
                </c:pt>
                <c:pt idx="8064">
                  <c:v>0.24962962962962962</c:v>
                </c:pt>
                <c:pt idx="8065">
                  <c:v>0.24977777777777777</c:v>
                </c:pt>
                <c:pt idx="8066">
                  <c:v>0.24977777777777777</c:v>
                </c:pt>
                <c:pt idx="8067">
                  <c:v>0.24977777777777777</c:v>
                </c:pt>
                <c:pt idx="8068">
                  <c:v>0.24992592592592591</c:v>
                </c:pt>
                <c:pt idx="8069">
                  <c:v>0.24992592592592591</c:v>
                </c:pt>
                <c:pt idx="8070">
                  <c:v>0.24992592592592591</c:v>
                </c:pt>
                <c:pt idx="8071">
                  <c:v>0.24992592592592591</c:v>
                </c:pt>
                <c:pt idx="8072">
                  <c:v>0.24992592592592591</c:v>
                </c:pt>
                <c:pt idx="8073">
                  <c:v>0.25007407407407406</c:v>
                </c:pt>
                <c:pt idx="8074">
                  <c:v>0.25007407407407406</c:v>
                </c:pt>
                <c:pt idx="8075">
                  <c:v>0.25007407407407406</c:v>
                </c:pt>
                <c:pt idx="8076">
                  <c:v>0.25007407407407406</c:v>
                </c:pt>
                <c:pt idx="8077">
                  <c:v>0.25007407407407406</c:v>
                </c:pt>
                <c:pt idx="8078">
                  <c:v>0.25007407407407406</c:v>
                </c:pt>
                <c:pt idx="8079">
                  <c:v>0.25007407407407406</c:v>
                </c:pt>
                <c:pt idx="8080">
                  <c:v>0.25007407407407406</c:v>
                </c:pt>
                <c:pt idx="8081">
                  <c:v>0.25007407407407406</c:v>
                </c:pt>
                <c:pt idx="8082">
                  <c:v>0.25007407407407406</c:v>
                </c:pt>
                <c:pt idx="8083">
                  <c:v>0.25022222222222223</c:v>
                </c:pt>
                <c:pt idx="8084">
                  <c:v>0.25022222222222223</c:v>
                </c:pt>
                <c:pt idx="8085">
                  <c:v>0.25037037037037035</c:v>
                </c:pt>
                <c:pt idx="8086">
                  <c:v>0.25051851851851853</c:v>
                </c:pt>
                <c:pt idx="8087">
                  <c:v>0.25051851851851853</c:v>
                </c:pt>
                <c:pt idx="8088">
                  <c:v>0.25051851851851853</c:v>
                </c:pt>
                <c:pt idx="8089">
                  <c:v>0.25051851851851853</c:v>
                </c:pt>
                <c:pt idx="8090">
                  <c:v>0.25051851851851853</c:v>
                </c:pt>
                <c:pt idx="8091">
                  <c:v>0.25066666666666665</c:v>
                </c:pt>
                <c:pt idx="8092">
                  <c:v>0.25066666666666665</c:v>
                </c:pt>
                <c:pt idx="8093">
                  <c:v>0.25066666666666665</c:v>
                </c:pt>
                <c:pt idx="8094">
                  <c:v>0.25081481481481482</c:v>
                </c:pt>
                <c:pt idx="8095">
                  <c:v>0.25081481481481482</c:v>
                </c:pt>
                <c:pt idx="8096">
                  <c:v>0.25096296296296294</c:v>
                </c:pt>
                <c:pt idx="8097">
                  <c:v>0.25096296296296294</c:v>
                </c:pt>
                <c:pt idx="8098">
                  <c:v>0.25096296296296294</c:v>
                </c:pt>
                <c:pt idx="8099">
                  <c:v>0.25096296296296294</c:v>
                </c:pt>
                <c:pt idx="8100">
                  <c:v>0.25111111111111112</c:v>
                </c:pt>
                <c:pt idx="8101">
                  <c:v>0.25111111111111112</c:v>
                </c:pt>
                <c:pt idx="8102">
                  <c:v>0.25111111111111112</c:v>
                </c:pt>
                <c:pt idx="8103">
                  <c:v>0.25111111111111112</c:v>
                </c:pt>
                <c:pt idx="8104">
                  <c:v>0.25111111111111112</c:v>
                </c:pt>
                <c:pt idx="8105">
                  <c:v>0.25125925925925924</c:v>
                </c:pt>
                <c:pt idx="8106">
                  <c:v>0.25125925925925924</c:v>
                </c:pt>
                <c:pt idx="8107">
                  <c:v>0.25125925925925924</c:v>
                </c:pt>
                <c:pt idx="8108">
                  <c:v>0.25125925925925924</c:v>
                </c:pt>
                <c:pt idx="8109">
                  <c:v>0.25125925925925924</c:v>
                </c:pt>
                <c:pt idx="8110">
                  <c:v>0.25125925925925924</c:v>
                </c:pt>
                <c:pt idx="8111">
                  <c:v>0.25125925925925924</c:v>
                </c:pt>
                <c:pt idx="8112">
                  <c:v>0.25125925925925924</c:v>
                </c:pt>
                <c:pt idx="8113">
                  <c:v>0.25140740740740741</c:v>
                </c:pt>
                <c:pt idx="8114">
                  <c:v>0.25155555555555553</c:v>
                </c:pt>
                <c:pt idx="8115">
                  <c:v>0.25155555555555553</c:v>
                </c:pt>
                <c:pt idx="8116">
                  <c:v>0.25155555555555553</c:v>
                </c:pt>
                <c:pt idx="8117">
                  <c:v>0.25155555555555553</c:v>
                </c:pt>
                <c:pt idx="8118">
                  <c:v>0.25155555555555553</c:v>
                </c:pt>
                <c:pt idx="8119">
                  <c:v>0.25155555555555553</c:v>
                </c:pt>
                <c:pt idx="8120">
                  <c:v>0.25155555555555553</c:v>
                </c:pt>
                <c:pt idx="8121">
                  <c:v>0.25170370370370371</c:v>
                </c:pt>
                <c:pt idx="8122">
                  <c:v>0.25170370370370371</c:v>
                </c:pt>
                <c:pt idx="8123">
                  <c:v>0.25170370370370371</c:v>
                </c:pt>
                <c:pt idx="8124">
                  <c:v>0.25170370370370371</c:v>
                </c:pt>
                <c:pt idx="8125">
                  <c:v>0.25170370370370371</c:v>
                </c:pt>
                <c:pt idx="8126">
                  <c:v>0.25170370370370371</c:v>
                </c:pt>
                <c:pt idx="8127">
                  <c:v>0.25185185185185183</c:v>
                </c:pt>
                <c:pt idx="8128">
                  <c:v>0.25185185185185183</c:v>
                </c:pt>
                <c:pt idx="8129">
                  <c:v>0.252</c:v>
                </c:pt>
                <c:pt idx="8130">
                  <c:v>0.25214814814814812</c:v>
                </c:pt>
                <c:pt idx="8131">
                  <c:v>0.25214814814814812</c:v>
                </c:pt>
                <c:pt idx="8132">
                  <c:v>0.2522962962962963</c:v>
                </c:pt>
                <c:pt idx="8133">
                  <c:v>0.2522962962962963</c:v>
                </c:pt>
                <c:pt idx="8134">
                  <c:v>0.2522962962962963</c:v>
                </c:pt>
                <c:pt idx="8135">
                  <c:v>0.2522962962962963</c:v>
                </c:pt>
                <c:pt idx="8136">
                  <c:v>0.2522962962962963</c:v>
                </c:pt>
                <c:pt idx="8137">
                  <c:v>0.25244444444444447</c:v>
                </c:pt>
                <c:pt idx="8138">
                  <c:v>0.25244444444444447</c:v>
                </c:pt>
                <c:pt idx="8139">
                  <c:v>0.25244444444444447</c:v>
                </c:pt>
                <c:pt idx="8140">
                  <c:v>0.25259259259259259</c:v>
                </c:pt>
                <c:pt idx="8141">
                  <c:v>0.25259259259259259</c:v>
                </c:pt>
                <c:pt idx="8142">
                  <c:v>0.25259259259259259</c:v>
                </c:pt>
                <c:pt idx="8143">
                  <c:v>0.25259259259259259</c:v>
                </c:pt>
                <c:pt idx="8144">
                  <c:v>0.25274074074074077</c:v>
                </c:pt>
                <c:pt idx="8145">
                  <c:v>0.25274074074074077</c:v>
                </c:pt>
                <c:pt idx="8146">
                  <c:v>0.25274074074074077</c:v>
                </c:pt>
                <c:pt idx="8147">
                  <c:v>0.25288888888888889</c:v>
                </c:pt>
                <c:pt idx="8148">
                  <c:v>0.25303703703703706</c:v>
                </c:pt>
                <c:pt idx="8149">
                  <c:v>0.25303703703703706</c:v>
                </c:pt>
                <c:pt idx="8150">
                  <c:v>0.25303703703703706</c:v>
                </c:pt>
                <c:pt idx="8151">
                  <c:v>0.25303703703703706</c:v>
                </c:pt>
                <c:pt idx="8152">
                  <c:v>0.25318518518518518</c:v>
                </c:pt>
                <c:pt idx="8153">
                  <c:v>0.25318518518518518</c:v>
                </c:pt>
                <c:pt idx="8154">
                  <c:v>0.25318518518518518</c:v>
                </c:pt>
                <c:pt idx="8155">
                  <c:v>0.25318518518518518</c:v>
                </c:pt>
                <c:pt idx="8156">
                  <c:v>0.25318518518518518</c:v>
                </c:pt>
                <c:pt idx="8157">
                  <c:v>0.25318518518518518</c:v>
                </c:pt>
                <c:pt idx="8158">
                  <c:v>0.25318518518518518</c:v>
                </c:pt>
                <c:pt idx="8159">
                  <c:v>0.25318518518518518</c:v>
                </c:pt>
                <c:pt idx="8160">
                  <c:v>0.25318518518518518</c:v>
                </c:pt>
                <c:pt idx="8161">
                  <c:v>0.25318518518518518</c:v>
                </c:pt>
                <c:pt idx="8162">
                  <c:v>0.25318518518518518</c:v>
                </c:pt>
                <c:pt idx="8163">
                  <c:v>0.25333333333333335</c:v>
                </c:pt>
                <c:pt idx="8164">
                  <c:v>0.25333333333333335</c:v>
                </c:pt>
                <c:pt idx="8165">
                  <c:v>0.25348148148148147</c:v>
                </c:pt>
                <c:pt idx="8166">
                  <c:v>0.25348148148148147</c:v>
                </c:pt>
                <c:pt idx="8167">
                  <c:v>0.25362962962962965</c:v>
                </c:pt>
                <c:pt idx="8168">
                  <c:v>0.25362962962962965</c:v>
                </c:pt>
                <c:pt idx="8169">
                  <c:v>0.25362962962962965</c:v>
                </c:pt>
                <c:pt idx="8170">
                  <c:v>0.25362962962962965</c:v>
                </c:pt>
                <c:pt idx="8171">
                  <c:v>0.25362962962962965</c:v>
                </c:pt>
                <c:pt idx="8172">
                  <c:v>0.25362962962962965</c:v>
                </c:pt>
                <c:pt idx="8173">
                  <c:v>0.25362962962962965</c:v>
                </c:pt>
                <c:pt idx="8174">
                  <c:v>0.25362962962962965</c:v>
                </c:pt>
                <c:pt idx="8175">
                  <c:v>0.25362962962962965</c:v>
                </c:pt>
                <c:pt idx="8176">
                  <c:v>0.25362962962962965</c:v>
                </c:pt>
                <c:pt idx="8177">
                  <c:v>0.25362962962962965</c:v>
                </c:pt>
                <c:pt idx="8178">
                  <c:v>0.25362962962962965</c:v>
                </c:pt>
                <c:pt idx="8179">
                  <c:v>0.25362962962962965</c:v>
                </c:pt>
                <c:pt idx="8180">
                  <c:v>0.25377777777777777</c:v>
                </c:pt>
                <c:pt idx="8181">
                  <c:v>0.25377777777777777</c:v>
                </c:pt>
                <c:pt idx="8182">
                  <c:v>0.25377777777777777</c:v>
                </c:pt>
                <c:pt idx="8183">
                  <c:v>0.25377777777777777</c:v>
                </c:pt>
                <c:pt idx="8184">
                  <c:v>0.25377777777777777</c:v>
                </c:pt>
                <c:pt idx="8185">
                  <c:v>0.25392592592592594</c:v>
                </c:pt>
                <c:pt idx="8186">
                  <c:v>0.25392592592592594</c:v>
                </c:pt>
                <c:pt idx="8187">
                  <c:v>0.25392592592592594</c:v>
                </c:pt>
                <c:pt idx="8188">
                  <c:v>0.25392592592592594</c:v>
                </c:pt>
                <c:pt idx="8189">
                  <c:v>0.25392592592592594</c:v>
                </c:pt>
                <c:pt idx="8190">
                  <c:v>0.25407407407407406</c:v>
                </c:pt>
                <c:pt idx="8191">
                  <c:v>0.25407407407407406</c:v>
                </c:pt>
                <c:pt idx="8192">
                  <c:v>0.25422222222222224</c:v>
                </c:pt>
                <c:pt idx="8193">
                  <c:v>0.25422222222222224</c:v>
                </c:pt>
                <c:pt idx="8194">
                  <c:v>0.25422222222222224</c:v>
                </c:pt>
                <c:pt idx="8195">
                  <c:v>0.25422222222222224</c:v>
                </c:pt>
                <c:pt idx="8196">
                  <c:v>0.25422222222222224</c:v>
                </c:pt>
                <c:pt idx="8197">
                  <c:v>0.25422222222222224</c:v>
                </c:pt>
                <c:pt idx="8198">
                  <c:v>0.25422222222222224</c:v>
                </c:pt>
                <c:pt idx="8199">
                  <c:v>0.25422222222222224</c:v>
                </c:pt>
                <c:pt idx="8200">
                  <c:v>0.25437037037037036</c:v>
                </c:pt>
                <c:pt idx="8201">
                  <c:v>0.25437037037037036</c:v>
                </c:pt>
                <c:pt idx="8202">
                  <c:v>0.25451851851851853</c:v>
                </c:pt>
                <c:pt idx="8203">
                  <c:v>0.25451851851851853</c:v>
                </c:pt>
                <c:pt idx="8204">
                  <c:v>0.25451851851851853</c:v>
                </c:pt>
                <c:pt idx="8205">
                  <c:v>0.25451851851851853</c:v>
                </c:pt>
                <c:pt idx="8206">
                  <c:v>0.25451851851851853</c:v>
                </c:pt>
                <c:pt idx="8207">
                  <c:v>0.25451851851851853</c:v>
                </c:pt>
                <c:pt idx="8208">
                  <c:v>0.25451851851851853</c:v>
                </c:pt>
                <c:pt idx="8209">
                  <c:v>0.25451851851851853</c:v>
                </c:pt>
                <c:pt idx="8210">
                  <c:v>0.25466666666666665</c:v>
                </c:pt>
                <c:pt idx="8211">
                  <c:v>0.25466666666666665</c:v>
                </c:pt>
                <c:pt idx="8212">
                  <c:v>0.25466666666666665</c:v>
                </c:pt>
                <c:pt idx="8213">
                  <c:v>0.25466666666666665</c:v>
                </c:pt>
                <c:pt idx="8214">
                  <c:v>0.25466666666666665</c:v>
                </c:pt>
                <c:pt idx="8215">
                  <c:v>0.25481481481481483</c:v>
                </c:pt>
                <c:pt idx="8216">
                  <c:v>0.25481481481481483</c:v>
                </c:pt>
                <c:pt idx="8217">
                  <c:v>0.25496296296296295</c:v>
                </c:pt>
                <c:pt idx="8218">
                  <c:v>0.25511111111111112</c:v>
                </c:pt>
                <c:pt idx="8219">
                  <c:v>0.25511111111111112</c:v>
                </c:pt>
                <c:pt idx="8220">
                  <c:v>0.25511111111111112</c:v>
                </c:pt>
                <c:pt idx="8221">
                  <c:v>0.25511111111111112</c:v>
                </c:pt>
                <c:pt idx="8222">
                  <c:v>0.25511111111111112</c:v>
                </c:pt>
                <c:pt idx="8223">
                  <c:v>0.25511111111111112</c:v>
                </c:pt>
                <c:pt idx="8224">
                  <c:v>0.25511111111111112</c:v>
                </c:pt>
                <c:pt idx="8225">
                  <c:v>0.25525925925925924</c:v>
                </c:pt>
                <c:pt idx="8226">
                  <c:v>0.25525925925925924</c:v>
                </c:pt>
                <c:pt idx="8227">
                  <c:v>0.25525925925925924</c:v>
                </c:pt>
                <c:pt idx="8228">
                  <c:v>0.25525925925925924</c:v>
                </c:pt>
                <c:pt idx="8229">
                  <c:v>0.25525925925925924</c:v>
                </c:pt>
                <c:pt idx="8230">
                  <c:v>0.25540740740740742</c:v>
                </c:pt>
                <c:pt idx="8231">
                  <c:v>0.25540740740740742</c:v>
                </c:pt>
                <c:pt idx="8232">
                  <c:v>0.25540740740740742</c:v>
                </c:pt>
                <c:pt idx="8233">
                  <c:v>0.25540740740740742</c:v>
                </c:pt>
                <c:pt idx="8234">
                  <c:v>0.25540740740740742</c:v>
                </c:pt>
                <c:pt idx="8235">
                  <c:v>0.25540740740740742</c:v>
                </c:pt>
                <c:pt idx="8236">
                  <c:v>0.25540740740740742</c:v>
                </c:pt>
                <c:pt idx="8237">
                  <c:v>0.25540740740740742</c:v>
                </c:pt>
                <c:pt idx="8238">
                  <c:v>0.25540740740740742</c:v>
                </c:pt>
                <c:pt idx="8239">
                  <c:v>0.25540740740740742</c:v>
                </c:pt>
                <c:pt idx="8240">
                  <c:v>0.25540740740740742</c:v>
                </c:pt>
                <c:pt idx="8241">
                  <c:v>0.25555555555555554</c:v>
                </c:pt>
                <c:pt idx="8242">
                  <c:v>0.25570370370370371</c:v>
                </c:pt>
                <c:pt idx="8243">
                  <c:v>0.25570370370370371</c:v>
                </c:pt>
                <c:pt idx="8244">
                  <c:v>0.25570370370370371</c:v>
                </c:pt>
                <c:pt idx="8245">
                  <c:v>0.25585185185185183</c:v>
                </c:pt>
                <c:pt idx="8246">
                  <c:v>0.25585185185185183</c:v>
                </c:pt>
                <c:pt idx="8247">
                  <c:v>0.25585185185185183</c:v>
                </c:pt>
                <c:pt idx="8248">
                  <c:v>0.25585185185185183</c:v>
                </c:pt>
                <c:pt idx="8249">
                  <c:v>0.25600000000000001</c:v>
                </c:pt>
                <c:pt idx="8250">
                  <c:v>0.25600000000000001</c:v>
                </c:pt>
                <c:pt idx="8251">
                  <c:v>0.25614814814814812</c:v>
                </c:pt>
                <c:pt idx="8252">
                  <c:v>0.2562962962962963</c:v>
                </c:pt>
                <c:pt idx="8253">
                  <c:v>0.2562962962962963</c:v>
                </c:pt>
                <c:pt idx="8254">
                  <c:v>0.25644444444444442</c:v>
                </c:pt>
                <c:pt idx="8255">
                  <c:v>0.25644444444444442</c:v>
                </c:pt>
                <c:pt idx="8256">
                  <c:v>0.25659259259259259</c:v>
                </c:pt>
                <c:pt idx="8257">
                  <c:v>0.25659259259259259</c:v>
                </c:pt>
                <c:pt idx="8258">
                  <c:v>0.25674074074074071</c:v>
                </c:pt>
                <c:pt idx="8259">
                  <c:v>0.25674074074074071</c:v>
                </c:pt>
                <c:pt idx="8260">
                  <c:v>0.25674074074074071</c:v>
                </c:pt>
                <c:pt idx="8261">
                  <c:v>0.25674074074074071</c:v>
                </c:pt>
                <c:pt idx="8262">
                  <c:v>0.25674074074074071</c:v>
                </c:pt>
                <c:pt idx="8263">
                  <c:v>0.25674074074074071</c:v>
                </c:pt>
                <c:pt idx="8264">
                  <c:v>0.25674074074074071</c:v>
                </c:pt>
                <c:pt idx="8265">
                  <c:v>0.25674074074074071</c:v>
                </c:pt>
                <c:pt idx="8266">
                  <c:v>0.25674074074074071</c:v>
                </c:pt>
                <c:pt idx="8267">
                  <c:v>0.25674074074074071</c:v>
                </c:pt>
                <c:pt idx="8268">
                  <c:v>0.25674074074074071</c:v>
                </c:pt>
                <c:pt idx="8269">
                  <c:v>0.25674074074074071</c:v>
                </c:pt>
                <c:pt idx="8270">
                  <c:v>0.25674074074074071</c:v>
                </c:pt>
                <c:pt idx="8271">
                  <c:v>0.25674074074074071</c:v>
                </c:pt>
                <c:pt idx="8272">
                  <c:v>0.25674074074074071</c:v>
                </c:pt>
                <c:pt idx="8273">
                  <c:v>0.25674074074074071</c:v>
                </c:pt>
                <c:pt idx="8274">
                  <c:v>0.25688888888888889</c:v>
                </c:pt>
                <c:pt idx="8275">
                  <c:v>0.25688888888888889</c:v>
                </c:pt>
                <c:pt idx="8276">
                  <c:v>0.25703703703703706</c:v>
                </c:pt>
                <c:pt idx="8277">
                  <c:v>0.25718518518518518</c:v>
                </c:pt>
                <c:pt idx="8278">
                  <c:v>0.25718518518518518</c:v>
                </c:pt>
                <c:pt idx="8279">
                  <c:v>0.25718518518518518</c:v>
                </c:pt>
                <c:pt idx="8280">
                  <c:v>0.25733333333333336</c:v>
                </c:pt>
                <c:pt idx="8281">
                  <c:v>0.25748148148148148</c:v>
                </c:pt>
                <c:pt idx="8282">
                  <c:v>0.25748148148148148</c:v>
                </c:pt>
                <c:pt idx="8283">
                  <c:v>0.25762962962962965</c:v>
                </c:pt>
                <c:pt idx="8284">
                  <c:v>0.25762962962962965</c:v>
                </c:pt>
                <c:pt idx="8285">
                  <c:v>0.25762962962962965</c:v>
                </c:pt>
                <c:pt idx="8286">
                  <c:v>0.25777777777777777</c:v>
                </c:pt>
                <c:pt idx="8287">
                  <c:v>0.25792592592592595</c:v>
                </c:pt>
                <c:pt idx="8288">
                  <c:v>0.25807407407407407</c:v>
                </c:pt>
                <c:pt idx="8289">
                  <c:v>0.25822222222222224</c:v>
                </c:pt>
                <c:pt idx="8290">
                  <c:v>0.25822222222222224</c:v>
                </c:pt>
                <c:pt idx="8291">
                  <c:v>0.25837037037037036</c:v>
                </c:pt>
                <c:pt idx="8292">
                  <c:v>0.25837037037037036</c:v>
                </c:pt>
                <c:pt idx="8293">
                  <c:v>0.25837037037037036</c:v>
                </c:pt>
                <c:pt idx="8294">
                  <c:v>0.25837037037037036</c:v>
                </c:pt>
                <c:pt idx="8295">
                  <c:v>0.25851851851851854</c:v>
                </c:pt>
                <c:pt idx="8296">
                  <c:v>0.25851851851851854</c:v>
                </c:pt>
                <c:pt idx="8297">
                  <c:v>0.25851851851851854</c:v>
                </c:pt>
                <c:pt idx="8298">
                  <c:v>0.25851851851851854</c:v>
                </c:pt>
                <c:pt idx="8299">
                  <c:v>0.25851851851851854</c:v>
                </c:pt>
                <c:pt idx="8300">
                  <c:v>0.25851851851851854</c:v>
                </c:pt>
                <c:pt idx="8301">
                  <c:v>0.25851851851851854</c:v>
                </c:pt>
                <c:pt idx="8302">
                  <c:v>0.25851851851851854</c:v>
                </c:pt>
                <c:pt idx="8303">
                  <c:v>0.25851851851851854</c:v>
                </c:pt>
                <c:pt idx="8304">
                  <c:v>0.25866666666666666</c:v>
                </c:pt>
                <c:pt idx="8305">
                  <c:v>0.25866666666666666</c:v>
                </c:pt>
                <c:pt idx="8306">
                  <c:v>0.25881481481481483</c:v>
                </c:pt>
                <c:pt idx="8307">
                  <c:v>0.25896296296296295</c:v>
                </c:pt>
                <c:pt idx="8308">
                  <c:v>0.25896296296296295</c:v>
                </c:pt>
                <c:pt idx="8309">
                  <c:v>0.25896296296296295</c:v>
                </c:pt>
                <c:pt idx="8310">
                  <c:v>0.25896296296296295</c:v>
                </c:pt>
                <c:pt idx="8311">
                  <c:v>0.25911111111111113</c:v>
                </c:pt>
                <c:pt idx="8312">
                  <c:v>0.25911111111111113</c:v>
                </c:pt>
                <c:pt idx="8313">
                  <c:v>0.25911111111111113</c:v>
                </c:pt>
                <c:pt idx="8314">
                  <c:v>0.25911111111111113</c:v>
                </c:pt>
                <c:pt idx="8315">
                  <c:v>0.25911111111111113</c:v>
                </c:pt>
                <c:pt idx="8316">
                  <c:v>0.25911111111111113</c:v>
                </c:pt>
                <c:pt idx="8317">
                  <c:v>0.25925925925925924</c:v>
                </c:pt>
                <c:pt idx="8318">
                  <c:v>0.25925925925925924</c:v>
                </c:pt>
                <c:pt idx="8319">
                  <c:v>0.25940740740740742</c:v>
                </c:pt>
                <c:pt idx="8320">
                  <c:v>0.25940740740740742</c:v>
                </c:pt>
                <c:pt idx="8321">
                  <c:v>0.25955555555555554</c:v>
                </c:pt>
                <c:pt idx="8322">
                  <c:v>0.25955555555555554</c:v>
                </c:pt>
                <c:pt idx="8323">
                  <c:v>0.25955555555555554</c:v>
                </c:pt>
                <c:pt idx="8324">
                  <c:v>0.25955555555555554</c:v>
                </c:pt>
                <c:pt idx="8325">
                  <c:v>0.25955555555555554</c:v>
                </c:pt>
                <c:pt idx="8326">
                  <c:v>0.25955555555555554</c:v>
                </c:pt>
                <c:pt idx="8327">
                  <c:v>0.25955555555555554</c:v>
                </c:pt>
                <c:pt idx="8328">
                  <c:v>0.25955555555555554</c:v>
                </c:pt>
                <c:pt idx="8329">
                  <c:v>0.25955555555555554</c:v>
                </c:pt>
                <c:pt idx="8330">
                  <c:v>0.25955555555555554</c:v>
                </c:pt>
                <c:pt idx="8331">
                  <c:v>0.25955555555555554</c:v>
                </c:pt>
                <c:pt idx="8332">
                  <c:v>0.25955555555555554</c:v>
                </c:pt>
                <c:pt idx="8333">
                  <c:v>0.25955555555555554</c:v>
                </c:pt>
                <c:pt idx="8334">
                  <c:v>0.25970370370370371</c:v>
                </c:pt>
                <c:pt idx="8335">
                  <c:v>0.25970370370370371</c:v>
                </c:pt>
                <c:pt idx="8336">
                  <c:v>0.25970370370370371</c:v>
                </c:pt>
                <c:pt idx="8337">
                  <c:v>0.25985185185185183</c:v>
                </c:pt>
                <c:pt idx="8338">
                  <c:v>0.25985185185185183</c:v>
                </c:pt>
                <c:pt idx="8339">
                  <c:v>0.25985185185185183</c:v>
                </c:pt>
                <c:pt idx="8340">
                  <c:v>0.26</c:v>
                </c:pt>
                <c:pt idx="8341">
                  <c:v>0.26</c:v>
                </c:pt>
                <c:pt idx="8342">
                  <c:v>0.26</c:v>
                </c:pt>
                <c:pt idx="8343">
                  <c:v>0.26</c:v>
                </c:pt>
                <c:pt idx="8344">
                  <c:v>0.26</c:v>
                </c:pt>
                <c:pt idx="8345">
                  <c:v>0.26014814814814813</c:v>
                </c:pt>
                <c:pt idx="8346">
                  <c:v>0.26014814814814813</c:v>
                </c:pt>
                <c:pt idx="8347">
                  <c:v>0.26014814814814813</c:v>
                </c:pt>
                <c:pt idx="8348">
                  <c:v>0.26014814814814813</c:v>
                </c:pt>
                <c:pt idx="8349">
                  <c:v>0.26014814814814813</c:v>
                </c:pt>
                <c:pt idx="8350">
                  <c:v>0.2602962962962963</c:v>
                </c:pt>
                <c:pt idx="8351">
                  <c:v>0.2602962962962963</c:v>
                </c:pt>
                <c:pt idx="8352">
                  <c:v>0.2602962962962963</c:v>
                </c:pt>
                <c:pt idx="8353">
                  <c:v>0.2602962962962963</c:v>
                </c:pt>
                <c:pt idx="8354">
                  <c:v>0.26044444444444442</c:v>
                </c:pt>
                <c:pt idx="8355">
                  <c:v>0.26044444444444442</c:v>
                </c:pt>
                <c:pt idx="8356">
                  <c:v>0.26044444444444442</c:v>
                </c:pt>
                <c:pt idx="8357">
                  <c:v>0.2605925925925926</c:v>
                </c:pt>
                <c:pt idx="8358">
                  <c:v>0.2605925925925926</c:v>
                </c:pt>
                <c:pt idx="8359">
                  <c:v>0.2605925925925926</c:v>
                </c:pt>
                <c:pt idx="8360">
                  <c:v>0.2605925925925926</c:v>
                </c:pt>
                <c:pt idx="8361">
                  <c:v>0.2605925925925926</c:v>
                </c:pt>
                <c:pt idx="8362">
                  <c:v>0.2605925925925926</c:v>
                </c:pt>
                <c:pt idx="8363">
                  <c:v>0.2605925925925926</c:v>
                </c:pt>
                <c:pt idx="8364">
                  <c:v>0.2605925925925926</c:v>
                </c:pt>
                <c:pt idx="8365">
                  <c:v>0.26074074074074072</c:v>
                </c:pt>
                <c:pt idx="8366">
                  <c:v>0.26088888888888889</c:v>
                </c:pt>
                <c:pt idx="8367">
                  <c:v>0.26103703703703701</c:v>
                </c:pt>
                <c:pt idx="8368">
                  <c:v>0.26103703703703701</c:v>
                </c:pt>
                <c:pt idx="8369">
                  <c:v>0.26103703703703701</c:v>
                </c:pt>
                <c:pt idx="8370">
                  <c:v>0.26118518518518519</c:v>
                </c:pt>
                <c:pt idx="8371">
                  <c:v>0.26118518518518519</c:v>
                </c:pt>
                <c:pt idx="8372">
                  <c:v>0.26118518518518519</c:v>
                </c:pt>
                <c:pt idx="8373">
                  <c:v>0.26118518518518519</c:v>
                </c:pt>
                <c:pt idx="8374">
                  <c:v>0.26118518518518519</c:v>
                </c:pt>
                <c:pt idx="8375">
                  <c:v>0.26118518518518519</c:v>
                </c:pt>
                <c:pt idx="8376">
                  <c:v>0.26118518518518519</c:v>
                </c:pt>
                <c:pt idx="8377">
                  <c:v>0.26133333333333331</c:v>
                </c:pt>
                <c:pt idx="8378">
                  <c:v>0.26148148148148148</c:v>
                </c:pt>
                <c:pt idx="8379">
                  <c:v>0.26148148148148148</c:v>
                </c:pt>
                <c:pt idx="8380">
                  <c:v>0.26148148148148148</c:v>
                </c:pt>
                <c:pt idx="8381">
                  <c:v>0.26148148148148148</c:v>
                </c:pt>
                <c:pt idx="8382">
                  <c:v>0.26148148148148148</c:v>
                </c:pt>
                <c:pt idx="8383">
                  <c:v>0.26148148148148148</c:v>
                </c:pt>
                <c:pt idx="8384">
                  <c:v>0.26148148148148148</c:v>
                </c:pt>
                <c:pt idx="8385">
                  <c:v>0.26148148148148148</c:v>
                </c:pt>
                <c:pt idx="8386">
                  <c:v>0.26148148148148148</c:v>
                </c:pt>
                <c:pt idx="8387">
                  <c:v>0.26148148148148148</c:v>
                </c:pt>
                <c:pt idx="8388">
                  <c:v>0.26162962962962966</c:v>
                </c:pt>
                <c:pt idx="8389">
                  <c:v>0.26162962962962966</c:v>
                </c:pt>
                <c:pt idx="8390">
                  <c:v>0.26162962962962966</c:v>
                </c:pt>
                <c:pt idx="8391">
                  <c:v>0.26177777777777778</c:v>
                </c:pt>
                <c:pt idx="8392">
                  <c:v>0.26177777777777778</c:v>
                </c:pt>
                <c:pt idx="8393">
                  <c:v>0.26192592592592595</c:v>
                </c:pt>
                <c:pt idx="8394">
                  <c:v>0.26192592592592595</c:v>
                </c:pt>
                <c:pt idx="8395">
                  <c:v>0.26192592592592595</c:v>
                </c:pt>
                <c:pt idx="8396">
                  <c:v>0.26192592592592595</c:v>
                </c:pt>
                <c:pt idx="8397">
                  <c:v>0.26192592592592595</c:v>
                </c:pt>
                <c:pt idx="8398">
                  <c:v>0.26192592592592595</c:v>
                </c:pt>
                <c:pt idx="8399">
                  <c:v>0.26192592592592595</c:v>
                </c:pt>
                <c:pt idx="8400">
                  <c:v>0.26192592592592595</c:v>
                </c:pt>
                <c:pt idx="8401">
                  <c:v>0.26192592592592595</c:v>
                </c:pt>
                <c:pt idx="8402">
                  <c:v>0.26207407407407407</c:v>
                </c:pt>
                <c:pt idx="8403">
                  <c:v>0.26207407407407407</c:v>
                </c:pt>
                <c:pt idx="8404">
                  <c:v>0.26207407407407407</c:v>
                </c:pt>
                <c:pt idx="8405">
                  <c:v>0.26207407407407407</c:v>
                </c:pt>
                <c:pt idx="8406">
                  <c:v>0.26207407407407407</c:v>
                </c:pt>
                <c:pt idx="8407">
                  <c:v>0.26207407407407407</c:v>
                </c:pt>
                <c:pt idx="8408">
                  <c:v>0.26207407407407407</c:v>
                </c:pt>
                <c:pt idx="8409">
                  <c:v>0.26207407407407407</c:v>
                </c:pt>
                <c:pt idx="8410">
                  <c:v>0.26222222222222225</c:v>
                </c:pt>
                <c:pt idx="8411">
                  <c:v>0.26222222222222225</c:v>
                </c:pt>
                <c:pt idx="8412">
                  <c:v>0.26237037037037036</c:v>
                </c:pt>
                <c:pt idx="8413">
                  <c:v>0.26237037037037036</c:v>
                </c:pt>
                <c:pt idx="8414">
                  <c:v>0.26251851851851854</c:v>
                </c:pt>
                <c:pt idx="8415">
                  <c:v>0.26266666666666666</c:v>
                </c:pt>
                <c:pt idx="8416">
                  <c:v>0.26266666666666666</c:v>
                </c:pt>
                <c:pt idx="8417">
                  <c:v>0.26266666666666666</c:v>
                </c:pt>
                <c:pt idx="8418">
                  <c:v>0.26281481481481483</c:v>
                </c:pt>
                <c:pt idx="8419">
                  <c:v>0.26296296296296295</c:v>
                </c:pt>
                <c:pt idx="8420">
                  <c:v>0.26296296296296295</c:v>
                </c:pt>
                <c:pt idx="8421">
                  <c:v>0.26296296296296295</c:v>
                </c:pt>
                <c:pt idx="8422">
                  <c:v>0.26296296296296295</c:v>
                </c:pt>
                <c:pt idx="8423">
                  <c:v>0.26311111111111113</c:v>
                </c:pt>
                <c:pt idx="8424">
                  <c:v>0.26311111111111113</c:v>
                </c:pt>
                <c:pt idx="8425">
                  <c:v>0.26311111111111113</c:v>
                </c:pt>
                <c:pt idx="8426">
                  <c:v>0.26325925925925925</c:v>
                </c:pt>
                <c:pt idx="8427">
                  <c:v>0.26325925925925925</c:v>
                </c:pt>
                <c:pt idx="8428">
                  <c:v>0.26325925925925925</c:v>
                </c:pt>
                <c:pt idx="8429">
                  <c:v>0.26325925925925925</c:v>
                </c:pt>
                <c:pt idx="8430">
                  <c:v>0.26325925925925925</c:v>
                </c:pt>
                <c:pt idx="8431">
                  <c:v>0.26325925925925925</c:v>
                </c:pt>
                <c:pt idx="8432">
                  <c:v>0.26325925925925925</c:v>
                </c:pt>
                <c:pt idx="8433">
                  <c:v>0.26340740740740742</c:v>
                </c:pt>
                <c:pt idx="8434">
                  <c:v>0.26355555555555554</c:v>
                </c:pt>
                <c:pt idx="8435">
                  <c:v>0.26355555555555554</c:v>
                </c:pt>
                <c:pt idx="8436">
                  <c:v>0.26355555555555554</c:v>
                </c:pt>
                <c:pt idx="8437">
                  <c:v>0.26355555555555554</c:v>
                </c:pt>
                <c:pt idx="8438">
                  <c:v>0.26355555555555554</c:v>
                </c:pt>
                <c:pt idx="8439">
                  <c:v>0.26370370370370372</c:v>
                </c:pt>
                <c:pt idx="8440">
                  <c:v>0.26370370370370372</c:v>
                </c:pt>
                <c:pt idx="8441">
                  <c:v>0.26370370370370372</c:v>
                </c:pt>
                <c:pt idx="8442">
                  <c:v>0.26370370370370372</c:v>
                </c:pt>
                <c:pt idx="8443">
                  <c:v>0.26370370370370372</c:v>
                </c:pt>
                <c:pt idx="8444">
                  <c:v>0.26370370370370372</c:v>
                </c:pt>
                <c:pt idx="8445">
                  <c:v>0.26385185185185184</c:v>
                </c:pt>
                <c:pt idx="8446">
                  <c:v>0.26385185185185184</c:v>
                </c:pt>
                <c:pt idx="8447">
                  <c:v>0.26385185185185184</c:v>
                </c:pt>
                <c:pt idx="8448">
                  <c:v>0.26400000000000001</c:v>
                </c:pt>
                <c:pt idx="8449">
                  <c:v>0.26400000000000001</c:v>
                </c:pt>
                <c:pt idx="8450">
                  <c:v>0.26400000000000001</c:v>
                </c:pt>
                <c:pt idx="8451">
                  <c:v>0.26414814814814813</c:v>
                </c:pt>
                <c:pt idx="8452">
                  <c:v>0.26414814814814813</c:v>
                </c:pt>
                <c:pt idx="8453">
                  <c:v>0.26414814814814813</c:v>
                </c:pt>
                <c:pt idx="8454">
                  <c:v>0.26429629629629631</c:v>
                </c:pt>
                <c:pt idx="8455">
                  <c:v>0.26429629629629631</c:v>
                </c:pt>
                <c:pt idx="8456">
                  <c:v>0.26444444444444443</c:v>
                </c:pt>
                <c:pt idx="8457">
                  <c:v>0.26444444444444443</c:v>
                </c:pt>
                <c:pt idx="8458">
                  <c:v>0.2645925925925926</c:v>
                </c:pt>
                <c:pt idx="8459">
                  <c:v>0.2645925925925926</c:v>
                </c:pt>
                <c:pt idx="8460">
                  <c:v>0.2645925925925926</c:v>
                </c:pt>
                <c:pt idx="8461">
                  <c:v>0.2645925925925926</c:v>
                </c:pt>
                <c:pt idx="8462">
                  <c:v>0.2645925925925926</c:v>
                </c:pt>
                <c:pt idx="8463">
                  <c:v>0.2645925925925926</c:v>
                </c:pt>
                <c:pt idx="8464">
                  <c:v>0.2645925925925926</c:v>
                </c:pt>
                <c:pt idx="8465">
                  <c:v>0.2645925925925926</c:v>
                </c:pt>
                <c:pt idx="8466">
                  <c:v>0.26474074074074072</c:v>
                </c:pt>
                <c:pt idx="8467">
                  <c:v>0.26474074074074072</c:v>
                </c:pt>
                <c:pt idx="8468">
                  <c:v>0.2648888888888889</c:v>
                </c:pt>
                <c:pt idx="8469">
                  <c:v>0.2648888888888889</c:v>
                </c:pt>
                <c:pt idx="8470">
                  <c:v>0.26503703703703702</c:v>
                </c:pt>
                <c:pt idx="8471">
                  <c:v>0.26503703703703702</c:v>
                </c:pt>
                <c:pt idx="8472">
                  <c:v>0.26503703703703702</c:v>
                </c:pt>
                <c:pt idx="8473">
                  <c:v>0.26503703703703702</c:v>
                </c:pt>
                <c:pt idx="8474">
                  <c:v>0.26518518518518519</c:v>
                </c:pt>
                <c:pt idx="8475">
                  <c:v>0.26518518518518519</c:v>
                </c:pt>
                <c:pt idx="8476">
                  <c:v>0.26533333333333331</c:v>
                </c:pt>
                <c:pt idx="8477">
                  <c:v>0.26533333333333331</c:v>
                </c:pt>
                <c:pt idx="8478">
                  <c:v>0.26533333333333331</c:v>
                </c:pt>
                <c:pt idx="8479">
                  <c:v>0.26548148148148148</c:v>
                </c:pt>
                <c:pt idx="8480">
                  <c:v>0.2656296296296296</c:v>
                </c:pt>
                <c:pt idx="8481">
                  <c:v>0.2656296296296296</c:v>
                </c:pt>
                <c:pt idx="8482">
                  <c:v>0.26577777777777778</c:v>
                </c:pt>
                <c:pt idx="8483">
                  <c:v>0.26577777777777778</c:v>
                </c:pt>
                <c:pt idx="8484">
                  <c:v>0.26577777777777778</c:v>
                </c:pt>
                <c:pt idx="8485">
                  <c:v>0.26577777777777778</c:v>
                </c:pt>
                <c:pt idx="8486">
                  <c:v>0.2659259259259259</c:v>
                </c:pt>
                <c:pt idx="8487">
                  <c:v>0.2659259259259259</c:v>
                </c:pt>
                <c:pt idx="8488">
                  <c:v>0.26607407407407407</c:v>
                </c:pt>
                <c:pt idx="8489">
                  <c:v>0.26607407407407407</c:v>
                </c:pt>
                <c:pt idx="8490">
                  <c:v>0.26607407407407407</c:v>
                </c:pt>
                <c:pt idx="8491">
                  <c:v>0.26607407407407407</c:v>
                </c:pt>
                <c:pt idx="8492">
                  <c:v>0.26622222222222225</c:v>
                </c:pt>
                <c:pt idx="8493">
                  <c:v>0.26637037037037037</c:v>
                </c:pt>
                <c:pt idx="8494">
                  <c:v>0.26651851851851854</c:v>
                </c:pt>
                <c:pt idx="8495">
                  <c:v>0.26651851851851854</c:v>
                </c:pt>
                <c:pt idx="8496">
                  <c:v>0.26651851851851854</c:v>
                </c:pt>
                <c:pt idx="8497">
                  <c:v>0.26666666666666666</c:v>
                </c:pt>
                <c:pt idx="8498">
                  <c:v>0.26666666666666666</c:v>
                </c:pt>
                <c:pt idx="8499">
                  <c:v>0.26666666666666666</c:v>
                </c:pt>
                <c:pt idx="8500">
                  <c:v>0.26666666666666666</c:v>
                </c:pt>
                <c:pt idx="8501">
                  <c:v>0.26681481481481484</c:v>
                </c:pt>
                <c:pt idx="8502">
                  <c:v>0.26681481481481484</c:v>
                </c:pt>
                <c:pt idx="8503">
                  <c:v>0.26681481481481484</c:v>
                </c:pt>
                <c:pt idx="8504">
                  <c:v>0.26681481481481484</c:v>
                </c:pt>
                <c:pt idx="8505">
                  <c:v>0.26681481481481484</c:v>
                </c:pt>
                <c:pt idx="8506">
                  <c:v>0.26681481481481484</c:v>
                </c:pt>
                <c:pt idx="8507">
                  <c:v>0.26681481481481484</c:v>
                </c:pt>
                <c:pt idx="8508">
                  <c:v>0.26681481481481484</c:v>
                </c:pt>
                <c:pt idx="8509">
                  <c:v>0.26681481481481484</c:v>
                </c:pt>
                <c:pt idx="8510">
                  <c:v>0.26681481481481484</c:v>
                </c:pt>
                <c:pt idx="8511">
                  <c:v>0.26681481481481484</c:v>
                </c:pt>
                <c:pt idx="8512">
                  <c:v>0.26681481481481484</c:v>
                </c:pt>
                <c:pt idx="8513">
                  <c:v>0.26696296296296296</c:v>
                </c:pt>
                <c:pt idx="8514">
                  <c:v>0.26696296296296296</c:v>
                </c:pt>
                <c:pt idx="8515">
                  <c:v>0.26696296296296296</c:v>
                </c:pt>
                <c:pt idx="8516">
                  <c:v>0.26711111111111113</c:v>
                </c:pt>
                <c:pt idx="8517">
                  <c:v>0.26711111111111113</c:v>
                </c:pt>
                <c:pt idx="8518">
                  <c:v>0.26725925925925925</c:v>
                </c:pt>
                <c:pt idx="8519">
                  <c:v>0.26725925925925925</c:v>
                </c:pt>
                <c:pt idx="8520">
                  <c:v>0.26725925925925925</c:v>
                </c:pt>
                <c:pt idx="8521">
                  <c:v>0.26725925925925925</c:v>
                </c:pt>
                <c:pt idx="8522">
                  <c:v>0.26725925925925925</c:v>
                </c:pt>
                <c:pt idx="8523">
                  <c:v>0.26740740740740743</c:v>
                </c:pt>
                <c:pt idx="8524">
                  <c:v>0.26740740740740743</c:v>
                </c:pt>
                <c:pt idx="8525">
                  <c:v>0.26755555555555555</c:v>
                </c:pt>
                <c:pt idx="8526">
                  <c:v>0.26770370370370372</c:v>
                </c:pt>
                <c:pt idx="8527">
                  <c:v>0.26770370370370372</c:v>
                </c:pt>
                <c:pt idx="8528">
                  <c:v>0.26785185185185184</c:v>
                </c:pt>
                <c:pt idx="8529">
                  <c:v>0.26800000000000002</c:v>
                </c:pt>
                <c:pt idx="8530">
                  <c:v>0.26800000000000002</c:v>
                </c:pt>
                <c:pt idx="8531">
                  <c:v>0.26814814814814814</c:v>
                </c:pt>
                <c:pt idx="8532">
                  <c:v>0.26814814814814814</c:v>
                </c:pt>
                <c:pt idx="8533">
                  <c:v>0.26814814814814814</c:v>
                </c:pt>
                <c:pt idx="8534">
                  <c:v>0.26814814814814814</c:v>
                </c:pt>
                <c:pt idx="8535">
                  <c:v>0.26814814814814814</c:v>
                </c:pt>
                <c:pt idx="8536">
                  <c:v>0.26814814814814814</c:v>
                </c:pt>
                <c:pt idx="8537">
                  <c:v>0.26814814814814814</c:v>
                </c:pt>
                <c:pt idx="8538">
                  <c:v>0.26814814814814814</c:v>
                </c:pt>
                <c:pt idx="8539">
                  <c:v>0.26814814814814814</c:v>
                </c:pt>
                <c:pt idx="8540">
                  <c:v>0.26814814814814814</c:v>
                </c:pt>
                <c:pt idx="8541">
                  <c:v>0.26814814814814814</c:v>
                </c:pt>
                <c:pt idx="8542">
                  <c:v>0.26829629629629631</c:v>
                </c:pt>
                <c:pt idx="8543">
                  <c:v>0.26844444444444443</c:v>
                </c:pt>
                <c:pt idx="8544">
                  <c:v>0.26844444444444443</c:v>
                </c:pt>
                <c:pt idx="8545">
                  <c:v>0.26844444444444443</c:v>
                </c:pt>
                <c:pt idx="8546">
                  <c:v>0.26844444444444443</c:v>
                </c:pt>
                <c:pt idx="8547">
                  <c:v>0.26844444444444443</c:v>
                </c:pt>
                <c:pt idx="8548">
                  <c:v>0.26844444444444443</c:v>
                </c:pt>
                <c:pt idx="8549">
                  <c:v>0.26844444444444443</c:v>
                </c:pt>
                <c:pt idx="8550">
                  <c:v>0.26844444444444443</c:v>
                </c:pt>
                <c:pt idx="8551">
                  <c:v>0.26844444444444443</c:v>
                </c:pt>
                <c:pt idx="8552">
                  <c:v>0.26844444444444443</c:v>
                </c:pt>
                <c:pt idx="8553">
                  <c:v>0.26844444444444443</c:v>
                </c:pt>
                <c:pt idx="8554">
                  <c:v>0.26844444444444443</c:v>
                </c:pt>
                <c:pt idx="8555">
                  <c:v>0.2685925925925926</c:v>
                </c:pt>
                <c:pt idx="8556">
                  <c:v>0.26874074074074072</c:v>
                </c:pt>
                <c:pt idx="8557">
                  <c:v>0.2688888888888889</c:v>
                </c:pt>
                <c:pt idx="8558">
                  <c:v>0.2688888888888889</c:v>
                </c:pt>
                <c:pt idx="8559">
                  <c:v>0.2688888888888889</c:v>
                </c:pt>
                <c:pt idx="8560">
                  <c:v>0.2688888888888889</c:v>
                </c:pt>
                <c:pt idx="8561">
                  <c:v>0.2688888888888889</c:v>
                </c:pt>
                <c:pt idx="8562">
                  <c:v>0.2688888888888889</c:v>
                </c:pt>
                <c:pt idx="8563">
                  <c:v>0.2688888888888889</c:v>
                </c:pt>
                <c:pt idx="8564">
                  <c:v>0.26903703703703702</c:v>
                </c:pt>
                <c:pt idx="8565">
                  <c:v>0.26903703703703702</c:v>
                </c:pt>
                <c:pt idx="8566">
                  <c:v>0.26903703703703702</c:v>
                </c:pt>
                <c:pt idx="8567">
                  <c:v>0.26918518518518519</c:v>
                </c:pt>
                <c:pt idx="8568">
                  <c:v>0.26933333333333331</c:v>
                </c:pt>
                <c:pt idx="8569">
                  <c:v>0.26933333333333331</c:v>
                </c:pt>
                <c:pt idx="8570">
                  <c:v>0.26933333333333331</c:v>
                </c:pt>
                <c:pt idx="8571">
                  <c:v>0.26933333333333331</c:v>
                </c:pt>
                <c:pt idx="8572">
                  <c:v>0.26933333333333331</c:v>
                </c:pt>
                <c:pt idx="8573">
                  <c:v>0.26933333333333331</c:v>
                </c:pt>
                <c:pt idx="8574">
                  <c:v>0.26933333333333331</c:v>
                </c:pt>
                <c:pt idx="8575">
                  <c:v>0.26948148148148149</c:v>
                </c:pt>
                <c:pt idx="8576">
                  <c:v>0.26948148148148149</c:v>
                </c:pt>
                <c:pt idx="8577">
                  <c:v>0.26948148148148149</c:v>
                </c:pt>
                <c:pt idx="8578">
                  <c:v>0.26948148148148149</c:v>
                </c:pt>
                <c:pt idx="8579">
                  <c:v>0.26962962962962961</c:v>
                </c:pt>
                <c:pt idx="8580">
                  <c:v>0.26977777777777778</c:v>
                </c:pt>
                <c:pt idx="8581">
                  <c:v>0.2699259259259259</c:v>
                </c:pt>
                <c:pt idx="8582">
                  <c:v>0.2699259259259259</c:v>
                </c:pt>
                <c:pt idx="8583">
                  <c:v>0.2699259259259259</c:v>
                </c:pt>
                <c:pt idx="8584">
                  <c:v>0.2699259259259259</c:v>
                </c:pt>
                <c:pt idx="8585">
                  <c:v>0.27007407407407408</c:v>
                </c:pt>
                <c:pt idx="8586">
                  <c:v>0.27007407407407408</c:v>
                </c:pt>
                <c:pt idx="8587">
                  <c:v>0.27007407407407408</c:v>
                </c:pt>
                <c:pt idx="8588">
                  <c:v>0.27007407407407408</c:v>
                </c:pt>
                <c:pt idx="8589">
                  <c:v>0.27007407407407408</c:v>
                </c:pt>
                <c:pt idx="8590">
                  <c:v>0.27007407407407408</c:v>
                </c:pt>
                <c:pt idx="8591">
                  <c:v>0.27007407407407408</c:v>
                </c:pt>
                <c:pt idx="8592">
                  <c:v>0.27007407407407408</c:v>
                </c:pt>
                <c:pt idx="8593">
                  <c:v>0.27007407407407408</c:v>
                </c:pt>
                <c:pt idx="8594">
                  <c:v>0.27007407407407408</c:v>
                </c:pt>
                <c:pt idx="8595">
                  <c:v>0.27007407407407408</c:v>
                </c:pt>
                <c:pt idx="8596">
                  <c:v>0.27007407407407408</c:v>
                </c:pt>
                <c:pt idx="8597">
                  <c:v>0.27007407407407408</c:v>
                </c:pt>
                <c:pt idx="8598">
                  <c:v>0.27007407407407408</c:v>
                </c:pt>
                <c:pt idx="8599">
                  <c:v>0.27007407407407408</c:v>
                </c:pt>
                <c:pt idx="8600">
                  <c:v>0.27007407407407408</c:v>
                </c:pt>
                <c:pt idx="8601">
                  <c:v>0.27007407407407408</c:v>
                </c:pt>
                <c:pt idx="8602">
                  <c:v>0.2702222222222222</c:v>
                </c:pt>
                <c:pt idx="8603">
                  <c:v>0.2702222222222222</c:v>
                </c:pt>
                <c:pt idx="8604">
                  <c:v>0.2702222222222222</c:v>
                </c:pt>
                <c:pt idx="8605">
                  <c:v>0.2702222222222222</c:v>
                </c:pt>
                <c:pt idx="8606">
                  <c:v>0.2702222222222222</c:v>
                </c:pt>
                <c:pt idx="8607">
                  <c:v>0.2702222222222222</c:v>
                </c:pt>
                <c:pt idx="8608">
                  <c:v>0.27037037037037037</c:v>
                </c:pt>
                <c:pt idx="8609">
                  <c:v>0.27037037037037037</c:v>
                </c:pt>
                <c:pt idx="8610">
                  <c:v>0.27037037037037037</c:v>
                </c:pt>
                <c:pt idx="8611">
                  <c:v>0.27037037037037037</c:v>
                </c:pt>
                <c:pt idx="8612">
                  <c:v>0.27037037037037037</c:v>
                </c:pt>
                <c:pt idx="8613">
                  <c:v>0.27051851851851849</c:v>
                </c:pt>
                <c:pt idx="8614">
                  <c:v>0.27051851851851849</c:v>
                </c:pt>
                <c:pt idx="8615">
                  <c:v>0.27051851851851849</c:v>
                </c:pt>
                <c:pt idx="8616">
                  <c:v>0.27066666666666667</c:v>
                </c:pt>
                <c:pt idx="8617">
                  <c:v>0.27066666666666667</c:v>
                </c:pt>
                <c:pt idx="8618">
                  <c:v>0.27066666666666667</c:v>
                </c:pt>
                <c:pt idx="8619">
                  <c:v>0.27066666666666667</c:v>
                </c:pt>
                <c:pt idx="8620">
                  <c:v>0.27066666666666667</c:v>
                </c:pt>
                <c:pt idx="8621">
                  <c:v>0.27066666666666667</c:v>
                </c:pt>
                <c:pt idx="8622">
                  <c:v>0.27066666666666667</c:v>
                </c:pt>
                <c:pt idx="8623">
                  <c:v>0.27066666666666667</c:v>
                </c:pt>
                <c:pt idx="8624">
                  <c:v>0.27066666666666667</c:v>
                </c:pt>
                <c:pt idx="8625">
                  <c:v>0.27066666666666667</c:v>
                </c:pt>
                <c:pt idx="8626">
                  <c:v>0.27066666666666667</c:v>
                </c:pt>
                <c:pt idx="8627">
                  <c:v>0.27066666666666667</c:v>
                </c:pt>
                <c:pt idx="8628">
                  <c:v>0.27081481481481484</c:v>
                </c:pt>
                <c:pt idx="8629">
                  <c:v>0.27081481481481484</c:v>
                </c:pt>
                <c:pt idx="8630">
                  <c:v>0.27081481481481484</c:v>
                </c:pt>
                <c:pt idx="8631">
                  <c:v>0.27081481481481484</c:v>
                </c:pt>
                <c:pt idx="8632">
                  <c:v>0.27081481481481484</c:v>
                </c:pt>
                <c:pt idx="8633">
                  <c:v>0.27096296296296296</c:v>
                </c:pt>
                <c:pt idx="8634">
                  <c:v>0.27096296296296296</c:v>
                </c:pt>
                <c:pt idx="8635">
                  <c:v>0.27096296296296296</c:v>
                </c:pt>
                <c:pt idx="8636">
                  <c:v>0.27096296296296296</c:v>
                </c:pt>
                <c:pt idx="8637">
                  <c:v>0.27096296296296296</c:v>
                </c:pt>
                <c:pt idx="8638">
                  <c:v>0.27096296296296296</c:v>
                </c:pt>
                <c:pt idx="8639">
                  <c:v>0.27096296296296296</c:v>
                </c:pt>
                <c:pt idx="8640">
                  <c:v>0.27096296296296296</c:v>
                </c:pt>
                <c:pt idx="8641">
                  <c:v>0.27111111111111114</c:v>
                </c:pt>
                <c:pt idx="8642">
                  <c:v>0.27111111111111114</c:v>
                </c:pt>
                <c:pt idx="8643">
                  <c:v>0.27111111111111114</c:v>
                </c:pt>
                <c:pt idx="8644">
                  <c:v>0.27111111111111114</c:v>
                </c:pt>
                <c:pt idx="8645">
                  <c:v>0.27111111111111114</c:v>
                </c:pt>
                <c:pt idx="8646">
                  <c:v>0.27111111111111114</c:v>
                </c:pt>
                <c:pt idx="8647">
                  <c:v>0.27111111111111114</c:v>
                </c:pt>
                <c:pt idx="8648">
                  <c:v>0.27111111111111114</c:v>
                </c:pt>
                <c:pt idx="8649">
                  <c:v>0.27111111111111114</c:v>
                </c:pt>
                <c:pt idx="8650">
                  <c:v>0.27111111111111114</c:v>
                </c:pt>
                <c:pt idx="8651">
                  <c:v>0.27125925925925926</c:v>
                </c:pt>
                <c:pt idx="8652">
                  <c:v>0.27125925925925926</c:v>
                </c:pt>
                <c:pt idx="8653">
                  <c:v>0.27125925925925926</c:v>
                </c:pt>
                <c:pt idx="8654">
                  <c:v>0.27125925925925926</c:v>
                </c:pt>
                <c:pt idx="8655">
                  <c:v>0.27125925925925926</c:v>
                </c:pt>
                <c:pt idx="8656">
                  <c:v>0.27125925925925926</c:v>
                </c:pt>
                <c:pt idx="8657">
                  <c:v>0.27125925925925926</c:v>
                </c:pt>
                <c:pt idx="8658">
                  <c:v>0.27140740740740743</c:v>
                </c:pt>
                <c:pt idx="8659">
                  <c:v>0.27140740740740743</c:v>
                </c:pt>
                <c:pt idx="8660">
                  <c:v>0.27155555555555555</c:v>
                </c:pt>
                <c:pt idx="8661">
                  <c:v>0.27155555555555555</c:v>
                </c:pt>
                <c:pt idx="8662">
                  <c:v>0.27155555555555555</c:v>
                </c:pt>
                <c:pt idx="8663">
                  <c:v>0.27170370370370373</c:v>
                </c:pt>
                <c:pt idx="8664">
                  <c:v>0.27170370370370373</c:v>
                </c:pt>
                <c:pt idx="8665">
                  <c:v>0.27170370370370373</c:v>
                </c:pt>
                <c:pt idx="8666">
                  <c:v>0.27170370370370373</c:v>
                </c:pt>
                <c:pt idx="8667">
                  <c:v>0.27170370370370373</c:v>
                </c:pt>
                <c:pt idx="8668">
                  <c:v>0.27170370370370373</c:v>
                </c:pt>
                <c:pt idx="8669">
                  <c:v>0.27170370370370373</c:v>
                </c:pt>
                <c:pt idx="8670">
                  <c:v>0.27170370370370373</c:v>
                </c:pt>
                <c:pt idx="8671">
                  <c:v>0.27185185185185184</c:v>
                </c:pt>
                <c:pt idx="8672">
                  <c:v>0.27185185185185184</c:v>
                </c:pt>
                <c:pt idx="8673">
                  <c:v>0.27185185185185184</c:v>
                </c:pt>
                <c:pt idx="8674">
                  <c:v>0.27200000000000002</c:v>
                </c:pt>
                <c:pt idx="8675">
                  <c:v>0.27200000000000002</c:v>
                </c:pt>
                <c:pt idx="8676">
                  <c:v>0.27200000000000002</c:v>
                </c:pt>
                <c:pt idx="8677">
                  <c:v>0.27214814814814814</c:v>
                </c:pt>
                <c:pt idx="8678">
                  <c:v>0.27214814814814814</c:v>
                </c:pt>
                <c:pt idx="8679">
                  <c:v>0.27229629629629631</c:v>
                </c:pt>
                <c:pt idx="8680">
                  <c:v>0.27229629629629631</c:v>
                </c:pt>
                <c:pt idx="8681">
                  <c:v>0.27244444444444443</c:v>
                </c:pt>
                <c:pt idx="8682">
                  <c:v>0.27244444444444443</c:v>
                </c:pt>
                <c:pt idx="8683">
                  <c:v>0.27244444444444443</c:v>
                </c:pt>
                <c:pt idx="8684">
                  <c:v>0.27244444444444443</c:v>
                </c:pt>
                <c:pt idx="8685">
                  <c:v>0.27244444444444443</c:v>
                </c:pt>
                <c:pt idx="8686">
                  <c:v>0.27244444444444443</c:v>
                </c:pt>
                <c:pt idx="8687">
                  <c:v>0.27244444444444443</c:v>
                </c:pt>
                <c:pt idx="8688">
                  <c:v>0.27244444444444443</c:v>
                </c:pt>
                <c:pt idx="8689">
                  <c:v>0.27244444444444443</c:v>
                </c:pt>
                <c:pt idx="8690">
                  <c:v>0.27259259259259261</c:v>
                </c:pt>
                <c:pt idx="8691">
                  <c:v>0.27274074074074073</c:v>
                </c:pt>
                <c:pt idx="8692">
                  <c:v>0.27274074074074073</c:v>
                </c:pt>
                <c:pt idx="8693">
                  <c:v>0.27274074074074073</c:v>
                </c:pt>
                <c:pt idx="8694">
                  <c:v>0.27274074074074073</c:v>
                </c:pt>
                <c:pt idx="8695">
                  <c:v>0.27274074074074073</c:v>
                </c:pt>
                <c:pt idx="8696">
                  <c:v>0.27274074074074073</c:v>
                </c:pt>
                <c:pt idx="8697">
                  <c:v>0.27274074074074073</c:v>
                </c:pt>
                <c:pt idx="8698">
                  <c:v>0.27274074074074073</c:v>
                </c:pt>
                <c:pt idx="8699">
                  <c:v>0.27274074074074073</c:v>
                </c:pt>
                <c:pt idx="8700">
                  <c:v>0.27274074074074073</c:v>
                </c:pt>
                <c:pt idx="8701">
                  <c:v>0.27274074074074073</c:v>
                </c:pt>
                <c:pt idx="8702">
                  <c:v>0.2728888888888889</c:v>
                </c:pt>
                <c:pt idx="8703">
                  <c:v>0.2728888888888889</c:v>
                </c:pt>
                <c:pt idx="8704">
                  <c:v>0.27303703703703702</c:v>
                </c:pt>
                <c:pt idx="8705">
                  <c:v>0.27303703703703702</c:v>
                </c:pt>
                <c:pt idx="8706">
                  <c:v>0.27303703703703702</c:v>
                </c:pt>
                <c:pt idx="8707">
                  <c:v>0.27303703703703702</c:v>
                </c:pt>
                <c:pt idx="8708">
                  <c:v>0.2731851851851852</c:v>
                </c:pt>
                <c:pt idx="8709">
                  <c:v>0.2731851851851852</c:v>
                </c:pt>
                <c:pt idx="8710">
                  <c:v>0.2731851851851852</c:v>
                </c:pt>
                <c:pt idx="8711">
                  <c:v>0.2731851851851852</c:v>
                </c:pt>
                <c:pt idx="8712">
                  <c:v>0.27333333333333332</c:v>
                </c:pt>
                <c:pt idx="8713">
                  <c:v>0.27333333333333332</c:v>
                </c:pt>
                <c:pt idx="8714">
                  <c:v>0.27348148148148149</c:v>
                </c:pt>
                <c:pt idx="8715">
                  <c:v>0.27348148148148149</c:v>
                </c:pt>
                <c:pt idx="8716">
                  <c:v>0.27348148148148149</c:v>
                </c:pt>
                <c:pt idx="8717">
                  <c:v>0.27348148148148149</c:v>
                </c:pt>
                <c:pt idx="8718">
                  <c:v>0.27348148148148149</c:v>
                </c:pt>
                <c:pt idx="8719">
                  <c:v>0.27348148148148149</c:v>
                </c:pt>
                <c:pt idx="8720">
                  <c:v>0.27348148148148149</c:v>
                </c:pt>
                <c:pt idx="8721">
                  <c:v>0.27348148148148149</c:v>
                </c:pt>
                <c:pt idx="8722">
                  <c:v>0.27348148148148149</c:v>
                </c:pt>
                <c:pt idx="8723">
                  <c:v>0.27348148148148149</c:v>
                </c:pt>
                <c:pt idx="8724">
                  <c:v>0.27348148148148149</c:v>
                </c:pt>
                <c:pt idx="8725">
                  <c:v>0.27348148148148149</c:v>
                </c:pt>
                <c:pt idx="8726">
                  <c:v>0.27348148148148149</c:v>
                </c:pt>
                <c:pt idx="8727">
                  <c:v>0.27348148148148149</c:v>
                </c:pt>
                <c:pt idx="8728">
                  <c:v>0.27348148148148149</c:v>
                </c:pt>
                <c:pt idx="8729">
                  <c:v>0.27348148148148149</c:v>
                </c:pt>
                <c:pt idx="8730">
                  <c:v>0.27348148148148149</c:v>
                </c:pt>
                <c:pt idx="8731">
                  <c:v>0.27348148148148149</c:v>
                </c:pt>
                <c:pt idx="8732">
                  <c:v>0.27348148148148149</c:v>
                </c:pt>
                <c:pt idx="8733">
                  <c:v>0.27362962962962961</c:v>
                </c:pt>
                <c:pt idx="8734">
                  <c:v>0.27362962962962961</c:v>
                </c:pt>
                <c:pt idx="8735">
                  <c:v>0.27362962962962961</c:v>
                </c:pt>
                <c:pt idx="8736">
                  <c:v>0.27362962962962961</c:v>
                </c:pt>
                <c:pt idx="8737">
                  <c:v>0.27362962962962961</c:v>
                </c:pt>
                <c:pt idx="8738">
                  <c:v>0.27377777777777779</c:v>
                </c:pt>
                <c:pt idx="8739">
                  <c:v>0.27377777777777779</c:v>
                </c:pt>
                <c:pt idx="8740">
                  <c:v>0.27377777777777779</c:v>
                </c:pt>
                <c:pt idx="8741">
                  <c:v>0.27377777777777779</c:v>
                </c:pt>
                <c:pt idx="8742">
                  <c:v>0.27377777777777779</c:v>
                </c:pt>
                <c:pt idx="8743">
                  <c:v>0.27377777777777779</c:v>
                </c:pt>
                <c:pt idx="8744">
                  <c:v>0.27377777777777779</c:v>
                </c:pt>
                <c:pt idx="8745">
                  <c:v>0.27377777777777779</c:v>
                </c:pt>
                <c:pt idx="8746">
                  <c:v>0.27377777777777779</c:v>
                </c:pt>
                <c:pt idx="8747">
                  <c:v>0.27377777777777779</c:v>
                </c:pt>
                <c:pt idx="8748">
                  <c:v>0.27377777777777779</c:v>
                </c:pt>
                <c:pt idx="8749">
                  <c:v>0.27377777777777779</c:v>
                </c:pt>
                <c:pt idx="8750">
                  <c:v>0.27377777777777779</c:v>
                </c:pt>
                <c:pt idx="8751">
                  <c:v>0.27392592592592591</c:v>
                </c:pt>
                <c:pt idx="8752">
                  <c:v>0.27407407407407408</c:v>
                </c:pt>
                <c:pt idx="8753">
                  <c:v>0.27407407407407408</c:v>
                </c:pt>
                <c:pt idx="8754">
                  <c:v>0.27407407407407408</c:v>
                </c:pt>
                <c:pt idx="8755">
                  <c:v>0.27407407407407408</c:v>
                </c:pt>
                <c:pt idx="8756">
                  <c:v>0.27407407407407408</c:v>
                </c:pt>
                <c:pt idx="8757">
                  <c:v>0.27407407407407408</c:v>
                </c:pt>
                <c:pt idx="8758">
                  <c:v>0.27407407407407408</c:v>
                </c:pt>
                <c:pt idx="8759">
                  <c:v>0.27407407407407408</c:v>
                </c:pt>
                <c:pt idx="8760">
                  <c:v>0.27407407407407408</c:v>
                </c:pt>
                <c:pt idx="8761">
                  <c:v>0.2742222222222222</c:v>
                </c:pt>
                <c:pt idx="8762">
                  <c:v>0.27437037037037038</c:v>
                </c:pt>
                <c:pt idx="8763">
                  <c:v>0.2745185185185185</c:v>
                </c:pt>
                <c:pt idx="8764">
                  <c:v>0.2745185185185185</c:v>
                </c:pt>
                <c:pt idx="8765">
                  <c:v>0.27466666666666667</c:v>
                </c:pt>
                <c:pt idx="8766">
                  <c:v>0.27466666666666667</c:v>
                </c:pt>
                <c:pt idx="8767">
                  <c:v>0.27466666666666667</c:v>
                </c:pt>
                <c:pt idx="8768">
                  <c:v>0.27466666666666667</c:v>
                </c:pt>
                <c:pt idx="8769">
                  <c:v>0.27466666666666667</c:v>
                </c:pt>
                <c:pt idx="8770">
                  <c:v>0.27466666666666667</c:v>
                </c:pt>
                <c:pt idx="8771">
                  <c:v>0.27466666666666667</c:v>
                </c:pt>
                <c:pt idx="8772">
                  <c:v>0.27466666666666667</c:v>
                </c:pt>
                <c:pt idx="8773">
                  <c:v>0.27466666666666667</c:v>
                </c:pt>
                <c:pt idx="8774">
                  <c:v>0.27481481481481479</c:v>
                </c:pt>
                <c:pt idx="8775">
                  <c:v>0.27481481481481479</c:v>
                </c:pt>
                <c:pt idx="8776">
                  <c:v>0.27481481481481479</c:v>
                </c:pt>
                <c:pt idx="8777">
                  <c:v>0.27496296296296296</c:v>
                </c:pt>
                <c:pt idx="8778">
                  <c:v>0.27496296296296296</c:v>
                </c:pt>
                <c:pt idx="8779">
                  <c:v>0.27496296296296296</c:v>
                </c:pt>
                <c:pt idx="8780">
                  <c:v>0.27496296296296296</c:v>
                </c:pt>
                <c:pt idx="8781">
                  <c:v>0.27496296296296296</c:v>
                </c:pt>
                <c:pt idx="8782">
                  <c:v>0.27496296296296296</c:v>
                </c:pt>
                <c:pt idx="8783">
                  <c:v>0.27496296296296296</c:v>
                </c:pt>
                <c:pt idx="8784">
                  <c:v>0.27496296296296296</c:v>
                </c:pt>
                <c:pt idx="8785">
                  <c:v>0.27496296296296296</c:v>
                </c:pt>
                <c:pt idx="8786">
                  <c:v>0.27496296296296296</c:v>
                </c:pt>
                <c:pt idx="8787">
                  <c:v>0.27496296296296296</c:v>
                </c:pt>
                <c:pt idx="8788">
                  <c:v>0.27496296296296296</c:v>
                </c:pt>
                <c:pt idx="8789">
                  <c:v>0.27496296296296296</c:v>
                </c:pt>
                <c:pt idx="8790">
                  <c:v>0.27496296296296296</c:v>
                </c:pt>
                <c:pt idx="8791">
                  <c:v>0.27496296296296296</c:v>
                </c:pt>
                <c:pt idx="8792">
                  <c:v>0.27496296296296296</c:v>
                </c:pt>
                <c:pt idx="8793">
                  <c:v>0.27511111111111108</c:v>
                </c:pt>
                <c:pt idx="8794">
                  <c:v>0.27511111111111108</c:v>
                </c:pt>
                <c:pt idx="8795">
                  <c:v>0.27525925925925926</c:v>
                </c:pt>
                <c:pt idx="8796">
                  <c:v>0.27525925925925926</c:v>
                </c:pt>
                <c:pt idx="8797">
                  <c:v>0.27525925925925926</c:v>
                </c:pt>
                <c:pt idx="8798">
                  <c:v>0.27525925925925926</c:v>
                </c:pt>
                <c:pt idx="8799">
                  <c:v>0.27540740740740743</c:v>
                </c:pt>
                <c:pt idx="8800">
                  <c:v>0.27555555555555555</c:v>
                </c:pt>
                <c:pt idx="8801">
                  <c:v>0.27555555555555555</c:v>
                </c:pt>
                <c:pt idx="8802">
                  <c:v>0.27555555555555555</c:v>
                </c:pt>
                <c:pt idx="8803">
                  <c:v>0.27555555555555555</c:v>
                </c:pt>
                <c:pt idx="8804">
                  <c:v>0.27555555555555555</c:v>
                </c:pt>
                <c:pt idx="8805">
                  <c:v>0.27555555555555555</c:v>
                </c:pt>
                <c:pt idx="8806">
                  <c:v>0.27555555555555555</c:v>
                </c:pt>
                <c:pt idx="8807">
                  <c:v>0.27555555555555555</c:v>
                </c:pt>
                <c:pt idx="8808">
                  <c:v>0.27555555555555555</c:v>
                </c:pt>
                <c:pt idx="8809">
                  <c:v>0.27555555555555555</c:v>
                </c:pt>
                <c:pt idx="8810">
                  <c:v>0.27555555555555555</c:v>
                </c:pt>
                <c:pt idx="8811">
                  <c:v>0.27555555555555555</c:v>
                </c:pt>
                <c:pt idx="8812">
                  <c:v>0.27570370370370373</c:v>
                </c:pt>
                <c:pt idx="8813">
                  <c:v>0.27585185185185185</c:v>
                </c:pt>
                <c:pt idx="8814">
                  <c:v>0.27585185185185185</c:v>
                </c:pt>
                <c:pt idx="8815">
                  <c:v>0.27585185185185185</c:v>
                </c:pt>
                <c:pt idx="8816">
                  <c:v>0.27585185185185185</c:v>
                </c:pt>
                <c:pt idx="8817">
                  <c:v>0.27585185185185185</c:v>
                </c:pt>
                <c:pt idx="8818">
                  <c:v>0.27585185185185185</c:v>
                </c:pt>
                <c:pt idx="8819">
                  <c:v>0.27585185185185185</c:v>
                </c:pt>
                <c:pt idx="8820">
                  <c:v>0.27585185185185185</c:v>
                </c:pt>
                <c:pt idx="8821">
                  <c:v>0.27585185185185185</c:v>
                </c:pt>
                <c:pt idx="8822">
                  <c:v>0.27585185185185185</c:v>
                </c:pt>
                <c:pt idx="8823">
                  <c:v>0.27600000000000002</c:v>
                </c:pt>
                <c:pt idx="8824">
                  <c:v>0.27600000000000002</c:v>
                </c:pt>
                <c:pt idx="8825">
                  <c:v>0.27614814814814814</c:v>
                </c:pt>
                <c:pt idx="8826">
                  <c:v>0.27614814814814814</c:v>
                </c:pt>
                <c:pt idx="8827">
                  <c:v>0.27614814814814814</c:v>
                </c:pt>
                <c:pt idx="8828">
                  <c:v>0.27614814814814814</c:v>
                </c:pt>
                <c:pt idx="8829">
                  <c:v>0.27614814814814814</c:v>
                </c:pt>
                <c:pt idx="8830">
                  <c:v>0.27629629629629632</c:v>
                </c:pt>
                <c:pt idx="8831">
                  <c:v>0.27629629629629632</c:v>
                </c:pt>
                <c:pt idx="8832">
                  <c:v>0.27629629629629632</c:v>
                </c:pt>
                <c:pt idx="8833">
                  <c:v>0.27629629629629632</c:v>
                </c:pt>
                <c:pt idx="8834">
                  <c:v>0.27629629629629632</c:v>
                </c:pt>
                <c:pt idx="8835">
                  <c:v>0.27629629629629632</c:v>
                </c:pt>
                <c:pt idx="8836">
                  <c:v>0.27644444444444444</c:v>
                </c:pt>
                <c:pt idx="8837">
                  <c:v>0.27644444444444444</c:v>
                </c:pt>
                <c:pt idx="8838">
                  <c:v>0.27644444444444444</c:v>
                </c:pt>
                <c:pt idx="8839">
                  <c:v>0.27644444444444444</c:v>
                </c:pt>
                <c:pt idx="8840">
                  <c:v>0.27659259259259261</c:v>
                </c:pt>
                <c:pt idx="8841">
                  <c:v>0.27659259259259261</c:v>
                </c:pt>
                <c:pt idx="8842">
                  <c:v>0.27659259259259261</c:v>
                </c:pt>
                <c:pt idx="8843">
                  <c:v>0.27659259259259261</c:v>
                </c:pt>
                <c:pt idx="8844">
                  <c:v>0.27659259259259261</c:v>
                </c:pt>
                <c:pt idx="8845">
                  <c:v>0.27659259259259261</c:v>
                </c:pt>
                <c:pt idx="8846">
                  <c:v>0.27659259259259261</c:v>
                </c:pt>
                <c:pt idx="8847">
                  <c:v>0.27659259259259261</c:v>
                </c:pt>
                <c:pt idx="8848">
                  <c:v>0.27659259259259261</c:v>
                </c:pt>
                <c:pt idx="8849">
                  <c:v>0.27674074074074073</c:v>
                </c:pt>
                <c:pt idx="8850">
                  <c:v>0.27674074074074073</c:v>
                </c:pt>
                <c:pt idx="8851">
                  <c:v>0.27674074074074073</c:v>
                </c:pt>
                <c:pt idx="8852">
                  <c:v>0.27674074074074073</c:v>
                </c:pt>
                <c:pt idx="8853">
                  <c:v>0.27674074074074073</c:v>
                </c:pt>
                <c:pt idx="8854">
                  <c:v>0.27674074074074073</c:v>
                </c:pt>
                <c:pt idx="8855">
                  <c:v>0.27674074074074073</c:v>
                </c:pt>
                <c:pt idx="8856">
                  <c:v>0.27688888888888891</c:v>
                </c:pt>
                <c:pt idx="8857">
                  <c:v>0.27688888888888891</c:v>
                </c:pt>
                <c:pt idx="8858">
                  <c:v>0.27703703703703703</c:v>
                </c:pt>
                <c:pt idx="8859">
                  <c:v>0.2771851851851852</c:v>
                </c:pt>
                <c:pt idx="8860">
                  <c:v>0.2771851851851852</c:v>
                </c:pt>
                <c:pt idx="8861">
                  <c:v>0.27733333333333332</c:v>
                </c:pt>
                <c:pt idx="8862">
                  <c:v>0.27733333333333332</c:v>
                </c:pt>
                <c:pt idx="8863">
                  <c:v>0.27733333333333332</c:v>
                </c:pt>
                <c:pt idx="8864">
                  <c:v>0.27733333333333332</c:v>
                </c:pt>
                <c:pt idx="8865">
                  <c:v>0.2774814814814815</c:v>
                </c:pt>
                <c:pt idx="8866">
                  <c:v>0.2774814814814815</c:v>
                </c:pt>
                <c:pt idx="8867">
                  <c:v>0.2774814814814815</c:v>
                </c:pt>
                <c:pt idx="8868">
                  <c:v>0.27762962962962962</c:v>
                </c:pt>
                <c:pt idx="8869">
                  <c:v>0.27777777777777779</c:v>
                </c:pt>
                <c:pt idx="8870">
                  <c:v>0.27777777777777779</c:v>
                </c:pt>
                <c:pt idx="8871">
                  <c:v>0.27777777777777779</c:v>
                </c:pt>
                <c:pt idx="8872">
                  <c:v>0.27792592592592591</c:v>
                </c:pt>
                <c:pt idx="8873">
                  <c:v>0.27792592592592591</c:v>
                </c:pt>
                <c:pt idx="8874">
                  <c:v>0.27792592592592591</c:v>
                </c:pt>
                <c:pt idx="8875">
                  <c:v>0.27807407407407408</c:v>
                </c:pt>
                <c:pt idx="8876">
                  <c:v>0.27807407407407408</c:v>
                </c:pt>
                <c:pt idx="8877">
                  <c:v>0.27807407407407408</c:v>
                </c:pt>
                <c:pt idx="8878">
                  <c:v>0.27807407407407408</c:v>
                </c:pt>
                <c:pt idx="8879">
                  <c:v>0.27807407407407408</c:v>
                </c:pt>
                <c:pt idx="8880">
                  <c:v>0.27807407407407408</c:v>
                </c:pt>
                <c:pt idx="8881">
                  <c:v>0.27807407407407408</c:v>
                </c:pt>
                <c:pt idx="8882">
                  <c:v>0.27807407407407408</c:v>
                </c:pt>
                <c:pt idx="8883">
                  <c:v>0.27807407407407408</c:v>
                </c:pt>
                <c:pt idx="8884">
                  <c:v>0.27807407407407408</c:v>
                </c:pt>
                <c:pt idx="8885">
                  <c:v>0.2782222222222222</c:v>
                </c:pt>
                <c:pt idx="8886">
                  <c:v>0.2782222222222222</c:v>
                </c:pt>
                <c:pt idx="8887">
                  <c:v>0.2782222222222222</c:v>
                </c:pt>
                <c:pt idx="8888">
                  <c:v>0.2782222222222222</c:v>
                </c:pt>
                <c:pt idx="8889">
                  <c:v>0.27837037037037038</c:v>
                </c:pt>
                <c:pt idx="8890">
                  <c:v>0.2785185185185185</c:v>
                </c:pt>
                <c:pt idx="8891">
                  <c:v>0.27866666666666667</c:v>
                </c:pt>
                <c:pt idx="8892">
                  <c:v>0.27866666666666667</c:v>
                </c:pt>
                <c:pt idx="8893">
                  <c:v>0.27866666666666667</c:v>
                </c:pt>
                <c:pt idx="8894">
                  <c:v>0.27881481481481479</c:v>
                </c:pt>
                <c:pt idx="8895">
                  <c:v>0.27881481481481479</c:v>
                </c:pt>
                <c:pt idx="8896">
                  <c:v>0.27881481481481479</c:v>
                </c:pt>
                <c:pt idx="8897">
                  <c:v>0.27881481481481479</c:v>
                </c:pt>
                <c:pt idx="8898">
                  <c:v>0.27896296296296297</c:v>
                </c:pt>
                <c:pt idx="8899">
                  <c:v>0.27896296296296297</c:v>
                </c:pt>
                <c:pt idx="8900">
                  <c:v>0.27896296296296297</c:v>
                </c:pt>
                <c:pt idx="8901">
                  <c:v>0.27896296296296297</c:v>
                </c:pt>
                <c:pt idx="8902">
                  <c:v>0.27896296296296297</c:v>
                </c:pt>
                <c:pt idx="8903">
                  <c:v>0.27911111111111109</c:v>
                </c:pt>
                <c:pt idx="8904">
                  <c:v>0.27911111111111109</c:v>
                </c:pt>
                <c:pt idx="8905">
                  <c:v>0.27911111111111109</c:v>
                </c:pt>
                <c:pt idx="8906">
                  <c:v>0.27911111111111109</c:v>
                </c:pt>
                <c:pt idx="8907">
                  <c:v>0.27911111111111109</c:v>
                </c:pt>
                <c:pt idx="8908">
                  <c:v>0.27911111111111109</c:v>
                </c:pt>
                <c:pt idx="8909">
                  <c:v>0.27911111111111109</c:v>
                </c:pt>
                <c:pt idx="8910">
                  <c:v>0.27911111111111109</c:v>
                </c:pt>
                <c:pt idx="8911">
                  <c:v>0.27911111111111109</c:v>
                </c:pt>
                <c:pt idx="8912">
                  <c:v>0.27911111111111109</c:v>
                </c:pt>
                <c:pt idx="8913">
                  <c:v>0.27911111111111109</c:v>
                </c:pt>
                <c:pt idx="8914">
                  <c:v>0.27911111111111109</c:v>
                </c:pt>
                <c:pt idx="8915">
                  <c:v>0.27911111111111109</c:v>
                </c:pt>
                <c:pt idx="8916">
                  <c:v>0.27911111111111109</c:v>
                </c:pt>
                <c:pt idx="8917">
                  <c:v>0.27911111111111109</c:v>
                </c:pt>
                <c:pt idx="8918">
                  <c:v>0.27911111111111109</c:v>
                </c:pt>
                <c:pt idx="8919">
                  <c:v>0.27911111111111109</c:v>
                </c:pt>
                <c:pt idx="8920">
                  <c:v>0.27911111111111109</c:v>
                </c:pt>
                <c:pt idx="8921">
                  <c:v>0.27925925925925926</c:v>
                </c:pt>
                <c:pt idx="8922">
                  <c:v>0.27925925925925926</c:v>
                </c:pt>
                <c:pt idx="8923">
                  <c:v>0.27925925925925926</c:v>
                </c:pt>
                <c:pt idx="8924">
                  <c:v>0.27925925925925926</c:v>
                </c:pt>
                <c:pt idx="8925">
                  <c:v>0.27925925925925926</c:v>
                </c:pt>
                <c:pt idx="8926">
                  <c:v>0.27925925925925926</c:v>
                </c:pt>
                <c:pt idx="8927">
                  <c:v>0.27925925925925926</c:v>
                </c:pt>
                <c:pt idx="8928">
                  <c:v>0.27925925925925926</c:v>
                </c:pt>
                <c:pt idx="8929">
                  <c:v>0.27925925925925926</c:v>
                </c:pt>
                <c:pt idx="8930">
                  <c:v>0.27925925925925926</c:v>
                </c:pt>
                <c:pt idx="8931">
                  <c:v>0.27925925925925926</c:v>
                </c:pt>
                <c:pt idx="8932">
                  <c:v>0.27940740740740738</c:v>
                </c:pt>
                <c:pt idx="8933">
                  <c:v>0.27955555555555556</c:v>
                </c:pt>
                <c:pt idx="8934">
                  <c:v>0.27955555555555556</c:v>
                </c:pt>
                <c:pt idx="8935">
                  <c:v>0.27955555555555556</c:v>
                </c:pt>
                <c:pt idx="8936">
                  <c:v>0.27955555555555556</c:v>
                </c:pt>
                <c:pt idx="8937">
                  <c:v>0.27955555555555556</c:v>
                </c:pt>
                <c:pt idx="8938">
                  <c:v>0.27955555555555556</c:v>
                </c:pt>
                <c:pt idx="8939">
                  <c:v>0.27955555555555556</c:v>
                </c:pt>
                <c:pt idx="8940">
                  <c:v>0.27955555555555556</c:v>
                </c:pt>
                <c:pt idx="8941">
                  <c:v>0.27955555555555556</c:v>
                </c:pt>
                <c:pt idx="8942">
                  <c:v>0.27955555555555556</c:v>
                </c:pt>
                <c:pt idx="8943">
                  <c:v>0.27955555555555556</c:v>
                </c:pt>
                <c:pt idx="8944">
                  <c:v>0.27955555555555556</c:v>
                </c:pt>
                <c:pt idx="8945">
                  <c:v>0.27955555555555556</c:v>
                </c:pt>
                <c:pt idx="8946">
                  <c:v>0.27970370370370368</c:v>
                </c:pt>
                <c:pt idx="8947">
                  <c:v>0.27985185185185185</c:v>
                </c:pt>
                <c:pt idx="8948">
                  <c:v>0.27985185185185185</c:v>
                </c:pt>
                <c:pt idx="8949">
                  <c:v>0.27985185185185185</c:v>
                </c:pt>
                <c:pt idx="8950">
                  <c:v>0.27985185185185185</c:v>
                </c:pt>
                <c:pt idx="8951">
                  <c:v>0.27985185185185185</c:v>
                </c:pt>
                <c:pt idx="8952">
                  <c:v>0.28000000000000003</c:v>
                </c:pt>
                <c:pt idx="8953">
                  <c:v>0.28000000000000003</c:v>
                </c:pt>
                <c:pt idx="8954">
                  <c:v>0.28000000000000003</c:v>
                </c:pt>
                <c:pt idx="8955">
                  <c:v>0.28014814814814815</c:v>
                </c:pt>
                <c:pt idx="8956">
                  <c:v>0.28014814814814815</c:v>
                </c:pt>
                <c:pt idx="8957">
                  <c:v>0.28014814814814815</c:v>
                </c:pt>
                <c:pt idx="8958">
                  <c:v>0.28014814814814815</c:v>
                </c:pt>
                <c:pt idx="8959">
                  <c:v>0.28014814814814815</c:v>
                </c:pt>
                <c:pt idx="8960">
                  <c:v>0.28029629629629632</c:v>
                </c:pt>
                <c:pt idx="8961">
                  <c:v>0.28029629629629632</c:v>
                </c:pt>
                <c:pt idx="8962">
                  <c:v>0.28029629629629632</c:v>
                </c:pt>
                <c:pt idx="8963">
                  <c:v>0.28029629629629632</c:v>
                </c:pt>
                <c:pt idx="8964">
                  <c:v>0.28029629629629632</c:v>
                </c:pt>
                <c:pt idx="8965">
                  <c:v>0.28029629629629632</c:v>
                </c:pt>
                <c:pt idx="8966">
                  <c:v>0.28029629629629632</c:v>
                </c:pt>
                <c:pt idx="8967">
                  <c:v>0.28029629629629632</c:v>
                </c:pt>
                <c:pt idx="8968">
                  <c:v>0.28029629629629632</c:v>
                </c:pt>
                <c:pt idx="8969">
                  <c:v>0.28029629629629632</c:v>
                </c:pt>
                <c:pt idx="8970">
                  <c:v>0.28029629629629632</c:v>
                </c:pt>
                <c:pt idx="8971">
                  <c:v>0.28044444444444444</c:v>
                </c:pt>
                <c:pt idx="8972">
                  <c:v>0.28044444444444444</c:v>
                </c:pt>
                <c:pt idx="8973">
                  <c:v>0.28044444444444444</c:v>
                </c:pt>
                <c:pt idx="8974">
                  <c:v>0.28044444444444444</c:v>
                </c:pt>
                <c:pt idx="8975">
                  <c:v>0.28059259259259262</c:v>
                </c:pt>
                <c:pt idx="8976">
                  <c:v>0.28059259259259262</c:v>
                </c:pt>
                <c:pt idx="8977">
                  <c:v>0.28059259259259262</c:v>
                </c:pt>
                <c:pt idx="8978">
                  <c:v>0.28059259259259262</c:v>
                </c:pt>
                <c:pt idx="8979">
                  <c:v>0.28059259259259262</c:v>
                </c:pt>
                <c:pt idx="8980">
                  <c:v>0.28074074074074074</c:v>
                </c:pt>
                <c:pt idx="8981">
                  <c:v>0.28074074074074074</c:v>
                </c:pt>
                <c:pt idx="8982">
                  <c:v>0.28074074074074074</c:v>
                </c:pt>
                <c:pt idx="8983">
                  <c:v>0.28088888888888891</c:v>
                </c:pt>
                <c:pt idx="8984">
                  <c:v>0.28088888888888891</c:v>
                </c:pt>
                <c:pt idx="8985">
                  <c:v>0.28088888888888891</c:v>
                </c:pt>
                <c:pt idx="8986">
                  <c:v>0.28088888888888891</c:v>
                </c:pt>
                <c:pt idx="8987">
                  <c:v>0.28088888888888891</c:v>
                </c:pt>
                <c:pt idx="8988">
                  <c:v>0.28088888888888891</c:v>
                </c:pt>
                <c:pt idx="8989">
                  <c:v>0.28088888888888891</c:v>
                </c:pt>
                <c:pt idx="8990">
                  <c:v>0.28088888888888891</c:v>
                </c:pt>
                <c:pt idx="8991">
                  <c:v>0.28103703703703703</c:v>
                </c:pt>
                <c:pt idx="8992">
                  <c:v>0.28103703703703703</c:v>
                </c:pt>
                <c:pt idx="8993">
                  <c:v>0.28103703703703703</c:v>
                </c:pt>
                <c:pt idx="8994">
                  <c:v>0.28103703703703703</c:v>
                </c:pt>
                <c:pt idx="8995">
                  <c:v>0.28103703703703703</c:v>
                </c:pt>
                <c:pt idx="8996">
                  <c:v>0.28103703703703703</c:v>
                </c:pt>
                <c:pt idx="8997">
                  <c:v>0.28103703703703703</c:v>
                </c:pt>
                <c:pt idx="8998">
                  <c:v>0.28103703703703703</c:v>
                </c:pt>
                <c:pt idx="8999">
                  <c:v>0.28103703703703703</c:v>
                </c:pt>
                <c:pt idx="9000">
                  <c:v>0.2811851851851852</c:v>
                </c:pt>
                <c:pt idx="9001">
                  <c:v>0.2811851851851852</c:v>
                </c:pt>
                <c:pt idx="9002">
                  <c:v>0.28133333333333332</c:v>
                </c:pt>
                <c:pt idx="9003">
                  <c:v>0.2814814814814815</c:v>
                </c:pt>
                <c:pt idx="9004">
                  <c:v>0.2814814814814815</c:v>
                </c:pt>
                <c:pt idx="9005">
                  <c:v>0.28162962962962962</c:v>
                </c:pt>
                <c:pt idx="9006">
                  <c:v>0.28162962962962962</c:v>
                </c:pt>
                <c:pt idx="9007">
                  <c:v>0.28162962962962962</c:v>
                </c:pt>
                <c:pt idx="9008">
                  <c:v>0.28177777777777779</c:v>
                </c:pt>
                <c:pt idx="9009">
                  <c:v>0.28177777777777779</c:v>
                </c:pt>
                <c:pt idx="9010">
                  <c:v>0.28177777777777779</c:v>
                </c:pt>
                <c:pt idx="9011">
                  <c:v>0.28192592592592591</c:v>
                </c:pt>
                <c:pt idx="9012">
                  <c:v>0.28207407407407409</c:v>
                </c:pt>
                <c:pt idx="9013">
                  <c:v>0.28207407407407409</c:v>
                </c:pt>
                <c:pt idx="9014">
                  <c:v>0.28222222222222221</c:v>
                </c:pt>
                <c:pt idx="9015">
                  <c:v>0.28237037037037038</c:v>
                </c:pt>
                <c:pt idx="9016">
                  <c:v>0.28237037037037038</c:v>
                </c:pt>
                <c:pt idx="9017">
                  <c:v>0.28237037037037038</c:v>
                </c:pt>
                <c:pt idx="9018">
                  <c:v>0.28237037037037038</c:v>
                </c:pt>
                <c:pt idx="9019">
                  <c:v>0.28237037037037038</c:v>
                </c:pt>
                <c:pt idx="9020">
                  <c:v>0.28237037037037038</c:v>
                </c:pt>
                <c:pt idx="9021">
                  <c:v>0.28237037037037038</c:v>
                </c:pt>
                <c:pt idx="9022">
                  <c:v>0.2825185185185185</c:v>
                </c:pt>
                <c:pt idx="9023">
                  <c:v>0.28266666666666668</c:v>
                </c:pt>
                <c:pt idx="9024">
                  <c:v>0.2828148148148148</c:v>
                </c:pt>
                <c:pt idx="9025">
                  <c:v>0.2828148148148148</c:v>
                </c:pt>
                <c:pt idx="9026">
                  <c:v>0.28296296296296297</c:v>
                </c:pt>
                <c:pt idx="9027">
                  <c:v>0.28296296296296297</c:v>
                </c:pt>
                <c:pt idx="9028">
                  <c:v>0.28296296296296297</c:v>
                </c:pt>
                <c:pt idx="9029">
                  <c:v>0.28296296296296297</c:v>
                </c:pt>
                <c:pt idx="9030">
                  <c:v>0.28296296296296297</c:v>
                </c:pt>
                <c:pt idx="9031">
                  <c:v>0.28296296296296297</c:v>
                </c:pt>
                <c:pt idx="9032">
                  <c:v>0.28296296296296297</c:v>
                </c:pt>
                <c:pt idx="9033">
                  <c:v>0.28296296296296297</c:v>
                </c:pt>
                <c:pt idx="9034">
                  <c:v>0.28296296296296297</c:v>
                </c:pt>
                <c:pt idx="9035">
                  <c:v>0.28296296296296297</c:v>
                </c:pt>
                <c:pt idx="9036">
                  <c:v>0.28296296296296297</c:v>
                </c:pt>
                <c:pt idx="9037">
                  <c:v>0.28296296296296297</c:v>
                </c:pt>
                <c:pt idx="9038">
                  <c:v>0.28296296296296297</c:v>
                </c:pt>
                <c:pt idx="9039">
                  <c:v>0.28296296296296297</c:v>
                </c:pt>
                <c:pt idx="9040">
                  <c:v>0.28311111111111109</c:v>
                </c:pt>
                <c:pt idx="9041">
                  <c:v>0.28311111111111109</c:v>
                </c:pt>
                <c:pt idx="9042">
                  <c:v>0.28311111111111109</c:v>
                </c:pt>
                <c:pt idx="9043">
                  <c:v>0.28311111111111109</c:v>
                </c:pt>
                <c:pt idx="9044">
                  <c:v>0.28311111111111109</c:v>
                </c:pt>
                <c:pt idx="9045">
                  <c:v>0.28311111111111109</c:v>
                </c:pt>
                <c:pt idx="9046">
                  <c:v>0.28311111111111109</c:v>
                </c:pt>
                <c:pt idx="9047">
                  <c:v>0.28311111111111109</c:v>
                </c:pt>
                <c:pt idx="9048">
                  <c:v>0.28311111111111109</c:v>
                </c:pt>
                <c:pt idx="9049">
                  <c:v>0.28325925925925927</c:v>
                </c:pt>
                <c:pt idx="9050">
                  <c:v>0.28340740740740739</c:v>
                </c:pt>
                <c:pt idx="9051">
                  <c:v>0.28340740740740739</c:v>
                </c:pt>
                <c:pt idx="9052">
                  <c:v>0.28340740740740739</c:v>
                </c:pt>
                <c:pt idx="9053">
                  <c:v>0.28355555555555556</c:v>
                </c:pt>
                <c:pt idx="9054">
                  <c:v>0.28370370370370368</c:v>
                </c:pt>
                <c:pt idx="9055">
                  <c:v>0.28370370370370368</c:v>
                </c:pt>
                <c:pt idx="9056">
                  <c:v>0.28370370370370368</c:v>
                </c:pt>
                <c:pt idx="9057">
                  <c:v>0.28370370370370368</c:v>
                </c:pt>
                <c:pt idx="9058">
                  <c:v>0.28370370370370368</c:v>
                </c:pt>
                <c:pt idx="9059">
                  <c:v>0.28370370370370368</c:v>
                </c:pt>
                <c:pt idx="9060">
                  <c:v>0.28370370370370368</c:v>
                </c:pt>
                <c:pt idx="9061">
                  <c:v>0.28370370370370368</c:v>
                </c:pt>
                <c:pt idx="9062">
                  <c:v>0.28370370370370368</c:v>
                </c:pt>
                <c:pt idx="9063">
                  <c:v>0.28370370370370368</c:v>
                </c:pt>
                <c:pt idx="9064">
                  <c:v>0.28385185185185186</c:v>
                </c:pt>
                <c:pt idx="9065">
                  <c:v>0.28385185185185186</c:v>
                </c:pt>
                <c:pt idx="9066">
                  <c:v>0.28399999999999997</c:v>
                </c:pt>
                <c:pt idx="9067">
                  <c:v>0.28399999999999997</c:v>
                </c:pt>
                <c:pt idx="9068">
                  <c:v>0.28414814814814815</c:v>
                </c:pt>
                <c:pt idx="9069">
                  <c:v>0.28429629629629627</c:v>
                </c:pt>
                <c:pt idx="9070">
                  <c:v>0.28429629629629627</c:v>
                </c:pt>
                <c:pt idx="9071">
                  <c:v>0.28429629629629627</c:v>
                </c:pt>
                <c:pt idx="9072">
                  <c:v>0.28429629629629627</c:v>
                </c:pt>
                <c:pt idx="9073">
                  <c:v>0.28444444444444444</c:v>
                </c:pt>
                <c:pt idx="9074">
                  <c:v>0.28444444444444444</c:v>
                </c:pt>
                <c:pt idx="9075">
                  <c:v>0.28444444444444444</c:v>
                </c:pt>
                <c:pt idx="9076">
                  <c:v>0.28444444444444444</c:v>
                </c:pt>
                <c:pt idx="9077">
                  <c:v>0.28459259259259262</c:v>
                </c:pt>
                <c:pt idx="9078">
                  <c:v>0.28459259259259262</c:v>
                </c:pt>
                <c:pt idx="9079">
                  <c:v>0.28459259259259262</c:v>
                </c:pt>
                <c:pt idx="9080">
                  <c:v>0.28459259259259262</c:v>
                </c:pt>
                <c:pt idx="9081">
                  <c:v>0.28474074074074074</c:v>
                </c:pt>
                <c:pt idx="9082">
                  <c:v>0.28488888888888891</c:v>
                </c:pt>
                <c:pt idx="9083">
                  <c:v>0.28488888888888891</c:v>
                </c:pt>
                <c:pt idx="9084">
                  <c:v>0.28488888888888891</c:v>
                </c:pt>
                <c:pt idx="9085">
                  <c:v>0.28488888888888891</c:v>
                </c:pt>
                <c:pt idx="9086">
                  <c:v>0.28488888888888891</c:v>
                </c:pt>
                <c:pt idx="9087">
                  <c:v>0.28488888888888891</c:v>
                </c:pt>
                <c:pt idx="9088">
                  <c:v>0.28488888888888891</c:v>
                </c:pt>
                <c:pt idx="9089">
                  <c:v>0.28503703703703703</c:v>
                </c:pt>
                <c:pt idx="9090">
                  <c:v>0.28503703703703703</c:v>
                </c:pt>
                <c:pt idx="9091">
                  <c:v>0.28503703703703703</c:v>
                </c:pt>
                <c:pt idx="9092">
                  <c:v>0.28503703703703703</c:v>
                </c:pt>
                <c:pt idx="9093">
                  <c:v>0.28503703703703703</c:v>
                </c:pt>
                <c:pt idx="9094">
                  <c:v>0.28503703703703703</c:v>
                </c:pt>
                <c:pt idx="9095">
                  <c:v>0.28518518518518521</c:v>
                </c:pt>
                <c:pt idx="9096">
                  <c:v>0.28518518518518521</c:v>
                </c:pt>
                <c:pt idx="9097">
                  <c:v>0.28533333333333333</c:v>
                </c:pt>
                <c:pt idx="9098">
                  <c:v>0.28533333333333333</c:v>
                </c:pt>
                <c:pt idx="9099">
                  <c:v>0.28533333333333333</c:v>
                </c:pt>
                <c:pt idx="9100">
                  <c:v>0.2854814814814815</c:v>
                </c:pt>
                <c:pt idx="9101">
                  <c:v>0.2854814814814815</c:v>
                </c:pt>
                <c:pt idx="9102">
                  <c:v>0.2854814814814815</c:v>
                </c:pt>
                <c:pt idx="9103">
                  <c:v>0.28562962962962962</c:v>
                </c:pt>
                <c:pt idx="9104">
                  <c:v>0.2857777777777778</c:v>
                </c:pt>
                <c:pt idx="9105">
                  <c:v>0.2857777777777778</c:v>
                </c:pt>
                <c:pt idx="9106">
                  <c:v>0.2857777777777778</c:v>
                </c:pt>
                <c:pt idx="9107">
                  <c:v>0.28592592592592592</c:v>
                </c:pt>
                <c:pt idx="9108">
                  <c:v>0.28592592592592592</c:v>
                </c:pt>
                <c:pt idx="9109">
                  <c:v>0.28607407407407409</c:v>
                </c:pt>
                <c:pt idx="9110">
                  <c:v>0.28607407407407409</c:v>
                </c:pt>
                <c:pt idx="9111">
                  <c:v>0.28622222222222221</c:v>
                </c:pt>
                <c:pt idx="9112">
                  <c:v>0.28622222222222221</c:v>
                </c:pt>
                <c:pt idx="9113">
                  <c:v>0.28622222222222221</c:v>
                </c:pt>
                <c:pt idx="9114">
                  <c:v>0.28622222222222221</c:v>
                </c:pt>
                <c:pt idx="9115">
                  <c:v>0.28637037037037039</c:v>
                </c:pt>
                <c:pt idx="9116">
                  <c:v>0.28637037037037039</c:v>
                </c:pt>
                <c:pt idx="9117">
                  <c:v>0.28637037037037039</c:v>
                </c:pt>
                <c:pt idx="9118">
                  <c:v>0.28651851851851851</c:v>
                </c:pt>
                <c:pt idx="9119">
                  <c:v>0.28651851851851851</c:v>
                </c:pt>
                <c:pt idx="9120">
                  <c:v>0.28651851851851851</c:v>
                </c:pt>
                <c:pt idx="9121">
                  <c:v>0.28666666666666668</c:v>
                </c:pt>
                <c:pt idx="9122">
                  <c:v>0.28666666666666668</c:v>
                </c:pt>
                <c:pt idx="9123">
                  <c:v>0.28666666666666668</c:v>
                </c:pt>
                <c:pt idx="9124">
                  <c:v>0.28666666666666668</c:v>
                </c:pt>
                <c:pt idx="9125">
                  <c:v>0.28666666666666668</c:v>
                </c:pt>
                <c:pt idx="9126">
                  <c:v>0.28666666666666668</c:v>
                </c:pt>
                <c:pt idx="9127">
                  <c:v>0.28666666666666668</c:v>
                </c:pt>
                <c:pt idx="9128">
                  <c:v>0.2868148148148148</c:v>
                </c:pt>
                <c:pt idx="9129">
                  <c:v>0.2868148148148148</c:v>
                </c:pt>
                <c:pt idx="9130">
                  <c:v>0.2868148148148148</c:v>
                </c:pt>
                <c:pt idx="9131">
                  <c:v>0.2868148148148148</c:v>
                </c:pt>
                <c:pt idx="9132">
                  <c:v>0.2868148148148148</c:v>
                </c:pt>
                <c:pt idx="9133">
                  <c:v>0.2868148148148148</c:v>
                </c:pt>
                <c:pt idx="9134">
                  <c:v>0.2868148148148148</c:v>
                </c:pt>
                <c:pt idx="9135">
                  <c:v>0.2868148148148148</c:v>
                </c:pt>
                <c:pt idx="9136">
                  <c:v>0.28696296296296298</c:v>
                </c:pt>
                <c:pt idx="9137">
                  <c:v>0.28711111111111109</c:v>
                </c:pt>
                <c:pt idx="9138">
                  <c:v>0.28725925925925927</c:v>
                </c:pt>
                <c:pt idx="9139">
                  <c:v>0.28740740740740739</c:v>
                </c:pt>
                <c:pt idx="9140">
                  <c:v>0.28740740740740739</c:v>
                </c:pt>
                <c:pt idx="9141">
                  <c:v>0.28740740740740739</c:v>
                </c:pt>
                <c:pt idx="9142">
                  <c:v>0.28740740740740739</c:v>
                </c:pt>
                <c:pt idx="9143">
                  <c:v>0.28740740740740739</c:v>
                </c:pt>
                <c:pt idx="9144">
                  <c:v>0.28740740740740739</c:v>
                </c:pt>
                <c:pt idx="9145">
                  <c:v>0.28740740740740739</c:v>
                </c:pt>
                <c:pt idx="9146">
                  <c:v>0.28740740740740739</c:v>
                </c:pt>
                <c:pt idx="9147">
                  <c:v>0.28740740740740739</c:v>
                </c:pt>
                <c:pt idx="9148">
                  <c:v>0.28755555555555556</c:v>
                </c:pt>
                <c:pt idx="9149">
                  <c:v>0.28755555555555556</c:v>
                </c:pt>
                <c:pt idx="9150">
                  <c:v>0.28770370370370368</c:v>
                </c:pt>
                <c:pt idx="9151">
                  <c:v>0.28770370370370368</c:v>
                </c:pt>
                <c:pt idx="9152">
                  <c:v>0.28770370370370368</c:v>
                </c:pt>
                <c:pt idx="9153">
                  <c:v>0.28770370370370368</c:v>
                </c:pt>
                <c:pt idx="9154">
                  <c:v>0.28770370370370368</c:v>
                </c:pt>
                <c:pt idx="9155">
                  <c:v>0.28770370370370368</c:v>
                </c:pt>
                <c:pt idx="9156">
                  <c:v>0.28785185185185186</c:v>
                </c:pt>
                <c:pt idx="9157">
                  <c:v>0.28785185185185186</c:v>
                </c:pt>
                <c:pt idx="9158">
                  <c:v>0.28785185185185186</c:v>
                </c:pt>
                <c:pt idx="9159">
                  <c:v>0.28785185185185186</c:v>
                </c:pt>
                <c:pt idx="9160">
                  <c:v>0.28799999999999998</c:v>
                </c:pt>
                <c:pt idx="9161">
                  <c:v>0.28799999999999998</c:v>
                </c:pt>
                <c:pt idx="9162">
                  <c:v>0.28799999999999998</c:v>
                </c:pt>
                <c:pt idx="9163">
                  <c:v>0.28799999999999998</c:v>
                </c:pt>
                <c:pt idx="9164">
                  <c:v>0.28814814814814815</c:v>
                </c:pt>
                <c:pt idx="9165">
                  <c:v>0.28814814814814815</c:v>
                </c:pt>
                <c:pt idx="9166">
                  <c:v>0.28829629629629627</c:v>
                </c:pt>
                <c:pt idx="9167">
                  <c:v>0.28829629629629627</c:v>
                </c:pt>
                <c:pt idx="9168">
                  <c:v>0.28829629629629627</c:v>
                </c:pt>
                <c:pt idx="9169">
                  <c:v>0.28829629629629627</c:v>
                </c:pt>
                <c:pt idx="9170">
                  <c:v>0.28844444444444445</c:v>
                </c:pt>
                <c:pt idx="9171">
                  <c:v>0.28859259259259257</c:v>
                </c:pt>
                <c:pt idx="9172">
                  <c:v>0.28859259259259257</c:v>
                </c:pt>
                <c:pt idx="9173">
                  <c:v>0.28874074074074074</c:v>
                </c:pt>
                <c:pt idx="9174">
                  <c:v>0.28888888888888886</c:v>
                </c:pt>
                <c:pt idx="9175">
                  <c:v>0.28888888888888886</c:v>
                </c:pt>
                <c:pt idx="9176">
                  <c:v>0.28888888888888886</c:v>
                </c:pt>
                <c:pt idx="9177">
                  <c:v>0.28888888888888886</c:v>
                </c:pt>
                <c:pt idx="9178">
                  <c:v>0.28888888888888886</c:v>
                </c:pt>
                <c:pt idx="9179">
                  <c:v>0.28888888888888886</c:v>
                </c:pt>
                <c:pt idx="9180">
                  <c:v>0.28888888888888886</c:v>
                </c:pt>
                <c:pt idx="9181">
                  <c:v>0.28888888888888886</c:v>
                </c:pt>
                <c:pt idx="9182">
                  <c:v>0.28888888888888886</c:v>
                </c:pt>
                <c:pt idx="9183">
                  <c:v>0.28888888888888886</c:v>
                </c:pt>
                <c:pt idx="9184">
                  <c:v>0.28888888888888886</c:v>
                </c:pt>
                <c:pt idx="9185">
                  <c:v>0.28903703703703704</c:v>
                </c:pt>
                <c:pt idx="9186">
                  <c:v>0.28903703703703704</c:v>
                </c:pt>
                <c:pt idx="9187">
                  <c:v>0.28903703703703704</c:v>
                </c:pt>
                <c:pt idx="9188">
                  <c:v>0.28903703703703704</c:v>
                </c:pt>
                <c:pt idx="9189">
                  <c:v>0.28903703703703704</c:v>
                </c:pt>
                <c:pt idx="9190">
                  <c:v>0.28903703703703704</c:v>
                </c:pt>
                <c:pt idx="9191">
                  <c:v>0.28903703703703704</c:v>
                </c:pt>
                <c:pt idx="9192">
                  <c:v>0.28903703703703704</c:v>
                </c:pt>
                <c:pt idx="9193">
                  <c:v>0.28903703703703704</c:v>
                </c:pt>
                <c:pt idx="9194">
                  <c:v>0.28903703703703704</c:v>
                </c:pt>
                <c:pt idx="9195">
                  <c:v>0.28918518518518521</c:v>
                </c:pt>
                <c:pt idx="9196">
                  <c:v>0.28918518518518521</c:v>
                </c:pt>
                <c:pt idx="9197">
                  <c:v>0.28918518518518521</c:v>
                </c:pt>
                <c:pt idx="9198">
                  <c:v>0.28933333333333333</c:v>
                </c:pt>
                <c:pt idx="9199">
                  <c:v>0.28948148148148151</c:v>
                </c:pt>
                <c:pt idx="9200">
                  <c:v>0.28948148148148151</c:v>
                </c:pt>
                <c:pt idx="9201">
                  <c:v>0.28948148148148151</c:v>
                </c:pt>
                <c:pt idx="9202">
                  <c:v>0.28948148148148151</c:v>
                </c:pt>
                <c:pt idx="9203">
                  <c:v>0.28948148148148151</c:v>
                </c:pt>
                <c:pt idx="9204">
                  <c:v>0.28948148148148151</c:v>
                </c:pt>
                <c:pt idx="9205">
                  <c:v>0.28948148148148151</c:v>
                </c:pt>
                <c:pt idx="9206">
                  <c:v>0.28948148148148151</c:v>
                </c:pt>
                <c:pt idx="9207">
                  <c:v>0.28948148148148151</c:v>
                </c:pt>
                <c:pt idx="9208">
                  <c:v>0.28948148148148151</c:v>
                </c:pt>
                <c:pt idx="9209">
                  <c:v>0.28948148148148151</c:v>
                </c:pt>
                <c:pt idx="9210">
                  <c:v>0.28948148148148151</c:v>
                </c:pt>
                <c:pt idx="9211">
                  <c:v>0.28962962962962963</c:v>
                </c:pt>
                <c:pt idx="9212">
                  <c:v>0.28962962962962963</c:v>
                </c:pt>
                <c:pt idx="9213">
                  <c:v>0.28962962962962963</c:v>
                </c:pt>
                <c:pt idx="9214">
                  <c:v>0.28962962962962963</c:v>
                </c:pt>
                <c:pt idx="9215">
                  <c:v>0.28962962962962963</c:v>
                </c:pt>
                <c:pt idx="9216">
                  <c:v>0.28962962962962963</c:v>
                </c:pt>
                <c:pt idx="9217">
                  <c:v>0.28962962962962963</c:v>
                </c:pt>
                <c:pt idx="9218">
                  <c:v>0.28962962962962963</c:v>
                </c:pt>
                <c:pt idx="9219">
                  <c:v>0.28962962962962963</c:v>
                </c:pt>
                <c:pt idx="9220">
                  <c:v>0.28962962962962963</c:v>
                </c:pt>
                <c:pt idx="9221">
                  <c:v>0.2897777777777778</c:v>
                </c:pt>
                <c:pt idx="9222">
                  <c:v>0.2897777777777778</c:v>
                </c:pt>
                <c:pt idx="9223">
                  <c:v>0.2897777777777778</c:v>
                </c:pt>
                <c:pt idx="9224">
                  <c:v>0.28992592592592592</c:v>
                </c:pt>
                <c:pt idx="9225">
                  <c:v>0.28992592592592592</c:v>
                </c:pt>
                <c:pt idx="9226">
                  <c:v>0.28992592592592592</c:v>
                </c:pt>
                <c:pt idx="9227">
                  <c:v>0.28992592592592592</c:v>
                </c:pt>
                <c:pt idx="9228">
                  <c:v>0.28992592592592592</c:v>
                </c:pt>
                <c:pt idx="9229">
                  <c:v>0.28992592592592592</c:v>
                </c:pt>
                <c:pt idx="9230">
                  <c:v>0.28992592592592592</c:v>
                </c:pt>
                <c:pt idx="9231">
                  <c:v>0.2900740740740741</c:v>
                </c:pt>
                <c:pt idx="9232">
                  <c:v>0.2900740740740741</c:v>
                </c:pt>
                <c:pt idx="9233">
                  <c:v>0.2900740740740741</c:v>
                </c:pt>
                <c:pt idx="9234">
                  <c:v>0.2900740740740741</c:v>
                </c:pt>
                <c:pt idx="9235">
                  <c:v>0.29022222222222221</c:v>
                </c:pt>
                <c:pt idx="9236">
                  <c:v>0.29037037037037039</c:v>
                </c:pt>
                <c:pt idx="9237">
                  <c:v>0.29037037037037039</c:v>
                </c:pt>
                <c:pt idx="9238">
                  <c:v>0.29037037037037039</c:v>
                </c:pt>
                <c:pt idx="9239">
                  <c:v>0.29037037037037039</c:v>
                </c:pt>
                <c:pt idx="9240">
                  <c:v>0.29037037037037039</c:v>
                </c:pt>
                <c:pt idx="9241">
                  <c:v>0.29051851851851851</c:v>
                </c:pt>
                <c:pt idx="9242">
                  <c:v>0.29051851851851851</c:v>
                </c:pt>
                <c:pt idx="9243">
                  <c:v>0.29051851851851851</c:v>
                </c:pt>
                <c:pt idx="9244">
                  <c:v>0.29066666666666668</c:v>
                </c:pt>
                <c:pt idx="9245">
                  <c:v>0.29066666666666668</c:v>
                </c:pt>
                <c:pt idx="9246">
                  <c:v>0.29066666666666668</c:v>
                </c:pt>
                <c:pt idx="9247">
                  <c:v>0.29066666666666668</c:v>
                </c:pt>
                <c:pt idx="9248">
                  <c:v>0.2908148148148148</c:v>
                </c:pt>
                <c:pt idx="9249">
                  <c:v>0.2908148148148148</c:v>
                </c:pt>
                <c:pt idx="9250">
                  <c:v>0.2908148148148148</c:v>
                </c:pt>
                <c:pt idx="9251">
                  <c:v>0.2908148148148148</c:v>
                </c:pt>
                <c:pt idx="9252">
                  <c:v>0.2908148148148148</c:v>
                </c:pt>
                <c:pt idx="9253">
                  <c:v>0.2908148148148148</c:v>
                </c:pt>
                <c:pt idx="9254">
                  <c:v>0.2908148148148148</c:v>
                </c:pt>
                <c:pt idx="9255">
                  <c:v>0.2908148148148148</c:v>
                </c:pt>
                <c:pt idx="9256">
                  <c:v>0.29096296296296298</c:v>
                </c:pt>
                <c:pt idx="9257">
                  <c:v>0.2911111111111111</c:v>
                </c:pt>
                <c:pt idx="9258">
                  <c:v>0.2911111111111111</c:v>
                </c:pt>
                <c:pt idx="9259">
                  <c:v>0.2911111111111111</c:v>
                </c:pt>
                <c:pt idx="9260">
                  <c:v>0.2911111111111111</c:v>
                </c:pt>
                <c:pt idx="9261">
                  <c:v>0.29125925925925927</c:v>
                </c:pt>
                <c:pt idx="9262">
                  <c:v>0.29125925925925927</c:v>
                </c:pt>
                <c:pt idx="9263">
                  <c:v>0.29125925925925927</c:v>
                </c:pt>
                <c:pt idx="9264">
                  <c:v>0.29125925925925927</c:v>
                </c:pt>
                <c:pt idx="9265">
                  <c:v>0.29140740740740739</c:v>
                </c:pt>
                <c:pt idx="9266">
                  <c:v>0.29155555555555557</c:v>
                </c:pt>
                <c:pt idx="9267">
                  <c:v>0.29155555555555557</c:v>
                </c:pt>
                <c:pt idx="9268">
                  <c:v>0.29155555555555557</c:v>
                </c:pt>
                <c:pt idx="9269">
                  <c:v>0.29155555555555557</c:v>
                </c:pt>
                <c:pt idx="9270">
                  <c:v>0.29170370370370369</c:v>
                </c:pt>
                <c:pt idx="9271">
                  <c:v>0.29170370370370369</c:v>
                </c:pt>
                <c:pt idx="9272">
                  <c:v>0.29170370370370369</c:v>
                </c:pt>
                <c:pt idx="9273">
                  <c:v>0.29185185185185186</c:v>
                </c:pt>
                <c:pt idx="9274">
                  <c:v>0.29185185185185186</c:v>
                </c:pt>
                <c:pt idx="9275">
                  <c:v>0.29199999999999998</c:v>
                </c:pt>
                <c:pt idx="9276">
                  <c:v>0.29199999999999998</c:v>
                </c:pt>
                <c:pt idx="9277">
                  <c:v>0.29199999999999998</c:v>
                </c:pt>
                <c:pt idx="9278">
                  <c:v>0.29199999999999998</c:v>
                </c:pt>
                <c:pt idx="9279">
                  <c:v>0.29199999999999998</c:v>
                </c:pt>
                <c:pt idx="9280">
                  <c:v>0.29199999999999998</c:v>
                </c:pt>
                <c:pt idx="9281">
                  <c:v>0.29199999999999998</c:v>
                </c:pt>
                <c:pt idx="9282">
                  <c:v>0.29214814814814816</c:v>
                </c:pt>
                <c:pt idx="9283">
                  <c:v>0.29229629629629628</c:v>
                </c:pt>
                <c:pt idx="9284">
                  <c:v>0.29229629629629628</c:v>
                </c:pt>
                <c:pt idx="9285">
                  <c:v>0.29229629629629628</c:v>
                </c:pt>
                <c:pt idx="9286">
                  <c:v>0.29229629629629628</c:v>
                </c:pt>
                <c:pt idx="9287">
                  <c:v>0.29244444444444445</c:v>
                </c:pt>
                <c:pt idx="9288">
                  <c:v>0.29259259259259257</c:v>
                </c:pt>
                <c:pt idx="9289">
                  <c:v>0.29259259259259257</c:v>
                </c:pt>
                <c:pt idx="9290">
                  <c:v>0.29259259259259257</c:v>
                </c:pt>
                <c:pt idx="9291">
                  <c:v>0.29274074074074075</c:v>
                </c:pt>
                <c:pt idx="9292">
                  <c:v>0.29274074074074075</c:v>
                </c:pt>
                <c:pt idx="9293">
                  <c:v>0.29288888888888887</c:v>
                </c:pt>
                <c:pt idx="9294">
                  <c:v>0.29288888888888887</c:v>
                </c:pt>
                <c:pt idx="9295">
                  <c:v>0.29288888888888887</c:v>
                </c:pt>
                <c:pt idx="9296">
                  <c:v>0.29303703703703704</c:v>
                </c:pt>
                <c:pt idx="9297">
                  <c:v>0.29303703703703704</c:v>
                </c:pt>
                <c:pt idx="9298">
                  <c:v>0.29303703703703704</c:v>
                </c:pt>
                <c:pt idx="9299">
                  <c:v>0.29303703703703704</c:v>
                </c:pt>
                <c:pt idx="9300">
                  <c:v>0.29318518518518516</c:v>
                </c:pt>
                <c:pt idx="9301">
                  <c:v>0.29318518518518516</c:v>
                </c:pt>
                <c:pt idx="9302">
                  <c:v>0.29318518518518516</c:v>
                </c:pt>
                <c:pt idx="9303">
                  <c:v>0.29318518518518516</c:v>
                </c:pt>
                <c:pt idx="9304">
                  <c:v>0.29318518518518516</c:v>
                </c:pt>
                <c:pt idx="9305">
                  <c:v>0.29318518518518516</c:v>
                </c:pt>
                <c:pt idx="9306">
                  <c:v>0.29318518518518516</c:v>
                </c:pt>
                <c:pt idx="9307">
                  <c:v>0.29318518518518516</c:v>
                </c:pt>
                <c:pt idx="9308">
                  <c:v>0.29333333333333333</c:v>
                </c:pt>
                <c:pt idx="9309">
                  <c:v>0.29333333333333333</c:v>
                </c:pt>
                <c:pt idx="9310">
                  <c:v>0.29348148148148145</c:v>
                </c:pt>
                <c:pt idx="9311">
                  <c:v>0.29348148148148145</c:v>
                </c:pt>
                <c:pt idx="9312">
                  <c:v>0.29348148148148145</c:v>
                </c:pt>
                <c:pt idx="9313">
                  <c:v>0.29362962962962963</c:v>
                </c:pt>
                <c:pt idx="9314">
                  <c:v>0.2937777777777778</c:v>
                </c:pt>
                <c:pt idx="9315">
                  <c:v>0.2937777777777778</c:v>
                </c:pt>
                <c:pt idx="9316">
                  <c:v>0.2937777777777778</c:v>
                </c:pt>
                <c:pt idx="9317">
                  <c:v>0.2937777777777778</c:v>
                </c:pt>
                <c:pt idx="9318">
                  <c:v>0.2937777777777778</c:v>
                </c:pt>
                <c:pt idx="9319">
                  <c:v>0.29392592592592592</c:v>
                </c:pt>
                <c:pt idx="9320">
                  <c:v>0.29392592592592592</c:v>
                </c:pt>
                <c:pt idx="9321">
                  <c:v>0.29392592592592592</c:v>
                </c:pt>
                <c:pt idx="9322">
                  <c:v>0.29392592592592592</c:v>
                </c:pt>
                <c:pt idx="9323">
                  <c:v>0.29392592592592592</c:v>
                </c:pt>
                <c:pt idx="9324">
                  <c:v>0.2940740740740741</c:v>
                </c:pt>
                <c:pt idx="9325">
                  <c:v>0.2940740740740741</c:v>
                </c:pt>
                <c:pt idx="9326">
                  <c:v>0.2940740740740741</c:v>
                </c:pt>
                <c:pt idx="9327">
                  <c:v>0.29422222222222222</c:v>
                </c:pt>
                <c:pt idx="9328">
                  <c:v>0.29422222222222222</c:v>
                </c:pt>
                <c:pt idx="9329">
                  <c:v>0.29422222222222222</c:v>
                </c:pt>
                <c:pt idx="9330">
                  <c:v>0.29422222222222222</c:v>
                </c:pt>
                <c:pt idx="9331">
                  <c:v>0.29422222222222222</c:v>
                </c:pt>
                <c:pt idx="9332">
                  <c:v>0.29422222222222222</c:v>
                </c:pt>
                <c:pt idx="9333">
                  <c:v>0.29422222222222222</c:v>
                </c:pt>
                <c:pt idx="9334">
                  <c:v>0.29437037037037039</c:v>
                </c:pt>
                <c:pt idx="9335">
                  <c:v>0.29437037037037039</c:v>
                </c:pt>
                <c:pt idx="9336">
                  <c:v>0.29437037037037039</c:v>
                </c:pt>
                <c:pt idx="9337">
                  <c:v>0.29437037037037039</c:v>
                </c:pt>
                <c:pt idx="9338">
                  <c:v>0.29437037037037039</c:v>
                </c:pt>
                <c:pt idx="9339">
                  <c:v>0.29437037037037039</c:v>
                </c:pt>
                <c:pt idx="9340">
                  <c:v>0.29437037037037039</c:v>
                </c:pt>
                <c:pt idx="9341">
                  <c:v>0.29437037037037039</c:v>
                </c:pt>
                <c:pt idx="9342">
                  <c:v>0.29437037037037039</c:v>
                </c:pt>
                <c:pt idx="9343">
                  <c:v>0.29437037037037039</c:v>
                </c:pt>
                <c:pt idx="9344">
                  <c:v>0.29451851851851851</c:v>
                </c:pt>
                <c:pt idx="9345">
                  <c:v>0.29451851851851851</c:v>
                </c:pt>
                <c:pt idx="9346">
                  <c:v>0.29451851851851851</c:v>
                </c:pt>
                <c:pt idx="9347">
                  <c:v>0.29466666666666669</c:v>
                </c:pt>
                <c:pt idx="9348">
                  <c:v>0.29466666666666669</c:v>
                </c:pt>
                <c:pt idx="9349">
                  <c:v>0.29466666666666669</c:v>
                </c:pt>
                <c:pt idx="9350">
                  <c:v>0.29466666666666669</c:v>
                </c:pt>
                <c:pt idx="9351">
                  <c:v>0.29466666666666669</c:v>
                </c:pt>
                <c:pt idx="9352">
                  <c:v>0.29466666666666669</c:v>
                </c:pt>
                <c:pt idx="9353">
                  <c:v>0.29466666666666669</c:v>
                </c:pt>
                <c:pt idx="9354">
                  <c:v>0.29466666666666669</c:v>
                </c:pt>
                <c:pt idx="9355">
                  <c:v>0.29481481481481481</c:v>
                </c:pt>
                <c:pt idx="9356">
                  <c:v>0.29481481481481481</c:v>
                </c:pt>
                <c:pt idx="9357">
                  <c:v>0.29481481481481481</c:v>
                </c:pt>
                <c:pt idx="9358">
                  <c:v>0.29496296296296298</c:v>
                </c:pt>
                <c:pt idx="9359">
                  <c:v>0.29496296296296298</c:v>
                </c:pt>
                <c:pt idx="9360">
                  <c:v>0.29496296296296298</c:v>
                </c:pt>
                <c:pt idx="9361">
                  <c:v>0.29496296296296298</c:v>
                </c:pt>
                <c:pt idx="9362">
                  <c:v>0.2951111111111111</c:v>
                </c:pt>
                <c:pt idx="9363">
                  <c:v>0.2951111111111111</c:v>
                </c:pt>
                <c:pt idx="9364">
                  <c:v>0.29525925925925928</c:v>
                </c:pt>
                <c:pt idx="9365">
                  <c:v>0.29525925925925928</c:v>
                </c:pt>
                <c:pt idx="9366">
                  <c:v>0.29525925925925928</c:v>
                </c:pt>
                <c:pt idx="9367">
                  <c:v>0.29525925925925928</c:v>
                </c:pt>
                <c:pt idx="9368">
                  <c:v>0.29525925925925928</c:v>
                </c:pt>
                <c:pt idx="9369">
                  <c:v>0.29525925925925928</c:v>
                </c:pt>
                <c:pt idx="9370">
                  <c:v>0.2954074074074074</c:v>
                </c:pt>
                <c:pt idx="9371">
                  <c:v>0.2954074074074074</c:v>
                </c:pt>
                <c:pt idx="9372">
                  <c:v>0.2954074074074074</c:v>
                </c:pt>
                <c:pt idx="9373">
                  <c:v>0.29555555555555557</c:v>
                </c:pt>
                <c:pt idx="9374">
                  <c:v>0.29555555555555557</c:v>
                </c:pt>
                <c:pt idx="9375">
                  <c:v>0.29555555555555557</c:v>
                </c:pt>
                <c:pt idx="9376">
                  <c:v>0.29555555555555557</c:v>
                </c:pt>
                <c:pt idx="9377">
                  <c:v>0.29555555555555557</c:v>
                </c:pt>
                <c:pt idx="9378">
                  <c:v>0.29555555555555557</c:v>
                </c:pt>
                <c:pt idx="9379">
                  <c:v>0.29555555555555557</c:v>
                </c:pt>
                <c:pt idx="9380">
                  <c:v>0.29555555555555557</c:v>
                </c:pt>
                <c:pt idx="9381">
                  <c:v>0.29555555555555557</c:v>
                </c:pt>
                <c:pt idx="9382">
                  <c:v>0.29570370370370369</c:v>
                </c:pt>
                <c:pt idx="9383">
                  <c:v>0.29570370370370369</c:v>
                </c:pt>
                <c:pt idx="9384">
                  <c:v>0.29585185185185187</c:v>
                </c:pt>
                <c:pt idx="9385">
                  <c:v>0.29585185185185187</c:v>
                </c:pt>
                <c:pt idx="9386">
                  <c:v>0.29599999999999999</c:v>
                </c:pt>
                <c:pt idx="9387">
                  <c:v>0.29614814814814816</c:v>
                </c:pt>
                <c:pt idx="9388">
                  <c:v>0.29629629629629628</c:v>
                </c:pt>
                <c:pt idx="9389">
                  <c:v>0.29629629629629628</c:v>
                </c:pt>
                <c:pt idx="9390">
                  <c:v>0.29629629629629628</c:v>
                </c:pt>
                <c:pt idx="9391">
                  <c:v>0.29644444444444445</c:v>
                </c:pt>
                <c:pt idx="9392">
                  <c:v>0.29644444444444445</c:v>
                </c:pt>
                <c:pt idx="9393">
                  <c:v>0.29659259259259257</c:v>
                </c:pt>
                <c:pt idx="9394">
                  <c:v>0.29659259259259257</c:v>
                </c:pt>
                <c:pt idx="9395">
                  <c:v>0.29659259259259257</c:v>
                </c:pt>
                <c:pt idx="9396">
                  <c:v>0.29659259259259257</c:v>
                </c:pt>
                <c:pt idx="9397">
                  <c:v>0.29659259259259257</c:v>
                </c:pt>
                <c:pt idx="9398">
                  <c:v>0.29659259259259257</c:v>
                </c:pt>
                <c:pt idx="9399">
                  <c:v>0.29674074074074075</c:v>
                </c:pt>
                <c:pt idx="9400">
                  <c:v>0.29674074074074075</c:v>
                </c:pt>
                <c:pt idx="9401">
                  <c:v>0.29688888888888887</c:v>
                </c:pt>
                <c:pt idx="9402">
                  <c:v>0.29688888888888887</c:v>
                </c:pt>
                <c:pt idx="9403">
                  <c:v>0.29688888888888887</c:v>
                </c:pt>
                <c:pt idx="9404">
                  <c:v>0.29688888888888887</c:v>
                </c:pt>
                <c:pt idx="9405">
                  <c:v>0.29688888888888887</c:v>
                </c:pt>
                <c:pt idx="9406">
                  <c:v>0.29688888888888887</c:v>
                </c:pt>
                <c:pt idx="9407">
                  <c:v>0.29688888888888887</c:v>
                </c:pt>
                <c:pt idx="9408">
                  <c:v>0.29688888888888887</c:v>
                </c:pt>
                <c:pt idx="9409">
                  <c:v>0.29688888888888887</c:v>
                </c:pt>
                <c:pt idx="9410">
                  <c:v>0.29703703703703704</c:v>
                </c:pt>
                <c:pt idx="9411">
                  <c:v>0.29703703703703704</c:v>
                </c:pt>
                <c:pt idx="9412">
                  <c:v>0.29703703703703704</c:v>
                </c:pt>
                <c:pt idx="9413">
                  <c:v>0.29718518518518516</c:v>
                </c:pt>
                <c:pt idx="9414">
                  <c:v>0.29718518518518516</c:v>
                </c:pt>
                <c:pt idx="9415">
                  <c:v>0.29718518518518516</c:v>
                </c:pt>
                <c:pt idx="9416">
                  <c:v>0.29733333333333334</c:v>
                </c:pt>
                <c:pt idx="9417">
                  <c:v>0.29733333333333334</c:v>
                </c:pt>
                <c:pt idx="9418">
                  <c:v>0.29748148148148146</c:v>
                </c:pt>
                <c:pt idx="9419">
                  <c:v>0.29748148148148146</c:v>
                </c:pt>
                <c:pt idx="9420">
                  <c:v>0.29762962962962963</c:v>
                </c:pt>
                <c:pt idx="9421">
                  <c:v>0.29762962962962963</c:v>
                </c:pt>
                <c:pt idx="9422">
                  <c:v>0.29762962962962963</c:v>
                </c:pt>
                <c:pt idx="9423">
                  <c:v>0.29762962962962963</c:v>
                </c:pt>
                <c:pt idx="9424">
                  <c:v>0.29777777777777775</c:v>
                </c:pt>
                <c:pt idx="9425">
                  <c:v>0.29777777777777775</c:v>
                </c:pt>
                <c:pt idx="9426">
                  <c:v>0.29777777777777775</c:v>
                </c:pt>
                <c:pt idx="9427">
                  <c:v>0.29777777777777775</c:v>
                </c:pt>
                <c:pt idx="9428">
                  <c:v>0.29777777777777775</c:v>
                </c:pt>
                <c:pt idx="9429">
                  <c:v>0.29777777777777775</c:v>
                </c:pt>
                <c:pt idx="9430">
                  <c:v>0.29792592592592593</c:v>
                </c:pt>
                <c:pt idx="9431">
                  <c:v>0.29792592592592593</c:v>
                </c:pt>
                <c:pt idx="9432">
                  <c:v>0.29807407407407405</c:v>
                </c:pt>
                <c:pt idx="9433">
                  <c:v>0.29807407407407405</c:v>
                </c:pt>
                <c:pt idx="9434">
                  <c:v>0.29822222222222222</c:v>
                </c:pt>
                <c:pt idx="9435">
                  <c:v>0.29822222222222222</c:v>
                </c:pt>
                <c:pt idx="9436">
                  <c:v>0.29822222222222222</c:v>
                </c:pt>
                <c:pt idx="9437">
                  <c:v>0.29822222222222222</c:v>
                </c:pt>
                <c:pt idx="9438">
                  <c:v>0.29822222222222222</c:v>
                </c:pt>
                <c:pt idx="9439">
                  <c:v>0.29822222222222222</c:v>
                </c:pt>
                <c:pt idx="9440">
                  <c:v>0.29822222222222222</c:v>
                </c:pt>
                <c:pt idx="9441">
                  <c:v>0.29822222222222222</c:v>
                </c:pt>
                <c:pt idx="9442">
                  <c:v>0.29822222222222222</c:v>
                </c:pt>
                <c:pt idx="9443">
                  <c:v>0.29822222222222222</c:v>
                </c:pt>
                <c:pt idx="9444">
                  <c:v>0.29822222222222222</c:v>
                </c:pt>
                <c:pt idx="9445">
                  <c:v>0.29822222222222222</c:v>
                </c:pt>
                <c:pt idx="9446">
                  <c:v>0.29822222222222222</c:v>
                </c:pt>
                <c:pt idx="9447">
                  <c:v>0.2983703703703704</c:v>
                </c:pt>
                <c:pt idx="9448">
                  <c:v>0.2983703703703704</c:v>
                </c:pt>
                <c:pt idx="9449">
                  <c:v>0.2983703703703704</c:v>
                </c:pt>
                <c:pt idx="9450">
                  <c:v>0.2983703703703704</c:v>
                </c:pt>
                <c:pt idx="9451">
                  <c:v>0.2983703703703704</c:v>
                </c:pt>
                <c:pt idx="9452">
                  <c:v>0.2983703703703704</c:v>
                </c:pt>
                <c:pt idx="9453">
                  <c:v>0.2983703703703704</c:v>
                </c:pt>
                <c:pt idx="9454">
                  <c:v>0.2983703703703704</c:v>
                </c:pt>
                <c:pt idx="9455">
                  <c:v>0.2983703703703704</c:v>
                </c:pt>
                <c:pt idx="9456">
                  <c:v>0.2983703703703704</c:v>
                </c:pt>
                <c:pt idx="9457">
                  <c:v>0.2983703703703704</c:v>
                </c:pt>
                <c:pt idx="9458">
                  <c:v>0.2983703703703704</c:v>
                </c:pt>
                <c:pt idx="9459">
                  <c:v>0.2983703703703704</c:v>
                </c:pt>
                <c:pt idx="9460">
                  <c:v>0.2983703703703704</c:v>
                </c:pt>
                <c:pt idx="9461">
                  <c:v>0.2983703703703704</c:v>
                </c:pt>
                <c:pt idx="9462">
                  <c:v>0.2983703703703704</c:v>
                </c:pt>
                <c:pt idx="9463">
                  <c:v>0.2983703703703704</c:v>
                </c:pt>
                <c:pt idx="9464">
                  <c:v>0.2983703703703704</c:v>
                </c:pt>
                <c:pt idx="9465">
                  <c:v>0.29851851851851852</c:v>
                </c:pt>
                <c:pt idx="9466">
                  <c:v>0.29851851851851852</c:v>
                </c:pt>
                <c:pt idx="9467">
                  <c:v>0.29851851851851852</c:v>
                </c:pt>
                <c:pt idx="9468">
                  <c:v>0.29851851851851852</c:v>
                </c:pt>
                <c:pt idx="9469">
                  <c:v>0.29851851851851852</c:v>
                </c:pt>
                <c:pt idx="9470">
                  <c:v>0.29851851851851852</c:v>
                </c:pt>
                <c:pt idx="9471">
                  <c:v>0.29851851851851852</c:v>
                </c:pt>
                <c:pt idx="9472">
                  <c:v>0.29851851851851852</c:v>
                </c:pt>
                <c:pt idx="9473">
                  <c:v>0.29851851851851852</c:v>
                </c:pt>
                <c:pt idx="9474">
                  <c:v>0.29866666666666669</c:v>
                </c:pt>
                <c:pt idx="9475">
                  <c:v>0.29866666666666669</c:v>
                </c:pt>
                <c:pt idx="9476">
                  <c:v>0.29866666666666669</c:v>
                </c:pt>
                <c:pt idx="9477">
                  <c:v>0.29866666666666669</c:v>
                </c:pt>
                <c:pt idx="9478">
                  <c:v>0.29866666666666669</c:v>
                </c:pt>
                <c:pt idx="9479">
                  <c:v>0.29866666666666669</c:v>
                </c:pt>
                <c:pt idx="9480">
                  <c:v>0.29866666666666669</c:v>
                </c:pt>
                <c:pt idx="9481">
                  <c:v>0.29881481481481481</c:v>
                </c:pt>
                <c:pt idx="9482">
                  <c:v>0.29881481481481481</c:v>
                </c:pt>
                <c:pt idx="9483">
                  <c:v>0.29896296296296299</c:v>
                </c:pt>
                <c:pt idx="9484">
                  <c:v>0.29911111111111111</c:v>
                </c:pt>
                <c:pt idx="9485">
                  <c:v>0.29925925925925928</c:v>
                </c:pt>
                <c:pt idx="9486">
                  <c:v>0.29925925925925928</c:v>
                </c:pt>
                <c:pt idx="9487">
                  <c:v>0.29925925925925928</c:v>
                </c:pt>
                <c:pt idx="9488">
                  <c:v>0.29925925925925928</c:v>
                </c:pt>
                <c:pt idx="9489">
                  <c:v>0.29925925925925928</c:v>
                </c:pt>
                <c:pt idx="9490">
                  <c:v>0.29925925925925928</c:v>
                </c:pt>
                <c:pt idx="9491">
                  <c:v>0.29925925925925928</c:v>
                </c:pt>
                <c:pt idx="9492">
                  <c:v>0.29925925925925928</c:v>
                </c:pt>
                <c:pt idx="9493">
                  <c:v>0.29925925925925928</c:v>
                </c:pt>
                <c:pt idx="9494">
                  <c:v>0.29925925925925928</c:v>
                </c:pt>
                <c:pt idx="9495">
                  <c:v>0.29925925925925928</c:v>
                </c:pt>
                <c:pt idx="9496">
                  <c:v>0.2994074074074074</c:v>
                </c:pt>
                <c:pt idx="9497">
                  <c:v>0.2994074074074074</c:v>
                </c:pt>
                <c:pt idx="9498">
                  <c:v>0.29955555555555557</c:v>
                </c:pt>
                <c:pt idx="9499">
                  <c:v>0.29955555555555557</c:v>
                </c:pt>
                <c:pt idx="9500">
                  <c:v>0.29955555555555557</c:v>
                </c:pt>
                <c:pt idx="9501">
                  <c:v>0.29955555555555557</c:v>
                </c:pt>
                <c:pt idx="9502">
                  <c:v>0.29970370370370369</c:v>
                </c:pt>
                <c:pt idx="9503">
                  <c:v>0.29970370370370369</c:v>
                </c:pt>
                <c:pt idx="9504">
                  <c:v>0.29970370370370369</c:v>
                </c:pt>
                <c:pt idx="9505">
                  <c:v>0.29970370370370369</c:v>
                </c:pt>
                <c:pt idx="9506">
                  <c:v>0.29970370370370369</c:v>
                </c:pt>
                <c:pt idx="9507">
                  <c:v>0.29970370370370369</c:v>
                </c:pt>
                <c:pt idx="9508">
                  <c:v>0.29985185185185187</c:v>
                </c:pt>
                <c:pt idx="9509">
                  <c:v>0.29985185185185187</c:v>
                </c:pt>
                <c:pt idx="9510">
                  <c:v>0.3</c:v>
                </c:pt>
                <c:pt idx="9511">
                  <c:v>0.3</c:v>
                </c:pt>
                <c:pt idx="9512">
                  <c:v>0.30014814814814816</c:v>
                </c:pt>
                <c:pt idx="9513">
                  <c:v>0.30014814814814816</c:v>
                </c:pt>
                <c:pt idx="9514">
                  <c:v>0.30014814814814816</c:v>
                </c:pt>
                <c:pt idx="9515">
                  <c:v>0.30029629629629628</c:v>
                </c:pt>
                <c:pt idx="9516">
                  <c:v>0.30044444444444446</c:v>
                </c:pt>
                <c:pt idx="9517">
                  <c:v>0.30059259259259258</c:v>
                </c:pt>
                <c:pt idx="9518">
                  <c:v>0.30074074074074075</c:v>
                </c:pt>
                <c:pt idx="9519">
                  <c:v>0.30074074074074075</c:v>
                </c:pt>
                <c:pt idx="9520">
                  <c:v>0.30088888888888887</c:v>
                </c:pt>
                <c:pt idx="9521">
                  <c:v>0.30103703703703705</c:v>
                </c:pt>
                <c:pt idx="9522">
                  <c:v>0.30118518518518517</c:v>
                </c:pt>
                <c:pt idx="9523">
                  <c:v>0.30133333333333334</c:v>
                </c:pt>
                <c:pt idx="9524">
                  <c:v>0.30133333333333334</c:v>
                </c:pt>
                <c:pt idx="9525">
                  <c:v>0.30133333333333334</c:v>
                </c:pt>
                <c:pt idx="9526">
                  <c:v>0.30133333333333334</c:v>
                </c:pt>
                <c:pt idx="9527">
                  <c:v>0.30133333333333334</c:v>
                </c:pt>
                <c:pt idx="9528">
                  <c:v>0.30148148148148146</c:v>
                </c:pt>
                <c:pt idx="9529">
                  <c:v>0.30162962962962964</c:v>
                </c:pt>
                <c:pt idx="9530">
                  <c:v>0.30162962962962964</c:v>
                </c:pt>
                <c:pt idx="9531">
                  <c:v>0.30162962962962964</c:v>
                </c:pt>
                <c:pt idx="9532">
                  <c:v>0.30177777777777776</c:v>
                </c:pt>
                <c:pt idx="9533">
                  <c:v>0.30177777777777776</c:v>
                </c:pt>
                <c:pt idx="9534">
                  <c:v>0.30177777777777776</c:v>
                </c:pt>
                <c:pt idx="9535">
                  <c:v>0.30177777777777776</c:v>
                </c:pt>
                <c:pt idx="9536">
                  <c:v>0.30192592592592593</c:v>
                </c:pt>
                <c:pt idx="9537">
                  <c:v>0.30207407407407405</c:v>
                </c:pt>
                <c:pt idx="9538">
                  <c:v>0.30207407407407405</c:v>
                </c:pt>
                <c:pt idx="9539">
                  <c:v>0.30207407407407405</c:v>
                </c:pt>
                <c:pt idx="9540">
                  <c:v>0.30207407407407405</c:v>
                </c:pt>
                <c:pt idx="9541">
                  <c:v>0.30207407407407405</c:v>
                </c:pt>
                <c:pt idx="9542">
                  <c:v>0.30207407407407405</c:v>
                </c:pt>
                <c:pt idx="9543">
                  <c:v>0.30207407407407405</c:v>
                </c:pt>
                <c:pt idx="9544">
                  <c:v>0.30207407407407405</c:v>
                </c:pt>
                <c:pt idx="9545">
                  <c:v>0.30207407407407405</c:v>
                </c:pt>
                <c:pt idx="9546">
                  <c:v>0.30207407407407405</c:v>
                </c:pt>
                <c:pt idx="9547">
                  <c:v>0.30207407407407405</c:v>
                </c:pt>
                <c:pt idx="9548">
                  <c:v>0.30207407407407405</c:v>
                </c:pt>
                <c:pt idx="9549">
                  <c:v>0.30207407407407405</c:v>
                </c:pt>
                <c:pt idx="9550">
                  <c:v>0.30207407407407405</c:v>
                </c:pt>
                <c:pt idx="9551">
                  <c:v>0.30222222222222223</c:v>
                </c:pt>
                <c:pt idx="9552">
                  <c:v>0.30222222222222223</c:v>
                </c:pt>
                <c:pt idx="9553">
                  <c:v>0.30222222222222223</c:v>
                </c:pt>
                <c:pt idx="9554">
                  <c:v>0.30222222222222223</c:v>
                </c:pt>
                <c:pt idx="9555">
                  <c:v>0.30222222222222223</c:v>
                </c:pt>
                <c:pt idx="9556">
                  <c:v>0.30222222222222223</c:v>
                </c:pt>
                <c:pt idx="9557">
                  <c:v>0.30237037037037034</c:v>
                </c:pt>
                <c:pt idx="9558">
                  <c:v>0.30237037037037034</c:v>
                </c:pt>
                <c:pt idx="9559">
                  <c:v>0.30237037037037034</c:v>
                </c:pt>
                <c:pt idx="9560">
                  <c:v>0.30237037037037034</c:v>
                </c:pt>
                <c:pt idx="9561">
                  <c:v>0.30251851851851852</c:v>
                </c:pt>
                <c:pt idx="9562">
                  <c:v>0.30251851851851852</c:v>
                </c:pt>
                <c:pt idx="9563">
                  <c:v>0.30266666666666664</c:v>
                </c:pt>
                <c:pt idx="9564">
                  <c:v>0.30281481481481481</c:v>
                </c:pt>
                <c:pt idx="9565">
                  <c:v>0.30281481481481481</c:v>
                </c:pt>
                <c:pt idx="9566">
                  <c:v>0.30296296296296299</c:v>
                </c:pt>
                <c:pt idx="9567">
                  <c:v>0.30296296296296299</c:v>
                </c:pt>
                <c:pt idx="9568">
                  <c:v>0.30296296296296299</c:v>
                </c:pt>
                <c:pt idx="9569">
                  <c:v>0.30296296296296299</c:v>
                </c:pt>
                <c:pt idx="9570">
                  <c:v>0.30296296296296299</c:v>
                </c:pt>
                <c:pt idx="9571">
                  <c:v>0.30311111111111111</c:v>
                </c:pt>
                <c:pt idx="9572">
                  <c:v>0.30325925925925928</c:v>
                </c:pt>
                <c:pt idx="9573">
                  <c:v>0.30325925925925928</c:v>
                </c:pt>
                <c:pt idx="9574">
                  <c:v>0.30325925925925928</c:v>
                </c:pt>
                <c:pt idx="9575">
                  <c:v>0.3034074074074074</c:v>
                </c:pt>
                <c:pt idx="9576">
                  <c:v>0.30355555555555558</c:v>
                </c:pt>
                <c:pt idx="9577">
                  <c:v>0.3037037037037037</c:v>
                </c:pt>
                <c:pt idx="9578">
                  <c:v>0.3037037037037037</c:v>
                </c:pt>
                <c:pt idx="9579">
                  <c:v>0.30385185185185187</c:v>
                </c:pt>
                <c:pt idx="9580">
                  <c:v>0.30385185185185187</c:v>
                </c:pt>
                <c:pt idx="9581">
                  <c:v>0.30385185185185187</c:v>
                </c:pt>
                <c:pt idx="9582">
                  <c:v>0.30385185185185187</c:v>
                </c:pt>
                <c:pt idx="9583">
                  <c:v>0.30385185185185187</c:v>
                </c:pt>
                <c:pt idx="9584">
                  <c:v>0.30399999999999999</c:v>
                </c:pt>
                <c:pt idx="9585">
                  <c:v>0.30399999999999999</c:v>
                </c:pt>
                <c:pt idx="9586">
                  <c:v>0.30414814814814817</c:v>
                </c:pt>
                <c:pt idx="9587">
                  <c:v>0.30429629629629629</c:v>
                </c:pt>
                <c:pt idx="9588">
                  <c:v>0.30429629629629629</c:v>
                </c:pt>
                <c:pt idx="9589">
                  <c:v>0.30429629629629629</c:v>
                </c:pt>
                <c:pt idx="9590">
                  <c:v>0.30429629629629629</c:v>
                </c:pt>
                <c:pt idx="9591">
                  <c:v>0.30429629629629629</c:v>
                </c:pt>
                <c:pt idx="9592">
                  <c:v>0.30429629629629629</c:v>
                </c:pt>
                <c:pt idx="9593">
                  <c:v>0.30429629629629629</c:v>
                </c:pt>
                <c:pt idx="9594">
                  <c:v>0.30444444444444446</c:v>
                </c:pt>
                <c:pt idx="9595">
                  <c:v>0.30444444444444446</c:v>
                </c:pt>
                <c:pt idx="9596">
                  <c:v>0.30444444444444446</c:v>
                </c:pt>
                <c:pt idx="9597">
                  <c:v>0.30444444444444446</c:v>
                </c:pt>
                <c:pt idx="9598">
                  <c:v>0.30444444444444446</c:v>
                </c:pt>
                <c:pt idx="9599">
                  <c:v>0.30444444444444446</c:v>
                </c:pt>
                <c:pt idx="9600">
                  <c:v>0.30444444444444446</c:v>
                </c:pt>
                <c:pt idx="9601">
                  <c:v>0.30444444444444446</c:v>
                </c:pt>
                <c:pt idx="9602">
                  <c:v>0.30444444444444446</c:v>
                </c:pt>
                <c:pt idx="9603">
                  <c:v>0.30444444444444446</c:v>
                </c:pt>
                <c:pt idx="9604">
                  <c:v>0.30459259259259258</c:v>
                </c:pt>
                <c:pt idx="9605">
                  <c:v>0.30474074074074076</c:v>
                </c:pt>
                <c:pt idx="9606">
                  <c:v>0.30474074074074076</c:v>
                </c:pt>
                <c:pt idx="9607">
                  <c:v>0.30474074074074076</c:v>
                </c:pt>
                <c:pt idx="9608">
                  <c:v>0.30474074074074076</c:v>
                </c:pt>
                <c:pt idx="9609">
                  <c:v>0.30474074074074076</c:v>
                </c:pt>
                <c:pt idx="9610">
                  <c:v>0.30474074074074076</c:v>
                </c:pt>
                <c:pt idx="9611">
                  <c:v>0.30474074074074076</c:v>
                </c:pt>
                <c:pt idx="9612">
                  <c:v>0.30488888888888888</c:v>
                </c:pt>
                <c:pt idx="9613">
                  <c:v>0.30488888888888888</c:v>
                </c:pt>
                <c:pt idx="9614">
                  <c:v>0.30488888888888888</c:v>
                </c:pt>
                <c:pt idx="9615">
                  <c:v>0.30488888888888888</c:v>
                </c:pt>
                <c:pt idx="9616">
                  <c:v>0.30503703703703705</c:v>
                </c:pt>
                <c:pt idx="9617">
                  <c:v>0.30503703703703705</c:v>
                </c:pt>
                <c:pt idx="9618">
                  <c:v>0.30518518518518517</c:v>
                </c:pt>
                <c:pt idx="9619">
                  <c:v>0.30518518518518517</c:v>
                </c:pt>
                <c:pt idx="9620">
                  <c:v>0.30518518518518517</c:v>
                </c:pt>
                <c:pt idx="9621">
                  <c:v>0.30518518518518517</c:v>
                </c:pt>
                <c:pt idx="9622">
                  <c:v>0.30518518518518517</c:v>
                </c:pt>
                <c:pt idx="9623">
                  <c:v>0.30518518518518517</c:v>
                </c:pt>
                <c:pt idx="9624">
                  <c:v>0.30518518518518517</c:v>
                </c:pt>
                <c:pt idx="9625">
                  <c:v>0.30533333333333335</c:v>
                </c:pt>
                <c:pt idx="9626">
                  <c:v>0.30533333333333335</c:v>
                </c:pt>
                <c:pt idx="9627">
                  <c:v>0.30548148148148146</c:v>
                </c:pt>
                <c:pt idx="9628">
                  <c:v>0.30548148148148146</c:v>
                </c:pt>
                <c:pt idx="9629">
                  <c:v>0.30548148148148146</c:v>
                </c:pt>
                <c:pt idx="9630">
                  <c:v>0.30548148148148146</c:v>
                </c:pt>
                <c:pt idx="9631">
                  <c:v>0.30548148148148146</c:v>
                </c:pt>
                <c:pt idx="9632">
                  <c:v>0.30548148148148146</c:v>
                </c:pt>
                <c:pt idx="9633">
                  <c:v>0.30548148148148146</c:v>
                </c:pt>
                <c:pt idx="9634">
                  <c:v>0.30548148148148146</c:v>
                </c:pt>
                <c:pt idx="9635">
                  <c:v>0.30548148148148146</c:v>
                </c:pt>
                <c:pt idx="9636">
                  <c:v>0.30548148148148146</c:v>
                </c:pt>
                <c:pt idx="9637">
                  <c:v>0.30548148148148146</c:v>
                </c:pt>
                <c:pt idx="9638">
                  <c:v>0.30548148148148146</c:v>
                </c:pt>
                <c:pt idx="9639">
                  <c:v>0.30548148148148146</c:v>
                </c:pt>
                <c:pt idx="9640">
                  <c:v>0.30562962962962964</c:v>
                </c:pt>
                <c:pt idx="9641">
                  <c:v>0.30562962962962964</c:v>
                </c:pt>
                <c:pt idx="9642">
                  <c:v>0.30562962962962964</c:v>
                </c:pt>
                <c:pt idx="9643">
                  <c:v>0.30562962962962964</c:v>
                </c:pt>
                <c:pt idx="9644">
                  <c:v>0.30577777777777776</c:v>
                </c:pt>
                <c:pt idx="9645">
                  <c:v>0.30577777777777776</c:v>
                </c:pt>
                <c:pt idx="9646">
                  <c:v>0.30577777777777776</c:v>
                </c:pt>
                <c:pt idx="9647">
                  <c:v>0.30577777777777776</c:v>
                </c:pt>
                <c:pt idx="9648">
                  <c:v>0.30577777777777776</c:v>
                </c:pt>
                <c:pt idx="9649">
                  <c:v>0.30592592592592593</c:v>
                </c:pt>
                <c:pt idx="9650">
                  <c:v>0.30607407407407405</c:v>
                </c:pt>
                <c:pt idx="9651">
                  <c:v>0.30607407407407405</c:v>
                </c:pt>
                <c:pt idx="9652">
                  <c:v>0.30607407407407405</c:v>
                </c:pt>
                <c:pt idx="9653">
                  <c:v>0.30607407407407405</c:v>
                </c:pt>
                <c:pt idx="9654">
                  <c:v>0.30607407407407405</c:v>
                </c:pt>
                <c:pt idx="9655">
                  <c:v>0.30607407407407405</c:v>
                </c:pt>
                <c:pt idx="9656">
                  <c:v>0.30607407407407405</c:v>
                </c:pt>
                <c:pt idx="9657">
                  <c:v>0.30622222222222223</c:v>
                </c:pt>
                <c:pt idx="9658">
                  <c:v>0.30622222222222223</c:v>
                </c:pt>
                <c:pt idx="9659">
                  <c:v>0.30622222222222223</c:v>
                </c:pt>
                <c:pt idx="9660">
                  <c:v>0.30622222222222223</c:v>
                </c:pt>
                <c:pt idx="9661">
                  <c:v>0.30637037037037035</c:v>
                </c:pt>
                <c:pt idx="9662">
                  <c:v>0.30637037037037035</c:v>
                </c:pt>
                <c:pt idx="9663">
                  <c:v>0.30637037037037035</c:v>
                </c:pt>
                <c:pt idx="9664">
                  <c:v>0.30637037037037035</c:v>
                </c:pt>
                <c:pt idx="9665">
                  <c:v>0.30637037037037035</c:v>
                </c:pt>
                <c:pt idx="9666">
                  <c:v>0.30637037037037035</c:v>
                </c:pt>
                <c:pt idx="9667">
                  <c:v>0.30637037037037035</c:v>
                </c:pt>
                <c:pt idx="9668">
                  <c:v>0.30637037037037035</c:v>
                </c:pt>
                <c:pt idx="9669">
                  <c:v>0.30637037037037035</c:v>
                </c:pt>
                <c:pt idx="9670">
                  <c:v>0.30651851851851852</c:v>
                </c:pt>
                <c:pt idx="9671">
                  <c:v>0.30651851851851852</c:v>
                </c:pt>
                <c:pt idx="9672">
                  <c:v>0.30651851851851852</c:v>
                </c:pt>
                <c:pt idx="9673">
                  <c:v>0.30651851851851852</c:v>
                </c:pt>
                <c:pt idx="9674">
                  <c:v>0.30666666666666664</c:v>
                </c:pt>
                <c:pt idx="9675">
                  <c:v>0.30666666666666664</c:v>
                </c:pt>
                <c:pt idx="9676">
                  <c:v>0.30666666666666664</c:v>
                </c:pt>
                <c:pt idx="9677">
                  <c:v>0.30666666666666664</c:v>
                </c:pt>
                <c:pt idx="9678">
                  <c:v>0.30666666666666664</c:v>
                </c:pt>
                <c:pt idx="9679">
                  <c:v>0.30681481481481482</c:v>
                </c:pt>
                <c:pt idx="9680">
                  <c:v>0.30681481481481482</c:v>
                </c:pt>
                <c:pt idx="9681">
                  <c:v>0.30681481481481482</c:v>
                </c:pt>
                <c:pt idx="9682">
                  <c:v>0.30681481481481482</c:v>
                </c:pt>
                <c:pt idx="9683">
                  <c:v>0.30681481481481482</c:v>
                </c:pt>
                <c:pt idx="9684">
                  <c:v>0.30681481481481482</c:v>
                </c:pt>
                <c:pt idx="9685">
                  <c:v>0.30696296296296294</c:v>
                </c:pt>
                <c:pt idx="9686">
                  <c:v>0.30696296296296294</c:v>
                </c:pt>
                <c:pt idx="9687">
                  <c:v>0.30696296296296294</c:v>
                </c:pt>
                <c:pt idx="9688">
                  <c:v>0.30696296296296294</c:v>
                </c:pt>
                <c:pt idx="9689">
                  <c:v>0.30711111111111111</c:v>
                </c:pt>
                <c:pt idx="9690">
                  <c:v>0.30711111111111111</c:v>
                </c:pt>
                <c:pt idx="9691">
                  <c:v>0.30711111111111111</c:v>
                </c:pt>
                <c:pt idx="9692">
                  <c:v>0.30711111111111111</c:v>
                </c:pt>
                <c:pt idx="9693">
                  <c:v>0.30711111111111111</c:v>
                </c:pt>
                <c:pt idx="9694">
                  <c:v>0.30711111111111111</c:v>
                </c:pt>
                <c:pt idx="9695">
                  <c:v>0.30711111111111111</c:v>
                </c:pt>
                <c:pt idx="9696">
                  <c:v>0.30711111111111111</c:v>
                </c:pt>
                <c:pt idx="9697">
                  <c:v>0.30711111111111111</c:v>
                </c:pt>
                <c:pt idx="9698">
                  <c:v>0.30711111111111111</c:v>
                </c:pt>
                <c:pt idx="9699">
                  <c:v>0.30711111111111111</c:v>
                </c:pt>
                <c:pt idx="9700">
                  <c:v>0.30711111111111111</c:v>
                </c:pt>
                <c:pt idx="9701">
                  <c:v>0.30725925925925923</c:v>
                </c:pt>
                <c:pt idx="9702">
                  <c:v>0.30725925925925923</c:v>
                </c:pt>
                <c:pt idx="9703">
                  <c:v>0.30740740740740741</c:v>
                </c:pt>
                <c:pt idx="9704">
                  <c:v>0.30740740740740741</c:v>
                </c:pt>
                <c:pt idx="9705">
                  <c:v>0.30740740740740741</c:v>
                </c:pt>
                <c:pt idx="9706">
                  <c:v>0.30740740740740741</c:v>
                </c:pt>
                <c:pt idx="9707">
                  <c:v>0.30740740740740741</c:v>
                </c:pt>
                <c:pt idx="9708">
                  <c:v>0.30740740740740741</c:v>
                </c:pt>
                <c:pt idx="9709">
                  <c:v>0.30755555555555558</c:v>
                </c:pt>
                <c:pt idx="9710">
                  <c:v>0.3077037037037037</c:v>
                </c:pt>
                <c:pt idx="9711">
                  <c:v>0.3077037037037037</c:v>
                </c:pt>
                <c:pt idx="9712">
                  <c:v>0.3077037037037037</c:v>
                </c:pt>
                <c:pt idx="9713">
                  <c:v>0.3077037037037037</c:v>
                </c:pt>
                <c:pt idx="9714">
                  <c:v>0.3077037037037037</c:v>
                </c:pt>
                <c:pt idx="9715">
                  <c:v>0.3077037037037037</c:v>
                </c:pt>
                <c:pt idx="9716">
                  <c:v>0.3077037037037037</c:v>
                </c:pt>
                <c:pt idx="9717">
                  <c:v>0.30785185185185188</c:v>
                </c:pt>
                <c:pt idx="9718">
                  <c:v>0.308</c:v>
                </c:pt>
                <c:pt idx="9719">
                  <c:v>0.30814814814814817</c:v>
                </c:pt>
                <c:pt idx="9720">
                  <c:v>0.30814814814814817</c:v>
                </c:pt>
                <c:pt idx="9721">
                  <c:v>0.30814814814814817</c:v>
                </c:pt>
                <c:pt idx="9722">
                  <c:v>0.30814814814814817</c:v>
                </c:pt>
                <c:pt idx="9723">
                  <c:v>0.30814814814814817</c:v>
                </c:pt>
                <c:pt idx="9724">
                  <c:v>0.30814814814814817</c:v>
                </c:pt>
                <c:pt idx="9725">
                  <c:v>0.30829629629629629</c:v>
                </c:pt>
                <c:pt idx="9726">
                  <c:v>0.30829629629629629</c:v>
                </c:pt>
                <c:pt idx="9727">
                  <c:v>0.30829629629629629</c:v>
                </c:pt>
                <c:pt idx="9728">
                  <c:v>0.30829629629629629</c:v>
                </c:pt>
                <c:pt idx="9729">
                  <c:v>0.30829629629629629</c:v>
                </c:pt>
                <c:pt idx="9730">
                  <c:v>0.30844444444444447</c:v>
                </c:pt>
                <c:pt idx="9731">
                  <c:v>0.30844444444444447</c:v>
                </c:pt>
                <c:pt idx="9732">
                  <c:v>0.30844444444444447</c:v>
                </c:pt>
                <c:pt idx="9733">
                  <c:v>0.30844444444444447</c:v>
                </c:pt>
                <c:pt idx="9734">
                  <c:v>0.30844444444444447</c:v>
                </c:pt>
                <c:pt idx="9735">
                  <c:v>0.30859259259259259</c:v>
                </c:pt>
                <c:pt idx="9736">
                  <c:v>0.30859259259259259</c:v>
                </c:pt>
                <c:pt idx="9737">
                  <c:v>0.30859259259259259</c:v>
                </c:pt>
                <c:pt idx="9738">
                  <c:v>0.30859259259259259</c:v>
                </c:pt>
                <c:pt idx="9739">
                  <c:v>0.30874074074074076</c:v>
                </c:pt>
                <c:pt idx="9740">
                  <c:v>0.30888888888888888</c:v>
                </c:pt>
                <c:pt idx="9741">
                  <c:v>0.30888888888888888</c:v>
                </c:pt>
                <c:pt idx="9742">
                  <c:v>0.30888888888888888</c:v>
                </c:pt>
                <c:pt idx="9743">
                  <c:v>0.30888888888888888</c:v>
                </c:pt>
                <c:pt idx="9744">
                  <c:v>0.30888888888888888</c:v>
                </c:pt>
                <c:pt idx="9745">
                  <c:v>0.30888888888888888</c:v>
                </c:pt>
                <c:pt idx="9746">
                  <c:v>0.30888888888888888</c:v>
                </c:pt>
                <c:pt idx="9747">
                  <c:v>0.30888888888888888</c:v>
                </c:pt>
                <c:pt idx="9748">
                  <c:v>0.30903703703703705</c:v>
                </c:pt>
                <c:pt idx="9749">
                  <c:v>0.30918518518518517</c:v>
                </c:pt>
                <c:pt idx="9750">
                  <c:v>0.30918518518518517</c:v>
                </c:pt>
                <c:pt idx="9751">
                  <c:v>0.30918518518518517</c:v>
                </c:pt>
                <c:pt idx="9752">
                  <c:v>0.30918518518518517</c:v>
                </c:pt>
                <c:pt idx="9753">
                  <c:v>0.30918518518518517</c:v>
                </c:pt>
                <c:pt idx="9754">
                  <c:v>0.30918518518518517</c:v>
                </c:pt>
                <c:pt idx="9755">
                  <c:v>0.30918518518518517</c:v>
                </c:pt>
                <c:pt idx="9756">
                  <c:v>0.30933333333333335</c:v>
                </c:pt>
                <c:pt idx="9757">
                  <c:v>0.30933333333333335</c:v>
                </c:pt>
                <c:pt idx="9758">
                  <c:v>0.30933333333333335</c:v>
                </c:pt>
                <c:pt idx="9759">
                  <c:v>0.30933333333333335</c:v>
                </c:pt>
                <c:pt idx="9760">
                  <c:v>0.30933333333333335</c:v>
                </c:pt>
                <c:pt idx="9761">
                  <c:v>0.30933333333333335</c:v>
                </c:pt>
                <c:pt idx="9762">
                  <c:v>0.30933333333333335</c:v>
                </c:pt>
                <c:pt idx="9763">
                  <c:v>0.30933333333333335</c:v>
                </c:pt>
                <c:pt idx="9764">
                  <c:v>0.30933333333333335</c:v>
                </c:pt>
                <c:pt idx="9765">
                  <c:v>0.30933333333333335</c:v>
                </c:pt>
                <c:pt idx="9766">
                  <c:v>0.30933333333333335</c:v>
                </c:pt>
                <c:pt idx="9767">
                  <c:v>0.30933333333333335</c:v>
                </c:pt>
                <c:pt idx="9768">
                  <c:v>0.30948148148148147</c:v>
                </c:pt>
                <c:pt idx="9769">
                  <c:v>0.30948148148148147</c:v>
                </c:pt>
                <c:pt idx="9770">
                  <c:v>0.30948148148148147</c:v>
                </c:pt>
                <c:pt idx="9771">
                  <c:v>0.30962962962962964</c:v>
                </c:pt>
                <c:pt idx="9772">
                  <c:v>0.30962962962962964</c:v>
                </c:pt>
                <c:pt idx="9773">
                  <c:v>0.30962962962962964</c:v>
                </c:pt>
                <c:pt idx="9774">
                  <c:v>0.30962962962962964</c:v>
                </c:pt>
                <c:pt idx="9775">
                  <c:v>0.30962962962962964</c:v>
                </c:pt>
                <c:pt idx="9776">
                  <c:v>0.30962962962962964</c:v>
                </c:pt>
                <c:pt idx="9777">
                  <c:v>0.30962962962962964</c:v>
                </c:pt>
                <c:pt idx="9778">
                  <c:v>0.30962962962962964</c:v>
                </c:pt>
                <c:pt idx="9779">
                  <c:v>0.30962962962962964</c:v>
                </c:pt>
                <c:pt idx="9780">
                  <c:v>0.30962962962962964</c:v>
                </c:pt>
                <c:pt idx="9781">
                  <c:v>0.30977777777777776</c:v>
                </c:pt>
                <c:pt idx="9782">
                  <c:v>0.30977777777777776</c:v>
                </c:pt>
                <c:pt idx="9783">
                  <c:v>0.30977777777777776</c:v>
                </c:pt>
                <c:pt idx="9784">
                  <c:v>0.30977777777777776</c:v>
                </c:pt>
                <c:pt idx="9785">
                  <c:v>0.30977777777777776</c:v>
                </c:pt>
                <c:pt idx="9786">
                  <c:v>0.30977777777777776</c:v>
                </c:pt>
                <c:pt idx="9787">
                  <c:v>0.30977777777777776</c:v>
                </c:pt>
                <c:pt idx="9788">
                  <c:v>0.30992592592592594</c:v>
                </c:pt>
                <c:pt idx="9789">
                  <c:v>0.31007407407407406</c:v>
                </c:pt>
                <c:pt idx="9790">
                  <c:v>0.31007407407407406</c:v>
                </c:pt>
                <c:pt idx="9791">
                  <c:v>0.31022222222222223</c:v>
                </c:pt>
                <c:pt idx="9792">
                  <c:v>0.31022222222222223</c:v>
                </c:pt>
                <c:pt idx="9793">
                  <c:v>0.31037037037037035</c:v>
                </c:pt>
                <c:pt idx="9794">
                  <c:v>0.31037037037037035</c:v>
                </c:pt>
                <c:pt idx="9795">
                  <c:v>0.31051851851851853</c:v>
                </c:pt>
                <c:pt idx="9796">
                  <c:v>0.31051851851851853</c:v>
                </c:pt>
                <c:pt idx="9797">
                  <c:v>0.31051851851851853</c:v>
                </c:pt>
                <c:pt idx="9798">
                  <c:v>0.31051851851851853</c:v>
                </c:pt>
                <c:pt idx="9799">
                  <c:v>0.31066666666666665</c:v>
                </c:pt>
                <c:pt idx="9800">
                  <c:v>0.31066666666666665</c:v>
                </c:pt>
                <c:pt idx="9801">
                  <c:v>0.31066666666666665</c:v>
                </c:pt>
                <c:pt idx="9802">
                  <c:v>0.31066666666666665</c:v>
                </c:pt>
                <c:pt idx="9803">
                  <c:v>0.31066666666666665</c:v>
                </c:pt>
                <c:pt idx="9804">
                  <c:v>0.31066666666666665</c:v>
                </c:pt>
                <c:pt idx="9805">
                  <c:v>0.31081481481481482</c:v>
                </c:pt>
                <c:pt idx="9806">
                  <c:v>0.31096296296296294</c:v>
                </c:pt>
                <c:pt idx="9807">
                  <c:v>0.31096296296296294</c:v>
                </c:pt>
                <c:pt idx="9808">
                  <c:v>0.31096296296296294</c:v>
                </c:pt>
                <c:pt idx="9809">
                  <c:v>0.31096296296296294</c:v>
                </c:pt>
                <c:pt idx="9810">
                  <c:v>0.31096296296296294</c:v>
                </c:pt>
                <c:pt idx="9811">
                  <c:v>0.31096296296296294</c:v>
                </c:pt>
                <c:pt idx="9812">
                  <c:v>0.31111111111111112</c:v>
                </c:pt>
                <c:pt idx="9813">
                  <c:v>0.31111111111111112</c:v>
                </c:pt>
                <c:pt idx="9814">
                  <c:v>0.31111111111111112</c:v>
                </c:pt>
                <c:pt idx="9815">
                  <c:v>0.31125925925925924</c:v>
                </c:pt>
                <c:pt idx="9816">
                  <c:v>0.31125925925925924</c:v>
                </c:pt>
                <c:pt idx="9817">
                  <c:v>0.31125925925925924</c:v>
                </c:pt>
                <c:pt idx="9818">
                  <c:v>0.31125925925925924</c:v>
                </c:pt>
                <c:pt idx="9819">
                  <c:v>0.31125925925925924</c:v>
                </c:pt>
                <c:pt idx="9820">
                  <c:v>0.31125925925925924</c:v>
                </c:pt>
                <c:pt idx="9821">
                  <c:v>0.31125925925925924</c:v>
                </c:pt>
                <c:pt idx="9822">
                  <c:v>0.31125925925925924</c:v>
                </c:pt>
                <c:pt idx="9823">
                  <c:v>0.31125925925925924</c:v>
                </c:pt>
                <c:pt idx="9824">
                  <c:v>0.31125925925925924</c:v>
                </c:pt>
                <c:pt idx="9825">
                  <c:v>0.31125925925925924</c:v>
                </c:pt>
                <c:pt idx="9826">
                  <c:v>0.31125925925925924</c:v>
                </c:pt>
                <c:pt idx="9827">
                  <c:v>0.31125925925925924</c:v>
                </c:pt>
                <c:pt idx="9828">
                  <c:v>0.31140740740740741</c:v>
                </c:pt>
                <c:pt idx="9829">
                  <c:v>0.31155555555555553</c:v>
                </c:pt>
                <c:pt idx="9830">
                  <c:v>0.31155555555555553</c:v>
                </c:pt>
                <c:pt idx="9831">
                  <c:v>0.31155555555555553</c:v>
                </c:pt>
                <c:pt idx="9832">
                  <c:v>0.31170370370370371</c:v>
                </c:pt>
                <c:pt idx="9833">
                  <c:v>0.31170370370370371</c:v>
                </c:pt>
                <c:pt idx="9834">
                  <c:v>0.31185185185185182</c:v>
                </c:pt>
                <c:pt idx="9835">
                  <c:v>0.312</c:v>
                </c:pt>
                <c:pt idx="9836">
                  <c:v>0.312</c:v>
                </c:pt>
                <c:pt idx="9837">
                  <c:v>0.312</c:v>
                </c:pt>
                <c:pt idx="9838">
                  <c:v>0.31214814814814817</c:v>
                </c:pt>
                <c:pt idx="9839">
                  <c:v>0.31214814814814817</c:v>
                </c:pt>
                <c:pt idx="9840">
                  <c:v>0.31214814814814817</c:v>
                </c:pt>
                <c:pt idx="9841">
                  <c:v>0.31214814814814817</c:v>
                </c:pt>
                <c:pt idx="9842">
                  <c:v>0.31214814814814817</c:v>
                </c:pt>
                <c:pt idx="9843">
                  <c:v>0.31214814814814817</c:v>
                </c:pt>
                <c:pt idx="9844">
                  <c:v>0.31214814814814817</c:v>
                </c:pt>
                <c:pt idx="9845">
                  <c:v>0.31214814814814817</c:v>
                </c:pt>
                <c:pt idx="9846">
                  <c:v>0.31214814814814817</c:v>
                </c:pt>
                <c:pt idx="9847">
                  <c:v>0.31214814814814817</c:v>
                </c:pt>
                <c:pt idx="9848">
                  <c:v>0.31214814814814817</c:v>
                </c:pt>
                <c:pt idx="9849">
                  <c:v>0.31214814814814817</c:v>
                </c:pt>
                <c:pt idx="9850">
                  <c:v>0.31214814814814817</c:v>
                </c:pt>
                <c:pt idx="9851">
                  <c:v>0.31229629629629629</c:v>
                </c:pt>
                <c:pt idx="9852">
                  <c:v>0.31244444444444447</c:v>
                </c:pt>
                <c:pt idx="9853">
                  <c:v>0.31244444444444447</c:v>
                </c:pt>
                <c:pt idx="9854">
                  <c:v>0.31244444444444447</c:v>
                </c:pt>
                <c:pt idx="9855">
                  <c:v>0.31244444444444447</c:v>
                </c:pt>
                <c:pt idx="9856">
                  <c:v>0.31259259259259259</c:v>
                </c:pt>
                <c:pt idx="9857">
                  <c:v>0.31259259259259259</c:v>
                </c:pt>
                <c:pt idx="9858">
                  <c:v>0.31259259259259259</c:v>
                </c:pt>
                <c:pt idx="9859">
                  <c:v>0.31274074074074076</c:v>
                </c:pt>
                <c:pt idx="9860">
                  <c:v>0.31274074074074076</c:v>
                </c:pt>
                <c:pt idx="9861">
                  <c:v>0.31274074074074076</c:v>
                </c:pt>
                <c:pt idx="9862">
                  <c:v>0.31274074074074076</c:v>
                </c:pt>
                <c:pt idx="9863">
                  <c:v>0.31288888888888888</c:v>
                </c:pt>
                <c:pt idx="9864">
                  <c:v>0.31288888888888888</c:v>
                </c:pt>
                <c:pt idx="9865">
                  <c:v>0.31303703703703706</c:v>
                </c:pt>
                <c:pt idx="9866">
                  <c:v>0.31303703703703706</c:v>
                </c:pt>
                <c:pt idx="9867">
                  <c:v>0.31318518518518518</c:v>
                </c:pt>
                <c:pt idx="9868">
                  <c:v>0.31333333333333335</c:v>
                </c:pt>
                <c:pt idx="9869">
                  <c:v>0.31333333333333335</c:v>
                </c:pt>
                <c:pt idx="9870">
                  <c:v>0.31348148148148147</c:v>
                </c:pt>
                <c:pt idx="9871">
                  <c:v>0.31348148148148147</c:v>
                </c:pt>
                <c:pt idx="9872">
                  <c:v>0.31348148148148147</c:v>
                </c:pt>
                <c:pt idx="9873">
                  <c:v>0.31348148148148147</c:v>
                </c:pt>
                <c:pt idx="9874">
                  <c:v>0.31348148148148147</c:v>
                </c:pt>
                <c:pt idx="9875">
                  <c:v>0.31348148148148147</c:v>
                </c:pt>
                <c:pt idx="9876">
                  <c:v>0.31348148148148147</c:v>
                </c:pt>
                <c:pt idx="9877">
                  <c:v>0.31348148148148147</c:v>
                </c:pt>
                <c:pt idx="9878">
                  <c:v>0.31348148148148147</c:v>
                </c:pt>
                <c:pt idx="9879">
                  <c:v>0.31348148148148147</c:v>
                </c:pt>
                <c:pt idx="9880">
                  <c:v>0.31348148148148147</c:v>
                </c:pt>
                <c:pt idx="9881">
                  <c:v>0.31362962962962965</c:v>
                </c:pt>
                <c:pt idx="9882">
                  <c:v>0.31362962962962965</c:v>
                </c:pt>
                <c:pt idx="9883">
                  <c:v>0.31362962962962965</c:v>
                </c:pt>
                <c:pt idx="9884">
                  <c:v>0.31362962962962965</c:v>
                </c:pt>
                <c:pt idx="9885">
                  <c:v>0.31362962962962965</c:v>
                </c:pt>
                <c:pt idx="9886">
                  <c:v>0.31362962962962965</c:v>
                </c:pt>
                <c:pt idx="9887">
                  <c:v>0.31377777777777777</c:v>
                </c:pt>
                <c:pt idx="9888">
                  <c:v>0.31377777777777777</c:v>
                </c:pt>
                <c:pt idx="9889">
                  <c:v>0.31377777777777777</c:v>
                </c:pt>
                <c:pt idx="9890">
                  <c:v>0.31377777777777777</c:v>
                </c:pt>
                <c:pt idx="9891">
                  <c:v>0.31377777777777777</c:v>
                </c:pt>
                <c:pt idx="9892">
                  <c:v>0.31377777777777777</c:v>
                </c:pt>
                <c:pt idx="9893">
                  <c:v>0.31392592592592594</c:v>
                </c:pt>
                <c:pt idx="9894">
                  <c:v>0.31392592592592594</c:v>
                </c:pt>
                <c:pt idx="9895">
                  <c:v>0.31407407407407406</c:v>
                </c:pt>
                <c:pt idx="9896">
                  <c:v>0.31407407407407406</c:v>
                </c:pt>
                <c:pt idx="9897">
                  <c:v>0.31407407407407406</c:v>
                </c:pt>
                <c:pt idx="9898">
                  <c:v>0.31407407407407406</c:v>
                </c:pt>
                <c:pt idx="9899">
                  <c:v>0.31407407407407406</c:v>
                </c:pt>
                <c:pt idx="9900">
                  <c:v>0.31407407407407406</c:v>
                </c:pt>
                <c:pt idx="9901">
                  <c:v>0.31407407407407406</c:v>
                </c:pt>
                <c:pt idx="9902">
                  <c:v>0.31407407407407406</c:v>
                </c:pt>
                <c:pt idx="9903">
                  <c:v>0.31407407407407406</c:v>
                </c:pt>
                <c:pt idx="9904">
                  <c:v>0.31407407407407406</c:v>
                </c:pt>
                <c:pt idx="9905">
                  <c:v>0.31407407407407406</c:v>
                </c:pt>
                <c:pt idx="9906">
                  <c:v>0.31407407407407406</c:v>
                </c:pt>
                <c:pt idx="9907">
                  <c:v>0.31407407407407406</c:v>
                </c:pt>
                <c:pt idx="9908">
                  <c:v>0.31407407407407406</c:v>
                </c:pt>
                <c:pt idx="9909">
                  <c:v>0.31407407407407406</c:v>
                </c:pt>
                <c:pt idx="9910">
                  <c:v>0.31407407407407406</c:v>
                </c:pt>
                <c:pt idx="9911">
                  <c:v>0.31407407407407406</c:v>
                </c:pt>
                <c:pt idx="9912">
                  <c:v>0.31407407407407406</c:v>
                </c:pt>
                <c:pt idx="9913">
                  <c:v>0.31407407407407406</c:v>
                </c:pt>
                <c:pt idx="9914">
                  <c:v>0.31422222222222224</c:v>
                </c:pt>
                <c:pt idx="9915">
                  <c:v>0.31422222222222224</c:v>
                </c:pt>
                <c:pt idx="9916">
                  <c:v>0.31437037037037036</c:v>
                </c:pt>
                <c:pt idx="9917">
                  <c:v>0.31437037037037036</c:v>
                </c:pt>
                <c:pt idx="9918">
                  <c:v>0.31437037037037036</c:v>
                </c:pt>
                <c:pt idx="9919">
                  <c:v>0.31437037037037036</c:v>
                </c:pt>
                <c:pt idx="9920">
                  <c:v>0.31437037037037036</c:v>
                </c:pt>
                <c:pt idx="9921">
                  <c:v>0.31437037037037036</c:v>
                </c:pt>
                <c:pt idx="9922">
                  <c:v>0.31451851851851853</c:v>
                </c:pt>
                <c:pt idx="9923">
                  <c:v>0.31466666666666665</c:v>
                </c:pt>
                <c:pt idx="9924">
                  <c:v>0.31466666666666665</c:v>
                </c:pt>
                <c:pt idx="9925">
                  <c:v>0.31466666666666665</c:v>
                </c:pt>
                <c:pt idx="9926">
                  <c:v>0.31466666666666665</c:v>
                </c:pt>
                <c:pt idx="9927">
                  <c:v>0.31481481481481483</c:v>
                </c:pt>
                <c:pt idx="9928">
                  <c:v>0.31481481481481483</c:v>
                </c:pt>
                <c:pt idx="9929">
                  <c:v>0.31496296296296294</c:v>
                </c:pt>
                <c:pt idx="9930">
                  <c:v>0.31496296296296294</c:v>
                </c:pt>
                <c:pt idx="9931">
                  <c:v>0.31496296296296294</c:v>
                </c:pt>
                <c:pt idx="9932">
                  <c:v>0.31496296296296294</c:v>
                </c:pt>
                <c:pt idx="9933">
                  <c:v>0.31496296296296294</c:v>
                </c:pt>
                <c:pt idx="9934">
                  <c:v>0.31496296296296294</c:v>
                </c:pt>
                <c:pt idx="9935">
                  <c:v>0.31496296296296294</c:v>
                </c:pt>
                <c:pt idx="9936">
                  <c:v>0.31496296296296294</c:v>
                </c:pt>
                <c:pt idx="9937">
                  <c:v>0.31496296296296294</c:v>
                </c:pt>
                <c:pt idx="9938">
                  <c:v>0.31511111111111112</c:v>
                </c:pt>
                <c:pt idx="9939">
                  <c:v>0.31511111111111112</c:v>
                </c:pt>
                <c:pt idx="9940">
                  <c:v>0.31511111111111112</c:v>
                </c:pt>
                <c:pt idx="9941">
                  <c:v>0.31511111111111112</c:v>
                </c:pt>
                <c:pt idx="9942">
                  <c:v>0.31511111111111112</c:v>
                </c:pt>
                <c:pt idx="9943">
                  <c:v>0.31511111111111112</c:v>
                </c:pt>
                <c:pt idx="9944">
                  <c:v>0.31511111111111112</c:v>
                </c:pt>
                <c:pt idx="9945">
                  <c:v>0.31511111111111112</c:v>
                </c:pt>
                <c:pt idx="9946">
                  <c:v>0.31511111111111112</c:v>
                </c:pt>
                <c:pt idx="9947">
                  <c:v>0.31511111111111112</c:v>
                </c:pt>
                <c:pt idx="9948">
                  <c:v>0.31511111111111112</c:v>
                </c:pt>
                <c:pt idx="9949">
                  <c:v>0.31511111111111112</c:v>
                </c:pt>
                <c:pt idx="9950">
                  <c:v>0.31511111111111112</c:v>
                </c:pt>
                <c:pt idx="9951">
                  <c:v>0.31511111111111112</c:v>
                </c:pt>
                <c:pt idx="9952">
                  <c:v>0.31511111111111112</c:v>
                </c:pt>
                <c:pt idx="9953">
                  <c:v>0.31511111111111112</c:v>
                </c:pt>
                <c:pt idx="9954">
                  <c:v>0.31511111111111112</c:v>
                </c:pt>
                <c:pt idx="9955">
                  <c:v>0.31525925925925924</c:v>
                </c:pt>
                <c:pt idx="9956">
                  <c:v>0.31525925925925924</c:v>
                </c:pt>
                <c:pt idx="9957">
                  <c:v>0.31525925925925924</c:v>
                </c:pt>
                <c:pt idx="9958">
                  <c:v>0.31525925925925924</c:v>
                </c:pt>
                <c:pt idx="9959">
                  <c:v>0.31525925925925924</c:v>
                </c:pt>
                <c:pt idx="9960">
                  <c:v>0.31540740740740741</c:v>
                </c:pt>
                <c:pt idx="9961">
                  <c:v>0.31540740740740741</c:v>
                </c:pt>
                <c:pt idx="9962">
                  <c:v>0.31540740740740741</c:v>
                </c:pt>
                <c:pt idx="9963">
                  <c:v>0.31540740740740741</c:v>
                </c:pt>
                <c:pt idx="9964">
                  <c:v>0.31540740740740741</c:v>
                </c:pt>
                <c:pt idx="9965">
                  <c:v>0.31555555555555553</c:v>
                </c:pt>
                <c:pt idx="9966">
                  <c:v>0.31570370370370371</c:v>
                </c:pt>
                <c:pt idx="9967">
                  <c:v>0.31570370370370371</c:v>
                </c:pt>
                <c:pt idx="9968">
                  <c:v>0.31585185185185183</c:v>
                </c:pt>
                <c:pt idx="9969">
                  <c:v>0.31585185185185183</c:v>
                </c:pt>
                <c:pt idx="9970">
                  <c:v>0.31585185185185183</c:v>
                </c:pt>
                <c:pt idx="9971">
                  <c:v>0.31585185185185183</c:v>
                </c:pt>
                <c:pt idx="9972">
                  <c:v>0.31585185185185183</c:v>
                </c:pt>
                <c:pt idx="9973">
                  <c:v>0.316</c:v>
                </c:pt>
                <c:pt idx="9974">
                  <c:v>0.316</c:v>
                </c:pt>
                <c:pt idx="9975">
                  <c:v>0.316</c:v>
                </c:pt>
                <c:pt idx="9976">
                  <c:v>0.316</c:v>
                </c:pt>
                <c:pt idx="9977">
                  <c:v>0.316</c:v>
                </c:pt>
                <c:pt idx="9978">
                  <c:v>0.316</c:v>
                </c:pt>
                <c:pt idx="9979">
                  <c:v>0.316</c:v>
                </c:pt>
                <c:pt idx="9980">
                  <c:v>0.316</c:v>
                </c:pt>
                <c:pt idx="9981">
                  <c:v>0.316</c:v>
                </c:pt>
                <c:pt idx="9982">
                  <c:v>0.316</c:v>
                </c:pt>
                <c:pt idx="9983">
                  <c:v>0.316</c:v>
                </c:pt>
                <c:pt idx="9984">
                  <c:v>0.316</c:v>
                </c:pt>
                <c:pt idx="9985">
                  <c:v>0.316</c:v>
                </c:pt>
                <c:pt idx="9986">
                  <c:v>0.31614814814814812</c:v>
                </c:pt>
                <c:pt idx="9987">
                  <c:v>0.31614814814814812</c:v>
                </c:pt>
                <c:pt idx="9988">
                  <c:v>0.31614814814814812</c:v>
                </c:pt>
                <c:pt idx="9989">
                  <c:v>0.3162962962962963</c:v>
                </c:pt>
                <c:pt idx="9990">
                  <c:v>0.3162962962962963</c:v>
                </c:pt>
                <c:pt idx="9991">
                  <c:v>0.3162962962962963</c:v>
                </c:pt>
                <c:pt idx="9992">
                  <c:v>0.3162962962962963</c:v>
                </c:pt>
                <c:pt idx="9993">
                  <c:v>0.3162962962962963</c:v>
                </c:pt>
                <c:pt idx="9994">
                  <c:v>0.3162962962962963</c:v>
                </c:pt>
                <c:pt idx="9995">
                  <c:v>0.3162962962962963</c:v>
                </c:pt>
                <c:pt idx="9996">
                  <c:v>0.3162962962962963</c:v>
                </c:pt>
                <c:pt idx="9997">
                  <c:v>0.31644444444444442</c:v>
                </c:pt>
                <c:pt idx="9998">
                  <c:v>0.31644444444444442</c:v>
                </c:pt>
                <c:pt idx="9999">
                  <c:v>0.31644444444444442</c:v>
                </c:pt>
                <c:pt idx="10000">
                  <c:v>0.31644444444444442</c:v>
                </c:pt>
                <c:pt idx="10001">
                  <c:v>0.31659259259259259</c:v>
                </c:pt>
                <c:pt idx="10002">
                  <c:v>0.31659259259259259</c:v>
                </c:pt>
                <c:pt idx="10003">
                  <c:v>0.31659259259259259</c:v>
                </c:pt>
                <c:pt idx="10004">
                  <c:v>0.31659259259259259</c:v>
                </c:pt>
                <c:pt idx="10005">
                  <c:v>0.31659259259259259</c:v>
                </c:pt>
                <c:pt idx="10006">
                  <c:v>0.31674074074074077</c:v>
                </c:pt>
                <c:pt idx="10007">
                  <c:v>0.31674074074074077</c:v>
                </c:pt>
                <c:pt idx="10008">
                  <c:v>0.31674074074074077</c:v>
                </c:pt>
                <c:pt idx="10009">
                  <c:v>0.31674074074074077</c:v>
                </c:pt>
                <c:pt idx="10010">
                  <c:v>0.31688888888888889</c:v>
                </c:pt>
                <c:pt idx="10011">
                  <c:v>0.31688888888888889</c:v>
                </c:pt>
                <c:pt idx="10012">
                  <c:v>0.31688888888888889</c:v>
                </c:pt>
                <c:pt idx="10013">
                  <c:v>0.31703703703703706</c:v>
                </c:pt>
                <c:pt idx="10014">
                  <c:v>0.31718518518518518</c:v>
                </c:pt>
                <c:pt idx="10015">
                  <c:v>0.31733333333333336</c:v>
                </c:pt>
                <c:pt idx="10016">
                  <c:v>0.31748148148148148</c:v>
                </c:pt>
                <c:pt idx="10017">
                  <c:v>0.31748148148148148</c:v>
                </c:pt>
                <c:pt idx="10018">
                  <c:v>0.31748148148148148</c:v>
                </c:pt>
                <c:pt idx="10019">
                  <c:v>0.31748148148148148</c:v>
                </c:pt>
                <c:pt idx="10020">
                  <c:v>0.31748148148148148</c:v>
                </c:pt>
                <c:pt idx="10021">
                  <c:v>0.31748148148148148</c:v>
                </c:pt>
                <c:pt idx="10022">
                  <c:v>0.31762962962962965</c:v>
                </c:pt>
                <c:pt idx="10023">
                  <c:v>0.31762962962962965</c:v>
                </c:pt>
                <c:pt idx="10024">
                  <c:v>0.31777777777777777</c:v>
                </c:pt>
                <c:pt idx="10025">
                  <c:v>0.31777777777777777</c:v>
                </c:pt>
                <c:pt idx="10026">
                  <c:v>0.31777777777777777</c:v>
                </c:pt>
                <c:pt idx="10027">
                  <c:v>0.31777777777777777</c:v>
                </c:pt>
                <c:pt idx="10028">
                  <c:v>0.31777777777777777</c:v>
                </c:pt>
                <c:pt idx="10029">
                  <c:v>0.31777777777777777</c:v>
                </c:pt>
                <c:pt idx="10030">
                  <c:v>0.31792592592592595</c:v>
                </c:pt>
                <c:pt idx="10031">
                  <c:v>0.31807407407407406</c:v>
                </c:pt>
                <c:pt idx="10032">
                  <c:v>0.31807407407407406</c:v>
                </c:pt>
                <c:pt idx="10033">
                  <c:v>0.31822222222222224</c:v>
                </c:pt>
                <c:pt idx="10034">
                  <c:v>0.31822222222222224</c:v>
                </c:pt>
                <c:pt idx="10035">
                  <c:v>0.31822222222222224</c:v>
                </c:pt>
                <c:pt idx="10036">
                  <c:v>0.31837037037037036</c:v>
                </c:pt>
                <c:pt idx="10037">
                  <c:v>0.31837037037037036</c:v>
                </c:pt>
                <c:pt idx="10038">
                  <c:v>0.31851851851851853</c:v>
                </c:pt>
                <c:pt idx="10039">
                  <c:v>0.31851851851851853</c:v>
                </c:pt>
                <c:pt idx="10040">
                  <c:v>0.31851851851851853</c:v>
                </c:pt>
                <c:pt idx="10041">
                  <c:v>0.31851851851851853</c:v>
                </c:pt>
                <c:pt idx="10042">
                  <c:v>0.31851851851851853</c:v>
                </c:pt>
                <c:pt idx="10043">
                  <c:v>0.31851851851851853</c:v>
                </c:pt>
                <c:pt idx="10044">
                  <c:v>0.31851851851851853</c:v>
                </c:pt>
                <c:pt idx="10045">
                  <c:v>0.31851851851851853</c:v>
                </c:pt>
                <c:pt idx="10046">
                  <c:v>0.31851851851851853</c:v>
                </c:pt>
                <c:pt idx="10047">
                  <c:v>0.31851851851851853</c:v>
                </c:pt>
                <c:pt idx="10048">
                  <c:v>0.31851851851851853</c:v>
                </c:pt>
                <c:pt idx="10049">
                  <c:v>0.31866666666666665</c:v>
                </c:pt>
                <c:pt idx="10050">
                  <c:v>0.31881481481481483</c:v>
                </c:pt>
                <c:pt idx="10051">
                  <c:v>0.31881481481481483</c:v>
                </c:pt>
                <c:pt idx="10052">
                  <c:v>0.31881481481481483</c:v>
                </c:pt>
                <c:pt idx="10053">
                  <c:v>0.31881481481481483</c:v>
                </c:pt>
                <c:pt idx="10054">
                  <c:v>0.31881481481481483</c:v>
                </c:pt>
                <c:pt idx="10055">
                  <c:v>0.31881481481481483</c:v>
                </c:pt>
                <c:pt idx="10056">
                  <c:v>0.31881481481481483</c:v>
                </c:pt>
                <c:pt idx="10057">
                  <c:v>0.31881481481481483</c:v>
                </c:pt>
                <c:pt idx="10058">
                  <c:v>0.31896296296296295</c:v>
                </c:pt>
                <c:pt idx="10059">
                  <c:v>0.31896296296296295</c:v>
                </c:pt>
                <c:pt idx="10060">
                  <c:v>0.31896296296296295</c:v>
                </c:pt>
                <c:pt idx="10061">
                  <c:v>0.31896296296296295</c:v>
                </c:pt>
                <c:pt idx="10062">
                  <c:v>0.31896296296296295</c:v>
                </c:pt>
                <c:pt idx="10063">
                  <c:v>0.31896296296296295</c:v>
                </c:pt>
                <c:pt idx="10064">
                  <c:v>0.31911111111111112</c:v>
                </c:pt>
                <c:pt idx="10065">
                  <c:v>0.31911111111111112</c:v>
                </c:pt>
                <c:pt idx="10066">
                  <c:v>0.31911111111111112</c:v>
                </c:pt>
                <c:pt idx="10067">
                  <c:v>0.31911111111111112</c:v>
                </c:pt>
                <c:pt idx="10068">
                  <c:v>0.31911111111111112</c:v>
                </c:pt>
                <c:pt idx="10069">
                  <c:v>0.31911111111111112</c:v>
                </c:pt>
                <c:pt idx="10070">
                  <c:v>0.31911111111111112</c:v>
                </c:pt>
                <c:pt idx="10071">
                  <c:v>0.31925925925925924</c:v>
                </c:pt>
                <c:pt idx="10072">
                  <c:v>0.31925925925925924</c:v>
                </c:pt>
                <c:pt idx="10073">
                  <c:v>0.31925925925925924</c:v>
                </c:pt>
                <c:pt idx="10074">
                  <c:v>0.31925925925925924</c:v>
                </c:pt>
                <c:pt idx="10075">
                  <c:v>0.31940740740740742</c:v>
                </c:pt>
                <c:pt idx="10076">
                  <c:v>0.31940740740740742</c:v>
                </c:pt>
                <c:pt idx="10077">
                  <c:v>0.31940740740740742</c:v>
                </c:pt>
                <c:pt idx="10078">
                  <c:v>0.31940740740740742</c:v>
                </c:pt>
                <c:pt idx="10079">
                  <c:v>0.31940740740740742</c:v>
                </c:pt>
                <c:pt idx="10080">
                  <c:v>0.31955555555555554</c:v>
                </c:pt>
                <c:pt idx="10081">
                  <c:v>0.31955555555555554</c:v>
                </c:pt>
                <c:pt idx="10082">
                  <c:v>0.31955555555555554</c:v>
                </c:pt>
                <c:pt idx="10083">
                  <c:v>0.31970370370370371</c:v>
                </c:pt>
                <c:pt idx="10084">
                  <c:v>0.31970370370370371</c:v>
                </c:pt>
                <c:pt idx="10085">
                  <c:v>0.31970370370370371</c:v>
                </c:pt>
                <c:pt idx="10086">
                  <c:v>0.31970370370370371</c:v>
                </c:pt>
                <c:pt idx="10087">
                  <c:v>0.31970370370370371</c:v>
                </c:pt>
                <c:pt idx="10088">
                  <c:v>0.31970370370370371</c:v>
                </c:pt>
                <c:pt idx="10089">
                  <c:v>0.31970370370370371</c:v>
                </c:pt>
                <c:pt idx="10090">
                  <c:v>0.31970370370370371</c:v>
                </c:pt>
                <c:pt idx="10091">
                  <c:v>0.31970370370370371</c:v>
                </c:pt>
                <c:pt idx="10092">
                  <c:v>0.31985185185185183</c:v>
                </c:pt>
                <c:pt idx="10093">
                  <c:v>0.31985185185185183</c:v>
                </c:pt>
                <c:pt idx="10094">
                  <c:v>0.31985185185185183</c:v>
                </c:pt>
                <c:pt idx="10095">
                  <c:v>0.31985185185185183</c:v>
                </c:pt>
                <c:pt idx="10096">
                  <c:v>0.32</c:v>
                </c:pt>
                <c:pt idx="10097">
                  <c:v>0.32</c:v>
                </c:pt>
                <c:pt idx="10098">
                  <c:v>0.32</c:v>
                </c:pt>
                <c:pt idx="10099">
                  <c:v>0.32014814814814813</c:v>
                </c:pt>
                <c:pt idx="10100">
                  <c:v>0.3202962962962963</c:v>
                </c:pt>
                <c:pt idx="10101">
                  <c:v>0.3202962962962963</c:v>
                </c:pt>
                <c:pt idx="10102">
                  <c:v>0.3202962962962963</c:v>
                </c:pt>
                <c:pt idx="10103">
                  <c:v>0.3202962962962963</c:v>
                </c:pt>
                <c:pt idx="10104">
                  <c:v>0.3202962962962963</c:v>
                </c:pt>
                <c:pt idx="10105">
                  <c:v>0.32044444444444442</c:v>
                </c:pt>
                <c:pt idx="10106">
                  <c:v>0.32044444444444442</c:v>
                </c:pt>
                <c:pt idx="10107">
                  <c:v>0.3205925925925926</c:v>
                </c:pt>
                <c:pt idx="10108">
                  <c:v>0.3205925925925926</c:v>
                </c:pt>
                <c:pt idx="10109">
                  <c:v>0.3205925925925926</c:v>
                </c:pt>
                <c:pt idx="10110">
                  <c:v>0.32074074074074072</c:v>
                </c:pt>
                <c:pt idx="10111">
                  <c:v>0.32088888888888889</c:v>
                </c:pt>
                <c:pt idx="10112">
                  <c:v>0.32088888888888889</c:v>
                </c:pt>
                <c:pt idx="10113">
                  <c:v>0.32088888888888889</c:v>
                </c:pt>
                <c:pt idx="10114">
                  <c:v>0.32088888888888889</c:v>
                </c:pt>
                <c:pt idx="10115">
                  <c:v>0.32088888888888889</c:v>
                </c:pt>
                <c:pt idx="10116">
                  <c:v>0.32088888888888889</c:v>
                </c:pt>
                <c:pt idx="10117">
                  <c:v>0.32088888888888889</c:v>
                </c:pt>
                <c:pt idx="10118">
                  <c:v>0.32103703703703701</c:v>
                </c:pt>
                <c:pt idx="10119">
                  <c:v>0.32103703703703701</c:v>
                </c:pt>
                <c:pt idx="10120">
                  <c:v>0.32103703703703701</c:v>
                </c:pt>
                <c:pt idx="10121">
                  <c:v>0.32103703703703701</c:v>
                </c:pt>
                <c:pt idx="10122">
                  <c:v>0.32103703703703701</c:v>
                </c:pt>
                <c:pt idx="10123">
                  <c:v>0.32103703703703701</c:v>
                </c:pt>
                <c:pt idx="10124">
                  <c:v>0.32103703703703701</c:v>
                </c:pt>
                <c:pt idx="10125">
                  <c:v>0.32103703703703701</c:v>
                </c:pt>
                <c:pt idx="10126">
                  <c:v>0.32118518518518518</c:v>
                </c:pt>
                <c:pt idx="10127">
                  <c:v>0.32118518518518518</c:v>
                </c:pt>
                <c:pt idx="10128">
                  <c:v>0.32118518518518518</c:v>
                </c:pt>
                <c:pt idx="10129">
                  <c:v>0.32118518518518518</c:v>
                </c:pt>
                <c:pt idx="10130">
                  <c:v>0.32118518518518518</c:v>
                </c:pt>
                <c:pt idx="10131">
                  <c:v>0.32133333333333336</c:v>
                </c:pt>
                <c:pt idx="10132">
                  <c:v>0.32133333333333336</c:v>
                </c:pt>
                <c:pt idx="10133">
                  <c:v>0.32133333333333336</c:v>
                </c:pt>
                <c:pt idx="10134">
                  <c:v>0.32133333333333336</c:v>
                </c:pt>
                <c:pt idx="10135">
                  <c:v>0.32148148148148148</c:v>
                </c:pt>
                <c:pt idx="10136">
                  <c:v>0.32148148148148148</c:v>
                </c:pt>
                <c:pt idx="10137">
                  <c:v>0.32148148148148148</c:v>
                </c:pt>
                <c:pt idx="10138">
                  <c:v>0.32162962962962965</c:v>
                </c:pt>
                <c:pt idx="10139">
                  <c:v>0.32162962962962965</c:v>
                </c:pt>
                <c:pt idx="10140">
                  <c:v>0.32162962962962965</c:v>
                </c:pt>
                <c:pt idx="10141">
                  <c:v>0.32162962962962965</c:v>
                </c:pt>
                <c:pt idx="10142">
                  <c:v>0.32177777777777777</c:v>
                </c:pt>
                <c:pt idx="10143">
                  <c:v>0.32192592592592595</c:v>
                </c:pt>
                <c:pt idx="10144">
                  <c:v>0.32192592592592595</c:v>
                </c:pt>
                <c:pt idx="10145">
                  <c:v>0.32192592592592595</c:v>
                </c:pt>
                <c:pt idx="10146">
                  <c:v>0.32192592592592595</c:v>
                </c:pt>
                <c:pt idx="10147">
                  <c:v>0.32192592592592595</c:v>
                </c:pt>
                <c:pt idx="10148">
                  <c:v>0.32207407407407407</c:v>
                </c:pt>
                <c:pt idx="10149">
                  <c:v>0.32207407407407407</c:v>
                </c:pt>
                <c:pt idx="10150">
                  <c:v>0.32207407407407407</c:v>
                </c:pt>
                <c:pt idx="10151">
                  <c:v>0.32207407407407407</c:v>
                </c:pt>
                <c:pt idx="10152">
                  <c:v>0.32207407407407407</c:v>
                </c:pt>
                <c:pt idx="10153">
                  <c:v>0.32207407407407407</c:v>
                </c:pt>
                <c:pt idx="10154">
                  <c:v>0.32222222222222224</c:v>
                </c:pt>
                <c:pt idx="10155">
                  <c:v>0.32222222222222224</c:v>
                </c:pt>
                <c:pt idx="10156">
                  <c:v>0.32222222222222224</c:v>
                </c:pt>
                <c:pt idx="10157">
                  <c:v>0.32222222222222224</c:v>
                </c:pt>
                <c:pt idx="10158">
                  <c:v>0.32222222222222224</c:v>
                </c:pt>
                <c:pt idx="10159">
                  <c:v>0.32222222222222224</c:v>
                </c:pt>
                <c:pt idx="10160">
                  <c:v>0.32237037037037036</c:v>
                </c:pt>
                <c:pt idx="10161">
                  <c:v>0.32251851851851854</c:v>
                </c:pt>
                <c:pt idx="10162">
                  <c:v>0.32251851851851854</c:v>
                </c:pt>
                <c:pt idx="10163">
                  <c:v>0.32266666666666666</c:v>
                </c:pt>
                <c:pt idx="10164">
                  <c:v>0.32266666666666666</c:v>
                </c:pt>
                <c:pt idx="10165">
                  <c:v>0.32281481481481483</c:v>
                </c:pt>
                <c:pt idx="10166">
                  <c:v>0.32281481481481483</c:v>
                </c:pt>
                <c:pt idx="10167">
                  <c:v>0.32281481481481483</c:v>
                </c:pt>
                <c:pt idx="10168">
                  <c:v>0.32281481481481483</c:v>
                </c:pt>
                <c:pt idx="10169">
                  <c:v>0.32296296296296295</c:v>
                </c:pt>
                <c:pt idx="10170">
                  <c:v>0.32311111111111113</c:v>
                </c:pt>
                <c:pt idx="10171">
                  <c:v>0.32311111111111113</c:v>
                </c:pt>
                <c:pt idx="10172">
                  <c:v>0.32311111111111113</c:v>
                </c:pt>
                <c:pt idx="10173">
                  <c:v>0.32311111111111113</c:v>
                </c:pt>
                <c:pt idx="10174">
                  <c:v>0.32311111111111113</c:v>
                </c:pt>
                <c:pt idx="10175">
                  <c:v>0.32325925925925925</c:v>
                </c:pt>
                <c:pt idx="10176">
                  <c:v>0.32325925925925925</c:v>
                </c:pt>
                <c:pt idx="10177">
                  <c:v>0.32325925925925925</c:v>
                </c:pt>
                <c:pt idx="10178">
                  <c:v>0.32325925925925925</c:v>
                </c:pt>
                <c:pt idx="10179">
                  <c:v>0.32325925925925925</c:v>
                </c:pt>
                <c:pt idx="10180">
                  <c:v>0.32325925925925925</c:v>
                </c:pt>
                <c:pt idx="10181">
                  <c:v>0.32325925925925925</c:v>
                </c:pt>
                <c:pt idx="10182">
                  <c:v>0.32325925925925925</c:v>
                </c:pt>
                <c:pt idx="10183">
                  <c:v>0.32325925925925925</c:v>
                </c:pt>
                <c:pt idx="10184">
                  <c:v>0.32325925925925925</c:v>
                </c:pt>
                <c:pt idx="10185">
                  <c:v>0.32340740740740742</c:v>
                </c:pt>
                <c:pt idx="10186">
                  <c:v>0.32355555555555554</c:v>
                </c:pt>
                <c:pt idx="10187">
                  <c:v>0.32355555555555554</c:v>
                </c:pt>
                <c:pt idx="10188">
                  <c:v>0.32355555555555554</c:v>
                </c:pt>
                <c:pt idx="10189">
                  <c:v>0.32370370370370372</c:v>
                </c:pt>
                <c:pt idx="10190">
                  <c:v>0.32370370370370372</c:v>
                </c:pt>
                <c:pt idx="10191">
                  <c:v>0.32370370370370372</c:v>
                </c:pt>
                <c:pt idx="10192">
                  <c:v>0.32370370370370372</c:v>
                </c:pt>
                <c:pt idx="10193">
                  <c:v>0.32385185185185184</c:v>
                </c:pt>
                <c:pt idx="10194">
                  <c:v>0.32385185185185184</c:v>
                </c:pt>
                <c:pt idx="10195">
                  <c:v>0.32385185185185184</c:v>
                </c:pt>
                <c:pt idx="10196">
                  <c:v>0.32385185185185184</c:v>
                </c:pt>
                <c:pt idx="10197">
                  <c:v>0.32385185185185184</c:v>
                </c:pt>
                <c:pt idx="10198">
                  <c:v>0.32385185185185184</c:v>
                </c:pt>
                <c:pt idx="10199">
                  <c:v>0.32385185185185184</c:v>
                </c:pt>
                <c:pt idx="10200">
                  <c:v>0.32400000000000001</c:v>
                </c:pt>
                <c:pt idx="10201">
                  <c:v>0.32400000000000001</c:v>
                </c:pt>
                <c:pt idx="10202">
                  <c:v>0.32400000000000001</c:v>
                </c:pt>
                <c:pt idx="10203">
                  <c:v>0.32400000000000001</c:v>
                </c:pt>
                <c:pt idx="10204">
                  <c:v>0.32414814814814813</c:v>
                </c:pt>
                <c:pt idx="10205">
                  <c:v>0.3242962962962963</c:v>
                </c:pt>
                <c:pt idx="10206">
                  <c:v>0.3242962962962963</c:v>
                </c:pt>
                <c:pt idx="10207">
                  <c:v>0.3242962962962963</c:v>
                </c:pt>
                <c:pt idx="10208">
                  <c:v>0.3242962962962963</c:v>
                </c:pt>
                <c:pt idx="10209">
                  <c:v>0.32444444444444442</c:v>
                </c:pt>
                <c:pt idx="10210">
                  <c:v>0.32444444444444442</c:v>
                </c:pt>
                <c:pt idx="10211">
                  <c:v>0.32444444444444442</c:v>
                </c:pt>
                <c:pt idx="10212">
                  <c:v>0.3245925925925926</c:v>
                </c:pt>
                <c:pt idx="10213">
                  <c:v>0.3245925925925926</c:v>
                </c:pt>
                <c:pt idx="10214">
                  <c:v>0.3245925925925926</c:v>
                </c:pt>
                <c:pt idx="10215">
                  <c:v>0.3245925925925926</c:v>
                </c:pt>
                <c:pt idx="10216">
                  <c:v>0.3245925925925926</c:v>
                </c:pt>
                <c:pt idx="10217">
                  <c:v>0.3245925925925926</c:v>
                </c:pt>
                <c:pt idx="10218">
                  <c:v>0.3245925925925926</c:v>
                </c:pt>
                <c:pt idx="10219">
                  <c:v>0.32474074074074072</c:v>
                </c:pt>
                <c:pt idx="10220">
                  <c:v>0.32488888888888889</c:v>
                </c:pt>
                <c:pt idx="10221">
                  <c:v>0.32488888888888889</c:v>
                </c:pt>
                <c:pt idx="10222">
                  <c:v>0.32488888888888889</c:v>
                </c:pt>
                <c:pt idx="10223">
                  <c:v>0.32503703703703701</c:v>
                </c:pt>
                <c:pt idx="10224">
                  <c:v>0.32503703703703701</c:v>
                </c:pt>
                <c:pt idx="10225">
                  <c:v>0.32503703703703701</c:v>
                </c:pt>
                <c:pt idx="10226">
                  <c:v>0.32503703703703701</c:v>
                </c:pt>
                <c:pt idx="10227">
                  <c:v>0.32518518518518519</c:v>
                </c:pt>
                <c:pt idx="10228">
                  <c:v>0.32533333333333331</c:v>
                </c:pt>
                <c:pt idx="10229">
                  <c:v>0.32533333333333331</c:v>
                </c:pt>
                <c:pt idx="10230">
                  <c:v>0.32533333333333331</c:v>
                </c:pt>
                <c:pt idx="10231">
                  <c:v>0.32533333333333331</c:v>
                </c:pt>
                <c:pt idx="10232">
                  <c:v>0.32548148148148148</c:v>
                </c:pt>
                <c:pt idx="10233">
                  <c:v>0.32548148148148148</c:v>
                </c:pt>
                <c:pt idx="10234">
                  <c:v>0.32548148148148148</c:v>
                </c:pt>
                <c:pt idx="10235">
                  <c:v>0.32548148148148148</c:v>
                </c:pt>
                <c:pt idx="10236">
                  <c:v>0.32548148148148148</c:v>
                </c:pt>
                <c:pt idx="10237">
                  <c:v>0.32548148148148148</c:v>
                </c:pt>
                <c:pt idx="10238">
                  <c:v>0.3256296296296296</c:v>
                </c:pt>
                <c:pt idx="10239">
                  <c:v>0.3256296296296296</c:v>
                </c:pt>
                <c:pt idx="10240">
                  <c:v>0.3256296296296296</c:v>
                </c:pt>
                <c:pt idx="10241">
                  <c:v>0.3256296296296296</c:v>
                </c:pt>
                <c:pt idx="10242">
                  <c:v>0.3256296296296296</c:v>
                </c:pt>
                <c:pt idx="10243">
                  <c:v>0.3256296296296296</c:v>
                </c:pt>
                <c:pt idx="10244">
                  <c:v>0.3256296296296296</c:v>
                </c:pt>
                <c:pt idx="10245">
                  <c:v>0.32577777777777778</c:v>
                </c:pt>
                <c:pt idx="10246">
                  <c:v>0.32592592592592595</c:v>
                </c:pt>
                <c:pt idx="10247">
                  <c:v>0.32607407407407407</c:v>
                </c:pt>
                <c:pt idx="10248">
                  <c:v>0.32622222222222225</c:v>
                </c:pt>
                <c:pt idx="10249">
                  <c:v>0.32622222222222225</c:v>
                </c:pt>
                <c:pt idx="10250">
                  <c:v>0.32622222222222225</c:v>
                </c:pt>
                <c:pt idx="10251">
                  <c:v>0.32622222222222225</c:v>
                </c:pt>
                <c:pt idx="10252">
                  <c:v>0.32622222222222225</c:v>
                </c:pt>
                <c:pt idx="10253">
                  <c:v>0.32622222222222225</c:v>
                </c:pt>
                <c:pt idx="10254">
                  <c:v>0.32637037037037037</c:v>
                </c:pt>
                <c:pt idx="10255">
                  <c:v>0.32637037037037037</c:v>
                </c:pt>
                <c:pt idx="10256">
                  <c:v>0.32651851851851854</c:v>
                </c:pt>
                <c:pt idx="10257">
                  <c:v>0.32651851851851854</c:v>
                </c:pt>
                <c:pt idx="10258">
                  <c:v>0.32666666666666666</c:v>
                </c:pt>
                <c:pt idx="10259">
                  <c:v>0.32666666666666666</c:v>
                </c:pt>
                <c:pt idx="10260">
                  <c:v>0.32681481481481484</c:v>
                </c:pt>
                <c:pt idx="10261">
                  <c:v>0.32681481481481484</c:v>
                </c:pt>
                <c:pt idx="10262">
                  <c:v>0.32681481481481484</c:v>
                </c:pt>
                <c:pt idx="10263">
                  <c:v>0.32696296296296296</c:v>
                </c:pt>
                <c:pt idx="10264">
                  <c:v>0.32696296296296296</c:v>
                </c:pt>
                <c:pt idx="10265">
                  <c:v>0.32696296296296296</c:v>
                </c:pt>
                <c:pt idx="10266">
                  <c:v>0.32696296296296296</c:v>
                </c:pt>
                <c:pt idx="10267">
                  <c:v>0.32696296296296296</c:v>
                </c:pt>
                <c:pt idx="10268">
                  <c:v>0.32696296296296296</c:v>
                </c:pt>
                <c:pt idx="10269">
                  <c:v>0.32696296296296296</c:v>
                </c:pt>
                <c:pt idx="10270">
                  <c:v>0.32696296296296296</c:v>
                </c:pt>
                <c:pt idx="10271">
                  <c:v>0.32696296296296296</c:v>
                </c:pt>
                <c:pt idx="10272">
                  <c:v>0.32711111111111113</c:v>
                </c:pt>
                <c:pt idx="10273">
                  <c:v>0.32711111111111113</c:v>
                </c:pt>
                <c:pt idx="10274">
                  <c:v>0.32725925925925925</c:v>
                </c:pt>
                <c:pt idx="10275">
                  <c:v>0.32725925925925925</c:v>
                </c:pt>
                <c:pt idx="10276">
                  <c:v>0.32725925925925925</c:v>
                </c:pt>
                <c:pt idx="10277">
                  <c:v>0.32725925925925925</c:v>
                </c:pt>
                <c:pt idx="10278">
                  <c:v>0.32725925925925925</c:v>
                </c:pt>
                <c:pt idx="10279">
                  <c:v>0.32725925925925925</c:v>
                </c:pt>
                <c:pt idx="10280">
                  <c:v>0.32725925925925925</c:v>
                </c:pt>
                <c:pt idx="10281">
                  <c:v>0.32740740740740742</c:v>
                </c:pt>
                <c:pt idx="10282">
                  <c:v>0.32740740740740742</c:v>
                </c:pt>
                <c:pt idx="10283">
                  <c:v>0.32740740740740742</c:v>
                </c:pt>
                <c:pt idx="10284">
                  <c:v>0.32740740740740742</c:v>
                </c:pt>
                <c:pt idx="10285">
                  <c:v>0.32740740740740742</c:v>
                </c:pt>
                <c:pt idx="10286">
                  <c:v>0.32740740740740742</c:v>
                </c:pt>
                <c:pt idx="10287">
                  <c:v>0.32740740740740742</c:v>
                </c:pt>
                <c:pt idx="10288">
                  <c:v>0.32740740740740742</c:v>
                </c:pt>
                <c:pt idx="10289">
                  <c:v>0.32740740740740742</c:v>
                </c:pt>
                <c:pt idx="10290">
                  <c:v>0.32740740740740742</c:v>
                </c:pt>
                <c:pt idx="10291">
                  <c:v>0.32755555555555554</c:v>
                </c:pt>
                <c:pt idx="10292">
                  <c:v>0.32755555555555554</c:v>
                </c:pt>
                <c:pt idx="10293">
                  <c:v>0.32755555555555554</c:v>
                </c:pt>
                <c:pt idx="10294">
                  <c:v>0.32755555555555554</c:v>
                </c:pt>
                <c:pt idx="10295">
                  <c:v>0.32755555555555554</c:v>
                </c:pt>
                <c:pt idx="10296">
                  <c:v>0.32755555555555554</c:v>
                </c:pt>
                <c:pt idx="10297">
                  <c:v>0.32755555555555554</c:v>
                </c:pt>
                <c:pt idx="10298">
                  <c:v>0.32755555555555554</c:v>
                </c:pt>
                <c:pt idx="10299">
                  <c:v>0.32755555555555554</c:v>
                </c:pt>
                <c:pt idx="10300">
                  <c:v>0.32770370370370372</c:v>
                </c:pt>
                <c:pt idx="10301">
                  <c:v>0.32770370370370372</c:v>
                </c:pt>
                <c:pt idx="10302">
                  <c:v>0.32785185185185184</c:v>
                </c:pt>
                <c:pt idx="10303">
                  <c:v>0.32785185185185184</c:v>
                </c:pt>
                <c:pt idx="10304">
                  <c:v>0.32800000000000001</c:v>
                </c:pt>
                <c:pt idx="10305">
                  <c:v>0.32814814814814813</c:v>
                </c:pt>
                <c:pt idx="10306">
                  <c:v>0.32814814814814813</c:v>
                </c:pt>
                <c:pt idx="10307">
                  <c:v>0.32814814814814813</c:v>
                </c:pt>
                <c:pt idx="10308">
                  <c:v>0.32814814814814813</c:v>
                </c:pt>
                <c:pt idx="10309">
                  <c:v>0.32829629629629631</c:v>
                </c:pt>
                <c:pt idx="10310">
                  <c:v>0.32829629629629631</c:v>
                </c:pt>
                <c:pt idx="10311">
                  <c:v>0.32844444444444443</c:v>
                </c:pt>
                <c:pt idx="10312">
                  <c:v>0.32844444444444443</c:v>
                </c:pt>
                <c:pt idx="10313">
                  <c:v>0.32844444444444443</c:v>
                </c:pt>
                <c:pt idx="10314">
                  <c:v>0.32844444444444443</c:v>
                </c:pt>
                <c:pt idx="10315">
                  <c:v>0.32844444444444443</c:v>
                </c:pt>
                <c:pt idx="10316">
                  <c:v>0.3285925925925926</c:v>
                </c:pt>
                <c:pt idx="10317">
                  <c:v>0.3285925925925926</c:v>
                </c:pt>
                <c:pt idx="10318">
                  <c:v>0.3285925925925926</c:v>
                </c:pt>
                <c:pt idx="10319">
                  <c:v>0.3285925925925926</c:v>
                </c:pt>
                <c:pt idx="10320">
                  <c:v>0.3285925925925926</c:v>
                </c:pt>
                <c:pt idx="10321">
                  <c:v>0.3285925925925926</c:v>
                </c:pt>
                <c:pt idx="10322">
                  <c:v>0.3285925925925926</c:v>
                </c:pt>
                <c:pt idx="10323">
                  <c:v>0.32874074074074072</c:v>
                </c:pt>
                <c:pt idx="10324">
                  <c:v>0.32874074074074072</c:v>
                </c:pt>
                <c:pt idx="10325">
                  <c:v>0.32874074074074072</c:v>
                </c:pt>
                <c:pt idx="10326">
                  <c:v>0.32874074074074072</c:v>
                </c:pt>
                <c:pt idx="10327">
                  <c:v>0.32874074074074072</c:v>
                </c:pt>
                <c:pt idx="10328">
                  <c:v>0.3288888888888889</c:v>
                </c:pt>
                <c:pt idx="10329">
                  <c:v>0.3288888888888889</c:v>
                </c:pt>
                <c:pt idx="10330">
                  <c:v>0.3288888888888889</c:v>
                </c:pt>
                <c:pt idx="10331">
                  <c:v>0.32903703703703702</c:v>
                </c:pt>
                <c:pt idx="10332">
                  <c:v>0.32903703703703702</c:v>
                </c:pt>
                <c:pt idx="10333">
                  <c:v>0.32903703703703702</c:v>
                </c:pt>
                <c:pt idx="10334">
                  <c:v>0.32903703703703702</c:v>
                </c:pt>
                <c:pt idx="10335">
                  <c:v>0.32903703703703702</c:v>
                </c:pt>
                <c:pt idx="10336">
                  <c:v>0.32903703703703702</c:v>
                </c:pt>
                <c:pt idx="10337">
                  <c:v>0.32918518518518519</c:v>
                </c:pt>
                <c:pt idx="10338">
                  <c:v>0.32918518518518519</c:v>
                </c:pt>
                <c:pt idx="10339">
                  <c:v>0.32918518518518519</c:v>
                </c:pt>
                <c:pt idx="10340">
                  <c:v>0.32918518518518519</c:v>
                </c:pt>
                <c:pt idx="10341">
                  <c:v>0.32918518518518519</c:v>
                </c:pt>
                <c:pt idx="10342">
                  <c:v>0.32918518518518519</c:v>
                </c:pt>
                <c:pt idx="10343">
                  <c:v>0.32933333333333331</c:v>
                </c:pt>
                <c:pt idx="10344">
                  <c:v>0.32933333333333331</c:v>
                </c:pt>
                <c:pt idx="10345">
                  <c:v>0.32933333333333331</c:v>
                </c:pt>
                <c:pt idx="10346">
                  <c:v>0.32933333333333331</c:v>
                </c:pt>
                <c:pt idx="10347">
                  <c:v>0.32933333333333331</c:v>
                </c:pt>
                <c:pt idx="10348">
                  <c:v>0.32933333333333331</c:v>
                </c:pt>
                <c:pt idx="10349">
                  <c:v>0.32933333333333331</c:v>
                </c:pt>
                <c:pt idx="10350">
                  <c:v>0.32933333333333331</c:v>
                </c:pt>
                <c:pt idx="10351">
                  <c:v>0.32933333333333331</c:v>
                </c:pt>
                <c:pt idx="10352">
                  <c:v>0.32933333333333331</c:v>
                </c:pt>
                <c:pt idx="10353">
                  <c:v>0.32948148148148149</c:v>
                </c:pt>
                <c:pt idx="10354">
                  <c:v>0.32948148148148149</c:v>
                </c:pt>
                <c:pt idx="10355">
                  <c:v>0.32948148148148149</c:v>
                </c:pt>
                <c:pt idx="10356">
                  <c:v>0.32962962962962961</c:v>
                </c:pt>
                <c:pt idx="10357">
                  <c:v>0.32962962962962961</c:v>
                </c:pt>
                <c:pt idx="10358">
                  <c:v>0.32977777777777778</c:v>
                </c:pt>
                <c:pt idx="10359">
                  <c:v>0.32977777777777778</c:v>
                </c:pt>
                <c:pt idx="10360">
                  <c:v>0.32977777777777778</c:v>
                </c:pt>
                <c:pt idx="10361">
                  <c:v>0.3299259259259259</c:v>
                </c:pt>
                <c:pt idx="10362">
                  <c:v>0.3299259259259259</c:v>
                </c:pt>
                <c:pt idx="10363">
                  <c:v>0.3299259259259259</c:v>
                </c:pt>
                <c:pt idx="10364">
                  <c:v>0.3299259259259259</c:v>
                </c:pt>
                <c:pt idx="10365">
                  <c:v>0.3299259259259259</c:v>
                </c:pt>
                <c:pt idx="10366">
                  <c:v>0.3299259259259259</c:v>
                </c:pt>
                <c:pt idx="10367">
                  <c:v>0.3299259259259259</c:v>
                </c:pt>
                <c:pt idx="10368">
                  <c:v>0.3299259259259259</c:v>
                </c:pt>
                <c:pt idx="10369">
                  <c:v>0.3299259259259259</c:v>
                </c:pt>
                <c:pt idx="10370">
                  <c:v>0.3299259259259259</c:v>
                </c:pt>
                <c:pt idx="10371">
                  <c:v>0.33007407407407408</c:v>
                </c:pt>
                <c:pt idx="10372">
                  <c:v>0.33007407407407408</c:v>
                </c:pt>
                <c:pt idx="10373">
                  <c:v>0.33007407407407408</c:v>
                </c:pt>
                <c:pt idx="10374">
                  <c:v>0.33007407407407408</c:v>
                </c:pt>
                <c:pt idx="10375">
                  <c:v>0.33007407407407408</c:v>
                </c:pt>
                <c:pt idx="10376">
                  <c:v>0.33007407407407408</c:v>
                </c:pt>
                <c:pt idx="10377">
                  <c:v>0.33007407407407408</c:v>
                </c:pt>
                <c:pt idx="10378">
                  <c:v>0.33007407407407408</c:v>
                </c:pt>
                <c:pt idx="10379">
                  <c:v>0.33007407407407408</c:v>
                </c:pt>
                <c:pt idx="10380">
                  <c:v>0.33007407407407408</c:v>
                </c:pt>
                <c:pt idx="10381">
                  <c:v>0.33007407407407408</c:v>
                </c:pt>
                <c:pt idx="10382">
                  <c:v>0.33007407407407408</c:v>
                </c:pt>
                <c:pt idx="10383">
                  <c:v>0.33007407407407408</c:v>
                </c:pt>
                <c:pt idx="10384">
                  <c:v>0.33022222222222219</c:v>
                </c:pt>
                <c:pt idx="10385">
                  <c:v>0.33037037037037037</c:v>
                </c:pt>
                <c:pt idx="10386">
                  <c:v>0.33051851851851854</c:v>
                </c:pt>
                <c:pt idx="10387">
                  <c:v>0.33051851851851854</c:v>
                </c:pt>
                <c:pt idx="10388">
                  <c:v>0.33051851851851854</c:v>
                </c:pt>
                <c:pt idx="10389">
                  <c:v>0.33051851851851854</c:v>
                </c:pt>
                <c:pt idx="10390">
                  <c:v>0.33051851851851854</c:v>
                </c:pt>
                <c:pt idx="10391">
                  <c:v>0.33051851851851854</c:v>
                </c:pt>
                <c:pt idx="10392">
                  <c:v>0.33051851851851854</c:v>
                </c:pt>
                <c:pt idx="10393">
                  <c:v>0.33066666666666666</c:v>
                </c:pt>
                <c:pt idx="10394">
                  <c:v>0.33066666666666666</c:v>
                </c:pt>
                <c:pt idx="10395">
                  <c:v>0.33066666666666666</c:v>
                </c:pt>
                <c:pt idx="10396">
                  <c:v>0.33066666666666666</c:v>
                </c:pt>
                <c:pt idx="10397">
                  <c:v>0.33066666666666666</c:v>
                </c:pt>
                <c:pt idx="10398">
                  <c:v>0.33066666666666666</c:v>
                </c:pt>
                <c:pt idx="10399">
                  <c:v>0.33066666666666666</c:v>
                </c:pt>
                <c:pt idx="10400">
                  <c:v>0.33066666666666666</c:v>
                </c:pt>
                <c:pt idx="10401">
                  <c:v>0.33066666666666666</c:v>
                </c:pt>
                <c:pt idx="10402">
                  <c:v>0.33066666666666666</c:v>
                </c:pt>
                <c:pt idx="10403">
                  <c:v>0.33066666666666666</c:v>
                </c:pt>
                <c:pt idx="10404">
                  <c:v>0.33066666666666666</c:v>
                </c:pt>
                <c:pt idx="10405">
                  <c:v>0.33066666666666666</c:v>
                </c:pt>
                <c:pt idx="10406">
                  <c:v>0.33066666666666666</c:v>
                </c:pt>
                <c:pt idx="10407">
                  <c:v>0.33066666666666666</c:v>
                </c:pt>
                <c:pt idx="10408">
                  <c:v>0.33066666666666666</c:v>
                </c:pt>
                <c:pt idx="10409">
                  <c:v>0.33066666666666666</c:v>
                </c:pt>
                <c:pt idx="10410">
                  <c:v>0.33066666666666666</c:v>
                </c:pt>
                <c:pt idx="10411">
                  <c:v>0.33066666666666666</c:v>
                </c:pt>
                <c:pt idx="10412">
                  <c:v>0.33081481481481484</c:v>
                </c:pt>
                <c:pt idx="10413">
                  <c:v>0.33081481481481484</c:v>
                </c:pt>
                <c:pt idx="10414">
                  <c:v>0.33081481481481484</c:v>
                </c:pt>
                <c:pt idx="10415">
                  <c:v>0.33081481481481484</c:v>
                </c:pt>
                <c:pt idx="10416">
                  <c:v>0.33081481481481484</c:v>
                </c:pt>
                <c:pt idx="10417">
                  <c:v>0.33081481481481484</c:v>
                </c:pt>
                <c:pt idx="10418">
                  <c:v>0.33096296296296296</c:v>
                </c:pt>
                <c:pt idx="10419">
                  <c:v>0.33111111111111113</c:v>
                </c:pt>
                <c:pt idx="10420">
                  <c:v>0.33111111111111113</c:v>
                </c:pt>
                <c:pt idx="10421">
                  <c:v>0.33111111111111113</c:v>
                </c:pt>
                <c:pt idx="10422">
                  <c:v>0.33125925925925925</c:v>
                </c:pt>
                <c:pt idx="10423">
                  <c:v>0.33125925925925925</c:v>
                </c:pt>
                <c:pt idx="10424">
                  <c:v>0.33125925925925925</c:v>
                </c:pt>
                <c:pt idx="10425">
                  <c:v>0.33125925925925925</c:v>
                </c:pt>
                <c:pt idx="10426">
                  <c:v>0.33125925925925925</c:v>
                </c:pt>
                <c:pt idx="10427">
                  <c:v>0.33125925925925925</c:v>
                </c:pt>
                <c:pt idx="10428">
                  <c:v>0.33125925925925925</c:v>
                </c:pt>
                <c:pt idx="10429">
                  <c:v>0.33125925925925925</c:v>
                </c:pt>
                <c:pt idx="10430">
                  <c:v>0.33125925925925925</c:v>
                </c:pt>
                <c:pt idx="10431">
                  <c:v>0.33125925925925925</c:v>
                </c:pt>
                <c:pt idx="10432">
                  <c:v>0.33140740740740743</c:v>
                </c:pt>
                <c:pt idx="10433">
                  <c:v>0.33140740740740743</c:v>
                </c:pt>
                <c:pt idx="10434">
                  <c:v>0.33140740740740743</c:v>
                </c:pt>
                <c:pt idx="10435">
                  <c:v>0.33140740740740743</c:v>
                </c:pt>
                <c:pt idx="10436">
                  <c:v>0.33140740740740743</c:v>
                </c:pt>
                <c:pt idx="10437">
                  <c:v>0.33155555555555555</c:v>
                </c:pt>
                <c:pt idx="10438">
                  <c:v>0.33155555555555555</c:v>
                </c:pt>
                <c:pt idx="10439">
                  <c:v>0.33155555555555555</c:v>
                </c:pt>
                <c:pt idx="10440">
                  <c:v>0.33155555555555555</c:v>
                </c:pt>
                <c:pt idx="10441">
                  <c:v>0.33155555555555555</c:v>
                </c:pt>
                <c:pt idx="10442">
                  <c:v>0.33155555555555555</c:v>
                </c:pt>
                <c:pt idx="10443">
                  <c:v>0.33155555555555555</c:v>
                </c:pt>
                <c:pt idx="10444">
                  <c:v>0.33155555555555555</c:v>
                </c:pt>
                <c:pt idx="10445">
                  <c:v>0.33155555555555555</c:v>
                </c:pt>
                <c:pt idx="10446">
                  <c:v>0.33170370370370372</c:v>
                </c:pt>
                <c:pt idx="10447">
                  <c:v>0.33185185185185184</c:v>
                </c:pt>
                <c:pt idx="10448">
                  <c:v>0.33185185185185184</c:v>
                </c:pt>
                <c:pt idx="10449">
                  <c:v>0.33185185185185184</c:v>
                </c:pt>
                <c:pt idx="10450">
                  <c:v>0.33185185185185184</c:v>
                </c:pt>
                <c:pt idx="10451">
                  <c:v>0.33200000000000002</c:v>
                </c:pt>
                <c:pt idx="10452">
                  <c:v>0.33214814814814814</c:v>
                </c:pt>
                <c:pt idx="10453">
                  <c:v>0.33214814814814814</c:v>
                </c:pt>
                <c:pt idx="10454">
                  <c:v>0.33214814814814814</c:v>
                </c:pt>
                <c:pt idx="10455">
                  <c:v>0.33214814814814814</c:v>
                </c:pt>
                <c:pt idx="10456">
                  <c:v>0.33214814814814814</c:v>
                </c:pt>
                <c:pt idx="10457">
                  <c:v>0.33214814814814814</c:v>
                </c:pt>
                <c:pt idx="10458">
                  <c:v>0.33214814814814814</c:v>
                </c:pt>
                <c:pt idx="10459">
                  <c:v>0.33229629629629631</c:v>
                </c:pt>
                <c:pt idx="10460">
                  <c:v>0.33229629629629631</c:v>
                </c:pt>
                <c:pt idx="10461">
                  <c:v>0.33229629629629631</c:v>
                </c:pt>
                <c:pt idx="10462">
                  <c:v>0.33229629629629631</c:v>
                </c:pt>
                <c:pt idx="10463">
                  <c:v>0.33244444444444443</c:v>
                </c:pt>
                <c:pt idx="10464">
                  <c:v>0.33244444444444443</c:v>
                </c:pt>
                <c:pt idx="10465">
                  <c:v>0.33244444444444443</c:v>
                </c:pt>
                <c:pt idx="10466">
                  <c:v>0.33244444444444443</c:v>
                </c:pt>
                <c:pt idx="10467">
                  <c:v>0.33244444444444443</c:v>
                </c:pt>
                <c:pt idx="10468">
                  <c:v>0.33244444444444443</c:v>
                </c:pt>
                <c:pt idx="10469">
                  <c:v>0.33259259259259261</c:v>
                </c:pt>
                <c:pt idx="10470">
                  <c:v>0.33259259259259261</c:v>
                </c:pt>
                <c:pt idx="10471">
                  <c:v>0.33259259259259261</c:v>
                </c:pt>
                <c:pt idx="10472">
                  <c:v>0.33259259259259261</c:v>
                </c:pt>
                <c:pt idx="10473">
                  <c:v>0.33259259259259261</c:v>
                </c:pt>
                <c:pt idx="10474">
                  <c:v>0.33259259259259261</c:v>
                </c:pt>
                <c:pt idx="10475">
                  <c:v>0.33259259259259261</c:v>
                </c:pt>
                <c:pt idx="10476">
                  <c:v>0.33259259259259261</c:v>
                </c:pt>
                <c:pt idx="10477">
                  <c:v>0.33259259259259261</c:v>
                </c:pt>
                <c:pt idx="10478">
                  <c:v>0.33259259259259261</c:v>
                </c:pt>
                <c:pt idx="10479">
                  <c:v>0.33274074074074073</c:v>
                </c:pt>
                <c:pt idx="10480">
                  <c:v>0.33274074074074073</c:v>
                </c:pt>
                <c:pt idx="10481">
                  <c:v>0.33274074074074073</c:v>
                </c:pt>
                <c:pt idx="10482">
                  <c:v>0.33274074074074073</c:v>
                </c:pt>
                <c:pt idx="10483">
                  <c:v>0.33274074074074073</c:v>
                </c:pt>
                <c:pt idx="10484">
                  <c:v>0.33274074074074073</c:v>
                </c:pt>
                <c:pt idx="10485">
                  <c:v>0.33274074074074073</c:v>
                </c:pt>
                <c:pt idx="10486">
                  <c:v>0.33274074074074073</c:v>
                </c:pt>
                <c:pt idx="10487">
                  <c:v>0.33274074074074073</c:v>
                </c:pt>
                <c:pt idx="10488">
                  <c:v>0.33274074074074073</c:v>
                </c:pt>
                <c:pt idx="10489">
                  <c:v>0.3328888888888889</c:v>
                </c:pt>
                <c:pt idx="10490">
                  <c:v>0.3328888888888889</c:v>
                </c:pt>
                <c:pt idx="10491">
                  <c:v>0.3328888888888889</c:v>
                </c:pt>
                <c:pt idx="10492">
                  <c:v>0.3328888888888889</c:v>
                </c:pt>
                <c:pt idx="10493">
                  <c:v>0.33303703703703702</c:v>
                </c:pt>
                <c:pt idx="10494">
                  <c:v>0.33303703703703702</c:v>
                </c:pt>
                <c:pt idx="10495">
                  <c:v>0.33303703703703702</c:v>
                </c:pt>
                <c:pt idx="10496">
                  <c:v>0.3331851851851852</c:v>
                </c:pt>
                <c:pt idx="10497">
                  <c:v>0.33333333333333331</c:v>
                </c:pt>
                <c:pt idx="10498">
                  <c:v>0.33348148148148149</c:v>
                </c:pt>
                <c:pt idx="10499">
                  <c:v>0.33348148148148149</c:v>
                </c:pt>
                <c:pt idx="10500">
                  <c:v>0.33348148148148149</c:v>
                </c:pt>
                <c:pt idx="10501">
                  <c:v>0.33348148148148149</c:v>
                </c:pt>
                <c:pt idx="10502">
                  <c:v>0.33348148148148149</c:v>
                </c:pt>
                <c:pt idx="10503">
                  <c:v>0.33362962962962961</c:v>
                </c:pt>
                <c:pt idx="10504">
                  <c:v>0.33377777777777778</c:v>
                </c:pt>
                <c:pt idx="10505">
                  <c:v>0.33377777777777778</c:v>
                </c:pt>
                <c:pt idx="10506">
                  <c:v>0.33377777777777778</c:v>
                </c:pt>
                <c:pt idx="10507">
                  <c:v>0.33377777777777778</c:v>
                </c:pt>
                <c:pt idx="10508">
                  <c:v>0.33377777777777778</c:v>
                </c:pt>
                <c:pt idx="10509">
                  <c:v>0.3339259259259259</c:v>
                </c:pt>
                <c:pt idx="10510">
                  <c:v>0.3339259259259259</c:v>
                </c:pt>
                <c:pt idx="10511">
                  <c:v>0.3339259259259259</c:v>
                </c:pt>
                <c:pt idx="10512">
                  <c:v>0.33407407407407408</c:v>
                </c:pt>
                <c:pt idx="10513">
                  <c:v>0.3342222222222222</c:v>
                </c:pt>
                <c:pt idx="10514">
                  <c:v>0.3342222222222222</c:v>
                </c:pt>
                <c:pt idx="10515">
                  <c:v>0.3342222222222222</c:v>
                </c:pt>
                <c:pt idx="10516">
                  <c:v>0.3342222222222222</c:v>
                </c:pt>
                <c:pt idx="10517">
                  <c:v>0.33437037037037037</c:v>
                </c:pt>
                <c:pt idx="10518">
                  <c:v>0.33437037037037037</c:v>
                </c:pt>
                <c:pt idx="10519">
                  <c:v>0.33437037037037037</c:v>
                </c:pt>
                <c:pt idx="10520">
                  <c:v>0.33451851851851849</c:v>
                </c:pt>
                <c:pt idx="10521">
                  <c:v>0.33451851851851849</c:v>
                </c:pt>
                <c:pt idx="10522">
                  <c:v>0.33451851851851849</c:v>
                </c:pt>
                <c:pt idx="10523">
                  <c:v>0.33451851851851849</c:v>
                </c:pt>
                <c:pt idx="10524">
                  <c:v>0.33466666666666667</c:v>
                </c:pt>
                <c:pt idx="10525">
                  <c:v>0.33481481481481479</c:v>
                </c:pt>
                <c:pt idx="10526">
                  <c:v>0.33481481481481479</c:v>
                </c:pt>
                <c:pt idx="10527">
                  <c:v>0.33481481481481479</c:v>
                </c:pt>
                <c:pt idx="10528">
                  <c:v>0.33481481481481479</c:v>
                </c:pt>
                <c:pt idx="10529">
                  <c:v>0.33481481481481479</c:v>
                </c:pt>
                <c:pt idx="10530">
                  <c:v>0.33481481481481479</c:v>
                </c:pt>
                <c:pt idx="10531">
                  <c:v>0.33496296296296296</c:v>
                </c:pt>
                <c:pt idx="10532">
                  <c:v>0.33496296296296296</c:v>
                </c:pt>
                <c:pt idx="10533">
                  <c:v>0.33496296296296296</c:v>
                </c:pt>
                <c:pt idx="10534">
                  <c:v>0.33511111111111114</c:v>
                </c:pt>
                <c:pt idx="10535">
                  <c:v>0.33511111111111114</c:v>
                </c:pt>
                <c:pt idx="10536">
                  <c:v>0.33511111111111114</c:v>
                </c:pt>
                <c:pt idx="10537">
                  <c:v>0.33511111111111114</c:v>
                </c:pt>
                <c:pt idx="10538">
                  <c:v>0.33511111111111114</c:v>
                </c:pt>
                <c:pt idx="10539">
                  <c:v>0.33511111111111114</c:v>
                </c:pt>
                <c:pt idx="10540">
                  <c:v>0.33511111111111114</c:v>
                </c:pt>
                <c:pt idx="10541">
                  <c:v>0.33511111111111114</c:v>
                </c:pt>
                <c:pt idx="10542">
                  <c:v>0.33511111111111114</c:v>
                </c:pt>
                <c:pt idx="10543">
                  <c:v>0.33511111111111114</c:v>
                </c:pt>
                <c:pt idx="10544">
                  <c:v>0.33525925925925926</c:v>
                </c:pt>
                <c:pt idx="10545">
                  <c:v>0.33525925925925926</c:v>
                </c:pt>
                <c:pt idx="10546">
                  <c:v>0.33540740740740743</c:v>
                </c:pt>
                <c:pt idx="10547">
                  <c:v>0.33540740740740743</c:v>
                </c:pt>
                <c:pt idx="10548">
                  <c:v>0.33555555555555555</c:v>
                </c:pt>
                <c:pt idx="10549">
                  <c:v>0.33555555555555555</c:v>
                </c:pt>
                <c:pt idx="10550">
                  <c:v>0.33555555555555555</c:v>
                </c:pt>
                <c:pt idx="10551">
                  <c:v>0.33570370370370373</c:v>
                </c:pt>
                <c:pt idx="10552">
                  <c:v>0.33585185185185185</c:v>
                </c:pt>
                <c:pt idx="10553">
                  <c:v>0.33585185185185185</c:v>
                </c:pt>
                <c:pt idx="10554">
                  <c:v>0.33585185185185185</c:v>
                </c:pt>
                <c:pt idx="10555">
                  <c:v>0.33600000000000002</c:v>
                </c:pt>
                <c:pt idx="10556">
                  <c:v>0.33600000000000002</c:v>
                </c:pt>
                <c:pt idx="10557">
                  <c:v>0.33600000000000002</c:v>
                </c:pt>
                <c:pt idx="10558">
                  <c:v>0.33600000000000002</c:v>
                </c:pt>
                <c:pt idx="10559">
                  <c:v>0.33600000000000002</c:v>
                </c:pt>
                <c:pt idx="10560">
                  <c:v>0.33600000000000002</c:v>
                </c:pt>
                <c:pt idx="10561">
                  <c:v>0.33600000000000002</c:v>
                </c:pt>
                <c:pt idx="10562">
                  <c:v>0.33600000000000002</c:v>
                </c:pt>
                <c:pt idx="10563">
                  <c:v>0.33614814814814814</c:v>
                </c:pt>
                <c:pt idx="10564">
                  <c:v>0.33614814814814814</c:v>
                </c:pt>
                <c:pt idx="10565">
                  <c:v>0.33614814814814814</c:v>
                </c:pt>
                <c:pt idx="10566">
                  <c:v>0.33614814814814814</c:v>
                </c:pt>
                <c:pt idx="10567">
                  <c:v>0.33614814814814814</c:v>
                </c:pt>
                <c:pt idx="10568">
                  <c:v>0.33614814814814814</c:v>
                </c:pt>
                <c:pt idx="10569">
                  <c:v>0.33614814814814814</c:v>
                </c:pt>
                <c:pt idx="10570">
                  <c:v>0.33629629629629632</c:v>
                </c:pt>
                <c:pt idx="10571">
                  <c:v>0.33644444444444443</c:v>
                </c:pt>
                <c:pt idx="10572">
                  <c:v>0.33659259259259261</c:v>
                </c:pt>
                <c:pt idx="10573">
                  <c:v>0.33659259259259261</c:v>
                </c:pt>
                <c:pt idx="10574">
                  <c:v>0.33659259259259261</c:v>
                </c:pt>
                <c:pt idx="10575">
                  <c:v>0.33659259259259261</c:v>
                </c:pt>
                <c:pt idx="10576">
                  <c:v>0.33659259259259261</c:v>
                </c:pt>
                <c:pt idx="10577">
                  <c:v>0.33659259259259261</c:v>
                </c:pt>
                <c:pt idx="10578">
                  <c:v>0.33674074074074073</c:v>
                </c:pt>
                <c:pt idx="10579">
                  <c:v>0.33674074074074073</c:v>
                </c:pt>
                <c:pt idx="10580">
                  <c:v>0.33674074074074073</c:v>
                </c:pt>
                <c:pt idx="10581">
                  <c:v>0.33674074074074073</c:v>
                </c:pt>
                <c:pt idx="10582">
                  <c:v>0.33674074074074073</c:v>
                </c:pt>
                <c:pt idx="10583">
                  <c:v>0.33674074074074073</c:v>
                </c:pt>
                <c:pt idx="10584">
                  <c:v>0.33674074074074073</c:v>
                </c:pt>
                <c:pt idx="10585">
                  <c:v>0.33674074074074073</c:v>
                </c:pt>
                <c:pt idx="10586">
                  <c:v>0.33674074074074073</c:v>
                </c:pt>
                <c:pt idx="10587">
                  <c:v>0.33674074074074073</c:v>
                </c:pt>
                <c:pt idx="10588">
                  <c:v>0.33674074074074073</c:v>
                </c:pt>
                <c:pt idx="10589">
                  <c:v>0.33674074074074073</c:v>
                </c:pt>
                <c:pt idx="10590">
                  <c:v>0.33674074074074073</c:v>
                </c:pt>
                <c:pt idx="10591">
                  <c:v>0.3368888888888889</c:v>
                </c:pt>
                <c:pt idx="10592">
                  <c:v>0.3368888888888889</c:v>
                </c:pt>
                <c:pt idx="10593">
                  <c:v>0.3368888888888889</c:v>
                </c:pt>
                <c:pt idx="10594">
                  <c:v>0.3368888888888889</c:v>
                </c:pt>
                <c:pt idx="10595">
                  <c:v>0.33703703703703702</c:v>
                </c:pt>
                <c:pt idx="10596">
                  <c:v>0.33703703703703702</c:v>
                </c:pt>
                <c:pt idx="10597">
                  <c:v>0.33703703703703702</c:v>
                </c:pt>
                <c:pt idx="10598">
                  <c:v>0.3371851851851852</c:v>
                </c:pt>
                <c:pt idx="10599">
                  <c:v>0.3371851851851852</c:v>
                </c:pt>
                <c:pt idx="10600">
                  <c:v>0.33733333333333332</c:v>
                </c:pt>
                <c:pt idx="10601">
                  <c:v>0.33748148148148149</c:v>
                </c:pt>
                <c:pt idx="10602">
                  <c:v>0.33748148148148149</c:v>
                </c:pt>
                <c:pt idx="10603">
                  <c:v>0.33748148148148149</c:v>
                </c:pt>
                <c:pt idx="10604">
                  <c:v>0.33748148148148149</c:v>
                </c:pt>
                <c:pt idx="10605">
                  <c:v>0.33748148148148149</c:v>
                </c:pt>
                <c:pt idx="10606">
                  <c:v>0.33762962962962961</c:v>
                </c:pt>
                <c:pt idx="10607">
                  <c:v>0.33762962962962961</c:v>
                </c:pt>
                <c:pt idx="10608">
                  <c:v>0.33777777777777779</c:v>
                </c:pt>
                <c:pt idx="10609">
                  <c:v>0.33777777777777779</c:v>
                </c:pt>
                <c:pt idx="10610">
                  <c:v>0.33777777777777779</c:v>
                </c:pt>
                <c:pt idx="10611">
                  <c:v>0.33777777777777779</c:v>
                </c:pt>
                <c:pt idx="10612">
                  <c:v>0.33792592592592591</c:v>
                </c:pt>
                <c:pt idx="10613">
                  <c:v>0.33807407407407408</c:v>
                </c:pt>
                <c:pt idx="10614">
                  <c:v>0.3382222222222222</c:v>
                </c:pt>
                <c:pt idx="10615">
                  <c:v>0.3382222222222222</c:v>
                </c:pt>
                <c:pt idx="10616">
                  <c:v>0.3382222222222222</c:v>
                </c:pt>
                <c:pt idx="10617">
                  <c:v>0.3382222222222222</c:v>
                </c:pt>
                <c:pt idx="10618">
                  <c:v>0.33837037037037038</c:v>
                </c:pt>
                <c:pt idx="10619">
                  <c:v>0.33837037037037038</c:v>
                </c:pt>
                <c:pt idx="10620">
                  <c:v>0.33837037037037038</c:v>
                </c:pt>
                <c:pt idx="10621">
                  <c:v>0.33837037037037038</c:v>
                </c:pt>
                <c:pt idx="10622">
                  <c:v>0.33837037037037038</c:v>
                </c:pt>
                <c:pt idx="10623">
                  <c:v>0.3385185185185185</c:v>
                </c:pt>
                <c:pt idx="10624">
                  <c:v>0.3385185185185185</c:v>
                </c:pt>
                <c:pt idx="10625">
                  <c:v>0.3385185185185185</c:v>
                </c:pt>
                <c:pt idx="10626">
                  <c:v>0.33866666666666667</c:v>
                </c:pt>
                <c:pt idx="10627">
                  <c:v>0.33866666666666667</c:v>
                </c:pt>
                <c:pt idx="10628">
                  <c:v>0.33866666666666667</c:v>
                </c:pt>
                <c:pt idx="10629">
                  <c:v>0.33866666666666667</c:v>
                </c:pt>
                <c:pt idx="10630">
                  <c:v>0.33866666666666667</c:v>
                </c:pt>
                <c:pt idx="10631">
                  <c:v>0.33866666666666667</c:v>
                </c:pt>
                <c:pt idx="10632">
                  <c:v>0.33866666666666667</c:v>
                </c:pt>
                <c:pt idx="10633">
                  <c:v>0.33866666666666667</c:v>
                </c:pt>
                <c:pt idx="10634">
                  <c:v>0.33866666666666667</c:v>
                </c:pt>
                <c:pt idx="10635">
                  <c:v>0.33866666666666667</c:v>
                </c:pt>
                <c:pt idx="10636">
                  <c:v>0.33881481481481479</c:v>
                </c:pt>
                <c:pt idx="10637">
                  <c:v>0.33896296296296297</c:v>
                </c:pt>
                <c:pt idx="10638">
                  <c:v>0.33911111111111109</c:v>
                </c:pt>
                <c:pt idx="10639">
                  <c:v>0.33911111111111109</c:v>
                </c:pt>
                <c:pt idx="10640">
                  <c:v>0.33925925925925926</c:v>
                </c:pt>
                <c:pt idx="10641">
                  <c:v>0.33925925925925926</c:v>
                </c:pt>
                <c:pt idx="10642">
                  <c:v>0.33925925925925926</c:v>
                </c:pt>
                <c:pt idx="10643">
                  <c:v>0.33925925925925926</c:v>
                </c:pt>
                <c:pt idx="10644">
                  <c:v>0.33925925925925926</c:v>
                </c:pt>
                <c:pt idx="10645">
                  <c:v>0.33940740740740738</c:v>
                </c:pt>
                <c:pt idx="10646">
                  <c:v>0.33940740740740738</c:v>
                </c:pt>
                <c:pt idx="10647">
                  <c:v>0.33940740740740738</c:v>
                </c:pt>
                <c:pt idx="10648">
                  <c:v>0.33940740740740738</c:v>
                </c:pt>
                <c:pt idx="10649">
                  <c:v>0.33955555555555555</c:v>
                </c:pt>
                <c:pt idx="10650">
                  <c:v>0.33955555555555555</c:v>
                </c:pt>
                <c:pt idx="10651">
                  <c:v>0.33970370370370373</c:v>
                </c:pt>
                <c:pt idx="10652">
                  <c:v>0.33985185185185185</c:v>
                </c:pt>
                <c:pt idx="10653">
                  <c:v>0.34</c:v>
                </c:pt>
                <c:pt idx="10654">
                  <c:v>0.34</c:v>
                </c:pt>
                <c:pt idx="10655">
                  <c:v>0.34014814814814814</c:v>
                </c:pt>
                <c:pt idx="10656">
                  <c:v>0.34014814814814814</c:v>
                </c:pt>
                <c:pt idx="10657">
                  <c:v>0.34014814814814814</c:v>
                </c:pt>
                <c:pt idx="10658">
                  <c:v>0.34029629629629632</c:v>
                </c:pt>
                <c:pt idx="10659">
                  <c:v>0.34029629629629632</c:v>
                </c:pt>
                <c:pt idx="10660">
                  <c:v>0.34029629629629632</c:v>
                </c:pt>
                <c:pt idx="10661">
                  <c:v>0.34029629629629632</c:v>
                </c:pt>
                <c:pt idx="10662">
                  <c:v>0.34029629629629632</c:v>
                </c:pt>
                <c:pt idx="10663">
                  <c:v>0.34029629629629632</c:v>
                </c:pt>
                <c:pt idx="10664">
                  <c:v>0.34029629629629632</c:v>
                </c:pt>
                <c:pt idx="10665">
                  <c:v>0.34029629629629632</c:v>
                </c:pt>
                <c:pt idx="10666">
                  <c:v>0.34029629629629632</c:v>
                </c:pt>
                <c:pt idx="10667">
                  <c:v>0.34029629629629632</c:v>
                </c:pt>
                <c:pt idx="10668">
                  <c:v>0.34029629629629632</c:v>
                </c:pt>
                <c:pt idx="10669">
                  <c:v>0.34029629629629632</c:v>
                </c:pt>
                <c:pt idx="10670">
                  <c:v>0.34029629629629632</c:v>
                </c:pt>
                <c:pt idx="10671">
                  <c:v>0.34029629629629632</c:v>
                </c:pt>
                <c:pt idx="10672">
                  <c:v>0.34029629629629632</c:v>
                </c:pt>
                <c:pt idx="10673">
                  <c:v>0.34044444444444444</c:v>
                </c:pt>
                <c:pt idx="10674">
                  <c:v>0.34059259259259261</c:v>
                </c:pt>
                <c:pt idx="10675">
                  <c:v>0.34074074074074073</c:v>
                </c:pt>
                <c:pt idx="10676">
                  <c:v>0.34074074074074073</c:v>
                </c:pt>
                <c:pt idx="10677">
                  <c:v>0.34074074074074073</c:v>
                </c:pt>
                <c:pt idx="10678">
                  <c:v>0.34074074074074073</c:v>
                </c:pt>
                <c:pt idx="10679">
                  <c:v>0.34074074074074073</c:v>
                </c:pt>
                <c:pt idx="10680">
                  <c:v>0.34088888888888891</c:v>
                </c:pt>
                <c:pt idx="10681">
                  <c:v>0.34088888888888891</c:v>
                </c:pt>
                <c:pt idx="10682">
                  <c:v>0.34103703703703703</c:v>
                </c:pt>
                <c:pt idx="10683">
                  <c:v>0.34103703703703703</c:v>
                </c:pt>
                <c:pt idx="10684">
                  <c:v>0.34103703703703703</c:v>
                </c:pt>
                <c:pt idx="10685">
                  <c:v>0.34103703703703703</c:v>
                </c:pt>
                <c:pt idx="10686">
                  <c:v>0.34103703703703703</c:v>
                </c:pt>
                <c:pt idx="10687">
                  <c:v>0.34103703703703703</c:v>
                </c:pt>
                <c:pt idx="10688">
                  <c:v>0.34103703703703703</c:v>
                </c:pt>
                <c:pt idx="10689">
                  <c:v>0.34103703703703703</c:v>
                </c:pt>
                <c:pt idx="10690">
                  <c:v>0.3411851851851852</c:v>
                </c:pt>
                <c:pt idx="10691">
                  <c:v>0.3411851851851852</c:v>
                </c:pt>
                <c:pt idx="10692">
                  <c:v>0.3411851851851852</c:v>
                </c:pt>
                <c:pt idx="10693">
                  <c:v>0.3411851851851852</c:v>
                </c:pt>
                <c:pt idx="10694">
                  <c:v>0.3411851851851852</c:v>
                </c:pt>
                <c:pt idx="10695">
                  <c:v>0.3411851851851852</c:v>
                </c:pt>
                <c:pt idx="10696">
                  <c:v>0.34133333333333332</c:v>
                </c:pt>
                <c:pt idx="10697">
                  <c:v>0.34133333333333332</c:v>
                </c:pt>
                <c:pt idx="10698">
                  <c:v>0.34133333333333332</c:v>
                </c:pt>
                <c:pt idx="10699">
                  <c:v>0.34133333333333332</c:v>
                </c:pt>
                <c:pt idx="10700">
                  <c:v>0.34133333333333332</c:v>
                </c:pt>
                <c:pt idx="10701">
                  <c:v>0.34133333333333332</c:v>
                </c:pt>
                <c:pt idx="10702">
                  <c:v>0.34133333333333332</c:v>
                </c:pt>
                <c:pt idx="10703">
                  <c:v>0.34133333333333332</c:v>
                </c:pt>
                <c:pt idx="10704">
                  <c:v>0.34133333333333332</c:v>
                </c:pt>
                <c:pt idx="10705">
                  <c:v>0.34133333333333332</c:v>
                </c:pt>
                <c:pt idx="10706">
                  <c:v>0.3414814814814815</c:v>
                </c:pt>
                <c:pt idx="10707">
                  <c:v>0.3414814814814815</c:v>
                </c:pt>
                <c:pt idx="10708">
                  <c:v>0.34162962962962962</c:v>
                </c:pt>
                <c:pt idx="10709">
                  <c:v>0.34177777777777779</c:v>
                </c:pt>
                <c:pt idx="10710">
                  <c:v>0.34177777777777779</c:v>
                </c:pt>
                <c:pt idx="10711">
                  <c:v>0.34177777777777779</c:v>
                </c:pt>
                <c:pt idx="10712">
                  <c:v>0.34177777777777779</c:v>
                </c:pt>
                <c:pt idx="10713">
                  <c:v>0.34177777777777779</c:v>
                </c:pt>
                <c:pt idx="10714">
                  <c:v>0.34177777777777779</c:v>
                </c:pt>
                <c:pt idx="10715">
                  <c:v>0.34177777777777779</c:v>
                </c:pt>
                <c:pt idx="10716">
                  <c:v>0.34177777777777779</c:v>
                </c:pt>
                <c:pt idx="10717">
                  <c:v>0.34177777777777779</c:v>
                </c:pt>
                <c:pt idx="10718">
                  <c:v>0.34192592592592591</c:v>
                </c:pt>
                <c:pt idx="10719">
                  <c:v>0.34207407407407409</c:v>
                </c:pt>
                <c:pt idx="10720">
                  <c:v>0.34222222222222221</c:v>
                </c:pt>
                <c:pt idx="10721">
                  <c:v>0.34222222222222221</c:v>
                </c:pt>
                <c:pt idx="10722">
                  <c:v>0.34222222222222221</c:v>
                </c:pt>
                <c:pt idx="10723">
                  <c:v>0.34222222222222221</c:v>
                </c:pt>
                <c:pt idx="10724">
                  <c:v>0.34222222222222221</c:v>
                </c:pt>
                <c:pt idx="10725">
                  <c:v>0.34222222222222221</c:v>
                </c:pt>
                <c:pt idx="10726">
                  <c:v>0.34222222222222221</c:v>
                </c:pt>
                <c:pt idx="10727">
                  <c:v>0.34237037037037038</c:v>
                </c:pt>
                <c:pt idx="10728">
                  <c:v>0.34237037037037038</c:v>
                </c:pt>
                <c:pt idx="10729">
                  <c:v>0.34237037037037038</c:v>
                </c:pt>
                <c:pt idx="10730">
                  <c:v>0.34237037037037038</c:v>
                </c:pt>
                <c:pt idx="10731">
                  <c:v>0.34237037037037038</c:v>
                </c:pt>
                <c:pt idx="10732">
                  <c:v>0.34237037037037038</c:v>
                </c:pt>
                <c:pt idx="10733">
                  <c:v>0.3425185185185185</c:v>
                </c:pt>
                <c:pt idx="10734">
                  <c:v>0.34266666666666667</c:v>
                </c:pt>
                <c:pt idx="10735">
                  <c:v>0.34266666666666667</c:v>
                </c:pt>
                <c:pt idx="10736">
                  <c:v>0.34266666666666667</c:v>
                </c:pt>
                <c:pt idx="10737">
                  <c:v>0.34281481481481479</c:v>
                </c:pt>
                <c:pt idx="10738">
                  <c:v>0.34281481481481479</c:v>
                </c:pt>
                <c:pt idx="10739">
                  <c:v>0.34296296296296297</c:v>
                </c:pt>
                <c:pt idx="10740">
                  <c:v>0.34296296296296297</c:v>
                </c:pt>
                <c:pt idx="10741">
                  <c:v>0.34296296296296297</c:v>
                </c:pt>
                <c:pt idx="10742">
                  <c:v>0.34296296296296297</c:v>
                </c:pt>
                <c:pt idx="10743">
                  <c:v>0.34311111111111109</c:v>
                </c:pt>
                <c:pt idx="10744">
                  <c:v>0.34311111111111109</c:v>
                </c:pt>
                <c:pt idx="10745">
                  <c:v>0.34311111111111109</c:v>
                </c:pt>
                <c:pt idx="10746">
                  <c:v>0.34311111111111109</c:v>
                </c:pt>
                <c:pt idx="10747">
                  <c:v>0.34311111111111109</c:v>
                </c:pt>
                <c:pt idx="10748">
                  <c:v>0.34325925925925926</c:v>
                </c:pt>
                <c:pt idx="10749">
                  <c:v>0.34340740740740738</c:v>
                </c:pt>
                <c:pt idx="10750">
                  <c:v>0.34340740740740738</c:v>
                </c:pt>
                <c:pt idx="10751">
                  <c:v>0.34355555555555556</c:v>
                </c:pt>
                <c:pt idx="10752">
                  <c:v>0.34355555555555556</c:v>
                </c:pt>
                <c:pt idx="10753">
                  <c:v>0.34355555555555556</c:v>
                </c:pt>
                <c:pt idx="10754">
                  <c:v>0.34355555555555556</c:v>
                </c:pt>
                <c:pt idx="10755">
                  <c:v>0.34355555555555556</c:v>
                </c:pt>
                <c:pt idx="10756">
                  <c:v>0.34355555555555556</c:v>
                </c:pt>
                <c:pt idx="10757">
                  <c:v>0.34355555555555556</c:v>
                </c:pt>
                <c:pt idx="10758">
                  <c:v>0.34370370370370368</c:v>
                </c:pt>
                <c:pt idx="10759">
                  <c:v>0.34370370370370368</c:v>
                </c:pt>
                <c:pt idx="10760">
                  <c:v>0.34370370370370368</c:v>
                </c:pt>
                <c:pt idx="10761">
                  <c:v>0.34385185185185185</c:v>
                </c:pt>
                <c:pt idx="10762">
                  <c:v>0.34399999999999997</c:v>
                </c:pt>
                <c:pt idx="10763">
                  <c:v>0.34399999999999997</c:v>
                </c:pt>
                <c:pt idx="10764">
                  <c:v>0.34414814814814815</c:v>
                </c:pt>
                <c:pt idx="10765">
                  <c:v>0.34414814814814815</c:v>
                </c:pt>
                <c:pt idx="10766">
                  <c:v>0.34414814814814815</c:v>
                </c:pt>
                <c:pt idx="10767">
                  <c:v>0.34414814814814815</c:v>
                </c:pt>
                <c:pt idx="10768">
                  <c:v>0.34414814814814815</c:v>
                </c:pt>
                <c:pt idx="10769">
                  <c:v>0.34414814814814815</c:v>
                </c:pt>
                <c:pt idx="10770">
                  <c:v>0.34414814814814815</c:v>
                </c:pt>
                <c:pt idx="10771">
                  <c:v>0.34414814814814815</c:v>
                </c:pt>
                <c:pt idx="10772">
                  <c:v>0.34414814814814815</c:v>
                </c:pt>
                <c:pt idx="10773">
                  <c:v>0.34414814814814815</c:v>
                </c:pt>
                <c:pt idx="10774">
                  <c:v>0.34414814814814815</c:v>
                </c:pt>
                <c:pt idx="10775">
                  <c:v>0.34414814814814815</c:v>
                </c:pt>
                <c:pt idx="10776">
                  <c:v>0.34429629629629632</c:v>
                </c:pt>
                <c:pt idx="10777">
                  <c:v>0.34429629629629632</c:v>
                </c:pt>
                <c:pt idx="10778">
                  <c:v>0.34429629629629632</c:v>
                </c:pt>
                <c:pt idx="10779">
                  <c:v>0.34429629629629632</c:v>
                </c:pt>
                <c:pt idx="10780">
                  <c:v>0.34429629629629632</c:v>
                </c:pt>
                <c:pt idx="10781">
                  <c:v>0.34429629629629632</c:v>
                </c:pt>
                <c:pt idx="10782">
                  <c:v>0.34444444444444444</c:v>
                </c:pt>
                <c:pt idx="10783">
                  <c:v>0.34459259259259262</c:v>
                </c:pt>
                <c:pt idx="10784">
                  <c:v>0.34474074074074074</c:v>
                </c:pt>
                <c:pt idx="10785">
                  <c:v>0.34488888888888891</c:v>
                </c:pt>
                <c:pt idx="10786">
                  <c:v>0.34488888888888891</c:v>
                </c:pt>
                <c:pt idx="10787">
                  <c:v>0.34488888888888891</c:v>
                </c:pt>
                <c:pt idx="10788">
                  <c:v>0.34488888888888891</c:v>
                </c:pt>
                <c:pt idx="10789">
                  <c:v>0.34488888888888891</c:v>
                </c:pt>
                <c:pt idx="10790">
                  <c:v>0.34488888888888891</c:v>
                </c:pt>
                <c:pt idx="10791">
                  <c:v>0.34488888888888891</c:v>
                </c:pt>
                <c:pt idx="10792">
                  <c:v>0.34488888888888891</c:v>
                </c:pt>
                <c:pt idx="10793">
                  <c:v>0.34488888888888891</c:v>
                </c:pt>
                <c:pt idx="10794">
                  <c:v>0.34488888888888891</c:v>
                </c:pt>
                <c:pt idx="10795">
                  <c:v>0.34488888888888891</c:v>
                </c:pt>
                <c:pt idx="10796">
                  <c:v>0.34488888888888891</c:v>
                </c:pt>
                <c:pt idx="10797">
                  <c:v>0.34503703703703703</c:v>
                </c:pt>
                <c:pt idx="10798">
                  <c:v>0.34503703703703703</c:v>
                </c:pt>
                <c:pt idx="10799">
                  <c:v>0.34503703703703703</c:v>
                </c:pt>
                <c:pt idx="10800">
                  <c:v>0.34503703703703703</c:v>
                </c:pt>
                <c:pt idx="10801">
                  <c:v>0.34503703703703703</c:v>
                </c:pt>
                <c:pt idx="10802">
                  <c:v>0.34518518518518521</c:v>
                </c:pt>
                <c:pt idx="10803">
                  <c:v>0.34533333333333333</c:v>
                </c:pt>
                <c:pt idx="10804">
                  <c:v>0.34533333333333333</c:v>
                </c:pt>
                <c:pt idx="10805">
                  <c:v>0.34533333333333333</c:v>
                </c:pt>
                <c:pt idx="10806">
                  <c:v>0.34533333333333333</c:v>
                </c:pt>
                <c:pt idx="10807">
                  <c:v>0.34533333333333333</c:v>
                </c:pt>
                <c:pt idx="10808">
                  <c:v>0.34533333333333333</c:v>
                </c:pt>
                <c:pt idx="10809">
                  <c:v>0.34533333333333333</c:v>
                </c:pt>
                <c:pt idx="10810">
                  <c:v>0.3454814814814815</c:v>
                </c:pt>
                <c:pt idx="10811">
                  <c:v>0.3454814814814815</c:v>
                </c:pt>
                <c:pt idx="10812">
                  <c:v>0.3454814814814815</c:v>
                </c:pt>
                <c:pt idx="10813">
                  <c:v>0.3454814814814815</c:v>
                </c:pt>
                <c:pt idx="10814">
                  <c:v>0.34562962962962962</c:v>
                </c:pt>
                <c:pt idx="10815">
                  <c:v>0.34562962962962962</c:v>
                </c:pt>
                <c:pt idx="10816">
                  <c:v>0.34562962962962962</c:v>
                </c:pt>
                <c:pt idx="10817">
                  <c:v>0.34562962962962962</c:v>
                </c:pt>
                <c:pt idx="10818">
                  <c:v>0.34562962962962962</c:v>
                </c:pt>
                <c:pt idx="10819">
                  <c:v>0.34562962962962962</c:v>
                </c:pt>
                <c:pt idx="10820">
                  <c:v>0.34562962962962962</c:v>
                </c:pt>
                <c:pt idx="10821">
                  <c:v>0.34562962962962962</c:v>
                </c:pt>
                <c:pt idx="10822">
                  <c:v>0.34562962962962962</c:v>
                </c:pt>
                <c:pt idx="10823">
                  <c:v>0.34577777777777779</c:v>
                </c:pt>
                <c:pt idx="10824">
                  <c:v>0.34577777777777779</c:v>
                </c:pt>
                <c:pt idx="10825">
                  <c:v>0.34577777777777779</c:v>
                </c:pt>
                <c:pt idx="10826">
                  <c:v>0.34592592592592591</c:v>
                </c:pt>
                <c:pt idx="10827">
                  <c:v>0.34592592592592591</c:v>
                </c:pt>
                <c:pt idx="10828">
                  <c:v>0.34592592592592591</c:v>
                </c:pt>
                <c:pt idx="10829">
                  <c:v>0.34592592592592591</c:v>
                </c:pt>
                <c:pt idx="10830">
                  <c:v>0.34592592592592591</c:v>
                </c:pt>
                <c:pt idx="10831">
                  <c:v>0.34592592592592591</c:v>
                </c:pt>
                <c:pt idx="10832">
                  <c:v>0.34592592592592591</c:v>
                </c:pt>
                <c:pt idx="10833">
                  <c:v>0.34607407407407409</c:v>
                </c:pt>
                <c:pt idx="10834">
                  <c:v>0.34622222222222221</c:v>
                </c:pt>
                <c:pt idx="10835">
                  <c:v>0.34637037037037038</c:v>
                </c:pt>
                <c:pt idx="10836">
                  <c:v>0.34637037037037038</c:v>
                </c:pt>
                <c:pt idx="10837">
                  <c:v>0.34637037037037038</c:v>
                </c:pt>
                <c:pt idx="10838">
                  <c:v>0.34637037037037038</c:v>
                </c:pt>
                <c:pt idx="10839">
                  <c:v>0.34637037037037038</c:v>
                </c:pt>
                <c:pt idx="10840">
                  <c:v>0.34637037037037038</c:v>
                </c:pt>
                <c:pt idx="10841">
                  <c:v>0.3465185185185185</c:v>
                </c:pt>
                <c:pt idx="10842">
                  <c:v>0.3465185185185185</c:v>
                </c:pt>
                <c:pt idx="10843">
                  <c:v>0.3465185185185185</c:v>
                </c:pt>
                <c:pt idx="10844">
                  <c:v>0.34666666666666668</c:v>
                </c:pt>
                <c:pt idx="10845">
                  <c:v>0.34666666666666668</c:v>
                </c:pt>
                <c:pt idx="10846">
                  <c:v>0.34666666666666668</c:v>
                </c:pt>
                <c:pt idx="10847">
                  <c:v>0.34666666666666668</c:v>
                </c:pt>
                <c:pt idx="10848">
                  <c:v>0.34666666666666668</c:v>
                </c:pt>
                <c:pt idx="10849">
                  <c:v>0.34666666666666668</c:v>
                </c:pt>
                <c:pt idx="10850">
                  <c:v>0.3468148148148148</c:v>
                </c:pt>
                <c:pt idx="10851">
                  <c:v>0.3468148148148148</c:v>
                </c:pt>
                <c:pt idx="10852">
                  <c:v>0.3468148148148148</c:v>
                </c:pt>
                <c:pt idx="10853">
                  <c:v>0.3468148148148148</c:v>
                </c:pt>
                <c:pt idx="10854">
                  <c:v>0.3468148148148148</c:v>
                </c:pt>
                <c:pt idx="10855">
                  <c:v>0.3468148148148148</c:v>
                </c:pt>
                <c:pt idx="10856">
                  <c:v>0.34696296296296297</c:v>
                </c:pt>
                <c:pt idx="10857">
                  <c:v>0.34696296296296297</c:v>
                </c:pt>
                <c:pt idx="10858">
                  <c:v>0.34696296296296297</c:v>
                </c:pt>
                <c:pt idx="10859">
                  <c:v>0.34696296296296297</c:v>
                </c:pt>
                <c:pt idx="10860">
                  <c:v>0.34711111111111109</c:v>
                </c:pt>
                <c:pt idx="10861">
                  <c:v>0.34711111111111109</c:v>
                </c:pt>
                <c:pt idx="10862">
                  <c:v>0.34725925925925927</c:v>
                </c:pt>
                <c:pt idx="10863">
                  <c:v>0.34740740740740739</c:v>
                </c:pt>
                <c:pt idx="10864">
                  <c:v>0.34755555555555556</c:v>
                </c:pt>
                <c:pt idx="10865">
                  <c:v>0.34755555555555556</c:v>
                </c:pt>
                <c:pt idx="10866">
                  <c:v>0.34755555555555556</c:v>
                </c:pt>
                <c:pt idx="10867">
                  <c:v>0.34770370370370368</c:v>
                </c:pt>
                <c:pt idx="10868">
                  <c:v>0.34770370370370368</c:v>
                </c:pt>
                <c:pt idx="10869">
                  <c:v>0.34770370370370368</c:v>
                </c:pt>
                <c:pt idx="10870">
                  <c:v>0.34770370370370368</c:v>
                </c:pt>
                <c:pt idx="10871">
                  <c:v>0.34785185185185186</c:v>
                </c:pt>
                <c:pt idx="10872">
                  <c:v>0.34785185185185186</c:v>
                </c:pt>
                <c:pt idx="10873">
                  <c:v>0.34785185185185186</c:v>
                </c:pt>
                <c:pt idx="10874">
                  <c:v>0.34785185185185186</c:v>
                </c:pt>
                <c:pt idx="10875">
                  <c:v>0.34785185185185186</c:v>
                </c:pt>
                <c:pt idx="10876">
                  <c:v>0.34785185185185186</c:v>
                </c:pt>
                <c:pt idx="10877">
                  <c:v>0.34785185185185186</c:v>
                </c:pt>
                <c:pt idx="10878">
                  <c:v>0.34799999999999998</c:v>
                </c:pt>
                <c:pt idx="10879">
                  <c:v>0.34814814814814815</c:v>
                </c:pt>
                <c:pt idx="10880">
                  <c:v>0.34829629629629627</c:v>
                </c:pt>
                <c:pt idx="10881">
                  <c:v>0.34844444444444445</c:v>
                </c:pt>
                <c:pt idx="10882">
                  <c:v>0.34844444444444445</c:v>
                </c:pt>
                <c:pt idx="10883">
                  <c:v>0.34844444444444445</c:v>
                </c:pt>
                <c:pt idx="10884">
                  <c:v>0.34844444444444445</c:v>
                </c:pt>
                <c:pt idx="10885">
                  <c:v>0.34859259259259257</c:v>
                </c:pt>
                <c:pt idx="10886">
                  <c:v>0.34859259259259257</c:v>
                </c:pt>
                <c:pt idx="10887">
                  <c:v>0.34859259259259257</c:v>
                </c:pt>
                <c:pt idx="10888">
                  <c:v>0.34859259259259257</c:v>
                </c:pt>
                <c:pt idx="10889">
                  <c:v>0.34859259259259257</c:v>
                </c:pt>
                <c:pt idx="10890">
                  <c:v>0.34859259259259257</c:v>
                </c:pt>
                <c:pt idx="10891">
                  <c:v>0.34859259259259257</c:v>
                </c:pt>
                <c:pt idx="10892">
                  <c:v>0.34874074074074074</c:v>
                </c:pt>
                <c:pt idx="10893">
                  <c:v>0.34874074074074074</c:v>
                </c:pt>
                <c:pt idx="10894">
                  <c:v>0.34874074074074074</c:v>
                </c:pt>
                <c:pt idx="10895">
                  <c:v>0.34874074074074074</c:v>
                </c:pt>
                <c:pt idx="10896">
                  <c:v>0.34874074074074074</c:v>
                </c:pt>
                <c:pt idx="10897">
                  <c:v>0.34874074074074074</c:v>
                </c:pt>
                <c:pt idx="10898">
                  <c:v>0.34874074074074074</c:v>
                </c:pt>
                <c:pt idx="10899">
                  <c:v>0.34874074074074074</c:v>
                </c:pt>
                <c:pt idx="10900">
                  <c:v>0.34888888888888892</c:v>
                </c:pt>
                <c:pt idx="10901">
                  <c:v>0.34888888888888892</c:v>
                </c:pt>
                <c:pt idx="10902">
                  <c:v>0.34888888888888892</c:v>
                </c:pt>
                <c:pt idx="10903">
                  <c:v>0.34903703703703703</c:v>
                </c:pt>
                <c:pt idx="10904">
                  <c:v>0.34903703703703703</c:v>
                </c:pt>
                <c:pt idx="10905">
                  <c:v>0.34903703703703703</c:v>
                </c:pt>
                <c:pt idx="10906">
                  <c:v>0.34918518518518521</c:v>
                </c:pt>
                <c:pt idx="10907">
                  <c:v>0.34918518518518521</c:v>
                </c:pt>
                <c:pt idx="10908">
                  <c:v>0.34918518518518521</c:v>
                </c:pt>
                <c:pt idx="10909">
                  <c:v>0.34918518518518521</c:v>
                </c:pt>
                <c:pt idx="10910">
                  <c:v>0.34918518518518521</c:v>
                </c:pt>
                <c:pt idx="10911">
                  <c:v>0.34918518518518521</c:v>
                </c:pt>
                <c:pt idx="10912">
                  <c:v>0.34918518518518521</c:v>
                </c:pt>
                <c:pt idx="10913">
                  <c:v>0.34933333333333333</c:v>
                </c:pt>
                <c:pt idx="10914">
                  <c:v>0.3494814814814815</c:v>
                </c:pt>
                <c:pt idx="10915">
                  <c:v>0.3494814814814815</c:v>
                </c:pt>
                <c:pt idx="10916">
                  <c:v>0.3494814814814815</c:v>
                </c:pt>
                <c:pt idx="10917">
                  <c:v>0.3494814814814815</c:v>
                </c:pt>
                <c:pt idx="10918">
                  <c:v>0.34962962962962962</c:v>
                </c:pt>
                <c:pt idx="10919">
                  <c:v>0.3497777777777778</c:v>
                </c:pt>
                <c:pt idx="10920">
                  <c:v>0.3497777777777778</c:v>
                </c:pt>
                <c:pt idx="10921">
                  <c:v>0.34992592592592592</c:v>
                </c:pt>
                <c:pt idx="10922">
                  <c:v>0.34992592592592592</c:v>
                </c:pt>
                <c:pt idx="10923">
                  <c:v>0.35007407407407409</c:v>
                </c:pt>
                <c:pt idx="10924">
                  <c:v>0.35007407407407409</c:v>
                </c:pt>
                <c:pt idx="10925">
                  <c:v>0.35007407407407409</c:v>
                </c:pt>
                <c:pt idx="10926">
                  <c:v>0.35022222222222221</c:v>
                </c:pt>
                <c:pt idx="10927">
                  <c:v>0.35022222222222221</c:v>
                </c:pt>
                <c:pt idx="10928">
                  <c:v>0.35022222222222221</c:v>
                </c:pt>
                <c:pt idx="10929">
                  <c:v>0.35037037037037039</c:v>
                </c:pt>
                <c:pt idx="10930">
                  <c:v>0.35037037037037039</c:v>
                </c:pt>
                <c:pt idx="10931">
                  <c:v>0.35037037037037039</c:v>
                </c:pt>
                <c:pt idx="10932">
                  <c:v>0.35037037037037039</c:v>
                </c:pt>
                <c:pt idx="10933">
                  <c:v>0.35037037037037039</c:v>
                </c:pt>
                <c:pt idx="10934">
                  <c:v>0.35037037037037039</c:v>
                </c:pt>
                <c:pt idx="10935">
                  <c:v>0.35037037037037039</c:v>
                </c:pt>
                <c:pt idx="10936">
                  <c:v>0.35037037037037039</c:v>
                </c:pt>
                <c:pt idx="10937">
                  <c:v>0.35037037037037039</c:v>
                </c:pt>
                <c:pt idx="10938">
                  <c:v>0.35037037037037039</c:v>
                </c:pt>
                <c:pt idx="10939">
                  <c:v>0.35037037037037039</c:v>
                </c:pt>
                <c:pt idx="10940">
                  <c:v>0.35037037037037039</c:v>
                </c:pt>
                <c:pt idx="10941">
                  <c:v>0.35037037037037039</c:v>
                </c:pt>
                <c:pt idx="10942">
                  <c:v>0.35051851851851851</c:v>
                </c:pt>
                <c:pt idx="10943">
                  <c:v>0.35051851851851851</c:v>
                </c:pt>
                <c:pt idx="10944">
                  <c:v>0.35051851851851851</c:v>
                </c:pt>
                <c:pt idx="10945">
                  <c:v>0.35051851851851851</c:v>
                </c:pt>
                <c:pt idx="10946">
                  <c:v>0.35066666666666668</c:v>
                </c:pt>
                <c:pt idx="10947">
                  <c:v>0.35066666666666668</c:v>
                </c:pt>
                <c:pt idx="10948">
                  <c:v>0.35066666666666668</c:v>
                </c:pt>
                <c:pt idx="10949">
                  <c:v>0.35066666666666668</c:v>
                </c:pt>
                <c:pt idx="10950">
                  <c:v>0.35066666666666668</c:v>
                </c:pt>
                <c:pt idx="10951">
                  <c:v>0.35066666666666668</c:v>
                </c:pt>
                <c:pt idx="10952">
                  <c:v>0.35066666666666668</c:v>
                </c:pt>
                <c:pt idx="10953">
                  <c:v>0.35066666666666668</c:v>
                </c:pt>
                <c:pt idx="10954">
                  <c:v>0.35066666666666668</c:v>
                </c:pt>
                <c:pt idx="10955">
                  <c:v>0.35066666666666668</c:v>
                </c:pt>
                <c:pt idx="10956">
                  <c:v>0.3508148148148148</c:v>
                </c:pt>
                <c:pt idx="10957">
                  <c:v>0.3508148148148148</c:v>
                </c:pt>
                <c:pt idx="10958">
                  <c:v>0.35096296296296298</c:v>
                </c:pt>
                <c:pt idx="10959">
                  <c:v>0.35096296296296298</c:v>
                </c:pt>
                <c:pt idx="10960">
                  <c:v>0.35096296296296298</c:v>
                </c:pt>
                <c:pt idx="10961">
                  <c:v>0.35096296296296298</c:v>
                </c:pt>
                <c:pt idx="10962">
                  <c:v>0.35096296296296298</c:v>
                </c:pt>
                <c:pt idx="10963">
                  <c:v>0.35096296296296298</c:v>
                </c:pt>
                <c:pt idx="10964">
                  <c:v>0.35096296296296298</c:v>
                </c:pt>
                <c:pt idx="10965">
                  <c:v>0.35096296296296298</c:v>
                </c:pt>
                <c:pt idx="10966">
                  <c:v>0.35096296296296298</c:v>
                </c:pt>
                <c:pt idx="10967">
                  <c:v>0.35096296296296298</c:v>
                </c:pt>
                <c:pt idx="10968">
                  <c:v>0.3511111111111111</c:v>
                </c:pt>
                <c:pt idx="10969">
                  <c:v>0.35125925925925927</c:v>
                </c:pt>
                <c:pt idx="10970">
                  <c:v>0.35125925925925927</c:v>
                </c:pt>
                <c:pt idx="10971">
                  <c:v>0.35125925925925927</c:v>
                </c:pt>
                <c:pt idx="10972">
                  <c:v>0.35125925925925927</c:v>
                </c:pt>
                <c:pt idx="10973">
                  <c:v>0.35125925925925927</c:v>
                </c:pt>
                <c:pt idx="10974">
                  <c:v>0.35125925925925927</c:v>
                </c:pt>
                <c:pt idx="10975">
                  <c:v>0.35125925925925927</c:v>
                </c:pt>
                <c:pt idx="10976">
                  <c:v>0.35125925925925927</c:v>
                </c:pt>
                <c:pt idx="10977">
                  <c:v>0.35140740740740739</c:v>
                </c:pt>
                <c:pt idx="10978">
                  <c:v>0.35140740740740739</c:v>
                </c:pt>
                <c:pt idx="10979">
                  <c:v>0.35155555555555557</c:v>
                </c:pt>
                <c:pt idx="10980">
                  <c:v>0.35155555555555557</c:v>
                </c:pt>
                <c:pt idx="10981">
                  <c:v>0.35155555555555557</c:v>
                </c:pt>
                <c:pt idx="10982">
                  <c:v>0.35155555555555557</c:v>
                </c:pt>
                <c:pt idx="10983">
                  <c:v>0.35170370370370369</c:v>
                </c:pt>
                <c:pt idx="10984">
                  <c:v>0.35185185185185186</c:v>
                </c:pt>
                <c:pt idx="10985">
                  <c:v>0.35185185185185186</c:v>
                </c:pt>
                <c:pt idx="10986">
                  <c:v>0.35185185185185186</c:v>
                </c:pt>
                <c:pt idx="10987">
                  <c:v>0.35185185185185186</c:v>
                </c:pt>
                <c:pt idx="10988">
                  <c:v>0.35199999999999998</c:v>
                </c:pt>
                <c:pt idx="10989">
                  <c:v>0.35199999999999998</c:v>
                </c:pt>
                <c:pt idx="10990">
                  <c:v>0.35199999999999998</c:v>
                </c:pt>
                <c:pt idx="10991">
                  <c:v>0.35214814814814815</c:v>
                </c:pt>
                <c:pt idx="10992">
                  <c:v>0.35229629629629627</c:v>
                </c:pt>
                <c:pt idx="10993">
                  <c:v>0.35229629629629627</c:v>
                </c:pt>
                <c:pt idx="10994">
                  <c:v>0.35229629629629627</c:v>
                </c:pt>
                <c:pt idx="10995">
                  <c:v>0.35229629629629627</c:v>
                </c:pt>
                <c:pt idx="10996">
                  <c:v>0.35229629629629627</c:v>
                </c:pt>
                <c:pt idx="10997">
                  <c:v>0.35229629629629627</c:v>
                </c:pt>
                <c:pt idx="10998">
                  <c:v>0.35229629629629627</c:v>
                </c:pt>
                <c:pt idx="10999">
                  <c:v>0.35244444444444445</c:v>
                </c:pt>
                <c:pt idx="11000">
                  <c:v>0.35244444444444445</c:v>
                </c:pt>
                <c:pt idx="11001">
                  <c:v>0.35244444444444445</c:v>
                </c:pt>
                <c:pt idx="11002">
                  <c:v>0.35244444444444445</c:v>
                </c:pt>
                <c:pt idx="11003">
                  <c:v>0.35244444444444445</c:v>
                </c:pt>
                <c:pt idx="11004">
                  <c:v>0.35244444444444445</c:v>
                </c:pt>
                <c:pt idx="11005">
                  <c:v>0.35244444444444445</c:v>
                </c:pt>
                <c:pt idx="11006">
                  <c:v>0.35244444444444445</c:v>
                </c:pt>
                <c:pt idx="11007">
                  <c:v>0.35259259259259257</c:v>
                </c:pt>
                <c:pt idx="11008">
                  <c:v>0.35259259259259257</c:v>
                </c:pt>
                <c:pt idx="11009">
                  <c:v>0.35259259259259257</c:v>
                </c:pt>
                <c:pt idx="11010">
                  <c:v>0.35259259259259257</c:v>
                </c:pt>
                <c:pt idx="11011">
                  <c:v>0.35274074074074074</c:v>
                </c:pt>
                <c:pt idx="11012">
                  <c:v>0.35288888888888886</c:v>
                </c:pt>
                <c:pt idx="11013">
                  <c:v>0.35288888888888886</c:v>
                </c:pt>
                <c:pt idx="11014">
                  <c:v>0.35288888888888886</c:v>
                </c:pt>
                <c:pt idx="11015">
                  <c:v>0.35303703703703704</c:v>
                </c:pt>
                <c:pt idx="11016">
                  <c:v>0.35303703703703704</c:v>
                </c:pt>
                <c:pt idx="11017">
                  <c:v>0.35303703703703704</c:v>
                </c:pt>
                <c:pt idx="11018">
                  <c:v>0.35318518518518516</c:v>
                </c:pt>
                <c:pt idx="11019">
                  <c:v>0.35318518518518516</c:v>
                </c:pt>
                <c:pt idx="11020">
                  <c:v>0.35318518518518516</c:v>
                </c:pt>
                <c:pt idx="11021">
                  <c:v>0.35333333333333333</c:v>
                </c:pt>
                <c:pt idx="11022">
                  <c:v>0.35333333333333333</c:v>
                </c:pt>
                <c:pt idx="11023">
                  <c:v>0.35333333333333333</c:v>
                </c:pt>
                <c:pt idx="11024">
                  <c:v>0.35348148148148151</c:v>
                </c:pt>
                <c:pt idx="11025">
                  <c:v>0.35348148148148151</c:v>
                </c:pt>
                <c:pt idx="11026">
                  <c:v>0.35348148148148151</c:v>
                </c:pt>
                <c:pt idx="11027">
                  <c:v>0.35348148148148151</c:v>
                </c:pt>
                <c:pt idx="11028">
                  <c:v>0.35348148148148151</c:v>
                </c:pt>
                <c:pt idx="11029">
                  <c:v>0.35348148148148151</c:v>
                </c:pt>
                <c:pt idx="11030">
                  <c:v>0.35348148148148151</c:v>
                </c:pt>
                <c:pt idx="11031">
                  <c:v>0.35348148148148151</c:v>
                </c:pt>
                <c:pt idx="11032">
                  <c:v>0.35348148148148151</c:v>
                </c:pt>
                <c:pt idx="11033">
                  <c:v>0.35362962962962963</c:v>
                </c:pt>
                <c:pt idx="11034">
                  <c:v>0.3537777777777778</c:v>
                </c:pt>
                <c:pt idx="11035">
                  <c:v>0.3537777777777778</c:v>
                </c:pt>
                <c:pt idx="11036">
                  <c:v>0.3537777777777778</c:v>
                </c:pt>
                <c:pt idx="11037">
                  <c:v>0.35392592592592592</c:v>
                </c:pt>
                <c:pt idx="11038">
                  <c:v>0.3540740740740741</c:v>
                </c:pt>
                <c:pt idx="11039">
                  <c:v>0.3540740740740741</c:v>
                </c:pt>
                <c:pt idx="11040">
                  <c:v>0.35422222222222222</c:v>
                </c:pt>
                <c:pt idx="11041">
                  <c:v>0.35437037037037039</c:v>
                </c:pt>
                <c:pt idx="11042">
                  <c:v>0.35437037037037039</c:v>
                </c:pt>
                <c:pt idx="11043">
                  <c:v>0.35437037037037039</c:v>
                </c:pt>
                <c:pt idx="11044">
                  <c:v>0.35437037037037039</c:v>
                </c:pt>
                <c:pt idx="11045">
                  <c:v>0.35437037037037039</c:v>
                </c:pt>
                <c:pt idx="11046">
                  <c:v>0.35437037037037039</c:v>
                </c:pt>
                <c:pt idx="11047">
                  <c:v>0.35437037037037039</c:v>
                </c:pt>
                <c:pt idx="11048">
                  <c:v>0.35437037037037039</c:v>
                </c:pt>
                <c:pt idx="11049">
                  <c:v>0.35437037037037039</c:v>
                </c:pt>
                <c:pt idx="11050">
                  <c:v>0.35437037037037039</c:v>
                </c:pt>
                <c:pt idx="11051">
                  <c:v>0.35437037037037039</c:v>
                </c:pt>
                <c:pt idx="11052">
                  <c:v>0.35437037037037039</c:v>
                </c:pt>
                <c:pt idx="11053">
                  <c:v>0.35437037037037039</c:v>
                </c:pt>
                <c:pt idx="11054">
                  <c:v>0.35437037037037039</c:v>
                </c:pt>
                <c:pt idx="11055">
                  <c:v>0.35437037037037039</c:v>
                </c:pt>
                <c:pt idx="11056">
                  <c:v>0.35437037037037039</c:v>
                </c:pt>
                <c:pt idx="11057">
                  <c:v>0.35437037037037039</c:v>
                </c:pt>
                <c:pt idx="11058">
                  <c:v>0.35437037037037039</c:v>
                </c:pt>
                <c:pt idx="11059">
                  <c:v>0.35437037037037039</c:v>
                </c:pt>
                <c:pt idx="11060">
                  <c:v>0.35451851851851851</c:v>
                </c:pt>
                <c:pt idx="11061">
                  <c:v>0.35466666666666669</c:v>
                </c:pt>
                <c:pt idx="11062">
                  <c:v>0.35481481481481481</c:v>
                </c:pt>
                <c:pt idx="11063">
                  <c:v>0.35496296296296298</c:v>
                </c:pt>
                <c:pt idx="11064">
                  <c:v>0.35496296296296298</c:v>
                </c:pt>
                <c:pt idx="11065">
                  <c:v>0.35496296296296298</c:v>
                </c:pt>
                <c:pt idx="11066">
                  <c:v>0.3551111111111111</c:v>
                </c:pt>
                <c:pt idx="11067">
                  <c:v>0.3551111111111111</c:v>
                </c:pt>
                <c:pt idx="11068">
                  <c:v>0.3551111111111111</c:v>
                </c:pt>
                <c:pt idx="11069">
                  <c:v>0.35525925925925927</c:v>
                </c:pt>
                <c:pt idx="11070">
                  <c:v>0.35525925925925927</c:v>
                </c:pt>
                <c:pt idx="11071">
                  <c:v>0.35525925925925927</c:v>
                </c:pt>
                <c:pt idx="11072">
                  <c:v>0.35525925925925927</c:v>
                </c:pt>
                <c:pt idx="11073">
                  <c:v>0.35525925925925927</c:v>
                </c:pt>
                <c:pt idx="11074">
                  <c:v>0.35525925925925927</c:v>
                </c:pt>
                <c:pt idx="11075">
                  <c:v>0.35525925925925927</c:v>
                </c:pt>
                <c:pt idx="11076">
                  <c:v>0.35540740740740739</c:v>
                </c:pt>
                <c:pt idx="11077">
                  <c:v>0.35540740740740739</c:v>
                </c:pt>
                <c:pt idx="11078">
                  <c:v>0.35555555555555557</c:v>
                </c:pt>
                <c:pt idx="11079">
                  <c:v>0.35555555555555557</c:v>
                </c:pt>
                <c:pt idx="11080">
                  <c:v>0.35570370370370369</c:v>
                </c:pt>
                <c:pt idx="11081">
                  <c:v>0.35570370370370369</c:v>
                </c:pt>
                <c:pt idx="11082">
                  <c:v>0.35570370370370369</c:v>
                </c:pt>
                <c:pt idx="11083">
                  <c:v>0.35585185185185186</c:v>
                </c:pt>
                <c:pt idx="11084">
                  <c:v>0.35585185185185186</c:v>
                </c:pt>
                <c:pt idx="11085">
                  <c:v>0.35585185185185186</c:v>
                </c:pt>
                <c:pt idx="11086">
                  <c:v>0.35585185185185186</c:v>
                </c:pt>
                <c:pt idx="11087">
                  <c:v>0.35585185185185186</c:v>
                </c:pt>
                <c:pt idx="11088">
                  <c:v>0.35585185185185186</c:v>
                </c:pt>
                <c:pt idx="11089">
                  <c:v>0.35599999999999998</c:v>
                </c:pt>
                <c:pt idx="11090">
                  <c:v>0.35599999999999998</c:v>
                </c:pt>
                <c:pt idx="11091">
                  <c:v>0.35599999999999998</c:v>
                </c:pt>
                <c:pt idx="11092">
                  <c:v>0.35614814814814816</c:v>
                </c:pt>
                <c:pt idx="11093">
                  <c:v>0.35614814814814816</c:v>
                </c:pt>
                <c:pt idx="11094">
                  <c:v>0.35629629629629628</c:v>
                </c:pt>
                <c:pt idx="11095">
                  <c:v>0.35644444444444445</c:v>
                </c:pt>
                <c:pt idx="11096">
                  <c:v>0.35644444444444445</c:v>
                </c:pt>
                <c:pt idx="11097">
                  <c:v>0.35644444444444445</c:v>
                </c:pt>
                <c:pt idx="11098">
                  <c:v>0.35644444444444445</c:v>
                </c:pt>
                <c:pt idx="11099">
                  <c:v>0.35644444444444445</c:v>
                </c:pt>
                <c:pt idx="11100">
                  <c:v>0.35644444444444445</c:v>
                </c:pt>
                <c:pt idx="11101">
                  <c:v>0.35659259259259257</c:v>
                </c:pt>
                <c:pt idx="11102">
                  <c:v>0.35659259259259257</c:v>
                </c:pt>
                <c:pt idx="11103">
                  <c:v>0.35674074074074075</c:v>
                </c:pt>
                <c:pt idx="11104">
                  <c:v>0.35688888888888887</c:v>
                </c:pt>
                <c:pt idx="11105">
                  <c:v>0.35703703703703704</c:v>
                </c:pt>
                <c:pt idx="11106">
                  <c:v>0.35703703703703704</c:v>
                </c:pt>
                <c:pt idx="11107">
                  <c:v>0.35703703703703704</c:v>
                </c:pt>
                <c:pt idx="11108">
                  <c:v>0.35703703703703704</c:v>
                </c:pt>
                <c:pt idx="11109">
                  <c:v>0.35703703703703704</c:v>
                </c:pt>
                <c:pt idx="11110">
                  <c:v>0.35703703703703704</c:v>
                </c:pt>
                <c:pt idx="11111">
                  <c:v>0.35703703703703704</c:v>
                </c:pt>
                <c:pt idx="11112">
                  <c:v>0.35703703703703704</c:v>
                </c:pt>
                <c:pt idx="11113">
                  <c:v>0.35703703703703704</c:v>
                </c:pt>
                <c:pt idx="11114">
                  <c:v>0.35703703703703704</c:v>
                </c:pt>
                <c:pt idx="11115">
                  <c:v>0.35718518518518516</c:v>
                </c:pt>
                <c:pt idx="11116">
                  <c:v>0.35733333333333334</c:v>
                </c:pt>
                <c:pt idx="11117">
                  <c:v>0.35733333333333334</c:v>
                </c:pt>
                <c:pt idx="11118">
                  <c:v>0.35733333333333334</c:v>
                </c:pt>
                <c:pt idx="11119">
                  <c:v>0.35733333333333334</c:v>
                </c:pt>
                <c:pt idx="11120">
                  <c:v>0.35748148148148146</c:v>
                </c:pt>
                <c:pt idx="11121">
                  <c:v>0.35748148148148146</c:v>
                </c:pt>
                <c:pt idx="11122">
                  <c:v>0.35762962962962963</c:v>
                </c:pt>
                <c:pt idx="11123">
                  <c:v>0.35777777777777775</c:v>
                </c:pt>
                <c:pt idx="11124">
                  <c:v>0.35777777777777775</c:v>
                </c:pt>
                <c:pt idx="11125">
                  <c:v>0.35792592592592593</c:v>
                </c:pt>
                <c:pt idx="11126">
                  <c:v>0.35792592592592593</c:v>
                </c:pt>
                <c:pt idx="11127">
                  <c:v>0.35792592592592593</c:v>
                </c:pt>
                <c:pt idx="11128">
                  <c:v>0.35792592592592593</c:v>
                </c:pt>
                <c:pt idx="11129">
                  <c:v>0.35792592592592593</c:v>
                </c:pt>
                <c:pt idx="11130">
                  <c:v>0.35792592592592593</c:v>
                </c:pt>
                <c:pt idx="11131">
                  <c:v>0.35792592592592593</c:v>
                </c:pt>
                <c:pt idx="11132">
                  <c:v>0.35792592592592593</c:v>
                </c:pt>
                <c:pt idx="11133">
                  <c:v>0.35792592592592593</c:v>
                </c:pt>
                <c:pt idx="11134">
                  <c:v>0.35792592592592593</c:v>
                </c:pt>
                <c:pt idx="11135">
                  <c:v>0.35792592592592593</c:v>
                </c:pt>
                <c:pt idx="11136">
                  <c:v>0.35792592592592593</c:v>
                </c:pt>
                <c:pt idx="11137">
                  <c:v>0.35792592592592593</c:v>
                </c:pt>
                <c:pt idx="11138">
                  <c:v>0.35792592592592593</c:v>
                </c:pt>
                <c:pt idx="11139">
                  <c:v>0.35792592592592593</c:v>
                </c:pt>
                <c:pt idx="11140">
                  <c:v>0.35792592592592593</c:v>
                </c:pt>
                <c:pt idx="11141">
                  <c:v>0.3580740740740741</c:v>
                </c:pt>
                <c:pt idx="11142">
                  <c:v>0.35822222222222222</c:v>
                </c:pt>
                <c:pt idx="11143">
                  <c:v>0.35822222222222222</c:v>
                </c:pt>
                <c:pt idx="11144">
                  <c:v>0.35822222222222222</c:v>
                </c:pt>
                <c:pt idx="11145">
                  <c:v>0.35837037037037039</c:v>
                </c:pt>
                <c:pt idx="11146">
                  <c:v>0.35837037037037039</c:v>
                </c:pt>
                <c:pt idx="11147">
                  <c:v>0.35851851851851851</c:v>
                </c:pt>
                <c:pt idx="11148">
                  <c:v>0.35851851851851851</c:v>
                </c:pt>
                <c:pt idx="11149">
                  <c:v>0.35851851851851851</c:v>
                </c:pt>
                <c:pt idx="11150">
                  <c:v>0.35866666666666669</c:v>
                </c:pt>
                <c:pt idx="11151">
                  <c:v>0.35866666666666669</c:v>
                </c:pt>
                <c:pt idx="11152">
                  <c:v>0.35881481481481481</c:v>
                </c:pt>
                <c:pt idx="11153">
                  <c:v>0.35881481481481481</c:v>
                </c:pt>
                <c:pt idx="11154">
                  <c:v>0.35881481481481481</c:v>
                </c:pt>
                <c:pt idx="11155">
                  <c:v>0.35881481481481481</c:v>
                </c:pt>
                <c:pt idx="11156">
                  <c:v>0.35896296296296298</c:v>
                </c:pt>
                <c:pt idx="11157">
                  <c:v>0.35896296296296298</c:v>
                </c:pt>
                <c:pt idx="11158">
                  <c:v>0.35896296296296298</c:v>
                </c:pt>
                <c:pt idx="11159">
                  <c:v>0.35896296296296298</c:v>
                </c:pt>
                <c:pt idx="11160">
                  <c:v>0.35896296296296298</c:v>
                </c:pt>
                <c:pt idx="11161">
                  <c:v>0.35896296296296298</c:v>
                </c:pt>
                <c:pt idx="11162">
                  <c:v>0.3591111111111111</c:v>
                </c:pt>
                <c:pt idx="11163">
                  <c:v>0.3591111111111111</c:v>
                </c:pt>
                <c:pt idx="11164">
                  <c:v>0.3591111111111111</c:v>
                </c:pt>
                <c:pt idx="11165">
                  <c:v>0.3591111111111111</c:v>
                </c:pt>
                <c:pt idx="11166">
                  <c:v>0.3591111111111111</c:v>
                </c:pt>
                <c:pt idx="11167">
                  <c:v>0.3591111111111111</c:v>
                </c:pt>
                <c:pt idx="11168">
                  <c:v>0.3591111111111111</c:v>
                </c:pt>
                <c:pt idx="11169">
                  <c:v>0.35925925925925928</c:v>
                </c:pt>
                <c:pt idx="11170">
                  <c:v>0.35925925925925928</c:v>
                </c:pt>
                <c:pt idx="11171">
                  <c:v>0.35925925925925928</c:v>
                </c:pt>
                <c:pt idx="11172">
                  <c:v>0.35925925925925928</c:v>
                </c:pt>
                <c:pt idx="11173">
                  <c:v>0.35925925925925928</c:v>
                </c:pt>
                <c:pt idx="11174">
                  <c:v>0.35925925925925928</c:v>
                </c:pt>
                <c:pt idx="11175">
                  <c:v>0.35925925925925928</c:v>
                </c:pt>
                <c:pt idx="11176">
                  <c:v>0.35925925925925928</c:v>
                </c:pt>
                <c:pt idx="11177">
                  <c:v>0.35925925925925928</c:v>
                </c:pt>
                <c:pt idx="11178">
                  <c:v>0.35925925925925928</c:v>
                </c:pt>
                <c:pt idx="11179">
                  <c:v>0.35925925925925928</c:v>
                </c:pt>
                <c:pt idx="11180">
                  <c:v>0.35925925925925928</c:v>
                </c:pt>
                <c:pt idx="11181">
                  <c:v>0.35925925925925928</c:v>
                </c:pt>
                <c:pt idx="11182">
                  <c:v>0.35925925925925928</c:v>
                </c:pt>
                <c:pt idx="11183">
                  <c:v>0.3594074074074074</c:v>
                </c:pt>
                <c:pt idx="11184">
                  <c:v>0.3594074074074074</c:v>
                </c:pt>
                <c:pt idx="11185">
                  <c:v>0.3594074074074074</c:v>
                </c:pt>
                <c:pt idx="11186">
                  <c:v>0.3594074074074074</c:v>
                </c:pt>
                <c:pt idx="11187">
                  <c:v>0.3594074074074074</c:v>
                </c:pt>
                <c:pt idx="11188">
                  <c:v>0.3594074074074074</c:v>
                </c:pt>
                <c:pt idx="11189">
                  <c:v>0.3594074074074074</c:v>
                </c:pt>
                <c:pt idx="11190">
                  <c:v>0.3594074074074074</c:v>
                </c:pt>
                <c:pt idx="11191">
                  <c:v>0.35955555555555557</c:v>
                </c:pt>
                <c:pt idx="11192">
                  <c:v>0.35955555555555557</c:v>
                </c:pt>
                <c:pt idx="11193">
                  <c:v>0.35955555555555557</c:v>
                </c:pt>
                <c:pt idx="11194">
                  <c:v>0.35955555555555557</c:v>
                </c:pt>
                <c:pt idx="11195">
                  <c:v>0.35970370370370369</c:v>
                </c:pt>
                <c:pt idx="11196">
                  <c:v>0.35970370370370369</c:v>
                </c:pt>
                <c:pt idx="11197">
                  <c:v>0.35970370370370369</c:v>
                </c:pt>
                <c:pt idx="11198">
                  <c:v>0.35985185185185187</c:v>
                </c:pt>
                <c:pt idx="11199">
                  <c:v>0.35985185185185187</c:v>
                </c:pt>
                <c:pt idx="11200">
                  <c:v>0.36</c:v>
                </c:pt>
                <c:pt idx="11201">
                  <c:v>0.36</c:v>
                </c:pt>
                <c:pt idx="11202">
                  <c:v>0.36</c:v>
                </c:pt>
                <c:pt idx="11203">
                  <c:v>0.36</c:v>
                </c:pt>
                <c:pt idx="11204">
                  <c:v>0.36</c:v>
                </c:pt>
                <c:pt idx="11205">
                  <c:v>0.36</c:v>
                </c:pt>
                <c:pt idx="11206">
                  <c:v>0.36014814814814816</c:v>
                </c:pt>
                <c:pt idx="11207">
                  <c:v>0.36014814814814816</c:v>
                </c:pt>
                <c:pt idx="11208">
                  <c:v>0.36029629629629628</c:v>
                </c:pt>
                <c:pt idx="11209">
                  <c:v>0.36029629629629628</c:v>
                </c:pt>
                <c:pt idx="11210">
                  <c:v>0.36029629629629628</c:v>
                </c:pt>
                <c:pt idx="11211">
                  <c:v>0.36029629629629628</c:v>
                </c:pt>
                <c:pt idx="11212">
                  <c:v>0.36044444444444446</c:v>
                </c:pt>
                <c:pt idx="11213">
                  <c:v>0.36044444444444446</c:v>
                </c:pt>
                <c:pt idx="11214">
                  <c:v>0.36044444444444446</c:v>
                </c:pt>
                <c:pt idx="11215">
                  <c:v>0.36059259259259258</c:v>
                </c:pt>
                <c:pt idx="11216">
                  <c:v>0.36074074074074075</c:v>
                </c:pt>
                <c:pt idx="11217">
                  <c:v>0.36074074074074075</c:v>
                </c:pt>
                <c:pt idx="11218">
                  <c:v>0.36074074074074075</c:v>
                </c:pt>
                <c:pt idx="11219">
                  <c:v>0.36074074074074075</c:v>
                </c:pt>
                <c:pt idx="11220">
                  <c:v>0.36074074074074075</c:v>
                </c:pt>
                <c:pt idx="11221">
                  <c:v>0.36074074074074075</c:v>
                </c:pt>
                <c:pt idx="11222">
                  <c:v>0.36074074074074075</c:v>
                </c:pt>
                <c:pt idx="11223">
                  <c:v>0.36088888888888887</c:v>
                </c:pt>
                <c:pt idx="11224">
                  <c:v>0.36088888888888887</c:v>
                </c:pt>
                <c:pt idx="11225">
                  <c:v>0.36088888888888887</c:v>
                </c:pt>
                <c:pt idx="11226">
                  <c:v>0.36088888888888887</c:v>
                </c:pt>
                <c:pt idx="11227">
                  <c:v>0.36088888888888887</c:v>
                </c:pt>
                <c:pt idx="11228">
                  <c:v>0.36103703703703705</c:v>
                </c:pt>
                <c:pt idx="11229">
                  <c:v>0.36103703703703705</c:v>
                </c:pt>
                <c:pt idx="11230">
                  <c:v>0.36103703703703705</c:v>
                </c:pt>
                <c:pt idx="11231">
                  <c:v>0.36103703703703705</c:v>
                </c:pt>
                <c:pt idx="11232">
                  <c:v>0.36103703703703705</c:v>
                </c:pt>
                <c:pt idx="11233">
                  <c:v>0.36103703703703705</c:v>
                </c:pt>
                <c:pt idx="11234">
                  <c:v>0.36103703703703705</c:v>
                </c:pt>
                <c:pt idx="11235">
                  <c:v>0.36103703703703705</c:v>
                </c:pt>
                <c:pt idx="11236">
                  <c:v>0.36103703703703705</c:v>
                </c:pt>
                <c:pt idx="11237">
                  <c:v>0.36103703703703705</c:v>
                </c:pt>
                <c:pt idx="11238">
                  <c:v>0.36103703703703705</c:v>
                </c:pt>
                <c:pt idx="11239">
                  <c:v>0.36118518518518516</c:v>
                </c:pt>
                <c:pt idx="11240">
                  <c:v>0.36133333333333334</c:v>
                </c:pt>
                <c:pt idx="11241">
                  <c:v>0.36133333333333334</c:v>
                </c:pt>
                <c:pt idx="11242">
                  <c:v>0.36133333333333334</c:v>
                </c:pt>
                <c:pt idx="11243">
                  <c:v>0.36133333333333334</c:v>
                </c:pt>
                <c:pt idx="11244">
                  <c:v>0.36133333333333334</c:v>
                </c:pt>
                <c:pt idx="11245">
                  <c:v>0.36133333333333334</c:v>
                </c:pt>
                <c:pt idx="11246">
                  <c:v>0.36133333333333334</c:v>
                </c:pt>
                <c:pt idx="11247">
                  <c:v>0.36133333333333334</c:v>
                </c:pt>
                <c:pt idx="11248">
                  <c:v>0.36148148148148146</c:v>
                </c:pt>
                <c:pt idx="11249">
                  <c:v>0.36148148148148146</c:v>
                </c:pt>
                <c:pt idx="11250">
                  <c:v>0.36148148148148146</c:v>
                </c:pt>
                <c:pt idx="11251">
                  <c:v>0.36162962962962963</c:v>
                </c:pt>
                <c:pt idx="11252">
                  <c:v>0.36162962962962963</c:v>
                </c:pt>
                <c:pt idx="11253">
                  <c:v>0.36162962962962963</c:v>
                </c:pt>
                <c:pt idx="11254">
                  <c:v>0.36162962962962963</c:v>
                </c:pt>
                <c:pt idx="11255">
                  <c:v>0.36162962962962963</c:v>
                </c:pt>
                <c:pt idx="11256">
                  <c:v>0.36177777777777775</c:v>
                </c:pt>
                <c:pt idx="11257">
                  <c:v>0.36177777777777775</c:v>
                </c:pt>
                <c:pt idx="11258">
                  <c:v>0.36177777777777775</c:v>
                </c:pt>
                <c:pt idx="11259">
                  <c:v>0.36177777777777775</c:v>
                </c:pt>
                <c:pt idx="11260">
                  <c:v>0.36177777777777775</c:v>
                </c:pt>
                <c:pt idx="11261">
                  <c:v>0.36177777777777775</c:v>
                </c:pt>
                <c:pt idx="11262">
                  <c:v>0.36177777777777775</c:v>
                </c:pt>
                <c:pt idx="11263">
                  <c:v>0.36177777777777775</c:v>
                </c:pt>
                <c:pt idx="11264">
                  <c:v>0.36177777777777775</c:v>
                </c:pt>
                <c:pt idx="11265">
                  <c:v>0.36177777777777775</c:v>
                </c:pt>
                <c:pt idx="11266">
                  <c:v>0.36192592592592593</c:v>
                </c:pt>
                <c:pt idx="11267">
                  <c:v>0.36207407407407405</c:v>
                </c:pt>
                <c:pt idx="11268">
                  <c:v>0.36207407407407405</c:v>
                </c:pt>
                <c:pt idx="11269">
                  <c:v>0.36207407407407405</c:v>
                </c:pt>
                <c:pt idx="11270">
                  <c:v>0.36207407407407405</c:v>
                </c:pt>
                <c:pt idx="11271">
                  <c:v>0.36222222222222222</c:v>
                </c:pt>
                <c:pt idx="11272">
                  <c:v>0.36237037037037034</c:v>
                </c:pt>
                <c:pt idx="11273">
                  <c:v>0.36237037037037034</c:v>
                </c:pt>
                <c:pt idx="11274">
                  <c:v>0.36237037037037034</c:v>
                </c:pt>
                <c:pt idx="11275">
                  <c:v>0.36237037037037034</c:v>
                </c:pt>
                <c:pt idx="11276">
                  <c:v>0.36251851851851852</c:v>
                </c:pt>
                <c:pt idx="11277">
                  <c:v>0.36266666666666669</c:v>
                </c:pt>
                <c:pt idx="11278">
                  <c:v>0.36266666666666669</c:v>
                </c:pt>
                <c:pt idx="11279">
                  <c:v>0.36266666666666669</c:v>
                </c:pt>
                <c:pt idx="11280">
                  <c:v>0.36281481481481481</c:v>
                </c:pt>
                <c:pt idx="11281">
                  <c:v>0.36281481481481481</c:v>
                </c:pt>
                <c:pt idx="11282">
                  <c:v>0.36281481481481481</c:v>
                </c:pt>
                <c:pt idx="11283">
                  <c:v>0.36281481481481481</c:v>
                </c:pt>
                <c:pt idx="11284">
                  <c:v>0.36281481481481481</c:v>
                </c:pt>
                <c:pt idx="11285">
                  <c:v>0.36281481481481481</c:v>
                </c:pt>
                <c:pt idx="11286">
                  <c:v>0.36281481481481481</c:v>
                </c:pt>
                <c:pt idx="11287">
                  <c:v>0.36281481481481481</c:v>
                </c:pt>
                <c:pt idx="11288">
                  <c:v>0.36281481481481481</c:v>
                </c:pt>
                <c:pt idx="11289">
                  <c:v>0.36296296296296299</c:v>
                </c:pt>
                <c:pt idx="11290">
                  <c:v>0.36311111111111111</c:v>
                </c:pt>
                <c:pt idx="11291">
                  <c:v>0.36311111111111111</c:v>
                </c:pt>
                <c:pt idx="11292">
                  <c:v>0.36325925925925928</c:v>
                </c:pt>
                <c:pt idx="11293">
                  <c:v>0.36325925925925928</c:v>
                </c:pt>
                <c:pt idx="11294">
                  <c:v>0.36325925925925928</c:v>
                </c:pt>
                <c:pt idx="11295">
                  <c:v>0.36325925925925928</c:v>
                </c:pt>
                <c:pt idx="11296">
                  <c:v>0.36325925925925928</c:v>
                </c:pt>
                <c:pt idx="11297">
                  <c:v>0.36325925925925928</c:v>
                </c:pt>
                <c:pt idx="11298">
                  <c:v>0.36325925925925928</c:v>
                </c:pt>
                <c:pt idx="11299">
                  <c:v>0.36325925925925928</c:v>
                </c:pt>
                <c:pt idx="11300">
                  <c:v>0.36325925925925928</c:v>
                </c:pt>
                <c:pt idx="11301">
                  <c:v>0.36325925925925928</c:v>
                </c:pt>
                <c:pt idx="11302">
                  <c:v>0.3634074074074074</c:v>
                </c:pt>
                <c:pt idx="11303">
                  <c:v>0.36355555555555558</c:v>
                </c:pt>
                <c:pt idx="11304">
                  <c:v>0.36355555555555558</c:v>
                </c:pt>
                <c:pt idx="11305">
                  <c:v>0.36355555555555558</c:v>
                </c:pt>
                <c:pt idx="11306">
                  <c:v>0.36355555555555558</c:v>
                </c:pt>
                <c:pt idx="11307">
                  <c:v>0.36355555555555558</c:v>
                </c:pt>
                <c:pt idx="11308">
                  <c:v>0.3637037037037037</c:v>
                </c:pt>
                <c:pt idx="11309">
                  <c:v>0.36385185185185187</c:v>
                </c:pt>
                <c:pt idx="11310">
                  <c:v>0.36399999999999999</c:v>
                </c:pt>
                <c:pt idx="11311">
                  <c:v>0.36399999999999999</c:v>
                </c:pt>
                <c:pt idx="11312">
                  <c:v>0.36399999999999999</c:v>
                </c:pt>
                <c:pt idx="11313">
                  <c:v>0.36399999999999999</c:v>
                </c:pt>
                <c:pt idx="11314">
                  <c:v>0.36399999999999999</c:v>
                </c:pt>
                <c:pt idx="11315">
                  <c:v>0.36399999999999999</c:v>
                </c:pt>
                <c:pt idx="11316">
                  <c:v>0.36399999999999999</c:v>
                </c:pt>
                <c:pt idx="11317">
                  <c:v>0.36399999999999999</c:v>
                </c:pt>
                <c:pt idx="11318">
                  <c:v>0.36414814814814817</c:v>
                </c:pt>
                <c:pt idx="11319">
                  <c:v>0.36414814814814817</c:v>
                </c:pt>
                <c:pt idx="11320">
                  <c:v>0.36414814814814817</c:v>
                </c:pt>
                <c:pt idx="11321">
                  <c:v>0.36414814814814817</c:v>
                </c:pt>
                <c:pt idx="11322">
                  <c:v>0.36414814814814817</c:v>
                </c:pt>
                <c:pt idx="11323">
                  <c:v>0.36414814814814817</c:v>
                </c:pt>
                <c:pt idx="11324">
                  <c:v>0.36414814814814817</c:v>
                </c:pt>
                <c:pt idx="11325">
                  <c:v>0.36414814814814817</c:v>
                </c:pt>
                <c:pt idx="11326">
                  <c:v>0.36414814814814817</c:v>
                </c:pt>
                <c:pt idx="11327">
                  <c:v>0.36414814814814817</c:v>
                </c:pt>
                <c:pt idx="11328">
                  <c:v>0.36429629629629628</c:v>
                </c:pt>
                <c:pt idx="11329">
                  <c:v>0.36444444444444446</c:v>
                </c:pt>
                <c:pt idx="11330">
                  <c:v>0.36459259259259258</c:v>
                </c:pt>
                <c:pt idx="11331">
                  <c:v>0.36459259259259258</c:v>
                </c:pt>
                <c:pt idx="11332">
                  <c:v>0.36474074074074075</c:v>
                </c:pt>
                <c:pt idx="11333">
                  <c:v>0.36474074074074075</c:v>
                </c:pt>
                <c:pt idx="11334">
                  <c:v>0.36474074074074075</c:v>
                </c:pt>
                <c:pt idx="11335">
                  <c:v>0.36474074074074075</c:v>
                </c:pt>
                <c:pt idx="11336">
                  <c:v>0.36474074074074075</c:v>
                </c:pt>
                <c:pt idx="11337">
                  <c:v>0.36474074074074075</c:v>
                </c:pt>
                <c:pt idx="11338">
                  <c:v>0.36474074074074075</c:v>
                </c:pt>
                <c:pt idx="11339">
                  <c:v>0.36474074074074075</c:v>
                </c:pt>
                <c:pt idx="11340">
                  <c:v>0.36488888888888887</c:v>
                </c:pt>
                <c:pt idx="11341">
                  <c:v>0.36488888888888887</c:v>
                </c:pt>
                <c:pt idx="11342">
                  <c:v>0.36488888888888887</c:v>
                </c:pt>
                <c:pt idx="11343">
                  <c:v>0.36488888888888887</c:v>
                </c:pt>
                <c:pt idx="11344">
                  <c:v>0.36488888888888887</c:v>
                </c:pt>
                <c:pt idx="11345">
                  <c:v>0.36488888888888887</c:v>
                </c:pt>
                <c:pt idx="11346">
                  <c:v>0.36488888888888887</c:v>
                </c:pt>
                <c:pt idx="11347">
                  <c:v>0.36488888888888887</c:v>
                </c:pt>
                <c:pt idx="11348">
                  <c:v>0.36488888888888887</c:v>
                </c:pt>
                <c:pt idx="11349">
                  <c:v>0.36488888888888887</c:v>
                </c:pt>
                <c:pt idx="11350">
                  <c:v>0.36488888888888887</c:v>
                </c:pt>
                <c:pt idx="11351">
                  <c:v>0.36488888888888887</c:v>
                </c:pt>
                <c:pt idx="11352">
                  <c:v>0.36488888888888887</c:v>
                </c:pt>
                <c:pt idx="11353">
                  <c:v>0.36488888888888887</c:v>
                </c:pt>
                <c:pt idx="11354">
                  <c:v>0.36488888888888887</c:v>
                </c:pt>
                <c:pt idx="11355">
                  <c:v>0.36488888888888887</c:v>
                </c:pt>
                <c:pt idx="11356">
                  <c:v>0.36488888888888887</c:v>
                </c:pt>
                <c:pt idx="11357">
                  <c:v>0.36488888888888887</c:v>
                </c:pt>
                <c:pt idx="11358">
                  <c:v>0.36488888888888887</c:v>
                </c:pt>
                <c:pt idx="11359">
                  <c:v>0.36488888888888887</c:v>
                </c:pt>
                <c:pt idx="11360">
                  <c:v>0.36488888888888887</c:v>
                </c:pt>
                <c:pt idx="11361">
                  <c:v>0.36503703703703705</c:v>
                </c:pt>
                <c:pt idx="11362">
                  <c:v>0.36503703703703705</c:v>
                </c:pt>
                <c:pt idx="11363">
                  <c:v>0.36503703703703705</c:v>
                </c:pt>
                <c:pt idx="11364">
                  <c:v>0.36503703703703705</c:v>
                </c:pt>
                <c:pt idx="11365">
                  <c:v>0.36518518518518517</c:v>
                </c:pt>
                <c:pt idx="11366">
                  <c:v>0.36533333333333334</c:v>
                </c:pt>
                <c:pt idx="11367">
                  <c:v>0.36533333333333334</c:v>
                </c:pt>
                <c:pt idx="11368">
                  <c:v>0.36533333333333334</c:v>
                </c:pt>
                <c:pt idx="11369">
                  <c:v>0.36548148148148146</c:v>
                </c:pt>
                <c:pt idx="11370">
                  <c:v>0.36548148148148146</c:v>
                </c:pt>
                <c:pt idx="11371">
                  <c:v>0.36562962962962964</c:v>
                </c:pt>
                <c:pt idx="11372">
                  <c:v>0.36577777777777776</c:v>
                </c:pt>
                <c:pt idx="11373">
                  <c:v>0.36577777777777776</c:v>
                </c:pt>
                <c:pt idx="11374">
                  <c:v>0.36577777777777776</c:v>
                </c:pt>
                <c:pt idx="11375">
                  <c:v>0.36577777777777776</c:v>
                </c:pt>
                <c:pt idx="11376">
                  <c:v>0.36577777777777776</c:v>
                </c:pt>
                <c:pt idx="11377">
                  <c:v>0.36577777777777776</c:v>
                </c:pt>
                <c:pt idx="11378">
                  <c:v>0.36577777777777776</c:v>
                </c:pt>
                <c:pt idx="11379">
                  <c:v>0.36577777777777776</c:v>
                </c:pt>
                <c:pt idx="11380">
                  <c:v>0.36577777777777776</c:v>
                </c:pt>
                <c:pt idx="11381">
                  <c:v>0.36577777777777776</c:v>
                </c:pt>
                <c:pt idx="11382">
                  <c:v>0.36577777777777776</c:v>
                </c:pt>
                <c:pt idx="11383">
                  <c:v>0.36577777777777776</c:v>
                </c:pt>
                <c:pt idx="11384">
                  <c:v>0.36592592592592593</c:v>
                </c:pt>
                <c:pt idx="11385">
                  <c:v>0.36592592592592593</c:v>
                </c:pt>
                <c:pt idx="11386">
                  <c:v>0.36592592592592593</c:v>
                </c:pt>
                <c:pt idx="11387">
                  <c:v>0.36592592592592593</c:v>
                </c:pt>
                <c:pt idx="11388">
                  <c:v>0.36592592592592593</c:v>
                </c:pt>
                <c:pt idx="11389">
                  <c:v>0.36592592592592593</c:v>
                </c:pt>
                <c:pt idx="11390">
                  <c:v>0.36592592592592593</c:v>
                </c:pt>
                <c:pt idx="11391">
                  <c:v>0.36592592592592593</c:v>
                </c:pt>
                <c:pt idx="11392">
                  <c:v>0.36592592592592593</c:v>
                </c:pt>
                <c:pt idx="11393">
                  <c:v>0.36592592592592593</c:v>
                </c:pt>
                <c:pt idx="11394">
                  <c:v>0.36592592592592593</c:v>
                </c:pt>
                <c:pt idx="11395">
                  <c:v>0.36592592592592593</c:v>
                </c:pt>
                <c:pt idx="11396">
                  <c:v>0.36592592592592593</c:v>
                </c:pt>
                <c:pt idx="11397">
                  <c:v>0.36607407407407405</c:v>
                </c:pt>
                <c:pt idx="11398">
                  <c:v>0.36607407407407405</c:v>
                </c:pt>
                <c:pt idx="11399">
                  <c:v>0.36622222222222223</c:v>
                </c:pt>
                <c:pt idx="11400">
                  <c:v>0.36622222222222223</c:v>
                </c:pt>
                <c:pt idx="11401">
                  <c:v>0.36637037037037035</c:v>
                </c:pt>
                <c:pt idx="11402">
                  <c:v>0.36637037037037035</c:v>
                </c:pt>
                <c:pt idx="11403">
                  <c:v>0.36637037037037035</c:v>
                </c:pt>
                <c:pt idx="11404">
                  <c:v>0.36651851851851852</c:v>
                </c:pt>
                <c:pt idx="11405">
                  <c:v>0.36651851851851852</c:v>
                </c:pt>
                <c:pt idx="11406">
                  <c:v>0.36651851851851852</c:v>
                </c:pt>
                <c:pt idx="11407">
                  <c:v>0.36651851851851852</c:v>
                </c:pt>
                <c:pt idx="11408">
                  <c:v>0.36666666666666664</c:v>
                </c:pt>
                <c:pt idx="11409">
                  <c:v>0.36666666666666664</c:v>
                </c:pt>
                <c:pt idx="11410">
                  <c:v>0.36666666666666664</c:v>
                </c:pt>
                <c:pt idx="11411">
                  <c:v>0.36666666666666664</c:v>
                </c:pt>
                <c:pt idx="11412">
                  <c:v>0.36666666666666664</c:v>
                </c:pt>
                <c:pt idx="11413">
                  <c:v>0.36666666666666664</c:v>
                </c:pt>
                <c:pt idx="11414">
                  <c:v>0.36666666666666664</c:v>
                </c:pt>
                <c:pt idx="11415">
                  <c:v>0.36666666666666664</c:v>
                </c:pt>
                <c:pt idx="11416">
                  <c:v>0.36666666666666664</c:v>
                </c:pt>
                <c:pt idx="11417">
                  <c:v>0.36666666666666664</c:v>
                </c:pt>
                <c:pt idx="11418">
                  <c:v>0.36681481481481482</c:v>
                </c:pt>
                <c:pt idx="11419">
                  <c:v>0.36681481481481482</c:v>
                </c:pt>
                <c:pt idx="11420">
                  <c:v>0.36681481481481482</c:v>
                </c:pt>
                <c:pt idx="11421">
                  <c:v>0.36681481481481482</c:v>
                </c:pt>
                <c:pt idx="11422">
                  <c:v>0.36681481481481482</c:v>
                </c:pt>
                <c:pt idx="11423">
                  <c:v>0.36696296296296294</c:v>
                </c:pt>
                <c:pt idx="11424">
                  <c:v>0.36696296296296294</c:v>
                </c:pt>
                <c:pt idx="11425">
                  <c:v>0.36696296296296294</c:v>
                </c:pt>
                <c:pt idx="11426">
                  <c:v>0.36696296296296294</c:v>
                </c:pt>
                <c:pt idx="11427">
                  <c:v>0.36711111111111111</c:v>
                </c:pt>
                <c:pt idx="11428">
                  <c:v>0.36711111111111111</c:v>
                </c:pt>
                <c:pt idx="11429">
                  <c:v>0.36711111111111111</c:v>
                </c:pt>
                <c:pt idx="11430">
                  <c:v>0.36725925925925929</c:v>
                </c:pt>
                <c:pt idx="11431">
                  <c:v>0.36725925925925929</c:v>
                </c:pt>
                <c:pt idx="11432">
                  <c:v>0.36725925925925929</c:v>
                </c:pt>
                <c:pt idx="11433">
                  <c:v>0.36725925925925929</c:v>
                </c:pt>
                <c:pt idx="11434">
                  <c:v>0.36725925925925929</c:v>
                </c:pt>
                <c:pt idx="11435">
                  <c:v>0.36725925925925929</c:v>
                </c:pt>
                <c:pt idx="11436">
                  <c:v>0.3674074074074074</c:v>
                </c:pt>
                <c:pt idx="11437">
                  <c:v>0.3674074074074074</c:v>
                </c:pt>
                <c:pt idx="11438">
                  <c:v>0.3674074074074074</c:v>
                </c:pt>
                <c:pt idx="11439">
                  <c:v>0.3674074074074074</c:v>
                </c:pt>
                <c:pt idx="11440">
                  <c:v>0.3674074074074074</c:v>
                </c:pt>
                <c:pt idx="11441">
                  <c:v>0.3674074074074074</c:v>
                </c:pt>
                <c:pt idx="11442">
                  <c:v>0.3674074074074074</c:v>
                </c:pt>
                <c:pt idx="11443">
                  <c:v>0.36755555555555558</c:v>
                </c:pt>
                <c:pt idx="11444">
                  <c:v>0.36755555555555558</c:v>
                </c:pt>
                <c:pt idx="11445">
                  <c:v>0.36755555555555558</c:v>
                </c:pt>
                <c:pt idx="11446">
                  <c:v>0.36755555555555558</c:v>
                </c:pt>
                <c:pt idx="11447">
                  <c:v>0.3677037037037037</c:v>
                </c:pt>
                <c:pt idx="11448">
                  <c:v>0.3677037037037037</c:v>
                </c:pt>
                <c:pt idx="11449">
                  <c:v>0.3677037037037037</c:v>
                </c:pt>
                <c:pt idx="11450">
                  <c:v>0.3677037037037037</c:v>
                </c:pt>
                <c:pt idx="11451">
                  <c:v>0.3677037037037037</c:v>
                </c:pt>
                <c:pt idx="11452">
                  <c:v>0.36785185185185187</c:v>
                </c:pt>
                <c:pt idx="11453">
                  <c:v>0.36785185185185187</c:v>
                </c:pt>
                <c:pt idx="11454">
                  <c:v>0.36785185185185187</c:v>
                </c:pt>
                <c:pt idx="11455">
                  <c:v>0.36799999999999999</c:v>
                </c:pt>
                <c:pt idx="11456">
                  <c:v>0.36799999999999999</c:v>
                </c:pt>
                <c:pt idx="11457">
                  <c:v>0.36814814814814817</c:v>
                </c:pt>
                <c:pt idx="11458">
                  <c:v>0.36829629629629629</c:v>
                </c:pt>
                <c:pt idx="11459">
                  <c:v>0.36829629629629629</c:v>
                </c:pt>
                <c:pt idx="11460">
                  <c:v>0.36829629629629629</c:v>
                </c:pt>
                <c:pt idx="11461">
                  <c:v>0.36844444444444446</c:v>
                </c:pt>
                <c:pt idx="11462">
                  <c:v>0.36844444444444446</c:v>
                </c:pt>
                <c:pt idx="11463">
                  <c:v>0.36844444444444446</c:v>
                </c:pt>
                <c:pt idx="11464">
                  <c:v>0.36844444444444446</c:v>
                </c:pt>
                <c:pt idx="11465">
                  <c:v>0.36859259259259258</c:v>
                </c:pt>
                <c:pt idx="11466">
                  <c:v>0.36859259259259258</c:v>
                </c:pt>
                <c:pt idx="11467">
                  <c:v>0.36874074074074076</c:v>
                </c:pt>
                <c:pt idx="11468">
                  <c:v>0.36874074074074076</c:v>
                </c:pt>
                <c:pt idx="11469">
                  <c:v>0.36874074074074076</c:v>
                </c:pt>
                <c:pt idx="11470">
                  <c:v>0.36874074074074076</c:v>
                </c:pt>
                <c:pt idx="11471">
                  <c:v>0.36874074074074076</c:v>
                </c:pt>
                <c:pt idx="11472">
                  <c:v>0.36874074074074076</c:v>
                </c:pt>
                <c:pt idx="11473">
                  <c:v>0.36874074074074076</c:v>
                </c:pt>
                <c:pt idx="11474">
                  <c:v>0.36874074074074076</c:v>
                </c:pt>
                <c:pt idx="11475">
                  <c:v>0.36874074074074076</c:v>
                </c:pt>
                <c:pt idx="11476">
                  <c:v>0.36888888888888888</c:v>
                </c:pt>
                <c:pt idx="11477">
                  <c:v>0.36888888888888888</c:v>
                </c:pt>
                <c:pt idx="11478">
                  <c:v>0.36888888888888888</c:v>
                </c:pt>
                <c:pt idx="11479">
                  <c:v>0.36888888888888888</c:v>
                </c:pt>
                <c:pt idx="11480">
                  <c:v>0.36888888888888888</c:v>
                </c:pt>
                <c:pt idx="11481">
                  <c:v>0.36903703703703705</c:v>
                </c:pt>
                <c:pt idx="11482">
                  <c:v>0.36903703703703705</c:v>
                </c:pt>
                <c:pt idx="11483">
                  <c:v>0.36918518518518517</c:v>
                </c:pt>
                <c:pt idx="11484">
                  <c:v>0.36918518518518517</c:v>
                </c:pt>
                <c:pt idx="11485">
                  <c:v>0.36918518518518517</c:v>
                </c:pt>
                <c:pt idx="11486">
                  <c:v>0.36933333333333335</c:v>
                </c:pt>
                <c:pt idx="11487">
                  <c:v>0.36933333333333335</c:v>
                </c:pt>
                <c:pt idx="11488">
                  <c:v>0.36933333333333335</c:v>
                </c:pt>
                <c:pt idx="11489">
                  <c:v>0.36948148148148147</c:v>
                </c:pt>
                <c:pt idx="11490">
                  <c:v>0.36948148148148147</c:v>
                </c:pt>
                <c:pt idx="11491">
                  <c:v>0.36948148148148147</c:v>
                </c:pt>
                <c:pt idx="11492">
                  <c:v>0.36962962962962964</c:v>
                </c:pt>
                <c:pt idx="11493">
                  <c:v>0.36977777777777776</c:v>
                </c:pt>
                <c:pt idx="11494">
                  <c:v>0.36977777777777776</c:v>
                </c:pt>
                <c:pt idx="11495">
                  <c:v>0.36992592592592594</c:v>
                </c:pt>
                <c:pt idx="11496">
                  <c:v>0.36992592592592594</c:v>
                </c:pt>
                <c:pt idx="11497">
                  <c:v>0.36992592592592594</c:v>
                </c:pt>
                <c:pt idx="11498">
                  <c:v>0.36992592592592594</c:v>
                </c:pt>
                <c:pt idx="11499">
                  <c:v>0.36992592592592594</c:v>
                </c:pt>
                <c:pt idx="11500">
                  <c:v>0.37007407407407406</c:v>
                </c:pt>
                <c:pt idx="11501">
                  <c:v>0.37022222222222223</c:v>
                </c:pt>
                <c:pt idx="11502">
                  <c:v>0.37022222222222223</c:v>
                </c:pt>
                <c:pt idx="11503">
                  <c:v>0.37022222222222223</c:v>
                </c:pt>
                <c:pt idx="11504">
                  <c:v>0.37022222222222223</c:v>
                </c:pt>
                <c:pt idx="11505">
                  <c:v>0.37022222222222223</c:v>
                </c:pt>
                <c:pt idx="11506">
                  <c:v>0.37037037037037035</c:v>
                </c:pt>
                <c:pt idx="11507">
                  <c:v>0.37037037037037035</c:v>
                </c:pt>
                <c:pt idx="11508">
                  <c:v>0.37037037037037035</c:v>
                </c:pt>
                <c:pt idx="11509">
                  <c:v>0.37051851851851852</c:v>
                </c:pt>
                <c:pt idx="11510">
                  <c:v>0.37051851851851852</c:v>
                </c:pt>
                <c:pt idx="11511">
                  <c:v>0.37051851851851852</c:v>
                </c:pt>
                <c:pt idx="11512">
                  <c:v>0.37066666666666664</c:v>
                </c:pt>
                <c:pt idx="11513">
                  <c:v>0.37066666666666664</c:v>
                </c:pt>
                <c:pt idx="11514">
                  <c:v>0.37066666666666664</c:v>
                </c:pt>
                <c:pt idx="11515">
                  <c:v>0.37081481481481482</c:v>
                </c:pt>
                <c:pt idx="11516">
                  <c:v>0.37096296296296294</c:v>
                </c:pt>
                <c:pt idx="11517">
                  <c:v>0.37096296296296294</c:v>
                </c:pt>
                <c:pt idx="11518">
                  <c:v>0.37111111111111111</c:v>
                </c:pt>
                <c:pt idx="11519">
                  <c:v>0.37111111111111111</c:v>
                </c:pt>
                <c:pt idx="11520">
                  <c:v>0.37111111111111111</c:v>
                </c:pt>
                <c:pt idx="11521">
                  <c:v>0.37111111111111111</c:v>
                </c:pt>
                <c:pt idx="11522">
                  <c:v>0.37111111111111111</c:v>
                </c:pt>
                <c:pt idx="11523">
                  <c:v>0.37111111111111111</c:v>
                </c:pt>
                <c:pt idx="11524">
                  <c:v>0.37111111111111111</c:v>
                </c:pt>
                <c:pt idx="11525">
                  <c:v>0.37125925925925923</c:v>
                </c:pt>
                <c:pt idx="11526">
                  <c:v>0.37125925925925923</c:v>
                </c:pt>
                <c:pt idx="11527">
                  <c:v>0.37140740740740741</c:v>
                </c:pt>
                <c:pt idx="11528">
                  <c:v>0.37140740740740741</c:v>
                </c:pt>
                <c:pt idx="11529">
                  <c:v>0.37140740740740741</c:v>
                </c:pt>
                <c:pt idx="11530">
                  <c:v>0.37140740740740741</c:v>
                </c:pt>
                <c:pt idx="11531">
                  <c:v>0.37155555555555553</c:v>
                </c:pt>
                <c:pt idx="11532">
                  <c:v>0.37155555555555553</c:v>
                </c:pt>
                <c:pt idx="11533">
                  <c:v>0.37155555555555553</c:v>
                </c:pt>
                <c:pt idx="11534">
                  <c:v>0.37155555555555553</c:v>
                </c:pt>
                <c:pt idx="11535">
                  <c:v>0.37155555555555553</c:v>
                </c:pt>
                <c:pt idx="11536">
                  <c:v>0.37155555555555553</c:v>
                </c:pt>
                <c:pt idx="11537">
                  <c:v>0.37155555555555553</c:v>
                </c:pt>
                <c:pt idx="11538">
                  <c:v>0.37155555555555553</c:v>
                </c:pt>
                <c:pt idx="11539">
                  <c:v>0.37155555555555553</c:v>
                </c:pt>
                <c:pt idx="11540">
                  <c:v>0.37155555555555553</c:v>
                </c:pt>
                <c:pt idx="11541">
                  <c:v>0.37155555555555553</c:v>
                </c:pt>
                <c:pt idx="11542">
                  <c:v>0.37155555555555553</c:v>
                </c:pt>
                <c:pt idx="11543">
                  <c:v>0.37155555555555553</c:v>
                </c:pt>
                <c:pt idx="11544">
                  <c:v>0.37155555555555553</c:v>
                </c:pt>
                <c:pt idx="11545">
                  <c:v>0.37155555555555553</c:v>
                </c:pt>
                <c:pt idx="11546">
                  <c:v>0.3717037037037037</c:v>
                </c:pt>
                <c:pt idx="11547">
                  <c:v>0.3717037037037037</c:v>
                </c:pt>
                <c:pt idx="11548">
                  <c:v>0.37185185185185188</c:v>
                </c:pt>
                <c:pt idx="11549">
                  <c:v>0.37185185185185188</c:v>
                </c:pt>
                <c:pt idx="11550">
                  <c:v>0.37185185185185188</c:v>
                </c:pt>
                <c:pt idx="11551">
                  <c:v>0.37185185185185188</c:v>
                </c:pt>
                <c:pt idx="11552">
                  <c:v>0.37185185185185188</c:v>
                </c:pt>
                <c:pt idx="11553">
                  <c:v>0.37185185185185188</c:v>
                </c:pt>
                <c:pt idx="11554">
                  <c:v>0.372</c:v>
                </c:pt>
                <c:pt idx="11555">
                  <c:v>0.37214814814814817</c:v>
                </c:pt>
                <c:pt idx="11556">
                  <c:v>0.37214814814814817</c:v>
                </c:pt>
                <c:pt idx="11557">
                  <c:v>0.37214814814814817</c:v>
                </c:pt>
                <c:pt idx="11558">
                  <c:v>0.37214814814814817</c:v>
                </c:pt>
                <c:pt idx="11559">
                  <c:v>0.37214814814814817</c:v>
                </c:pt>
                <c:pt idx="11560">
                  <c:v>0.37214814814814817</c:v>
                </c:pt>
                <c:pt idx="11561">
                  <c:v>0.37214814814814817</c:v>
                </c:pt>
                <c:pt idx="11562">
                  <c:v>0.37214814814814817</c:v>
                </c:pt>
                <c:pt idx="11563">
                  <c:v>0.37229629629629629</c:v>
                </c:pt>
                <c:pt idx="11564">
                  <c:v>0.37229629629629629</c:v>
                </c:pt>
                <c:pt idx="11565">
                  <c:v>0.37229629629629629</c:v>
                </c:pt>
                <c:pt idx="11566">
                  <c:v>0.37244444444444447</c:v>
                </c:pt>
                <c:pt idx="11567">
                  <c:v>0.37259259259259259</c:v>
                </c:pt>
                <c:pt idx="11568">
                  <c:v>0.37274074074074076</c:v>
                </c:pt>
                <c:pt idx="11569">
                  <c:v>0.37288888888888888</c:v>
                </c:pt>
                <c:pt idx="11570">
                  <c:v>0.37303703703703706</c:v>
                </c:pt>
                <c:pt idx="11571">
                  <c:v>0.37303703703703706</c:v>
                </c:pt>
                <c:pt idx="11572">
                  <c:v>0.37303703703703706</c:v>
                </c:pt>
                <c:pt idx="11573">
                  <c:v>0.37303703703703706</c:v>
                </c:pt>
                <c:pt idx="11574">
                  <c:v>0.37303703703703706</c:v>
                </c:pt>
                <c:pt idx="11575">
                  <c:v>0.37303703703703706</c:v>
                </c:pt>
                <c:pt idx="11576">
                  <c:v>0.37318518518518518</c:v>
                </c:pt>
                <c:pt idx="11577">
                  <c:v>0.37318518518518518</c:v>
                </c:pt>
                <c:pt idx="11578">
                  <c:v>0.37318518518518518</c:v>
                </c:pt>
                <c:pt idx="11579">
                  <c:v>0.37333333333333335</c:v>
                </c:pt>
                <c:pt idx="11580">
                  <c:v>0.37333333333333335</c:v>
                </c:pt>
                <c:pt idx="11581">
                  <c:v>0.37333333333333335</c:v>
                </c:pt>
                <c:pt idx="11582">
                  <c:v>0.37333333333333335</c:v>
                </c:pt>
                <c:pt idx="11583">
                  <c:v>0.37333333333333335</c:v>
                </c:pt>
                <c:pt idx="11584">
                  <c:v>0.37333333333333335</c:v>
                </c:pt>
                <c:pt idx="11585">
                  <c:v>0.37333333333333335</c:v>
                </c:pt>
                <c:pt idx="11586">
                  <c:v>0.37333333333333335</c:v>
                </c:pt>
                <c:pt idx="11587">
                  <c:v>0.37333333333333335</c:v>
                </c:pt>
                <c:pt idx="11588">
                  <c:v>0.37348148148148147</c:v>
                </c:pt>
                <c:pt idx="11589">
                  <c:v>0.37348148148148147</c:v>
                </c:pt>
                <c:pt idx="11590">
                  <c:v>0.37348148148148147</c:v>
                </c:pt>
                <c:pt idx="11591">
                  <c:v>0.37348148148148147</c:v>
                </c:pt>
                <c:pt idx="11592">
                  <c:v>0.37348148148148147</c:v>
                </c:pt>
                <c:pt idx="11593">
                  <c:v>0.37348148148148147</c:v>
                </c:pt>
                <c:pt idx="11594">
                  <c:v>0.37348148148148147</c:v>
                </c:pt>
                <c:pt idx="11595">
                  <c:v>0.37348148148148147</c:v>
                </c:pt>
                <c:pt idx="11596">
                  <c:v>0.37348148148148147</c:v>
                </c:pt>
                <c:pt idx="11597">
                  <c:v>0.37348148148148147</c:v>
                </c:pt>
                <c:pt idx="11598">
                  <c:v>0.37362962962962964</c:v>
                </c:pt>
                <c:pt idx="11599">
                  <c:v>0.37362962962962964</c:v>
                </c:pt>
                <c:pt idx="11600">
                  <c:v>0.37362962962962964</c:v>
                </c:pt>
                <c:pt idx="11601">
                  <c:v>0.37362962962962964</c:v>
                </c:pt>
                <c:pt idx="11602">
                  <c:v>0.37362962962962964</c:v>
                </c:pt>
                <c:pt idx="11603">
                  <c:v>0.37362962962962964</c:v>
                </c:pt>
                <c:pt idx="11604">
                  <c:v>0.37362962962962964</c:v>
                </c:pt>
                <c:pt idx="11605">
                  <c:v>0.37377777777777776</c:v>
                </c:pt>
                <c:pt idx="11606">
                  <c:v>0.37377777777777776</c:v>
                </c:pt>
                <c:pt idx="11607">
                  <c:v>0.37377777777777776</c:v>
                </c:pt>
                <c:pt idx="11608">
                  <c:v>0.37377777777777776</c:v>
                </c:pt>
                <c:pt idx="11609">
                  <c:v>0.37377777777777776</c:v>
                </c:pt>
                <c:pt idx="11610">
                  <c:v>0.37377777777777776</c:v>
                </c:pt>
                <c:pt idx="11611">
                  <c:v>0.37377777777777776</c:v>
                </c:pt>
                <c:pt idx="11612">
                  <c:v>0.37377777777777776</c:v>
                </c:pt>
                <c:pt idx="11613">
                  <c:v>0.37377777777777776</c:v>
                </c:pt>
                <c:pt idx="11614">
                  <c:v>0.37377777777777776</c:v>
                </c:pt>
                <c:pt idx="11615">
                  <c:v>0.37377777777777776</c:v>
                </c:pt>
                <c:pt idx="11616">
                  <c:v>0.37377777777777776</c:v>
                </c:pt>
                <c:pt idx="11617">
                  <c:v>0.37377777777777776</c:v>
                </c:pt>
                <c:pt idx="11618">
                  <c:v>0.37377777777777776</c:v>
                </c:pt>
                <c:pt idx="11619">
                  <c:v>0.37377777777777776</c:v>
                </c:pt>
                <c:pt idx="11620">
                  <c:v>0.37377777777777776</c:v>
                </c:pt>
                <c:pt idx="11621">
                  <c:v>0.37377777777777776</c:v>
                </c:pt>
                <c:pt idx="11622">
                  <c:v>0.37392592592592594</c:v>
                </c:pt>
                <c:pt idx="11623">
                  <c:v>0.37392592592592594</c:v>
                </c:pt>
                <c:pt idx="11624">
                  <c:v>0.37392592592592594</c:v>
                </c:pt>
                <c:pt idx="11625">
                  <c:v>0.37407407407407406</c:v>
                </c:pt>
                <c:pt idx="11626">
                  <c:v>0.37407407407407406</c:v>
                </c:pt>
                <c:pt idx="11627">
                  <c:v>0.37407407407407406</c:v>
                </c:pt>
                <c:pt idx="11628">
                  <c:v>0.37422222222222223</c:v>
                </c:pt>
                <c:pt idx="11629">
                  <c:v>0.37422222222222223</c:v>
                </c:pt>
                <c:pt idx="11630">
                  <c:v>0.37437037037037035</c:v>
                </c:pt>
                <c:pt idx="11631">
                  <c:v>0.37451851851851853</c:v>
                </c:pt>
                <c:pt idx="11632">
                  <c:v>0.37451851851851853</c:v>
                </c:pt>
                <c:pt idx="11633">
                  <c:v>0.37451851851851853</c:v>
                </c:pt>
                <c:pt idx="11634">
                  <c:v>0.37466666666666665</c:v>
                </c:pt>
                <c:pt idx="11635">
                  <c:v>0.37466666666666665</c:v>
                </c:pt>
                <c:pt idx="11636">
                  <c:v>0.37466666666666665</c:v>
                </c:pt>
                <c:pt idx="11637">
                  <c:v>0.37466666666666665</c:v>
                </c:pt>
                <c:pt idx="11638">
                  <c:v>0.37466666666666665</c:v>
                </c:pt>
                <c:pt idx="11639">
                  <c:v>0.37466666666666665</c:v>
                </c:pt>
                <c:pt idx="11640">
                  <c:v>0.37466666666666665</c:v>
                </c:pt>
                <c:pt idx="11641">
                  <c:v>0.37466666666666665</c:v>
                </c:pt>
                <c:pt idx="11642">
                  <c:v>0.37466666666666665</c:v>
                </c:pt>
                <c:pt idx="11643">
                  <c:v>0.37466666666666665</c:v>
                </c:pt>
                <c:pt idx="11644">
                  <c:v>0.37481481481481482</c:v>
                </c:pt>
                <c:pt idx="11645">
                  <c:v>0.37481481481481482</c:v>
                </c:pt>
                <c:pt idx="11646">
                  <c:v>0.37481481481481482</c:v>
                </c:pt>
                <c:pt idx="11647">
                  <c:v>0.37481481481481482</c:v>
                </c:pt>
                <c:pt idx="11648">
                  <c:v>0.37481481481481482</c:v>
                </c:pt>
                <c:pt idx="11649">
                  <c:v>0.37481481481481482</c:v>
                </c:pt>
                <c:pt idx="11650">
                  <c:v>0.37481481481481482</c:v>
                </c:pt>
                <c:pt idx="11651">
                  <c:v>0.37481481481481482</c:v>
                </c:pt>
                <c:pt idx="11652">
                  <c:v>0.37481481481481482</c:v>
                </c:pt>
                <c:pt idx="11653">
                  <c:v>0.37481481481481482</c:v>
                </c:pt>
                <c:pt idx="11654">
                  <c:v>0.37481481481481482</c:v>
                </c:pt>
                <c:pt idx="11655">
                  <c:v>0.37481481481481482</c:v>
                </c:pt>
                <c:pt idx="11656">
                  <c:v>0.37496296296296294</c:v>
                </c:pt>
                <c:pt idx="11657">
                  <c:v>0.37496296296296294</c:v>
                </c:pt>
                <c:pt idx="11658">
                  <c:v>0.37496296296296294</c:v>
                </c:pt>
                <c:pt idx="11659">
                  <c:v>0.37496296296296294</c:v>
                </c:pt>
                <c:pt idx="11660">
                  <c:v>0.37496296296296294</c:v>
                </c:pt>
                <c:pt idx="11661">
                  <c:v>0.37496296296296294</c:v>
                </c:pt>
                <c:pt idx="11662">
                  <c:v>0.37511111111111112</c:v>
                </c:pt>
                <c:pt idx="11663">
                  <c:v>0.37511111111111112</c:v>
                </c:pt>
                <c:pt idx="11664">
                  <c:v>0.37511111111111112</c:v>
                </c:pt>
                <c:pt idx="11665">
                  <c:v>0.37511111111111112</c:v>
                </c:pt>
                <c:pt idx="11666">
                  <c:v>0.37511111111111112</c:v>
                </c:pt>
                <c:pt idx="11667">
                  <c:v>0.37511111111111112</c:v>
                </c:pt>
                <c:pt idx="11668">
                  <c:v>0.37511111111111112</c:v>
                </c:pt>
                <c:pt idx="11669">
                  <c:v>0.37511111111111112</c:v>
                </c:pt>
                <c:pt idx="11670">
                  <c:v>0.37525925925925924</c:v>
                </c:pt>
                <c:pt idx="11671">
                  <c:v>0.37525925925925924</c:v>
                </c:pt>
                <c:pt idx="11672">
                  <c:v>0.37540740740740741</c:v>
                </c:pt>
                <c:pt idx="11673">
                  <c:v>0.37540740740740741</c:v>
                </c:pt>
                <c:pt idx="11674">
                  <c:v>0.37555555555555553</c:v>
                </c:pt>
                <c:pt idx="11675">
                  <c:v>0.37570370370370371</c:v>
                </c:pt>
                <c:pt idx="11676">
                  <c:v>0.37570370370370371</c:v>
                </c:pt>
                <c:pt idx="11677">
                  <c:v>0.37570370370370371</c:v>
                </c:pt>
                <c:pt idx="11678">
                  <c:v>0.37570370370370371</c:v>
                </c:pt>
                <c:pt idx="11679">
                  <c:v>0.37570370370370371</c:v>
                </c:pt>
                <c:pt idx="11680">
                  <c:v>0.37570370370370371</c:v>
                </c:pt>
                <c:pt idx="11681">
                  <c:v>0.37570370370370371</c:v>
                </c:pt>
                <c:pt idx="11682">
                  <c:v>0.37570370370370371</c:v>
                </c:pt>
                <c:pt idx="11683">
                  <c:v>0.37570370370370371</c:v>
                </c:pt>
                <c:pt idx="11684">
                  <c:v>0.37585185185185183</c:v>
                </c:pt>
                <c:pt idx="11685">
                  <c:v>0.376</c:v>
                </c:pt>
                <c:pt idx="11686">
                  <c:v>0.37614814814814818</c:v>
                </c:pt>
                <c:pt idx="11687">
                  <c:v>0.3762962962962963</c:v>
                </c:pt>
                <c:pt idx="11688">
                  <c:v>0.3762962962962963</c:v>
                </c:pt>
                <c:pt idx="11689">
                  <c:v>0.3762962962962963</c:v>
                </c:pt>
                <c:pt idx="11690">
                  <c:v>0.3762962962962963</c:v>
                </c:pt>
                <c:pt idx="11691">
                  <c:v>0.37644444444444447</c:v>
                </c:pt>
                <c:pt idx="11692">
                  <c:v>0.37644444444444447</c:v>
                </c:pt>
                <c:pt idx="11693">
                  <c:v>0.37659259259259259</c:v>
                </c:pt>
                <c:pt idx="11694">
                  <c:v>0.37674074074074076</c:v>
                </c:pt>
                <c:pt idx="11695">
                  <c:v>0.37674074074074076</c:v>
                </c:pt>
                <c:pt idx="11696">
                  <c:v>0.37674074074074076</c:v>
                </c:pt>
                <c:pt idx="11697">
                  <c:v>0.37674074074074076</c:v>
                </c:pt>
                <c:pt idx="11698">
                  <c:v>0.37674074074074076</c:v>
                </c:pt>
                <c:pt idx="11699">
                  <c:v>0.37674074074074076</c:v>
                </c:pt>
                <c:pt idx="11700">
                  <c:v>0.37688888888888888</c:v>
                </c:pt>
                <c:pt idx="11701">
                  <c:v>0.37688888888888888</c:v>
                </c:pt>
                <c:pt idx="11702">
                  <c:v>0.37688888888888888</c:v>
                </c:pt>
                <c:pt idx="11703">
                  <c:v>0.37703703703703706</c:v>
                </c:pt>
                <c:pt idx="11704">
                  <c:v>0.37703703703703706</c:v>
                </c:pt>
                <c:pt idx="11705">
                  <c:v>0.37718518518518518</c:v>
                </c:pt>
                <c:pt idx="11706">
                  <c:v>0.37733333333333335</c:v>
                </c:pt>
                <c:pt idx="11707">
                  <c:v>0.37733333333333335</c:v>
                </c:pt>
                <c:pt idx="11708">
                  <c:v>0.37733333333333335</c:v>
                </c:pt>
                <c:pt idx="11709">
                  <c:v>0.37748148148148147</c:v>
                </c:pt>
                <c:pt idx="11710">
                  <c:v>0.37748148148148147</c:v>
                </c:pt>
                <c:pt idx="11711">
                  <c:v>0.37748148148148147</c:v>
                </c:pt>
                <c:pt idx="11712">
                  <c:v>0.37748148148148147</c:v>
                </c:pt>
                <c:pt idx="11713">
                  <c:v>0.37748148148148147</c:v>
                </c:pt>
                <c:pt idx="11714">
                  <c:v>0.37762962962962965</c:v>
                </c:pt>
                <c:pt idx="11715">
                  <c:v>0.37777777777777777</c:v>
                </c:pt>
                <c:pt idx="11716">
                  <c:v>0.37792592592592594</c:v>
                </c:pt>
                <c:pt idx="11717">
                  <c:v>0.37792592592592594</c:v>
                </c:pt>
                <c:pt idx="11718">
                  <c:v>0.37792592592592594</c:v>
                </c:pt>
                <c:pt idx="11719">
                  <c:v>0.37792592592592594</c:v>
                </c:pt>
                <c:pt idx="11720">
                  <c:v>0.37792592592592594</c:v>
                </c:pt>
                <c:pt idx="11721">
                  <c:v>0.37792592592592594</c:v>
                </c:pt>
                <c:pt idx="11722">
                  <c:v>0.37807407407407406</c:v>
                </c:pt>
                <c:pt idx="11723">
                  <c:v>0.37807407407407406</c:v>
                </c:pt>
                <c:pt idx="11724">
                  <c:v>0.37807407407407406</c:v>
                </c:pt>
                <c:pt idx="11725">
                  <c:v>0.37807407407407406</c:v>
                </c:pt>
                <c:pt idx="11726">
                  <c:v>0.37807407407407406</c:v>
                </c:pt>
                <c:pt idx="11727">
                  <c:v>0.37822222222222224</c:v>
                </c:pt>
                <c:pt idx="11728">
                  <c:v>0.37837037037037036</c:v>
                </c:pt>
                <c:pt idx="11729">
                  <c:v>0.37837037037037036</c:v>
                </c:pt>
                <c:pt idx="11730">
                  <c:v>0.37837037037037036</c:v>
                </c:pt>
                <c:pt idx="11731">
                  <c:v>0.37851851851851853</c:v>
                </c:pt>
                <c:pt idx="11732">
                  <c:v>0.37866666666666665</c:v>
                </c:pt>
                <c:pt idx="11733">
                  <c:v>0.37866666666666665</c:v>
                </c:pt>
                <c:pt idx="11734">
                  <c:v>0.37866666666666665</c:v>
                </c:pt>
                <c:pt idx="11735">
                  <c:v>0.37881481481481483</c:v>
                </c:pt>
                <c:pt idx="11736">
                  <c:v>0.37896296296296295</c:v>
                </c:pt>
                <c:pt idx="11737">
                  <c:v>0.37896296296296295</c:v>
                </c:pt>
                <c:pt idx="11738">
                  <c:v>0.37911111111111112</c:v>
                </c:pt>
                <c:pt idx="11739">
                  <c:v>0.37911111111111112</c:v>
                </c:pt>
                <c:pt idx="11740">
                  <c:v>0.37911111111111112</c:v>
                </c:pt>
                <c:pt idx="11741">
                  <c:v>0.37925925925925924</c:v>
                </c:pt>
                <c:pt idx="11742">
                  <c:v>0.37940740740740742</c:v>
                </c:pt>
                <c:pt idx="11743">
                  <c:v>0.37940740740740742</c:v>
                </c:pt>
                <c:pt idx="11744">
                  <c:v>0.37940740740740742</c:v>
                </c:pt>
                <c:pt idx="11745">
                  <c:v>0.37940740740740742</c:v>
                </c:pt>
                <c:pt idx="11746">
                  <c:v>0.37940740740740742</c:v>
                </c:pt>
                <c:pt idx="11747">
                  <c:v>0.37940740740740742</c:v>
                </c:pt>
                <c:pt idx="11748">
                  <c:v>0.37940740740740742</c:v>
                </c:pt>
                <c:pt idx="11749">
                  <c:v>0.37940740740740742</c:v>
                </c:pt>
                <c:pt idx="11750">
                  <c:v>0.37955555555555553</c:v>
                </c:pt>
                <c:pt idx="11751">
                  <c:v>0.37955555555555553</c:v>
                </c:pt>
                <c:pt idx="11752">
                  <c:v>0.37955555555555553</c:v>
                </c:pt>
                <c:pt idx="11753">
                  <c:v>0.37970370370370371</c:v>
                </c:pt>
                <c:pt idx="11754">
                  <c:v>0.37985185185185183</c:v>
                </c:pt>
                <c:pt idx="11755">
                  <c:v>0.37985185185185183</c:v>
                </c:pt>
                <c:pt idx="11756">
                  <c:v>0.38</c:v>
                </c:pt>
                <c:pt idx="11757">
                  <c:v>0.38</c:v>
                </c:pt>
                <c:pt idx="11758">
                  <c:v>0.38014814814814812</c:v>
                </c:pt>
                <c:pt idx="11759">
                  <c:v>0.38014814814814812</c:v>
                </c:pt>
                <c:pt idx="11760">
                  <c:v>0.38014814814814812</c:v>
                </c:pt>
                <c:pt idx="11761">
                  <c:v>0.38014814814814812</c:v>
                </c:pt>
                <c:pt idx="11762">
                  <c:v>0.3802962962962963</c:v>
                </c:pt>
                <c:pt idx="11763">
                  <c:v>0.3802962962962963</c:v>
                </c:pt>
                <c:pt idx="11764">
                  <c:v>0.3802962962962963</c:v>
                </c:pt>
                <c:pt idx="11765">
                  <c:v>0.38044444444444442</c:v>
                </c:pt>
                <c:pt idx="11766">
                  <c:v>0.38059259259259259</c:v>
                </c:pt>
                <c:pt idx="11767">
                  <c:v>0.38059259259259259</c:v>
                </c:pt>
                <c:pt idx="11768">
                  <c:v>0.38074074074074077</c:v>
                </c:pt>
                <c:pt idx="11769">
                  <c:v>0.38074074074074077</c:v>
                </c:pt>
                <c:pt idx="11770">
                  <c:v>0.38088888888888889</c:v>
                </c:pt>
                <c:pt idx="11771">
                  <c:v>0.38103703703703706</c:v>
                </c:pt>
                <c:pt idx="11772">
                  <c:v>0.38103703703703706</c:v>
                </c:pt>
                <c:pt idx="11773">
                  <c:v>0.38118518518518518</c:v>
                </c:pt>
                <c:pt idx="11774">
                  <c:v>0.38118518518518518</c:v>
                </c:pt>
                <c:pt idx="11775">
                  <c:v>0.38118518518518518</c:v>
                </c:pt>
                <c:pt idx="11776">
                  <c:v>0.38118518518518518</c:v>
                </c:pt>
                <c:pt idx="11777">
                  <c:v>0.38133333333333336</c:v>
                </c:pt>
                <c:pt idx="11778">
                  <c:v>0.38133333333333336</c:v>
                </c:pt>
                <c:pt idx="11779">
                  <c:v>0.38133333333333336</c:v>
                </c:pt>
                <c:pt idx="11780">
                  <c:v>0.38133333333333336</c:v>
                </c:pt>
                <c:pt idx="11781">
                  <c:v>0.38133333333333336</c:v>
                </c:pt>
                <c:pt idx="11782">
                  <c:v>0.38148148148148148</c:v>
                </c:pt>
                <c:pt idx="11783">
                  <c:v>0.38162962962962965</c:v>
                </c:pt>
                <c:pt idx="11784">
                  <c:v>0.38177777777777777</c:v>
                </c:pt>
                <c:pt idx="11785">
                  <c:v>0.38177777777777777</c:v>
                </c:pt>
                <c:pt idx="11786">
                  <c:v>0.38177777777777777</c:v>
                </c:pt>
                <c:pt idx="11787">
                  <c:v>0.38192592592592595</c:v>
                </c:pt>
                <c:pt idx="11788">
                  <c:v>0.38192592592592595</c:v>
                </c:pt>
                <c:pt idx="11789">
                  <c:v>0.38207407407407407</c:v>
                </c:pt>
                <c:pt idx="11790">
                  <c:v>0.38207407407407407</c:v>
                </c:pt>
                <c:pt idx="11791">
                  <c:v>0.38222222222222224</c:v>
                </c:pt>
                <c:pt idx="11792">
                  <c:v>0.38222222222222224</c:v>
                </c:pt>
                <c:pt idx="11793">
                  <c:v>0.38222222222222224</c:v>
                </c:pt>
                <c:pt idx="11794">
                  <c:v>0.38222222222222224</c:v>
                </c:pt>
                <c:pt idx="11795">
                  <c:v>0.38222222222222224</c:v>
                </c:pt>
                <c:pt idx="11796">
                  <c:v>0.38237037037037036</c:v>
                </c:pt>
                <c:pt idx="11797">
                  <c:v>0.38251851851851854</c:v>
                </c:pt>
                <c:pt idx="11798">
                  <c:v>0.38251851851851854</c:v>
                </c:pt>
                <c:pt idx="11799">
                  <c:v>0.38266666666666665</c:v>
                </c:pt>
                <c:pt idx="11800">
                  <c:v>0.38266666666666665</c:v>
                </c:pt>
                <c:pt idx="11801">
                  <c:v>0.38281481481481483</c:v>
                </c:pt>
                <c:pt idx="11802">
                  <c:v>0.38281481481481483</c:v>
                </c:pt>
                <c:pt idx="11803">
                  <c:v>0.38281481481481483</c:v>
                </c:pt>
                <c:pt idx="11804">
                  <c:v>0.38281481481481483</c:v>
                </c:pt>
                <c:pt idx="11805">
                  <c:v>0.38296296296296295</c:v>
                </c:pt>
                <c:pt idx="11806">
                  <c:v>0.38296296296296295</c:v>
                </c:pt>
                <c:pt idx="11807">
                  <c:v>0.38311111111111112</c:v>
                </c:pt>
                <c:pt idx="11808">
                  <c:v>0.38325925925925924</c:v>
                </c:pt>
                <c:pt idx="11809">
                  <c:v>0.38340740740740742</c:v>
                </c:pt>
                <c:pt idx="11810">
                  <c:v>0.38340740740740742</c:v>
                </c:pt>
                <c:pt idx="11811">
                  <c:v>0.38340740740740742</c:v>
                </c:pt>
                <c:pt idx="11812">
                  <c:v>0.38340740740740742</c:v>
                </c:pt>
                <c:pt idx="11813">
                  <c:v>0.38340740740740742</c:v>
                </c:pt>
                <c:pt idx="11814">
                  <c:v>0.38340740740740742</c:v>
                </c:pt>
                <c:pt idx="11815">
                  <c:v>0.38355555555555554</c:v>
                </c:pt>
                <c:pt idx="11816">
                  <c:v>0.38355555555555554</c:v>
                </c:pt>
                <c:pt idx="11817">
                  <c:v>0.38355555555555554</c:v>
                </c:pt>
                <c:pt idx="11818">
                  <c:v>0.38370370370370371</c:v>
                </c:pt>
                <c:pt idx="11819">
                  <c:v>0.38370370370370371</c:v>
                </c:pt>
                <c:pt idx="11820">
                  <c:v>0.38385185185185183</c:v>
                </c:pt>
                <c:pt idx="11821">
                  <c:v>0.38400000000000001</c:v>
                </c:pt>
                <c:pt idx="11822">
                  <c:v>0.38400000000000001</c:v>
                </c:pt>
                <c:pt idx="11823">
                  <c:v>0.38414814814814813</c:v>
                </c:pt>
                <c:pt idx="11824">
                  <c:v>0.38414814814814813</c:v>
                </c:pt>
                <c:pt idx="11825">
                  <c:v>0.3842962962962963</c:v>
                </c:pt>
                <c:pt idx="11826">
                  <c:v>0.38444444444444442</c:v>
                </c:pt>
                <c:pt idx="11827">
                  <c:v>0.38444444444444442</c:v>
                </c:pt>
                <c:pt idx="11828">
                  <c:v>0.38444444444444442</c:v>
                </c:pt>
                <c:pt idx="11829">
                  <c:v>0.38444444444444442</c:v>
                </c:pt>
                <c:pt idx="11830">
                  <c:v>0.38444444444444442</c:v>
                </c:pt>
                <c:pt idx="11831">
                  <c:v>0.38444444444444442</c:v>
                </c:pt>
                <c:pt idx="11832">
                  <c:v>0.38444444444444442</c:v>
                </c:pt>
                <c:pt idx="11833">
                  <c:v>0.38444444444444442</c:v>
                </c:pt>
                <c:pt idx="11834">
                  <c:v>0.38444444444444442</c:v>
                </c:pt>
                <c:pt idx="11835">
                  <c:v>0.38444444444444442</c:v>
                </c:pt>
                <c:pt idx="11836">
                  <c:v>0.38444444444444442</c:v>
                </c:pt>
                <c:pt idx="11837">
                  <c:v>0.38444444444444442</c:v>
                </c:pt>
                <c:pt idx="11838">
                  <c:v>0.38444444444444442</c:v>
                </c:pt>
                <c:pt idx="11839">
                  <c:v>0.3845925925925926</c:v>
                </c:pt>
                <c:pt idx="11840">
                  <c:v>0.38474074074074072</c:v>
                </c:pt>
                <c:pt idx="11841">
                  <c:v>0.38488888888888889</c:v>
                </c:pt>
                <c:pt idx="11842">
                  <c:v>0.38488888888888889</c:v>
                </c:pt>
                <c:pt idx="11843">
                  <c:v>0.38503703703703701</c:v>
                </c:pt>
                <c:pt idx="11844">
                  <c:v>0.38503703703703701</c:v>
                </c:pt>
                <c:pt idx="11845">
                  <c:v>0.38503703703703701</c:v>
                </c:pt>
                <c:pt idx="11846">
                  <c:v>0.38503703703703701</c:v>
                </c:pt>
                <c:pt idx="11847">
                  <c:v>0.38503703703703701</c:v>
                </c:pt>
                <c:pt idx="11848">
                  <c:v>0.38503703703703701</c:v>
                </c:pt>
                <c:pt idx="11849">
                  <c:v>0.38518518518518519</c:v>
                </c:pt>
                <c:pt idx="11850">
                  <c:v>0.38533333333333336</c:v>
                </c:pt>
                <c:pt idx="11851">
                  <c:v>0.38533333333333336</c:v>
                </c:pt>
                <c:pt idx="11852">
                  <c:v>0.38533333333333336</c:v>
                </c:pt>
                <c:pt idx="11853">
                  <c:v>0.38548148148148148</c:v>
                </c:pt>
                <c:pt idx="11854">
                  <c:v>0.38548148148148148</c:v>
                </c:pt>
                <c:pt idx="11855">
                  <c:v>0.38562962962962966</c:v>
                </c:pt>
                <c:pt idx="11856">
                  <c:v>0.38562962962962966</c:v>
                </c:pt>
                <c:pt idx="11857">
                  <c:v>0.38562962962962966</c:v>
                </c:pt>
                <c:pt idx="11858">
                  <c:v>0.38562962962962966</c:v>
                </c:pt>
                <c:pt idx="11859">
                  <c:v>0.38562962962962966</c:v>
                </c:pt>
                <c:pt idx="11860">
                  <c:v>0.38562962962962966</c:v>
                </c:pt>
                <c:pt idx="11861">
                  <c:v>0.38562962962962966</c:v>
                </c:pt>
                <c:pt idx="11862">
                  <c:v>0.38562962962962966</c:v>
                </c:pt>
                <c:pt idx="11863">
                  <c:v>0.38562962962962966</c:v>
                </c:pt>
                <c:pt idx="11864">
                  <c:v>0.38562962962962966</c:v>
                </c:pt>
                <c:pt idx="11865">
                  <c:v>0.38562962962962966</c:v>
                </c:pt>
                <c:pt idx="11866">
                  <c:v>0.38562962962962966</c:v>
                </c:pt>
                <c:pt idx="11867">
                  <c:v>0.38577777777777778</c:v>
                </c:pt>
                <c:pt idx="11868">
                  <c:v>0.38592592592592595</c:v>
                </c:pt>
                <c:pt idx="11869">
                  <c:v>0.38607407407407407</c:v>
                </c:pt>
                <c:pt idx="11870">
                  <c:v>0.38607407407407407</c:v>
                </c:pt>
                <c:pt idx="11871">
                  <c:v>0.38607407407407407</c:v>
                </c:pt>
                <c:pt idx="11872">
                  <c:v>0.38622222222222224</c:v>
                </c:pt>
                <c:pt idx="11873">
                  <c:v>0.38622222222222224</c:v>
                </c:pt>
                <c:pt idx="11874">
                  <c:v>0.38622222222222224</c:v>
                </c:pt>
                <c:pt idx="11875">
                  <c:v>0.38622222222222224</c:v>
                </c:pt>
                <c:pt idx="11876">
                  <c:v>0.38637037037037036</c:v>
                </c:pt>
                <c:pt idx="11877">
                  <c:v>0.38637037037037036</c:v>
                </c:pt>
                <c:pt idx="11878">
                  <c:v>0.38651851851851854</c:v>
                </c:pt>
                <c:pt idx="11879">
                  <c:v>0.38651851851851854</c:v>
                </c:pt>
                <c:pt idx="11880">
                  <c:v>0.38651851851851854</c:v>
                </c:pt>
                <c:pt idx="11881">
                  <c:v>0.38651851851851854</c:v>
                </c:pt>
                <c:pt idx="11882">
                  <c:v>0.38651851851851854</c:v>
                </c:pt>
                <c:pt idx="11883">
                  <c:v>0.38651851851851854</c:v>
                </c:pt>
                <c:pt idx="11884">
                  <c:v>0.38666666666666666</c:v>
                </c:pt>
                <c:pt idx="11885">
                  <c:v>0.38666666666666666</c:v>
                </c:pt>
                <c:pt idx="11886">
                  <c:v>0.38681481481481483</c:v>
                </c:pt>
                <c:pt idx="11887">
                  <c:v>0.38681481481481483</c:v>
                </c:pt>
                <c:pt idx="11888">
                  <c:v>0.38681481481481483</c:v>
                </c:pt>
                <c:pt idx="11889">
                  <c:v>0.38681481481481483</c:v>
                </c:pt>
                <c:pt idx="11890">
                  <c:v>0.38681481481481483</c:v>
                </c:pt>
                <c:pt idx="11891">
                  <c:v>0.38681481481481483</c:v>
                </c:pt>
                <c:pt idx="11892">
                  <c:v>0.38681481481481483</c:v>
                </c:pt>
                <c:pt idx="11893">
                  <c:v>0.38681481481481483</c:v>
                </c:pt>
                <c:pt idx="11894">
                  <c:v>0.38681481481481483</c:v>
                </c:pt>
                <c:pt idx="11895">
                  <c:v>0.38696296296296295</c:v>
                </c:pt>
                <c:pt idx="11896">
                  <c:v>0.38696296296296295</c:v>
                </c:pt>
                <c:pt idx="11897">
                  <c:v>0.38696296296296295</c:v>
                </c:pt>
                <c:pt idx="11898">
                  <c:v>0.38696296296296295</c:v>
                </c:pt>
                <c:pt idx="11899">
                  <c:v>0.38696296296296295</c:v>
                </c:pt>
                <c:pt idx="11900">
                  <c:v>0.38696296296296295</c:v>
                </c:pt>
                <c:pt idx="11901">
                  <c:v>0.38711111111111113</c:v>
                </c:pt>
                <c:pt idx="11902">
                  <c:v>0.38711111111111113</c:v>
                </c:pt>
                <c:pt idx="11903">
                  <c:v>0.38711111111111113</c:v>
                </c:pt>
                <c:pt idx="11904">
                  <c:v>0.38711111111111113</c:v>
                </c:pt>
                <c:pt idx="11905">
                  <c:v>0.38725925925925925</c:v>
                </c:pt>
                <c:pt idx="11906">
                  <c:v>0.38725925925925925</c:v>
                </c:pt>
                <c:pt idx="11907">
                  <c:v>0.38725925925925925</c:v>
                </c:pt>
                <c:pt idx="11908">
                  <c:v>0.38740740740740742</c:v>
                </c:pt>
                <c:pt idx="11909">
                  <c:v>0.38740740740740742</c:v>
                </c:pt>
                <c:pt idx="11910">
                  <c:v>0.38755555555555554</c:v>
                </c:pt>
                <c:pt idx="11911">
                  <c:v>0.38755555555555554</c:v>
                </c:pt>
                <c:pt idx="11912">
                  <c:v>0.38755555555555554</c:v>
                </c:pt>
                <c:pt idx="11913">
                  <c:v>0.38770370370370372</c:v>
                </c:pt>
                <c:pt idx="11914">
                  <c:v>0.38785185185185184</c:v>
                </c:pt>
                <c:pt idx="11915">
                  <c:v>0.38785185185185184</c:v>
                </c:pt>
                <c:pt idx="11916">
                  <c:v>0.38785185185185184</c:v>
                </c:pt>
                <c:pt idx="11917">
                  <c:v>0.38785185185185184</c:v>
                </c:pt>
                <c:pt idx="11918">
                  <c:v>0.38785185185185184</c:v>
                </c:pt>
                <c:pt idx="11919">
                  <c:v>0.38785185185185184</c:v>
                </c:pt>
                <c:pt idx="11920">
                  <c:v>0.38785185185185184</c:v>
                </c:pt>
                <c:pt idx="11921">
                  <c:v>0.38785185185185184</c:v>
                </c:pt>
                <c:pt idx="11922">
                  <c:v>0.38785185185185184</c:v>
                </c:pt>
                <c:pt idx="11923">
                  <c:v>0.38785185185185184</c:v>
                </c:pt>
                <c:pt idx="11924">
                  <c:v>0.38785185185185184</c:v>
                </c:pt>
                <c:pt idx="11925">
                  <c:v>0.38785185185185184</c:v>
                </c:pt>
                <c:pt idx="11926">
                  <c:v>0.38785185185185184</c:v>
                </c:pt>
                <c:pt idx="11927">
                  <c:v>0.38785185185185184</c:v>
                </c:pt>
                <c:pt idx="11928">
                  <c:v>0.38785185185185184</c:v>
                </c:pt>
                <c:pt idx="11929">
                  <c:v>0.38785185185185184</c:v>
                </c:pt>
                <c:pt idx="11930">
                  <c:v>0.38800000000000001</c:v>
                </c:pt>
                <c:pt idx="11931">
                  <c:v>0.38800000000000001</c:v>
                </c:pt>
                <c:pt idx="11932">
                  <c:v>0.38814814814814813</c:v>
                </c:pt>
                <c:pt idx="11933">
                  <c:v>0.38829629629629631</c:v>
                </c:pt>
                <c:pt idx="11934">
                  <c:v>0.38829629629629631</c:v>
                </c:pt>
                <c:pt idx="11935">
                  <c:v>0.38844444444444443</c:v>
                </c:pt>
                <c:pt idx="11936">
                  <c:v>0.38844444444444443</c:v>
                </c:pt>
                <c:pt idx="11937">
                  <c:v>0.38844444444444443</c:v>
                </c:pt>
                <c:pt idx="11938">
                  <c:v>0.38844444444444443</c:v>
                </c:pt>
                <c:pt idx="11939">
                  <c:v>0.38844444444444443</c:v>
                </c:pt>
                <c:pt idx="11940">
                  <c:v>0.38844444444444443</c:v>
                </c:pt>
                <c:pt idx="11941">
                  <c:v>0.38844444444444443</c:v>
                </c:pt>
                <c:pt idx="11942">
                  <c:v>0.38844444444444443</c:v>
                </c:pt>
                <c:pt idx="11943">
                  <c:v>0.38844444444444443</c:v>
                </c:pt>
                <c:pt idx="11944">
                  <c:v>0.3885925925925926</c:v>
                </c:pt>
                <c:pt idx="11945">
                  <c:v>0.3885925925925926</c:v>
                </c:pt>
                <c:pt idx="11946">
                  <c:v>0.3885925925925926</c:v>
                </c:pt>
                <c:pt idx="11947">
                  <c:v>0.3885925925925926</c:v>
                </c:pt>
                <c:pt idx="11948">
                  <c:v>0.3885925925925926</c:v>
                </c:pt>
                <c:pt idx="11949">
                  <c:v>0.3885925925925926</c:v>
                </c:pt>
                <c:pt idx="11950">
                  <c:v>0.3885925925925926</c:v>
                </c:pt>
                <c:pt idx="11951">
                  <c:v>0.3885925925925926</c:v>
                </c:pt>
                <c:pt idx="11952">
                  <c:v>0.3885925925925926</c:v>
                </c:pt>
                <c:pt idx="11953">
                  <c:v>0.3885925925925926</c:v>
                </c:pt>
                <c:pt idx="11954">
                  <c:v>0.3885925925925926</c:v>
                </c:pt>
                <c:pt idx="11955">
                  <c:v>0.3885925925925926</c:v>
                </c:pt>
                <c:pt idx="11956">
                  <c:v>0.3885925925925926</c:v>
                </c:pt>
                <c:pt idx="11957">
                  <c:v>0.3885925925925926</c:v>
                </c:pt>
                <c:pt idx="11958">
                  <c:v>0.3885925925925926</c:v>
                </c:pt>
                <c:pt idx="11959">
                  <c:v>0.3885925925925926</c:v>
                </c:pt>
                <c:pt idx="11960">
                  <c:v>0.3885925925925926</c:v>
                </c:pt>
                <c:pt idx="11961">
                  <c:v>0.38874074074074072</c:v>
                </c:pt>
                <c:pt idx="11962">
                  <c:v>0.38874074074074072</c:v>
                </c:pt>
                <c:pt idx="11963">
                  <c:v>0.3888888888888889</c:v>
                </c:pt>
                <c:pt idx="11964">
                  <c:v>0.3888888888888889</c:v>
                </c:pt>
                <c:pt idx="11965">
                  <c:v>0.3888888888888889</c:v>
                </c:pt>
                <c:pt idx="11966">
                  <c:v>0.3888888888888889</c:v>
                </c:pt>
                <c:pt idx="11967">
                  <c:v>0.3888888888888889</c:v>
                </c:pt>
                <c:pt idx="11968">
                  <c:v>0.38903703703703701</c:v>
                </c:pt>
                <c:pt idx="11969">
                  <c:v>0.38903703703703701</c:v>
                </c:pt>
                <c:pt idx="11970">
                  <c:v>0.38903703703703701</c:v>
                </c:pt>
                <c:pt idx="11971">
                  <c:v>0.38903703703703701</c:v>
                </c:pt>
                <c:pt idx="11972">
                  <c:v>0.38903703703703701</c:v>
                </c:pt>
                <c:pt idx="11973">
                  <c:v>0.38918518518518519</c:v>
                </c:pt>
                <c:pt idx="11974">
                  <c:v>0.38918518518518519</c:v>
                </c:pt>
                <c:pt idx="11975">
                  <c:v>0.38933333333333331</c:v>
                </c:pt>
                <c:pt idx="11976">
                  <c:v>0.38933333333333331</c:v>
                </c:pt>
                <c:pt idx="11977">
                  <c:v>0.38933333333333331</c:v>
                </c:pt>
                <c:pt idx="11978">
                  <c:v>0.38933333333333331</c:v>
                </c:pt>
                <c:pt idx="11979">
                  <c:v>0.38933333333333331</c:v>
                </c:pt>
                <c:pt idx="11980">
                  <c:v>0.38933333333333331</c:v>
                </c:pt>
                <c:pt idx="11981">
                  <c:v>0.38933333333333331</c:v>
                </c:pt>
                <c:pt idx="11982">
                  <c:v>0.38948148148148148</c:v>
                </c:pt>
                <c:pt idx="11983">
                  <c:v>0.38948148148148148</c:v>
                </c:pt>
                <c:pt idx="11984">
                  <c:v>0.38948148148148148</c:v>
                </c:pt>
                <c:pt idx="11985">
                  <c:v>0.38948148148148148</c:v>
                </c:pt>
                <c:pt idx="11986">
                  <c:v>0.38948148148148148</c:v>
                </c:pt>
                <c:pt idx="11987">
                  <c:v>0.38948148148148148</c:v>
                </c:pt>
                <c:pt idx="11988">
                  <c:v>0.38948148148148148</c:v>
                </c:pt>
                <c:pt idx="11989">
                  <c:v>0.3896296296296296</c:v>
                </c:pt>
                <c:pt idx="11990">
                  <c:v>0.38977777777777778</c:v>
                </c:pt>
                <c:pt idx="11991">
                  <c:v>0.38977777777777778</c:v>
                </c:pt>
                <c:pt idx="11992">
                  <c:v>0.38992592592592595</c:v>
                </c:pt>
                <c:pt idx="11993">
                  <c:v>0.38992592592592595</c:v>
                </c:pt>
                <c:pt idx="11994">
                  <c:v>0.38992592592592595</c:v>
                </c:pt>
                <c:pt idx="11995">
                  <c:v>0.39007407407407407</c:v>
                </c:pt>
                <c:pt idx="11996">
                  <c:v>0.39007407407407407</c:v>
                </c:pt>
                <c:pt idx="11997">
                  <c:v>0.39022222222222225</c:v>
                </c:pt>
                <c:pt idx="11998">
                  <c:v>0.39037037037037037</c:v>
                </c:pt>
                <c:pt idx="11999">
                  <c:v>0.39051851851851854</c:v>
                </c:pt>
                <c:pt idx="12000">
                  <c:v>0.39051851851851854</c:v>
                </c:pt>
                <c:pt idx="12001">
                  <c:v>0.39051851851851854</c:v>
                </c:pt>
                <c:pt idx="12002">
                  <c:v>0.39051851851851854</c:v>
                </c:pt>
                <c:pt idx="12003">
                  <c:v>0.39051851851851854</c:v>
                </c:pt>
                <c:pt idx="12004">
                  <c:v>0.39066666666666666</c:v>
                </c:pt>
                <c:pt idx="12005">
                  <c:v>0.39066666666666666</c:v>
                </c:pt>
                <c:pt idx="12006">
                  <c:v>0.39066666666666666</c:v>
                </c:pt>
                <c:pt idx="12007">
                  <c:v>0.39081481481481484</c:v>
                </c:pt>
                <c:pt idx="12008">
                  <c:v>0.39096296296296296</c:v>
                </c:pt>
                <c:pt idx="12009">
                  <c:v>0.39096296296296296</c:v>
                </c:pt>
                <c:pt idx="12010">
                  <c:v>0.39111111111111113</c:v>
                </c:pt>
                <c:pt idx="12011">
                  <c:v>0.39111111111111113</c:v>
                </c:pt>
                <c:pt idx="12012">
                  <c:v>0.39111111111111113</c:v>
                </c:pt>
                <c:pt idx="12013">
                  <c:v>0.39125925925925925</c:v>
                </c:pt>
                <c:pt idx="12014">
                  <c:v>0.39125925925925925</c:v>
                </c:pt>
                <c:pt idx="12015">
                  <c:v>0.39125925925925925</c:v>
                </c:pt>
                <c:pt idx="12016">
                  <c:v>0.39125925925925925</c:v>
                </c:pt>
                <c:pt idx="12017">
                  <c:v>0.39125925925925925</c:v>
                </c:pt>
                <c:pt idx="12018">
                  <c:v>0.39125925925925925</c:v>
                </c:pt>
                <c:pt idx="12019">
                  <c:v>0.39140740740740743</c:v>
                </c:pt>
                <c:pt idx="12020">
                  <c:v>0.39140740740740743</c:v>
                </c:pt>
                <c:pt idx="12021">
                  <c:v>0.39140740740740743</c:v>
                </c:pt>
                <c:pt idx="12022">
                  <c:v>0.39155555555555555</c:v>
                </c:pt>
                <c:pt idx="12023">
                  <c:v>0.39155555555555555</c:v>
                </c:pt>
                <c:pt idx="12024">
                  <c:v>0.39170370370370372</c:v>
                </c:pt>
                <c:pt idx="12025">
                  <c:v>0.39170370370370372</c:v>
                </c:pt>
                <c:pt idx="12026">
                  <c:v>0.39170370370370372</c:v>
                </c:pt>
                <c:pt idx="12027">
                  <c:v>0.39170370370370372</c:v>
                </c:pt>
                <c:pt idx="12028">
                  <c:v>0.39185185185185184</c:v>
                </c:pt>
                <c:pt idx="12029">
                  <c:v>0.39185185185185184</c:v>
                </c:pt>
                <c:pt idx="12030">
                  <c:v>0.39200000000000002</c:v>
                </c:pt>
                <c:pt idx="12031">
                  <c:v>0.39200000000000002</c:v>
                </c:pt>
                <c:pt idx="12032">
                  <c:v>0.39200000000000002</c:v>
                </c:pt>
                <c:pt idx="12033">
                  <c:v>0.39200000000000002</c:v>
                </c:pt>
                <c:pt idx="12034">
                  <c:v>0.39200000000000002</c:v>
                </c:pt>
                <c:pt idx="12035">
                  <c:v>0.39200000000000002</c:v>
                </c:pt>
                <c:pt idx="12036">
                  <c:v>0.39200000000000002</c:v>
                </c:pt>
                <c:pt idx="12037">
                  <c:v>0.39214814814814813</c:v>
                </c:pt>
                <c:pt idx="12038">
                  <c:v>0.39214814814814813</c:v>
                </c:pt>
                <c:pt idx="12039">
                  <c:v>0.39229629629629631</c:v>
                </c:pt>
                <c:pt idx="12040">
                  <c:v>0.39244444444444443</c:v>
                </c:pt>
                <c:pt idx="12041">
                  <c:v>0.3925925925925926</c:v>
                </c:pt>
                <c:pt idx="12042">
                  <c:v>0.3925925925925926</c:v>
                </c:pt>
                <c:pt idx="12043">
                  <c:v>0.39274074074074072</c:v>
                </c:pt>
                <c:pt idx="12044">
                  <c:v>0.39274074074074072</c:v>
                </c:pt>
                <c:pt idx="12045">
                  <c:v>0.39274074074074072</c:v>
                </c:pt>
                <c:pt idx="12046">
                  <c:v>0.3928888888888889</c:v>
                </c:pt>
                <c:pt idx="12047">
                  <c:v>0.3928888888888889</c:v>
                </c:pt>
                <c:pt idx="12048">
                  <c:v>0.39303703703703702</c:v>
                </c:pt>
                <c:pt idx="12049">
                  <c:v>0.39318518518518519</c:v>
                </c:pt>
                <c:pt idx="12050">
                  <c:v>0.39318518518518519</c:v>
                </c:pt>
                <c:pt idx="12051">
                  <c:v>0.39318518518518519</c:v>
                </c:pt>
                <c:pt idx="12052">
                  <c:v>0.39318518518518519</c:v>
                </c:pt>
                <c:pt idx="12053">
                  <c:v>0.39318518518518519</c:v>
                </c:pt>
                <c:pt idx="12054">
                  <c:v>0.39333333333333331</c:v>
                </c:pt>
                <c:pt idx="12055">
                  <c:v>0.39333333333333331</c:v>
                </c:pt>
                <c:pt idx="12056">
                  <c:v>0.39333333333333331</c:v>
                </c:pt>
                <c:pt idx="12057">
                  <c:v>0.39348148148148149</c:v>
                </c:pt>
                <c:pt idx="12058">
                  <c:v>0.39348148148148149</c:v>
                </c:pt>
                <c:pt idx="12059">
                  <c:v>0.39362962962962961</c:v>
                </c:pt>
                <c:pt idx="12060">
                  <c:v>0.39362962962962961</c:v>
                </c:pt>
                <c:pt idx="12061">
                  <c:v>0.39377777777777778</c:v>
                </c:pt>
                <c:pt idx="12062">
                  <c:v>0.39377777777777778</c:v>
                </c:pt>
                <c:pt idx="12063">
                  <c:v>0.3939259259259259</c:v>
                </c:pt>
                <c:pt idx="12064">
                  <c:v>0.39407407407407408</c:v>
                </c:pt>
                <c:pt idx="12065">
                  <c:v>0.39407407407407408</c:v>
                </c:pt>
                <c:pt idx="12066">
                  <c:v>0.3942222222222222</c:v>
                </c:pt>
                <c:pt idx="12067">
                  <c:v>0.3942222222222222</c:v>
                </c:pt>
                <c:pt idx="12068">
                  <c:v>0.39437037037037037</c:v>
                </c:pt>
                <c:pt idx="12069">
                  <c:v>0.39437037037037037</c:v>
                </c:pt>
                <c:pt idx="12070">
                  <c:v>0.39437037037037037</c:v>
                </c:pt>
                <c:pt idx="12071">
                  <c:v>0.39437037037037037</c:v>
                </c:pt>
                <c:pt idx="12072">
                  <c:v>0.39451851851851855</c:v>
                </c:pt>
                <c:pt idx="12073">
                  <c:v>0.39466666666666667</c:v>
                </c:pt>
                <c:pt idx="12074">
                  <c:v>0.39466666666666667</c:v>
                </c:pt>
                <c:pt idx="12075">
                  <c:v>0.39466666666666667</c:v>
                </c:pt>
                <c:pt idx="12076">
                  <c:v>0.39466666666666667</c:v>
                </c:pt>
                <c:pt idx="12077">
                  <c:v>0.39466666666666667</c:v>
                </c:pt>
                <c:pt idx="12078">
                  <c:v>0.39466666666666667</c:v>
                </c:pt>
                <c:pt idx="12079">
                  <c:v>0.39481481481481484</c:v>
                </c:pt>
                <c:pt idx="12080">
                  <c:v>0.39481481481481484</c:v>
                </c:pt>
                <c:pt idx="12081">
                  <c:v>0.39481481481481484</c:v>
                </c:pt>
                <c:pt idx="12082">
                  <c:v>0.39481481481481484</c:v>
                </c:pt>
                <c:pt idx="12083">
                  <c:v>0.39481481481481484</c:v>
                </c:pt>
                <c:pt idx="12084">
                  <c:v>0.39481481481481484</c:v>
                </c:pt>
                <c:pt idx="12085">
                  <c:v>0.39481481481481484</c:v>
                </c:pt>
                <c:pt idx="12086">
                  <c:v>0.39481481481481484</c:v>
                </c:pt>
                <c:pt idx="12087">
                  <c:v>0.39481481481481484</c:v>
                </c:pt>
                <c:pt idx="12088">
                  <c:v>0.39481481481481484</c:v>
                </c:pt>
                <c:pt idx="12089">
                  <c:v>0.39496296296296296</c:v>
                </c:pt>
                <c:pt idx="12090">
                  <c:v>0.39511111111111114</c:v>
                </c:pt>
                <c:pt idx="12091">
                  <c:v>0.39511111111111114</c:v>
                </c:pt>
                <c:pt idx="12092">
                  <c:v>0.39511111111111114</c:v>
                </c:pt>
                <c:pt idx="12093">
                  <c:v>0.39511111111111114</c:v>
                </c:pt>
                <c:pt idx="12094">
                  <c:v>0.39511111111111114</c:v>
                </c:pt>
                <c:pt idx="12095">
                  <c:v>0.39511111111111114</c:v>
                </c:pt>
                <c:pt idx="12096">
                  <c:v>0.39511111111111114</c:v>
                </c:pt>
                <c:pt idx="12097">
                  <c:v>0.39525925925925925</c:v>
                </c:pt>
                <c:pt idx="12098">
                  <c:v>0.39525925925925925</c:v>
                </c:pt>
                <c:pt idx="12099">
                  <c:v>0.39525925925925925</c:v>
                </c:pt>
                <c:pt idx="12100">
                  <c:v>0.39525925925925925</c:v>
                </c:pt>
                <c:pt idx="12101">
                  <c:v>0.39540740740740743</c:v>
                </c:pt>
                <c:pt idx="12102">
                  <c:v>0.39540740740740743</c:v>
                </c:pt>
                <c:pt idx="12103">
                  <c:v>0.39540740740740743</c:v>
                </c:pt>
                <c:pt idx="12104">
                  <c:v>0.39540740740740743</c:v>
                </c:pt>
                <c:pt idx="12105">
                  <c:v>0.39555555555555555</c:v>
                </c:pt>
                <c:pt idx="12106">
                  <c:v>0.39555555555555555</c:v>
                </c:pt>
                <c:pt idx="12107">
                  <c:v>0.39570370370370372</c:v>
                </c:pt>
                <c:pt idx="12108">
                  <c:v>0.39570370370370372</c:v>
                </c:pt>
                <c:pt idx="12109">
                  <c:v>0.39570370370370372</c:v>
                </c:pt>
                <c:pt idx="12110">
                  <c:v>0.39570370370370372</c:v>
                </c:pt>
                <c:pt idx="12111">
                  <c:v>0.39570370370370372</c:v>
                </c:pt>
                <c:pt idx="12112">
                  <c:v>0.39585185185185184</c:v>
                </c:pt>
                <c:pt idx="12113">
                  <c:v>0.39585185185185184</c:v>
                </c:pt>
                <c:pt idx="12114">
                  <c:v>0.39585185185185184</c:v>
                </c:pt>
                <c:pt idx="12115">
                  <c:v>0.39585185185185184</c:v>
                </c:pt>
                <c:pt idx="12116">
                  <c:v>0.39585185185185184</c:v>
                </c:pt>
                <c:pt idx="12117">
                  <c:v>0.39585185185185184</c:v>
                </c:pt>
                <c:pt idx="12118">
                  <c:v>0.39585185185185184</c:v>
                </c:pt>
                <c:pt idx="12119">
                  <c:v>0.39585185185185184</c:v>
                </c:pt>
                <c:pt idx="12120">
                  <c:v>0.39585185185185184</c:v>
                </c:pt>
                <c:pt idx="12121">
                  <c:v>0.39585185185185184</c:v>
                </c:pt>
                <c:pt idx="12122">
                  <c:v>0.39585185185185184</c:v>
                </c:pt>
                <c:pt idx="12123">
                  <c:v>0.39600000000000002</c:v>
                </c:pt>
                <c:pt idx="12124">
                  <c:v>0.39600000000000002</c:v>
                </c:pt>
                <c:pt idx="12125">
                  <c:v>0.39600000000000002</c:v>
                </c:pt>
                <c:pt idx="12126">
                  <c:v>0.39600000000000002</c:v>
                </c:pt>
                <c:pt idx="12127">
                  <c:v>0.39614814814814814</c:v>
                </c:pt>
                <c:pt idx="12128">
                  <c:v>0.39629629629629631</c:v>
                </c:pt>
                <c:pt idx="12129">
                  <c:v>0.39629629629629631</c:v>
                </c:pt>
                <c:pt idx="12130">
                  <c:v>0.39629629629629631</c:v>
                </c:pt>
                <c:pt idx="12131">
                  <c:v>0.39629629629629631</c:v>
                </c:pt>
                <c:pt idx="12132">
                  <c:v>0.39644444444444443</c:v>
                </c:pt>
                <c:pt idx="12133">
                  <c:v>0.39644444444444443</c:v>
                </c:pt>
                <c:pt idx="12134">
                  <c:v>0.39644444444444443</c:v>
                </c:pt>
                <c:pt idx="12135">
                  <c:v>0.39644444444444443</c:v>
                </c:pt>
                <c:pt idx="12136">
                  <c:v>0.39659259259259261</c:v>
                </c:pt>
                <c:pt idx="12137">
                  <c:v>0.39674074074074073</c:v>
                </c:pt>
                <c:pt idx="12138">
                  <c:v>0.39674074074074073</c:v>
                </c:pt>
                <c:pt idx="12139">
                  <c:v>0.39674074074074073</c:v>
                </c:pt>
                <c:pt idx="12140">
                  <c:v>0.39674074074074073</c:v>
                </c:pt>
                <c:pt idx="12141">
                  <c:v>0.39674074074074073</c:v>
                </c:pt>
                <c:pt idx="12142">
                  <c:v>0.39674074074074073</c:v>
                </c:pt>
                <c:pt idx="12143">
                  <c:v>0.39674074074074073</c:v>
                </c:pt>
                <c:pt idx="12144">
                  <c:v>0.3968888888888889</c:v>
                </c:pt>
                <c:pt idx="12145">
                  <c:v>0.39703703703703702</c:v>
                </c:pt>
                <c:pt idx="12146">
                  <c:v>0.39703703703703702</c:v>
                </c:pt>
                <c:pt idx="12147">
                  <c:v>0.3971851851851852</c:v>
                </c:pt>
                <c:pt idx="12148">
                  <c:v>0.3971851851851852</c:v>
                </c:pt>
                <c:pt idx="12149">
                  <c:v>0.39733333333333332</c:v>
                </c:pt>
                <c:pt idx="12150">
                  <c:v>0.39733333333333332</c:v>
                </c:pt>
                <c:pt idx="12151">
                  <c:v>0.39733333333333332</c:v>
                </c:pt>
                <c:pt idx="12152">
                  <c:v>0.39733333333333332</c:v>
                </c:pt>
                <c:pt idx="12153">
                  <c:v>0.39733333333333332</c:v>
                </c:pt>
                <c:pt idx="12154">
                  <c:v>0.39733333333333332</c:v>
                </c:pt>
                <c:pt idx="12155">
                  <c:v>0.39733333333333332</c:v>
                </c:pt>
                <c:pt idx="12156">
                  <c:v>0.39733333333333332</c:v>
                </c:pt>
                <c:pt idx="12157">
                  <c:v>0.39733333333333332</c:v>
                </c:pt>
                <c:pt idx="12158">
                  <c:v>0.39733333333333332</c:v>
                </c:pt>
                <c:pt idx="12159">
                  <c:v>0.39748148148148149</c:v>
                </c:pt>
                <c:pt idx="12160">
                  <c:v>0.39748148148148149</c:v>
                </c:pt>
                <c:pt idx="12161">
                  <c:v>0.39748148148148149</c:v>
                </c:pt>
                <c:pt idx="12162">
                  <c:v>0.39748148148148149</c:v>
                </c:pt>
                <c:pt idx="12163">
                  <c:v>0.39762962962962961</c:v>
                </c:pt>
                <c:pt idx="12164">
                  <c:v>0.39762962962962961</c:v>
                </c:pt>
                <c:pt idx="12165">
                  <c:v>0.39777777777777779</c:v>
                </c:pt>
                <c:pt idx="12166">
                  <c:v>0.39777777777777779</c:v>
                </c:pt>
                <c:pt idx="12167">
                  <c:v>0.39777777777777779</c:v>
                </c:pt>
                <c:pt idx="12168">
                  <c:v>0.39777777777777779</c:v>
                </c:pt>
                <c:pt idx="12169">
                  <c:v>0.39792592592592591</c:v>
                </c:pt>
                <c:pt idx="12170">
                  <c:v>0.39792592592592591</c:v>
                </c:pt>
                <c:pt idx="12171">
                  <c:v>0.39807407407407408</c:v>
                </c:pt>
                <c:pt idx="12172">
                  <c:v>0.39807407407407408</c:v>
                </c:pt>
                <c:pt idx="12173">
                  <c:v>0.39807407407407408</c:v>
                </c:pt>
                <c:pt idx="12174">
                  <c:v>0.39807407407407408</c:v>
                </c:pt>
                <c:pt idx="12175">
                  <c:v>0.39807407407407408</c:v>
                </c:pt>
                <c:pt idx="12176">
                  <c:v>0.39807407407407408</c:v>
                </c:pt>
                <c:pt idx="12177">
                  <c:v>0.39807407407407408</c:v>
                </c:pt>
                <c:pt idx="12178">
                  <c:v>0.3982222222222222</c:v>
                </c:pt>
                <c:pt idx="12179">
                  <c:v>0.3982222222222222</c:v>
                </c:pt>
                <c:pt idx="12180">
                  <c:v>0.3982222222222222</c:v>
                </c:pt>
                <c:pt idx="12181">
                  <c:v>0.39837037037037037</c:v>
                </c:pt>
                <c:pt idx="12182">
                  <c:v>0.39837037037037037</c:v>
                </c:pt>
                <c:pt idx="12183">
                  <c:v>0.39851851851851849</c:v>
                </c:pt>
                <c:pt idx="12184">
                  <c:v>0.39851851851851849</c:v>
                </c:pt>
                <c:pt idx="12185">
                  <c:v>0.39851851851851849</c:v>
                </c:pt>
                <c:pt idx="12186">
                  <c:v>0.39851851851851849</c:v>
                </c:pt>
                <c:pt idx="12187">
                  <c:v>0.39851851851851849</c:v>
                </c:pt>
                <c:pt idx="12188">
                  <c:v>0.39866666666666667</c:v>
                </c:pt>
                <c:pt idx="12189">
                  <c:v>0.39866666666666667</c:v>
                </c:pt>
                <c:pt idx="12190">
                  <c:v>0.39866666666666667</c:v>
                </c:pt>
                <c:pt idx="12191">
                  <c:v>0.39881481481481479</c:v>
                </c:pt>
                <c:pt idx="12192">
                  <c:v>0.39881481481481479</c:v>
                </c:pt>
                <c:pt idx="12193">
                  <c:v>0.39881481481481479</c:v>
                </c:pt>
                <c:pt idx="12194">
                  <c:v>0.39896296296296296</c:v>
                </c:pt>
                <c:pt idx="12195">
                  <c:v>0.39896296296296296</c:v>
                </c:pt>
                <c:pt idx="12196">
                  <c:v>0.39896296296296296</c:v>
                </c:pt>
                <c:pt idx="12197">
                  <c:v>0.39896296296296296</c:v>
                </c:pt>
                <c:pt idx="12198">
                  <c:v>0.39896296296296296</c:v>
                </c:pt>
                <c:pt idx="12199">
                  <c:v>0.39896296296296296</c:v>
                </c:pt>
                <c:pt idx="12200">
                  <c:v>0.39896296296296296</c:v>
                </c:pt>
                <c:pt idx="12201">
                  <c:v>0.39896296296296296</c:v>
                </c:pt>
                <c:pt idx="12202">
                  <c:v>0.39896296296296296</c:v>
                </c:pt>
                <c:pt idx="12203">
                  <c:v>0.39911111111111114</c:v>
                </c:pt>
                <c:pt idx="12204">
                  <c:v>0.39911111111111114</c:v>
                </c:pt>
                <c:pt idx="12205">
                  <c:v>0.39911111111111114</c:v>
                </c:pt>
                <c:pt idx="12206">
                  <c:v>0.39911111111111114</c:v>
                </c:pt>
                <c:pt idx="12207">
                  <c:v>0.39911111111111114</c:v>
                </c:pt>
                <c:pt idx="12208">
                  <c:v>0.39911111111111114</c:v>
                </c:pt>
                <c:pt idx="12209">
                  <c:v>0.39911111111111114</c:v>
                </c:pt>
                <c:pt idx="12210">
                  <c:v>0.39911111111111114</c:v>
                </c:pt>
                <c:pt idx="12211">
                  <c:v>0.39911111111111114</c:v>
                </c:pt>
                <c:pt idx="12212">
                  <c:v>0.39911111111111114</c:v>
                </c:pt>
                <c:pt idx="12213">
                  <c:v>0.39911111111111114</c:v>
                </c:pt>
                <c:pt idx="12214">
                  <c:v>0.39911111111111114</c:v>
                </c:pt>
                <c:pt idx="12215">
                  <c:v>0.39911111111111114</c:v>
                </c:pt>
                <c:pt idx="12216">
                  <c:v>0.39911111111111114</c:v>
                </c:pt>
                <c:pt idx="12217">
                  <c:v>0.39925925925925926</c:v>
                </c:pt>
                <c:pt idx="12218">
                  <c:v>0.39925925925925926</c:v>
                </c:pt>
                <c:pt idx="12219">
                  <c:v>0.39940740740740743</c:v>
                </c:pt>
                <c:pt idx="12220">
                  <c:v>0.39940740740740743</c:v>
                </c:pt>
                <c:pt idx="12221">
                  <c:v>0.39955555555555555</c:v>
                </c:pt>
                <c:pt idx="12222">
                  <c:v>0.39955555555555555</c:v>
                </c:pt>
                <c:pt idx="12223">
                  <c:v>0.39955555555555555</c:v>
                </c:pt>
                <c:pt idx="12224">
                  <c:v>0.39955555555555555</c:v>
                </c:pt>
                <c:pt idx="12225">
                  <c:v>0.39955555555555555</c:v>
                </c:pt>
                <c:pt idx="12226">
                  <c:v>0.39955555555555555</c:v>
                </c:pt>
                <c:pt idx="12227">
                  <c:v>0.39970370370370373</c:v>
                </c:pt>
                <c:pt idx="12228">
                  <c:v>0.39985185185185185</c:v>
                </c:pt>
                <c:pt idx="12229">
                  <c:v>0.39985185185185185</c:v>
                </c:pt>
                <c:pt idx="12230">
                  <c:v>0.39985185185185185</c:v>
                </c:pt>
                <c:pt idx="12231">
                  <c:v>0.39985185185185185</c:v>
                </c:pt>
                <c:pt idx="12232">
                  <c:v>0.4</c:v>
                </c:pt>
                <c:pt idx="12233">
                  <c:v>0.40014814814814814</c:v>
                </c:pt>
                <c:pt idx="12234">
                  <c:v>0.40014814814814814</c:v>
                </c:pt>
                <c:pt idx="12235">
                  <c:v>0.40014814814814814</c:v>
                </c:pt>
                <c:pt idx="12236">
                  <c:v>0.40014814814814814</c:v>
                </c:pt>
                <c:pt idx="12237">
                  <c:v>0.40014814814814814</c:v>
                </c:pt>
                <c:pt idx="12238">
                  <c:v>0.40014814814814814</c:v>
                </c:pt>
                <c:pt idx="12239">
                  <c:v>0.40014814814814814</c:v>
                </c:pt>
                <c:pt idx="12240">
                  <c:v>0.40014814814814814</c:v>
                </c:pt>
                <c:pt idx="12241">
                  <c:v>0.40029629629629632</c:v>
                </c:pt>
                <c:pt idx="12242">
                  <c:v>0.40044444444444444</c:v>
                </c:pt>
                <c:pt idx="12243">
                  <c:v>0.40044444444444444</c:v>
                </c:pt>
                <c:pt idx="12244">
                  <c:v>0.40059259259259261</c:v>
                </c:pt>
                <c:pt idx="12245">
                  <c:v>0.40059259259259261</c:v>
                </c:pt>
                <c:pt idx="12246">
                  <c:v>0.40059259259259261</c:v>
                </c:pt>
                <c:pt idx="12247">
                  <c:v>0.40059259259259261</c:v>
                </c:pt>
                <c:pt idx="12248">
                  <c:v>0.40059259259259261</c:v>
                </c:pt>
                <c:pt idx="12249">
                  <c:v>0.40059259259259261</c:v>
                </c:pt>
                <c:pt idx="12250">
                  <c:v>0.40059259259259261</c:v>
                </c:pt>
                <c:pt idx="12251">
                  <c:v>0.40059259259259261</c:v>
                </c:pt>
                <c:pt idx="12252">
                  <c:v>0.40059259259259261</c:v>
                </c:pt>
                <c:pt idx="12253">
                  <c:v>0.40074074074074073</c:v>
                </c:pt>
                <c:pt idx="12254">
                  <c:v>0.40088888888888891</c:v>
                </c:pt>
                <c:pt idx="12255">
                  <c:v>0.40088888888888891</c:v>
                </c:pt>
                <c:pt idx="12256">
                  <c:v>0.40088888888888891</c:v>
                </c:pt>
                <c:pt idx="12257">
                  <c:v>0.40088888888888891</c:v>
                </c:pt>
                <c:pt idx="12258">
                  <c:v>0.40088888888888891</c:v>
                </c:pt>
                <c:pt idx="12259">
                  <c:v>0.40088888888888891</c:v>
                </c:pt>
                <c:pt idx="12260">
                  <c:v>0.40088888888888891</c:v>
                </c:pt>
                <c:pt idx="12261">
                  <c:v>0.40088888888888891</c:v>
                </c:pt>
                <c:pt idx="12262">
                  <c:v>0.40088888888888891</c:v>
                </c:pt>
                <c:pt idx="12263">
                  <c:v>0.40103703703703703</c:v>
                </c:pt>
                <c:pt idx="12264">
                  <c:v>0.40103703703703703</c:v>
                </c:pt>
                <c:pt idx="12265">
                  <c:v>0.40103703703703703</c:v>
                </c:pt>
                <c:pt idx="12266">
                  <c:v>0.40103703703703703</c:v>
                </c:pt>
                <c:pt idx="12267">
                  <c:v>0.40103703703703703</c:v>
                </c:pt>
                <c:pt idx="12268">
                  <c:v>0.40103703703703703</c:v>
                </c:pt>
                <c:pt idx="12269">
                  <c:v>0.40103703703703703</c:v>
                </c:pt>
                <c:pt idx="12270">
                  <c:v>0.40103703703703703</c:v>
                </c:pt>
                <c:pt idx="12271">
                  <c:v>0.40103703703703703</c:v>
                </c:pt>
                <c:pt idx="12272">
                  <c:v>0.40103703703703703</c:v>
                </c:pt>
                <c:pt idx="12273">
                  <c:v>0.4011851851851852</c:v>
                </c:pt>
                <c:pt idx="12274">
                  <c:v>0.4011851851851852</c:v>
                </c:pt>
                <c:pt idx="12275">
                  <c:v>0.4011851851851852</c:v>
                </c:pt>
                <c:pt idx="12276">
                  <c:v>0.4011851851851852</c:v>
                </c:pt>
                <c:pt idx="12277">
                  <c:v>0.4011851851851852</c:v>
                </c:pt>
                <c:pt idx="12278">
                  <c:v>0.40133333333333332</c:v>
                </c:pt>
                <c:pt idx="12279">
                  <c:v>0.40148148148148149</c:v>
                </c:pt>
                <c:pt idx="12280">
                  <c:v>0.40162962962962961</c:v>
                </c:pt>
                <c:pt idx="12281">
                  <c:v>0.40162962962962961</c:v>
                </c:pt>
                <c:pt idx="12282">
                  <c:v>0.40177777777777779</c:v>
                </c:pt>
                <c:pt idx="12283">
                  <c:v>0.40192592592592591</c:v>
                </c:pt>
                <c:pt idx="12284">
                  <c:v>0.40192592592592591</c:v>
                </c:pt>
                <c:pt idx="12285">
                  <c:v>0.40192592592592591</c:v>
                </c:pt>
                <c:pt idx="12286">
                  <c:v>0.40192592592592591</c:v>
                </c:pt>
                <c:pt idx="12287">
                  <c:v>0.40207407407407408</c:v>
                </c:pt>
                <c:pt idx="12288">
                  <c:v>0.4022222222222222</c:v>
                </c:pt>
                <c:pt idx="12289">
                  <c:v>0.4022222222222222</c:v>
                </c:pt>
                <c:pt idx="12290">
                  <c:v>0.4022222222222222</c:v>
                </c:pt>
                <c:pt idx="12291">
                  <c:v>0.40237037037037038</c:v>
                </c:pt>
                <c:pt idx="12292">
                  <c:v>0.40237037037037038</c:v>
                </c:pt>
                <c:pt idx="12293">
                  <c:v>0.4025185185185185</c:v>
                </c:pt>
                <c:pt idx="12294">
                  <c:v>0.4025185185185185</c:v>
                </c:pt>
                <c:pt idx="12295">
                  <c:v>0.4025185185185185</c:v>
                </c:pt>
                <c:pt idx="12296">
                  <c:v>0.40266666666666667</c:v>
                </c:pt>
                <c:pt idx="12297">
                  <c:v>0.40281481481481479</c:v>
                </c:pt>
                <c:pt idx="12298">
                  <c:v>0.40281481481481479</c:v>
                </c:pt>
                <c:pt idx="12299">
                  <c:v>0.40281481481481479</c:v>
                </c:pt>
                <c:pt idx="12300">
                  <c:v>0.40281481481481479</c:v>
                </c:pt>
                <c:pt idx="12301">
                  <c:v>0.40281481481481479</c:v>
                </c:pt>
                <c:pt idx="12302">
                  <c:v>0.40281481481481479</c:v>
                </c:pt>
                <c:pt idx="12303">
                  <c:v>0.40281481481481479</c:v>
                </c:pt>
                <c:pt idx="12304">
                  <c:v>0.40281481481481479</c:v>
                </c:pt>
                <c:pt idx="12305">
                  <c:v>0.40281481481481479</c:v>
                </c:pt>
                <c:pt idx="12306">
                  <c:v>0.40281481481481479</c:v>
                </c:pt>
                <c:pt idx="12307">
                  <c:v>0.40281481481481479</c:v>
                </c:pt>
                <c:pt idx="12308">
                  <c:v>0.40281481481481479</c:v>
                </c:pt>
                <c:pt idx="12309">
                  <c:v>0.40281481481481479</c:v>
                </c:pt>
                <c:pt idx="12310">
                  <c:v>0.40281481481481479</c:v>
                </c:pt>
                <c:pt idx="12311">
                  <c:v>0.40281481481481479</c:v>
                </c:pt>
                <c:pt idx="12312">
                  <c:v>0.40296296296296297</c:v>
                </c:pt>
                <c:pt idx="12313">
                  <c:v>0.40296296296296297</c:v>
                </c:pt>
                <c:pt idx="12314">
                  <c:v>0.40296296296296297</c:v>
                </c:pt>
                <c:pt idx="12315">
                  <c:v>0.40296296296296297</c:v>
                </c:pt>
                <c:pt idx="12316">
                  <c:v>0.40311111111111109</c:v>
                </c:pt>
                <c:pt idx="12317">
                  <c:v>0.40311111111111109</c:v>
                </c:pt>
                <c:pt idx="12318">
                  <c:v>0.40311111111111109</c:v>
                </c:pt>
                <c:pt idx="12319">
                  <c:v>0.40325925925925926</c:v>
                </c:pt>
                <c:pt idx="12320">
                  <c:v>0.40325925925925926</c:v>
                </c:pt>
                <c:pt idx="12321">
                  <c:v>0.40340740740740738</c:v>
                </c:pt>
                <c:pt idx="12322">
                  <c:v>0.40340740740740738</c:v>
                </c:pt>
                <c:pt idx="12323">
                  <c:v>0.40340740740740738</c:v>
                </c:pt>
                <c:pt idx="12324">
                  <c:v>0.40340740740740738</c:v>
                </c:pt>
                <c:pt idx="12325">
                  <c:v>0.40340740740740738</c:v>
                </c:pt>
                <c:pt idx="12326">
                  <c:v>0.40340740740740738</c:v>
                </c:pt>
                <c:pt idx="12327">
                  <c:v>0.40340740740740738</c:v>
                </c:pt>
                <c:pt idx="12328">
                  <c:v>0.40340740740740738</c:v>
                </c:pt>
                <c:pt idx="12329">
                  <c:v>0.40340740740740738</c:v>
                </c:pt>
                <c:pt idx="12330">
                  <c:v>0.40340740740740738</c:v>
                </c:pt>
                <c:pt idx="12331">
                  <c:v>0.40340740740740738</c:v>
                </c:pt>
                <c:pt idx="12332">
                  <c:v>0.40340740740740738</c:v>
                </c:pt>
                <c:pt idx="12333">
                  <c:v>0.40355555555555556</c:v>
                </c:pt>
                <c:pt idx="12334">
                  <c:v>0.40355555555555556</c:v>
                </c:pt>
                <c:pt idx="12335">
                  <c:v>0.40355555555555556</c:v>
                </c:pt>
                <c:pt idx="12336">
                  <c:v>0.40355555555555556</c:v>
                </c:pt>
                <c:pt idx="12337">
                  <c:v>0.40355555555555556</c:v>
                </c:pt>
                <c:pt idx="12338">
                  <c:v>0.40355555555555556</c:v>
                </c:pt>
                <c:pt idx="12339">
                  <c:v>0.40355555555555556</c:v>
                </c:pt>
                <c:pt idx="12340">
                  <c:v>0.40355555555555556</c:v>
                </c:pt>
                <c:pt idx="12341">
                  <c:v>0.40370370370370373</c:v>
                </c:pt>
                <c:pt idx="12342">
                  <c:v>0.40370370370370373</c:v>
                </c:pt>
                <c:pt idx="12343">
                  <c:v>0.40385185185185185</c:v>
                </c:pt>
                <c:pt idx="12344">
                  <c:v>0.40385185185185185</c:v>
                </c:pt>
                <c:pt idx="12345">
                  <c:v>0.40400000000000003</c:v>
                </c:pt>
                <c:pt idx="12346">
                  <c:v>0.40400000000000003</c:v>
                </c:pt>
                <c:pt idx="12347">
                  <c:v>0.40400000000000003</c:v>
                </c:pt>
                <c:pt idx="12348">
                  <c:v>0.40400000000000003</c:v>
                </c:pt>
                <c:pt idx="12349">
                  <c:v>0.40400000000000003</c:v>
                </c:pt>
                <c:pt idx="12350">
                  <c:v>0.40400000000000003</c:v>
                </c:pt>
                <c:pt idx="12351">
                  <c:v>0.40400000000000003</c:v>
                </c:pt>
                <c:pt idx="12352">
                  <c:v>0.40400000000000003</c:v>
                </c:pt>
                <c:pt idx="12353">
                  <c:v>0.40414814814814815</c:v>
                </c:pt>
                <c:pt idx="12354">
                  <c:v>0.40414814814814815</c:v>
                </c:pt>
                <c:pt idx="12355">
                  <c:v>0.40429629629629632</c:v>
                </c:pt>
                <c:pt idx="12356">
                  <c:v>0.40429629629629632</c:v>
                </c:pt>
                <c:pt idx="12357">
                  <c:v>0.40444444444444444</c:v>
                </c:pt>
                <c:pt idx="12358">
                  <c:v>0.40444444444444444</c:v>
                </c:pt>
                <c:pt idx="12359">
                  <c:v>0.40444444444444444</c:v>
                </c:pt>
                <c:pt idx="12360">
                  <c:v>0.40444444444444444</c:v>
                </c:pt>
                <c:pt idx="12361">
                  <c:v>0.40459259259259261</c:v>
                </c:pt>
                <c:pt idx="12362">
                  <c:v>0.40459259259259261</c:v>
                </c:pt>
                <c:pt idx="12363">
                  <c:v>0.40474074074074073</c:v>
                </c:pt>
                <c:pt idx="12364">
                  <c:v>0.40474074074074073</c:v>
                </c:pt>
                <c:pt idx="12365">
                  <c:v>0.40474074074074073</c:v>
                </c:pt>
                <c:pt idx="12366">
                  <c:v>0.40474074074074073</c:v>
                </c:pt>
                <c:pt idx="12367">
                  <c:v>0.40474074074074073</c:v>
                </c:pt>
                <c:pt idx="12368">
                  <c:v>0.40474074074074073</c:v>
                </c:pt>
                <c:pt idx="12369">
                  <c:v>0.40488888888888891</c:v>
                </c:pt>
                <c:pt idx="12370">
                  <c:v>0.40488888888888891</c:v>
                </c:pt>
                <c:pt idx="12371">
                  <c:v>0.40488888888888891</c:v>
                </c:pt>
                <c:pt idx="12372">
                  <c:v>0.40503703703703703</c:v>
                </c:pt>
                <c:pt idx="12373">
                  <c:v>0.40503703703703703</c:v>
                </c:pt>
                <c:pt idx="12374">
                  <c:v>0.40503703703703703</c:v>
                </c:pt>
                <c:pt idx="12375">
                  <c:v>0.40503703703703703</c:v>
                </c:pt>
                <c:pt idx="12376">
                  <c:v>0.40503703703703703</c:v>
                </c:pt>
                <c:pt idx="12377">
                  <c:v>0.4051851851851852</c:v>
                </c:pt>
                <c:pt idx="12378">
                  <c:v>0.4051851851851852</c:v>
                </c:pt>
                <c:pt idx="12379">
                  <c:v>0.4051851851851852</c:v>
                </c:pt>
                <c:pt idx="12380">
                  <c:v>0.40533333333333332</c:v>
                </c:pt>
                <c:pt idx="12381">
                  <c:v>0.40533333333333332</c:v>
                </c:pt>
                <c:pt idx="12382">
                  <c:v>0.4054814814814815</c:v>
                </c:pt>
                <c:pt idx="12383">
                  <c:v>0.4054814814814815</c:v>
                </c:pt>
                <c:pt idx="12384">
                  <c:v>0.4054814814814815</c:v>
                </c:pt>
                <c:pt idx="12385">
                  <c:v>0.4054814814814815</c:v>
                </c:pt>
                <c:pt idx="12386">
                  <c:v>0.40562962962962962</c:v>
                </c:pt>
                <c:pt idx="12387">
                  <c:v>0.40562962962962962</c:v>
                </c:pt>
                <c:pt idx="12388">
                  <c:v>0.40577777777777779</c:v>
                </c:pt>
                <c:pt idx="12389">
                  <c:v>0.40577777777777779</c:v>
                </c:pt>
                <c:pt idx="12390">
                  <c:v>0.40592592592592591</c:v>
                </c:pt>
                <c:pt idx="12391">
                  <c:v>0.40592592592592591</c:v>
                </c:pt>
                <c:pt idx="12392">
                  <c:v>0.40607407407407409</c:v>
                </c:pt>
                <c:pt idx="12393">
                  <c:v>0.40607407407407409</c:v>
                </c:pt>
                <c:pt idx="12394">
                  <c:v>0.40607407407407409</c:v>
                </c:pt>
                <c:pt idx="12395">
                  <c:v>0.40607407407407409</c:v>
                </c:pt>
                <c:pt idx="12396">
                  <c:v>0.40607407407407409</c:v>
                </c:pt>
                <c:pt idx="12397">
                  <c:v>0.40607407407407409</c:v>
                </c:pt>
                <c:pt idx="12398">
                  <c:v>0.40607407407407409</c:v>
                </c:pt>
                <c:pt idx="12399">
                  <c:v>0.40607407407407409</c:v>
                </c:pt>
                <c:pt idx="12400">
                  <c:v>0.40607407407407409</c:v>
                </c:pt>
                <c:pt idx="12401">
                  <c:v>0.40607407407407409</c:v>
                </c:pt>
                <c:pt idx="12402">
                  <c:v>0.40607407407407409</c:v>
                </c:pt>
                <c:pt idx="12403">
                  <c:v>0.40607407407407409</c:v>
                </c:pt>
                <c:pt idx="12404">
                  <c:v>0.40607407407407409</c:v>
                </c:pt>
                <c:pt idx="12405">
                  <c:v>0.40607407407407409</c:v>
                </c:pt>
                <c:pt idx="12406">
                  <c:v>0.40622222222222221</c:v>
                </c:pt>
                <c:pt idx="12407">
                  <c:v>0.40637037037037038</c:v>
                </c:pt>
                <c:pt idx="12408">
                  <c:v>0.40637037037037038</c:v>
                </c:pt>
                <c:pt idx="12409">
                  <c:v>0.40637037037037038</c:v>
                </c:pt>
                <c:pt idx="12410">
                  <c:v>0.4065185185185185</c:v>
                </c:pt>
                <c:pt idx="12411">
                  <c:v>0.4065185185185185</c:v>
                </c:pt>
                <c:pt idx="12412">
                  <c:v>0.4065185185185185</c:v>
                </c:pt>
                <c:pt idx="12413">
                  <c:v>0.40666666666666668</c:v>
                </c:pt>
                <c:pt idx="12414">
                  <c:v>0.40666666666666668</c:v>
                </c:pt>
                <c:pt idx="12415">
                  <c:v>0.40666666666666668</c:v>
                </c:pt>
                <c:pt idx="12416">
                  <c:v>0.40666666666666668</c:v>
                </c:pt>
                <c:pt idx="12417">
                  <c:v>0.4068148148148148</c:v>
                </c:pt>
                <c:pt idx="12418">
                  <c:v>0.40696296296296297</c:v>
                </c:pt>
                <c:pt idx="12419">
                  <c:v>0.40696296296296297</c:v>
                </c:pt>
                <c:pt idx="12420">
                  <c:v>0.40696296296296297</c:v>
                </c:pt>
                <c:pt idx="12421">
                  <c:v>0.40696296296296297</c:v>
                </c:pt>
                <c:pt idx="12422">
                  <c:v>0.40696296296296297</c:v>
                </c:pt>
                <c:pt idx="12423">
                  <c:v>0.40711111111111109</c:v>
                </c:pt>
                <c:pt idx="12424">
                  <c:v>0.40711111111111109</c:v>
                </c:pt>
                <c:pt idx="12425">
                  <c:v>0.40711111111111109</c:v>
                </c:pt>
                <c:pt idx="12426">
                  <c:v>0.40711111111111109</c:v>
                </c:pt>
                <c:pt idx="12427">
                  <c:v>0.40711111111111109</c:v>
                </c:pt>
                <c:pt idx="12428">
                  <c:v>0.40711111111111109</c:v>
                </c:pt>
                <c:pt idx="12429">
                  <c:v>0.40711111111111109</c:v>
                </c:pt>
                <c:pt idx="12430">
                  <c:v>0.40711111111111109</c:v>
                </c:pt>
                <c:pt idx="12431">
                  <c:v>0.40711111111111109</c:v>
                </c:pt>
                <c:pt idx="12432">
                  <c:v>0.40711111111111109</c:v>
                </c:pt>
                <c:pt idx="12433">
                  <c:v>0.40711111111111109</c:v>
                </c:pt>
                <c:pt idx="12434">
                  <c:v>0.40711111111111109</c:v>
                </c:pt>
                <c:pt idx="12435">
                  <c:v>0.40711111111111109</c:v>
                </c:pt>
                <c:pt idx="12436">
                  <c:v>0.40725925925925927</c:v>
                </c:pt>
                <c:pt idx="12437">
                  <c:v>0.40725925925925927</c:v>
                </c:pt>
                <c:pt idx="12438">
                  <c:v>0.40725925925925927</c:v>
                </c:pt>
                <c:pt idx="12439">
                  <c:v>0.40725925925925927</c:v>
                </c:pt>
                <c:pt idx="12440">
                  <c:v>0.40725925925925927</c:v>
                </c:pt>
                <c:pt idx="12441">
                  <c:v>0.40725925925925927</c:v>
                </c:pt>
                <c:pt idx="12442">
                  <c:v>0.40740740740740738</c:v>
                </c:pt>
                <c:pt idx="12443">
                  <c:v>0.40740740740740738</c:v>
                </c:pt>
                <c:pt idx="12444">
                  <c:v>0.40740740740740738</c:v>
                </c:pt>
                <c:pt idx="12445">
                  <c:v>0.40740740740740738</c:v>
                </c:pt>
                <c:pt idx="12446">
                  <c:v>0.40740740740740738</c:v>
                </c:pt>
                <c:pt idx="12447">
                  <c:v>0.40740740740740738</c:v>
                </c:pt>
                <c:pt idx="12448">
                  <c:v>0.40755555555555556</c:v>
                </c:pt>
                <c:pt idx="12449">
                  <c:v>0.40770370370370368</c:v>
                </c:pt>
                <c:pt idx="12450">
                  <c:v>0.40770370370370368</c:v>
                </c:pt>
                <c:pt idx="12451">
                  <c:v>0.40785185185185185</c:v>
                </c:pt>
                <c:pt idx="12452">
                  <c:v>0.40785185185185185</c:v>
                </c:pt>
                <c:pt idx="12453">
                  <c:v>0.40785185185185185</c:v>
                </c:pt>
                <c:pt idx="12454">
                  <c:v>0.40785185185185185</c:v>
                </c:pt>
                <c:pt idx="12455">
                  <c:v>0.40799999999999997</c:v>
                </c:pt>
                <c:pt idx="12456">
                  <c:v>0.40799999999999997</c:v>
                </c:pt>
                <c:pt idx="12457">
                  <c:v>0.40799999999999997</c:v>
                </c:pt>
                <c:pt idx="12458">
                  <c:v>0.40814814814814815</c:v>
                </c:pt>
                <c:pt idx="12459">
                  <c:v>0.40829629629629632</c:v>
                </c:pt>
                <c:pt idx="12460">
                  <c:v>0.40844444444444444</c:v>
                </c:pt>
                <c:pt idx="12461">
                  <c:v>0.40859259259259262</c:v>
                </c:pt>
                <c:pt idx="12462">
                  <c:v>0.40859259259259262</c:v>
                </c:pt>
                <c:pt idx="12463">
                  <c:v>0.40874074074074074</c:v>
                </c:pt>
                <c:pt idx="12464">
                  <c:v>0.40874074074074074</c:v>
                </c:pt>
                <c:pt idx="12465">
                  <c:v>0.40888888888888891</c:v>
                </c:pt>
                <c:pt idx="12466">
                  <c:v>0.40888888888888891</c:v>
                </c:pt>
                <c:pt idx="12467">
                  <c:v>0.40888888888888891</c:v>
                </c:pt>
                <c:pt idx="12468">
                  <c:v>0.40888888888888891</c:v>
                </c:pt>
                <c:pt idx="12469">
                  <c:v>0.40903703703703703</c:v>
                </c:pt>
                <c:pt idx="12470">
                  <c:v>0.40903703703703703</c:v>
                </c:pt>
                <c:pt idx="12471">
                  <c:v>0.40903703703703703</c:v>
                </c:pt>
                <c:pt idx="12472">
                  <c:v>0.40903703703703703</c:v>
                </c:pt>
                <c:pt idx="12473">
                  <c:v>0.40903703703703703</c:v>
                </c:pt>
                <c:pt idx="12474">
                  <c:v>0.40903703703703703</c:v>
                </c:pt>
                <c:pt idx="12475">
                  <c:v>0.40903703703703703</c:v>
                </c:pt>
                <c:pt idx="12476">
                  <c:v>0.40918518518518521</c:v>
                </c:pt>
                <c:pt idx="12477">
                  <c:v>0.40918518518518521</c:v>
                </c:pt>
                <c:pt idx="12478">
                  <c:v>0.40918518518518521</c:v>
                </c:pt>
                <c:pt idx="12479">
                  <c:v>0.40918518518518521</c:v>
                </c:pt>
                <c:pt idx="12480">
                  <c:v>0.40918518518518521</c:v>
                </c:pt>
                <c:pt idx="12481">
                  <c:v>0.40918518518518521</c:v>
                </c:pt>
                <c:pt idx="12482">
                  <c:v>0.40918518518518521</c:v>
                </c:pt>
                <c:pt idx="12483">
                  <c:v>0.40933333333333333</c:v>
                </c:pt>
                <c:pt idx="12484">
                  <c:v>0.40933333333333333</c:v>
                </c:pt>
                <c:pt idx="12485">
                  <c:v>0.40933333333333333</c:v>
                </c:pt>
                <c:pt idx="12486">
                  <c:v>0.40933333333333333</c:v>
                </c:pt>
                <c:pt idx="12487">
                  <c:v>0.40933333333333333</c:v>
                </c:pt>
                <c:pt idx="12488">
                  <c:v>0.40933333333333333</c:v>
                </c:pt>
                <c:pt idx="12489">
                  <c:v>0.4094814814814815</c:v>
                </c:pt>
                <c:pt idx="12490">
                  <c:v>0.4094814814814815</c:v>
                </c:pt>
                <c:pt idx="12491">
                  <c:v>0.4094814814814815</c:v>
                </c:pt>
                <c:pt idx="12492">
                  <c:v>0.4094814814814815</c:v>
                </c:pt>
                <c:pt idx="12493">
                  <c:v>0.4094814814814815</c:v>
                </c:pt>
                <c:pt idx="12494">
                  <c:v>0.4094814814814815</c:v>
                </c:pt>
                <c:pt idx="12495">
                  <c:v>0.40962962962962962</c:v>
                </c:pt>
                <c:pt idx="12496">
                  <c:v>0.4097777777777778</c:v>
                </c:pt>
                <c:pt idx="12497">
                  <c:v>0.4097777777777778</c:v>
                </c:pt>
                <c:pt idx="12498">
                  <c:v>0.4097777777777778</c:v>
                </c:pt>
                <c:pt idx="12499">
                  <c:v>0.4097777777777778</c:v>
                </c:pt>
                <c:pt idx="12500">
                  <c:v>0.4097777777777778</c:v>
                </c:pt>
                <c:pt idx="12501">
                  <c:v>0.4097777777777778</c:v>
                </c:pt>
                <c:pt idx="12502">
                  <c:v>0.4097777777777778</c:v>
                </c:pt>
                <c:pt idx="12503">
                  <c:v>0.4097777777777778</c:v>
                </c:pt>
                <c:pt idx="12504">
                  <c:v>0.4097777777777778</c:v>
                </c:pt>
                <c:pt idx="12505">
                  <c:v>0.4097777777777778</c:v>
                </c:pt>
                <c:pt idx="12506">
                  <c:v>0.4097777777777778</c:v>
                </c:pt>
                <c:pt idx="12507">
                  <c:v>0.4097777777777778</c:v>
                </c:pt>
                <c:pt idx="12508">
                  <c:v>0.4097777777777778</c:v>
                </c:pt>
                <c:pt idx="12509">
                  <c:v>0.40992592592592592</c:v>
                </c:pt>
                <c:pt idx="12510">
                  <c:v>0.40992592592592592</c:v>
                </c:pt>
                <c:pt idx="12511">
                  <c:v>0.40992592592592592</c:v>
                </c:pt>
                <c:pt idx="12512">
                  <c:v>0.40992592592592592</c:v>
                </c:pt>
                <c:pt idx="12513">
                  <c:v>0.40992592592592592</c:v>
                </c:pt>
                <c:pt idx="12514">
                  <c:v>0.40992592592592592</c:v>
                </c:pt>
                <c:pt idx="12515">
                  <c:v>0.40992592592592592</c:v>
                </c:pt>
                <c:pt idx="12516">
                  <c:v>0.41007407407407409</c:v>
                </c:pt>
                <c:pt idx="12517">
                  <c:v>0.41007407407407409</c:v>
                </c:pt>
                <c:pt idx="12518">
                  <c:v>0.41007407407407409</c:v>
                </c:pt>
                <c:pt idx="12519">
                  <c:v>0.41007407407407409</c:v>
                </c:pt>
                <c:pt idx="12520">
                  <c:v>0.41022222222222221</c:v>
                </c:pt>
                <c:pt idx="12521">
                  <c:v>0.41022222222222221</c:v>
                </c:pt>
                <c:pt idx="12522">
                  <c:v>0.41037037037037039</c:v>
                </c:pt>
                <c:pt idx="12523">
                  <c:v>0.41037037037037039</c:v>
                </c:pt>
                <c:pt idx="12524">
                  <c:v>0.41037037037037039</c:v>
                </c:pt>
                <c:pt idx="12525">
                  <c:v>0.41037037037037039</c:v>
                </c:pt>
                <c:pt idx="12526">
                  <c:v>0.41037037037037039</c:v>
                </c:pt>
                <c:pt idx="12527">
                  <c:v>0.4105185185185185</c:v>
                </c:pt>
                <c:pt idx="12528">
                  <c:v>0.41066666666666668</c:v>
                </c:pt>
                <c:pt idx="12529">
                  <c:v>0.41066666666666668</c:v>
                </c:pt>
                <c:pt idx="12530">
                  <c:v>0.4108148148148148</c:v>
                </c:pt>
                <c:pt idx="12531">
                  <c:v>0.4108148148148148</c:v>
                </c:pt>
                <c:pt idx="12532">
                  <c:v>0.41096296296296297</c:v>
                </c:pt>
                <c:pt idx="12533">
                  <c:v>0.41096296296296297</c:v>
                </c:pt>
                <c:pt idx="12534">
                  <c:v>0.41111111111111109</c:v>
                </c:pt>
                <c:pt idx="12535">
                  <c:v>0.41125925925925927</c:v>
                </c:pt>
                <c:pt idx="12536">
                  <c:v>0.41125925925925927</c:v>
                </c:pt>
                <c:pt idx="12537">
                  <c:v>0.41125925925925927</c:v>
                </c:pt>
                <c:pt idx="12538">
                  <c:v>0.41125925925925927</c:v>
                </c:pt>
                <c:pt idx="12539">
                  <c:v>0.41140740740740739</c:v>
                </c:pt>
                <c:pt idx="12540">
                  <c:v>0.41155555555555556</c:v>
                </c:pt>
                <c:pt idx="12541">
                  <c:v>0.41155555555555556</c:v>
                </c:pt>
                <c:pt idx="12542">
                  <c:v>0.41155555555555556</c:v>
                </c:pt>
                <c:pt idx="12543">
                  <c:v>0.41155555555555556</c:v>
                </c:pt>
                <c:pt idx="12544">
                  <c:v>0.41155555555555556</c:v>
                </c:pt>
                <c:pt idx="12545">
                  <c:v>0.41155555555555556</c:v>
                </c:pt>
                <c:pt idx="12546">
                  <c:v>0.41155555555555556</c:v>
                </c:pt>
                <c:pt idx="12547">
                  <c:v>0.41155555555555556</c:v>
                </c:pt>
                <c:pt idx="12548">
                  <c:v>0.41170370370370368</c:v>
                </c:pt>
                <c:pt idx="12549">
                  <c:v>0.41170370370370368</c:v>
                </c:pt>
                <c:pt idx="12550">
                  <c:v>0.41170370370370368</c:v>
                </c:pt>
                <c:pt idx="12551">
                  <c:v>0.41170370370370368</c:v>
                </c:pt>
                <c:pt idx="12552">
                  <c:v>0.41170370370370368</c:v>
                </c:pt>
                <c:pt idx="12553">
                  <c:v>0.41170370370370368</c:v>
                </c:pt>
                <c:pt idx="12554">
                  <c:v>0.41170370370370368</c:v>
                </c:pt>
                <c:pt idx="12555">
                  <c:v>0.41170370370370368</c:v>
                </c:pt>
                <c:pt idx="12556">
                  <c:v>0.41185185185185186</c:v>
                </c:pt>
                <c:pt idx="12557">
                  <c:v>0.41185185185185186</c:v>
                </c:pt>
                <c:pt idx="12558">
                  <c:v>0.41185185185185186</c:v>
                </c:pt>
                <c:pt idx="12559">
                  <c:v>0.41185185185185186</c:v>
                </c:pt>
                <c:pt idx="12560">
                  <c:v>0.41185185185185186</c:v>
                </c:pt>
                <c:pt idx="12561">
                  <c:v>0.41185185185185186</c:v>
                </c:pt>
                <c:pt idx="12562">
                  <c:v>0.41199999999999998</c:v>
                </c:pt>
                <c:pt idx="12563">
                  <c:v>0.41199999999999998</c:v>
                </c:pt>
                <c:pt idx="12564">
                  <c:v>0.41199999999999998</c:v>
                </c:pt>
                <c:pt idx="12565">
                  <c:v>0.41199999999999998</c:v>
                </c:pt>
                <c:pt idx="12566">
                  <c:v>0.41199999999999998</c:v>
                </c:pt>
                <c:pt idx="12567">
                  <c:v>0.41199999999999998</c:v>
                </c:pt>
                <c:pt idx="12568">
                  <c:v>0.41199999999999998</c:v>
                </c:pt>
                <c:pt idx="12569">
                  <c:v>0.41199999999999998</c:v>
                </c:pt>
                <c:pt idx="12570">
                  <c:v>0.41199999999999998</c:v>
                </c:pt>
                <c:pt idx="12571">
                  <c:v>0.41199999999999998</c:v>
                </c:pt>
                <c:pt idx="12572">
                  <c:v>0.41199999999999998</c:v>
                </c:pt>
                <c:pt idx="12573">
                  <c:v>0.41199999999999998</c:v>
                </c:pt>
                <c:pt idx="12574">
                  <c:v>0.41214814814814815</c:v>
                </c:pt>
                <c:pt idx="12575">
                  <c:v>0.41214814814814815</c:v>
                </c:pt>
                <c:pt idx="12576">
                  <c:v>0.41229629629629627</c:v>
                </c:pt>
                <c:pt idx="12577">
                  <c:v>0.41244444444444445</c:v>
                </c:pt>
                <c:pt idx="12578">
                  <c:v>0.41244444444444445</c:v>
                </c:pt>
                <c:pt idx="12579">
                  <c:v>0.41244444444444445</c:v>
                </c:pt>
                <c:pt idx="12580">
                  <c:v>0.41259259259259257</c:v>
                </c:pt>
                <c:pt idx="12581">
                  <c:v>0.41259259259259257</c:v>
                </c:pt>
                <c:pt idx="12582">
                  <c:v>0.41259259259259257</c:v>
                </c:pt>
                <c:pt idx="12583">
                  <c:v>0.41259259259259257</c:v>
                </c:pt>
                <c:pt idx="12584">
                  <c:v>0.41274074074074074</c:v>
                </c:pt>
                <c:pt idx="12585">
                  <c:v>0.41274074074074074</c:v>
                </c:pt>
                <c:pt idx="12586">
                  <c:v>0.41288888888888892</c:v>
                </c:pt>
                <c:pt idx="12587">
                  <c:v>0.41288888888888892</c:v>
                </c:pt>
                <c:pt idx="12588">
                  <c:v>0.41288888888888892</c:v>
                </c:pt>
                <c:pt idx="12589">
                  <c:v>0.41288888888888892</c:v>
                </c:pt>
                <c:pt idx="12590">
                  <c:v>0.41288888888888892</c:v>
                </c:pt>
                <c:pt idx="12591">
                  <c:v>0.41288888888888892</c:v>
                </c:pt>
                <c:pt idx="12592">
                  <c:v>0.41288888888888892</c:v>
                </c:pt>
                <c:pt idx="12593">
                  <c:v>0.41288888888888892</c:v>
                </c:pt>
                <c:pt idx="12594">
                  <c:v>0.41288888888888892</c:v>
                </c:pt>
                <c:pt idx="12595">
                  <c:v>0.41288888888888892</c:v>
                </c:pt>
                <c:pt idx="12596">
                  <c:v>0.41288888888888892</c:v>
                </c:pt>
                <c:pt idx="12597">
                  <c:v>0.41303703703703704</c:v>
                </c:pt>
                <c:pt idx="12598">
                  <c:v>0.41318518518518521</c:v>
                </c:pt>
                <c:pt idx="12599">
                  <c:v>0.41318518518518521</c:v>
                </c:pt>
                <c:pt idx="12600">
                  <c:v>0.41318518518518521</c:v>
                </c:pt>
                <c:pt idx="12601">
                  <c:v>0.41318518518518521</c:v>
                </c:pt>
                <c:pt idx="12602">
                  <c:v>0.41318518518518521</c:v>
                </c:pt>
                <c:pt idx="12603">
                  <c:v>0.41318518518518521</c:v>
                </c:pt>
                <c:pt idx="12604">
                  <c:v>0.41318518518518521</c:v>
                </c:pt>
                <c:pt idx="12605">
                  <c:v>0.41318518518518521</c:v>
                </c:pt>
                <c:pt idx="12606">
                  <c:v>0.41318518518518521</c:v>
                </c:pt>
                <c:pt idx="12607">
                  <c:v>0.41333333333333333</c:v>
                </c:pt>
                <c:pt idx="12608">
                  <c:v>0.41348148148148151</c:v>
                </c:pt>
                <c:pt idx="12609">
                  <c:v>0.41348148148148151</c:v>
                </c:pt>
                <c:pt idx="12610">
                  <c:v>0.41348148148148151</c:v>
                </c:pt>
                <c:pt idx="12611">
                  <c:v>0.41362962962962962</c:v>
                </c:pt>
                <c:pt idx="12612">
                  <c:v>0.41362962962962962</c:v>
                </c:pt>
                <c:pt idx="12613">
                  <c:v>0.41362962962962962</c:v>
                </c:pt>
                <c:pt idx="12614">
                  <c:v>0.41362962962962962</c:v>
                </c:pt>
                <c:pt idx="12615">
                  <c:v>0.41362962962962962</c:v>
                </c:pt>
                <c:pt idx="12616">
                  <c:v>0.41362962962962962</c:v>
                </c:pt>
                <c:pt idx="12617">
                  <c:v>0.41362962962962962</c:v>
                </c:pt>
                <c:pt idx="12618">
                  <c:v>0.41362962962962962</c:v>
                </c:pt>
                <c:pt idx="12619">
                  <c:v>0.41362962962962962</c:v>
                </c:pt>
                <c:pt idx="12620">
                  <c:v>0.41362962962962962</c:v>
                </c:pt>
                <c:pt idx="12621">
                  <c:v>0.41362962962962962</c:v>
                </c:pt>
                <c:pt idx="12622">
                  <c:v>0.41362962962962962</c:v>
                </c:pt>
                <c:pt idx="12623">
                  <c:v>0.4137777777777778</c:v>
                </c:pt>
                <c:pt idx="12624">
                  <c:v>0.4137777777777778</c:v>
                </c:pt>
                <c:pt idx="12625">
                  <c:v>0.4137777777777778</c:v>
                </c:pt>
                <c:pt idx="12626">
                  <c:v>0.4137777777777778</c:v>
                </c:pt>
                <c:pt idx="12627">
                  <c:v>0.4137777777777778</c:v>
                </c:pt>
                <c:pt idx="12628">
                  <c:v>0.4137777777777778</c:v>
                </c:pt>
                <c:pt idx="12629">
                  <c:v>0.41392592592592592</c:v>
                </c:pt>
                <c:pt idx="12630">
                  <c:v>0.41392592592592592</c:v>
                </c:pt>
                <c:pt idx="12631">
                  <c:v>0.41407407407407409</c:v>
                </c:pt>
                <c:pt idx="12632">
                  <c:v>0.41407407407407409</c:v>
                </c:pt>
                <c:pt idx="12633">
                  <c:v>0.41407407407407409</c:v>
                </c:pt>
                <c:pt idx="12634">
                  <c:v>0.41407407407407409</c:v>
                </c:pt>
                <c:pt idx="12635">
                  <c:v>0.41407407407407409</c:v>
                </c:pt>
                <c:pt idx="12636">
                  <c:v>0.41407407407407409</c:v>
                </c:pt>
                <c:pt idx="12637">
                  <c:v>0.41422222222222221</c:v>
                </c:pt>
                <c:pt idx="12638">
                  <c:v>0.41422222222222221</c:v>
                </c:pt>
                <c:pt idx="12639">
                  <c:v>0.41422222222222221</c:v>
                </c:pt>
                <c:pt idx="12640">
                  <c:v>0.41422222222222221</c:v>
                </c:pt>
                <c:pt idx="12641">
                  <c:v>0.41422222222222221</c:v>
                </c:pt>
                <c:pt idx="12642">
                  <c:v>0.41422222222222221</c:v>
                </c:pt>
                <c:pt idx="12643">
                  <c:v>0.41422222222222221</c:v>
                </c:pt>
                <c:pt idx="12644">
                  <c:v>0.41422222222222221</c:v>
                </c:pt>
                <c:pt idx="12645">
                  <c:v>0.41422222222222221</c:v>
                </c:pt>
                <c:pt idx="12646">
                  <c:v>0.41422222222222221</c:v>
                </c:pt>
                <c:pt idx="12647">
                  <c:v>0.41437037037037039</c:v>
                </c:pt>
                <c:pt idx="12648">
                  <c:v>0.41451851851851851</c:v>
                </c:pt>
                <c:pt idx="12649">
                  <c:v>0.41451851851851851</c:v>
                </c:pt>
                <c:pt idx="12650">
                  <c:v>0.41466666666666668</c:v>
                </c:pt>
                <c:pt idx="12651">
                  <c:v>0.41466666666666668</c:v>
                </c:pt>
                <c:pt idx="12652">
                  <c:v>0.41466666666666668</c:v>
                </c:pt>
                <c:pt idx="12653">
                  <c:v>0.41466666666666668</c:v>
                </c:pt>
                <c:pt idx="12654">
                  <c:v>0.4148148148148148</c:v>
                </c:pt>
                <c:pt idx="12655">
                  <c:v>0.4148148148148148</c:v>
                </c:pt>
                <c:pt idx="12656">
                  <c:v>0.4148148148148148</c:v>
                </c:pt>
                <c:pt idx="12657">
                  <c:v>0.4148148148148148</c:v>
                </c:pt>
                <c:pt idx="12658">
                  <c:v>0.4148148148148148</c:v>
                </c:pt>
                <c:pt idx="12659">
                  <c:v>0.41496296296296298</c:v>
                </c:pt>
                <c:pt idx="12660">
                  <c:v>0.4151111111111111</c:v>
                </c:pt>
                <c:pt idx="12661">
                  <c:v>0.4151111111111111</c:v>
                </c:pt>
                <c:pt idx="12662">
                  <c:v>0.41525925925925927</c:v>
                </c:pt>
                <c:pt idx="12663">
                  <c:v>0.41525925925925927</c:v>
                </c:pt>
                <c:pt idx="12664">
                  <c:v>0.41525925925925927</c:v>
                </c:pt>
                <c:pt idx="12665">
                  <c:v>0.41525925925925927</c:v>
                </c:pt>
                <c:pt idx="12666">
                  <c:v>0.41540740740740739</c:v>
                </c:pt>
                <c:pt idx="12667">
                  <c:v>0.41540740740740739</c:v>
                </c:pt>
                <c:pt idx="12668">
                  <c:v>0.41540740740740739</c:v>
                </c:pt>
                <c:pt idx="12669">
                  <c:v>0.41540740740740739</c:v>
                </c:pt>
                <c:pt idx="12670">
                  <c:v>0.41540740740740739</c:v>
                </c:pt>
                <c:pt idx="12671">
                  <c:v>0.41540740740740739</c:v>
                </c:pt>
                <c:pt idx="12672">
                  <c:v>0.41540740740740739</c:v>
                </c:pt>
                <c:pt idx="12673">
                  <c:v>0.41540740740740739</c:v>
                </c:pt>
                <c:pt idx="12674">
                  <c:v>0.41540740740740739</c:v>
                </c:pt>
                <c:pt idx="12675">
                  <c:v>0.41555555555555557</c:v>
                </c:pt>
                <c:pt idx="12676">
                  <c:v>0.41555555555555557</c:v>
                </c:pt>
                <c:pt idx="12677">
                  <c:v>0.41555555555555557</c:v>
                </c:pt>
                <c:pt idx="12678">
                  <c:v>0.41555555555555557</c:v>
                </c:pt>
                <c:pt idx="12679">
                  <c:v>0.41555555555555557</c:v>
                </c:pt>
                <c:pt idx="12680">
                  <c:v>0.41555555555555557</c:v>
                </c:pt>
                <c:pt idx="12681">
                  <c:v>0.41555555555555557</c:v>
                </c:pt>
                <c:pt idx="12682">
                  <c:v>0.41555555555555557</c:v>
                </c:pt>
                <c:pt idx="12683">
                  <c:v>0.41555555555555557</c:v>
                </c:pt>
                <c:pt idx="12684">
                  <c:v>0.41570370370370369</c:v>
                </c:pt>
                <c:pt idx="12685">
                  <c:v>0.41585185185185186</c:v>
                </c:pt>
                <c:pt idx="12686">
                  <c:v>0.41585185185185186</c:v>
                </c:pt>
                <c:pt idx="12687">
                  <c:v>0.41585185185185186</c:v>
                </c:pt>
                <c:pt idx="12688">
                  <c:v>0.41599999999999998</c:v>
                </c:pt>
                <c:pt idx="12689">
                  <c:v>0.41614814814814816</c:v>
                </c:pt>
                <c:pt idx="12690">
                  <c:v>0.41629629629629628</c:v>
                </c:pt>
                <c:pt idx="12691">
                  <c:v>0.41644444444444445</c:v>
                </c:pt>
                <c:pt idx="12692">
                  <c:v>0.41659259259259257</c:v>
                </c:pt>
                <c:pt idx="12693">
                  <c:v>0.41674074074074074</c:v>
                </c:pt>
                <c:pt idx="12694">
                  <c:v>0.41674074074074074</c:v>
                </c:pt>
                <c:pt idx="12695">
                  <c:v>0.41674074074074074</c:v>
                </c:pt>
                <c:pt idx="12696">
                  <c:v>0.41674074074074074</c:v>
                </c:pt>
                <c:pt idx="12697">
                  <c:v>0.41674074074074074</c:v>
                </c:pt>
                <c:pt idx="12698">
                  <c:v>0.41674074074074074</c:v>
                </c:pt>
                <c:pt idx="12699">
                  <c:v>0.41688888888888886</c:v>
                </c:pt>
                <c:pt idx="12700">
                  <c:v>0.41703703703703704</c:v>
                </c:pt>
                <c:pt idx="12701">
                  <c:v>0.41718518518518516</c:v>
                </c:pt>
                <c:pt idx="12702">
                  <c:v>0.41718518518518516</c:v>
                </c:pt>
                <c:pt idx="12703">
                  <c:v>0.41718518518518516</c:v>
                </c:pt>
                <c:pt idx="12704">
                  <c:v>0.41718518518518516</c:v>
                </c:pt>
                <c:pt idx="12705">
                  <c:v>0.41718518518518516</c:v>
                </c:pt>
                <c:pt idx="12706">
                  <c:v>0.41718518518518516</c:v>
                </c:pt>
                <c:pt idx="12707">
                  <c:v>0.41718518518518516</c:v>
                </c:pt>
                <c:pt idx="12708">
                  <c:v>0.41733333333333333</c:v>
                </c:pt>
                <c:pt idx="12709">
                  <c:v>0.41733333333333333</c:v>
                </c:pt>
                <c:pt idx="12710">
                  <c:v>0.41748148148148151</c:v>
                </c:pt>
                <c:pt idx="12711">
                  <c:v>0.41748148148148151</c:v>
                </c:pt>
                <c:pt idx="12712">
                  <c:v>0.41762962962962963</c:v>
                </c:pt>
                <c:pt idx="12713">
                  <c:v>0.4177777777777778</c:v>
                </c:pt>
                <c:pt idx="12714">
                  <c:v>0.4177777777777778</c:v>
                </c:pt>
                <c:pt idx="12715">
                  <c:v>0.41792592592592592</c:v>
                </c:pt>
                <c:pt idx="12716">
                  <c:v>0.4180740740740741</c:v>
                </c:pt>
                <c:pt idx="12717">
                  <c:v>0.4180740740740741</c:v>
                </c:pt>
                <c:pt idx="12718">
                  <c:v>0.4180740740740741</c:v>
                </c:pt>
                <c:pt idx="12719">
                  <c:v>0.41822222222222222</c:v>
                </c:pt>
                <c:pt idx="12720">
                  <c:v>0.41837037037037039</c:v>
                </c:pt>
                <c:pt idx="12721">
                  <c:v>0.41837037037037039</c:v>
                </c:pt>
                <c:pt idx="12722">
                  <c:v>0.41851851851851851</c:v>
                </c:pt>
                <c:pt idx="12723">
                  <c:v>0.41851851851851851</c:v>
                </c:pt>
                <c:pt idx="12724">
                  <c:v>0.41851851851851851</c:v>
                </c:pt>
                <c:pt idx="12725">
                  <c:v>0.41851851851851851</c:v>
                </c:pt>
                <c:pt idx="12726">
                  <c:v>0.41851851851851851</c:v>
                </c:pt>
                <c:pt idx="12727">
                  <c:v>0.41851851851851851</c:v>
                </c:pt>
                <c:pt idx="12728">
                  <c:v>0.41851851851851851</c:v>
                </c:pt>
                <c:pt idx="12729">
                  <c:v>0.41866666666666669</c:v>
                </c:pt>
                <c:pt idx="12730">
                  <c:v>0.41881481481481481</c:v>
                </c:pt>
                <c:pt idx="12731">
                  <c:v>0.41881481481481481</c:v>
                </c:pt>
                <c:pt idx="12732">
                  <c:v>0.41881481481481481</c:v>
                </c:pt>
                <c:pt idx="12733">
                  <c:v>0.41881481481481481</c:v>
                </c:pt>
                <c:pt idx="12734">
                  <c:v>0.41896296296296298</c:v>
                </c:pt>
                <c:pt idx="12735">
                  <c:v>0.41896296296296298</c:v>
                </c:pt>
                <c:pt idx="12736">
                  <c:v>0.41896296296296298</c:v>
                </c:pt>
                <c:pt idx="12737">
                  <c:v>0.41896296296296298</c:v>
                </c:pt>
                <c:pt idx="12738">
                  <c:v>0.41896296296296298</c:v>
                </c:pt>
                <c:pt idx="12739">
                  <c:v>0.41896296296296298</c:v>
                </c:pt>
                <c:pt idx="12740">
                  <c:v>0.41896296296296298</c:v>
                </c:pt>
                <c:pt idx="12741">
                  <c:v>0.41896296296296298</c:v>
                </c:pt>
                <c:pt idx="12742">
                  <c:v>0.4191111111111111</c:v>
                </c:pt>
                <c:pt idx="12743">
                  <c:v>0.4191111111111111</c:v>
                </c:pt>
                <c:pt idx="12744">
                  <c:v>0.4191111111111111</c:v>
                </c:pt>
                <c:pt idx="12745">
                  <c:v>0.41925925925925928</c:v>
                </c:pt>
                <c:pt idx="12746">
                  <c:v>0.41925925925925928</c:v>
                </c:pt>
                <c:pt idx="12747">
                  <c:v>0.41925925925925928</c:v>
                </c:pt>
                <c:pt idx="12748">
                  <c:v>0.41925925925925928</c:v>
                </c:pt>
                <c:pt idx="12749">
                  <c:v>0.41925925925925928</c:v>
                </c:pt>
                <c:pt idx="12750">
                  <c:v>0.41925925925925928</c:v>
                </c:pt>
                <c:pt idx="12751">
                  <c:v>0.41925925925925928</c:v>
                </c:pt>
                <c:pt idx="12752">
                  <c:v>0.41925925925925928</c:v>
                </c:pt>
                <c:pt idx="12753">
                  <c:v>0.41925925925925928</c:v>
                </c:pt>
                <c:pt idx="12754">
                  <c:v>0.4194074074074074</c:v>
                </c:pt>
                <c:pt idx="12755">
                  <c:v>0.4194074074074074</c:v>
                </c:pt>
                <c:pt idx="12756">
                  <c:v>0.4194074074074074</c:v>
                </c:pt>
                <c:pt idx="12757">
                  <c:v>0.41955555555555557</c:v>
                </c:pt>
                <c:pt idx="12758">
                  <c:v>0.41955555555555557</c:v>
                </c:pt>
                <c:pt idx="12759">
                  <c:v>0.41955555555555557</c:v>
                </c:pt>
                <c:pt idx="12760">
                  <c:v>0.41955555555555557</c:v>
                </c:pt>
                <c:pt idx="12761">
                  <c:v>0.41955555555555557</c:v>
                </c:pt>
                <c:pt idx="12762">
                  <c:v>0.41955555555555557</c:v>
                </c:pt>
                <c:pt idx="12763">
                  <c:v>0.41955555555555557</c:v>
                </c:pt>
                <c:pt idx="12764">
                  <c:v>0.41955555555555557</c:v>
                </c:pt>
                <c:pt idx="12765">
                  <c:v>0.41955555555555557</c:v>
                </c:pt>
                <c:pt idx="12766">
                  <c:v>0.41970370370370369</c:v>
                </c:pt>
                <c:pt idx="12767">
                  <c:v>0.41970370370370369</c:v>
                </c:pt>
                <c:pt idx="12768">
                  <c:v>0.41985185185185186</c:v>
                </c:pt>
                <c:pt idx="12769">
                  <c:v>0.41985185185185186</c:v>
                </c:pt>
                <c:pt idx="12770">
                  <c:v>0.41985185185185186</c:v>
                </c:pt>
                <c:pt idx="12771">
                  <c:v>0.41985185185185186</c:v>
                </c:pt>
                <c:pt idx="12772">
                  <c:v>0.41985185185185186</c:v>
                </c:pt>
                <c:pt idx="12773">
                  <c:v>0.42</c:v>
                </c:pt>
                <c:pt idx="12774">
                  <c:v>0.42014814814814816</c:v>
                </c:pt>
                <c:pt idx="12775">
                  <c:v>0.42014814814814816</c:v>
                </c:pt>
                <c:pt idx="12776">
                  <c:v>0.42014814814814816</c:v>
                </c:pt>
                <c:pt idx="12777">
                  <c:v>0.42014814814814816</c:v>
                </c:pt>
                <c:pt idx="12778">
                  <c:v>0.42014814814814816</c:v>
                </c:pt>
                <c:pt idx="12779">
                  <c:v>0.42014814814814816</c:v>
                </c:pt>
                <c:pt idx="12780">
                  <c:v>0.42029629629629628</c:v>
                </c:pt>
                <c:pt idx="12781">
                  <c:v>0.42029629629629628</c:v>
                </c:pt>
                <c:pt idx="12782">
                  <c:v>0.42029629629629628</c:v>
                </c:pt>
                <c:pt idx="12783">
                  <c:v>0.42029629629629628</c:v>
                </c:pt>
                <c:pt idx="12784">
                  <c:v>0.42029629629629628</c:v>
                </c:pt>
                <c:pt idx="12785">
                  <c:v>0.42044444444444445</c:v>
                </c:pt>
                <c:pt idx="12786">
                  <c:v>0.42044444444444445</c:v>
                </c:pt>
                <c:pt idx="12787">
                  <c:v>0.42044444444444445</c:v>
                </c:pt>
                <c:pt idx="12788">
                  <c:v>0.42044444444444445</c:v>
                </c:pt>
                <c:pt idx="12789">
                  <c:v>0.42059259259259257</c:v>
                </c:pt>
                <c:pt idx="12790">
                  <c:v>0.42059259259259257</c:v>
                </c:pt>
                <c:pt idx="12791">
                  <c:v>0.42074074074074075</c:v>
                </c:pt>
                <c:pt idx="12792">
                  <c:v>0.42088888888888887</c:v>
                </c:pt>
                <c:pt idx="12793">
                  <c:v>0.42088888888888887</c:v>
                </c:pt>
                <c:pt idx="12794">
                  <c:v>0.42088888888888887</c:v>
                </c:pt>
                <c:pt idx="12795">
                  <c:v>0.42103703703703704</c:v>
                </c:pt>
                <c:pt idx="12796">
                  <c:v>0.42103703703703704</c:v>
                </c:pt>
                <c:pt idx="12797">
                  <c:v>0.42103703703703704</c:v>
                </c:pt>
                <c:pt idx="12798">
                  <c:v>0.42103703703703704</c:v>
                </c:pt>
                <c:pt idx="12799">
                  <c:v>0.42103703703703704</c:v>
                </c:pt>
                <c:pt idx="12800">
                  <c:v>0.42103703703703704</c:v>
                </c:pt>
                <c:pt idx="12801">
                  <c:v>0.42103703703703704</c:v>
                </c:pt>
                <c:pt idx="12802">
                  <c:v>0.42118518518518516</c:v>
                </c:pt>
                <c:pt idx="12803">
                  <c:v>0.42118518518518516</c:v>
                </c:pt>
                <c:pt idx="12804">
                  <c:v>0.42118518518518516</c:v>
                </c:pt>
                <c:pt idx="12805">
                  <c:v>0.42133333333333334</c:v>
                </c:pt>
                <c:pt idx="12806">
                  <c:v>0.42133333333333334</c:v>
                </c:pt>
                <c:pt idx="12807">
                  <c:v>0.42133333333333334</c:v>
                </c:pt>
                <c:pt idx="12808">
                  <c:v>0.42148148148148146</c:v>
                </c:pt>
                <c:pt idx="12809">
                  <c:v>0.42148148148148146</c:v>
                </c:pt>
                <c:pt idx="12810">
                  <c:v>0.42148148148148146</c:v>
                </c:pt>
                <c:pt idx="12811">
                  <c:v>0.42148148148148146</c:v>
                </c:pt>
                <c:pt idx="12812">
                  <c:v>0.42162962962962963</c:v>
                </c:pt>
                <c:pt idx="12813">
                  <c:v>0.42162962962962963</c:v>
                </c:pt>
                <c:pt idx="12814">
                  <c:v>0.42177777777777775</c:v>
                </c:pt>
                <c:pt idx="12815">
                  <c:v>0.42192592592592593</c:v>
                </c:pt>
                <c:pt idx="12816">
                  <c:v>0.42192592592592593</c:v>
                </c:pt>
                <c:pt idx="12817">
                  <c:v>0.42192592592592593</c:v>
                </c:pt>
                <c:pt idx="12818">
                  <c:v>0.42192592592592593</c:v>
                </c:pt>
                <c:pt idx="12819">
                  <c:v>0.42192592592592593</c:v>
                </c:pt>
                <c:pt idx="12820">
                  <c:v>0.42192592592592593</c:v>
                </c:pt>
                <c:pt idx="12821">
                  <c:v>0.4220740740740741</c:v>
                </c:pt>
                <c:pt idx="12822">
                  <c:v>0.42222222222222222</c:v>
                </c:pt>
                <c:pt idx="12823">
                  <c:v>0.42222222222222222</c:v>
                </c:pt>
                <c:pt idx="12824">
                  <c:v>0.42222222222222222</c:v>
                </c:pt>
                <c:pt idx="12825">
                  <c:v>0.42222222222222222</c:v>
                </c:pt>
                <c:pt idx="12826">
                  <c:v>0.4223703703703704</c:v>
                </c:pt>
                <c:pt idx="12827">
                  <c:v>0.4223703703703704</c:v>
                </c:pt>
                <c:pt idx="12828">
                  <c:v>0.4223703703703704</c:v>
                </c:pt>
                <c:pt idx="12829">
                  <c:v>0.42251851851851852</c:v>
                </c:pt>
                <c:pt idx="12830">
                  <c:v>0.42266666666666669</c:v>
                </c:pt>
                <c:pt idx="12831">
                  <c:v>0.42281481481481481</c:v>
                </c:pt>
                <c:pt idx="12832">
                  <c:v>0.42281481481481481</c:v>
                </c:pt>
                <c:pt idx="12833">
                  <c:v>0.42281481481481481</c:v>
                </c:pt>
                <c:pt idx="12834">
                  <c:v>0.42281481481481481</c:v>
                </c:pt>
                <c:pt idx="12835">
                  <c:v>0.42281481481481481</c:v>
                </c:pt>
                <c:pt idx="12836">
                  <c:v>0.42281481481481481</c:v>
                </c:pt>
                <c:pt idx="12837">
                  <c:v>0.42281481481481481</c:v>
                </c:pt>
                <c:pt idx="12838">
                  <c:v>0.42296296296296299</c:v>
                </c:pt>
                <c:pt idx="12839">
                  <c:v>0.42296296296296299</c:v>
                </c:pt>
                <c:pt idx="12840">
                  <c:v>0.4231111111111111</c:v>
                </c:pt>
                <c:pt idx="12841">
                  <c:v>0.4231111111111111</c:v>
                </c:pt>
                <c:pt idx="12842">
                  <c:v>0.4231111111111111</c:v>
                </c:pt>
                <c:pt idx="12843">
                  <c:v>0.4231111111111111</c:v>
                </c:pt>
                <c:pt idx="12844">
                  <c:v>0.4231111111111111</c:v>
                </c:pt>
                <c:pt idx="12845">
                  <c:v>0.42325925925925928</c:v>
                </c:pt>
                <c:pt idx="12846">
                  <c:v>0.4234074074074074</c:v>
                </c:pt>
                <c:pt idx="12847">
                  <c:v>0.42355555555555557</c:v>
                </c:pt>
                <c:pt idx="12848">
                  <c:v>0.42370370370370369</c:v>
                </c:pt>
                <c:pt idx="12849">
                  <c:v>0.42370370370370369</c:v>
                </c:pt>
                <c:pt idx="12850">
                  <c:v>0.42385185185185187</c:v>
                </c:pt>
                <c:pt idx="12851">
                  <c:v>0.42385185185185187</c:v>
                </c:pt>
                <c:pt idx="12852">
                  <c:v>0.42399999999999999</c:v>
                </c:pt>
                <c:pt idx="12853">
                  <c:v>0.42414814814814816</c:v>
                </c:pt>
                <c:pt idx="12854">
                  <c:v>0.42414814814814816</c:v>
                </c:pt>
                <c:pt idx="12855">
                  <c:v>0.42414814814814816</c:v>
                </c:pt>
                <c:pt idx="12856">
                  <c:v>0.42429629629629628</c:v>
                </c:pt>
                <c:pt idx="12857">
                  <c:v>0.42429629629629628</c:v>
                </c:pt>
                <c:pt idx="12858">
                  <c:v>0.42444444444444446</c:v>
                </c:pt>
                <c:pt idx="12859">
                  <c:v>0.42444444444444446</c:v>
                </c:pt>
                <c:pt idx="12860">
                  <c:v>0.42459259259259258</c:v>
                </c:pt>
                <c:pt idx="12861">
                  <c:v>0.42459259259259258</c:v>
                </c:pt>
                <c:pt idx="12862">
                  <c:v>0.42474074074074075</c:v>
                </c:pt>
                <c:pt idx="12863">
                  <c:v>0.42488888888888887</c:v>
                </c:pt>
                <c:pt idx="12864">
                  <c:v>0.42488888888888887</c:v>
                </c:pt>
                <c:pt idx="12865">
                  <c:v>0.42488888888888887</c:v>
                </c:pt>
                <c:pt idx="12866">
                  <c:v>0.42488888888888887</c:v>
                </c:pt>
                <c:pt idx="12867">
                  <c:v>0.42488888888888887</c:v>
                </c:pt>
                <c:pt idx="12868">
                  <c:v>0.42488888888888887</c:v>
                </c:pt>
                <c:pt idx="12869">
                  <c:v>0.42488888888888887</c:v>
                </c:pt>
                <c:pt idx="12870">
                  <c:v>0.42488888888888887</c:v>
                </c:pt>
                <c:pt idx="12871">
                  <c:v>0.42503703703703705</c:v>
                </c:pt>
                <c:pt idx="12872">
                  <c:v>0.42503703703703705</c:v>
                </c:pt>
                <c:pt idx="12873">
                  <c:v>0.42503703703703705</c:v>
                </c:pt>
                <c:pt idx="12874">
                  <c:v>0.42518518518518517</c:v>
                </c:pt>
                <c:pt idx="12875">
                  <c:v>0.42518518518518517</c:v>
                </c:pt>
                <c:pt idx="12876">
                  <c:v>0.42533333333333334</c:v>
                </c:pt>
                <c:pt idx="12877">
                  <c:v>0.42548148148148146</c:v>
                </c:pt>
                <c:pt idx="12878">
                  <c:v>0.42548148148148146</c:v>
                </c:pt>
                <c:pt idx="12879">
                  <c:v>0.42548148148148146</c:v>
                </c:pt>
                <c:pt idx="12880">
                  <c:v>0.42548148148148146</c:v>
                </c:pt>
                <c:pt idx="12881">
                  <c:v>0.42562962962962964</c:v>
                </c:pt>
                <c:pt idx="12882">
                  <c:v>0.42562962962962964</c:v>
                </c:pt>
                <c:pt idx="12883">
                  <c:v>0.42562962962962964</c:v>
                </c:pt>
                <c:pt idx="12884">
                  <c:v>0.42577777777777776</c:v>
                </c:pt>
                <c:pt idx="12885">
                  <c:v>0.42592592592592593</c:v>
                </c:pt>
                <c:pt idx="12886">
                  <c:v>0.42592592592592593</c:v>
                </c:pt>
                <c:pt idx="12887">
                  <c:v>0.42592592592592593</c:v>
                </c:pt>
                <c:pt idx="12888">
                  <c:v>0.42592592592592593</c:v>
                </c:pt>
                <c:pt idx="12889">
                  <c:v>0.42592592592592593</c:v>
                </c:pt>
                <c:pt idx="12890">
                  <c:v>0.42592592592592593</c:v>
                </c:pt>
                <c:pt idx="12891">
                  <c:v>0.42592592592592593</c:v>
                </c:pt>
                <c:pt idx="12892">
                  <c:v>0.42592592592592593</c:v>
                </c:pt>
                <c:pt idx="12893">
                  <c:v>0.42592592592592593</c:v>
                </c:pt>
                <c:pt idx="12894">
                  <c:v>0.42592592592592593</c:v>
                </c:pt>
                <c:pt idx="12895">
                  <c:v>0.42592592592592593</c:v>
                </c:pt>
                <c:pt idx="12896">
                  <c:v>0.42592592592592593</c:v>
                </c:pt>
                <c:pt idx="12897">
                  <c:v>0.42607407407407405</c:v>
                </c:pt>
                <c:pt idx="12898">
                  <c:v>0.42607407407407405</c:v>
                </c:pt>
                <c:pt idx="12899">
                  <c:v>0.42607407407407405</c:v>
                </c:pt>
                <c:pt idx="12900">
                  <c:v>0.42622222222222222</c:v>
                </c:pt>
                <c:pt idx="12901">
                  <c:v>0.42622222222222222</c:v>
                </c:pt>
                <c:pt idx="12902">
                  <c:v>0.42637037037037034</c:v>
                </c:pt>
                <c:pt idx="12903">
                  <c:v>0.42651851851851852</c:v>
                </c:pt>
                <c:pt idx="12904">
                  <c:v>0.42651851851851852</c:v>
                </c:pt>
                <c:pt idx="12905">
                  <c:v>0.42666666666666669</c:v>
                </c:pt>
                <c:pt idx="12906">
                  <c:v>0.42681481481481481</c:v>
                </c:pt>
                <c:pt idx="12907">
                  <c:v>0.42681481481481481</c:v>
                </c:pt>
                <c:pt idx="12908">
                  <c:v>0.42681481481481481</c:v>
                </c:pt>
                <c:pt idx="12909">
                  <c:v>0.42696296296296299</c:v>
                </c:pt>
                <c:pt idx="12910">
                  <c:v>0.42696296296296299</c:v>
                </c:pt>
                <c:pt idx="12911">
                  <c:v>0.42696296296296299</c:v>
                </c:pt>
                <c:pt idx="12912">
                  <c:v>0.42696296296296299</c:v>
                </c:pt>
                <c:pt idx="12913">
                  <c:v>0.42696296296296299</c:v>
                </c:pt>
                <c:pt idx="12914">
                  <c:v>0.42696296296296299</c:v>
                </c:pt>
                <c:pt idx="12915">
                  <c:v>0.42711111111111111</c:v>
                </c:pt>
                <c:pt idx="12916">
                  <c:v>0.42725925925925928</c:v>
                </c:pt>
                <c:pt idx="12917">
                  <c:v>0.4274074074074074</c:v>
                </c:pt>
                <c:pt idx="12918">
                  <c:v>0.4274074074074074</c:v>
                </c:pt>
                <c:pt idx="12919">
                  <c:v>0.4274074074074074</c:v>
                </c:pt>
                <c:pt idx="12920">
                  <c:v>0.42755555555555558</c:v>
                </c:pt>
                <c:pt idx="12921">
                  <c:v>0.42755555555555558</c:v>
                </c:pt>
                <c:pt idx="12922">
                  <c:v>0.42755555555555558</c:v>
                </c:pt>
                <c:pt idx="12923">
                  <c:v>0.42755555555555558</c:v>
                </c:pt>
                <c:pt idx="12924">
                  <c:v>0.42755555555555558</c:v>
                </c:pt>
                <c:pt idx="12925">
                  <c:v>0.42755555555555558</c:v>
                </c:pt>
                <c:pt idx="12926">
                  <c:v>0.42755555555555558</c:v>
                </c:pt>
                <c:pt idx="12927">
                  <c:v>0.4277037037037037</c:v>
                </c:pt>
                <c:pt idx="12928">
                  <c:v>0.4277037037037037</c:v>
                </c:pt>
                <c:pt idx="12929">
                  <c:v>0.42785185185185187</c:v>
                </c:pt>
                <c:pt idx="12930">
                  <c:v>0.42785185185185187</c:v>
                </c:pt>
                <c:pt idx="12931">
                  <c:v>0.42785185185185187</c:v>
                </c:pt>
                <c:pt idx="12932">
                  <c:v>0.42785185185185187</c:v>
                </c:pt>
                <c:pt idx="12933">
                  <c:v>0.42799999999999999</c:v>
                </c:pt>
                <c:pt idx="12934">
                  <c:v>0.42799999999999999</c:v>
                </c:pt>
                <c:pt idx="12935">
                  <c:v>0.42799999999999999</c:v>
                </c:pt>
                <c:pt idx="12936">
                  <c:v>0.42799999999999999</c:v>
                </c:pt>
                <c:pt idx="12937">
                  <c:v>0.42799999999999999</c:v>
                </c:pt>
                <c:pt idx="12938">
                  <c:v>0.42799999999999999</c:v>
                </c:pt>
                <c:pt idx="12939">
                  <c:v>0.42799999999999999</c:v>
                </c:pt>
                <c:pt idx="12940">
                  <c:v>0.42814814814814817</c:v>
                </c:pt>
                <c:pt idx="12941">
                  <c:v>0.42829629629629629</c:v>
                </c:pt>
                <c:pt idx="12942">
                  <c:v>0.42829629629629629</c:v>
                </c:pt>
                <c:pt idx="12943">
                  <c:v>0.42829629629629629</c:v>
                </c:pt>
                <c:pt idx="12944">
                  <c:v>0.42829629629629629</c:v>
                </c:pt>
                <c:pt idx="12945">
                  <c:v>0.42829629629629629</c:v>
                </c:pt>
                <c:pt idx="12946">
                  <c:v>0.42829629629629629</c:v>
                </c:pt>
                <c:pt idx="12947">
                  <c:v>0.42844444444444446</c:v>
                </c:pt>
                <c:pt idx="12948">
                  <c:v>0.42844444444444446</c:v>
                </c:pt>
                <c:pt idx="12949">
                  <c:v>0.42844444444444446</c:v>
                </c:pt>
                <c:pt idx="12950">
                  <c:v>0.42844444444444446</c:v>
                </c:pt>
                <c:pt idx="12951">
                  <c:v>0.42844444444444446</c:v>
                </c:pt>
                <c:pt idx="12952">
                  <c:v>0.42844444444444446</c:v>
                </c:pt>
                <c:pt idx="12953">
                  <c:v>0.42844444444444446</c:v>
                </c:pt>
                <c:pt idx="12954">
                  <c:v>0.42859259259259258</c:v>
                </c:pt>
                <c:pt idx="12955">
                  <c:v>0.42874074074074076</c:v>
                </c:pt>
                <c:pt idx="12956">
                  <c:v>0.42874074074074076</c:v>
                </c:pt>
                <c:pt idx="12957">
                  <c:v>0.42874074074074076</c:v>
                </c:pt>
                <c:pt idx="12958">
                  <c:v>0.42874074074074076</c:v>
                </c:pt>
                <c:pt idx="12959">
                  <c:v>0.42888888888888888</c:v>
                </c:pt>
                <c:pt idx="12960">
                  <c:v>0.42888888888888888</c:v>
                </c:pt>
                <c:pt idx="12961">
                  <c:v>0.42888888888888888</c:v>
                </c:pt>
                <c:pt idx="12962">
                  <c:v>0.42888888888888888</c:v>
                </c:pt>
                <c:pt idx="12963">
                  <c:v>0.42888888888888888</c:v>
                </c:pt>
                <c:pt idx="12964">
                  <c:v>0.42888888888888888</c:v>
                </c:pt>
                <c:pt idx="12965">
                  <c:v>0.42888888888888888</c:v>
                </c:pt>
                <c:pt idx="12966">
                  <c:v>0.42888888888888888</c:v>
                </c:pt>
                <c:pt idx="12967">
                  <c:v>0.42903703703703705</c:v>
                </c:pt>
                <c:pt idx="12968">
                  <c:v>0.42903703703703705</c:v>
                </c:pt>
                <c:pt idx="12969">
                  <c:v>0.42918518518518517</c:v>
                </c:pt>
                <c:pt idx="12970">
                  <c:v>0.42918518518518517</c:v>
                </c:pt>
                <c:pt idx="12971">
                  <c:v>0.42918518518518517</c:v>
                </c:pt>
                <c:pt idx="12972">
                  <c:v>0.42918518518518517</c:v>
                </c:pt>
                <c:pt idx="12973">
                  <c:v>0.42933333333333334</c:v>
                </c:pt>
                <c:pt idx="12974">
                  <c:v>0.42933333333333334</c:v>
                </c:pt>
                <c:pt idx="12975">
                  <c:v>0.42933333333333334</c:v>
                </c:pt>
                <c:pt idx="12976">
                  <c:v>0.42933333333333334</c:v>
                </c:pt>
                <c:pt idx="12977">
                  <c:v>0.42933333333333334</c:v>
                </c:pt>
                <c:pt idx="12978">
                  <c:v>0.42933333333333334</c:v>
                </c:pt>
                <c:pt idx="12979">
                  <c:v>0.42948148148148146</c:v>
                </c:pt>
                <c:pt idx="12980">
                  <c:v>0.42962962962962964</c:v>
                </c:pt>
                <c:pt idx="12981">
                  <c:v>0.42962962962962964</c:v>
                </c:pt>
                <c:pt idx="12982">
                  <c:v>0.42962962962962964</c:v>
                </c:pt>
                <c:pt idx="12983">
                  <c:v>0.42962962962962964</c:v>
                </c:pt>
                <c:pt idx="12984">
                  <c:v>0.42977777777777776</c:v>
                </c:pt>
                <c:pt idx="12985">
                  <c:v>0.42977777777777776</c:v>
                </c:pt>
                <c:pt idx="12986">
                  <c:v>0.42992592592592593</c:v>
                </c:pt>
                <c:pt idx="12987">
                  <c:v>0.42992592592592593</c:v>
                </c:pt>
                <c:pt idx="12988">
                  <c:v>0.42992592592592593</c:v>
                </c:pt>
                <c:pt idx="12989">
                  <c:v>0.42992592592592593</c:v>
                </c:pt>
                <c:pt idx="12990">
                  <c:v>0.42992592592592593</c:v>
                </c:pt>
                <c:pt idx="12991">
                  <c:v>0.43007407407407405</c:v>
                </c:pt>
                <c:pt idx="12992">
                  <c:v>0.43007407407407405</c:v>
                </c:pt>
                <c:pt idx="12993">
                  <c:v>0.43007407407407405</c:v>
                </c:pt>
                <c:pt idx="12994">
                  <c:v>0.43007407407407405</c:v>
                </c:pt>
                <c:pt idx="12995">
                  <c:v>0.43007407407407405</c:v>
                </c:pt>
                <c:pt idx="12996">
                  <c:v>0.43022222222222223</c:v>
                </c:pt>
                <c:pt idx="12997">
                  <c:v>0.43022222222222223</c:v>
                </c:pt>
                <c:pt idx="12998">
                  <c:v>0.43022222222222223</c:v>
                </c:pt>
                <c:pt idx="12999">
                  <c:v>0.43022222222222223</c:v>
                </c:pt>
                <c:pt idx="13000">
                  <c:v>0.43022222222222223</c:v>
                </c:pt>
                <c:pt idx="13001">
                  <c:v>0.43022222222222223</c:v>
                </c:pt>
                <c:pt idx="13002">
                  <c:v>0.43022222222222223</c:v>
                </c:pt>
                <c:pt idx="13003">
                  <c:v>0.43022222222222223</c:v>
                </c:pt>
                <c:pt idx="13004">
                  <c:v>0.43022222222222223</c:v>
                </c:pt>
                <c:pt idx="13005">
                  <c:v>0.43022222222222223</c:v>
                </c:pt>
                <c:pt idx="13006">
                  <c:v>0.43022222222222223</c:v>
                </c:pt>
                <c:pt idx="13007">
                  <c:v>0.43037037037037035</c:v>
                </c:pt>
                <c:pt idx="13008">
                  <c:v>0.43037037037037035</c:v>
                </c:pt>
                <c:pt idx="13009">
                  <c:v>0.43037037037037035</c:v>
                </c:pt>
                <c:pt idx="13010">
                  <c:v>0.43051851851851852</c:v>
                </c:pt>
                <c:pt idx="13011">
                  <c:v>0.43051851851851852</c:v>
                </c:pt>
                <c:pt idx="13012">
                  <c:v>0.43051851851851852</c:v>
                </c:pt>
                <c:pt idx="13013">
                  <c:v>0.43051851851851852</c:v>
                </c:pt>
                <c:pt idx="13014">
                  <c:v>0.43051851851851852</c:v>
                </c:pt>
                <c:pt idx="13015">
                  <c:v>0.43066666666666664</c:v>
                </c:pt>
                <c:pt idx="13016">
                  <c:v>0.43066666666666664</c:v>
                </c:pt>
                <c:pt idx="13017">
                  <c:v>0.43066666666666664</c:v>
                </c:pt>
                <c:pt idx="13018">
                  <c:v>0.43066666666666664</c:v>
                </c:pt>
                <c:pt idx="13019">
                  <c:v>0.43066666666666664</c:v>
                </c:pt>
                <c:pt idx="13020">
                  <c:v>0.43066666666666664</c:v>
                </c:pt>
                <c:pt idx="13021">
                  <c:v>0.43066666666666664</c:v>
                </c:pt>
                <c:pt idx="13022">
                  <c:v>0.43081481481481482</c:v>
                </c:pt>
                <c:pt idx="13023">
                  <c:v>0.43096296296296294</c:v>
                </c:pt>
                <c:pt idx="13024">
                  <c:v>0.43096296296296294</c:v>
                </c:pt>
                <c:pt idx="13025">
                  <c:v>0.43096296296296294</c:v>
                </c:pt>
                <c:pt idx="13026">
                  <c:v>0.43096296296296294</c:v>
                </c:pt>
                <c:pt idx="13027">
                  <c:v>0.43111111111111111</c:v>
                </c:pt>
                <c:pt idx="13028">
                  <c:v>0.43125925925925929</c:v>
                </c:pt>
                <c:pt idx="13029">
                  <c:v>0.43125925925925929</c:v>
                </c:pt>
                <c:pt idx="13030">
                  <c:v>0.43125925925925929</c:v>
                </c:pt>
                <c:pt idx="13031">
                  <c:v>0.43140740740740741</c:v>
                </c:pt>
                <c:pt idx="13032">
                  <c:v>0.43155555555555558</c:v>
                </c:pt>
                <c:pt idx="13033">
                  <c:v>0.43155555555555558</c:v>
                </c:pt>
                <c:pt idx="13034">
                  <c:v>0.43155555555555558</c:v>
                </c:pt>
                <c:pt idx="13035">
                  <c:v>0.4317037037037037</c:v>
                </c:pt>
                <c:pt idx="13036">
                  <c:v>0.43185185185185188</c:v>
                </c:pt>
                <c:pt idx="13037">
                  <c:v>0.432</c:v>
                </c:pt>
                <c:pt idx="13038">
                  <c:v>0.432</c:v>
                </c:pt>
                <c:pt idx="13039">
                  <c:v>0.43214814814814817</c:v>
                </c:pt>
                <c:pt idx="13040">
                  <c:v>0.43214814814814817</c:v>
                </c:pt>
                <c:pt idx="13041">
                  <c:v>0.43229629629629629</c:v>
                </c:pt>
                <c:pt idx="13042">
                  <c:v>0.43229629629629629</c:v>
                </c:pt>
                <c:pt idx="13043">
                  <c:v>0.43244444444444446</c:v>
                </c:pt>
                <c:pt idx="13044">
                  <c:v>0.43244444444444446</c:v>
                </c:pt>
                <c:pt idx="13045">
                  <c:v>0.43244444444444446</c:v>
                </c:pt>
                <c:pt idx="13046">
                  <c:v>0.43259259259259258</c:v>
                </c:pt>
                <c:pt idx="13047">
                  <c:v>0.43259259259259258</c:v>
                </c:pt>
                <c:pt idx="13048">
                  <c:v>0.43274074074074076</c:v>
                </c:pt>
                <c:pt idx="13049">
                  <c:v>0.43274074074074076</c:v>
                </c:pt>
                <c:pt idx="13050">
                  <c:v>0.43274074074074076</c:v>
                </c:pt>
                <c:pt idx="13051">
                  <c:v>0.43274074074074076</c:v>
                </c:pt>
                <c:pt idx="13052">
                  <c:v>0.43288888888888888</c:v>
                </c:pt>
                <c:pt idx="13053">
                  <c:v>0.43288888888888888</c:v>
                </c:pt>
                <c:pt idx="13054">
                  <c:v>0.43303703703703705</c:v>
                </c:pt>
                <c:pt idx="13055">
                  <c:v>0.43303703703703705</c:v>
                </c:pt>
                <c:pt idx="13056">
                  <c:v>0.43318518518518517</c:v>
                </c:pt>
                <c:pt idx="13057">
                  <c:v>0.43318518518518517</c:v>
                </c:pt>
                <c:pt idx="13058">
                  <c:v>0.43318518518518517</c:v>
                </c:pt>
                <c:pt idx="13059">
                  <c:v>0.43318518518518517</c:v>
                </c:pt>
                <c:pt idx="13060">
                  <c:v>0.43318518518518517</c:v>
                </c:pt>
                <c:pt idx="13061">
                  <c:v>0.43318518518518517</c:v>
                </c:pt>
                <c:pt idx="13062">
                  <c:v>0.43333333333333335</c:v>
                </c:pt>
                <c:pt idx="13063">
                  <c:v>0.43333333333333335</c:v>
                </c:pt>
                <c:pt idx="13064">
                  <c:v>0.43348148148148147</c:v>
                </c:pt>
                <c:pt idx="13065">
                  <c:v>0.43348148148148147</c:v>
                </c:pt>
                <c:pt idx="13066">
                  <c:v>0.43348148148148147</c:v>
                </c:pt>
                <c:pt idx="13067">
                  <c:v>0.43362962962962964</c:v>
                </c:pt>
                <c:pt idx="13068">
                  <c:v>0.43377777777777776</c:v>
                </c:pt>
                <c:pt idx="13069">
                  <c:v>0.43377777777777776</c:v>
                </c:pt>
                <c:pt idx="13070">
                  <c:v>0.43392592592592594</c:v>
                </c:pt>
                <c:pt idx="13071">
                  <c:v>0.43392592592592594</c:v>
                </c:pt>
                <c:pt idx="13072">
                  <c:v>0.43392592592592594</c:v>
                </c:pt>
                <c:pt idx="13073">
                  <c:v>0.43392592592592594</c:v>
                </c:pt>
                <c:pt idx="13074">
                  <c:v>0.43392592592592594</c:v>
                </c:pt>
                <c:pt idx="13075">
                  <c:v>0.43392592592592594</c:v>
                </c:pt>
                <c:pt idx="13076">
                  <c:v>0.43392592592592594</c:v>
                </c:pt>
                <c:pt idx="13077">
                  <c:v>0.43407407407407406</c:v>
                </c:pt>
                <c:pt idx="13078">
                  <c:v>0.43422222222222223</c:v>
                </c:pt>
                <c:pt idx="13079">
                  <c:v>0.43437037037037035</c:v>
                </c:pt>
                <c:pt idx="13080">
                  <c:v>0.43437037037037035</c:v>
                </c:pt>
                <c:pt idx="13081">
                  <c:v>0.43451851851851853</c:v>
                </c:pt>
                <c:pt idx="13082">
                  <c:v>0.43451851851851853</c:v>
                </c:pt>
                <c:pt idx="13083">
                  <c:v>0.43466666666666665</c:v>
                </c:pt>
                <c:pt idx="13084">
                  <c:v>0.43481481481481482</c:v>
                </c:pt>
                <c:pt idx="13085">
                  <c:v>0.43496296296296294</c:v>
                </c:pt>
                <c:pt idx="13086">
                  <c:v>0.43496296296296294</c:v>
                </c:pt>
                <c:pt idx="13087">
                  <c:v>0.43511111111111112</c:v>
                </c:pt>
                <c:pt idx="13088">
                  <c:v>0.43511111111111112</c:v>
                </c:pt>
                <c:pt idx="13089">
                  <c:v>0.43525925925925923</c:v>
                </c:pt>
                <c:pt idx="13090">
                  <c:v>0.43525925925925923</c:v>
                </c:pt>
                <c:pt idx="13091">
                  <c:v>0.43525925925925923</c:v>
                </c:pt>
                <c:pt idx="13092">
                  <c:v>0.43525925925925923</c:v>
                </c:pt>
                <c:pt idx="13093">
                  <c:v>0.43540740740740741</c:v>
                </c:pt>
                <c:pt idx="13094">
                  <c:v>0.43540740740740741</c:v>
                </c:pt>
                <c:pt idx="13095">
                  <c:v>0.43540740740740741</c:v>
                </c:pt>
                <c:pt idx="13096">
                  <c:v>0.43540740740740741</c:v>
                </c:pt>
                <c:pt idx="13097">
                  <c:v>0.43555555555555553</c:v>
                </c:pt>
                <c:pt idx="13098">
                  <c:v>0.4357037037037037</c:v>
                </c:pt>
                <c:pt idx="13099">
                  <c:v>0.4357037037037037</c:v>
                </c:pt>
                <c:pt idx="13100">
                  <c:v>0.4357037037037037</c:v>
                </c:pt>
                <c:pt idx="13101">
                  <c:v>0.43585185185185188</c:v>
                </c:pt>
                <c:pt idx="13102">
                  <c:v>0.43585185185185188</c:v>
                </c:pt>
                <c:pt idx="13103">
                  <c:v>0.43585185185185188</c:v>
                </c:pt>
                <c:pt idx="13104">
                  <c:v>0.43585185185185188</c:v>
                </c:pt>
                <c:pt idx="13105">
                  <c:v>0.43585185185185188</c:v>
                </c:pt>
                <c:pt idx="13106">
                  <c:v>0.436</c:v>
                </c:pt>
                <c:pt idx="13107">
                  <c:v>0.436</c:v>
                </c:pt>
                <c:pt idx="13108">
                  <c:v>0.43614814814814817</c:v>
                </c:pt>
                <c:pt idx="13109">
                  <c:v>0.43614814814814817</c:v>
                </c:pt>
                <c:pt idx="13110">
                  <c:v>0.43614814814814817</c:v>
                </c:pt>
                <c:pt idx="13111">
                  <c:v>0.43614814814814817</c:v>
                </c:pt>
                <c:pt idx="13112">
                  <c:v>0.43629629629629629</c:v>
                </c:pt>
                <c:pt idx="13113">
                  <c:v>0.43629629629629629</c:v>
                </c:pt>
                <c:pt idx="13114">
                  <c:v>0.43629629629629629</c:v>
                </c:pt>
                <c:pt idx="13115">
                  <c:v>0.43644444444444447</c:v>
                </c:pt>
                <c:pt idx="13116">
                  <c:v>0.43644444444444447</c:v>
                </c:pt>
                <c:pt idx="13117">
                  <c:v>0.43659259259259259</c:v>
                </c:pt>
                <c:pt idx="13118">
                  <c:v>0.43659259259259259</c:v>
                </c:pt>
                <c:pt idx="13119">
                  <c:v>0.43659259259259259</c:v>
                </c:pt>
                <c:pt idx="13120">
                  <c:v>0.43674074074074076</c:v>
                </c:pt>
                <c:pt idx="13121">
                  <c:v>0.43688888888888888</c:v>
                </c:pt>
                <c:pt idx="13122">
                  <c:v>0.43688888888888888</c:v>
                </c:pt>
                <c:pt idx="13123">
                  <c:v>0.43688888888888888</c:v>
                </c:pt>
                <c:pt idx="13124">
                  <c:v>0.43688888888888888</c:v>
                </c:pt>
                <c:pt idx="13125">
                  <c:v>0.43688888888888888</c:v>
                </c:pt>
                <c:pt idx="13126">
                  <c:v>0.43688888888888888</c:v>
                </c:pt>
                <c:pt idx="13127">
                  <c:v>0.43688888888888888</c:v>
                </c:pt>
                <c:pt idx="13128">
                  <c:v>0.43688888888888888</c:v>
                </c:pt>
                <c:pt idx="13129">
                  <c:v>0.43688888888888888</c:v>
                </c:pt>
                <c:pt idx="13130">
                  <c:v>0.43688888888888888</c:v>
                </c:pt>
                <c:pt idx="13131">
                  <c:v>0.43688888888888888</c:v>
                </c:pt>
                <c:pt idx="13132">
                  <c:v>0.43688888888888888</c:v>
                </c:pt>
                <c:pt idx="13133">
                  <c:v>0.43703703703703706</c:v>
                </c:pt>
                <c:pt idx="13134">
                  <c:v>0.43703703703703706</c:v>
                </c:pt>
                <c:pt idx="13135">
                  <c:v>0.43703703703703706</c:v>
                </c:pt>
                <c:pt idx="13136">
                  <c:v>0.43718518518518518</c:v>
                </c:pt>
                <c:pt idx="13137">
                  <c:v>0.43718518518518518</c:v>
                </c:pt>
                <c:pt idx="13138">
                  <c:v>0.43718518518518518</c:v>
                </c:pt>
                <c:pt idx="13139">
                  <c:v>0.43733333333333335</c:v>
                </c:pt>
                <c:pt idx="13140">
                  <c:v>0.43748148148148147</c:v>
                </c:pt>
                <c:pt idx="13141">
                  <c:v>0.43748148148148147</c:v>
                </c:pt>
                <c:pt idx="13142">
                  <c:v>0.43762962962962965</c:v>
                </c:pt>
                <c:pt idx="13143">
                  <c:v>0.43762962962962965</c:v>
                </c:pt>
                <c:pt idx="13144">
                  <c:v>0.43762962962962965</c:v>
                </c:pt>
                <c:pt idx="13145">
                  <c:v>0.43777777777777777</c:v>
                </c:pt>
                <c:pt idx="13146">
                  <c:v>0.43777777777777777</c:v>
                </c:pt>
                <c:pt idx="13147">
                  <c:v>0.43777777777777777</c:v>
                </c:pt>
                <c:pt idx="13148">
                  <c:v>0.43777777777777777</c:v>
                </c:pt>
                <c:pt idx="13149">
                  <c:v>0.43777777777777777</c:v>
                </c:pt>
                <c:pt idx="13150">
                  <c:v>0.43792592592592594</c:v>
                </c:pt>
                <c:pt idx="13151">
                  <c:v>0.43792592592592594</c:v>
                </c:pt>
                <c:pt idx="13152">
                  <c:v>0.43792592592592594</c:v>
                </c:pt>
                <c:pt idx="13153">
                  <c:v>0.43792592592592594</c:v>
                </c:pt>
                <c:pt idx="13154">
                  <c:v>0.43792592592592594</c:v>
                </c:pt>
                <c:pt idx="13155">
                  <c:v>0.43792592592592594</c:v>
                </c:pt>
                <c:pt idx="13156">
                  <c:v>0.43792592592592594</c:v>
                </c:pt>
                <c:pt idx="13157">
                  <c:v>0.43792592592592594</c:v>
                </c:pt>
                <c:pt idx="13158">
                  <c:v>0.43792592592592594</c:v>
                </c:pt>
                <c:pt idx="13159">
                  <c:v>0.43807407407407406</c:v>
                </c:pt>
                <c:pt idx="13160">
                  <c:v>0.43807407407407406</c:v>
                </c:pt>
                <c:pt idx="13161">
                  <c:v>0.43807407407407406</c:v>
                </c:pt>
                <c:pt idx="13162">
                  <c:v>0.43807407407407406</c:v>
                </c:pt>
                <c:pt idx="13163">
                  <c:v>0.43807407407407406</c:v>
                </c:pt>
                <c:pt idx="13164">
                  <c:v>0.43822222222222224</c:v>
                </c:pt>
                <c:pt idx="13165">
                  <c:v>0.43822222222222224</c:v>
                </c:pt>
                <c:pt idx="13166">
                  <c:v>0.43837037037037035</c:v>
                </c:pt>
                <c:pt idx="13167">
                  <c:v>0.43837037037037035</c:v>
                </c:pt>
                <c:pt idx="13168">
                  <c:v>0.43851851851851853</c:v>
                </c:pt>
                <c:pt idx="13169">
                  <c:v>0.43851851851851853</c:v>
                </c:pt>
                <c:pt idx="13170">
                  <c:v>0.43851851851851853</c:v>
                </c:pt>
                <c:pt idx="13171">
                  <c:v>0.43851851851851853</c:v>
                </c:pt>
                <c:pt idx="13172">
                  <c:v>0.43851851851851853</c:v>
                </c:pt>
                <c:pt idx="13173">
                  <c:v>0.43851851851851853</c:v>
                </c:pt>
                <c:pt idx="13174">
                  <c:v>0.43851851851851853</c:v>
                </c:pt>
                <c:pt idx="13175">
                  <c:v>0.43866666666666665</c:v>
                </c:pt>
                <c:pt idx="13176">
                  <c:v>0.43866666666666665</c:v>
                </c:pt>
                <c:pt idx="13177">
                  <c:v>0.43866666666666665</c:v>
                </c:pt>
                <c:pt idx="13178">
                  <c:v>0.43866666666666665</c:v>
                </c:pt>
                <c:pt idx="13179">
                  <c:v>0.43881481481481482</c:v>
                </c:pt>
                <c:pt idx="13180">
                  <c:v>0.43896296296296294</c:v>
                </c:pt>
                <c:pt idx="13181">
                  <c:v>0.43896296296296294</c:v>
                </c:pt>
                <c:pt idx="13182">
                  <c:v>0.43911111111111112</c:v>
                </c:pt>
                <c:pt idx="13183">
                  <c:v>0.43911111111111112</c:v>
                </c:pt>
                <c:pt idx="13184">
                  <c:v>0.43911111111111112</c:v>
                </c:pt>
                <c:pt idx="13185">
                  <c:v>0.43911111111111112</c:v>
                </c:pt>
                <c:pt idx="13186">
                  <c:v>0.43911111111111112</c:v>
                </c:pt>
                <c:pt idx="13187">
                  <c:v>0.43911111111111112</c:v>
                </c:pt>
                <c:pt idx="13188">
                  <c:v>0.43925925925925924</c:v>
                </c:pt>
                <c:pt idx="13189">
                  <c:v>0.43925925925925924</c:v>
                </c:pt>
                <c:pt idx="13190">
                  <c:v>0.43940740740740741</c:v>
                </c:pt>
                <c:pt idx="13191">
                  <c:v>0.43940740740740741</c:v>
                </c:pt>
                <c:pt idx="13192">
                  <c:v>0.43940740740740741</c:v>
                </c:pt>
                <c:pt idx="13193">
                  <c:v>0.43940740740740741</c:v>
                </c:pt>
                <c:pt idx="13194">
                  <c:v>0.43955555555555553</c:v>
                </c:pt>
                <c:pt idx="13195">
                  <c:v>0.43970370370370371</c:v>
                </c:pt>
                <c:pt idx="13196">
                  <c:v>0.43985185185185183</c:v>
                </c:pt>
                <c:pt idx="13197">
                  <c:v>0.44</c:v>
                </c:pt>
                <c:pt idx="13198">
                  <c:v>0.44014814814814812</c:v>
                </c:pt>
                <c:pt idx="13199">
                  <c:v>0.44014814814814812</c:v>
                </c:pt>
                <c:pt idx="13200">
                  <c:v>0.4402962962962963</c:v>
                </c:pt>
                <c:pt idx="13201">
                  <c:v>0.44044444444444447</c:v>
                </c:pt>
                <c:pt idx="13202">
                  <c:v>0.44044444444444447</c:v>
                </c:pt>
                <c:pt idx="13203">
                  <c:v>0.44044444444444447</c:v>
                </c:pt>
                <c:pt idx="13204">
                  <c:v>0.44059259259259259</c:v>
                </c:pt>
                <c:pt idx="13205">
                  <c:v>0.44074074074074077</c:v>
                </c:pt>
                <c:pt idx="13206">
                  <c:v>0.44074074074074077</c:v>
                </c:pt>
                <c:pt idx="13207">
                  <c:v>0.44074074074074077</c:v>
                </c:pt>
                <c:pt idx="13208">
                  <c:v>0.44074074074074077</c:v>
                </c:pt>
                <c:pt idx="13209">
                  <c:v>0.44074074074074077</c:v>
                </c:pt>
                <c:pt idx="13210">
                  <c:v>0.44088888888888889</c:v>
                </c:pt>
                <c:pt idx="13211">
                  <c:v>0.44088888888888889</c:v>
                </c:pt>
                <c:pt idx="13212">
                  <c:v>0.44088888888888889</c:v>
                </c:pt>
                <c:pt idx="13213">
                  <c:v>0.44088888888888889</c:v>
                </c:pt>
                <c:pt idx="13214">
                  <c:v>0.44088888888888889</c:v>
                </c:pt>
                <c:pt idx="13215">
                  <c:v>0.44088888888888889</c:v>
                </c:pt>
                <c:pt idx="13216">
                  <c:v>0.44088888888888889</c:v>
                </c:pt>
                <c:pt idx="13217">
                  <c:v>0.44088888888888889</c:v>
                </c:pt>
                <c:pt idx="13218">
                  <c:v>0.44088888888888889</c:v>
                </c:pt>
                <c:pt idx="13219">
                  <c:v>0.44103703703703706</c:v>
                </c:pt>
                <c:pt idx="13220">
                  <c:v>0.44103703703703706</c:v>
                </c:pt>
                <c:pt idx="13221">
                  <c:v>0.44103703703703706</c:v>
                </c:pt>
                <c:pt idx="13222">
                  <c:v>0.44103703703703706</c:v>
                </c:pt>
                <c:pt idx="13223">
                  <c:v>0.44103703703703706</c:v>
                </c:pt>
                <c:pt idx="13224">
                  <c:v>0.44103703703703706</c:v>
                </c:pt>
                <c:pt idx="13225">
                  <c:v>0.44103703703703706</c:v>
                </c:pt>
                <c:pt idx="13226">
                  <c:v>0.44103703703703706</c:v>
                </c:pt>
                <c:pt idx="13227">
                  <c:v>0.44118518518518518</c:v>
                </c:pt>
                <c:pt idx="13228">
                  <c:v>0.44118518518518518</c:v>
                </c:pt>
                <c:pt idx="13229">
                  <c:v>0.44118518518518518</c:v>
                </c:pt>
                <c:pt idx="13230">
                  <c:v>0.44118518518518518</c:v>
                </c:pt>
                <c:pt idx="13231">
                  <c:v>0.44133333333333336</c:v>
                </c:pt>
                <c:pt idx="13232">
                  <c:v>0.44133333333333336</c:v>
                </c:pt>
                <c:pt idx="13233">
                  <c:v>0.44133333333333336</c:v>
                </c:pt>
                <c:pt idx="13234">
                  <c:v>0.44133333333333336</c:v>
                </c:pt>
                <c:pt idx="13235">
                  <c:v>0.44133333333333336</c:v>
                </c:pt>
                <c:pt idx="13236">
                  <c:v>0.44133333333333336</c:v>
                </c:pt>
                <c:pt idx="13237">
                  <c:v>0.44133333333333336</c:v>
                </c:pt>
                <c:pt idx="13238">
                  <c:v>0.44148148148148147</c:v>
                </c:pt>
                <c:pt idx="13239">
                  <c:v>0.44148148148148147</c:v>
                </c:pt>
                <c:pt idx="13240">
                  <c:v>0.44148148148148147</c:v>
                </c:pt>
                <c:pt idx="13241">
                  <c:v>0.44148148148148147</c:v>
                </c:pt>
                <c:pt idx="13242">
                  <c:v>0.44162962962962965</c:v>
                </c:pt>
                <c:pt idx="13243">
                  <c:v>0.44162962962962965</c:v>
                </c:pt>
                <c:pt idx="13244">
                  <c:v>0.44162962962962965</c:v>
                </c:pt>
                <c:pt idx="13245">
                  <c:v>0.44162962962962965</c:v>
                </c:pt>
                <c:pt idx="13246">
                  <c:v>0.44162962962962965</c:v>
                </c:pt>
                <c:pt idx="13247">
                  <c:v>0.44162962962962965</c:v>
                </c:pt>
                <c:pt idx="13248">
                  <c:v>0.44162962962962965</c:v>
                </c:pt>
                <c:pt idx="13249">
                  <c:v>0.44162962962962965</c:v>
                </c:pt>
                <c:pt idx="13250">
                  <c:v>0.44162962962962965</c:v>
                </c:pt>
                <c:pt idx="13251">
                  <c:v>0.44162962962962965</c:v>
                </c:pt>
                <c:pt idx="13252">
                  <c:v>0.44177777777777777</c:v>
                </c:pt>
                <c:pt idx="13253">
                  <c:v>0.44192592592592594</c:v>
                </c:pt>
                <c:pt idx="13254">
                  <c:v>0.44207407407407406</c:v>
                </c:pt>
                <c:pt idx="13255">
                  <c:v>0.44207407407407406</c:v>
                </c:pt>
                <c:pt idx="13256">
                  <c:v>0.44222222222222224</c:v>
                </c:pt>
                <c:pt idx="13257">
                  <c:v>0.44222222222222224</c:v>
                </c:pt>
                <c:pt idx="13258">
                  <c:v>0.44222222222222224</c:v>
                </c:pt>
                <c:pt idx="13259">
                  <c:v>0.44222222222222224</c:v>
                </c:pt>
                <c:pt idx="13260">
                  <c:v>0.44222222222222224</c:v>
                </c:pt>
                <c:pt idx="13261">
                  <c:v>0.44237037037037036</c:v>
                </c:pt>
                <c:pt idx="13262">
                  <c:v>0.44237037037037036</c:v>
                </c:pt>
                <c:pt idx="13263">
                  <c:v>0.44251851851851853</c:v>
                </c:pt>
                <c:pt idx="13264">
                  <c:v>0.44251851851851853</c:v>
                </c:pt>
                <c:pt idx="13265">
                  <c:v>0.44251851851851853</c:v>
                </c:pt>
                <c:pt idx="13266">
                  <c:v>0.44251851851851853</c:v>
                </c:pt>
                <c:pt idx="13267">
                  <c:v>0.44266666666666665</c:v>
                </c:pt>
                <c:pt idx="13268">
                  <c:v>0.44266666666666665</c:v>
                </c:pt>
                <c:pt idx="13269">
                  <c:v>0.44266666666666665</c:v>
                </c:pt>
                <c:pt idx="13270">
                  <c:v>0.44266666666666665</c:v>
                </c:pt>
                <c:pt idx="13271">
                  <c:v>0.44266666666666665</c:v>
                </c:pt>
                <c:pt idx="13272">
                  <c:v>0.44281481481481483</c:v>
                </c:pt>
                <c:pt idx="13273">
                  <c:v>0.44296296296296295</c:v>
                </c:pt>
                <c:pt idx="13274">
                  <c:v>0.44296296296296295</c:v>
                </c:pt>
                <c:pt idx="13275">
                  <c:v>0.44311111111111112</c:v>
                </c:pt>
                <c:pt idx="13276">
                  <c:v>0.44311111111111112</c:v>
                </c:pt>
                <c:pt idx="13277">
                  <c:v>0.44311111111111112</c:v>
                </c:pt>
                <c:pt idx="13278">
                  <c:v>0.44311111111111112</c:v>
                </c:pt>
                <c:pt idx="13279">
                  <c:v>0.44311111111111112</c:v>
                </c:pt>
                <c:pt idx="13280">
                  <c:v>0.44311111111111112</c:v>
                </c:pt>
                <c:pt idx="13281">
                  <c:v>0.44311111111111112</c:v>
                </c:pt>
                <c:pt idx="13282">
                  <c:v>0.44311111111111112</c:v>
                </c:pt>
                <c:pt idx="13283">
                  <c:v>0.44311111111111112</c:v>
                </c:pt>
                <c:pt idx="13284">
                  <c:v>0.44311111111111112</c:v>
                </c:pt>
                <c:pt idx="13285">
                  <c:v>0.44311111111111112</c:v>
                </c:pt>
                <c:pt idx="13286">
                  <c:v>0.44311111111111112</c:v>
                </c:pt>
                <c:pt idx="13287">
                  <c:v>0.44311111111111112</c:v>
                </c:pt>
                <c:pt idx="13288">
                  <c:v>0.44311111111111112</c:v>
                </c:pt>
                <c:pt idx="13289">
                  <c:v>0.44311111111111112</c:v>
                </c:pt>
                <c:pt idx="13290">
                  <c:v>0.44311111111111112</c:v>
                </c:pt>
                <c:pt idx="13291">
                  <c:v>0.44311111111111112</c:v>
                </c:pt>
                <c:pt idx="13292">
                  <c:v>0.44311111111111112</c:v>
                </c:pt>
                <c:pt idx="13293">
                  <c:v>0.44311111111111112</c:v>
                </c:pt>
                <c:pt idx="13294">
                  <c:v>0.44311111111111112</c:v>
                </c:pt>
                <c:pt idx="13295">
                  <c:v>0.44311111111111112</c:v>
                </c:pt>
                <c:pt idx="13296">
                  <c:v>0.44325925925925924</c:v>
                </c:pt>
                <c:pt idx="13297">
                  <c:v>0.44325925925925924</c:v>
                </c:pt>
                <c:pt idx="13298">
                  <c:v>0.44340740740740742</c:v>
                </c:pt>
                <c:pt idx="13299">
                  <c:v>0.44340740740740742</c:v>
                </c:pt>
                <c:pt idx="13300">
                  <c:v>0.44355555555555554</c:v>
                </c:pt>
                <c:pt idx="13301">
                  <c:v>0.44355555555555554</c:v>
                </c:pt>
                <c:pt idx="13302">
                  <c:v>0.44355555555555554</c:v>
                </c:pt>
                <c:pt idx="13303">
                  <c:v>0.44355555555555554</c:v>
                </c:pt>
                <c:pt idx="13304">
                  <c:v>0.44355555555555554</c:v>
                </c:pt>
                <c:pt idx="13305">
                  <c:v>0.44355555555555554</c:v>
                </c:pt>
                <c:pt idx="13306">
                  <c:v>0.44355555555555554</c:v>
                </c:pt>
                <c:pt idx="13307">
                  <c:v>0.44355555555555554</c:v>
                </c:pt>
                <c:pt idx="13308">
                  <c:v>0.44355555555555554</c:v>
                </c:pt>
                <c:pt idx="13309">
                  <c:v>0.44370370370370371</c:v>
                </c:pt>
                <c:pt idx="13310">
                  <c:v>0.44370370370370371</c:v>
                </c:pt>
                <c:pt idx="13311">
                  <c:v>0.44385185185185183</c:v>
                </c:pt>
                <c:pt idx="13312">
                  <c:v>0.44385185185185183</c:v>
                </c:pt>
                <c:pt idx="13313">
                  <c:v>0.44385185185185183</c:v>
                </c:pt>
                <c:pt idx="13314">
                  <c:v>0.44400000000000001</c:v>
                </c:pt>
                <c:pt idx="13315">
                  <c:v>0.44400000000000001</c:v>
                </c:pt>
                <c:pt idx="13316">
                  <c:v>0.44400000000000001</c:v>
                </c:pt>
                <c:pt idx="13317">
                  <c:v>0.44400000000000001</c:v>
                </c:pt>
                <c:pt idx="13318">
                  <c:v>0.44400000000000001</c:v>
                </c:pt>
                <c:pt idx="13319">
                  <c:v>0.44400000000000001</c:v>
                </c:pt>
                <c:pt idx="13320">
                  <c:v>0.44400000000000001</c:v>
                </c:pt>
                <c:pt idx="13321">
                  <c:v>0.44414814814814813</c:v>
                </c:pt>
                <c:pt idx="13322">
                  <c:v>0.44414814814814813</c:v>
                </c:pt>
                <c:pt idx="13323">
                  <c:v>0.44414814814814813</c:v>
                </c:pt>
                <c:pt idx="13324">
                  <c:v>0.44414814814814813</c:v>
                </c:pt>
                <c:pt idx="13325">
                  <c:v>0.4442962962962963</c:v>
                </c:pt>
                <c:pt idx="13326">
                  <c:v>0.44444444444444442</c:v>
                </c:pt>
                <c:pt idx="13327">
                  <c:v>0.44459259259259259</c:v>
                </c:pt>
                <c:pt idx="13328">
                  <c:v>0.44459259259259259</c:v>
                </c:pt>
                <c:pt idx="13329">
                  <c:v>0.44474074074074071</c:v>
                </c:pt>
                <c:pt idx="13330">
                  <c:v>0.44474074074074071</c:v>
                </c:pt>
                <c:pt idx="13331">
                  <c:v>0.44474074074074071</c:v>
                </c:pt>
                <c:pt idx="13332">
                  <c:v>0.44488888888888889</c:v>
                </c:pt>
                <c:pt idx="13333">
                  <c:v>0.44488888888888889</c:v>
                </c:pt>
                <c:pt idx="13334">
                  <c:v>0.44488888888888889</c:v>
                </c:pt>
                <c:pt idx="13335">
                  <c:v>0.44488888888888889</c:v>
                </c:pt>
                <c:pt idx="13336">
                  <c:v>0.44488888888888889</c:v>
                </c:pt>
                <c:pt idx="13337">
                  <c:v>0.44488888888888889</c:v>
                </c:pt>
                <c:pt idx="13338">
                  <c:v>0.44488888888888889</c:v>
                </c:pt>
                <c:pt idx="13339">
                  <c:v>0.44488888888888889</c:v>
                </c:pt>
                <c:pt idx="13340">
                  <c:v>0.44488888888888889</c:v>
                </c:pt>
                <c:pt idx="13341">
                  <c:v>0.44503703703703706</c:v>
                </c:pt>
                <c:pt idx="13342">
                  <c:v>0.44518518518518518</c:v>
                </c:pt>
                <c:pt idx="13343">
                  <c:v>0.44518518518518518</c:v>
                </c:pt>
                <c:pt idx="13344">
                  <c:v>0.44518518518518518</c:v>
                </c:pt>
                <c:pt idx="13345">
                  <c:v>0.44518518518518518</c:v>
                </c:pt>
                <c:pt idx="13346">
                  <c:v>0.44533333333333336</c:v>
                </c:pt>
                <c:pt idx="13347">
                  <c:v>0.44533333333333336</c:v>
                </c:pt>
                <c:pt idx="13348">
                  <c:v>0.44533333333333336</c:v>
                </c:pt>
                <c:pt idx="13349">
                  <c:v>0.44533333333333336</c:v>
                </c:pt>
                <c:pt idx="13350">
                  <c:v>0.44533333333333336</c:v>
                </c:pt>
                <c:pt idx="13351">
                  <c:v>0.44533333333333336</c:v>
                </c:pt>
                <c:pt idx="13352">
                  <c:v>0.44548148148148148</c:v>
                </c:pt>
                <c:pt idx="13353">
                  <c:v>0.44548148148148148</c:v>
                </c:pt>
                <c:pt idx="13354">
                  <c:v>0.44548148148148148</c:v>
                </c:pt>
                <c:pt idx="13355">
                  <c:v>0.44548148148148148</c:v>
                </c:pt>
                <c:pt idx="13356">
                  <c:v>0.44562962962962965</c:v>
                </c:pt>
                <c:pt idx="13357">
                  <c:v>0.44562962962962965</c:v>
                </c:pt>
                <c:pt idx="13358">
                  <c:v>0.44562962962962965</c:v>
                </c:pt>
                <c:pt idx="13359">
                  <c:v>0.44562962962962965</c:v>
                </c:pt>
                <c:pt idx="13360">
                  <c:v>0.44562962962962965</c:v>
                </c:pt>
                <c:pt idx="13361">
                  <c:v>0.44577777777777777</c:v>
                </c:pt>
                <c:pt idx="13362">
                  <c:v>0.44577777777777777</c:v>
                </c:pt>
                <c:pt idx="13363">
                  <c:v>0.44592592592592595</c:v>
                </c:pt>
                <c:pt idx="13364">
                  <c:v>0.44607407407407407</c:v>
                </c:pt>
                <c:pt idx="13365">
                  <c:v>0.44607407407407407</c:v>
                </c:pt>
                <c:pt idx="13366">
                  <c:v>0.44607407407407407</c:v>
                </c:pt>
                <c:pt idx="13367">
                  <c:v>0.44607407407407407</c:v>
                </c:pt>
                <c:pt idx="13368">
                  <c:v>0.44607407407407407</c:v>
                </c:pt>
                <c:pt idx="13369">
                  <c:v>0.44622222222222224</c:v>
                </c:pt>
                <c:pt idx="13370">
                  <c:v>0.44637037037037036</c:v>
                </c:pt>
                <c:pt idx="13371">
                  <c:v>0.44637037037037036</c:v>
                </c:pt>
                <c:pt idx="13372">
                  <c:v>0.44637037037037036</c:v>
                </c:pt>
                <c:pt idx="13373">
                  <c:v>0.44637037037037036</c:v>
                </c:pt>
                <c:pt idx="13374">
                  <c:v>0.44637037037037036</c:v>
                </c:pt>
                <c:pt idx="13375">
                  <c:v>0.44651851851851854</c:v>
                </c:pt>
                <c:pt idx="13376">
                  <c:v>0.44651851851851854</c:v>
                </c:pt>
                <c:pt idx="13377">
                  <c:v>0.44651851851851854</c:v>
                </c:pt>
                <c:pt idx="13378">
                  <c:v>0.44651851851851854</c:v>
                </c:pt>
                <c:pt idx="13379">
                  <c:v>0.44651851851851854</c:v>
                </c:pt>
                <c:pt idx="13380">
                  <c:v>0.44651851851851854</c:v>
                </c:pt>
                <c:pt idx="13381">
                  <c:v>0.44666666666666666</c:v>
                </c:pt>
                <c:pt idx="13382">
                  <c:v>0.44666666666666666</c:v>
                </c:pt>
                <c:pt idx="13383">
                  <c:v>0.44666666666666666</c:v>
                </c:pt>
                <c:pt idx="13384">
                  <c:v>0.44666666666666666</c:v>
                </c:pt>
                <c:pt idx="13385">
                  <c:v>0.44666666666666666</c:v>
                </c:pt>
                <c:pt idx="13386">
                  <c:v>0.44666666666666666</c:v>
                </c:pt>
                <c:pt idx="13387">
                  <c:v>0.44666666666666666</c:v>
                </c:pt>
                <c:pt idx="13388">
                  <c:v>0.44666666666666666</c:v>
                </c:pt>
                <c:pt idx="13389">
                  <c:v>0.44666666666666666</c:v>
                </c:pt>
                <c:pt idx="13390">
                  <c:v>0.44666666666666666</c:v>
                </c:pt>
                <c:pt idx="13391">
                  <c:v>0.44666666666666666</c:v>
                </c:pt>
                <c:pt idx="13392">
                  <c:v>0.44666666666666666</c:v>
                </c:pt>
                <c:pt idx="13393">
                  <c:v>0.44681481481481483</c:v>
                </c:pt>
                <c:pt idx="13394">
                  <c:v>0.44681481481481483</c:v>
                </c:pt>
                <c:pt idx="13395">
                  <c:v>0.44696296296296295</c:v>
                </c:pt>
                <c:pt idx="13396">
                  <c:v>0.44696296296296295</c:v>
                </c:pt>
                <c:pt idx="13397">
                  <c:v>0.44696296296296295</c:v>
                </c:pt>
                <c:pt idx="13398">
                  <c:v>0.44696296296296295</c:v>
                </c:pt>
                <c:pt idx="13399">
                  <c:v>0.44711111111111113</c:v>
                </c:pt>
                <c:pt idx="13400">
                  <c:v>0.44711111111111113</c:v>
                </c:pt>
                <c:pt idx="13401">
                  <c:v>0.44711111111111113</c:v>
                </c:pt>
                <c:pt idx="13402">
                  <c:v>0.44711111111111113</c:v>
                </c:pt>
                <c:pt idx="13403">
                  <c:v>0.44725925925925925</c:v>
                </c:pt>
                <c:pt idx="13404">
                  <c:v>0.44725925925925925</c:v>
                </c:pt>
                <c:pt idx="13405">
                  <c:v>0.44740740740740742</c:v>
                </c:pt>
                <c:pt idx="13406">
                  <c:v>0.44740740740740742</c:v>
                </c:pt>
                <c:pt idx="13407">
                  <c:v>0.44740740740740742</c:v>
                </c:pt>
                <c:pt idx="13408">
                  <c:v>0.44755555555555554</c:v>
                </c:pt>
                <c:pt idx="13409">
                  <c:v>0.44755555555555554</c:v>
                </c:pt>
                <c:pt idx="13410">
                  <c:v>0.44755555555555554</c:v>
                </c:pt>
                <c:pt idx="13411">
                  <c:v>0.44755555555555554</c:v>
                </c:pt>
                <c:pt idx="13412">
                  <c:v>0.44755555555555554</c:v>
                </c:pt>
                <c:pt idx="13413">
                  <c:v>0.44755555555555554</c:v>
                </c:pt>
                <c:pt idx="13414">
                  <c:v>0.44755555555555554</c:v>
                </c:pt>
                <c:pt idx="13415">
                  <c:v>0.44755555555555554</c:v>
                </c:pt>
                <c:pt idx="13416">
                  <c:v>0.44755555555555554</c:v>
                </c:pt>
                <c:pt idx="13417">
                  <c:v>0.44770370370370371</c:v>
                </c:pt>
                <c:pt idx="13418">
                  <c:v>0.44770370370370371</c:v>
                </c:pt>
                <c:pt idx="13419">
                  <c:v>0.44785185185185183</c:v>
                </c:pt>
                <c:pt idx="13420">
                  <c:v>0.44785185185185183</c:v>
                </c:pt>
                <c:pt idx="13421">
                  <c:v>0.44785185185185183</c:v>
                </c:pt>
                <c:pt idx="13422">
                  <c:v>0.44785185185185183</c:v>
                </c:pt>
                <c:pt idx="13423">
                  <c:v>0.44785185185185183</c:v>
                </c:pt>
                <c:pt idx="13424">
                  <c:v>0.44800000000000001</c:v>
                </c:pt>
                <c:pt idx="13425">
                  <c:v>0.44800000000000001</c:v>
                </c:pt>
                <c:pt idx="13426">
                  <c:v>0.44800000000000001</c:v>
                </c:pt>
                <c:pt idx="13427">
                  <c:v>0.44800000000000001</c:v>
                </c:pt>
                <c:pt idx="13428">
                  <c:v>0.44800000000000001</c:v>
                </c:pt>
                <c:pt idx="13429">
                  <c:v>0.44800000000000001</c:v>
                </c:pt>
                <c:pt idx="13430">
                  <c:v>0.44800000000000001</c:v>
                </c:pt>
                <c:pt idx="13431">
                  <c:v>0.44800000000000001</c:v>
                </c:pt>
                <c:pt idx="13432">
                  <c:v>0.44814814814814813</c:v>
                </c:pt>
                <c:pt idx="13433">
                  <c:v>0.44814814814814813</c:v>
                </c:pt>
                <c:pt idx="13434">
                  <c:v>0.44814814814814813</c:v>
                </c:pt>
                <c:pt idx="13435">
                  <c:v>0.44814814814814813</c:v>
                </c:pt>
                <c:pt idx="13436">
                  <c:v>0.44814814814814813</c:v>
                </c:pt>
                <c:pt idx="13437">
                  <c:v>0.44814814814814813</c:v>
                </c:pt>
                <c:pt idx="13438">
                  <c:v>0.4482962962962963</c:v>
                </c:pt>
                <c:pt idx="13439">
                  <c:v>0.44844444444444442</c:v>
                </c:pt>
                <c:pt idx="13440">
                  <c:v>0.44844444444444442</c:v>
                </c:pt>
                <c:pt idx="13441">
                  <c:v>0.44844444444444442</c:v>
                </c:pt>
                <c:pt idx="13442">
                  <c:v>0.44844444444444442</c:v>
                </c:pt>
                <c:pt idx="13443">
                  <c:v>0.44844444444444442</c:v>
                </c:pt>
                <c:pt idx="13444">
                  <c:v>0.44844444444444442</c:v>
                </c:pt>
                <c:pt idx="13445">
                  <c:v>0.44844444444444442</c:v>
                </c:pt>
                <c:pt idx="13446">
                  <c:v>0.44844444444444442</c:v>
                </c:pt>
                <c:pt idx="13447">
                  <c:v>0.44844444444444442</c:v>
                </c:pt>
                <c:pt idx="13448">
                  <c:v>0.44844444444444442</c:v>
                </c:pt>
                <c:pt idx="13449">
                  <c:v>0.4485925925925926</c:v>
                </c:pt>
                <c:pt idx="13450">
                  <c:v>0.4485925925925926</c:v>
                </c:pt>
                <c:pt idx="13451">
                  <c:v>0.4485925925925926</c:v>
                </c:pt>
                <c:pt idx="13452">
                  <c:v>0.4485925925925926</c:v>
                </c:pt>
                <c:pt idx="13453">
                  <c:v>0.4485925925925926</c:v>
                </c:pt>
                <c:pt idx="13454">
                  <c:v>0.4485925925925926</c:v>
                </c:pt>
                <c:pt idx="13455">
                  <c:v>0.4485925925925926</c:v>
                </c:pt>
                <c:pt idx="13456">
                  <c:v>0.4485925925925926</c:v>
                </c:pt>
                <c:pt idx="13457">
                  <c:v>0.44874074074074072</c:v>
                </c:pt>
                <c:pt idx="13458">
                  <c:v>0.44874074074074072</c:v>
                </c:pt>
                <c:pt idx="13459">
                  <c:v>0.44874074074074072</c:v>
                </c:pt>
                <c:pt idx="13460">
                  <c:v>0.44888888888888889</c:v>
                </c:pt>
                <c:pt idx="13461">
                  <c:v>0.44888888888888889</c:v>
                </c:pt>
                <c:pt idx="13462">
                  <c:v>0.44888888888888889</c:v>
                </c:pt>
                <c:pt idx="13463">
                  <c:v>0.44903703703703701</c:v>
                </c:pt>
                <c:pt idx="13464">
                  <c:v>0.44903703703703701</c:v>
                </c:pt>
                <c:pt idx="13465">
                  <c:v>0.44903703703703701</c:v>
                </c:pt>
                <c:pt idx="13466">
                  <c:v>0.44918518518518519</c:v>
                </c:pt>
                <c:pt idx="13467">
                  <c:v>0.44918518518518519</c:v>
                </c:pt>
                <c:pt idx="13468">
                  <c:v>0.44918518518518519</c:v>
                </c:pt>
                <c:pt idx="13469">
                  <c:v>0.44918518518518519</c:v>
                </c:pt>
                <c:pt idx="13470">
                  <c:v>0.44933333333333331</c:v>
                </c:pt>
                <c:pt idx="13471">
                  <c:v>0.44948148148148148</c:v>
                </c:pt>
                <c:pt idx="13472">
                  <c:v>0.44948148148148148</c:v>
                </c:pt>
                <c:pt idx="13473">
                  <c:v>0.44948148148148148</c:v>
                </c:pt>
                <c:pt idx="13474">
                  <c:v>0.44948148148148148</c:v>
                </c:pt>
                <c:pt idx="13475">
                  <c:v>0.44948148148148148</c:v>
                </c:pt>
                <c:pt idx="13476">
                  <c:v>0.44948148148148148</c:v>
                </c:pt>
                <c:pt idx="13477">
                  <c:v>0.44962962962962966</c:v>
                </c:pt>
                <c:pt idx="13478">
                  <c:v>0.44977777777777778</c:v>
                </c:pt>
                <c:pt idx="13479">
                  <c:v>0.44977777777777778</c:v>
                </c:pt>
                <c:pt idx="13480">
                  <c:v>0.44977777777777778</c:v>
                </c:pt>
                <c:pt idx="13481">
                  <c:v>0.44977777777777778</c:v>
                </c:pt>
                <c:pt idx="13482">
                  <c:v>0.44977777777777778</c:v>
                </c:pt>
                <c:pt idx="13483">
                  <c:v>0.44992592592592595</c:v>
                </c:pt>
                <c:pt idx="13484">
                  <c:v>0.44992592592592595</c:v>
                </c:pt>
                <c:pt idx="13485">
                  <c:v>0.44992592592592595</c:v>
                </c:pt>
                <c:pt idx="13486">
                  <c:v>0.44992592592592595</c:v>
                </c:pt>
                <c:pt idx="13487">
                  <c:v>0.45007407407407407</c:v>
                </c:pt>
                <c:pt idx="13488">
                  <c:v>0.45007407407407407</c:v>
                </c:pt>
                <c:pt idx="13489">
                  <c:v>0.45007407407407407</c:v>
                </c:pt>
                <c:pt idx="13490">
                  <c:v>0.45007407407407407</c:v>
                </c:pt>
                <c:pt idx="13491">
                  <c:v>0.45022222222222225</c:v>
                </c:pt>
                <c:pt idx="13492">
                  <c:v>0.45037037037037037</c:v>
                </c:pt>
                <c:pt idx="13493">
                  <c:v>0.45037037037037037</c:v>
                </c:pt>
                <c:pt idx="13494">
                  <c:v>0.45037037037037037</c:v>
                </c:pt>
                <c:pt idx="13495">
                  <c:v>0.45051851851851854</c:v>
                </c:pt>
                <c:pt idx="13496">
                  <c:v>0.45051851851851854</c:v>
                </c:pt>
                <c:pt idx="13497">
                  <c:v>0.45066666666666666</c:v>
                </c:pt>
                <c:pt idx="13498">
                  <c:v>0.45066666666666666</c:v>
                </c:pt>
                <c:pt idx="13499">
                  <c:v>0.45066666666666666</c:v>
                </c:pt>
                <c:pt idx="13500">
                  <c:v>0.45066666666666666</c:v>
                </c:pt>
                <c:pt idx="13501">
                  <c:v>0.45081481481481483</c:v>
                </c:pt>
                <c:pt idx="13502">
                  <c:v>0.45081481481481483</c:v>
                </c:pt>
                <c:pt idx="13503">
                  <c:v>0.45081481481481483</c:v>
                </c:pt>
                <c:pt idx="13504">
                  <c:v>0.45081481481481483</c:v>
                </c:pt>
                <c:pt idx="13505">
                  <c:v>0.45081481481481483</c:v>
                </c:pt>
                <c:pt idx="13506">
                  <c:v>0.45081481481481483</c:v>
                </c:pt>
                <c:pt idx="13507">
                  <c:v>0.45096296296296295</c:v>
                </c:pt>
                <c:pt idx="13508">
                  <c:v>0.45111111111111113</c:v>
                </c:pt>
                <c:pt idx="13509">
                  <c:v>0.45125925925925925</c:v>
                </c:pt>
                <c:pt idx="13510">
                  <c:v>0.45125925925925925</c:v>
                </c:pt>
                <c:pt idx="13511">
                  <c:v>0.45140740740740742</c:v>
                </c:pt>
                <c:pt idx="13512">
                  <c:v>0.45140740740740742</c:v>
                </c:pt>
                <c:pt idx="13513">
                  <c:v>0.45140740740740742</c:v>
                </c:pt>
                <c:pt idx="13514">
                  <c:v>0.45140740740740742</c:v>
                </c:pt>
                <c:pt idx="13515">
                  <c:v>0.45140740740740742</c:v>
                </c:pt>
                <c:pt idx="13516">
                  <c:v>0.45140740740740742</c:v>
                </c:pt>
                <c:pt idx="13517">
                  <c:v>0.45140740740740742</c:v>
                </c:pt>
                <c:pt idx="13518">
                  <c:v>0.45140740740740742</c:v>
                </c:pt>
                <c:pt idx="13519">
                  <c:v>0.45155555555555554</c:v>
                </c:pt>
                <c:pt idx="13520">
                  <c:v>0.45170370370370372</c:v>
                </c:pt>
                <c:pt idx="13521">
                  <c:v>0.45185185185185184</c:v>
                </c:pt>
                <c:pt idx="13522">
                  <c:v>0.45200000000000001</c:v>
                </c:pt>
                <c:pt idx="13523">
                  <c:v>0.45200000000000001</c:v>
                </c:pt>
                <c:pt idx="13524">
                  <c:v>0.45200000000000001</c:v>
                </c:pt>
                <c:pt idx="13525">
                  <c:v>0.45200000000000001</c:v>
                </c:pt>
                <c:pt idx="13526">
                  <c:v>0.45200000000000001</c:v>
                </c:pt>
                <c:pt idx="13527">
                  <c:v>0.45214814814814813</c:v>
                </c:pt>
                <c:pt idx="13528">
                  <c:v>0.45229629629629631</c:v>
                </c:pt>
                <c:pt idx="13529">
                  <c:v>0.45229629629629631</c:v>
                </c:pt>
                <c:pt idx="13530">
                  <c:v>0.45244444444444443</c:v>
                </c:pt>
                <c:pt idx="13531">
                  <c:v>0.45244444444444443</c:v>
                </c:pt>
                <c:pt idx="13532">
                  <c:v>0.4525925925925926</c:v>
                </c:pt>
                <c:pt idx="13533">
                  <c:v>0.4525925925925926</c:v>
                </c:pt>
                <c:pt idx="13534">
                  <c:v>0.4525925925925926</c:v>
                </c:pt>
                <c:pt idx="13535">
                  <c:v>0.4525925925925926</c:v>
                </c:pt>
                <c:pt idx="13536">
                  <c:v>0.45274074074074072</c:v>
                </c:pt>
                <c:pt idx="13537">
                  <c:v>0.45274074074074072</c:v>
                </c:pt>
                <c:pt idx="13538">
                  <c:v>0.45274074074074072</c:v>
                </c:pt>
                <c:pt idx="13539">
                  <c:v>0.45274074074074072</c:v>
                </c:pt>
                <c:pt idx="13540">
                  <c:v>0.4528888888888889</c:v>
                </c:pt>
                <c:pt idx="13541">
                  <c:v>0.4528888888888889</c:v>
                </c:pt>
                <c:pt idx="13542">
                  <c:v>0.4528888888888889</c:v>
                </c:pt>
                <c:pt idx="13543">
                  <c:v>0.4528888888888889</c:v>
                </c:pt>
                <c:pt idx="13544">
                  <c:v>0.45303703703703702</c:v>
                </c:pt>
                <c:pt idx="13545">
                  <c:v>0.45303703703703702</c:v>
                </c:pt>
                <c:pt idx="13546">
                  <c:v>0.45303703703703702</c:v>
                </c:pt>
                <c:pt idx="13547">
                  <c:v>0.45303703703703702</c:v>
                </c:pt>
                <c:pt idx="13548">
                  <c:v>0.45303703703703702</c:v>
                </c:pt>
                <c:pt idx="13549">
                  <c:v>0.45303703703703702</c:v>
                </c:pt>
                <c:pt idx="13550">
                  <c:v>0.45303703703703702</c:v>
                </c:pt>
                <c:pt idx="13551">
                  <c:v>0.45303703703703702</c:v>
                </c:pt>
                <c:pt idx="13552">
                  <c:v>0.45303703703703702</c:v>
                </c:pt>
                <c:pt idx="13553">
                  <c:v>0.45303703703703702</c:v>
                </c:pt>
                <c:pt idx="13554">
                  <c:v>0.45303703703703702</c:v>
                </c:pt>
                <c:pt idx="13555">
                  <c:v>0.45303703703703702</c:v>
                </c:pt>
                <c:pt idx="13556">
                  <c:v>0.45318518518518519</c:v>
                </c:pt>
                <c:pt idx="13557">
                  <c:v>0.45318518518518519</c:v>
                </c:pt>
                <c:pt idx="13558">
                  <c:v>0.45333333333333331</c:v>
                </c:pt>
                <c:pt idx="13559">
                  <c:v>0.45333333333333331</c:v>
                </c:pt>
                <c:pt idx="13560">
                  <c:v>0.45333333333333331</c:v>
                </c:pt>
                <c:pt idx="13561">
                  <c:v>0.45333333333333331</c:v>
                </c:pt>
                <c:pt idx="13562">
                  <c:v>0.45333333333333331</c:v>
                </c:pt>
                <c:pt idx="13563">
                  <c:v>0.45348148148148149</c:v>
                </c:pt>
                <c:pt idx="13564">
                  <c:v>0.45348148148148149</c:v>
                </c:pt>
                <c:pt idx="13565">
                  <c:v>0.45348148148148149</c:v>
                </c:pt>
                <c:pt idx="13566">
                  <c:v>0.4536296296296296</c:v>
                </c:pt>
                <c:pt idx="13567">
                  <c:v>0.4536296296296296</c:v>
                </c:pt>
                <c:pt idx="13568">
                  <c:v>0.4536296296296296</c:v>
                </c:pt>
                <c:pt idx="13569">
                  <c:v>0.45377777777777778</c:v>
                </c:pt>
                <c:pt idx="13570">
                  <c:v>0.4539259259259259</c:v>
                </c:pt>
                <c:pt idx="13571">
                  <c:v>0.4539259259259259</c:v>
                </c:pt>
                <c:pt idx="13572">
                  <c:v>0.4539259259259259</c:v>
                </c:pt>
                <c:pt idx="13573">
                  <c:v>0.4539259259259259</c:v>
                </c:pt>
                <c:pt idx="13574">
                  <c:v>0.4539259259259259</c:v>
                </c:pt>
                <c:pt idx="13575">
                  <c:v>0.45407407407407407</c:v>
                </c:pt>
                <c:pt idx="13576">
                  <c:v>0.45407407407407407</c:v>
                </c:pt>
                <c:pt idx="13577">
                  <c:v>0.45407407407407407</c:v>
                </c:pt>
                <c:pt idx="13578">
                  <c:v>0.45407407407407407</c:v>
                </c:pt>
                <c:pt idx="13579">
                  <c:v>0.45422222222222225</c:v>
                </c:pt>
                <c:pt idx="13580">
                  <c:v>0.45437037037037037</c:v>
                </c:pt>
                <c:pt idx="13581">
                  <c:v>0.45437037037037037</c:v>
                </c:pt>
                <c:pt idx="13582">
                  <c:v>0.45451851851851854</c:v>
                </c:pt>
                <c:pt idx="13583">
                  <c:v>0.45451851851851854</c:v>
                </c:pt>
                <c:pt idx="13584">
                  <c:v>0.45451851851851854</c:v>
                </c:pt>
                <c:pt idx="13585">
                  <c:v>0.45451851851851854</c:v>
                </c:pt>
                <c:pt idx="13586">
                  <c:v>0.45451851851851854</c:v>
                </c:pt>
                <c:pt idx="13587">
                  <c:v>0.45451851851851854</c:v>
                </c:pt>
                <c:pt idx="13588">
                  <c:v>0.45466666666666666</c:v>
                </c:pt>
                <c:pt idx="13589">
                  <c:v>0.45481481481481484</c:v>
                </c:pt>
                <c:pt idx="13590">
                  <c:v>0.45481481481481484</c:v>
                </c:pt>
                <c:pt idx="13591">
                  <c:v>0.45481481481481484</c:v>
                </c:pt>
                <c:pt idx="13592">
                  <c:v>0.45481481481481484</c:v>
                </c:pt>
                <c:pt idx="13593">
                  <c:v>0.45481481481481484</c:v>
                </c:pt>
                <c:pt idx="13594">
                  <c:v>0.45496296296296296</c:v>
                </c:pt>
                <c:pt idx="13595">
                  <c:v>0.45496296296296296</c:v>
                </c:pt>
                <c:pt idx="13596">
                  <c:v>0.45511111111111113</c:v>
                </c:pt>
                <c:pt idx="13597">
                  <c:v>0.45511111111111113</c:v>
                </c:pt>
                <c:pt idx="13598">
                  <c:v>0.45511111111111113</c:v>
                </c:pt>
                <c:pt idx="13599">
                  <c:v>0.45525925925925925</c:v>
                </c:pt>
                <c:pt idx="13600">
                  <c:v>0.45525925925925925</c:v>
                </c:pt>
                <c:pt idx="13601">
                  <c:v>0.45525925925925925</c:v>
                </c:pt>
                <c:pt idx="13602">
                  <c:v>0.45540740740740743</c:v>
                </c:pt>
                <c:pt idx="13603">
                  <c:v>0.45540740740740743</c:v>
                </c:pt>
                <c:pt idx="13604">
                  <c:v>0.45540740740740743</c:v>
                </c:pt>
                <c:pt idx="13605">
                  <c:v>0.45555555555555555</c:v>
                </c:pt>
                <c:pt idx="13606">
                  <c:v>0.45555555555555555</c:v>
                </c:pt>
                <c:pt idx="13607">
                  <c:v>0.45570370370370372</c:v>
                </c:pt>
                <c:pt idx="13608">
                  <c:v>0.45585185185185184</c:v>
                </c:pt>
                <c:pt idx="13609">
                  <c:v>0.45585185185185184</c:v>
                </c:pt>
                <c:pt idx="13610">
                  <c:v>0.45585185185185184</c:v>
                </c:pt>
                <c:pt idx="13611">
                  <c:v>0.45585185185185184</c:v>
                </c:pt>
                <c:pt idx="13612">
                  <c:v>0.45585185185185184</c:v>
                </c:pt>
                <c:pt idx="13613">
                  <c:v>0.45585185185185184</c:v>
                </c:pt>
                <c:pt idx="13614">
                  <c:v>0.45600000000000002</c:v>
                </c:pt>
                <c:pt idx="13615">
                  <c:v>0.45614814814814814</c:v>
                </c:pt>
                <c:pt idx="13616">
                  <c:v>0.45629629629629631</c:v>
                </c:pt>
                <c:pt idx="13617">
                  <c:v>0.45644444444444443</c:v>
                </c:pt>
                <c:pt idx="13618">
                  <c:v>0.45659259259259261</c:v>
                </c:pt>
                <c:pt idx="13619">
                  <c:v>0.45674074074074072</c:v>
                </c:pt>
                <c:pt idx="13620">
                  <c:v>0.45674074074074072</c:v>
                </c:pt>
                <c:pt idx="13621">
                  <c:v>0.45674074074074072</c:v>
                </c:pt>
                <c:pt idx="13622">
                  <c:v>0.4568888888888889</c:v>
                </c:pt>
                <c:pt idx="13623">
                  <c:v>0.45703703703703702</c:v>
                </c:pt>
                <c:pt idx="13624">
                  <c:v>0.45703703703703702</c:v>
                </c:pt>
                <c:pt idx="13625">
                  <c:v>0.45718518518518519</c:v>
                </c:pt>
                <c:pt idx="13626">
                  <c:v>0.45733333333333331</c:v>
                </c:pt>
                <c:pt idx="13627">
                  <c:v>0.45748148148148149</c:v>
                </c:pt>
                <c:pt idx="13628">
                  <c:v>0.45748148148148149</c:v>
                </c:pt>
                <c:pt idx="13629">
                  <c:v>0.45748148148148149</c:v>
                </c:pt>
                <c:pt idx="13630">
                  <c:v>0.45748148148148149</c:v>
                </c:pt>
                <c:pt idx="13631">
                  <c:v>0.45748148148148149</c:v>
                </c:pt>
                <c:pt idx="13632">
                  <c:v>0.45748148148148149</c:v>
                </c:pt>
                <c:pt idx="13633">
                  <c:v>0.45748148148148149</c:v>
                </c:pt>
                <c:pt idx="13634">
                  <c:v>0.45748148148148149</c:v>
                </c:pt>
                <c:pt idx="13635">
                  <c:v>0.45762962962962961</c:v>
                </c:pt>
                <c:pt idx="13636">
                  <c:v>0.45762962962962961</c:v>
                </c:pt>
                <c:pt idx="13637">
                  <c:v>0.45777777777777778</c:v>
                </c:pt>
                <c:pt idx="13638">
                  <c:v>0.4579259259259259</c:v>
                </c:pt>
                <c:pt idx="13639">
                  <c:v>0.45807407407407408</c:v>
                </c:pt>
                <c:pt idx="13640">
                  <c:v>0.4582222222222222</c:v>
                </c:pt>
                <c:pt idx="13641">
                  <c:v>0.45837037037037037</c:v>
                </c:pt>
                <c:pt idx="13642">
                  <c:v>0.45837037037037037</c:v>
                </c:pt>
                <c:pt idx="13643">
                  <c:v>0.45837037037037037</c:v>
                </c:pt>
                <c:pt idx="13644">
                  <c:v>0.45837037037037037</c:v>
                </c:pt>
                <c:pt idx="13645">
                  <c:v>0.45837037037037037</c:v>
                </c:pt>
                <c:pt idx="13646">
                  <c:v>0.45851851851851849</c:v>
                </c:pt>
                <c:pt idx="13647">
                  <c:v>0.45851851851851849</c:v>
                </c:pt>
                <c:pt idx="13648">
                  <c:v>0.45851851851851849</c:v>
                </c:pt>
                <c:pt idx="13649">
                  <c:v>0.45866666666666667</c:v>
                </c:pt>
                <c:pt idx="13650">
                  <c:v>0.45866666666666667</c:v>
                </c:pt>
                <c:pt idx="13651">
                  <c:v>0.45866666666666667</c:v>
                </c:pt>
                <c:pt idx="13652">
                  <c:v>0.45866666666666667</c:v>
                </c:pt>
                <c:pt idx="13653">
                  <c:v>0.45866666666666667</c:v>
                </c:pt>
                <c:pt idx="13654">
                  <c:v>0.45881481481481484</c:v>
                </c:pt>
                <c:pt idx="13655">
                  <c:v>0.45881481481481484</c:v>
                </c:pt>
                <c:pt idx="13656">
                  <c:v>0.45896296296296296</c:v>
                </c:pt>
                <c:pt idx="13657">
                  <c:v>0.45911111111111114</c:v>
                </c:pt>
                <c:pt idx="13658">
                  <c:v>0.45911111111111114</c:v>
                </c:pt>
                <c:pt idx="13659">
                  <c:v>0.45911111111111114</c:v>
                </c:pt>
                <c:pt idx="13660">
                  <c:v>0.45911111111111114</c:v>
                </c:pt>
                <c:pt idx="13661">
                  <c:v>0.45911111111111114</c:v>
                </c:pt>
                <c:pt idx="13662">
                  <c:v>0.45911111111111114</c:v>
                </c:pt>
                <c:pt idx="13663">
                  <c:v>0.45911111111111114</c:v>
                </c:pt>
                <c:pt idx="13664">
                  <c:v>0.45911111111111114</c:v>
                </c:pt>
                <c:pt idx="13665">
                  <c:v>0.45911111111111114</c:v>
                </c:pt>
                <c:pt idx="13666">
                  <c:v>0.45925925925925926</c:v>
                </c:pt>
                <c:pt idx="13667">
                  <c:v>0.45925925925925926</c:v>
                </c:pt>
                <c:pt idx="13668">
                  <c:v>0.45925925925925926</c:v>
                </c:pt>
                <c:pt idx="13669">
                  <c:v>0.45925925925925926</c:v>
                </c:pt>
                <c:pt idx="13670">
                  <c:v>0.45925925925925926</c:v>
                </c:pt>
                <c:pt idx="13671">
                  <c:v>0.45940740740740743</c:v>
                </c:pt>
                <c:pt idx="13672">
                  <c:v>0.45940740740740743</c:v>
                </c:pt>
                <c:pt idx="13673">
                  <c:v>0.45940740740740743</c:v>
                </c:pt>
                <c:pt idx="13674">
                  <c:v>0.45940740740740743</c:v>
                </c:pt>
                <c:pt idx="13675">
                  <c:v>0.45955555555555555</c:v>
                </c:pt>
                <c:pt idx="13676">
                  <c:v>0.45955555555555555</c:v>
                </c:pt>
                <c:pt idx="13677">
                  <c:v>0.45955555555555555</c:v>
                </c:pt>
                <c:pt idx="13678">
                  <c:v>0.45955555555555555</c:v>
                </c:pt>
                <c:pt idx="13679">
                  <c:v>0.45955555555555555</c:v>
                </c:pt>
                <c:pt idx="13680">
                  <c:v>0.45955555555555555</c:v>
                </c:pt>
                <c:pt idx="13681">
                  <c:v>0.45955555555555555</c:v>
                </c:pt>
                <c:pt idx="13682">
                  <c:v>0.45955555555555555</c:v>
                </c:pt>
                <c:pt idx="13683">
                  <c:v>0.45955555555555555</c:v>
                </c:pt>
                <c:pt idx="13684">
                  <c:v>0.45955555555555555</c:v>
                </c:pt>
                <c:pt idx="13685">
                  <c:v>0.45955555555555555</c:v>
                </c:pt>
                <c:pt idx="13686">
                  <c:v>0.45970370370370373</c:v>
                </c:pt>
                <c:pt idx="13687">
                  <c:v>0.45970370370370373</c:v>
                </c:pt>
                <c:pt idx="13688">
                  <c:v>0.45970370370370373</c:v>
                </c:pt>
                <c:pt idx="13689">
                  <c:v>0.45970370370370373</c:v>
                </c:pt>
                <c:pt idx="13690">
                  <c:v>0.45970370370370373</c:v>
                </c:pt>
                <c:pt idx="13691">
                  <c:v>0.45970370370370373</c:v>
                </c:pt>
                <c:pt idx="13692">
                  <c:v>0.45970370370370373</c:v>
                </c:pt>
                <c:pt idx="13693">
                  <c:v>0.45970370370370373</c:v>
                </c:pt>
                <c:pt idx="13694">
                  <c:v>0.45970370370370373</c:v>
                </c:pt>
                <c:pt idx="13695">
                  <c:v>0.45985185185185184</c:v>
                </c:pt>
                <c:pt idx="13696">
                  <c:v>0.46</c:v>
                </c:pt>
                <c:pt idx="13697">
                  <c:v>0.46014814814814814</c:v>
                </c:pt>
                <c:pt idx="13698">
                  <c:v>0.46014814814814814</c:v>
                </c:pt>
                <c:pt idx="13699">
                  <c:v>0.46014814814814814</c:v>
                </c:pt>
                <c:pt idx="13700">
                  <c:v>0.46029629629629631</c:v>
                </c:pt>
                <c:pt idx="13701">
                  <c:v>0.46029629629629631</c:v>
                </c:pt>
                <c:pt idx="13702">
                  <c:v>0.46044444444444443</c:v>
                </c:pt>
                <c:pt idx="13703">
                  <c:v>0.46059259259259261</c:v>
                </c:pt>
                <c:pt idx="13704">
                  <c:v>0.46059259259259261</c:v>
                </c:pt>
                <c:pt idx="13705">
                  <c:v>0.46059259259259261</c:v>
                </c:pt>
                <c:pt idx="13706">
                  <c:v>0.46074074074074073</c:v>
                </c:pt>
                <c:pt idx="13707">
                  <c:v>0.4608888888888889</c:v>
                </c:pt>
                <c:pt idx="13708">
                  <c:v>0.4608888888888889</c:v>
                </c:pt>
                <c:pt idx="13709">
                  <c:v>0.4608888888888889</c:v>
                </c:pt>
                <c:pt idx="13710">
                  <c:v>0.4608888888888889</c:v>
                </c:pt>
                <c:pt idx="13711">
                  <c:v>0.4608888888888889</c:v>
                </c:pt>
                <c:pt idx="13712">
                  <c:v>0.46103703703703702</c:v>
                </c:pt>
                <c:pt idx="13713">
                  <c:v>0.46103703703703702</c:v>
                </c:pt>
                <c:pt idx="13714">
                  <c:v>0.4611851851851852</c:v>
                </c:pt>
                <c:pt idx="13715">
                  <c:v>0.4611851851851852</c:v>
                </c:pt>
                <c:pt idx="13716">
                  <c:v>0.4611851851851852</c:v>
                </c:pt>
                <c:pt idx="13717">
                  <c:v>0.4611851851851852</c:v>
                </c:pt>
                <c:pt idx="13718">
                  <c:v>0.46133333333333332</c:v>
                </c:pt>
                <c:pt idx="13719">
                  <c:v>0.46133333333333332</c:v>
                </c:pt>
                <c:pt idx="13720">
                  <c:v>0.46148148148148149</c:v>
                </c:pt>
                <c:pt idx="13721">
                  <c:v>0.46148148148148149</c:v>
                </c:pt>
                <c:pt idx="13722">
                  <c:v>0.46148148148148149</c:v>
                </c:pt>
                <c:pt idx="13723">
                  <c:v>0.46148148148148149</c:v>
                </c:pt>
                <c:pt idx="13724">
                  <c:v>0.46148148148148149</c:v>
                </c:pt>
                <c:pt idx="13725">
                  <c:v>0.46148148148148149</c:v>
                </c:pt>
                <c:pt idx="13726">
                  <c:v>0.46148148148148149</c:v>
                </c:pt>
                <c:pt idx="13727">
                  <c:v>0.46148148148148149</c:v>
                </c:pt>
                <c:pt idx="13728">
                  <c:v>0.46148148148148149</c:v>
                </c:pt>
                <c:pt idx="13729">
                  <c:v>0.46148148148148149</c:v>
                </c:pt>
                <c:pt idx="13730">
                  <c:v>0.46148148148148149</c:v>
                </c:pt>
                <c:pt idx="13731">
                  <c:v>0.46162962962962961</c:v>
                </c:pt>
                <c:pt idx="13732">
                  <c:v>0.46162962962962961</c:v>
                </c:pt>
                <c:pt idx="13733">
                  <c:v>0.46162962962962961</c:v>
                </c:pt>
                <c:pt idx="13734">
                  <c:v>0.46162962962962961</c:v>
                </c:pt>
                <c:pt idx="13735">
                  <c:v>0.46162962962962961</c:v>
                </c:pt>
                <c:pt idx="13736">
                  <c:v>0.46177777777777779</c:v>
                </c:pt>
                <c:pt idx="13737">
                  <c:v>0.46177777777777779</c:v>
                </c:pt>
                <c:pt idx="13738">
                  <c:v>0.46177777777777779</c:v>
                </c:pt>
                <c:pt idx="13739">
                  <c:v>0.46177777777777779</c:v>
                </c:pt>
                <c:pt idx="13740">
                  <c:v>0.46192592592592591</c:v>
                </c:pt>
                <c:pt idx="13741">
                  <c:v>0.46192592592592591</c:v>
                </c:pt>
                <c:pt idx="13742">
                  <c:v>0.46192592592592591</c:v>
                </c:pt>
                <c:pt idx="13743">
                  <c:v>0.46192592592592591</c:v>
                </c:pt>
                <c:pt idx="13744">
                  <c:v>0.46192592592592591</c:v>
                </c:pt>
                <c:pt idx="13745">
                  <c:v>0.46207407407407408</c:v>
                </c:pt>
                <c:pt idx="13746">
                  <c:v>0.46207407407407408</c:v>
                </c:pt>
                <c:pt idx="13747">
                  <c:v>0.4622222222222222</c:v>
                </c:pt>
                <c:pt idx="13748">
                  <c:v>0.4622222222222222</c:v>
                </c:pt>
                <c:pt idx="13749">
                  <c:v>0.46237037037037038</c:v>
                </c:pt>
                <c:pt idx="13750">
                  <c:v>0.46237037037037038</c:v>
                </c:pt>
                <c:pt idx="13751">
                  <c:v>0.46237037037037038</c:v>
                </c:pt>
                <c:pt idx="13752">
                  <c:v>0.4625185185185185</c:v>
                </c:pt>
                <c:pt idx="13753">
                  <c:v>0.46266666666666667</c:v>
                </c:pt>
                <c:pt idx="13754">
                  <c:v>0.46266666666666667</c:v>
                </c:pt>
                <c:pt idx="13755">
                  <c:v>0.46266666666666667</c:v>
                </c:pt>
                <c:pt idx="13756">
                  <c:v>0.46281481481481479</c:v>
                </c:pt>
                <c:pt idx="13757">
                  <c:v>0.46281481481481479</c:v>
                </c:pt>
                <c:pt idx="13758">
                  <c:v>0.46281481481481479</c:v>
                </c:pt>
                <c:pt idx="13759">
                  <c:v>0.46281481481481479</c:v>
                </c:pt>
                <c:pt idx="13760">
                  <c:v>0.46281481481481479</c:v>
                </c:pt>
                <c:pt idx="13761">
                  <c:v>0.46281481481481479</c:v>
                </c:pt>
                <c:pt idx="13762">
                  <c:v>0.46296296296296297</c:v>
                </c:pt>
                <c:pt idx="13763">
                  <c:v>0.46296296296296297</c:v>
                </c:pt>
                <c:pt idx="13764">
                  <c:v>0.46296296296296297</c:v>
                </c:pt>
                <c:pt idx="13765">
                  <c:v>0.46296296296296297</c:v>
                </c:pt>
                <c:pt idx="13766">
                  <c:v>0.46296296296296297</c:v>
                </c:pt>
                <c:pt idx="13767">
                  <c:v>0.46311111111111108</c:v>
                </c:pt>
                <c:pt idx="13768">
                  <c:v>0.46311111111111108</c:v>
                </c:pt>
                <c:pt idx="13769">
                  <c:v>0.46311111111111108</c:v>
                </c:pt>
                <c:pt idx="13770">
                  <c:v>0.46311111111111108</c:v>
                </c:pt>
                <c:pt idx="13771">
                  <c:v>0.46311111111111108</c:v>
                </c:pt>
                <c:pt idx="13772">
                  <c:v>0.46311111111111108</c:v>
                </c:pt>
                <c:pt idx="13773">
                  <c:v>0.46311111111111108</c:v>
                </c:pt>
                <c:pt idx="13774">
                  <c:v>0.46311111111111108</c:v>
                </c:pt>
                <c:pt idx="13775">
                  <c:v>0.46311111111111108</c:v>
                </c:pt>
                <c:pt idx="13776">
                  <c:v>0.46311111111111108</c:v>
                </c:pt>
                <c:pt idx="13777">
                  <c:v>0.46311111111111108</c:v>
                </c:pt>
                <c:pt idx="13778">
                  <c:v>0.46311111111111108</c:v>
                </c:pt>
                <c:pt idx="13779">
                  <c:v>0.46311111111111108</c:v>
                </c:pt>
                <c:pt idx="13780">
                  <c:v>0.46325925925925926</c:v>
                </c:pt>
                <c:pt idx="13781">
                  <c:v>0.46325925925925926</c:v>
                </c:pt>
                <c:pt idx="13782">
                  <c:v>0.46340740740740743</c:v>
                </c:pt>
                <c:pt idx="13783">
                  <c:v>0.46355555555555555</c:v>
                </c:pt>
                <c:pt idx="13784">
                  <c:v>0.46355555555555555</c:v>
                </c:pt>
                <c:pt idx="13785">
                  <c:v>0.46355555555555555</c:v>
                </c:pt>
                <c:pt idx="13786">
                  <c:v>0.46355555555555555</c:v>
                </c:pt>
                <c:pt idx="13787">
                  <c:v>0.46355555555555555</c:v>
                </c:pt>
                <c:pt idx="13788">
                  <c:v>0.46370370370370373</c:v>
                </c:pt>
                <c:pt idx="13789">
                  <c:v>0.46370370370370373</c:v>
                </c:pt>
                <c:pt idx="13790">
                  <c:v>0.46385185185185185</c:v>
                </c:pt>
                <c:pt idx="13791">
                  <c:v>0.46385185185185185</c:v>
                </c:pt>
                <c:pt idx="13792">
                  <c:v>0.46400000000000002</c:v>
                </c:pt>
                <c:pt idx="13793">
                  <c:v>0.46400000000000002</c:v>
                </c:pt>
                <c:pt idx="13794">
                  <c:v>0.46414814814814814</c:v>
                </c:pt>
                <c:pt idx="13795">
                  <c:v>0.46414814814814814</c:v>
                </c:pt>
                <c:pt idx="13796">
                  <c:v>0.46414814814814814</c:v>
                </c:pt>
                <c:pt idx="13797">
                  <c:v>0.46429629629629632</c:v>
                </c:pt>
                <c:pt idx="13798">
                  <c:v>0.46429629629629632</c:v>
                </c:pt>
                <c:pt idx="13799">
                  <c:v>0.46429629629629632</c:v>
                </c:pt>
                <c:pt idx="13800">
                  <c:v>0.46429629629629632</c:v>
                </c:pt>
                <c:pt idx="13801">
                  <c:v>0.46444444444444444</c:v>
                </c:pt>
                <c:pt idx="13802">
                  <c:v>0.46444444444444444</c:v>
                </c:pt>
                <c:pt idx="13803">
                  <c:v>0.46444444444444444</c:v>
                </c:pt>
                <c:pt idx="13804">
                  <c:v>0.46459259259259261</c:v>
                </c:pt>
                <c:pt idx="13805">
                  <c:v>0.46459259259259261</c:v>
                </c:pt>
                <c:pt idx="13806">
                  <c:v>0.46459259259259261</c:v>
                </c:pt>
                <c:pt idx="13807">
                  <c:v>0.46474074074074073</c:v>
                </c:pt>
                <c:pt idx="13808">
                  <c:v>0.46474074074074073</c:v>
                </c:pt>
                <c:pt idx="13809">
                  <c:v>0.46474074074074073</c:v>
                </c:pt>
                <c:pt idx="13810">
                  <c:v>0.46474074074074073</c:v>
                </c:pt>
                <c:pt idx="13811">
                  <c:v>0.46474074074074073</c:v>
                </c:pt>
                <c:pt idx="13812">
                  <c:v>0.46488888888888891</c:v>
                </c:pt>
                <c:pt idx="13813">
                  <c:v>0.46503703703703703</c:v>
                </c:pt>
                <c:pt idx="13814">
                  <c:v>0.46503703703703703</c:v>
                </c:pt>
                <c:pt idx="13815">
                  <c:v>0.46503703703703703</c:v>
                </c:pt>
                <c:pt idx="13816">
                  <c:v>0.4651851851851852</c:v>
                </c:pt>
                <c:pt idx="13817">
                  <c:v>0.4651851851851852</c:v>
                </c:pt>
                <c:pt idx="13818">
                  <c:v>0.4651851851851852</c:v>
                </c:pt>
                <c:pt idx="13819">
                  <c:v>0.4651851851851852</c:v>
                </c:pt>
                <c:pt idx="13820">
                  <c:v>0.4651851851851852</c:v>
                </c:pt>
                <c:pt idx="13821">
                  <c:v>0.4651851851851852</c:v>
                </c:pt>
                <c:pt idx="13822">
                  <c:v>0.4651851851851852</c:v>
                </c:pt>
                <c:pt idx="13823">
                  <c:v>0.4651851851851852</c:v>
                </c:pt>
                <c:pt idx="13824">
                  <c:v>0.46533333333333332</c:v>
                </c:pt>
                <c:pt idx="13825">
                  <c:v>0.46533333333333332</c:v>
                </c:pt>
                <c:pt idx="13826">
                  <c:v>0.46533333333333332</c:v>
                </c:pt>
                <c:pt idx="13827">
                  <c:v>0.46533333333333332</c:v>
                </c:pt>
                <c:pt idx="13828">
                  <c:v>0.46533333333333332</c:v>
                </c:pt>
                <c:pt idx="13829">
                  <c:v>0.46533333333333332</c:v>
                </c:pt>
                <c:pt idx="13830">
                  <c:v>0.46533333333333332</c:v>
                </c:pt>
                <c:pt idx="13831">
                  <c:v>0.46533333333333332</c:v>
                </c:pt>
                <c:pt idx="13832">
                  <c:v>0.46533333333333332</c:v>
                </c:pt>
                <c:pt idx="13833">
                  <c:v>0.46533333333333332</c:v>
                </c:pt>
                <c:pt idx="13834">
                  <c:v>0.46533333333333332</c:v>
                </c:pt>
                <c:pt idx="13835">
                  <c:v>0.46533333333333332</c:v>
                </c:pt>
                <c:pt idx="13836">
                  <c:v>0.46533333333333332</c:v>
                </c:pt>
                <c:pt idx="13837">
                  <c:v>0.46533333333333332</c:v>
                </c:pt>
                <c:pt idx="13838">
                  <c:v>0.4654814814814815</c:v>
                </c:pt>
                <c:pt idx="13839">
                  <c:v>0.4654814814814815</c:v>
                </c:pt>
                <c:pt idx="13840">
                  <c:v>0.4654814814814815</c:v>
                </c:pt>
                <c:pt idx="13841">
                  <c:v>0.46562962962962962</c:v>
                </c:pt>
                <c:pt idx="13842">
                  <c:v>0.46562962962962962</c:v>
                </c:pt>
                <c:pt idx="13843">
                  <c:v>0.46562962962962962</c:v>
                </c:pt>
                <c:pt idx="13844">
                  <c:v>0.46562962962962962</c:v>
                </c:pt>
                <c:pt idx="13845">
                  <c:v>0.46562962962962962</c:v>
                </c:pt>
                <c:pt idx="13846">
                  <c:v>0.46577777777777779</c:v>
                </c:pt>
                <c:pt idx="13847">
                  <c:v>0.46577777777777779</c:v>
                </c:pt>
                <c:pt idx="13848">
                  <c:v>0.46577777777777779</c:v>
                </c:pt>
                <c:pt idx="13849">
                  <c:v>0.46577777777777779</c:v>
                </c:pt>
                <c:pt idx="13850">
                  <c:v>0.46577777777777779</c:v>
                </c:pt>
                <c:pt idx="13851">
                  <c:v>0.46577777777777779</c:v>
                </c:pt>
                <c:pt idx="13852">
                  <c:v>0.46577777777777779</c:v>
                </c:pt>
                <c:pt idx="13853">
                  <c:v>0.46577777777777779</c:v>
                </c:pt>
                <c:pt idx="13854">
                  <c:v>0.46577777777777779</c:v>
                </c:pt>
                <c:pt idx="13855">
                  <c:v>0.46577777777777779</c:v>
                </c:pt>
                <c:pt idx="13856">
                  <c:v>0.46592592592592591</c:v>
                </c:pt>
                <c:pt idx="13857">
                  <c:v>0.46592592592592591</c:v>
                </c:pt>
                <c:pt idx="13858">
                  <c:v>0.46592592592592591</c:v>
                </c:pt>
                <c:pt idx="13859">
                  <c:v>0.46592592592592591</c:v>
                </c:pt>
                <c:pt idx="13860">
                  <c:v>0.46607407407407409</c:v>
                </c:pt>
                <c:pt idx="13861">
                  <c:v>0.46607407407407409</c:v>
                </c:pt>
                <c:pt idx="13862">
                  <c:v>0.46607407407407409</c:v>
                </c:pt>
                <c:pt idx="13863">
                  <c:v>0.4662222222222222</c:v>
                </c:pt>
                <c:pt idx="13864">
                  <c:v>0.46637037037037038</c:v>
                </c:pt>
                <c:pt idx="13865">
                  <c:v>0.46637037037037038</c:v>
                </c:pt>
                <c:pt idx="13866">
                  <c:v>0.46637037037037038</c:v>
                </c:pt>
                <c:pt idx="13867">
                  <c:v>0.46637037037037038</c:v>
                </c:pt>
                <c:pt idx="13868">
                  <c:v>0.46637037037037038</c:v>
                </c:pt>
                <c:pt idx="13869">
                  <c:v>0.4665185185185185</c:v>
                </c:pt>
                <c:pt idx="13870">
                  <c:v>0.4665185185185185</c:v>
                </c:pt>
                <c:pt idx="13871">
                  <c:v>0.4665185185185185</c:v>
                </c:pt>
                <c:pt idx="13872">
                  <c:v>0.4665185185185185</c:v>
                </c:pt>
                <c:pt idx="13873">
                  <c:v>0.4665185185185185</c:v>
                </c:pt>
                <c:pt idx="13874">
                  <c:v>0.4665185185185185</c:v>
                </c:pt>
                <c:pt idx="13875">
                  <c:v>0.4665185185185185</c:v>
                </c:pt>
                <c:pt idx="13876">
                  <c:v>0.4665185185185185</c:v>
                </c:pt>
                <c:pt idx="13877">
                  <c:v>0.4665185185185185</c:v>
                </c:pt>
                <c:pt idx="13878">
                  <c:v>0.46666666666666667</c:v>
                </c:pt>
                <c:pt idx="13879">
                  <c:v>0.46666666666666667</c:v>
                </c:pt>
                <c:pt idx="13880">
                  <c:v>0.46666666666666667</c:v>
                </c:pt>
                <c:pt idx="13881">
                  <c:v>0.46666666666666667</c:v>
                </c:pt>
                <c:pt idx="13882">
                  <c:v>0.46666666666666667</c:v>
                </c:pt>
                <c:pt idx="13883">
                  <c:v>0.46666666666666667</c:v>
                </c:pt>
                <c:pt idx="13884">
                  <c:v>0.46681481481481479</c:v>
                </c:pt>
                <c:pt idx="13885">
                  <c:v>0.46696296296296297</c:v>
                </c:pt>
                <c:pt idx="13886">
                  <c:v>0.46711111111111109</c:v>
                </c:pt>
                <c:pt idx="13887">
                  <c:v>0.46725925925925926</c:v>
                </c:pt>
                <c:pt idx="13888">
                  <c:v>0.46725925925925926</c:v>
                </c:pt>
                <c:pt idx="13889">
                  <c:v>0.46740740740740738</c:v>
                </c:pt>
                <c:pt idx="13890">
                  <c:v>0.46740740740740738</c:v>
                </c:pt>
                <c:pt idx="13891">
                  <c:v>0.46740740740740738</c:v>
                </c:pt>
                <c:pt idx="13892">
                  <c:v>0.46740740740740738</c:v>
                </c:pt>
                <c:pt idx="13893">
                  <c:v>0.46740740740740738</c:v>
                </c:pt>
                <c:pt idx="13894">
                  <c:v>0.46740740740740738</c:v>
                </c:pt>
                <c:pt idx="13895">
                  <c:v>0.46755555555555556</c:v>
                </c:pt>
                <c:pt idx="13896">
                  <c:v>0.46755555555555556</c:v>
                </c:pt>
                <c:pt idx="13897">
                  <c:v>0.46755555555555556</c:v>
                </c:pt>
                <c:pt idx="13898">
                  <c:v>0.46770370370370368</c:v>
                </c:pt>
                <c:pt idx="13899">
                  <c:v>0.46770370370370368</c:v>
                </c:pt>
                <c:pt idx="13900">
                  <c:v>0.46770370370370368</c:v>
                </c:pt>
                <c:pt idx="13901">
                  <c:v>0.46770370370370368</c:v>
                </c:pt>
                <c:pt idx="13902">
                  <c:v>0.46770370370370368</c:v>
                </c:pt>
                <c:pt idx="13903">
                  <c:v>0.46770370370370368</c:v>
                </c:pt>
                <c:pt idx="13904">
                  <c:v>0.46785185185185185</c:v>
                </c:pt>
                <c:pt idx="13905">
                  <c:v>0.46785185185185185</c:v>
                </c:pt>
                <c:pt idx="13906">
                  <c:v>0.46785185185185185</c:v>
                </c:pt>
                <c:pt idx="13907">
                  <c:v>0.46785185185185185</c:v>
                </c:pt>
                <c:pt idx="13908">
                  <c:v>0.46785185185185185</c:v>
                </c:pt>
                <c:pt idx="13909">
                  <c:v>0.46785185185185185</c:v>
                </c:pt>
                <c:pt idx="13910">
                  <c:v>0.46785185185185185</c:v>
                </c:pt>
                <c:pt idx="13911">
                  <c:v>0.46785185185185185</c:v>
                </c:pt>
                <c:pt idx="13912">
                  <c:v>0.46785185185185185</c:v>
                </c:pt>
                <c:pt idx="13913">
                  <c:v>0.46785185185185185</c:v>
                </c:pt>
                <c:pt idx="13914">
                  <c:v>0.46800000000000003</c:v>
                </c:pt>
                <c:pt idx="13915">
                  <c:v>0.46800000000000003</c:v>
                </c:pt>
                <c:pt idx="13916">
                  <c:v>0.46800000000000003</c:v>
                </c:pt>
                <c:pt idx="13917">
                  <c:v>0.46800000000000003</c:v>
                </c:pt>
                <c:pt idx="13918">
                  <c:v>0.46800000000000003</c:v>
                </c:pt>
                <c:pt idx="13919">
                  <c:v>0.46800000000000003</c:v>
                </c:pt>
                <c:pt idx="13920">
                  <c:v>0.46800000000000003</c:v>
                </c:pt>
                <c:pt idx="13921">
                  <c:v>0.46800000000000003</c:v>
                </c:pt>
                <c:pt idx="13922">
                  <c:v>0.46814814814814815</c:v>
                </c:pt>
                <c:pt idx="13923">
                  <c:v>0.46829629629629632</c:v>
                </c:pt>
                <c:pt idx="13924">
                  <c:v>0.46829629629629632</c:v>
                </c:pt>
                <c:pt idx="13925">
                  <c:v>0.46829629629629632</c:v>
                </c:pt>
                <c:pt idx="13926">
                  <c:v>0.46829629629629632</c:v>
                </c:pt>
                <c:pt idx="13927">
                  <c:v>0.46829629629629632</c:v>
                </c:pt>
                <c:pt idx="13928">
                  <c:v>0.46829629629629632</c:v>
                </c:pt>
                <c:pt idx="13929">
                  <c:v>0.46829629629629632</c:v>
                </c:pt>
                <c:pt idx="13930">
                  <c:v>0.46829629629629632</c:v>
                </c:pt>
                <c:pt idx="13931">
                  <c:v>0.46829629629629632</c:v>
                </c:pt>
                <c:pt idx="13932">
                  <c:v>0.46844444444444444</c:v>
                </c:pt>
                <c:pt idx="13933">
                  <c:v>0.46859259259259262</c:v>
                </c:pt>
                <c:pt idx="13934">
                  <c:v>0.46859259259259262</c:v>
                </c:pt>
                <c:pt idx="13935">
                  <c:v>0.46859259259259262</c:v>
                </c:pt>
                <c:pt idx="13936">
                  <c:v>0.46859259259259262</c:v>
                </c:pt>
                <c:pt idx="13937">
                  <c:v>0.46859259259259262</c:v>
                </c:pt>
                <c:pt idx="13938">
                  <c:v>0.46874074074074074</c:v>
                </c:pt>
                <c:pt idx="13939">
                  <c:v>0.46874074074074074</c:v>
                </c:pt>
                <c:pt idx="13940">
                  <c:v>0.46874074074074074</c:v>
                </c:pt>
                <c:pt idx="13941">
                  <c:v>0.46874074074074074</c:v>
                </c:pt>
                <c:pt idx="13942">
                  <c:v>0.46874074074074074</c:v>
                </c:pt>
                <c:pt idx="13943">
                  <c:v>0.46874074074074074</c:v>
                </c:pt>
                <c:pt idx="13944">
                  <c:v>0.46874074074074074</c:v>
                </c:pt>
                <c:pt idx="13945">
                  <c:v>0.46874074074074074</c:v>
                </c:pt>
                <c:pt idx="13946">
                  <c:v>0.46874074074074074</c:v>
                </c:pt>
                <c:pt idx="13947">
                  <c:v>0.46874074074074074</c:v>
                </c:pt>
                <c:pt idx="13948">
                  <c:v>0.46888888888888891</c:v>
                </c:pt>
                <c:pt idx="13949">
                  <c:v>0.46888888888888891</c:v>
                </c:pt>
                <c:pt idx="13950">
                  <c:v>0.46888888888888891</c:v>
                </c:pt>
                <c:pt idx="13951">
                  <c:v>0.46888888888888891</c:v>
                </c:pt>
                <c:pt idx="13952">
                  <c:v>0.46903703703703703</c:v>
                </c:pt>
                <c:pt idx="13953">
                  <c:v>0.46918518518518521</c:v>
                </c:pt>
                <c:pt idx="13954">
                  <c:v>0.46933333333333332</c:v>
                </c:pt>
                <c:pt idx="13955">
                  <c:v>0.46933333333333332</c:v>
                </c:pt>
                <c:pt idx="13956">
                  <c:v>0.4694814814814815</c:v>
                </c:pt>
                <c:pt idx="13957">
                  <c:v>0.4694814814814815</c:v>
                </c:pt>
                <c:pt idx="13958">
                  <c:v>0.46962962962962962</c:v>
                </c:pt>
                <c:pt idx="13959">
                  <c:v>0.46962962962962962</c:v>
                </c:pt>
                <c:pt idx="13960">
                  <c:v>0.46962962962962962</c:v>
                </c:pt>
                <c:pt idx="13961">
                  <c:v>0.46962962962962962</c:v>
                </c:pt>
                <c:pt idx="13962">
                  <c:v>0.46977777777777779</c:v>
                </c:pt>
                <c:pt idx="13963">
                  <c:v>0.46977777777777779</c:v>
                </c:pt>
                <c:pt idx="13964">
                  <c:v>0.46977777777777779</c:v>
                </c:pt>
                <c:pt idx="13965">
                  <c:v>0.46992592592592591</c:v>
                </c:pt>
                <c:pt idx="13966">
                  <c:v>0.46992592592592591</c:v>
                </c:pt>
                <c:pt idx="13967">
                  <c:v>0.47007407407407409</c:v>
                </c:pt>
                <c:pt idx="13968">
                  <c:v>0.47022222222222221</c:v>
                </c:pt>
                <c:pt idx="13969">
                  <c:v>0.47022222222222221</c:v>
                </c:pt>
                <c:pt idx="13970">
                  <c:v>0.47022222222222221</c:v>
                </c:pt>
                <c:pt idx="13971">
                  <c:v>0.47022222222222221</c:v>
                </c:pt>
                <c:pt idx="13972">
                  <c:v>0.47022222222222221</c:v>
                </c:pt>
                <c:pt idx="13973">
                  <c:v>0.47022222222222221</c:v>
                </c:pt>
                <c:pt idx="13974">
                  <c:v>0.47022222222222221</c:v>
                </c:pt>
                <c:pt idx="13975">
                  <c:v>0.47022222222222221</c:v>
                </c:pt>
                <c:pt idx="13976">
                  <c:v>0.47022222222222221</c:v>
                </c:pt>
                <c:pt idx="13977">
                  <c:v>0.47022222222222221</c:v>
                </c:pt>
                <c:pt idx="13978">
                  <c:v>0.47037037037037038</c:v>
                </c:pt>
                <c:pt idx="13979">
                  <c:v>0.47037037037037038</c:v>
                </c:pt>
                <c:pt idx="13980">
                  <c:v>0.4705185185185185</c:v>
                </c:pt>
                <c:pt idx="13981">
                  <c:v>0.4705185185185185</c:v>
                </c:pt>
                <c:pt idx="13982">
                  <c:v>0.47066666666666668</c:v>
                </c:pt>
                <c:pt idx="13983">
                  <c:v>0.47066666666666668</c:v>
                </c:pt>
                <c:pt idx="13984">
                  <c:v>0.47066666666666668</c:v>
                </c:pt>
                <c:pt idx="13985">
                  <c:v>0.4708148148148148</c:v>
                </c:pt>
                <c:pt idx="13986">
                  <c:v>0.4708148148148148</c:v>
                </c:pt>
                <c:pt idx="13987">
                  <c:v>0.4708148148148148</c:v>
                </c:pt>
                <c:pt idx="13988">
                  <c:v>0.47096296296296297</c:v>
                </c:pt>
                <c:pt idx="13989">
                  <c:v>0.47096296296296297</c:v>
                </c:pt>
                <c:pt idx="13990">
                  <c:v>0.47096296296296297</c:v>
                </c:pt>
                <c:pt idx="13991">
                  <c:v>0.47096296296296297</c:v>
                </c:pt>
                <c:pt idx="13992">
                  <c:v>0.47096296296296297</c:v>
                </c:pt>
                <c:pt idx="13993">
                  <c:v>0.47096296296296297</c:v>
                </c:pt>
                <c:pt idx="13994">
                  <c:v>0.47096296296296297</c:v>
                </c:pt>
                <c:pt idx="13995">
                  <c:v>0.47096296296296297</c:v>
                </c:pt>
                <c:pt idx="13996">
                  <c:v>0.47096296296296297</c:v>
                </c:pt>
                <c:pt idx="13997">
                  <c:v>0.47111111111111109</c:v>
                </c:pt>
                <c:pt idx="13998">
                  <c:v>0.47125925925925927</c:v>
                </c:pt>
                <c:pt idx="13999">
                  <c:v>0.47125925925925927</c:v>
                </c:pt>
                <c:pt idx="14000">
                  <c:v>0.47125925925925927</c:v>
                </c:pt>
                <c:pt idx="14001">
                  <c:v>0.47125925925925927</c:v>
                </c:pt>
                <c:pt idx="14002">
                  <c:v>0.47125925925925927</c:v>
                </c:pt>
                <c:pt idx="14003">
                  <c:v>0.47125925925925927</c:v>
                </c:pt>
                <c:pt idx="14004">
                  <c:v>0.47140740740740739</c:v>
                </c:pt>
                <c:pt idx="14005">
                  <c:v>0.47140740740740739</c:v>
                </c:pt>
                <c:pt idx="14006">
                  <c:v>0.47140740740740739</c:v>
                </c:pt>
                <c:pt idx="14007">
                  <c:v>0.47155555555555556</c:v>
                </c:pt>
                <c:pt idx="14008">
                  <c:v>0.47155555555555556</c:v>
                </c:pt>
                <c:pt idx="14009">
                  <c:v>0.47155555555555556</c:v>
                </c:pt>
                <c:pt idx="14010">
                  <c:v>0.47170370370370368</c:v>
                </c:pt>
                <c:pt idx="14011">
                  <c:v>0.47170370370370368</c:v>
                </c:pt>
                <c:pt idx="14012">
                  <c:v>0.47170370370370368</c:v>
                </c:pt>
                <c:pt idx="14013">
                  <c:v>0.47170370370370368</c:v>
                </c:pt>
                <c:pt idx="14014">
                  <c:v>0.47170370370370368</c:v>
                </c:pt>
                <c:pt idx="14015">
                  <c:v>0.47170370370370368</c:v>
                </c:pt>
                <c:pt idx="14016">
                  <c:v>0.47170370370370368</c:v>
                </c:pt>
                <c:pt idx="14017">
                  <c:v>0.47185185185185186</c:v>
                </c:pt>
                <c:pt idx="14018">
                  <c:v>0.47199999999999998</c:v>
                </c:pt>
                <c:pt idx="14019">
                  <c:v>0.47199999999999998</c:v>
                </c:pt>
                <c:pt idx="14020">
                  <c:v>0.47214814814814815</c:v>
                </c:pt>
                <c:pt idx="14021">
                  <c:v>0.47214814814814815</c:v>
                </c:pt>
                <c:pt idx="14022">
                  <c:v>0.47229629629629627</c:v>
                </c:pt>
                <c:pt idx="14023">
                  <c:v>0.47244444444444444</c:v>
                </c:pt>
                <c:pt idx="14024">
                  <c:v>0.47259259259259262</c:v>
                </c:pt>
                <c:pt idx="14025">
                  <c:v>0.47274074074074074</c:v>
                </c:pt>
                <c:pt idx="14026">
                  <c:v>0.47274074074074074</c:v>
                </c:pt>
                <c:pt idx="14027">
                  <c:v>0.47274074074074074</c:v>
                </c:pt>
                <c:pt idx="14028">
                  <c:v>0.47274074074074074</c:v>
                </c:pt>
                <c:pt idx="14029">
                  <c:v>0.47288888888888891</c:v>
                </c:pt>
                <c:pt idx="14030">
                  <c:v>0.47288888888888891</c:v>
                </c:pt>
                <c:pt idx="14031">
                  <c:v>0.47288888888888891</c:v>
                </c:pt>
                <c:pt idx="14032">
                  <c:v>0.47288888888888891</c:v>
                </c:pt>
                <c:pt idx="14033">
                  <c:v>0.47288888888888891</c:v>
                </c:pt>
                <c:pt idx="14034">
                  <c:v>0.47288888888888891</c:v>
                </c:pt>
                <c:pt idx="14035">
                  <c:v>0.47288888888888891</c:v>
                </c:pt>
                <c:pt idx="14036">
                  <c:v>0.47288888888888891</c:v>
                </c:pt>
                <c:pt idx="14037">
                  <c:v>0.47303703703703703</c:v>
                </c:pt>
                <c:pt idx="14038">
                  <c:v>0.47303703703703703</c:v>
                </c:pt>
                <c:pt idx="14039">
                  <c:v>0.47303703703703703</c:v>
                </c:pt>
                <c:pt idx="14040">
                  <c:v>0.47303703703703703</c:v>
                </c:pt>
                <c:pt idx="14041">
                  <c:v>0.47303703703703703</c:v>
                </c:pt>
                <c:pt idx="14042">
                  <c:v>0.47318518518518521</c:v>
                </c:pt>
                <c:pt idx="14043">
                  <c:v>0.47318518518518521</c:v>
                </c:pt>
                <c:pt idx="14044">
                  <c:v>0.47318518518518521</c:v>
                </c:pt>
                <c:pt idx="14045">
                  <c:v>0.47333333333333333</c:v>
                </c:pt>
                <c:pt idx="14046">
                  <c:v>0.4734814814814815</c:v>
                </c:pt>
                <c:pt idx="14047">
                  <c:v>0.4734814814814815</c:v>
                </c:pt>
                <c:pt idx="14048">
                  <c:v>0.4734814814814815</c:v>
                </c:pt>
                <c:pt idx="14049">
                  <c:v>0.47362962962962962</c:v>
                </c:pt>
                <c:pt idx="14050">
                  <c:v>0.47362962962962962</c:v>
                </c:pt>
                <c:pt idx="14051">
                  <c:v>0.47362962962962962</c:v>
                </c:pt>
                <c:pt idx="14052">
                  <c:v>0.47362962962962962</c:v>
                </c:pt>
                <c:pt idx="14053">
                  <c:v>0.4737777777777778</c:v>
                </c:pt>
                <c:pt idx="14054">
                  <c:v>0.4737777777777778</c:v>
                </c:pt>
                <c:pt idx="14055">
                  <c:v>0.4737777777777778</c:v>
                </c:pt>
                <c:pt idx="14056">
                  <c:v>0.47392592592592592</c:v>
                </c:pt>
                <c:pt idx="14057">
                  <c:v>0.47407407407407409</c:v>
                </c:pt>
                <c:pt idx="14058">
                  <c:v>0.47422222222222221</c:v>
                </c:pt>
                <c:pt idx="14059">
                  <c:v>0.47422222222222221</c:v>
                </c:pt>
                <c:pt idx="14060">
                  <c:v>0.47422222222222221</c:v>
                </c:pt>
                <c:pt idx="14061">
                  <c:v>0.47422222222222221</c:v>
                </c:pt>
                <c:pt idx="14062">
                  <c:v>0.47422222222222221</c:v>
                </c:pt>
                <c:pt idx="14063">
                  <c:v>0.47422222222222221</c:v>
                </c:pt>
                <c:pt idx="14064">
                  <c:v>0.47422222222222221</c:v>
                </c:pt>
                <c:pt idx="14065">
                  <c:v>0.47437037037037039</c:v>
                </c:pt>
                <c:pt idx="14066">
                  <c:v>0.47451851851851851</c:v>
                </c:pt>
                <c:pt idx="14067">
                  <c:v>0.47451851851851851</c:v>
                </c:pt>
                <c:pt idx="14068">
                  <c:v>0.47451851851851851</c:v>
                </c:pt>
                <c:pt idx="14069">
                  <c:v>0.47466666666666668</c:v>
                </c:pt>
                <c:pt idx="14070">
                  <c:v>0.47466666666666668</c:v>
                </c:pt>
                <c:pt idx="14071">
                  <c:v>0.47466666666666668</c:v>
                </c:pt>
                <c:pt idx="14072">
                  <c:v>0.4748148148148148</c:v>
                </c:pt>
                <c:pt idx="14073">
                  <c:v>0.47496296296296298</c:v>
                </c:pt>
                <c:pt idx="14074">
                  <c:v>0.4751111111111111</c:v>
                </c:pt>
                <c:pt idx="14075">
                  <c:v>0.4751111111111111</c:v>
                </c:pt>
                <c:pt idx="14076">
                  <c:v>0.47525925925925927</c:v>
                </c:pt>
                <c:pt idx="14077">
                  <c:v>0.47525925925925927</c:v>
                </c:pt>
                <c:pt idx="14078">
                  <c:v>0.47525925925925927</c:v>
                </c:pt>
                <c:pt idx="14079">
                  <c:v>0.47525925925925927</c:v>
                </c:pt>
                <c:pt idx="14080">
                  <c:v>0.47540740740740739</c:v>
                </c:pt>
                <c:pt idx="14081">
                  <c:v>0.47540740740740739</c:v>
                </c:pt>
                <c:pt idx="14082">
                  <c:v>0.47540740740740739</c:v>
                </c:pt>
                <c:pt idx="14083">
                  <c:v>0.47540740740740739</c:v>
                </c:pt>
                <c:pt idx="14084">
                  <c:v>0.47540740740740739</c:v>
                </c:pt>
                <c:pt idx="14085">
                  <c:v>0.47555555555555556</c:v>
                </c:pt>
                <c:pt idx="14086">
                  <c:v>0.47570370370370368</c:v>
                </c:pt>
                <c:pt idx="14087">
                  <c:v>0.47585185185185186</c:v>
                </c:pt>
                <c:pt idx="14088">
                  <c:v>0.47599999999999998</c:v>
                </c:pt>
                <c:pt idx="14089">
                  <c:v>0.47599999999999998</c:v>
                </c:pt>
                <c:pt idx="14090">
                  <c:v>0.47599999999999998</c:v>
                </c:pt>
                <c:pt idx="14091">
                  <c:v>0.47614814814814815</c:v>
                </c:pt>
                <c:pt idx="14092">
                  <c:v>0.47614814814814815</c:v>
                </c:pt>
                <c:pt idx="14093">
                  <c:v>0.47614814814814815</c:v>
                </c:pt>
                <c:pt idx="14094">
                  <c:v>0.47614814814814815</c:v>
                </c:pt>
                <c:pt idx="14095">
                  <c:v>0.47629629629629627</c:v>
                </c:pt>
                <c:pt idx="14096">
                  <c:v>0.47629629629629627</c:v>
                </c:pt>
                <c:pt idx="14097">
                  <c:v>0.47629629629629627</c:v>
                </c:pt>
                <c:pt idx="14098">
                  <c:v>0.47644444444444445</c:v>
                </c:pt>
                <c:pt idx="14099">
                  <c:v>0.47644444444444445</c:v>
                </c:pt>
                <c:pt idx="14100">
                  <c:v>0.47644444444444445</c:v>
                </c:pt>
                <c:pt idx="14101">
                  <c:v>0.47644444444444445</c:v>
                </c:pt>
                <c:pt idx="14102">
                  <c:v>0.47644444444444445</c:v>
                </c:pt>
                <c:pt idx="14103">
                  <c:v>0.47644444444444445</c:v>
                </c:pt>
                <c:pt idx="14104">
                  <c:v>0.47644444444444445</c:v>
                </c:pt>
                <c:pt idx="14105">
                  <c:v>0.47644444444444445</c:v>
                </c:pt>
                <c:pt idx="14106">
                  <c:v>0.47644444444444445</c:v>
                </c:pt>
                <c:pt idx="14107">
                  <c:v>0.47644444444444445</c:v>
                </c:pt>
                <c:pt idx="14108">
                  <c:v>0.47659259259259257</c:v>
                </c:pt>
                <c:pt idx="14109">
                  <c:v>0.47674074074074074</c:v>
                </c:pt>
                <c:pt idx="14110">
                  <c:v>0.47674074074074074</c:v>
                </c:pt>
                <c:pt idx="14111">
                  <c:v>0.47688888888888886</c:v>
                </c:pt>
                <c:pt idx="14112">
                  <c:v>0.47688888888888886</c:v>
                </c:pt>
                <c:pt idx="14113">
                  <c:v>0.47688888888888886</c:v>
                </c:pt>
                <c:pt idx="14114">
                  <c:v>0.47688888888888886</c:v>
                </c:pt>
                <c:pt idx="14115">
                  <c:v>0.47688888888888886</c:v>
                </c:pt>
                <c:pt idx="14116">
                  <c:v>0.47688888888888886</c:v>
                </c:pt>
                <c:pt idx="14117">
                  <c:v>0.47688888888888886</c:v>
                </c:pt>
                <c:pt idx="14118">
                  <c:v>0.47688888888888886</c:v>
                </c:pt>
                <c:pt idx="14119">
                  <c:v>0.47703703703703704</c:v>
                </c:pt>
                <c:pt idx="14120">
                  <c:v>0.47703703703703704</c:v>
                </c:pt>
                <c:pt idx="14121">
                  <c:v>0.47703703703703704</c:v>
                </c:pt>
                <c:pt idx="14122">
                  <c:v>0.47703703703703704</c:v>
                </c:pt>
                <c:pt idx="14123">
                  <c:v>0.47703703703703704</c:v>
                </c:pt>
                <c:pt idx="14124">
                  <c:v>0.47703703703703704</c:v>
                </c:pt>
                <c:pt idx="14125">
                  <c:v>0.47703703703703704</c:v>
                </c:pt>
                <c:pt idx="14126">
                  <c:v>0.47703703703703704</c:v>
                </c:pt>
                <c:pt idx="14127">
                  <c:v>0.47718518518518521</c:v>
                </c:pt>
                <c:pt idx="14128">
                  <c:v>0.47733333333333333</c:v>
                </c:pt>
                <c:pt idx="14129">
                  <c:v>0.47748148148148151</c:v>
                </c:pt>
                <c:pt idx="14130">
                  <c:v>0.47748148148148151</c:v>
                </c:pt>
                <c:pt idx="14131">
                  <c:v>0.47748148148148151</c:v>
                </c:pt>
                <c:pt idx="14132">
                  <c:v>0.47748148148148151</c:v>
                </c:pt>
                <c:pt idx="14133">
                  <c:v>0.47748148148148151</c:v>
                </c:pt>
                <c:pt idx="14134">
                  <c:v>0.47762962962962963</c:v>
                </c:pt>
                <c:pt idx="14135">
                  <c:v>0.4777777777777778</c:v>
                </c:pt>
                <c:pt idx="14136">
                  <c:v>0.47792592592592592</c:v>
                </c:pt>
                <c:pt idx="14137">
                  <c:v>0.47792592592592592</c:v>
                </c:pt>
                <c:pt idx="14138">
                  <c:v>0.4780740740740741</c:v>
                </c:pt>
                <c:pt idx="14139">
                  <c:v>0.4780740740740741</c:v>
                </c:pt>
                <c:pt idx="14140">
                  <c:v>0.4780740740740741</c:v>
                </c:pt>
                <c:pt idx="14141">
                  <c:v>0.4780740740740741</c:v>
                </c:pt>
                <c:pt idx="14142">
                  <c:v>0.4780740740740741</c:v>
                </c:pt>
                <c:pt idx="14143">
                  <c:v>0.4780740740740741</c:v>
                </c:pt>
                <c:pt idx="14144">
                  <c:v>0.47822222222222222</c:v>
                </c:pt>
                <c:pt idx="14145">
                  <c:v>0.47822222222222222</c:v>
                </c:pt>
                <c:pt idx="14146">
                  <c:v>0.47822222222222222</c:v>
                </c:pt>
                <c:pt idx="14147">
                  <c:v>0.47822222222222222</c:v>
                </c:pt>
                <c:pt idx="14148">
                  <c:v>0.47822222222222222</c:v>
                </c:pt>
                <c:pt idx="14149">
                  <c:v>0.47837037037037039</c:v>
                </c:pt>
                <c:pt idx="14150">
                  <c:v>0.47851851851851851</c:v>
                </c:pt>
                <c:pt idx="14151">
                  <c:v>0.47851851851851851</c:v>
                </c:pt>
                <c:pt idx="14152">
                  <c:v>0.47866666666666668</c:v>
                </c:pt>
                <c:pt idx="14153">
                  <c:v>0.47866666666666668</c:v>
                </c:pt>
                <c:pt idx="14154">
                  <c:v>0.47866666666666668</c:v>
                </c:pt>
                <c:pt idx="14155">
                  <c:v>0.47866666666666668</c:v>
                </c:pt>
                <c:pt idx="14156">
                  <c:v>0.47866666666666668</c:v>
                </c:pt>
                <c:pt idx="14157">
                  <c:v>0.47866666666666668</c:v>
                </c:pt>
                <c:pt idx="14158">
                  <c:v>0.47866666666666668</c:v>
                </c:pt>
                <c:pt idx="14159">
                  <c:v>0.47866666666666668</c:v>
                </c:pt>
                <c:pt idx="14160">
                  <c:v>0.47866666666666668</c:v>
                </c:pt>
                <c:pt idx="14161">
                  <c:v>0.47866666666666668</c:v>
                </c:pt>
                <c:pt idx="14162">
                  <c:v>0.4788148148148148</c:v>
                </c:pt>
                <c:pt idx="14163">
                  <c:v>0.4788148148148148</c:v>
                </c:pt>
                <c:pt idx="14164">
                  <c:v>0.47896296296296298</c:v>
                </c:pt>
                <c:pt idx="14165">
                  <c:v>0.47896296296296298</c:v>
                </c:pt>
                <c:pt idx="14166">
                  <c:v>0.47896296296296298</c:v>
                </c:pt>
                <c:pt idx="14167">
                  <c:v>0.47896296296296298</c:v>
                </c:pt>
                <c:pt idx="14168">
                  <c:v>0.4791111111111111</c:v>
                </c:pt>
                <c:pt idx="14169">
                  <c:v>0.4791111111111111</c:v>
                </c:pt>
                <c:pt idx="14170">
                  <c:v>0.47925925925925927</c:v>
                </c:pt>
                <c:pt idx="14171">
                  <c:v>0.47925925925925927</c:v>
                </c:pt>
                <c:pt idx="14172">
                  <c:v>0.47925925925925927</c:v>
                </c:pt>
                <c:pt idx="14173">
                  <c:v>0.47925925925925927</c:v>
                </c:pt>
                <c:pt idx="14174">
                  <c:v>0.47925925925925927</c:v>
                </c:pt>
                <c:pt idx="14175">
                  <c:v>0.47925925925925927</c:v>
                </c:pt>
                <c:pt idx="14176">
                  <c:v>0.47925925925925927</c:v>
                </c:pt>
                <c:pt idx="14177">
                  <c:v>0.47925925925925927</c:v>
                </c:pt>
                <c:pt idx="14178">
                  <c:v>0.47925925925925927</c:v>
                </c:pt>
                <c:pt idx="14179">
                  <c:v>0.47925925925925927</c:v>
                </c:pt>
                <c:pt idx="14180">
                  <c:v>0.47925925925925927</c:v>
                </c:pt>
                <c:pt idx="14181">
                  <c:v>0.47940740740740739</c:v>
                </c:pt>
                <c:pt idx="14182">
                  <c:v>0.47940740740740739</c:v>
                </c:pt>
                <c:pt idx="14183">
                  <c:v>0.47955555555555557</c:v>
                </c:pt>
                <c:pt idx="14184">
                  <c:v>0.47955555555555557</c:v>
                </c:pt>
                <c:pt idx="14185">
                  <c:v>0.47955555555555557</c:v>
                </c:pt>
                <c:pt idx="14186">
                  <c:v>0.47955555555555557</c:v>
                </c:pt>
                <c:pt idx="14187">
                  <c:v>0.47955555555555557</c:v>
                </c:pt>
                <c:pt idx="14188">
                  <c:v>0.47955555555555557</c:v>
                </c:pt>
                <c:pt idx="14189">
                  <c:v>0.47955555555555557</c:v>
                </c:pt>
                <c:pt idx="14190">
                  <c:v>0.47970370370370369</c:v>
                </c:pt>
                <c:pt idx="14191">
                  <c:v>0.47985185185185186</c:v>
                </c:pt>
                <c:pt idx="14192">
                  <c:v>0.47985185185185186</c:v>
                </c:pt>
                <c:pt idx="14193">
                  <c:v>0.47985185185185186</c:v>
                </c:pt>
                <c:pt idx="14194">
                  <c:v>0.47985185185185186</c:v>
                </c:pt>
                <c:pt idx="14195">
                  <c:v>0.47985185185185186</c:v>
                </c:pt>
                <c:pt idx="14196">
                  <c:v>0.47985185185185186</c:v>
                </c:pt>
                <c:pt idx="14197">
                  <c:v>0.47985185185185186</c:v>
                </c:pt>
                <c:pt idx="14198">
                  <c:v>0.48</c:v>
                </c:pt>
                <c:pt idx="14199">
                  <c:v>0.48014814814814816</c:v>
                </c:pt>
                <c:pt idx="14200">
                  <c:v>0.48014814814814816</c:v>
                </c:pt>
                <c:pt idx="14201">
                  <c:v>0.48014814814814816</c:v>
                </c:pt>
                <c:pt idx="14202">
                  <c:v>0.48014814814814816</c:v>
                </c:pt>
                <c:pt idx="14203">
                  <c:v>0.48014814814814816</c:v>
                </c:pt>
                <c:pt idx="14204">
                  <c:v>0.48014814814814816</c:v>
                </c:pt>
                <c:pt idx="14205">
                  <c:v>0.48029629629629628</c:v>
                </c:pt>
                <c:pt idx="14206">
                  <c:v>0.48029629629629628</c:v>
                </c:pt>
                <c:pt idx="14207">
                  <c:v>0.48029629629629628</c:v>
                </c:pt>
                <c:pt idx="14208">
                  <c:v>0.48044444444444445</c:v>
                </c:pt>
                <c:pt idx="14209">
                  <c:v>0.48044444444444445</c:v>
                </c:pt>
                <c:pt idx="14210">
                  <c:v>0.48059259259259257</c:v>
                </c:pt>
                <c:pt idx="14211">
                  <c:v>0.48059259259259257</c:v>
                </c:pt>
                <c:pt idx="14212">
                  <c:v>0.48059259259259257</c:v>
                </c:pt>
                <c:pt idx="14213">
                  <c:v>0.48059259259259257</c:v>
                </c:pt>
                <c:pt idx="14214">
                  <c:v>0.48059259259259257</c:v>
                </c:pt>
                <c:pt idx="14215">
                  <c:v>0.48059259259259257</c:v>
                </c:pt>
                <c:pt idx="14216">
                  <c:v>0.48059259259259257</c:v>
                </c:pt>
                <c:pt idx="14217">
                  <c:v>0.48074074074074075</c:v>
                </c:pt>
                <c:pt idx="14218">
                  <c:v>0.48074074074074075</c:v>
                </c:pt>
                <c:pt idx="14219">
                  <c:v>0.48074074074074075</c:v>
                </c:pt>
                <c:pt idx="14220">
                  <c:v>0.48074074074074075</c:v>
                </c:pt>
                <c:pt idx="14221">
                  <c:v>0.48074074074074075</c:v>
                </c:pt>
                <c:pt idx="14222">
                  <c:v>0.48088888888888887</c:v>
                </c:pt>
                <c:pt idx="14223">
                  <c:v>0.48088888888888887</c:v>
                </c:pt>
                <c:pt idx="14224">
                  <c:v>0.48088888888888887</c:v>
                </c:pt>
                <c:pt idx="14225">
                  <c:v>0.48103703703703704</c:v>
                </c:pt>
                <c:pt idx="14226">
                  <c:v>0.48103703703703704</c:v>
                </c:pt>
                <c:pt idx="14227">
                  <c:v>0.48103703703703704</c:v>
                </c:pt>
                <c:pt idx="14228">
                  <c:v>0.48103703703703704</c:v>
                </c:pt>
                <c:pt idx="14229">
                  <c:v>0.48103703703703704</c:v>
                </c:pt>
                <c:pt idx="14230">
                  <c:v>0.48118518518518516</c:v>
                </c:pt>
                <c:pt idx="14231">
                  <c:v>0.48118518518518516</c:v>
                </c:pt>
                <c:pt idx="14232">
                  <c:v>0.48118518518518516</c:v>
                </c:pt>
                <c:pt idx="14233">
                  <c:v>0.48133333333333334</c:v>
                </c:pt>
                <c:pt idx="14234">
                  <c:v>0.48133333333333334</c:v>
                </c:pt>
                <c:pt idx="14235">
                  <c:v>0.48133333333333334</c:v>
                </c:pt>
                <c:pt idx="14236">
                  <c:v>0.48133333333333334</c:v>
                </c:pt>
                <c:pt idx="14237">
                  <c:v>0.48133333333333334</c:v>
                </c:pt>
                <c:pt idx="14238">
                  <c:v>0.48148148148148145</c:v>
                </c:pt>
                <c:pt idx="14239">
                  <c:v>0.48148148148148145</c:v>
                </c:pt>
                <c:pt idx="14240">
                  <c:v>0.48148148148148145</c:v>
                </c:pt>
                <c:pt idx="14241">
                  <c:v>0.48148148148148145</c:v>
                </c:pt>
                <c:pt idx="14242">
                  <c:v>0.48148148148148145</c:v>
                </c:pt>
                <c:pt idx="14243">
                  <c:v>0.48148148148148145</c:v>
                </c:pt>
                <c:pt idx="14244">
                  <c:v>0.48148148148148145</c:v>
                </c:pt>
                <c:pt idx="14245">
                  <c:v>0.48148148148148145</c:v>
                </c:pt>
                <c:pt idx="14246">
                  <c:v>0.48148148148148145</c:v>
                </c:pt>
                <c:pt idx="14247">
                  <c:v>0.48148148148148145</c:v>
                </c:pt>
                <c:pt idx="14248">
                  <c:v>0.48148148148148145</c:v>
                </c:pt>
                <c:pt idx="14249">
                  <c:v>0.48148148148148145</c:v>
                </c:pt>
                <c:pt idx="14250">
                  <c:v>0.48162962962962963</c:v>
                </c:pt>
                <c:pt idx="14251">
                  <c:v>0.48162962962962963</c:v>
                </c:pt>
                <c:pt idx="14252">
                  <c:v>0.48162962962962963</c:v>
                </c:pt>
                <c:pt idx="14253">
                  <c:v>0.4817777777777778</c:v>
                </c:pt>
                <c:pt idx="14254">
                  <c:v>0.4817777777777778</c:v>
                </c:pt>
                <c:pt idx="14255">
                  <c:v>0.48192592592592592</c:v>
                </c:pt>
                <c:pt idx="14256">
                  <c:v>0.48192592592592592</c:v>
                </c:pt>
                <c:pt idx="14257">
                  <c:v>0.48192592592592592</c:v>
                </c:pt>
                <c:pt idx="14258">
                  <c:v>0.48192592592592592</c:v>
                </c:pt>
                <c:pt idx="14259">
                  <c:v>0.48192592592592592</c:v>
                </c:pt>
                <c:pt idx="14260">
                  <c:v>0.48192592592592592</c:v>
                </c:pt>
                <c:pt idx="14261">
                  <c:v>0.4820740740740741</c:v>
                </c:pt>
                <c:pt idx="14262">
                  <c:v>0.48222222222222222</c:v>
                </c:pt>
                <c:pt idx="14263">
                  <c:v>0.48237037037037039</c:v>
                </c:pt>
                <c:pt idx="14264">
                  <c:v>0.48251851851851851</c:v>
                </c:pt>
                <c:pt idx="14265">
                  <c:v>0.48251851851851851</c:v>
                </c:pt>
                <c:pt idx="14266">
                  <c:v>0.48266666666666669</c:v>
                </c:pt>
                <c:pt idx="14267">
                  <c:v>0.48266666666666669</c:v>
                </c:pt>
                <c:pt idx="14268">
                  <c:v>0.48266666666666669</c:v>
                </c:pt>
                <c:pt idx="14269">
                  <c:v>0.48266666666666669</c:v>
                </c:pt>
                <c:pt idx="14270">
                  <c:v>0.48266666666666669</c:v>
                </c:pt>
                <c:pt idx="14271">
                  <c:v>0.48266666666666669</c:v>
                </c:pt>
                <c:pt idx="14272">
                  <c:v>0.48266666666666669</c:v>
                </c:pt>
                <c:pt idx="14273">
                  <c:v>0.48281481481481481</c:v>
                </c:pt>
                <c:pt idx="14274">
                  <c:v>0.48281481481481481</c:v>
                </c:pt>
                <c:pt idx="14275">
                  <c:v>0.48281481481481481</c:v>
                </c:pt>
                <c:pt idx="14276">
                  <c:v>0.48296296296296298</c:v>
                </c:pt>
                <c:pt idx="14277">
                  <c:v>0.48296296296296298</c:v>
                </c:pt>
                <c:pt idx="14278">
                  <c:v>0.48296296296296298</c:v>
                </c:pt>
                <c:pt idx="14279">
                  <c:v>0.4831111111111111</c:v>
                </c:pt>
                <c:pt idx="14280">
                  <c:v>0.4831111111111111</c:v>
                </c:pt>
                <c:pt idx="14281">
                  <c:v>0.48325925925925928</c:v>
                </c:pt>
                <c:pt idx="14282">
                  <c:v>0.48325925925925928</c:v>
                </c:pt>
                <c:pt idx="14283">
                  <c:v>0.48325925925925928</c:v>
                </c:pt>
                <c:pt idx="14284">
                  <c:v>0.48325925925925928</c:v>
                </c:pt>
                <c:pt idx="14285">
                  <c:v>0.48325925925925928</c:v>
                </c:pt>
                <c:pt idx="14286">
                  <c:v>0.48325925925925928</c:v>
                </c:pt>
                <c:pt idx="14287">
                  <c:v>0.4834074074074074</c:v>
                </c:pt>
                <c:pt idx="14288">
                  <c:v>0.48355555555555557</c:v>
                </c:pt>
                <c:pt idx="14289">
                  <c:v>0.48355555555555557</c:v>
                </c:pt>
                <c:pt idx="14290">
                  <c:v>0.48355555555555557</c:v>
                </c:pt>
                <c:pt idx="14291">
                  <c:v>0.48355555555555557</c:v>
                </c:pt>
                <c:pt idx="14292">
                  <c:v>0.48355555555555557</c:v>
                </c:pt>
                <c:pt idx="14293">
                  <c:v>0.48355555555555557</c:v>
                </c:pt>
                <c:pt idx="14294">
                  <c:v>0.48355555555555557</c:v>
                </c:pt>
                <c:pt idx="14295">
                  <c:v>0.48355555555555557</c:v>
                </c:pt>
                <c:pt idx="14296">
                  <c:v>0.48355555555555557</c:v>
                </c:pt>
                <c:pt idx="14297">
                  <c:v>0.48355555555555557</c:v>
                </c:pt>
                <c:pt idx="14298">
                  <c:v>0.48355555555555557</c:v>
                </c:pt>
                <c:pt idx="14299">
                  <c:v>0.48370370370370369</c:v>
                </c:pt>
                <c:pt idx="14300">
                  <c:v>0.48370370370370369</c:v>
                </c:pt>
                <c:pt idx="14301">
                  <c:v>0.48370370370370369</c:v>
                </c:pt>
                <c:pt idx="14302">
                  <c:v>0.48370370370370369</c:v>
                </c:pt>
                <c:pt idx="14303">
                  <c:v>0.48370370370370369</c:v>
                </c:pt>
                <c:pt idx="14304">
                  <c:v>0.48370370370370369</c:v>
                </c:pt>
                <c:pt idx="14305">
                  <c:v>0.48370370370370369</c:v>
                </c:pt>
                <c:pt idx="14306">
                  <c:v>0.48385185185185187</c:v>
                </c:pt>
                <c:pt idx="14307">
                  <c:v>0.48385185185185187</c:v>
                </c:pt>
                <c:pt idx="14308">
                  <c:v>0.48385185185185187</c:v>
                </c:pt>
                <c:pt idx="14309">
                  <c:v>0.48385185185185187</c:v>
                </c:pt>
                <c:pt idx="14310">
                  <c:v>0.48385185185185187</c:v>
                </c:pt>
                <c:pt idx="14311">
                  <c:v>0.48385185185185187</c:v>
                </c:pt>
                <c:pt idx="14312">
                  <c:v>0.48399999999999999</c:v>
                </c:pt>
                <c:pt idx="14313">
                  <c:v>0.48414814814814816</c:v>
                </c:pt>
                <c:pt idx="14314">
                  <c:v>0.48414814814814816</c:v>
                </c:pt>
                <c:pt idx="14315">
                  <c:v>0.48414814814814816</c:v>
                </c:pt>
                <c:pt idx="14316">
                  <c:v>0.48429629629629628</c:v>
                </c:pt>
                <c:pt idx="14317">
                  <c:v>0.48429629629629628</c:v>
                </c:pt>
                <c:pt idx="14318">
                  <c:v>0.48429629629629628</c:v>
                </c:pt>
                <c:pt idx="14319">
                  <c:v>0.48429629629629628</c:v>
                </c:pt>
                <c:pt idx="14320">
                  <c:v>0.48429629629629628</c:v>
                </c:pt>
                <c:pt idx="14321">
                  <c:v>0.48429629629629628</c:v>
                </c:pt>
                <c:pt idx="14322">
                  <c:v>0.48429629629629628</c:v>
                </c:pt>
                <c:pt idx="14323">
                  <c:v>0.48429629629629628</c:v>
                </c:pt>
                <c:pt idx="14324">
                  <c:v>0.48429629629629628</c:v>
                </c:pt>
                <c:pt idx="14325">
                  <c:v>0.48429629629629628</c:v>
                </c:pt>
                <c:pt idx="14326">
                  <c:v>0.48429629629629628</c:v>
                </c:pt>
                <c:pt idx="14327">
                  <c:v>0.48429629629629628</c:v>
                </c:pt>
                <c:pt idx="14328">
                  <c:v>0.48429629629629628</c:v>
                </c:pt>
                <c:pt idx="14329">
                  <c:v>0.48429629629629628</c:v>
                </c:pt>
                <c:pt idx="14330">
                  <c:v>0.48444444444444446</c:v>
                </c:pt>
                <c:pt idx="14331">
                  <c:v>0.48444444444444446</c:v>
                </c:pt>
                <c:pt idx="14332">
                  <c:v>0.48444444444444446</c:v>
                </c:pt>
                <c:pt idx="14333">
                  <c:v>0.48459259259259257</c:v>
                </c:pt>
                <c:pt idx="14334">
                  <c:v>0.48459259259259257</c:v>
                </c:pt>
                <c:pt idx="14335">
                  <c:v>0.48474074074074075</c:v>
                </c:pt>
                <c:pt idx="14336">
                  <c:v>0.48488888888888887</c:v>
                </c:pt>
                <c:pt idx="14337">
                  <c:v>0.48488888888888887</c:v>
                </c:pt>
                <c:pt idx="14338">
                  <c:v>0.48503703703703704</c:v>
                </c:pt>
                <c:pt idx="14339">
                  <c:v>0.48518518518518516</c:v>
                </c:pt>
                <c:pt idx="14340">
                  <c:v>0.48518518518518516</c:v>
                </c:pt>
                <c:pt idx="14341">
                  <c:v>0.48518518518518516</c:v>
                </c:pt>
                <c:pt idx="14342">
                  <c:v>0.48518518518518516</c:v>
                </c:pt>
                <c:pt idx="14343">
                  <c:v>0.48533333333333334</c:v>
                </c:pt>
                <c:pt idx="14344">
                  <c:v>0.48533333333333334</c:v>
                </c:pt>
                <c:pt idx="14345">
                  <c:v>0.48533333333333334</c:v>
                </c:pt>
                <c:pt idx="14346">
                  <c:v>0.48533333333333334</c:v>
                </c:pt>
                <c:pt idx="14347">
                  <c:v>0.48533333333333334</c:v>
                </c:pt>
                <c:pt idx="14348">
                  <c:v>0.48533333333333334</c:v>
                </c:pt>
                <c:pt idx="14349">
                  <c:v>0.48533333333333334</c:v>
                </c:pt>
                <c:pt idx="14350">
                  <c:v>0.48548148148148146</c:v>
                </c:pt>
                <c:pt idx="14351">
                  <c:v>0.48548148148148146</c:v>
                </c:pt>
                <c:pt idx="14352">
                  <c:v>0.48562962962962963</c:v>
                </c:pt>
                <c:pt idx="14353">
                  <c:v>0.48562962962962963</c:v>
                </c:pt>
                <c:pt idx="14354">
                  <c:v>0.48562962962962963</c:v>
                </c:pt>
                <c:pt idx="14355">
                  <c:v>0.48577777777777775</c:v>
                </c:pt>
                <c:pt idx="14356">
                  <c:v>0.48577777777777775</c:v>
                </c:pt>
                <c:pt idx="14357">
                  <c:v>0.48577777777777775</c:v>
                </c:pt>
                <c:pt idx="14358">
                  <c:v>0.48592592592592593</c:v>
                </c:pt>
                <c:pt idx="14359">
                  <c:v>0.48592592592592593</c:v>
                </c:pt>
                <c:pt idx="14360">
                  <c:v>0.48607407407407405</c:v>
                </c:pt>
                <c:pt idx="14361">
                  <c:v>0.48607407407407405</c:v>
                </c:pt>
                <c:pt idx="14362">
                  <c:v>0.48607407407407405</c:v>
                </c:pt>
                <c:pt idx="14363">
                  <c:v>0.48622222222222222</c:v>
                </c:pt>
                <c:pt idx="14364">
                  <c:v>0.48622222222222222</c:v>
                </c:pt>
                <c:pt idx="14365">
                  <c:v>0.48622222222222222</c:v>
                </c:pt>
                <c:pt idx="14366">
                  <c:v>0.4863703703703704</c:v>
                </c:pt>
                <c:pt idx="14367">
                  <c:v>0.4863703703703704</c:v>
                </c:pt>
                <c:pt idx="14368">
                  <c:v>0.4863703703703704</c:v>
                </c:pt>
                <c:pt idx="14369">
                  <c:v>0.4863703703703704</c:v>
                </c:pt>
                <c:pt idx="14370">
                  <c:v>0.4863703703703704</c:v>
                </c:pt>
                <c:pt idx="14371">
                  <c:v>0.4863703703703704</c:v>
                </c:pt>
                <c:pt idx="14372">
                  <c:v>0.48651851851851852</c:v>
                </c:pt>
                <c:pt idx="14373">
                  <c:v>0.48666666666666669</c:v>
                </c:pt>
                <c:pt idx="14374">
                  <c:v>0.48681481481481481</c:v>
                </c:pt>
                <c:pt idx="14375">
                  <c:v>0.48681481481481481</c:v>
                </c:pt>
                <c:pt idx="14376">
                  <c:v>0.48681481481481481</c:v>
                </c:pt>
                <c:pt idx="14377">
                  <c:v>0.48681481481481481</c:v>
                </c:pt>
                <c:pt idx="14378">
                  <c:v>0.48681481481481481</c:v>
                </c:pt>
                <c:pt idx="14379">
                  <c:v>0.48696296296296299</c:v>
                </c:pt>
                <c:pt idx="14380">
                  <c:v>0.48696296296296299</c:v>
                </c:pt>
                <c:pt idx="14381">
                  <c:v>0.48696296296296299</c:v>
                </c:pt>
                <c:pt idx="14382">
                  <c:v>0.48696296296296299</c:v>
                </c:pt>
                <c:pt idx="14383">
                  <c:v>0.48696296296296299</c:v>
                </c:pt>
                <c:pt idx="14384">
                  <c:v>0.48696296296296299</c:v>
                </c:pt>
                <c:pt idx="14385">
                  <c:v>0.48711111111111111</c:v>
                </c:pt>
                <c:pt idx="14386">
                  <c:v>0.48711111111111111</c:v>
                </c:pt>
                <c:pt idx="14387">
                  <c:v>0.48711111111111111</c:v>
                </c:pt>
                <c:pt idx="14388">
                  <c:v>0.48711111111111111</c:v>
                </c:pt>
                <c:pt idx="14389">
                  <c:v>0.48711111111111111</c:v>
                </c:pt>
                <c:pt idx="14390">
                  <c:v>0.48711111111111111</c:v>
                </c:pt>
                <c:pt idx="14391">
                  <c:v>0.48725925925925928</c:v>
                </c:pt>
                <c:pt idx="14392">
                  <c:v>0.48725925925925928</c:v>
                </c:pt>
                <c:pt idx="14393">
                  <c:v>0.4874074074074074</c:v>
                </c:pt>
                <c:pt idx="14394">
                  <c:v>0.48755555555555558</c:v>
                </c:pt>
                <c:pt idx="14395">
                  <c:v>0.48770370370370369</c:v>
                </c:pt>
                <c:pt idx="14396">
                  <c:v>0.48770370370370369</c:v>
                </c:pt>
                <c:pt idx="14397">
                  <c:v>0.48770370370370369</c:v>
                </c:pt>
                <c:pt idx="14398">
                  <c:v>0.48770370370370369</c:v>
                </c:pt>
                <c:pt idx="14399">
                  <c:v>0.48770370370370369</c:v>
                </c:pt>
                <c:pt idx="14400">
                  <c:v>0.48770370370370369</c:v>
                </c:pt>
                <c:pt idx="14401">
                  <c:v>0.48770370370370369</c:v>
                </c:pt>
                <c:pt idx="14402">
                  <c:v>0.48770370370370369</c:v>
                </c:pt>
                <c:pt idx="14403">
                  <c:v>0.48770370370370369</c:v>
                </c:pt>
                <c:pt idx="14404">
                  <c:v>0.48770370370370369</c:v>
                </c:pt>
                <c:pt idx="14405">
                  <c:v>0.48770370370370369</c:v>
                </c:pt>
                <c:pt idx="14406">
                  <c:v>0.48785185185185187</c:v>
                </c:pt>
                <c:pt idx="14407">
                  <c:v>0.48785185185185187</c:v>
                </c:pt>
                <c:pt idx="14408">
                  <c:v>0.48785185185185187</c:v>
                </c:pt>
                <c:pt idx="14409">
                  <c:v>0.48785185185185187</c:v>
                </c:pt>
                <c:pt idx="14410">
                  <c:v>0.48785185185185187</c:v>
                </c:pt>
                <c:pt idx="14411">
                  <c:v>0.48785185185185187</c:v>
                </c:pt>
                <c:pt idx="14412">
                  <c:v>0.48785185185185187</c:v>
                </c:pt>
                <c:pt idx="14413">
                  <c:v>0.48785185185185187</c:v>
                </c:pt>
                <c:pt idx="14414">
                  <c:v>0.48785185185185187</c:v>
                </c:pt>
                <c:pt idx="14415">
                  <c:v>0.48785185185185187</c:v>
                </c:pt>
                <c:pt idx="14416">
                  <c:v>0.48785185185185187</c:v>
                </c:pt>
                <c:pt idx="14417">
                  <c:v>0.48799999999999999</c:v>
                </c:pt>
                <c:pt idx="14418">
                  <c:v>0.48799999999999999</c:v>
                </c:pt>
                <c:pt idx="14419">
                  <c:v>0.48799999999999999</c:v>
                </c:pt>
                <c:pt idx="14420">
                  <c:v>0.48799999999999999</c:v>
                </c:pt>
                <c:pt idx="14421">
                  <c:v>0.48814814814814816</c:v>
                </c:pt>
                <c:pt idx="14422">
                  <c:v>0.48829629629629628</c:v>
                </c:pt>
                <c:pt idx="14423">
                  <c:v>0.48844444444444446</c:v>
                </c:pt>
                <c:pt idx="14424">
                  <c:v>0.48844444444444446</c:v>
                </c:pt>
                <c:pt idx="14425">
                  <c:v>0.48844444444444446</c:v>
                </c:pt>
                <c:pt idx="14426">
                  <c:v>0.48859259259259258</c:v>
                </c:pt>
                <c:pt idx="14427">
                  <c:v>0.48859259259259258</c:v>
                </c:pt>
                <c:pt idx="14428">
                  <c:v>0.48859259259259258</c:v>
                </c:pt>
                <c:pt idx="14429">
                  <c:v>0.48859259259259258</c:v>
                </c:pt>
                <c:pt idx="14430">
                  <c:v>0.48859259259259258</c:v>
                </c:pt>
                <c:pt idx="14431">
                  <c:v>0.48859259259259258</c:v>
                </c:pt>
                <c:pt idx="14432">
                  <c:v>0.48859259259259258</c:v>
                </c:pt>
                <c:pt idx="14433">
                  <c:v>0.48874074074074075</c:v>
                </c:pt>
                <c:pt idx="14434">
                  <c:v>0.48888888888888887</c:v>
                </c:pt>
                <c:pt idx="14435">
                  <c:v>0.48888888888888887</c:v>
                </c:pt>
                <c:pt idx="14436">
                  <c:v>0.48888888888888887</c:v>
                </c:pt>
                <c:pt idx="14437">
                  <c:v>0.48888888888888887</c:v>
                </c:pt>
                <c:pt idx="14438">
                  <c:v>0.48888888888888887</c:v>
                </c:pt>
                <c:pt idx="14439">
                  <c:v>0.48888888888888887</c:v>
                </c:pt>
                <c:pt idx="14440">
                  <c:v>0.48888888888888887</c:v>
                </c:pt>
                <c:pt idx="14441">
                  <c:v>0.48888888888888887</c:v>
                </c:pt>
                <c:pt idx="14442">
                  <c:v>0.48888888888888887</c:v>
                </c:pt>
                <c:pt idx="14443">
                  <c:v>0.48903703703703705</c:v>
                </c:pt>
                <c:pt idx="14444">
                  <c:v>0.48918518518518517</c:v>
                </c:pt>
                <c:pt idx="14445">
                  <c:v>0.48918518518518517</c:v>
                </c:pt>
                <c:pt idx="14446">
                  <c:v>0.48918518518518517</c:v>
                </c:pt>
                <c:pt idx="14447">
                  <c:v>0.48918518518518517</c:v>
                </c:pt>
                <c:pt idx="14448">
                  <c:v>0.48918518518518517</c:v>
                </c:pt>
                <c:pt idx="14449">
                  <c:v>0.48918518518518517</c:v>
                </c:pt>
                <c:pt idx="14450">
                  <c:v>0.48933333333333334</c:v>
                </c:pt>
                <c:pt idx="14451">
                  <c:v>0.48933333333333334</c:v>
                </c:pt>
                <c:pt idx="14452">
                  <c:v>0.48933333333333334</c:v>
                </c:pt>
                <c:pt idx="14453">
                  <c:v>0.48948148148148146</c:v>
                </c:pt>
                <c:pt idx="14454">
                  <c:v>0.48948148148148146</c:v>
                </c:pt>
                <c:pt idx="14455">
                  <c:v>0.48962962962962964</c:v>
                </c:pt>
                <c:pt idx="14456">
                  <c:v>0.48962962962962964</c:v>
                </c:pt>
                <c:pt idx="14457">
                  <c:v>0.48962962962962964</c:v>
                </c:pt>
                <c:pt idx="14458">
                  <c:v>0.48977777777777776</c:v>
                </c:pt>
                <c:pt idx="14459">
                  <c:v>0.48977777777777776</c:v>
                </c:pt>
                <c:pt idx="14460">
                  <c:v>0.48977777777777776</c:v>
                </c:pt>
                <c:pt idx="14461">
                  <c:v>0.48992592592592593</c:v>
                </c:pt>
                <c:pt idx="14462">
                  <c:v>0.48992592592592593</c:v>
                </c:pt>
                <c:pt idx="14463">
                  <c:v>0.48992592592592593</c:v>
                </c:pt>
                <c:pt idx="14464">
                  <c:v>0.49007407407407405</c:v>
                </c:pt>
                <c:pt idx="14465">
                  <c:v>0.49007407407407405</c:v>
                </c:pt>
                <c:pt idx="14466">
                  <c:v>0.49007407407407405</c:v>
                </c:pt>
                <c:pt idx="14467">
                  <c:v>0.49007407407407405</c:v>
                </c:pt>
                <c:pt idx="14468">
                  <c:v>0.49007407407407405</c:v>
                </c:pt>
                <c:pt idx="14469">
                  <c:v>0.49022222222222223</c:v>
                </c:pt>
                <c:pt idx="14470">
                  <c:v>0.49022222222222223</c:v>
                </c:pt>
                <c:pt idx="14471">
                  <c:v>0.49022222222222223</c:v>
                </c:pt>
                <c:pt idx="14472">
                  <c:v>0.49037037037037035</c:v>
                </c:pt>
                <c:pt idx="14473">
                  <c:v>0.49037037037037035</c:v>
                </c:pt>
                <c:pt idx="14474">
                  <c:v>0.49037037037037035</c:v>
                </c:pt>
                <c:pt idx="14475">
                  <c:v>0.49037037037037035</c:v>
                </c:pt>
                <c:pt idx="14476">
                  <c:v>0.49037037037037035</c:v>
                </c:pt>
                <c:pt idx="14477">
                  <c:v>0.49051851851851852</c:v>
                </c:pt>
                <c:pt idx="14478">
                  <c:v>0.49066666666666664</c:v>
                </c:pt>
                <c:pt idx="14479">
                  <c:v>0.49066666666666664</c:v>
                </c:pt>
                <c:pt idx="14480">
                  <c:v>0.49066666666666664</c:v>
                </c:pt>
                <c:pt idx="14481">
                  <c:v>0.49066666666666664</c:v>
                </c:pt>
                <c:pt idx="14482">
                  <c:v>0.49066666666666664</c:v>
                </c:pt>
                <c:pt idx="14483">
                  <c:v>0.49066666666666664</c:v>
                </c:pt>
                <c:pt idx="14484">
                  <c:v>0.49066666666666664</c:v>
                </c:pt>
                <c:pt idx="14485">
                  <c:v>0.49066666666666664</c:v>
                </c:pt>
                <c:pt idx="14486">
                  <c:v>0.49066666666666664</c:v>
                </c:pt>
                <c:pt idx="14487">
                  <c:v>0.49081481481481481</c:v>
                </c:pt>
                <c:pt idx="14488">
                  <c:v>0.49096296296296299</c:v>
                </c:pt>
                <c:pt idx="14489">
                  <c:v>0.49096296296296299</c:v>
                </c:pt>
                <c:pt idx="14490">
                  <c:v>0.49111111111111111</c:v>
                </c:pt>
                <c:pt idx="14491">
                  <c:v>0.49111111111111111</c:v>
                </c:pt>
                <c:pt idx="14492">
                  <c:v>0.49111111111111111</c:v>
                </c:pt>
                <c:pt idx="14493">
                  <c:v>0.49111111111111111</c:v>
                </c:pt>
                <c:pt idx="14494">
                  <c:v>0.49111111111111111</c:v>
                </c:pt>
                <c:pt idx="14495">
                  <c:v>0.49111111111111111</c:v>
                </c:pt>
                <c:pt idx="14496">
                  <c:v>0.49111111111111111</c:v>
                </c:pt>
                <c:pt idx="14497">
                  <c:v>0.49111111111111111</c:v>
                </c:pt>
                <c:pt idx="14498">
                  <c:v>0.49111111111111111</c:v>
                </c:pt>
                <c:pt idx="14499">
                  <c:v>0.49125925925925928</c:v>
                </c:pt>
                <c:pt idx="14500">
                  <c:v>0.4914074074074074</c:v>
                </c:pt>
                <c:pt idx="14501">
                  <c:v>0.49155555555555558</c:v>
                </c:pt>
                <c:pt idx="14502">
                  <c:v>0.4917037037037037</c:v>
                </c:pt>
                <c:pt idx="14503">
                  <c:v>0.4917037037037037</c:v>
                </c:pt>
                <c:pt idx="14504">
                  <c:v>0.4917037037037037</c:v>
                </c:pt>
                <c:pt idx="14505">
                  <c:v>0.4917037037037037</c:v>
                </c:pt>
                <c:pt idx="14506">
                  <c:v>0.4917037037037037</c:v>
                </c:pt>
                <c:pt idx="14507">
                  <c:v>0.4917037037037037</c:v>
                </c:pt>
                <c:pt idx="14508">
                  <c:v>0.4917037037037037</c:v>
                </c:pt>
                <c:pt idx="14509">
                  <c:v>0.49185185185185187</c:v>
                </c:pt>
                <c:pt idx="14510">
                  <c:v>0.49185185185185187</c:v>
                </c:pt>
                <c:pt idx="14511">
                  <c:v>0.49185185185185187</c:v>
                </c:pt>
                <c:pt idx="14512">
                  <c:v>0.49185185185185187</c:v>
                </c:pt>
                <c:pt idx="14513">
                  <c:v>0.49185185185185187</c:v>
                </c:pt>
                <c:pt idx="14514">
                  <c:v>0.49199999999999999</c:v>
                </c:pt>
                <c:pt idx="14515">
                  <c:v>0.49199999999999999</c:v>
                </c:pt>
                <c:pt idx="14516">
                  <c:v>0.49214814814814817</c:v>
                </c:pt>
                <c:pt idx="14517">
                  <c:v>0.49214814814814817</c:v>
                </c:pt>
                <c:pt idx="14518">
                  <c:v>0.49214814814814817</c:v>
                </c:pt>
                <c:pt idx="14519">
                  <c:v>0.49214814814814817</c:v>
                </c:pt>
                <c:pt idx="14520">
                  <c:v>0.49229629629629629</c:v>
                </c:pt>
                <c:pt idx="14521">
                  <c:v>0.49244444444444446</c:v>
                </c:pt>
                <c:pt idx="14522">
                  <c:v>0.49244444444444446</c:v>
                </c:pt>
                <c:pt idx="14523">
                  <c:v>0.49244444444444446</c:v>
                </c:pt>
                <c:pt idx="14524">
                  <c:v>0.49244444444444446</c:v>
                </c:pt>
                <c:pt idx="14525">
                  <c:v>0.49259259259259258</c:v>
                </c:pt>
                <c:pt idx="14526">
                  <c:v>0.49259259259259258</c:v>
                </c:pt>
                <c:pt idx="14527">
                  <c:v>0.49259259259259258</c:v>
                </c:pt>
                <c:pt idx="14528">
                  <c:v>0.49259259259259258</c:v>
                </c:pt>
                <c:pt idx="14529">
                  <c:v>0.49274074074074076</c:v>
                </c:pt>
                <c:pt idx="14530">
                  <c:v>0.49274074074074076</c:v>
                </c:pt>
                <c:pt idx="14531">
                  <c:v>0.49274074074074076</c:v>
                </c:pt>
                <c:pt idx="14532">
                  <c:v>0.49274074074074076</c:v>
                </c:pt>
                <c:pt idx="14533">
                  <c:v>0.49274074074074076</c:v>
                </c:pt>
                <c:pt idx="14534">
                  <c:v>0.49274074074074076</c:v>
                </c:pt>
                <c:pt idx="14535">
                  <c:v>0.49274074074074076</c:v>
                </c:pt>
                <c:pt idx="14536">
                  <c:v>0.49274074074074076</c:v>
                </c:pt>
                <c:pt idx="14537">
                  <c:v>0.49288888888888888</c:v>
                </c:pt>
                <c:pt idx="14538">
                  <c:v>0.49288888888888888</c:v>
                </c:pt>
                <c:pt idx="14539">
                  <c:v>0.49303703703703705</c:v>
                </c:pt>
                <c:pt idx="14540">
                  <c:v>0.49303703703703705</c:v>
                </c:pt>
                <c:pt idx="14541">
                  <c:v>0.49318518518518517</c:v>
                </c:pt>
                <c:pt idx="14542">
                  <c:v>0.49333333333333335</c:v>
                </c:pt>
                <c:pt idx="14543">
                  <c:v>0.49333333333333335</c:v>
                </c:pt>
                <c:pt idx="14544">
                  <c:v>0.49348148148148147</c:v>
                </c:pt>
                <c:pt idx="14545">
                  <c:v>0.49348148148148147</c:v>
                </c:pt>
                <c:pt idx="14546">
                  <c:v>0.49362962962962964</c:v>
                </c:pt>
                <c:pt idx="14547">
                  <c:v>0.49362962962962964</c:v>
                </c:pt>
                <c:pt idx="14548">
                  <c:v>0.49362962962962964</c:v>
                </c:pt>
                <c:pt idx="14549">
                  <c:v>0.49377777777777776</c:v>
                </c:pt>
                <c:pt idx="14550">
                  <c:v>0.49377777777777776</c:v>
                </c:pt>
                <c:pt idx="14551">
                  <c:v>0.49377777777777776</c:v>
                </c:pt>
                <c:pt idx="14552">
                  <c:v>0.49392592592592593</c:v>
                </c:pt>
                <c:pt idx="14553">
                  <c:v>0.49392592592592593</c:v>
                </c:pt>
                <c:pt idx="14554">
                  <c:v>0.49392592592592593</c:v>
                </c:pt>
                <c:pt idx="14555">
                  <c:v>0.49392592592592593</c:v>
                </c:pt>
                <c:pt idx="14556">
                  <c:v>0.49392592592592593</c:v>
                </c:pt>
                <c:pt idx="14557">
                  <c:v>0.49392592592592593</c:v>
                </c:pt>
                <c:pt idx="14558">
                  <c:v>0.49392592592592593</c:v>
                </c:pt>
                <c:pt idx="14559">
                  <c:v>0.49392592592592593</c:v>
                </c:pt>
                <c:pt idx="14560">
                  <c:v>0.49392592592592593</c:v>
                </c:pt>
                <c:pt idx="14561">
                  <c:v>0.49392592592592593</c:v>
                </c:pt>
                <c:pt idx="14562">
                  <c:v>0.49407407407407405</c:v>
                </c:pt>
                <c:pt idx="14563">
                  <c:v>0.49422222222222223</c:v>
                </c:pt>
                <c:pt idx="14564">
                  <c:v>0.49437037037037035</c:v>
                </c:pt>
                <c:pt idx="14565">
                  <c:v>0.49437037037037035</c:v>
                </c:pt>
                <c:pt idx="14566">
                  <c:v>0.49451851851851852</c:v>
                </c:pt>
                <c:pt idx="14567">
                  <c:v>0.49466666666666664</c:v>
                </c:pt>
                <c:pt idx="14568">
                  <c:v>0.49466666666666664</c:v>
                </c:pt>
                <c:pt idx="14569">
                  <c:v>0.49466666666666664</c:v>
                </c:pt>
                <c:pt idx="14570">
                  <c:v>0.49481481481481482</c:v>
                </c:pt>
                <c:pt idx="14571">
                  <c:v>0.49481481481481482</c:v>
                </c:pt>
                <c:pt idx="14572">
                  <c:v>0.49481481481481482</c:v>
                </c:pt>
                <c:pt idx="14573">
                  <c:v>0.49481481481481482</c:v>
                </c:pt>
                <c:pt idx="14574">
                  <c:v>0.49481481481481482</c:v>
                </c:pt>
                <c:pt idx="14575">
                  <c:v>0.49481481481481482</c:v>
                </c:pt>
                <c:pt idx="14576">
                  <c:v>0.49481481481481482</c:v>
                </c:pt>
                <c:pt idx="14577">
                  <c:v>0.49481481481481482</c:v>
                </c:pt>
                <c:pt idx="14578">
                  <c:v>0.49481481481481482</c:v>
                </c:pt>
                <c:pt idx="14579">
                  <c:v>0.49481481481481482</c:v>
                </c:pt>
                <c:pt idx="14580">
                  <c:v>0.49481481481481482</c:v>
                </c:pt>
                <c:pt idx="14581">
                  <c:v>0.49496296296296294</c:v>
                </c:pt>
                <c:pt idx="14582">
                  <c:v>0.49496296296296294</c:v>
                </c:pt>
                <c:pt idx="14583">
                  <c:v>0.49496296296296294</c:v>
                </c:pt>
                <c:pt idx="14584">
                  <c:v>0.49511111111111111</c:v>
                </c:pt>
                <c:pt idx="14585">
                  <c:v>0.49525925925925923</c:v>
                </c:pt>
                <c:pt idx="14586">
                  <c:v>0.49525925925925923</c:v>
                </c:pt>
                <c:pt idx="14587">
                  <c:v>0.49525925925925923</c:v>
                </c:pt>
                <c:pt idx="14588">
                  <c:v>0.49525925925925923</c:v>
                </c:pt>
                <c:pt idx="14589">
                  <c:v>0.49525925925925923</c:v>
                </c:pt>
                <c:pt idx="14590">
                  <c:v>0.49525925925925923</c:v>
                </c:pt>
                <c:pt idx="14591">
                  <c:v>0.49525925925925923</c:v>
                </c:pt>
                <c:pt idx="14592">
                  <c:v>0.49525925925925923</c:v>
                </c:pt>
                <c:pt idx="14593">
                  <c:v>0.49525925925925923</c:v>
                </c:pt>
                <c:pt idx="14594">
                  <c:v>0.49525925925925923</c:v>
                </c:pt>
                <c:pt idx="14595">
                  <c:v>0.49525925925925923</c:v>
                </c:pt>
                <c:pt idx="14596">
                  <c:v>0.49540740740740741</c:v>
                </c:pt>
                <c:pt idx="14597">
                  <c:v>0.49555555555555558</c:v>
                </c:pt>
                <c:pt idx="14598">
                  <c:v>0.49555555555555558</c:v>
                </c:pt>
                <c:pt idx="14599">
                  <c:v>0.49555555555555558</c:v>
                </c:pt>
                <c:pt idx="14600">
                  <c:v>0.49555555555555558</c:v>
                </c:pt>
                <c:pt idx="14601">
                  <c:v>0.4957037037037037</c:v>
                </c:pt>
                <c:pt idx="14602">
                  <c:v>0.4957037037037037</c:v>
                </c:pt>
                <c:pt idx="14603">
                  <c:v>0.4957037037037037</c:v>
                </c:pt>
                <c:pt idx="14604">
                  <c:v>0.4957037037037037</c:v>
                </c:pt>
                <c:pt idx="14605">
                  <c:v>0.49585185185185188</c:v>
                </c:pt>
                <c:pt idx="14606">
                  <c:v>0.49585185185185188</c:v>
                </c:pt>
                <c:pt idx="14607">
                  <c:v>0.49585185185185188</c:v>
                </c:pt>
                <c:pt idx="14608">
                  <c:v>0.496</c:v>
                </c:pt>
                <c:pt idx="14609">
                  <c:v>0.496</c:v>
                </c:pt>
                <c:pt idx="14610">
                  <c:v>0.496</c:v>
                </c:pt>
                <c:pt idx="14611">
                  <c:v>0.49614814814814817</c:v>
                </c:pt>
                <c:pt idx="14612">
                  <c:v>0.49629629629629629</c:v>
                </c:pt>
                <c:pt idx="14613">
                  <c:v>0.49629629629629629</c:v>
                </c:pt>
                <c:pt idx="14614">
                  <c:v>0.49629629629629629</c:v>
                </c:pt>
                <c:pt idx="14615">
                  <c:v>0.49629629629629629</c:v>
                </c:pt>
                <c:pt idx="14616">
                  <c:v>0.49644444444444447</c:v>
                </c:pt>
                <c:pt idx="14617">
                  <c:v>0.49644444444444447</c:v>
                </c:pt>
                <c:pt idx="14618">
                  <c:v>0.49659259259259259</c:v>
                </c:pt>
                <c:pt idx="14619">
                  <c:v>0.49659259259259259</c:v>
                </c:pt>
                <c:pt idx="14620">
                  <c:v>0.49659259259259259</c:v>
                </c:pt>
                <c:pt idx="14621">
                  <c:v>0.49674074074074076</c:v>
                </c:pt>
                <c:pt idx="14622">
                  <c:v>0.49674074074074076</c:v>
                </c:pt>
                <c:pt idx="14623">
                  <c:v>0.49674074074074076</c:v>
                </c:pt>
                <c:pt idx="14624">
                  <c:v>0.49674074074074076</c:v>
                </c:pt>
                <c:pt idx="14625">
                  <c:v>0.49688888888888888</c:v>
                </c:pt>
                <c:pt idx="14626">
                  <c:v>0.49688888888888888</c:v>
                </c:pt>
                <c:pt idx="14627">
                  <c:v>0.49688888888888888</c:v>
                </c:pt>
                <c:pt idx="14628">
                  <c:v>0.49688888888888888</c:v>
                </c:pt>
                <c:pt idx="14629">
                  <c:v>0.49688888888888888</c:v>
                </c:pt>
                <c:pt idx="14630">
                  <c:v>0.49688888888888888</c:v>
                </c:pt>
                <c:pt idx="14631">
                  <c:v>0.49688888888888888</c:v>
                </c:pt>
                <c:pt idx="14632">
                  <c:v>0.49688888888888888</c:v>
                </c:pt>
                <c:pt idx="14633">
                  <c:v>0.49688888888888888</c:v>
                </c:pt>
                <c:pt idx="14634">
                  <c:v>0.49688888888888888</c:v>
                </c:pt>
                <c:pt idx="14635">
                  <c:v>0.49688888888888888</c:v>
                </c:pt>
                <c:pt idx="14636">
                  <c:v>0.49688888888888888</c:v>
                </c:pt>
                <c:pt idx="14637">
                  <c:v>0.49688888888888888</c:v>
                </c:pt>
                <c:pt idx="14638">
                  <c:v>0.49688888888888888</c:v>
                </c:pt>
                <c:pt idx="14639">
                  <c:v>0.49688888888888888</c:v>
                </c:pt>
                <c:pt idx="14640">
                  <c:v>0.49688888888888888</c:v>
                </c:pt>
                <c:pt idx="14641">
                  <c:v>0.49703703703703705</c:v>
                </c:pt>
                <c:pt idx="14642">
                  <c:v>0.49703703703703705</c:v>
                </c:pt>
                <c:pt idx="14643">
                  <c:v>0.49703703703703705</c:v>
                </c:pt>
                <c:pt idx="14644">
                  <c:v>0.49703703703703705</c:v>
                </c:pt>
                <c:pt idx="14645">
                  <c:v>0.49718518518518517</c:v>
                </c:pt>
                <c:pt idx="14646">
                  <c:v>0.49718518518518517</c:v>
                </c:pt>
                <c:pt idx="14647">
                  <c:v>0.49718518518518517</c:v>
                </c:pt>
                <c:pt idx="14648">
                  <c:v>0.49718518518518517</c:v>
                </c:pt>
                <c:pt idx="14649">
                  <c:v>0.49733333333333335</c:v>
                </c:pt>
                <c:pt idx="14650">
                  <c:v>0.49733333333333335</c:v>
                </c:pt>
                <c:pt idx="14651">
                  <c:v>0.49748148148148147</c:v>
                </c:pt>
                <c:pt idx="14652">
                  <c:v>0.49748148148148147</c:v>
                </c:pt>
                <c:pt idx="14653">
                  <c:v>0.49762962962962964</c:v>
                </c:pt>
                <c:pt idx="14654">
                  <c:v>0.49762962962962964</c:v>
                </c:pt>
                <c:pt idx="14655">
                  <c:v>0.49762962962962964</c:v>
                </c:pt>
                <c:pt idx="14656">
                  <c:v>0.49762962962962964</c:v>
                </c:pt>
                <c:pt idx="14657">
                  <c:v>0.49762962962962964</c:v>
                </c:pt>
                <c:pt idx="14658">
                  <c:v>0.49762962962962964</c:v>
                </c:pt>
                <c:pt idx="14659">
                  <c:v>0.49762962962962964</c:v>
                </c:pt>
                <c:pt idx="14660">
                  <c:v>0.49762962962962964</c:v>
                </c:pt>
                <c:pt idx="14661">
                  <c:v>0.49762962962962964</c:v>
                </c:pt>
                <c:pt idx="14662">
                  <c:v>0.49762962962962964</c:v>
                </c:pt>
                <c:pt idx="14663">
                  <c:v>0.49762962962962964</c:v>
                </c:pt>
                <c:pt idx="14664">
                  <c:v>0.49762962962962964</c:v>
                </c:pt>
                <c:pt idx="14665">
                  <c:v>0.49762962962962964</c:v>
                </c:pt>
                <c:pt idx="14666">
                  <c:v>0.49777777777777776</c:v>
                </c:pt>
                <c:pt idx="14667">
                  <c:v>0.49777777777777776</c:v>
                </c:pt>
                <c:pt idx="14668">
                  <c:v>0.49777777777777776</c:v>
                </c:pt>
                <c:pt idx="14669">
                  <c:v>0.49777777777777776</c:v>
                </c:pt>
                <c:pt idx="14670">
                  <c:v>0.49777777777777776</c:v>
                </c:pt>
                <c:pt idx="14671">
                  <c:v>0.49777777777777776</c:v>
                </c:pt>
                <c:pt idx="14672">
                  <c:v>0.49777777777777776</c:v>
                </c:pt>
                <c:pt idx="14673">
                  <c:v>0.49777777777777776</c:v>
                </c:pt>
                <c:pt idx="14674">
                  <c:v>0.49777777777777776</c:v>
                </c:pt>
                <c:pt idx="14675">
                  <c:v>0.49777777777777776</c:v>
                </c:pt>
                <c:pt idx="14676">
                  <c:v>0.49777777777777776</c:v>
                </c:pt>
                <c:pt idx="14677">
                  <c:v>0.49777777777777776</c:v>
                </c:pt>
                <c:pt idx="14678">
                  <c:v>0.49777777777777776</c:v>
                </c:pt>
                <c:pt idx="14679">
                  <c:v>0.49777777777777776</c:v>
                </c:pt>
                <c:pt idx="14680">
                  <c:v>0.49777777777777776</c:v>
                </c:pt>
                <c:pt idx="14681">
                  <c:v>0.49792592592592594</c:v>
                </c:pt>
                <c:pt idx="14682">
                  <c:v>0.49792592592592594</c:v>
                </c:pt>
                <c:pt idx="14683">
                  <c:v>0.49792592592592594</c:v>
                </c:pt>
                <c:pt idx="14684">
                  <c:v>0.49792592592592594</c:v>
                </c:pt>
                <c:pt idx="14685">
                  <c:v>0.49807407407407406</c:v>
                </c:pt>
                <c:pt idx="14686">
                  <c:v>0.49807407407407406</c:v>
                </c:pt>
                <c:pt idx="14687">
                  <c:v>0.49807407407407406</c:v>
                </c:pt>
                <c:pt idx="14688">
                  <c:v>0.49807407407407406</c:v>
                </c:pt>
                <c:pt idx="14689">
                  <c:v>0.49807407407407406</c:v>
                </c:pt>
                <c:pt idx="14690">
                  <c:v>0.49822222222222223</c:v>
                </c:pt>
                <c:pt idx="14691">
                  <c:v>0.49822222222222223</c:v>
                </c:pt>
                <c:pt idx="14692">
                  <c:v>0.49822222222222223</c:v>
                </c:pt>
                <c:pt idx="14693">
                  <c:v>0.49822222222222223</c:v>
                </c:pt>
                <c:pt idx="14694">
                  <c:v>0.49822222222222223</c:v>
                </c:pt>
                <c:pt idx="14695">
                  <c:v>0.49822222222222223</c:v>
                </c:pt>
                <c:pt idx="14696">
                  <c:v>0.49822222222222223</c:v>
                </c:pt>
                <c:pt idx="14697">
                  <c:v>0.49822222222222223</c:v>
                </c:pt>
                <c:pt idx="14698">
                  <c:v>0.49822222222222223</c:v>
                </c:pt>
                <c:pt idx="14699">
                  <c:v>0.49822222222222223</c:v>
                </c:pt>
                <c:pt idx="14700">
                  <c:v>0.49822222222222223</c:v>
                </c:pt>
                <c:pt idx="14701">
                  <c:v>0.49822222222222223</c:v>
                </c:pt>
                <c:pt idx="14702">
                  <c:v>0.49837037037037035</c:v>
                </c:pt>
                <c:pt idx="14703">
                  <c:v>0.49837037037037035</c:v>
                </c:pt>
                <c:pt idx="14704">
                  <c:v>0.49837037037037035</c:v>
                </c:pt>
                <c:pt idx="14705">
                  <c:v>0.49837037037037035</c:v>
                </c:pt>
                <c:pt idx="14706">
                  <c:v>0.49837037037037035</c:v>
                </c:pt>
                <c:pt idx="14707">
                  <c:v>0.49837037037037035</c:v>
                </c:pt>
                <c:pt idx="14708">
                  <c:v>0.49837037037037035</c:v>
                </c:pt>
                <c:pt idx="14709">
                  <c:v>0.49837037037037035</c:v>
                </c:pt>
                <c:pt idx="14710">
                  <c:v>0.49837037037037035</c:v>
                </c:pt>
                <c:pt idx="14711">
                  <c:v>0.49837037037037035</c:v>
                </c:pt>
                <c:pt idx="14712">
                  <c:v>0.49837037037037035</c:v>
                </c:pt>
                <c:pt idx="14713">
                  <c:v>0.49837037037037035</c:v>
                </c:pt>
                <c:pt idx="14714">
                  <c:v>0.49851851851851853</c:v>
                </c:pt>
                <c:pt idx="14715">
                  <c:v>0.49866666666666665</c:v>
                </c:pt>
                <c:pt idx="14716">
                  <c:v>0.49866666666666665</c:v>
                </c:pt>
                <c:pt idx="14717">
                  <c:v>0.49866666666666665</c:v>
                </c:pt>
                <c:pt idx="14718">
                  <c:v>0.49866666666666665</c:v>
                </c:pt>
                <c:pt idx="14719">
                  <c:v>0.49881481481481482</c:v>
                </c:pt>
                <c:pt idx="14720">
                  <c:v>0.49881481481481482</c:v>
                </c:pt>
                <c:pt idx="14721">
                  <c:v>0.49896296296296294</c:v>
                </c:pt>
                <c:pt idx="14722">
                  <c:v>0.49911111111111112</c:v>
                </c:pt>
                <c:pt idx="14723">
                  <c:v>0.49911111111111112</c:v>
                </c:pt>
                <c:pt idx="14724">
                  <c:v>0.49911111111111112</c:v>
                </c:pt>
                <c:pt idx="14725">
                  <c:v>0.49911111111111112</c:v>
                </c:pt>
                <c:pt idx="14726">
                  <c:v>0.49925925925925924</c:v>
                </c:pt>
                <c:pt idx="14727">
                  <c:v>0.49925925925925924</c:v>
                </c:pt>
                <c:pt idx="14728">
                  <c:v>0.49925925925925924</c:v>
                </c:pt>
                <c:pt idx="14729">
                  <c:v>0.49925925925925924</c:v>
                </c:pt>
                <c:pt idx="14730">
                  <c:v>0.49940740740740741</c:v>
                </c:pt>
                <c:pt idx="14731">
                  <c:v>0.49940740740740741</c:v>
                </c:pt>
                <c:pt idx="14732">
                  <c:v>0.49940740740740741</c:v>
                </c:pt>
                <c:pt idx="14733">
                  <c:v>0.49940740740740741</c:v>
                </c:pt>
                <c:pt idx="14734">
                  <c:v>0.49940740740740741</c:v>
                </c:pt>
                <c:pt idx="14735">
                  <c:v>0.49955555555555553</c:v>
                </c:pt>
                <c:pt idx="14736">
                  <c:v>0.49955555555555553</c:v>
                </c:pt>
                <c:pt idx="14737">
                  <c:v>0.49970370370370371</c:v>
                </c:pt>
                <c:pt idx="14738">
                  <c:v>0.49970370370370371</c:v>
                </c:pt>
                <c:pt idx="14739">
                  <c:v>0.49970370370370371</c:v>
                </c:pt>
                <c:pt idx="14740">
                  <c:v>0.49985185185185182</c:v>
                </c:pt>
                <c:pt idx="14741">
                  <c:v>0.49985185185185182</c:v>
                </c:pt>
                <c:pt idx="14742">
                  <c:v>0.49985185185185182</c:v>
                </c:pt>
                <c:pt idx="14743">
                  <c:v>0.5</c:v>
                </c:pt>
                <c:pt idx="14744">
                  <c:v>0.5</c:v>
                </c:pt>
                <c:pt idx="14745">
                  <c:v>0.5</c:v>
                </c:pt>
                <c:pt idx="14746">
                  <c:v>0.5</c:v>
                </c:pt>
                <c:pt idx="14747">
                  <c:v>0.5</c:v>
                </c:pt>
                <c:pt idx="14748">
                  <c:v>0.5</c:v>
                </c:pt>
                <c:pt idx="14749">
                  <c:v>0.50014814814814812</c:v>
                </c:pt>
                <c:pt idx="14750">
                  <c:v>0.50014814814814812</c:v>
                </c:pt>
                <c:pt idx="14751">
                  <c:v>0.50014814814814812</c:v>
                </c:pt>
                <c:pt idx="14752">
                  <c:v>0.50014814814814812</c:v>
                </c:pt>
                <c:pt idx="14753">
                  <c:v>0.50029629629629635</c:v>
                </c:pt>
                <c:pt idx="14754">
                  <c:v>0.50044444444444447</c:v>
                </c:pt>
                <c:pt idx="14755">
                  <c:v>0.50044444444444447</c:v>
                </c:pt>
                <c:pt idx="14756">
                  <c:v>0.50044444444444447</c:v>
                </c:pt>
                <c:pt idx="14757">
                  <c:v>0.50044444444444447</c:v>
                </c:pt>
                <c:pt idx="14758">
                  <c:v>0.50044444444444447</c:v>
                </c:pt>
                <c:pt idx="14759">
                  <c:v>0.50044444444444447</c:v>
                </c:pt>
                <c:pt idx="14760">
                  <c:v>0.50044444444444447</c:v>
                </c:pt>
                <c:pt idx="14761">
                  <c:v>0.50044444444444447</c:v>
                </c:pt>
                <c:pt idx="14762">
                  <c:v>0.50044444444444447</c:v>
                </c:pt>
                <c:pt idx="14763">
                  <c:v>0.50044444444444447</c:v>
                </c:pt>
                <c:pt idx="14764">
                  <c:v>0.50044444444444447</c:v>
                </c:pt>
                <c:pt idx="14765">
                  <c:v>0.50044444444444447</c:v>
                </c:pt>
                <c:pt idx="14766">
                  <c:v>0.50059259259259259</c:v>
                </c:pt>
                <c:pt idx="14767">
                  <c:v>0.50059259259259259</c:v>
                </c:pt>
                <c:pt idx="14768">
                  <c:v>0.50074074074074071</c:v>
                </c:pt>
                <c:pt idx="14769">
                  <c:v>0.50074074074074071</c:v>
                </c:pt>
                <c:pt idx="14770">
                  <c:v>0.50074074074074071</c:v>
                </c:pt>
                <c:pt idx="14771">
                  <c:v>0.50074074074074071</c:v>
                </c:pt>
                <c:pt idx="14772">
                  <c:v>0.50074074074074071</c:v>
                </c:pt>
                <c:pt idx="14773">
                  <c:v>0.50074074074074071</c:v>
                </c:pt>
                <c:pt idx="14774">
                  <c:v>0.50074074074074071</c:v>
                </c:pt>
                <c:pt idx="14775">
                  <c:v>0.50074074074074071</c:v>
                </c:pt>
                <c:pt idx="14776">
                  <c:v>0.50074074074074071</c:v>
                </c:pt>
                <c:pt idx="14777">
                  <c:v>0.50074074074074071</c:v>
                </c:pt>
                <c:pt idx="14778">
                  <c:v>0.50074074074074071</c:v>
                </c:pt>
                <c:pt idx="14779">
                  <c:v>0.50074074074074071</c:v>
                </c:pt>
                <c:pt idx="14780">
                  <c:v>0.50088888888888894</c:v>
                </c:pt>
                <c:pt idx="14781">
                  <c:v>0.50088888888888894</c:v>
                </c:pt>
                <c:pt idx="14782">
                  <c:v>0.50088888888888894</c:v>
                </c:pt>
                <c:pt idx="14783">
                  <c:v>0.50088888888888894</c:v>
                </c:pt>
                <c:pt idx="14784">
                  <c:v>0.50088888888888894</c:v>
                </c:pt>
                <c:pt idx="14785">
                  <c:v>0.50088888888888894</c:v>
                </c:pt>
                <c:pt idx="14786">
                  <c:v>0.50103703703703706</c:v>
                </c:pt>
                <c:pt idx="14787">
                  <c:v>0.50103703703703706</c:v>
                </c:pt>
                <c:pt idx="14788">
                  <c:v>0.50118518518518518</c:v>
                </c:pt>
                <c:pt idx="14789">
                  <c:v>0.50118518518518518</c:v>
                </c:pt>
                <c:pt idx="14790">
                  <c:v>0.50118518518518518</c:v>
                </c:pt>
                <c:pt idx="14791">
                  <c:v>0.5013333333333333</c:v>
                </c:pt>
                <c:pt idx="14792">
                  <c:v>0.5013333333333333</c:v>
                </c:pt>
                <c:pt idx="14793">
                  <c:v>0.5013333333333333</c:v>
                </c:pt>
                <c:pt idx="14794">
                  <c:v>0.50148148148148153</c:v>
                </c:pt>
                <c:pt idx="14795">
                  <c:v>0.50148148148148153</c:v>
                </c:pt>
                <c:pt idx="14796">
                  <c:v>0.50148148148148153</c:v>
                </c:pt>
                <c:pt idx="14797">
                  <c:v>0.50162962962962965</c:v>
                </c:pt>
                <c:pt idx="14798">
                  <c:v>0.50162962962962965</c:v>
                </c:pt>
                <c:pt idx="14799">
                  <c:v>0.50162962962962965</c:v>
                </c:pt>
                <c:pt idx="14800">
                  <c:v>0.50162962962962965</c:v>
                </c:pt>
                <c:pt idx="14801">
                  <c:v>0.50177777777777777</c:v>
                </c:pt>
                <c:pt idx="14802">
                  <c:v>0.50177777777777777</c:v>
                </c:pt>
                <c:pt idx="14803">
                  <c:v>0.50177777777777777</c:v>
                </c:pt>
                <c:pt idx="14804">
                  <c:v>0.50177777777777777</c:v>
                </c:pt>
                <c:pt idx="14805">
                  <c:v>0.50177777777777777</c:v>
                </c:pt>
                <c:pt idx="14806">
                  <c:v>0.50192592592592589</c:v>
                </c:pt>
                <c:pt idx="14807">
                  <c:v>0.50192592592592589</c:v>
                </c:pt>
                <c:pt idx="14808">
                  <c:v>0.50207407407407412</c:v>
                </c:pt>
                <c:pt idx="14809">
                  <c:v>0.50207407407407412</c:v>
                </c:pt>
                <c:pt idx="14810">
                  <c:v>0.50207407407407412</c:v>
                </c:pt>
                <c:pt idx="14811">
                  <c:v>0.50222222222222224</c:v>
                </c:pt>
                <c:pt idx="14812">
                  <c:v>0.50222222222222224</c:v>
                </c:pt>
                <c:pt idx="14813">
                  <c:v>0.50222222222222224</c:v>
                </c:pt>
                <c:pt idx="14814">
                  <c:v>0.50222222222222224</c:v>
                </c:pt>
                <c:pt idx="14815">
                  <c:v>0.50222222222222224</c:v>
                </c:pt>
                <c:pt idx="14816">
                  <c:v>0.50222222222222224</c:v>
                </c:pt>
                <c:pt idx="14817">
                  <c:v>0.50222222222222224</c:v>
                </c:pt>
                <c:pt idx="14818">
                  <c:v>0.50237037037037036</c:v>
                </c:pt>
                <c:pt idx="14819">
                  <c:v>0.50237037037037036</c:v>
                </c:pt>
                <c:pt idx="14820">
                  <c:v>0.50237037037037036</c:v>
                </c:pt>
                <c:pt idx="14821">
                  <c:v>0.50251851851851848</c:v>
                </c:pt>
                <c:pt idx="14822">
                  <c:v>0.50251851851851848</c:v>
                </c:pt>
                <c:pt idx="14823">
                  <c:v>0.50251851851851848</c:v>
                </c:pt>
                <c:pt idx="14824">
                  <c:v>0.50251851851851848</c:v>
                </c:pt>
                <c:pt idx="14825">
                  <c:v>0.50251851851851848</c:v>
                </c:pt>
                <c:pt idx="14826">
                  <c:v>0.50251851851851848</c:v>
                </c:pt>
                <c:pt idx="14827">
                  <c:v>0.50251851851851848</c:v>
                </c:pt>
                <c:pt idx="14828">
                  <c:v>0.50251851851851848</c:v>
                </c:pt>
                <c:pt idx="14829">
                  <c:v>0.50251851851851848</c:v>
                </c:pt>
                <c:pt idx="14830">
                  <c:v>0.50266666666666671</c:v>
                </c:pt>
                <c:pt idx="14831">
                  <c:v>0.50266666666666671</c:v>
                </c:pt>
                <c:pt idx="14832">
                  <c:v>0.50266666666666671</c:v>
                </c:pt>
                <c:pt idx="14833">
                  <c:v>0.50281481481481483</c:v>
                </c:pt>
                <c:pt idx="14834">
                  <c:v>0.50296296296296295</c:v>
                </c:pt>
                <c:pt idx="14835">
                  <c:v>0.50296296296296295</c:v>
                </c:pt>
                <c:pt idx="14836">
                  <c:v>0.50296296296296295</c:v>
                </c:pt>
                <c:pt idx="14837">
                  <c:v>0.50296296296296295</c:v>
                </c:pt>
                <c:pt idx="14838">
                  <c:v>0.50296296296296295</c:v>
                </c:pt>
                <c:pt idx="14839">
                  <c:v>0.50296296296296295</c:v>
                </c:pt>
                <c:pt idx="14840">
                  <c:v>0.50296296296296295</c:v>
                </c:pt>
                <c:pt idx="14841">
                  <c:v>0.50311111111111106</c:v>
                </c:pt>
                <c:pt idx="14842">
                  <c:v>0.50311111111111106</c:v>
                </c:pt>
                <c:pt idx="14843">
                  <c:v>0.50311111111111106</c:v>
                </c:pt>
                <c:pt idx="14844">
                  <c:v>0.5032592592592593</c:v>
                </c:pt>
                <c:pt idx="14845">
                  <c:v>0.5032592592592593</c:v>
                </c:pt>
                <c:pt idx="14846">
                  <c:v>0.50340740740740741</c:v>
                </c:pt>
                <c:pt idx="14847">
                  <c:v>0.50340740740740741</c:v>
                </c:pt>
                <c:pt idx="14848">
                  <c:v>0.50340740740740741</c:v>
                </c:pt>
                <c:pt idx="14849">
                  <c:v>0.50340740740740741</c:v>
                </c:pt>
                <c:pt idx="14850">
                  <c:v>0.50340740740740741</c:v>
                </c:pt>
                <c:pt idx="14851">
                  <c:v>0.50340740740740741</c:v>
                </c:pt>
                <c:pt idx="14852">
                  <c:v>0.50340740740740741</c:v>
                </c:pt>
                <c:pt idx="14853">
                  <c:v>0.50340740740740741</c:v>
                </c:pt>
                <c:pt idx="14854">
                  <c:v>0.50355555555555553</c:v>
                </c:pt>
                <c:pt idx="14855">
                  <c:v>0.50355555555555553</c:v>
                </c:pt>
                <c:pt idx="14856">
                  <c:v>0.50355555555555553</c:v>
                </c:pt>
                <c:pt idx="14857">
                  <c:v>0.50355555555555553</c:v>
                </c:pt>
                <c:pt idx="14858">
                  <c:v>0.50355555555555553</c:v>
                </c:pt>
                <c:pt idx="14859">
                  <c:v>0.50355555555555553</c:v>
                </c:pt>
                <c:pt idx="14860">
                  <c:v>0.50355555555555553</c:v>
                </c:pt>
                <c:pt idx="14861">
                  <c:v>0.50355555555555553</c:v>
                </c:pt>
                <c:pt idx="14862">
                  <c:v>0.50370370370370365</c:v>
                </c:pt>
                <c:pt idx="14863">
                  <c:v>0.50385185185185188</c:v>
                </c:pt>
                <c:pt idx="14864">
                  <c:v>0.504</c:v>
                </c:pt>
                <c:pt idx="14865">
                  <c:v>0.50414814814814812</c:v>
                </c:pt>
                <c:pt idx="14866">
                  <c:v>0.50414814814814812</c:v>
                </c:pt>
                <c:pt idx="14867">
                  <c:v>0.50414814814814812</c:v>
                </c:pt>
                <c:pt idx="14868">
                  <c:v>0.50414814814814812</c:v>
                </c:pt>
                <c:pt idx="14869">
                  <c:v>0.50414814814814812</c:v>
                </c:pt>
                <c:pt idx="14870">
                  <c:v>0.50414814814814812</c:v>
                </c:pt>
                <c:pt idx="14871">
                  <c:v>0.50414814814814812</c:v>
                </c:pt>
                <c:pt idx="14872">
                  <c:v>0.50414814814814812</c:v>
                </c:pt>
                <c:pt idx="14873">
                  <c:v>0.50414814814814812</c:v>
                </c:pt>
                <c:pt idx="14874">
                  <c:v>0.50414814814814812</c:v>
                </c:pt>
                <c:pt idx="14875">
                  <c:v>0.50414814814814812</c:v>
                </c:pt>
                <c:pt idx="14876">
                  <c:v>0.50414814814814812</c:v>
                </c:pt>
                <c:pt idx="14877">
                  <c:v>0.50414814814814812</c:v>
                </c:pt>
                <c:pt idx="14878">
                  <c:v>0.50414814814814812</c:v>
                </c:pt>
                <c:pt idx="14879">
                  <c:v>0.50414814814814812</c:v>
                </c:pt>
                <c:pt idx="14880">
                  <c:v>0.50414814814814812</c:v>
                </c:pt>
                <c:pt idx="14881">
                  <c:v>0.50429629629629624</c:v>
                </c:pt>
                <c:pt idx="14882">
                  <c:v>0.50429629629629624</c:v>
                </c:pt>
                <c:pt idx="14883">
                  <c:v>0.50444444444444447</c:v>
                </c:pt>
                <c:pt idx="14884">
                  <c:v>0.50444444444444447</c:v>
                </c:pt>
                <c:pt idx="14885">
                  <c:v>0.50444444444444447</c:v>
                </c:pt>
                <c:pt idx="14886">
                  <c:v>0.50444444444444447</c:v>
                </c:pt>
                <c:pt idx="14887">
                  <c:v>0.50459259259259259</c:v>
                </c:pt>
                <c:pt idx="14888">
                  <c:v>0.50459259259259259</c:v>
                </c:pt>
                <c:pt idx="14889">
                  <c:v>0.50459259259259259</c:v>
                </c:pt>
                <c:pt idx="14890">
                  <c:v>0.50459259259259259</c:v>
                </c:pt>
                <c:pt idx="14891">
                  <c:v>0.50459259259259259</c:v>
                </c:pt>
                <c:pt idx="14892">
                  <c:v>0.50459259259259259</c:v>
                </c:pt>
                <c:pt idx="14893">
                  <c:v>0.50459259259259259</c:v>
                </c:pt>
                <c:pt idx="14894">
                  <c:v>0.50459259259259259</c:v>
                </c:pt>
                <c:pt idx="14895">
                  <c:v>0.50459259259259259</c:v>
                </c:pt>
                <c:pt idx="14896">
                  <c:v>0.50459259259259259</c:v>
                </c:pt>
                <c:pt idx="14897">
                  <c:v>0.50459259259259259</c:v>
                </c:pt>
                <c:pt idx="14898">
                  <c:v>0.50459259259259259</c:v>
                </c:pt>
                <c:pt idx="14899">
                  <c:v>0.50459259259259259</c:v>
                </c:pt>
                <c:pt idx="14900">
                  <c:v>0.50459259259259259</c:v>
                </c:pt>
                <c:pt idx="14901">
                  <c:v>0.50459259259259259</c:v>
                </c:pt>
                <c:pt idx="14902">
                  <c:v>0.50459259259259259</c:v>
                </c:pt>
                <c:pt idx="14903">
                  <c:v>0.50459259259259259</c:v>
                </c:pt>
                <c:pt idx="14904">
                  <c:v>0.50459259259259259</c:v>
                </c:pt>
                <c:pt idx="14905">
                  <c:v>0.50474074074074071</c:v>
                </c:pt>
                <c:pt idx="14906">
                  <c:v>0.50488888888888894</c:v>
                </c:pt>
                <c:pt idx="14907">
                  <c:v>0.50488888888888894</c:v>
                </c:pt>
                <c:pt idx="14908">
                  <c:v>0.50488888888888894</c:v>
                </c:pt>
                <c:pt idx="14909">
                  <c:v>0.50488888888888894</c:v>
                </c:pt>
                <c:pt idx="14910">
                  <c:v>0.50488888888888894</c:v>
                </c:pt>
                <c:pt idx="14911">
                  <c:v>0.50488888888888894</c:v>
                </c:pt>
                <c:pt idx="14912">
                  <c:v>0.50488888888888894</c:v>
                </c:pt>
                <c:pt idx="14913">
                  <c:v>0.50503703703703706</c:v>
                </c:pt>
                <c:pt idx="14914">
                  <c:v>0.50503703703703706</c:v>
                </c:pt>
                <c:pt idx="14915">
                  <c:v>0.50518518518518518</c:v>
                </c:pt>
                <c:pt idx="14916">
                  <c:v>0.5053333333333333</c:v>
                </c:pt>
                <c:pt idx="14917">
                  <c:v>0.5053333333333333</c:v>
                </c:pt>
                <c:pt idx="14918">
                  <c:v>0.5053333333333333</c:v>
                </c:pt>
                <c:pt idx="14919">
                  <c:v>0.5053333333333333</c:v>
                </c:pt>
                <c:pt idx="14920">
                  <c:v>0.5053333333333333</c:v>
                </c:pt>
                <c:pt idx="14921">
                  <c:v>0.5053333333333333</c:v>
                </c:pt>
                <c:pt idx="14922">
                  <c:v>0.5053333333333333</c:v>
                </c:pt>
                <c:pt idx="14923">
                  <c:v>0.5053333333333333</c:v>
                </c:pt>
                <c:pt idx="14924">
                  <c:v>0.5053333333333333</c:v>
                </c:pt>
                <c:pt idx="14925">
                  <c:v>0.5053333333333333</c:v>
                </c:pt>
                <c:pt idx="14926">
                  <c:v>0.5053333333333333</c:v>
                </c:pt>
                <c:pt idx="14927">
                  <c:v>0.5053333333333333</c:v>
                </c:pt>
                <c:pt idx="14928">
                  <c:v>0.5053333333333333</c:v>
                </c:pt>
                <c:pt idx="14929">
                  <c:v>0.5053333333333333</c:v>
                </c:pt>
                <c:pt idx="14930">
                  <c:v>0.50548148148148153</c:v>
                </c:pt>
                <c:pt idx="14931">
                  <c:v>0.50548148148148153</c:v>
                </c:pt>
                <c:pt idx="14932">
                  <c:v>0.50548148148148153</c:v>
                </c:pt>
                <c:pt idx="14933">
                  <c:v>0.50548148148148153</c:v>
                </c:pt>
                <c:pt idx="14934">
                  <c:v>0.50548148148148153</c:v>
                </c:pt>
                <c:pt idx="14935">
                  <c:v>0.50548148148148153</c:v>
                </c:pt>
                <c:pt idx="14936">
                  <c:v>0.50548148148148153</c:v>
                </c:pt>
                <c:pt idx="14937">
                  <c:v>0.50548148148148153</c:v>
                </c:pt>
                <c:pt idx="14938">
                  <c:v>0.50548148148148153</c:v>
                </c:pt>
                <c:pt idx="14939">
                  <c:v>0.50548148148148153</c:v>
                </c:pt>
                <c:pt idx="14940">
                  <c:v>0.50548148148148153</c:v>
                </c:pt>
                <c:pt idx="14941">
                  <c:v>0.50562962962962965</c:v>
                </c:pt>
                <c:pt idx="14942">
                  <c:v>0.50562962962962965</c:v>
                </c:pt>
                <c:pt idx="14943">
                  <c:v>0.50577777777777777</c:v>
                </c:pt>
                <c:pt idx="14944">
                  <c:v>0.50577777777777777</c:v>
                </c:pt>
                <c:pt idx="14945">
                  <c:v>0.50577777777777777</c:v>
                </c:pt>
                <c:pt idx="14946">
                  <c:v>0.50592592592592589</c:v>
                </c:pt>
                <c:pt idx="14947">
                  <c:v>0.50607407407407412</c:v>
                </c:pt>
                <c:pt idx="14948">
                  <c:v>0.50607407407407412</c:v>
                </c:pt>
                <c:pt idx="14949">
                  <c:v>0.50607407407407412</c:v>
                </c:pt>
                <c:pt idx="14950">
                  <c:v>0.50607407407407412</c:v>
                </c:pt>
                <c:pt idx="14951">
                  <c:v>0.50607407407407412</c:v>
                </c:pt>
                <c:pt idx="14952">
                  <c:v>0.50607407407407412</c:v>
                </c:pt>
                <c:pt idx="14953">
                  <c:v>0.50607407407407412</c:v>
                </c:pt>
                <c:pt idx="14954">
                  <c:v>0.50607407407407412</c:v>
                </c:pt>
                <c:pt idx="14955">
                  <c:v>0.50622222222222224</c:v>
                </c:pt>
                <c:pt idx="14956">
                  <c:v>0.50622222222222224</c:v>
                </c:pt>
                <c:pt idx="14957">
                  <c:v>0.50622222222222224</c:v>
                </c:pt>
                <c:pt idx="14958">
                  <c:v>0.50622222222222224</c:v>
                </c:pt>
                <c:pt idx="14959">
                  <c:v>0.50637037037037036</c:v>
                </c:pt>
                <c:pt idx="14960">
                  <c:v>0.50637037037037036</c:v>
                </c:pt>
                <c:pt idx="14961">
                  <c:v>0.50637037037037036</c:v>
                </c:pt>
                <c:pt idx="14962">
                  <c:v>0.50637037037037036</c:v>
                </c:pt>
                <c:pt idx="14963">
                  <c:v>0.50637037037037036</c:v>
                </c:pt>
                <c:pt idx="14964">
                  <c:v>0.50637037037037036</c:v>
                </c:pt>
                <c:pt idx="14965">
                  <c:v>0.50651851851851848</c:v>
                </c:pt>
                <c:pt idx="14966">
                  <c:v>0.50666666666666671</c:v>
                </c:pt>
                <c:pt idx="14967">
                  <c:v>0.50666666666666671</c:v>
                </c:pt>
                <c:pt idx="14968">
                  <c:v>0.50666666666666671</c:v>
                </c:pt>
                <c:pt idx="14969">
                  <c:v>0.50681481481481483</c:v>
                </c:pt>
                <c:pt idx="14970">
                  <c:v>0.50681481481481483</c:v>
                </c:pt>
                <c:pt idx="14971">
                  <c:v>0.50681481481481483</c:v>
                </c:pt>
                <c:pt idx="14972">
                  <c:v>0.50696296296296295</c:v>
                </c:pt>
                <c:pt idx="14973">
                  <c:v>0.50696296296296295</c:v>
                </c:pt>
                <c:pt idx="14974">
                  <c:v>0.50696296296296295</c:v>
                </c:pt>
                <c:pt idx="14975">
                  <c:v>0.50696296296296295</c:v>
                </c:pt>
                <c:pt idx="14976">
                  <c:v>0.50696296296296295</c:v>
                </c:pt>
                <c:pt idx="14977">
                  <c:v>0.50711111111111107</c:v>
                </c:pt>
                <c:pt idx="14978">
                  <c:v>0.50711111111111107</c:v>
                </c:pt>
                <c:pt idx="14979">
                  <c:v>0.50711111111111107</c:v>
                </c:pt>
                <c:pt idx="14980">
                  <c:v>0.5072592592592593</c:v>
                </c:pt>
                <c:pt idx="14981">
                  <c:v>0.5072592592592593</c:v>
                </c:pt>
                <c:pt idx="14982">
                  <c:v>0.50740740740740742</c:v>
                </c:pt>
                <c:pt idx="14983">
                  <c:v>0.50740740740740742</c:v>
                </c:pt>
                <c:pt idx="14984">
                  <c:v>0.50740740740740742</c:v>
                </c:pt>
                <c:pt idx="14985">
                  <c:v>0.50740740740740742</c:v>
                </c:pt>
                <c:pt idx="14986">
                  <c:v>0.50740740740740742</c:v>
                </c:pt>
                <c:pt idx="14987">
                  <c:v>0.50740740740740742</c:v>
                </c:pt>
                <c:pt idx="14988">
                  <c:v>0.50740740740740742</c:v>
                </c:pt>
                <c:pt idx="14989">
                  <c:v>0.50740740740740742</c:v>
                </c:pt>
                <c:pt idx="14990">
                  <c:v>0.50755555555555554</c:v>
                </c:pt>
                <c:pt idx="14991">
                  <c:v>0.50770370370370366</c:v>
                </c:pt>
                <c:pt idx="14992">
                  <c:v>0.50770370370370366</c:v>
                </c:pt>
                <c:pt idx="14993">
                  <c:v>0.50770370370370366</c:v>
                </c:pt>
                <c:pt idx="14994">
                  <c:v>0.50770370370370366</c:v>
                </c:pt>
                <c:pt idx="14995">
                  <c:v>0.50770370370370366</c:v>
                </c:pt>
                <c:pt idx="14996">
                  <c:v>0.50770370370370366</c:v>
                </c:pt>
                <c:pt idx="14997">
                  <c:v>0.50770370370370366</c:v>
                </c:pt>
                <c:pt idx="14998">
                  <c:v>0.50770370370370366</c:v>
                </c:pt>
                <c:pt idx="14999">
                  <c:v>0.50785185185185189</c:v>
                </c:pt>
                <c:pt idx="15000">
                  <c:v>0.50785185185185189</c:v>
                </c:pt>
                <c:pt idx="15001">
                  <c:v>0.50800000000000001</c:v>
                </c:pt>
                <c:pt idx="15002">
                  <c:v>0.50800000000000001</c:v>
                </c:pt>
                <c:pt idx="15003">
                  <c:v>0.50800000000000001</c:v>
                </c:pt>
                <c:pt idx="15004">
                  <c:v>0.50800000000000001</c:v>
                </c:pt>
                <c:pt idx="15005">
                  <c:v>0.50800000000000001</c:v>
                </c:pt>
                <c:pt idx="15006">
                  <c:v>0.50800000000000001</c:v>
                </c:pt>
                <c:pt idx="15007">
                  <c:v>0.50800000000000001</c:v>
                </c:pt>
                <c:pt idx="15008">
                  <c:v>0.50800000000000001</c:v>
                </c:pt>
                <c:pt idx="15009">
                  <c:v>0.50800000000000001</c:v>
                </c:pt>
                <c:pt idx="15010">
                  <c:v>0.50800000000000001</c:v>
                </c:pt>
                <c:pt idx="15011">
                  <c:v>0.50800000000000001</c:v>
                </c:pt>
                <c:pt idx="15012">
                  <c:v>0.50800000000000001</c:v>
                </c:pt>
                <c:pt idx="15013">
                  <c:v>0.50800000000000001</c:v>
                </c:pt>
                <c:pt idx="15014">
                  <c:v>0.50800000000000001</c:v>
                </c:pt>
                <c:pt idx="15015">
                  <c:v>0.50800000000000001</c:v>
                </c:pt>
                <c:pt idx="15016">
                  <c:v>0.50800000000000001</c:v>
                </c:pt>
                <c:pt idx="15017">
                  <c:v>0.50800000000000001</c:v>
                </c:pt>
                <c:pt idx="15018">
                  <c:v>0.50800000000000001</c:v>
                </c:pt>
                <c:pt idx="15019">
                  <c:v>0.50814814814814813</c:v>
                </c:pt>
                <c:pt idx="15020">
                  <c:v>0.50814814814814813</c:v>
                </c:pt>
                <c:pt idx="15021">
                  <c:v>0.50814814814814813</c:v>
                </c:pt>
                <c:pt idx="15022">
                  <c:v>0.50829629629629625</c:v>
                </c:pt>
                <c:pt idx="15023">
                  <c:v>0.50844444444444448</c:v>
                </c:pt>
                <c:pt idx="15024">
                  <c:v>0.50844444444444448</c:v>
                </c:pt>
                <c:pt idx="15025">
                  <c:v>0.50844444444444448</c:v>
                </c:pt>
                <c:pt idx="15026">
                  <c:v>0.50844444444444448</c:v>
                </c:pt>
                <c:pt idx="15027">
                  <c:v>0.50844444444444448</c:v>
                </c:pt>
                <c:pt idx="15028">
                  <c:v>0.50844444444444448</c:v>
                </c:pt>
                <c:pt idx="15029">
                  <c:v>0.5085925925925926</c:v>
                </c:pt>
                <c:pt idx="15030">
                  <c:v>0.5085925925925926</c:v>
                </c:pt>
                <c:pt idx="15031">
                  <c:v>0.5085925925925926</c:v>
                </c:pt>
                <c:pt idx="15032">
                  <c:v>0.5085925925925926</c:v>
                </c:pt>
                <c:pt idx="15033">
                  <c:v>0.5085925925925926</c:v>
                </c:pt>
                <c:pt idx="15034">
                  <c:v>0.5085925925925926</c:v>
                </c:pt>
                <c:pt idx="15035">
                  <c:v>0.5085925925925926</c:v>
                </c:pt>
                <c:pt idx="15036">
                  <c:v>0.5085925925925926</c:v>
                </c:pt>
                <c:pt idx="15037">
                  <c:v>0.5085925925925926</c:v>
                </c:pt>
                <c:pt idx="15038">
                  <c:v>0.5085925925925926</c:v>
                </c:pt>
                <c:pt idx="15039">
                  <c:v>0.5085925925925926</c:v>
                </c:pt>
                <c:pt idx="15040">
                  <c:v>0.5085925925925926</c:v>
                </c:pt>
                <c:pt idx="15041">
                  <c:v>0.5085925925925926</c:v>
                </c:pt>
                <c:pt idx="15042">
                  <c:v>0.5085925925925926</c:v>
                </c:pt>
                <c:pt idx="15043">
                  <c:v>0.50874074074074072</c:v>
                </c:pt>
                <c:pt idx="15044">
                  <c:v>0.50874074074074072</c:v>
                </c:pt>
                <c:pt idx="15045">
                  <c:v>0.50874074074074072</c:v>
                </c:pt>
                <c:pt idx="15046">
                  <c:v>0.50888888888888884</c:v>
                </c:pt>
                <c:pt idx="15047">
                  <c:v>0.50888888888888884</c:v>
                </c:pt>
                <c:pt idx="15048">
                  <c:v>0.50888888888888884</c:v>
                </c:pt>
                <c:pt idx="15049">
                  <c:v>0.50888888888888884</c:v>
                </c:pt>
                <c:pt idx="15050">
                  <c:v>0.50888888888888884</c:v>
                </c:pt>
                <c:pt idx="15051">
                  <c:v>0.50903703703703707</c:v>
                </c:pt>
                <c:pt idx="15052">
                  <c:v>0.50918518518518519</c:v>
                </c:pt>
                <c:pt idx="15053">
                  <c:v>0.50918518518518519</c:v>
                </c:pt>
                <c:pt idx="15054">
                  <c:v>0.50918518518518519</c:v>
                </c:pt>
                <c:pt idx="15055">
                  <c:v>0.5093333333333333</c:v>
                </c:pt>
                <c:pt idx="15056">
                  <c:v>0.5093333333333333</c:v>
                </c:pt>
                <c:pt idx="15057">
                  <c:v>0.5093333333333333</c:v>
                </c:pt>
                <c:pt idx="15058">
                  <c:v>0.5093333333333333</c:v>
                </c:pt>
                <c:pt idx="15059">
                  <c:v>0.5093333333333333</c:v>
                </c:pt>
                <c:pt idx="15060">
                  <c:v>0.5093333333333333</c:v>
                </c:pt>
                <c:pt idx="15061">
                  <c:v>0.5093333333333333</c:v>
                </c:pt>
                <c:pt idx="15062">
                  <c:v>0.50948148148148154</c:v>
                </c:pt>
                <c:pt idx="15063">
                  <c:v>0.50948148148148154</c:v>
                </c:pt>
                <c:pt idx="15064">
                  <c:v>0.50948148148148154</c:v>
                </c:pt>
                <c:pt idx="15065">
                  <c:v>0.50948148148148154</c:v>
                </c:pt>
                <c:pt idx="15066">
                  <c:v>0.50962962962962965</c:v>
                </c:pt>
                <c:pt idx="15067">
                  <c:v>0.50962962962962965</c:v>
                </c:pt>
                <c:pt idx="15068">
                  <c:v>0.50962962962962965</c:v>
                </c:pt>
                <c:pt idx="15069">
                  <c:v>0.50962962962962965</c:v>
                </c:pt>
                <c:pt idx="15070">
                  <c:v>0.50962962962962965</c:v>
                </c:pt>
                <c:pt idx="15071">
                  <c:v>0.50962962962962965</c:v>
                </c:pt>
                <c:pt idx="15072">
                  <c:v>0.50962962962962965</c:v>
                </c:pt>
                <c:pt idx="15073">
                  <c:v>0.50977777777777777</c:v>
                </c:pt>
                <c:pt idx="15074">
                  <c:v>0.50992592592592589</c:v>
                </c:pt>
                <c:pt idx="15075">
                  <c:v>0.50992592592592589</c:v>
                </c:pt>
                <c:pt idx="15076">
                  <c:v>0.50992592592592589</c:v>
                </c:pt>
                <c:pt idx="15077">
                  <c:v>0.50992592592592589</c:v>
                </c:pt>
                <c:pt idx="15078">
                  <c:v>0.50992592592592589</c:v>
                </c:pt>
                <c:pt idx="15079">
                  <c:v>0.50992592592592589</c:v>
                </c:pt>
                <c:pt idx="15080">
                  <c:v>0.50992592592592589</c:v>
                </c:pt>
                <c:pt idx="15081">
                  <c:v>0.50992592592592589</c:v>
                </c:pt>
                <c:pt idx="15082">
                  <c:v>0.50992592592592589</c:v>
                </c:pt>
                <c:pt idx="15083">
                  <c:v>0.51007407407407412</c:v>
                </c:pt>
                <c:pt idx="15084">
                  <c:v>0.51007407407407412</c:v>
                </c:pt>
                <c:pt idx="15085">
                  <c:v>0.51007407407407412</c:v>
                </c:pt>
                <c:pt idx="15086">
                  <c:v>0.51007407407407412</c:v>
                </c:pt>
                <c:pt idx="15087">
                  <c:v>0.51007407407407412</c:v>
                </c:pt>
                <c:pt idx="15088">
                  <c:v>0.51007407407407412</c:v>
                </c:pt>
                <c:pt idx="15089">
                  <c:v>0.51007407407407412</c:v>
                </c:pt>
                <c:pt idx="15090">
                  <c:v>0.51007407407407412</c:v>
                </c:pt>
                <c:pt idx="15091">
                  <c:v>0.51022222222222224</c:v>
                </c:pt>
                <c:pt idx="15092">
                  <c:v>0.51022222222222224</c:v>
                </c:pt>
                <c:pt idx="15093">
                  <c:v>0.51022222222222224</c:v>
                </c:pt>
                <c:pt idx="15094">
                  <c:v>0.51022222222222224</c:v>
                </c:pt>
                <c:pt idx="15095">
                  <c:v>0.51037037037037036</c:v>
                </c:pt>
                <c:pt idx="15096">
                  <c:v>0.51037037037037036</c:v>
                </c:pt>
                <c:pt idx="15097">
                  <c:v>0.51037037037037036</c:v>
                </c:pt>
                <c:pt idx="15098">
                  <c:v>0.51051851851851848</c:v>
                </c:pt>
                <c:pt idx="15099">
                  <c:v>0.51051851851851848</c:v>
                </c:pt>
                <c:pt idx="15100">
                  <c:v>0.51066666666666671</c:v>
                </c:pt>
                <c:pt idx="15101">
                  <c:v>0.51081481481481483</c:v>
                </c:pt>
                <c:pt idx="15102">
                  <c:v>0.51081481481481483</c:v>
                </c:pt>
                <c:pt idx="15103">
                  <c:v>0.51081481481481483</c:v>
                </c:pt>
                <c:pt idx="15104">
                  <c:v>0.51081481481481483</c:v>
                </c:pt>
                <c:pt idx="15105">
                  <c:v>0.51081481481481483</c:v>
                </c:pt>
                <c:pt idx="15106">
                  <c:v>0.51081481481481483</c:v>
                </c:pt>
                <c:pt idx="15107">
                  <c:v>0.51081481481481483</c:v>
                </c:pt>
                <c:pt idx="15108">
                  <c:v>0.51081481481481483</c:v>
                </c:pt>
                <c:pt idx="15109">
                  <c:v>0.51081481481481483</c:v>
                </c:pt>
                <c:pt idx="15110">
                  <c:v>0.51096296296296295</c:v>
                </c:pt>
                <c:pt idx="15111">
                  <c:v>0.51111111111111107</c:v>
                </c:pt>
                <c:pt idx="15112">
                  <c:v>0.51111111111111107</c:v>
                </c:pt>
                <c:pt idx="15113">
                  <c:v>0.51111111111111107</c:v>
                </c:pt>
                <c:pt idx="15114">
                  <c:v>0.51111111111111107</c:v>
                </c:pt>
                <c:pt idx="15115">
                  <c:v>0.51111111111111107</c:v>
                </c:pt>
                <c:pt idx="15116">
                  <c:v>0.51111111111111107</c:v>
                </c:pt>
                <c:pt idx="15117">
                  <c:v>0.51111111111111107</c:v>
                </c:pt>
                <c:pt idx="15118">
                  <c:v>0.51111111111111107</c:v>
                </c:pt>
                <c:pt idx="15119">
                  <c:v>0.51111111111111107</c:v>
                </c:pt>
                <c:pt idx="15120">
                  <c:v>0.51111111111111107</c:v>
                </c:pt>
                <c:pt idx="15121">
                  <c:v>0.51111111111111107</c:v>
                </c:pt>
                <c:pt idx="15122">
                  <c:v>0.51111111111111107</c:v>
                </c:pt>
                <c:pt idx="15123">
                  <c:v>0.51111111111111107</c:v>
                </c:pt>
                <c:pt idx="15124">
                  <c:v>0.51111111111111107</c:v>
                </c:pt>
                <c:pt idx="15125">
                  <c:v>0.51111111111111107</c:v>
                </c:pt>
                <c:pt idx="15126">
                  <c:v>0.5112592592592593</c:v>
                </c:pt>
                <c:pt idx="15127">
                  <c:v>0.5112592592592593</c:v>
                </c:pt>
                <c:pt idx="15128">
                  <c:v>0.5112592592592593</c:v>
                </c:pt>
                <c:pt idx="15129">
                  <c:v>0.5112592592592593</c:v>
                </c:pt>
                <c:pt idx="15130">
                  <c:v>0.5112592592592593</c:v>
                </c:pt>
                <c:pt idx="15131">
                  <c:v>0.51140740740740742</c:v>
                </c:pt>
                <c:pt idx="15132">
                  <c:v>0.51140740740740742</c:v>
                </c:pt>
                <c:pt idx="15133">
                  <c:v>0.51140740740740742</c:v>
                </c:pt>
                <c:pt idx="15134">
                  <c:v>0.51140740740740742</c:v>
                </c:pt>
                <c:pt idx="15135">
                  <c:v>0.51155555555555554</c:v>
                </c:pt>
                <c:pt idx="15136">
                  <c:v>0.51155555555555554</c:v>
                </c:pt>
                <c:pt idx="15137">
                  <c:v>0.51155555555555554</c:v>
                </c:pt>
                <c:pt idx="15138">
                  <c:v>0.51155555555555554</c:v>
                </c:pt>
                <c:pt idx="15139">
                  <c:v>0.51170370370370366</c:v>
                </c:pt>
                <c:pt idx="15140">
                  <c:v>0.51170370370370366</c:v>
                </c:pt>
                <c:pt idx="15141">
                  <c:v>0.51170370370370366</c:v>
                </c:pt>
                <c:pt idx="15142">
                  <c:v>0.51170370370370366</c:v>
                </c:pt>
                <c:pt idx="15143">
                  <c:v>0.51170370370370366</c:v>
                </c:pt>
                <c:pt idx="15144">
                  <c:v>0.51170370370370366</c:v>
                </c:pt>
                <c:pt idx="15145">
                  <c:v>0.51170370370370366</c:v>
                </c:pt>
                <c:pt idx="15146">
                  <c:v>0.51170370370370366</c:v>
                </c:pt>
                <c:pt idx="15147">
                  <c:v>0.51170370370370366</c:v>
                </c:pt>
                <c:pt idx="15148">
                  <c:v>0.51170370370370366</c:v>
                </c:pt>
                <c:pt idx="15149">
                  <c:v>0.51185185185185189</c:v>
                </c:pt>
                <c:pt idx="15150">
                  <c:v>0.51185185185185189</c:v>
                </c:pt>
                <c:pt idx="15151">
                  <c:v>0.51200000000000001</c:v>
                </c:pt>
                <c:pt idx="15152">
                  <c:v>0.51200000000000001</c:v>
                </c:pt>
                <c:pt idx="15153">
                  <c:v>0.51214814814814813</c:v>
                </c:pt>
                <c:pt idx="15154">
                  <c:v>0.51214814814814813</c:v>
                </c:pt>
                <c:pt idx="15155">
                  <c:v>0.51214814814814813</c:v>
                </c:pt>
                <c:pt idx="15156">
                  <c:v>0.51229629629629625</c:v>
                </c:pt>
                <c:pt idx="15157">
                  <c:v>0.51229629629629625</c:v>
                </c:pt>
                <c:pt idx="15158">
                  <c:v>0.51244444444444448</c:v>
                </c:pt>
                <c:pt idx="15159">
                  <c:v>0.51244444444444448</c:v>
                </c:pt>
                <c:pt idx="15160">
                  <c:v>0.51244444444444448</c:v>
                </c:pt>
                <c:pt idx="15161">
                  <c:v>0.51244444444444448</c:v>
                </c:pt>
                <c:pt idx="15162">
                  <c:v>0.51244444444444448</c:v>
                </c:pt>
                <c:pt idx="15163">
                  <c:v>0.51244444444444448</c:v>
                </c:pt>
                <c:pt idx="15164">
                  <c:v>0.51244444444444448</c:v>
                </c:pt>
                <c:pt idx="15165">
                  <c:v>0.51244444444444448</c:v>
                </c:pt>
                <c:pt idx="15166">
                  <c:v>0.51244444444444448</c:v>
                </c:pt>
                <c:pt idx="15167">
                  <c:v>0.51244444444444448</c:v>
                </c:pt>
                <c:pt idx="15168">
                  <c:v>0.51244444444444448</c:v>
                </c:pt>
                <c:pt idx="15169">
                  <c:v>0.51244444444444448</c:v>
                </c:pt>
                <c:pt idx="15170">
                  <c:v>0.5125925925925926</c:v>
                </c:pt>
                <c:pt idx="15171">
                  <c:v>0.5125925925925926</c:v>
                </c:pt>
                <c:pt idx="15172">
                  <c:v>0.5125925925925926</c:v>
                </c:pt>
                <c:pt idx="15173">
                  <c:v>0.5125925925925926</c:v>
                </c:pt>
                <c:pt idx="15174">
                  <c:v>0.5125925925925926</c:v>
                </c:pt>
                <c:pt idx="15175">
                  <c:v>0.5125925925925926</c:v>
                </c:pt>
                <c:pt idx="15176">
                  <c:v>0.51274074074074072</c:v>
                </c:pt>
                <c:pt idx="15177">
                  <c:v>0.51288888888888884</c:v>
                </c:pt>
                <c:pt idx="15178">
                  <c:v>0.51288888888888884</c:v>
                </c:pt>
                <c:pt idx="15179">
                  <c:v>0.51288888888888884</c:v>
                </c:pt>
                <c:pt idx="15180">
                  <c:v>0.51288888888888884</c:v>
                </c:pt>
                <c:pt idx="15181">
                  <c:v>0.51288888888888884</c:v>
                </c:pt>
                <c:pt idx="15182">
                  <c:v>0.51288888888888884</c:v>
                </c:pt>
                <c:pt idx="15183">
                  <c:v>0.51288888888888884</c:v>
                </c:pt>
                <c:pt idx="15184">
                  <c:v>0.51288888888888884</c:v>
                </c:pt>
                <c:pt idx="15185">
                  <c:v>0.51288888888888884</c:v>
                </c:pt>
                <c:pt idx="15186">
                  <c:v>0.51288888888888884</c:v>
                </c:pt>
                <c:pt idx="15187">
                  <c:v>0.51303703703703707</c:v>
                </c:pt>
                <c:pt idx="15188">
                  <c:v>0.51303703703703707</c:v>
                </c:pt>
                <c:pt idx="15189">
                  <c:v>0.51318518518518519</c:v>
                </c:pt>
                <c:pt idx="15190">
                  <c:v>0.51318518518518519</c:v>
                </c:pt>
                <c:pt idx="15191">
                  <c:v>0.51318518518518519</c:v>
                </c:pt>
                <c:pt idx="15192">
                  <c:v>0.51318518518518519</c:v>
                </c:pt>
                <c:pt idx="15193">
                  <c:v>0.51318518518518519</c:v>
                </c:pt>
                <c:pt idx="15194">
                  <c:v>0.51318518518518519</c:v>
                </c:pt>
                <c:pt idx="15195">
                  <c:v>0.51318518518518519</c:v>
                </c:pt>
                <c:pt idx="15196">
                  <c:v>0.51333333333333331</c:v>
                </c:pt>
                <c:pt idx="15197">
                  <c:v>0.51348148148148143</c:v>
                </c:pt>
                <c:pt idx="15198">
                  <c:v>0.51362962962962966</c:v>
                </c:pt>
                <c:pt idx="15199">
                  <c:v>0.51362962962962966</c:v>
                </c:pt>
                <c:pt idx="15200">
                  <c:v>0.51362962962962966</c:v>
                </c:pt>
                <c:pt idx="15201">
                  <c:v>0.51362962962962966</c:v>
                </c:pt>
                <c:pt idx="15202">
                  <c:v>0.51377777777777778</c:v>
                </c:pt>
                <c:pt idx="15203">
                  <c:v>0.5139259259259259</c:v>
                </c:pt>
                <c:pt idx="15204">
                  <c:v>0.5139259259259259</c:v>
                </c:pt>
                <c:pt idx="15205">
                  <c:v>0.5139259259259259</c:v>
                </c:pt>
                <c:pt idx="15206">
                  <c:v>0.5139259259259259</c:v>
                </c:pt>
                <c:pt idx="15207">
                  <c:v>0.5139259259259259</c:v>
                </c:pt>
                <c:pt idx="15208">
                  <c:v>0.51407407407407413</c:v>
                </c:pt>
                <c:pt idx="15209">
                  <c:v>0.51407407407407413</c:v>
                </c:pt>
                <c:pt idx="15210">
                  <c:v>0.51407407407407413</c:v>
                </c:pt>
                <c:pt idx="15211">
                  <c:v>0.51407407407407413</c:v>
                </c:pt>
                <c:pt idx="15212">
                  <c:v>0.51407407407407413</c:v>
                </c:pt>
                <c:pt idx="15213">
                  <c:v>0.51422222222222225</c:v>
                </c:pt>
                <c:pt idx="15214">
                  <c:v>0.51422222222222225</c:v>
                </c:pt>
                <c:pt idx="15215">
                  <c:v>0.51422222222222225</c:v>
                </c:pt>
                <c:pt idx="15216">
                  <c:v>0.51422222222222225</c:v>
                </c:pt>
                <c:pt idx="15217">
                  <c:v>0.51422222222222225</c:v>
                </c:pt>
                <c:pt idx="15218">
                  <c:v>0.51437037037037037</c:v>
                </c:pt>
                <c:pt idx="15219">
                  <c:v>0.51437037037037037</c:v>
                </c:pt>
                <c:pt idx="15220">
                  <c:v>0.51451851851851849</c:v>
                </c:pt>
                <c:pt idx="15221">
                  <c:v>0.51451851851851849</c:v>
                </c:pt>
                <c:pt idx="15222">
                  <c:v>0.51451851851851849</c:v>
                </c:pt>
                <c:pt idx="15223">
                  <c:v>0.51466666666666672</c:v>
                </c:pt>
                <c:pt idx="15224">
                  <c:v>0.51466666666666672</c:v>
                </c:pt>
                <c:pt idx="15225">
                  <c:v>0.51466666666666672</c:v>
                </c:pt>
                <c:pt idx="15226">
                  <c:v>0.51466666666666672</c:v>
                </c:pt>
                <c:pt idx="15227">
                  <c:v>0.51466666666666672</c:v>
                </c:pt>
                <c:pt idx="15228">
                  <c:v>0.51466666666666672</c:v>
                </c:pt>
                <c:pt idx="15229">
                  <c:v>0.51481481481481484</c:v>
                </c:pt>
                <c:pt idx="15230">
                  <c:v>0.51481481481481484</c:v>
                </c:pt>
                <c:pt idx="15231">
                  <c:v>0.51496296296296296</c:v>
                </c:pt>
                <c:pt idx="15232">
                  <c:v>0.51496296296296296</c:v>
                </c:pt>
                <c:pt idx="15233">
                  <c:v>0.51496296296296296</c:v>
                </c:pt>
                <c:pt idx="15234">
                  <c:v>0.51496296296296296</c:v>
                </c:pt>
                <c:pt idx="15235">
                  <c:v>0.51496296296296296</c:v>
                </c:pt>
                <c:pt idx="15236">
                  <c:v>0.51496296296296296</c:v>
                </c:pt>
                <c:pt idx="15237">
                  <c:v>0.51511111111111108</c:v>
                </c:pt>
                <c:pt idx="15238">
                  <c:v>0.51511111111111108</c:v>
                </c:pt>
                <c:pt idx="15239">
                  <c:v>0.51511111111111108</c:v>
                </c:pt>
                <c:pt idx="15240">
                  <c:v>0.51511111111111108</c:v>
                </c:pt>
                <c:pt idx="15241">
                  <c:v>0.51511111111111108</c:v>
                </c:pt>
                <c:pt idx="15242">
                  <c:v>0.51525925925925931</c:v>
                </c:pt>
                <c:pt idx="15243">
                  <c:v>0.51540740740740743</c:v>
                </c:pt>
                <c:pt idx="15244">
                  <c:v>0.51555555555555554</c:v>
                </c:pt>
                <c:pt idx="15245">
                  <c:v>0.51555555555555554</c:v>
                </c:pt>
                <c:pt idx="15246">
                  <c:v>0.51555555555555554</c:v>
                </c:pt>
                <c:pt idx="15247">
                  <c:v>0.51570370370370366</c:v>
                </c:pt>
                <c:pt idx="15248">
                  <c:v>0.51570370370370366</c:v>
                </c:pt>
                <c:pt idx="15249">
                  <c:v>0.51570370370370366</c:v>
                </c:pt>
                <c:pt idx="15250">
                  <c:v>0.51570370370370366</c:v>
                </c:pt>
                <c:pt idx="15251">
                  <c:v>0.51585185185185189</c:v>
                </c:pt>
                <c:pt idx="15252">
                  <c:v>0.51600000000000001</c:v>
                </c:pt>
                <c:pt idx="15253">
                  <c:v>0.51600000000000001</c:v>
                </c:pt>
                <c:pt idx="15254">
                  <c:v>0.51600000000000001</c:v>
                </c:pt>
                <c:pt idx="15255">
                  <c:v>0.51614814814814813</c:v>
                </c:pt>
                <c:pt idx="15256">
                  <c:v>0.51614814814814813</c:v>
                </c:pt>
                <c:pt idx="15257">
                  <c:v>0.51614814814814813</c:v>
                </c:pt>
                <c:pt idx="15258">
                  <c:v>0.51614814814814813</c:v>
                </c:pt>
                <c:pt idx="15259">
                  <c:v>0.51614814814814813</c:v>
                </c:pt>
                <c:pt idx="15260">
                  <c:v>0.51614814814814813</c:v>
                </c:pt>
                <c:pt idx="15261">
                  <c:v>0.51614814814814813</c:v>
                </c:pt>
                <c:pt idx="15262">
                  <c:v>0.51614814814814813</c:v>
                </c:pt>
                <c:pt idx="15263">
                  <c:v>0.51629629629629625</c:v>
                </c:pt>
                <c:pt idx="15264">
                  <c:v>0.51629629629629625</c:v>
                </c:pt>
                <c:pt idx="15265">
                  <c:v>0.51644444444444448</c:v>
                </c:pt>
                <c:pt idx="15266">
                  <c:v>0.51644444444444448</c:v>
                </c:pt>
                <c:pt idx="15267">
                  <c:v>0.51644444444444448</c:v>
                </c:pt>
                <c:pt idx="15268">
                  <c:v>0.51644444444444448</c:v>
                </c:pt>
                <c:pt idx="15269">
                  <c:v>0.51644444444444448</c:v>
                </c:pt>
                <c:pt idx="15270">
                  <c:v>0.51644444444444448</c:v>
                </c:pt>
                <c:pt idx="15271">
                  <c:v>0.51644444444444448</c:v>
                </c:pt>
                <c:pt idx="15272">
                  <c:v>0.51644444444444448</c:v>
                </c:pt>
                <c:pt idx="15273">
                  <c:v>0.51644444444444448</c:v>
                </c:pt>
                <c:pt idx="15274">
                  <c:v>0.51644444444444448</c:v>
                </c:pt>
                <c:pt idx="15275">
                  <c:v>0.51644444444444448</c:v>
                </c:pt>
                <c:pt idx="15276">
                  <c:v>0.5165925925925926</c:v>
                </c:pt>
                <c:pt idx="15277">
                  <c:v>0.5165925925925926</c:v>
                </c:pt>
                <c:pt idx="15278">
                  <c:v>0.5165925925925926</c:v>
                </c:pt>
                <c:pt idx="15279">
                  <c:v>0.5165925925925926</c:v>
                </c:pt>
                <c:pt idx="15280">
                  <c:v>0.5165925925925926</c:v>
                </c:pt>
                <c:pt idx="15281">
                  <c:v>0.5165925925925926</c:v>
                </c:pt>
                <c:pt idx="15282">
                  <c:v>0.5165925925925926</c:v>
                </c:pt>
                <c:pt idx="15283">
                  <c:v>0.51674074074074072</c:v>
                </c:pt>
                <c:pt idx="15284">
                  <c:v>0.51674074074074072</c:v>
                </c:pt>
                <c:pt idx="15285">
                  <c:v>0.51674074074074072</c:v>
                </c:pt>
                <c:pt idx="15286">
                  <c:v>0.51674074074074072</c:v>
                </c:pt>
                <c:pt idx="15287">
                  <c:v>0.51688888888888884</c:v>
                </c:pt>
                <c:pt idx="15288">
                  <c:v>0.51703703703703707</c:v>
                </c:pt>
                <c:pt idx="15289">
                  <c:v>0.51703703703703707</c:v>
                </c:pt>
                <c:pt idx="15290">
                  <c:v>0.51703703703703707</c:v>
                </c:pt>
                <c:pt idx="15291">
                  <c:v>0.51703703703703707</c:v>
                </c:pt>
                <c:pt idx="15292">
                  <c:v>0.51703703703703707</c:v>
                </c:pt>
                <c:pt idx="15293">
                  <c:v>0.51703703703703707</c:v>
                </c:pt>
                <c:pt idx="15294">
                  <c:v>0.51718518518518519</c:v>
                </c:pt>
                <c:pt idx="15295">
                  <c:v>0.51718518518518519</c:v>
                </c:pt>
                <c:pt idx="15296">
                  <c:v>0.51733333333333331</c:v>
                </c:pt>
                <c:pt idx="15297">
                  <c:v>0.51733333333333331</c:v>
                </c:pt>
                <c:pt idx="15298">
                  <c:v>0.51733333333333331</c:v>
                </c:pt>
                <c:pt idx="15299">
                  <c:v>0.51748148148148143</c:v>
                </c:pt>
                <c:pt idx="15300">
                  <c:v>0.51748148148148143</c:v>
                </c:pt>
                <c:pt idx="15301">
                  <c:v>0.51748148148148143</c:v>
                </c:pt>
                <c:pt idx="15302">
                  <c:v>0.51748148148148143</c:v>
                </c:pt>
                <c:pt idx="15303">
                  <c:v>0.51748148148148143</c:v>
                </c:pt>
                <c:pt idx="15304">
                  <c:v>0.51748148148148143</c:v>
                </c:pt>
                <c:pt idx="15305">
                  <c:v>0.51748148148148143</c:v>
                </c:pt>
                <c:pt idx="15306">
                  <c:v>0.51748148148148143</c:v>
                </c:pt>
                <c:pt idx="15307">
                  <c:v>0.51762962962962966</c:v>
                </c:pt>
                <c:pt idx="15308">
                  <c:v>0.51762962962962966</c:v>
                </c:pt>
                <c:pt idx="15309">
                  <c:v>0.51777777777777778</c:v>
                </c:pt>
                <c:pt idx="15310">
                  <c:v>0.51777777777777778</c:v>
                </c:pt>
                <c:pt idx="15311">
                  <c:v>0.51777777777777778</c:v>
                </c:pt>
                <c:pt idx="15312">
                  <c:v>0.51777777777777778</c:v>
                </c:pt>
                <c:pt idx="15313">
                  <c:v>0.51777777777777778</c:v>
                </c:pt>
                <c:pt idx="15314">
                  <c:v>0.51777777777777778</c:v>
                </c:pt>
                <c:pt idx="15315">
                  <c:v>0.5179259259259259</c:v>
                </c:pt>
                <c:pt idx="15316">
                  <c:v>0.51807407407407402</c:v>
                </c:pt>
                <c:pt idx="15317">
                  <c:v>0.51822222222222225</c:v>
                </c:pt>
                <c:pt idx="15318">
                  <c:v>0.51822222222222225</c:v>
                </c:pt>
                <c:pt idx="15319">
                  <c:v>0.51822222222222225</c:v>
                </c:pt>
                <c:pt idx="15320">
                  <c:v>0.51822222222222225</c:v>
                </c:pt>
                <c:pt idx="15321">
                  <c:v>0.51837037037037037</c:v>
                </c:pt>
                <c:pt idx="15322">
                  <c:v>0.51837037037037037</c:v>
                </c:pt>
                <c:pt idx="15323">
                  <c:v>0.51837037037037037</c:v>
                </c:pt>
                <c:pt idx="15324">
                  <c:v>0.51837037037037037</c:v>
                </c:pt>
                <c:pt idx="15325">
                  <c:v>0.51837037037037037</c:v>
                </c:pt>
                <c:pt idx="15326">
                  <c:v>0.51837037037037037</c:v>
                </c:pt>
                <c:pt idx="15327">
                  <c:v>0.51837037037037037</c:v>
                </c:pt>
                <c:pt idx="15328">
                  <c:v>0.51851851851851849</c:v>
                </c:pt>
                <c:pt idx="15329">
                  <c:v>0.51851851851851849</c:v>
                </c:pt>
                <c:pt idx="15330">
                  <c:v>0.51851851851851849</c:v>
                </c:pt>
                <c:pt idx="15331">
                  <c:v>0.51866666666666672</c:v>
                </c:pt>
                <c:pt idx="15332">
                  <c:v>0.51866666666666672</c:v>
                </c:pt>
                <c:pt idx="15333">
                  <c:v>0.51881481481481484</c:v>
                </c:pt>
                <c:pt idx="15334">
                  <c:v>0.51881481481481484</c:v>
                </c:pt>
                <c:pt idx="15335">
                  <c:v>0.51881481481481484</c:v>
                </c:pt>
                <c:pt idx="15336">
                  <c:v>0.51881481481481484</c:v>
                </c:pt>
                <c:pt idx="15337">
                  <c:v>0.51881481481481484</c:v>
                </c:pt>
                <c:pt idx="15338">
                  <c:v>0.51881481481481484</c:v>
                </c:pt>
                <c:pt idx="15339">
                  <c:v>0.51881481481481484</c:v>
                </c:pt>
                <c:pt idx="15340">
                  <c:v>0.51881481481481484</c:v>
                </c:pt>
                <c:pt idx="15341">
                  <c:v>0.51881481481481484</c:v>
                </c:pt>
                <c:pt idx="15342">
                  <c:v>0.51881481481481484</c:v>
                </c:pt>
                <c:pt idx="15343">
                  <c:v>0.51881481481481484</c:v>
                </c:pt>
                <c:pt idx="15344">
                  <c:v>0.51881481481481484</c:v>
                </c:pt>
                <c:pt idx="15345">
                  <c:v>0.51881481481481484</c:v>
                </c:pt>
                <c:pt idx="15346">
                  <c:v>0.51881481481481484</c:v>
                </c:pt>
                <c:pt idx="15347">
                  <c:v>0.51881481481481484</c:v>
                </c:pt>
                <c:pt idx="15348">
                  <c:v>0.51881481481481484</c:v>
                </c:pt>
                <c:pt idx="15349">
                  <c:v>0.51881481481481484</c:v>
                </c:pt>
                <c:pt idx="15350">
                  <c:v>0.51881481481481484</c:v>
                </c:pt>
                <c:pt idx="15351">
                  <c:v>0.51881481481481484</c:v>
                </c:pt>
                <c:pt idx="15352">
                  <c:v>0.51881481481481484</c:v>
                </c:pt>
                <c:pt idx="15353">
                  <c:v>0.51896296296296296</c:v>
                </c:pt>
                <c:pt idx="15354">
                  <c:v>0.51896296296296296</c:v>
                </c:pt>
                <c:pt idx="15355">
                  <c:v>0.51911111111111108</c:v>
                </c:pt>
                <c:pt idx="15356">
                  <c:v>0.51911111111111108</c:v>
                </c:pt>
                <c:pt idx="15357">
                  <c:v>0.51925925925925931</c:v>
                </c:pt>
                <c:pt idx="15358">
                  <c:v>0.51925925925925931</c:v>
                </c:pt>
                <c:pt idx="15359">
                  <c:v>0.51925925925925931</c:v>
                </c:pt>
                <c:pt idx="15360">
                  <c:v>0.51940740740740743</c:v>
                </c:pt>
                <c:pt idx="15361">
                  <c:v>0.51940740740740743</c:v>
                </c:pt>
                <c:pt idx="15362">
                  <c:v>0.51955555555555555</c:v>
                </c:pt>
                <c:pt idx="15363">
                  <c:v>0.51955555555555555</c:v>
                </c:pt>
                <c:pt idx="15364">
                  <c:v>0.51970370370370367</c:v>
                </c:pt>
                <c:pt idx="15365">
                  <c:v>0.5198518518518519</c:v>
                </c:pt>
                <c:pt idx="15366">
                  <c:v>0.52</c:v>
                </c:pt>
                <c:pt idx="15367">
                  <c:v>0.52</c:v>
                </c:pt>
                <c:pt idx="15368">
                  <c:v>0.52014814814814814</c:v>
                </c:pt>
                <c:pt idx="15369">
                  <c:v>0.52029629629629626</c:v>
                </c:pt>
                <c:pt idx="15370">
                  <c:v>0.52044444444444449</c:v>
                </c:pt>
                <c:pt idx="15371">
                  <c:v>0.52044444444444449</c:v>
                </c:pt>
                <c:pt idx="15372">
                  <c:v>0.52044444444444449</c:v>
                </c:pt>
                <c:pt idx="15373">
                  <c:v>0.52044444444444449</c:v>
                </c:pt>
                <c:pt idx="15374">
                  <c:v>0.52044444444444449</c:v>
                </c:pt>
                <c:pt idx="15375">
                  <c:v>0.52044444444444449</c:v>
                </c:pt>
                <c:pt idx="15376">
                  <c:v>0.52044444444444449</c:v>
                </c:pt>
                <c:pt idx="15377">
                  <c:v>0.52059259259259261</c:v>
                </c:pt>
                <c:pt idx="15378">
                  <c:v>0.52074074074074073</c:v>
                </c:pt>
                <c:pt idx="15379">
                  <c:v>0.52074074074074073</c:v>
                </c:pt>
                <c:pt idx="15380">
                  <c:v>0.52088888888888885</c:v>
                </c:pt>
                <c:pt idx="15381">
                  <c:v>0.52088888888888885</c:v>
                </c:pt>
                <c:pt idx="15382">
                  <c:v>0.52088888888888885</c:v>
                </c:pt>
                <c:pt idx="15383">
                  <c:v>0.52088888888888885</c:v>
                </c:pt>
                <c:pt idx="15384">
                  <c:v>0.52088888888888885</c:v>
                </c:pt>
                <c:pt idx="15385">
                  <c:v>0.52103703703703708</c:v>
                </c:pt>
                <c:pt idx="15386">
                  <c:v>0.52103703703703708</c:v>
                </c:pt>
                <c:pt idx="15387">
                  <c:v>0.52103703703703708</c:v>
                </c:pt>
                <c:pt idx="15388">
                  <c:v>0.52103703703703708</c:v>
                </c:pt>
                <c:pt idx="15389">
                  <c:v>0.5211851851851852</c:v>
                </c:pt>
                <c:pt idx="15390">
                  <c:v>0.52133333333333332</c:v>
                </c:pt>
                <c:pt idx="15391">
                  <c:v>0.52148148148148143</c:v>
                </c:pt>
                <c:pt idx="15392">
                  <c:v>0.52148148148148143</c:v>
                </c:pt>
                <c:pt idx="15393">
                  <c:v>0.52148148148148143</c:v>
                </c:pt>
                <c:pt idx="15394">
                  <c:v>0.52148148148148143</c:v>
                </c:pt>
                <c:pt idx="15395">
                  <c:v>0.52162962962962967</c:v>
                </c:pt>
                <c:pt idx="15396">
                  <c:v>0.52162962962962967</c:v>
                </c:pt>
                <c:pt idx="15397">
                  <c:v>0.52162962962962967</c:v>
                </c:pt>
                <c:pt idx="15398">
                  <c:v>0.52162962962962967</c:v>
                </c:pt>
                <c:pt idx="15399">
                  <c:v>0.52177777777777778</c:v>
                </c:pt>
                <c:pt idx="15400">
                  <c:v>0.52177777777777778</c:v>
                </c:pt>
                <c:pt idx="15401">
                  <c:v>0.52177777777777778</c:v>
                </c:pt>
                <c:pt idx="15402">
                  <c:v>0.5219259259259259</c:v>
                </c:pt>
                <c:pt idx="15403">
                  <c:v>0.52207407407407402</c:v>
                </c:pt>
                <c:pt idx="15404">
                  <c:v>0.52207407407407402</c:v>
                </c:pt>
                <c:pt idx="15405">
                  <c:v>0.52207407407407402</c:v>
                </c:pt>
                <c:pt idx="15406">
                  <c:v>0.52207407407407402</c:v>
                </c:pt>
                <c:pt idx="15407">
                  <c:v>0.52207407407407402</c:v>
                </c:pt>
                <c:pt idx="15408">
                  <c:v>0.52207407407407402</c:v>
                </c:pt>
                <c:pt idx="15409">
                  <c:v>0.52222222222222225</c:v>
                </c:pt>
                <c:pt idx="15410">
                  <c:v>0.52222222222222225</c:v>
                </c:pt>
                <c:pt idx="15411">
                  <c:v>0.52222222222222225</c:v>
                </c:pt>
                <c:pt idx="15412">
                  <c:v>0.52222222222222225</c:v>
                </c:pt>
                <c:pt idx="15413">
                  <c:v>0.52237037037037037</c:v>
                </c:pt>
                <c:pt idx="15414">
                  <c:v>0.52237037037037037</c:v>
                </c:pt>
                <c:pt idx="15415">
                  <c:v>0.52237037037037037</c:v>
                </c:pt>
                <c:pt idx="15416">
                  <c:v>0.52237037037037037</c:v>
                </c:pt>
                <c:pt idx="15417">
                  <c:v>0.52237037037037037</c:v>
                </c:pt>
                <c:pt idx="15418">
                  <c:v>0.52237037037037037</c:v>
                </c:pt>
                <c:pt idx="15419">
                  <c:v>0.52237037037037037</c:v>
                </c:pt>
                <c:pt idx="15420">
                  <c:v>0.52237037037037037</c:v>
                </c:pt>
                <c:pt idx="15421">
                  <c:v>0.52237037037037037</c:v>
                </c:pt>
                <c:pt idx="15422">
                  <c:v>0.52237037037037037</c:v>
                </c:pt>
                <c:pt idx="15423">
                  <c:v>0.52251851851851849</c:v>
                </c:pt>
                <c:pt idx="15424">
                  <c:v>0.52251851851851849</c:v>
                </c:pt>
                <c:pt idx="15425">
                  <c:v>0.52251851851851849</c:v>
                </c:pt>
                <c:pt idx="15426">
                  <c:v>0.52251851851851849</c:v>
                </c:pt>
                <c:pt idx="15427">
                  <c:v>0.52251851851851849</c:v>
                </c:pt>
                <c:pt idx="15428">
                  <c:v>0.52251851851851849</c:v>
                </c:pt>
                <c:pt idx="15429">
                  <c:v>0.52251851851851849</c:v>
                </c:pt>
                <c:pt idx="15430">
                  <c:v>0.52266666666666661</c:v>
                </c:pt>
                <c:pt idx="15431">
                  <c:v>0.52266666666666661</c:v>
                </c:pt>
                <c:pt idx="15432">
                  <c:v>0.52266666666666661</c:v>
                </c:pt>
                <c:pt idx="15433">
                  <c:v>0.52281481481481484</c:v>
                </c:pt>
                <c:pt idx="15434">
                  <c:v>0.52281481481481484</c:v>
                </c:pt>
                <c:pt idx="15435">
                  <c:v>0.52281481481481484</c:v>
                </c:pt>
                <c:pt idx="15436">
                  <c:v>0.52281481481481484</c:v>
                </c:pt>
                <c:pt idx="15437">
                  <c:v>0.52281481481481484</c:v>
                </c:pt>
                <c:pt idx="15438">
                  <c:v>0.52296296296296296</c:v>
                </c:pt>
                <c:pt idx="15439">
                  <c:v>0.52296296296296296</c:v>
                </c:pt>
                <c:pt idx="15440">
                  <c:v>0.52296296296296296</c:v>
                </c:pt>
                <c:pt idx="15441">
                  <c:v>0.52296296296296296</c:v>
                </c:pt>
                <c:pt idx="15442">
                  <c:v>0.52296296296296296</c:v>
                </c:pt>
                <c:pt idx="15443">
                  <c:v>0.52296296296296296</c:v>
                </c:pt>
                <c:pt idx="15444">
                  <c:v>0.52296296296296296</c:v>
                </c:pt>
                <c:pt idx="15445">
                  <c:v>0.52296296296296296</c:v>
                </c:pt>
                <c:pt idx="15446">
                  <c:v>0.52296296296296296</c:v>
                </c:pt>
                <c:pt idx="15447">
                  <c:v>0.52311111111111108</c:v>
                </c:pt>
                <c:pt idx="15448">
                  <c:v>0.52325925925925931</c:v>
                </c:pt>
                <c:pt idx="15449">
                  <c:v>0.52325925925925931</c:v>
                </c:pt>
                <c:pt idx="15450">
                  <c:v>0.52325925925925931</c:v>
                </c:pt>
                <c:pt idx="15451">
                  <c:v>0.52325925925925931</c:v>
                </c:pt>
                <c:pt idx="15452">
                  <c:v>0.52325925925925931</c:v>
                </c:pt>
                <c:pt idx="15453">
                  <c:v>0.52340740740740743</c:v>
                </c:pt>
                <c:pt idx="15454">
                  <c:v>0.52340740740740743</c:v>
                </c:pt>
                <c:pt idx="15455">
                  <c:v>0.52340740740740743</c:v>
                </c:pt>
                <c:pt idx="15456">
                  <c:v>0.52340740740740743</c:v>
                </c:pt>
                <c:pt idx="15457">
                  <c:v>0.52340740740740743</c:v>
                </c:pt>
                <c:pt idx="15458">
                  <c:v>0.52340740740740743</c:v>
                </c:pt>
                <c:pt idx="15459">
                  <c:v>0.52340740740740743</c:v>
                </c:pt>
                <c:pt idx="15460">
                  <c:v>0.52355555555555555</c:v>
                </c:pt>
                <c:pt idx="15461">
                  <c:v>0.52370370370370367</c:v>
                </c:pt>
                <c:pt idx="15462">
                  <c:v>0.52370370370370367</c:v>
                </c:pt>
                <c:pt idx="15463">
                  <c:v>0.52370370370370367</c:v>
                </c:pt>
                <c:pt idx="15464">
                  <c:v>0.52370370370370367</c:v>
                </c:pt>
                <c:pt idx="15465">
                  <c:v>0.52370370370370367</c:v>
                </c:pt>
                <c:pt idx="15466">
                  <c:v>0.52370370370370367</c:v>
                </c:pt>
                <c:pt idx="15467">
                  <c:v>0.52370370370370367</c:v>
                </c:pt>
                <c:pt idx="15468">
                  <c:v>0.52370370370370367</c:v>
                </c:pt>
                <c:pt idx="15469">
                  <c:v>0.52370370370370367</c:v>
                </c:pt>
                <c:pt idx="15470">
                  <c:v>0.5238518518518519</c:v>
                </c:pt>
                <c:pt idx="15471">
                  <c:v>0.52400000000000002</c:v>
                </c:pt>
                <c:pt idx="15472">
                  <c:v>0.52414814814814814</c:v>
                </c:pt>
                <c:pt idx="15473">
                  <c:v>0.52414814814814814</c:v>
                </c:pt>
                <c:pt idx="15474">
                  <c:v>0.52414814814814814</c:v>
                </c:pt>
                <c:pt idx="15475">
                  <c:v>0.52414814814814814</c:v>
                </c:pt>
                <c:pt idx="15476">
                  <c:v>0.52429629629629626</c:v>
                </c:pt>
                <c:pt idx="15477">
                  <c:v>0.52444444444444449</c:v>
                </c:pt>
                <c:pt idx="15478">
                  <c:v>0.52444444444444449</c:v>
                </c:pt>
                <c:pt idx="15479">
                  <c:v>0.52444444444444449</c:v>
                </c:pt>
                <c:pt idx="15480">
                  <c:v>0.52444444444444449</c:v>
                </c:pt>
                <c:pt idx="15481">
                  <c:v>0.52444444444444449</c:v>
                </c:pt>
                <c:pt idx="15482">
                  <c:v>0.52459259259259261</c:v>
                </c:pt>
                <c:pt idx="15483">
                  <c:v>0.52474074074074073</c:v>
                </c:pt>
                <c:pt idx="15484">
                  <c:v>0.52488888888888885</c:v>
                </c:pt>
                <c:pt idx="15485">
                  <c:v>0.52488888888888885</c:v>
                </c:pt>
                <c:pt idx="15486">
                  <c:v>0.52488888888888885</c:v>
                </c:pt>
                <c:pt idx="15487">
                  <c:v>0.52488888888888885</c:v>
                </c:pt>
                <c:pt idx="15488">
                  <c:v>0.52488888888888885</c:v>
                </c:pt>
                <c:pt idx="15489">
                  <c:v>0.52488888888888885</c:v>
                </c:pt>
                <c:pt idx="15490">
                  <c:v>0.52488888888888885</c:v>
                </c:pt>
                <c:pt idx="15491">
                  <c:v>0.52488888888888885</c:v>
                </c:pt>
                <c:pt idx="15492">
                  <c:v>0.52488888888888885</c:v>
                </c:pt>
                <c:pt idx="15493">
                  <c:v>0.52488888888888885</c:v>
                </c:pt>
                <c:pt idx="15494">
                  <c:v>0.52488888888888885</c:v>
                </c:pt>
                <c:pt idx="15495">
                  <c:v>0.52488888888888885</c:v>
                </c:pt>
                <c:pt idx="15496">
                  <c:v>0.52488888888888885</c:v>
                </c:pt>
                <c:pt idx="15497">
                  <c:v>0.52488888888888885</c:v>
                </c:pt>
                <c:pt idx="15498">
                  <c:v>0.52488888888888885</c:v>
                </c:pt>
                <c:pt idx="15499">
                  <c:v>0.52488888888888885</c:v>
                </c:pt>
                <c:pt idx="15500">
                  <c:v>0.52488888888888885</c:v>
                </c:pt>
                <c:pt idx="15501">
                  <c:v>0.52488888888888885</c:v>
                </c:pt>
                <c:pt idx="15502">
                  <c:v>0.52488888888888885</c:v>
                </c:pt>
                <c:pt idx="15503">
                  <c:v>0.52488888888888885</c:v>
                </c:pt>
                <c:pt idx="15504">
                  <c:v>0.52488888888888885</c:v>
                </c:pt>
                <c:pt idx="15505">
                  <c:v>0.52488888888888885</c:v>
                </c:pt>
                <c:pt idx="15506">
                  <c:v>0.52503703703703708</c:v>
                </c:pt>
                <c:pt idx="15507">
                  <c:v>0.52503703703703708</c:v>
                </c:pt>
                <c:pt idx="15508">
                  <c:v>0.52503703703703708</c:v>
                </c:pt>
                <c:pt idx="15509">
                  <c:v>0.5251851851851852</c:v>
                </c:pt>
                <c:pt idx="15510">
                  <c:v>0.5251851851851852</c:v>
                </c:pt>
                <c:pt idx="15511">
                  <c:v>0.5251851851851852</c:v>
                </c:pt>
                <c:pt idx="15512">
                  <c:v>0.5251851851851852</c:v>
                </c:pt>
                <c:pt idx="15513">
                  <c:v>0.52533333333333332</c:v>
                </c:pt>
                <c:pt idx="15514">
                  <c:v>0.52533333333333332</c:v>
                </c:pt>
                <c:pt idx="15515">
                  <c:v>0.52548148148148144</c:v>
                </c:pt>
                <c:pt idx="15516">
                  <c:v>0.52548148148148144</c:v>
                </c:pt>
                <c:pt idx="15517">
                  <c:v>0.52548148148148144</c:v>
                </c:pt>
                <c:pt idx="15518">
                  <c:v>0.52548148148148144</c:v>
                </c:pt>
                <c:pt idx="15519">
                  <c:v>0.52548148148148144</c:v>
                </c:pt>
                <c:pt idx="15520">
                  <c:v>0.52548148148148144</c:v>
                </c:pt>
                <c:pt idx="15521">
                  <c:v>0.52548148148148144</c:v>
                </c:pt>
                <c:pt idx="15522">
                  <c:v>0.52562962962962967</c:v>
                </c:pt>
                <c:pt idx="15523">
                  <c:v>0.52577777777777779</c:v>
                </c:pt>
                <c:pt idx="15524">
                  <c:v>0.52577777777777779</c:v>
                </c:pt>
                <c:pt idx="15525">
                  <c:v>0.52577777777777779</c:v>
                </c:pt>
                <c:pt idx="15526">
                  <c:v>0.52577777777777779</c:v>
                </c:pt>
                <c:pt idx="15527">
                  <c:v>0.52577777777777779</c:v>
                </c:pt>
                <c:pt idx="15528">
                  <c:v>0.52577777777777779</c:v>
                </c:pt>
                <c:pt idx="15529">
                  <c:v>0.52592592592592591</c:v>
                </c:pt>
                <c:pt idx="15530">
                  <c:v>0.52592592592592591</c:v>
                </c:pt>
                <c:pt idx="15531">
                  <c:v>0.52592592592592591</c:v>
                </c:pt>
                <c:pt idx="15532">
                  <c:v>0.52592592592592591</c:v>
                </c:pt>
                <c:pt idx="15533">
                  <c:v>0.52592592592592591</c:v>
                </c:pt>
                <c:pt idx="15534">
                  <c:v>0.52592592592592591</c:v>
                </c:pt>
                <c:pt idx="15535">
                  <c:v>0.52592592592592591</c:v>
                </c:pt>
                <c:pt idx="15536">
                  <c:v>0.52592592592592591</c:v>
                </c:pt>
                <c:pt idx="15537">
                  <c:v>0.52592592592592591</c:v>
                </c:pt>
                <c:pt idx="15538">
                  <c:v>0.52592592592592591</c:v>
                </c:pt>
                <c:pt idx="15539">
                  <c:v>0.52592592592592591</c:v>
                </c:pt>
                <c:pt idx="15540">
                  <c:v>0.52592592592592591</c:v>
                </c:pt>
                <c:pt idx="15541">
                  <c:v>0.52607407407407403</c:v>
                </c:pt>
                <c:pt idx="15542">
                  <c:v>0.52607407407407403</c:v>
                </c:pt>
                <c:pt idx="15543">
                  <c:v>0.52622222222222226</c:v>
                </c:pt>
                <c:pt idx="15544">
                  <c:v>0.52622222222222226</c:v>
                </c:pt>
                <c:pt idx="15545">
                  <c:v>0.52622222222222226</c:v>
                </c:pt>
                <c:pt idx="15546">
                  <c:v>0.52622222222222226</c:v>
                </c:pt>
                <c:pt idx="15547">
                  <c:v>0.52622222222222226</c:v>
                </c:pt>
                <c:pt idx="15548">
                  <c:v>0.52622222222222226</c:v>
                </c:pt>
                <c:pt idx="15549">
                  <c:v>0.52622222222222226</c:v>
                </c:pt>
                <c:pt idx="15550">
                  <c:v>0.52622222222222226</c:v>
                </c:pt>
                <c:pt idx="15551">
                  <c:v>0.52622222222222226</c:v>
                </c:pt>
                <c:pt idx="15552">
                  <c:v>0.52637037037037038</c:v>
                </c:pt>
                <c:pt idx="15553">
                  <c:v>0.5265185185185185</c:v>
                </c:pt>
                <c:pt idx="15554">
                  <c:v>0.52666666666666662</c:v>
                </c:pt>
                <c:pt idx="15555">
                  <c:v>0.52666666666666662</c:v>
                </c:pt>
                <c:pt idx="15556">
                  <c:v>0.52666666666666662</c:v>
                </c:pt>
                <c:pt idx="15557">
                  <c:v>0.52666666666666662</c:v>
                </c:pt>
                <c:pt idx="15558">
                  <c:v>0.52666666666666662</c:v>
                </c:pt>
                <c:pt idx="15559">
                  <c:v>0.52681481481481485</c:v>
                </c:pt>
                <c:pt idx="15560">
                  <c:v>0.52696296296296297</c:v>
                </c:pt>
                <c:pt idx="15561">
                  <c:v>0.52696296296296297</c:v>
                </c:pt>
                <c:pt idx="15562">
                  <c:v>0.52711111111111109</c:v>
                </c:pt>
                <c:pt idx="15563">
                  <c:v>0.52711111111111109</c:v>
                </c:pt>
                <c:pt idx="15564">
                  <c:v>0.52725925925925921</c:v>
                </c:pt>
                <c:pt idx="15565">
                  <c:v>0.52740740740740744</c:v>
                </c:pt>
                <c:pt idx="15566">
                  <c:v>0.52740740740740744</c:v>
                </c:pt>
                <c:pt idx="15567">
                  <c:v>0.52740740740740744</c:v>
                </c:pt>
                <c:pt idx="15568">
                  <c:v>0.52740740740740744</c:v>
                </c:pt>
                <c:pt idx="15569">
                  <c:v>0.52740740740740744</c:v>
                </c:pt>
                <c:pt idx="15570">
                  <c:v>0.52740740740740744</c:v>
                </c:pt>
                <c:pt idx="15571">
                  <c:v>0.52755555555555556</c:v>
                </c:pt>
                <c:pt idx="15572">
                  <c:v>0.52755555555555556</c:v>
                </c:pt>
                <c:pt idx="15573">
                  <c:v>0.52755555555555556</c:v>
                </c:pt>
                <c:pt idx="15574">
                  <c:v>0.52770370370370367</c:v>
                </c:pt>
                <c:pt idx="15575">
                  <c:v>0.52770370370370367</c:v>
                </c:pt>
                <c:pt idx="15576">
                  <c:v>0.52770370370370367</c:v>
                </c:pt>
                <c:pt idx="15577">
                  <c:v>0.52770370370370367</c:v>
                </c:pt>
                <c:pt idx="15578">
                  <c:v>0.52770370370370367</c:v>
                </c:pt>
                <c:pt idx="15579">
                  <c:v>0.52770370370370367</c:v>
                </c:pt>
                <c:pt idx="15580">
                  <c:v>0.52785185185185191</c:v>
                </c:pt>
                <c:pt idx="15581">
                  <c:v>0.52800000000000002</c:v>
                </c:pt>
                <c:pt idx="15582">
                  <c:v>0.52814814814814814</c:v>
                </c:pt>
                <c:pt idx="15583">
                  <c:v>0.52829629629629626</c:v>
                </c:pt>
                <c:pt idx="15584">
                  <c:v>0.52829629629629626</c:v>
                </c:pt>
                <c:pt idx="15585">
                  <c:v>0.52844444444444449</c:v>
                </c:pt>
                <c:pt idx="15586">
                  <c:v>0.52844444444444449</c:v>
                </c:pt>
                <c:pt idx="15587">
                  <c:v>0.52844444444444449</c:v>
                </c:pt>
                <c:pt idx="15588">
                  <c:v>0.52844444444444449</c:v>
                </c:pt>
                <c:pt idx="15589">
                  <c:v>0.52859259259259261</c:v>
                </c:pt>
                <c:pt idx="15590">
                  <c:v>0.52859259259259261</c:v>
                </c:pt>
                <c:pt idx="15591">
                  <c:v>0.52859259259259261</c:v>
                </c:pt>
                <c:pt idx="15592">
                  <c:v>0.52859259259259261</c:v>
                </c:pt>
                <c:pt idx="15593">
                  <c:v>0.52859259259259261</c:v>
                </c:pt>
                <c:pt idx="15594">
                  <c:v>0.52874074074074073</c:v>
                </c:pt>
                <c:pt idx="15595">
                  <c:v>0.52874074074074073</c:v>
                </c:pt>
                <c:pt idx="15596">
                  <c:v>0.52874074074074073</c:v>
                </c:pt>
                <c:pt idx="15597">
                  <c:v>0.52888888888888885</c:v>
                </c:pt>
                <c:pt idx="15598">
                  <c:v>0.52888888888888885</c:v>
                </c:pt>
                <c:pt idx="15599">
                  <c:v>0.52888888888888885</c:v>
                </c:pt>
                <c:pt idx="15600">
                  <c:v>0.52888888888888885</c:v>
                </c:pt>
                <c:pt idx="15601">
                  <c:v>0.52903703703703708</c:v>
                </c:pt>
                <c:pt idx="15602">
                  <c:v>0.52903703703703708</c:v>
                </c:pt>
                <c:pt idx="15603">
                  <c:v>0.5291851851851852</c:v>
                </c:pt>
                <c:pt idx="15604">
                  <c:v>0.5291851851851852</c:v>
                </c:pt>
                <c:pt idx="15605">
                  <c:v>0.5291851851851852</c:v>
                </c:pt>
                <c:pt idx="15606">
                  <c:v>0.5291851851851852</c:v>
                </c:pt>
                <c:pt idx="15607">
                  <c:v>0.5291851851851852</c:v>
                </c:pt>
                <c:pt idx="15608">
                  <c:v>0.5291851851851852</c:v>
                </c:pt>
                <c:pt idx="15609">
                  <c:v>0.52933333333333332</c:v>
                </c:pt>
                <c:pt idx="15610">
                  <c:v>0.52933333333333332</c:v>
                </c:pt>
                <c:pt idx="15611">
                  <c:v>0.52948148148148144</c:v>
                </c:pt>
                <c:pt idx="15612">
                  <c:v>0.52948148148148144</c:v>
                </c:pt>
                <c:pt idx="15613">
                  <c:v>0.52948148148148144</c:v>
                </c:pt>
                <c:pt idx="15614">
                  <c:v>0.52948148148148144</c:v>
                </c:pt>
                <c:pt idx="15615">
                  <c:v>0.52948148148148144</c:v>
                </c:pt>
                <c:pt idx="15616">
                  <c:v>0.52948148148148144</c:v>
                </c:pt>
                <c:pt idx="15617">
                  <c:v>0.52962962962962967</c:v>
                </c:pt>
                <c:pt idx="15618">
                  <c:v>0.52977777777777779</c:v>
                </c:pt>
                <c:pt idx="15619">
                  <c:v>0.52977777777777779</c:v>
                </c:pt>
                <c:pt idx="15620">
                  <c:v>0.52992592592592591</c:v>
                </c:pt>
                <c:pt idx="15621">
                  <c:v>0.52992592592592591</c:v>
                </c:pt>
                <c:pt idx="15622">
                  <c:v>0.52992592592592591</c:v>
                </c:pt>
                <c:pt idx="15623">
                  <c:v>0.53007407407407403</c:v>
                </c:pt>
                <c:pt idx="15624">
                  <c:v>0.53007407407407403</c:v>
                </c:pt>
                <c:pt idx="15625">
                  <c:v>0.53007407407407403</c:v>
                </c:pt>
                <c:pt idx="15626">
                  <c:v>0.53007407407407403</c:v>
                </c:pt>
                <c:pt idx="15627">
                  <c:v>0.53007407407407403</c:v>
                </c:pt>
                <c:pt idx="15628">
                  <c:v>0.53007407407407403</c:v>
                </c:pt>
                <c:pt idx="15629">
                  <c:v>0.53007407407407403</c:v>
                </c:pt>
                <c:pt idx="15630">
                  <c:v>0.53007407407407403</c:v>
                </c:pt>
                <c:pt idx="15631">
                  <c:v>0.53007407407407403</c:v>
                </c:pt>
                <c:pt idx="15632">
                  <c:v>0.53007407407407403</c:v>
                </c:pt>
                <c:pt idx="15633">
                  <c:v>0.53007407407407403</c:v>
                </c:pt>
                <c:pt idx="15634">
                  <c:v>0.53007407407407403</c:v>
                </c:pt>
                <c:pt idx="15635">
                  <c:v>0.53022222222222226</c:v>
                </c:pt>
                <c:pt idx="15636">
                  <c:v>0.53022222222222226</c:v>
                </c:pt>
                <c:pt idx="15637">
                  <c:v>0.53037037037037038</c:v>
                </c:pt>
                <c:pt idx="15638">
                  <c:v>0.53037037037037038</c:v>
                </c:pt>
                <c:pt idx="15639">
                  <c:v>0.5305185185185185</c:v>
                </c:pt>
                <c:pt idx="15640">
                  <c:v>0.5305185185185185</c:v>
                </c:pt>
                <c:pt idx="15641">
                  <c:v>0.5305185185185185</c:v>
                </c:pt>
                <c:pt idx="15642">
                  <c:v>0.5305185185185185</c:v>
                </c:pt>
                <c:pt idx="15643">
                  <c:v>0.5305185185185185</c:v>
                </c:pt>
                <c:pt idx="15644">
                  <c:v>0.53066666666666662</c:v>
                </c:pt>
                <c:pt idx="15645">
                  <c:v>0.53066666666666662</c:v>
                </c:pt>
                <c:pt idx="15646">
                  <c:v>0.53066666666666662</c:v>
                </c:pt>
                <c:pt idx="15647">
                  <c:v>0.53066666666666662</c:v>
                </c:pt>
                <c:pt idx="15648">
                  <c:v>0.53066666666666662</c:v>
                </c:pt>
                <c:pt idx="15649">
                  <c:v>0.53066666666666662</c:v>
                </c:pt>
                <c:pt idx="15650">
                  <c:v>0.53066666666666662</c:v>
                </c:pt>
                <c:pt idx="15651">
                  <c:v>0.53081481481481485</c:v>
                </c:pt>
                <c:pt idx="15652">
                  <c:v>0.53081481481481485</c:v>
                </c:pt>
                <c:pt idx="15653">
                  <c:v>0.53081481481481485</c:v>
                </c:pt>
                <c:pt idx="15654">
                  <c:v>0.53081481481481485</c:v>
                </c:pt>
                <c:pt idx="15655">
                  <c:v>0.53081481481481485</c:v>
                </c:pt>
                <c:pt idx="15656">
                  <c:v>0.53081481481481485</c:v>
                </c:pt>
                <c:pt idx="15657">
                  <c:v>0.53081481481481485</c:v>
                </c:pt>
                <c:pt idx="15658">
                  <c:v>0.53081481481481485</c:v>
                </c:pt>
                <c:pt idx="15659">
                  <c:v>0.53081481481481485</c:v>
                </c:pt>
                <c:pt idx="15660">
                  <c:v>0.53096296296296297</c:v>
                </c:pt>
                <c:pt idx="15661">
                  <c:v>0.53111111111111109</c:v>
                </c:pt>
                <c:pt idx="15662">
                  <c:v>0.53111111111111109</c:v>
                </c:pt>
                <c:pt idx="15663">
                  <c:v>0.53111111111111109</c:v>
                </c:pt>
                <c:pt idx="15664">
                  <c:v>0.53111111111111109</c:v>
                </c:pt>
                <c:pt idx="15665">
                  <c:v>0.53111111111111109</c:v>
                </c:pt>
                <c:pt idx="15666">
                  <c:v>0.53125925925925921</c:v>
                </c:pt>
                <c:pt idx="15667">
                  <c:v>0.53125925925925921</c:v>
                </c:pt>
                <c:pt idx="15668">
                  <c:v>0.53125925925925921</c:v>
                </c:pt>
                <c:pt idx="15669">
                  <c:v>0.53125925925925921</c:v>
                </c:pt>
                <c:pt idx="15670">
                  <c:v>0.53125925925925921</c:v>
                </c:pt>
                <c:pt idx="15671">
                  <c:v>0.53125925925925921</c:v>
                </c:pt>
                <c:pt idx="15672">
                  <c:v>0.53140740740740744</c:v>
                </c:pt>
                <c:pt idx="15673">
                  <c:v>0.53140740740740744</c:v>
                </c:pt>
                <c:pt idx="15674">
                  <c:v>0.53140740740740744</c:v>
                </c:pt>
                <c:pt idx="15675">
                  <c:v>0.53140740740740744</c:v>
                </c:pt>
                <c:pt idx="15676">
                  <c:v>0.53155555555555556</c:v>
                </c:pt>
                <c:pt idx="15677">
                  <c:v>0.53155555555555556</c:v>
                </c:pt>
                <c:pt idx="15678">
                  <c:v>0.53170370370370368</c:v>
                </c:pt>
                <c:pt idx="15679">
                  <c:v>0.53170370370370368</c:v>
                </c:pt>
                <c:pt idx="15680">
                  <c:v>0.5318518518518518</c:v>
                </c:pt>
                <c:pt idx="15681">
                  <c:v>0.5318518518518518</c:v>
                </c:pt>
                <c:pt idx="15682">
                  <c:v>0.5318518518518518</c:v>
                </c:pt>
                <c:pt idx="15683">
                  <c:v>0.53200000000000003</c:v>
                </c:pt>
                <c:pt idx="15684">
                  <c:v>0.53214814814814815</c:v>
                </c:pt>
                <c:pt idx="15685">
                  <c:v>0.53214814814814815</c:v>
                </c:pt>
                <c:pt idx="15686">
                  <c:v>0.53214814814814815</c:v>
                </c:pt>
                <c:pt idx="15687">
                  <c:v>0.53214814814814815</c:v>
                </c:pt>
                <c:pt idx="15688">
                  <c:v>0.53214814814814815</c:v>
                </c:pt>
                <c:pt idx="15689">
                  <c:v>0.53214814814814815</c:v>
                </c:pt>
                <c:pt idx="15690">
                  <c:v>0.53214814814814815</c:v>
                </c:pt>
                <c:pt idx="15691">
                  <c:v>0.53214814814814815</c:v>
                </c:pt>
                <c:pt idx="15692">
                  <c:v>0.53229629629629627</c:v>
                </c:pt>
                <c:pt idx="15693">
                  <c:v>0.53229629629629627</c:v>
                </c:pt>
                <c:pt idx="15694">
                  <c:v>0.53229629629629627</c:v>
                </c:pt>
                <c:pt idx="15695">
                  <c:v>0.53229629629629627</c:v>
                </c:pt>
                <c:pt idx="15696">
                  <c:v>0.53229629629629627</c:v>
                </c:pt>
                <c:pt idx="15697">
                  <c:v>0.53229629629629627</c:v>
                </c:pt>
                <c:pt idx="15698">
                  <c:v>0.5324444444444445</c:v>
                </c:pt>
                <c:pt idx="15699">
                  <c:v>0.5324444444444445</c:v>
                </c:pt>
                <c:pt idx="15700">
                  <c:v>0.5324444444444445</c:v>
                </c:pt>
                <c:pt idx="15701">
                  <c:v>0.53259259259259262</c:v>
                </c:pt>
                <c:pt idx="15702">
                  <c:v>0.53259259259259262</c:v>
                </c:pt>
                <c:pt idx="15703">
                  <c:v>0.53259259259259262</c:v>
                </c:pt>
                <c:pt idx="15704">
                  <c:v>0.53259259259259262</c:v>
                </c:pt>
                <c:pt idx="15705">
                  <c:v>0.53259259259259262</c:v>
                </c:pt>
                <c:pt idx="15706">
                  <c:v>0.53259259259259262</c:v>
                </c:pt>
                <c:pt idx="15707">
                  <c:v>0.53259259259259262</c:v>
                </c:pt>
                <c:pt idx="15708">
                  <c:v>0.53274074074074074</c:v>
                </c:pt>
                <c:pt idx="15709">
                  <c:v>0.53274074074074074</c:v>
                </c:pt>
                <c:pt idx="15710">
                  <c:v>0.53274074074074074</c:v>
                </c:pt>
                <c:pt idx="15711">
                  <c:v>0.53274074074074074</c:v>
                </c:pt>
                <c:pt idx="15712">
                  <c:v>0.53288888888888886</c:v>
                </c:pt>
                <c:pt idx="15713">
                  <c:v>0.53288888888888886</c:v>
                </c:pt>
                <c:pt idx="15714">
                  <c:v>0.53303703703703709</c:v>
                </c:pt>
                <c:pt idx="15715">
                  <c:v>0.53318518518518521</c:v>
                </c:pt>
                <c:pt idx="15716">
                  <c:v>0.53333333333333333</c:v>
                </c:pt>
                <c:pt idx="15717">
                  <c:v>0.53333333333333333</c:v>
                </c:pt>
                <c:pt idx="15718">
                  <c:v>0.53333333333333333</c:v>
                </c:pt>
                <c:pt idx="15719">
                  <c:v>0.53333333333333333</c:v>
                </c:pt>
                <c:pt idx="15720">
                  <c:v>0.53333333333333333</c:v>
                </c:pt>
                <c:pt idx="15721">
                  <c:v>0.53333333333333333</c:v>
                </c:pt>
                <c:pt idx="15722">
                  <c:v>0.53333333333333333</c:v>
                </c:pt>
                <c:pt idx="15723">
                  <c:v>0.53333333333333333</c:v>
                </c:pt>
                <c:pt idx="15724">
                  <c:v>0.53348148148148145</c:v>
                </c:pt>
                <c:pt idx="15725">
                  <c:v>0.53362962962962968</c:v>
                </c:pt>
                <c:pt idx="15726">
                  <c:v>0.53362962962962968</c:v>
                </c:pt>
                <c:pt idx="15727">
                  <c:v>0.5337777777777778</c:v>
                </c:pt>
                <c:pt idx="15728">
                  <c:v>0.5337777777777778</c:v>
                </c:pt>
                <c:pt idx="15729">
                  <c:v>0.5337777777777778</c:v>
                </c:pt>
                <c:pt idx="15730">
                  <c:v>0.5337777777777778</c:v>
                </c:pt>
                <c:pt idx="15731">
                  <c:v>0.5337777777777778</c:v>
                </c:pt>
                <c:pt idx="15732">
                  <c:v>0.5337777777777778</c:v>
                </c:pt>
                <c:pt idx="15733">
                  <c:v>0.53392592592592591</c:v>
                </c:pt>
                <c:pt idx="15734">
                  <c:v>0.53392592592592591</c:v>
                </c:pt>
                <c:pt idx="15735">
                  <c:v>0.53392592592592591</c:v>
                </c:pt>
                <c:pt idx="15736">
                  <c:v>0.53407407407407403</c:v>
                </c:pt>
                <c:pt idx="15737">
                  <c:v>0.53407407407407403</c:v>
                </c:pt>
                <c:pt idx="15738">
                  <c:v>0.53407407407407403</c:v>
                </c:pt>
                <c:pt idx="15739">
                  <c:v>0.53407407407407403</c:v>
                </c:pt>
                <c:pt idx="15740">
                  <c:v>0.53407407407407403</c:v>
                </c:pt>
                <c:pt idx="15741">
                  <c:v>0.53422222222222226</c:v>
                </c:pt>
                <c:pt idx="15742">
                  <c:v>0.53422222222222226</c:v>
                </c:pt>
                <c:pt idx="15743">
                  <c:v>0.53422222222222226</c:v>
                </c:pt>
                <c:pt idx="15744">
                  <c:v>0.53422222222222226</c:v>
                </c:pt>
                <c:pt idx="15745">
                  <c:v>0.53422222222222226</c:v>
                </c:pt>
                <c:pt idx="15746">
                  <c:v>0.53422222222222226</c:v>
                </c:pt>
                <c:pt idx="15747">
                  <c:v>0.53422222222222226</c:v>
                </c:pt>
                <c:pt idx="15748">
                  <c:v>0.53422222222222226</c:v>
                </c:pt>
                <c:pt idx="15749">
                  <c:v>0.53422222222222226</c:v>
                </c:pt>
                <c:pt idx="15750">
                  <c:v>0.53437037037037038</c:v>
                </c:pt>
                <c:pt idx="15751">
                  <c:v>0.5345185185185185</c:v>
                </c:pt>
                <c:pt idx="15752">
                  <c:v>0.5345185185185185</c:v>
                </c:pt>
                <c:pt idx="15753">
                  <c:v>0.5345185185185185</c:v>
                </c:pt>
                <c:pt idx="15754">
                  <c:v>0.5345185185185185</c:v>
                </c:pt>
                <c:pt idx="15755">
                  <c:v>0.53466666666666662</c:v>
                </c:pt>
                <c:pt idx="15756">
                  <c:v>0.53466666666666662</c:v>
                </c:pt>
                <c:pt idx="15757">
                  <c:v>0.53481481481481485</c:v>
                </c:pt>
                <c:pt idx="15758">
                  <c:v>0.53496296296296297</c:v>
                </c:pt>
                <c:pt idx="15759">
                  <c:v>0.53511111111111109</c:v>
                </c:pt>
                <c:pt idx="15760">
                  <c:v>0.53525925925925921</c:v>
                </c:pt>
                <c:pt idx="15761">
                  <c:v>0.53525925925925921</c:v>
                </c:pt>
                <c:pt idx="15762">
                  <c:v>0.53540740740740744</c:v>
                </c:pt>
                <c:pt idx="15763">
                  <c:v>0.53540740740740744</c:v>
                </c:pt>
                <c:pt idx="15764">
                  <c:v>0.53540740740740744</c:v>
                </c:pt>
                <c:pt idx="15765">
                  <c:v>0.53540740740740744</c:v>
                </c:pt>
                <c:pt idx="15766">
                  <c:v>0.53555555555555556</c:v>
                </c:pt>
                <c:pt idx="15767">
                  <c:v>0.53555555555555556</c:v>
                </c:pt>
                <c:pt idx="15768">
                  <c:v>0.53555555555555556</c:v>
                </c:pt>
                <c:pt idx="15769">
                  <c:v>0.53570370370370368</c:v>
                </c:pt>
                <c:pt idx="15770">
                  <c:v>0.53570370370370368</c:v>
                </c:pt>
                <c:pt idx="15771">
                  <c:v>0.53570370370370368</c:v>
                </c:pt>
                <c:pt idx="15772">
                  <c:v>0.5358518518518518</c:v>
                </c:pt>
                <c:pt idx="15773">
                  <c:v>0.53600000000000003</c:v>
                </c:pt>
                <c:pt idx="15774">
                  <c:v>0.53600000000000003</c:v>
                </c:pt>
                <c:pt idx="15775">
                  <c:v>0.53600000000000003</c:v>
                </c:pt>
                <c:pt idx="15776">
                  <c:v>0.53600000000000003</c:v>
                </c:pt>
                <c:pt idx="15777">
                  <c:v>0.53600000000000003</c:v>
                </c:pt>
                <c:pt idx="15778">
                  <c:v>0.53600000000000003</c:v>
                </c:pt>
                <c:pt idx="15779">
                  <c:v>0.53600000000000003</c:v>
                </c:pt>
                <c:pt idx="15780">
                  <c:v>0.53600000000000003</c:v>
                </c:pt>
                <c:pt idx="15781">
                  <c:v>0.53614814814814815</c:v>
                </c:pt>
                <c:pt idx="15782">
                  <c:v>0.53614814814814815</c:v>
                </c:pt>
                <c:pt idx="15783">
                  <c:v>0.53614814814814815</c:v>
                </c:pt>
                <c:pt idx="15784">
                  <c:v>0.53629629629629627</c:v>
                </c:pt>
                <c:pt idx="15785">
                  <c:v>0.53629629629629627</c:v>
                </c:pt>
                <c:pt idx="15786">
                  <c:v>0.53629629629629627</c:v>
                </c:pt>
                <c:pt idx="15787">
                  <c:v>0.53644444444444439</c:v>
                </c:pt>
                <c:pt idx="15788">
                  <c:v>0.53644444444444439</c:v>
                </c:pt>
                <c:pt idx="15789">
                  <c:v>0.53644444444444439</c:v>
                </c:pt>
                <c:pt idx="15790">
                  <c:v>0.53644444444444439</c:v>
                </c:pt>
                <c:pt idx="15791">
                  <c:v>0.53644444444444439</c:v>
                </c:pt>
                <c:pt idx="15792">
                  <c:v>0.53659259259259262</c:v>
                </c:pt>
                <c:pt idx="15793">
                  <c:v>0.53659259259259262</c:v>
                </c:pt>
                <c:pt idx="15794">
                  <c:v>0.53659259259259262</c:v>
                </c:pt>
                <c:pt idx="15795">
                  <c:v>0.53659259259259262</c:v>
                </c:pt>
                <c:pt idx="15796">
                  <c:v>0.53674074074074074</c:v>
                </c:pt>
                <c:pt idx="15797">
                  <c:v>0.53674074074074074</c:v>
                </c:pt>
                <c:pt idx="15798">
                  <c:v>0.53674074074074074</c:v>
                </c:pt>
                <c:pt idx="15799">
                  <c:v>0.53674074074074074</c:v>
                </c:pt>
                <c:pt idx="15800">
                  <c:v>0.53674074074074074</c:v>
                </c:pt>
                <c:pt idx="15801">
                  <c:v>0.53674074074074074</c:v>
                </c:pt>
                <c:pt idx="15802">
                  <c:v>0.53674074074074074</c:v>
                </c:pt>
                <c:pt idx="15803">
                  <c:v>0.53688888888888886</c:v>
                </c:pt>
                <c:pt idx="15804">
                  <c:v>0.53688888888888886</c:v>
                </c:pt>
                <c:pt idx="15805">
                  <c:v>0.53688888888888886</c:v>
                </c:pt>
                <c:pt idx="15806">
                  <c:v>0.53688888888888886</c:v>
                </c:pt>
                <c:pt idx="15807">
                  <c:v>0.53703703703703709</c:v>
                </c:pt>
                <c:pt idx="15808">
                  <c:v>0.53703703703703709</c:v>
                </c:pt>
                <c:pt idx="15809">
                  <c:v>0.53703703703703709</c:v>
                </c:pt>
                <c:pt idx="15810">
                  <c:v>0.53703703703703709</c:v>
                </c:pt>
                <c:pt idx="15811">
                  <c:v>0.53703703703703709</c:v>
                </c:pt>
                <c:pt idx="15812">
                  <c:v>0.53703703703703709</c:v>
                </c:pt>
                <c:pt idx="15813">
                  <c:v>0.53718518518518521</c:v>
                </c:pt>
                <c:pt idx="15814">
                  <c:v>0.53733333333333333</c:v>
                </c:pt>
                <c:pt idx="15815">
                  <c:v>0.53748148148148145</c:v>
                </c:pt>
                <c:pt idx="15816">
                  <c:v>0.53748148148148145</c:v>
                </c:pt>
                <c:pt idx="15817">
                  <c:v>0.53748148148148145</c:v>
                </c:pt>
                <c:pt idx="15818">
                  <c:v>0.53748148148148145</c:v>
                </c:pt>
                <c:pt idx="15819">
                  <c:v>0.53748148148148145</c:v>
                </c:pt>
                <c:pt idx="15820">
                  <c:v>0.53748148148148145</c:v>
                </c:pt>
                <c:pt idx="15821">
                  <c:v>0.53748148148148145</c:v>
                </c:pt>
                <c:pt idx="15822">
                  <c:v>0.53748148148148145</c:v>
                </c:pt>
                <c:pt idx="15823">
                  <c:v>0.53748148148148145</c:v>
                </c:pt>
                <c:pt idx="15824">
                  <c:v>0.53748148148148145</c:v>
                </c:pt>
                <c:pt idx="15825">
                  <c:v>0.53748148148148145</c:v>
                </c:pt>
                <c:pt idx="15826">
                  <c:v>0.53748148148148145</c:v>
                </c:pt>
                <c:pt idx="15827">
                  <c:v>0.53748148148148145</c:v>
                </c:pt>
                <c:pt idx="15828">
                  <c:v>0.53762962962962968</c:v>
                </c:pt>
                <c:pt idx="15829">
                  <c:v>0.53762962962962968</c:v>
                </c:pt>
                <c:pt idx="15830">
                  <c:v>0.5377777777777778</c:v>
                </c:pt>
                <c:pt idx="15831">
                  <c:v>0.5377777777777778</c:v>
                </c:pt>
                <c:pt idx="15832">
                  <c:v>0.5377777777777778</c:v>
                </c:pt>
                <c:pt idx="15833">
                  <c:v>0.5377777777777778</c:v>
                </c:pt>
                <c:pt idx="15834">
                  <c:v>0.53792592592592592</c:v>
                </c:pt>
                <c:pt idx="15835">
                  <c:v>0.53807407407407404</c:v>
                </c:pt>
                <c:pt idx="15836">
                  <c:v>0.53822222222222227</c:v>
                </c:pt>
                <c:pt idx="15837">
                  <c:v>0.53837037037037039</c:v>
                </c:pt>
                <c:pt idx="15838">
                  <c:v>0.53837037037037039</c:v>
                </c:pt>
                <c:pt idx="15839">
                  <c:v>0.53837037037037039</c:v>
                </c:pt>
                <c:pt idx="15840">
                  <c:v>0.53837037037037039</c:v>
                </c:pt>
                <c:pt idx="15841">
                  <c:v>0.53837037037037039</c:v>
                </c:pt>
                <c:pt idx="15842">
                  <c:v>0.53837037037037039</c:v>
                </c:pt>
                <c:pt idx="15843">
                  <c:v>0.53837037037037039</c:v>
                </c:pt>
                <c:pt idx="15844">
                  <c:v>0.53837037037037039</c:v>
                </c:pt>
                <c:pt idx="15845">
                  <c:v>0.53851851851851851</c:v>
                </c:pt>
                <c:pt idx="15846">
                  <c:v>0.53851851851851851</c:v>
                </c:pt>
                <c:pt idx="15847">
                  <c:v>0.53851851851851851</c:v>
                </c:pt>
                <c:pt idx="15848">
                  <c:v>0.53851851851851851</c:v>
                </c:pt>
                <c:pt idx="15849">
                  <c:v>0.53851851851851851</c:v>
                </c:pt>
                <c:pt idx="15850">
                  <c:v>0.53851851851851851</c:v>
                </c:pt>
                <c:pt idx="15851">
                  <c:v>0.53866666666666663</c:v>
                </c:pt>
                <c:pt idx="15852">
                  <c:v>0.53866666666666663</c:v>
                </c:pt>
                <c:pt idx="15853">
                  <c:v>0.53866666666666663</c:v>
                </c:pt>
                <c:pt idx="15854">
                  <c:v>0.53866666666666663</c:v>
                </c:pt>
                <c:pt idx="15855">
                  <c:v>0.53866666666666663</c:v>
                </c:pt>
                <c:pt idx="15856">
                  <c:v>0.53866666666666663</c:v>
                </c:pt>
                <c:pt idx="15857">
                  <c:v>0.53881481481481486</c:v>
                </c:pt>
                <c:pt idx="15858">
                  <c:v>0.53881481481481486</c:v>
                </c:pt>
                <c:pt idx="15859">
                  <c:v>0.53881481481481486</c:v>
                </c:pt>
                <c:pt idx="15860">
                  <c:v>0.53896296296296298</c:v>
                </c:pt>
                <c:pt idx="15861">
                  <c:v>0.5391111111111111</c:v>
                </c:pt>
                <c:pt idx="15862">
                  <c:v>0.5391111111111111</c:v>
                </c:pt>
                <c:pt idx="15863">
                  <c:v>0.5391111111111111</c:v>
                </c:pt>
                <c:pt idx="15864">
                  <c:v>0.5391111111111111</c:v>
                </c:pt>
                <c:pt idx="15865">
                  <c:v>0.5391111111111111</c:v>
                </c:pt>
                <c:pt idx="15866">
                  <c:v>0.53925925925925922</c:v>
                </c:pt>
                <c:pt idx="15867">
                  <c:v>0.53925925925925922</c:v>
                </c:pt>
                <c:pt idx="15868">
                  <c:v>0.53925925925925922</c:v>
                </c:pt>
                <c:pt idx="15869">
                  <c:v>0.53925925925925922</c:v>
                </c:pt>
                <c:pt idx="15870">
                  <c:v>0.53925925925925922</c:v>
                </c:pt>
                <c:pt idx="15871">
                  <c:v>0.53925925925925922</c:v>
                </c:pt>
                <c:pt idx="15872">
                  <c:v>0.53940740740740745</c:v>
                </c:pt>
                <c:pt idx="15873">
                  <c:v>0.53940740740740745</c:v>
                </c:pt>
                <c:pt idx="15874">
                  <c:v>0.53940740740740745</c:v>
                </c:pt>
                <c:pt idx="15875">
                  <c:v>0.53940740740740745</c:v>
                </c:pt>
                <c:pt idx="15876">
                  <c:v>0.53940740740740745</c:v>
                </c:pt>
                <c:pt idx="15877">
                  <c:v>0.53955555555555557</c:v>
                </c:pt>
                <c:pt idx="15878">
                  <c:v>0.53955555555555557</c:v>
                </c:pt>
                <c:pt idx="15879">
                  <c:v>0.53955555555555557</c:v>
                </c:pt>
                <c:pt idx="15880">
                  <c:v>0.53955555555555557</c:v>
                </c:pt>
                <c:pt idx="15881">
                  <c:v>0.53955555555555557</c:v>
                </c:pt>
                <c:pt idx="15882">
                  <c:v>0.53970370370370369</c:v>
                </c:pt>
                <c:pt idx="15883">
                  <c:v>0.53985185185185181</c:v>
                </c:pt>
                <c:pt idx="15884">
                  <c:v>0.54</c:v>
                </c:pt>
                <c:pt idx="15885">
                  <c:v>0.54014814814814816</c:v>
                </c:pt>
                <c:pt idx="15886">
                  <c:v>0.54014814814814816</c:v>
                </c:pt>
                <c:pt idx="15887">
                  <c:v>0.54014814814814816</c:v>
                </c:pt>
                <c:pt idx="15888">
                  <c:v>0.54014814814814816</c:v>
                </c:pt>
                <c:pt idx="15889">
                  <c:v>0.54029629629629627</c:v>
                </c:pt>
                <c:pt idx="15890">
                  <c:v>0.54029629629629627</c:v>
                </c:pt>
                <c:pt idx="15891">
                  <c:v>0.54044444444444439</c:v>
                </c:pt>
                <c:pt idx="15892">
                  <c:v>0.54044444444444439</c:v>
                </c:pt>
                <c:pt idx="15893">
                  <c:v>0.54059259259259262</c:v>
                </c:pt>
                <c:pt idx="15894">
                  <c:v>0.54059259259259262</c:v>
                </c:pt>
                <c:pt idx="15895">
                  <c:v>0.54059259259259262</c:v>
                </c:pt>
                <c:pt idx="15896">
                  <c:v>0.54074074074074074</c:v>
                </c:pt>
                <c:pt idx="15897">
                  <c:v>0.54074074074074074</c:v>
                </c:pt>
                <c:pt idx="15898">
                  <c:v>0.54074074074074074</c:v>
                </c:pt>
                <c:pt idx="15899">
                  <c:v>0.54074074074074074</c:v>
                </c:pt>
                <c:pt idx="15900">
                  <c:v>0.54074074074074074</c:v>
                </c:pt>
                <c:pt idx="15901">
                  <c:v>0.54074074074074074</c:v>
                </c:pt>
                <c:pt idx="15902">
                  <c:v>0.54074074074074074</c:v>
                </c:pt>
                <c:pt idx="15903">
                  <c:v>0.54074074074074074</c:v>
                </c:pt>
                <c:pt idx="15904">
                  <c:v>0.54074074074074074</c:v>
                </c:pt>
                <c:pt idx="15905">
                  <c:v>0.54074074074074074</c:v>
                </c:pt>
                <c:pt idx="15906">
                  <c:v>0.54074074074074074</c:v>
                </c:pt>
                <c:pt idx="15907">
                  <c:v>0.54074074074074074</c:v>
                </c:pt>
                <c:pt idx="15908">
                  <c:v>0.54074074074074074</c:v>
                </c:pt>
                <c:pt idx="15909">
                  <c:v>0.54074074074074074</c:v>
                </c:pt>
                <c:pt idx="15910">
                  <c:v>0.54088888888888886</c:v>
                </c:pt>
                <c:pt idx="15911">
                  <c:v>0.54103703703703698</c:v>
                </c:pt>
                <c:pt idx="15912">
                  <c:v>0.54118518518518521</c:v>
                </c:pt>
                <c:pt idx="15913">
                  <c:v>0.54118518518518521</c:v>
                </c:pt>
                <c:pt idx="15914">
                  <c:v>0.54118518518518521</c:v>
                </c:pt>
                <c:pt idx="15915">
                  <c:v>0.54118518518518521</c:v>
                </c:pt>
                <c:pt idx="15916">
                  <c:v>0.54118518518518521</c:v>
                </c:pt>
                <c:pt idx="15917">
                  <c:v>0.54118518518518521</c:v>
                </c:pt>
                <c:pt idx="15918">
                  <c:v>0.54118518518518521</c:v>
                </c:pt>
                <c:pt idx="15919">
                  <c:v>0.54118518518518521</c:v>
                </c:pt>
                <c:pt idx="15920">
                  <c:v>0.54118518518518521</c:v>
                </c:pt>
                <c:pt idx="15921">
                  <c:v>0.54118518518518521</c:v>
                </c:pt>
                <c:pt idx="15922">
                  <c:v>0.54118518518518521</c:v>
                </c:pt>
                <c:pt idx="15923">
                  <c:v>0.54133333333333333</c:v>
                </c:pt>
                <c:pt idx="15924">
                  <c:v>0.54133333333333333</c:v>
                </c:pt>
                <c:pt idx="15925">
                  <c:v>0.54133333333333333</c:v>
                </c:pt>
                <c:pt idx="15926">
                  <c:v>0.54133333333333333</c:v>
                </c:pt>
                <c:pt idx="15927">
                  <c:v>0.54133333333333333</c:v>
                </c:pt>
                <c:pt idx="15928">
                  <c:v>0.54133333333333333</c:v>
                </c:pt>
                <c:pt idx="15929">
                  <c:v>0.54133333333333333</c:v>
                </c:pt>
                <c:pt idx="15930">
                  <c:v>0.54133333333333333</c:v>
                </c:pt>
                <c:pt idx="15931">
                  <c:v>0.54133333333333333</c:v>
                </c:pt>
                <c:pt idx="15932">
                  <c:v>0.54148148148148145</c:v>
                </c:pt>
                <c:pt idx="15933">
                  <c:v>0.54148148148148145</c:v>
                </c:pt>
                <c:pt idx="15934">
                  <c:v>0.54162962962962968</c:v>
                </c:pt>
                <c:pt idx="15935">
                  <c:v>0.5417777777777778</c:v>
                </c:pt>
                <c:pt idx="15936">
                  <c:v>0.5417777777777778</c:v>
                </c:pt>
                <c:pt idx="15937">
                  <c:v>0.5417777777777778</c:v>
                </c:pt>
                <c:pt idx="15938">
                  <c:v>0.5417777777777778</c:v>
                </c:pt>
                <c:pt idx="15939">
                  <c:v>0.5417777777777778</c:v>
                </c:pt>
                <c:pt idx="15940">
                  <c:v>0.54192592592592592</c:v>
                </c:pt>
                <c:pt idx="15941">
                  <c:v>0.54207407407407404</c:v>
                </c:pt>
                <c:pt idx="15942">
                  <c:v>0.54207407407407404</c:v>
                </c:pt>
                <c:pt idx="15943">
                  <c:v>0.54207407407407404</c:v>
                </c:pt>
                <c:pt idx="15944">
                  <c:v>0.54222222222222227</c:v>
                </c:pt>
                <c:pt idx="15945">
                  <c:v>0.54222222222222227</c:v>
                </c:pt>
                <c:pt idx="15946">
                  <c:v>0.54222222222222227</c:v>
                </c:pt>
                <c:pt idx="15947">
                  <c:v>0.54222222222222227</c:v>
                </c:pt>
                <c:pt idx="15948">
                  <c:v>0.54237037037037039</c:v>
                </c:pt>
                <c:pt idx="15949">
                  <c:v>0.54251851851851851</c:v>
                </c:pt>
                <c:pt idx="15950">
                  <c:v>0.54251851851851851</c:v>
                </c:pt>
                <c:pt idx="15951">
                  <c:v>0.54251851851851851</c:v>
                </c:pt>
                <c:pt idx="15952">
                  <c:v>0.54251851851851851</c:v>
                </c:pt>
                <c:pt idx="15953">
                  <c:v>0.54266666666666663</c:v>
                </c:pt>
                <c:pt idx="15954">
                  <c:v>0.54281481481481486</c:v>
                </c:pt>
                <c:pt idx="15955">
                  <c:v>0.54281481481481486</c:v>
                </c:pt>
                <c:pt idx="15956">
                  <c:v>0.54281481481481486</c:v>
                </c:pt>
                <c:pt idx="15957">
                  <c:v>0.54281481481481486</c:v>
                </c:pt>
                <c:pt idx="15958">
                  <c:v>0.54281481481481486</c:v>
                </c:pt>
                <c:pt idx="15959">
                  <c:v>0.54281481481481486</c:v>
                </c:pt>
                <c:pt idx="15960">
                  <c:v>0.54281481481481486</c:v>
                </c:pt>
                <c:pt idx="15961">
                  <c:v>0.54281481481481486</c:v>
                </c:pt>
                <c:pt idx="15962">
                  <c:v>0.54281481481481486</c:v>
                </c:pt>
                <c:pt idx="15963">
                  <c:v>0.54296296296296298</c:v>
                </c:pt>
                <c:pt idx="15964">
                  <c:v>0.5431111111111111</c:v>
                </c:pt>
                <c:pt idx="15965">
                  <c:v>0.5431111111111111</c:v>
                </c:pt>
                <c:pt idx="15966">
                  <c:v>0.5431111111111111</c:v>
                </c:pt>
                <c:pt idx="15967">
                  <c:v>0.5431111111111111</c:v>
                </c:pt>
                <c:pt idx="15968">
                  <c:v>0.5431111111111111</c:v>
                </c:pt>
                <c:pt idx="15969">
                  <c:v>0.5431111111111111</c:v>
                </c:pt>
                <c:pt idx="15970">
                  <c:v>0.5431111111111111</c:v>
                </c:pt>
                <c:pt idx="15971">
                  <c:v>0.54325925925925922</c:v>
                </c:pt>
                <c:pt idx="15972">
                  <c:v>0.54325925925925922</c:v>
                </c:pt>
                <c:pt idx="15973">
                  <c:v>0.54325925925925922</c:v>
                </c:pt>
                <c:pt idx="15974">
                  <c:v>0.54325925925925922</c:v>
                </c:pt>
                <c:pt idx="15975">
                  <c:v>0.54325925925925922</c:v>
                </c:pt>
                <c:pt idx="15976">
                  <c:v>0.54340740740740745</c:v>
                </c:pt>
                <c:pt idx="15977">
                  <c:v>0.54340740740740745</c:v>
                </c:pt>
                <c:pt idx="15978">
                  <c:v>0.54340740740740745</c:v>
                </c:pt>
                <c:pt idx="15979">
                  <c:v>0.54340740740740745</c:v>
                </c:pt>
                <c:pt idx="15980">
                  <c:v>0.54340740740740745</c:v>
                </c:pt>
                <c:pt idx="15981">
                  <c:v>0.54355555555555557</c:v>
                </c:pt>
                <c:pt idx="15982">
                  <c:v>0.54355555555555557</c:v>
                </c:pt>
                <c:pt idx="15983">
                  <c:v>0.54355555555555557</c:v>
                </c:pt>
                <c:pt idx="15984">
                  <c:v>0.54355555555555557</c:v>
                </c:pt>
                <c:pt idx="15985">
                  <c:v>0.54370370370370369</c:v>
                </c:pt>
                <c:pt idx="15986">
                  <c:v>0.54370370370370369</c:v>
                </c:pt>
                <c:pt idx="15987">
                  <c:v>0.54370370370370369</c:v>
                </c:pt>
                <c:pt idx="15988">
                  <c:v>0.54370370370370369</c:v>
                </c:pt>
                <c:pt idx="15989">
                  <c:v>0.54370370370370369</c:v>
                </c:pt>
                <c:pt idx="15990">
                  <c:v>0.54370370370370369</c:v>
                </c:pt>
                <c:pt idx="15991">
                  <c:v>0.54385185185185181</c:v>
                </c:pt>
                <c:pt idx="15992">
                  <c:v>0.54385185185185181</c:v>
                </c:pt>
                <c:pt idx="15993">
                  <c:v>0.54400000000000004</c:v>
                </c:pt>
                <c:pt idx="15994">
                  <c:v>0.54400000000000004</c:v>
                </c:pt>
                <c:pt idx="15995">
                  <c:v>0.54414814814814816</c:v>
                </c:pt>
                <c:pt idx="15996">
                  <c:v>0.54414814814814816</c:v>
                </c:pt>
                <c:pt idx="15997">
                  <c:v>0.54414814814814816</c:v>
                </c:pt>
                <c:pt idx="15998">
                  <c:v>0.54414814814814816</c:v>
                </c:pt>
                <c:pt idx="15999">
                  <c:v>0.54429629629629628</c:v>
                </c:pt>
                <c:pt idx="16000">
                  <c:v>0.54429629629629628</c:v>
                </c:pt>
                <c:pt idx="16001">
                  <c:v>0.54429629629629628</c:v>
                </c:pt>
                <c:pt idx="16002">
                  <c:v>0.54429629629629628</c:v>
                </c:pt>
                <c:pt idx="16003">
                  <c:v>0.54429629629629628</c:v>
                </c:pt>
                <c:pt idx="16004">
                  <c:v>0.54429629629629628</c:v>
                </c:pt>
                <c:pt idx="16005">
                  <c:v>0.54429629629629628</c:v>
                </c:pt>
                <c:pt idx="16006">
                  <c:v>0.54429629629629628</c:v>
                </c:pt>
                <c:pt idx="16007">
                  <c:v>0.54429629629629628</c:v>
                </c:pt>
                <c:pt idx="16008">
                  <c:v>0.54429629629629628</c:v>
                </c:pt>
                <c:pt idx="16009">
                  <c:v>0.54429629629629628</c:v>
                </c:pt>
                <c:pt idx="16010">
                  <c:v>0.5444444444444444</c:v>
                </c:pt>
                <c:pt idx="16011">
                  <c:v>0.5444444444444444</c:v>
                </c:pt>
                <c:pt idx="16012">
                  <c:v>0.5444444444444444</c:v>
                </c:pt>
                <c:pt idx="16013">
                  <c:v>0.5444444444444444</c:v>
                </c:pt>
                <c:pt idx="16014">
                  <c:v>0.54459259259259263</c:v>
                </c:pt>
                <c:pt idx="16015">
                  <c:v>0.54459259259259263</c:v>
                </c:pt>
                <c:pt idx="16016">
                  <c:v>0.54459259259259263</c:v>
                </c:pt>
                <c:pt idx="16017">
                  <c:v>0.54459259259259263</c:v>
                </c:pt>
                <c:pt idx="16018">
                  <c:v>0.54459259259259263</c:v>
                </c:pt>
                <c:pt idx="16019">
                  <c:v>0.54474074074074075</c:v>
                </c:pt>
                <c:pt idx="16020">
                  <c:v>0.54474074074074075</c:v>
                </c:pt>
                <c:pt idx="16021">
                  <c:v>0.54488888888888887</c:v>
                </c:pt>
                <c:pt idx="16022">
                  <c:v>0.54488888888888887</c:v>
                </c:pt>
                <c:pt idx="16023">
                  <c:v>0.54488888888888887</c:v>
                </c:pt>
                <c:pt idx="16024">
                  <c:v>0.54488888888888887</c:v>
                </c:pt>
                <c:pt idx="16025">
                  <c:v>0.54488888888888887</c:v>
                </c:pt>
                <c:pt idx="16026">
                  <c:v>0.54488888888888887</c:v>
                </c:pt>
                <c:pt idx="16027">
                  <c:v>0.54488888888888887</c:v>
                </c:pt>
                <c:pt idx="16028">
                  <c:v>0.54503703703703699</c:v>
                </c:pt>
                <c:pt idx="16029">
                  <c:v>0.54518518518518522</c:v>
                </c:pt>
                <c:pt idx="16030">
                  <c:v>0.54518518518518522</c:v>
                </c:pt>
                <c:pt idx="16031">
                  <c:v>0.54518518518518522</c:v>
                </c:pt>
                <c:pt idx="16032">
                  <c:v>0.54518518518518522</c:v>
                </c:pt>
                <c:pt idx="16033">
                  <c:v>0.54518518518518522</c:v>
                </c:pt>
                <c:pt idx="16034">
                  <c:v>0.54518518518518522</c:v>
                </c:pt>
                <c:pt idx="16035">
                  <c:v>0.54518518518518522</c:v>
                </c:pt>
                <c:pt idx="16036">
                  <c:v>0.54518518518518522</c:v>
                </c:pt>
                <c:pt idx="16037">
                  <c:v>0.54518518518518522</c:v>
                </c:pt>
                <c:pt idx="16038">
                  <c:v>0.54518518518518522</c:v>
                </c:pt>
                <c:pt idx="16039">
                  <c:v>0.54518518518518522</c:v>
                </c:pt>
                <c:pt idx="16040">
                  <c:v>0.54518518518518522</c:v>
                </c:pt>
                <c:pt idx="16041">
                  <c:v>0.54533333333333334</c:v>
                </c:pt>
                <c:pt idx="16042">
                  <c:v>0.54533333333333334</c:v>
                </c:pt>
                <c:pt idx="16043">
                  <c:v>0.54533333333333334</c:v>
                </c:pt>
                <c:pt idx="16044">
                  <c:v>0.54533333333333334</c:v>
                </c:pt>
                <c:pt idx="16045">
                  <c:v>0.54548148148148146</c:v>
                </c:pt>
                <c:pt idx="16046">
                  <c:v>0.54548148148148146</c:v>
                </c:pt>
                <c:pt idx="16047">
                  <c:v>0.54548148148148146</c:v>
                </c:pt>
                <c:pt idx="16048">
                  <c:v>0.54562962962962958</c:v>
                </c:pt>
                <c:pt idx="16049">
                  <c:v>0.54562962962962958</c:v>
                </c:pt>
                <c:pt idx="16050">
                  <c:v>0.54562962962962958</c:v>
                </c:pt>
                <c:pt idx="16051">
                  <c:v>0.54562962962962958</c:v>
                </c:pt>
                <c:pt idx="16052">
                  <c:v>0.54562962962962958</c:v>
                </c:pt>
                <c:pt idx="16053">
                  <c:v>0.54562962962962958</c:v>
                </c:pt>
                <c:pt idx="16054">
                  <c:v>0.54577777777777781</c:v>
                </c:pt>
                <c:pt idx="16055">
                  <c:v>0.54577777777777781</c:v>
                </c:pt>
                <c:pt idx="16056">
                  <c:v>0.54577777777777781</c:v>
                </c:pt>
                <c:pt idx="16057">
                  <c:v>0.54577777777777781</c:v>
                </c:pt>
                <c:pt idx="16058">
                  <c:v>0.54577777777777781</c:v>
                </c:pt>
                <c:pt idx="16059">
                  <c:v>0.54577777777777781</c:v>
                </c:pt>
                <c:pt idx="16060">
                  <c:v>0.54577777777777781</c:v>
                </c:pt>
                <c:pt idx="16061">
                  <c:v>0.54577777777777781</c:v>
                </c:pt>
                <c:pt idx="16062">
                  <c:v>0.54577777777777781</c:v>
                </c:pt>
                <c:pt idx="16063">
                  <c:v>0.54577777777777781</c:v>
                </c:pt>
                <c:pt idx="16064">
                  <c:v>0.54577777777777781</c:v>
                </c:pt>
                <c:pt idx="16065">
                  <c:v>0.54577777777777781</c:v>
                </c:pt>
                <c:pt idx="16066">
                  <c:v>0.54577777777777781</c:v>
                </c:pt>
                <c:pt idx="16067">
                  <c:v>0.54577777777777781</c:v>
                </c:pt>
                <c:pt idx="16068">
                  <c:v>0.54592592592592593</c:v>
                </c:pt>
                <c:pt idx="16069">
                  <c:v>0.54607407407407405</c:v>
                </c:pt>
                <c:pt idx="16070">
                  <c:v>0.54607407407407405</c:v>
                </c:pt>
                <c:pt idx="16071">
                  <c:v>0.54607407407407405</c:v>
                </c:pt>
                <c:pt idx="16072">
                  <c:v>0.54607407407407405</c:v>
                </c:pt>
                <c:pt idx="16073">
                  <c:v>0.54607407407407405</c:v>
                </c:pt>
                <c:pt idx="16074">
                  <c:v>0.54607407407407405</c:v>
                </c:pt>
                <c:pt idx="16075">
                  <c:v>0.54622222222222228</c:v>
                </c:pt>
                <c:pt idx="16076">
                  <c:v>0.54622222222222228</c:v>
                </c:pt>
                <c:pt idx="16077">
                  <c:v>0.5463703703703704</c:v>
                </c:pt>
                <c:pt idx="16078">
                  <c:v>0.5463703703703704</c:v>
                </c:pt>
                <c:pt idx="16079">
                  <c:v>0.5463703703703704</c:v>
                </c:pt>
                <c:pt idx="16080">
                  <c:v>0.5463703703703704</c:v>
                </c:pt>
                <c:pt idx="16081">
                  <c:v>0.5463703703703704</c:v>
                </c:pt>
                <c:pt idx="16082">
                  <c:v>0.54651851851851851</c:v>
                </c:pt>
                <c:pt idx="16083">
                  <c:v>0.54651851851851851</c:v>
                </c:pt>
                <c:pt idx="16084">
                  <c:v>0.54651851851851851</c:v>
                </c:pt>
                <c:pt idx="16085">
                  <c:v>0.54666666666666663</c:v>
                </c:pt>
                <c:pt idx="16086">
                  <c:v>0.54666666666666663</c:v>
                </c:pt>
                <c:pt idx="16087">
                  <c:v>0.54666666666666663</c:v>
                </c:pt>
                <c:pt idx="16088">
                  <c:v>0.54666666666666663</c:v>
                </c:pt>
                <c:pt idx="16089">
                  <c:v>0.54666666666666663</c:v>
                </c:pt>
                <c:pt idx="16090">
                  <c:v>0.54681481481481486</c:v>
                </c:pt>
                <c:pt idx="16091">
                  <c:v>0.54681481481481486</c:v>
                </c:pt>
                <c:pt idx="16092">
                  <c:v>0.54681481481481486</c:v>
                </c:pt>
                <c:pt idx="16093">
                  <c:v>0.54696296296296298</c:v>
                </c:pt>
                <c:pt idx="16094">
                  <c:v>0.54696296296296298</c:v>
                </c:pt>
                <c:pt idx="16095">
                  <c:v>0.54696296296296298</c:v>
                </c:pt>
                <c:pt idx="16096">
                  <c:v>0.5471111111111111</c:v>
                </c:pt>
                <c:pt idx="16097">
                  <c:v>0.5471111111111111</c:v>
                </c:pt>
                <c:pt idx="16098">
                  <c:v>0.54725925925925922</c:v>
                </c:pt>
                <c:pt idx="16099">
                  <c:v>0.54740740740740745</c:v>
                </c:pt>
                <c:pt idx="16100">
                  <c:v>0.54740740740740745</c:v>
                </c:pt>
                <c:pt idx="16101">
                  <c:v>0.54755555555555557</c:v>
                </c:pt>
                <c:pt idx="16102">
                  <c:v>0.54755555555555557</c:v>
                </c:pt>
                <c:pt idx="16103">
                  <c:v>0.54755555555555557</c:v>
                </c:pt>
                <c:pt idx="16104">
                  <c:v>0.54755555555555557</c:v>
                </c:pt>
                <c:pt idx="16105">
                  <c:v>0.54755555555555557</c:v>
                </c:pt>
                <c:pt idx="16106">
                  <c:v>0.54755555555555557</c:v>
                </c:pt>
                <c:pt idx="16107">
                  <c:v>0.54755555555555557</c:v>
                </c:pt>
                <c:pt idx="16108">
                  <c:v>0.54755555555555557</c:v>
                </c:pt>
                <c:pt idx="16109">
                  <c:v>0.54755555555555557</c:v>
                </c:pt>
                <c:pt idx="16110">
                  <c:v>0.54755555555555557</c:v>
                </c:pt>
                <c:pt idx="16111">
                  <c:v>0.54770370370370369</c:v>
                </c:pt>
                <c:pt idx="16112">
                  <c:v>0.54770370370370369</c:v>
                </c:pt>
                <c:pt idx="16113">
                  <c:v>0.54785185185185181</c:v>
                </c:pt>
                <c:pt idx="16114">
                  <c:v>0.54785185185185181</c:v>
                </c:pt>
                <c:pt idx="16115">
                  <c:v>0.54785185185185181</c:v>
                </c:pt>
                <c:pt idx="16116">
                  <c:v>0.54785185185185181</c:v>
                </c:pt>
                <c:pt idx="16117">
                  <c:v>0.54785185185185181</c:v>
                </c:pt>
                <c:pt idx="16118">
                  <c:v>0.54785185185185181</c:v>
                </c:pt>
                <c:pt idx="16119">
                  <c:v>0.54800000000000004</c:v>
                </c:pt>
                <c:pt idx="16120">
                  <c:v>0.54800000000000004</c:v>
                </c:pt>
                <c:pt idx="16121">
                  <c:v>0.54800000000000004</c:v>
                </c:pt>
                <c:pt idx="16122">
                  <c:v>0.54800000000000004</c:v>
                </c:pt>
                <c:pt idx="16123">
                  <c:v>0.54800000000000004</c:v>
                </c:pt>
                <c:pt idx="16124">
                  <c:v>0.54800000000000004</c:v>
                </c:pt>
                <c:pt idx="16125">
                  <c:v>0.54800000000000004</c:v>
                </c:pt>
                <c:pt idx="16126">
                  <c:v>0.54800000000000004</c:v>
                </c:pt>
                <c:pt idx="16127">
                  <c:v>0.54800000000000004</c:v>
                </c:pt>
                <c:pt idx="16128">
                  <c:v>0.54814814814814816</c:v>
                </c:pt>
                <c:pt idx="16129">
                  <c:v>0.54814814814814816</c:v>
                </c:pt>
                <c:pt idx="16130">
                  <c:v>0.54814814814814816</c:v>
                </c:pt>
                <c:pt idx="16131">
                  <c:v>0.54814814814814816</c:v>
                </c:pt>
                <c:pt idx="16132">
                  <c:v>0.54814814814814816</c:v>
                </c:pt>
                <c:pt idx="16133">
                  <c:v>0.54814814814814816</c:v>
                </c:pt>
                <c:pt idx="16134">
                  <c:v>0.54814814814814816</c:v>
                </c:pt>
                <c:pt idx="16135">
                  <c:v>0.54829629629629628</c:v>
                </c:pt>
                <c:pt idx="16136">
                  <c:v>0.5484444444444444</c:v>
                </c:pt>
                <c:pt idx="16137">
                  <c:v>0.5484444444444444</c:v>
                </c:pt>
                <c:pt idx="16138">
                  <c:v>0.5484444444444444</c:v>
                </c:pt>
                <c:pt idx="16139">
                  <c:v>0.5484444444444444</c:v>
                </c:pt>
                <c:pt idx="16140">
                  <c:v>0.5484444444444444</c:v>
                </c:pt>
                <c:pt idx="16141">
                  <c:v>0.5484444444444444</c:v>
                </c:pt>
                <c:pt idx="16142">
                  <c:v>0.54859259259259263</c:v>
                </c:pt>
                <c:pt idx="16143">
                  <c:v>0.54859259259259263</c:v>
                </c:pt>
                <c:pt idx="16144">
                  <c:v>0.54859259259259263</c:v>
                </c:pt>
                <c:pt idx="16145">
                  <c:v>0.54859259259259263</c:v>
                </c:pt>
                <c:pt idx="16146">
                  <c:v>0.54859259259259263</c:v>
                </c:pt>
                <c:pt idx="16147">
                  <c:v>0.54859259259259263</c:v>
                </c:pt>
                <c:pt idx="16148">
                  <c:v>0.54859259259259263</c:v>
                </c:pt>
                <c:pt idx="16149">
                  <c:v>0.54859259259259263</c:v>
                </c:pt>
                <c:pt idx="16150">
                  <c:v>0.54859259259259263</c:v>
                </c:pt>
                <c:pt idx="16151">
                  <c:v>0.54859259259259263</c:v>
                </c:pt>
                <c:pt idx="16152">
                  <c:v>0.54874074074074075</c:v>
                </c:pt>
                <c:pt idx="16153">
                  <c:v>0.54874074074074075</c:v>
                </c:pt>
                <c:pt idx="16154">
                  <c:v>0.54874074074074075</c:v>
                </c:pt>
                <c:pt idx="16155">
                  <c:v>0.54874074074074075</c:v>
                </c:pt>
                <c:pt idx="16156">
                  <c:v>0.54888888888888887</c:v>
                </c:pt>
                <c:pt idx="16157">
                  <c:v>0.54888888888888887</c:v>
                </c:pt>
                <c:pt idx="16158">
                  <c:v>0.54888888888888887</c:v>
                </c:pt>
                <c:pt idx="16159">
                  <c:v>0.54888888888888887</c:v>
                </c:pt>
                <c:pt idx="16160">
                  <c:v>0.54888888888888887</c:v>
                </c:pt>
                <c:pt idx="16161">
                  <c:v>0.54903703703703699</c:v>
                </c:pt>
                <c:pt idx="16162">
                  <c:v>0.54903703703703699</c:v>
                </c:pt>
                <c:pt idx="16163">
                  <c:v>0.54903703703703699</c:v>
                </c:pt>
                <c:pt idx="16164">
                  <c:v>0.54903703703703699</c:v>
                </c:pt>
                <c:pt idx="16165">
                  <c:v>0.54903703703703699</c:v>
                </c:pt>
                <c:pt idx="16166">
                  <c:v>0.54918518518518522</c:v>
                </c:pt>
                <c:pt idx="16167">
                  <c:v>0.54918518518518522</c:v>
                </c:pt>
                <c:pt idx="16168">
                  <c:v>0.54933333333333334</c:v>
                </c:pt>
                <c:pt idx="16169">
                  <c:v>0.54933333333333334</c:v>
                </c:pt>
                <c:pt idx="16170">
                  <c:v>0.54948148148148146</c:v>
                </c:pt>
                <c:pt idx="16171">
                  <c:v>0.54948148148148146</c:v>
                </c:pt>
                <c:pt idx="16172">
                  <c:v>0.54948148148148146</c:v>
                </c:pt>
                <c:pt idx="16173">
                  <c:v>0.54962962962962958</c:v>
                </c:pt>
                <c:pt idx="16174">
                  <c:v>0.54962962962962958</c:v>
                </c:pt>
                <c:pt idx="16175">
                  <c:v>0.54962962962962958</c:v>
                </c:pt>
                <c:pt idx="16176">
                  <c:v>0.54962962962962958</c:v>
                </c:pt>
                <c:pt idx="16177">
                  <c:v>0.54962962962962958</c:v>
                </c:pt>
                <c:pt idx="16178">
                  <c:v>0.54977777777777781</c:v>
                </c:pt>
                <c:pt idx="16179">
                  <c:v>0.54992592592592593</c:v>
                </c:pt>
                <c:pt idx="16180">
                  <c:v>0.55007407407407405</c:v>
                </c:pt>
                <c:pt idx="16181">
                  <c:v>0.55007407407407405</c:v>
                </c:pt>
                <c:pt idx="16182">
                  <c:v>0.55007407407407405</c:v>
                </c:pt>
                <c:pt idx="16183">
                  <c:v>0.55022222222222217</c:v>
                </c:pt>
                <c:pt idx="16184">
                  <c:v>0.55022222222222217</c:v>
                </c:pt>
                <c:pt idx="16185">
                  <c:v>0.55022222222222217</c:v>
                </c:pt>
                <c:pt idx="16186">
                  <c:v>0.55022222222222217</c:v>
                </c:pt>
                <c:pt idx="16187">
                  <c:v>0.55022222222222217</c:v>
                </c:pt>
                <c:pt idx="16188">
                  <c:v>0.55022222222222217</c:v>
                </c:pt>
                <c:pt idx="16189">
                  <c:v>0.55022222222222217</c:v>
                </c:pt>
                <c:pt idx="16190">
                  <c:v>0.55022222222222217</c:v>
                </c:pt>
                <c:pt idx="16191">
                  <c:v>0.55022222222222217</c:v>
                </c:pt>
                <c:pt idx="16192">
                  <c:v>0.55022222222222217</c:v>
                </c:pt>
                <c:pt idx="16193">
                  <c:v>0.55022222222222217</c:v>
                </c:pt>
                <c:pt idx="16194">
                  <c:v>0.55022222222222217</c:v>
                </c:pt>
                <c:pt idx="16195">
                  <c:v>0.55022222222222217</c:v>
                </c:pt>
                <c:pt idx="16196">
                  <c:v>0.55022222222222217</c:v>
                </c:pt>
                <c:pt idx="16197">
                  <c:v>0.55022222222222217</c:v>
                </c:pt>
                <c:pt idx="16198">
                  <c:v>0.5503703703703704</c:v>
                </c:pt>
                <c:pt idx="16199">
                  <c:v>0.5503703703703704</c:v>
                </c:pt>
                <c:pt idx="16200">
                  <c:v>0.5503703703703704</c:v>
                </c:pt>
                <c:pt idx="16201">
                  <c:v>0.5503703703703704</c:v>
                </c:pt>
                <c:pt idx="16202">
                  <c:v>0.5503703703703704</c:v>
                </c:pt>
                <c:pt idx="16203">
                  <c:v>0.55051851851851852</c:v>
                </c:pt>
                <c:pt idx="16204">
                  <c:v>0.55051851851851852</c:v>
                </c:pt>
                <c:pt idx="16205">
                  <c:v>0.55051851851851852</c:v>
                </c:pt>
                <c:pt idx="16206">
                  <c:v>0.55051851851851852</c:v>
                </c:pt>
                <c:pt idx="16207">
                  <c:v>0.55066666666666664</c:v>
                </c:pt>
                <c:pt idx="16208">
                  <c:v>0.55066666666666664</c:v>
                </c:pt>
                <c:pt idx="16209">
                  <c:v>0.55066666666666664</c:v>
                </c:pt>
                <c:pt idx="16210">
                  <c:v>0.55081481481481487</c:v>
                </c:pt>
                <c:pt idx="16211">
                  <c:v>0.55081481481481487</c:v>
                </c:pt>
                <c:pt idx="16212">
                  <c:v>0.55096296296296299</c:v>
                </c:pt>
                <c:pt idx="16213">
                  <c:v>0.55096296296296299</c:v>
                </c:pt>
                <c:pt idx="16214">
                  <c:v>0.55096296296296299</c:v>
                </c:pt>
                <c:pt idx="16215">
                  <c:v>0.55111111111111111</c:v>
                </c:pt>
                <c:pt idx="16216">
                  <c:v>0.55111111111111111</c:v>
                </c:pt>
                <c:pt idx="16217">
                  <c:v>0.55111111111111111</c:v>
                </c:pt>
                <c:pt idx="16218">
                  <c:v>0.55111111111111111</c:v>
                </c:pt>
                <c:pt idx="16219">
                  <c:v>0.55111111111111111</c:v>
                </c:pt>
                <c:pt idx="16220">
                  <c:v>0.55111111111111111</c:v>
                </c:pt>
                <c:pt idx="16221">
                  <c:v>0.55111111111111111</c:v>
                </c:pt>
                <c:pt idx="16222">
                  <c:v>0.55111111111111111</c:v>
                </c:pt>
                <c:pt idx="16223">
                  <c:v>0.55111111111111111</c:v>
                </c:pt>
                <c:pt idx="16224">
                  <c:v>0.55125925925925923</c:v>
                </c:pt>
                <c:pt idx="16225">
                  <c:v>0.55140740740740746</c:v>
                </c:pt>
                <c:pt idx="16226">
                  <c:v>0.55140740740740746</c:v>
                </c:pt>
                <c:pt idx="16227">
                  <c:v>0.55155555555555558</c:v>
                </c:pt>
                <c:pt idx="16228">
                  <c:v>0.5517037037037037</c:v>
                </c:pt>
                <c:pt idx="16229">
                  <c:v>0.55185185185185182</c:v>
                </c:pt>
                <c:pt idx="16230">
                  <c:v>0.55185185185185182</c:v>
                </c:pt>
                <c:pt idx="16231">
                  <c:v>0.55185185185185182</c:v>
                </c:pt>
                <c:pt idx="16232">
                  <c:v>0.55185185185185182</c:v>
                </c:pt>
                <c:pt idx="16233">
                  <c:v>0.55185185185185182</c:v>
                </c:pt>
                <c:pt idx="16234">
                  <c:v>0.55200000000000005</c:v>
                </c:pt>
                <c:pt idx="16235">
                  <c:v>0.55200000000000005</c:v>
                </c:pt>
                <c:pt idx="16236">
                  <c:v>0.55200000000000005</c:v>
                </c:pt>
                <c:pt idx="16237">
                  <c:v>0.55200000000000005</c:v>
                </c:pt>
                <c:pt idx="16238">
                  <c:v>0.55214814814814817</c:v>
                </c:pt>
                <c:pt idx="16239">
                  <c:v>0.55214814814814817</c:v>
                </c:pt>
                <c:pt idx="16240">
                  <c:v>0.55214814814814817</c:v>
                </c:pt>
                <c:pt idx="16241">
                  <c:v>0.55229629629629629</c:v>
                </c:pt>
                <c:pt idx="16242">
                  <c:v>0.5524444444444444</c:v>
                </c:pt>
                <c:pt idx="16243">
                  <c:v>0.5524444444444444</c:v>
                </c:pt>
                <c:pt idx="16244">
                  <c:v>0.5524444444444444</c:v>
                </c:pt>
                <c:pt idx="16245">
                  <c:v>0.5524444444444444</c:v>
                </c:pt>
                <c:pt idx="16246">
                  <c:v>0.5524444444444444</c:v>
                </c:pt>
                <c:pt idx="16247">
                  <c:v>0.5524444444444444</c:v>
                </c:pt>
                <c:pt idx="16248">
                  <c:v>0.55259259259259264</c:v>
                </c:pt>
                <c:pt idx="16249">
                  <c:v>0.55274074074074075</c:v>
                </c:pt>
                <c:pt idx="16250">
                  <c:v>0.55274074074074075</c:v>
                </c:pt>
                <c:pt idx="16251">
                  <c:v>0.55288888888888887</c:v>
                </c:pt>
                <c:pt idx="16252">
                  <c:v>0.55288888888888887</c:v>
                </c:pt>
                <c:pt idx="16253">
                  <c:v>0.55288888888888887</c:v>
                </c:pt>
                <c:pt idx="16254">
                  <c:v>0.55288888888888887</c:v>
                </c:pt>
                <c:pt idx="16255">
                  <c:v>0.55288888888888887</c:v>
                </c:pt>
                <c:pt idx="16256">
                  <c:v>0.55303703703703699</c:v>
                </c:pt>
                <c:pt idx="16257">
                  <c:v>0.55303703703703699</c:v>
                </c:pt>
                <c:pt idx="16258">
                  <c:v>0.55303703703703699</c:v>
                </c:pt>
                <c:pt idx="16259">
                  <c:v>0.55303703703703699</c:v>
                </c:pt>
                <c:pt idx="16260">
                  <c:v>0.55318518518518522</c:v>
                </c:pt>
                <c:pt idx="16261">
                  <c:v>0.55333333333333334</c:v>
                </c:pt>
                <c:pt idx="16262">
                  <c:v>0.55333333333333334</c:v>
                </c:pt>
                <c:pt idx="16263">
                  <c:v>0.55333333333333334</c:v>
                </c:pt>
                <c:pt idx="16264">
                  <c:v>0.55333333333333334</c:v>
                </c:pt>
                <c:pt idx="16265">
                  <c:v>0.55333333333333334</c:v>
                </c:pt>
                <c:pt idx="16266">
                  <c:v>0.55333333333333334</c:v>
                </c:pt>
                <c:pt idx="16267">
                  <c:v>0.55333333333333334</c:v>
                </c:pt>
                <c:pt idx="16268">
                  <c:v>0.55348148148148146</c:v>
                </c:pt>
                <c:pt idx="16269">
                  <c:v>0.55348148148148146</c:v>
                </c:pt>
                <c:pt idx="16270">
                  <c:v>0.55348148148148146</c:v>
                </c:pt>
                <c:pt idx="16271">
                  <c:v>0.55362962962962958</c:v>
                </c:pt>
                <c:pt idx="16272">
                  <c:v>0.55362962962962958</c:v>
                </c:pt>
                <c:pt idx="16273">
                  <c:v>0.55362962962962958</c:v>
                </c:pt>
                <c:pt idx="16274">
                  <c:v>0.55362962962962958</c:v>
                </c:pt>
                <c:pt idx="16275">
                  <c:v>0.55377777777777781</c:v>
                </c:pt>
                <c:pt idx="16276">
                  <c:v>0.55377777777777781</c:v>
                </c:pt>
                <c:pt idx="16277">
                  <c:v>0.55377777777777781</c:v>
                </c:pt>
                <c:pt idx="16278">
                  <c:v>0.55377777777777781</c:v>
                </c:pt>
                <c:pt idx="16279">
                  <c:v>0.55377777777777781</c:v>
                </c:pt>
                <c:pt idx="16280">
                  <c:v>0.55377777777777781</c:v>
                </c:pt>
                <c:pt idx="16281">
                  <c:v>0.55377777777777781</c:v>
                </c:pt>
                <c:pt idx="16282">
                  <c:v>0.55377777777777781</c:v>
                </c:pt>
                <c:pt idx="16283">
                  <c:v>0.55377777777777781</c:v>
                </c:pt>
                <c:pt idx="16284">
                  <c:v>0.55377777777777781</c:v>
                </c:pt>
                <c:pt idx="16285">
                  <c:v>0.55377777777777781</c:v>
                </c:pt>
                <c:pt idx="16286">
                  <c:v>0.55377777777777781</c:v>
                </c:pt>
                <c:pt idx="16287">
                  <c:v>0.55392592592592593</c:v>
                </c:pt>
                <c:pt idx="16288">
                  <c:v>0.55392592592592593</c:v>
                </c:pt>
                <c:pt idx="16289">
                  <c:v>0.55392592592592593</c:v>
                </c:pt>
                <c:pt idx="16290">
                  <c:v>0.55407407407407405</c:v>
                </c:pt>
                <c:pt idx="16291">
                  <c:v>0.55422222222222217</c:v>
                </c:pt>
                <c:pt idx="16292">
                  <c:v>0.5543703703703704</c:v>
                </c:pt>
                <c:pt idx="16293">
                  <c:v>0.5543703703703704</c:v>
                </c:pt>
                <c:pt idx="16294">
                  <c:v>0.55451851851851852</c:v>
                </c:pt>
                <c:pt idx="16295">
                  <c:v>0.55451851851851852</c:v>
                </c:pt>
                <c:pt idx="16296">
                  <c:v>0.55451851851851852</c:v>
                </c:pt>
                <c:pt idx="16297">
                  <c:v>0.55451851851851852</c:v>
                </c:pt>
                <c:pt idx="16298">
                  <c:v>0.55466666666666664</c:v>
                </c:pt>
                <c:pt idx="16299">
                  <c:v>0.55481481481481476</c:v>
                </c:pt>
                <c:pt idx="16300">
                  <c:v>0.55481481481481476</c:v>
                </c:pt>
                <c:pt idx="16301">
                  <c:v>0.55496296296296299</c:v>
                </c:pt>
                <c:pt idx="16302">
                  <c:v>0.55511111111111111</c:v>
                </c:pt>
                <c:pt idx="16303">
                  <c:v>0.55525925925925923</c:v>
                </c:pt>
                <c:pt idx="16304">
                  <c:v>0.55525925925925923</c:v>
                </c:pt>
                <c:pt idx="16305">
                  <c:v>0.55540740740740746</c:v>
                </c:pt>
                <c:pt idx="16306">
                  <c:v>0.55540740740740746</c:v>
                </c:pt>
                <c:pt idx="16307">
                  <c:v>0.55540740740740746</c:v>
                </c:pt>
                <c:pt idx="16308">
                  <c:v>0.55540740740740746</c:v>
                </c:pt>
                <c:pt idx="16309">
                  <c:v>0.55555555555555558</c:v>
                </c:pt>
                <c:pt idx="16310">
                  <c:v>0.55555555555555558</c:v>
                </c:pt>
                <c:pt idx="16311">
                  <c:v>0.55555555555555558</c:v>
                </c:pt>
                <c:pt idx="16312">
                  <c:v>0.55555555555555558</c:v>
                </c:pt>
                <c:pt idx="16313">
                  <c:v>0.55555555555555558</c:v>
                </c:pt>
                <c:pt idx="16314">
                  <c:v>0.5557037037037037</c:v>
                </c:pt>
                <c:pt idx="16315">
                  <c:v>0.5557037037037037</c:v>
                </c:pt>
                <c:pt idx="16316">
                  <c:v>0.5557037037037037</c:v>
                </c:pt>
                <c:pt idx="16317">
                  <c:v>0.5557037037037037</c:v>
                </c:pt>
                <c:pt idx="16318">
                  <c:v>0.55585185185185182</c:v>
                </c:pt>
                <c:pt idx="16319">
                  <c:v>0.55585185185185182</c:v>
                </c:pt>
                <c:pt idx="16320">
                  <c:v>0.55585185185185182</c:v>
                </c:pt>
                <c:pt idx="16321">
                  <c:v>0.55585185185185182</c:v>
                </c:pt>
                <c:pt idx="16322">
                  <c:v>0.55585185185185182</c:v>
                </c:pt>
                <c:pt idx="16323">
                  <c:v>0.55585185185185182</c:v>
                </c:pt>
                <c:pt idx="16324">
                  <c:v>0.55585185185185182</c:v>
                </c:pt>
                <c:pt idx="16325">
                  <c:v>0.55600000000000005</c:v>
                </c:pt>
                <c:pt idx="16326">
                  <c:v>0.55600000000000005</c:v>
                </c:pt>
                <c:pt idx="16327">
                  <c:v>0.55600000000000005</c:v>
                </c:pt>
                <c:pt idx="16328">
                  <c:v>0.55614814814814817</c:v>
                </c:pt>
                <c:pt idx="16329">
                  <c:v>0.55614814814814817</c:v>
                </c:pt>
                <c:pt idx="16330">
                  <c:v>0.55629629629629629</c:v>
                </c:pt>
                <c:pt idx="16331">
                  <c:v>0.55644444444444441</c:v>
                </c:pt>
                <c:pt idx="16332">
                  <c:v>0.55659259259259264</c:v>
                </c:pt>
                <c:pt idx="16333">
                  <c:v>0.55659259259259264</c:v>
                </c:pt>
                <c:pt idx="16334">
                  <c:v>0.55659259259259264</c:v>
                </c:pt>
                <c:pt idx="16335">
                  <c:v>0.55659259259259264</c:v>
                </c:pt>
                <c:pt idx="16336">
                  <c:v>0.55674074074074076</c:v>
                </c:pt>
                <c:pt idx="16337">
                  <c:v>0.55688888888888888</c:v>
                </c:pt>
                <c:pt idx="16338">
                  <c:v>0.55688888888888888</c:v>
                </c:pt>
                <c:pt idx="16339">
                  <c:v>0.55688888888888888</c:v>
                </c:pt>
                <c:pt idx="16340">
                  <c:v>0.55688888888888888</c:v>
                </c:pt>
                <c:pt idx="16341">
                  <c:v>0.557037037037037</c:v>
                </c:pt>
                <c:pt idx="16342">
                  <c:v>0.557037037037037</c:v>
                </c:pt>
                <c:pt idx="16343">
                  <c:v>0.55718518518518523</c:v>
                </c:pt>
                <c:pt idx="16344">
                  <c:v>0.55733333333333335</c:v>
                </c:pt>
                <c:pt idx="16345">
                  <c:v>0.55733333333333335</c:v>
                </c:pt>
                <c:pt idx="16346">
                  <c:v>0.55748148148148147</c:v>
                </c:pt>
                <c:pt idx="16347">
                  <c:v>0.55748148148148147</c:v>
                </c:pt>
                <c:pt idx="16348">
                  <c:v>0.55762962962962959</c:v>
                </c:pt>
                <c:pt idx="16349">
                  <c:v>0.55762962962962959</c:v>
                </c:pt>
                <c:pt idx="16350">
                  <c:v>0.55777777777777782</c:v>
                </c:pt>
                <c:pt idx="16351">
                  <c:v>0.55777777777777782</c:v>
                </c:pt>
                <c:pt idx="16352">
                  <c:v>0.55777777777777782</c:v>
                </c:pt>
                <c:pt idx="16353">
                  <c:v>0.55792592592592594</c:v>
                </c:pt>
                <c:pt idx="16354">
                  <c:v>0.55807407407407406</c:v>
                </c:pt>
                <c:pt idx="16355">
                  <c:v>0.55822222222222218</c:v>
                </c:pt>
                <c:pt idx="16356">
                  <c:v>0.55837037037037041</c:v>
                </c:pt>
                <c:pt idx="16357">
                  <c:v>0.55837037037037041</c:v>
                </c:pt>
                <c:pt idx="16358">
                  <c:v>0.55837037037037041</c:v>
                </c:pt>
                <c:pt idx="16359">
                  <c:v>0.55851851851851853</c:v>
                </c:pt>
                <c:pt idx="16360">
                  <c:v>0.55866666666666664</c:v>
                </c:pt>
                <c:pt idx="16361">
                  <c:v>0.55866666666666664</c:v>
                </c:pt>
                <c:pt idx="16362">
                  <c:v>0.55881481481481476</c:v>
                </c:pt>
                <c:pt idx="16363">
                  <c:v>0.55881481481481476</c:v>
                </c:pt>
                <c:pt idx="16364">
                  <c:v>0.55881481481481476</c:v>
                </c:pt>
                <c:pt idx="16365">
                  <c:v>0.55881481481481476</c:v>
                </c:pt>
                <c:pt idx="16366">
                  <c:v>0.55881481481481476</c:v>
                </c:pt>
                <c:pt idx="16367">
                  <c:v>0.55881481481481476</c:v>
                </c:pt>
                <c:pt idx="16368">
                  <c:v>0.55881481481481476</c:v>
                </c:pt>
                <c:pt idx="16369">
                  <c:v>0.55896296296296299</c:v>
                </c:pt>
                <c:pt idx="16370">
                  <c:v>0.55896296296296299</c:v>
                </c:pt>
                <c:pt idx="16371">
                  <c:v>0.55896296296296299</c:v>
                </c:pt>
                <c:pt idx="16372">
                  <c:v>0.55911111111111111</c:v>
                </c:pt>
                <c:pt idx="16373">
                  <c:v>0.55911111111111111</c:v>
                </c:pt>
                <c:pt idx="16374">
                  <c:v>0.55911111111111111</c:v>
                </c:pt>
                <c:pt idx="16375">
                  <c:v>0.55911111111111111</c:v>
                </c:pt>
                <c:pt idx="16376">
                  <c:v>0.55911111111111111</c:v>
                </c:pt>
                <c:pt idx="16377">
                  <c:v>0.55911111111111111</c:v>
                </c:pt>
                <c:pt idx="16378">
                  <c:v>0.55911111111111111</c:v>
                </c:pt>
                <c:pt idx="16379">
                  <c:v>0.55925925925925923</c:v>
                </c:pt>
                <c:pt idx="16380">
                  <c:v>0.55925925925925923</c:v>
                </c:pt>
                <c:pt idx="16381">
                  <c:v>0.55925925925925923</c:v>
                </c:pt>
                <c:pt idx="16382">
                  <c:v>0.55940740740740735</c:v>
                </c:pt>
                <c:pt idx="16383">
                  <c:v>0.55940740740740735</c:v>
                </c:pt>
                <c:pt idx="16384">
                  <c:v>0.55940740740740735</c:v>
                </c:pt>
                <c:pt idx="16385">
                  <c:v>0.55940740740740735</c:v>
                </c:pt>
                <c:pt idx="16386">
                  <c:v>0.55940740740740735</c:v>
                </c:pt>
                <c:pt idx="16387">
                  <c:v>0.55955555555555558</c:v>
                </c:pt>
                <c:pt idx="16388">
                  <c:v>0.55955555555555558</c:v>
                </c:pt>
                <c:pt idx="16389">
                  <c:v>0.5597037037037037</c:v>
                </c:pt>
                <c:pt idx="16390">
                  <c:v>0.5597037037037037</c:v>
                </c:pt>
                <c:pt idx="16391">
                  <c:v>0.5597037037037037</c:v>
                </c:pt>
                <c:pt idx="16392">
                  <c:v>0.5597037037037037</c:v>
                </c:pt>
                <c:pt idx="16393">
                  <c:v>0.5597037037037037</c:v>
                </c:pt>
                <c:pt idx="16394">
                  <c:v>0.5597037037037037</c:v>
                </c:pt>
                <c:pt idx="16395">
                  <c:v>0.55985185185185182</c:v>
                </c:pt>
                <c:pt idx="16396">
                  <c:v>0.56000000000000005</c:v>
                </c:pt>
                <c:pt idx="16397">
                  <c:v>0.56000000000000005</c:v>
                </c:pt>
                <c:pt idx="16398">
                  <c:v>0.56000000000000005</c:v>
                </c:pt>
                <c:pt idx="16399">
                  <c:v>0.56014814814814817</c:v>
                </c:pt>
                <c:pt idx="16400">
                  <c:v>0.56029629629629629</c:v>
                </c:pt>
                <c:pt idx="16401">
                  <c:v>0.56044444444444441</c:v>
                </c:pt>
                <c:pt idx="16402">
                  <c:v>0.56059259259259264</c:v>
                </c:pt>
                <c:pt idx="16403">
                  <c:v>0.56059259259259264</c:v>
                </c:pt>
                <c:pt idx="16404">
                  <c:v>0.56059259259259264</c:v>
                </c:pt>
                <c:pt idx="16405">
                  <c:v>0.56059259259259264</c:v>
                </c:pt>
                <c:pt idx="16406">
                  <c:v>0.56074074074074076</c:v>
                </c:pt>
                <c:pt idx="16407">
                  <c:v>0.56074074074074076</c:v>
                </c:pt>
                <c:pt idx="16408">
                  <c:v>0.56074074074074076</c:v>
                </c:pt>
                <c:pt idx="16409">
                  <c:v>0.56074074074074076</c:v>
                </c:pt>
                <c:pt idx="16410">
                  <c:v>0.56074074074074076</c:v>
                </c:pt>
                <c:pt idx="16411">
                  <c:v>0.56074074074074076</c:v>
                </c:pt>
                <c:pt idx="16412">
                  <c:v>0.56074074074074076</c:v>
                </c:pt>
                <c:pt idx="16413">
                  <c:v>0.56088888888888888</c:v>
                </c:pt>
                <c:pt idx="16414">
                  <c:v>0.56088888888888888</c:v>
                </c:pt>
                <c:pt idx="16415">
                  <c:v>0.56088888888888888</c:v>
                </c:pt>
                <c:pt idx="16416">
                  <c:v>0.561037037037037</c:v>
                </c:pt>
                <c:pt idx="16417">
                  <c:v>0.561037037037037</c:v>
                </c:pt>
                <c:pt idx="16418">
                  <c:v>0.561037037037037</c:v>
                </c:pt>
                <c:pt idx="16419">
                  <c:v>0.561037037037037</c:v>
                </c:pt>
                <c:pt idx="16420">
                  <c:v>0.561037037037037</c:v>
                </c:pt>
                <c:pt idx="16421">
                  <c:v>0.561037037037037</c:v>
                </c:pt>
                <c:pt idx="16422">
                  <c:v>0.561037037037037</c:v>
                </c:pt>
                <c:pt idx="16423">
                  <c:v>0.561037037037037</c:v>
                </c:pt>
                <c:pt idx="16424">
                  <c:v>0.561037037037037</c:v>
                </c:pt>
                <c:pt idx="16425">
                  <c:v>0.561037037037037</c:v>
                </c:pt>
                <c:pt idx="16426">
                  <c:v>0.56118518518518523</c:v>
                </c:pt>
                <c:pt idx="16427">
                  <c:v>0.56118518518518523</c:v>
                </c:pt>
                <c:pt idx="16428">
                  <c:v>0.56118518518518523</c:v>
                </c:pt>
                <c:pt idx="16429">
                  <c:v>0.56118518518518523</c:v>
                </c:pt>
                <c:pt idx="16430">
                  <c:v>0.56118518518518523</c:v>
                </c:pt>
                <c:pt idx="16431">
                  <c:v>0.56118518518518523</c:v>
                </c:pt>
                <c:pt idx="16432">
                  <c:v>0.56133333333333335</c:v>
                </c:pt>
                <c:pt idx="16433">
                  <c:v>0.56133333333333335</c:v>
                </c:pt>
                <c:pt idx="16434">
                  <c:v>0.56133333333333335</c:v>
                </c:pt>
                <c:pt idx="16435">
                  <c:v>0.56133333333333335</c:v>
                </c:pt>
                <c:pt idx="16436">
                  <c:v>0.56133333333333335</c:v>
                </c:pt>
                <c:pt idx="16437">
                  <c:v>0.56133333333333335</c:v>
                </c:pt>
                <c:pt idx="16438">
                  <c:v>0.56133333333333335</c:v>
                </c:pt>
                <c:pt idx="16439">
                  <c:v>0.56133333333333335</c:v>
                </c:pt>
                <c:pt idx="16440">
                  <c:v>0.56133333333333335</c:v>
                </c:pt>
                <c:pt idx="16441">
                  <c:v>0.56133333333333335</c:v>
                </c:pt>
                <c:pt idx="16442">
                  <c:v>0.56133333333333335</c:v>
                </c:pt>
                <c:pt idx="16443">
                  <c:v>0.56133333333333335</c:v>
                </c:pt>
                <c:pt idx="16444">
                  <c:v>0.56133333333333335</c:v>
                </c:pt>
                <c:pt idx="16445">
                  <c:v>0.56133333333333335</c:v>
                </c:pt>
                <c:pt idx="16446">
                  <c:v>0.56133333333333335</c:v>
                </c:pt>
                <c:pt idx="16447">
                  <c:v>0.56133333333333335</c:v>
                </c:pt>
                <c:pt idx="16448">
                  <c:v>0.56133333333333335</c:v>
                </c:pt>
                <c:pt idx="16449">
                  <c:v>0.56133333333333335</c:v>
                </c:pt>
                <c:pt idx="16450">
                  <c:v>0.56133333333333335</c:v>
                </c:pt>
                <c:pt idx="16451">
                  <c:v>0.56133333333333335</c:v>
                </c:pt>
                <c:pt idx="16452">
                  <c:v>0.56133333333333335</c:v>
                </c:pt>
                <c:pt idx="16453">
                  <c:v>0.56133333333333335</c:v>
                </c:pt>
                <c:pt idx="16454">
                  <c:v>0.56133333333333335</c:v>
                </c:pt>
                <c:pt idx="16455">
                  <c:v>0.56148148148148147</c:v>
                </c:pt>
                <c:pt idx="16456">
                  <c:v>0.56148148148148147</c:v>
                </c:pt>
                <c:pt idx="16457">
                  <c:v>0.56148148148148147</c:v>
                </c:pt>
                <c:pt idx="16458">
                  <c:v>0.56148148148148147</c:v>
                </c:pt>
                <c:pt idx="16459">
                  <c:v>0.56148148148148147</c:v>
                </c:pt>
                <c:pt idx="16460">
                  <c:v>0.56148148148148147</c:v>
                </c:pt>
                <c:pt idx="16461">
                  <c:v>0.56148148148148147</c:v>
                </c:pt>
                <c:pt idx="16462">
                  <c:v>0.56148148148148147</c:v>
                </c:pt>
                <c:pt idx="16463">
                  <c:v>0.56162962962962959</c:v>
                </c:pt>
                <c:pt idx="16464">
                  <c:v>0.56162962962962959</c:v>
                </c:pt>
                <c:pt idx="16465">
                  <c:v>0.56162962962962959</c:v>
                </c:pt>
                <c:pt idx="16466">
                  <c:v>0.56162962962962959</c:v>
                </c:pt>
                <c:pt idx="16467">
                  <c:v>0.56162962962962959</c:v>
                </c:pt>
                <c:pt idx="16468">
                  <c:v>0.56177777777777782</c:v>
                </c:pt>
                <c:pt idx="16469">
                  <c:v>0.56192592592592594</c:v>
                </c:pt>
                <c:pt idx="16470">
                  <c:v>0.56192592592592594</c:v>
                </c:pt>
                <c:pt idx="16471">
                  <c:v>0.56192592592592594</c:v>
                </c:pt>
                <c:pt idx="16472">
                  <c:v>0.56192592592592594</c:v>
                </c:pt>
                <c:pt idx="16473">
                  <c:v>0.56192592592592594</c:v>
                </c:pt>
                <c:pt idx="16474">
                  <c:v>0.56207407407407406</c:v>
                </c:pt>
                <c:pt idx="16475">
                  <c:v>0.56222222222222218</c:v>
                </c:pt>
                <c:pt idx="16476">
                  <c:v>0.56222222222222218</c:v>
                </c:pt>
                <c:pt idx="16477">
                  <c:v>0.56222222222222218</c:v>
                </c:pt>
                <c:pt idx="16478">
                  <c:v>0.56222222222222218</c:v>
                </c:pt>
                <c:pt idx="16479">
                  <c:v>0.56222222222222218</c:v>
                </c:pt>
                <c:pt idx="16480">
                  <c:v>0.56222222222222218</c:v>
                </c:pt>
                <c:pt idx="16481">
                  <c:v>0.56237037037037041</c:v>
                </c:pt>
                <c:pt idx="16482">
                  <c:v>0.56251851851851853</c:v>
                </c:pt>
                <c:pt idx="16483">
                  <c:v>0.56251851851851853</c:v>
                </c:pt>
                <c:pt idx="16484">
                  <c:v>0.56266666666666665</c:v>
                </c:pt>
                <c:pt idx="16485">
                  <c:v>0.56281481481481477</c:v>
                </c:pt>
                <c:pt idx="16486">
                  <c:v>0.562962962962963</c:v>
                </c:pt>
                <c:pt idx="16487">
                  <c:v>0.562962962962963</c:v>
                </c:pt>
                <c:pt idx="16488">
                  <c:v>0.562962962962963</c:v>
                </c:pt>
                <c:pt idx="16489">
                  <c:v>0.562962962962963</c:v>
                </c:pt>
                <c:pt idx="16490">
                  <c:v>0.56311111111111112</c:v>
                </c:pt>
                <c:pt idx="16491">
                  <c:v>0.56311111111111112</c:v>
                </c:pt>
                <c:pt idx="16492">
                  <c:v>0.56311111111111112</c:v>
                </c:pt>
                <c:pt idx="16493">
                  <c:v>0.56311111111111112</c:v>
                </c:pt>
                <c:pt idx="16494">
                  <c:v>0.56311111111111112</c:v>
                </c:pt>
                <c:pt idx="16495">
                  <c:v>0.56311111111111112</c:v>
                </c:pt>
                <c:pt idx="16496">
                  <c:v>0.56311111111111112</c:v>
                </c:pt>
                <c:pt idx="16497">
                  <c:v>0.56311111111111112</c:v>
                </c:pt>
                <c:pt idx="16498">
                  <c:v>0.56325925925925924</c:v>
                </c:pt>
                <c:pt idx="16499">
                  <c:v>0.56325925925925924</c:v>
                </c:pt>
                <c:pt idx="16500">
                  <c:v>0.56325925925925924</c:v>
                </c:pt>
                <c:pt idx="16501">
                  <c:v>0.56325925925925924</c:v>
                </c:pt>
                <c:pt idx="16502">
                  <c:v>0.56325925925925924</c:v>
                </c:pt>
                <c:pt idx="16503">
                  <c:v>0.56325925925925924</c:v>
                </c:pt>
                <c:pt idx="16504">
                  <c:v>0.56325925925925924</c:v>
                </c:pt>
                <c:pt idx="16505">
                  <c:v>0.56340740740740736</c:v>
                </c:pt>
                <c:pt idx="16506">
                  <c:v>0.56355555555555559</c:v>
                </c:pt>
                <c:pt idx="16507">
                  <c:v>0.56355555555555559</c:v>
                </c:pt>
                <c:pt idx="16508">
                  <c:v>0.56355555555555559</c:v>
                </c:pt>
                <c:pt idx="16509">
                  <c:v>0.56355555555555559</c:v>
                </c:pt>
                <c:pt idx="16510">
                  <c:v>0.56370370370370371</c:v>
                </c:pt>
                <c:pt idx="16511">
                  <c:v>0.56370370370370371</c:v>
                </c:pt>
                <c:pt idx="16512">
                  <c:v>0.56370370370370371</c:v>
                </c:pt>
                <c:pt idx="16513">
                  <c:v>0.56370370370370371</c:v>
                </c:pt>
                <c:pt idx="16514">
                  <c:v>0.56370370370370371</c:v>
                </c:pt>
                <c:pt idx="16515">
                  <c:v>0.56385185185185183</c:v>
                </c:pt>
                <c:pt idx="16516">
                  <c:v>0.56399999999999995</c:v>
                </c:pt>
                <c:pt idx="16517">
                  <c:v>0.56399999999999995</c:v>
                </c:pt>
                <c:pt idx="16518">
                  <c:v>0.56399999999999995</c:v>
                </c:pt>
                <c:pt idx="16519">
                  <c:v>0.56414814814814818</c:v>
                </c:pt>
                <c:pt idx="16520">
                  <c:v>0.56414814814814818</c:v>
                </c:pt>
                <c:pt idx="16521">
                  <c:v>0.5642962962962963</c:v>
                </c:pt>
                <c:pt idx="16522">
                  <c:v>0.5642962962962963</c:v>
                </c:pt>
                <c:pt idx="16523">
                  <c:v>0.5642962962962963</c:v>
                </c:pt>
                <c:pt idx="16524">
                  <c:v>0.5642962962962963</c:v>
                </c:pt>
                <c:pt idx="16525">
                  <c:v>0.56444444444444442</c:v>
                </c:pt>
                <c:pt idx="16526">
                  <c:v>0.56444444444444442</c:v>
                </c:pt>
                <c:pt idx="16527">
                  <c:v>0.56459259259259265</c:v>
                </c:pt>
                <c:pt idx="16528">
                  <c:v>0.56459259259259265</c:v>
                </c:pt>
                <c:pt idx="16529">
                  <c:v>0.56459259259259265</c:v>
                </c:pt>
                <c:pt idx="16530">
                  <c:v>0.56459259259259265</c:v>
                </c:pt>
                <c:pt idx="16531">
                  <c:v>0.56474074074074077</c:v>
                </c:pt>
                <c:pt idx="16532">
                  <c:v>0.56488888888888888</c:v>
                </c:pt>
                <c:pt idx="16533">
                  <c:v>0.56488888888888888</c:v>
                </c:pt>
                <c:pt idx="16534">
                  <c:v>0.56488888888888888</c:v>
                </c:pt>
                <c:pt idx="16535">
                  <c:v>0.56488888888888888</c:v>
                </c:pt>
                <c:pt idx="16536">
                  <c:v>0.56488888888888888</c:v>
                </c:pt>
                <c:pt idx="16537">
                  <c:v>0.56488888888888888</c:v>
                </c:pt>
                <c:pt idx="16538">
                  <c:v>0.565037037037037</c:v>
                </c:pt>
                <c:pt idx="16539">
                  <c:v>0.565037037037037</c:v>
                </c:pt>
                <c:pt idx="16540">
                  <c:v>0.565037037037037</c:v>
                </c:pt>
                <c:pt idx="16541">
                  <c:v>0.565037037037037</c:v>
                </c:pt>
                <c:pt idx="16542">
                  <c:v>0.565037037037037</c:v>
                </c:pt>
                <c:pt idx="16543">
                  <c:v>0.565037037037037</c:v>
                </c:pt>
                <c:pt idx="16544">
                  <c:v>0.565037037037037</c:v>
                </c:pt>
                <c:pt idx="16545">
                  <c:v>0.56518518518518523</c:v>
                </c:pt>
                <c:pt idx="16546">
                  <c:v>0.56518518518518523</c:v>
                </c:pt>
                <c:pt idx="16547">
                  <c:v>0.56518518518518523</c:v>
                </c:pt>
                <c:pt idx="16548">
                  <c:v>0.56518518518518523</c:v>
                </c:pt>
                <c:pt idx="16549">
                  <c:v>0.56518518518518523</c:v>
                </c:pt>
                <c:pt idx="16550">
                  <c:v>0.56518518518518523</c:v>
                </c:pt>
                <c:pt idx="16551">
                  <c:v>0.56533333333333335</c:v>
                </c:pt>
                <c:pt idx="16552">
                  <c:v>0.56533333333333335</c:v>
                </c:pt>
                <c:pt idx="16553">
                  <c:v>0.56533333333333335</c:v>
                </c:pt>
                <c:pt idx="16554">
                  <c:v>0.56533333333333335</c:v>
                </c:pt>
                <c:pt idx="16555">
                  <c:v>0.56533333333333335</c:v>
                </c:pt>
                <c:pt idx="16556">
                  <c:v>0.56548148148148147</c:v>
                </c:pt>
                <c:pt idx="16557">
                  <c:v>0.56548148148148147</c:v>
                </c:pt>
                <c:pt idx="16558">
                  <c:v>0.56548148148148147</c:v>
                </c:pt>
                <c:pt idx="16559">
                  <c:v>0.56548148148148147</c:v>
                </c:pt>
                <c:pt idx="16560">
                  <c:v>0.56548148148148147</c:v>
                </c:pt>
                <c:pt idx="16561">
                  <c:v>0.56548148148148147</c:v>
                </c:pt>
                <c:pt idx="16562">
                  <c:v>0.56562962962962959</c:v>
                </c:pt>
                <c:pt idx="16563">
                  <c:v>0.56562962962962959</c:v>
                </c:pt>
                <c:pt idx="16564">
                  <c:v>0.56562962962962959</c:v>
                </c:pt>
                <c:pt idx="16565">
                  <c:v>0.56562962962962959</c:v>
                </c:pt>
                <c:pt idx="16566">
                  <c:v>0.56577777777777782</c:v>
                </c:pt>
                <c:pt idx="16567">
                  <c:v>0.56577777777777782</c:v>
                </c:pt>
                <c:pt idx="16568">
                  <c:v>0.56577777777777782</c:v>
                </c:pt>
                <c:pt idx="16569">
                  <c:v>0.56577777777777782</c:v>
                </c:pt>
                <c:pt idx="16570">
                  <c:v>0.56577777777777782</c:v>
                </c:pt>
                <c:pt idx="16571">
                  <c:v>0.56577777777777782</c:v>
                </c:pt>
                <c:pt idx="16572">
                  <c:v>0.56577777777777782</c:v>
                </c:pt>
                <c:pt idx="16573">
                  <c:v>0.56577777777777782</c:v>
                </c:pt>
                <c:pt idx="16574">
                  <c:v>0.56577777777777782</c:v>
                </c:pt>
                <c:pt idx="16575">
                  <c:v>0.56592592592592594</c:v>
                </c:pt>
                <c:pt idx="16576">
                  <c:v>0.56592592592592594</c:v>
                </c:pt>
                <c:pt idx="16577">
                  <c:v>0.56592592592592594</c:v>
                </c:pt>
                <c:pt idx="16578">
                  <c:v>0.56607407407407406</c:v>
                </c:pt>
                <c:pt idx="16579">
                  <c:v>0.56607407407407406</c:v>
                </c:pt>
                <c:pt idx="16580">
                  <c:v>0.56607407407407406</c:v>
                </c:pt>
                <c:pt idx="16581">
                  <c:v>0.56607407407407406</c:v>
                </c:pt>
                <c:pt idx="16582">
                  <c:v>0.56607407407407406</c:v>
                </c:pt>
                <c:pt idx="16583">
                  <c:v>0.56622222222222218</c:v>
                </c:pt>
                <c:pt idx="16584">
                  <c:v>0.56622222222222218</c:v>
                </c:pt>
                <c:pt idx="16585">
                  <c:v>0.56622222222222218</c:v>
                </c:pt>
                <c:pt idx="16586">
                  <c:v>0.56622222222222218</c:v>
                </c:pt>
                <c:pt idx="16587">
                  <c:v>0.56637037037037041</c:v>
                </c:pt>
                <c:pt idx="16588">
                  <c:v>0.56637037037037041</c:v>
                </c:pt>
                <c:pt idx="16589">
                  <c:v>0.56637037037037041</c:v>
                </c:pt>
                <c:pt idx="16590">
                  <c:v>0.56637037037037041</c:v>
                </c:pt>
                <c:pt idx="16591">
                  <c:v>0.56651851851851853</c:v>
                </c:pt>
                <c:pt idx="16592">
                  <c:v>0.56651851851851853</c:v>
                </c:pt>
                <c:pt idx="16593">
                  <c:v>0.56651851851851853</c:v>
                </c:pt>
                <c:pt idx="16594">
                  <c:v>0.56651851851851853</c:v>
                </c:pt>
                <c:pt idx="16595">
                  <c:v>0.56651851851851853</c:v>
                </c:pt>
                <c:pt idx="16596">
                  <c:v>0.56666666666666665</c:v>
                </c:pt>
                <c:pt idx="16597">
                  <c:v>0.56666666666666665</c:v>
                </c:pt>
                <c:pt idx="16598">
                  <c:v>0.56666666666666665</c:v>
                </c:pt>
                <c:pt idx="16599">
                  <c:v>0.56666666666666665</c:v>
                </c:pt>
                <c:pt idx="16600">
                  <c:v>0.56666666666666665</c:v>
                </c:pt>
                <c:pt idx="16601">
                  <c:v>0.56666666666666665</c:v>
                </c:pt>
                <c:pt idx="16602">
                  <c:v>0.56666666666666665</c:v>
                </c:pt>
                <c:pt idx="16603">
                  <c:v>0.56666666666666665</c:v>
                </c:pt>
                <c:pt idx="16604">
                  <c:v>0.56681481481481477</c:v>
                </c:pt>
                <c:pt idx="16605">
                  <c:v>0.56681481481481477</c:v>
                </c:pt>
                <c:pt idx="16606">
                  <c:v>0.566962962962963</c:v>
                </c:pt>
                <c:pt idx="16607">
                  <c:v>0.566962962962963</c:v>
                </c:pt>
                <c:pt idx="16608">
                  <c:v>0.56711111111111112</c:v>
                </c:pt>
                <c:pt idx="16609">
                  <c:v>0.56711111111111112</c:v>
                </c:pt>
                <c:pt idx="16610">
                  <c:v>0.56711111111111112</c:v>
                </c:pt>
                <c:pt idx="16611">
                  <c:v>0.56711111111111112</c:v>
                </c:pt>
                <c:pt idx="16612">
                  <c:v>0.56725925925925924</c:v>
                </c:pt>
                <c:pt idx="16613">
                  <c:v>0.56740740740740736</c:v>
                </c:pt>
                <c:pt idx="16614">
                  <c:v>0.56740740740740736</c:v>
                </c:pt>
                <c:pt idx="16615">
                  <c:v>0.56740740740740736</c:v>
                </c:pt>
                <c:pt idx="16616">
                  <c:v>0.56740740740740736</c:v>
                </c:pt>
                <c:pt idx="16617">
                  <c:v>0.56755555555555559</c:v>
                </c:pt>
                <c:pt idx="16618">
                  <c:v>0.56755555555555559</c:v>
                </c:pt>
                <c:pt idx="16619">
                  <c:v>0.56755555555555559</c:v>
                </c:pt>
                <c:pt idx="16620">
                  <c:v>0.56755555555555559</c:v>
                </c:pt>
                <c:pt idx="16621">
                  <c:v>0.56755555555555559</c:v>
                </c:pt>
                <c:pt idx="16622">
                  <c:v>0.56770370370370371</c:v>
                </c:pt>
                <c:pt idx="16623">
                  <c:v>0.56770370370370371</c:v>
                </c:pt>
                <c:pt idx="16624">
                  <c:v>0.56770370370370371</c:v>
                </c:pt>
                <c:pt idx="16625">
                  <c:v>0.56770370370370371</c:v>
                </c:pt>
                <c:pt idx="16626">
                  <c:v>0.56770370370370371</c:v>
                </c:pt>
                <c:pt idx="16627">
                  <c:v>0.56785185185185183</c:v>
                </c:pt>
                <c:pt idx="16628">
                  <c:v>0.56785185185185183</c:v>
                </c:pt>
                <c:pt idx="16629">
                  <c:v>0.56785185185185183</c:v>
                </c:pt>
                <c:pt idx="16630">
                  <c:v>0.56785185185185183</c:v>
                </c:pt>
                <c:pt idx="16631">
                  <c:v>0.56785185185185183</c:v>
                </c:pt>
                <c:pt idx="16632">
                  <c:v>0.56785185185185183</c:v>
                </c:pt>
                <c:pt idx="16633">
                  <c:v>0.56785185185185183</c:v>
                </c:pt>
                <c:pt idx="16634">
                  <c:v>0.56785185185185183</c:v>
                </c:pt>
                <c:pt idx="16635">
                  <c:v>0.56785185185185183</c:v>
                </c:pt>
                <c:pt idx="16636">
                  <c:v>0.56785185185185183</c:v>
                </c:pt>
                <c:pt idx="16637">
                  <c:v>0.56785185185185183</c:v>
                </c:pt>
                <c:pt idx="16638">
                  <c:v>0.56785185185185183</c:v>
                </c:pt>
                <c:pt idx="16639">
                  <c:v>0.56785185185185183</c:v>
                </c:pt>
                <c:pt idx="16640">
                  <c:v>0.56785185185185183</c:v>
                </c:pt>
                <c:pt idx="16641">
                  <c:v>0.56785185185185183</c:v>
                </c:pt>
                <c:pt idx="16642">
                  <c:v>0.56785185185185183</c:v>
                </c:pt>
                <c:pt idx="16643">
                  <c:v>0.56785185185185183</c:v>
                </c:pt>
                <c:pt idx="16644">
                  <c:v>0.56799999999999995</c:v>
                </c:pt>
                <c:pt idx="16645">
                  <c:v>0.56799999999999995</c:v>
                </c:pt>
                <c:pt idx="16646">
                  <c:v>0.56814814814814818</c:v>
                </c:pt>
                <c:pt idx="16647">
                  <c:v>0.56814814814814818</c:v>
                </c:pt>
                <c:pt idx="16648">
                  <c:v>0.56814814814814818</c:v>
                </c:pt>
                <c:pt idx="16649">
                  <c:v>0.56814814814814818</c:v>
                </c:pt>
                <c:pt idx="16650">
                  <c:v>0.5682962962962963</c:v>
                </c:pt>
                <c:pt idx="16651">
                  <c:v>0.5682962962962963</c:v>
                </c:pt>
                <c:pt idx="16652">
                  <c:v>0.5682962962962963</c:v>
                </c:pt>
                <c:pt idx="16653">
                  <c:v>0.5682962962962963</c:v>
                </c:pt>
                <c:pt idx="16654">
                  <c:v>0.5682962962962963</c:v>
                </c:pt>
                <c:pt idx="16655">
                  <c:v>0.5682962962962963</c:v>
                </c:pt>
                <c:pt idx="16656">
                  <c:v>0.5682962962962963</c:v>
                </c:pt>
                <c:pt idx="16657">
                  <c:v>0.5682962962962963</c:v>
                </c:pt>
                <c:pt idx="16658">
                  <c:v>0.5682962962962963</c:v>
                </c:pt>
                <c:pt idx="16659">
                  <c:v>0.5682962962962963</c:v>
                </c:pt>
                <c:pt idx="16660">
                  <c:v>0.5682962962962963</c:v>
                </c:pt>
                <c:pt idx="16661">
                  <c:v>0.5682962962962963</c:v>
                </c:pt>
                <c:pt idx="16662">
                  <c:v>0.5682962962962963</c:v>
                </c:pt>
                <c:pt idx="16663">
                  <c:v>0.5682962962962963</c:v>
                </c:pt>
                <c:pt idx="16664">
                  <c:v>0.56844444444444442</c:v>
                </c:pt>
                <c:pt idx="16665">
                  <c:v>0.56859259259259254</c:v>
                </c:pt>
                <c:pt idx="16666">
                  <c:v>0.56859259259259254</c:v>
                </c:pt>
                <c:pt idx="16667">
                  <c:v>0.56859259259259254</c:v>
                </c:pt>
                <c:pt idx="16668">
                  <c:v>0.56874074074074077</c:v>
                </c:pt>
                <c:pt idx="16669">
                  <c:v>0.56888888888888889</c:v>
                </c:pt>
                <c:pt idx="16670">
                  <c:v>0.56888888888888889</c:v>
                </c:pt>
                <c:pt idx="16671">
                  <c:v>0.56888888888888889</c:v>
                </c:pt>
                <c:pt idx="16672">
                  <c:v>0.56888888888888889</c:v>
                </c:pt>
                <c:pt idx="16673">
                  <c:v>0.56888888888888889</c:v>
                </c:pt>
                <c:pt idx="16674">
                  <c:v>0.56888888888888889</c:v>
                </c:pt>
                <c:pt idx="16675">
                  <c:v>0.56888888888888889</c:v>
                </c:pt>
                <c:pt idx="16676">
                  <c:v>0.56888888888888889</c:v>
                </c:pt>
                <c:pt idx="16677">
                  <c:v>0.56888888888888889</c:v>
                </c:pt>
                <c:pt idx="16678">
                  <c:v>0.56888888888888889</c:v>
                </c:pt>
                <c:pt idx="16679">
                  <c:v>0.56888888888888889</c:v>
                </c:pt>
                <c:pt idx="16680">
                  <c:v>0.56903703703703701</c:v>
                </c:pt>
                <c:pt idx="16681">
                  <c:v>0.56918518518518524</c:v>
                </c:pt>
                <c:pt idx="16682">
                  <c:v>0.56933333333333336</c:v>
                </c:pt>
                <c:pt idx="16683">
                  <c:v>0.56933333333333336</c:v>
                </c:pt>
                <c:pt idx="16684">
                  <c:v>0.56948148148148148</c:v>
                </c:pt>
                <c:pt idx="16685">
                  <c:v>0.5696296296296296</c:v>
                </c:pt>
                <c:pt idx="16686">
                  <c:v>0.56977777777777783</c:v>
                </c:pt>
                <c:pt idx="16687">
                  <c:v>0.56977777777777783</c:v>
                </c:pt>
                <c:pt idx="16688">
                  <c:v>0.56977777777777783</c:v>
                </c:pt>
                <c:pt idx="16689">
                  <c:v>0.56977777777777783</c:v>
                </c:pt>
                <c:pt idx="16690">
                  <c:v>0.56977777777777783</c:v>
                </c:pt>
                <c:pt idx="16691">
                  <c:v>0.56977777777777783</c:v>
                </c:pt>
                <c:pt idx="16692">
                  <c:v>0.56992592592592595</c:v>
                </c:pt>
                <c:pt idx="16693">
                  <c:v>0.56992592592592595</c:v>
                </c:pt>
                <c:pt idx="16694">
                  <c:v>0.56992592592592595</c:v>
                </c:pt>
                <c:pt idx="16695">
                  <c:v>0.56992592592592595</c:v>
                </c:pt>
                <c:pt idx="16696">
                  <c:v>0.56992592592592595</c:v>
                </c:pt>
                <c:pt idx="16697">
                  <c:v>0.56992592592592595</c:v>
                </c:pt>
                <c:pt idx="16698">
                  <c:v>0.56992592592592595</c:v>
                </c:pt>
                <c:pt idx="16699">
                  <c:v>0.56992592592592595</c:v>
                </c:pt>
                <c:pt idx="16700">
                  <c:v>0.56992592592592595</c:v>
                </c:pt>
                <c:pt idx="16701">
                  <c:v>0.56992592592592595</c:v>
                </c:pt>
                <c:pt idx="16702">
                  <c:v>0.56992592592592595</c:v>
                </c:pt>
                <c:pt idx="16703">
                  <c:v>0.56992592592592595</c:v>
                </c:pt>
                <c:pt idx="16704">
                  <c:v>0.57007407407407407</c:v>
                </c:pt>
                <c:pt idx="16705">
                  <c:v>0.57007407407407407</c:v>
                </c:pt>
                <c:pt idx="16706">
                  <c:v>0.57007407407407407</c:v>
                </c:pt>
                <c:pt idx="16707">
                  <c:v>0.57007407407407407</c:v>
                </c:pt>
                <c:pt idx="16708">
                  <c:v>0.57007407407407407</c:v>
                </c:pt>
                <c:pt idx="16709">
                  <c:v>0.57007407407407407</c:v>
                </c:pt>
                <c:pt idx="16710">
                  <c:v>0.57007407407407407</c:v>
                </c:pt>
                <c:pt idx="16711">
                  <c:v>0.57007407407407407</c:v>
                </c:pt>
                <c:pt idx="16712">
                  <c:v>0.57007407407407407</c:v>
                </c:pt>
                <c:pt idx="16713">
                  <c:v>0.57007407407407407</c:v>
                </c:pt>
                <c:pt idx="16714">
                  <c:v>0.57007407407407407</c:v>
                </c:pt>
                <c:pt idx="16715">
                  <c:v>0.57007407407407407</c:v>
                </c:pt>
                <c:pt idx="16716">
                  <c:v>0.57007407407407407</c:v>
                </c:pt>
                <c:pt idx="16717">
                  <c:v>0.57007407407407407</c:v>
                </c:pt>
                <c:pt idx="16718">
                  <c:v>0.57022222222222219</c:v>
                </c:pt>
                <c:pt idx="16719">
                  <c:v>0.57022222222222219</c:v>
                </c:pt>
                <c:pt idx="16720">
                  <c:v>0.57037037037037042</c:v>
                </c:pt>
                <c:pt idx="16721">
                  <c:v>0.57037037037037042</c:v>
                </c:pt>
                <c:pt idx="16722">
                  <c:v>0.57037037037037042</c:v>
                </c:pt>
                <c:pt idx="16723">
                  <c:v>0.57037037037037042</c:v>
                </c:pt>
                <c:pt idx="16724">
                  <c:v>0.57037037037037042</c:v>
                </c:pt>
                <c:pt idx="16725">
                  <c:v>0.57037037037037042</c:v>
                </c:pt>
                <c:pt idx="16726">
                  <c:v>0.57037037037037042</c:v>
                </c:pt>
                <c:pt idx="16727">
                  <c:v>0.57051851851851854</c:v>
                </c:pt>
                <c:pt idx="16728">
                  <c:v>0.57051851851851854</c:v>
                </c:pt>
                <c:pt idx="16729">
                  <c:v>0.57051851851851854</c:v>
                </c:pt>
                <c:pt idx="16730">
                  <c:v>0.57051851851851854</c:v>
                </c:pt>
                <c:pt idx="16731">
                  <c:v>0.57051851851851854</c:v>
                </c:pt>
                <c:pt idx="16732">
                  <c:v>0.57051851851851854</c:v>
                </c:pt>
                <c:pt idx="16733">
                  <c:v>0.57051851851851854</c:v>
                </c:pt>
                <c:pt idx="16734">
                  <c:v>0.57051851851851854</c:v>
                </c:pt>
                <c:pt idx="16735">
                  <c:v>0.57051851851851854</c:v>
                </c:pt>
                <c:pt idx="16736">
                  <c:v>0.57051851851851854</c:v>
                </c:pt>
                <c:pt idx="16737">
                  <c:v>0.57051851851851854</c:v>
                </c:pt>
                <c:pt idx="16738">
                  <c:v>0.57066666666666666</c:v>
                </c:pt>
                <c:pt idx="16739">
                  <c:v>0.57066666666666666</c:v>
                </c:pt>
                <c:pt idx="16740">
                  <c:v>0.57066666666666666</c:v>
                </c:pt>
                <c:pt idx="16741">
                  <c:v>0.57081481481481477</c:v>
                </c:pt>
                <c:pt idx="16742">
                  <c:v>0.57081481481481477</c:v>
                </c:pt>
                <c:pt idx="16743">
                  <c:v>0.57081481481481477</c:v>
                </c:pt>
                <c:pt idx="16744">
                  <c:v>0.57096296296296301</c:v>
                </c:pt>
                <c:pt idx="16745">
                  <c:v>0.57111111111111112</c:v>
                </c:pt>
                <c:pt idx="16746">
                  <c:v>0.57111111111111112</c:v>
                </c:pt>
                <c:pt idx="16747">
                  <c:v>0.57111111111111112</c:v>
                </c:pt>
                <c:pt idx="16748">
                  <c:v>0.57111111111111112</c:v>
                </c:pt>
                <c:pt idx="16749">
                  <c:v>0.57111111111111112</c:v>
                </c:pt>
                <c:pt idx="16750">
                  <c:v>0.57125925925925924</c:v>
                </c:pt>
                <c:pt idx="16751">
                  <c:v>0.57125925925925924</c:v>
                </c:pt>
                <c:pt idx="16752">
                  <c:v>0.57125925925925924</c:v>
                </c:pt>
                <c:pt idx="16753">
                  <c:v>0.57125925925925924</c:v>
                </c:pt>
                <c:pt idx="16754">
                  <c:v>0.57125925925925924</c:v>
                </c:pt>
                <c:pt idx="16755">
                  <c:v>0.57125925925925924</c:v>
                </c:pt>
                <c:pt idx="16756">
                  <c:v>0.57125925925925924</c:v>
                </c:pt>
                <c:pt idx="16757">
                  <c:v>0.57125925925925924</c:v>
                </c:pt>
                <c:pt idx="16758">
                  <c:v>0.57125925925925924</c:v>
                </c:pt>
                <c:pt idx="16759">
                  <c:v>0.57125925925925924</c:v>
                </c:pt>
                <c:pt idx="16760">
                  <c:v>0.57125925925925924</c:v>
                </c:pt>
                <c:pt idx="16761">
                  <c:v>0.57125925925925924</c:v>
                </c:pt>
                <c:pt idx="16762">
                  <c:v>0.57140740740740736</c:v>
                </c:pt>
                <c:pt idx="16763">
                  <c:v>0.57140740740740736</c:v>
                </c:pt>
                <c:pt idx="16764">
                  <c:v>0.57140740740740736</c:v>
                </c:pt>
                <c:pt idx="16765">
                  <c:v>0.57140740740740736</c:v>
                </c:pt>
                <c:pt idx="16766">
                  <c:v>0.57140740740740736</c:v>
                </c:pt>
                <c:pt idx="16767">
                  <c:v>0.57140740740740736</c:v>
                </c:pt>
                <c:pt idx="16768">
                  <c:v>0.57140740740740736</c:v>
                </c:pt>
                <c:pt idx="16769">
                  <c:v>0.57155555555555559</c:v>
                </c:pt>
                <c:pt idx="16770">
                  <c:v>0.57155555555555559</c:v>
                </c:pt>
                <c:pt idx="16771">
                  <c:v>0.57170370370370371</c:v>
                </c:pt>
                <c:pt idx="16772">
                  <c:v>0.57185185185185183</c:v>
                </c:pt>
                <c:pt idx="16773">
                  <c:v>0.57199999999999995</c:v>
                </c:pt>
                <c:pt idx="16774">
                  <c:v>0.57214814814814818</c:v>
                </c:pt>
                <c:pt idx="16775">
                  <c:v>0.57214814814814818</c:v>
                </c:pt>
                <c:pt idx="16776">
                  <c:v>0.5722962962962963</c:v>
                </c:pt>
                <c:pt idx="16777">
                  <c:v>0.5722962962962963</c:v>
                </c:pt>
                <c:pt idx="16778">
                  <c:v>0.5722962962962963</c:v>
                </c:pt>
                <c:pt idx="16779">
                  <c:v>0.57244444444444442</c:v>
                </c:pt>
                <c:pt idx="16780">
                  <c:v>0.57259259259259254</c:v>
                </c:pt>
                <c:pt idx="16781">
                  <c:v>0.57259259259259254</c:v>
                </c:pt>
                <c:pt idx="16782">
                  <c:v>0.57259259259259254</c:v>
                </c:pt>
                <c:pt idx="16783">
                  <c:v>0.57259259259259254</c:v>
                </c:pt>
                <c:pt idx="16784">
                  <c:v>0.57274074074074077</c:v>
                </c:pt>
                <c:pt idx="16785">
                  <c:v>0.57288888888888889</c:v>
                </c:pt>
                <c:pt idx="16786">
                  <c:v>0.57288888888888889</c:v>
                </c:pt>
                <c:pt idx="16787">
                  <c:v>0.57288888888888889</c:v>
                </c:pt>
                <c:pt idx="16788">
                  <c:v>0.57288888888888889</c:v>
                </c:pt>
                <c:pt idx="16789">
                  <c:v>0.57303703703703701</c:v>
                </c:pt>
                <c:pt idx="16790">
                  <c:v>0.57303703703703701</c:v>
                </c:pt>
                <c:pt idx="16791">
                  <c:v>0.57303703703703701</c:v>
                </c:pt>
                <c:pt idx="16792">
                  <c:v>0.57318518518518513</c:v>
                </c:pt>
                <c:pt idx="16793">
                  <c:v>0.57333333333333336</c:v>
                </c:pt>
                <c:pt idx="16794">
                  <c:v>0.57348148148148148</c:v>
                </c:pt>
                <c:pt idx="16795">
                  <c:v>0.5736296296296296</c:v>
                </c:pt>
                <c:pt idx="16796">
                  <c:v>0.57377777777777783</c:v>
                </c:pt>
                <c:pt idx="16797">
                  <c:v>0.57392592592592595</c:v>
                </c:pt>
                <c:pt idx="16798">
                  <c:v>0.57392592592592595</c:v>
                </c:pt>
                <c:pt idx="16799">
                  <c:v>0.57407407407407407</c:v>
                </c:pt>
                <c:pt idx="16800">
                  <c:v>0.57407407407407407</c:v>
                </c:pt>
                <c:pt idx="16801">
                  <c:v>0.57407407407407407</c:v>
                </c:pt>
                <c:pt idx="16802">
                  <c:v>0.57407407407407407</c:v>
                </c:pt>
                <c:pt idx="16803">
                  <c:v>0.57407407407407407</c:v>
                </c:pt>
                <c:pt idx="16804">
                  <c:v>0.57422222222222219</c:v>
                </c:pt>
                <c:pt idx="16805">
                  <c:v>0.57422222222222219</c:v>
                </c:pt>
                <c:pt idx="16806">
                  <c:v>0.57437037037037042</c:v>
                </c:pt>
                <c:pt idx="16807">
                  <c:v>0.57437037037037042</c:v>
                </c:pt>
                <c:pt idx="16808">
                  <c:v>0.57437037037037042</c:v>
                </c:pt>
                <c:pt idx="16809">
                  <c:v>0.57437037037037042</c:v>
                </c:pt>
                <c:pt idx="16810">
                  <c:v>0.57451851851851854</c:v>
                </c:pt>
                <c:pt idx="16811">
                  <c:v>0.57451851851851854</c:v>
                </c:pt>
                <c:pt idx="16812">
                  <c:v>0.57451851851851854</c:v>
                </c:pt>
                <c:pt idx="16813">
                  <c:v>0.57451851851851854</c:v>
                </c:pt>
                <c:pt idx="16814">
                  <c:v>0.57451851851851854</c:v>
                </c:pt>
                <c:pt idx="16815">
                  <c:v>0.57451851851851854</c:v>
                </c:pt>
                <c:pt idx="16816">
                  <c:v>0.57451851851851854</c:v>
                </c:pt>
                <c:pt idx="16817">
                  <c:v>0.57451851851851854</c:v>
                </c:pt>
                <c:pt idx="16818">
                  <c:v>0.57451851851851854</c:v>
                </c:pt>
                <c:pt idx="16819">
                  <c:v>0.57466666666666666</c:v>
                </c:pt>
                <c:pt idx="16820">
                  <c:v>0.57481481481481478</c:v>
                </c:pt>
                <c:pt idx="16821">
                  <c:v>0.57481481481481478</c:v>
                </c:pt>
                <c:pt idx="16822">
                  <c:v>0.57496296296296301</c:v>
                </c:pt>
                <c:pt idx="16823">
                  <c:v>0.57496296296296301</c:v>
                </c:pt>
                <c:pt idx="16824">
                  <c:v>0.57496296296296301</c:v>
                </c:pt>
                <c:pt idx="16825">
                  <c:v>0.57511111111111113</c:v>
                </c:pt>
                <c:pt idx="16826">
                  <c:v>0.57525925925925925</c:v>
                </c:pt>
                <c:pt idx="16827">
                  <c:v>0.57525925925925925</c:v>
                </c:pt>
                <c:pt idx="16828">
                  <c:v>0.57525925925925925</c:v>
                </c:pt>
                <c:pt idx="16829">
                  <c:v>0.57525925925925925</c:v>
                </c:pt>
                <c:pt idx="16830">
                  <c:v>0.57525925925925925</c:v>
                </c:pt>
                <c:pt idx="16831">
                  <c:v>0.57525925925925925</c:v>
                </c:pt>
                <c:pt idx="16832">
                  <c:v>0.57525925925925925</c:v>
                </c:pt>
                <c:pt idx="16833">
                  <c:v>0.57525925925925925</c:v>
                </c:pt>
                <c:pt idx="16834">
                  <c:v>0.57540740740740737</c:v>
                </c:pt>
                <c:pt idx="16835">
                  <c:v>0.57540740740740737</c:v>
                </c:pt>
                <c:pt idx="16836">
                  <c:v>0.57540740740740737</c:v>
                </c:pt>
                <c:pt idx="16837">
                  <c:v>0.57540740740740737</c:v>
                </c:pt>
                <c:pt idx="16838">
                  <c:v>0.57540740740740737</c:v>
                </c:pt>
                <c:pt idx="16839">
                  <c:v>0.57540740740740737</c:v>
                </c:pt>
                <c:pt idx="16840">
                  <c:v>0.57540740740740737</c:v>
                </c:pt>
                <c:pt idx="16841">
                  <c:v>0.57540740740740737</c:v>
                </c:pt>
                <c:pt idx="16842">
                  <c:v>0.5755555555555556</c:v>
                </c:pt>
                <c:pt idx="16843">
                  <c:v>0.5755555555555556</c:v>
                </c:pt>
                <c:pt idx="16844">
                  <c:v>0.57570370370370372</c:v>
                </c:pt>
                <c:pt idx="16845">
                  <c:v>0.57570370370370372</c:v>
                </c:pt>
                <c:pt idx="16846">
                  <c:v>0.57570370370370372</c:v>
                </c:pt>
                <c:pt idx="16847">
                  <c:v>0.57570370370370372</c:v>
                </c:pt>
                <c:pt idx="16848">
                  <c:v>0.57570370370370372</c:v>
                </c:pt>
                <c:pt idx="16849">
                  <c:v>0.57570370370370372</c:v>
                </c:pt>
                <c:pt idx="16850">
                  <c:v>0.57570370370370372</c:v>
                </c:pt>
                <c:pt idx="16851">
                  <c:v>0.57570370370370372</c:v>
                </c:pt>
                <c:pt idx="16852">
                  <c:v>0.57570370370370372</c:v>
                </c:pt>
                <c:pt idx="16853">
                  <c:v>0.57570370370370372</c:v>
                </c:pt>
                <c:pt idx="16854">
                  <c:v>0.57585185185185184</c:v>
                </c:pt>
                <c:pt idx="16855">
                  <c:v>0.57585185185185184</c:v>
                </c:pt>
                <c:pt idx="16856">
                  <c:v>0.57585185185185184</c:v>
                </c:pt>
                <c:pt idx="16857">
                  <c:v>0.57599999999999996</c:v>
                </c:pt>
                <c:pt idx="16858">
                  <c:v>0.57599999999999996</c:v>
                </c:pt>
                <c:pt idx="16859">
                  <c:v>0.57599999999999996</c:v>
                </c:pt>
                <c:pt idx="16860">
                  <c:v>0.57599999999999996</c:v>
                </c:pt>
                <c:pt idx="16861">
                  <c:v>0.57614814814814819</c:v>
                </c:pt>
                <c:pt idx="16862">
                  <c:v>0.57629629629629631</c:v>
                </c:pt>
                <c:pt idx="16863">
                  <c:v>0.57629629629629631</c:v>
                </c:pt>
                <c:pt idx="16864">
                  <c:v>0.57644444444444443</c:v>
                </c:pt>
                <c:pt idx="16865">
                  <c:v>0.57644444444444443</c:v>
                </c:pt>
                <c:pt idx="16866">
                  <c:v>0.57659259259259255</c:v>
                </c:pt>
                <c:pt idx="16867">
                  <c:v>0.57659259259259255</c:v>
                </c:pt>
                <c:pt idx="16868">
                  <c:v>0.57674074074074078</c:v>
                </c:pt>
                <c:pt idx="16869">
                  <c:v>0.57674074074074078</c:v>
                </c:pt>
                <c:pt idx="16870">
                  <c:v>0.57674074074074078</c:v>
                </c:pt>
                <c:pt idx="16871">
                  <c:v>0.57674074074074078</c:v>
                </c:pt>
                <c:pt idx="16872">
                  <c:v>0.57674074074074078</c:v>
                </c:pt>
                <c:pt idx="16873">
                  <c:v>0.57674074074074078</c:v>
                </c:pt>
                <c:pt idx="16874">
                  <c:v>0.57674074074074078</c:v>
                </c:pt>
                <c:pt idx="16875">
                  <c:v>0.57674074074074078</c:v>
                </c:pt>
                <c:pt idx="16876">
                  <c:v>0.5768888888888889</c:v>
                </c:pt>
                <c:pt idx="16877">
                  <c:v>0.57703703703703701</c:v>
                </c:pt>
                <c:pt idx="16878">
                  <c:v>0.57703703703703701</c:v>
                </c:pt>
                <c:pt idx="16879">
                  <c:v>0.57703703703703701</c:v>
                </c:pt>
                <c:pt idx="16880">
                  <c:v>0.57703703703703701</c:v>
                </c:pt>
                <c:pt idx="16881">
                  <c:v>0.57718518518518513</c:v>
                </c:pt>
                <c:pt idx="16882">
                  <c:v>0.57733333333333337</c:v>
                </c:pt>
                <c:pt idx="16883">
                  <c:v>0.57748148148148148</c:v>
                </c:pt>
                <c:pt idx="16884">
                  <c:v>0.5776296296296296</c:v>
                </c:pt>
                <c:pt idx="16885">
                  <c:v>0.5776296296296296</c:v>
                </c:pt>
                <c:pt idx="16886">
                  <c:v>0.57777777777777772</c:v>
                </c:pt>
                <c:pt idx="16887">
                  <c:v>0.57792592592592595</c:v>
                </c:pt>
                <c:pt idx="16888">
                  <c:v>0.57792592592592595</c:v>
                </c:pt>
                <c:pt idx="16889">
                  <c:v>0.57792592592592595</c:v>
                </c:pt>
                <c:pt idx="16890">
                  <c:v>0.57792592592592595</c:v>
                </c:pt>
                <c:pt idx="16891">
                  <c:v>0.57792592592592595</c:v>
                </c:pt>
                <c:pt idx="16892">
                  <c:v>0.57792592592592595</c:v>
                </c:pt>
                <c:pt idx="16893">
                  <c:v>0.57792592592592595</c:v>
                </c:pt>
                <c:pt idx="16894">
                  <c:v>0.57807407407407407</c:v>
                </c:pt>
                <c:pt idx="16895">
                  <c:v>0.57807407407407407</c:v>
                </c:pt>
                <c:pt idx="16896">
                  <c:v>0.57807407407407407</c:v>
                </c:pt>
                <c:pt idx="16897">
                  <c:v>0.57807407407407407</c:v>
                </c:pt>
                <c:pt idx="16898">
                  <c:v>0.57822222222222219</c:v>
                </c:pt>
                <c:pt idx="16899">
                  <c:v>0.57822222222222219</c:v>
                </c:pt>
                <c:pt idx="16900">
                  <c:v>0.57822222222222219</c:v>
                </c:pt>
                <c:pt idx="16901">
                  <c:v>0.57822222222222219</c:v>
                </c:pt>
                <c:pt idx="16902">
                  <c:v>0.57837037037037042</c:v>
                </c:pt>
                <c:pt idx="16903">
                  <c:v>0.57851851851851854</c:v>
                </c:pt>
                <c:pt idx="16904">
                  <c:v>0.57851851851851854</c:v>
                </c:pt>
                <c:pt idx="16905">
                  <c:v>0.57866666666666666</c:v>
                </c:pt>
                <c:pt idx="16906">
                  <c:v>0.57866666666666666</c:v>
                </c:pt>
                <c:pt idx="16907">
                  <c:v>0.57866666666666666</c:v>
                </c:pt>
                <c:pt idx="16908">
                  <c:v>0.57881481481481478</c:v>
                </c:pt>
                <c:pt idx="16909">
                  <c:v>0.57896296296296301</c:v>
                </c:pt>
                <c:pt idx="16910">
                  <c:v>0.57896296296296301</c:v>
                </c:pt>
                <c:pt idx="16911">
                  <c:v>0.57896296296296301</c:v>
                </c:pt>
                <c:pt idx="16912">
                  <c:v>0.57896296296296301</c:v>
                </c:pt>
                <c:pt idx="16913">
                  <c:v>0.57896296296296301</c:v>
                </c:pt>
                <c:pt idx="16914">
                  <c:v>0.57896296296296301</c:v>
                </c:pt>
                <c:pt idx="16915">
                  <c:v>0.57896296296296301</c:v>
                </c:pt>
                <c:pt idx="16916">
                  <c:v>0.57896296296296301</c:v>
                </c:pt>
                <c:pt idx="16917">
                  <c:v>0.57896296296296301</c:v>
                </c:pt>
                <c:pt idx="16918">
                  <c:v>0.57896296296296301</c:v>
                </c:pt>
                <c:pt idx="16919">
                  <c:v>0.57911111111111113</c:v>
                </c:pt>
                <c:pt idx="16920">
                  <c:v>0.57925925925925925</c:v>
                </c:pt>
                <c:pt idx="16921">
                  <c:v>0.57925925925925925</c:v>
                </c:pt>
                <c:pt idx="16922">
                  <c:v>0.57925925925925925</c:v>
                </c:pt>
                <c:pt idx="16923">
                  <c:v>0.57925925925925925</c:v>
                </c:pt>
                <c:pt idx="16924">
                  <c:v>0.57925925925925925</c:v>
                </c:pt>
                <c:pt idx="16925">
                  <c:v>0.57925925925925925</c:v>
                </c:pt>
                <c:pt idx="16926">
                  <c:v>0.57925925925925925</c:v>
                </c:pt>
                <c:pt idx="16927">
                  <c:v>0.57925925925925925</c:v>
                </c:pt>
                <c:pt idx="16928">
                  <c:v>0.57925925925925925</c:v>
                </c:pt>
                <c:pt idx="16929">
                  <c:v>0.57925925925925925</c:v>
                </c:pt>
                <c:pt idx="16930">
                  <c:v>0.57940740740740737</c:v>
                </c:pt>
                <c:pt idx="16931">
                  <c:v>0.57940740740740737</c:v>
                </c:pt>
                <c:pt idx="16932">
                  <c:v>0.57940740740740737</c:v>
                </c:pt>
                <c:pt idx="16933">
                  <c:v>0.57940740740740737</c:v>
                </c:pt>
                <c:pt idx="16934">
                  <c:v>0.5795555555555556</c:v>
                </c:pt>
                <c:pt idx="16935">
                  <c:v>0.5795555555555556</c:v>
                </c:pt>
                <c:pt idx="16936">
                  <c:v>0.5795555555555556</c:v>
                </c:pt>
                <c:pt idx="16937">
                  <c:v>0.5795555555555556</c:v>
                </c:pt>
                <c:pt idx="16938">
                  <c:v>0.57970370370370372</c:v>
                </c:pt>
                <c:pt idx="16939">
                  <c:v>0.57985185185185184</c:v>
                </c:pt>
                <c:pt idx="16940">
                  <c:v>0.57999999999999996</c:v>
                </c:pt>
                <c:pt idx="16941">
                  <c:v>0.57999999999999996</c:v>
                </c:pt>
                <c:pt idx="16942">
                  <c:v>0.58014814814814819</c:v>
                </c:pt>
                <c:pt idx="16943">
                  <c:v>0.58014814814814819</c:v>
                </c:pt>
                <c:pt idx="16944">
                  <c:v>0.58014814814814819</c:v>
                </c:pt>
                <c:pt idx="16945">
                  <c:v>0.58029629629629631</c:v>
                </c:pt>
                <c:pt idx="16946">
                  <c:v>0.58029629629629631</c:v>
                </c:pt>
                <c:pt idx="16947">
                  <c:v>0.58029629629629631</c:v>
                </c:pt>
                <c:pt idx="16948">
                  <c:v>0.58029629629629631</c:v>
                </c:pt>
                <c:pt idx="16949">
                  <c:v>0.58029629629629631</c:v>
                </c:pt>
                <c:pt idx="16950">
                  <c:v>0.58029629629629631</c:v>
                </c:pt>
                <c:pt idx="16951">
                  <c:v>0.58029629629629631</c:v>
                </c:pt>
                <c:pt idx="16952">
                  <c:v>0.58044444444444443</c:v>
                </c:pt>
                <c:pt idx="16953">
                  <c:v>0.58044444444444443</c:v>
                </c:pt>
                <c:pt idx="16954">
                  <c:v>0.58059259259259255</c:v>
                </c:pt>
                <c:pt idx="16955">
                  <c:v>0.58074074074074078</c:v>
                </c:pt>
                <c:pt idx="16956">
                  <c:v>0.58074074074074078</c:v>
                </c:pt>
                <c:pt idx="16957">
                  <c:v>0.58074074074074078</c:v>
                </c:pt>
                <c:pt idx="16958">
                  <c:v>0.58074074074074078</c:v>
                </c:pt>
                <c:pt idx="16959">
                  <c:v>0.58074074074074078</c:v>
                </c:pt>
                <c:pt idx="16960">
                  <c:v>0.58074074074074078</c:v>
                </c:pt>
                <c:pt idx="16961">
                  <c:v>0.58074074074074078</c:v>
                </c:pt>
                <c:pt idx="16962">
                  <c:v>0.5808888888888889</c:v>
                </c:pt>
                <c:pt idx="16963">
                  <c:v>0.5808888888888889</c:v>
                </c:pt>
                <c:pt idx="16964">
                  <c:v>0.5808888888888889</c:v>
                </c:pt>
                <c:pt idx="16965">
                  <c:v>0.5808888888888889</c:v>
                </c:pt>
                <c:pt idx="16966">
                  <c:v>0.5808888888888889</c:v>
                </c:pt>
                <c:pt idx="16967">
                  <c:v>0.5808888888888889</c:v>
                </c:pt>
                <c:pt idx="16968">
                  <c:v>0.5808888888888889</c:v>
                </c:pt>
                <c:pt idx="16969">
                  <c:v>0.58103703703703702</c:v>
                </c:pt>
                <c:pt idx="16970">
                  <c:v>0.58103703703703702</c:v>
                </c:pt>
                <c:pt idx="16971">
                  <c:v>0.58103703703703702</c:v>
                </c:pt>
                <c:pt idx="16972">
                  <c:v>0.58103703703703702</c:v>
                </c:pt>
                <c:pt idx="16973">
                  <c:v>0.58103703703703702</c:v>
                </c:pt>
                <c:pt idx="16974">
                  <c:v>0.58103703703703702</c:v>
                </c:pt>
                <c:pt idx="16975">
                  <c:v>0.58103703703703702</c:v>
                </c:pt>
                <c:pt idx="16976">
                  <c:v>0.58118518518518514</c:v>
                </c:pt>
                <c:pt idx="16977">
                  <c:v>0.58118518518518514</c:v>
                </c:pt>
                <c:pt idx="16978">
                  <c:v>0.58133333333333337</c:v>
                </c:pt>
                <c:pt idx="16979">
                  <c:v>0.58148148148148149</c:v>
                </c:pt>
                <c:pt idx="16980">
                  <c:v>0.58148148148148149</c:v>
                </c:pt>
                <c:pt idx="16981">
                  <c:v>0.58148148148148149</c:v>
                </c:pt>
                <c:pt idx="16982">
                  <c:v>0.58162962962962961</c:v>
                </c:pt>
                <c:pt idx="16983">
                  <c:v>0.58162962962962961</c:v>
                </c:pt>
                <c:pt idx="16984">
                  <c:v>0.58162962962962961</c:v>
                </c:pt>
                <c:pt idx="16985">
                  <c:v>0.58162962962962961</c:v>
                </c:pt>
                <c:pt idx="16986">
                  <c:v>0.58162962962962961</c:v>
                </c:pt>
                <c:pt idx="16987">
                  <c:v>0.58162962962962961</c:v>
                </c:pt>
                <c:pt idx="16988">
                  <c:v>0.58177777777777773</c:v>
                </c:pt>
                <c:pt idx="16989">
                  <c:v>0.58177777777777773</c:v>
                </c:pt>
                <c:pt idx="16990">
                  <c:v>0.58177777777777773</c:v>
                </c:pt>
                <c:pt idx="16991">
                  <c:v>0.58177777777777773</c:v>
                </c:pt>
                <c:pt idx="16992">
                  <c:v>0.58177777777777773</c:v>
                </c:pt>
                <c:pt idx="16993">
                  <c:v>0.58177777777777773</c:v>
                </c:pt>
                <c:pt idx="16994">
                  <c:v>0.58192592592592596</c:v>
                </c:pt>
                <c:pt idx="16995">
                  <c:v>0.58207407407407408</c:v>
                </c:pt>
                <c:pt idx="16996">
                  <c:v>0.5822222222222222</c:v>
                </c:pt>
                <c:pt idx="16997">
                  <c:v>0.5822222222222222</c:v>
                </c:pt>
                <c:pt idx="16998">
                  <c:v>0.5822222222222222</c:v>
                </c:pt>
                <c:pt idx="16999">
                  <c:v>0.5822222222222222</c:v>
                </c:pt>
                <c:pt idx="17000">
                  <c:v>0.5822222222222222</c:v>
                </c:pt>
                <c:pt idx="17001">
                  <c:v>0.5822222222222222</c:v>
                </c:pt>
                <c:pt idx="17002">
                  <c:v>0.5822222222222222</c:v>
                </c:pt>
                <c:pt idx="17003">
                  <c:v>0.58237037037037032</c:v>
                </c:pt>
                <c:pt idx="17004">
                  <c:v>0.58251851851851855</c:v>
                </c:pt>
                <c:pt idx="17005">
                  <c:v>0.58266666666666667</c:v>
                </c:pt>
                <c:pt idx="17006">
                  <c:v>0.58266666666666667</c:v>
                </c:pt>
                <c:pt idx="17007">
                  <c:v>0.58266666666666667</c:v>
                </c:pt>
                <c:pt idx="17008">
                  <c:v>0.58266666666666667</c:v>
                </c:pt>
                <c:pt idx="17009">
                  <c:v>0.58266666666666667</c:v>
                </c:pt>
                <c:pt idx="17010">
                  <c:v>0.58266666666666667</c:v>
                </c:pt>
                <c:pt idx="17011">
                  <c:v>0.58266666666666667</c:v>
                </c:pt>
                <c:pt idx="17012">
                  <c:v>0.58266666666666667</c:v>
                </c:pt>
                <c:pt idx="17013">
                  <c:v>0.58266666666666667</c:v>
                </c:pt>
                <c:pt idx="17014">
                  <c:v>0.58266666666666667</c:v>
                </c:pt>
                <c:pt idx="17015">
                  <c:v>0.58266666666666667</c:v>
                </c:pt>
                <c:pt idx="17016">
                  <c:v>0.58266666666666667</c:v>
                </c:pt>
                <c:pt idx="17017">
                  <c:v>0.58281481481481479</c:v>
                </c:pt>
                <c:pt idx="17018">
                  <c:v>0.58281481481481479</c:v>
                </c:pt>
                <c:pt idx="17019">
                  <c:v>0.58296296296296302</c:v>
                </c:pt>
                <c:pt idx="17020">
                  <c:v>0.58311111111111114</c:v>
                </c:pt>
                <c:pt idx="17021">
                  <c:v>0.58325925925925926</c:v>
                </c:pt>
                <c:pt idx="17022">
                  <c:v>0.58325925925925926</c:v>
                </c:pt>
                <c:pt idx="17023">
                  <c:v>0.58325925925925926</c:v>
                </c:pt>
                <c:pt idx="17024">
                  <c:v>0.58325925925925926</c:v>
                </c:pt>
                <c:pt idx="17025">
                  <c:v>0.58325925925925926</c:v>
                </c:pt>
                <c:pt idx="17026">
                  <c:v>0.58325925925925926</c:v>
                </c:pt>
                <c:pt idx="17027">
                  <c:v>0.58325925925925926</c:v>
                </c:pt>
                <c:pt idx="17028">
                  <c:v>0.58340740740740737</c:v>
                </c:pt>
                <c:pt idx="17029">
                  <c:v>0.58340740740740737</c:v>
                </c:pt>
                <c:pt idx="17030">
                  <c:v>0.58355555555555561</c:v>
                </c:pt>
                <c:pt idx="17031">
                  <c:v>0.58355555555555561</c:v>
                </c:pt>
                <c:pt idx="17032">
                  <c:v>0.58370370370370372</c:v>
                </c:pt>
                <c:pt idx="17033">
                  <c:v>0.58370370370370372</c:v>
                </c:pt>
                <c:pt idx="17034">
                  <c:v>0.58370370370370372</c:v>
                </c:pt>
                <c:pt idx="17035">
                  <c:v>0.58385185185185184</c:v>
                </c:pt>
                <c:pt idx="17036">
                  <c:v>0.58399999999999996</c:v>
                </c:pt>
                <c:pt idx="17037">
                  <c:v>0.58399999999999996</c:v>
                </c:pt>
                <c:pt idx="17038">
                  <c:v>0.58399999999999996</c:v>
                </c:pt>
                <c:pt idx="17039">
                  <c:v>0.58399999999999996</c:v>
                </c:pt>
                <c:pt idx="17040">
                  <c:v>0.58399999999999996</c:v>
                </c:pt>
                <c:pt idx="17041">
                  <c:v>0.58399999999999996</c:v>
                </c:pt>
                <c:pt idx="17042">
                  <c:v>0.58399999999999996</c:v>
                </c:pt>
                <c:pt idx="17043">
                  <c:v>0.58399999999999996</c:v>
                </c:pt>
                <c:pt idx="17044">
                  <c:v>0.58399999999999996</c:v>
                </c:pt>
                <c:pt idx="17045">
                  <c:v>0.58399999999999996</c:v>
                </c:pt>
                <c:pt idx="17046">
                  <c:v>0.58399999999999996</c:v>
                </c:pt>
                <c:pt idx="17047">
                  <c:v>0.58399999999999996</c:v>
                </c:pt>
                <c:pt idx="17048">
                  <c:v>0.58399999999999996</c:v>
                </c:pt>
                <c:pt idx="17049">
                  <c:v>0.58399999999999996</c:v>
                </c:pt>
                <c:pt idx="17050">
                  <c:v>0.58399999999999996</c:v>
                </c:pt>
                <c:pt idx="17051">
                  <c:v>0.58399999999999996</c:v>
                </c:pt>
                <c:pt idx="17052">
                  <c:v>0.58399999999999996</c:v>
                </c:pt>
                <c:pt idx="17053">
                  <c:v>0.58399999999999996</c:v>
                </c:pt>
                <c:pt idx="17054">
                  <c:v>0.58399999999999996</c:v>
                </c:pt>
                <c:pt idx="17055">
                  <c:v>0.58399999999999996</c:v>
                </c:pt>
                <c:pt idx="17056">
                  <c:v>0.58414814814814819</c:v>
                </c:pt>
                <c:pt idx="17057">
                  <c:v>0.58414814814814819</c:v>
                </c:pt>
                <c:pt idx="17058">
                  <c:v>0.58429629629629631</c:v>
                </c:pt>
                <c:pt idx="17059">
                  <c:v>0.58429629629629631</c:v>
                </c:pt>
                <c:pt idx="17060">
                  <c:v>0.58429629629629631</c:v>
                </c:pt>
                <c:pt idx="17061">
                  <c:v>0.58429629629629631</c:v>
                </c:pt>
                <c:pt idx="17062">
                  <c:v>0.58429629629629631</c:v>
                </c:pt>
                <c:pt idx="17063">
                  <c:v>0.58444444444444443</c:v>
                </c:pt>
                <c:pt idx="17064">
                  <c:v>0.58444444444444443</c:v>
                </c:pt>
                <c:pt idx="17065">
                  <c:v>0.58444444444444443</c:v>
                </c:pt>
                <c:pt idx="17066">
                  <c:v>0.58444444444444443</c:v>
                </c:pt>
                <c:pt idx="17067">
                  <c:v>0.58459259259259255</c:v>
                </c:pt>
                <c:pt idx="17068">
                  <c:v>0.58459259259259255</c:v>
                </c:pt>
                <c:pt idx="17069">
                  <c:v>0.58459259259259255</c:v>
                </c:pt>
                <c:pt idx="17070">
                  <c:v>0.58474074074074078</c:v>
                </c:pt>
                <c:pt idx="17071">
                  <c:v>0.58474074074074078</c:v>
                </c:pt>
                <c:pt idx="17072">
                  <c:v>0.58474074074074078</c:v>
                </c:pt>
                <c:pt idx="17073">
                  <c:v>0.5848888888888889</c:v>
                </c:pt>
                <c:pt idx="17074">
                  <c:v>0.5848888888888889</c:v>
                </c:pt>
                <c:pt idx="17075">
                  <c:v>0.58503703703703702</c:v>
                </c:pt>
                <c:pt idx="17076">
                  <c:v>0.58503703703703702</c:v>
                </c:pt>
                <c:pt idx="17077">
                  <c:v>0.58503703703703702</c:v>
                </c:pt>
                <c:pt idx="17078">
                  <c:v>0.58503703703703702</c:v>
                </c:pt>
                <c:pt idx="17079">
                  <c:v>0.58503703703703702</c:v>
                </c:pt>
                <c:pt idx="17080">
                  <c:v>0.58503703703703702</c:v>
                </c:pt>
                <c:pt idx="17081">
                  <c:v>0.58503703703703702</c:v>
                </c:pt>
                <c:pt idx="17082">
                  <c:v>0.58518518518518514</c:v>
                </c:pt>
                <c:pt idx="17083">
                  <c:v>0.58518518518518514</c:v>
                </c:pt>
                <c:pt idx="17084">
                  <c:v>0.58518518518518514</c:v>
                </c:pt>
                <c:pt idx="17085">
                  <c:v>0.58518518518518514</c:v>
                </c:pt>
                <c:pt idx="17086">
                  <c:v>0.58518518518518514</c:v>
                </c:pt>
                <c:pt idx="17087">
                  <c:v>0.58518518518518514</c:v>
                </c:pt>
                <c:pt idx="17088">
                  <c:v>0.58533333333333337</c:v>
                </c:pt>
                <c:pt idx="17089">
                  <c:v>0.58548148148148149</c:v>
                </c:pt>
                <c:pt idx="17090">
                  <c:v>0.58548148148148149</c:v>
                </c:pt>
                <c:pt idx="17091">
                  <c:v>0.58562962962962961</c:v>
                </c:pt>
                <c:pt idx="17092">
                  <c:v>0.58562962962962961</c:v>
                </c:pt>
                <c:pt idx="17093">
                  <c:v>0.58577777777777773</c:v>
                </c:pt>
                <c:pt idx="17094">
                  <c:v>0.58592592592592596</c:v>
                </c:pt>
                <c:pt idx="17095">
                  <c:v>0.58592592592592596</c:v>
                </c:pt>
                <c:pt idx="17096">
                  <c:v>0.58607407407407408</c:v>
                </c:pt>
                <c:pt idx="17097">
                  <c:v>0.58607407407407408</c:v>
                </c:pt>
                <c:pt idx="17098">
                  <c:v>0.58607407407407408</c:v>
                </c:pt>
                <c:pt idx="17099">
                  <c:v>0.58607407407407408</c:v>
                </c:pt>
                <c:pt idx="17100">
                  <c:v>0.58607407407407408</c:v>
                </c:pt>
                <c:pt idx="17101">
                  <c:v>0.5862222222222222</c:v>
                </c:pt>
                <c:pt idx="17102">
                  <c:v>0.58637037037037032</c:v>
                </c:pt>
                <c:pt idx="17103">
                  <c:v>0.58637037037037032</c:v>
                </c:pt>
                <c:pt idx="17104">
                  <c:v>0.58651851851851855</c:v>
                </c:pt>
                <c:pt idx="17105">
                  <c:v>0.58666666666666667</c:v>
                </c:pt>
                <c:pt idx="17106">
                  <c:v>0.58666666666666667</c:v>
                </c:pt>
                <c:pt idx="17107">
                  <c:v>0.58666666666666667</c:v>
                </c:pt>
                <c:pt idx="17108">
                  <c:v>0.58666666666666667</c:v>
                </c:pt>
                <c:pt idx="17109">
                  <c:v>0.58666666666666667</c:v>
                </c:pt>
                <c:pt idx="17110">
                  <c:v>0.58666666666666667</c:v>
                </c:pt>
                <c:pt idx="17111">
                  <c:v>0.58666666666666667</c:v>
                </c:pt>
                <c:pt idx="17112">
                  <c:v>0.58666666666666667</c:v>
                </c:pt>
                <c:pt idx="17113">
                  <c:v>0.58666666666666667</c:v>
                </c:pt>
                <c:pt idx="17114">
                  <c:v>0.58681481481481479</c:v>
                </c:pt>
                <c:pt idx="17115">
                  <c:v>0.58681481481481479</c:v>
                </c:pt>
                <c:pt idx="17116">
                  <c:v>0.58681481481481479</c:v>
                </c:pt>
                <c:pt idx="17117">
                  <c:v>0.58681481481481479</c:v>
                </c:pt>
                <c:pt idx="17118">
                  <c:v>0.58696296296296291</c:v>
                </c:pt>
                <c:pt idx="17119">
                  <c:v>0.58711111111111114</c:v>
                </c:pt>
                <c:pt idx="17120">
                  <c:v>0.58711111111111114</c:v>
                </c:pt>
                <c:pt idx="17121">
                  <c:v>0.58711111111111114</c:v>
                </c:pt>
                <c:pt idx="17122">
                  <c:v>0.58711111111111114</c:v>
                </c:pt>
                <c:pt idx="17123">
                  <c:v>0.58711111111111114</c:v>
                </c:pt>
                <c:pt idx="17124">
                  <c:v>0.58711111111111114</c:v>
                </c:pt>
                <c:pt idx="17125">
                  <c:v>0.58725925925925926</c:v>
                </c:pt>
                <c:pt idx="17126">
                  <c:v>0.58740740740740738</c:v>
                </c:pt>
                <c:pt idx="17127">
                  <c:v>0.58740740740740738</c:v>
                </c:pt>
                <c:pt idx="17128">
                  <c:v>0.58740740740740738</c:v>
                </c:pt>
                <c:pt idx="17129">
                  <c:v>0.58755555555555561</c:v>
                </c:pt>
                <c:pt idx="17130">
                  <c:v>0.58755555555555561</c:v>
                </c:pt>
                <c:pt idx="17131">
                  <c:v>0.58770370370370373</c:v>
                </c:pt>
                <c:pt idx="17132">
                  <c:v>0.58770370370370373</c:v>
                </c:pt>
                <c:pt idx="17133">
                  <c:v>0.58770370370370373</c:v>
                </c:pt>
                <c:pt idx="17134">
                  <c:v>0.58770370370370373</c:v>
                </c:pt>
                <c:pt idx="17135">
                  <c:v>0.58785185185185185</c:v>
                </c:pt>
                <c:pt idx="17136">
                  <c:v>0.58785185185185185</c:v>
                </c:pt>
                <c:pt idx="17137">
                  <c:v>0.58785185185185185</c:v>
                </c:pt>
                <c:pt idx="17138">
                  <c:v>0.58785185185185185</c:v>
                </c:pt>
                <c:pt idx="17139">
                  <c:v>0.58785185185185185</c:v>
                </c:pt>
                <c:pt idx="17140">
                  <c:v>0.58785185185185185</c:v>
                </c:pt>
                <c:pt idx="17141">
                  <c:v>0.58799999999999997</c:v>
                </c:pt>
                <c:pt idx="17142">
                  <c:v>0.58799999999999997</c:v>
                </c:pt>
                <c:pt idx="17143">
                  <c:v>0.5881481481481482</c:v>
                </c:pt>
                <c:pt idx="17144">
                  <c:v>0.5881481481481482</c:v>
                </c:pt>
                <c:pt idx="17145">
                  <c:v>0.58829629629629632</c:v>
                </c:pt>
                <c:pt idx="17146">
                  <c:v>0.58844444444444444</c:v>
                </c:pt>
                <c:pt idx="17147">
                  <c:v>0.58844444444444444</c:v>
                </c:pt>
                <c:pt idx="17148">
                  <c:v>0.58844444444444444</c:v>
                </c:pt>
                <c:pt idx="17149">
                  <c:v>0.58859259259259256</c:v>
                </c:pt>
                <c:pt idx="17150">
                  <c:v>0.58859259259259256</c:v>
                </c:pt>
                <c:pt idx="17151">
                  <c:v>0.58859259259259256</c:v>
                </c:pt>
                <c:pt idx="17152">
                  <c:v>0.58874074074074079</c:v>
                </c:pt>
                <c:pt idx="17153">
                  <c:v>0.58874074074074079</c:v>
                </c:pt>
                <c:pt idx="17154">
                  <c:v>0.58874074074074079</c:v>
                </c:pt>
                <c:pt idx="17155">
                  <c:v>0.58874074074074079</c:v>
                </c:pt>
                <c:pt idx="17156">
                  <c:v>0.58874074074074079</c:v>
                </c:pt>
                <c:pt idx="17157">
                  <c:v>0.58888888888888891</c:v>
                </c:pt>
                <c:pt idx="17158">
                  <c:v>0.58903703703703703</c:v>
                </c:pt>
                <c:pt idx="17159">
                  <c:v>0.58918518518518515</c:v>
                </c:pt>
                <c:pt idx="17160">
                  <c:v>0.58918518518518515</c:v>
                </c:pt>
                <c:pt idx="17161">
                  <c:v>0.58933333333333338</c:v>
                </c:pt>
                <c:pt idx="17162">
                  <c:v>0.58933333333333338</c:v>
                </c:pt>
                <c:pt idx="17163">
                  <c:v>0.58933333333333338</c:v>
                </c:pt>
                <c:pt idx="17164">
                  <c:v>0.58933333333333338</c:v>
                </c:pt>
                <c:pt idx="17165">
                  <c:v>0.5894814814814815</c:v>
                </c:pt>
                <c:pt idx="17166">
                  <c:v>0.5894814814814815</c:v>
                </c:pt>
                <c:pt idx="17167">
                  <c:v>0.5894814814814815</c:v>
                </c:pt>
                <c:pt idx="17168">
                  <c:v>0.5894814814814815</c:v>
                </c:pt>
                <c:pt idx="17169">
                  <c:v>0.58962962962962961</c:v>
                </c:pt>
                <c:pt idx="17170">
                  <c:v>0.58962962962962961</c:v>
                </c:pt>
                <c:pt idx="17171">
                  <c:v>0.58977777777777773</c:v>
                </c:pt>
                <c:pt idx="17172">
                  <c:v>0.58977777777777773</c:v>
                </c:pt>
                <c:pt idx="17173">
                  <c:v>0.58992592592592596</c:v>
                </c:pt>
                <c:pt idx="17174">
                  <c:v>0.58992592592592596</c:v>
                </c:pt>
                <c:pt idx="17175">
                  <c:v>0.59007407407407408</c:v>
                </c:pt>
                <c:pt idx="17176">
                  <c:v>0.59007407407407408</c:v>
                </c:pt>
                <c:pt idx="17177">
                  <c:v>0.5902222222222222</c:v>
                </c:pt>
                <c:pt idx="17178">
                  <c:v>0.5902222222222222</c:v>
                </c:pt>
                <c:pt idx="17179">
                  <c:v>0.5902222222222222</c:v>
                </c:pt>
                <c:pt idx="17180">
                  <c:v>0.5902222222222222</c:v>
                </c:pt>
                <c:pt idx="17181">
                  <c:v>0.59037037037037032</c:v>
                </c:pt>
                <c:pt idx="17182">
                  <c:v>0.59037037037037032</c:v>
                </c:pt>
                <c:pt idx="17183">
                  <c:v>0.59037037037037032</c:v>
                </c:pt>
                <c:pt idx="17184">
                  <c:v>0.59037037037037032</c:v>
                </c:pt>
                <c:pt idx="17185">
                  <c:v>0.59051851851851855</c:v>
                </c:pt>
                <c:pt idx="17186">
                  <c:v>0.59066666666666667</c:v>
                </c:pt>
                <c:pt idx="17187">
                  <c:v>0.59066666666666667</c:v>
                </c:pt>
                <c:pt idx="17188">
                  <c:v>0.59066666666666667</c:v>
                </c:pt>
                <c:pt idx="17189">
                  <c:v>0.59066666666666667</c:v>
                </c:pt>
                <c:pt idx="17190">
                  <c:v>0.59066666666666667</c:v>
                </c:pt>
                <c:pt idx="17191">
                  <c:v>0.59081481481481479</c:v>
                </c:pt>
                <c:pt idx="17192">
                  <c:v>0.59081481481481479</c:v>
                </c:pt>
                <c:pt idx="17193">
                  <c:v>0.59081481481481479</c:v>
                </c:pt>
                <c:pt idx="17194">
                  <c:v>0.59096296296296291</c:v>
                </c:pt>
                <c:pt idx="17195">
                  <c:v>0.59096296296296291</c:v>
                </c:pt>
                <c:pt idx="17196">
                  <c:v>0.59096296296296291</c:v>
                </c:pt>
                <c:pt idx="17197">
                  <c:v>0.59111111111111114</c:v>
                </c:pt>
                <c:pt idx="17198">
                  <c:v>0.59111111111111114</c:v>
                </c:pt>
                <c:pt idx="17199">
                  <c:v>0.59111111111111114</c:v>
                </c:pt>
                <c:pt idx="17200">
                  <c:v>0.59111111111111114</c:v>
                </c:pt>
                <c:pt idx="17201">
                  <c:v>0.59111111111111114</c:v>
                </c:pt>
                <c:pt idx="17202">
                  <c:v>0.59111111111111114</c:v>
                </c:pt>
                <c:pt idx="17203">
                  <c:v>0.59111111111111114</c:v>
                </c:pt>
                <c:pt idx="17204">
                  <c:v>0.59111111111111114</c:v>
                </c:pt>
                <c:pt idx="17205">
                  <c:v>0.59125925925925926</c:v>
                </c:pt>
                <c:pt idx="17206">
                  <c:v>0.59140740740740738</c:v>
                </c:pt>
                <c:pt idx="17207">
                  <c:v>0.5915555555555555</c:v>
                </c:pt>
                <c:pt idx="17208">
                  <c:v>0.5915555555555555</c:v>
                </c:pt>
                <c:pt idx="17209">
                  <c:v>0.5915555555555555</c:v>
                </c:pt>
                <c:pt idx="17210">
                  <c:v>0.5915555555555555</c:v>
                </c:pt>
                <c:pt idx="17211">
                  <c:v>0.5915555555555555</c:v>
                </c:pt>
                <c:pt idx="17212">
                  <c:v>0.59170370370370373</c:v>
                </c:pt>
                <c:pt idx="17213">
                  <c:v>0.59170370370370373</c:v>
                </c:pt>
                <c:pt idx="17214">
                  <c:v>0.59170370370370373</c:v>
                </c:pt>
                <c:pt idx="17215">
                  <c:v>0.59185185185185185</c:v>
                </c:pt>
                <c:pt idx="17216">
                  <c:v>0.59185185185185185</c:v>
                </c:pt>
                <c:pt idx="17217">
                  <c:v>0.59199999999999997</c:v>
                </c:pt>
                <c:pt idx="17218">
                  <c:v>0.59199999999999997</c:v>
                </c:pt>
                <c:pt idx="17219">
                  <c:v>0.59199999999999997</c:v>
                </c:pt>
                <c:pt idx="17220">
                  <c:v>0.59199999999999997</c:v>
                </c:pt>
                <c:pt idx="17221">
                  <c:v>0.59199999999999997</c:v>
                </c:pt>
                <c:pt idx="17222">
                  <c:v>0.5921481481481482</c:v>
                </c:pt>
                <c:pt idx="17223">
                  <c:v>0.5921481481481482</c:v>
                </c:pt>
                <c:pt idx="17224">
                  <c:v>0.5921481481481482</c:v>
                </c:pt>
                <c:pt idx="17225">
                  <c:v>0.5921481481481482</c:v>
                </c:pt>
                <c:pt idx="17226">
                  <c:v>0.5921481481481482</c:v>
                </c:pt>
                <c:pt idx="17227">
                  <c:v>0.5921481481481482</c:v>
                </c:pt>
                <c:pt idx="17228">
                  <c:v>0.5921481481481482</c:v>
                </c:pt>
                <c:pt idx="17229">
                  <c:v>0.5921481481481482</c:v>
                </c:pt>
                <c:pt idx="17230">
                  <c:v>0.5921481481481482</c:v>
                </c:pt>
                <c:pt idx="17231">
                  <c:v>0.5921481481481482</c:v>
                </c:pt>
                <c:pt idx="17232">
                  <c:v>0.5921481481481482</c:v>
                </c:pt>
                <c:pt idx="17233">
                  <c:v>0.59229629629629632</c:v>
                </c:pt>
                <c:pt idx="17234">
                  <c:v>0.59229629629629632</c:v>
                </c:pt>
                <c:pt idx="17235">
                  <c:v>0.59229629629629632</c:v>
                </c:pt>
                <c:pt idx="17236">
                  <c:v>0.59244444444444444</c:v>
                </c:pt>
                <c:pt idx="17237">
                  <c:v>0.59259259259259256</c:v>
                </c:pt>
                <c:pt idx="17238">
                  <c:v>0.59259259259259256</c:v>
                </c:pt>
                <c:pt idx="17239">
                  <c:v>0.59274074074074079</c:v>
                </c:pt>
                <c:pt idx="17240">
                  <c:v>0.59274074074074079</c:v>
                </c:pt>
                <c:pt idx="17241">
                  <c:v>0.59288888888888891</c:v>
                </c:pt>
                <c:pt idx="17242">
                  <c:v>0.59288888888888891</c:v>
                </c:pt>
                <c:pt idx="17243">
                  <c:v>0.59288888888888891</c:v>
                </c:pt>
                <c:pt idx="17244">
                  <c:v>0.59288888888888891</c:v>
                </c:pt>
                <c:pt idx="17245">
                  <c:v>0.59303703703703703</c:v>
                </c:pt>
                <c:pt idx="17246">
                  <c:v>0.59303703703703703</c:v>
                </c:pt>
                <c:pt idx="17247">
                  <c:v>0.59303703703703703</c:v>
                </c:pt>
                <c:pt idx="17248">
                  <c:v>0.59303703703703703</c:v>
                </c:pt>
                <c:pt idx="17249">
                  <c:v>0.59303703703703703</c:v>
                </c:pt>
                <c:pt idx="17250">
                  <c:v>0.59303703703703703</c:v>
                </c:pt>
                <c:pt idx="17251">
                  <c:v>0.59303703703703703</c:v>
                </c:pt>
                <c:pt idx="17252">
                  <c:v>0.59303703703703703</c:v>
                </c:pt>
                <c:pt idx="17253">
                  <c:v>0.59303703703703703</c:v>
                </c:pt>
                <c:pt idx="17254">
                  <c:v>0.59303703703703703</c:v>
                </c:pt>
                <c:pt idx="17255">
                  <c:v>0.59303703703703703</c:v>
                </c:pt>
                <c:pt idx="17256">
                  <c:v>0.59303703703703703</c:v>
                </c:pt>
                <c:pt idx="17257">
                  <c:v>0.59303703703703703</c:v>
                </c:pt>
                <c:pt idx="17258">
                  <c:v>0.59303703703703703</c:v>
                </c:pt>
                <c:pt idx="17259">
                  <c:v>0.59303703703703703</c:v>
                </c:pt>
                <c:pt idx="17260">
                  <c:v>0.59318518518518515</c:v>
                </c:pt>
                <c:pt idx="17261">
                  <c:v>0.59333333333333338</c:v>
                </c:pt>
                <c:pt idx="17262">
                  <c:v>0.5934814814814815</c:v>
                </c:pt>
                <c:pt idx="17263">
                  <c:v>0.5934814814814815</c:v>
                </c:pt>
                <c:pt idx="17264">
                  <c:v>0.5934814814814815</c:v>
                </c:pt>
                <c:pt idx="17265">
                  <c:v>0.5934814814814815</c:v>
                </c:pt>
                <c:pt idx="17266">
                  <c:v>0.5934814814814815</c:v>
                </c:pt>
                <c:pt idx="17267">
                  <c:v>0.59362962962962962</c:v>
                </c:pt>
                <c:pt idx="17268">
                  <c:v>0.59377777777777774</c:v>
                </c:pt>
                <c:pt idx="17269">
                  <c:v>0.59377777777777774</c:v>
                </c:pt>
                <c:pt idx="17270">
                  <c:v>0.59377777777777774</c:v>
                </c:pt>
                <c:pt idx="17271">
                  <c:v>0.59377777777777774</c:v>
                </c:pt>
                <c:pt idx="17272">
                  <c:v>0.59377777777777774</c:v>
                </c:pt>
                <c:pt idx="17273">
                  <c:v>0.59377777777777774</c:v>
                </c:pt>
                <c:pt idx="17274">
                  <c:v>0.59377777777777774</c:v>
                </c:pt>
                <c:pt idx="17275">
                  <c:v>0.59392592592592597</c:v>
                </c:pt>
                <c:pt idx="17276">
                  <c:v>0.59392592592592597</c:v>
                </c:pt>
                <c:pt idx="17277">
                  <c:v>0.59392592592592597</c:v>
                </c:pt>
                <c:pt idx="17278">
                  <c:v>0.59392592592592597</c:v>
                </c:pt>
                <c:pt idx="17279">
                  <c:v>0.59392592592592597</c:v>
                </c:pt>
                <c:pt idx="17280">
                  <c:v>0.59392592592592597</c:v>
                </c:pt>
                <c:pt idx="17281">
                  <c:v>0.59392592592592597</c:v>
                </c:pt>
                <c:pt idx="17282">
                  <c:v>0.59392592592592597</c:v>
                </c:pt>
                <c:pt idx="17283">
                  <c:v>0.59392592592592597</c:v>
                </c:pt>
                <c:pt idx="17284">
                  <c:v>0.59392592592592597</c:v>
                </c:pt>
                <c:pt idx="17285">
                  <c:v>0.59392592592592597</c:v>
                </c:pt>
                <c:pt idx="17286">
                  <c:v>0.59392592592592597</c:v>
                </c:pt>
                <c:pt idx="17287">
                  <c:v>0.59392592592592597</c:v>
                </c:pt>
                <c:pt idx="17288">
                  <c:v>0.59392592592592597</c:v>
                </c:pt>
                <c:pt idx="17289">
                  <c:v>0.59392592592592597</c:v>
                </c:pt>
                <c:pt idx="17290">
                  <c:v>0.59407407407407409</c:v>
                </c:pt>
                <c:pt idx="17291">
                  <c:v>0.59407407407407409</c:v>
                </c:pt>
                <c:pt idx="17292">
                  <c:v>0.59422222222222221</c:v>
                </c:pt>
                <c:pt idx="17293">
                  <c:v>0.59422222222222221</c:v>
                </c:pt>
                <c:pt idx="17294">
                  <c:v>0.59437037037037033</c:v>
                </c:pt>
                <c:pt idx="17295">
                  <c:v>0.59437037037037033</c:v>
                </c:pt>
                <c:pt idx="17296">
                  <c:v>0.59437037037037033</c:v>
                </c:pt>
                <c:pt idx="17297">
                  <c:v>0.59437037037037033</c:v>
                </c:pt>
                <c:pt idx="17298">
                  <c:v>0.59437037037037033</c:v>
                </c:pt>
                <c:pt idx="17299">
                  <c:v>0.59437037037037033</c:v>
                </c:pt>
                <c:pt idx="17300">
                  <c:v>0.59451851851851856</c:v>
                </c:pt>
                <c:pt idx="17301">
                  <c:v>0.59451851851851856</c:v>
                </c:pt>
                <c:pt idx="17302">
                  <c:v>0.59451851851851856</c:v>
                </c:pt>
                <c:pt idx="17303">
                  <c:v>0.59451851851851856</c:v>
                </c:pt>
                <c:pt idx="17304">
                  <c:v>0.59451851851851856</c:v>
                </c:pt>
                <c:pt idx="17305">
                  <c:v>0.59451851851851856</c:v>
                </c:pt>
                <c:pt idx="17306">
                  <c:v>0.59451851851851856</c:v>
                </c:pt>
                <c:pt idx="17307">
                  <c:v>0.59466666666666668</c:v>
                </c:pt>
                <c:pt idx="17308">
                  <c:v>0.59466666666666668</c:v>
                </c:pt>
                <c:pt idx="17309">
                  <c:v>0.5948148148148148</c:v>
                </c:pt>
                <c:pt idx="17310">
                  <c:v>0.5948148148148148</c:v>
                </c:pt>
                <c:pt idx="17311">
                  <c:v>0.5948148148148148</c:v>
                </c:pt>
                <c:pt idx="17312">
                  <c:v>0.5948148148148148</c:v>
                </c:pt>
                <c:pt idx="17313">
                  <c:v>0.5948148148148148</c:v>
                </c:pt>
                <c:pt idx="17314">
                  <c:v>0.5948148148148148</c:v>
                </c:pt>
                <c:pt idx="17315">
                  <c:v>0.59496296296296292</c:v>
                </c:pt>
                <c:pt idx="17316">
                  <c:v>0.59511111111111115</c:v>
                </c:pt>
                <c:pt idx="17317">
                  <c:v>0.59511111111111115</c:v>
                </c:pt>
                <c:pt idx="17318">
                  <c:v>0.59511111111111115</c:v>
                </c:pt>
                <c:pt idx="17319">
                  <c:v>0.59511111111111115</c:v>
                </c:pt>
                <c:pt idx="17320">
                  <c:v>0.59525925925925927</c:v>
                </c:pt>
                <c:pt idx="17321">
                  <c:v>0.59540740740740739</c:v>
                </c:pt>
                <c:pt idx="17322">
                  <c:v>0.59540740740740739</c:v>
                </c:pt>
                <c:pt idx="17323">
                  <c:v>0.59540740740740739</c:v>
                </c:pt>
                <c:pt idx="17324">
                  <c:v>0.59540740740740739</c:v>
                </c:pt>
                <c:pt idx="17325">
                  <c:v>0.59540740740740739</c:v>
                </c:pt>
                <c:pt idx="17326">
                  <c:v>0.59540740740740739</c:v>
                </c:pt>
                <c:pt idx="17327">
                  <c:v>0.59540740740740739</c:v>
                </c:pt>
                <c:pt idx="17328">
                  <c:v>0.59540740740740739</c:v>
                </c:pt>
                <c:pt idx="17329">
                  <c:v>0.59540740740740739</c:v>
                </c:pt>
                <c:pt idx="17330">
                  <c:v>0.59540740740740739</c:v>
                </c:pt>
                <c:pt idx="17331">
                  <c:v>0.59540740740740739</c:v>
                </c:pt>
                <c:pt idx="17332">
                  <c:v>0.5955555555555555</c:v>
                </c:pt>
                <c:pt idx="17333">
                  <c:v>0.5955555555555555</c:v>
                </c:pt>
                <c:pt idx="17334">
                  <c:v>0.59570370370370374</c:v>
                </c:pt>
                <c:pt idx="17335">
                  <c:v>0.59570370370370374</c:v>
                </c:pt>
                <c:pt idx="17336">
                  <c:v>0.59570370370370374</c:v>
                </c:pt>
                <c:pt idx="17337">
                  <c:v>0.59585185185185185</c:v>
                </c:pt>
                <c:pt idx="17338">
                  <c:v>0.59599999999999997</c:v>
                </c:pt>
                <c:pt idx="17339">
                  <c:v>0.59614814814814809</c:v>
                </c:pt>
                <c:pt idx="17340">
                  <c:v>0.59614814814814809</c:v>
                </c:pt>
                <c:pt idx="17341">
                  <c:v>0.59614814814814809</c:v>
                </c:pt>
                <c:pt idx="17342">
                  <c:v>0.59629629629629632</c:v>
                </c:pt>
                <c:pt idx="17343">
                  <c:v>0.59629629629629632</c:v>
                </c:pt>
                <c:pt idx="17344">
                  <c:v>0.59629629629629632</c:v>
                </c:pt>
                <c:pt idx="17345">
                  <c:v>0.59629629629629632</c:v>
                </c:pt>
                <c:pt idx="17346">
                  <c:v>0.59629629629629632</c:v>
                </c:pt>
                <c:pt idx="17347">
                  <c:v>0.59644444444444444</c:v>
                </c:pt>
                <c:pt idx="17348">
                  <c:v>0.59659259259259256</c:v>
                </c:pt>
                <c:pt idx="17349">
                  <c:v>0.59659259259259256</c:v>
                </c:pt>
                <c:pt idx="17350">
                  <c:v>0.59659259259259256</c:v>
                </c:pt>
                <c:pt idx="17351">
                  <c:v>0.59659259259259256</c:v>
                </c:pt>
                <c:pt idx="17352">
                  <c:v>0.59659259259259256</c:v>
                </c:pt>
                <c:pt idx="17353">
                  <c:v>0.59659259259259256</c:v>
                </c:pt>
                <c:pt idx="17354">
                  <c:v>0.59659259259259256</c:v>
                </c:pt>
                <c:pt idx="17355">
                  <c:v>0.59659259259259256</c:v>
                </c:pt>
                <c:pt idx="17356">
                  <c:v>0.59674074074074079</c:v>
                </c:pt>
                <c:pt idx="17357">
                  <c:v>0.59674074074074079</c:v>
                </c:pt>
                <c:pt idx="17358">
                  <c:v>0.59674074074074079</c:v>
                </c:pt>
                <c:pt idx="17359">
                  <c:v>0.59674074074074079</c:v>
                </c:pt>
                <c:pt idx="17360">
                  <c:v>0.59674074074074079</c:v>
                </c:pt>
                <c:pt idx="17361">
                  <c:v>0.59674074074074079</c:v>
                </c:pt>
                <c:pt idx="17362">
                  <c:v>0.59688888888888891</c:v>
                </c:pt>
                <c:pt idx="17363">
                  <c:v>0.59688888888888891</c:v>
                </c:pt>
                <c:pt idx="17364">
                  <c:v>0.59688888888888891</c:v>
                </c:pt>
                <c:pt idx="17365">
                  <c:v>0.59688888888888891</c:v>
                </c:pt>
                <c:pt idx="17366">
                  <c:v>0.59688888888888891</c:v>
                </c:pt>
                <c:pt idx="17367">
                  <c:v>0.59688888888888891</c:v>
                </c:pt>
                <c:pt idx="17368">
                  <c:v>0.59688888888888891</c:v>
                </c:pt>
                <c:pt idx="17369">
                  <c:v>0.59688888888888891</c:v>
                </c:pt>
                <c:pt idx="17370">
                  <c:v>0.59688888888888891</c:v>
                </c:pt>
                <c:pt idx="17371">
                  <c:v>0.59688888888888891</c:v>
                </c:pt>
                <c:pt idx="17372">
                  <c:v>0.59688888888888891</c:v>
                </c:pt>
                <c:pt idx="17373">
                  <c:v>0.59688888888888891</c:v>
                </c:pt>
                <c:pt idx="17374">
                  <c:v>0.59703703703703703</c:v>
                </c:pt>
                <c:pt idx="17375">
                  <c:v>0.59718518518518515</c:v>
                </c:pt>
                <c:pt idx="17376">
                  <c:v>0.59733333333333338</c:v>
                </c:pt>
                <c:pt idx="17377">
                  <c:v>0.59733333333333338</c:v>
                </c:pt>
                <c:pt idx="17378">
                  <c:v>0.59733333333333338</c:v>
                </c:pt>
                <c:pt idx="17379">
                  <c:v>0.59733333333333338</c:v>
                </c:pt>
                <c:pt idx="17380">
                  <c:v>0.5974814814814815</c:v>
                </c:pt>
                <c:pt idx="17381">
                  <c:v>0.5974814814814815</c:v>
                </c:pt>
                <c:pt idx="17382">
                  <c:v>0.5974814814814815</c:v>
                </c:pt>
                <c:pt idx="17383">
                  <c:v>0.5974814814814815</c:v>
                </c:pt>
                <c:pt idx="17384">
                  <c:v>0.5974814814814815</c:v>
                </c:pt>
                <c:pt idx="17385">
                  <c:v>0.59762962962962962</c:v>
                </c:pt>
                <c:pt idx="17386">
                  <c:v>0.59762962962962962</c:v>
                </c:pt>
                <c:pt idx="17387">
                  <c:v>0.59777777777777774</c:v>
                </c:pt>
                <c:pt idx="17388">
                  <c:v>0.59777777777777774</c:v>
                </c:pt>
                <c:pt idx="17389">
                  <c:v>0.59792592592592597</c:v>
                </c:pt>
                <c:pt idx="17390">
                  <c:v>0.59807407407407409</c:v>
                </c:pt>
                <c:pt idx="17391">
                  <c:v>0.59807407407407409</c:v>
                </c:pt>
                <c:pt idx="17392">
                  <c:v>0.59807407407407409</c:v>
                </c:pt>
                <c:pt idx="17393">
                  <c:v>0.59807407407407409</c:v>
                </c:pt>
                <c:pt idx="17394">
                  <c:v>0.59807407407407409</c:v>
                </c:pt>
                <c:pt idx="17395">
                  <c:v>0.59807407407407409</c:v>
                </c:pt>
                <c:pt idx="17396">
                  <c:v>0.59822222222222221</c:v>
                </c:pt>
                <c:pt idx="17397">
                  <c:v>0.59822222222222221</c:v>
                </c:pt>
                <c:pt idx="17398">
                  <c:v>0.59822222222222221</c:v>
                </c:pt>
                <c:pt idx="17399">
                  <c:v>0.59822222222222221</c:v>
                </c:pt>
                <c:pt idx="17400">
                  <c:v>0.59822222222222221</c:v>
                </c:pt>
                <c:pt idx="17401">
                  <c:v>0.59837037037037033</c:v>
                </c:pt>
                <c:pt idx="17402">
                  <c:v>0.59837037037037033</c:v>
                </c:pt>
                <c:pt idx="17403">
                  <c:v>0.59851851851851856</c:v>
                </c:pt>
                <c:pt idx="17404">
                  <c:v>0.59851851851851856</c:v>
                </c:pt>
                <c:pt idx="17405">
                  <c:v>0.59851851851851856</c:v>
                </c:pt>
                <c:pt idx="17406">
                  <c:v>0.59866666666666668</c:v>
                </c:pt>
                <c:pt idx="17407">
                  <c:v>0.5988148148148148</c:v>
                </c:pt>
                <c:pt idx="17408">
                  <c:v>0.5988148148148148</c:v>
                </c:pt>
                <c:pt idx="17409">
                  <c:v>0.5988148148148148</c:v>
                </c:pt>
                <c:pt idx="17410">
                  <c:v>0.59896296296296292</c:v>
                </c:pt>
                <c:pt idx="17411">
                  <c:v>0.59896296296296292</c:v>
                </c:pt>
                <c:pt idx="17412">
                  <c:v>0.59896296296296292</c:v>
                </c:pt>
                <c:pt idx="17413">
                  <c:v>0.59911111111111115</c:v>
                </c:pt>
                <c:pt idx="17414">
                  <c:v>0.59911111111111115</c:v>
                </c:pt>
                <c:pt idx="17415">
                  <c:v>0.59911111111111115</c:v>
                </c:pt>
                <c:pt idx="17416">
                  <c:v>0.59911111111111115</c:v>
                </c:pt>
                <c:pt idx="17417">
                  <c:v>0.59911111111111115</c:v>
                </c:pt>
                <c:pt idx="17418">
                  <c:v>0.59925925925925927</c:v>
                </c:pt>
                <c:pt idx="17419">
                  <c:v>0.59925925925925927</c:v>
                </c:pt>
                <c:pt idx="17420">
                  <c:v>0.59940740740740739</c:v>
                </c:pt>
                <c:pt idx="17421">
                  <c:v>0.59940740740740739</c:v>
                </c:pt>
                <c:pt idx="17422">
                  <c:v>0.59955555555555551</c:v>
                </c:pt>
                <c:pt idx="17423">
                  <c:v>0.59955555555555551</c:v>
                </c:pt>
                <c:pt idx="17424">
                  <c:v>0.59970370370370374</c:v>
                </c:pt>
                <c:pt idx="17425">
                  <c:v>0.59970370370370374</c:v>
                </c:pt>
                <c:pt idx="17426">
                  <c:v>0.59985185185185186</c:v>
                </c:pt>
                <c:pt idx="17427">
                  <c:v>0.6</c:v>
                </c:pt>
                <c:pt idx="17428">
                  <c:v>0.6</c:v>
                </c:pt>
                <c:pt idx="17429">
                  <c:v>0.6001481481481481</c:v>
                </c:pt>
                <c:pt idx="17430">
                  <c:v>0.6001481481481481</c:v>
                </c:pt>
                <c:pt idx="17431">
                  <c:v>0.60029629629629633</c:v>
                </c:pt>
                <c:pt idx="17432">
                  <c:v>0.60044444444444445</c:v>
                </c:pt>
                <c:pt idx="17433">
                  <c:v>0.60044444444444445</c:v>
                </c:pt>
                <c:pt idx="17434">
                  <c:v>0.60044444444444445</c:v>
                </c:pt>
                <c:pt idx="17435">
                  <c:v>0.60059259259259257</c:v>
                </c:pt>
                <c:pt idx="17436">
                  <c:v>0.60059259259259257</c:v>
                </c:pt>
                <c:pt idx="17437">
                  <c:v>0.60059259259259257</c:v>
                </c:pt>
                <c:pt idx="17438">
                  <c:v>0.60059259259259257</c:v>
                </c:pt>
                <c:pt idx="17439">
                  <c:v>0.60074074074074069</c:v>
                </c:pt>
                <c:pt idx="17440">
                  <c:v>0.60074074074074069</c:v>
                </c:pt>
                <c:pt idx="17441">
                  <c:v>0.60074074074074069</c:v>
                </c:pt>
                <c:pt idx="17442">
                  <c:v>0.60088888888888892</c:v>
                </c:pt>
                <c:pt idx="17443">
                  <c:v>0.60088888888888892</c:v>
                </c:pt>
                <c:pt idx="17444">
                  <c:v>0.60088888888888892</c:v>
                </c:pt>
                <c:pt idx="17445">
                  <c:v>0.60103703703703704</c:v>
                </c:pt>
                <c:pt idx="17446">
                  <c:v>0.60118518518518516</c:v>
                </c:pt>
                <c:pt idx="17447">
                  <c:v>0.60118518518518516</c:v>
                </c:pt>
                <c:pt idx="17448">
                  <c:v>0.60118518518518516</c:v>
                </c:pt>
                <c:pt idx="17449">
                  <c:v>0.60118518518518516</c:v>
                </c:pt>
                <c:pt idx="17450">
                  <c:v>0.60118518518518516</c:v>
                </c:pt>
                <c:pt idx="17451">
                  <c:v>0.60133333333333339</c:v>
                </c:pt>
                <c:pt idx="17452">
                  <c:v>0.60133333333333339</c:v>
                </c:pt>
                <c:pt idx="17453">
                  <c:v>0.60133333333333339</c:v>
                </c:pt>
                <c:pt idx="17454">
                  <c:v>0.60133333333333339</c:v>
                </c:pt>
                <c:pt idx="17455">
                  <c:v>0.60133333333333339</c:v>
                </c:pt>
                <c:pt idx="17456">
                  <c:v>0.60148148148148151</c:v>
                </c:pt>
                <c:pt idx="17457">
                  <c:v>0.60148148148148151</c:v>
                </c:pt>
                <c:pt idx="17458">
                  <c:v>0.60148148148148151</c:v>
                </c:pt>
                <c:pt idx="17459">
                  <c:v>0.60148148148148151</c:v>
                </c:pt>
                <c:pt idx="17460">
                  <c:v>0.60162962962962963</c:v>
                </c:pt>
                <c:pt idx="17461">
                  <c:v>0.60162962962962963</c:v>
                </c:pt>
                <c:pt idx="17462">
                  <c:v>0.60162962962962963</c:v>
                </c:pt>
                <c:pt idx="17463">
                  <c:v>0.60162962962962963</c:v>
                </c:pt>
                <c:pt idx="17464">
                  <c:v>0.60162962962962963</c:v>
                </c:pt>
                <c:pt idx="17465">
                  <c:v>0.60162962962962963</c:v>
                </c:pt>
                <c:pt idx="17466">
                  <c:v>0.60177777777777774</c:v>
                </c:pt>
                <c:pt idx="17467">
                  <c:v>0.60177777777777774</c:v>
                </c:pt>
                <c:pt idx="17468">
                  <c:v>0.60192592592592598</c:v>
                </c:pt>
                <c:pt idx="17469">
                  <c:v>0.60192592592592598</c:v>
                </c:pt>
                <c:pt idx="17470">
                  <c:v>0.60192592592592598</c:v>
                </c:pt>
                <c:pt idx="17471">
                  <c:v>0.60192592592592598</c:v>
                </c:pt>
                <c:pt idx="17472">
                  <c:v>0.60192592592592598</c:v>
                </c:pt>
                <c:pt idx="17473">
                  <c:v>0.60207407407407409</c:v>
                </c:pt>
                <c:pt idx="17474">
                  <c:v>0.60222222222222221</c:v>
                </c:pt>
                <c:pt idx="17475">
                  <c:v>0.60222222222222221</c:v>
                </c:pt>
                <c:pt idx="17476">
                  <c:v>0.60222222222222221</c:v>
                </c:pt>
                <c:pt idx="17477">
                  <c:v>0.60222222222222221</c:v>
                </c:pt>
                <c:pt idx="17478">
                  <c:v>0.60237037037037033</c:v>
                </c:pt>
                <c:pt idx="17479">
                  <c:v>0.60251851851851856</c:v>
                </c:pt>
                <c:pt idx="17480">
                  <c:v>0.60251851851851856</c:v>
                </c:pt>
                <c:pt idx="17481">
                  <c:v>0.60251851851851856</c:v>
                </c:pt>
                <c:pt idx="17482">
                  <c:v>0.60251851851851856</c:v>
                </c:pt>
                <c:pt idx="17483">
                  <c:v>0.60266666666666668</c:v>
                </c:pt>
                <c:pt idx="17484">
                  <c:v>0.6028148148148148</c:v>
                </c:pt>
                <c:pt idx="17485">
                  <c:v>0.6028148148148148</c:v>
                </c:pt>
                <c:pt idx="17486">
                  <c:v>0.6028148148148148</c:v>
                </c:pt>
                <c:pt idx="17487">
                  <c:v>0.6028148148148148</c:v>
                </c:pt>
                <c:pt idx="17488">
                  <c:v>0.6028148148148148</c:v>
                </c:pt>
                <c:pt idx="17489">
                  <c:v>0.6028148148148148</c:v>
                </c:pt>
                <c:pt idx="17490">
                  <c:v>0.6028148148148148</c:v>
                </c:pt>
                <c:pt idx="17491">
                  <c:v>0.6028148148148148</c:v>
                </c:pt>
                <c:pt idx="17492">
                  <c:v>0.6028148148148148</c:v>
                </c:pt>
                <c:pt idx="17493">
                  <c:v>0.6028148148148148</c:v>
                </c:pt>
                <c:pt idx="17494">
                  <c:v>0.6028148148148148</c:v>
                </c:pt>
                <c:pt idx="17495">
                  <c:v>0.6028148148148148</c:v>
                </c:pt>
                <c:pt idx="17496">
                  <c:v>0.6028148148148148</c:v>
                </c:pt>
                <c:pt idx="17497">
                  <c:v>0.60296296296296292</c:v>
                </c:pt>
                <c:pt idx="17498">
                  <c:v>0.60311111111111115</c:v>
                </c:pt>
                <c:pt idx="17499">
                  <c:v>0.60325925925925927</c:v>
                </c:pt>
                <c:pt idx="17500">
                  <c:v>0.60340740740740739</c:v>
                </c:pt>
                <c:pt idx="17501">
                  <c:v>0.60355555555555551</c:v>
                </c:pt>
                <c:pt idx="17502">
                  <c:v>0.60355555555555551</c:v>
                </c:pt>
                <c:pt idx="17503">
                  <c:v>0.60370370370370374</c:v>
                </c:pt>
                <c:pt idx="17504">
                  <c:v>0.60370370370370374</c:v>
                </c:pt>
                <c:pt idx="17505">
                  <c:v>0.60370370370370374</c:v>
                </c:pt>
                <c:pt idx="17506">
                  <c:v>0.60370370370370374</c:v>
                </c:pt>
                <c:pt idx="17507">
                  <c:v>0.60385185185185186</c:v>
                </c:pt>
                <c:pt idx="17508">
                  <c:v>0.60385185185185186</c:v>
                </c:pt>
                <c:pt idx="17509">
                  <c:v>0.60385185185185186</c:v>
                </c:pt>
                <c:pt idx="17510">
                  <c:v>0.60385185185185186</c:v>
                </c:pt>
                <c:pt idx="17511">
                  <c:v>0.60385185185185186</c:v>
                </c:pt>
                <c:pt idx="17512">
                  <c:v>0.60385185185185186</c:v>
                </c:pt>
                <c:pt idx="17513">
                  <c:v>0.60385185185185186</c:v>
                </c:pt>
                <c:pt idx="17514">
                  <c:v>0.60385185185185186</c:v>
                </c:pt>
                <c:pt idx="17515">
                  <c:v>0.60399999999999998</c:v>
                </c:pt>
                <c:pt idx="17516">
                  <c:v>0.6041481481481481</c:v>
                </c:pt>
                <c:pt idx="17517">
                  <c:v>0.6041481481481481</c:v>
                </c:pt>
                <c:pt idx="17518">
                  <c:v>0.60429629629629633</c:v>
                </c:pt>
                <c:pt idx="17519">
                  <c:v>0.60429629629629633</c:v>
                </c:pt>
                <c:pt idx="17520">
                  <c:v>0.60429629629629633</c:v>
                </c:pt>
                <c:pt idx="17521">
                  <c:v>0.60429629629629633</c:v>
                </c:pt>
                <c:pt idx="17522">
                  <c:v>0.60429629629629633</c:v>
                </c:pt>
                <c:pt idx="17523">
                  <c:v>0.60429629629629633</c:v>
                </c:pt>
                <c:pt idx="17524">
                  <c:v>0.60429629629629633</c:v>
                </c:pt>
                <c:pt idx="17525">
                  <c:v>0.60444444444444445</c:v>
                </c:pt>
                <c:pt idx="17526">
                  <c:v>0.60444444444444445</c:v>
                </c:pt>
                <c:pt idx="17527">
                  <c:v>0.60444444444444445</c:v>
                </c:pt>
                <c:pt idx="17528">
                  <c:v>0.60459259259259257</c:v>
                </c:pt>
                <c:pt idx="17529">
                  <c:v>0.60459259259259257</c:v>
                </c:pt>
                <c:pt idx="17530">
                  <c:v>0.60474074074074069</c:v>
                </c:pt>
                <c:pt idx="17531">
                  <c:v>0.60488888888888892</c:v>
                </c:pt>
                <c:pt idx="17532">
                  <c:v>0.60488888888888892</c:v>
                </c:pt>
                <c:pt idx="17533">
                  <c:v>0.60488888888888892</c:v>
                </c:pt>
                <c:pt idx="17534">
                  <c:v>0.60488888888888892</c:v>
                </c:pt>
                <c:pt idx="17535">
                  <c:v>0.60503703703703704</c:v>
                </c:pt>
                <c:pt idx="17536">
                  <c:v>0.60518518518518516</c:v>
                </c:pt>
                <c:pt idx="17537">
                  <c:v>0.60518518518518516</c:v>
                </c:pt>
                <c:pt idx="17538">
                  <c:v>0.60518518518518516</c:v>
                </c:pt>
                <c:pt idx="17539">
                  <c:v>0.60518518518518516</c:v>
                </c:pt>
                <c:pt idx="17540">
                  <c:v>0.60518518518518516</c:v>
                </c:pt>
                <c:pt idx="17541">
                  <c:v>0.60518518518518516</c:v>
                </c:pt>
                <c:pt idx="17542">
                  <c:v>0.60518518518518516</c:v>
                </c:pt>
                <c:pt idx="17543">
                  <c:v>0.60518518518518516</c:v>
                </c:pt>
                <c:pt idx="17544">
                  <c:v>0.60518518518518516</c:v>
                </c:pt>
                <c:pt idx="17545">
                  <c:v>0.60533333333333328</c:v>
                </c:pt>
                <c:pt idx="17546">
                  <c:v>0.60533333333333328</c:v>
                </c:pt>
                <c:pt idx="17547">
                  <c:v>0.60533333333333328</c:v>
                </c:pt>
                <c:pt idx="17548">
                  <c:v>0.60548148148148151</c:v>
                </c:pt>
                <c:pt idx="17549">
                  <c:v>0.60548148148148151</c:v>
                </c:pt>
                <c:pt idx="17550">
                  <c:v>0.60548148148148151</c:v>
                </c:pt>
                <c:pt idx="17551">
                  <c:v>0.60548148148148151</c:v>
                </c:pt>
                <c:pt idx="17552">
                  <c:v>0.60548148148148151</c:v>
                </c:pt>
                <c:pt idx="17553">
                  <c:v>0.60548148148148151</c:v>
                </c:pt>
                <c:pt idx="17554">
                  <c:v>0.60548148148148151</c:v>
                </c:pt>
                <c:pt idx="17555">
                  <c:v>0.60548148148148151</c:v>
                </c:pt>
                <c:pt idx="17556">
                  <c:v>0.60548148148148151</c:v>
                </c:pt>
                <c:pt idx="17557">
                  <c:v>0.60548148148148151</c:v>
                </c:pt>
                <c:pt idx="17558">
                  <c:v>0.60562962962962963</c:v>
                </c:pt>
                <c:pt idx="17559">
                  <c:v>0.60562962962962963</c:v>
                </c:pt>
                <c:pt idx="17560">
                  <c:v>0.60562962962962963</c:v>
                </c:pt>
                <c:pt idx="17561">
                  <c:v>0.60562962962962963</c:v>
                </c:pt>
                <c:pt idx="17562">
                  <c:v>0.60562962962962963</c:v>
                </c:pt>
                <c:pt idx="17563">
                  <c:v>0.60577777777777775</c:v>
                </c:pt>
                <c:pt idx="17564">
                  <c:v>0.60592592592592598</c:v>
                </c:pt>
                <c:pt idx="17565">
                  <c:v>0.60592592592592598</c:v>
                </c:pt>
                <c:pt idx="17566">
                  <c:v>0.60592592592592598</c:v>
                </c:pt>
                <c:pt idx="17567">
                  <c:v>0.6060740740740741</c:v>
                </c:pt>
                <c:pt idx="17568">
                  <c:v>0.6060740740740741</c:v>
                </c:pt>
                <c:pt idx="17569">
                  <c:v>0.60622222222222222</c:v>
                </c:pt>
                <c:pt idx="17570">
                  <c:v>0.60622222222222222</c:v>
                </c:pt>
                <c:pt idx="17571">
                  <c:v>0.60622222222222222</c:v>
                </c:pt>
                <c:pt idx="17572">
                  <c:v>0.60637037037037034</c:v>
                </c:pt>
                <c:pt idx="17573">
                  <c:v>0.60637037037037034</c:v>
                </c:pt>
                <c:pt idx="17574">
                  <c:v>0.60637037037037034</c:v>
                </c:pt>
                <c:pt idx="17575">
                  <c:v>0.60637037037037034</c:v>
                </c:pt>
                <c:pt idx="17576">
                  <c:v>0.60637037037037034</c:v>
                </c:pt>
                <c:pt idx="17577">
                  <c:v>0.60651851851851857</c:v>
                </c:pt>
                <c:pt idx="17578">
                  <c:v>0.60651851851851857</c:v>
                </c:pt>
                <c:pt idx="17579">
                  <c:v>0.60651851851851857</c:v>
                </c:pt>
                <c:pt idx="17580">
                  <c:v>0.60651851851851857</c:v>
                </c:pt>
                <c:pt idx="17581">
                  <c:v>0.60651851851851857</c:v>
                </c:pt>
                <c:pt idx="17582">
                  <c:v>0.60651851851851857</c:v>
                </c:pt>
                <c:pt idx="17583">
                  <c:v>0.60651851851851857</c:v>
                </c:pt>
                <c:pt idx="17584">
                  <c:v>0.60651851851851857</c:v>
                </c:pt>
                <c:pt idx="17585">
                  <c:v>0.60666666666666669</c:v>
                </c:pt>
                <c:pt idx="17586">
                  <c:v>0.60666666666666669</c:v>
                </c:pt>
                <c:pt idx="17587">
                  <c:v>0.60666666666666669</c:v>
                </c:pt>
                <c:pt idx="17588">
                  <c:v>0.60681481481481481</c:v>
                </c:pt>
                <c:pt idx="17589">
                  <c:v>0.60681481481481481</c:v>
                </c:pt>
                <c:pt idx="17590">
                  <c:v>0.60696296296296293</c:v>
                </c:pt>
                <c:pt idx="17591">
                  <c:v>0.60696296296296293</c:v>
                </c:pt>
                <c:pt idx="17592">
                  <c:v>0.60696296296296293</c:v>
                </c:pt>
                <c:pt idx="17593">
                  <c:v>0.60711111111111116</c:v>
                </c:pt>
                <c:pt idx="17594">
                  <c:v>0.60711111111111116</c:v>
                </c:pt>
                <c:pt idx="17595">
                  <c:v>0.60725925925925928</c:v>
                </c:pt>
                <c:pt idx="17596">
                  <c:v>0.6074074074074074</c:v>
                </c:pt>
                <c:pt idx="17597">
                  <c:v>0.6074074074074074</c:v>
                </c:pt>
                <c:pt idx="17598">
                  <c:v>0.6074074074074074</c:v>
                </c:pt>
                <c:pt idx="17599">
                  <c:v>0.6074074074074074</c:v>
                </c:pt>
                <c:pt idx="17600">
                  <c:v>0.6074074074074074</c:v>
                </c:pt>
                <c:pt idx="17601">
                  <c:v>0.6074074074074074</c:v>
                </c:pt>
                <c:pt idx="17602">
                  <c:v>0.6074074074074074</c:v>
                </c:pt>
                <c:pt idx="17603">
                  <c:v>0.60755555555555552</c:v>
                </c:pt>
                <c:pt idx="17604">
                  <c:v>0.60755555555555552</c:v>
                </c:pt>
                <c:pt idx="17605">
                  <c:v>0.60755555555555552</c:v>
                </c:pt>
                <c:pt idx="17606">
                  <c:v>0.60770370370370375</c:v>
                </c:pt>
                <c:pt idx="17607">
                  <c:v>0.60785185185185187</c:v>
                </c:pt>
                <c:pt idx="17608">
                  <c:v>0.60799999999999998</c:v>
                </c:pt>
                <c:pt idx="17609">
                  <c:v>0.60799999999999998</c:v>
                </c:pt>
                <c:pt idx="17610">
                  <c:v>0.60799999999999998</c:v>
                </c:pt>
                <c:pt idx="17611">
                  <c:v>0.60799999999999998</c:v>
                </c:pt>
                <c:pt idx="17612">
                  <c:v>0.60799999999999998</c:v>
                </c:pt>
                <c:pt idx="17613">
                  <c:v>0.6081481481481481</c:v>
                </c:pt>
                <c:pt idx="17614">
                  <c:v>0.6081481481481481</c:v>
                </c:pt>
                <c:pt idx="17615">
                  <c:v>0.6081481481481481</c:v>
                </c:pt>
                <c:pt idx="17616">
                  <c:v>0.60829629629629633</c:v>
                </c:pt>
                <c:pt idx="17617">
                  <c:v>0.60844444444444445</c:v>
                </c:pt>
                <c:pt idx="17618">
                  <c:v>0.60844444444444445</c:v>
                </c:pt>
                <c:pt idx="17619">
                  <c:v>0.60844444444444445</c:v>
                </c:pt>
                <c:pt idx="17620">
                  <c:v>0.60844444444444445</c:v>
                </c:pt>
                <c:pt idx="17621">
                  <c:v>0.60844444444444445</c:v>
                </c:pt>
                <c:pt idx="17622">
                  <c:v>0.60844444444444445</c:v>
                </c:pt>
                <c:pt idx="17623">
                  <c:v>0.60844444444444445</c:v>
                </c:pt>
                <c:pt idx="17624">
                  <c:v>0.60844444444444445</c:v>
                </c:pt>
                <c:pt idx="17625">
                  <c:v>0.60844444444444445</c:v>
                </c:pt>
                <c:pt idx="17626">
                  <c:v>0.60844444444444445</c:v>
                </c:pt>
                <c:pt idx="17627">
                  <c:v>0.60844444444444445</c:v>
                </c:pt>
                <c:pt idx="17628">
                  <c:v>0.60844444444444445</c:v>
                </c:pt>
                <c:pt idx="17629">
                  <c:v>0.60844444444444445</c:v>
                </c:pt>
                <c:pt idx="17630">
                  <c:v>0.60859259259259257</c:v>
                </c:pt>
                <c:pt idx="17631">
                  <c:v>0.60859259259259257</c:v>
                </c:pt>
                <c:pt idx="17632">
                  <c:v>0.60859259259259257</c:v>
                </c:pt>
                <c:pt idx="17633">
                  <c:v>0.60859259259259257</c:v>
                </c:pt>
                <c:pt idx="17634">
                  <c:v>0.60859259259259257</c:v>
                </c:pt>
                <c:pt idx="17635">
                  <c:v>0.60874074074074069</c:v>
                </c:pt>
                <c:pt idx="17636">
                  <c:v>0.60888888888888892</c:v>
                </c:pt>
                <c:pt idx="17637">
                  <c:v>0.60888888888888892</c:v>
                </c:pt>
                <c:pt idx="17638">
                  <c:v>0.60888888888888892</c:v>
                </c:pt>
                <c:pt idx="17639">
                  <c:v>0.60888888888888892</c:v>
                </c:pt>
                <c:pt idx="17640">
                  <c:v>0.60888888888888892</c:v>
                </c:pt>
                <c:pt idx="17641">
                  <c:v>0.60888888888888892</c:v>
                </c:pt>
                <c:pt idx="17642">
                  <c:v>0.60888888888888892</c:v>
                </c:pt>
                <c:pt idx="17643">
                  <c:v>0.60888888888888892</c:v>
                </c:pt>
                <c:pt idx="17644">
                  <c:v>0.60888888888888892</c:v>
                </c:pt>
                <c:pt idx="17645">
                  <c:v>0.60888888888888892</c:v>
                </c:pt>
                <c:pt idx="17646">
                  <c:v>0.60888888888888892</c:v>
                </c:pt>
                <c:pt idx="17647">
                  <c:v>0.60903703703703704</c:v>
                </c:pt>
                <c:pt idx="17648">
                  <c:v>0.60918518518518516</c:v>
                </c:pt>
                <c:pt idx="17649">
                  <c:v>0.60918518518518516</c:v>
                </c:pt>
                <c:pt idx="17650">
                  <c:v>0.60918518518518516</c:v>
                </c:pt>
                <c:pt idx="17651">
                  <c:v>0.60933333333333328</c:v>
                </c:pt>
                <c:pt idx="17652">
                  <c:v>0.60933333333333328</c:v>
                </c:pt>
                <c:pt idx="17653">
                  <c:v>0.60948148148148151</c:v>
                </c:pt>
                <c:pt idx="17654">
                  <c:v>0.60948148148148151</c:v>
                </c:pt>
                <c:pt idx="17655">
                  <c:v>0.60948148148148151</c:v>
                </c:pt>
                <c:pt idx="17656">
                  <c:v>0.60962962962962963</c:v>
                </c:pt>
                <c:pt idx="17657">
                  <c:v>0.60962962962962963</c:v>
                </c:pt>
                <c:pt idx="17658">
                  <c:v>0.60962962962962963</c:v>
                </c:pt>
                <c:pt idx="17659">
                  <c:v>0.60962962962962963</c:v>
                </c:pt>
                <c:pt idx="17660">
                  <c:v>0.60962962962962963</c:v>
                </c:pt>
                <c:pt idx="17661">
                  <c:v>0.60962962962962963</c:v>
                </c:pt>
                <c:pt idx="17662">
                  <c:v>0.60977777777777775</c:v>
                </c:pt>
                <c:pt idx="17663">
                  <c:v>0.60992592592592587</c:v>
                </c:pt>
                <c:pt idx="17664">
                  <c:v>0.60992592592592587</c:v>
                </c:pt>
                <c:pt idx="17665">
                  <c:v>0.60992592592592587</c:v>
                </c:pt>
                <c:pt idx="17666">
                  <c:v>0.6100740740740741</c:v>
                </c:pt>
                <c:pt idx="17667">
                  <c:v>0.6100740740740741</c:v>
                </c:pt>
                <c:pt idx="17668">
                  <c:v>0.6100740740740741</c:v>
                </c:pt>
                <c:pt idx="17669">
                  <c:v>0.6100740740740741</c:v>
                </c:pt>
                <c:pt idx="17670">
                  <c:v>0.6100740740740741</c:v>
                </c:pt>
                <c:pt idx="17671">
                  <c:v>0.6100740740740741</c:v>
                </c:pt>
                <c:pt idx="17672">
                  <c:v>0.61022222222222222</c:v>
                </c:pt>
                <c:pt idx="17673">
                  <c:v>0.61022222222222222</c:v>
                </c:pt>
                <c:pt idx="17674">
                  <c:v>0.61022222222222222</c:v>
                </c:pt>
                <c:pt idx="17675">
                  <c:v>0.61022222222222222</c:v>
                </c:pt>
                <c:pt idx="17676">
                  <c:v>0.61022222222222222</c:v>
                </c:pt>
                <c:pt idx="17677">
                  <c:v>0.61022222222222222</c:v>
                </c:pt>
                <c:pt idx="17678">
                  <c:v>0.61022222222222222</c:v>
                </c:pt>
                <c:pt idx="17679">
                  <c:v>0.61037037037037034</c:v>
                </c:pt>
                <c:pt idx="17680">
                  <c:v>0.61037037037037034</c:v>
                </c:pt>
                <c:pt idx="17681">
                  <c:v>0.61051851851851857</c:v>
                </c:pt>
                <c:pt idx="17682">
                  <c:v>0.61066666666666669</c:v>
                </c:pt>
                <c:pt idx="17683">
                  <c:v>0.61066666666666669</c:v>
                </c:pt>
                <c:pt idx="17684">
                  <c:v>0.61066666666666669</c:v>
                </c:pt>
                <c:pt idx="17685">
                  <c:v>0.61081481481481481</c:v>
                </c:pt>
                <c:pt idx="17686">
                  <c:v>0.61096296296296293</c:v>
                </c:pt>
                <c:pt idx="17687">
                  <c:v>0.61111111111111116</c:v>
                </c:pt>
                <c:pt idx="17688">
                  <c:v>0.61111111111111116</c:v>
                </c:pt>
                <c:pt idx="17689">
                  <c:v>0.61111111111111116</c:v>
                </c:pt>
                <c:pt idx="17690">
                  <c:v>0.61125925925925928</c:v>
                </c:pt>
                <c:pt idx="17691">
                  <c:v>0.61125925925925928</c:v>
                </c:pt>
                <c:pt idx="17692">
                  <c:v>0.61125925925925928</c:v>
                </c:pt>
                <c:pt idx="17693">
                  <c:v>0.6114074074074074</c:v>
                </c:pt>
                <c:pt idx="17694">
                  <c:v>0.6114074074074074</c:v>
                </c:pt>
                <c:pt idx="17695">
                  <c:v>0.6114074074074074</c:v>
                </c:pt>
                <c:pt idx="17696">
                  <c:v>0.6114074074074074</c:v>
                </c:pt>
                <c:pt idx="17697">
                  <c:v>0.6114074074074074</c:v>
                </c:pt>
                <c:pt idx="17698">
                  <c:v>0.61155555555555552</c:v>
                </c:pt>
                <c:pt idx="17699">
                  <c:v>0.61155555555555552</c:v>
                </c:pt>
                <c:pt idx="17700">
                  <c:v>0.61170370370370375</c:v>
                </c:pt>
                <c:pt idx="17701">
                  <c:v>0.61170370370370375</c:v>
                </c:pt>
                <c:pt idx="17702">
                  <c:v>0.61170370370370375</c:v>
                </c:pt>
                <c:pt idx="17703">
                  <c:v>0.61170370370370375</c:v>
                </c:pt>
                <c:pt idx="17704">
                  <c:v>0.61170370370370375</c:v>
                </c:pt>
                <c:pt idx="17705">
                  <c:v>0.61170370370370375</c:v>
                </c:pt>
                <c:pt idx="17706">
                  <c:v>0.61170370370370375</c:v>
                </c:pt>
                <c:pt idx="17707">
                  <c:v>0.61170370370370375</c:v>
                </c:pt>
                <c:pt idx="17708">
                  <c:v>0.61185185185185187</c:v>
                </c:pt>
                <c:pt idx="17709">
                  <c:v>0.61199999999999999</c:v>
                </c:pt>
                <c:pt idx="17710">
                  <c:v>0.61199999999999999</c:v>
                </c:pt>
                <c:pt idx="17711">
                  <c:v>0.61199999999999999</c:v>
                </c:pt>
                <c:pt idx="17712">
                  <c:v>0.61199999999999999</c:v>
                </c:pt>
                <c:pt idx="17713">
                  <c:v>0.61199999999999999</c:v>
                </c:pt>
                <c:pt idx="17714">
                  <c:v>0.61199999999999999</c:v>
                </c:pt>
                <c:pt idx="17715">
                  <c:v>0.61199999999999999</c:v>
                </c:pt>
                <c:pt idx="17716">
                  <c:v>0.61199999999999999</c:v>
                </c:pt>
                <c:pt idx="17717">
                  <c:v>0.61214814814814811</c:v>
                </c:pt>
                <c:pt idx="17718">
                  <c:v>0.61214814814814811</c:v>
                </c:pt>
                <c:pt idx="17719">
                  <c:v>0.61229629629629634</c:v>
                </c:pt>
                <c:pt idx="17720">
                  <c:v>0.61229629629629634</c:v>
                </c:pt>
                <c:pt idx="17721">
                  <c:v>0.61229629629629634</c:v>
                </c:pt>
                <c:pt idx="17722">
                  <c:v>0.61229629629629634</c:v>
                </c:pt>
                <c:pt idx="17723">
                  <c:v>0.61229629629629634</c:v>
                </c:pt>
                <c:pt idx="17724">
                  <c:v>0.61229629629629634</c:v>
                </c:pt>
                <c:pt idx="17725">
                  <c:v>0.61229629629629634</c:v>
                </c:pt>
                <c:pt idx="17726">
                  <c:v>0.61229629629629634</c:v>
                </c:pt>
                <c:pt idx="17727">
                  <c:v>0.61229629629629634</c:v>
                </c:pt>
                <c:pt idx="17728">
                  <c:v>0.61229629629629634</c:v>
                </c:pt>
                <c:pt idx="17729">
                  <c:v>0.61244444444444446</c:v>
                </c:pt>
                <c:pt idx="17730">
                  <c:v>0.61244444444444446</c:v>
                </c:pt>
                <c:pt idx="17731">
                  <c:v>0.61244444444444446</c:v>
                </c:pt>
                <c:pt idx="17732">
                  <c:v>0.61244444444444446</c:v>
                </c:pt>
                <c:pt idx="17733">
                  <c:v>0.61244444444444446</c:v>
                </c:pt>
                <c:pt idx="17734">
                  <c:v>0.61244444444444446</c:v>
                </c:pt>
                <c:pt idx="17735">
                  <c:v>0.61244444444444446</c:v>
                </c:pt>
                <c:pt idx="17736">
                  <c:v>0.61244444444444446</c:v>
                </c:pt>
                <c:pt idx="17737">
                  <c:v>0.61259259259259258</c:v>
                </c:pt>
                <c:pt idx="17738">
                  <c:v>0.61259259259259258</c:v>
                </c:pt>
                <c:pt idx="17739">
                  <c:v>0.61259259259259258</c:v>
                </c:pt>
                <c:pt idx="17740">
                  <c:v>0.6127407407407407</c:v>
                </c:pt>
                <c:pt idx="17741">
                  <c:v>0.6127407407407407</c:v>
                </c:pt>
                <c:pt idx="17742">
                  <c:v>0.6127407407407407</c:v>
                </c:pt>
                <c:pt idx="17743">
                  <c:v>0.61288888888888893</c:v>
                </c:pt>
                <c:pt idx="17744">
                  <c:v>0.61288888888888893</c:v>
                </c:pt>
                <c:pt idx="17745">
                  <c:v>0.61288888888888893</c:v>
                </c:pt>
                <c:pt idx="17746">
                  <c:v>0.61288888888888893</c:v>
                </c:pt>
                <c:pt idx="17747">
                  <c:v>0.61288888888888893</c:v>
                </c:pt>
                <c:pt idx="17748">
                  <c:v>0.61288888888888893</c:v>
                </c:pt>
                <c:pt idx="17749">
                  <c:v>0.61303703703703705</c:v>
                </c:pt>
                <c:pt idx="17750">
                  <c:v>0.61303703703703705</c:v>
                </c:pt>
                <c:pt idx="17751">
                  <c:v>0.61318518518518517</c:v>
                </c:pt>
                <c:pt idx="17752">
                  <c:v>0.61318518518518517</c:v>
                </c:pt>
                <c:pt idx="17753">
                  <c:v>0.61318518518518517</c:v>
                </c:pt>
                <c:pt idx="17754">
                  <c:v>0.61333333333333329</c:v>
                </c:pt>
                <c:pt idx="17755">
                  <c:v>0.61348148148148152</c:v>
                </c:pt>
                <c:pt idx="17756">
                  <c:v>0.61362962962962964</c:v>
                </c:pt>
                <c:pt idx="17757">
                  <c:v>0.61377777777777776</c:v>
                </c:pt>
                <c:pt idx="17758">
                  <c:v>0.61377777777777776</c:v>
                </c:pt>
                <c:pt idx="17759">
                  <c:v>0.61377777777777776</c:v>
                </c:pt>
                <c:pt idx="17760">
                  <c:v>0.61392592592592587</c:v>
                </c:pt>
                <c:pt idx="17761">
                  <c:v>0.61392592592592587</c:v>
                </c:pt>
                <c:pt idx="17762">
                  <c:v>0.61392592592592587</c:v>
                </c:pt>
                <c:pt idx="17763">
                  <c:v>0.61407407407407411</c:v>
                </c:pt>
                <c:pt idx="17764">
                  <c:v>0.61422222222222222</c:v>
                </c:pt>
                <c:pt idx="17765">
                  <c:v>0.61422222222222222</c:v>
                </c:pt>
                <c:pt idx="17766">
                  <c:v>0.61422222222222222</c:v>
                </c:pt>
                <c:pt idx="17767">
                  <c:v>0.61422222222222222</c:v>
                </c:pt>
                <c:pt idx="17768">
                  <c:v>0.61437037037037034</c:v>
                </c:pt>
                <c:pt idx="17769">
                  <c:v>0.61437037037037034</c:v>
                </c:pt>
                <c:pt idx="17770">
                  <c:v>0.61437037037037034</c:v>
                </c:pt>
                <c:pt idx="17771">
                  <c:v>0.61451851851851846</c:v>
                </c:pt>
                <c:pt idx="17772">
                  <c:v>0.61451851851851846</c:v>
                </c:pt>
                <c:pt idx="17773">
                  <c:v>0.61451851851851846</c:v>
                </c:pt>
                <c:pt idx="17774">
                  <c:v>0.61451851851851846</c:v>
                </c:pt>
                <c:pt idx="17775">
                  <c:v>0.61451851851851846</c:v>
                </c:pt>
                <c:pt idx="17776">
                  <c:v>0.61451851851851846</c:v>
                </c:pt>
                <c:pt idx="17777">
                  <c:v>0.61451851851851846</c:v>
                </c:pt>
                <c:pt idx="17778">
                  <c:v>0.61451851851851846</c:v>
                </c:pt>
                <c:pt idx="17779">
                  <c:v>0.61451851851851846</c:v>
                </c:pt>
                <c:pt idx="17780">
                  <c:v>0.61451851851851846</c:v>
                </c:pt>
                <c:pt idx="17781">
                  <c:v>0.61451851851851846</c:v>
                </c:pt>
                <c:pt idx="17782">
                  <c:v>0.61451851851851846</c:v>
                </c:pt>
                <c:pt idx="17783">
                  <c:v>0.61451851851851846</c:v>
                </c:pt>
                <c:pt idx="17784">
                  <c:v>0.61466666666666669</c:v>
                </c:pt>
                <c:pt idx="17785">
                  <c:v>0.61466666666666669</c:v>
                </c:pt>
                <c:pt idx="17786">
                  <c:v>0.61481481481481481</c:v>
                </c:pt>
                <c:pt idx="17787">
                  <c:v>0.61481481481481481</c:v>
                </c:pt>
                <c:pt idx="17788">
                  <c:v>0.61496296296296293</c:v>
                </c:pt>
                <c:pt idx="17789">
                  <c:v>0.61511111111111116</c:v>
                </c:pt>
                <c:pt idx="17790">
                  <c:v>0.61511111111111116</c:v>
                </c:pt>
                <c:pt idx="17791">
                  <c:v>0.61511111111111116</c:v>
                </c:pt>
                <c:pt idx="17792">
                  <c:v>0.61511111111111116</c:v>
                </c:pt>
                <c:pt idx="17793">
                  <c:v>0.61525925925925928</c:v>
                </c:pt>
                <c:pt idx="17794">
                  <c:v>0.61525925925925928</c:v>
                </c:pt>
                <c:pt idx="17795">
                  <c:v>0.61525925925925928</c:v>
                </c:pt>
                <c:pt idx="17796">
                  <c:v>0.6154074074074074</c:v>
                </c:pt>
                <c:pt idx="17797">
                  <c:v>0.6154074074074074</c:v>
                </c:pt>
                <c:pt idx="17798">
                  <c:v>0.61555555555555552</c:v>
                </c:pt>
                <c:pt idx="17799">
                  <c:v>0.61570370370370375</c:v>
                </c:pt>
                <c:pt idx="17800">
                  <c:v>0.61570370370370375</c:v>
                </c:pt>
                <c:pt idx="17801">
                  <c:v>0.61570370370370375</c:v>
                </c:pt>
                <c:pt idx="17802">
                  <c:v>0.61570370370370375</c:v>
                </c:pt>
                <c:pt idx="17803">
                  <c:v>0.61570370370370375</c:v>
                </c:pt>
                <c:pt idx="17804">
                  <c:v>0.61570370370370375</c:v>
                </c:pt>
                <c:pt idx="17805">
                  <c:v>0.61585185185185187</c:v>
                </c:pt>
                <c:pt idx="17806">
                  <c:v>0.61585185185185187</c:v>
                </c:pt>
                <c:pt idx="17807">
                  <c:v>0.61599999999999999</c:v>
                </c:pt>
                <c:pt idx="17808">
                  <c:v>0.61614814814814811</c:v>
                </c:pt>
                <c:pt idx="17809">
                  <c:v>0.61614814814814811</c:v>
                </c:pt>
                <c:pt idx="17810">
                  <c:v>0.61629629629629634</c:v>
                </c:pt>
                <c:pt idx="17811">
                  <c:v>0.61629629629629634</c:v>
                </c:pt>
                <c:pt idx="17812">
                  <c:v>0.61629629629629634</c:v>
                </c:pt>
                <c:pt idx="17813">
                  <c:v>0.61629629629629634</c:v>
                </c:pt>
                <c:pt idx="17814">
                  <c:v>0.61644444444444446</c:v>
                </c:pt>
                <c:pt idx="17815">
                  <c:v>0.61644444444444446</c:v>
                </c:pt>
                <c:pt idx="17816">
                  <c:v>0.61644444444444446</c:v>
                </c:pt>
                <c:pt idx="17817">
                  <c:v>0.61644444444444446</c:v>
                </c:pt>
                <c:pt idx="17818">
                  <c:v>0.61659259259259258</c:v>
                </c:pt>
                <c:pt idx="17819">
                  <c:v>0.61659259259259258</c:v>
                </c:pt>
                <c:pt idx="17820">
                  <c:v>0.61659259259259258</c:v>
                </c:pt>
                <c:pt idx="17821">
                  <c:v>0.61659259259259258</c:v>
                </c:pt>
                <c:pt idx="17822">
                  <c:v>0.61659259259259258</c:v>
                </c:pt>
                <c:pt idx="17823">
                  <c:v>0.61659259259259258</c:v>
                </c:pt>
                <c:pt idx="17824">
                  <c:v>0.61659259259259258</c:v>
                </c:pt>
                <c:pt idx="17825">
                  <c:v>0.61659259259259258</c:v>
                </c:pt>
                <c:pt idx="17826">
                  <c:v>0.61659259259259258</c:v>
                </c:pt>
                <c:pt idx="17827">
                  <c:v>0.61659259259259258</c:v>
                </c:pt>
                <c:pt idx="17828">
                  <c:v>0.61659259259259258</c:v>
                </c:pt>
                <c:pt idx="17829">
                  <c:v>0.6167407407407407</c:v>
                </c:pt>
                <c:pt idx="17830">
                  <c:v>0.6167407407407407</c:v>
                </c:pt>
                <c:pt idx="17831">
                  <c:v>0.6167407407407407</c:v>
                </c:pt>
                <c:pt idx="17832">
                  <c:v>0.6167407407407407</c:v>
                </c:pt>
                <c:pt idx="17833">
                  <c:v>0.6167407407407407</c:v>
                </c:pt>
                <c:pt idx="17834">
                  <c:v>0.6167407407407407</c:v>
                </c:pt>
                <c:pt idx="17835">
                  <c:v>0.61688888888888893</c:v>
                </c:pt>
                <c:pt idx="17836">
                  <c:v>0.61688888888888893</c:v>
                </c:pt>
                <c:pt idx="17837">
                  <c:v>0.61688888888888893</c:v>
                </c:pt>
                <c:pt idx="17838">
                  <c:v>0.61688888888888893</c:v>
                </c:pt>
                <c:pt idx="17839">
                  <c:v>0.61703703703703705</c:v>
                </c:pt>
                <c:pt idx="17840">
                  <c:v>0.61703703703703705</c:v>
                </c:pt>
                <c:pt idx="17841">
                  <c:v>0.61703703703703705</c:v>
                </c:pt>
                <c:pt idx="17842">
                  <c:v>0.61703703703703705</c:v>
                </c:pt>
                <c:pt idx="17843">
                  <c:v>0.61718518518518517</c:v>
                </c:pt>
                <c:pt idx="17844">
                  <c:v>0.61718518518518517</c:v>
                </c:pt>
                <c:pt idx="17845">
                  <c:v>0.61718518518518517</c:v>
                </c:pt>
                <c:pt idx="17846">
                  <c:v>0.61733333333333329</c:v>
                </c:pt>
                <c:pt idx="17847">
                  <c:v>0.61748148148148152</c:v>
                </c:pt>
                <c:pt idx="17848">
                  <c:v>0.61748148148148152</c:v>
                </c:pt>
                <c:pt idx="17849">
                  <c:v>0.61748148148148152</c:v>
                </c:pt>
                <c:pt idx="17850">
                  <c:v>0.61748148148148152</c:v>
                </c:pt>
                <c:pt idx="17851">
                  <c:v>0.61762962962962964</c:v>
                </c:pt>
                <c:pt idx="17852">
                  <c:v>0.61762962962962964</c:v>
                </c:pt>
                <c:pt idx="17853">
                  <c:v>0.61762962962962964</c:v>
                </c:pt>
                <c:pt idx="17854">
                  <c:v>0.61762962962962964</c:v>
                </c:pt>
                <c:pt idx="17855">
                  <c:v>0.61777777777777776</c:v>
                </c:pt>
                <c:pt idx="17856">
                  <c:v>0.61777777777777776</c:v>
                </c:pt>
                <c:pt idx="17857">
                  <c:v>0.61777777777777776</c:v>
                </c:pt>
                <c:pt idx="17858">
                  <c:v>0.61792592592592588</c:v>
                </c:pt>
                <c:pt idx="17859">
                  <c:v>0.61792592592592588</c:v>
                </c:pt>
                <c:pt idx="17860">
                  <c:v>0.61792592592592588</c:v>
                </c:pt>
                <c:pt idx="17861">
                  <c:v>0.61792592592592588</c:v>
                </c:pt>
                <c:pt idx="17862">
                  <c:v>0.61792592592592588</c:v>
                </c:pt>
                <c:pt idx="17863">
                  <c:v>0.61792592592592588</c:v>
                </c:pt>
                <c:pt idx="17864">
                  <c:v>0.61792592592592588</c:v>
                </c:pt>
                <c:pt idx="17865">
                  <c:v>0.61792592592592588</c:v>
                </c:pt>
                <c:pt idx="17866">
                  <c:v>0.61792592592592588</c:v>
                </c:pt>
                <c:pt idx="17867">
                  <c:v>0.61792592592592588</c:v>
                </c:pt>
                <c:pt idx="17868">
                  <c:v>0.61792592592592588</c:v>
                </c:pt>
                <c:pt idx="17869">
                  <c:v>0.61792592592592588</c:v>
                </c:pt>
                <c:pt idx="17870">
                  <c:v>0.61792592592592588</c:v>
                </c:pt>
                <c:pt idx="17871">
                  <c:v>0.61792592592592588</c:v>
                </c:pt>
                <c:pt idx="17872">
                  <c:v>0.61807407407407411</c:v>
                </c:pt>
                <c:pt idx="17873">
                  <c:v>0.61807407407407411</c:v>
                </c:pt>
                <c:pt idx="17874">
                  <c:v>0.61807407407407411</c:v>
                </c:pt>
                <c:pt idx="17875">
                  <c:v>0.61807407407407411</c:v>
                </c:pt>
                <c:pt idx="17876">
                  <c:v>0.61807407407407411</c:v>
                </c:pt>
                <c:pt idx="17877">
                  <c:v>0.61807407407407411</c:v>
                </c:pt>
                <c:pt idx="17878">
                  <c:v>0.61807407407407411</c:v>
                </c:pt>
                <c:pt idx="17879">
                  <c:v>0.61807407407407411</c:v>
                </c:pt>
                <c:pt idx="17880">
                  <c:v>0.61807407407407411</c:v>
                </c:pt>
                <c:pt idx="17881">
                  <c:v>0.61807407407407411</c:v>
                </c:pt>
                <c:pt idx="17882">
                  <c:v>0.61807407407407411</c:v>
                </c:pt>
                <c:pt idx="17883">
                  <c:v>0.61807407407407411</c:v>
                </c:pt>
                <c:pt idx="17884">
                  <c:v>0.61807407407407411</c:v>
                </c:pt>
                <c:pt idx="17885">
                  <c:v>0.61807407407407411</c:v>
                </c:pt>
                <c:pt idx="17886">
                  <c:v>0.61807407407407411</c:v>
                </c:pt>
                <c:pt idx="17887">
                  <c:v>0.61807407407407411</c:v>
                </c:pt>
                <c:pt idx="17888">
                  <c:v>0.61822222222222223</c:v>
                </c:pt>
                <c:pt idx="17889">
                  <c:v>0.61822222222222223</c:v>
                </c:pt>
                <c:pt idx="17890">
                  <c:v>0.61822222222222223</c:v>
                </c:pt>
                <c:pt idx="17891">
                  <c:v>0.61822222222222223</c:v>
                </c:pt>
                <c:pt idx="17892">
                  <c:v>0.61822222222222223</c:v>
                </c:pt>
                <c:pt idx="17893">
                  <c:v>0.61837037037037035</c:v>
                </c:pt>
                <c:pt idx="17894">
                  <c:v>0.61837037037037035</c:v>
                </c:pt>
                <c:pt idx="17895">
                  <c:v>0.61837037037037035</c:v>
                </c:pt>
                <c:pt idx="17896">
                  <c:v>0.61837037037037035</c:v>
                </c:pt>
                <c:pt idx="17897">
                  <c:v>0.61837037037037035</c:v>
                </c:pt>
                <c:pt idx="17898">
                  <c:v>0.61837037037037035</c:v>
                </c:pt>
                <c:pt idx="17899">
                  <c:v>0.61837037037037035</c:v>
                </c:pt>
                <c:pt idx="17900">
                  <c:v>0.61837037037037035</c:v>
                </c:pt>
                <c:pt idx="17901">
                  <c:v>0.61837037037037035</c:v>
                </c:pt>
                <c:pt idx="17902">
                  <c:v>0.61851851851851847</c:v>
                </c:pt>
                <c:pt idx="17903">
                  <c:v>0.61851851851851847</c:v>
                </c:pt>
                <c:pt idx="17904">
                  <c:v>0.61851851851851847</c:v>
                </c:pt>
                <c:pt idx="17905">
                  <c:v>0.61851851851851847</c:v>
                </c:pt>
                <c:pt idx="17906">
                  <c:v>0.61851851851851847</c:v>
                </c:pt>
                <c:pt idx="17907">
                  <c:v>0.61851851851851847</c:v>
                </c:pt>
                <c:pt idx="17908">
                  <c:v>0.61851851851851847</c:v>
                </c:pt>
                <c:pt idx="17909">
                  <c:v>0.6186666666666667</c:v>
                </c:pt>
                <c:pt idx="17910">
                  <c:v>0.6186666666666667</c:v>
                </c:pt>
                <c:pt idx="17911">
                  <c:v>0.6186666666666667</c:v>
                </c:pt>
                <c:pt idx="17912">
                  <c:v>0.6186666666666667</c:v>
                </c:pt>
                <c:pt idx="17913">
                  <c:v>0.6186666666666667</c:v>
                </c:pt>
                <c:pt idx="17914">
                  <c:v>0.6186666666666667</c:v>
                </c:pt>
                <c:pt idx="17915">
                  <c:v>0.6186666666666667</c:v>
                </c:pt>
                <c:pt idx="17916">
                  <c:v>0.6186666666666667</c:v>
                </c:pt>
                <c:pt idx="17917">
                  <c:v>0.6186666666666667</c:v>
                </c:pt>
                <c:pt idx="17918">
                  <c:v>0.6186666666666667</c:v>
                </c:pt>
                <c:pt idx="17919">
                  <c:v>0.6186666666666667</c:v>
                </c:pt>
                <c:pt idx="17920">
                  <c:v>0.61881481481481482</c:v>
                </c:pt>
                <c:pt idx="17921">
                  <c:v>0.61896296296296294</c:v>
                </c:pt>
                <c:pt idx="17922">
                  <c:v>0.61896296296296294</c:v>
                </c:pt>
                <c:pt idx="17923">
                  <c:v>0.61911111111111106</c:v>
                </c:pt>
                <c:pt idx="17924">
                  <c:v>0.61911111111111106</c:v>
                </c:pt>
                <c:pt idx="17925">
                  <c:v>0.61911111111111106</c:v>
                </c:pt>
                <c:pt idx="17926">
                  <c:v>0.61911111111111106</c:v>
                </c:pt>
                <c:pt idx="17927">
                  <c:v>0.61911111111111106</c:v>
                </c:pt>
                <c:pt idx="17928">
                  <c:v>0.61911111111111106</c:v>
                </c:pt>
                <c:pt idx="17929">
                  <c:v>0.61911111111111106</c:v>
                </c:pt>
                <c:pt idx="17930">
                  <c:v>0.61911111111111106</c:v>
                </c:pt>
                <c:pt idx="17931">
                  <c:v>0.61911111111111106</c:v>
                </c:pt>
                <c:pt idx="17932">
                  <c:v>0.61911111111111106</c:v>
                </c:pt>
                <c:pt idx="17933">
                  <c:v>0.61911111111111106</c:v>
                </c:pt>
                <c:pt idx="17934">
                  <c:v>0.61911111111111106</c:v>
                </c:pt>
                <c:pt idx="17935">
                  <c:v>0.61911111111111106</c:v>
                </c:pt>
                <c:pt idx="17936">
                  <c:v>0.61925925925925929</c:v>
                </c:pt>
                <c:pt idx="17937">
                  <c:v>0.61925925925925929</c:v>
                </c:pt>
                <c:pt idx="17938">
                  <c:v>0.61925925925925929</c:v>
                </c:pt>
                <c:pt idx="17939">
                  <c:v>0.61925925925925929</c:v>
                </c:pt>
                <c:pt idx="17940">
                  <c:v>0.61925925925925929</c:v>
                </c:pt>
                <c:pt idx="17941">
                  <c:v>0.61940740740740741</c:v>
                </c:pt>
                <c:pt idx="17942">
                  <c:v>0.61940740740740741</c:v>
                </c:pt>
                <c:pt idx="17943">
                  <c:v>0.61940740740740741</c:v>
                </c:pt>
                <c:pt idx="17944">
                  <c:v>0.61940740740740741</c:v>
                </c:pt>
                <c:pt idx="17945">
                  <c:v>0.61940740740740741</c:v>
                </c:pt>
                <c:pt idx="17946">
                  <c:v>0.61940740740740741</c:v>
                </c:pt>
                <c:pt idx="17947">
                  <c:v>0.61940740740740741</c:v>
                </c:pt>
                <c:pt idx="17948">
                  <c:v>0.61940740740740741</c:v>
                </c:pt>
                <c:pt idx="17949">
                  <c:v>0.61955555555555553</c:v>
                </c:pt>
                <c:pt idx="17950">
                  <c:v>0.61955555555555553</c:v>
                </c:pt>
                <c:pt idx="17951">
                  <c:v>0.61955555555555553</c:v>
                </c:pt>
                <c:pt idx="17952">
                  <c:v>0.61955555555555553</c:v>
                </c:pt>
                <c:pt idx="17953">
                  <c:v>0.61955555555555553</c:v>
                </c:pt>
                <c:pt idx="17954">
                  <c:v>0.61955555555555553</c:v>
                </c:pt>
                <c:pt idx="17955">
                  <c:v>0.61955555555555553</c:v>
                </c:pt>
                <c:pt idx="17956">
                  <c:v>0.61955555555555553</c:v>
                </c:pt>
                <c:pt idx="17957">
                  <c:v>0.61955555555555553</c:v>
                </c:pt>
                <c:pt idx="17958">
                  <c:v>0.61970370370370376</c:v>
                </c:pt>
                <c:pt idx="17959">
                  <c:v>0.61985185185185188</c:v>
                </c:pt>
                <c:pt idx="17960">
                  <c:v>0.61985185185185188</c:v>
                </c:pt>
                <c:pt idx="17961">
                  <c:v>0.62</c:v>
                </c:pt>
                <c:pt idx="17962">
                  <c:v>0.62</c:v>
                </c:pt>
                <c:pt idx="17963">
                  <c:v>0.62</c:v>
                </c:pt>
                <c:pt idx="17964">
                  <c:v>0.62</c:v>
                </c:pt>
                <c:pt idx="17965">
                  <c:v>0.62</c:v>
                </c:pt>
                <c:pt idx="17966">
                  <c:v>0.62</c:v>
                </c:pt>
                <c:pt idx="17967">
                  <c:v>0.62</c:v>
                </c:pt>
                <c:pt idx="17968">
                  <c:v>0.62</c:v>
                </c:pt>
                <c:pt idx="17969">
                  <c:v>0.62</c:v>
                </c:pt>
                <c:pt idx="17970">
                  <c:v>0.62014814814814812</c:v>
                </c:pt>
                <c:pt idx="17971">
                  <c:v>0.62029629629629635</c:v>
                </c:pt>
                <c:pt idx="17972">
                  <c:v>0.62029629629629635</c:v>
                </c:pt>
                <c:pt idx="17973">
                  <c:v>0.62029629629629635</c:v>
                </c:pt>
                <c:pt idx="17974">
                  <c:v>0.62044444444444447</c:v>
                </c:pt>
                <c:pt idx="17975">
                  <c:v>0.62059259259259258</c:v>
                </c:pt>
                <c:pt idx="17976">
                  <c:v>0.6207407407407407</c:v>
                </c:pt>
                <c:pt idx="17977">
                  <c:v>0.6207407407407407</c:v>
                </c:pt>
                <c:pt idx="17978">
                  <c:v>0.6207407407407407</c:v>
                </c:pt>
                <c:pt idx="17979">
                  <c:v>0.6207407407407407</c:v>
                </c:pt>
                <c:pt idx="17980">
                  <c:v>0.6207407407407407</c:v>
                </c:pt>
                <c:pt idx="17981">
                  <c:v>0.62088888888888893</c:v>
                </c:pt>
                <c:pt idx="17982">
                  <c:v>0.62088888888888893</c:v>
                </c:pt>
                <c:pt idx="17983">
                  <c:v>0.62088888888888893</c:v>
                </c:pt>
                <c:pt idx="17984">
                  <c:v>0.62103703703703705</c:v>
                </c:pt>
                <c:pt idx="17985">
                  <c:v>0.62103703703703705</c:v>
                </c:pt>
                <c:pt idx="17986">
                  <c:v>0.62118518518518517</c:v>
                </c:pt>
                <c:pt idx="17987">
                  <c:v>0.62118518518518517</c:v>
                </c:pt>
                <c:pt idx="17988">
                  <c:v>0.62118518518518517</c:v>
                </c:pt>
                <c:pt idx="17989">
                  <c:v>0.62118518518518517</c:v>
                </c:pt>
                <c:pt idx="17990">
                  <c:v>0.62118518518518517</c:v>
                </c:pt>
                <c:pt idx="17991">
                  <c:v>0.62118518518518517</c:v>
                </c:pt>
                <c:pt idx="17992">
                  <c:v>0.62118518518518517</c:v>
                </c:pt>
                <c:pt idx="17993">
                  <c:v>0.62118518518518517</c:v>
                </c:pt>
                <c:pt idx="17994">
                  <c:v>0.62118518518518517</c:v>
                </c:pt>
                <c:pt idx="17995">
                  <c:v>0.62118518518518517</c:v>
                </c:pt>
                <c:pt idx="17996">
                  <c:v>0.62118518518518517</c:v>
                </c:pt>
                <c:pt idx="17997">
                  <c:v>0.62118518518518517</c:v>
                </c:pt>
                <c:pt idx="17998">
                  <c:v>0.62118518518518517</c:v>
                </c:pt>
                <c:pt idx="17999">
                  <c:v>0.62118518518518517</c:v>
                </c:pt>
                <c:pt idx="18000">
                  <c:v>0.62118518518518517</c:v>
                </c:pt>
                <c:pt idx="18001">
                  <c:v>0.62118518518518517</c:v>
                </c:pt>
                <c:pt idx="18002">
                  <c:v>0.62118518518518517</c:v>
                </c:pt>
                <c:pt idx="18003">
                  <c:v>0.62118518518518517</c:v>
                </c:pt>
                <c:pt idx="18004">
                  <c:v>0.62118518518518517</c:v>
                </c:pt>
                <c:pt idx="18005">
                  <c:v>0.62118518518518517</c:v>
                </c:pt>
                <c:pt idx="18006">
                  <c:v>0.62118518518518517</c:v>
                </c:pt>
                <c:pt idx="18007">
                  <c:v>0.62118518518518517</c:v>
                </c:pt>
                <c:pt idx="18008">
                  <c:v>0.62118518518518517</c:v>
                </c:pt>
                <c:pt idx="18009">
                  <c:v>0.62118518518518517</c:v>
                </c:pt>
                <c:pt idx="18010">
                  <c:v>0.62118518518518517</c:v>
                </c:pt>
                <c:pt idx="18011">
                  <c:v>0.62118518518518517</c:v>
                </c:pt>
                <c:pt idx="18012">
                  <c:v>0.62118518518518517</c:v>
                </c:pt>
                <c:pt idx="18013">
                  <c:v>0.62133333333333329</c:v>
                </c:pt>
                <c:pt idx="18014">
                  <c:v>0.62148148148148152</c:v>
                </c:pt>
                <c:pt idx="18015">
                  <c:v>0.62148148148148152</c:v>
                </c:pt>
                <c:pt idx="18016">
                  <c:v>0.62162962962962964</c:v>
                </c:pt>
                <c:pt idx="18017">
                  <c:v>0.62177777777777776</c:v>
                </c:pt>
                <c:pt idx="18018">
                  <c:v>0.62177777777777776</c:v>
                </c:pt>
                <c:pt idx="18019">
                  <c:v>0.62192592592592588</c:v>
                </c:pt>
                <c:pt idx="18020">
                  <c:v>0.62192592592592588</c:v>
                </c:pt>
                <c:pt idx="18021">
                  <c:v>0.62207407407407411</c:v>
                </c:pt>
                <c:pt idx="18022">
                  <c:v>0.62222222222222223</c:v>
                </c:pt>
                <c:pt idx="18023">
                  <c:v>0.62237037037037035</c:v>
                </c:pt>
                <c:pt idx="18024">
                  <c:v>0.62237037037037035</c:v>
                </c:pt>
                <c:pt idx="18025">
                  <c:v>0.62237037037037035</c:v>
                </c:pt>
                <c:pt idx="18026">
                  <c:v>0.62251851851851847</c:v>
                </c:pt>
                <c:pt idx="18027">
                  <c:v>0.62251851851851847</c:v>
                </c:pt>
                <c:pt idx="18028">
                  <c:v>0.62251851851851847</c:v>
                </c:pt>
                <c:pt idx="18029">
                  <c:v>0.62251851851851847</c:v>
                </c:pt>
                <c:pt idx="18030">
                  <c:v>0.62251851851851847</c:v>
                </c:pt>
                <c:pt idx="18031">
                  <c:v>0.62251851851851847</c:v>
                </c:pt>
                <c:pt idx="18032">
                  <c:v>0.62251851851851847</c:v>
                </c:pt>
                <c:pt idx="18033">
                  <c:v>0.62251851851851847</c:v>
                </c:pt>
                <c:pt idx="18034">
                  <c:v>0.6226666666666667</c:v>
                </c:pt>
                <c:pt idx="18035">
                  <c:v>0.6226666666666667</c:v>
                </c:pt>
                <c:pt idx="18036">
                  <c:v>0.6226666666666667</c:v>
                </c:pt>
                <c:pt idx="18037">
                  <c:v>0.62281481481481482</c:v>
                </c:pt>
                <c:pt idx="18038">
                  <c:v>0.62281481481481482</c:v>
                </c:pt>
                <c:pt idx="18039">
                  <c:v>0.62281481481481482</c:v>
                </c:pt>
                <c:pt idx="18040">
                  <c:v>0.62281481481481482</c:v>
                </c:pt>
                <c:pt idx="18041">
                  <c:v>0.62281481481481482</c:v>
                </c:pt>
                <c:pt idx="18042">
                  <c:v>0.62296296296296294</c:v>
                </c:pt>
                <c:pt idx="18043">
                  <c:v>0.62296296296296294</c:v>
                </c:pt>
                <c:pt idx="18044">
                  <c:v>0.62296296296296294</c:v>
                </c:pt>
                <c:pt idx="18045">
                  <c:v>0.62311111111111106</c:v>
                </c:pt>
                <c:pt idx="18046">
                  <c:v>0.62311111111111106</c:v>
                </c:pt>
                <c:pt idx="18047">
                  <c:v>0.62311111111111106</c:v>
                </c:pt>
                <c:pt idx="18048">
                  <c:v>0.62311111111111106</c:v>
                </c:pt>
                <c:pt idx="18049">
                  <c:v>0.62311111111111106</c:v>
                </c:pt>
                <c:pt idx="18050">
                  <c:v>0.62311111111111106</c:v>
                </c:pt>
                <c:pt idx="18051">
                  <c:v>0.62311111111111106</c:v>
                </c:pt>
                <c:pt idx="18052">
                  <c:v>0.62311111111111106</c:v>
                </c:pt>
                <c:pt idx="18053">
                  <c:v>0.62311111111111106</c:v>
                </c:pt>
                <c:pt idx="18054">
                  <c:v>0.62311111111111106</c:v>
                </c:pt>
                <c:pt idx="18055">
                  <c:v>0.62311111111111106</c:v>
                </c:pt>
                <c:pt idx="18056">
                  <c:v>0.62311111111111106</c:v>
                </c:pt>
                <c:pt idx="18057">
                  <c:v>0.62311111111111106</c:v>
                </c:pt>
                <c:pt idx="18058">
                  <c:v>0.62311111111111106</c:v>
                </c:pt>
                <c:pt idx="18059">
                  <c:v>0.62311111111111106</c:v>
                </c:pt>
                <c:pt idx="18060">
                  <c:v>0.62311111111111106</c:v>
                </c:pt>
                <c:pt idx="18061">
                  <c:v>0.62311111111111106</c:v>
                </c:pt>
                <c:pt idx="18062">
                  <c:v>0.62311111111111106</c:v>
                </c:pt>
                <c:pt idx="18063">
                  <c:v>0.62325925925925929</c:v>
                </c:pt>
                <c:pt idx="18064">
                  <c:v>0.62325925925925929</c:v>
                </c:pt>
                <c:pt idx="18065">
                  <c:v>0.62325925925925929</c:v>
                </c:pt>
                <c:pt idx="18066">
                  <c:v>0.62325925925925929</c:v>
                </c:pt>
                <c:pt idx="18067">
                  <c:v>0.62325925925925929</c:v>
                </c:pt>
                <c:pt idx="18068">
                  <c:v>0.62325925925925929</c:v>
                </c:pt>
                <c:pt idx="18069">
                  <c:v>0.62325925925925929</c:v>
                </c:pt>
                <c:pt idx="18070">
                  <c:v>0.62325925925925929</c:v>
                </c:pt>
                <c:pt idx="18071">
                  <c:v>0.62325925925925929</c:v>
                </c:pt>
                <c:pt idx="18072">
                  <c:v>0.62340740740740741</c:v>
                </c:pt>
                <c:pt idx="18073">
                  <c:v>0.62355555555555553</c:v>
                </c:pt>
                <c:pt idx="18074">
                  <c:v>0.62370370370370365</c:v>
                </c:pt>
                <c:pt idx="18075">
                  <c:v>0.62370370370370365</c:v>
                </c:pt>
                <c:pt idx="18076">
                  <c:v>0.62370370370370365</c:v>
                </c:pt>
                <c:pt idx="18077">
                  <c:v>0.62370370370370365</c:v>
                </c:pt>
                <c:pt idx="18078">
                  <c:v>0.62370370370370365</c:v>
                </c:pt>
                <c:pt idx="18079">
                  <c:v>0.62370370370370365</c:v>
                </c:pt>
                <c:pt idx="18080">
                  <c:v>0.62370370370370365</c:v>
                </c:pt>
                <c:pt idx="18081">
                  <c:v>0.62385185185185188</c:v>
                </c:pt>
                <c:pt idx="18082">
                  <c:v>0.62385185185185188</c:v>
                </c:pt>
                <c:pt idx="18083">
                  <c:v>0.62385185185185188</c:v>
                </c:pt>
                <c:pt idx="18084">
                  <c:v>0.62385185185185188</c:v>
                </c:pt>
                <c:pt idx="18085">
                  <c:v>0.624</c:v>
                </c:pt>
                <c:pt idx="18086">
                  <c:v>0.624</c:v>
                </c:pt>
                <c:pt idx="18087">
                  <c:v>0.624</c:v>
                </c:pt>
                <c:pt idx="18088">
                  <c:v>0.624</c:v>
                </c:pt>
                <c:pt idx="18089">
                  <c:v>0.62414814814814812</c:v>
                </c:pt>
                <c:pt idx="18090">
                  <c:v>0.62414814814814812</c:v>
                </c:pt>
                <c:pt idx="18091">
                  <c:v>0.62429629629629635</c:v>
                </c:pt>
                <c:pt idx="18092">
                  <c:v>0.62429629629629635</c:v>
                </c:pt>
                <c:pt idx="18093">
                  <c:v>0.62444444444444447</c:v>
                </c:pt>
                <c:pt idx="18094">
                  <c:v>0.62459259259259259</c:v>
                </c:pt>
                <c:pt idx="18095">
                  <c:v>0.62459259259259259</c:v>
                </c:pt>
                <c:pt idx="18096">
                  <c:v>0.62459259259259259</c:v>
                </c:pt>
                <c:pt idx="18097">
                  <c:v>0.62474074074074071</c:v>
                </c:pt>
                <c:pt idx="18098">
                  <c:v>0.62474074074074071</c:v>
                </c:pt>
                <c:pt idx="18099">
                  <c:v>0.62474074074074071</c:v>
                </c:pt>
                <c:pt idx="18100">
                  <c:v>0.62474074074074071</c:v>
                </c:pt>
                <c:pt idx="18101">
                  <c:v>0.62488888888888894</c:v>
                </c:pt>
                <c:pt idx="18102">
                  <c:v>0.62488888888888894</c:v>
                </c:pt>
                <c:pt idx="18103">
                  <c:v>0.62488888888888894</c:v>
                </c:pt>
                <c:pt idx="18104">
                  <c:v>0.62488888888888894</c:v>
                </c:pt>
                <c:pt idx="18105">
                  <c:v>0.62488888888888894</c:v>
                </c:pt>
                <c:pt idx="18106">
                  <c:v>0.62488888888888894</c:v>
                </c:pt>
                <c:pt idx="18107">
                  <c:v>0.62503703703703706</c:v>
                </c:pt>
                <c:pt idx="18108">
                  <c:v>0.62518518518518518</c:v>
                </c:pt>
                <c:pt idx="18109">
                  <c:v>0.62518518518518518</c:v>
                </c:pt>
                <c:pt idx="18110">
                  <c:v>0.62518518518518518</c:v>
                </c:pt>
                <c:pt idx="18111">
                  <c:v>0.62518518518518518</c:v>
                </c:pt>
                <c:pt idx="18112">
                  <c:v>0.6253333333333333</c:v>
                </c:pt>
                <c:pt idx="18113">
                  <c:v>0.6253333333333333</c:v>
                </c:pt>
                <c:pt idx="18114">
                  <c:v>0.6253333333333333</c:v>
                </c:pt>
                <c:pt idx="18115">
                  <c:v>0.6253333333333333</c:v>
                </c:pt>
                <c:pt idx="18116">
                  <c:v>0.62548148148148153</c:v>
                </c:pt>
                <c:pt idx="18117">
                  <c:v>0.62548148148148153</c:v>
                </c:pt>
                <c:pt idx="18118">
                  <c:v>0.62548148148148153</c:v>
                </c:pt>
                <c:pt idx="18119">
                  <c:v>0.62548148148148153</c:v>
                </c:pt>
                <c:pt idx="18120">
                  <c:v>0.62562962962962965</c:v>
                </c:pt>
                <c:pt idx="18121">
                  <c:v>0.62562962962962965</c:v>
                </c:pt>
                <c:pt idx="18122">
                  <c:v>0.62562962962962965</c:v>
                </c:pt>
                <c:pt idx="18123">
                  <c:v>0.62562962962962965</c:v>
                </c:pt>
                <c:pt idx="18124">
                  <c:v>0.62562962962962965</c:v>
                </c:pt>
                <c:pt idx="18125">
                  <c:v>0.62562962962962965</c:v>
                </c:pt>
                <c:pt idx="18126">
                  <c:v>0.62562962962962965</c:v>
                </c:pt>
                <c:pt idx="18127">
                  <c:v>0.62577777777777777</c:v>
                </c:pt>
                <c:pt idx="18128">
                  <c:v>0.62577777777777777</c:v>
                </c:pt>
                <c:pt idx="18129">
                  <c:v>0.62577777777777777</c:v>
                </c:pt>
                <c:pt idx="18130">
                  <c:v>0.62577777777777777</c:v>
                </c:pt>
                <c:pt idx="18131">
                  <c:v>0.62592592592592589</c:v>
                </c:pt>
                <c:pt idx="18132">
                  <c:v>0.62592592592592589</c:v>
                </c:pt>
                <c:pt idx="18133">
                  <c:v>0.62592592592592589</c:v>
                </c:pt>
                <c:pt idx="18134">
                  <c:v>0.62592592592592589</c:v>
                </c:pt>
                <c:pt idx="18135">
                  <c:v>0.62607407407407412</c:v>
                </c:pt>
                <c:pt idx="18136">
                  <c:v>0.62607407407407412</c:v>
                </c:pt>
                <c:pt idx="18137">
                  <c:v>0.62607407407407412</c:v>
                </c:pt>
                <c:pt idx="18138">
                  <c:v>0.62607407407407412</c:v>
                </c:pt>
                <c:pt idx="18139">
                  <c:v>0.62607407407407412</c:v>
                </c:pt>
                <c:pt idx="18140">
                  <c:v>0.62607407407407412</c:v>
                </c:pt>
                <c:pt idx="18141">
                  <c:v>0.62607407407407412</c:v>
                </c:pt>
                <c:pt idx="18142">
                  <c:v>0.62607407407407412</c:v>
                </c:pt>
                <c:pt idx="18143">
                  <c:v>0.62607407407407412</c:v>
                </c:pt>
                <c:pt idx="18144">
                  <c:v>0.62607407407407412</c:v>
                </c:pt>
                <c:pt idx="18145">
                  <c:v>0.62607407407407412</c:v>
                </c:pt>
                <c:pt idx="18146">
                  <c:v>0.62622222222222224</c:v>
                </c:pt>
                <c:pt idx="18147">
                  <c:v>0.62637037037037036</c:v>
                </c:pt>
                <c:pt idx="18148">
                  <c:v>0.62637037037037036</c:v>
                </c:pt>
                <c:pt idx="18149">
                  <c:v>0.62637037037037036</c:v>
                </c:pt>
                <c:pt idx="18150">
                  <c:v>0.62637037037037036</c:v>
                </c:pt>
                <c:pt idx="18151">
                  <c:v>0.62637037037037036</c:v>
                </c:pt>
                <c:pt idx="18152">
                  <c:v>0.62637037037037036</c:v>
                </c:pt>
                <c:pt idx="18153">
                  <c:v>0.62651851851851847</c:v>
                </c:pt>
                <c:pt idx="18154">
                  <c:v>0.62651851851851847</c:v>
                </c:pt>
                <c:pt idx="18155">
                  <c:v>0.62666666666666671</c:v>
                </c:pt>
                <c:pt idx="18156">
                  <c:v>0.62666666666666671</c:v>
                </c:pt>
                <c:pt idx="18157">
                  <c:v>0.62666666666666671</c:v>
                </c:pt>
                <c:pt idx="18158">
                  <c:v>0.62666666666666671</c:v>
                </c:pt>
                <c:pt idx="18159">
                  <c:v>0.62666666666666671</c:v>
                </c:pt>
                <c:pt idx="18160">
                  <c:v>0.62666666666666671</c:v>
                </c:pt>
                <c:pt idx="18161">
                  <c:v>0.62666666666666671</c:v>
                </c:pt>
                <c:pt idx="18162">
                  <c:v>0.62681481481481482</c:v>
                </c:pt>
                <c:pt idx="18163">
                  <c:v>0.62681481481481482</c:v>
                </c:pt>
                <c:pt idx="18164">
                  <c:v>0.62696296296296294</c:v>
                </c:pt>
                <c:pt idx="18165">
                  <c:v>0.62696296296296294</c:v>
                </c:pt>
                <c:pt idx="18166">
                  <c:v>0.62696296296296294</c:v>
                </c:pt>
                <c:pt idx="18167">
                  <c:v>0.62711111111111106</c:v>
                </c:pt>
                <c:pt idx="18168">
                  <c:v>0.62711111111111106</c:v>
                </c:pt>
                <c:pt idx="18169">
                  <c:v>0.62725925925925929</c:v>
                </c:pt>
                <c:pt idx="18170">
                  <c:v>0.62740740740740741</c:v>
                </c:pt>
                <c:pt idx="18171">
                  <c:v>0.62740740740740741</c:v>
                </c:pt>
                <c:pt idx="18172">
                  <c:v>0.62755555555555553</c:v>
                </c:pt>
                <c:pt idx="18173">
                  <c:v>0.62755555555555553</c:v>
                </c:pt>
                <c:pt idx="18174">
                  <c:v>0.62755555555555553</c:v>
                </c:pt>
                <c:pt idx="18175">
                  <c:v>0.62770370370370365</c:v>
                </c:pt>
                <c:pt idx="18176">
                  <c:v>0.62770370370370365</c:v>
                </c:pt>
                <c:pt idx="18177">
                  <c:v>0.62770370370370365</c:v>
                </c:pt>
                <c:pt idx="18178">
                  <c:v>0.62785185185185188</c:v>
                </c:pt>
                <c:pt idx="18179">
                  <c:v>0.62785185185185188</c:v>
                </c:pt>
                <c:pt idx="18180">
                  <c:v>0.628</c:v>
                </c:pt>
                <c:pt idx="18181">
                  <c:v>0.628</c:v>
                </c:pt>
                <c:pt idx="18182">
                  <c:v>0.62814814814814812</c:v>
                </c:pt>
                <c:pt idx="18183">
                  <c:v>0.62814814814814812</c:v>
                </c:pt>
                <c:pt idx="18184">
                  <c:v>0.62814814814814812</c:v>
                </c:pt>
                <c:pt idx="18185">
                  <c:v>0.62814814814814812</c:v>
                </c:pt>
                <c:pt idx="18186">
                  <c:v>0.62814814814814812</c:v>
                </c:pt>
                <c:pt idx="18187">
                  <c:v>0.62814814814814812</c:v>
                </c:pt>
                <c:pt idx="18188">
                  <c:v>0.62814814814814812</c:v>
                </c:pt>
                <c:pt idx="18189">
                  <c:v>0.62814814814814812</c:v>
                </c:pt>
                <c:pt idx="18190">
                  <c:v>0.62814814814814812</c:v>
                </c:pt>
                <c:pt idx="18191">
                  <c:v>0.62814814814814812</c:v>
                </c:pt>
                <c:pt idx="18192">
                  <c:v>0.62814814814814812</c:v>
                </c:pt>
                <c:pt idx="18193">
                  <c:v>0.62829629629629624</c:v>
                </c:pt>
                <c:pt idx="18194">
                  <c:v>0.62829629629629624</c:v>
                </c:pt>
                <c:pt idx="18195">
                  <c:v>0.62829629629629624</c:v>
                </c:pt>
                <c:pt idx="18196">
                  <c:v>0.62829629629629624</c:v>
                </c:pt>
                <c:pt idx="18197">
                  <c:v>0.62829629629629624</c:v>
                </c:pt>
                <c:pt idx="18198">
                  <c:v>0.62829629629629624</c:v>
                </c:pt>
                <c:pt idx="18199">
                  <c:v>0.62829629629629624</c:v>
                </c:pt>
                <c:pt idx="18200">
                  <c:v>0.62844444444444447</c:v>
                </c:pt>
                <c:pt idx="18201">
                  <c:v>0.62844444444444447</c:v>
                </c:pt>
                <c:pt idx="18202">
                  <c:v>0.62844444444444447</c:v>
                </c:pt>
                <c:pt idx="18203">
                  <c:v>0.62859259259259259</c:v>
                </c:pt>
                <c:pt idx="18204">
                  <c:v>0.62874074074074071</c:v>
                </c:pt>
                <c:pt idx="18205">
                  <c:v>0.62874074074074071</c:v>
                </c:pt>
                <c:pt idx="18206">
                  <c:v>0.62874074074074071</c:v>
                </c:pt>
                <c:pt idx="18207">
                  <c:v>0.62874074074074071</c:v>
                </c:pt>
                <c:pt idx="18208">
                  <c:v>0.62874074074074071</c:v>
                </c:pt>
                <c:pt idx="18209">
                  <c:v>0.62874074074074071</c:v>
                </c:pt>
                <c:pt idx="18210">
                  <c:v>0.62888888888888894</c:v>
                </c:pt>
                <c:pt idx="18211">
                  <c:v>0.62903703703703706</c:v>
                </c:pt>
                <c:pt idx="18212">
                  <c:v>0.62903703703703706</c:v>
                </c:pt>
                <c:pt idx="18213">
                  <c:v>0.62903703703703706</c:v>
                </c:pt>
                <c:pt idx="18214">
                  <c:v>0.62918518518518518</c:v>
                </c:pt>
                <c:pt idx="18215">
                  <c:v>0.62918518518518518</c:v>
                </c:pt>
                <c:pt idx="18216">
                  <c:v>0.62918518518518518</c:v>
                </c:pt>
                <c:pt idx="18217">
                  <c:v>0.62918518518518518</c:v>
                </c:pt>
                <c:pt idx="18218">
                  <c:v>0.62918518518518518</c:v>
                </c:pt>
                <c:pt idx="18219">
                  <c:v>0.62918518518518518</c:v>
                </c:pt>
                <c:pt idx="18220">
                  <c:v>0.6293333333333333</c:v>
                </c:pt>
                <c:pt idx="18221">
                  <c:v>0.6293333333333333</c:v>
                </c:pt>
                <c:pt idx="18222">
                  <c:v>0.6293333333333333</c:v>
                </c:pt>
                <c:pt idx="18223">
                  <c:v>0.6293333333333333</c:v>
                </c:pt>
                <c:pt idx="18224">
                  <c:v>0.6293333333333333</c:v>
                </c:pt>
                <c:pt idx="18225">
                  <c:v>0.6293333333333333</c:v>
                </c:pt>
                <c:pt idx="18226">
                  <c:v>0.62948148148148153</c:v>
                </c:pt>
                <c:pt idx="18227">
                  <c:v>0.62948148148148153</c:v>
                </c:pt>
                <c:pt idx="18228">
                  <c:v>0.62962962962962965</c:v>
                </c:pt>
                <c:pt idx="18229">
                  <c:v>0.62977777777777777</c:v>
                </c:pt>
                <c:pt idx="18230">
                  <c:v>0.62977777777777777</c:v>
                </c:pt>
                <c:pt idx="18231">
                  <c:v>0.62992592592592589</c:v>
                </c:pt>
                <c:pt idx="18232">
                  <c:v>0.63007407407407412</c:v>
                </c:pt>
                <c:pt idx="18233">
                  <c:v>0.63022222222222224</c:v>
                </c:pt>
                <c:pt idx="18234">
                  <c:v>0.63022222222222224</c:v>
                </c:pt>
                <c:pt idx="18235">
                  <c:v>0.63022222222222224</c:v>
                </c:pt>
                <c:pt idx="18236">
                  <c:v>0.63022222222222224</c:v>
                </c:pt>
                <c:pt idx="18237">
                  <c:v>0.63022222222222224</c:v>
                </c:pt>
                <c:pt idx="18238">
                  <c:v>0.63037037037037036</c:v>
                </c:pt>
                <c:pt idx="18239">
                  <c:v>0.63037037037037036</c:v>
                </c:pt>
                <c:pt idx="18240">
                  <c:v>0.63037037037037036</c:v>
                </c:pt>
                <c:pt idx="18241">
                  <c:v>0.63037037037037036</c:v>
                </c:pt>
                <c:pt idx="18242">
                  <c:v>0.63037037037037036</c:v>
                </c:pt>
                <c:pt idx="18243">
                  <c:v>0.63037037037037036</c:v>
                </c:pt>
                <c:pt idx="18244">
                  <c:v>0.63051851851851848</c:v>
                </c:pt>
                <c:pt idx="18245">
                  <c:v>0.63051851851851848</c:v>
                </c:pt>
                <c:pt idx="18246">
                  <c:v>0.63051851851851848</c:v>
                </c:pt>
                <c:pt idx="18247">
                  <c:v>0.63066666666666671</c:v>
                </c:pt>
                <c:pt idx="18248">
                  <c:v>0.63066666666666671</c:v>
                </c:pt>
                <c:pt idx="18249">
                  <c:v>0.63066666666666671</c:v>
                </c:pt>
                <c:pt idx="18250">
                  <c:v>0.63081481481481483</c:v>
                </c:pt>
                <c:pt idx="18251">
                  <c:v>0.63081481481481483</c:v>
                </c:pt>
                <c:pt idx="18252">
                  <c:v>0.63081481481481483</c:v>
                </c:pt>
                <c:pt idx="18253">
                  <c:v>0.63081481481481483</c:v>
                </c:pt>
                <c:pt idx="18254">
                  <c:v>0.63096296296296295</c:v>
                </c:pt>
                <c:pt idx="18255">
                  <c:v>0.63096296296296295</c:v>
                </c:pt>
                <c:pt idx="18256">
                  <c:v>0.63111111111111107</c:v>
                </c:pt>
                <c:pt idx="18257">
                  <c:v>0.6312592592592593</c:v>
                </c:pt>
                <c:pt idx="18258">
                  <c:v>0.6312592592592593</c:v>
                </c:pt>
                <c:pt idx="18259">
                  <c:v>0.63140740740740742</c:v>
                </c:pt>
                <c:pt idx="18260">
                  <c:v>0.63155555555555554</c:v>
                </c:pt>
                <c:pt idx="18261">
                  <c:v>0.63155555555555554</c:v>
                </c:pt>
                <c:pt idx="18262">
                  <c:v>0.63155555555555554</c:v>
                </c:pt>
                <c:pt idx="18263">
                  <c:v>0.63155555555555554</c:v>
                </c:pt>
                <c:pt idx="18264">
                  <c:v>0.63155555555555554</c:v>
                </c:pt>
                <c:pt idx="18265">
                  <c:v>0.63170370370370366</c:v>
                </c:pt>
                <c:pt idx="18266">
                  <c:v>0.63170370370370366</c:v>
                </c:pt>
                <c:pt idx="18267">
                  <c:v>0.63170370370370366</c:v>
                </c:pt>
                <c:pt idx="18268">
                  <c:v>0.63170370370370366</c:v>
                </c:pt>
                <c:pt idx="18269">
                  <c:v>0.63170370370370366</c:v>
                </c:pt>
                <c:pt idx="18270">
                  <c:v>0.63185185185185189</c:v>
                </c:pt>
                <c:pt idx="18271">
                  <c:v>0.63200000000000001</c:v>
                </c:pt>
                <c:pt idx="18272">
                  <c:v>0.63200000000000001</c:v>
                </c:pt>
                <c:pt idx="18273">
                  <c:v>0.63200000000000001</c:v>
                </c:pt>
                <c:pt idx="18274">
                  <c:v>0.63200000000000001</c:v>
                </c:pt>
                <c:pt idx="18275">
                  <c:v>0.63200000000000001</c:v>
                </c:pt>
                <c:pt idx="18276">
                  <c:v>0.63214814814814813</c:v>
                </c:pt>
                <c:pt idx="18277">
                  <c:v>0.63214814814814813</c:v>
                </c:pt>
                <c:pt idx="18278">
                  <c:v>0.63214814814814813</c:v>
                </c:pt>
                <c:pt idx="18279">
                  <c:v>0.63214814814814813</c:v>
                </c:pt>
                <c:pt idx="18280">
                  <c:v>0.63214814814814813</c:v>
                </c:pt>
                <c:pt idx="18281">
                  <c:v>0.63214814814814813</c:v>
                </c:pt>
                <c:pt idx="18282">
                  <c:v>0.63229629629629625</c:v>
                </c:pt>
                <c:pt idx="18283">
                  <c:v>0.63229629629629625</c:v>
                </c:pt>
                <c:pt idx="18284">
                  <c:v>0.63244444444444448</c:v>
                </c:pt>
                <c:pt idx="18285">
                  <c:v>0.63244444444444448</c:v>
                </c:pt>
                <c:pt idx="18286">
                  <c:v>0.63244444444444448</c:v>
                </c:pt>
                <c:pt idx="18287">
                  <c:v>0.63244444444444448</c:v>
                </c:pt>
                <c:pt idx="18288">
                  <c:v>0.6325925925925926</c:v>
                </c:pt>
                <c:pt idx="18289">
                  <c:v>0.6325925925925926</c:v>
                </c:pt>
                <c:pt idx="18290">
                  <c:v>0.6325925925925926</c:v>
                </c:pt>
                <c:pt idx="18291">
                  <c:v>0.6325925925925926</c:v>
                </c:pt>
                <c:pt idx="18292">
                  <c:v>0.6325925925925926</c:v>
                </c:pt>
                <c:pt idx="18293">
                  <c:v>0.6325925925925926</c:v>
                </c:pt>
                <c:pt idx="18294">
                  <c:v>0.6325925925925926</c:v>
                </c:pt>
                <c:pt idx="18295">
                  <c:v>0.6325925925925926</c:v>
                </c:pt>
                <c:pt idx="18296">
                  <c:v>0.6325925925925926</c:v>
                </c:pt>
                <c:pt idx="18297">
                  <c:v>0.6325925925925926</c:v>
                </c:pt>
                <c:pt idx="18298">
                  <c:v>0.6325925925925926</c:v>
                </c:pt>
                <c:pt idx="18299">
                  <c:v>0.6325925925925926</c:v>
                </c:pt>
                <c:pt idx="18300">
                  <c:v>0.63274074074074071</c:v>
                </c:pt>
                <c:pt idx="18301">
                  <c:v>0.63274074074074071</c:v>
                </c:pt>
                <c:pt idx="18302">
                  <c:v>0.63288888888888883</c:v>
                </c:pt>
                <c:pt idx="18303">
                  <c:v>0.63288888888888883</c:v>
                </c:pt>
                <c:pt idx="18304">
                  <c:v>0.63288888888888883</c:v>
                </c:pt>
                <c:pt idx="18305">
                  <c:v>0.63303703703703706</c:v>
                </c:pt>
                <c:pt idx="18306">
                  <c:v>0.63303703703703706</c:v>
                </c:pt>
                <c:pt idx="18307">
                  <c:v>0.63318518518518518</c:v>
                </c:pt>
                <c:pt idx="18308">
                  <c:v>0.63318518518518518</c:v>
                </c:pt>
                <c:pt idx="18309">
                  <c:v>0.63318518518518518</c:v>
                </c:pt>
                <c:pt idx="18310">
                  <c:v>0.63318518518518518</c:v>
                </c:pt>
                <c:pt idx="18311">
                  <c:v>0.63318518518518518</c:v>
                </c:pt>
                <c:pt idx="18312">
                  <c:v>0.63318518518518518</c:v>
                </c:pt>
                <c:pt idx="18313">
                  <c:v>0.6333333333333333</c:v>
                </c:pt>
                <c:pt idx="18314">
                  <c:v>0.63348148148148153</c:v>
                </c:pt>
                <c:pt idx="18315">
                  <c:v>0.63348148148148153</c:v>
                </c:pt>
                <c:pt idx="18316">
                  <c:v>0.63348148148148153</c:v>
                </c:pt>
                <c:pt idx="18317">
                  <c:v>0.63348148148148153</c:v>
                </c:pt>
                <c:pt idx="18318">
                  <c:v>0.63348148148148153</c:v>
                </c:pt>
                <c:pt idx="18319">
                  <c:v>0.63348148148148153</c:v>
                </c:pt>
                <c:pt idx="18320">
                  <c:v>0.63348148148148153</c:v>
                </c:pt>
                <c:pt idx="18321">
                  <c:v>0.63348148148148153</c:v>
                </c:pt>
                <c:pt idx="18322">
                  <c:v>0.63362962962962965</c:v>
                </c:pt>
                <c:pt idx="18323">
                  <c:v>0.63362962962962965</c:v>
                </c:pt>
                <c:pt idx="18324">
                  <c:v>0.63362962962962965</c:v>
                </c:pt>
                <c:pt idx="18325">
                  <c:v>0.63362962962962965</c:v>
                </c:pt>
                <c:pt idx="18326">
                  <c:v>0.63362962962962965</c:v>
                </c:pt>
                <c:pt idx="18327">
                  <c:v>0.63362962962962965</c:v>
                </c:pt>
                <c:pt idx="18328">
                  <c:v>0.63362962962962965</c:v>
                </c:pt>
                <c:pt idx="18329">
                  <c:v>0.63377777777777777</c:v>
                </c:pt>
                <c:pt idx="18330">
                  <c:v>0.63377777777777777</c:v>
                </c:pt>
                <c:pt idx="18331">
                  <c:v>0.63392592592592589</c:v>
                </c:pt>
                <c:pt idx="18332">
                  <c:v>0.63407407407407412</c:v>
                </c:pt>
                <c:pt idx="18333">
                  <c:v>0.63407407407407412</c:v>
                </c:pt>
                <c:pt idx="18334">
                  <c:v>0.63407407407407412</c:v>
                </c:pt>
                <c:pt idx="18335">
                  <c:v>0.63407407407407412</c:v>
                </c:pt>
                <c:pt idx="18336">
                  <c:v>0.63422222222222224</c:v>
                </c:pt>
                <c:pt idx="18337">
                  <c:v>0.63422222222222224</c:v>
                </c:pt>
                <c:pt idx="18338">
                  <c:v>0.63422222222222224</c:v>
                </c:pt>
                <c:pt idx="18339">
                  <c:v>0.63422222222222224</c:v>
                </c:pt>
                <c:pt idx="18340">
                  <c:v>0.63437037037037036</c:v>
                </c:pt>
                <c:pt idx="18341">
                  <c:v>0.63437037037037036</c:v>
                </c:pt>
                <c:pt idx="18342">
                  <c:v>0.63437037037037036</c:v>
                </c:pt>
                <c:pt idx="18343">
                  <c:v>0.63437037037037036</c:v>
                </c:pt>
                <c:pt idx="18344">
                  <c:v>0.63437037037037036</c:v>
                </c:pt>
                <c:pt idx="18345">
                  <c:v>0.63437037037037036</c:v>
                </c:pt>
                <c:pt idx="18346">
                  <c:v>0.63451851851851848</c:v>
                </c:pt>
                <c:pt idx="18347">
                  <c:v>0.63451851851851848</c:v>
                </c:pt>
                <c:pt idx="18348">
                  <c:v>0.63451851851851848</c:v>
                </c:pt>
                <c:pt idx="18349">
                  <c:v>0.63466666666666671</c:v>
                </c:pt>
                <c:pt idx="18350">
                  <c:v>0.63466666666666671</c:v>
                </c:pt>
                <c:pt idx="18351">
                  <c:v>0.63481481481481483</c:v>
                </c:pt>
                <c:pt idx="18352">
                  <c:v>0.63481481481481483</c:v>
                </c:pt>
                <c:pt idx="18353">
                  <c:v>0.63481481481481483</c:v>
                </c:pt>
                <c:pt idx="18354">
                  <c:v>0.63481481481481483</c:v>
                </c:pt>
                <c:pt idx="18355">
                  <c:v>0.63481481481481483</c:v>
                </c:pt>
                <c:pt idx="18356">
                  <c:v>0.63481481481481483</c:v>
                </c:pt>
                <c:pt idx="18357">
                  <c:v>0.63481481481481483</c:v>
                </c:pt>
                <c:pt idx="18358">
                  <c:v>0.63496296296296295</c:v>
                </c:pt>
                <c:pt idx="18359">
                  <c:v>0.63496296296296295</c:v>
                </c:pt>
                <c:pt idx="18360">
                  <c:v>0.63511111111111107</c:v>
                </c:pt>
                <c:pt idx="18361">
                  <c:v>0.63511111111111107</c:v>
                </c:pt>
                <c:pt idx="18362">
                  <c:v>0.63511111111111107</c:v>
                </c:pt>
                <c:pt idx="18363">
                  <c:v>0.63511111111111107</c:v>
                </c:pt>
                <c:pt idx="18364">
                  <c:v>0.63511111111111107</c:v>
                </c:pt>
                <c:pt idx="18365">
                  <c:v>0.63511111111111107</c:v>
                </c:pt>
                <c:pt idx="18366">
                  <c:v>0.63511111111111107</c:v>
                </c:pt>
                <c:pt idx="18367">
                  <c:v>0.6352592592592593</c:v>
                </c:pt>
                <c:pt idx="18368">
                  <c:v>0.6352592592592593</c:v>
                </c:pt>
                <c:pt idx="18369">
                  <c:v>0.6352592592592593</c:v>
                </c:pt>
                <c:pt idx="18370">
                  <c:v>0.6352592592592593</c:v>
                </c:pt>
                <c:pt idx="18371">
                  <c:v>0.6352592592592593</c:v>
                </c:pt>
                <c:pt idx="18372">
                  <c:v>0.6352592592592593</c:v>
                </c:pt>
                <c:pt idx="18373">
                  <c:v>0.6352592592592593</c:v>
                </c:pt>
                <c:pt idx="18374">
                  <c:v>0.6352592592592593</c:v>
                </c:pt>
                <c:pt idx="18375">
                  <c:v>0.6352592592592593</c:v>
                </c:pt>
                <c:pt idx="18376">
                  <c:v>0.63540740740740742</c:v>
                </c:pt>
                <c:pt idx="18377">
                  <c:v>0.63540740740740742</c:v>
                </c:pt>
                <c:pt idx="18378">
                  <c:v>0.63540740740740742</c:v>
                </c:pt>
                <c:pt idx="18379">
                  <c:v>0.63540740740740742</c:v>
                </c:pt>
                <c:pt idx="18380">
                  <c:v>0.63540740740740742</c:v>
                </c:pt>
                <c:pt idx="18381">
                  <c:v>0.63540740740740742</c:v>
                </c:pt>
                <c:pt idx="18382">
                  <c:v>0.63540740740740742</c:v>
                </c:pt>
                <c:pt idx="18383">
                  <c:v>0.63540740740740742</c:v>
                </c:pt>
                <c:pt idx="18384">
                  <c:v>0.63540740740740742</c:v>
                </c:pt>
                <c:pt idx="18385">
                  <c:v>0.63555555555555554</c:v>
                </c:pt>
                <c:pt idx="18386">
                  <c:v>0.63555555555555554</c:v>
                </c:pt>
                <c:pt idx="18387">
                  <c:v>0.63555555555555554</c:v>
                </c:pt>
                <c:pt idx="18388">
                  <c:v>0.63555555555555554</c:v>
                </c:pt>
                <c:pt idx="18389">
                  <c:v>0.63555555555555554</c:v>
                </c:pt>
                <c:pt idx="18390">
                  <c:v>0.63570370370370366</c:v>
                </c:pt>
                <c:pt idx="18391">
                  <c:v>0.63570370370370366</c:v>
                </c:pt>
                <c:pt idx="18392">
                  <c:v>0.63585185185185189</c:v>
                </c:pt>
                <c:pt idx="18393">
                  <c:v>0.63600000000000001</c:v>
                </c:pt>
                <c:pt idx="18394">
                  <c:v>0.63600000000000001</c:v>
                </c:pt>
                <c:pt idx="18395">
                  <c:v>0.63600000000000001</c:v>
                </c:pt>
                <c:pt idx="18396">
                  <c:v>0.63600000000000001</c:v>
                </c:pt>
                <c:pt idx="18397">
                  <c:v>0.63614814814814813</c:v>
                </c:pt>
                <c:pt idx="18398">
                  <c:v>0.63629629629629625</c:v>
                </c:pt>
                <c:pt idx="18399">
                  <c:v>0.63629629629629625</c:v>
                </c:pt>
                <c:pt idx="18400">
                  <c:v>0.63629629629629625</c:v>
                </c:pt>
                <c:pt idx="18401">
                  <c:v>0.63644444444444448</c:v>
                </c:pt>
                <c:pt idx="18402">
                  <c:v>0.6365925925925926</c:v>
                </c:pt>
                <c:pt idx="18403">
                  <c:v>0.6365925925925926</c:v>
                </c:pt>
                <c:pt idx="18404">
                  <c:v>0.6365925925925926</c:v>
                </c:pt>
                <c:pt idx="18405">
                  <c:v>0.6365925925925926</c:v>
                </c:pt>
                <c:pt idx="18406">
                  <c:v>0.6365925925925926</c:v>
                </c:pt>
                <c:pt idx="18407">
                  <c:v>0.6365925925925926</c:v>
                </c:pt>
                <c:pt idx="18408">
                  <c:v>0.63674074074074072</c:v>
                </c:pt>
                <c:pt idx="18409">
                  <c:v>0.63688888888888884</c:v>
                </c:pt>
                <c:pt idx="18410">
                  <c:v>0.63688888888888884</c:v>
                </c:pt>
                <c:pt idx="18411">
                  <c:v>0.63688888888888884</c:v>
                </c:pt>
                <c:pt idx="18412">
                  <c:v>0.63703703703703707</c:v>
                </c:pt>
                <c:pt idx="18413">
                  <c:v>0.63703703703703707</c:v>
                </c:pt>
                <c:pt idx="18414">
                  <c:v>0.63703703703703707</c:v>
                </c:pt>
                <c:pt idx="18415">
                  <c:v>0.63703703703703707</c:v>
                </c:pt>
                <c:pt idx="18416">
                  <c:v>0.63718518518518519</c:v>
                </c:pt>
                <c:pt idx="18417">
                  <c:v>0.63718518518518519</c:v>
                </c:pt>
                <c:pt idx="18418">
                  <c:v>0.63718518518518519</c:v>
                </c:pt>
                <c:pt idx="18419">
                  <c:v>0.63718518518518519</c:v>
                </c:pt>
                <c:pt idx="18420">
                  <c:v>0.63733333333333331</c:v>
                </c:pt>
                <c:pt idx="18421">
                  <c:v>0.63748148148148143</c:v>
                </c:pt>
                <c:pt idx="18422">
                  <c:v>0.63748148148148143</c:v>
                </c:pt>
                <c:pt idx="18423">
                  <c:v>0.63748148148148143</c:v>
                </c:pt>
                <c:pt idx="18424">
                  <c:v>0.63748148148148143</c:v>
                </c:pt>
                <c:pt idx="18425">
                  <c:v>0.63748148148148143</c:v>
                </c:pt>
                <c:pt idx="18426">
                  <c:v>0.63748148148148143</c:v>
                </c:pt>
                <c:pt idx="18427">
                  <c:v>0.63748148148148143</c:v>
                </c:pt>
                <c:pt idx="18428">
                  <c:v>0.63748148148148143</c:v>
                </c:pt>
                <c:pt idx="18429">
                  <c:v>0.63748148148148143</c:v>
                </c:pt>
                <c:pt idx="18430">
                  <c:v>0.63762962962962966</c:v>
                </c:pt>
                <c:pt idx="18431">
                  <c:v>0.63762962962962966</c:v>
                </c:pt>
                <c:pt idx="18432">
                  <c:v>0.63762962962962966</c:v>
                </c:pt>
                <c:pt idx="18433">
                  <c:v>0.63762962962962966</c:v>
                </c:pt>
                <c:pt idx="18434">
                  <c:v>0.63762962962962966</c:v>
                </c:pt>
                <c:pt idx="18435">
                  <c:v>0.63762962962962966</c:v>
                </c:pt>
                <c:pt idx="18436">
                  <c:v>0.63762962962962966</c:v>
                </c:pt>
                <c:pt idx="18437">
                  <c:v>0.63762962962962966</c:v>
                </c:pt>
                <c:pt idx="18438">
                  <c:v>0.63762962962962966</c:v>
                </c:pt>
                <c:pt idx="18439">
                  <c:v>0.63762962962962966</c:v>
                </c:pt>
                <c:pt idx="18440">
                  <c:v>0.63762962962962966</c:v>
                </c:pt>
                <c:pt idx="18441">
                  <c:v>0.63762962962962966</c:v>
                </c:pt>
                <c:pt idx="18442">
                  <c:v>0.63762962962962966</c:v>
                </c:pt>
                <c:pt idx="18443">
                  <c:v>0.63762962962962966</c:v>
                </c:pt>
                <c:pt idx="18444">
                  <c:v>0.63777777777777778</c:v>
                </c:pt>
                <c:pt idx="18445">
                  <c:v>0.63777777777777778</c:v>
                </c:pt>
                <c:pt idx="18446">
                  <c:v>0.6379259259259259</c:v>
                </c:pt>
                <c:pt idx="18447">
                  <c:v>0.6379259259259259</c:v>
                </c:pt>
                <c:pt idx="18448">
                  <c:v>0.6379259259259259</c:v>
                </c:pt>
                <c:pt idx="18449">
                  <c:v>0.63807407407407413</c:v>
                </c:pt>
                <c:pt idx="18450">
                  <c:v>0.63822222222222225</c:v>
                </c:pt>
                <c:pt idx="18451">
                  <c:v>0.63822222222222225</c:v>
                </c:pt>
                <c:pt idx="18452">
                  <c:v>0.63822222222222225</c:v>
                </c:pt>
                <c:pt idx="18453">
                  <c:v>0.63822222222222225</c:v>
                </c:pt>
                <c:pt idx="18454">
                  <c:v>0.63822222222222225</c:v>
                </c:pt>
                <c:pt idx="18455">
                  <c:v>0.63822222222222225</c:v>
                </c:pt>
                <c:pt idx="18456">
                  <c:v>0.63837037037037037</c:v>
                </c:pt>
                <c:pt idx="18457">
                  <c:v>0.63837037037037037</c:v>
                </c:pt>
                <c:pt idx="18458">
                  <c:v>0.63837037037037037</c:v>
                </c:pt>
                <c:pt idx="18459">
                  <c:v>0.63851851851851849</c:v>
                </c:pt>
                <c:pt idx="18460">
                  <c:v>0.63866666666666672</c:v>
                </c:pt>
                <c:pt idx="18461">
                  <c:v>0.63881481481481484</c:v>
                </c:pt>
                <c:pt idx="18462">
                  <c:v>0.63881481481481484</c:v>
                </c:pt>
                <c:pt idx="18463">
                  <c:v>0.63881481481481484</c:v>
                </c:pt>
                <c:pt idx="18464">
                  <c:v>0.63881481481481484</c:v>
                </c:pt>
                <c:pt idx="18465">
                  <c:v>0.63896296296296295</c:v>
                </c:pt>
                <c:pt idx="18466">
                  <c:v>0.63911111111111107</c:v>
                </c:pt>
                <c:pt idx="18467">
                  <c:v>0.63911111111111107</c:v>
                </c:pt>
                <c:pt idx="18468">
                  <c:v>0.6392592592592593</c:v>
                </c:pt>
                <c:pt idx="18469">
                  <c:v>0.63940740740740742</c:v>
                </c:pt>
                <c:pt idx="18470">
                  <c:v>0.63940740740740742</c:v>
                </c:pt>
                <c:pt idx="18471">
                  <c:v>0.63940740740740742</c:v>
                </c:pt>
                <c:pt idx="18472">
                  <c:v>0.63955555555555554</c:v>
                </c:pt>
                <c:pt idx="18473">
                  <c:v>0.63955555555555554</c:v>
                </c:pt>
                <c:pt idx="18474">
                  <c:v>0.63970370370370366</c:v>
                </c:pt>
                <c:pt idx="18475">
                  <c:v>0.63970370370370366</c:v>
                </c:pt>
                <c:pt idx="18476">
                  <c:v>0.63970370370370366</c:v>
                </c:pt>
                <c:pt idx="18477">
                  <c:v>0.63970370370370366</c:v>
                </c:pt>
                <c:pt idx="18478">
                  <c:v>0.63970370370370366</c:v>
                </c:pt>
                <c:pt idx="18479">
                  <c:v>0.63970370370370366</c:v>
                </c:pt>
                <c:pt idx="18480">
                  <c:v>0.63970370370370366</c:v>
                </c:pt>
                <c:pt idx="18481">
                  <c:v>0.63970370370370366</c:v>
                </c:pt>
                <c:pt idx="18482">
                  <c:v>0.63970370370370366</c:v>
                </c:pt>
                <c:pt idx="18483">
                  <c:v>0.63970370370370366</c:v>
                </c:pt>
                <c:pt idx="18484">
                  <c:v>0.63970370370370366</c:v>
                </c:pt>
                <c:pt idx="18485">
                  <c:v>0.63985185185185189</c:v>
                </c:pt>
                <c:pt idx="18486">
                  <c:v>0.63985185185185189</c:v>
                </c:pt>
                <c:pt idx="18487">
                  <c:v>0.63985185185185189</c:v>
                </c:pt>
                <c:pt idx="18488">
                  <c:v>0.63985185185185189</c:v>
                </c:pt>
                <c:pt idx="18489">
                  <c:v>0.63985185185185189</c:v>
                </c:pt>
                <c:pt idx="18490">
                  <c:v>0.63985185185185189</c:v>
                </c:pt>
                <c:pt idx="18491">
                  <c:v>0.63985185185185189</c:v>
                </c:pt>
                <c:pt idx="18492">
                  <c:v>0.63985185185185189</c:v>
                </c:pt>
                <c:pt idx="18493">
                  <c:v>0.63985185185185189</c:v>
                </c:pt>
                <c:pt idx="18494">
                  <c:v>0.63985185185185189</c:v>
                </c:pt>
                <c:pt idx="18495">
                  <c:v>0.64</c:v>
                </c:pt>
                <c:pt idx="18496">
                  <c:v>0.64</c:v>
                </c:pt>
                <c:pt idx="18497">
                  <c:v>0.64</c:v>
                </c:pt>
                <c:pt idx="18498">
                  <c:v>0.64014814814814813</c:v>
                </c:pt>
                <c:pt idx="18499">
                  <c:v>0.64014814814814813</c:v>
                </c:pt>
                <c:pt idx="18500">
                  <c:v>0.64014814814814813</c:v>
                </c:pt>
                <c:pt idx="18501">
                  <c:v>0.64014814814814813</c:v>
                </c:pt>
                <c:pt idx="18502">
                  <c:v>0.64014814814814813</c:v>
                </c:pt>
                <c:pt idx="18503">
                  <c:v>0.64014814814814813</c:v>
                </c:pt>
                <c:pt idx="18504">
                  <c:v>0.64029629629629625</c:v>
                </c:pt>
                <c:pt idx="18505">
                  <c:v>0.64029629629629625</c:v>
                </c:pt>
                <c:pt idx="18506">
                  <c:v>0.64029629629629625</c:v>
                </c:pt>
                <c:pt idx="18507">
                  <c:v>0.64029629629629625</c:v>
                </c:pt>
                <c:pt idx="18508">
                  <c:v>0.64029629629629625</c:v>
                </c:pt>
                <c:pt idx="18509">
                  <c:v>0.64029629629629625</c:v>
                </c:pt>
                <c:pt idx="18510">
                  <c:v>0.64029629629629625</c:v>
                </c:pt>
                <c:pt idx="18511">
                  <c:v>0.64029629629629625</c:v>
                </c:pt>
                <c:pt idx="18512">
                  <c:v>0.64029629629629625</c:v>
                </c:pt>
                <c:pt idx="18513">
                  <c:v>0.64029629629629625</c:v>
                </c:pt>
                <c:pt idx="18514">
                  <c:v>0.64029629629629625</c:v>
                </c:pt>
                <c:pt idx="18515">
                  <c:v>0.64044444444444448</c:v>
                </c:pt>
                <c:pt idx="18516">
                  <c:v>0.64044444444444448</c:v>
                </c:pt>
                <c:pt idx="18517">
                  <c:v>0.64044444444444448</c:v>
                </c:pt>
                <c:pt idx="18518">
                  <c:v>0.64044444444444448</c:v>
                </c:pt>
                <c:pt idx="18519">
                  <c:v>0.64044444444444448</c:v>
                </c:pt>
                <c:pt idx="18520">
                  <c:v>0.6405925925925926</c:v>
                </c:pt>
                <c:pt idx="18521">
                  <c:v>0.6405925925925926</c:v>
                </c:pt>
                <c:pt idx="18522">
                  <c:v>0.6405925925925926</c:v>
                </c:pt>
                <c:pt idx="18523">
                  <c:v>0.6405925925925926</c:v>
                </c:pt>
                <c:pt idx="18524">
                  <c:v>0.6405925925925926</c:v>
                </c:pt>
                <c:pt idx="18525">
                  <c:v>0.6405925925925926</c:v>
                </c:pt>
                <c:pt idx="18526">
                  <c:v>0.64074074074074072</c:v>
                </c:pt>
                <c:pt idx="18527">
                  <c:v>0.64074074074074072</c:v>
                </c:pt>
                <c:pt idx="18528">
                  <c:v>0.64074074074074072</c:v>
                </c:pt>
                <c:pt idx="18529">
                  <c:v>0.64074074074074072</c:v>
                </c:pt>
                <c:pt idx="18530">
                  <c:v>0.64088888888888884</c:v>
                </c:pt>
                <c:pt idx="18531">
                  <c:v>0.64088888888888884</c:v>
                </c:pt>
                <c:pt idx="18532">
                  <c:v>0.64088888888888884</c:v>
                </c:pt>
                <c:pt idx="18533">
                  <c:v>0.64103703703703707</c:v>
                </c:pt>
                <c:pt idx="18534">
                  <c:v>0.64103703703703707</c:v>
                </c:pt>
                <c:pt idx="18535">
                  <c:v>0.64103703703703707</c:v>
                </c:pt>
                <c:pt idx="18536">
                  <c:v>0.64103703703703707</c:v>
                </c:pt>
                <c:pt idx="18537">
                  <c:v>0.64103703703703707</c:v>
                </c:pt>
                <c:pt idx="18538">
                  <c:v>0.64103703703703707</c:v>
                </c:pt>
                <c:pt idx="18539">
                  <c:v>0.64103703703703707</c:v>
                </c:pt>
                <c:pt idx="18540">
                  <c:v>0.64118518518518519</c:v>
                </c:pt>
                <c:pt idx="18541">
                  <c:v>0.64118518518518519</c:v>
                </c:pt>
                <c:pt idx="18542">
                  <c:v>0.64118518518518519</c:v>
                </c:pt>
                <c:pt idx="18543">
                  <c:v>0.64118518518518519</c:v>
                </c:pt>
                <c:pt idx="18544">
                  <c:v>0.64118518518518519</c:v>
                </c:pt>
                <c:pt idx="18545">
                  <c:v>0.64133333333333331</c:v>
                </c:pt>
                <c:pt idx="18546">
                  <c:v>0.64133333333333331</c:v>
                </c:pt>
                <c:pt idx="18547">
                  <c:v>0.64133333333333331</c:v>
                </c:pt>
                <c:pt idx="18548">
                  <c:v>0.64148148148148143</c:v>
                </c:pt>
                <c:pt idx="18549">
                  <c:v>0.64162962962962966</c:v>
                </c:pt>
                <c:pt idx="18550">
                  <c:v>0.64162962962962966</c:v>
                </c:pt>
                <c:pt idx="18551">
                  <c:v>0.64162962962962966</c:v>
                </c:pt>
                <c:pt idx="18552">
                  <c:v>0.64162962962962966</c:v>
                </c:pt>
                <c:pt idx="18553">
                  <c:v>0.64177777777777778</c:v>
                </c:pt>
                <c:pt idx="18554">
                  <c:v>0.64177777777777778</c:v>
                </c:pt>
                <c:pt idx="18555">
                  <c:v>0.64177777777777778</c:v>
                </c:pt>
                <c:pt idx="18556">
                  <c:v>0.64177777777777778</c:v>
                </c:pt>
                <c:pt idx="18557">
                  <c:v>0.6419259259259259</c:v>
                </c:pt>
                <c:pt idx="18558">
                  <c:v>0.64207407407407402</c:v>
                </c:pt>
                <c:pt idx="18559">
                  <c:v>0.64207407407407402</c:v>
                </c:pt>
                <c:pt idx="18560">
                  <c:v>0.64207407407407402</c:v>
                </c:pt>
                <c:pt idx="18561">
                  <c:v>0.64222222222222225</c:v>
                </c:pt>
                <c:pt idx="18562">
                  <c:v>0.64237037037037037</c:v>
                </c:pt>
                <c:pt idx="18563">
                  <c:v>0.64237037037037037</c:v>
                </c:pt>
                <c:pt idx="18564">
                  <c:v>0.64251851851851849</c:v>
                </c:pt>
                <c:pt idx="18565">
                  <c:v>0.64266666666666672</c:v>
                </c:pt>
                <c:pt idx="18566">
                  <c:v>0.64266666666666672</c:v>
                </c:pt>
                <c:pt idx="18567">
                  <c:v>0.64266666666666672</c:v>
                </c:pt>
                <c:pt idx="18568">
                  <c:v>0.64266666666666672</c:v>
                </c:pt>
                <c:pt idx="18569">
                  <c:v>0.64266666666666672</c:v>
                </c:pt>
                <c:pt idx="18570">
                  <c:v>0.64266666666666672</c:v>
                </c:pt>
                <c:pt idx="18571">
                  <c:v>0.64266666666666672</c:v>
                </c:pt>
                <c:pt idx="18572">
                  <c:v>0.64266666666666672</c:v>
                </c:pt>
                <c:pt idx="18573">
                  <c:v>0.64266666666666672</c:v>
                </c:pt>
                <c:pt idx="18574">
                  <c:v>0.64281481481481484</c:v>
                </c:pt>
                <c:pt idx="18575">
                  <c:v>0.64296296296296296</c:v>
                </c:pt>
                <c:pt idx="18576">
                  <c:v>0.64296296296296296</c:v>
                </c:pt>
                <c:pt idx="18577">
                  <c:v>0.64296296296296296</c:v>
                </c:pt>
                <c:pt idx="18578">
                  <c:v>0.64296296296296296</c:v>
                </c:pt>
                <c:pt idx="18579">
                  <c:v>0.64296296296296296</c:v>
                </c:pt>
                <c:pt idx="18580">
                  <c:v>0.64311111111111108</c:v>
                </c:pt>
                <c:pt idx="18581">
                  <c:v>0.64311111111111108</c:v>
                </c:pt>
                <c:pt idx="18582">
                  <c:v>0.64325925925925931</c:v>
                </c:pt>
                <c:pt idx="18583">
                  <c:v>0.64325925925925931</c:v>
                </c:pt>
                <c:pt idx="18584">
                  <c:v>0.64325925925925931</c:v>
                </c:pt>
                <c:pt idx="18585">
                  <c:v>0.64325925925925931</c:v>
                </c:pt>
                <c:pt idx="18586">
                  <c:v>0.64325925925925931</c:v>
                </c:pt>
                <c:pt idx="18587">
                  <c:v>0.64325925925925931</c:v>
                </c:pt>
                <c:pt idx="18588">
                  <c:v>0.64325925925925931</c:v>
                </c:pt>
                <c:pt idx="18589">
                  <c:v>0.64325925925925931</c:v>
                </c:pt>
                <c:pt idx="18590">
                  <c:v>0.64340740740740743</c:v>
                </c:pt>
                <c:pt idx="18591">
                  <c:v>0.64355555555555555</c:v>
                </c:pt>
                <c:pt idx="18592">
                  <c:v>0.64355555555555555</c:v>
                </c:pt>
                <c:pt idx="18593">
                  <c:v>0.64355555555555555</c:v>
                </c:pt>
                <c:pt idx="18594">
                  <c:v>0.64370370370370367</c:v>
                </c:pt>
                <c:pt idx="18595">
                  <c:v>0.64370370370370367</c:v>
                </c:pt>
                <c:pt idx="18596">
                  <c:v>0.64370370370370367</c:v>
                </c:pt>
                <c:pt idx="18597">
                  <c:v>0.6438518518518519</c:v>
                </c:pt>
                <c:pt idx="18598">
                  <c:v>0.64400000000000002</c:v>
                </c:pt>
                <c:pt idx="18599">
                  <c:v>0.64414814814814814</c:v>
                </c:pt>
                <c:pt idx="18600">
                  <c:v>0.64429629629629626</c:v>
                </c:pt>
                <c:pt idx="18601">
                  <c:v>0.64429629629629626</c:v>
                </c:pt>
                <c:pt idx="18602">
                  <c:v>0.64444444444444449</c:v>
                </c:pt>
                <c:pt idx="18603">
                  <c:v>0.64459259259259261</c:v>
                </c:pt>
                <c:pt idx="18604">
                  <c:v>0.64459259259259261</c:v>
                </c:pt>
                <c:pt idx="18605">
                  <c:v>0.64474074074074073</c:v>
                </c:pt>
                <c:pt idx="18606">
                  <c:v>0.64474074074074073</c:v>
                </c:pt>
                <c:pt idx="18607">
                  <c:v>0.64488888888888884</c:v>
                </c:pt>
                <c:pt idx="18608">
                  <c:v>0.64488888888888884</c:v>
                </c:pt>
                <c:pt idx="18609">
                  <c:v>0.64503703703703708</c:v>
                </c:pt>
                <c:pt idx="18610">
                  <c:v>0.64503703703703708</c:v>
                </c:pt>
                <c:pt idx="18611">
                  <c:v>0.64518518518518519</c:v>
                </c:pt>
                <c:pt idx="18612">
                  <c:v>0.64518518518518519</c:v>
                </c:pt>
                <c:pt idx="18613">
                  <c:v>0.64533333333333331</c:v>
                </c:pt>
                <c:pt idx="18614">
                  <c:v>0.64533333333333331</c:v>
                </c:pt>
                <c:pt idx="18615">
                  <c:v>0.64533333333333331</c:v>
                </c:pt>
                <c:pt idx="18616">
                  <c:v>0.64533333333333331</c:v>
                </c:pt>
                <c:pt idx="18617">
                  <c:v>0.64533333333333331</c:v>
                </c:pt>
                <c:pt idx="18618">
                  <c:v>0.64533333333333331</c:v>
                </c:pt>
                <c:pt idx="18619">
                  <c:v>0.64533333333333331</c:v>
                </c:pt>
                <c:pt idx="18620">
                  <c:v>0.64548148148148143</c:v>
                </c:pt>
                <c:pt idx="18621">
                  <c:v>0.64562962962962966</c:v>
                </c:pt>
                <c:pt idx="18622">
                  <c:v>0.64577777777777778</c:v>
                </c:pt>
                <c:pt idx="18623">
                  <c:v>0.64577777777777778</c:v>
                </c:pt>
                <c:pt idx="18624">
                  <c:v>0.6459259259259259</c:v>
                </c:pt>
                <c:pt idx="18625">
                  <c:v>0.6459259259259259</c:v>
                </c:pt>
                <c:pt idx="18626">
                  <c:v>0.6459259259259259</c:v>
                </c:pt>
                <c:pt idx="18627">
                  <c:v>0.6459259259259259</c:v>
                </c:pt>
                <c:pt idx="18628">
                  <c:v>0.6459259259259259</c:v>
                </c:pt>
                <c:pt idx="18629">
                  <c:v>0.64607407407407402</c:v>
                </c:pt>
                <c:pt idx="18630">
                  <c:v>0.64607407407407402</c:v>
                </c:pt>
                <c:pt idx="18631">
                  <c:v>0.64607407407407402</c:v>
                </c:pt>
                <c:pt idx="18632">
                  <c:v>0.64607407407407402</c:v>
                </c:pt>
                <c:pt idx="18633">
                  <c:v>0.64607407407407402</c:v>
                </c:pt>
                <c:pt idx="18634">
                  <c:v>0.64607407407407402</c:v>
                </c:pt>
                <c:pt idx="18635">
                  <c:v>0.64607407407407402</c:v>
                </c:pt>
                <c:pt idx="18636">
                  <c:v>0.64622222222222225</c:v>
                </c:pt>
                <c:pt idx="18637">
                  <c:v>0.64622222222222225</c:v>
                </c:pt>
                <c:pt idx="18638">
                  <c:v>0.64622222222222225</c:v>
                </c:pt>
                <c:pt idx="18639">
                  <c:v>0.64622222222222225</c:v>
                </c:pt>
                <c:pt idx="18640">
                  <c:v>0.64622222222222225</c:v>
                </c:pt>
                <c:pt idx="18641">
                  <c:v>0.64622222222222225</c:v>
                </c:pt>
                <c:pt idx="18642">
                  <c:v>0.64622222222222225</c:v>
                </c:pt>
                <c:pt idx="18643">
                  <c:v>0.64637037037037037</c:v>
                </c:pt>
                <c:pt idx="18644">
                  <c:v>0.64651851851851849</c:v>
                </c:pt>
                <c:pt idx="18645">
                  <c:v>0.64666666666666661</c:v>
                </c:pt>
                <c:pt idx="18646">
                  <c:v>0.64681481481481484</c:v>
                </c:pt>
                <c:pt idx="18647">
                  <c:v>0.64681481481481484</c:v>
                </c:pt>
                <c:pt idx="18648">
                  <c:v>0.64696296296296296</c:v>
                </c:pt>
                <c:pt idx="18649">
                  <c:v>0.64711111111111108</c:v>
                </c:pt>
                <c:pt idx="18650">
                  <c:v>0.64725925925925931</c:v>
                </c:pt>
                <c:pt idx="18651">
                  <c:v>0.64725925925925931</c:v>
                </c:pt>
                <c:pt idx="18652">
                  <c:v>0.64725925925925931</c:v>
                </c:pt>
                <c:pt idx="18653">
                  <c:v>0.64740740740740743</c:v>
                </c:pt>
                <c:pt idx="18654">
                  <c:v>0.64740740740740743</c:v>
                </c:pt>
                <c:pt idx="18655">
                  <c:v>0.64740740740740743</c:v>
                </c:pt>
                <c:pt idx="18656">
                  <c:v>0.64755555555555555</c:v>
                </c:pt>
                <c:pt idx="18657">
                  <c:v>0.64755555555555555</c:v>
                </c:pt>
                <c:pt idx="18658">
                  <c:v>0.64755555555555555</c:v>
                </c:pt>
                <c:pt idx="18659">
                  <c:v>0.64755555555555555</c:v>
                </c:pt>
                <c:pt idx="18660">
                  <c:v>0.64755555555555555</c:v>
                </c:pt>
                <c:pt idx="18661">
                  <c:v>0.64755555555555555</c:v>
                </c:pt>
                <c:pt idx="18662">
                  <c:v>0.64755555555555555</c:v>
                </c:pt>
                <c:pt idx="18663">
                  <c:v>0.64755555555555555</c:v>
                </c:pt>
                <c:pt idx="18664">
                  <c:v>0.64755555555555555</c:v>
                </c:pt>
                <c:pt idx="18665">
                  <c:v>0.64755555555555555</c:v>
                </c:pt>
                <c:pt idx="18666">
                  <c:v>0.64755555555555555</c:v>
                </c:pt>
                <c:pt idx="18667">
                  <c:v>0.64755555555555555</c:v>
                </c:pt>
                <c:pt idx="18668">
                  <c:v>0.64770370370370367</c:v>
                </c:pt>
                <c:pt idx="18669">
                  <c:v>0.64770370370370367</c:v>
                </c:pt>
                <c:pt idx="18670">
                  <c:v>0.64770370370370367</c:v>
                </c:pt>
                <c:pt idx="18671">
                  <c:v>0.64770370370370367</c:v>
                </c:pt>
                <c:pt idx="18672">
                  <c:v>0.64770370370370367</c:v>
                </c:pt>
                <c:pt idx="18673">
                  <c:v>0.6478518518518519</c:v>
                </c:pt>
                <c:pt idx="18674">
                  <c:v>0.6478518518518519</c:v>
                </c:pt>
                <c:pt idx="18675">
                  <c:v>0.6478518518518519</c:v>
                </c:pt>
                <c:pt idx="18676">
                  <c:v>0.6478518518518519</c:v>
                </c:pt>
                <c:pt idx="18677">
                  <c:v>0.6478518518518519</c:v>
                </c:pt>
                <c:pt idx="18678">
                  <c:v>0.64800000000000002</c:v>
                </c:pt>
                <c:pt idx="18679">
                  <c:v>0.64800000000000002</c:v>
                </c:pt>
                <c:pt idx="18680">
                  <c:v>0.64814814814814814</c:v>
                </c:pt>
                <c:pt idx="18681">
                  <c:v>0.64814814814814814</c:v>
                </c:pt>
                <c:pt idx="18682">
                  <c:v>0.64829629629629626</c:v>
                </c:pt>
                <c:pt idx="18683">
                  <c:v>0.64829629629629626</c:v>
                </c:pt>
                <c:pt idx="18684">
                  <c:v>0.64844444444444449</c:v>
                </c:pt>
                <c:pt idx="18685">
                  <c:v>0.64844444444444449</c:v>
                </c:pt>
                <c:pt idx="18686">
                  <c:v>0.64844444444444449</c:v>
                </c:pt>
                <c:pt idx="18687">
                  <c:v>0.64844444444444449</c:v>
                </c:pt>
                <c:pt idx="18688">
                  <c:v>0.64844444444444449</c:v>
                </c:pt>
                <c:pt idx="18689">
                  <c:v>0.64859259259259261</c:v>
                </c:pt>
                <c:pt idx="18690">
                  <c:v>0.64859259259259261</c:v>
                </c:pt>
                <c:pt idx="18691">
                  <c:v>0.64859259259259261</c:v>
                </c:pt>
                <c:pt idx="18692">
                  <c:v>0.64859259259259261</c:v>
                </c:pt>
                <c:pt idx="18693">
                  <c:v>0.64859259259259261</c:v>
                </c:pt>
                <c:pt idx="18694">
                  <c:v>0.64859259259259261</c:v>
                </c:pt>
                <c:pt idx="18695">
                  <c:v>0.64859259259259261</c:v>
                </c:pt>
                <c:pt idx="18696">
                  <c:v>0.64859259259259261</c:v>
                </c:pt>
                <c:pt idx="18697">
                  <c:v>0.64859259259259261</c:v>
                </c:pt>
                <c:pt idx="18698">
                  <c:v>0.64859259259259261</c:v>
                </c:pt>
                <c:pt idx="18699">
                  <c:v>0.64874074074074073</c:v>
                </c:pt>
                <c:pt idx="18700">
                  <c:v>0.64874074074074073</c:v>
                </c:pt>
                <c:pt idx="18701">
                  <c:v>0.64888888888888885</c:v>
                </c:pt>
                <c:pt idx="18702">
                  <c:v>0.64903703703703708</c:v>
                </c:pt>
                <c:pt idx="18703">
                  <c:v>0.6491851851851852</c:v>
                </c:pt>
                <c:pt idx="18704">
                  <c:v>0.6491851851851852</c:v>
                </c:pt>
                <c:pt idx="18705">
                  <c:v>0.6491851851851852</c:v>
                </c:pt>
                <c:pt idx="18706">
                  <c:v>0.64933333333333332</c:v>
                </c:pt>
                <c:pt idx="18707">
                  <c:v>0.64933333333333332</c:v>
                </c:pt>
                <c:pt idx="18708">
                  <c:v>0.64948148148148144</c:v>
                </c:pt>
                <c:pt idx="18709">
                  <c:v>0.64948148148148144</c:v>
                </c:pt>
                <c:pt idx="18710">
                  <c:v>0.64948148148148144</c:v>
                </c:pt>
                <c:pt idx="18711">
                  <c:v>0.64962962962962967</c:v>
                </c:pt>
                <c:pt idx="18712">
                  <c:v>0.64977777777777779</c:v>
                </c:pt>
                <c:pt idx="18713">
                  <c:v>0.64977777777777779</c:v>
                </c:pt>
                <c:pt idx="18714">
                  <c:v>0.64977777777777779</c:v>
                </c:pt>
                <c:pt idx="18715">
                  <c:v>0.64977777777777779</c:v>
                </c:pt>
                <c:pt idx="18716">
                  <c:v>0.64977777777777779</c:v>
                </c:pt>
                <c:pt idx="18717">
                  <c:v>0.64977777777777779</c:v>
                </c:pt>
                <c:pt idx="18718">
                  <c:v>0.64992592592592591</c:v>
                </c:pt>
                <c:pt idx="18719">
                  <c:v>0.64992592592592591</c:v>
                </c:pt>
                <c:pt idx="18720">
                  <c:v>0.64992592592592591</c:v>
                </c:pt>
                <c:pt idx="18721">
                  <c:v>0.64992592592592591</c:v>
                </c:pt>
                <c:pt idx="18722">
                  <c:v>0.64992592592592591</c:v>
                </c:pt>
                <c:pt idx="18723">
                  <c:v>0.64992592592592591</c:v>
                </c:pt>
                <c:pt idx="18724">
                  <c:v>0.64992592592592591</c:v>
                </c:pt>
                <c:pt idx="18725">
                  <c:v>0.64992592592592591</c:v>
                </c:pt>
                <c:pt idx="18726">
                  <c:v>0.64992592592592591</c:v>
                </c:pt>
                <c:pt idx="18727">
                  <c:v>0.65007407407407403</c:v>
                </c:pt>
                <c:pt idx="18728">
                  <c:v>0.65022222222222226</c:v>
                </c:pt>
                <c:pt idx="18729">
                  <c:v>0.65022222222222226</c:v>
                </c:pt>
                <c:pt idx="18730">
                  <c:v>0.65037037037037038</c:v>
                </c:pt>
                <c:pt idx="18731">
                  <c:v>0.65037037037037038</c:v>
                </c:pt>
                <c:pt idx="18732">
                  <c:v>0.65037037037037038</c:v>
                </c:pt>
                <c:pt idx="18733">
                  <c:v>0.65037037037037038</c:v>
                </c:pt>
                <c:pt idx="18734">
                  <c:v>0.65037037037037038</c:v>
                </c:pt>
                <c:pt idx="18735">
                  <c:v>0.65037037037037038</c:v>
                </c:pt>
                <c:pt idx="18736">
                  <c:v>0.6505185185185185</c:v>
                </c:pt>
                <c:pt idx="18737">
                  <c:v>0.65066666666666662</c:v>
                </c:pt>
                <c:pt idx="18738">
                  <c:v>0.65081481481481485</c:v>
                </c:pt>
                <c:pt idx="18739">
                  <c:v>0.65081481481481485</c:v>
                </c:pt>
                <c:pt idx="18740">
                  <c:v>0.65096296296296297</c:v>
                </c:pt>
                <c:pt idx="18741">
                  <c:v>0.65096296296296297</c:v>
                </c:pt>
                <c:pt idx="18742">
                  <c:v>0.65096296296296297</c:v>
                </c:pt>
                <c:pt idx="18743">
                  <c:v>0.65096296296296297</c:v>
                </c:pt>
                <c:pt idx="18744">
                  <c:v>0.65096296296296297</c:v>
                </c:pt>
                <c:pt idx="18745">
                  <c:v>0.65096296296296297</c:v>
                </c:pt>
                <c:pt idx="18746">
                  <c:v>0.65096296296296297</c:v>
                </c:pt>
                <c:pt idx="18747">
                  <c:v>0.65096296296296297</c:v>
                </c:pt>
                <c:pt idx="18748">
                  <c:v>0.65096296296296297</c:v>
                </c:pt>
                <c:pt idx="18749">
                  <c:v>0.65096296296296297</c:v>
                </c:pt>
                <c:pt idx="18750">
                  <c:v>0.65096296296296297</c:v>
                </c:pt>
                <c:pt idx="18751">
                  <c:v>0.65096296296296297</c:v>
                </c:pt>
                <c:pt idx="18752">
                  <c:v>0.65096296296296297</c:v>
                </c:pt>
                <c:pt idx="18753">
                  <c:v>0.65111111111111108</c:v>
                </c:pt>
                <c:pt idx="18754">
                  <c:v>0.65111111111111108</c:v>
                </c:pt>
                <c:pt idx="18755">
                  <c:v>0.6512592592592592</c:v>
                </c:pt>
                <c:pt idx="18756">
                  <c:v>0.65140740740740743</c:v>
                </c:pt>
                <c:pt idx="18757">
                  <c:v>0.65155555555555555</c:v>
                </c:pt>
                <c:pt idx="18758">
                  <c:v>0.65170370370370367</c:v>
                </c:pt>
                <c:pt idx="18759">
                  <c:v>0.65170370370370367</c:v>
                </c:pt>
                <c:pt idx="18760">
                  <c:v>0.6518518518518519</c:v>
                </c:pt>
                <c:pt idx="18761">
                  <c:v>0.6518518518518519</c:v>
                </c:pt>
                <c:pt idx="18762">
                  <c:v>0.6518518518518519</c:v>
                </c:pt>
                <c:pt idx="18763">
                  <c:v>0.6518518518518519</c:v>
                </c:pt>
                <c:pt idx="18764">
                  <c:v>0.6518518518518519</c:v>
                </c:pt>
                <c:pt idx="18765">
                  <c:v>0.6518518518518519</c:v>
                </c:pt>
                <c:pt idx="18766">
                  <c:v>0.6518518518518519</c:v>
                </c:pt>
                <c:pt idx="18767">
                  <c:v>0.6518518518518519</c:v>
                </c:pt>
                <c:pt idx="18768">
                  <c:v>0.6518518518518519</c:v>
                </c:pt>
                <c:pt idx="18769">
                  <c:v>0.6518518518518519</c:v>
                </c:pt>
                <c:pt idx="18770">
                  <c:v>0.6518518518518519</c:v>
                </c:pt>
                <c:pt idx="18771">
                  <c:v>0.65200000000000002</c:v>
                </c:pt>
                <c:pt idx="18772">
                  <c:v>0.65200000000000002</c:v>
                </c:pt>
                <c:pt idx="18773">
                  <c:v>0.65214814814814814</c:v>
                </c:pt>
                <c:pt idx="18774">
                  <c:v>0.65214814814814814</c:v>
                </c:pt>
                <c:pt idx="18775">
                  <c:v>0.65214814814814814</c:v>
                </c:pt>
                <c:pt idx="18776">
                  <c:v>0.65214814814814814</c:v>
                </c:pt>
                <c:pt idx="18777">
                  <c:v>0.65229629629629626</c:v>
                </c:pt>
                <c:pt idx="18778">
                  <c:v>0.65229629629629626</c:v>
                </c:pt>
                <c:pt idx="18779">
                  <c:v>0.65229629629629626</c:v>
                </c:pt>
                <c:pt idx="18780">
                  <c:v>0.65244444444444449</c:v>
                </c:pt>
                <c:pt idx="18781">
                  <c:v>0.65244444444444449</c:v>
                </c:pt>
                <c:pt idx="18782">
                  <c:v>0.65259259259259261</c:v>
                </c:pt>
                <c:pt idx="18783">
                  <c:v>0.65259259259259261</c:v>
                </c:pt>
                <c:pt idx="18784">
                  <c:v>0.65259259259259261</c:v>
                </c:pt>
                <c:pt idx="18785">
                  <c:v>0.65259259259259261</c:v>
                </c:pt>
                <c:pt idx="18786">
                  <c:v>0.65259259259259261</c:v>
                </c:pt>
                <c:pt idx="18787">
                  <c:v>0.65259259259259261</c:v>
                </c:pt>
                <c:pt idx="18788">
                  <c:v>0.65259259259259261</c:v>
                </c:pt>
                <c:pt idx="18789">
                  <c:v>0.65259259259259261</c:v>
                </c:pt>
                <c:pt idx="18790">
                  <c:v>0.65259259259259261</c:v>
                </c:pt>
                <c:pt idx="18791">
                  <c:v>0.65259259259259261</c:v>
                </c:pt>
                <c:pt idx="18792">
                  <c:v>0.65259259259259261</c:v>
                </c:pt>
                <c:pt idx="18793">
                  <c:v>0.65259259259259261</c:v>
                </c:pt>
                <c:pt idx="18794">
                  <c:v>0.65259259259259261</c:v>
                </c:pt>
                <c:pt idx="18795">
                  <c:v>0.65259259259259261</c:v>
                </c:pt>
                <c:pt idx="18796">
                  <c:v>0.65259259259259261</c:v>
                </c:pt>
                <c:pt idx="18797">
                  <c:v>0.65259259259259261</c:v>
                </c:pt>
                <c:pt idx="18798">
                  <c:v>0.65259259259259261</c:v>
                </c:pt>
                <c:pt idx="18799">
                  <c:v>0.65259259259259261</c:v>
                </c:pt>
                <c:pt idx="18800">
                  <c:v>0.65259259259259261</c:v>
                </c:pt>
                <c:pt idx="18801">
                  <c:v>0.65259259259259261</c:v>
                </c:pt>
                <c:pt idx="18802">
                  <c:v>0.65259259259259261</c:v>
                </c:pt>
                <c:pt idx="18803">
                  <c:v>0.65259259259259261</c:v>
                </c:pt>
                <c:pt idx="18804">
                  <c:v>0.65259259259259261</c:v>
                </c:pt>
                <c:pt idx="18805">
                  <c:v>0.65259259259259261</c:v>
                </c:pt>
                <c:pt idx="18806">
                  <c:v>0.65259259259259261</c:v>
                </c:pt>
                <c:pt idx="18807">
                  <c:v>0.65259259259259261</c:v>
                </c:pt>
                <c:pt idx="18808">
                  <c:v>0.65259259259259261</c:v>
                </c:pt>
                <c:pt idx="18809">
                  <c:v>0.65274074074074073</c:v>
                </c:pt>
                <c:pt idx="18810">
                  <c:v>0.65274074074074073</c:v>
                </c:pt>
                <c:pt idx="18811">
                  <c:v>0.65274074074074073</c:v>
                </c:pt>
                <c:pt idx="18812">
                  <c:v>0.65274074074074073</c:v>
                </c:pt>
                <c:pt idx="18813">
                  <c:v>0.65274074074074073</c:v>
                </c:pt>
                <c:pt idx="18814">
                  <c:v>0.65274074074074073</c:v>
                </c:pt>
                <c:pt idx="18815">
                  <c:v>0.65288888888888885</c:v>
                </c:pt>
                <c:pt idx="18816">
                  <c:v>0.65288888888888885</c:v>
                </c:pt>
                <c:pt idx="18817">
                  <c:v>0.65288888888888885</c:v>
                </c:pt>
                <c:pt idx="18818">
                  <c:v>0.65288888888888885</c:v>
                </c:pt>
                <c:pt idx="18819">
                  <c:v>0.65288888888888885</c:v>
                </c:pt>
                <c:pt idx="18820">
                  <c:v>0.65288888888888885</c:v>
                </c:pt>
                <c:pt idx="18821">
                  <c:v>0.65288888888888885</c:v>
                </c:pt>
                <c:pt idx="18822">
                  <c:v>0.65288888888888885</c:v>
                </c:pt>
                <c:pt idx="18823">
                  <c:v>0.65288888888888885</c:v>
                </c:pt>
                <c:pt idx="18824">
                  <c:v>0.65288888888888885</c:v>
                </c:pt>
                <c:pt idx="18825">
                  <c:v>0.65303703703703708</c:v>
                </c:pt>
                <c:pt idx="18826">
                  <c:v>0.65303703703703708</c:v>
                </c:pt>
                <c:pt idx="18827">
                  <c:v>0.6531851851851852</c:v>
                </c:pt>
                <c:pt idx="18828">
                  <c:v>0.6531851851851852</c:v>
                </c:pt>
                <c:pt idx="18829">
                  <c:v>0.6531851851851852</c:v>
                </c:pt>
                <c:pt idx="18830">
                  <c:v>0.65333333333333332</c:v>
                </c:pt>
                <c:pt idx="18831">
                  <c:v>0.65333333333333332</c:v>
                </c:pt>
                <c:pt idx="18832">
                  <c:v>0.65333333333333332</c:v>
                </c:pt>
                <c:pt idx="18833">
                  <c:v>0.65333333333333332</c:v>
                </c:pt>
                <c:pt idx="18834">
                  <c:v>0.65333333333333332</c:v>
                </c:pt>
                <c:pt idx="18835">
                  <c:v>0.65333333333333332</c:v>
                </c:pt>
                <c:pt idx="18836">
                  <c:v>0.65333333333333332</c:v>
                </c:pt>
                <c:pt idx="18837">
                  <c:v>0.65333333333333332</c:v>
                </c:pt>
                <c:pt idx="18838">
                  <c:v>0.65348148148148144</c:v>
                </c:pt>
                <c:pt idx="18839">
                  <c:v>0.65362962962962967</c:v>
                </c:pt>
                <c:pt idx="18840">
                  <c:v>0.65362962962962967</c:v>
                </c:pt>
                <c:pt idx="18841">
                  <c:v>0.65362962962962967</c:v>
                </c:pt>
                <c:pt idx="18842">
                  <c:v>0.65362962962962967</c:v>
                </c:pt>
                <c:pt idx="18843">
                  <c:v>0.65362962962962967</c:v>
                </c:pt>
                <c:pt idx="18844">
                  <c:v>0.65362962962962967</c:v>
                </c:pt>
                <c:pt idx="18845">
                  <c:v>0.65362962962962967</c:v>
                </c:pt>
                <c:pt idx="18846">
                  <c:v>0.65362962962962967</c:v>
                </c:pt>
                <c:pt idx="18847">
                  <c:v>0.65362962962962967</c:v>
                </c:pt>
                <c:pt idx="18848">
                  <c:v>0.65377777777777779</c:v>
                </c:pt>
                <c:pt idx="18849">
                  <c:v>0.65377777777777779</c:v>
                </c:pt>
                <c:pt idx="18850">
                  <c:v>0.65377777777777779</c:v>
                </c:pt>
                <c:pt idx="18851">
                  <c:v>0.65377777777777779</c:v>
                </c:pt>
                <c:pt idx="18852">
                  <c:v>0.65377777777777779</c:v>
                </c:pt>
                <c:pt idx="18853">
                  <c:v>0.65377777777777779</c:v>
                </c:pt>
                <c:pt idx="18854">
                  <c:v>0.65377777777777779</c:v>
                </c:pt>
                <c:pt idx="18855">
                  <c:v>0.65392592592592591</c:v>
                </c:pt>
                <c:pt idx="18856">
                  <c:v>0.65407407407407403</c:v>
                </c:pt>
                <c:pt idx="18857">
                  <c:v>0.65407407407407403</c:v>
                </c:pt>
                <c:pt idx="18858">
                  <c:v>0.65407407407407403</c:v>
                </c:pt>
                <c:pt idx="18859">
                  <c:v>0.65407407407407403</c:v>
                </c:pt>
                <c:pt idx="18860">
                  <c:v>0.65407407407407403</c:v>
                </c:pt>
                <c:pt idx="18861">
                  <c:v>0.65407407407407403</c:v>
                </c:pt>
                <c:pt idx="18862">
                  <c:v>0.65422222222222226</c:v>
                </c:pt>
                <c:pt idx="18863">
                  <c:v>0.65422222222222226</c:v>
                </c:pt>
                <c:pt idx="18864">
                  <c:v>0.65422222222222226</c:v>
                </c:pt>
                <c:pt idx="18865">
                  <c:v>0.65437037037037038</c:v>
                </c:pt>
                <c:pt idx="18866">
                  <c:v>0.65437037037037038</c:v>
                </c:pt>
                <c:pt idx="18867">
                  <c:v>0.65437037037037038</c:v>
                </c:pt>
                <c:pt idx="18868">
                  <c:v>0.65437037037037038</c:v>
                </c:pt>
                <c:pt idx="18869">
                  <c:v>0.6545185185185185</c:v>
                </c:pt>
                <c:pt idx="18870">
                  <c:v>0.65466666666666662</c:v>
                </c:pt>
                <c:pt idx="18871">
                  <c:v>0.65481481481481485</c:v>
                </c:pt>
                <c:pt idx="18872">
                  <c:v>0.65496296296296297</c:v>
                </c:pt>
                <c:pt idx="18873">
                  <c:v>0.65496296296296297</c:v>
                </c:pt>
                <c:pt idx="18874">
                  <c:v>0.65496296296296297</c:v>
                </c:pt>
                <c:pt idx="18875">
                  <c:v>0.65496296296296297</c:v>
                </c:pt>
                <c:pt idx="18876">
                  <c:v>0.65496296296296297</c:v>
                </c:pt>
                <c:pt idx="18877">
                  <c:v>0.65496296296296297</c:v>
                </c:pt>
                <c:pt idx="18878">
                  <c:v>0.65496296296296297</c:v>
                </c:pt>
                <c:pt idx="18879">
                  <c:v>0.65496296296296297</c:v>
                </c:pt>
                <c:pt idx="18880">
                  <c:v>0.65496296296296297</c:v>
                </c:pt>
                <c:pt idx="18881">
                  <c:v>0.65511111111111109</c:v>
                </c:pt>
                <c:pt idx="18882">
                  <c:v>0.65511111111111109</c:v>
                </c:pt>
                <c:pt idx="18883">
                  <c:v>0.65511111111111109</c:v>
                </c:pt>
                <c:pt idx="18884">
                  <c:v>0.65511111111111109</c:v>
                </c:pt>
                <c:pt idx="18885">
                  <c:v>0.65511111111111109</c:v>
                </c:pt>
                <c:pt idx="18886">
                  <c:v>0.65525925925925921</c:v>
                </c:pt>
                <c:pt idx="18887">
                  <c:v>0.65525925925925921</c:v>
                </c:pt>
                <c:pt idx="18888">
                  <c:v>0.65525925925925921</c:v>
                </c:pt>
                <c:pt idx="18889">
                  <c:v>0.65525925925925921</c:v>
                </c:pt>
                <c:pt idx="18890">
                  <c:v>0.65525925925925921</c:v>
                </c:pt>
                <c:pt idx="18891">
                  <c:v>0.65540740740740744</c:v>
                </c:pt>
                <c:pt idx="18892">
                  <c:v>0.65540740740740744</c:v>
                </c:pt>
                <c:pt idx="18893">
                  <c:v>0.65540740740740744</c:v>
                </c:pt>
                <c:pt idx="18894">
                  <c:v>0.65555555555555556</c:v>
                </c:pt>
                <c:pt idx="18895">
                  <c:v>0.65570370370370368</c:v>
                </c:pt>
                <c:pt idx="18896">
                  <c:v>0.65570370370370368</c:v>
                </c:pt>
                <c:pt idx="18897">
                  <c:v>0.65570370370370368</c:v>
                </c:pt>
                <c:pt idx="18898">
                  <c:v>0.6558518518518518</c:v>
                </c:pt>
                <c:pt idx="18899">
                  <c:v>0.6558518518518518</c:v>
                </c:pt>
                <c:pt idx="18900">
                  <c:v>0.6558518518518518</c:v>
                </c:pt>
                <c:pt idx="18901">
                  <c:v>0.6558518518518518</c:v>
                </c:pt>
                <c:pt idx="18902">
                  <c:v>0.65600000000000003</c:v>
                </c:pt>
                <c:pt idx="18903">
                  <c:v>0.65600000000000003</c:v>
                </c:pt>
                <c:pt idx="18904">
                  <c:v>0.65614814814814815</c:v>
                </c:pt>
                <c:pt idx="18905">
                  <c:v>0.65614814814814815</c:v>
                </c:pt>
                <c:pt idx="18906">
                  <c:v>0.65629629629629627</c:v>
                </c:pt>
                <c:pt idx="18907">
                  <c:v>0.65629629629629627</c:v>
                </c:pt>
                <c:pt idx="18908">
                  <c:v>0.65629629629629627</c:v>
                </c:pt>
                <c:pt idx="18909">
                  <c:v>0.65629629629629627</c:v>
                </c:pt>
                <c:pt idx="18910">
                  <c:v>0.6564444444444445</c:v>
                </c:pt>
                <c:pt idx="18911">
                  <c:v>0.65659259259259262</c:v>
                </c:pt>
                <c:pt idx="18912">
                  <c:v>0.65659259259259262</c:v>
                </c:pt>
                <c:pt idx="18913">
                  <c:v>0.65659259259259262</c:v>
                </c:pt>
                <c:pt idx="18914">
                  <c:v>0.65674074074074074</c:v>
                </c:pt>
                <c:pt idx="18915">
                  <c:v>0.65674074074074074</c:v>
                </c:pt>
                <c:pt idx="18916">
                  <c:v>0.65688888888888886</c:v>
                </c:pt>
                <c:pt idx="18917">
                  <c:v>0.65703703703703709</c:v>
                </c:pt>
                <c:pt idx="18918">
                  <c:v>0.65703703703703709</c:v>
                </c:pt>
                <c:pt idx="18919">
                  <c:v>0.65703703703703709</c:v>
                </c:pt>
                <c:pt idx="18920">
                  <c:v>0.65718518518518521</c:v>
                </c:pt>
                <c:pt idx="18921">
                  <c:v>0.65733333333333333</c:v>
                </c:pt>
                <c:pt idx="18922">
                  <c:v>0.65733333333333333</c:v>
                </c:pt>
                <c:pt idx="18923">
                  <c:v>0.65733333333333333</c:v>
                </c:pt>
                <c:pt idx="18924">
                  <c:v>0.65748148148148144</c:v>
                </c:pt>
                <c:pt idx="18925">
                  <c:v>0.65762962962962968</c:v>
                </c:pt>
                <c:pt idx="18926">
                  <c:v>0.65762962962962968</c:v>
                </c:pt>
                <c:pt idx="18927">
                  <c:v>0.65762962962962968</c:v>
                </c:pt>
                <c:pt idx="18928">
                  <c:v>0.65762962962962968</c:v>
                </c:pt>
                <c:pt idx="18929">
                  <c:v>0.65762962962962968</c:v>
                </c:pt>
                <c:pt idx="18930">
                  <c:v>0.65762962962962968</c:v>
                </c:pt>
                <c:pt idx="18931">
                  <c:v>0.65762962962962968</c:v>
                </c:pt>
                <c:pt idx="18932">
                  <c:v>0.65762962962962968</c:v>
                </c:pt>
                <c:pt idx="18933">
                  <c:v>0.65762962962962968</c:v>
                </c:pt>
                <c:pt idx="18934">
                  <c:v>0.65762962962962968</c:v>
                </c:pt>
                <c:pt idx="18935">
                  <c:v>0.65777777777777779</c:v>
                </c:pt>
                <c:pt idx="18936">
                  <c:v>0.65777777777777779</c:v>
                </c:pt>
                <c:pt idx="18937">
                  <c:v>0.65777777777777779</c:v>
                </c:pt>
                <c:pt idx="18938">
                  <c:v>0.65777777777777779</c:v>
                </c:pt>
                <c:pt idx="18939">
                  <c:v>0.65777777777777779</c:v>
                </c:pt>
                <c:pt idx="18940">
                  <c:v>0.65777777777777779</c:v>
                </c:pt>
                <c:pt idx="18941">
                  <c:v>0.65777777777777779</c:v>
                </c:pt>
                <c:pt idx="18942">
                  <c:v>0.65777777777777779</c:v>
                </c:pt>
                <c:pt idx="18943">
                  <c:v>0.65777777777777779</c:v>
                </c:pt>
                <c:pt idx="18944">
                  <c:v>0.65777777777777779</c:v>
                </c:pt>
                <c:pt idx="18945">
                  <c:v>0.65792592592592591</c:v>
                </c:pt>
                <c:pt idx="18946">
                  <c:v>0.65807407407407403</c:v>
                </c:pt>
                <c:pt idx="18947">
                  <c:v>0.65807407407407403</c:v>
                </c:pt>
                <c:pt idx="18948">
                  <c:v>0.65807407407407403</c:v>
                </c:pt>
                <c:pt idx="18949">
                  <c:v>0.65807407407407403</c:v>
                </c:pt>
                <c:pt idx="18950">
                  <c:v>0.65822222222222226</c:v>
                </c:pt>
                <c:pt idx="18951">
                  <c:v>0.65837037037037038</c:v>
                </c:pt>
                <c:pt idx="18952">
                  <c:v>0.6585185185185185</c:v>
                </c:pt>
                <c:pt idx="18953">
                  <c:v>0.65866666666666662</c:v>
                </c:pt>
                <c:pt idx="18954">
                  <c:v>0.65881481481481485</c:v>
                </c:pt>
                <c:pt idx="18955">
                  <c:v>0.65881481481481485</c:v>
                </c:pt>
                <c:pt idx="18956">
                  <c:v>0.65881481481481485</c:v>
                </c:pt>
                <c:pt idx="18957">
                  <c:v>0.65881481481481485</c:v>
                </c:pt>
                <c:pt idx="18958">
                  <c:v>0.65881481481481485</c:v>
                </c:pt>
                <c:pt idx="18959">
                  <c:v>0.65896296296296297</c:v>
                </c:pt>
                <c:pt idx="18960">
                  <c:v>0.65896296296296297</c:v>
                </c:pt>
                <c:pt idx="18961">
                  <c:v>0.65911111111111109</c:v>
                </c:pt>
                <c:pt idx="18962">
                  <c:v>0.65911111111111109</c:v>
                </c:pt>
                <c:pt idx="18963">
                  <c:v>0.65911111111111109</c:v>
                </c:pt>
                <c:pt idx="18964">
                  <c:v>0.65911111111111109</c:v>
                </c:pt>
                <c:pt idx="18965">
                  <c:v>0.65911111111111109</c:v>
                </c:pt>
                <c:pt idx="18966">
                  <c:v>0.65911111111111109</c:v>
                </c:pt>
                <c:pt idx="18967">
                  <c:v>0.65911111111111109</c:v>
                </c:pt>
                <c:pt idx="18968">
                  <c:v>0.65911111111111109</c:v>
                </c:pt>
                <c:pt idx="18969">
                  <c:v>0.65911111111111109</c:v>
                </c:pt>
                <c:pt idx="18970">
                  <c:v>0.65911111111111109</c:v>
                </c:pt>
                <c:pt idx="18971">
                  <c:v>0.65911111111111109</c:v>
                </c:pt>
                <c:pt idx="18972">
                  <c:v>0.65925925925925921</c:v>
                </c:pt>
                <c:pt idx="18973">
                  <c:v>0.65925925925925921</c:v>
                </c:pt>
                <c:pt idx="18974">
                  <c:v>0.65925925925925921</c:v>
                </c:pt>
                <c:pt idx="18975">
                  <c:v>0.65925925925925921</c:v>
                </c:pt>
                <c:pt idx="18976">
                  <c:v>0.65925925925925921</c:v>
                </c:pt>
                <c:pt idx="18977">
                  <c:v>0.65940740740740744</c:v>
                </c:pt>
                <c:pt idx="18978">
                  <c:v>0.65955555555555556</c:v>
                </c:pt>
                <c:pt idx="18979">
                  <c:v>0.65955555555555556</c:v>
                </c:pt>
                <c:pt idx="18980">
                  <c:v>0.65955555555555556</c:v>
                </c:pt>
                <c:pt idx="18981">
                  <c:v>0.65955555555555556</c:v>
                </c:pt>
                <c:pt idx="18982">
                  <c:v>0.65955555555555556</c:v>
                </c:pt>
                <c:pt idx="18983">
                  <c:v>0.65955555555555556</c:v>
                </c:pt>
                <c:pt idx="18984">
                  <c:v>0.65955555555555556</c:v>
                </c:pt>
                <c:pt idx="18985">
                  <c:v>0.65955555555555556</c:v>
                </c:pt>
                <c:pt idx="18986">
                  <c:v>0.65955555555555556</c:v>
                </c:pt>
                <c:pt idx="18987">
                  <c:v>0.65955555555555556</c:v>
                </c:pt>
                <c:pt idx="18988">
                  <c:v>0.65955555555555556</c:v>
                </c:pt>
                <c:pt idx="18989">
                  <c:v>0.65970370370370368</c:v>
                </c:pt>
                <c:pt idx="18990">
                  <c:v>0.6598518518518518</c:v>
                </c:pt>
                <c:pt idx="18991">
                  <c:v>0.6598518518518518</c:v>
                </c:pt>
                <c:pt idx="18992">
                  <c:v>0.6598518518518518</c:v>
                </c:pt>
                <c:pt idx="18993">
                  <c:v>0.6598518518518518</c:v>
                </c:pt>
                <c:pt idx="18994">
                  <c:v>0.66</c:v>
                </c:pt>
                <c:pt idx="18995">
                  <c:v>0.66014814814814815</c:v>
                </c:pt>
                <c:pt idx="18996">
                  <c:v>0.66014814814814815</c:v>
                </c:pt>
                <c:pt idx="18997">
                  <c:v>0.66029629629629627</c:v>
                </c:pt>
                <c:pt idx="18998">
                  <c:v>0.66044444444444439</c:v>
                </c:pt>
                <c:pt idx="18999">
                  <c:v>0.66059259259259262</c:v>
                </c:pt>
                <c:pt idx="19000">
                  <c:v>0.66059259259259262</c:v>
                </c:pt>
                <c:pt idx="19001">
                  <c:v>0.66074074074074074</c:v>
                </c:pt>
                <c:pt idx="19002">
                  <c:v>0.66074074074074074</c:v>
                </c:pt>
                <c:pt idx="19003">
                  <c:v>0.66074074074074074</c:v>
                </c:pt>
                <c:pt idx="19004">
                  <c:v>0.66074074074074074</c:v>
                </c:pt>
                <c:pt idx="19005">
                  <c:v>0.66074074074074074</c:v>
                </c:pt>
                <c:pt idx="19006">
                  <c:v>0.66074074074074074</c:v>
                </c:pt>
                <c:pt idx="19007">
                  <c:v>0.66074074074074074</c:v>
                </c:pt>
                <c:pt idx="19008">
                  <c:v>0.66088888888888886</c:v>
                </c:pt>
                <c:pt idx="19009">
                  <c:v>0.66088888888888886</c:v>
                </c:pt>
                <c:pt idx="19010">
                  <c:v>0.66088888888888886</c:v>
                </c:pt>
                <c:pt idx="19011">
                  <c:v>0.66103703703703709</c:v>
                </c:pt>
                <c:pt idx="19012">
                  <c:v>0.66103703703703709</c:v>
                </c:pt>
                <c:pt idx="19013">
                  <c:v>0.66118518518518521</c:v>
                </c:pt>
                <c:pt idx="19014">
                  <c:v>0.66118518518518521</c:v>
                </c:pt>
                <c:pt idx="19015">
                  <c:v>0.66133333333333333</c:v>
                </c:pt>
                <c:pt idx="19016">
                  <c:v>0.66148148148148145</c:v>
                </c:pt>
                <c:pt idx="19017">
                  <c:v>0.66148148148148145</c:v>
                </c:pt>
                <c:pt idx="19018">
                  <c:v>0.66148148148148145</c:v>
                </c:pt>
                <c:pt idx="19019">
                  <c:v>0.66162962962962968</c:v>
                </c:pt>
                <c:pt idx="19020">
                  <c:v>0.66162962962962968</c:v>
                </c:pt>
                <c:pt idx="19021">
                  <c:v>0.66162962962962968</c:v>
                </c:pt>
                <c:pt idx="19022">
                  <c:v>0.66162962962962968</c:v>
                </c:pt>
                <c:pt idx="19023">
                  <c:v>0.66162962962962968</c:v>
                </c:pt>
                <c:pt idx="19024">
                  <c:v>0.66162962962962968</c:v>
                </c:pt>
                <c:pt idx="19025">
                  <c:v>0.66162962962962968</c:v>
                </c:pt>
                <c:pt idx="19026">
                  <c:v>0.66162962962962968</c:v>
                </c:pt>
                <c:pt idx="19027">
                  <c:v>0.66162962962962968</c:v>
                </c:pt>
                <c:pt idx="19028">
                  <c:v>0.66162962962962968</c:v>
                </c:pt>
                <c:pt idx="19029">
                  <c:v>0.66162962962962968</c:v>
                </c:pt>
                <c:pt idx="19030">
                  <c:v>0.66162962962962968</c:v>
                </c:pt>
                <c:pt idx="19031">
                  <c:v>0.66162962962962968</c:v>
                </c:pt>
                <c:pt idx="19032">
                  <c:v>0.6617777777777778</c:v>
                </c:pt>
                <c:pt idx="19033">
                  <c:v>0.6617777777777778</c:v>
                </c:pt>
                <c:pt idx="19034">
                  <c:v>0.6617777777777778</c:v>
                </c:pt>
                <c:pt idx="19035">
                  <c:v>0.6617777777777778</c:v>
                </c:pt>
                <c:pt idx="19036">
                  <c:v>0.66192592592592592</c:v>
                </c:pt>
                <c:pt idx="19037">
                  <c:v>0.66192592592592592</c:v>
                </c:pt>
                <c:pt idx="19038">
                  <c:v>0.66192592592592592</c:v>
                </c:pt>
                <c:pt idx="19039">
                  <c:v>0.66192592592592592</c:v>
                </c:pt>
                <c:pt idx="19040">
                  <c:v>0.66192592592592592</c:v>
                </c:pt>
                <c:pt idx="19041">
                  <c:v>0.66207407407407404</c:v>
                </c:pt>
                <c:pt idx="19042">
                  <c:v>0.66207407407407404</c:v>
                </c:pt>
                <c:pt idx="19043">
                  <c:v>0.66207407407407404</c:v>
                </c:pt>
                <c:pt idx="19044">
                  <c:v>0.66222222222222227</c:v>
                </c:pt>
                <c:pt idx="19045">
                  <c:v>0.66222222222222227</c:v>
                </c:pt>
                <c:pt idx="19046">
                  <c:v>0.66222222222222227</c:v>
                </c:pt>
                <c:pt idx="19047">
                  <c:v>0.66237037037037039</c:v>
                </c:pt>
                <c:pt idx="19048">
                  <c:v>0.66237037037037039</c:v>
                </c:pt>
                <c:pt idx="19049">
                  <c:v>0.66251851851851851</c:v>
                </c:pt>
                <c:pt idx="19050">
                  <c:v>0.66251851851851851</c:v>
                </c:pt>
                <c:pt idx="19051">
                  <c:v>0.66266666666666663</c:v>
                </c:pt>
                <c:pt idx="19052">
                  <c:v>0.66281481481481486</c:v>
                </c:pt>
                <c:pt idx="19053">
                  <c:v>0.66281481481481486</c:v>
                </c:pt>
                <c:pt idx="19054">
                  <c:v>0.66281481481481486</c:v>
                </c:pt>
                <c:pt idx="19055">
                  <c:v>0.66296296296296298</c:v>
                </c:pt>
                <c:pt idx="19056">
                  <c:v>0.66296296296296298</c:v>
                </c:pt>
                <c:pt idx="19057">
                  <c:v>0.6631111111111111</c:v>
                </c:pt>
                <c:pt idx="19058">
                  <c:v>0.6631111111111111</c:v>
                </c:pt>
                <c:pt idx="19059">
                  <c:v>0.6631111111111111</c:v>
                </c:pt>
                <c:pt idx="19060">
                  <c:v>0.66325925925925922</c:v>
                </c:pt>
                <c:pt idx="19061">
                  <c:v>0.66325925925925922</c:v>
                </c:pt>
                <c:pt idx="19062">
                  <c:v>0.66325925925925922</c:v>
                </c:pt>
                <c:pt idx="19063">
                  <c:v>0.66325925925925922</c:v>
                </c:pt>
                <c:pt idx="19064">
                  <c:v>0.66325925925925922</c:v>
                </c:pt>
                <c:pt idx="19065">
                  <c:v>0.66340740740740745</c:v>
                </c:pt>
                <c:pt idx="19066">
                  <c:v>0.66355555555555557</c:v>
                </c:pt>
                <c:pt idx="19067">
                  <c:v>0.66355555555555557</c:v>
                </c:pt>
                <c:pt idx="19068">
                  <c:v>0.66355555555555557</c:v>
                </c:pt>
                <c:pt idx="19069">
                  <c:v>0.66355555555555557</c:v>
                </c:pt>
                <c:pt idx="19070">
                  <c:v>0.66370370370370368</c:v>
                </c:pt>
                <c:pt idx="19071">
                  <c:v>0.66370370370370368</c:v>
                </c:pt>
                <c:pt idx="19072">
                  <c:v>0.66370370370370368</c:v>
                </c:pt>
                <c:pt idx="19073">
                  <c:v>0.66370370370370368</c:v>
                </c:pt>
                <c:pt idx="19074">
                  <c:v>0.66370370370370368</c:v>
                </c:pt>
                <c:pt idx="19075">
                  <c:v>0.66370370370370368</c:v>
                </c:pt>
                <c:pt idx="19076">
                  <c:v>0.66370370370370368</c:v>
                </c:pt>
                <c:pt idx="19077">
                  <c:v>0.66370370370370368</c:v>
                </c:pt>
                <c:pt idx="19078">
                  <c:v>0.66370370370370368</c:v>
                </c:pt>
                <c:pt idx="19079">
                  <c:v>0.66370370370370368</c:v>
                </c:pt>
                <c:pt idx="19080">
                  <c:v>0.6638518518518518</c:v>
                </c:pt>
                <c:pt idx="19081">
                  <c:v>0.6638518518518518</c:v>
                </c:pt>
                <c:pt idx="19082">
                  <c:v>0.6638518518518518</c:v>
                </c:pt>
                <c:pt idx="19083">
                  <c:v>0.6638518518518518</c:v>
                </c:pt>
                <c:pt idx="19084">
                  <c:v>0.6638518518518518</c:v>
                </c:pt>
                <c:pt idx="19085">
                  <c:v>0.66400000000000003</c:v>
                </c:pt>
                <c:pt idx="19086">
                  <c:v>0.66414814814814815</c:v>
                </c:pt>
                <c:pt idx="19087">
                  <c:v>0.66414814814814815</c:v>
                </c:pt>
                <c:pt idx="19088">
                  <c:v>0.66414814814814815</c:v>
                </c:pt>
                <c:pt idx="19089">
                  <c:v>0.66429629629629627</c:v>
                </c:pt>
                <c:pt idx="19090">
                  <c:v>0.66429629629629627</c:v>
                </c:pt>
                <c:pt idx="19091">
                  <c:v>0.66444444444444439</c:v>
                </c:pt>
                <c:pt idx="19092">
                  <c:v>0.66444444444444439</c:v>
                </c:pt>
                <c:pt idx="19093">
                  <c:v>0.66444444444444439</c:v>
                </c:pt>
                <c:pt idx="19094">
                  <c:v>0.66459259259259262</c:v>
                </c:pt>
                <c:pt idx="19095">
                  <c:v>0.66459259259259262</c:v>
                </c:pt>
                <c:pt idx="19096">
                  <c:v>0.66459259259259262</c:v>
                </c:pt>
                <c:pt idx="19097">
                  <c:v>0.66459259259259262</c:v>
                </c:pt>
                <c:pt idx="19098">
                  <c:v>0.66459259259259262</c:v>
                </c:pt>
                <c:pt idx="19099">
                  <c:v>0.66459259259259262</c:v>
                </c:pt>
                <c:pt idx="19100">
                  <c:v>0.66459259259259262</c:v>
                </c:pt>
                <c:pt idx="19101">
                  <c:v>0.66459259259259262</c:v>
                </c:pt>
                <c:pt idx="19102">
                  <c:v>0.66459259259259262</c:v>
                </c:pt>
                <c:pt idx="19103">
                  <c:v>0.66459259259259262</c:v>
                </c:pt>
                <c:pt idx="19104">
                  <c:v>0.66459259259259262</c:v>
                </c:pt>
                <c:pt idx="19105">
                  <c:v>0.66459259259259262</c:v>
                </c:pt>
                <c:pt idx="19106">
                  <c:v>0.66459259259259262</c:v>
                </c:pt>
                <c:pt idx="19107">
                  <c:v>0.66459259259259262</c:v>
                </c:pt>
                <c:pt idx="19108">
                  <c:v>0.66459259259259262</c:v>
                </c:pt>
                <c:pt idx="19109">
                  <c:v>0.66459259259259262</c:v>
                </c:pt>
                <c:pt idx="19110">
                  <c:v>0.66474074074074074</c:v>
                </c:pt>
                <c:pt idx="19111">
                  <c:v>0.66474074074074074</c:v>
                </c:pt>
                <c:pt idx="19112">
                  <c:v>0.66488888888888886</c:v>
                </c:pt>
                <c:pt idx="19113">
                  <c:v>0.66488888888888886</c:v>
                </c:pt>
                <c:pt idx="19114">
                  <c:v>0.66503703703703698</c:v>
                </c:pt>
                <c:pt idx="19115">
                  <c:v>0.66503703703703698</c:v>
                </c:pt>
                <c:pt idx="19116">
                  <c:v>0.66503703703703698</c:v>
                </c:pt>
                <c:pt idx="19117">
                  <c:v>0.66503703703703698</c:v>
                </c:pt>
                <c:pt idx="19118">
                  <c:v>0.66503703703703698</c:v>
                </c:pt>
                <c:pt idx="19119">
                  <c:v>0.66503703703703698</c:v>
                </c:pt>
                <c:pt idx="19120">
                  <c:v>0.66503703703703698</c:v>
                </c:pt>
                <c:pt idx="19121">
                  <c:v>0.66518518518518521</c:v>
                </c:pt>
                <c:pt idx="19122">
                  <c:v>0.66518518518518521</c:v>
                </c:pt>
                <c:pt idx="19123">
                  <c:v>0.66518518518518521</c:v>
                </c:pt>
                <c:pt idx="19124">
                  <c:v>0.66518518518518521</c:v>
                </c:pt>
                <c:pt idx="19125">
                  <c:v>0.66518518518518521</c:v>
                </c:pt>
                <c:pt idx="19126">
                  <c:v>0.66518518518518521</c:v>
                </c:pt>
                <c:pt idx="19127">
                  <c:v>0.66533333333333333</c:v>
                </c:pt>
                <c:pt idx="19128">
                  <c:v>0.66548148148148145</c:v>
                </c:pt>
                <c:pt idx="19129">
                  <c:v>0.66548148148148145</c:v>
                </c:pt>
                <c:pt idx="19130">
                  <c:v>0.66548148148148145</c:v>
                </c:pt>
                <c:pt idx="19131">
                  <c:v>0.66548148148148145</c:v>
                </c:pt>
                <c:pt idx="19132">
                  <c:v>0.66548148148148145</c:v>
                </c:pt>
                <c:pt idx="19133">
                  <c:v>0.66562962962962968</c:v>
                </c:pt>
                <c:pt idx="19134">
                  <c:v>0.66562962962962968</c:v>
                </c:pt>
                <c:pt idx="19135">
                  <c:v>0.66562962962962968</c:v>
                </c:pt>
                <c:pt idx="19136">
                  <c:v>0.66562962962962968</c:v>
                </c:pt>
                <c:pt idx="19137">
                  <c:v>0.6657777777777778</c:v>
                </c:pt>
                <c:pt idx="19138">
                  <c:v>0.66592592592592592</c:v>
                </c:pt>
                <c:pt idx="19139">
                  <c:v>0.66592592592592592</c:v>
                </c:pt>
                <c:pt idx="19140">
                  <c:v>0.66592592592592592</c:v>
                </c:pt>
                <c:pt idx="19141">
                  <c:v>0.66607407407407404</c:v>
                </c:pt>
                <c:pt idx="19142">
                  <c:v>0.66607407407407404</c:v>
                </c:pt>
                <c:pt idx="19143">
                  <c:v>0.66607407407407404</c:v>
                </c:pt>
                <c:pt idx="19144">
                  <c:v>0.66622222222222227</c:v>
                </c:pt>
                <c:pt idx="19145">
                  <c:v>0.66622222222222227</c:v>
                </c:pt>
                <c:pt idx="19146">
                  <c:v>0.66622222222222227</c:v>
                </c:pt>
                <c:pt idx="19147">
                  <c:v>0.66622222222222227</c:v>
                </c:pt>
                <c:pt idx="19148">
                  <c:v>0.66637037037037039</c:v>
                </c:pt>
                <c:pt idx="19149">
                  <c:v>0.66637037037037039</c:v>
                </c:pt>
                <c:pt idx="19150">
                  <c:v>0.66637037037037039</c:v>
                </c:pt>
                <c:pt idx="19151">
                  <c:v>0.66651851851851851</c:v>
                </c:pt>
                <c:pt idx="19152">
                  <c:v>0.66651851851851851</c:v>
                </c:pt>
                <c:pt idx="19153">
                  <c:v>0.66651851851851851</c:v>
                </c:pt>
                <c:pt idx="19154">
                  <c:v>0.66651851851851851</c:v>
                </c:pt>
                <c:pt idx="19155">
                  <c:v>0.66666666666666663</c:v>
                </c:pt>
                <c:pt idx="19156">
                  <c:v>0.66666666666666663</c:v>
                </c:pt>
                <c:pt idx="19157">
                  <c:v>0.66666666666666663</c:v>
                </c:pt>
                <c:pt idx="19158">
                  <c:v>0.66666666666666663</c:v>
                </c:pt>
                <c:pt idx="19159">
                  <c:v>0.66681481481481486</c:v>
                </c:pt>
                <c:pt idx="19160">
                  <c:v>0.66681481481481486</c:v>
                </c:pt>
                <c:pt idx="19161">
                  <c:v>0.66696296296296298</c:v>
                </c:pt>
                <c:pt idx="19162">
                  <c:v>0.66696296296296298</c:v>
                </c:pt>
                <c:pt idx="19163">
                  <c:v>0.6671111111111111</c:v>
                </c:pt>
                <c:pt idx="19164">
                  <c:v>0.6671111111111111</c:v>
                </c:pt>
                <c:pt idx="19165">
                  <c:v>0.66725925925925922</c:v>
                </c:pt>
                <c:pt idx="19166">
                  <c:v>0.66725925925925922</c:v>
                </c:pt>
                <c:pt idx="19167">
                  <c:v>0.66725925925925922</c:v>
                </c:pt>
                <c:pt idx="19168">
                  <c:v>0.66725925925925922</c:v>
                </c:pt>
                <c:pt idx="19169">
                  <c:v>0.66725925925925922</c:v>
                </c:pt>
                <c:pt idx="19170">
                  <c:v>0.66725925925925922</c:v>
                </c:pt>
                <c:pt idx="19171">
                  <c:v>0.66725925925925922</c:v>
                </c:pt>
                <c:pt idx="19172">
                  <c:v>0.66740740740740745</c:v>
                </c:pt>
                <c:pt idx="19173">
                  <c:v>0.66755555555555557</c:v>
                </c:pt>
                <c:pt idx="19174">
                  <c:v>0.66755555555555557</c:v>
                </c:pt>
                <c:pt idx="19175">
                  <c:v>0.66755555555555557</c:v>
                </c:pt>
                <c:pt idx="19176">
                  <c:v>0.66755555555555557</c:v>
                </c:pt>
                <c:pt idx="19177">
                  <c:v>0.66755555555555557</c:v>
                </c:pt>
                <c:pt idx="19178">
                  <c:v>0.66755555555555557</c:v>
                </c:pt>
                <c:pt idx="19179">
                  <c:v>0.66755555555555557</c:v>
                </c:pt>
                <c:pt idx="19180">
                  <c:v>0.66755555555555557</c:v>
                </c:pt>
                <c:pt idx="19181">
                  <c:v>0.66770370370370369</c:v>
                </c:pt>
                <c:pt idx="19182">
                  <c:v>0.66770370370370369</c:v>
                </c:pt>
                <c:pt idx="19183">
                  <c:v>0.66785185185185181</c:v>
                </c:pt>
                <c:pt idx="19184">
                  <c:v>0.66785185185185181</c:v>
                </c:pt>
                <c:pt idx="19185">
                  <c:v>0.66800000000000004</c:v>
                </c:pt>
                <c:pt idx="19186">
                  <c:v>0.66814814814814816</c:v>
                </c:pt>
                <c:pt idx="19187">
                  <c:v>0.66814814814814816</c:v>
                </c:pt>
                <c:pt idx="19188">
                  <c:v>0.66814814814814816</c:v>
                </c:pt>
                <c:pt idx="19189">
                  <c:v>0.66814814814814816</c:v>
                </c:pt>
                <c:pt idx="19190">
                  <c:v>0.66814814814814816</c:v>
                </c:pt>
                <c:pt idx="19191">
                  <c:v>0.66814814814814816</c:v>
                </c:pt>
                <c:pt idx="19192">
                  <c:v>0.66829629629629628</c:v>
                </c:pt>
                <c:pt idx="19193">
                  <c:v>0.66829629629629628</c:v>
                </c:pt>
                <c:pt idx="19194">
                  <c:v>0.66829629629629628</c:v>
                </c:pt>
                <c:pt idx="19195">
                  <c:v>0.66829629629629628</c:v>
                </c:pt>
                <c:pt idx="19196">
                  <c:v>0.66829629629629628</c:v>
                </c:pt>
                <c:pt idx="19197">
                  <c:v>0.66829629629629628</c:v>
                </c:pt>
                <c:pt idx="19198">
                  <c:v>0.66829629629629628</c:v>
                </c:pt>
                <c:pt idx="19199">
                  <c:v>0.66829629629629628</c:v>
                </c:pt>
                <c:pt idx="19200">
                  <c:v>0.66829629629629628</c:v>
                </c:pt>
                <c:pt idx="19201">
                  <c:v>0.66829629629629628</c:v>
                </c:pt>
                <c:pt idx="19202">
                  <c:v>0.66829629629629628</c:v>
                </c:pt>
                <c:pt idx="19203">
                  <c:v>0.6684444444444444</c:v>
                </c:pt>
                <c:pt idx="19204">
                  <c:v>0.6684444444444444</c:v>
                </c:pt>
                <c:pt idx="19205">
                  <c:v>0.6684444444444444</c:v>
                </c:pt>
                <c:pt idx="19206">
                  <c:v>0.6684444444444444</c:v>
                </c:pt>
                <c:pt idx="19207">
                  <c:v>0.6684444444444444</c:v>
                </c:pt>
                <c:pt idx="19208">
                  <c:v>0.6684444444444444</c:v>
                </c:pt>
                <c:pt idx="19209">
                  <c:v>0.66859259259259263</c:v>
                </c:pt>
                <c:pt idx="19210">
                  <c:v>0.66859259259259263</c:v>
                </c:pt>
                <c:pt idx="19211">
                  <c:v>0.66859259259259263</c:v>
                </c:pt>
                <c:pt idx="19212">
                  <c:v>0.66859259259259263</c:v>
                </c:pt>
                <c:pt idx="19213">
                  <c:v>0.66859259259259263</c:v>
                </c:pt>
                <c:pt idx="19214">
                  <c:v>0.66874074074074075</c:v>
                </c:pt>
                <c:pt idx="19215">
                  <c:v>0.66874074074074075</c:v>
                </c:pt>
                <c:pt idx="19216">
                  <c:v>0.66874074074074075</c:v>
                </c:pt>
                <c:pt idx="19217">
                  <c:v>0.66888888888888887</c:v>
                </c:pt>
                <c:pt idx="19218">
                  <c:v>0.66888888888888887</c:v>
                </c:pt>
                <c:pt idx="19219">
                  <c:v>0.66888888888888887</c:v>
                </c:pt>
                <c:pt idx="19220">
                  <c:v>0.66888888888888887</c:v>
                </c:pt>
                <c:pt idx="19221">
                  <c:v>0.66903703703703699</c:v>
                </c:pt>
                <c:pt idx="19222">
                  <c:v>0.66903703703703699</c:v>
                </c:pt>
                <c:pt idx="19223">
                  <c:v>0.66903703703703699</c:v>
                </c:pt>
                <c:pt idx="19224">
                  <c:v>0.66903703703703699</c:v>
                </c:pt>
                <c:pt idx="19225">
                  <c:v>0.66918518518518522</c:v>
                </c:pt>
                <c:pt idx="19226">
                  <c:v>0.66933333333333334</c:v>
                </c:pt>
                <c:pt idx="19227">
                  <c:v>0.66933333333333334</c:v>
                </c:pt>
                <c:pt idx="19228">
                  <c:v>0.66933333333333334</c:v>
                </c:pt>
                <c:pt idx="19229">
                  <c:v>0.66933333333333334</c:v>
                </c:pt>
                <c:pt idx="19230">
                  <c:v>0.66948148148148146</c:v>
                </c:pt>
                <c:pt idx="19231">
                  <c:v>0.66962962962962957</c:v>
                </c:pt>
                <c:pt idx="19232">
                  <c:v>0.66962962962962957</c:v>
                </c:pt>
                <c:pt idx="19233">
                  <c:v>0.66962962962962957</c:v>
                </c:pt>
                <c:pt idx="19234">
                  <c:v>0.66962962962962957</c:v>
                </c:pt>
                <c:pt idx="19235">
                  <c:v>0.66977777777777781</c:v>
                </c:pt>
                <c:pt idx="19236">
                  <c:v>0.66977777777777781</c:v>
                </c:pt>
                <c:pt idx="19237">
                  <c:v>0.66977777777777781</c:v>
                </c:pt>
                <c:pt idx="19238">
                  <c:v>0.66977777777777781</c:v>
                </c:pt>
                <c:pt idx="19239">
                  <c:v>0.66992592592592592</c:v>
                </c:pt>
                <c:pt idx="19240">
                  <c:v>0.66992592592592592</c:v>
                </c:pt>
                <c:pt idx="19241">
                  <c:v>0.66992592592592592</c:v>
                </c:pt>
                <c:pt idx="19242">
                  <c:v>0.66992592592592592</c:v>
                </c:pt>
                <c:pt idx="19243">
                  <c:v>0.66992592592592592</c:v>
                </c:pt>
                <c:pt idx="19244">
                  <c:v>0.67007407407407404</c:v>
                </c:pt>
                <c:pt idx="19245">
                  <c:v>0.67022222222222227</c:v>
                </c:pt>
                <c:pt idx="19246">
                  <c:v>0.67022222222222227</c:v>
                </c:pt>
                <c:pt idx="19247">
                  <c:v>0.67022222222222227</c:v>
                </c:pt>
                <c:pt idx="19248">
                  <c:v>0.67022222222222227</c:v>
                </c:pt>
                <c:pt idx="19249">
                  <c:v>0.67037037037037039</c:v>
                </c:pt>
                <c:pt idx="19250">
                  <c:v>0.67037037037037039</c:v>
                </c:pt>
                <c:pt idx="19251">
                  <c:v>0.67037037037037039</c:v>
                </c:pt>
                <c:pt idx="19252">
                  <c:v>0.67037037037037039</c:v>
                </c:pt>
                <c:pt idx="19253">
                  <c:v>0.67037037037037039</c:v>
                </c:pt>
                <c:pt idx="19254">
                  <c:v>0.67037037037037039</c:v>
                </c:pt>
                <c:pt idx="19255">
                  <c:v>0.67037037037037039</c:v>
                </c:pt>
                <c:pt idx="19256">
                  <c:v>0.67037037037037039</c:v>
                </c:pt>
                <c:pt idx="19257">
                  <c:v>0.67037037037037039</c:v>
                </c:pt>
                <c:pt idx="19258">
                  <c:v>0.67037037037037039</c:v>
                </c:pt>
                <c:pt idx="19259">
                  <c:v>0.67051851851851851</c:v>
                </c:pt>
                <c:pt idx="19260">
                  <c:v>0.67051851851851851</c:v>
                </c:pt>
                <c:pt idx="19261">
                  <c:v>0.67051851851851851</c:v>
                </c:pt>
                <c:pt idx="19262">
                  <c:v>0.67051851851851851</c:v>
                </c:pt>
                <c:pt idx="19263">
                  <c:v>0.67051851851851851</c:v>
                </c:pt>
                <c:pt idx="19264">
                  <c:v>0.67051851851851851</c:v>
                </c:pt>
                <c:pt idx="19265">
                  <c:v>0.67051851851851851</c:v>
                </c:pt>
                <c:pt idx="19266">
                  <c:v>0.67051851851851851</c:v>
                </c:pt>
                <c:pt idx="19267">
                  <c:v>0.67051851851851851</c:v>
                </c:pt>
                <c:pt idx="19268">
                  <c:v>0.67051851851851851</c:v>
                </c:pt>
                <c:pt idx="19269">
                  <c:v>0.67066666666666663</c:v>
                </c:pt>
                <c:pt idx="19270">
                  <c:v>0.67081481481481486</c:v>
                </c:pt>
                <c:pt idx="19271">
                  <c:v>0.67081481481481486</c:v>
                </c:pt>
                <c:pt idx="19272">
                  <c:v>0.67081481481481486</c:v>
                </c:pt>
                <c:pt idx="19273">
                  <c:v>0.67081481481481486</c:v>
                </c:pt>
                <c:pt idx="19274">
                  <c:v>0.67096296296296298</c:v>
                </c:pt>
                <c:pt idx="19275">
                  <c:v>0.67096296296296298</c:v>
                </c:pt>
                <c:pt idx="19276">
                  <c:v>0.67096296296296298</c:v>
                </c:pt>
                <c:pt idx="19277">
                  <c:v>0.67096296296296298</c:v>
                </c:pt>
                <c:pt idx="19278">
                  <c:v>0.6711111111111111</c:v>
                </c:pt>
                <c:pt idx="19279">
                  <c:v>0.67125925925925922</c:v>
                </c:pt>
                <c:pt idx="19280">
                  <c:v>0.67125925925925922</c:v>
                </c:pt>
                <c:pt idx="19281">
                  <c:v>0.67140740740740745</c:v>
                </c:pt>
                <c:pt idx="19282">
                  <c:v>0.67140740740740745</c:v>
                </c:pt>
                <c:pt idx="19283">
                  <c:v>0.67140740740740745</c:v>
                </c:pt>
                <c:pt idx="19284">
                  <c:v>0.67140740740740745</c:v>
                </c:pt>
                <c:pt idx="19285">
                  <c:v>0.67140740740740745</c:v>
                </c:pt>
                <c:pt idx="19286">
                  <c:v>0.67140740740740745</c:v>
                </c:pt>
                <c:pt idx="19287">
                  <c:v>0.67140740740740745</c:v>
                </c:pt>
                <c:pt idx="19288">
                  <c:v>0.67140740740740745</c:v>
                </c:pt>
                <c:pt idx="19289">
                  <c:v>0.67155555555555557</c:v>
                </c:pt>
                <c:pt idx="19290">
                  <c:v>0.67155555555555557</c:v>
                </c:pt>
                <c:pt idx="19291">
                  <c:v>0.67155555555555557</c:v>
                </c:pt>
                <c:pt idx="19292">
                  <c:v>0.67155555555555557</c:v>
                </c:pt>
                <c:pt idx="19293">
                  <c:v>0.67155555555555557</c:v>
                </c:pt>
                <c:pt idx="19294">
                  <c:v>0.67155555555555557</c:v>
                </c:pt>
                <c:pt idx="19295">
                  <c:v>0.67155555555555557</c:v>
                </c:pt>
                <c:pt idx="19296">
                  <c:v>0.67155555555555557</c:v>
                </c:pt>
                <c:pt idx="19297">
                  <c:v>0.67170370370370369</c:v>
                </c:pt>
                <c:pt idx="19298">
                  <c:v>0.67170370370370369</c:v>
                </c:pt>
                <c:pt idx="19299">
                  <c:v>0.67185185185185181</c:v>
                </c:pt>
                <c:pt idx="19300">
                  <c:v>0.67200000000000004</c:v>
                </c:pt>
                <c:pt idx="19301">
                  <c:v>0.67200000000000004</c:v>
                </c:pt>
                <c:pt idx="19302">
                  <c:v>0.67200000000000004</c:v>
                </c:pt>
                <c:pt idx="19303">
                  <c:v>0.67214814814814816</c:v>
                </c:pt>
                <c:pt idx="19304">
                  <c:v>0.67214814814814816</c:v>
                </c:pt>
                <c:pt idx="19305">
                  <c:v>0.67214814814814816</c:v>
                </c:pt>
                <c:pt idx="19306">
                  <c:v>0.67229629629629628</c:v>
                </c:pt>
                <c:pt idx="19307">
                  <c:v>0.67229629629629628</c:v>
                </c:pt>
                <c:pt idx="19308">
                  <c:v>0.67229629629629628</c:v>
                </c:pt>
                <c:pt idx="19309">
                  <c:v>0.6724444444444444</c:v>
                </c:pt>
                <c:pt idx="19310">
                  <c:v>0.6724444444444444</c:v>
                </c:pt>
                <c:pt idx="19311">
                  <c:v>0.67259259259259263</c:v>
                </c:pt>
                <c:pt idx="19312">
                  <c:v>0.67274074074074075</c:v>
                </c:pt>
                <c:pt idx="19313">
                  <c:v>0.67274074074074075</c:v>
                </c:pt>
                <c:pt idx="19314">
                  <c:v>0.67274074074074075</c:v>
                </c:pt>
                <c:pt idx="19315">
                  <c:v>0.67274074074074075</c:v>
                </c:pt>
                <c:pt idx="19316">
                  <c:v>0.67288888888888887</c:v>
                </c:pt>
                <c:pt idx="19317">
                  <c:v>0.67288888888888887</c:v>
                </c:pt>
                <c:pt idx="19318">
                  <c:v>0.67288888888888887</c:v>
                </c:pt>
                <c:pt idx="19319">
                  <c:v>0.67288888888888887</c:v>
                </c:pt>
                <c:pt idx="19320">
                  <c:v>0.67288888888888887</c:v>
                </c:pt>
                <c:pt idx="19321">
                  <c:v>0.67288888888888887</c:v>
                </c:pt>
                <c:pt idx="19322">
                  <c:v>0.67288888888888887</c:v>
                </c:pt>
                <c:pt idx="19323">
                  <c:v>0.67288888888888887</c:v>
                </c:pt>
                <c:pt idx="19324">
                  <c:v>0.67288888888888887</c:v>
                </c:pt>
                <c:pt idx="19325">
                  <c:v>0.67288888888888887</c:v>
                </c:pt>
                <c:pt idx="19326">
                  <c:v>0.67303703703703699</c:v>
                </c:pt>
                <c:pt idx="19327">
                  <c:v>0.67303703703703699</c:v>
                </c:pt>
                <c:pt idx="19328">
                  <c:v>0.67303703703703699</c:v>
                </c:pt>
                <c:pt idx="19329">
                  <c:v>0.67303703703703699</c:v>
                </c:pt>
                <c:pt idx="19330">
                  <c:v>0.67318518518518522</c:v>
                </c:pt>
                <c:pt idx="19331">
                  <c:v>0.67318518518518522</c:v>
                </c:pt>
                <c:pt idx="19332">
                  <c:v>0.67333333333333334</c:v>
                </c:pt>
                <c:pt idx="19333">
                  <c:v>0.67348148148148146</c:v>
                </c:pt>
                <c:pt idx="19334">
                  <c:v>0.67348148148148146</c:v>
                </c:pt>
                <c:pt idx="19335">
                  <c:v>0.67348148148148146</c:v>
                </c:pt>
                <c:pt idx="19336">
                  <c:v>0.67348148148148146</c:v>
                </c:pt>
                <c:pt idx="19337">
                  <c:v>0.67362962962962958</c:v>
                </c:pt>
                <c:pt idx="19338">
                  <c:v>0.67377777777777781</c:v>
                </c:pt>
                <c:pt idx="19339">
                  <c:v>0.67377777777777781</c:v>
                </c:pt>
                <c:pt idx="19340">
                  <c:v>0.67377777777777781</c:v>
                </c:pt>
                <c:pt idx="19341">
                  <c:v>0.67392592592592593</c:v>
                </c:pt>
                <c:pt idx="19342">
                  <c:v>0.67392592592592593</c:v>
                </c:pt>
                <c:pt idx="19343">
                  <c:v>0.67407407407407405</c:v>
                </c:pt>
                <c:pt idx="19344">
                  <c:v>0.67407407407407405</c:v>
                </c:pt>
                <c:pt idx="19345">
                  <c:v>0.67422222222222217</c:v>
                </c:pt>
                <c:pt idx="19346">
                  <c:v>0.6743703703703704</c:v>
                </c:pt>
                <c:pt idx="19347">
                  <c:v>0.67451851851851852</c:v>
                </c:pt>
                <c:pt idx="19348">
                  <c:v>0.67451851851851852</c:v>
                </c:pt>
                <c:pt idx="19349">
                  <c:v>0.67451851851851852</c:v>
                </c:pt>
                <c:pt idx="19350">
                  <c:v>0.67466666666666664</c:v>
                </c:pt>
                <c:pt idx="19351">
                  <c:v>0.67466666666666664</c:v>
                </c:pt>
                <c:pt idx="19352">
                  <c:v>0.67466666666666664</c:v>
                </c:pt>
                <c:pt idx="19353">
                  <c:v>0.67466666666666664</c:v>
                </c:pt>
                <c:pt idx="19354">
                  <c:v>0.67481481481481487</c:v>
                </c:pt>
                <c:pt idx="19355">
                  <c:v>0.67481481481481487</c:v>
                </c:pt>
                <c:pt idx="19356">
                  <c:v>0.67481481481481487</c:v>
                </c:pt>
                <c:pt idx="19357">
                  <c:v>0.67496296296296299</c:v>
                </c:pt>
                <c:pt idx="19358">
                  <c:v>0.67496296296296299</c:v>
                </c:pt>
                <c:pt idx="19359">
                  <c:v>0.67496296296296299</c:v>
                </c:pt>
                <c:pt idx="19360">
                  <c:v>0.67511111111111111</c:v>
                </c:pt>
                <c:pt idx="19361">
                  <c:v>0.67511111111111111</c:v>
                </c:pt>
                <c:pt idx="19362">
                  <c:v>0.67525925925925923</c:v>
                </c:pt>
                <c:pt idx="19363">
                  <c:v>0.67525925925925923</c:v>
                </c:pt>
                <c:pt idx="19364">
                  <c:v>0.67525925925925923</c:v>
                </c:pt>
                <c:pt idx="19365">
                  <c:v>0.67525925925925923</c:v>
                </c:pt>
                <c:pt idx="19366">
                  <c:v>0.67525925925925923</c:v>
                </c:pt>
                <c:pt idx="19367">
                  <c:v>0.67525925925925923</c:v>
                </c:pt>
                <c:pt idx="19368">
                  <c:v>0.67525925925925923</c:v>
                </c:pt>
                <c:pt idx="19369">
                  <c:v>0.67525925925925923</c:v>
                </c:pt>
                <c:pt idx="19370">
                  <c:v>0.67525925925925923</c:v>
                </c:pt>
                <c:pt idx="19371">
                  <c:v>0.67525925925925923</c:v>
                </c:pt>
                <c:pt idx="19372">
                  <c:v>0.67525925925925923</c:v>
                </c:pt>
                <c:pt idx="19373">
                  <c:v>0.67525925925925923</c:v>
                </c:pt>
                <c:pt idx="19374">
                  <c:v>0.67540740740740746</c:v>
                </c:pt>
                <c:pt idx="19375">
                  <c:v>0.67555555555555558</c:v>
                </c:pt>
                <c:pt idx="19376">
                  <c:v>0.6757037037037037</c:v>
                </c:pt>
                <c:pt idx="19377">
                  <c:v>0.6757037037037037</c:v>
                </c:pt>
                <c:pt idx="19378">
                  <c:v>0.6757037037037037</c:v>
                </c:pt>
                <c:pt idx="19379">
                  <c:v>0.6757037037037037</c:v>
                </c:pt>
                <c:pt idx="19380">
                  <c:v>0.67585185185185181</c:v>
                </c:pt>
                <c:pt idx="19381">
                  <c:v>0.67600000000000005</c:v>
                </c:pt>
                <c:pt idx="19382">
                  <c:v>0.67600000000000005</c:v>
                </c:pt>
                <c:pt idx="19383">
                  <c:v>0.67614814814814816</c:v>
                </c:pt>
                <c:pt idx="19384">
                  <c:v>0.67614814814814816</c:v>
                </c:pt>
                <c:pt idx="19385">
                  <c:v>0.67614814814814816</c:v>
                </c:pt>
                <c:pt idx="19386">
                  <c:v>0.67614814814814816</c:v>
                </c:pt>
                <c:pt idx="19387">
                  <c:v>0.67629629629629628</c:v>
                </c:pt>
                <c:pt idx="19388">
                  <c:v>0.67629629629629628</c:v>
                </c:pt>
                <c:pt idx="19389">
                  <c:v>0.6764444444444444</c:v>
                </c:pt>
                <c:pt idx="19390">
                  <c:v>0.6764444444444444</c:v>
                </c:pt>
                <c:pt idx="19391">
                  <c:v>0.67659259259259263</c:v>
                </c:pt>
                <c:pt idx="19392">
                  <c:v>0.67659259259259263</c:v>
                </c:pt>
                <c:pt idx="19393">
                  <c:v>0.67659259259259263</c:v>
                </c:pt>
                <c:pt idx="19394">
                  <c:v>0.67659259259259263</c:v>
                </c:pt>
                <c:pt idx="19395">
                  <c:v>0.67659259259259263</c:v>
                </c:pt>
                <c:pt idx="19396">
                  <c:v>0.67659259259259263</c:v>
                </c:pt>
                <c:pt idx="19397">
                  <c:v>0.67659259259259263</c:v>
                </c:pt>
                <c:pt idx="19398">
                  <c:v>0.67674074074074075</c:v>
                </c:pt>
                <c:pt idx="19399">
                  <c:v>0.67674074074074075</c:v>
                </c:pt>
                <c:pt idx="19400">
                  <c:v>0.67674074074074075</c:v>
                </c:pt>
                <c:pt idx="19401">
                  <c:v>0.67688888888888887</c:v>
                </c:pt>
                <c:pt idx="19402">
                  <c:v>0.67688888888888887</c:v>
                </c:pt>
                <c:pt idx="19403">
                  <c:v>0.67688888888888887</c:v>
                </c:pt>
                <c:pt idx="19404">
                  <c:v>0.67688888888888887</c:v>
                </c:pt>
                <c:pt idx="19405">
                  <c:v>0.67703703703703699</c:v>
                </c:pt>
                <c:pt idx="19406">
                  <c:v>0.67718518518518522</c:v>
                </c:pt>
                <c:pt idx="19407">
                  <c:v>0.67718518518518522</c:v>
                </c:pt>
                <c:pt idx="19408">
                  <c:v>0.67733333333333334</c:v>
                </c:pt>
                <c:pt idx="19409">
                  <c:v>0.67733333333333334</c:v>
                </c:pt>
                <c:pt idx="19410">
                  <c:v>0.67748148148148146</c:v>
                </c:pt>
                <c:pt idx="19411">
                  <c:v>0.67748148148148146</c:v>
                </c:pt>
                <c:pt idx="19412">
                  <c:v>0.67762962962962958</c:v>
                </c:pt>
                <c:pt idx="19413">
                  <c:v>0.67762962962962958</c:v>
                </c:pt>
                <c:pt idx="19414">
                  <c:v>0.67762962962962958</c:v>
                </c:pt>
                <c:pt idx="19415">
                  <c:v>0.67762962962962958</c:v>
                </c:pt>
                <c:pt idx="19416">
                  <c:v>0.67762962962962958</c:v>
                </c:pt>
                <c:pt idx="19417">
                  <c:v>0.67762962962962958</c:v>
                </c:pt>
                <c:pt idx="19418">
                  <c:v>0.67762962962962958</c:v>
                </c:pt>
                <c:pt idx="19419">
                  <c:v>0.67762962962962958</c:v>
                </c:pt>
                <c:pt idx="19420">
                  <c:v>0.67762962962962958</c:v>
                </c:pt>
                <c:pt idx="19421">
                  <c:v>0.67762962962962958</c:v>
                </c:pt>
                <c:pt idx="19422">
                  <c:v>0.67762962962962958</c:v>
                </c:pt>
                <c:pt idx="19423">
                  <c:v>0.67777777777777781</c:v>
                </c:pt>
                <c:pt idx="19424">
                  <c:v>0.67777777777777781</c:v>
                </c:pt>
                <c:pt idx="19425">
                  <c:v>0.67777777777777781</c:v>
                </c:pt>
                <c:pt idx="19426">
                  <c:v>0.67777777777777781</c:v>
                </c:pt>
                <c:pt idx="19427">
                  <c:v>0.67777777777777781</c:v>
                </c:pt>
                <c:pt idx="19428">
                  <c:v>0.67777777777777781</c:v>
                </c:pt>
                <c:pt idx="19429">
                  <c:v>0.67777777777777781</c:v>
                </c:pt>
                <c:pt idx="19430">
                  <c:v>0.67777777777777781</c:v>
                </c:pt>
                <c:pt idx="19431">
                  <c:v>0.67777777777777781</c:v>
                </c:pt>
                <c:pt idx="19432">
                  <c:v>0.67777777777777781</c:v>
                </c:pt>
                <c:pt idx="19433">
                  <c:v>0.67777777777777781</c:v>
                </c:pt>
                <c:pt idx="19434">
                  <c:v>0.67792592592592593</c:v>
                </c:pt>
                <c:pt idx="19435">
                  <c:v>0.67807407407407405</c:v>
                </c:pt>
                <c:pt idx="19436">
                  <c:v>0.67807407407407405</c:v>
                </c:pt>
                <c:pt idx="19437">
                  <c:v>0.67807407407407405</c:v>
                </c:pt>
                <c:pt idx="19438">
                  <c:v>0.67822222222222217</c:v>
                </c:pt>
                <c:pt idx="19439">
                  <c:v>0.6783703703703704</c:v>
                </c:pt>
                <c:pt idx="19440">
                  <c:v>0.67851851851851852</c:v>
                </c:pt>
                <c:pt idx="19441">
                  <c:v>0.67851851851851852</c:v>
                </c:pt>
                <c:pt idx="19442">
                  <c:v>0.67851851851851852</c:v>
                </c:pt>
                <c:pt idx="19443">
                  <c:v>0.67851851851851852</c:v>
                </c:pt>
                <c:pt idx="19444">
                  <c:v>0.67851851851851852</c:v>
                </c:pt>
                <c:pt idx="19445">
                  <c:v>0.67851851851851852</c:v>
                </c:pt>
                <c:pt idx="19446">
                  <c:v>0.67851851851851852</c:v>
                </c:pt>
                <c:pt idx="19447">
                  <c:v>0.67866666666666664</c:v>
                </c:pt>
                <c:pt idx="19448">
                  <c:v>0.67866666666666664</c:v>
                </c:pt>
                <c:pt idx="19449">
                  <c:v>0.67866666666666664</c:v>
                </c:pt>
                <c:pt idx="19450">
                  <c:v>0.67881481481481476</c:v>
                </c:pt>
                <c:pt idx="19451">
                  <c:v>0.67881481481481476</c:v>
                </c:pt>
                <c:pt idx="19452">
                  <c:v>0.67881481481481476</c:v>
                </c:pt>
                <c:pt idx="19453">
                  <c:v>0.67881481481481476</c:v>
                </c:pt>
                <c:pt idx="19454">
                  <c:v>0.67896296296296299</c:v>
                </c:pt>
                <c:pt idx="19455">
                  <c:v>0.67896296296296299</c:v>
                </c:pt>
                <c:pt idx="19456">
                  <c:v>0.67896296296296299</c:v>
                </c:pt>
                <c:pt idx="19457">
                  <c:v>0.67896296296296299</c:v>
                </c:pt>
                <c:pt idx="19458">
                  <c:v>0.67896296296296299</c:v>
                </c:pt>
                <c:pt idx="19459">
                  <c:v>0.67896296296296299</c:v>
                </c:pt>
                <c:pt idx="19460">
                  <c:v>0.67896296296296299</c:v>
                </c:pt>
                <c:pt idx="19461">
                  <c:v>0.67911111111111111</c:v>
                </c:pt>
                <c:pt idx="19462">
                  <c:v>0.67925925925925923</c:v>
                </c:pt>
                <c:pt idx="19463">
                  <c:v>0.67925925925925923</c:v>
                </c:pt>
                <c:pt idx="19464">
                  <c:v>0.67925925925925923</c:v>
                </c:pt>
                <c:pt idx="19465">
                  <c:v>0.67925925925925923</c:v>
                </c:pt>
                <c:pt idx="19466">
                  <c:v>0.67925925925925923</c:v>
                </c:pt>
                <c:pt idx="19467">
                  <c:v>0.67925925925925923</c:v>
                </c:pt>
                <c:pt idx="19468">
                  <c:v>0.67925925925925923</c:v>
                </c:pt>
                <c:pt idx="19469">
                  <c:v>0.67925925925925923</c:v>
                </c:pt>
                <c:pt idx="19470">
                  <c:v>0.67940740740740746</c:v>
                </c:pt>
                <c:pt idx="19471">
                  <c:v>0.67955555555555558</c:v>
                </c:pt>
                <c:pt idx="19472">
                  <c:v>0.67955555555555558</c:v>
                </c:pt>
                <c:pt idx="19473">
                  <c:v>0.6797037037037037</c:v>
                </c:pt>
                <c:pt idx="19474">
                  <c:v>0.6797037037037037</c:v>
                </c:pt>
                <c:pt idx="19475">
                  <c:v>0.6797037037037037</c:v>
                </c:pt>
                <c:pt idx="19476">
                  <c:v>0.6797037037037037</c:v>
                </c:pt>
                <c:pt idx="19477">
                  <c:v>0.6797037037037037</c:v>
                </c:pt>
                <c:pt idx="19478">
                  <c:v>0.67985185185185182</c:v>
                </c:pt>
                <c:pt idx="19479">
                  <c:v>0.67985185185185182</c:v>
                </c:pt>
                <c:pt idx="19480">
                  <c:v>0.68</c:v>
                </c:pt>
                <c:pt idx="19481">
                  <c:v>0.68</c:v>
                </c:pt>
                <c:pt idx="19482">
                  <c:v>0.68</c:v>
                </c:pt>
                <c:pt idx="19483">
                  <c:v>0.68</c:v>
                </c:pt>
                <c:pt idx="19484">
                  <c:v>0.68</c:v>
                </c:pt>
                <c:pt idx="19485">
                  <c:v>0.68</c:v>
                </c:pt>
                <c:pt idx="19486">
                  <c:v>0.68</c:v>
                </c:pt>
                <c:pt idx="19487">
                  <c:v>0.68</c:v>
                </c:pt>
                <c:pt idx="19488">
                  <c:v>0.68</c:v>
                </c:pt>
                <c:pt idx="19489">
                  <c:v>0.68</c:v>
                </c:pt>
                <c:pt idx="19490">
                  <c:v>0.68</c:v>
                </c:pt>
                <c:pt idx="19491">
                  <c:v>0.68</c:v>
                </c:pt>
                <c:pt idx="19492">
                  <c:v>0.68014814814814817</c:v>
                </c:pt>
                <c:pt idx="19493">
                  <c:v>0.68014814814814817</c:v>
                </c:pt>
                <c:pt idx="19494">
                  <c:v>0.68029629629629629</c:v>
                </c:pt>
                <c:pt idx="19495">
                  <c:v>0.68029629629629629</c:v>
                </c:pt>
                <c:pt idx="19496">
                  <c:v>0.68029629629629629</c:v>
                </c:pt>
                <c:pt idx="19497">
                  <c:v>0.68044444444444441</c:v>
                </c:pt>
                <c:pt idx="19498">
                  <c:v>0.68059259259259264</c:v>
                </c:pt>
                <c:pt idx="19499">
                  <c:v>0.68059259259259264</c:v>
                </c:pt>
                <c:pt idx="19500">
                  <c:v>0.68059259259259264</c:v>
                </c:pt>
                <c:pt idx="19501">
                  <c:v>0.68059259259259264</c:v>
                </c:pt>
                <c:pt idx="19502">
                  <c:v>0.68059259259259264</c:v>
                </c:pt>
                <c:pt idx="19503">
                  <c:v>0.68059259259259264</c:v>
                </c:pt>
                <c:pt idx="19504">
                  <c:v>0.68059259259259264</c:v>
                </c:pt>
                <c:pt idx="19505">
                  <c:v>0.68059259259259264</c:v>
                </c:pt>
                <c:pt idx="19506">
                  <c:v>0.68074074074074076</c:v>
                </c:pt>
                <c:pt idx="19507">
                  <c:v>0.68074074074074076</c:v>
                </c:pt>
                <c:pt idx="19508">
                  <c:v>0.68074074074074076</c:v>
                </c:pt>
                <c:pt idx="19509">
                  <c:v>0.68088888888888888</c:v>
                </c:pt>
                <c:pt idx="19510">
                  <c:v>0.68088888888888888</c:v>
                </c:pt>
                <c:pt idx="19511">
                  <c:v>0.68088888888888888</c:v>
                </c:pt>
                <c:pt idx="19512">
                  <c:v>0.68088888888888888</c:v>
                </c:pt>
                <c:pt idx="19513">
                  <c:v>0.68088888888888888</c:v>
                </c:pt>
                <c:pt idx="19514">
                  <c:v>0.68088888888888888</c:v>
                </c:pt>
                <c:pt idx="19515">
                  <c:v>0.681037037037037</c:v>
                </c:pt>
                <c:pt idx="19516">
                  <c:v>0.68118518518518523</c:v>
                </c:pt>
                <c:pt idx="19517">
                  <c:v>0.68133333333333335</c:v>
                </c:pt>
                <c:pt idx="19518">
                  <c:v>0.68133333333333335</c:v>
                </c:pt>
                <c:pt idx="19519">
                  <c:v>0.68148148148148147</c:v>
                </c:pt>
                <c:pt idx="19520">
                  <c:v>0.68148148148148147</c:v>
                </c:pt>
                <c:pt idx="19521">
                  <c:v>0.68148148148148147</c:v>
                </c:pt>
                <c:pt idx="19522">
                  <c:v>0.68162962962962959</c:v>
                </c:pt>
                <c:pt idx="19523">
                  <c:v>0.68162962962962959</c:v>
                </c:pt>
                <c:pt idx="19524">
                  <c:v>0.68177777777777782</c:v>
                </c:pt>
                <c:pt idx="19525">
                  <c:v>0.68177777777777782</c:v>
                </c:pt>
                <c:pt idx="19526">
                  <c:v>0.68177777777777782</c:v>
                </c:pt>
                <c:pt idx="19527">
                  <c:v>0.68177777777777782</c:v>
                </c:pt>
                <c:pt idx="19528">
                  <c:v>0.68177777777777782</c:v>
                </c:pt>
                <c:pt idx="19529">
                  <c:v>0.68177777777777782</c:v>
                </c:pt>
                <c:pt idx="19530">
                  <c:v>0.68177777777777782</c:v>
                </c:pt>
                <c:pt idx="19531">
                  <c:v>0.68177777777777782</c:v>
                </c:pt>
                <c:pt idx="19532">
                  <c:v>0.68177777777777782</c:v>
                </c:pt>
                <c:pt idx="19533">
                  <c:v>0.68192592592592594</c:v>
                </c:pt>
                <c:pt idx="19534">
                  <c:v>0.68207407407407405</c:v>
                </c:pt>
                <c:pt idx="19535">
                  <c:v>0.68207407407407405</c:v>
                </c:pt>
                <c:pt idx="19536">
                  <c:v>0.68207407407407405</c:v>
                </c:pt>
                <c:pt idx="19537">
                  <c:v>0.68207407407407405</c:v>
                </c:pt>
                <c:pt idx="19538">
                  <c:v>0.68207407407407405</c:v>
                </c:pt>
                <c:pt idx="19539">
                  <c:v>0.68222222222222217</c:v>
                </c:pt>
                <c:pt idx="19540">
                  <c:v>0.68222222222222217</c:v>
                </c:pt>
                <c:pt idx="19541">
                  <c:v>0.68222222222222217</c:v>
                </c:pt>
                <c:pt idx="19542">
                  <c:v>0.6823703703703704</c:v>
                </c:pt>
                <c:pt idx="19543">
                  <c:v>0.6823703703703704</c:v>
                </c:pt>
                <c:pt idx="19544">
                  <c:v>0.68251851851851852</c:v>
                </c:pt>
                <c:pt idx="19545">
                  <c:v>0.68251851851851852</c:v>
                </c:pt>
                <c:pt idx="19546">
                  <c:v>0.68251851851851852</c:v>
                </c:pt>
                <c:pt idx="19547">
                  <c:v>0.68251851851851852</c:v>
                </c:pt>
                <c:pt idx="19548">
                  <c:v>0.68266666666666664</c:v>
                </c:pt>
                <c:pt idx="19549">
                  <c:v>0.68266666666666664</c:v>
                </c:pt>
                <c:pt idx="19550">
                  <c:v>0.68266666666666664</c:v>
                </c:pt>
                <c:pt idx="19551">
                  <c:v>0.68266666666666664</c:v>
                </c:pt>
                <c:pt idx="19552">
                  <c:v>0.68266666666666664</c:v>
                </c:pt>
                <c:pt idx="19553">
                  <c:v>0.68266666666666664</c:v>
                </c:pt>
                <c:pt idx="19554">
                  <c:v>0.68266666666666664</c:v>
                </c:pt>
                <c:pt idx="19555">
                  <c:v>0.68266666666666664</c:v>
                </c:pt>
                <c:pt idx="19556">
                  <c:v>0.68266666666666664</c:v>
                </c:pt>
                <c:pt idx="19557">
                  <c:v>0.68266666666666664</c:v>
                </c:pt>
                <c:pt idx="19558">
                  <c:v>0.68281481481481476</c:v>
                </c:pt>
                <c:pt idx="19559">
                  <c:v>0.68281481481481476</c:v>
                </c:pt>
                <c:pt idx="19560">
                  <c:v>0.68281481481481476</c:v>
                </c:pt>
                <c:pt idx="19561">
                  <c:v>0.68281481481481476</c:v>
                </c:pt>
                <c:pt idx="19562">
                  <c:v>0.68281481481481476</c:v>
                </c:pt>
                <c:pt idx="19563">
                  <c:v>0.68296296296296299</c:v>
                </c:pt>
                <c:pt idx="19564">
                  <c:v>0.68296296296296299</c:v>
                </c:pt>
                <c:pt idx="19565">
                  <c:v>0.68311111111111111</c:v>
                </c:pt>
                <c:pt idx="19566">
                  <c:v>0.68311111111111111</c:v>
                </c:pt>
                <c:pt idx="19567">
                  <c:v>0.68325925925925923</c:v>
                </c:pt>
                <c:pt idx="19568">
                  <c:v>0.68340740740740735</c:v>
                </c:pt>
                <c:pt idx="19569">
                  <c:v>0.68355555555555558</c:v>
                </c:pt>
                <c:pt idx="19570">
                  <c:v>0.68355555555555558</c:v>
                </c:pt>
                <c:pt idx="19571">
                  <c:v>0.68355555555555558</c:v>
                </c:pt>
                <c:pt idx="19572">
                  <c:v>0.68355555555555558</c:v>
                </c:pt>
                <c:pt idx="19573">
                  <c:v>0.68355555555555558</c:v>
                </c:pt>
                <c:pt idx="19574">
                  <c:v>0.6837037037037037</c:v>
                </c:pt>
                <c:pt idx="19575">
                  <c:v>0.6837037037037037</c:v>
                </c:pt>
                <c:pt idx="19576">
                  <c:v>0.6837037037037037</c:v>
                </c:pt>
                <c:pt idx="19577">
                  <c:v>0.6837037037037037</c:v>
                </c:pt>
                <c:pt idx="19578">
                  <c:v>0.6837037037037037</c:v>
                </c:pt>
                <c:pt idx="19579">
                  <c:v>0.68385185185185182</c:v>
                </c:pt>
                <c:pt idx="19580">
                  <c:v>0.68385185185185182</c:v>
                </c:pt>
                <c:pt idx="19581">
                  <c:v>0.68400000000000005</c:v>
                </c:pt>
                <c:pt idx="19582">
                  <c:v>0.68400000000000005</c:v>
                </c:pt>
                <c:pt idx="19583">
                  <c:v>0.68400000000000005</c:v>
                </c:pt>
                <c:pt idx="19584">
                  <c:v>0.68414814814814817</c:v>
                </c:pt>
                <c:pt idx="19585">
                  <c:v>0.68414814814814817</c:v>
                </c:pt>
                <c:pt idx="19586">
                  <c:v>0.68429629629629629</c:v>
                </c:pt>
                <c:pt idx="19587">
                  <c:v>0.68429629629629629</c:v>
                </c:pt>
                <c:pt idx="19588">
                  <c:v>0.68429629629629629</c:v>
                </c:pt>
                <c:pt idx="19589">
                  <c:v>0.68429629629629629</c:v>
                </c:pt>
                <c:pt idx="19590">
                  <c:v>0.68429629629629629</c:v>
                </c:pt>
                <c:pt idx="19591">
                  <c:v>0.68429629629629629</c:v>
                </c:pt>
                <c:pt idx="19592">
                  <c:v>0.68429629629629629</c:v>
                </c:pt>
                <c:pt idx="19593">
                  <c:v>0.68429629629629629</c:v>
                </c:pt>
                <c:pt idx="19594">
                  <c:v>0.68444444444444441</c:v>
                </c:pt>
                <c:pt idx="19595">
                  <c:v>0.68459259259259264</c:v>
                </c:pt>
                <c:pt idx="19596">
                  <c:v>0.68474074074074076</c:v>
                </c:pt>
                <c:pt idx="19597">
                  <c:v>0.68474074074074076</c:v>
                </c:pt>
                <c:pt idx="19598">
                  <c:v>0.68488888888888888</c:v>
                </c:pt>
                <c:pt idx="19599">
                  <c:v>0.68488888888888888</c:v>
                </c:pt>
                <c:pt idx="19600">
                  <c:v>0.685037037037037</c:v>
                </c:pt>
                <c:pt idx="19601">
                  <c:v>0.68518518518518523</c:v>
                </c:pt>
                <c:pt idx="19602">
                  <c:v>0.68518518518518523</c:v>
                </c:pt>
                <c:pt idx="19603">
                  <c:v>0.68533333333333335</c:v>
                </c:pt>
                <c:pt idx="19604">
                  <c:v>0.68548148148148147</c:v>
                </c:pt>
                <c:pt idx="19605">
                  <c:v>0.68548148148148147</c:v>
                </c:pt>
                <c:pt idx="19606">
                  <c:v>0.68548148148148147</c:v>
                </c:pt>
                <c:pt idx="19607">
                  <c:v>0.68548148148148147</c:v>
                </c:pt>
                <c:pt idx="19608">
                  <c:v>0.68548148148148147</c:v>
                </c:pt>
                <c:pt idx="19609">
                  <c:v>0.68548148148148147</c:v>
                </c:pt>
                <c:pt idx="19610">
                  <c:v>0.68548148148148147</c:v>
                </c:pt>
                <c:pt idx="19611">
                  <c:v>0.68548148148148147</c:v>
                </c:pt>
                <c:pt idx="19612">
                  <c:v>0.68548148148148147</c:v>
                </c:pt>
                <c:pt idx="19613">
                  <c:v>0.68548148148148147</c:v>
                </c:pt>
                <c:pt idx="19614">
                  <c:v>0.68548148148148147</c:v>
                </c:pt>
                <c:pt idx="19615">
                  <c:v>0.68548148148148147</c:v>
                </c:pt>
                <c:pt idx="19616">
                  <c:v>0.68548148148148147</c:v>
                </c:pt>
                <c:pt idx="19617">
                  <c:v>0.68548148148148147</c:v>
                </c:pt>
                <c:pt idx="19618">
                  <c:v>0.68548148148148147</c:v>
                </c:pt>
                <c:pt idx="19619">
                  <c:v>0.68562962962962959</c:v>
                </c:pt>
                <c:pt idx="19620">
                  <c:v>0.68562962962962959</c:v>
                </c:pt>
                <c:pt idx="19621">
                  <c:v>0.68562962962962959</c:v>
                </c:pt>
                <c:pt idx="19622">
                  <c:v>0.68562962962962959</c:v>
                </c:pt>
                <c:pt idx="19623">
                  <c:v>0.68562962962962959</c:v>
                </c:pt>
                <c:pt idx="19624">
                  <c:v>0.68562962962962959</c:v>
                </c:pt>
                <c:pt idx="19625">
                  <c:v>0.68562962962962959</c:v>
                </c:pt>
                <c:pt idx="19626">
                  <c:v>0.68562962962962959</c:v>
                </c:pt>
                <c:pt idx="19627">
                  <c:v>0.68562962962962959</c:v>
                </c:pt>
                <c:pt idx="19628">
                  <c:v>0.68562962962962959</c:v>
                </c:pt>
                <c:pt idx="19629">
                  <c:v>0.68577777777777782</c:v>
                </c:pt>
                <c:pt idx="19630">
                  <c:v>0.68577777777777782</c:v>
                </c:pt>
                <c:pt idx="19631">
                  <c:v>0.68577777777777782</c:v>
                </c:pt>
                <c:pt idx="19632">
                  <c:v>0.68577777777777782</c:v>
                </c:pt>
                <c:pt idx="19633">
                  <c:v>0.68577777777777782</c:v>
                </c:pt>
                <c:pt idx="19634">
                  <c:v>0.68577777777777782</c:v>
                </c:pt>
                <c:pt idx="19635">
                  <c:v>0.68577777777777782</c:v>
                </c:pt>
                <c:pt idx="19636">
                  <c:v>0.68577777777777782</c:v>
                </c:pt>
                <c:pt idx="19637">
                  <c:v>0.68577777777777782</c:v>
                </c:pt>
                <c:pt idx="19638">
                  <c:v>0.68577777777777782</c:v>
                </c:pt>
                <c:pt idx="19639">
                  <c:v>0.68577777777777782</c:v>
                </c:pt>
                <c:pt idx="19640">
                  <c:v>0.68592592592592594</c:v>
                </c:pt>
                <c:pt idx="19641">
                  <c:v>0.68592592592592594</c:v>
                </c:pt>
                <c:pt idx="19642">
                  <c:v>0.68607407407407406</c:v>
                </c:pt>
                <c:pt idx="19643">
                  <c:v>0.68607407407407406</c:v>
                </c:pt>
                <c:pt idx="19644">
                  <c:v>0.68607407407407406</c:v>
                </c:pt>
                <c:pt idx="19645">
                  <c:v>0.68607407407407406</c:v>
                </c:pt>
                <c:pt idx="19646">
                  <c:v>0.68622222222222218</c:v>
                </c:pt>
                <c:pt idx="19647">
                  <c:v>0.68637037037037041</c:v>
                </c:pt>
                <c:pt idx="19648">
                  <c:v>0.68637037037037041</c:v>
                </c:pt>
                <c:pt idx="19649">
                  <c:v>0.68651851851851853</c:v>
                </c:pt>
                <c:pt idx="19650">
                  <c:v>0.68651851851851853</c:v>
                </c:pt>
                <c:pt idx="19651">
                  <c:v>0.68651851851851853</c:v>
                </c:pt>
                <c:pt idx="19652">
                  <c:v>0.68651851851851853</c:v>
                </c:pt>
                <c:pt idx="19653">
                  <c:v>0.68651851851851853</c:v>
                </c:pt>
                <c:pt idx="19654">
                  <c:v>0.68666666666666665</c:v>
                </c:pt>
                <c:pt idx="19655">
                  <c:v>0.68666666666666665</c:v>
                </c:pt>
                <c:pt idx="19656">
                  <c:v>0.68666666666666665</c:v>
                </c:pt>
                <c:pt idx="19657">
                  <c:v>0.68666666666666665</c:v>
                </c:pt>
                <c:pt idx="19658">
                  <c:v>0.68681481481481477</c:v>
                </c:pt>
                <c:pt idx="19659">
                  <c:v>0.68681481481481477</c:v>
                </c:pt>
                <c:pt idx="19660">
                  <c:v>0.68681481481481477</c:v>
                </c:pt>
                <c:pt idx="19661">
                  <c:v>0.68681481481481477</c:v>
                </c:pt>
                <c:pt idx="19662">
                  <c:v>0.68681481481481477</c:v>
                </c:pt>
                <c:pt idx="19663">
                  <c:v>0.68681481481481477</c:v>
                </c:pt>
                <c:pt idx="19664">
                  <c:v>0.686962962962963</c:v>
                </c:pt>
                <c:pt idx="19665">
                  <c:v>0.686962962962963</c:v>
                </c:pt>
                <c:pt idx="19666">
                  <c:v>0.686962962962963</c:v>
                </c:pt>
                <c:pt idx="19667">
                  <c:v>0.686962962962963</c:v>
                </c:pt>
                <c:pt idx="19668">
                  <c:v>0.686962962962963</c:v>
                </c:pt>
                <c:pt idx="19669">
                  <c:v>0.686962962962963</c:v>
                </c:pt>
                <c:pt idx="19670">
                  <c:v>0.686962962962963</c:v>
                </c:pt>
                <c:pt idx="19671">
                  <c:v>0.686962962962963</c:v>
                </c:pt>
                <c:pt idx="19672">
                  <c:v>0.686962962962963</c:v>
                </c:pt>
                <c:pt idx="19673">
                  <c:v>0.686962962962963</c:v>
                </c:pt>
                <c:pt idx="19674">
                  <c:v>0.68711111111111112</c:v>
                </c:pt>
                <c:pt idx="19675">
                  <c:v>0.68711111111111112</c:v>
                </c:pt>
                <c:pt idx="19676">
                  <c:v>0.68711111111111112</c:v>
                </c:pt>
                <c:pt idx="19677">
                  <c:v>0.68725925925925924</c:v>
                </c:pt>
                <c:pt idx="19678">
                  <c:v>0.68725925925925924</c:v>
                </c:pt>
                <c:pt idx="19679">
                  <c:v>0.68725925925925924</c:v>
                </c:pt>
                <c:pt idx="19680">
                  <c:v>0.68725925925925924</c:v>
                </c:pt>
                <c:pt idx="19681">
                  <c:v>0.68725925925925924</c:v>
                </c:pt>
                <c:pt idx="19682">
                  <c:v>0.68725925925925924</c:v>
                </c:pt>
                <c:pt idx="19683">
                  <c:v>0.68725925925925924</c:v>
                </c:pt>
                <c:pt idx="19684">
                  <c:v>0.68740740740740736</c:v>
                </c:pt>
                <c:pt idx="19685">
                  <c:v>0.68740740740740736</c:v>
                </c:pt>
                <c:pt idx="19686">
                  <c:v>0.68755555555555559</c:v>
                </c:pt>
                <c:pt idx="19687">
                  <c:v>0.68770370370370371</c:v>
                </c:pt>
                <c:pt idx="19688">
                  <c:v>0.68770370370370371</c:v>
                </c:pt>
                <c:pt idx="19689">
                  <c:v>0.68770370370370371</c:v>
                </c:pt>
                <c:pt idx="19690">
                  <c:v>0.68785185185185183</c:v>
                </c:pt>
                <c:pt idx="19691">
                  <c:v>0.68799999999999994</c:v>
                </c:pt>
                <c:pt idx="19692">
                  <c:v>0.68799999999999994</c:v>
                </c:pt>
                <c:pt idx="19693">
                  <c:v>0.68814814814814818</c:v>
                </c:pt>
                <c:pt idx="19694">
                  <c:v>0.68814814814814818</c:v>
                </c:pt>
                <c:pt idx="19695">
                  <c:v>0.68814814814814818</c:v>
                </c:pt>
                <c:pt idx="19696">
                  <c:v>0.68814814814814818</c:v>
                </c:pt>
                <c:pt idx="19697">
                  <c:v>0.68829629629629629</c:v>
                </c:pt>
                <c:pt idx="19698">
                  <c:v>0.68829629629629629</c:v>
                </c:pt>
                <c:pt idx="19699">
                  <c:v>0.68829629629629629</c:v>
                </c:pt>
                <c:pt idx="19700">
                  <c:v>0.68829629629629629</c:v>
                </c:pt>
                <c:pt idx="19701">
                  <c:v>0.68829629629629629</c:v>
                </c:pt>
                <c:pt idx="19702">
                  <c:v>0.68829629629629629</c:v>
                </c:pt>
                <c:pt idx="19703">
                  <c:v>0.68829629629629629</c:v>
                </c:pt>
                <c:pt idx="19704">
                  <c:v>0.68829629629629629</c:v>
                </c:pt>
                <c:pt idx="19705">
                  <c:v>0.68829629629629629</c:v>
                </c:pt>
                <c:pt idx="19706">
                  <c:v>0.68829629629629629</c:v>
                </c:pt>
                <c:pt idx="19707">
                  <c:v>0.68829629629629629</c:v>
                </c:pt>
                <c:pt idx="19708">
                  <c:v>0.68829629629629629</c:v>
                </c:pt>
                <c:pt idx="19709">
                  <c:v>0.68829629629629629</c:v>
                </c:pt>
                <c:pt idx="19710">
                  <c:v>0.68829629629629629</c:v>
                </c:pt>
                <c:pt idx="19711">
                  <c:v>0.68829629629629629</c:v>
                </c:pt>
                <c:pt idx="19712">
                  <c:v>0.68844444444444441</c:v>
                </c:pt>
                <c:pt idx="19713">
                  <c:v>0.68844444444444441</c:v>
                </c:pt>
                <c:pt idx="19714">
                  <c:v>0.68859259259259264</c:v>
                </c:pt>
                <c:pt idx="19715">
                  <c:v>0.68859259259259264</c:v>
                </c:pt>
                <c:pt idx="19716">
                  <c:v>0.68859259259259264</c:v>
                </c:pt>
                <c:pt idx="19717">
                  <c:v>0.68859259259259264</c:v>
                </c:pt>
                <c:pt idx="19718">
                  <c:v>0.68859259259259264</c:v>
                </c:pt>
                <c:pt idx="19719">
                  <c:v>0.68859259259259264</c:v>
                </c:pt>
                <c:pt idx="19720">
                  <c:v>0.68859259259259264</c:v>
                </c:pt>
                <c:pt idx="19721">
                  <c:v>0.68859259259259264</c:v>
                </c:pt>
                <c:pt idx="19722">
                  <c:v>0.68874074074074076</c:v>
                </c:pt>
                <c:pt idx="19723">
                  <c:v>0.68874074074074076</c:v>
                </c:pt>
                <c:pt idx="19724">
                  <c:v>0.68874074074074076</c:v>
                </c:pt>
                <c:pt idx="19725">
                  <c:v>0.68874074074074076</c:v>
                </c:pt>
                <c:pt idx="19726">
                  <c:v>0.68874074074074076</c:v>
                </c:pt>
                <c:pt idx="19727">
                  <c:v>0.68874074074074076</c:v>
                </c:pt>
                <c:pt idx="19728">
                  <c:v>0.68874074074074076</c:v>
                </c:pt>
                <c:pt idx="19729">
                  <c:v>0.68888888888888888</c:v>
                </c:pt>
                <c:pt idx="19730">
                  <c:v>0.68888888888888888</c:v>
                </c:pt>
                <c:pt idx="19731">
                  <c:v>0.689037037037037</c:v>
                </c:pt>
                <c:pt idx="19732">
                  <c:v>0.68918518518518523</c:v>
                </c:pt>
                <c:pt idx="19733">
                  <c:v>0.68918518518518523</c:v>
                </c:pt>
                <c:pt idx="19734">
                  <c:v>0.68918518518518523</c:v>
                </c:pt>
                <c:pt idx="19735">
                  <c:v>0.68933333333333335</c:v>
                </c:pt>
                <c:pt idx="19736">
                  <c:v>0.68948148148148147</c:v>
                </c:pt>
                <c:pt idx="19737">
                  <c:v>0.68948148148148147</c:v>
                </c:pt>
                <c:pt idx="19738">
                  <c:v>0.68948148148148147</c:v>
                </c:pt>
                <c:pt idx="19739">
                  <c:v>0.68948148148148147</c:v>
                </c:pt>
                <c:pt idx="19740">
                  <c:v>0.68948148148148147</c:v>
                </c:pt>
                <c:pt idx="19741">
                  <c:v>0.68948148148148147</c:v>
                </c:pt>
                <c:pt idx="19742">
                  <c:v>0.68962962962962959</c:v>
                </c:pt>
                <c:pt idx="19743">
                  <c:v>0.68962962962962959</c:v>
                </c:pt>
                <c:pt idx="19744">
                  <c:v>0.68962962962962959</c:v>
                </c:pt>
                <c:pt idx="19745">
                  <c:v>0.68962962962962959</c:v>
                </c:pt>
                <c:pt idx="19746">
                  <c:v>0.68962962962962959</c:v>
                </c:pt>
                <c:pt idx="19747">
                  <c:v>0.68962962962962959</c:v>
                </c:pt>
                <c:pt idx="19748">
                  <c:v>0.68962962962962959</c:v>
                </c:pt>
                <c:pt idx="19749">
                  <c:v>0.68962962962962959</c:v>
                </c:pt>
                <c:pt idx="19750">
                  <c:v>0.68962962962962959</c:v>
                </c:pt>
                <c:pt idx="19751">
                  <c:v>0.68962962962962959</c:v>
                </c:pt>
                <c:pt idx="19752">
                  <c:v>0.68977777777777782</c:v>
                </c:pt>
                <c:pt idx="19753">
                  <c:v>0.68977777777777782</c:v>
                </c:pt>
                <c:pt idx="19754">
                  <c:v>0.68977777777777782</c:v>
                </c:pt>
                <c:pt idx="19755">
                  <c:v>0.68992592592592594</c:v>
                </c:pt>
                <c:pt idx="19756">
                  <c:v>0.68992592592592594</c:v>
                </c:pt>
                <c:pt idx="19757">
                  <c:v>0.69007407407407406</c:v>
                </c:pt>
                <c:pt idx="19758">
                  <c:v>0.69022222222222218</c:v>
                </c:pt>
                <c:pt idx="19759">
                  <c:v>0.69022222222222218</c:v>
                </c:pt>
                <c:pt idx="19760">
                  <c:v>0.69022222222222218</c:v>
                </c:pt>
                <c:pt idx="19761">
                  <c:v>0.69037037037037041</c:v>
                </c:pt>
                <c:pt idx="19762">
                  <c:v>0.69037037037037041</c:v>
                </c:pt>
                <c:pt idx="19763">
                  <c:v>0.69037037037037041</c:v>
                </c:pt>
                <c:pt idx="19764">
                  <c:v>0.69051851851851853</c:v>
                </c:pt>
                <c:pt idx="19765">
                  <c:v>0.69051851851851853</c:v>
                </c:pt>
                <c:pt idx="19766">
                  <c:v>0.69051851851851853</c:v>
                </c:pt>
                <c:pt idx="19767">
                  <c:v>0.69051851851851853</c:v>
                </c:pt>
                <c:pt idx="19768">
                  <c:v>0.69066666666666665</c:v>
                </c:pt>
                <c:pt idx="19769">
                  <c:v>0.69081481481481477</c:v>
                </c:pt>
                <c:pt idx="19770">
                  <c:v>0.690962962962963</c:v>
                </c:pt>
                <c:pt idx="19771">
                  <c:v>0.690962962962963</c:v>
                </c:pt>
                <c:pt idx="19772">
                  <c:v>0.69111111111111112</c:v>
                </c:pt>
                <c:pt idx="19773">
                  <c:v>0.69111111111111112</c:v>
                </c:pt>
                <c:pt idx="19774">
                  <c:v>0.69125925925925924</c:v>
                </c:pt>
                <c:pt idx="19775">
                  <c:v>0.69140740740740736</c:v>
                </c:pt>
                <c:pt idx="19776">
                  <c:v>0.69155555555555559</c:v>
                </c:pt>
                <c:pt idx="19777">
                  <c:v>0.69155555555555559</c:v>
                </c:pt>
                <c:pt idx="19778">
                  <c:v>0.69155555555555559</c:v>
                </c:pt>
                <c:pt idx="19779">
                  <c:v>0.69170370370370371</c:v>
                </c:pt>
                <c:pt idx="19780">
                  <c:v>0.69170370370370371</c:v>
                </c:pt>
                <c:pt idx="19781">
                  <c:v>0.69170370370370371</c:v>
                </c:pt>
                <c:pt idx="19782">
                  <c:v>0.69185185185185183</c:v>
                </c:pt>
                <c:pt idx="19783">
                  <c:v>0.69185185185185183</c:v>
                </c:pt>
                <c:pt idx="19784">
                  <c:v>0.69185185185185183</c:v>
                </c:pt>
                <c:pt idx="19785">
                  <c:v>0.69185185185185183</c:v>
                </c:pt>
                <c:pt idx="19786">
                  <c:v>0.69185185185185183</c:v>
                </c:pt>
                <c:pt idx="19787">
                  <c:v>0.69199999999999995</c:v>
                </c:pt>
                <c:pt idx="19788">
                  <c:v>0.69214814814814818</c:v>
                </c:pt>
                <c:pt idx="19789">
                  <c:v>0.6922962962962963</c:v>
                </c:pt>
                <c:pt idx="19790">
                  <c:v>0.69244444444444442</c:v>
                </c:pt>
                <c:pt idx="19791">
                  <c:v>0.69259259259259254</c:v>
                </c:pt>
                <c:pt idx="19792">
                  <c:v>0.69259259259259254</c:v>
                </c:pt>
                <c:pt idx="19793">
                  <c:v>0.69259259259259254</c:v>
                </c:pt>
                <c:pt idx="19794">
                  <c:v>0.69259259259259254</c:v>
                </c:pt>
                <c:pt idx="19795">
                  <c:v>0.69259259259259254</c:v>
                </c:pt>
                <c:pt idx="19796">
                  <c:v>0.69259259259259254</c:v>
                </c:pt>
                <c:pt idx="19797">
                  <c:v>0.69259259259259254</c:v>
                </c:pt>
                <c:pt idx="19798">
                  <c:v>0.69259259259259254</c:v>
                </c:pt>
                <c:pt idx="19799">
                  <c:v>0.69274074074074077</c:v>
                </c:pt>
                <c:pt idx="19800">
                  <c:v>0.69274074074074077</c:v>
                </c:pt>
                <c:pt idx="19801">
                  <c:v>0.69288888888888889</c:v>
                </c:pt>
                <c:pt idx="19802">
                  <c:v>0.69288888888888889</c:v>
                </c:pt>
                <c:pt idx="19803">
                  <c:v>0.69288888888888889</c:v>
                </c:pt>
                <c:pt idx="19804">
                  <c:v>0.69303703703703701</c:v>
                </c:pt>
                <c:pt idx="19805">
                  <c:v>0.69303703703703701</c:v>
                </c:pt>
                <c:pt idx="19806">
                  <c:v>0.69303703703703701</c:v>
                </c:pt>
                <c:pt idx="19807">
                  <c:v>0.69303703703703701</c:v>
                </c:pt>
                <c:pt idx="19808">
                  <c:v>0.69318518518518524</c:v>
                </c:pt>
                <c:pt idx="19809">
                  <c:v>0.69318518518518524</c:v>
                </c:pt>
                <c:pt idx="19810">
                  <c:v>0.69333333333333336</c:v>
                </c:pt>
                <c:pt idx="19811">
                  <c:v>0.69333333333333336</c:v>
                </c:pt>
                <c:pt idx="19812">
                  <c:v>0.69348148148148148</c:v>
                </c:pt>
                <c:pt idx="19813">
                  <c:v>0.69348148148148148</c:v>
                </c:pt>
                <c:pt idx="19814">
                  <c:v>0.69348148148148148</c:v>
                </c:pt>
                <c:pt idx="19815">
                  <c:v>0.69348148148148148</c:v>
                </c:pt>
                <c:pt idx="19816">
                  <c:v>0.69348148148148148</c:v>
                </c:pt>
                <c:pt idx="19817">
                  <c:v>0.69348148148148148</c:v>
                </c:pt>
                <c:pt idx="19818">
                  <c:v>0.69348148148148148</c:v>
                </c:pt>
                <c:pt idx="19819">
                  <c:v>0.69348148148148148</c:v>
                </c:pt>
                <c:pt idx="19820">
                  <c:v>0.69348148148148148</c:v>
                </c:pt>
                <c:pt idx="19821">
                  <c:v>0.69348148148148148</c:v>
                </c:pt>
                <c:pt idx="19822">
                  <c:v>0.69348148148148148</c:v>
                </c:pt>
                <c:pt idx="19823">
                  <c:v>0.69348148148148148</c:v>
                </c:pt>
                <c:pt idx="19824">
                  <c:v>0.69348148148148148</c:v>
                </c:pt>
                <c:pt idx="19825">
                  <c:v>0.69348148148148148</c:v>
                </c:pt>
                <c:pt idx="19826">
                  <c:v>0.6936296296296296</c:v>
                </c:pt>
                <c:pt idx="19827">
                  <c:v>0.6936296296296296</c:v>
                </c:pt>
                <c:pt idx="19828">
                  <c:v>0.6936296296296296</c:v>
                </c:pt>
                <c:pt idx="19829">
                  <c:v>0.69377777777777783</c:v>
                </c:pt>
                <c:pt idx="19830">
                  <c:v>0.69377777777777783</c:v>
                </c:pt>
                <c:pt idx="19831">
                  <c:v>0.69377777777777783</c:v>
                </c:pt>
                <c:pt idx="19832">
                  <c:v>0.69392592592592595</c:v>
                </c:pt>
                <c:pt idx="19833">
                  <c:v>0.69407407407407407</c:v>
                </c:pt>
                <c:pt idx="19834">
                  <c:v>0.69407407407407407</c:v>
                </c:pt>
                <c:pt idx="19835">
                  <c:v>0.69407407407407407</c:v>
                </c:pt>
                <c:pt idx="19836">
                  <c:v>0.69407407407407407</c:v>
                </c:pt>
                <c:pt idx="19837">
                  <c:v>0.69407407407407407</c:v>
                </c:pt>
                <c:pt idx="19838">
                  <c:v>0.69422222222222219</c:v>
                </c:pt>
                <c:pt idx="19839">
                  <c:v>0.69422222222222219</c:v>
                </c:pt>
                <c:pt idx="19840">
                  <c:v>0.69422222222222219</c:v>
                </c:pt>
                <c:pt idx="19841">
                  <c:v>0.69422222222222219</c:v>
                </c:pt>
                <c:pt idx="19842">
                  <c:v>0.69422222222222219</c:v>
                </c:pt>
                <c:pt idx="19843">
                  <c:v>0.69437037037037042</c:v>
                </c:pt>
                <c:pt idx="19844">
                  <c:v>0.69451851851851854</c:v>
                </c:pt>
                <c:pt idx="19845">
                  <c:v>0.69451851851851854</c:v>
                </c:pt>
                <c:pt idx="19846">
                  <c:v>0.69451851851851854</c:v>
                </c:pt>
                <c:pt idx="19847">
                  <c:v>0.69451851851851854</c:v>
                </c:pt>
                <c:pt idx="19848">
                  <c:v>0.69451851851851854</c:v>
                </c:pt>
                <c:pt idx="19849">
                  <c:v>0.69466666666666665</c:v>
                </c:pt>
                <c:pt idx="19850">
                  <c:v>0.69466666666666665</c:v>
                </c:pt>
                <c:pt idx="19851">
                  <c:v>0.69481481481481477</c:v>
                </c:pt>
                <c:pt idx="19852">
                  <c:v>0.69481481481481477</c:v>
                </c:pt>
                <c:pt idx="19853">
                  <c:v>0.69481481481481477</c:v>
                </c:pt>
                <c:pt idx="19854">
                  <c:v>0.69481481481481477</c:v>
                </c:pt>
                <c:pt idx="19855">
                  <c:v>0.69481481481481477</c:v>
                </c:pt>
                <c:pt idx="19856">
                  <c:v>0.69481481481481477</c:v>
                </c:pt>
                <c:pt idx="19857">
                  <c:v>0.69481481481481477</c:v>
                </c:pt>
                <c:pt idx="19858">
                  <c:v>0.69481481481481477</c:v>
                </c:pt>
                <c:pt idx="19859">
                  <c:v>0.694962962962963</c:v>
                </c:pt>
                <c:pt idx="19860">
                  <c:v>0.694962962962963</c:v>
                </c:pt>
                <c:pt idx="19861">
                  <c:v>0.694962962962963</c:v>
                </c:pt>
                <c:pt idx="19862">
                  <c:v>0.694962962962963</c:v>
                </c:pt>
                <c:pt idx="19863">
                  <c:v>0.69511111111111112</c:v>
                </c:pt>
                <c:pt idx="19864">
                  <c:v>0.69525925925925924</c:v>
                </c:pt>
                <c:pt idx="19865">
                  <c:v>0.69525925925925924</c:v>
                </c:pt>
                <c:pt idx="19866">
                  <c:v>0.69525925925925924</c:v>
                </c:pt>
                <c:pt idx="19867">
                  <c:v>0.69525925925925924</c:v>
                </c:pt>
                <c:pt idx="19868">
                  <c:v>0.69525925925925924</c:v>
                </c:pt>
                <c:pt idx="19869">
                  <c:v>0.69540740740740736</c:v>
                </c:pt>
                <c:pt idx="19870">
                  <c:v>0.69540740740740736</c:v>
                </c:pt>
                <c:pt idx="19871">
                  <c:v>0.69540740740740736</c:v>
                </c:pt>
                <c:pt idx="19872">
                  <c:v>0.69555555555555559</c:v>
                </c:pt>
                <c:pt idx="19873">
                  <c:v>0.69570370370370371</c:v>
                </c:pt>
                <c:pt idx="19874">
                  <c:v>0.69585185185185183</c:v>
                </c:pt>
                <c:pt idx="19875">
                  <c:v>0.69599999999999995</c:v>
                </c:pt>
                <c:pt idx="19876">
                  <c:v>0.69599999999999995</c:v>
                </c:pt>
                <c:pt idx="19877">
                  <c:v>0.69599999999999995</c:v>
                </c:pt>
                <c:pt idx="19878">
                  <c:v>0.69599999999999995</c:v>
                </c:pt>
                <c:pt idx="19879">
                  <c:v>0.69599999999999995</c:v>
                </c:pt>
                <c:pt idx="19880">
                  <c:v>0.69599999999999995</c:v>
                </c:pt>
                <c:pt idx="19881">
                  <c:v>0.69599999999999995</c:v>
                </c:pt>
                <c:pt idx="19882">
                  <c:v>0.69614814814814818</c:v>
                </c:pt>
                <c:pt idx="19883">
                  <c:v>0.69614814814814818</c:v>
                </c:pt>
                <c:pt idx="19884">
                  <c:v>0.69614814814814818</c:v>
                </c:pt>
                <c:pt idx="19885">
                  <c:v>0.69614814814814818</c:v>
                </c:pt>
                <c:pt idx="19886">
                  <c:v>0.6962962962962963</c:v>
                </c:pt>
                <c:pt idx="19887">
                  <c:v>0.69644444444444442</c:v>
                </c:pt>
                <c:pt idx="19888">
                  <c:v>0.69659259259259254</c:v>
                </c:pt>
                <c:pt idx="19889">
                  <c:v>0.69674074074074077</c:v>
                </c:pt>
                <c:pt idx="19890">
                  <c:v>0.69674074074074077</c:v>
                </c:pt>
                <c:pt idx="19891">
                  <c:v>0.69674074074074077</c:v>
                </c:pt>
                <c:pt idx="19892">
                  <c:v>0.69688888888888889</c:v>
                </c:pt>
                <c:pt idx="19893">
                  <c:v>0.69703703703703701</c:v>
                </c:pt>
                <c:pt idx="19894">
                  <c:v>0.69703703703703701</c:v>
                </c:pt>
                <c:pt idx="19895">
                  <c:v>0.69703703703703701</c:v>
                </c:pt>
                <c:pt idx="19896">
                  <c:v>0.69703703703703701</c:v>
                </c:pt>
                <c:pt idx="19897">
                  <c:v>0.69703703703703701</c:v>
                </c:pt>
                <c:pt idx="19898">
                  <c:v>0.69703703703703701</c:v>
                </c:pt>
                <c:pt idx="19899">
                  <c:v>0.69718518518518513</c:v>
                </c:pt>
                <c:pt idx="19900">
                  <c:v>0.69733333333333336</c:v>
                </c:pt>
                <c:pt idx="19901">
                  <c:v>0.69733333333333336</c:v>
                </c:pt>
                <c:pt idx="19902">
                  <c:v>0.69733333333333336</c:v>
                </c:pt>
                <c:pt idx="19903">
                  <c:v>0.69733333333333336</c:v>
                </c:pt>
                <c:pt idx="19904">
                  <c:v>0.69733333333333336</c:v>
                </c:pt>
                <c:pt idx="19905">
                  <c:v>0.69748148148148148</c:v>
                </c:pt>
                <c:pt idx="19906">
                  <c:v>0.6976296296296296</c:v>
                </c:pt>
                <c:pt idx="19907">
                  <c:v>0.6976296296296296</c:v>
                </c:pt>
                <c:pt idx="19908">
                  <c:v>0.6976296296296296</c:v>
                </c:pt>
                <c:pt idx="19909">
                  <c:v>0.6976296296296296</c:v>
                </c:pt>
                <c:pt idx="19910">
                  <c:v>0.6976296296296296</c:v>
                </c:pt>
                <c:pt idx="19911">
                  <c:v>0.6976296296296296</c:v>
                </c:pt>
                <c:pt idx="19912">
                  <c:v>0.6976296296296296</c:v>
                </c:pt>
                <c:pt idx="19913">
                  <c:v>0.69777777777777783</c:v>
                </c:pt>
                <c:pt idx="19914">
                  <c:v>0.69777777777777783</c:v>
                </c:pt>
                <c:pt idx="19915">
                  <c:v>0.69777777777777783</c:v>
                </c:pt>
                <c:pt idx="19916">
                  <c:v>0.69777777777777783</c:v>
                </c:pt>
                <c:pt idx="19917">
                  <c:v>0.69792592592592595</c:v>
                </c:pt>
                <c:pt idx="19918">
                  <c:v>0.69792592592592595</c:v>
                </c:pt>
                <c:pt idx="19919">
                  <c:v>0.69792592592592595</c:v>
                </c:pt>
                <c:pt idx="19920">
                  <c:v>0.69792592592592595</c:v>
                </c:pt>
                <c:pt idx="19921">
                  <c:v>0.69792592592592595</c:v>
                </c:pt>
                <c:pt idx="19922">
                  <c:v>0.69792592592592595</c:v>
                </c:pt>
                <c:pt idx="19923">
                  <c:v>0.69792592592592595</c:v>
                </c:pt>
                <c:pt idx="19924">
                  <c:v>0.69792592592592595</c:v>
                </c:pt>
                <c:pt idx="19925">
                  <c:v>0.69807407407407407</c:v>
                </c:pt>
                <c:pt idx="19926">
                  <c:v>0.69807407407407407</c:v>
                </c:pt>
                <c:pt idx="19927">
                  <c:v>0.69807407407407407</c:v>
                </c:pt>
                <c:pt idx="19928">
                  <c:v>0.69807407407407407</c:v>
                </c:pt>
                <c:pt idx="19929">
                  <c:v>0.69822222222222219</c:v>
                </c:pt>
                <c:pt idx="19930">
                  <c:v>0.69822222222222219</c:v>
                </c:pt>
                <c:pt idx="19931">
                  <c:v>0.69822222222222219</c:v>
                </c:pt>
                <c:pt idx="19932">
                  <c:v>0.69822222222222219</c:v>
                </c:pt>
                <c:pt idx="19933">
                  <c:v>0.69837037037037042</c:v>
                </c:pt>
                <c:pt idx="19934">
                  <c:v>0.69837037037037042</c:v>
                </c:pt>
                <c:pt idx="19935">
                  <c:v>0.69837037037037042</c:v>
                </c:pt>
                <c:pt idx="19936">
                  <c:v>0.69837037037037042</c:v>
                </c:pt>
                <c:pt idx="19937">
                  <c:v>0.69837037037037042</c:v>
                </c:pt>
                <c:pt idx="19938">
                  <c:v>0.69837037037037042</c:v>
                </c:pt>
                <c:pt idx="19939">
                  <c:v>0.69851851851851854</c:v>
                </c:pt>
                <c:pt idx="19940">
                  <c:v>0.69866666666666666</c:v>
                </c:pt>
                <c:pt idx="19941">
                  <c:v>0.69866666666666666</c:v>
                </c:pt>
                <c:pt idx="19942">
                  <c:v>0.69866666666666666</c:v>
                </c:pt>
                <c:pt idx="19943">
                  <c:v>0.69881481481481478</c:v>
                </c:pt>
                <c:pt idx="19944">
                  <c:v>0.69881481481481478</c:v>
                </c:pt>
                <c:pt idx="19945">
                  <c:v>0.69881481481481478</c:v>
                </c:pt>
                <c:pt idx="19946">
                  <c:v>0.69881481481481478</c:v>
                </c:pt>
                <c:pt idx="19947">
                  <c:v>0.69881481481481478</c:v>
                </c:pt>
                <c:pt idx="19948">
                  <c:v>0.69881481481481478</c:v>
                </c:pt>
                <c:pt idx="19949">
                  <c:v>0.69881481481481478</c:v>
                </c:pt>
                <c:pt idx="19950">
                  <c:v>0.69881481481481478</c:v>
                </c:pt>
                <c:pt idx="19951">
                  <c:v>0.69881481481481478</c:v>
                </c:pt>
                <c:pt idx="19952">
                  <c:v>0.69881481481481478</c:v>
                </c:pt>
                <c:pt idx="19953">
                  <c:v>0.69881481481481478</c:v>
                </c:pt>
                <c:pt idx="19954">
                  <c:v>0.69881481481481478</c:v>
                </c:pt>
                <c:pt idx="19955">
                  <c:v>0.69896296296296301</c:v>
                </c:pt>
                <c:pt idx="19956">
                  <c:v>0.69896296296296301</c:v>
                </c:pt>
                <c:pt idx="19957">
                  <c:v>0.69896296296296301</c:v>
                </c:pt>
                <c:pt idx="19958">
                  <c:v>0.69896296296296301</c:v>
                </c:pt>
                <c:pt idx="19959">
                  <c:v>0.69896296296296301</c:v>
                </c:pt>
                <c:pt idx="19960">
                  <c:v>0.69896296296296301</c:v>
                </c:pt>
                <c:pt idx="19961">
                  <c:v>0.69911111111111113</c:v>
                </c:pt>
                <c:pt idx="19962">
                  <c:v>0.69911111111111113</c:v>
                </c:pt>
                <c:pt idx="19963">
                  <c:v>0.69911111111111113</c:v>
                </c:pt>
                <c:pt idx="19964">
                  <c:v>0.69911111111111113</c:v>
                </c:pt>
                <c:pt idx="19965">
                  <c:v>0.69911111111111113</c:v>
                </c:pt>
                <c:pt idx="19966">
                  <c:v>0.69925925925925925</c:v>
                </c:pt>
                <c:pt idx="19967">
                  <c:v>0.69925925925925925</c:v>
                </c:pt>
                <c:pt idx="19968">
                  <c:v>0.69940740740740737</c:v>
                </c:pt>
                <c:pt idx="19969">
                  <c:v>0.6995555555555556</c:v>
                </c:pt>
                <c:pt idx="19970">
                  <c:v>0.6995555555555556</c:v>
                </c:pt>
                <c:pt idx="19971">
                  <c:v>0.6995555555555556</c:v>
                </c:pt>
                <c:pt idx="19972">
                  <c:v>0.69970370370370372</c:v>
                </c:pt>
                <c:pt idx="19973">
                  <c:v>0.69970370370370372</c:v>
                </c:pt>
                <c:pt idx="19974">
                  <c:v>0.69970370370370372</c:v>
                </c:pt>
                <c:pt idx="19975">
                  <c:v>0.69985185185185184</c:v>
                </c:pt>
                <c:pt idx="19976">
                  <c:v>0.69985185185185184</c:v>
                </c:pt>
                <c:pt idx="19977">
                  <c:v>0.7</c:v>
                </c:pt>
                <c:pt idx="19978">
                  <c:v>0.7</c:v>
                </c:pt>
                <c:pt idx="19979">
                  <c:v>0.7</c:v>
                </c:pt>
                <c:pt idx="19980">
                  <c:v>0.7</c:v>
                </c:pt>
                <c:pt idx="19981">
                  <c:v>0.7</c:v>
                </c:pt>
                <c:pt idx="19982">
                  <c:v>0.7</c:v>
                </c:pt>
                <c:pt idx="19983">
                  <c:v>0.7</c:v>
                </c:pt>
                <c:pt idx="19984">
                  <c:v>0.7</c:v>
                </c:pt>
                <c:pt idx="19985">
                  <c:v>0.7</c:v>
                </c:pt>
                <c:pt idx="19986">
                  <c:v>0.70014814814814819</c:v>
                </c:pt>
                <c:pt idx="19987">
                  <c:v>0.70014814814814819</c:v>
                </c:pt>
                <c:pt idx="19988">
                  <c:v>0.70014814814814819</c:v>
                </c:pt>
                <c:pt idx="19989">
                  <c:v>0.70014814814814819</c:v>
                </c:pt>
                <c:pt idx="19990">
                  <c:v>0.70014814814814819</c:v>
                </c:pt>
                <c:pt idx="19991">
                  <c:v>0.70014814814814819</c:v>
                </c:pt>
                <c:pt idx="19992">
                  <c:v>0.70029629629629631</c:v>
                </c:pt>
                <c:pt idx="19993">
                  <c:v>0.70029629629629631</c:v>
                </c:pt>
                <c:pt idx="19994">
                  <c:v>0.70029629629629631</c:v>
                </c:pt>
                <c:pt idx="19995">
                  <c:v>0.70029629629629631</c:v>
                </c:pt>
                <c:pt idx="19996">
                  <c:v>0.70029629629629631</c:v>
                </c:pt>
                <c:pt idx="19997">
                  <c:v>0.70029629629629631</c:v>
                </c:pt>
                <c:pt idx="19998">
                  <c:v>0.70029629629629631</c:v>
                </c:pt>
                <c:pt idx="19999">
                  <c:v>0.70029629629629631</c:v>
                </c:pt>
                <c:pt idx="20000">
                  <c:v>0.70029629629629631</c:v>
                </c:pt>
                <c:pt idx="20001">
                  <c:v>0.70029629629629631</c:v>
                </c:pt>
                <c:pt idx="20002">
                  <c:v>0.70029629629629631</c:v>
                </c:pt>
                <c:pt idx="20003">
                  <c:v>0.70044444444444443</c:v>
                </c:pt>
                <c:pt idx="20004">
                  <c:v>0.70044444444444443</c:v>
                </c:pt>
                <c:pt idx="20005">
                  <c:v>0.70059259259259254</c:v>
                </c:pt>
                <c:pt idx="20006">
                  <c:v>0.70059259259259254</c:v>
                </c:pt>
                <c:pt idx="20007">
                  <c:v>0.70059259259259254</c:v>
                </c:pt>
                <c:pt idx="20008">
                  <c:v>0.70074074074074078</c:v>
                </c:pt>
                <c:pt idx="20009">
                  <c:v>0.70074074074074078</c:v>
                </c:pt>
                <c:pt idx="20010">
                  <c:v>0.70074074074074078</c:v>
                </c:pt>
                <c:pt idx="20011">
                  <c:v>0.70074074074074078</c:v>
                </c:pt>
                <c:pt idx="20012">
                  <c:v>0.70088888888888889</c:v>
                </c:pt>
                <c:pt idx="20013">
                  <c:v>0.70088888888888889</c:v>
                </c:pt>
                <c:pt idx="20014">
                  <c:v>0.70103703703703701</c:v>
                </c:pt>
                <c:pt idx="20015">
                  <c:v>0.70103703703703701</c:v>
                </c:pt>
                <c:pt idx="20016">
                  <c:v>0.70103703703703701</c:v>
                </c:pt>
                <c:pt idx="20017">
                  <c:v>0.70118518518518513</c:v>
                </c:pt>
                <c:pt idx="20018">
                  <c:v>0.70118518518518513</c:v>
                </c:pt>
                <c:pt idx="20019">
                  <c:v>0.70118518518518513</c:v>
                </c:pt>
                <c:pt idx="20020">
                  <c:v>0.70118518518518513</c:v>
                </c:pt>
                <c:pt idx="20021">
                  <c:v>0.70118518518518513</c:v>
                </c:pt>
                <c:pt idx="20022">
                  <c:v>0.70118518518518513</c:v>
                </c:pt>
                <c:pt idx="20023">
                  <c:v>0.70118518518518513</c:v>
                </c:pt>
                <c:pt idx="20024">
                  <c:v>0.70118518518518513</c:v>
                </c:pt>
                <c:pt idx="20025">
                  <c:v>0.70133333333333336</c:v>
                </c:pt>
                <c:pt idx="20026">
                  <c:v>0.70133333333333336</c:v>
                </c:pt>
                <c:pt idx="20027">
                  <c:v>0.70133333333333336</c:v>
                </c:pt>
                <c:pt idx="20028">
                  <c:v>0.70133333333333336</c:v>
                </c:pt>
                <c:pt idx="20029">
                  <c:v>0.70133333333333336</c:v>
                </c:pt>
                <c:pt idx="20030">
                  <c:v>0.70133333333333336</c:v>
                </c:pt>
                <c:pt idx="20031">
                  <c:v>0.70133333333333336</c:v>
                </c:pt>
                <c:pt idx="20032">
                  <c:v>0.70133333333333336</c:v>
                </c:pt>
                <c:pt idx="20033">
                  <c:v>0.70148148148148148</c:v>
                </c:pt>
                <c:pt idx="20034">
                  <c:v>0.70148148148148148</c:v>
                </c:pt>
                <c:pt idx="20035">
                  <c:v>0.70148148148148148</c:v>
                </c:pt>
                <c:pt idx="20036">
                  <c:v>0.70148148148148148</c:v>
                </c:pt>
                <c:pt idx="20037">
                  <c:v>0.70148148148148148</c:v>
                </c:pt>
                <c:pt idx="20038">
                  <c:v>0.70148148148148148</c:v>
                </c:pt>
                <c:pt idx="20039">
                  <c:v>0.70148148148148148</c:v>
                </c:pt>
                <c:pt idx="20040">
                  <c:v>0.70148148148148148</c:v>
                </c:pt>
                <c:pt idx="20041">
                  <c:v>0.70148148148148148</c:v>
                </c:pt>
                <c:pt idx="20042">
                  <c:v>0.70148148148148148</c:v>
                </c:pt>
                <c:pt idx="20043">
                  <c:v>0.70148148148148148</c:v>
                </c:pt>
                <c:pt idx="20044">
                  <c:v>0.7016296296296296</c:v>
                </c:pt>
                <c:pt idx="20045">
                  <c:v>0.7016296296296296</c:v>
                </c:pt>
                <c:pt idx="20046">
                  <c:v>0.70177777777777772</c:v>
                </c:pt>
                <c:pt idx="20047">
                  <c:v>0.70177777777777772</c:v>
                </c:pt>
                <c:pt idx="20048">
                  <c:v>0.70177777777777772</c:v>
                </c:pt>
                <c:pt idx="20049">
                  <c:v>0.70192592592592595</c:v>
                </c:pt>
                <c:pt idx="20050">
                  <c:v>0.70192592592592595</c:v>
                </c:pt>
                <c:pt idx="20051">
                  <c:v>0.70192592592592595</c:v>
                </c:pt>
                <c:pt idx="20052">
                  <c:v>0.70192592592592595</c:v>
                </c:pt>
                <c:pt idx="20053">
                  <c:v>0.70192592592592595</c:v>
                </c:pt>
                <c:pt idx="20054">
                  <c:v>0.70192592592592595</c:v>
                </c:pt>
                <c:pt idx="20055">
                  <c:v>0.70192592592592595</c:v>
                </c:pt>
                <c:pt idx="20056">
                  <c:v>0.70207407407407407</c:v>
                </c:pt>
                <c:pt idx="20057">
                  <c:v>0.70207407407407407</c:v>
                </c:pt>
                <c:pt idx="20058">
                  <c:v>0.70207407407407407</c:v>
                </c:pt>
                <c:pt idx="20059">
                  <c:v>0.70207407407407407</c:v>
                </c:pt>
                <c:pt idx="20060">
                  <c:v>0.70207407407407407</c:v>
                </c:pt>
                <c:pt idx="20061">
                  <c:v>0.70207407407407407</c:v>
                </c:pt>
                <c:pt idx="20062">
                  <c:v>0.70207407407407407</c:v>
                </c:pt>
                <c:pt idx="20063">
                  <c:v>0.70222222222222219</c:v>
                </c:pt>
                <c:pt idx="20064">
                  <c:v>0.70237037037037042</c:v>
                </c:pt>
                <c:pt idx="20065">
                  <c:v>0.70237037037037042</c:v>
                </c:pt>
                <c:pt idx="20066">
                  <c:v>0.70237037037037042</c:v>
                </c:pt>
                <c:pt idx="20067">
                  <c:v>0.70237037037037042</c:v>
                </c:pt>
                <c:pt idx="20068">
                  <c:v>0.70237037037037042</c:v>
                </c:pt>
                <c:pt idx="20069">
                  <c:v>0.70237037037037042</c:v>
                </c:pt>
                <c:pt idx="20070">
                  <c:v>0.70237037037037042</c:v>
                </c:pt>
                <c:pt idx="20071">
                  <c:v>0.70251851851851854</c:v>
                </c:pt>
                <c:pt idx="20072">
                  <c:v>0.70251851851851854</c:v>
                </c:pt>
                <c:pt idx="20073">
                  <c:v>0.70266666666666666</c:v>
                </c:pt>
                <c:pt idx="20074">
                  <c:v>0.70266666666666666</c:v>
                </c:pt>
                <c:pt idx="20075">
                  <c:v>0.70281481481481478</c:v>
                </c:pt>
                <c:pt idx="20076">
                  <c:v>0.70281481481481478</c:v>
                </c:pt>
                <c:pt idx="20077">
                  <c:v>0.70281481481481478</c:v>
                </c:pt>
                <c:pt idx="20078">
                  <c:v>0.70281481481481478</c:v>
                </c:pt>
                <c:pt idx="20079">
                  <c:v>0.70281481481481478</c:v>
                </c:pt>
                <c:pt idx="20080">
                  <c:v>0.70281481481481478</c:v>
                </c:pt>
                <c:pt idx="20081">
                  <c:v>0.70296296296296301</c:v>
                </c:pt>
                <c:pt idx="20082">
                  <c:v>0.70311111111111113</c:v>
                </c:pt>
                <c:pt idx="20083">
                  <c:v>0.70311111111111113</c:v>
                </c:pt>
                <c:pt idx="20084">
                  <c:v>0.70311111111111113</c:v>
                </c:pt>
                <c:pt idx="20085">
                  <c:v>0.70325925925925925</c:v>
                </c:pt>
                <c:pt idx="20086">
                  <c:v>0.70340740740740737</c:v>
                </c:pt>
                <c:pt idx="20087">
                  <c:v>0.70340740740740737</c:v>
                </c:pt>
                <c:pt idx="20088">
                  <c:v>0.7035555555555556</c:v>
                </c:pt>
                <c:pt idx="20089">
                  <c:v>0.7035555555555556</c:v>
                </c:pt>
                <c:pt idx="20090">
                  <c:v>0.7035555555555556</c:v>
                </c:pt>
                <c:pt idx="20091">
                  <c:v>0.7035555555555556</c:v>
                </c:pt>
                <c:pt idx="20092">
                  <c:v>0.7035555555555556</c:v>
                </c:pt>
                <c:pt idx="20093">
                  <c:v>0.7035555555555556</c:v>
                </c:pt>
                <c:pt idx="20094">
                  <c:v>0.7035555555555556</c:v>
                </c:pt>
                <c:pt idx="20095">
                  <c:v>0.7035555555555556</c:v>
                </c:pt>
                <c:pt idx="20096">
                  <c:v>0.70370370370370372</c:v>
                </c:pt>
                <c:pt idx="20097">
                  <c:v>0.70370370370370372</c:v>
                </c:pt>
                <c:pt idx="20098">
                  <c:v>0.70385185185185184</c:v>
                </c:pt>
                <c:pt idx="20099">
                  <c:v>0.70385185185185184</c:v>
                </c:pt>
                <c:pt idx="20100">
                  <c:v>0.70385185185185184</c:v>
                </c:pt>
                <c:pt idx="20101">
                  <c:v>0.70399999999999996</c:v>
                </c:pt>
                <c:pt idx="20102">
                  <c:v>0.70414814814814819</c:v>
                </c:pt>
                <c:pt idx="20103">
                  <c:v>0.70414814814814819</c:v>
                </c:pt>
                <c:pt idx="20104">
                  <c:v>0.70414814814814819</c:v>
                </c:pt>
                <c:pt idx="20105">
                  <c:v>0.70414814814814819</c:v>
                </c:pt>
                <c:pt idx="20106">
                  <c:v>0.70414814814814819</c:v>
                </c:pt>
                <c:pt idx="20107">
                  <c:v>0.70414814814814819</c:v>
                </c:pt>
                <c:pt idx="20108">
                  <c:v>0.70414814814814819</c:v>
                </c:pt>
                <c:pt idx="20109">
                  <c:v>0.70414814814814819</c:v>
                </c:pt>
                <c:pt idx="20110">
                  <c:v>0.70429629629629631</c:v>
                </c:pt>
                <c:pt idx="20111">
                  <c:v>0.70429629629629631</c:v>
                </c:pt>
                <c:pt idx="20112">
                  <c:v>0.70429629629629631</c:v>
                </c:pt>
                <c:pt idx="20113">
                  <c:v>0.70429629629629631</c:v>
                </c:pt>
                <c:pt idx="20114">
                  <c:v>0.70429629629629631</c:v>
                </c:pt>
                <c:pt idx="20115">
                  <c:v>0.70444444444444443</c:v>
                </c:pt>
                <c:pt idx="20116">
                  <c:v>0.70444444444444443</c:v>
                </c:pt>
                <c:pt idx="20117">
                  <c:v>0.70444444444444443</c:v>
                </c:pt>
                <c:pt idx="20118">
                  <c:v>0.70444444444444443</c:v>
                </c:pt>
                <c:pt idx="20119">
                  <c:v>0.70444444444444443</c:v>
                </c:pt>
                <c:pt idx="20120">
                  <c:v>0.70444444444444443</c:v>
                </c:pt>
                <c:pt idx="20121">
                  <c:v>0.70444444444444443</c:v>
                </c:pt>
                <c:pt idx="20122">
                  <c:v>0.70444444444444443</c:v>
                </c:pt>
                <c:pt idx="20123">
                  <c:v>0.70459259259259255</c:v>
                </c:pt>
                <c:pt idx="20124">
                  <c:v>0.70459259259259255</c:v>
                </c:pt>
                <c:pt idx="20125">
                  <c:v>0.70474074074074078</c:v>
                </c:pt>
                <c:pt idx="20126">
                  <c:v>0.70474074074074078</c:v>
                </c:pt>
                <c:pt idx="20127">
                  <c:v>0.70474074074074078</c:v>
                </c:pt>
                <c:pt idx="20128">
                  <c:v>0.7048888888888889</c:v>
                </c:pt>
                <c:pt idx="20129">
                  <c:v>0.7048888888888889</c:v>
                </c:pt>
                <c:pt idx="20130">
                  <c:v>0.7048888888888889</c:v>
                </c:pt>
                <c:pt idx="20131">
                  <c:v>0.7048888888888889</c:v>
                </c:pt>
                <c:pt idx="20132">
                  <c:v>0.70503703703703702</c:v>
                </c:pt>
                <c:pt idx="20133">
                  <c:v>0.70503703703703702</c:v>
                </c:pt>
                <c:pt idx="20134">
                  <c:v>0.70503703703703702</c:v>
                </c:pt>
                <c:pt idx="20135">
                  <c:v>0.70518518518518514</c:v>
                </c:pt>
                <c:pt idx="20136">
                  <c:v>0.70518518518518514</c:v>
                </c:pt>
                <c:pt idx="20137">
                  <c:v>0.70518518518518514</c:v>
                </c:pt>
                <c:pt idx="20138">
                  <c:v>0.70533333333333337</c:v>
                </c:pt>
                <c:pt idx="20139">
                  <c:v>0.70533333333333337</c:v>
                </c:pt>
                <c:pt idx="20140">
                  <c:v>0.70533333333333337</c:v>
                </c:pt>
                <c:pt idx="20141">
                  <c:v>0.70533333333333337</c:v>
                </c:pt>
                <c:pt idx="20142">
                  <c:v>0.70533333333333337</c:v>
                </c:pt>
                <c:pt idx="20143">
                  <c:v>0.70533333333333337</c:v>
                </c:pt>
                <c:pt idx="20144">
                  <c:v>0.70548148148148149</c:v>
                </c:pt>
                <c:pt idx="20145">
                  <c:v>0.70548148148148149</c:v>
                </c:pt>
                <c:pt idx="20146">
                  <c:v>0.70562962962962961</c:v>
                </c:pt>
                <c:pt idx="20147">
                  <c:v>0.70562962962962961</c:v>
                </c:pt>
                <c:pt idx="20148">
                  <c:v>0.70562962962962961</c:v>
                </c:pt>
                <c:pt idx="20149">
                  <c:v>0.70562962962962961</c:v>
                </c:pt>
                <c:pt idx="20150">
                  <c:v>0.70577777777777773</c:v>
                </c:pt>
                <c:pt idx="20151">
                  <c:v>0.70577777777777773</c:v>
                </c:pt>
                <c:pt idx="20152">
                  <c:v>0.70577777777777773</c:v>
                </c:pt>
                <c:pt idx="20153">
                  <c:v>0.70577777777777773</c:v>
                </c:pt>
                <c:pt idx="20154">
                  <c:v>0.70577777777777773</c:v>
                </c:pt>
                <c:pt idx="20155">
                  <c:v>0.70577777777777773</c:v>
                </c:pt>
                <c:pt idx="20156">
                  <c:v>0.70577777777777773</c:v>
                </c:pt>
                <c:pt idx="20157">
                  <c:v>0.70592592592592596</c:v>
                </c:pt>
                <c:pt idx="20158">
                  <c:v>0.70607407407407408</c:v>
                </c:pt>
                <c:pt idx="20159">
                  <c:v>0.7062222222222222</c:v>
                </c:pt>
                <c:pt idx="20160">
                  <c:v>0.7062222222222222</c:v>
                </c:pt>
                <c:pt idx="20161">
                  <c:v>0.7062222222222222</c:v>
                </c:pt>
                <c:pt idx="20162">
                  <c:v>0.7062222222222222</c:v>
                </c:pt>
                <c:pt idx="20163">
                  <c:v>0.7062222222222222</c:v>
                </c:pt>
                <c:pt idx="20164">
                  <c:v>0.7062222222222222</c:v>
                </c:pt>
                <c:pt idx="20165">
                  <c:v>0.7062222222222222</c:v>
                </c:pt>
                <c:pt idx="20166">
                  <c:v>0.7062222222222222</c:v>
                </c:pt>
                <c:pt idx="20167">
                  <c:v>0.7062222222222222</c:v>
                </c:pt>
                <c:pt idx="20168">
                  <c:v>0.7062222222222222</c:v>
                </c:pt>
                <c:pt idx="20169">
                  <c:v>0.7062222222222222</c:v>
                </c:pt>
                <c:pt idx="20170">
                  <c:v>0.7062222222222222</c:v>
                </c:pt>
                <c:pt idx="20171">
                  <c:v>0.7062222222222222</c:v>
                </c:pt>
                <c:pt idx="20172">
                  <c:v>0.7062222222222222</c:v>
                </c:pt>
                <c:pt idx="20173">
                  <c:v>0.7062222222222222</c:v>
                </c:pt>
                <c:pt idx="20174">
                  <c:v>0.7062222222222222</c:v>
                </c:pt>
                <c:pt idx="20175">
                  <c:v>0.7062222222222222</c:v>
                </c:pt>
                <c:pt idx="20176">
                  <c:v>0.7062222222222222</c:v>
                </c:pt>
                <c:pt idx="20177">
                  <c:v>0.7062222222222222</c:v>
                </c:pt>
                <c:pt idx="20178">
                  <c:v>0.7062222222222222</c:v>
                </c:pt>
                <c:pt idx="20179">
                  <c:v>0.7062222222222222</c:v>
                </c:pt>
                <c:pt idx="20180">
                  <c:v>0.7062222222222222</c:v>
                </c:pt>
                <c:pt idx="20181">
                  <c:v>0.7062222222222222</c:v>
                </c:pt>
                <c:pt idx="20182">
                  <c:v>0.70637037037037032</c:v>
                </c:pt>
                <c:pt idx="20183">
                  <c:v>0.70651851851851855</c:v>
                </c:pt>
                <c:pt idx="20184">
                  <c:v>0.70651851851851855</c:v>
                </c:pt>
                <c:pt idx="20185">
                  <c:v>0.70651851851851855</c:v>
                </c:pt>
                <c:pt idx="20186">
                  <c:v>0.70651851851851855</c:v>
                </c:pt>
                <c:pt idx="20187">
                  <c:v>0.70651851851851855</c:v>
                </c:pt>
                <c:pt idx="20188">
                  <c:v>0.70651851851851855</c:v>
                </c:pt>
                <c:pt idx="20189">
                  <c:v>0.70651851851851855</c:v>
                </c:pt>
                <c:pt idx="20190">
                  <c:v>0.70651851851851855</c:v>
                </c:pt>
                <c:pt idx="20191">
                  <c:v>0.70651851851851855</c:v>
                </c:pt>
                <c:pt idx="20192">
                  <c:v>0.70666666666666667</c:v>
                </c:pt>
                <c:pt idx="20193">
                  <c:v>0.70666666666666667</c:v>
                </c:pt>
                <c:pt idx="20194">
                  <c:v>0.70681481481481478</c:v>
                </c:pt>
                <c:pt idx="20195">
                  <c:v>0.70681481481481478</c:v>
                </c:pt>
                <c:pt idx="20196">
                  <c:v>0.70696296296296302</c:v>
                </c:pt>
                <c:pt idx="20197">
                  <c:v>0.70711111111111113</c:v>
                </c:pt>
                <c:pt idx="20198">
                  <c:v>0.70711111111111113</c:v>
                </c:pt>
                <c:pt idx="20199">
                  <c:v>0.70725925925925925</c:v>
                </c:pt>
                <c:pt idx="20200">
                  <c:v>0.70725925925925925</c:v>
                </c:pt>
                <c:pt idx="20201">
                  <c:v>0.70725925925925925</c:v>
                </c:pt>
                <c:pt idx="20202">
                  <c:v>0.70725925925925925</c:v>
                </c:pt>
                <c:pt idx="20203">
                  <c:v>0.70725925925925925</c:v>
                </c:pt>
                <c:pt idx="20204">
                  <c:v>0.70725925925925925</c:v>
                </c:pt>
                <c:pt idx="20205">
                  <c:v>0.70725925925925925</c:v>
                </c:pt>
                <c:pt idx="20206">
                  <c:v>0.70725925925925925</c:v>
                </c:pt>
                <c:pt idx="20207">
                  <c:v>0.70740740740740737</c:v>
                </c:pt>
                <c:pt idx="20208">
                  <c:v>0.70740740740740737</c:v>
                </c:pt>
                <c:pt idx="20209">
                  <c:v>0.70740740740740737</c:v>
                </c:pt>
                <c:pt idx="20210">
                  <c:v>0.7075555555555556</c:v>
                </c:pt>
                <c:pt idx="20211">
                  <c:v>0.70770370370370372</c:v>
                </c:pt>
                <c:pt idx="20212">
                  <c:v>0.70785185185185184</c:v>
                </c:pt>
                <c:pt idx="20213">
                  <c:v>0.70799999999999996</c:v>
                </c:pt>
                <c:pt idx="20214">
                  <c:v>0.70799999999999996</c:v>
                </c:pt>
                <c:pt idx="20215">
                  <c:v>0.70814814814814819</c:v>
                </c:pt>
                <c:pt idx="20216">
                  <c:v>0.70814814814814819</c:v>
                </c:pt>
                <c:pt idx="20217">
                  <c:v>0.70814814814814819</c:v>
                </c:pt>
                <c:pt idx="20218">
                  <c:v>0.70814814814814819</c:v>
                </c:pt>
                <c:pt idx="20219">
                  <c:v>0.70829629629629631</c:v>
                </c:pt>
                <c:pt idx="20220">
                  <c:v>0.70844444444444443</c:v>
                </c:pt>
                <c:pt idx="20221">
                  <c:v>0.70844444444444443</c:v>
                </c:pt>
                <c:pt idx="20222">
                  <c:v>0.70844444444444443</c:v>
                </c:pt>
                <c:pt idx="20223">
                  <c:v>0.70859259259259255</c:v>
                </c:pt>
                <c:pt idx="20224">
                  <c:v>0.70859259259259255</c:v>
                </c:pt>
                <c:pt idx="20225">
                  <c:v>0.70859259259259255</c:v>
                </c:pt>
                <c:pt idx="20226">
                  <c:v>0.70859259259259255</c:v>
                </c:pt>
                <c:pt idx="20227">
                  <c:v>0.70859259259259255</c:v>
                </c:pt>
                <c:pt idx="20228">
                  <c:v>0.70859259259259255</c:v>
                </c:pt>
                <c:pt idx="20229">
                  <c:v>0.70874074074074078</c:v>
                </c:pt>
                <c:pt idx="20230">
                  <c:v>0.70874074074074078</c:v>
                </c:pt>
                <c:pt idx="20231">
                  <c:v>0.70874074074074078</c:v>
                </c:pt>
                <c:pt idx="20232">
                  <c:v>0.70874074074074078</c:v>
                </c:pt>
                <c:pt idx="20233">
                  <c:v>0.70874074074074078</c:v>
                </c:pt>
                <c:pt idx="20234">
                  <c:v>0.70874074074074078</c:v>
                </c:pt>
                <c:pt idx="20235">
                  <c:v>0.70874074074074078</c:v>
                </c:pt>
                <c:pt idx="20236">
                  <c:v>0.70874074074074078</c:v>
                </c:pt>
                <c:pt idx="20237">
                  <c:v>0.70874074074074078</c:v>
                </c:pt>
                <c:pt idx="20238">
                  <c:v>0.7088888888888889</c:v>
                </c:pt>
                <c:pt idx="20239">
                  <c:v>0.7088888888888889</c:v>
                </c:pt>
                <c:pt idx="20240">
                  <c:v>0.70903703703703702</c:v>
                </c:pt>
                <c:pt idx="20241">
                  <c:v>0.70903703703703702</c:v>
                </c:pt>
                <c:pt idx="20242">
                  <c:v>0.70903703703703702</c:v>
                </c:pt>
                <c:pt idx="20243">
                  <c:v>0.70903703703703702</c:v>
                </c:pt>
                <c:pt idx="20244">
                  <c:v>0.70903703703703702</c:v>
                </c:pt>
                <c:pt idx="20245">
                  <c:v>0.70903703703703702</c:v>
                </c:pt>
                <c:pt idx="20246">
                  <c:v>0.70903703703703702</c:v>
                </c:pt>
                <c:pt idx="20247">
                  <c:v>0.70903703703703702</c:v>
                </c:pt>
                <c:pt idx="20248">
                  <c:v>0.70903703703703702</c:v>
                </c:pt>
                <c:pt idx="20249">
                  <c:v>0.70918518518518514</c:v>
                </c:pt>
                <c:pt idx="20250">
                  <c:v>0.70918518518518514</c:v>
                </c:pt>
                <c:pt idx="20251">
                  <c:v>0.70918518518518514</c:v>
                </c:pt>
                <c:pt idx="20252">
                  <c:v>0.70918518518518514</c:v>
                </c:pt>
                <c:pt idx="20253">
                  <c:v>0.70933333333333337</c:v>
                </c:pt>
                <c:pt idx="20254">
                  <c:v>0.70948148148148149</c:v>
                </c:pt>
                <c:pt idx="20255">
                  <c:v>0.70948148148148149</c:v>
                </c:pt>
                <c:pt idx="20256">
                  <c:v>0.70962962962962961</c:v>
                </c:pt>
                <c:pt idx="20257">
                  <c:v>0.70962962962962961</c:v>
                </c:pt>
                <c:pt idx="20258">
                  <c:v>0.70962962962962961</c:v>
                </c:pt>
                <c:pt idx="20259">
                  <c:v>0.70962962962962961</c:v>
                </c:pt>
                <c:pt idx="20260">
                  <c:v>0.70962962962962961</c:v>
                </c:pt>
                <c:pt idx="20261">
                  <c:v>0.70977777777777773</c:v>
                </c:pt>
                <c:pt idx="20262">
                  <c:v>0.70977777777777773</c:v>
                </c:pt>
                <c:pt idx="20263">
                  <c:v>0.70977777777777773</c:v>
                </c:pt>
                <c:pt idx="20264">
                  <c:v>0.70977777777777773</c:v>
                </c:pt>
                <c:pt idx="20265">
                  <c:v>0.70977777777777773</c:v>
                </c:pt>
                <c:pt idx="20266">
                  <c:v>0.70977777777777773</c:v>
                </c:pt>
                <c:pt idx="20267">
                  <c:v>0.70977777777777773</c:v>
                </c:pt>
                <c:pt idx="20268">
                  <c:v>0.70977777777777773</c:v>
                </c:pt>
                <c:pt idx="20269">
                  <c:v>0.70977777777777773</c:v>
                </c:pt>
                <c:pt idx="20270">
                  <c:v>0.70977777777777773</c:v>
                </c:pt>
                <c:pt idx="20271">
                  <c:v>0.70977777777777773</c:v>
                </c:pt>
                <c:pt idx="20272">
                  <c:v>0.70977777777777773</c:v>
                </c:pt>
                <c:pt idx="20273">
                  <c:v>0.70977777777777773</c:v>
                </c:pt>
                <c:pt idx="20274">
                  <c:v>0.70977777777777773</c:v>
                </c:pt>
                <c:pt idx="20275">
                  <c:v>0.70977777777777773</c:v>
                </c:pt>
                <c:pt idx="20276">
                  <c:v>0.70977777777777773</c:v>
                </c:pt>
                <c:pt idx="20277">
                  <c:v>0.70977777777777773</c:v>
                </c:pt>
                <c:pt idx="20278">
                  <c:v>0.70977777777777773</c:v>
                </c:pt>
                <c:pt idx="20279">
                  <c:v>0.70992592592592596</c:v>
                </c:pt>
                <c:pt idx="20280">
                  <c:v>0.70992592592592596</c:v>
                </c:pt>
                <c:pt idx="20281">
                  <c:v>0.71007407407407408</c:v>
                </c:pt>
                <c:pt idx="20282">
                  <c:v>0.71007407407407408</c:v>
                </c:pt>
                <c:pt idx="20283">
                  <c:v>0.71007407407407408</c:v>
                </c:pt>
                <c:pt idx="20284">
                  <c:v>0.71007407407407408</c:v>
                </c:pt>
                <c:pt idx="20285">
                  <c:v>0.71007407407407408</c:v>
                </c:pt>
                <c:pt idx="20286">
                  <c:v>0.71007407407407408</c:v>
                </c:pt>
                <c:pt idx="20287">
                  <c:v>0.7102222222222222</c:v>
                </c:pt>
                <c:pt idx="20288">
                  <c:v>0.7102222222222222</c:v>
                </c:pt>
                <c:pt idx="20289">
                  <c:v>0.7102222222222222</c:v>
                </c:pt>
                <c:pt idx="20290">
                  <c:v>0.7102222222222222</c:v>
                </c:pt>
                <c:pt idx="20291">
                  <c:v>0.71037037037037032</c:v>
                </c:pt>
                <c:pt idx="20292">
                  <c:v>0.71037037037037032</c:v>
                </c:pt>
                <c:pt idx="20293">
                  <c:v>0.71037037037037032</c:v>
                </c:pt>
                <c:pt idx="20294">
                  <c:v>0.71051851851851855</c:v>
                </c:pt>
                <c:pt idx="20295">
                  <c:v>0.71051851851851855</c:v>
                </c:pt>
                <c:pt idx="20296">
                  <c:v>0.71051851851851855</c:v>
                </c:pt>
                <c:pt idx="20297">
                  <c:v>0.71051851851851855</c:v>
                </c:pt>
                <c:pt idx="20298">
                  <c:v>0.71051851851851855</c:v>
                </c:pt>
                <c:pt idx="20299">
                  <c:v>0.71066666666666667</c:v>
                </c:pt>
                <c:pt idx="20300">
                  <c:v>0.71081481481481479</c:v>
                </c:pt>
                <c:pt idx="20301">
                  <c:v>0.71096296296296291</c:v>
                </c:pt>
                <c:pt idx="20302">
                  <c:v>0.71096296296296291</c:v>
                </c:pt>
                <c:pt idx="20303">
                  <c:v>0.71096296296296291</c:v>
                </c:pt>
                <c:pt idx="20304">
                  <c:v>0.71096296296296291</c:v>
                </c:pt>
                <c:pt idx="20305">
                  <c:v>0.71096296296296291</c:v>
                </c:pt>
                <c:pt idx="20306">
                  <c:v>0.71111111111111114</c:v>
                </c:pt>
                <c:pt idx="20307">
                  <c:v>0.71111111111111114</c:v>
                </c:pt>
                <c:pt idx="20308">
                  <c:v>0.71125925925925926</c:v>
                </c:pt>
                <c:pt idx="20309">
                  <c:v>0.71125925925925926</c:v>
                </c:pt>
                <c:pt idx="20310">
                  <c:v>0.71125925925925926</c:v>
                </c:pt>
                <c:pt idx="20311">
                  <c:v>0.71140740740740738</c:v>
                </c:pt>
                <c:pt idx="20312">
                  <c:v>0.71140740740740738</c:v>
                </c:pt>
                <c:pt idx="20313">
                  <c:v>0.71155555555555561</c:v>
                </c:pt>
                <c:pt idx="20314">
                  <c:v>0.71155555555555561</c:v>
                </c:pt>
                <c:pt idx="20315">
                  <c:v>0.71155555555555561</c:v>
                </c:pt>
                <c:pt idx="20316">
                  <c:v>0.71170370370370373</c:v>
                </c:pt>
                <c:pt idx="20317">
                  <c:v>0.71185185185185185</c:v>
                </c:pt>
                <c:pt idx="20318">
                  <c:v>0.71185185185185185</c:v>
                </c:pt>
                <c:pt idx="20319">
                  <c:v>0.71199999999999997</c:v>
                </c:pt>
                <c:pt idx="20320">
                  <c:v>0.71199999999999997</c:v>
                </c:pt>
                <c:pt idx="20321">
                  <c:v>0.71199999999999997</c:v>
                </c:pt>
                <c:pt idx="20322">
                  <c:v>0.71199999999999997</c:v>
                </c:pt>
                <c:pt idx="20323">
                  <c:v>0.71199999999999997</c:v>
                </c:pt>
                <c:pt idx="20324">
                  <c:v>0.71199999999999997</c:v>
                </c:pt>
                <c:pt idx="20325">
                  <c:v>0.7121481481481482</c:v>
                </c:pt>
                <c:pt idx="20326">
                  <c:v>0.7121481481481482</c:v>
                </c:pt>
                <c:pt idx="20327">
                  <c:v>0.7121481481481482</c:v>
                </c:pt>
                <c:pt idx="20328">
                  <c:v>0.7121481481481482</c:v>
                </c:pt>
                <c:pt idx="20329">
                  <c:v>0.7121481481481482</c:v>
                </c:pt>
                <c:pt idx="20330">
                  <c:v>0.7121481481481482</c:v>
                </c:pt>
                <c:pt idx="20331">
                  <c:v>0.7121481481481482</c:v>
                </c:pt>
                <c:pt idx="20332">
                  <c:v>0.7121481481481482</c:v>
                </c:pt>
                <c:pt idx="20333">
                  <c:v>0.71229629629629632</c:v>
                </c:pt>
                <c:pt idx="20334">
                  <c:v>0.71229629629629632</c:v>
                </c:pt>
                <c:pt idx="20335">
                  <c:v>0.71229629629629632</c:v>
                </c:pt>
                <c:pt idx="20336">
                  <c:v>0.71229629629629632</c:v>
                </c:pt>
                <c:pt idx="20337">
                  <c:v>0.71229629629629632</c:v>
                </c:pt>
                <c:pt idx="20338">
                  <c:v>0.71229629629629632</c:v>
                </c:pt>
                <c:pt idx="20339">
                  <c:v>0.71229629629629632</c:v>
                </c:pt>
                <c:pt idx="20340">
                  <c:v>0.71244444444444444</c:v>
                </c:pt>
                <c:pt idx="20341">
                  <c:v>0.71259259259259256</c:v>
                </c:pt>
                <c:pt idx="20342">
                  <c:v>0.71259259259259256</c:v>
                </c:pt>
                <c:pt idx="20343">
                  <c:v>0.71259259259259256</c:v>
                </c:pt>
                <c:pt idx="20344">
                  <c:v>0.71259259259259256</c:v>
                </c:pt>
                <c:pt idx="20345">
                  <c:v>0.71274074074074079</c:v>
                </c:pt>
                <c:pt idx="20346">
                  <c:v>0.71274074074074079</c:v>
                </c:pt>
                <c:pt idx="20347">
                  <c:v>0.71274074074074079</c:v>
                </c:pt>
                <c:pt idx="20348">
                  <c:v>0.71274074074074079</c:v>
                </c:pt>
                <c:pt idx="20349">
                  <c:v>0.71274074074074079</c:v>
                </c:pt>
                <c:pt idx="20350">
                  <c:v>0.71288888888888891</c:v>
                </c:pt>
                <c:pt idx="20351">
                  <c:v>0.71303703703703702</c:v>
                </c:pt>
                <c:pt idx="20352">
                  <c:v>0.71318518518518514</c:v>
                </c:pt>
                <c:pt idx="20353">
                  <c:v>0.71318518518518514</c:v>
                </c:pt>
                <c:pt idx="20354">
                  <c:v>0.71318518518518514</c:v>
                </c:pt>
                <c:pt idx="20355">
                  <c:v>0.71318518518518514</c:v>
                </c:pt>
                <c:pt idx="20356">
                  <c:v>0.71318518518518514</c:v>
                </c:pt>
                <c:pt idx="20357">
                  <c:v>0.71318518518518514</c:v>
                </c:pt>
                <c:pt idx="20358">
                  <c:v>0.71318518518518514</c:v>
                </c:pt>
                <c:pt idx="20359">
                  <c:v>0.71333333333333337</c:v>
                </c:pt>
                <c:pt idx="20360">
                  <c:v>0.71333333333333337</c:v>
                </c:pt>
                <c:pt idx="20361">
                  <c:v>0.71333333333333337</c:v>
                </c:pt>
                <c:pt idx="20362">
                  <c:v>0.71333333333333337</c:v>
                </c:pt>
                <c:pt idx="20363">
                  <c:v>0.71348148148148149</c:v>
                </c:pt>
                <c:pt idx="20364">
                  <c:v>0.71348148148148149</c:v>
                </c:pt>
                <c:pt idx="20365">
                  <c:v>0.71348148148148149</c:v>
                </c:pt>
                <c:pt idx="20366">
                  <c:v>0.71362962962962961</c:v>
                </c:pt>
                <c:pt idx="20367">
                  <c:v>0.71362962962962961</c:v>
                </c:pt>
                <c:pt idx="20368">
                  <c:v>0.71377777777777773</c:v>
                </c:pt>
                <c:pt idx="20369">
                  <c:v>0.71377777777777773</c:v>
                </c:pt>
                <c:pt idx="20370">
                  <c:v>0.71377777777777773</c:v>
                </c:pt>
                <c:pt idx="20371">
                  <c:v>0.71377777777777773</c:v>
                </c:pt>
                <c:pt idx="20372">
                  <c:v>0.71377777777777773</c:v>
                </c:pt>
                <c:pt idx="20373">
                  <c:v>0.71377777777777773</c:v>
                </c:pt>
                <c:pt idx="20374">
                  <c:v>0.71392592592592596</c:v>
                </c:pt>
                <c:pt idx="20375">
                  <c:v>0.71392592592592596</c:v>
                </c:pt>
                <c:pt idx="20376">
                  <c:v>0.71407407407407408</c:v>
                </c:pt>
                <c:pt idx="20377">
                  <c:v>0.7142222222222222</c:v>
                </c:pt>
                <c:pt idx="20378">
                  <c:v>0.71437037037037032</c:v>
                </c:pt>
                <c:pt idx="20379">
                  <c:v>0.71437037037037032</c:v>
                </c:pt>
                <c:pt idx="20380">
                  <c:v>0.71437037037037032</c:v>
                </c:pt>
                <c:pt idx="20381">
                  <c:v>0.71437037037037032</c:v>
                </c:pt>
                <c:pt idx="20382">
                  <c:v>0.71451851851851855</c:v>
                </c:pt>
                <c:pt idx="20383">
                  <c:v>0.71451851851851855</c:v>
                </c:pt>
                <c:pt idx="20384">
                  <c:v>0.71451851851851855</c:v>
                </c:pt>
                <c:pt idx="20385">
                  <c:v>0.71451851851851855</c:v>
                </c:pt>
                <c:pt idx="20386">
                  <c:v>0.71451851851851855</c:v>
                </c:pt>
                <c:pt idx="20387">
                  <c:v>0.71451851851851855</c:v>
                </c:pt>
                <c:pt idx="20388">
                  <c:v>0.71466666666666667</c:v>
                </c:pt>
                <c:pt idx="20389">
                  <c:v>0.71466666666666667</c:v>
                </c:pt>
                <c:pt idx="20390">
                  <c:v>0.71466666666666667</c:v>
                </c:pt>
                <c:pt idx="20391">
                  <c:v>0.71466666666666667</c:v>
                </c:pt>
                <c:pt idx="20392">
                  <c:v>0.71466666666666667</c:v>
                </c:pt>
                <c:pt idx="20393">
                  <c:v>0.71466666666666667</c:v>
                </c:pt>
                <c:pt idx="20394">
                  <c:v>0.71466666666666667</c:v>
                </c:pt>
                <c:pt idx="20395">
                  <c:v>0.71466666666666667</c:v>
                </c:pt>
                <c:pt idx="20396">
                  <c:v>0.71466666666666667</c:v>
                </c:pt>
                <c:pt idx="20397">
                  <c:v>0.71481481481481479</c:v>
                </c:pt>
                <c:pt idx="20398">
                  <c:v>0.71481481481481479</c:v>
                </c:pt>
                <c:pt idx="20399">
                  <c:v>0.71496296296296291</c:v>
                </c:pt>
                <c:pt idx="20400">
                  <c:v>0.71511111111111114</c:v>
                </c:pt>
                <c:pt idx="20401">
                  <c:v>0.71511111111111114</c:v>
                </c:pt>
                <c:pt idx="20402">
                  <c:v>0.71511111111111114</c:v>
                </c:pt>
                <c:pt idx="20403">
                  <c:v>0.71511111111111114</c:v>
                </c:pt>
                <c:pt idx="20404">
                  <c:v>0.71525925925925926</c:v>
                </c:pt>
                <c:pt idx="20405">
                  <c:v>0.71540740740740738</c:v>
                </c:pt>
                <c:pt idx="20406">
                  <c:v>0.71540740740740738</c:v>
                </c:pt>
                <c:pt idx="20407">
                  <c:v>0.71540740740740738</c:v>
                </c:pt>
                <c:pt idx="20408">
                  <c:v>0.71540740740740738</c:v>
                </c:pt>
                <c:pt idx="20409">
                  <c:v>0.71540740740740738</c:v>
                </c:pt>
                <c:pt idx="20410">
                  <c:v>0.71540740740740738</c:v>
                </c:pt>
                <c:pt idx="20411">
                  <c:v>0.7155555555555555</c:v>
                </c:pt>
                <c:pt idx="20412">
                  <c:v>0.71570370370370373</c:v>
                </c:pt>
                <c:pt idx="20413">
                  <c:v>0.71585185185185185</c:v>
                </c:pt>
                <c:pt idx="20414">
                  <c:v>0.71585185185185185</c:v>
                </c:pt>
                <c:pt idx="20415">
                  <c:v>0.71599999999999997</c:v>
                </c:pt>
                <c:pt idx="20416">
                  <c:v>0.71599999999999997</c:v>
                </c:pt>
                <c:pt idx="20417">
                  <c:v>0.71599999999999997</c:v>
                </c:pt>
                <c:pt idx="20418">
                  <c:v>0.71599999999999997</c:v>
                </c:pt>
                <c:pt idx="20419">
                  <c:v>0.7161481481481482</c:v>
                </c:pt>
                <c:pt idx="20420">
                  <c:v>0.7161481481481482</c:v>
                </c:pt>
                <c:pt idx="20421">
                  <c:v>0.7161481481481482</c:v>
                </c:pt>
                <c:pt idx="20422">
                  <c:v>0.71629629629629632</c:v>
                </c:pt>
                <c:pt idx="20423">
                  <c:v>0.71644444444444444</c:v>
                </c:pt>
                <c:pt idx="20424">
                  <c:v>0.71644444444444444</c:v>
                </c:pt>
                <c:pt idx="20425">
                  <c:v>0.71644444444444444</c:v>
                </c:pt>
                <c:pt idx="20426">
                  <c:v>0.71644444444444444</c:v>
                </c:pt>
                <c:pt idx="20427">
                  <c:v>0.71644444444444444</c:v>
                </c:pt>
                <c:pt idx="20428">
                  <c:v>0.71659259259259256</c:v>
                </c:pt>
                <c:pt idx="20429">
                  <c:v>0.71674074074074079</c:v>
                </c:pt>
                <c:pt idx="20430">
                  <c:v>0.71674074074074079</c:v>
                </c:pt>
                <c:pt idx="20431">
                  <c:v>0.71674074074074079</c:v>
                </c:pt>
                <c:pt idx="20432">
                  <c:v>0.71674074074074079</c:v>
                </c:pt>
                <c:pt idx="20433">
                  <c:v>0.71674074074074079</c:v>
                </c:pt>
                <c:pt idx="20434">
                  <c:v>0.71674074074074079</c:v>
                </c:pt>
                <c:pt idx="20435">
                  <c:v>0.71688888888888891</c:v>
                </c:pt>
                <c:pt idx="20436">
                  <c:v>0.71703703703703703</c:v>
                </c:pt>
                <c:pt idx="20437">
                  <c:v>0.71703703703703703</c:v>
                </c:pt>
                <c:pt idx="20438">
                  <c:v>0.71718518518518515</c:v>
                </c:pt>
                <c:pt idx="20439">
                  <c:v>0.71718518518518515</c:v>
                </c:pt>
                <c:pt idx="20440">
                  <c:v>0.71718518518518515</c:v>
                </c:pt>
                <c:pt idx="20441">
                  <c:v>0.71718518518518515</c:v>
                </c:pt>
                <c:pt idx="20442">
                  <c:v>0.71718518518518515</c:v>
                </c:pt>
                <c:pt idx="20443">
                  <c:v>0.71718518518518515</c:v>
                </c:pt>
                <c:pt idx="20444">
                  <c:v>0.71718518518518515</c:v>
                </c:pt>
                <c:pt idx="20445">
                  <c:v>0.71718518518518515</c:v>
                </c:pt>
                <c:pt idx="20446">
                  <c:v>0.71718518518518515</c:v>
                </c:pt>
                <c:pt idx="20447">
                  <c:v>0.71733333333333338</c:v>
                </c:pt>
                <c:pt idx="20448">
                  <c:v>0.71733333333333338</c:v>
                </c:pt>
                <c:pt idx="20449">
                  <c:v>0.71733333333333338</c:v>
                </c:pt>
                <c:pt idx="20450">
                  <c:v>0.71733333333333338</c:v>
                </c:pt>
                <c:pt idx="20451">
                  <c:v>0.71733333333333338</c:v>
                </c:pt>
                <c:pt idx="20452">
                  <c:v>0.7174814814814815</c:v>
                </c:pt>
                <c:pt idx="20453">
                  <c:v>0.7174814814814815</c:v>
                </c:pt>
                <c:pt idx="20454">
                  <c:v>0.7174814814814815</c:v>
                </c:pt>
                <c:pt idx="20455">
                  <c:v>0.7174814814814815</c:v>
                </c:pt>
                <c:pt idx="20456">
                  <c:v>0.71762962962962962</c:v>
                </c:pt>
                <c:pt idx="20457">
                  <c:v>0.71762962962962962</c:v>
                </c:pt>
                <c:pt idx="20458">
                  <c:v>0.71762962962962962</c:v>
                </c:pt>
                <c:pt idx="20459">
                  <c:v>0.71762962962962962</c:v>
                </c:pt>
                <c:pt idx="20460">
                  <c:v>0.71762962962962962</c:v>
                </c:pt>
                <c:pt idx="20461">
                  <c:v>0.71777777777777774</c:v>
                </c:pt>
                <c:pt idx="20462">
                  <c:v>0.71777777777777774</c:v>
                </c:pt>
                <c:pt idx="20463">
                  <c:v>0.71777777777777774</c:v>
                </c:pt>
                <c:pt idx="20464">
                  <c:v>0.71777777777777774</c:v>
                </c:pt>
                <c:pt idx="20465">
                  <c:v>0.71792592592592597</c:v>
                </c:pt>
                <c:pt idx="20466">
                  <c:v>0.71792592592592597</c:v>
                </c:pt>
                <c:pt idx="20467">
                  <c:v>0.71792592592592597</c:v>
                </c:pt>
                <c:pt idx="20468">
                  <c:v>0.71792592592592597</c:v>
                </c:pt>
                <c:pt idx="20469">
                  <c:v>0.71792592592592597</c:v>
                </c:pt>
                <c:pt idx="20470">
                  <c:v>0.71792592592592597</c:v>
                </c:pt>
                <c:pt idx="20471">
                  <c:v>0.71807407407407409</c:v>
                </c:pt>
                <c:pt idx="20472">
                  <c:v>0.71822222222222221</c:v>
                </c:pt>
                <c:pt idx="20473">
                  <c:v>0.71822222222222221</c:v>
                </c:pt>
                <c:pt idx="20474">
                  <c:v>0.71822222222222221</c:v>
                </c:pt>
                <c:pt idx="20475">
                  <c:v>0.71822222222222221</c:v>
                </c:pt>
                <c:pt idx="20476">
                  <c:v>0.71822222222222221</c:v>
                </c:pt>
                <c:pt idx="20477">
                  <c:v>0.71822222222222221</c:v>
                </c:pt>
                <c:pt idx="20478">
                  <c:v>0.71837037037037033</c:v>
                </c:pt>
                <c:pt idx="20479">
                  <c:v>0.71837037037037033</c:v>
                </c:pt>
                <c:pt idx="20480">
                  <c:v>0.71837037037037033</c:v>
                </c:pt>
                <c:pt idx="20481">
                  <c:v>0.71837037037037033</c:v>
                </c:pt>
                <c:pt idx="20482">
                  <c:v>0.71837037037037033</c:v>
                </c:pt>
                <c:pt idx="20483">
                  <c:v>0.71837037037037033</c:v>
                </c:pt>
                <c:pt idx="20484">
                  <c:v>0.71837037037037033</c:v>
                </c:pt>
                <c:pt idx="20485">
                  <c:v>0.71837037037037033</c:v>
                </c:pt>
                <c:pt idx="20486">
                  <c:v>0.71851851851851856</c:v>
                </c:pt>
                <c:pt idx="20487">
                  <c:v>0.71866666666666668</c:v>
                </c:pt>
                <c:pt idx="20488">
                  <c:v>0.71866666666666668</c:v>
                </c:pt>
                <c:pt idx="20489">
                  <c:v>0.7188148148148148</c:v>
                </c:pt>
                <c:pt idx="20490">
                  <c:v>0.71896296296296291</c:v>
                </c:pt>
                <c:pt idx="20491">
                  <c:v>0.71896296296296291</c:v>
                </c:pt>
                <c:pt idx="20492">
                  <c:v>0.71896296296296291</c:v>
                </c:pt>
                <c:pt idx="20493">
                  <c:v>0.71911111111111115</c:v>
                </c:pt>
                <c:pt idx="20494">
                  <c:v>0.71911111111111115</c:v>
                </c:pt>
                <c:pt idx="20495">
                  <c:v>0.71911111111111115</c:v>
                </c:pt>
                <c:pt idx="20496">
                  <c:v>0.71911111111111115</c:v>
                </c:pt>
                <c:pt idx="20497">
                  <c:v>0.71911111111111115</c:v>
                </c:pt>
                <c:pt idx="20498">
                  <c:v>0.71911111111111115</c:v>
                </c:pt>
                <c:pt idx="20499">
                  <c:v>0.71911111111111115</c:v>
                </c:pt>
                <c:pt idx="20500">
                  <c:v>0.71911111111111115</c:v>
                </c:pt>
                <c:pt idx="20501">
                  <c:v>0.71911111111111115</c:v>
                </c:pt>
                <c:pt idx="20502">
                  <c:v>0.71911111111111115</c:v>
                </c:pt>
                <c:pt idx="20503">
                  <c:v>0.71925925925925926</c:v>
                </c:pt>
                <c:pt idx="20504">
                  <c:v>0.71925925925925926</c:v>
                </c:pt>
                <c:pt idx="20505">
                  <c:v>0.71940740740740738</c:v>
                </c:pt>
                <c:pt idx="20506">
                  <c:v>0.71940740740740738</c:v>
                </c:pt>
                <c:pt idx="20507">
                  <c:v>0.7195555555555555</c:v>
                </c:pt>
                <c:pt idx="20508">
                  <c:v>0.7195555555555555</c:v>
                </c:pt>
                <c:pt idx="20509">
                  <c:v>0.7195555555555555</c:v>
                </c:pt>
                <c:pt idx="20510">
                  <c:v>0.71970370370370373</c:v>
                </c:pt>
                <c:pt idx="20511">
                  <c:v>0.71970370370370373</c:v>
                </c:pt>
                <c:pt idx="20512">
                  <c:v>0.71970370370370373</c:v>
                </c:pt>
                <c:pt idx="20513">
                  <c:v>0.71970370370370373</c:v>
                </c:pt>
                <c:pt idx="20514">
                  <c:v>0.71970370370370373</c:v>
                </c:pt>
                <c:pt idx="20515">
                  <c:v>0.71970370370370373</c:v>
                </c:pt>
                <c:pt idx="20516">
                  <c:v>0.71970370370370373</c:v>
                </c:pt>
                <c:pt idx="20517">
                  <c:v>0.71985185185185185</c:v>
                </c:pt>
                <c:pt idx="20518">
                  <c:v>0.72</c:v>
                </c:pt>
                <c:pt idx="20519">
                  <c:v>0.72014814814814809</c:v>
                </c:pt>
                <c:pt idx="20520">
                  <c:v>0.72029629629629632</c:v>
                </c:pt>
                <c:pt idx="20521">
                  <c:v>0.72029629629629632</c:v>
                </c:pt>
                <c:pt idx="20522">
                  <c:v>0.72044444444444444</c:v>
                </c:pt>
                <c:pt idx="20523">
                  <c:v>0.72044444444444444</c:v>
                </c:pt>
                <c:pt idx="20524">
                  <c:v>0.72044444444444444</c:v>
                </c:pt>
                <c:pt idx="20525">
                  <c:v>0.72044444444444444</c:v>
                </c:pt>
                <c:pt idx="20526">
                  <c:v>0.72059259259259256</c:v>
                </c:pt>
                <c:pt idx="20527">
                  <c:v>0.72059259259259256</c:v>
                </c:pt>
                <c:pt idx="20528">
                  <c:v>0.72059259259259256</c:v>
                </c:pt>
                <c:pt idx="20529">
                  <c:v>0.72059259259259256</c:v>
                </c:pt>
                <c:pt idx="20530">
                  <c:v>0.72059259259259256</c:v>
                </c:pt>
                <c:pt idx="20531">
                  <c:v>0.72059259259259256</c:v>
                </c:pt>
                <c:pt idx="20532">
                  <c:v>0.72059259259259256</c:v>
                </c:pt>
                <c:pt idx="20533">
                  <c:v>0.72059259259259256</c:v>
                </c:pt>
                <c:pt idx="20534">
                  <c:v>0.72074074074074079</c:v>
                </c:pt>
                <c:pt idx="20535">
                  <c:v>0.72074074074074079</c:v>
                </c:pt>
                <c:pt idx="20536">
                  <c:v>0.72074074074074079</c:v>
                </c:pt>
                <c:pt idx="20537">
                  <c:v>0.72088888888888891</c:v>
                </c:pt>
                <c:pt idx="20538">
                  <c:v>0.72103703703703703</c:v>
                </c:pt>
                <c:pt idx="20539">
                  <c:v>0.72103703703703703</c:v>
                </c:pt>
                <c:pt idx="20540">
                  <c:v>0.72103703703703703</c:v>
                </c:pt>
                <c:pt idx="20541">
                  <c:v>0.72118518518518515</c:v>
                </c:pt>
                <c:pt idx="20542">
                  <c:v>0.72118518518518515</c:v>
                </c:pt>
                <c:pt idx="20543">
                  <c:v>0.72133333333333338</c:v>
                </c:pt>
                <c:pt idx="20544">
                  <c:v>0.7214814814814815</c:v>
                </c:pt>
                <c:pt idx="20545">
                  <c:v>0.7214814814814815</c:v>
                </c:pt>
                <c:pt idx="20546">
                  <c:v>0.7214814814814815</c:v>
                </c:pt>
                <c:pt idx="20547">
                  <c:v>0.7214814814814815</c:v>
                </c:pt>
                <c:pt idx="20548">
                  <c:v>0.72162962962962962</c:v>
                </c:pt>
                <c:pt idx="20549">
                  <c:v>0.72162962962962962</c:v>
                </c:pt>
                <c:pt idx="20550">
                  <c:v>0.72162962962962962</c:v>
                </c:pt>
                <c:pt idx="20551">
                  <c:v>0.72162962962962962</c:v>
                </c:pt>
                <c:pt idx="20552">
                  <c:v>0.72162962962962962</c:v>
                </c:pt>
                <c:pt idx="20553">
                  <c:v>0.72162962962962962</c:v>
                </c:pt>
                <c:pt idx="20554">
                  <c:v>0.72162962962962962</c:v>
                </c:pt>
                <c:pt idx="20555">
                  <c:v>0.72162962962962962</c:v>
                </c:pt>
                <c:pt idx="20556">
                  <c:v>0.72162962962962962</c:v>
                </c:pt>
                <c:pt idx="20557">
                  <c:v>0.72177777777777774</c:v>
                </c:pt>
                <c:pt idx="20558">
                  <c:v>0.72177777777777774</c:v>
                </c:pt>
                <c:pt idx="20559">
                  <c:v>0.72192592592592597</c:v>
                </c:pt>
                <c:pt idx="20560">
                  <c:v>0.72192592592592597</c:v>
                </c:pt>
                <c:pt idx="20561">
                  <c:v>0.72192592592592597</c:v>
                </c:pt>
                <c:pt idx="20562">
                  <c:v>0.72192592592592597</c:v>
                </c:pt>
                <c:pt idx="20563">
                  <c:v>0.72192592592592597</c:v>
                </c:pt>
                <c:pt idx="20564">
                  <c:v>0.72192592592592597</c:v>
                </c:pt>
                <c:pt idx="20565">
                  <c:v>0.72207407407407409</c:v>
                </c:pt>
                <c:pt idx="20566">
                  <c:v>0.72207407407407409</c:v>
                </c:pt>
                <c:pt idx="20567">
                  <c:v>0.72207407407407409</c:v>
                </c:pt>
                <c:pt idx="20568">
                  <c:v>0.72207407407407409</c:v>
                </c:pt>
                <c:pt idx="20569">
                  <c:v>0.72222222222222221</c:v>
                </c:pt>
                <c:pt idx="20570">
                  <c:v>0.72237037037037033</c:v>
                </c:pt>
                <c:pt idx="20571">
                  <c:v>0.72237037037037033</c:v>
                </c:pt>
                <c:pt idx="20572">
                  <c:v>0.72237037037037033</c:v>
                </c:pt>
                <c:pt idx="20573">
                  <c:v>0.72251851851851856</c:v>
                </c:pt>
                <c:pt idx="20574">
                  <c:v>0.72251851851851856</c:v>
                </c:pt>
                <c:pt idx="20575">
                  <c:v>0.72251851851851856</c:v>
                </c:pt>
                <c:pt idx="20576">
                  <c:v>0.72251851851851856</c:v>
                </c:pt>
                <c:pt idx="20577">
                  <c:v>0.72266666666666668</c:v>
                </c:pt>
                <c:pt idx="20578">
                  <c:v>0.72266666666666668</c:v>
                </c:pt>
                <c:pt idx="20579">
                  <c:v>0.7228148148148148</c:v>
                </c:pt>
                <c:pt idx="20580">
                  <c:v>0.72296296296296292</c:v>
                </c:pt>
                <c:pt idx="20581">
                  <c:v>0.72311111111111115</c:v>
                </c:pt>
                <c:pt idx="20582">
                  <c:v>0.72311111111111115</c:v>
                </c:pt>
                <c:pt idx="20583">
                  <c:v>0.72325925925925927</c:v>
                </c:pt>
                <c:pt idx="20584">
                  <c:v>0.72325925925925927</c:v>
                </c:pt>
                <c:pt idx="20585">
                  <c:v>0.72325925925925927</c:v>
                </c:pt>
                <c:pt idx="20586">
                  <c:v>0.72340740740740739</c:v>
                </c:pt>
                <c:pt idx="20587">
                  <c:v>0.72355555555555551</c:v>
                </c:pt>
                <c:pt idx="20588">
                  <c:v>0.72370370370370374</c:v>
                </c:pt>
                <c:pt idx="20589">
                  <c:v>0.72370370370370374</c:v>
                </c:pt>
                <c:pt idx="20590">
                  <c:v>0.72370370370370374</c:v>
                </c:pt>
                <c:pt idx="20591">
                  <c:v>0.72370370370370374</c:v>
                </c:pt>
                <c:pt idx="20592">
                  <c:v>0.72370370370370374</c:v>
                </c:pt>
                <c:pt idx="20593">
                  <c:v>0.72385185185185186</c:v>
                </c:pt>
                <c:pt idx="20594">
                  <c:v>0.72385185185185186</c:v>
                </c:pt>
                <c:pt idx="20595">
                  <c:v>0.72385185185185186</c:v>
                </c:pt>
                <c:pt idx="20596">
                  <c:v>0.72385185185185186</c:v>
                </c:pt>
                <c:pt idx="20597">
                  <c:v>0.72385185185185186</c:v>
                </c:pt>
                <c:pt idx="20598">
                  <c:v>0.72385185185185186</c:v>
                </c:pt>
                <c:pt idx="20599">
                  <c:v>0.72399999999999998</c:v>
                </c:pt>
                <c:pt idx="20600">
                  <c:v>0.72399999999999998</c:v>
                </c:pt>
                <c:pt idx="20601">
                  <c:v>0.72399999999999998</c:v>
                </c:pt>
                <c:pt idx="20602">
                  <c:v>0.72399999999999998</c:v>
                </c:pt>
                <c:pt idx="20603">
                  <c:v>0.72399999999999998</c:v>
                </c:pt>
                <c:pt idx="20604">
                  <c:v>0.72399999999999998</c:v>
                </c:pt>
                <c:pt idx="20605">
                  <c:v>0.72399999999999998</c:v>
                </c:pt>
                <c:pt idx="20606">
                  <c:v>0.7241481481481481</c:v>
                </c:pt>
                <c:pt idx="20607">
                  <c:v>0.7241481481481481</c:v>
                </c:pt>
                <c:pt idx="20608">
                  <c:v>0.7241481481481481</c:v>
                </c:pt>
                <c:pt idx="20609">
                  <c:v>0.7241481481481481</c:v>
                </c:pt>
                <c:pt idx="20610">
                  <c:v>0.7241481481481481</c:v>
                </c:pt>
                <c:pt idx="20611">
                  <c:v>0.7241481481481481</c:v>
                </c:pt>
                <c:pt idx="20612">
                  <c:v>0.7241481481481481</c:v>
                </c:pt>
                <c:pt idx="20613">
                  <c:v>0.72429629629629633</c:v>
                </c:pt>
                <c:pt idx="20614">
                  <c:v>0.72429629629629633</c:v>
                </c:pt>
                <c:pt idx="20615">
                  <c:v>0.72429629629629633</c:v>
                </c:pt>
                <c:pt idx="20616">
                  <c:v>0.72429629629629633</c:v>
                </c:pt>
                <c:pt idx="20617">
                  <c:v>0.72429629629629633</c:v>
                </c:pt>
                <c:pt idx="20618">
                  <c:v>0.72429629629629633</c:v>
                </c:pt>
                <c:pt idx="20619">
                  <c:v>0.72444444444444445</c:v>
                </c:pt>
                <c:pt idx="20620">
                  <c:v>0.72459259259259257</c:v>
                </c:pt>
                <c:pt idx="20621">
                  <c:v>0.72459259259259257</c:v>
                </c:pt>
                <c:pt idx="20622">
                  <c:v>0.72474074074074069</c:v>
                </c:pt>
                <c:pt idx="20623">
                  <c:v>0.72488888888888892</c:v>
                </c:pt>
                <c:pt idx="20624">
                  <c:v>0.72503703703703704</c:v>
                </c:pt>
                <c:pt idx="20625">
                  <c:v>0.72503703703703704</c:v>
                </c:pt>
                <c:pt idx="20626">
                  <c:v>0.72503703703703704</c:v>
                </c:pt>
                <c:pt idx="20627">
                  <c:v>0.72503703703703704</c:v>
                </c:pt>
                <c:pt idx="20628">
                  <c:v>0.72503703703703704</c:v>
                </c:pt>
                <c:pt idx="20629">
                  <c:v>0.72503703703703704</c:v>
                </c:pt>
                <c:pt idx="20630">
                  <c:v>0.72503703703703704</c:v>
                </c:pt>
                <c:pt idx="20631">
                  <c:v>0.72503703703703704</c:v>
                </c:pt>
                <c:pt idx="20632">
                  <c:v>0.72503703703703704</c:v>
                </c:pt>
                <c:pt idx="20633">
                  <c:v>0.72518518518518515</c:v>
                </c:pt>
                <c:pt idx="20634">
                  <c:v>0.72518518518518515</c:v>
                </c:pt>
                <c:pt idx="20635">
                  <c:v>0.72533333333333339</c:v>
                </c:pt>
                <c:pt idx="20636">
                  <c:v>0.72533333333333339</c:v>
                </c:pt>
                <c:pt idx="20637">
                  <c:v>0.72533333333333339</c:v>
                </c:pt>
                <c:pt idx="20638">
                  <c:v>0.72533333333333339</c:v>
                </c:pt>
                <c:pt idx="20639">
                  <c:v>0.72533333333333339</c:v>
                </c:pt>
                <c:pt idx="20640">
                  <c:v>0.72533333333333339</c:v>
                </c:pt>
                <c:pt idx="20641">
                  <c:v>0.72533333333333339</c:v>
                </c:pt>
                <c:pt idx="20642">
                  <c:v>0.72533333333333339</c:v>
                </c:pt>
                <c:pt idx="20643">
                  <c:v>0.72533333333333339</c:v>
                </c:pt>
                <c:pt idx="20644">
                  <c:v>0.7254814814814815</c:v>
                </c:pt>
                <c:pt idx="20645">
                  <c:v>0.7254814814814815</c:v>
                </c:pt>
                <c:pt idx="20646">
                  <c:v>0.7254814814814815</c:v>
                </c:pt>
                <c:pt idx="20647">
                  <c:v>0.7254814814814815</c:v>
                </c:pt>
                <c:pt idx="20648">
                  <c:v>0.7254814814814815</c:v>
                </c:pt>
                <c:pt idx="20649">
                  <c:v>0.7254814814814815</c:v>
                </c:pt>
                <c:pt idx="20650">
                  <c:v>0.7254814814814815</c:v>
                </c:pt>
                <c:pt idx="20651">
                  <c:v>0.7254814814814815</c:v>
                </c:pt>
                <c:pt idx="20652">
                  <c:v>0.7254814814814815</c:v>
                </c:pt>
                <c:pt idx="20653">
                  <c:v>0.72562962962962962</c:v>
                </c:pt>
                <c:pt idx="20654">
                  <c:v>0.72562962962962962</c:v>
                </c:pt>
                <c:pt idx="20655">
                  <c:v>0.72562962962962962</c:v>
                </c:pt>
                <c:pt idx="20656">
                  <c:v>0.72577777777777774</c:v>
                </c:pt>
                <c:pt idx="20657">
                  <c:v>0.72577777777777774</c:v>
                </c:pt>
                <c:pt idx="20658">
                  <c:v>0.72577777777777774</c:v>
                </c:pt>
                <c:pt idx="20659">
                  <c:v>0.72577777777777774</c:v>
                </c:pt>
                <c:pt idx="20660">
                  <c:v>0.72577777777777774</c:v>
                </c:pt>
                <c:pt idx="20661">
                  <c:v>0.72577777777777774</c:v>
                </c:pt>
                <c:pt idx="20662">
                  <c:v>0.72577777777777774</c:v>
                </c:pt>
                <c:pt idx="20663">
                  <c:v>0.72577777777777774</c:v>
                </c:pt>
                <c:pt idx="20664">
                  <c:v>0.72577777777777774</c:v>
                </c:pt>
                <c:pt idx="20665">
                  <c:v>0.72577777777777774</c:v>
                </c:pt>
                <c:pt idx="20666">
                  <c:v>0.72577777777777774</c:v>
                </c:pt>
                <c:pt idx="20667">
                  <c:v>0.72577777777777774</c:v>
                </c:pt>
                <c:pt idx="20668">
                  <c:v>0.72577777777777774</c:v>
                </c:pt>
                <c:pt idx="20669">
                  <c:v>0.72592592592592597</c:v>
                </c:pt>
                <c:pt idx="20670">
                  <c:v>0.72592592592592597</c:v>
                </c:pt>
                <c:pt idx="20671">
                  <c:v>0.72607407407407409</c:v>
                </c:pt>
                <c:pt idx="20672">
                  <c:v>0.72622222222222221</c:v>
                </c:pt>
                <c:pt idx="20673">
                  <c:v>0.72622222222222221</c:v>
                </c:pt>
                <c:pt idx="20674">
                  <c:v>0.72622222222222221</c:v>
                </c:pt>
                <c:pt idx="20675">
                  <c:v>0.72637037037037033</c:v>
                </c:pt>
                <c:pt idx="20676">
                  <c:v>0.72651851851851856</c:v>
                </c:pt>
                <c:pt idx="20677">
                  <c:v>0.72651851851851856</c:v>
                </c:pt>
                <c:pt idx="20678">
                  <c:v>0.72651851851851856</c:v>
                </c:pt>
                <c:pt idx="20679">
                  <c:v>0.72651851851851856</c:v>
                </c:pt>
                <c:pt idx="20680">
                  <c:v>0.72651851851851856</c:v>
                </c:pt>
                <c:pt idx="20681">
                  <c:v>0.72651851851851856</c:v>
                </c:pt>
                <c:pt idx="20682">
                  <c:v>0.72651851851851856</c:v>
                </c:pt>
                <c:pt idx="20683">
                  <c:v>0.72651851851851856</c:v>
                </c:pt>
                <c:pt idx="20684">
                  <c:v>0.72651851851851856</c:v>
                </c:pt>
                <c:pt idx="20685">
                  <c:v>0.72651851851851856</c:v>
                </c:pt>
                <c:pt idx="20686">
                  <c:v>0.72651851851851856</c:v>
                </c:pt>
                <c:pt idx="20687">
                  <c:v>0.72666666666666668</c:v>
                </c:pt>
                <c:pt idx="20688">
                  <c:v>0.72666666666666668</c:v>
                </c:pt>
                <c:pt idx="20689">
                  <c:v>0.72666666666666668</c:v>
                </c:pt>
                <c:pt idx="20690">
                  <c:v>0.72666666666666668</c:v>
                </c:pt>
                <c:pt idx="20691">
                  <c:v>0.72666666666666668</c:v>
                </c:pt>
                <c:pt idx="20692">
                  <c:v>0.7268148148148148</c:v>
                </c:pt>
                <c:pt idx="20693">
                  <c:v>0.7268148148148148</c:v>
                </c:pt>
                <c:pt idx="20694">
                  <c:v>0.7268148148148148</c:v>
                </c:pt>
                <c:pt idx="20695">
                  <c:v>0.7268148148148148</c:v>
                </c:pt>
                <c:pt idx="20696">
                  <c:v>0.72696296296296292</c:v>
                </c:pt>
                <c:pt idx="20697">
                  <c:v>0.72696296296296292</c:v>
                </c:pt>
                <c:pt idx="20698">
                  <c:v>0.72696296296296292</c:v>
                </c:pt>
                <c:pt idx="20699">
                  <c:v>0.72696296296296292</c:v>
                </c:pt>
                <c:pt idx="20700">
                  <c:v>0.72696296296296292</c:v>
                </c:pt>
                <c:pt idx="20701">
                  <c:v>0.72696296296296292</c:v>
                </c:pt>
                <c:pt idx="20702">
                  <c:v>0.72711111111111115</c:v>
                </c:pt>
                <c:pt idx="20703">
                  <c:v>0.72725925925925927</c:v>
                </c:pt>
                <c:pt idx="20704">
                  <c:v>0.72725925925925927</c:v>
                </c:pt>
                <c:pt idx="20705">
                  <c:v>0.72725925925925927</c:v>
                </c:pt>
                <c:pt idx="20706">
                  <c:v>0.72740740740740739</c:v>
                </c:pt>
                <c:pt idx="20707">
                  <c:v>0.72740740740740739</c:v>
                </c:pt>
                <c:pt idx="20708">
                  <c:v>0.72755555555555551</c:v>
                </c:pt>
                <c:pt idx="20709">
                  <c:v>0.72755555555555551</c:v>
                </c:pt>
                <c:pt idx="20710">
                  <c:v>0.72755555555555551</c:v>
                </c:pt>
                <c:pt idx="20711">
                  <c:v>0.72770370370370374</c:v>
                </c:pt>
                <c:pt idx="20712">
                  <c:v>0.72785185185185186</c:v>
                </c:pt>
                <c:pt idx="20713">
                  <c:v>0.72785185185185186</c:v>
                </c:pt>
                <c:pt idx="20714">
                  <c:v>0.72785185185185186</c:v>
                </c:pt>
                <c:pt idx="20715">
                  <c:v>0.72785185185185186</c:v>
                </c:pt>
                <c:pt idx="20716">
                  <c:v>0.72785185185185186</c:v>
                </c:pt>
                <c:pt idx="20717">
                  <c:v>0.72785185185185186</c:v>
                </c:pt>
                <c:pt idx="20718">
                  <c:v>0.72785185185185186</c:v>
                </c:pt>
                <c:pt idx="20719">
                  <c:v>0.72799999999999998</c:v>
                </c:pt>
                <c:pt idx="20720">
                  <c:v>0.72799999999999998</c:v>
                </c:pt>
                <c:pt idx="20721">
                  <c:v>0.72799999999999998</c:v>
                </c:pt>
                <c:pt idx="20722">
                  <c:v>0.72799999999999998</c:v>
                </c:pt>
                <c:pt idx="20723">
                  <c:v>0.72799999999999998</c:v>
                </c:pt>
                <c:pt idx="20724">
                  <c:v>0.72799999999999998</c:v>
                </c:pt>
                <c:pt idx="20725">
                  <c:v>0.72799999999999998</c:v>
                </c:pt>
                <c:pt idx="20726">
                  <c:v>0.72799999999999998</c:v>
                </c:pt>
                <c:pt idx="20727">
                  <c:v>0.72799999999999998</c:v>
                </c:pt>
                <c:pt idx="20728">
                  <c:v>0.72799999999999998</c:v>
                </c:pt>
                <c:pt idx="20729">
                  <c:v>0.72799999999999998</c:v>
                </c:pt>
                <c:pt idx="20730">
                  <c:v>0.72799999999999998</c:v>
                </c:pt>
                <c:pt idx="20731">
                  <c:v>0.72799999999999998</c:v>
                </c:pt>
                <c:pt idx="20732">
                  <c:v>0.72799999999999998</c:v>
                </c:pt>
                <c:pt idx="20733">
                  <c:v>0.7281481481481481</c:v>
                </c:pt>
                <c:pt idx="20734">
                  <c:v>0.7281481481481481</c:v>
                </c:pt>
                <c:pt idx="20735">
                  <c:v>0.7281481481481481</c:v>
                </c:pt>
                <c:pt idx="20736">
                  <c:v>0.72829629629629633</c:v>
                </c:pt>
                <c:pt idx="20737">
                  <c:v>0.72829629629629633</c:v>
                </c:pt>
                <c:pt idx="20738">
                  <c:v>0.72829629629629633</c:v>
                </c:pt>
                <c:pt idx="20739">
                  <c:v>0.72829629629629633</c:v>
                </c:pt>
                <c:pt idx="20740">
                  <c:v>0.72844444444444445</c:v>
                </c:pt>
                <c:pt idx="20741">
                  <c:v>0.72844444444444445</c:v>
                </c:pt>
                <c:pt idx="20742">
                  <c:v>0.72844444444444445</c:v>
                </c:pt>
                <c:pt idx="20743">
                  <c:v>0.72844444444444445</c:v>
                </c:pt>
                <c:pt idx="20744">
                  <c:v>0.72844444444444445</c:v>
                </c:pt>
                <c:pt idx="20745">
                  <c:v>0.72844444444444445</c:v>
                </c:pt>
                <c:pt idx="20746">
                  <c:v>0.72844444444444445</c:v>
                </c:pt>
                <c:pt idx="20747">
                  <c:v>0.72844444444444445</c:v>
                </c:pt>
                <c:pt idx="20748">
                  <c:v>0.72844444444444445</c:v>
                </c:pt>
                <c:pt idx="20749">
                  <c:v>0.72844444444444445</c:v>
                </c:pt>
                <c:pt idx="20750">
                  <c:v>0.72844444444444445</c:v>
                </c:pt>
                <c:pt idx="20751">
                  <c:v>0.72859259259259257</c:v>
                </c:pt>
                <c:pt idx="20752">
                  <c:v>0.72859259259259257</c:v>
                </c:pt>
                <c:pt idx="20753">
                  <c:v>0.72874074074074069</c:v>
                </c:pt>
                <c:pt idx="20754">
                  <c:v>0.72874074074074069</c:v>
                </c:pt>
                <c:pt idx="20755">
                  <c:v>0.72888888888888892</c:v>
                </c:pt>
                <c:pt idx="20756">
                  <c:v>0.72888888888888892</c:v>
                </c:pt>
                <c:pt idx="20757">
                  <c:v>0.72888888888888892</c:v>
                </c:pt>
                <c:pt idx="20758">
                  <c:v>0.72888888888888892</c:v>
                </c:pt>
                <c:pt idx="20759">
                  <c:v>0.72888888888888892</c:v>
                </c:pt>
                <c:pt idx="20760">
                  <c:v>0.72903703703703704</c:v>
                </c:pt>
                <c:pt idx="20761">
                  <c:v>0.72903703703703704</c:v>
                </c:pt>
                <c:pt idx="20762">
                  <c:v>0.72903703703703704</c:v>
                </c:pt>
                <c:pt idx="20763">
                  <c:v>0.72903703703703704</c:v>
                </c:pt>
                <c:pt idx="20764">
                  <c:v>0.72903703703703704</c:v>
                </c:pt>
                <c:pt idx="20765">
                  <c:v>0.72903703703703704</c:v>
                </c:pt>
                <c:pt idx="20766">
                  <c:v>0.72903703703703704</c:v>
                </c:pt>
                <c:pt idx="20767">
                  <c:v>0.72903703703703704</c:v>
                </c:pt>
                <c:pt idx="20768">
                  <c:v>0.72918518518518516</c:v>
                </c:pt>
                <c:pt idx="20769">
                  <c:v>0.72918518518518516</c:v>
                </c:pt>
                <c:pt idx="20770">
                  <c:v>0.72918518518518516</c:v>
                </c:pt>
                <c:pt idx="20771">
                  <c:v>0.72918518518518516</c:v>
                </c:pt>
                <c:pt idx="20772">
                  <c:v>0.72918518518518516</c:v>
                </c:pt>
                <c:pt idx="20773">
                  <c:v>0.72933333333333328</c:v>
                </c:pt>
                <c:pt idx="20774">
                  <c:v>0.72933333333333328</c:v>
                </c:pt>
                <c:pt idx="20775">
                  <c:v>0.72933333333333328</c:v>
                </c:pt>
                <c:pt idx="20776">
                  <c:v>0.72933333333333328</c:v>
                </c:pt>
                <c:pt idx="20777">
                  <c:v>0.72948148148148151</c:v>
                </c:pt>
                <c:pt idx="20778">
                  <c:v>0.72948148148148151</c:v>
                </c:pt>
                <c:pt idx="20779">
                  <c:v>0.72962962962962963</c:v>
                </c:pt>
                <c:pt idx="20780">
                  <c:v>0.72962962962962963</c:v>
                </c:pt>
                <c:pt idx="20781">
                  <c:v>0.72977777777777775</c:v>
                </c:pt>
                <c:pt idx="20782">
                  <c:v>0.72977777777777775</c:v>
                </c:pt>
                <c:pt idx="20783">
                  <c:v>0.72977777777777775</c:v>
                </c:pt>
                <c:pt idx="20784">
                  <c:v>0.72977777777777775</c:v>
                </c:pt>
                <c:pt idx="20785">
                  <c:v>0.72977777777777775</c:v>
                </c:pt>
                <c:pt idx="20786">
                  <c:v>0.72977777777777775</c:v>
                </c:pt>
                <c:pt idx="20787">
                  <c:v>0.72977777777777775</c:v>
                </c:pt>
                <c:pt idx="20788">
                  <c:v>0.72977777777777775</c:v>
                </c:pt>
                <c:pt idx="20789">
                  <c:v>0.72977777777777775</c:v>
                </c:pt>
                <c:pt idx="20790">
                  <c:v>0.72977777777777775</c:v>
                </c:pt>
                <c:pt idx="20791">
                  <c:v>0.72977777777777775</c:v>
                </c:pt>
                <c:pt idx="20792">
                  <c:v>0.72992592592592598</c:v>
                </c:pt>
                <c:pt idx="20793">
                  <c:v>0.72992592592592598</c:v>
                </c:pt>
                <c:pt idx="20794">
                  <c:v>0.72992592592592598</c:v>
                </c:pt>
                <c:pt idx="20795">
                  <c:v>0.72992592592592598</c:v>
                </c:pt>
                <c:pt idx="20796">
                  <c:v>0.72992592592592598</c:v>
                </c:pt>
                <c:pt idx="20797">
                  <c:v>0.72992592592592598</c:v>
                </c:pt>
                <c:pt idx="20798">
                  <c:v>0.72992592592592598</c:v>
                </c:pt>
                <c:pt idx="20799">
                  <c:v>0.72992592592592598</c:v>
                </c:pt>
                <c:pt idx="20800">
                  <c:v>0.72992592592592598</c:v>
                </c:pt>
                <c:pt idx="20801">
                  <c:v>0.7300740740740741</c:v>
                </c:pt>
                <c:pt idx="20802">
                  <c:v>0.73022222222222222</c:v>
                </c:pt>
                <c:pt idx="20803">
                  <c:v>0.73037037037037034</c:v>
                </c:pt>
                <c:pt idx="20804">
                  <c:v>0.73051851851851857</c:v>
                </c:pt>
                <c:pt idx="20805">
                  <c:v>0.73066666666666669</c:v>
                </c:pt>
                <c:pt idx="20806">
                  <c:v>0.73081481481481481</c:v>
                </c:pt>
                <c:pt idx="20807">
                  <c:v>0.73096296296296293</c:v>
                </c:pt>
                <c:pt idx="20808">
                  <c:v>0.73096296296296293</c:v>
                </c:pt>
                <c:pt idx="20809">
                  <c:v>0.73096296296296293</c:v>
                </c:pt>
                <c:pt idx="20810">
                  <c:v>0.73096296296296293</c:v>
                </c:pt>
                <c:pt idx="20811">
                  <c:v>0.73111111111111116</c:v>
                </c:pt>
                <c:pt idx="20812">
                  <c:v>0.73111111111111116</c:v>
                </c:pt>
                <c:pt idx="20813">
                  <c:v>0.73125925925925928</c:v>
                </c:pt>
                <c:pt idx="20814">
                  <c:v>0.73125925925925928</c:v>
                </c:pt>
                <c:pt idx="20815">
                  <c:v>0.73125925925925928</c:v>
                </c:pt>
                <c:pt idx="20816">
                  <c:v>0.73125925925925928</c:v>
                </c:pt>
                <c:pt idx="20817">
                  <c:v>0.73125925925925928</c:v>
                </c:pt>
                <c:pt idx="20818">
                  <c:v>0.7314074074074074</c:v>
                </c:pt>
                <c:pt idx="20819">
                  <c:v>0.73155555555555551</c:v>
                </c:pt>
                <c:pt idx="20820">
                  <c:v>0.73155555555555551</c:v>
                </c:pt>
                <c:pt idx="20821">
                  <c:v>0.73155555555555551</c:v>
                </c:pt>
                <c:pt idx="20822">
                  <c:v>0.73155555555555551</c:v>
                </c:pt>
                <c:pt idx="20823">
                  <c:v>0.73155555555555551</c:v>
                </c:pt>
                <c:pt idx="20824">
                  <c:v>0.73155555555555551</c:v>
                </c:pt>
                <c:pt idx="20825">
                  <c:v>0.73155555555555551</c:v>
                </c:pt>
                <c:pt idx="20826">
                  <c:v>0.73170370370370375</c:v>
                </c:pt>
                <c:pt idx="20827">
                  <c:v>0.73170370370370375</c:v>
                </c:pt>
                <c:pt idx="20828">
                  <c:v>0.73170370370370375</c:v>
                </c:pt>
                <c:pt idx="20829">
                  <c:v>0.73170370370370375</c:v>
                </c:pt>
                <c:pt idx="20830">
                  <c:v>0.73170370370370375</c:v>
                </c:pt>
                <c:pt idx="20831">
                  <c:v>0.73185185185185186</c:v>
                </c:pt>
                <c:pt idx="20832">
                  <c:v>0.73199999999999998</c:v>
                </c:pt>
                <c:pt idx="20833">
                  <c:v>0.73199999999999998</c:v>
                </c:pt>
                <c:pt idx="20834">
                  <c:v>0.7321481481481481</c:v>
                </c:pt>
                <c:pt idx="20835">
                  <c:v>0.73229629629629633</c:v>
                </c:pt>
                <c:pt idx="20836">
                  <c:v>0.73229629629629633</c:v>
                </c:pt>
                <c:pt idx="20837">
                  <c:v>0.73229629629629633</c:v>
                </c:pt>
                <c:pt idx="20838">
                  <c:v>0.73229629629629633</c:v>
                </c:pt>
                <c:pt idx="20839">
                  <c:v>0.73229629629629633</c:v>
                </c:pt>
                <c:pt idx="20840">
                  <c:v>0.73229629629629633</c:v>
                </c:pt>
                <c:pt idx="20841">
                  <c:v>0.73244444444444445</c:v>
                </c:pt>
                <c:pt idx="20842">
                  <c:v>0.73244444444444445</c:v>
                </c:pt>
                <c:pt idx="20843">
                  <c:v>0.73244444444444445</c:v>
                </c:pt>
                <c:pt idx="20844">
                  <c:v>0.73259259259259257</c:v>
                </c:pt>
                <c:pt idx="20845">
                  <c:v>0.73274074074074069</c:v>
                </c:pt>
                <c:pt idx="20846">
                  <c:v>0.73274074074074069</c:v>
                </c:pt>
                <c:pt idx="20847">
                  <c:v>0.73274074074074069</c:v>
                </c:pt>
                <c:pt idx="20848">
                  <c:v>0.73288888888888892</c:v>
                </c:pt>
                <c:pt idx="20849">
                  <c:v>0.73288888888888892</c:v>
                </c:pt>
                <c:pt idx="20850">
                  <c:v>0.73303703703703704</c:v>
                </c:pt>
                <c:pt idx="20851">
                  <c:v>0.73303703703703704</c:v>
                </c:pt>
                <c:pt idx="20852">
                  <c:v>0.73303703703703704</c:v>
                </c:pt>
                <c:pt idx="20853">
                  <c:v>0.73303703703703704</c:v>
                </c:pt>
                <c:pt idx="20854">
                  <c:v>0.73303703703703704</c:v>
                </c:pt>
                <c:pt idx="20855">
                  <c:v>0.73303703703703704</c:v>
                </c:pt>
                <c:pt idx="20856">
                  <c:v>0.73318518518518516</c:v>
                </c:pt>
                <c:pt idx="20857">
                  <c:v>0.73318518518518516</c:v>
                </c:pt>
                <c:pt idx="20858">
                  <c:v>0.73318518518518516</c:v>
                </c:pt>
                <c:pt idx="20859">
                  <c:v>0.73318518518518516</c:v>
                </c:pt>
                <c:pt idx="20860">
                  <c:v>0.73318518518518516</c:v>
                </c:pt>
                <c:pt idx="20861">
                  <c:v>0.73333333333333328</c:v>
                </c:pt>
                <c:pt idx="20862">
                  <c:v>0.73348148148148151</c:v>
                </c:pt>
                <c:pt idx="20863">
                  <c:v>0.73348148148148151</c:v>
                </c:pt>
                <c:pt idx="20864">
                  <c:v>0.73348148148148151</c:v>
                </c:pt>
                <c:pt idx="20865">
                  <c:v>0.73348148148148151</c:v>
                </c:pt>
                <c:pt idx="20866">
                  <c:v>0.73362962962962963</c:v>
                </c:pt>
                <c:pt idx="20867">
                  <c:v>0.73377777777777775</c:v>
                </c:pt>
                <c:pt idx="20868">
                  <c:v>0.73377777777777775</c:v>
                </c:pt>
                <c:pt idx="20869">
                  <c:v>0.73377777777777775</c:v>
                </c:pt>
                <c:pt idx="20870">
                  <c:v>0.73392592592592587</c:v>
                </c:pt>
                <c:pt idx="20871">
                  <c:v>0.73392592592592587</c:v>
                </c:pt>
                <c:pt idx="20872">
                  <c:v>0.73392592592592587</c:v>
                </c:pt>
                <c:pt idx="20873">
                  <c:v>0.73392592592592587</c:v>
                </c:pt>
                <c:pt idx="20874">
                  <c:v>0.7340740740740741</c:v>
                </c:pt>
                <c:pt idx="20875">
                  <c:v>0.7340740740740741</c:v>
                </c:pt>
                <c:pt idx="20876">
                  <c:v>0.7340740740740741</c:v>
                </c:pt>
                <c:pt idx="20877">
                  <c:v>0.73422222222222222</c:v>
                </c:pt>
                <c:pt idx="20878">
                  <c:v>0.73422222222222222</c:v>
                </c:pt>
                <c:pt idx="20879">
                  <c:v>0.73422222222222222</c:v>
                </c:pt>
                <c:pt idx="20880">
                  <c:v>0.73422222222222222</c:v>
                </c:pt>
                <c:pt idx="20881">
                  <c:v>0.73422222222222222</c:v>
                </c:pt>
                <c:pt idx="20882">
                  <c:v>0.73437037037037034</c:v>
                </c:pt>
                <c:pt idx="20883">
                  <c:v>0.73451851851851857</c:v>
                </c:pt>
                <c:pt idx="20884">
                  <c:v>0.73466666666666669</c:v>
                </c:pt>
                <c:pt idx="20885">
                  <c:v>0.73466666666666669</c:v>
                </c:pt>
                <c:pt idx="20886">
                  <c:v>0.73481481481481481</c:v>
                </c:pt>
                <c:pt idx="20887">
                  <c:v>0.73481481481481481</c:v>
                </c:pt>
                <c:pt idx="20888">
                  <c:v>0.73496296296296293</c:v>
                </c:pt>
                <c:pt idx="20889">
                  <c:v>0.73496296296296293</c:v>
                </c:pt>
                <c:pt idx="20890">
                  <c:v>0.73496296296296293</c:v>
                </c:pt>
                <c:pt idx="20891">
                  <c:v>0.73511111111111116</c:v>
                </c:pt>
                <c:pt idx="20892">
                  <c:v>0.73511111111111116</c:v>
                </c:pt>
                <c:pt idx="20893">
                  <c:v>0.73511111111111116</c:v>
                </c:pt>
                <c:pt idx="20894">
                  <c:v>0.73511111111111116</c:v>
                </c:pt>
                <c:pt idx="20895">
                  <c:v>0.73511111111111116</c:v>
                </c:pt>
                <c:pt idx="20896">
                  <c:v>0.73511111111111116</c:v>
                </c:pt>
                <c:pt idx="20897">
                  <c:v>0.73525925925925928</c:v>
                </c:pt>
                <c:pt idx="20898">
                  <c:v>0.73525925925925928</c:v>
                </c:pt>
                <c:pt idx="20899">
                  <c:v>0.73525925925925928</c:v>
                </c:pt>
                <c:pt idx="20900">
                  <c:v>0.73525925925925928</c:v>
                </c:pt>
                <c:pt idx="20901">
                  <c:v>0.73525925925925928</c:v>
                </c:pt>
                <c:pt idx="20902">
                  <c:v>0.73525925925925928</c:v>
                </c:pt>
                <c:pt idx="20903">
                  <c:v>0.7354074074074074</c:v>
                </c:pt>
                <c:pt idx="20904">
                  <c:v>0.73555555555555552</c:v>
                </c:pt>
                <c:pt idx="20905">
                  <c:v>0.73555555555555552</c:v>
                </c:pt>
                <c:pt idx="20906">
                  <c:v>0.73555555555555552</c:v>
                </c:pt>
                <c:pt idx="20907">
                  <c:v>0.73555555555555552</c:v>
                </c:pt>
                <c:pt idx="20908">
                  <c:v>0.73555555555555552</c:v>
                </c:pt>
                <c:pt idx="20909">
                  <c:v>0.73570370370370375</c:v>
                </c:pt>
                <c:pt idx="20910">
                  <c:v>0.73570370370370375</c:v>
                </c:pt>
                <c:pt idx="20911">
                  <c:v>0.73570370370370375</c:v>
                </c:pt>
                <c:pt idx="20912">
                  <c:v>0.73570370370370375</c:v>
                </c:pt>
                <c:pt idx="20913">
                  <c:v>0.73585185185185187</c:v>
                </c:pt>
                <c:pt idx="20914">
                  <c:v>0.73585185185185187</c:v>
                </c:pt>
                <c:pt idx="20915">
                  <c:v>0.73585185185185187</c:v>
                </c:pt>
                <c:pt idx="20916">
                  <c:v>0.73585185185185187</c:v>
                </c:pt>
                <c:pt idx="20917">
                  <c:v>0.73585185185185187</c:v>
                </c:pt>
                <c:pt idx="20918">
                  <c:v>0.73599999999999999</c:v>
                </c:pt>
                <c:pt idx="20919">
                  <c:v>0.73599999999999999</c:v>
                </c:pt>
                <c:pt idx="20920">
                  <c:v>0.73599999999999999</c:v>
                </c:pt>
                <c:pt idx="20921">
                  <c:v>0.73599999999999999</c:v>
                </c:pt>
                <c:pt idx="20922">
                  <c:v>0.73599999999999999</c:v>
                </c:pt>
                <c:pt idx="20923">
                  <c:v>0.73599999999999999</c:v>
                </c:pt>
                <c:pt idx="20924">
                  <c:v>0.73599999999999999</c:v>
                </c:pt>
                <c:pt idx="20925">
                  <c:v>0.73599999999999999</c:v>
                </c:pt>
                <c:pt idx="20926">
                  <c:v>0.73614814814814811</c:v>
                </c:pt>
                <c:pt idx="20927">
                  <c:v>0.73614814814814811</c:v>
                </c:pt>
                <c:pt idx="20928">
                  <c:v>0.73614814814814811</c:v>
                </c:pt>
                <c:pt idx="20929">
                  <c:v>0.73629629629629634</c:v>
                </c:pt>
                <c:pt idx="20930">
                  <c:v>0.73629629629629634</c:v>
                </c:pt>
                <c:pt idx="20931">
                  <c:v>0.73644444444444446</c:v>
                </c:pt>
                <c:pt idx="20932">
                  <c:v>0.73644444444444446</c:v>
                </c:pt>
                <c:pt idx="20933">
                  <c:v>0.73659259259259258</c:v>
                </c:pt>
                <c:pt idx="20934">
                  <c:v>0.73659259259259258</c:v>
                </c:pt>
                <c:pt idx="20935">
                  <c:v>0.7367407407407407</c:v>
                </c:pt>
                <c:pt idx="20936">
                  <c:v>0.7367407407407407</c:v>
                </c:pt>
                <c:pt idx="20937">
                  <c:v>0.7367407407407407</c:v>
                </c:pt>
                <c:pt idx="20938">
                  <c:v>0.7367407407407407</c:v>
                </c:pt>
                <c:pt idx="20939">
                  <c:v>0.73688888888888893</c:v>
                </c:pt>
                <c:pt idx="20940">
                  <c:v>0.73703703703703705</c:v>
                </c:pt>
                <c:pt idx="20941">
                  <c:v>0.73703703703703705</c:v>
                </c:pt>
                <c:pt idx="20942">
                  <c:v>0.73703703703703705</c:v>
                </c:pt>
                <c:pt idx="20943">
                  <c:v>0.73703703703703705</c:v>
                </c:pt>
                <c:pt idx="20944">
                  <c:v>0.73718518518518517</c:v>
                </c:pt>
                <c:pt idx="20945">
                  <c:v>0.73718518518518517</c:v>
                </c:pt>
                <c:pt idx="20946">
                  <c:v>0.73718518518518517</c:v>
                </c:pt>
                <c:pt idx="20947">
                  <c:v>0.73718518518518517</c:v>
                </c:pt>
                <c:pt idx="20948">
                  <c:v>0.73733333333333329</c:v>
                </c:pt>
                <c:pt idx="20949">
                  <c:v>0.73733333333333329</c:v>
                </c:pt>
                <c:pt idx="20950">
                  <c:v>0.73733333333333329</c:v>
                </c:pt>
                <c:pt idx="20951">
                  <c:v>0.73733333333333329</c:v>
                </c:pt>
                <c:pt idx="20952">
                  <c:v>0.73733333333333329</c:v>
                </c:pt>
                <c:pt idx="20953">
                  <c:v>0.73748148148148152</c:v>
                </c:pt>
                <c:pt idx="20954">
                  <c:v>0.73748148148148152</c:v>
                </c:pt>
                <c:pt idx="20955">
                  <c:v>0.73762962962962964</c:v>
                </c:pt>
                <c:pt idx="20956">
                  <c:v>0.73762962962962964</c:v>
                </c:pt>
                <c:pt idx="20957">
                  <c:v>0.73777777777777775</c:v>
                </c:pt>
                <c:pt idx="20958">
                  <c:v>0.73777777777777775</c:v>
                </c:pt>
                <c:pt idx="20959">
                  <c:v>0.73792592592592587</c:v>
                </c:pt>
                <c:pt idx="20960">
                  <c:v>0.73792592592592587</c:v>
                </c:pt>
                <c:pt idx="20961">
                  <c:v>0.7380740740740741</c:v>
                </c:pt>
                <c:pt idx="20962">
                  <c:v>0.73822222222222222</c:v>
                </c:pt>
                <c:pt idx="20963">
                  <c:v>0.73837037037037034</c:v>
                </c:pt>
                <c:pt idx="20964">
                  <c:v>0.73837037037037034</c:v>
                </c:pt>
                <c:pt idx="20965">
                  <c:v>0.73851851851851846</c:v>
                </c:pt>
                <c:pt idx="20966">
                  <c:v>0.73851851851851846</c:v>
                </c:pt>
                <c:pt idx="20967">
                  <c:v>0.73851851851851846</c:v>
                </c:pt>
                <c:pt idx="20968">
                  <c:v>0.73851851851851846</c:v>
                </c:pt>
                <c:pt idx="20969">
                  <c:v>0.73866666666666669</c:v>
                </c:pt>
                <c:pt idx="20970">
                  <c:v>0.73866666666666669</c:v>
                </c:pt>
                <c:pt idx="20971">
                  <c:v>0.73866666666666669</c:v>
                </c:pt>
                <c:pt idx="20972">
                  <c:v>0.73881481481481481</c:v>
                </c:pt>
                <c:pt idx="20973">
                  <c:v>0.73896296296296293</c:v>
                </c:pt>
                <c:pt idx="20974">
                  <c:v>0.73896296296296293</c:v>
                </c:pt>
                <c:pt idx="20975">
                  <c:v>0.73911111111111116</c:v>
                </c:pt>
                <c:pt idx="20976">
                  <c:v>0.73911111111111116</c:v>
                </c:pt>
                <c:pt idx="20977">
                  <c:v>0.73911111111111116</c:v>
                </c:pt>
                <c:pt idx="20978">
                  <c:v>0.73925925925925928</c:v>
                </c:pt>
                <c:pt idx="20979">
                  <c:v>0.7394074074074074</c:v>
                </c:pt>
                <c:pt idx="20980">
                  <c:v>0.7394074074074074</c:v>
                </c:pt>
                <c:pt idx="20981">
                  <c:v>0.73955555555555552</c:v>
                </c:pt>
                <c:pt idx="20982">
                  <c:v>0.73955555555555552</c:v>
                </c:pt>
                <c:pt idx="20983">
                  <c:v>0.73955555555555552</c:v>
                </c:pt>
                <c:pt idx="20984">
                  <c:v>0.73955555555555552</c:v>
                </c:pt>
                <c:pt idx="20985">
                  <c:v>0.73955555555555552</c:v>
                </c:pt>
                <c:pt idx="20986">
                  <c:v>0.73955555555555552</c:v>
                </c:pt>
                <c:pt idx="20987">
                  <c:v>0.73955555555555552</c:v>
                </c:pt>
                <c:pt idx="20988">
                  <c:v>0.73955555555555552</c:v>
                </c:pt>
                <c:pt idx="20989">
                  <c:v>0.73970370370370375</c:v>
                </c:pt>
                <c:pt idx="20990">
                  <c:v>0.73970370370370375</c:v>
                </c:pt>
                <c:pt idx="20991">
                  <c:v>0.73970370370370375</c:v>
                </c:pt>
                <c:pt idx="20992">
                  <c:v>0.73970370370370375</c:v>
                </c:pt>
                <c:pt idx="20993">
                  <c:v>0.73970370370370375</c:v>
                </c:pt>
                <c:pt idx="20994">
                  <c:v>0.73970370370370375</c:v>
                </c:pt>
                <c:pt idx="20995">
                  <c:v>0.73970370370370375</c:v>
                </c:pt>
                <c:pt idx="20996">
                  <c:v>0.73985185185185187</c:v>
                </c:pt>
                <c:pt idx="20997">
                  <c:v>0.73985185185185187</c:v>
                </c:pt>
                <c:pt idx="20998">
                  <c:v>0.73985185185185187</c:v>
                </c:pt>
                <c:pt idx="20999">
                  <c:v>0.73985185185185187</c:v>
                </c:pt>
                <c:pt idx="21000">
                  <c:v>0.73985185185185187</c:v>
                </c:pt>
                <c:pt idx="21001">
                  <c:v>0.73985185185185187</c:v>
                </c:pt>
                <c:pt idx="21002">
                  <c:v>0.73985185185185187</c:v>
                </c:pt>
                <c:pt idx="21003">
                  <c:v>0.73985185185185187</c:v>
                </c:pt>
                <c:pt idx="21004">
                  <c:v>0.73985185185185187</c:v>
                </c:pt>
                <c:pt idx="21005">
                  <c:v>0.73985185185185187</c:v>
                </c:pt>
                <c:pt idx="21006">
                  <c:v>0.73985185185185187</c:v>
                </c:pt>
                <c:pt idx="21007">
                  <c:v>0.74</c:v>
                </c:pt>
                <c:pt idx="21008">
                  <c:v>0.74</c:v>
                </c:pt>
                <c:pt idx="21009">
                  <c:v>0.74</c:v>
                </c:pt>
                <c:pt idx="21010">
                  <c:v>0.74014814814814811</c:v>
                </c:pt>
                <c:pt idx="21011">
                  <c:v>0.74029629629629634</c:v>
                </c:pt>
                <c:pt idx="21012">
                  <c:v>0.74029629629629634</c:v>
                </c:pt>
                <c:pt idx="21013">
                  <c:v>0.74029629629629634</c:v>
                </c:pt>
                <c:pt idx="21014">
                  <c:v>0.74029629629629634</c:v>
                </c:pt>
                <c:pt idx="21015">
                  <c:v>0.74029629629629634</c:v>
                </c:pt>
                <c:pt idx="21016">
                  <c:v>0.74029629629629634</c:v>
                </c:pt>
                <c:pt idx="21017">
                  <c:v>0.74029629629629634</c:v>
                </c:pt>
                <c:pt idx="21018">
                  <c:v>0.74044444444444446</c:v>
                </c:pt>
                <c:pt idx="21019">
                  <c:v>0.74044444444444446</c:v>
                </c:pt>
                <c:pt idx="21020">
                  <c:v>0.74059259259259258</c:v>
                </c:pt>
                <c:pt idx="21021">
                  <c:v>0.74059259259259258</c:v>
                </c:pt>
                <c:pt idx="21022">
                  <c:v>0.74059259259259258</c:v>
                </c:pt>
                <c:pt idx="21023">
                  <c:v>0.74059259259259258</c:v>
                </c:pt>
                <c:pt idx="21024">
                  <c:v>0.74059259259259258</c:v>
                </c:pt>
                <c:pt idx="21025">
                  <c:v>0.7407407407407407</c:v>
                </c:pt>
                <c:pt idx="21026">
                  <c:v>0.74088888888888893</c:v>
                </c:pt>
                <c:pt idx="21027">
                  <c:v>0.74088888888888893</c:v>
                </c:pt>
                <c:pt idx="21028">
                  <c:v>0.74103703703703705</c:v>
                </c:pt>
                <c:pt idx="21029">
                  <c:v>0.74103703703703705</c:v>
                </c:pt>
                <c:pt idx="21030">
                  <c:v>0.74103703703703705</c:v>
                </c:pt>
                <c:pt idx="21031">
                  <c:v>0.74103703703703705</c:v>
                </c:pt>
                <c:pt idx="21032">
                  <c:v>0.74118518518518517</c:v>
                </c:pt>
                <c:pt idx="21033">
                  <c:v>0.74118518518518517</c:v>
                </c:pt>
                <c:pt idx="21034">
                  <c:v>0.74118518518518517</c:v>
                </c:pt>
                <c:pt idx="21035">
                  <c:v>0.74133333333333329</c:v>
                </c:pt>
                <c:pt idx="21036">
                  <c:v>0.74133333333333329</c:v>
                </c:pt>
                <c:pt idx="21037">
                  <c:v>0.74133333333333329</c:v>
                </c:pt>
                <c:pt idx="21038">
                  <c:v>0.74148148148148152</c:v>
                </c:pt>
                <c:pt idx="21039">
                  <c:v>0.74148148148148152</c:v>
                </c:pt>
                <c:pt idx="21040">
                  <c:v>0.74148148148148152</c:v>
                </c:pt>
                <c:pt idx="21041">
                  <c:v>0.74162962962962964</c:v>
                </c:pt>
                <c:pt idx="21042">
                  <c:v>0.74162962962962964</c:v>
                </c:pt>
                <c:pt idx="21043">
                  <c:v>0.74162962962962964</c:v>
                </c:pt>
                <c:pt idx="21044">
                  <c:v>0.74162962962962964</c:v>
                </c:pt>
                <c:pt idx="21045">
                  <c:v>0.74177777777777776</c:v>
                </c:pt>
                <c:pt idx="21046">
                  <c:v>0.74177777777777776</c:v>
                </c:pt>
                <c:pt idx="21047">
                  <c:v>0.74192592592592588</c:v>
                </c:pt>
                <c:pt idx="21048">
                  <c:v>0.74192592592592588</c:v>
                </c:pt>
                <c:pt idx="21049">
                  <c:v>0.74207407407407411</c:v>
                </c:pt>
                <c:pt idx="21050">
                  <c:v>0.74207407407407411</c:v>
                </c:pt>
                <c:pt idx="21051">
                  <c:v>0.74207407407407411</c:v>
                </c:pt>
                <c:pt idx="21052">
                  <c:v>0.74222222222222223</c:v>
                </c:pt>
                <c:pt idx="21053">
                  <c:v>0.74222222222222223</c:v>
                </c:pt>
                <c:pt idx="21054">
                  <c:v>0.74222222222222223</c:v>
                </c:pt>
                <c:pt idx="21055">
                  <c:v>0.74237037037037035</c:v>
                </c:pt>
                <c:pt idx="21056">
                  <c:v>0.74237037037037035</c:v>
                </c:pt>
                <c:pt idx="21057">
                  <c:v>0.74251851851851847</c:v>
                </c:pt>
                <c:pt idx="21058">
                  <c:v>0.74251851851851847</c:v>
                </c:pt>
                <c:pt idx="21059">
                  <c:v>0.74251851851851847</c:v>
                </c:pt>
                <c:pt idx="21060">
                  <c:v>0.74251851851851847</c:v>
                </c:pt>
                <c:pt idx="21061">
                  <c:v>0.74251851851851847</c:v>
                </c:pt>
                <c:pt idx="21062">
                  <c:v>0.74251851851851847</c:v>
                </c:pt>
                <c:pt idx="21063">
                  <c:v>0.7426666666666667</c:v>
                </c:pt>
                <c:pt idx="21064">
                  <c:v>0.7426666666666667</c:v>
                </c:pt>
                <c:pt idx="21065">
                  <c:v>0.7426666666666667</c:v>
                </c:pt>
                <c:pt idx="21066">
                  <c:v>0.74281481481481482</c:v>
                </c:pt>
                <c:pt idx="21067">
                  <c:v>0.74281481481481482</c:v>
                </c:pt>
                <c:pt idx="21068">
                  <c:v>0.74281481481481482</c:v>
                </c:pt>
                <c:pt idx="21069">
                  <c:v>0.74281481481481482</c:v>
                </c:pt>
                <c:pt idx="21070">
                  <c:v>0.74281481481481482</c:v>
                </c:pt>
                <c:pt idx="21071">
                  <c:v>0.74281481481481482</c:v>
                </c:pt>
                <c:pt idx="21072">
                  <c:v>0.74296296296296294</c:v>
                </c:pt>
                <c:pt idx="21073">
                  <c:v>0.74296296296296294</c:v>
                </c:pt>
                <c:pt idx="21074">
                  <c:v>0.74296296296296294</c:v>
                </c:pt>
                <c:pt idx="21075">
                  <c:v>0.74296296296296294</c:v>
                </c:pt>
                <c:pt idx="21076">
                  <c:v>0.74311111111111106</c:v>
                </c:pt>
                <c:pt idx="21077">
                  <c:v>0.74325925925925929</c:v>
                </c:pt>
                <c:pt idx="21078">
                  <c:v>0.74325925925925929</c:v>
                </c:pt>
                <c:pt idx="21079">
                  <c:v>0.74340740740740741</c:v>
                </c:pt>
                <c:pt idx="21080">
                  <c:v>0.74340740740740741</c:v>
                </c:pt>
                <c:pt idx="21081">
                  <c:v>0.74355555555555553</c:v>
                </c:pt>
                <c:pt idx="21082">
                  <c:v>0.74355555555555553</c:v>
                </c:pt>
                <c:pt idx="21083">
                  <c:v>0.74355555555555553</c:v>
                </c:pt>
                <c:pt idx="21084">
                  <c:v>0.74355555555555553</c:v>
                </c:pt>
                <c:pt idx="21085">
                  <c:v>0.74355555555555553</c:v>
                </c:pt>
                <c:pt idx="21086">
                  <c:v>0.74355555555555553</c:v>
                </c:pt>
                <c:pt idx="21087">
                  <c:v>0.74355555555555553</c:v>
                </c:pt>
                <c:pt idx="21088">
                  <c:v>0.74355555555555553</c:v>
                </c:pt>
                <c:pt idx="21089">
                  <c:v>0.74355555555555553</c:v>
                </c:pt>
                <c:pt idx="21090">
                  <c:v>0.74355555555555553</c:v>
                </c:pt>
                <c:pt idx="21091">
                  <c:v>0.74355555555555553</c:v>
                </c:pt>
                <c:pt idx="21092">
                  <c:v>0.74355555555555553</c:v>
                </c:pt>
                <c:pt idx="21093">
                  <c:v>0.74370370370370376</c:v>
                </c:pt>
                <c:pt idx="21094">
                  <c:v>0.74385185185185188</c:v>
                </c:pt>
                <c:pt idx="21095">
                  <c:v>0.74385185185185188</c:v>
                </c:pt>
                <c:pt idx="21096">
                  <c:v>0.74385185185185188</c:v>
                </c:pt>
                <c:pt idx="21097">
                  <c:v>0.74385185185185188</c:v>
                </c:pt>
                <c:pt idx="21098">
                  <c:v>0.74385185185185188</c:v>
                </c:pt>
                <c:pt idx="21099">
                  <c:v>0.74385185185185188</c:v>
                </c:pt>
                <c:pt idx="21100">
                  <c:v>0.74385185185185188</c:v>
                </c:pt>
                <c:pt idx="21101">
                  <c:v>0.74385185185185188</c:v>
                </c:pt>
                <c:pt idx="21102">
                  <c:v>0.74399999999999999</c:v>
                </c:pt>
                <c:pt idx="21103">
                  <c:v>0.74399999999999999</c:v>
                </c:pt>
                <c:pt idx="21104">
                  <c:v>0.74399999999999999</c:v>
                </c:pt>
                <c:pt idx="21105">
                  <c:v>0.74399999999999999</c:v>
                </c:pt>
                <c:pt idx="21106">
                  <c:v>0.74399999999999999</c:v>
                </c:pt>
                <c:pt idx="21107">
                  <c:v>0.74399999999999999</c:v>
                </c:pt>
                <c:pt idx="21108">
                  <c:v>0.74399999999999999</c:v>
                </c:pt>
                <c:pt idx="21109">
                  <c:v>0.74399999999999999</c:v>
                </c:pt>
                <c:pt idx="21110">
                  <c:v>0.74399999999999999</c:v>
                </c:pt>
                <c:pt idx="21111">
                  <c:v>0.74399999999999999</c:v>
                </c:pt>
                <c:pt idx="21112">
                  <c:v>0.74399999999999999</c:v>
                </c:pt>
                <c:pt idx="21113">
                  <c:v>0.74399999999999999</c:v>
                </c:pt>
                <c:pt idx="21114">
                  <c:v>0.74399999999999999</c:v>
                </c:pt>
                <c:pt idx="21115">
                  <c:v>0.74414814814814811</c:v>
                </c:pt>
                <c:pt idx="21116">
                  <c:v>0.74429629629629634</c:v>
                </c:pt>
                <c:pt idx="21117">
                  <c:v>0.74429629629629634</c:v>
                </c:pt>
                <c:pt idx="21118">
                  <c:v>0.74429629629629634</c:v>
                </c:pt>
                <c:pt idx="21119">
                  <c:v>0.74429629629629634</c:v>
                </c:pt>
                <c:pt idx="21120">
                  <c:v>0.74429629629629634</c:v>
                </c:pt>
                <c:pt idx="21121">
                  <c:v>0.74429629629629634</c:v>
                </c:pt>
                <c:pt idx="21122">
                  <c:v>0.74429629629629634</c:v>
                </c:pt>
                <c:pt idx="21123">
                  <c:v>0.74444444444444446</c:v>
                </c:pt>
                <c:pt idx="21124">
                  <c:v>0.74444444444444446</c:v>
                </c:pt>
                <c:pt idx="21125">
                  <c:v>0.74444444444444446</c:v>
                </c:pt>
                <c:pt idx="21126">
                  <c:v>0.74444444444444446</c:v>
                </c:pt>
                <c:pt idx="21127">
                  <c:v>0.74444444444444446</c:v>
                </c:pt>
                <c:pt idx="21128">
                  <c:v>0.74459259259259258</c:v>
                </c:pt>
                <c:pt idx="21129">
                  <c:v>0.74459259259259258</c:v>
                </c:pt>
                <c:pt idx="21130">
                  <c:v>0.7447407407407407</c:v>
                </c:pt>
                <c:pt idx="21131">
                  <c:v>0.7447407407407407</c:v>
                </c:pt>
                <c:pt idx="21132">
                  <c:v>0.7447407407407407</c:v>
                </c:pt>
                <c:pt idx="21133">
                  <c:v>0.7447407407407407</c:v>
                </c:pt>
                <c:pt idx="21134">
                  <c:v>0.7447407407407407</c:v>
                </c:pt>
                <c:pt idx="21135">
                  <c:v>0.7447407407407407</c:v>
                </c:pt>
                <c:pt idx="21136">
                  <c:v>0.7447407407407407</c:v>
                </c:pt>
                <c:pt idx="21137">
                  <c:v>0.74488888888888893</c:v>
                </c:pt>
                <c:pt idx="21138">
                  <c:v>0.74488888888888893</c:v>
                </c:pt>
                <c:pt idx="21139">
                  <c:v>0.74488888888888893</c:v>
                </c:pt>
                <c:pt idx="21140">
                  <c:v>0.74503703703703705</c:v>
                </c:pt>
                <c:pt idx="21141">
                  <c:v>0.74503703703703705</c:v>
                </c:pt>
                <c:pt idx="21142">
                  <c:v>0.74503703703703705</c:v>
                </c:pt>
                <c:pt idx="21143">
                  <c:v>0.74503703703703705</c:v>
                </c:pt>
                <c:pt idx="21144">
                  <c:v>0.74503703703703705</c:v>
                </c:pt>
                <c:pt idx="21145">
                  <c:v>0.74518518518518517</c:v>
                </c:pt>
                <c:pt idx="21146">
                  <c:v>0.74533333333333329</c:v>
                </c:pt>
                <c:pt idx="21147">
                  <c:v>0.74533333333333329</c:v>
                </c:pt>
                <c:pt idx="21148">
                  <c:v>0.74548148148148152</c:v>
                </c:pt>
                <c:pt idx="21149">
                  <c:v>0.74548148148148152</c:v>
                </c:pt>
                <c:pt idx="21150">
                  <c:v>0.74562962962962964</c:v>
                </c:pt>
                <c:pt idx="21151">
                  <c:v>0.74577777777777776</c:v>
                </c:pt>
                <c:pt idx="21152">
                  <c:v>0.74577777777777776</c:v>
                </c:pt>
                <c:pt idx="21153">
                  <c:v>0.74577777777777776</c:v>
                </c:pt>
                <c:pt idx="21154">
                  <c:v>0.74592592592592588</c:v>
                </c:pt>
                <c:pt idx="21155">
                  <c:v>0.74607407407407411</c:v>
                </c:pt>
                <c:pt idx="21156">
                  <c:v>0.74607407407407411</c:v>
                </c:pt>
                <c:pt idx="21157">
                  <c:v>0.74607407407407411</c:v>
                </c:pt>
                <c:pt idx="21158">
                  <c:v>0.74622222222222223</c:v>
                </c:pt>
                <c:pt idx="21159">
                  <c:v>0.74637037037037035</c:v>
                </c:pt>
                <c:pt idx="21160">
                  <c:v>0.74637037037037035</c:v>
                </c:pt>
                <c:pt idx="21161">
                  <c:v>0.74637037037037035</c:v>
                </c:pt>
                <c:pt idx="21162">
                  <c:v>0.74637037037037035</c:v>
                </c:pt>
                <c:pt idx="21163">
                  <c:v>0.74637037037037035</c:v>
                </c:pt>
                <c:pt idx="21164">
                  <c:v>0.74637037037037035</c:v>
                </c:pt>
                <c:pt idx="21165">
                  <c:v>0.74637037037037035</c:v>
                </c:pt>
                <c:pt idx="21166">
                  <c:v>0.74637037037037035</c:v>
                </c:pt>
                <c:pt idx="21167">
                  <c:v>0.74637037037037035</c:v>
                </c:pt>
                <c:pt idx="21168">
                  <c:v>0.74637037037037035</c:v>
                </c:pt>
                <c:pt idx="21169">
                  <c:v>0.74651851851851847</c:v>
                </c:pt>
                <c:pt idx="21170">
                  <c:v>0.74651851851851847</c:v>
                </c:pt>
                <c:pt idx="21171">
                  <c:v>0.74651851851851847</c:v>
                </c:pt>
                <c:pt idx="21172">
                  <c:v>0.74651851851851847</c:v>
                </c:pt>
                <c:pt idx="21173">
                  <c:v>0.74651851851851847</c:v>
                </c:pt>
                <c:pt idx="21174">
                  <c:v>0.7466666666666667</c:v>
                </c:pt>
                <c:pt idx="21175">
                  <c:v>0.74681481481481482</c:v>
                </c:pt>
                <c:pt idx="21176">
                  <c:v>0.74681481481481482</c:v>
                </c:pt>
                <c:pt idx="21177">
                  <c:v>0.74696296296296294</c:v>
                </c:pt>
                <c:pt idx="21178">
                  <c:v>0.74711111111111106</c:v>
                </c:pt>
                <c:pt idx="21179">
                  <c:v>0.74711111111111106</c:v>
                </c:pt>
                <c:pt idx="21180">
                  <c:v>0.74725925925925929</c:v>
                </c:pt>
                <c:pt idx="21181">
                  <c:v>0.74725925925925929</c:v>
                </c:pt>
                <c:pt idx="21182">
                  <c:v>0.74740740740740741</c:v>
                </c:pt>
                <c:pt idx="21183">
                  <c:v>0.74740740740740741</c:v>
                </c:pt>
                <c:pt idx="21184">
                  <c:v>0.74740740740740741</c:v>
                </c:pt>
                <c:pt idx="21185">
                  <c:v>0.74740740740740741</c:v>
                </c:pt>
                <c:pt idx="21186">
                  <c:v>0.74740740740740741</c:v>
                </c:pt>
                <c:pt idx="21187">
                  <c:v>0.74740740740740741</c:v>
                </c:pt>
                <c:pt idx="21188">
                  <c:v>0.74740740740740741</c:v>
                </c:pt>
                <c:pt idx="21189">
                  <c:v>0.74740740740740741</c:v>
                </c:pt>
                <c:pt idx="21190">
                  <c:v>0.74740740740740741</c:v>
                </c:pt>
                <c:pt idx="21191">
                  <c:v>0.74740740740740741</c:v>
                </c:pt>
                <c:pt idx="21192">
                  <c:v>0.74740740740740741</c:v>
                </c:pt>
                <c:pt idx="21193">
                  <c:v>0.74755555555555553</c:v>
                </c:pt>
                <c:pt idx="21194">
                  <c:v>0.74770370370370365</c:v>
                </c:pt>
                <c:pt idx="21195">
                  <c:v>0.74785185185185188</c:v>
                </c:pt>
                <c:pt idx="21196">
                  <c:v>0.748</c:v>
                </c:pt>
                <c:pt idx="21197">
                  <c:v>0.74814814814814812</c:v>
                </c:pt>
                <c:pt idx="21198">
                  <c:v>0.74814814814814812</c:v>
                </c:pt>
                <c:pt idx="21199">
                  <c:v>0.74814814814814812</c:v>
                </c:pt>
                <c:pt idx="21200">
                  <c:v>0.74814814814814812</c:v>
                </c:pt>
                <c:pt idx="21201">
                  <c:v>0.74814814814814812</c:v>
                </c:pt>
                <c:pt idx="21202">
                  <c:v>0.74814814814814812</c:v>
                </c:pt>
                <c:pt idx="21203">
                  <c:v>0.74814814814814812</c:v>
                </c:pt>
                <c:pt idx="21204">
                  <c:v>0.74829629629629635</c:v>
                </c:pt>
                <c:pt idx="21205">
                  <c:v>0.74829629629629635</c:v>
                </c:pt>
                <c:pt idx="21206">
                  <c:v>0.74829629629629635</c:v>
                </c:pt>
                <c:pt idx="21207">
                  <c:v>0.74844444444444447</c:v>
                </c:pt>
                <c:pt idx="21208">
                  <c:v>0.74844444444444447</c:v>
                </c:pt>
                <c:pt idx="21209">
                  <c:v>0.74844444444444447</c:v>
                </c:pt>
                <c:pt idx="21210">
                  <c:v>0.74844444444444447</c:v>
                </c:pt>
                <c:pt idx="21211">
                  <c:v>0.74844444444444447</c:v>
                </c:pt>
                <c:pt idx="21212">
                  <c:v>0.74844444444444447</c:v>
                </c:pt>
                <c:pt idx="21213">
                  <c:v>0.74844444444444447</c:v>
                </c:pt>
                <c:pt idx="21214">
                  <c:v>0.74844444444444447</c:v>
                </c:pt>
                <c:pt idx="21215">
                  <c:v>0.74844444444444447</c:v>
                </c:pt>
                <c:pt idx="21216">
                  <c:v>0.74859259259259259</c:v>
                </c:pt>
                <c:pt idx="21217">
                  <c:v>0.74859259259259259</c:v>
                </c:pt>
                <c:pt idx="21218">
                  <c:v>0.74859259259259259</c:v>
                </c:pt>
                <c:pt idx="21219">
                  <c:v>0.74859259259259259</c:v>
                </c:pt>
                <c:pt idx="21220">
                  <c:v>0.74874074074074071</c:v>
                </c:pt>
                <c:pt idx="21221">
                  <c:v>0.74874074074074071</c:v>
                </c:pt>
                <c:pt idx="21222">
                  <c:v>0.74874074074074071</c:v>
                </c:pt>
                <c:pt idx="21223">
                  <c:v>0.74874074074074071</c:v>
                </c:pt>
                <c:pt idx="21224">
                  <c:v>0.74874074074074071</c:v>
                </c:pt>
                <c:pt idx="21225">
                  <c:v>0.74874074074074071</c:v>
                </c:pt>
                <c:pt idx="21226">
                  <c:v>0.74888888888888894</c:v>
                </c:pt>
                <c:pt idx="21227">
                  <c:v>0.74888888888888894</c:v>
                </c:pt>
                <c:pt idx="21228">
                  <c:v>0.74888888888888894</c:v>
                </c:pt>
                <c:pt idx="21229">
                  <c:v>0.74888888888888894</c:v>
                </c:pt>
                <c:pt idx="21230">
                  <c:v>0.74888888888888894</c:v>
                </c:pt>
                <c:pt idx="21231">
                  <c:v>0.74903703703703706</c:v>
                </c:pt>
                <c:pt idx="21232">
                  <c:v>0.74918518518518518</c:v>
                </c:pt>
                <c:pt idx="21233">
                  <c:v>0.74918518518518518</c:v>
                </c:pt>
                <c:pt idx="21234">
                  <c:v>0.7493333333333333</c:v>
                </c:pt>
                <c:pt idx="21235">
                  <c:v>0.7493333333333333</c:v>
                </c:pt>
                <c:pt idx="21236">
                  <c:v>0.7493333333333333</c:v>
                </c:pt>
                <c:pt idx="21237">
                  <c:v>0.7493333333333333</c:v>
                </c:pt>
                <c:pt idx="21238">
                  <c:v>0.7493333333333333</c:v>
                </c:pt>
                <c:pt idx="21239">
                  <c:v>0.7493333333333333</c:v>
                </c:pt>
                <c:pt idx="21240">
                  <c:v>0.7493333333333333</c:v>
                </c:pt>
                <c:pt idx="21241">
                  <c:v>0.7493333333333333</c:v>
                </c:pt>
                <c:pt idx="21242">
                  <c:v>0.7493333333333333</c:v>
                </c:pt>
                <c:pt idx="21243">
                  <c:v>0.7493333333333333</c:v>
                </c:pt>
                <c:pt idx="21244">
                  <c:v>0.74948148148148153</c:v>
                </c:pt>
                <c:pt idx="21245">
                  <c:v>0.74948148148148153</c:v>
                </c:pt>
                <c:pt idx="21246">
                  <c:v>0.74948148148148153</c:v>
                </c:pt>
                <c:pt idx="21247">
                  <c:v>0.74962962962962965</c:v>
                </c:pt>
                <c:pt idx="21248">
                  <c:v>0.74977777777777777</c:v>
                </c:pt>
                <c:pt idx="21249">
                  <c:v>0.74992592592592588</c:v>
                </c:pt>
                <c:pt idx="21250">
                  <c:v>0.74992592592592588</c:v>
                </c:pt>
                <c:pt idx="21251">
                  <c:v>0.74992592592592588</c:v>
                </c:pt>
                <c:pt idx="21252">
                  <c:v>0.75007407407407412</c:v>
                </c:pt>
                <c:pt idx="21253">
                  <c:v>0.75022222222222223</c:v>
                </c:pt>
                <c:pt idx="21254">
                  <c:v>0.75022222222222223</c:v>
                </c:pt>
                <c:pt idx="21255">
                  <c:v>0.75022222222222223</c:v>
                </c:pt>
                <c:pt idx="21256">
                  <c:v>0.75037037037037035</c:v>
                </c:pt>
                <c:pt idx="21257">
                  <c:v>0.75037037037037035</c:v>
                </c:pt>
                <c:pt idx="21258">
                  <c:v>0.75037037037037035</c:v>
                </c:pt>
                <c:pt idx="21259">
                  <c:v>0.75037037037037035</c:v>
                </c:pt>
                <c:pt idx="21260">
                  <c:v>0.75037037037037035</c:v>
                </c:pt>
                <c:pt idx="21261">
                  <c:v>0.75037037037037035</c:v>
                </c:pt>
                <c:pt idx="21262">
                  <c:v>0.75051851851851847</c:v>
                </c:pt>
                <c:pt idx="21263">
                  <c:v>0.75051851851851847</c:v>
                </c:pt>
                <c:pt idx="21264">
                  <c:v>0.75051851851851847</c:v>
                </c:pt>
                <c:pt idx="21265">
                  <c:v>0.75051851851851847</c:v>
                </c:pt>
                <c:pt idx="21266">
                  <c:v>0.7506666666666667</c:v>
                </c:pt>
                <c:pt idx="21267">
                  <c:v>0.7506666666666667</c:v>
                </c:pt>
                <c:pt idx="21268">
                  <c:v>0.7506666666666667</c:v>
                </c:pt>
                <c:pt idx="21269">
                  <c:v>0.7506666666666667</c:v>
                </c:pt>
                <c:pt idx="21270">
                  <c:v>0.7506666666666667</c:v>
                </c:pt>
                <c:pt idx="21271">
                  <c:v>0.7506666666666667</c:v>
                </c:pt>
                <c:pt idx="21272">
                  <c:v>0.7506666666666667</c:v>
                </c:pt>
                <c:pt idx="21273">
                  <c:v>0.7506666666666667</c:v>
                </c:pt>
                <c:pt idx="21274">
                  <c:v>0.7506666666666667</c:v>
                </c:pt>
                <c:pt idx="21275">
                  <c:v>0.75081481481481482</c:v>
                </c:pt>
                <c:pt idx="21276">
                  <c:v>0.75081481481481482</c:v>
                </c:pt>
                <c:pt idx="21277">
                  <c:v>0.75081481481481482</c:v>
                </c:pt>
                <c:pt idx="21278">
                  <c:v>0.75081481481481482</c:v>
                </c:pt>
                <c:pt idx="21279">
                  <c:v>0.75096296296296294</c:v>
                </c:pt>
                <c:pt idx="21280">
                  <c:v>0.75096296296296294</c:v>
                </c:pt>
                <c:pt idx="21281">
                  <c:v>0.75111111111111106</c:v>
                </c:pt>
                <c:pt idx="21282">
                  <c:v>0.75111111111111106</c:v>
                </c:pt>
                <c:pt idx="21283">
                  <c:v>0.75111111111111106</c:v>
                </c:pt>
                <c:pt idx="21284">
                  <c:v>0.75111111111111106</c:v>
                </c:pt>
                <c:pt idx="21285">
                  <c:v>0.75125925925925929</c:v>
                </c:pt>
                <c:pt idx="21286">
                  <c:v>0.75125925925925929</c:v>
                </c:pt>
                <c:pt idx="21287">
                  <c:v>0.75125925925925929</c:v>
                </c:pt>
                <c:pt idx="21288">
                  <c:v>0.75125925925925929</c:v>
                </c:pt>
                <c:pt idx="21289">
                  <c:v>0.75140740740740741</c:v>
                </c:pt>
                <c:pt idx="21290">
                  <c:v>0.75155555555555553</c:v>
                </c:pt>
                <c:pt idx="21291">
                  <c:v>0.75155555555555553</c:v>
                </c:pt>
                <c:pt idx="21292">
                  <c:v>0.75155555555555553</c:v>
                </c:pt>
                <c:pt idx="21293">
                  <c:v>0.75155555555555553</c:v>
                </c:pt>
                <c:pt idx="21294">
                  <c:v>0.75170370370370365</c:v>
                </c:pt>
                <c:pt idx="21295">
                  <c:v>0.75185185185185188</c:v>
                </c:pt>
                <c:pt idx="21296">
                  <c:v>0.75185185185185188</c:v>
                </c:pt>
                <c:pt idx="21297">
                  <c:v>0.75185185185185188</c:v>
                </c:pt>
                <c:pt idx="21298">
                  <c:v>0.75185185185185188</c:v>
                </c:pt>
                <c:pt idx="21299">
                  <c:v>0.752</c:v>
                </c:pt>
                <c:pt idx="21300">
                  <c:v>0.752</c:v>
                </c:pt>
                <c:pt idx="21301">
                  <c:v>0.75214814814814812</c:v>
                </c:pt>
                <c:pt idx="21302">
                  <c:v>0.75214814814814812</c:v>
                </c:pt>
                <c:pt idx="21303">
                  <c:v>0.75214814814814812</c:v>
                </c:pt>
                <c:pt idx="21304">
                  <c:v>0.75214814814814812</c:v>
                </c:pt>
                <c:pt idx="21305">
                  <c:v>0.75229629629629635</c:v>
                </c:pt>
                <c:pt idx="21306">
                  <c:v>0.75229629629629635</c:v>
                </c:pt>
                <c:pt idx="21307">
                  <c:v>0.75244444444444447</c:v>
                </c:pt>
                <c:pt idx="21308">
                  <c:v>0.75244444444444447</c:v>
                </c:pt>
                <c:pt idx="21309">
                  <c:v>0.75244444444444447</c:v>
                </c:pt>
                <c:pt idx="21310">
                  <c:v>0.75259259259259259</c:v>
                </c:pt>
                <c:pt idx="21311">
                  <c:v>0.75259259259259259</c:v>
                </c:pt>
                <c:pt idx="21312">
                  <c:v>0.75259259259259259</c:v>
                </c:pt>
                <c:pt idx="21313">
                  <c:v>0.75274074074074071</c:v>
                </c:pt>
                <c:pt idx="21314">
                  <c:v>0.75274074074074071</c:v>
                </c:pt>
                <c:pt idx="21315">
                  <c:v>0.75288888888888894</c:v>
                </c:pt>
                <c:pt idx="21316">
                  <c:v>0.75288888888888894</c:v>
                </c:pt>
                <c:pt idx="21317">
                  <c:v>0.75288888888888894</c:v>
                </c:pt>
                <c:pt idx="21318">
                  <c:v>0.75288888888888894</c:v>
                </c:pt>
                <c:pt idx="21319">
                  <c:v>0.75288888888888894</c:v>
                </c:pt>
                <c:pt idx="21320">
                  <c:v>0.75288888888888894</c:v>
                </c:pt>
                <c:pt idx="21321">
                  <c:v>0.75288888888888894</c:v>
                </c:pt>
                <c:pt idx="21322">
                  <c:v>0.75288888888888894</c:v>
                </c:pt>
                <c:pt idx="21323">
                  <c:v>0.75288888888888894</c:v>
                </c:pt>
                <c:pt idx="21324">
                  <c:v>0.75303703703703706</c:v>
                </c:pt>
                <c:pt idx="21325">
                  <c:v>0.75303703703703706</c:v>
                </c:pt>
                <c:pt idx="21326">
                  <c:v>0.75303703703703706</c:v>
                </c:pt>
                <c:pt idx="21327">
                  <c:v>0.75303703703703706</c:v>
                </c:pt>
                <c:pt idx="21328">
                  <c:v>0.75303703703703706</c:v>
                </c:pt>
                <c:pt idx="21329">
                  <c:v>0.75303703703703706</c:v>
                </c:pt>
                <c:pt idx="21330">
                  <c:v>0.75303703703703706</c:v>
                </c:pt>
                <c:pt idx="21331">
                  <c:v>0.75303703703703706</c:v>
                </c:pt>
                <c:pt idx="21332">
                  <c:v>0.75303703703703706</c:v>
                </c:pt>
                <c:pt idx="21333">
                  <c:v>0.75303703703703706</c:v>
                </c:pt>
                <c:pt idx="21334">
                  <c:v>0.75303703703703706</c:v>
                </c:pt>
                <c:pt idx="21335">
                  <c:v>0.75303703703703706</c:v>
                </c:pt>
                <c:pt idx="21336">
                  <c:v>0.75303703703703706</c:v>
                </c:pt>
                <c:pt idx="21337">
                  <c:v>0.75303703703703706</c:v>
                </c:pt>
                <c:pt idx="21338">
                  <c:v>0.75303703703703706</c:v>
                </c:pt>
                <c:pt idx="21339">
                  <c:v>0.75303703703703706</c:v>
                </c:pt>
                <c:pt idx="21340">
                  <c:v>0.75303703703703706</c:v>
                </c:pt>
                <c:pt idx="21341">
                  <c:v>0.75303703703703706</c:v>
                </c:pt>
                <c:pt idx="21342">
                  <c:v>0.75303703703703706</c:v>
                </c:pt>
                <c:pt idx="21343">
                  <c:v>0.75303703703703706</c:v>
                </c:pt>
                <c:pt idx="21344">
                  <c:v>0.75303703703703706</c:v>
                </c:pt>
                <c:pt idx="21345">
                  <c:v>0.75303703703703706</c:v>
                </c:pt>
                <c:pt idx="21346">
                  <c:v>0.75303703703703706</c:v>
                </c:pt>
                <c:pt idx="21347">
                  <c:v>0.75303703703703706</c:v>
                </c:pt>
                <c:pt idx="21348">
                  <c:v>0.75318518518518518</c:v>
                </c:pt>
                <c:pt idx="21349">
                  <c:v>0.75318518518518518</c:v>
                </c:pt>
                <c:pt idx="21350">
                  <c:v>0.75318518518518518</c:v>
                </c:pt>
                <c:pt idx="21351">
                  <c:v>0.75318518518518518</c:v>
                </c:pt>
                <c:pt idx="21352">
                  <c:v>0.7533333333333333</c:v>
                </c:pt>
                <c:pt idx="21353">
                  <c:v>0.75348148148148153</c:v>
                </c:pt>
                <c:pt idx="21354">
                  <c:v>0.75362962962962965</c:v>
                </c:pt>
                <c:pt idx="21355">
                  <c:v>0.75362962962962965</c:v>
                </c:pt>
                <c:pt idx="21356">
                  <c:v>0.75377777777777777</c:v>
                </c:pt>
                <c:pt idx="21357">
                  <c:v>0.75377777777777777</c:v>
                </c:pt>
                <c:pt idx="21358">
                  <c:v>0.75377777777777777</c:v>
                </c:pt>
                <c:pt idx="21359">
                  <c:v>0.75392592592592589</c:v>
                </c:pt>
                <c:pt idx="21360">
                  <c:v>0.75392592592592589</c:v>
                </c:pt>
                <c:pt idx="21361">
                  <c:v>0.75392592592592589</c:v>
                </c:pt>
                <c:pt idx="21362">
                  <c:v>0.75407407407407412</c:v>
                </c:pt>
                <c:pt idx="21363">
                  <c:v>0.75407407407407412</c:v>
                </c:pt>
                <c:pt idx="21364">
                  <c:v>0.75407407407407412</c:v>
                </c:pt>
                <c:pt idx="21365">
                  <c:v>0.75407407407407412</c:v>
                </c:pt>
                <c:pt idx="21366">
                  <c:v>0.75422222222222224</c:v>
                </c:pt>
                <c:pt idx="21367">
                  <c:v>0.75422222222222224</c:v>
                </c:pt>
                <c:pt idx="21368">
                  <c:v>0.75422222222222224</c:v>
                </c:pt>
                <c:pt idx="21369">
                  <c:v>0.75422222222222224</c:v>
                </c:pt>
                <c:pt idx="21370">
                  <c:v>0.75422222222222224</c:v>
                </c:pt>
                <c:pt idx="21371">
                  <c:v>0.75422222222222224</c:v>
                </c:pt>
                <c:pt idx="21372">
                  <c:v>0.75422222222222224</c:v>
                </c:pt>
                <c:pt idx="21373">
                  <c:v>0.75422222222222224</c:v>
                </c:pt>
                <c:pt idx="21374">
                  <c:v>0.75422222222222224</c:v>
                </c:pt>
                <c:pt idx="21375">
                  <c:v>0.75422222222222224</c:v>
                </c:pt>
                <c:pt idx="21376">
                  <c:v>0.75422222222222224</c:v>
                </c:pt>
                <c:pt idx="21377">
                  <c:v>0.75437037037037036</c:v>
                </c:pt>
                <c:pt idx="21378">
                  <c:v>0.75437037037037036</c:v>
                </c:pt>
                <c:pt idx="21379">
                  <c:v>0.75437037037037036</c:v>
                </c:pt>
                <c:pt idx="21380">
                  <c:v>0.75451851851851848</c:v>
                </c:pt>
                <c:pt idx="21381">
                  <c:v>0.75466666666666671</c:v>
                </c:pt>
                <c:pt idx="21382">
                  <c:v>0.75466666666666671</c:v>
                </c:pt>
                <c:pt idx="21383">
                  <c:v>0.75481481481481483</c:v>
                </c:pt>
                <c:pt idx="21384">
                  <c:v>0.75481481481481483</c:v>
                </c:pt>
                <c:pt idx="21385">
                  <c:v>0.75481481481481483</c:v>
                </c:pt>
                <c:pt idx="21386">
                  <c:v>0.75481481481481483</c:v>
                </c:pt>
                <c:pt idx="21387">
                  <c:v>0.75481481481481483</c:v>
                </c:pt>
                <c:pt idx="21388">
                  <c:v>0.75481481481481483</c:v>
                </c:pt>
                <c:pt idx="21389">
                  <c:v>0.75481481481481483</c:v>
                </c:pt>
                <c:pt idx="21390">
                  <c:v>0.75496296296296295</c:v>
                </c:pt>
                <c:pt idx="21391">
                  <c:v>0.75511111111111107</c:v>
                </c:pt>
                <c:pt idx="21392">
                  <c:v>0.75511111111111107</c:v>
                </c:pt>
                <c:pt idx="21393">
                  <c:v>0.7552592592592593</c:v>
                </c:pt>
                <c:pt idx="21394">
                  <c:v>0.75540740740740742</c:v>
                </c:pt>
                <c:pt idx="21395">
                  <c:v>0.75555555555555554</c:v>
                </c:pt>
                <c:pt idx="21396">
                  <c:v>0.75555555555555554</c:v>
                </c:pt>
                <c:pt idx="21397">
                  <c:v>0.75555555555555554</c:v>
                </c:pt>
                <c:pt idx="21398">
                  <c:v>0.75555555555555554</c:v>
                </c:pt>
                <c:pt idx="21399">
                  <c:v>0.75555555555555554</c:v>
                </c:pt>
                <c:pt idx="21400">
                  <c:v>0.75555555555555554</c:v>
                </c:pt>
                <c:pt idx="21401">
                  <c:v>0.75570370370370366</c:v>
                </c:pt>
                <c:pt idx="21402">
                  <c:v>0.75570370370370366</c:v>
                </c:pt>
                <c:pt idx="21403">
                  <c:v>0.75570370370370366</c:v>
                </c:pt>
                <c:pt idx="21404">
                  <c:v>0.75585185185185189</c:v>
                </c:pt>
                <c:pt idx="21405">
                  <c:v>0.75585185185185189</c:v>
                </c:pt>
                <c:pt idx="21406">
                  <c:v>0.75585185185185189</c:v>
                </c:pt>
                <c:pt idx="21407">
                  <c:v>0.75600000000000001</c:v>
                </c:pt>
                <c:pt idx="21408">
                  <c:v>0.75600000000000001</c:v>
                </c:pt>
                <c:pt idx="21409">
                  <c:v>0.75600000000000001</c:v>
                </c:pt>
                <c:pt idx="21410">
                  <c:v>0.75614814814814812</c:v>
                </c:pt>
                <c:pt idx="21411">
                  <c:v>0.75614814814814812</c:v>
                </c:pt>
                <c:pt idx="21412">
                  <c:v>0.75629629629629624</c:v>
                </c:pt>
                <c:pt idx="21413">
                  <c:v>0.75629629629629624</c:v>
                </c:pt>
                <c:pt idx="21414">
                  <c:v>0.75629629629629624</c:v>
                </c:pt>
                <c:pt idx="21415">
                  <c:v>0.75629629629629624</c:v>
                </c:pt>
                <c:pt idx="21416">
                  <c:v>0.75629629629629624</c:v>
                </c:pt>
                <c:pt idx="21417">
                  <c:v>0.75644444444444447</c:v>
                </c:pt>
                <c:pt idx="21418">
                  <c:v>0.75644444444444447</c:v>
                </c:pt>
                <c:pt idx="21419">
                  <c:v>0.75644444444444447</c:v>
                </c:pt>
                <c:pt idx="21420">
                  <c:v>0.75644444444444447</c:v>
                </c:pt>
                <c:pt idx="21421">
                  <c:v>0.75644444444444447</c:v>
                </c:pt>
                <c:pt idx="21422">
                  <c:v>0.75644444444444447</c:v>
                </c:pt>
                <c:pt idx="21423">
                  <c:v>0.75644444444444447</c:v>
                </c:pt>
                <c:pt idx="21424">
                  <c:v>0.75659259259259259</c:v>
                </c:pt>
                <c:pt idx="21425">
                  <c:v>0.75674074074074071</c:v>
                </c:pt>
                <c:pt idx="21426">
                  <c:v>0.75674074074074071</c:v>
                </c:pt>
                <c:pt idx="21427">
                  <c:v>0.75688888888888894</c:v>
                </c:pt>
                <c:pt idx="21428">
                  <c:v>0.75703703703703706</c:v>
                </c:pt>
                <c:pt idx="21429">
                  <c:v>0.75703703703703706</c:v>
                </c:pt>
                <c:pt idx="21430">
                  <c:v>0.75703703703703706</c:v>
                </c:pt>
                <c:pt idx="21431">
                  <c:v>0.75703703703703706</c:v>
                </c:pt>
                <c:pt idx="21432">
                  <c:v>0.75703703703703706</c:v>
                </c:pt>
                <c:pt idx="21433">
                  <c:v>0.75718518518518518</c:v>
                </c:pt>
                <c:pt idx="21434">
                  <c:v>0.75718518518518518</c:v>
                </c:pt>
                <c:pt idx="21435">
                  <c:v>0.75718518518518518</c:v>
                </c:pt>
                <c:pt idx="21436">
                  <c:v>0.7573333333333333</c:v>
                </c:pt>
                <c:pt idx="21437">
                  <c:v>0.7573333333333333</c:v>
                </c:pt>
                <c:pt idx="21438">
                  <c:v>0.75748148148148153</c:v>
                </c:pt>
                <c:pt idx="21439">
                  <c:v>0.75762962962962965</c:v>
                </c:pt>
                <c:pt idx="21440">
                  <c:v>0.75762962962962965</c:v>
                </c:pt>
                <c:pt idx="21441">
                  <c:v>0.75777777777777777</c:v>
                </c:pt>
                <c:pt idx="21442">
                  <c:v>0.75777777777777777</c:v>
                </c:pt>
                <c:pt idx="21443">
                  <c:v>0.75777777777777777</c:v>
                </c:pt>
                <c:pt idx="21444">
                  <c:v>0.75777777777777777</c:v>
                </c:pt>
                <c:pt idx="21445">
                  <c:v>0.75777777777777777</c:v>
                </c:pt>
                <c:pt idx="21446">
                  <c:v>0.75777777777777777</c:v>
                </c:pt>
                <c:pt idx="21447">
                  <c:v>0.75792592592592589</c:v>
                </c:pt>
                <c:pt idx="21448">
                  <c:v>0.75807407407407412</c:v>
                </c:pt>
                <c:pt idx="21449">
                  <c:v>0.75822222222222224</c:v>
                </c:pt>
                <c:pt idx="21450">
                  <c:v>0.75822222222222224</c:v>
                </c:pt>
                <c:pt idx="21451">
                  <c:v>0.75822222222222224</c:v>
                </c:pt>
                <c:pt idx="21452">
                  <c:v>0.75822222222222224</c:v>
                </c:pt>
                <c:pt idx="21453">
                  <c:v>0.75837037037037036</c:v>
                </c:pt>
                <c:pt idx="21454">
                  <c:v>0.75837037037037036</c:v>
                </c:pt>
                <c:pt idx="21455">
                  <c:v>0.75851851851851848</c:v>
                </c:pt>
                <c:pt idx="21456">
                  <c:v>0.75851851851851848</c:v>
                </c:pt>
                <c:pt idx="21457">
                  <c:v>0.75851851851851848</c:v>
                </c:pt>
                <c:pt idx="21458">
                  <c:v>0.75851851851851848</c:v>
                </c:pt>
                <c:pt idx="21459">
                  <c:v>0.75866666666666671</c:v>
                </c:pt>
                <c:pt idx="21460">
                  <c:v>0.75881481481481483</c:v>
                </c:pt>
                <c:pt idx="21461">
                  <c:v>0.75881481481481483</c:v>
                </c:pt>
                <c:pt idx="21462">
                  <c:v>0.75896296296296295</c:v>
                </c:pt>
                <c:pt idx="21463">
                  <c:v>0.75911111111111107</c:v>
                </c:pt>
                <c:pt idx="21464">
                  <c:v>0.7592592592592593</c:v>
                </c:pt>
                <c:pt idx="21465">
                  <c:v>0.7592592592592593</c:v>
                </c:pt>
                <c:pt idx="21466">
                  <c:v>0.75940740740740742</c:v>
                </c:pt>
                <c:pt idx="21467">
                  <c:v>0.75940740740740742</c:v>
                </c:pt>
                <c:pt idx="21468">
                  <c:v>0.75955555555555554</c:v>
                </c:pt>
                <c:pt idx="21469">
                  <c:v>0.75970370370370366</c:v>
                </c:pt>
                <c:pt idx="21470">
                  <c:v>0.75970370370370366</c:v>
                </c:pt>
                <c:pt idx="21471">
                  <c:v>0.75985185185185189</c:v>
                </c:pt>
                <c:pt idx="21472">
                  <c:v>0.75985185185185189</c:v>
                </c:pt>
                <c:pt idx="21473">
                  <c:v>0.76</c:v>
                </c:pt>
                <c:pt idx="21474">
                  <c:v>0.76014814814814813</c:v>
                </c:pt>
                <c:pt idx="21475">
                  <c:v>0.76014814814814813</c:v>
                </c:pt>
                <c:pt idx="21476">
                  <c:v>0.76014814814814813</c:v>
                </c:pt>
                <c:pt idx="21477">
                  <c:v>0.76029629629629625</c:v>
                </c:pt>
                <c:pt idx="21478">
                  <c:v>0.76029629629629625</c:v>
                </c:pt>
                <c:pt idx="21479">
                  <c:v>0.76044444444444448</c:v>
                </c:pt>
                <c:pt idx="21480">
                  <c:v>0.7605925925925926</c:v>
                </c:pt>
                <c:pt idx="21481">
                  <c:v>0.7605925925925926</c:v>
                </c:pt>
                <c:pt idx="21482">
                  <c:v>0.76074074074074072</c:v>
                </c:pt>
                <c:pt idx="21483">
                  <c:v>0.76088888888888884</c:v>
                </c:pt>
                <c:pt idx="21484">
                  <c:v>0.76088888888888884</c:v>
                </c:pt>
                <c:pt idx="21485">
                  <c:v>0.76103703703703707</c:v>
                </c:pt>
                <c:pt idx="21486">
                  <c:v>0.76103703703703707</c:v>
                </c:pt>
                <c:pt idx="21487">
                  <c:v>0.76103703703703707</c:v>
                </c:pt>
                <c:pt idx="21488">
                  <c:v>0.76103703703703707</c:v>
                </c:pt>
                <c:pt idx="21489">
                  <c:v>0.76103703703703707</c:v>
                </c:pt>
                <c:pt idx="21490">
                  <c:v>0.76103703703703707</c:v>
                </c:pt>
                <c:pt idx="21491">
                  <c:v>0.76103703703703707</c:v>
                </c:pt>
                <c:pt idx="21492">
                  <c:v>0.76103703703703707</c:v>
                </c:pt>
                <c:pt idx="21493">
                  <c:v>0.76103703703703707</c:v>
                </c:pt>
                <c:pt idx="21494">
                  <c:v>0.76103703703703707</c:v>
                </c:pt>
                <c:pt idx="21495">
                  <c:v>0.76103703703703707</c:v>
                </c:pt>
                <c:pt idx="21496">
                  <c:v>0.76103703703703707</c:v>
                </c:pt>
                <c:pt idx="21497">
                  <c:v>0.76103703703703707</c:v>
                </c:pt>
                <c:pt idx="21498">
                  <c:v>0.76118518518518519</c:v>
                </c:pt>
                <c:pt idx="21499">
                  <c:v>0.76118518518518519</c:v>
                </c:pt>
                <c:pt idx="21500">
                  <c:v>0.76133333333333331</c:v>
                </c:pt>
                <c:pt idx="21501">
                  <c:v>0.76133333333333331</c:v>
                </c:pt>
                <c:pt idx="21502">
                  <c:v>0.76133333333333331</c:v>
                </c:pt>
                <c:pt idx="21503">
                  <c:v>0.76133333333333331</c:v>
                </c:pt>
                <c:pt idx="21504">
                  <c:v>0.76133333333333331</c:v>
                </c:pt>
                <c:pt idx="21505">
                  <c:v>0.76148148148148154</c:v>
                </c:pt>
                <c:pt idx="21506">
                  <c:v>0.76148148148148154</c:v>
                </c:pt>
                <c:pt idx="21507">
                  <c:v>0.76148148148148154</c:v>
                </c:pt>
                <c:pt idx="21508">
                  <c:v>0.76162962962962966</c:v>
                </c:pt>
                <c:pt idx="21509">
                  <c:v>0.76162962962962966</c:v>
                </c:pt>
                <c:pt idx="21510">
                  <c:v>0.76162962962962966</c:v>
                </c:pt>
                <c:pt idx="21511">
                  <c:v>0.76162962962962966</c:v>
                </c:pt>
                <c:pt idx="21512">
                  <c:v>0.76177777777777778</c:v>
                </c:pt>
                <c:pt idx="21513">
                  <c:v>0.76177777777777778</c:v>
                </c:pt>
                <c:pt idx="21514">
                  <c:v>0.76177777777777778</c:v>
                </c:pt>
                <c:pt idx="21515">
                  <c:v>0.76177777777777778</c:v>
                </c:pt>
                <c:pt idx="21516">
                  <c:v>0.76177777777777778</c:v>
                </c:pt>
                <c:pt idx="21517">
                  <c:v>0.7619259259259259</c:v>
                </c:pt>
                <c:pt idx="21518">
                  <c:v>0.7619259259259259</c:v>
                </c:pt>
                <c:pt idx="21519">
                  <c:v>0.7619259259259259</c:v>
                </c:pt>
                <c:pt idx="21520">
                  <c:v>0.7619259259259259</c:v>
                </c:pt>
                <c:pt idx="21521">
                  <c:v>0.7619259259259259</c:v>
                </c:pt>
                <c:pt idx="21522">
                  <c:v>0.7619259259259259</c:v>
                </c:pt>
                <c:pt idx="21523">
                  <c:v>0.7619259259259259</c:v>
                </c:pt>
                <c:pt idx="21524">
                  <c:v>0.7619259259259259</c:v>
                </c:pt>
                <c:pt idx="21525">
                  <c:v>0.76207407407407413</c:v>
                </c:pt>
                <c:pt idx="21526">
                  <c:v>0.76207407407407413</c:v>
                </c:pt>
                <c:pt idx="21527">
                  <c:v>0.76222222222222225</c:v>
                </c:pt>
                <c:pt idx="21528">
                  <c:v>0.76222222222222225</c:v>
                </c:pt>
                <c:pt idx="21529">
                  <c:v>0.76222222222222225</c:v>
                </c:pt>
                <c:pt idx="21530">
                  <c:v>0.76237037037037036</c:v>
                </c:pt>
                <c:pt idx="21531">
                  <c:v>0.76237037037037036</c:v>
                </c:pt>
                <c:pt idx="21532">
                  <c:v>0.76237037037037036</c:v>
                </c:pt>
                <c:pt idx="21533">
                  <c:v>0.76251851851851848</c:v>
                </c:pt>
                <c:pt idx="21534">
                  <c:v>0.76251851851851848</c:v>
                </c:pt>
                <c:pt idx="21535">
                  <c:v>0.76251851851851848</c:v>
                </c:pt>
                <c:pt idx="21536">
                  <c:v>0.76251851851851848</c:v>
                </c:pt>
                <c:pt idx="21537">
                  <c:v>0.76251851851851848</c:v>
                </c:pt>
                <c:pt idx="21538">
                  <c:v>0.76266666666666671</c:v>
                </c:pt>
                <c:pt idx="21539">
                  <c:v>0.76266666666666671</c:v>
                </c:pt>
                <c:pt idx="21540">
                  <c:v>0.76281481481481483</c:v>
                </c:pt>
                <c:pt idx="21541">
                  <c:v>0.76296296296296295</c:v>
                </c:pt>
                <c:pt idx="21542">
                  <c:v>0.76296296296296295</c:v>
                </c:pt>
                <c:pt idx="21543">
                  <c:v>0.76311111111111107</c:v>
                </c:pt>
                <c:pt idx="21544">
                  <c:v>0.7632592592592593</c:v>
                </c:pt>
                <c:pt idx="21545">
                  <c:v>0.7632592592592593</c:v>
                </c:pt>
                <c:pt idx="21546">
                  <c:v>0.7632592592592593</c:v>
                </c:pt>
                <c:pt idx="21547">
                  <c:v>0.76340740740740742</c:v>
                </c:pt>
                <c:pt idx="21548">
                  <c:v>0.76340740740740742</c:v>
                </c:pt>
                <c:pt idx="21549">
                  <c:v>0.76340740740740742</c:v>
                </c:pt>
                <c:pt idx="21550">
                  <c:v>0.76355555555555554</c:v>
                </c:pt>
                <c:pt idx="21551">
                  <c:v>0.76355555555555554</c:v>
                </c:pt>
                <c:pt idx="21552">
                  <c:v>0.76355555555555554</c:v>
                </c:pt>
                <c:pt idx="21553">
                  <c:v>0.76355555555555554</c:v>
                </c:pt>
                <c:pt idx="21554">
                  <c:v>0.76355555555555554</c:v>
                </c:pt>
                <c:pt idx="21555">
                  <c:v>0.76355555555555554</c:v>
                </c:pt>
                <c:pt idx="21556">
                  <c:v>0.76355555555555554</c:v>
                </c:pt>
                <c:pt idx="21557">
                  <c:v>0.76355555555555554</c:v>
                </c:pt>
                <c:pt idx="21558">
                  <c:v>0.76355555555555554</c:v>
                </c:pt>
                <c:pt idx="21559">
                  <c:v>0.76355555555555554</c:v>
                </c:pt>
                <c:pt idx="21560">
                  <c:v>0.76355555555555554</c:v>
                </c:pt>
                <c:pt idx="21561">
                  <c:v>0.76355555555555554</c:v>
                </c:pt>
                <c:pt idx="21562">
                  <c:v>0.76370370370370366</c:v>
                </c:pt>
                <c:pt idx="21563">
                  <c:v>0.76385185185185189</c:v>
                </c:pt>
                <c:pt idx="21564">
                  <c:v>0.76400000000000001</c:v>
                </c:pt>
                <c:pt idx="21565">
                  <c:v>0.76400000000000001</c:v>
                </c:pt>
                <c:pt idx="21566">
                  <c:v>0.76400000000000001</c:v>
                </c:pt>
                <c:pt idx="21567">
                  <c:v>0.76400000000000001</c:v>
                </c:pt>
                <c:pt idx="21568">
                  <c:v>0.76400000000000001</c:v>
                </c:pt>
                <c:pt idx="21569">
                  <c:v>0.76400000000000001</c:v>
                </c:pt>
                <c:pt idx="21570">
                  <c:v>0.76400000000000001</c:v>
                </c:pt>
                <c:pt idx="21571">
                  <c:v>0.76400000000000001</c:v>
                </c:pt>
                <c:pt idx="21572">
                  <c:v>0.76400000000000001</c:v>
                </c:pt>
                <c:pt idx="21573">
                  <c:v>0.76400000000000001</c:v>
                </c:pt>
                <c:pt idx="21574">
                  <c:v>0.76400000000000001</c:v>
                </c:pt>
                <c:pt idx="21575">
                  <c:v>0.76400000000000001</c:v>
                </c:pt>
                <c:pt idx="21576">
                  <c:v>0.76400000000000001</c:v>
                </c:pt>
                <c:pt idx="21577">
                  <c:v>0.76414814814814813</c:v>
                </c:pt>
                <c:pt idx="21578">
                  <c:v>0.76414814814814813</c:v>
                </c:pt>
                <c:pt idx="21579">
                  <c:v>0.76414814814814813</c:v>
                </c:pt>
                <c:pt idx="21580">
                  <c:v>0.76414814814814813</c:v>
                </c:pt>
                <c:pt idx="21581">
                  <c:v>0.76414814814814813</c:v>
                </c:pt>
                <c:pt idx="21582">
                  <c:v>0.76429629629629625</c:v>
                </c:pt>
                <c:pt idx="21583">
                  <c:v>0.76429629629629625</c:v>
                </c:pt>
                <c:pt idx="21584">
                  <c:v>0.76429629629629625</c:v>
                </c:pt>
                <c:pt idx="21585">
                  <c:v>0.76429629629629625</c:v>
                </c:pt>
                <c:pt idx="21586">
                  <c:v>0.76429629629629625</c:v>
                </c:pt>
                <c:pt idx="21587">
                  <c:v>0.76444444444444448</c:v>
                </c:pt>
                <c:pt idx="21588">
                  <c:v>0.76444444444444448</c:v>
                </c:pt>
                <c:pt idx="21589">
                  <c:v>0.76444444444444448</c:v>
                </c:pt>
                <c:pt idx="21590">
                  <c:v>0.76444444444444448</c:v>
                </c:pt>
                <c:pt idx="21591">
                  <c:v>0.76444444444444448</c:v>
                </c:pt>
                <c:pt idx="21592">
                  <c:v>0.7645925925925926</c:v>
                </c:pt>
                <c:pt idx="21593">
                  <c:v>0.7645925925925926</c:v>
                </c:pt>
                <c:pt idx="21594">
                  <c:v>0.76474074074074072</c:v>
                </c:pt>
                <c:pt idx="21595">
                  <c:v>0.76474074074074072</c:v>
                </c:pt>
                <c:pt idx="21596">
                  <c:v>0.76474074074074072</c:v>
                </c:pt>
                <c:pt idx="21597">
                  <c:v>0.76488888888888884</c:v>
                </c:pt>
                <c:pt idx="21598">
                  <c:v>0.76488888888888884</c:v>
                </c:pt>
                <c:pt idx="21599">
                  <c:v>0.76488888888888884</c:v>
                </c:pt>
                <c:pt idx="21600">
                  <c:v>0.76503703703703707</c:v>
                </c:pt>
                <c:pt idx="21601">
                  <c:v>0.76503703703703707</c:v>
                </c:pt>
                <c:pt idx="21602">
                  <c:v>0.76503703703703707</c:v>
                </c:pt>
                <c:pt idx="21603">
                  <c:v>0.76503703703703707</c:v>
                </c:pt>
                <c:pt idx="21604">
                  <c:v>0.76518518518518519</c:v>
                </c:pt>
                <c:pt idx="21605">
                  <c:v>0.76518518518518519</c:v>
                </c:pt>
                <c:pt idx="21606">
                  <c:v>0.76518518518518519</c:v>
                </c:pt>
                <c:pt idx="21607">
                  <c:v>0.76533333333333331</c:v>
                </c:pt>
                <c:pt idx="21608">
                  <c:v>0.76533333333333331</c:v>
                </c:pt>
                <c:pt idx="21609">
                  <c:v>0.76533333333333331</c:v>
                </c:pt>
                <c:pt idx="21610">
                  <c:v>0.76533333333333331</c:v>
                </c:pt>
                <c:pt idx="21611">
                  <c:v>0.76533333333333331</c:v>
                </c:pt>
                <c:pt idx="21612">
                  <c:v>0.76548148148148143</c:v>
                </c:pt>
                <c:pt idx="21613">
                  <c:v>0.76548148148148143</c:v>
                </c:pt>
                <c:pt idx="21614">
                  <c:v>0.76548148148148143</c:v>
                </c:pt>
                <c:pt idx="21615">
                  <c:v>0.76562962962962966</c:v>
                </c:pt>
                <c:pt idx="21616">
                  <c:v>0.76577777777777778</c:v>
                </c:pt>
                <c:pt idx="21617">
                  <c:v>0.76577777777777778</c:v>
                </c:pt>
                <c:pt idx="21618">
                  <c:v>0.76577777777777778</c:v>
                </c:pt>
                <c:pt idx="21619">
                  <c:v>0.7659259259259259</c:v>
                </c:pt>
                <c:pt idx="21620">
                  <c:v>0.7659259259259259</c:v>
                </c:pt>
                <c:pt idx="21621">
                  <c:v>0.7659259259259259</c:v>
                </c:pt>
                <c:pt idx="21622">
                  <c:v>0.7659259259259259</c:v>
                </c:pt>
                <c:pt idx="21623">
                  <c:v>0.7659259259259259</c:v>
                </c:pt>
                <c:pt idx="21624">
                  <c:v>0.7659259259259259</c:v>
                </c:pt>
                <c:pt idx="21625">
                  <c:v>0.7659259259259259</c:v>
                </c:pt>
                <c:pt idx="21626">
                  <c:v>0.7659259259259259</c:v>
                </c:pt>
                <c:pt idx="21627">
                  <c:v>0.7659259259259259</c:v>
                </c:pt>
                <c:pt idx="21628">
                  <c:v>0.76607407407407413</c:v>
                </c:pt>
                <c:pt idx="21629">
                  <c:v>0.76607407407407413</c:v>
                </c:pt>
                <c:pt idx="21630">
                  <c:v>0.76622222222222225</c:v>
                </c:pt>
                <c:pt idx="21631">
                  <c:v>0.76622222222222225</c:v>
                </c:pt>
                <c:pt idx="21632">
                  <c:v>0.76622222222222225</c:v>
                </c:pt>
                <c:pt idx="21633">
                  <c:v>0.76622222222222225</c:v>
                </c:pt>
                <c:pt idx="21634">
                  <c:v>0.76622222222222225</c:v>
                </c:pt>
                <c:pt idx="21635">
                  <c:v>0.76622222222222225</c:v>
                </c:pt>
                <c:pt idx="21636">
                  <c:v>0.76622222222222225</c:v>
                </c:pt>
                <c:pt idx="21637">
                  <c:v>0.76637037037037037</c:v>
                </c:pt>
                <c:pt idx="21638">
                  <c:v>0.76637037037037037</c:v>
                </c:pt>
                <c:pt idx="21639">
                  <c:v>0.76637037037037037</c:v>
                </c:pt>
                <c:pt idx="21640">
                  <c:v>0.76637037037037037</c:v>
                </c:pt>
                <c:pt idx="21641">
                  <c:v>0.76637037037037037</c:v>
                </c:pt>
                <c:pt idx="21642">
                  <c:v>0.76637037037037037</c:v>
                </c:pt>
                <c:pt idx="21643">
                  <c:v>0.76637037037037037</c:v>
                </c:pt>
                <c:pt idx="21644">
                  <c:v>0.76637037037037037</c:v>
                </c:pt>
                <c:pt idx="21645">
                  <c:v>0.76637037037037037</c:v>
                </c:pt>
                <c:pt idx="21646">
                  <c:v>0.76651851851851849</c:v>
                </c:pt>
                <c:pt idx="21647">
                  <c:v>0.76666666666666672</c:v>
                </c:pt>
                <c:pt idx="21648">
                  <c:v>0.76666666666666672</c:v>
                </c:pt>
                <c:pt idx="21649">
                  <c:v>0.76666666666666672</c:v>
                </c:pt>
                <c:pt idx="21650">
                  <c:v>0.76666666666666672</c:v>
                </c:pt>
                <c:pt idx="21651">
                  <c:v>0.76681481481481484</c:v>
                </c:pt>
                <c:pt idx="21652">
                  <c:v>0.76696296296296296</c:v>
                </c:pt>
                <c:pt idx="21653">
                  <c:v>0.76711111111111108</c:v>
                </c:pt>
                <c:pt idx="21654">
                  <c:v>0.76725925925925931</c:v>
                </c:pt>
                <c:pt idx="21655">
                  <c:v>0.76725925925925931</c:v>
                </c:pt>
                <c:pt idx="21656">
                  <c:v>0.76725925925925931</c:v>
                </c:pt>
                <c:pt idx="21657">
                  <c:v>0.76725925925925931</c:v>
                </c:pt>
                <c:pt idx="21658">
                  <c:v>0.76725925925925931</c:v>
                </c:pt>
                <c:pt idx="21659">
                  <c:v>0.76725925925925931</c:v>
                </c:pt>
                <c:pt idx="21660">
                  <c:v>0.76725925925925931</c:v>
                </c:pt>
                <c:pt idx="21661">
                  <c:v>0.76740740740740743</c:v>
                </c:pt>
                <c:pt idx="21662">
                  <c:v>0.76740740740740743</c:v>
                </c:pt>
                <c:pt idx="21663">
                  <c:v>0.76740740740740743</c:v>
                </c:pt>
                <c:pt idx="21664">
                  <c:v>0.76740740740740743</c:v>
                </c:pt>
                <c:pt idx="21665">
                  <c:v>0.76755555555555555</c:v>
                </c:pt>
                <c:pt idx="21666">
                  <c:v>0.76770370370370367</c:v>
                </c:pt>
                <c:pt idx="21667">
                  <c:v>0.7678518518518519</c:v>
                </c:pt>
                <c:pt idx="21668">
                  <c:v>0.7678518518518519</c:v>
                </c:pt>
                <c:pt idx="21669">
                  <c:v>0.7678518518518519</c:v>
                </c:pt>
                <c:pt idx="21670">
                  <c:v>0.7678518518518519</c:v>
                </c:pt>
                <c:pt idx="21671">
                  <c:v>0.7678518518518519</c:v>
                </c:pt>
                <c:pt idx="21672">
                  <c:v>0.7678518518518519</c:v>
                </c:pt>
                <c:pt idx="21673">
                  <c:v>0.7678518518518519</c:v>
                </c:pt>
                <c:pt idx="21674">
                  <c:v>0.76800000000000002</c:v>
                </c:pt>
                <c:pt idx="21675">
                  <c:v>0.76800000000000002</c:v>
                </c:pt>
                <c:pt idx="21676">
                  <c:v>0.76800000000000002</c:v>
                </c:pt>
                <c:pt idx="21677">
                  <c:v>0.76800000000000002</c:v>
                </c:pt>
                <c:pt idx="21678">
                  <c:v>0.76814814814814814</c:v>
                </c:pt>
                <c:pt idx="21679">
                  <c:v>0.76814814814814814</c:v>
                </c:pt>
                <c:pt idx="21680">
                  <c:v>0.76814814814814814</c:v>
                </c:pt>
                <c:pt idx="21681">
                  <c:v>0.76814814814814814</c:v>
                </c:pt>
                <c:pt idx="21682">
                  <c:v>0.76829629629629625</c:v>
                </c:pt>
                <c:pt idx="21683">
                  <c:v>0.76844444444444449</c:v>
                </c:pt>
                <c:pt idx="21684">
                  <c:v>0.76844444444444449</c:v>
                </c:pt>
                <c:pt idx="21685">
                  <c:v>0.7685925925925926</c:v>
                </c:pt>
                <c:pt idx="21686">
                  <c:v>0.7685925925925926</c:v>
                </c:pt>
                <c:pt idx="21687">
                  <c:v>0.7685925925925926</c:v>
                </c:pt>
                <c:pt idx="21688">
                  <c:v>0.7685925925925926</c:v>
                </c:pt>
                <c:pt idx="21689">
                  <c:v>0.7685925925925926</c:v>
                </c:pt>
                <c:pt idx="21690">
                  <c:v>0.7685925925925926</c:v>
                </c:pt>
                <c:pt idx="21691">
                  <c:v>0.7685925925925926</c:v>
                </c:pt>
                <c:pt idx="21692">
                  <c:v>0.7685925925925926</c:v>
                </c:pt>
                <c:pt idx="21693">
                  <c:v>0.7685925925925926</c:v>
                </c:pt>
                <c:pt idx="21694">
                  <c:v>0.7685925925925926</c:v>
                </c:pt>
                <c:pt idx="21695">
                  <c:v>0.7685925925925926</c:v>
                </c:pt>
                <c:pt idx="21696">
                  <c:v>0.7685925925925926</c:v>
                </c:pt>
                <c:pt idx="21697">
                  <c:v>0.7685925925925926</c:v>
                </c:pt>
                <c:pt idx="21698">
                  <c:v>0.7685925925925926</c:v>
                </c:pt>
                <c:pt idx="21699">
                  <c:v>0.7685925925925926</c:v>
                </c:pt>
                <c:pt idx="21700">
                  <c:v>0.76874074074074072</c:v>
                </c:pt>
                <c:pt idx="21701">
                  <c:v>0.76874074074074072</c:v>
                </c:pt>
                <c:pt idx="21702">
                  <c:v>0.76874074074074072</c:v>
                </c:pt>
                <c:pt idx="21703">
                  <c:v>0.76874074074074072</c:v>
                </c:pt>
                <c:pt idx="21704">
                  <c:v>0.76874074074074072</c:v>
                </c:pt>
                <c:pt idx="21705">
                  <c:v>0.76874074074074072</c:v>
                </c:pt>
                <c:pt idx="21706">
                  <c:v>0.76874074074074072</c:v>
                </c:pt>
                <c:pt idx="21707">
                  <c:v>0.76874074074074072</c:v>
                </c:pt>
                <c:pt idx="21708">
                  <c:v>0.76874074074074072</c:v>
                </c:pt>
                <c:pt idx="21709">
                  <c:v>0.76888888888888884</c:v>
                </c:pt>
                <c:pt idx="21710">
                  <c:v>0.76888888888888884</c:v>
                </c:pt>
                <c:pt idx="21711">
                  <c:v>0.76888888888888884</c:v>
                </c:pt>
                <c:pt idx="21712">
                  <c:v>0.76888888888888884</c:v>
                </c:pt>
                <c:pt idx="21713">
                  <c:v>0.76888888888888884</c:v>
                </c:pt>
                <c:pt idx="21714">
                  <c:v>0.76888888888888884</c:v>
                </c:pt>
                <c:pt idx="21715">
                  <c:v>0.76888888888888884</c:v>
                </c:pt>
                <c:pt idx="21716">
                  <c:v>0.76888888888888884</c:v>
                </c:pt>
                <c:pt idx="21717">
                  <c:v>0.76903703703703707</c:v>
                </c:pt>
                <c:pt idx="21718">
                  <c:v>0.76903703703703707</c:v>
                </c:pt>
                <c:pt idx="21719">
                  <c:v>0.76903703703703707</c:v>
                </c:pt>
                <c:pt idx="21720">
                  <c:v>0.76903703703703707</c:v>
                </c:pt>
                <c:pt idx="21721">
                  <c:v>0.76903703703703707</c:v>
                </c:pt>
                <c:pt idx="21722">
                  <c:v>0.76918518518518519</c:v>
                </c:pt>
                <c:pt idx="21723">
                  <c:v>0.76933333333333331</c:v>
                </c:pt>
                <c:pt idx="21724">
                  <c:v>0.76933333333333331</c:v>
                </c:pt>
                <c:pt idx="21725">
                  <c:v>0.76933333333333331</c:v>
                </c:pt>
                <c:pt idx="21726">
                  <c:v>0.76933333333333331</c:v>
                </c:pt>
                <c:pt idx="21727">
                  <c:v>0.76933333333333331</c:v>
                </c:pt>
                <c:pt idx="21728">
                  <c:v>0.76933333333333331</c:v>
                </c:pt>
                <c:pt idx="21729">
                  <c:v>0.76933333333333331</c:v>
                </c:pt>
                <c:pt idx="21730">
                  <c:v>0.76948148148148143</c:v>
                </c:pt>
                <c:pt idx="21731">
                  <c:v>0.76962962962962966</c:v>
                </c:pt>
                <c:pt idx="21732">
                  <c:v>0.76977777777777778</c:v>
                </c:pt>
                <c:pt idx="21733">
                  <c:v>0.76977777777777778</c:v>
                </c:pt>
                <c:pt idx="21734">
                  <c:v>0.76977777777777778</c:v>
                </c:pt>
                <c:pt idx="21735">
                  <c:v>0.76977777777777778</c:v>
                </c:pt>
                <c:pt idx="21736">
                  <c:v>0.76977777777777778</c:v>
                </c:pt>
                <c:pt idx="21737">
                  <c:v>0.76977777777777778</c:v>
                </c:pt>
                <c:pt idx="21738">
                  <c:v>0.76977777777777778</c:v>
                </c:pt>
                <c:pt idx="21739">
                  <c:v>0.76977777777777778</c:v>
                </c:pt>
                <c:pt idx="21740">
                  <c:v>0.7699259259259259</c:v>
                </c:pt>
                <c:pt idx="21741">
                  <c:v>0.7699259259259259</c:v>
                </c:pt>
                <c:pt idx="21742">
                  <c:v>0.77007407407407402</c:v>
                </c:pt>
                <c:pt idx="21743">
                  <c:v>0.77007407407407402</c:v>
                </c:pt>
                <c:pt idx="21744">
                  <c:v>0.77022222222222225</c:v>
                </c:pt>
                <c:pt idx="21745">
                  <c:v>0.77022222222222225</c:v>
                </c:pt>
                <c:pt idx="21746">
                  <c:v>0.77037037037037037</c:v>
                </c:pt>
                <c:pt idx="21747">
                  <c:v>0.77037037037037037</c:v>
                </c:pt>
                <c:pt idx="21748">
                  <c:v>0.77051851851851849</c:v>
                </c:pt>
                <c:pt idx="21749">
                  <c:v>0.77051851851851849</c:v>
                </c:pt>
                <c:pt idx="21750">
                  <c:v>0.77066666666666672</c:v>
                </c:pt>
                <c:pt idx="21751">
                  <c:v>0.77081481481481484</c:v>
                </c:pt>
                <c:pt idx="21752">
                  <c:v>0.77096296296296296</c:v>
                </c:pt>
                <c:pt idx="21753">
                  <c:v>0.77096296296296296</c:v>
                </c:pt>
                <c:pt idx="21754">
                  <c:v>0.77096296296296296</c:v>
                </c:pt>
                <c:pt idx="21755">
                  <c:v>0.77096296296296296</c:v>
                </c:pt>
                <c:pt idx="21756">
                  <c:v>0.77096296296296296</c:v>
                </c:pt>
                <c:pt idx="21757">
                  <c:v>0.77096296296296296</c:v>
                </c:pt>
                <c:pt idx="21758">
                  <c:v>0.77096296296296296</c:v>
                </c:pt>
                <c:pt idx="21759">
                  <c:v>0.77096296296296296</c:v>
                </c:pt>
                <c:pt idx="21760">
                  <c:v>0.77096296296296296</c:v>
                </c:pt>
                <c:pt idx="21761">
                  <c:v>0.77096296296296296</c:v>
                </c:pt>
                <c:pt idx="21762">
                  <c:v>0.77096296296296296</c:v>
                </c:pt>
                <c:pt idx="21763">
                  <c:v>0.77096296296296296</c:v>
                </c:pt>
                <c:pt idx="21764">
                  <c:v>0.77096296296296296</c:v>
                </c:pt>
                <c:pt idx="21765">
                  <c:v>0.77096296296296296</c:v>
                </c:pt>
                <c:pt idx="21766">
                  <c:v>0.77096296296296296</c:v>
                </c:pt>
                <c:pt idx="21767">
                  <c:v>0.77111111111111108</c:v>
                </c:pt>
                <c:pt idx="21768">
                  <c:v>0.77111111111111108</c:v>
                </c:pt>
                <c:pt idx="21769">
                  <c:v>0.77111111111111108</c:v>
                </c:pt>
                <c:pt idx="21770">
                  <c:v>0.77125925925925931</c:v>
                </c:pt>
                <c:pt idx="21771">
                  <c:v>0.77125925925925931</c:v>
                </c:pt>
                <c:pt idx="21772">
                  <c:v>0.77140740740740743</c:v>
                </c:pt>
                <c:pt idx="21773">
                  <c:v>0.77155555555555555</c:v>
                </c:pt>
                <c:pt idx="21774">
                  <c:v>0.77170370370370367</c:v>
                </c:pt>
                <c:pt idx="21775">
                  <c:v>0.77170370370370367</c:v>
                </c:pt>
                <c:pt idx="21776">
                  <c:v>0.77170370370370367</c:v>
                </c:pt>
                <c:pt idx="21777">
                  <c:v>0.77170370370370367</c:v>
                </c:pt>
                <c:pt idx="21778">
                  <c:v>0.77170370370370367</c:v>
                </c:pt>
                <c:pt idx="21779">
                  <c:v>0.7718518518518519</c:v>
                </c:pt>
                <c:pt idx="21780">
                  <c:v>0.7718518518518519</c:v>
                </c:pt>
                <c:pt idx="21781">
                  <c:v>0.77200000000000002</c:v>
                </c:pt>
                <c:pt idx="21782">
                  <c:v>0.77200000000000002</c:v>
                </c:pt>
                <c:pt idx="21783">
                  <c:v>0.77214814814814814</c:v>
                </c:pt>
                <c:pt idx="21784">
                  <c:v>0.77214814814814814</c:v>
                </c:pt>
                <c:pt idx="21785">
                  <c:v>0.77214814814814814</c:v>
                </c:pt>
                <c:pt idx="21786">
                  <c:v>0.77214814814814814</c:v>
                </c:pt>
                <c:pt idx="21787">
                  <c:v>0.77214814814814814</c:v>
                </c:pt>
                <c:pt idx="21788">
                  <c:v>0.77214814814814814</c:v>
                </c:pt>
                <c:pt idx="21789">
                  <c:v>0.77214814814814814</c:v>
                </c:pt>
                <c:pt idx="21790">
                  <c:v>0.77214814814814814</c:v>
                </c:pt>
                <c:pt idx="21791">
                  <c:v>0.77214814814814814</c:v>
                </c:pt>
                <c:pt idx="21792">
                  <c:v>0.77229629629629626</c:v>
                </c:pt>
                <c:pt idx="21793">
                  <c:v>0.77229629629629626</c:v>
                </c:pt>
                <c:pt idx="21794">
                  <c:v>0.77229629629629626</c:v>
                </c:pt>
                <c:pt idx="21795">
                  <c:v>0.77229629629629626</c:v>
                </c:pt>
                <c:pt idx="21796">
                  <c:v>0.77229629629629626</c:v>
                </c:pt>
                <c:pt idx="21797">
                  <c:v>0.77229629629629626</c:v>
                </c:pt>
                <c:pt idx="21798">
                  <c:v>0.77229629629629626</c:v>
                </c:pt>
                <c:pt idx="21799">
                  <c:v>0.77229629629629626</c:v>
                </c:pt>
                <c:pt idx="21800">
                  <c:v>0.77244444444444449</c:v>
                </c:pt>
                <c:pt idx="21801">
                  <c:v>0.77244444444444449</c:v>
                </c:pt>
                <c:pt idx="21802">
                  <c:v>0.77244444444444449</c:v>
                </c:pt>
                <c:pt idx="21803">
                  <c:v>0.77259259259259261</c:v>
                </c:pt>
                <c:pt idx="21804">
                  <c:v>0.77259259259259261</c:v>
                </c:pt>
                <c:pt idx="21805">
                  <c:v>0.77274074074074073</c:v>
                </c:pt>
                <c:pt idx="21806">
                  <c:v>0.77274074074074073</c:v>
                </c:pt>
                <c:pt idx="21807">
                  <c:v>0.77288888888888885</c:v>
                </c:pt>
                <c:pt idx="21808">
                  <c:v>0.77303703703703708</c:v>
                </c:pt>
                <c:pt idx="21809">
                  <c:v>0.77303703703703708</c:v>
                </c:pt>
                <c:pt idx="21810">
                  <c:v>0.7731851851851852</c:v>
                </c:pt>
                <c:pt idx="21811">
                  <c:v>0.7731851851851852</c:v>
                </c:pt>
                <c:pt idx="21812">
                  <c:v>0.77333333333333332</c:v>
                </c:pt>
                <c:pt idx="21813">
                  <c:v>0.77333333333333332</c:v>
                </c:pt>
                <c:pt idx="21814">
                  <c:v>0.77348148148148144</c:v>
                </c:pt>
                <c:pt idx="21815">
                  <c:v>0.77348148148148144</c:v>
                </c:pt>
                <c:pt idx="21816">
                  <c:v>0.77348148148148144</c:v>
                </c:pt>
                <c:pt idx="21817">
                  <c:v>0.77348148148148144</c:v>
                </c:pt>
                <c:pt idx="21818">
                  <c:v>0.77362962962962967</c:v>
                </c:pt>
                <c:pt idx="21819">
                  <c:v>0.77362962962962967</c:v>
                </c:pt>
                <c:pt idx="21820">
                  <c:v>0.77362962962962967</c:v>
                </c:pt>
                <c:pt idx="21821">
                  <c:v>0.77362962962962967</c:v>
                </c:pt>
                <c:pt idx="21822">
                  <c:v>0.77362962962962967</c:v>
                </c:pt>
                <c:pt idx="21823">
                  <c:v>0.77362962962962967</c:v>
                </c:pt>
                <c:pt idx="21824">
                  <c:v>0.77362962962962967</c:v>
                </c:pt>
                <c:pt idx="21825">
                  <c:v>0.77362962962962967</c:v>
                </c:pt>
                <c:pt idx="21826">
                  <c:v>0.77362962962962967</c:v>
                </c:pt>
                <c:pt idx="21827">
                  <c:v>0.77362962962962967</c:v>
                </c:pt>
                <c:pt idx="21828">
                  <c:v>0.77362962962962967</c:v>
                </c:pt>
                <c:pt idx="21829">
                  <c:v>0.77377777777777779</c:v>
                </c:pt>
                <c:pt idx="21830">
                  <c:v>0.77377777777777779</c:v>
                </c:pt>
                <c:pt idx="21831">
                  <c:v>0.77377777777777779</c:v>
                </c:pt>
                <c:pt idx="21832">
                  <c:v>0.77377777777777779</c:v>
                </c:pt>
                <c:pt idx="21833">
                  <c:v>0.77392592592592591</c:v>
                </c:pt>
                <c:pt idx="21834">
                  <c:v>0.77392592592592591</c:v>
                </c:pt>
                <c:pt idx="21835">
                  <c:v>0.77392592592592591</c:v>
                </c:pt>
                <c:pt idx="21836">
                  <c:v>0.77392592592592591</c:v>
                </c:pt>
                <c:pt idx="21837">
                  <c:v>0.77407407407407403</c:v>
                </c:pt>
                <c:pt idx="21838">
                  <c:v>0.77407407407407403</c:v>
                </c:pt>
                <c:pt idx="21839">
                  <c:v>0.77407407407407403</c:v>
                </c:pt>
                <c:pt idx="21840">
                  <c:v>0.77407407407407403</c:v>
                </c:pt>
                <c:pt idx="21841">
                  <c:v>0.77407407407407403</c:v>
                </c:pt>
                <c:pt idx="21842">
                  <c:v>0.77422222222222226</c:v>
                </c:pt>
                <c:pt idx="21843">
                  <c:v>0.77437037037037038</c:v>
                </c:pt>
                <c:pt idx="21844">
                  <c:v>0.7745185185185185</c:v>
                </c:pt>
                <c:pt idx="21845">
                  <c:v>0.77466666666666661</c:v>
                </c:pt>
                <c:pt idx="21846">
                  <c:v>0.77466666666666661</c:v>
                </c:pt>
                <c:pt idx="21847">
                  <c:v>0.77481481481481485</c:v>
                </c:pt>
                <c:pt idx="21848">
                  <c:v>0.77496296296296296</c:v>
                </c:pt>
                <c:pt idx="21849">
                  <c:v>0.77496296296296296</c:v>
                </c:pt>
                <c:pt idx="21850">
                  <c:v>0.77496296296296296</c:v>
                </c:pt>
                <c:pt idx="21851">
                  <c:v>0.77496296296296296</c:v>
                </c:pt>
                <c:pt idx="21852">
                  <c:v>0.77496296296296296</c:v>
                </c:pt>
                <c:pt idx="21853">
                  <c:v>0.77511111111111108</c:v>
                </c:pt>
                <c:pt idx="21854">
                  <c:v>0.77525925925925931</c:v>
                </c:pt>
                <c:pt idx="21855">
                  <c:v>0.77525925925925931</c:v>
                </c:pt>
                <c:pt idx="21856">
                  <c:v>0.77540740740740743</c:v>
                </c:pt>
                <c:pt idx="21857">
                  <c:v>0.77540740740740743</c:v>
                </c:pt>
                <c:pt idx="21858">
                  <c:v>0.77540740740740743</c:v>
                </c:pt>
                <c:pt idx="21859">
                  <c:v>0.77540740740740743</c:v>
                </c:pt>
                <c:pt idx="21860">
                  <c:v>0.77540740740740743</c:v>
                </c:pt>
                <c:pt idx="21861">
                  <c:v>0.77555555555555555</c:v>
                </c:pt>
                <c:pt idx="21862">
                  <c:v>0.77555555555555555</c:v>
                </c:pt>
                <c:pt idx="21863">
                  <c:v>0.77555555555555555</c:v>
                </c:pt>
                <c:pt idx="21864">
                  <c:v>0.77555555555555555</c:v>
                </c:pt>
                <c:pt idx="21865">
                  <c:v>0.77555555555555555</c:v>
                </c:pt>
                <c:pt idx="21866">
                  <c:v>0.77555555555555555</c:v>
                </c:pt>
                <c:pt idx="21867">
                  <c:v>0.77555555555555555</c:v>
                </c:pt>
                <c:pt idx="21868">
                  <c:v>0.77555555555555555</c:v>
                </c:pt>
                <c:pt idx="21869">
                  <c:v>0.77555555555555555</c:v>
                </c:pt>
                <c:pt idx="21870">
                  <c:v>0.77555555555555555</c:v>
                </c:pt>
                <c:pt idx="21871">
                  <c:v>0.77555555555555555</c:v>
                </c:pt>
                <c:pt idx="21872">
                  <c:v>0.77555555555555555</c:v>
                </c:pt>
                <c:pt idx="21873">
                  <c:v>0.77555555555555555</c:v>
                </c:pt>
                <c:pt idx="21874">
                  <c:v>0.77555555555555555</c:v>
                </c:pt>
                <c:pt idx="21875">
                  <c:v>0.77570370370370367</c:v>
                </c:pt>
                <c:pt idx="21876">
                  <c:v>0.7758518518518519</c:v>
                </c:pt>
                <c:pt idx="21877">
                  <c:v>0.77600000000000002</c:v>
                </c:pt>
                <c:pt idx="21878">
                  <c:v>0.77600000000000002</c:v>
                </c:pt>
                <c:pt idx="21879">
                  <c:v>0.77600000000000002</c:v>
                </c:pt>
                <c:pt idx="21880">
                  <c:v>0.77600000000000002</c:v>
                </c:pt>
                <c:pt idx="21881">
                  <c:v>0.77614814814814814</c:v>
                </c:pt>
                <c:pt idx="21882">
                  <c:v>0.77614814814814814</c:v>
                </c:pt>
                <c:pt idx="21883">
                  <c:v>0.77629629629629626</c:v>
                </c:pt>
                <c:pt idx="21884">
                  <c:v>0.77644444444444449</c:v>
                </c:pt>
                <c:pt idx="21885">
                  <c:v>0.77644444444444449</c:v>
                </c:pt>
                <c:pt idx="21886">
                  <c:v>0.77644444444444449</c:v>
                </c:pt>
                <c:pt idx="21887">
                  <c:v>0.77644444444444449</c:v>
                </c:pt>
                <c:pt idx="21888">
                  <c:v>0.77659259259259261</c:v>
                </c:pt>
                <c:pt idx="21889">
                  <c:v>0.77674074074074073</c:v>
                </c:pt>
                <c:pt idx="21890">
                  <c:v>0.77674074074074073</c:v>
                </c:pt>
                <c:pt idx="21891">
                  <c:v>0.77674074074074073</c:v>
                </c:pt>
                <c:pt idx="21892">
                  <c:v>0.77674074074074073</c:v>
                </c:pt>
                <c:pt idx="21893">
                  <c:v>0.77674074074074073</c:v>
                </c:pt>
                <c:pt idx="21894">
                  <c:v>0.77674074074074073</c:v>
                </c:pt>
                <c:pt idx="21895">
                  <c:v>0.77674074074074073</c:v>
                </c:pt>
                <c:pt idx="21896">
                  <c:v>0.77674074074074073</c:v>
                </c:pt>
                <c:pt idx="21897">
                  <c:v>0.77688888888888885</c:v>
                </c:pt>
                <c:pt idx="21898">
                  <c:v>0.77688888888888885</c:v>
                </c:pt>
                <c:pt idx="21899">
                  <c:v>0.77688888888888885</c:v>
                </c:pt>
                <c:pt idx="21900">
                  <c:v>0.77688888888888885</c:v>
                </c:pt>
                <c:pt idx="21901">
                  <c:v>0.77703703703703708</c:v>
                </c:pt>
                <c:pt idx="21902">
                  <c:v>0.77703703703703708</c:v>
                </c:pt>
                <c:pt idx="21903">
                  <c:v>0.77703703703703708</c:v>
                </c:pt>
                <c:pt idx="21904">
                  <c:v>0.7771851851851852</c:v>
                </c:pt>
                <c:pt idx="21905">
                  <c:v>0.7771851851851852</c:v>
                </c:pt>
                <c:pt idx="21906">
                  <c:v>0.7771851851851852</c:v>
                </c:pt>
                <c:pt idx="21907">
                  <c:v>0.7771851851851852</c:v>
                </c:pt>
                <c:pt idx="21908">
                  <c:v>0.77733333333333332</c:v>
                </c:pt>
                <c:pt idx="21909">
                  <c:v>0.77733333333333332</c:v>
                </c:pt>
                <c:pt idx="21910">
                  <c:v>0.77733333333333332</c:v>
                </c:pt>
                <c:pt idx="21911">
                  <c:v>0.77733333333333332</c:v>
                </c:pt>
                <c:pt idx="21912">
                  <c:v>0.77733333333333332</c:v>
                </c:pt>
                <c:pt idx="21913">
                  <c:v>0.77733333333333332</c:v>
                </c:pt>
                <c:pt idx="21914">
                  <c:v>0.77733333333333332</c:v>
                </c:pt>
                <c:pt idx="21915">
                  <c:v>0.77733333333333332</c:v>
                </c:pt>
                <c:pt idx="21916">
                  <c:v>0.77733333333333332</c:v>
                </c:pt>
                <c:pt idx="21917">
                  <c:v>0.77733333333333332</c:v>
                </c:pt>
                <c:pt idx="21918">
                  <c:v>0.77748148148148144</c:v>
                </c:pt>
                <c:pt idx="21919">
                  <c:v>0.77748148148148144</c:v>
                </c:pt>
                <c:pt idx="21920">
                  <c:v>0.77748148148148144</c:v>
                </c:pt>
                <c:pt idx="21921">
                  <c:v>0.77762962962962967</c:v>
                </c:pt>
                <c:pt idx="21922">
                  <c:v>0.77762962962962967</c:v>
                </c:pt>
                <c:pt idx="21923">
                  <c:v>0.77777777777777779</c:v>
                </c:pt>
                <c:pt idx="21924">
                  <c:v>0.77777777777777779</c:v>
                </c:pt>
                <c:pt idx="21925">
                  <c:v>0.77777777777777779</c:v>
                </c:pt>
                <c:pt idx="21926">
                  <c:v>0.77777777777777779</c:v>
                </c:pt>
                <c:pt idx="21927">
                  <c:v>0.77777777777777779</c:v>
                </c:pt>
                <c:pt idx="21928">
                  <c:v>0.77792592592592591</c:v>
                </c:pt>
                <c:pt idx="21929">
                  <c:v>0.77792592592592591</c:v>
                </c:pt>
                <c:pt idx="21930">
                  <c:v>0.77792592592592591</c:v>
                </c:pt>
                <c:pt idx="21931">
                  <c:v>0.77792592592592591</c:v>
                </c:pt>
                <c:pt idx="21932">
                  <c:v>0.77792592592592591</c:v>
                </c:pt>
                <c:pt idx="21933">
                  <c:v>0.77792592592592591</c:v>
                </c:pt>
                <c:pt idx="21934">
                  <c:v>0.77792592592592591</c:v>
                </c:pt>
                <c:pt idx="21935">
                  <c:v>0.77792592592592591</c:v>
                </c:pt>
                <c:pt idx="21936">
                  <c:v>0.77792592592592591</c:v>
                </c:pt>
                <c:pt idx="21937">
                  <c:v>0.77792592592592591</c:v>
                </c:pt>
                <c:pt idx="21938">
                  <c:v>0.77792592592592591</c:v>
                </c:pt>
                <c:pt idx="21939">
                  <c:v>0.77792592592592591</c:v>
                </c:pt>
                <c:pt idx="21940">
                  <c:v>0.77792592592592591</c:v>
                </c:pt>
                <c:pt idx="21941">
                  <c:v>0.77792592592592591</c:v>
                </c:pt>
                <c:pt idx="21942">
                  <c:v>0.77792592592592591</c:v>
                </c:pt>
                <c:pt idx="21943">
                  <c:v>0.77807407407407403</c:v>
                </c:pt>
                <c:pt idx="21944">
                  <c:v>0.77807407407407403</c:v>
                </c:pt>
                <c:pt idx="21945">
                  <c:v>0.77807407407407403</c:v>
                </c:pt>
                <c:pt idx="21946">
                  <c:v>0.77822222222222226</c:v>
                </c:pt>
                <c:pt idx="21947">
                  <c:v>0.77837037037037038</c:v>
                </c:pt>
                <c:pt idx="21948">
                  <c:v>0.77837037037037038</c:v>
                </c:pt>
                <c:pt idx="21949">
                  <c:v>0.7785185185185185</c:v>
                </c:pt>
                <c:pt idx="21950">
                  <c:v>0.7785185185185185</c:v>
                </c:pt>
                <c:pt idx="21951">
                  <c:v>0.7785185185185185</c:v>
                </c:pt>
                <c:pt idx="21952">
                  <c:v>0.7785185185185185</c:v>
                </c:pt>
                <c:pt idx="21953">
                  <c:v>0.77866666666666662</c:v>
                </c:pt>
                <c:pt idx="21954">
                  <c:v>0.77866666666666662</c:v>
                </c:pt>
                <c:pt idx="21955">
                  <c:v>0.77866666666666662</c:v>
                </c:pt>
                <c:pt idx="21956">
                  <c:v>0.77866666666666662</c:v>
                </c:pt>
                <c:pt idx="21957">
                  <c:v>0.77881481481481485</c:v>
                </c:pt>
                <c:pt idx="21958">
                  <c:v>0.77881481481481485</c:v>
                </c:pt>
                <c:pt idx="21959">
                  <c:v>0.77881481481481485</c:v>
                </c:pt>
                <c:pt idx="21960">
                  <c:v>0.77881481481481485</c:v>
                </c:pt>
                <c:pt idx="21961">
                  <c:v>0.77881481481481485</c:v>
                </c:pt>
                <c:pt idx="21962">
                  <c:v>0.77881481481481485</c:v>
                </c:pt>
                <c:pt idx="21963">
                  <c:v>0.77881481481481485</c:v>
                </c:pt>
                <c:pt idx="21964">
                  <c:v>0.77881481481481485</c:v>
                </c:pt>
                <c:pt idx="21965">
                  <c:v>0.77881481481481485</c:v>
                </c:pt>
                <c:pt idx="21966">
                  <c:v>0.77881481481481485</c:v>
                </c:pt>
                <c:pt idx="21967">
                  <c:v>0.77896296296296297</c:v>
                </c:pt>
                <c:pt idx="21968">
                  <c:v>0.77896296296296297</c:v>
                </c:pt>
                <c:pt idx="21969">
                  <c:v>0.77911111111111109</c:v>
                </c:pt>
                <c:pt idx="21970">
                  <c:v>0.77911111111111109</c:v>
                </c:pt>
                <c:pt idx="21971">
                  <c:v>0.77925925925925921</c:v>
                </c:pt>
                <c:pt idx="21972">
                  <c:v>0.77940740740740744</c:v>
                </c:pt>
                <c:pt idx="21973">
                  <c:v>0.77940740740740744</c:v>
                </c:pt>
                <c:pt idx="21974">
                  <c:v>0.77940740740740744</c:v>
                </c:pt>
                <c:pt idx="21975">
                  <c:v>0.77940740740740744</c:v>
                </c:pt>
                <c:pt idx="21976">
                  <c:v>0.77940740740740744</c:v>
                </c:pt>
                <c:pt idx="21977">
                  <c:v>0.77940740740740744</c:v>
                </c:pt>
                <c:pt idx="21978">
                  <c:v>0.77955555555555556</c:v>
                </c:pt>
                <c:pt idx="21979">
                  <c:v>0.77970370370370368</c:v>
                </c:pt>
                <c:pt idx="21980">
                  <c:v>0.77970370370370368</c:v>
                </c:pt>
                <c:pt idx="21981">
                  <c:v>0.77985185185185191</c:v>
                </c:pt>
                <c:pt idx="21982">
                  <c:v>0.77985185185185191</c:v>
                </c:pt>
                <c:pt idx="21983">
                  <c:v>0.78</c:v>
                </c:pt>
                <c:pt idx="21984">
                  <c:v>0.78</c:v>
                </c:pt>
                <c:pt idx="21985">
                  <c:v>0.78</c:v>
                </c:pt>
                <c:pt idx="21986">
                  <c:v>0.78014814814814815</c:v>
                </c:pt>
                <c:pt idx="21987">
                  <c:v>0.78014814814814815</c:v>
                </c:pt>
                <c:pt idx="21988">
                  <c:v>0.78029629629629627</c:v>
                </c:pt>
                <c:pt idx="21989">
                  <c:v>0.78029629629629627</c:v>
                </c:pt>
                <c:pt idx="21990">
                  <c:v>0.7804444444444445</c:v>
                </c:pt>
                <c:pt idx="21991">
                  <c:v>0.7804444444444445</c:v>
                </c:pt>
                <c:pt idx="21992">
                  <c:v>0.7804444444444445</c:v>
                </c:pt>
                <c:pt idx="21993">
                  <c:v>0.7804444444444445</c:v>
                </c:pt>
                <c:pt idx="21994">
                  <c:v>0.7804444444444445</c:v>
                </c:pt>
                <c:pt idx="21995">
                  <c:v>0.7804444444444445</c:v>
                </c:pt>
                <c:pt idx="21996">
                  <c:v>0.78059259259259262</c:v>
                </c:pt>
                <c:pt idx="21997">
                  <c:v>0.78059259259259262</c:v>
                </c:pt>
                <c:pt idx="21998">
                  <c:v>0.78059259259259262</c:v>
                </c:pt>
                <c:pt idx="21999">
                  <c:v>0.78059259259259262</c:v>
                </c:pt>
                <c:pt idx="22000">
                  <c:v>0.78074074074074074</c:v>
                </c:pt>
                <c:pt idx="22001">
                  <c:v>0.78074074074074074</c:v>
                </c:pt>
                <c:pt idx="22002">
                  <c:v>0.78088888888888885</c:v>
                </c:pt>
                <c:pt idx="22003">
                  <c:v>0.78088888888888885</c:v>
                </c:pt>
                <c:pt idx="22004">
                  <c:v>0.78088888888888885</c:v>
                </c:pt>
                <c:pt idx="22005">
                  <c:v>0.78088888888888885</c:v>
                </c:pt>
                <c:pt idx="22006">
                  <c:v>0.78103703703703709</c:v>
                </c:pt>
                <c:pt idx="22007">
                  <c:v>0.78103703703703709</c:v>
                </c:pt>
                <c:pt idx="22008">
                  <c:v>0.78103703703703709</c:v>
                </c:pt>
                <c:pt idx="22009">
                  <c:v>0.7811851851851852</c:v>
                </c:pt>
                <c:pt idx="22010">
                  <c:v>0.7811851851851852</c:v>
                </c:pt>
                <c:pt idx="22011">
                  <c:v>0.7811851851851852</c:v>
                </c:pt>
                <c:pt idx="22012">
                  <c:v>0.7811851851851852</c:v>
                </c:pt>
                <c:pt idx="22013">
                  <c:v>0.7811851851851852</c:v>
                </c:pt>
                <c:pt idx="22014">
                  <c:v>0.78133333333333332</c:v>
                </c:pt>
                <c:pt idx="22015">
                  <c:v>0.78133333333333332</c:v>
                </c:pt>
                <c:pt idx="22016">
                  <c:v>0.78133333333333332</c:v>
                </c:pt>
                <c:pt idx="22017">
                  <c:v>0.78133333333333332</c:v>
                </c:pt>
                <c:pt idx="22018">
                  <c:v>0.78133333333333332</c:v>
                </c:pt>
                <c:pt idx="22019">
                  <c:v>0.78133333333333332</c:v>
                </c:pt>
                <c:pt idx="22020">
                  <c:v>0.78133333333333332</c:v>
                </c:pt>
                <c:pt idx="22021">
                  <c:v>0.78133333333333332</c:v>
                </c:pt>
                <c:pt idx="22022">
                  <c:v>0.78148148148148144</c:v>
                </c:pt>
                <c:pt idx="22023">
                  <c:v>0.78148148148148144</c:v>
                </c:pt>
                <c:pt idx="22024">
                  <c:v>0.78162962962962967</c:v>
                </c:pt>
                <c:pt idx="22025">
                  <c:v>0.78177777777777779</c:v>
                </c:pt>
                <c:pt idx="22026">
                  <c:v>0.78177777777777779</c:v>
                </c:pt>
                <c:pt idx="22027">
                  <c:v>0.78192592592592591</c:v>
                </c:pt>
                <c:pt idx="22028">
                  <c:v>0.78207407407407403</c:v>
                </c:pt>
                <c:pt idx="22029">
                  <c:v>0.78222222222222226</c:v>
                </c:pt>
                <c:pt idx="22030">
                  <c:v>0.78222222222222226</c:v>
                </c:pt>
                <c:pt idx="22031">
                  <c:v>0.78222222222222226</c:v>
                </c:pt>
                <c:pt idx="22032">
                  <c:v>0.78222222222222226</c:v>
                </c:pt>
                <c:pt idx="22033">
                  <c:v>0.78222222222222226</c:v>
                </c:pt>
                <c:pt idx="22034">
                  <c:v>0.78222222222222226</c:v>
                </c:pt>
                <c:pt idx="22035">
                  <c:v>0.78222222222222226</c:v>
                </c:pt>
                <c:pt idx="22036">
                  <c:v>0.78237037037037038</c:v>
                </c:pt>
                <c:pt idx="22037">
                  <c:v>0.78237037037037038</c:v>
                </c:pt>
                <c:pt idx="22038">
                  <c:v>0.78237037037037038</c:v>
                </c:pt>
                <c:pt idx="22039">
                  <c:v>0.78237037037037038</c:v>
                </c:pt>
                <c:pt idx="22040">
                  <c:v>0.78237037037037038</c:v>
                </c:pt>
                <c:pt idx="22041">
                  <c:v>0.7825185185185185</c:v>
                </c:pt>
                <c:pt idx="22042">
                  <c:v>0.7825185185185185</c:v>
                </c:pt>
                <c:pt idx="22043">
                  <c:v>0.7825185185185185</c:v>
                </c:pt>
                <c:pt idx="22044">
                  <c:v>0.7825185185185185</c:v>
                </c:pt>
                <c:pt idx="22045">
                  <c:v>0.7825185185185185</c:v>
                </c:pt>
                <c:pt idx="22046">
                  <c:v>0.7825185185185185</c:v>
                </c:pt>
                <c:pt idx="22047">
                  <c:v>0.78266666666666662</c:v>
                </c:pt>
                <c:pt idx="22048">
                  <c:v>0.78266666666666662</c:v>
                </c:pt>
                <c:pt idx="22049">
                  <c:v>0.78266666666666662</c:v>
                </c:pt>
                <c:pt idx="22050">
                  <c:v>0.78266666666666662</c:v>
                </c:pt>
                <c:pt idx="22051">
                  <c:v>0.78266666666666662</c:v>
                </c:pt>
                <c:pt idx="22052">
                  <c:v>0.78266666666666662</c:v>
                </c:pt>
                <c:pt idx="22053">
                  <c:v>0.78281481481481485</c:v>
                </c:pt>
                <c:pt idx="22054">
                  <c:v>0.78281481481481485</c:v>
                </c:pt>
                <c:pt idx="22055">
                  <c:v>0.78281481481481485</c:v>
                </c:pt>
                <c:pt idx="22056">
                  <c:v>0.78281481481481485</c:v>
                </c:pt>
                <c:pt idx="22057">
                  <c:v>0.78281481481481485</c:v>
                </c:pt>
                <c:pt idx="22058">
                  <c:v>0.78281481481481485</c:v>
                </c:pt>
                <c:pt idx="22059">
                  <c:v>0.78281481481481485</c:v>
                </c:pt>
                <c:pt idx="22060">
                  <c:v>0.78296296296296297</c:v>
                </c:pt>
                <c:pt idx="22061">
                  <c:v>0.78296296296296297</c:v>
                </c:pt>
                <c:pt idx="22062">
                  <c:v>0.78296296296296297</c:v>
                </c:pt>
                <c:pt idx="22063">
                  <c:v>0.78296296296296297</c:v>
                </c:pt>
                <c:pt idx="22064">
                  <c:v>0.78296296296296297</c:v>
                </c:pt>
                <c:pt idx="22065">
                  <c:v>0.78311111111111109</c:v>
                </c:pt>
                <c:pt idx="22066">
                  <c:v>0.78311111111111109</c:v>
                </c:pt>
                <c:pt idx="22067">
                  <c:v>0.78311111111111109</c:v>
                </c:pt>
                <c:pt idx="22068">
                  <c:v>0.78325925925925921</c:v>
                </c:pt>
                <c:pt idx="22069">
                  <c:v>0.78325925925925921</c:v>
                </c:pt>
                <c:pt idx="22070">
                  <c:v>0.78340740740740744</c:v>
                </c:pt>
                <c:pt idx="22071">
                  <c:v>0.78355555555555556</c:v>
                </c:pt>
                <c:pt idx="22072">
                  <c:v>0.78355555555555556</c:v>
                </c:pt>
                <c:pt idx="22073">
                  <c:v>0.78355555555555556</c:v>
                </c:pt>
                <c:pt idx="22074">
                  <c:v>0.78355555555555556</c:v>
                </c:pt>
                <c:pt idx="22075">
                  <c:v>0.78355555555555556</c:v>
                </c:pt>
                <c:pt idx="22076">
                  <c:v>0.78370370370370368</c:v>
                </c:pt>
                <c:pt idx="22077">
                  <c:v>0.78370370370370368</c:v>
                </c:pt>
                <c:pt idx="22078">
                  <c:v>0.7838518518518518</c:v>
                </c:pt>
                <c:pt idx="22079">
                  <c:v>0.7838518518518518</c:v>
                </c:pt>
                <c:pt idx="22080">
                  <c:v>0.78400000000000003</c:v>
                </c:pt>
                <c:pt idx="22081">
                  <c:v>0.78400000000000003</c:v>
                </c:pt>
                <c:pt idx="22082">
                  <c:v>0.78400000000000003</c:v>
                </c:pt>
                <c:pt idx="22083">
                  <c:v>0.78400000000000003</c:v>
                </c:pt>
                <c:pt idx="22084">
                  <c:v>0.78400000000000003</c:v>
                </c:pt>
                <c:pt idx="22085">
                  <c:v>0.78400000000000003</c:v>
                </c:pt>
                <c:pt idx="22086">
                  <c:v>0.78400000000000003</c:v>
                </c:pt>
                <c:pt idx="22087">
                  <c:v>0.78400000000000003</c:v>
                </c:pt>
                <c:pt idx="22088">
                  <c:v>0.78400000000000003</c:v>
                </c:pt>
                <c:pt idx="22089">
                  <c:v>0.78400000000000003</c:v>
                </c:pt>
                <c:pt idx="22090">
                  <c:v>0.78400000000000003</c:v>
                </c:pt>
                <c:pt idx="22091">
                  <c:v>0.78400000000000003</c:v>
                </c:pt>
                <c:pt idx="22092">
                  <c:v>0.78400000000000003</c:v>
                </c:pt>
                <c:pt idx="22093">
                  <c:v>0.78400000000000003</c:v>
                </c:pt>
                <c:pt idx="22094">
                  <c:v>0.78400000000000003</c:v>
                </c:pt>
                <c:pt idx="22095">
                  <c:v>0.78400000000000003</c:v>
                </c:pt>
                <c:pt idx="22096">
                  <c:v>0.78400000000000003</c:v>
                </c:pt>
                <c:pt idx="22097">
                  <c:v>0.78400000000000003</c:v>
                </c:pt>
                <c:pt idx="22098">
                  <c:v>0.78414814814814815</c:v>
                </c:pt>
                <c:pt idx="22099">
                  <c:v>0.78429629629629627</c:v>
                </c:pt>
                <c:pt idx="22100">
                  <c:v>0.78429629629629627</c:v>
                </c:pt>
                <c:pt idx="22101">
                  <c:v>0.78429629629629627</c:v>
                </c:pt>
                <c:pt idx="22102">
                  <c:v>0.78429629629629627</c:v>
                </c:pt>
                <c:pt idx="22103">
                  <c:v>0.78429629629629627</c:v>
                </c:pt>
                <c:pt idx="22104">
                  <c:v>0.7844444444444445</c:v>
                </c:pt>
                <c:pt idx="22105">
                  <c:v>0.78459259259259262</c:v>
                </c:pt>
                <c:pt idx="22106">
                  <c:v>0.78474074074074074</c:v>
                </c:pt>
                <c:pt idx="22107">
                  <c:v>0.78488888888888886</c:v>
                </c:pt>
                <c:pt idx="22108">
                  <c:v>0.78503703703703709</c:v>
                </c:pt>
                <c:pt idx="22109">
                  <c:v>0.78503703703703709</c:v>
                </c:pt>
                <c:pt idx="22110">
                  <c:v>0.78503703703703709</c:v>
                </c:pt>
                <c:pt idx="22111">
                  <c:v>0.78503703703703709</c:v>
                </c:pt>
                <c:pt idx="22112">
                  <c:v>0.78518518518518521</c:v>
                </c:pt>
                <c:pt idx="22113">
                  <c:v>0.78533333333333333</c:v>
                </c:pt>
                <c:pt idx="22114">
                  <c:v>0.78533333333333333</c:v>
                </c:pt>
                <c:pt idx="22115">
                  <c:v>0.78533333333333333</c:v>
                </c:pt>
                <c:pt idx="22116">
                  <c:v>0.78533333333333333</c:v>
                </c:pt>
                <c:pt idx="22117">
                  <c:v>0.78533333333333333</c:v>
                </c:pt>
                <c:pt idx="22118">
                  <c:v>0.78548148148148145</c:v>
                </c:pt>
                <c:pt idx="22119">
                  <c:v>0.78548148148148145</c:v>
                </c:pt>
                <c:pt idx="22120">
                  <c:v>0.78562962962962968</c:v>
                </c:pt>
                <c:pt idx="22121">
                  <c:v>0.78562962962962968</c:v>
                </c:pt>
                <c:pt idx="22122">
                  <c:v>0.78562962962962968</c:v>
                </c:pt>
                <c:pt idx="22123">
                  <c:v>0.78562962962962968</c:v>
                </c:pt>
                <c:pt idx="22124">
                  <c:v>0.7857777777777778</c:v>
                </c:pt>
                <c:pt idx="22125">
                  <c:v>0.7857777777777778</c:v>
                </c:pt>
                <c:pt idx="22126">
                  <c:v>0.7857777777777778</c:v>
                </c:pt>
                <c:pt idx="22127">
                  <c:v>0.7857777777777778</c:v>
                </c:pt>
                <c:pt idx="22128">
                  <c:v>0.78592592592592592</c:v>
                </c:pt>
                <c:pt idx="22129">
                  <c:v>0.78592592592592592</c:v>
                </c:pt>
                <c:pt idx="22130">
                  <c:v>0.78592592592592592</c:v>
                </c:pt>
                <c:pt idx="22131">
                  <c:v>0.78592592592592592</c:v>
                </c:pt>
                <c:pt idx="22132">
                  <c:v>0.78592592592592592</c:v>
                </c:pt>
                <c:pt idx="22133">
                  <c:v>0.78592592592592592</c:v>
                </c:pt>
                <c:pt idx="22134">
                  <c:v>0.78592592592592592</c:v>
                </c:pt>
                <c:pt idx="22135">
                  <c:v>0.78607407407407404</c:v>
                </c:pt>
                <c:pt idx="22136">
                  <c:v>0.78622222222222227</c:v>
                </c:pt>
                <c:pt idx="22137">
                  <c:v>0.78622222222222227</c:v>
                </c:pt>
                <c:pt idx="22138">
                  <c:v>0.78637037037037039</c:v>
                </c:pt>
                <c:pt idx="22139">
                  <c:v>0.78651851851851851</c:v>
                </c:pt>
                <c:pt idx="22140">
                  <c:v>0.78651851851851851</c:v>
                </c:pt>
                <c:pt idx="22141">
                  <c:v>0.78666666666666663</c:v>
                </c:pt>
                <c:pt idx="22142">
                  <c:v>0.78666666666666663</c:v>
                </c:pt>
                <c:pt idx="22143">
                  <c:v>0.78681481481481486</c:v>
                </c:pt>
                <c:pt idx="22144">
                  <c:v>0.78681481481481486</c:v>
                </c:pt>
                <c:pt idx="22145">
                  <c:v>0.78681481481481486</c:v>
                </c:pt>
                <c:pt idx="22146">
                  <c:v>0.78681481481481486</c:v>
                </c:pt>
                <c:pt idx="22147">
                  <c:v>0.78681481481481486</c:v>
                </c:pt>
                <c:pt idx="22148">
                  <c:v>0.78681481481481486</c:v>
                </c:pt>
                <c:pt idx="22149">
                  <c:v>0.78681481481481486</c:v>
                </c:pt>
                <c:pt idx="22150">
                  <c:v>0.78681481481481486</c:v>
                </c:pt>
                <c:pt idx="22151">
                  <c:v>0.78681481481481486</c:v>
                </c:pt>
                <c:pt idx="22152">
                  <c:v>0.78681481481481486</c:v>
                </c:pt>
                <c:pt idx="22153">
                  <c:v>0.78681481481481486</c:v>
                </c:pt>
                <c:pt idx="22154">
                  <c:v>0.78681481481481486</c:v>
                </c:pt>
                <c:pt idx="22155">
                  <c:v>0.78681481481481486</c:v>
                </c:pt>
                <c:pt idx="22156">
                  <c:v>0.78681481481481486</c:v>
                </c:pt>
                <c:pt idx="22157">
                  <c:v>0.78681481481481486</c:v>
                </c:pt>
                <c:pt idx="22158">
                  <c:v>0.78681481481481486</c:v>
                </c:pt>
                <c:pt idx="22159">
                  <c:v>0.78681481481481486</c:v>
                </c:pt>
                <c:pt idx="22160">
                  <c:v>0.78681481481481486</c:v>
                </c:pt>
                <c:pt idx="22161">
                  <c:v>0.78696296296296298</c:v>
                </c:pt>
                <c:pt idx="22162">
                  <c:v>0.78696296296296298</c:v>
                </c:pt>
                <c:pt idx="22163">
                  <c:v>0.78711111111111109</c:v>
                </c:pt>
                <c:pt idx="22164">
                  <c:v>0.78711111111111109</c:v>
                </c:pt>
                <c:pt idx="22165">
                  <c:v>0.78725925925925921</c:v>
                </c:pt>
                <c:pt idx="22166">
                  <c:v>0.78725925925925921</c:v>
                </c:pt>
                <c:pt idx="22167">
                  <c:v>0.78725925925925921</c:v>
                </c:pt>
                <c:pt idx="22168">
                  <c:v>0.78725925925925921</c:v>
                </c:pt>
                <c:pt idx="22169">
                  <c:v>0.78725925925925921</c:v>
                </c:pt>
                <c:pt idx="22170">
                  <c:v>0.78740740740740744</c:v>
                </c:pt>
                <c:pt idx="22171">
                  <c:v>0.78740740740740744</c:v>
                </c:pt>
                <c:pt idx="22172">
                  <c:v>0.78755555555555556</c:v>
                </c:pt>
                <c:pt idx="22173">
                  <c:v>0.78755555555555556</c:v>
                </c:pt>
                <c:pt idx="22174">
                  <c:v>0.78755555555555556</c:v>
                </c:pt>
                <c:pt idx="22175">
                  <c:v>0.78755555555555556</c:v>
                </c:pt>
                <c:pt idx="22176">
                  <c:v>0.78770370370370368</c:v>
                </c:pt>
                <c:pt idx="22177">
                  <c:v>0.78770370370370368</c:v>
                </c:pt>
                <c:pt idx="22178">
                  <c:v>0.78770370370370368</c:v>
                </c:pt>
                <c:pt idx="22179">
                  <c:v>0.78770370370370368</c:v>
                </c:pt>
                <c:pt idx="22180">
                  <c:v>0.78770370370370368</c:v>
                </c:pt>
                <c:pt idx="22181">
                  <c:v>0.78770370370370368</c:v>
                </c:pt>
                <c:pt idx="22182">
                  <c:v>0.7878518518518518</c:v>
                </c:pt>
                <c:pt idx="22183">
                  <c:v>0.7878518518518518</c:v>
                </c:pt>
                <c:pt idx="22184">
                  <c:v>0.7878518518518518</c:v>
                </c:pt>
                <c:pt idx="22185">
                  <c:v>0.7878518518518518</c:v>
                </c:pt>
                <c:pt idx="22186">
                  <c:v>0.7878518518518518</c:v>
                </c:pt>
                <c:pt idx="22187">
                  <c:v>0.7878518518518518</c:v>
                </c:pt>
                <c:pt idx="22188">
                  <c:v>0.78800000000000003</c:v>
                </c:pt>
                <c:pt idx="22189">
                  <c:v>0.78800000000000003</c:v>
                </c:pt>
                <c:pt idx="22190">
                  <c:v>0.78814814814814815</c:v>
                </c:pt>
                <c:pt idx="22191">
                  <c:v>0.78814814814814815</c:v>
                </c:pt>
                <c:pt idx="22192">
                  <c:v>0.78814814814814815</c:v>
                </c:pt>
                <c:pt idx="22193">
                  <c:v>0.78814814814814815</c:v>
                </c:pt>
                <c:pt idx="22194">
                  <c:v>0.78814814814814815</c:v>
                </c:pt>
                <c:pt idx="22195">
                  <c:v>0.78814814814814815</c:v>
                </c:pt>
                <c:pt idx="22196">
                  <c:v>0.78829629629629627</c:v>
                </c:pt>
                <c:pt idx="22197">
                  <c:v>0.78829629629629627</c:v>
                </c:pt>
                <c:pt idx="22198">
                  <c:v>0.78829629629629627</c:v>
                </c:pt>
                <c:pt idx="22199">
                  <c:v>0.78829629629629627</c:v>
                </c:pt>
                <c:pt idx="22200">
                  <c:v>0.78829629629629627</c:v>
                </c:pt>
                <c:pt idx="22201">
                  <c:v>0.78829629629629627</c:v>
                </c:pt>
                <c:pt idx="22202">
                  <c:v>0.78829629629629627</c:v>
                </c:pt>
                <c:pt idx="22203">
                  <c:v>0.78844444444444439</c:v>
                </c:pt>
                <c:pt idx="22204">
                  <c:v>0.78844444444444439</c:v>
                </c:pt>
                <c:pt idx="22205">
                  <c:v>0.78844444444444439</c:v>
                </c:pt>
                <c:pt idx="22206">
                  <c:v>0.78844444444444439</c:v>
                </c:pt>
                <c:pt idx="22207">
                  <c:v>0.78844444444444439</c:v>
                </c:pt>
                <c:pt idx="22208">
                  <c:v>0.78859259259259262</c:v>
                </c:pt>
                <c:pt idx="22209">
                  <c:v>0.78874074074074074</c:v>
                </c:pt>
                <c:pt idx="22210">
                  <c:v>0.78888888888888886</c:v>
                </c:pt>
                <c:pt idx="22211">
                  <c:v>0.78888888888888886</c:v>
                </c:pt>
                <c:pt idx="22212">
                  <c:v>0.78888888888888886</c:v>
                </c:pt>
                <c:pt idx="22213">
                  <c:v>0.78888888888888886</c:v>
                </c:pt>
                <c:pt idx="22214">
                  <c:v>0.78888888888888886</c:v>
                </c:pt>
                <c:pt idx="22215">
                  <c:v>0.78888888888888886</c:v>
                </c:pt>
                <c:pt idx="22216">
                  <c:v>0.78888888888888886</c:v>
                </c:pt>
                <c:pt idx="22217">
                  <c:v>0.78888888888888886</c:v>
                </c:pt>
                <c:pt idx="22218">
                  <c:v>0.78888888888888886</c:v>
                </c:pt>
                <c:pt idx="22219">
                  <c:v>0.78888888888888886</c:v>
                </c:pt>
                <c:pt idx="22220">
                  <c:v>0.78888888888888886</c:v>
                </c:pt>
                <c:pt idx="22221">
                  <c:v>0.78888888888888886</c:v>
                </c:pt>
                <c:pt idx="22222">
                  <c:v>0.78903703703703709</c:v>
                </c:pt>
                <c:pt idx="22223">
                  <c:v>0.78918518518518521</c:v>
                </c:pt>
                <c:pt idx="22224">
                  <c:v>0.78918518518518521</c:v>
                </c:pt>
                <c:pt idx="22225">
                  <c:v>0.78918518518518521</c:v>
                </c:pt>
                <c:pt idx="22226">
                  <c:v>0.78918518518518521</c:v>
                </c:pt>
                <c:pt idx="22227">
                  <c:v>0.78933333333333333</c:v>
                </c:pt>
                <c:pt idx="22228">
                  <c:v>0.78933333333333333</c:v>
                </c:pt>
                <c:pt idx="22229">
                  <c:v>0.78933333333333333</c:v>
                </c:pt>
                <c:pt idx="22230">
                  <c:v>0.78933333333333333</c:v>
                </c:pt>
                <c:pt idx="22231">
                  <c:v>0.78933333333333333</c:v>
                </c:pt>
                <c:pt idx="22232">
                  <c:v>0.78933333333333333</c:v>
                </c:pt>
                <c:pt idx="22233">
                  <c:v>0.78933333333333333</c:v>
                </c:pt>
                <c:pt idx="22234">
                  <c:v>0.78933333333333333</c:v>
                </c:pt>
                <c:pt idx="22235">
                  <c:v>0.78933333333333333</c:v>
                </c:pt>
                <c:pt idx="22236">
                  <c:v>0.78933333333333333</c:v>
                </c:pt>
                <c:pt idx="22237">
                  <c:v>0.78933333333333333</c:v>
                </c:pt>
                <c:pt idx="22238">
                  <c:v>0.78933333333333333</c:v>
                </c:pt>
                <c:pt idx="22239">
                  <c:v>0.78933333333333333</c:v>
                </c:pt>
                <c:pt idx="22240">
                  <c:v>0.78933333333333333</c:v>
                </c:pt>
                <c:pt idx="22241">
                  <c:v>0.78933333333333333</c:v>
                </c:pt>
                <c:pt idx="22242">
                  <c:v>0.78933333333333333</c:v>
                </c:pt>
                <c:pt idx="22243">
                  <c:v>0.78948148148148145</c:v>
                </c:pt>
                <c:pt idx="22244">
                  <c:v>0.78962962962962968</c:v>
                </c:pt>
                <c:pt idx="22245">
                  <c:v>0.78962962962962968</c:v>
                </c:pt>
                <c:pt idx="22246">
                  <c:v>0.78962962962962968</c:v>
                </c:pt>
                <c:pt idx="22247">
                  <c:v>0.78962962962962968</c:v>
                </c:pt>
                <c:pt idx="22248">
                  <c:v>0.78962962962962968</c:v>
                </c:pt>
                <c:pt idx="22249">
                  <c:v>0.78962962962962968</c:v>
                </c:pt>
                <c:pt idx="22250">
                  <c:v>0.78962962962962968</c:v>
                </c:pt>
                <c:pt idx="22251">
                  <c:v>0.78962962962962968</c:v>
                </c:pt>
                <c:pt idx="22252">
                  <c:v>0.78962962962962968</c:v>
                </c:pt>
                <c:pt idx="22253">
                  <c:v>0.7897777777777778</c:v>
                </c:pt>
                <c:pt idx="22254">
                  <c:v>0.7897777777777778</c:v>
                </c:pt>
                <c:pt idx="22255">
                  <c:v>0.7897777777777778</c:v>
                </c:pt>
                <c:pt idx="22256">
                  <c:v>0.7897777777777778</c:v>
                </c:pt>
                <c:pt idx="22257">
                  <c:v>0.7897777777777778</c:v>
                </c:pt>
                <c:pt idx="22258">
                  <c:v>0.7897777777777778</c:v>
                </c:pt>
                <c:pt idx="22259">
                  <c:v>0.7897777777777778</c:v>
                </c:pt>
                <c:pt idx="22260">
                  <c:v>0.78992592592592592</c:v>
                </c:pt>
                <c:pt idx="22261">
                  <c:v>0.78992592592592592</c:v>
                </c:pt>
                <c:pt idx="22262">
                  <c:v>0.78992592592592592</c:v>
                </c:pt>
                <c:pt idx="22263">
                  <c:v>0.79007407407407404</c:v>
                </c:pt>
                <c:pt idx="22264">
                  <c:v>0.79007407407407404</c:v>
                </c:pt>
                <c:pt idx="22265">
                  <c:v>0.79007407407407404</c:v>
                </c:pt>
                <c:pt idx="22266">
                  <c:v>0.79007407407407404</c:v>
                </c:pt>
                <c:pt idx="22267">
                  <c:v>0.79007407407407404</c:v>
                </c:pt>
                <c:pt idx="22268">
                  <c:v>0.79022222222222227</c:v>
                </c:pt>
                <c:pt idx="22269">
                  <c:v>0.79037037037037039</c:v>
                </c:pt>
                <c:pt idx="22270">
                  <c:v>0.79037037037037039</c:v>
                </c:pt>
                <c:pt idx="22271">
                  <c:v>0.79037037037037039</c:v>
                </c:pt>
                <c:pt idx="22272">
                  <c:v>0.79037037037037039</c:v>
                </c:pt>
                <c:pt idx="22273">
                  <c:v>0.79051851851851851</c:v>
                </c:pt>
                <c:pt idx="22274">
                  <c:v>0.79051851851851851</c:v>
                </c:pt>
                <c:pt idx="22275">
                  <c:v>0.79051851851851851</c:v>
                </c:pt>
                <c:pt idx="22276">
                  <c:v>0.79051851851851851</c:v>
                </c:pt>
                <c:pt idx="22277">
                  <c:v>0.79051851851851851</c:v>
                </c:pt>
                <c:pt idx="22278">
                  <c:v>0.79066666666666663</c:v>
                </c:pt>
                <c:pt idx="22279">
                  <c:v>0.79081481481481486</c:v>
                </c:pt>
                <c:pt idx="22280">
                  <c:v>0.79081481481481486</c:v>
                </c:pt>
                <c:pt idx="22281">
                  <c:v>0.79081481481481486</c:v>
                </c:pt>
                <c:pt idx="22282">
                  <c:v>0.79081481481481486</c:v>
                </c:pt>
                <c:pt idx="22283">
                  <c:v>0.79081481481481486</c:v>
                </c:pt>
                <c:pt idx="22284">
                  <c:v>0.79081481481481486</c:v>
                </c:pt>
                <c:pt idx="22285">
                  <c:v>0.79081481481481486</c:v>
                </c:pt>
                <c:pt idx="22286">
                  <c:v>0.79096296296296298</c:v>
                </c:pt>
                <c:pt idx="22287">
                  <c:v>0.7911111111111111</c:v>
                </c:pt>
                <c:pt idx="22288">
                  <c:v>0.79125925925925922</c:v>
                </c:pt>
                <c:pt idx="22289">
                  <c:v>0.79125925925925922</c:v>
                </c:pt>
                <c:pt idx="22290">
                  <c:v>0.79125925925925922</c:v>
                </c:pt>
                <c:pt idx="22291">
                  <c:v>0.79125925925925922</c:v>
                </c:pt>
                <c:pt idx="22292">
                  <c:v>0.79125925925925922</c:v>
                </c:pt>
                <c:pt idx="22293">
                  <c:v>0.79125925925925922</c:v>
                </c:pt>
                <c:pt idx="22294">
                  <c:v>0.79125925925925922</c:v>
                </c:pt>
                <c:pt idx="22295">
                  <c:v>0.79125925925925922</c:v>
                </c:pt>
                <c:pt idx="22296">
                  <c:v>0.79125925925925922</c:v>
                </c:pt>
                <c:pt idx="22297">
                  <c:v>0.79125925925925922</c:v>
                </c:pt>
                <c:pt idx="22298">
                  <c:v>0.79125925925925922</c:v>
                </c:pt>
                <c:pt idx="22299">
                  <c:v>0.79140740740740745</c:v>
                </c:pt>
                <c:pt idx="22300">
                  <c:v>0.79140740740740745</c:v>
                </c:pt>
                <c:pt idx="22301">
                  <c:v>0.79140740740740745</c:v>
                </c:pt>
                <c:pt idx="22302">
                  <c:v>0.79155555555555557</c:v>
                </c:pt>
                <c:pt idx="22303">
                  <c:v>0.79155555555555557</c:v>
                </c:pt>
                <c:pt idx="22304">
                  <c:v>0.79155555555555557</c:v>
                </c:pt>
                <c:pt idx="22305">
                  <c:v>0.79170370370370369</c:v>
                </c:pt>
                <c:pt idx="22306">
                  <c:v>0.79185185185185181</c:v>
                </c:pt>
                <c:pt idx="22307">
                  <c:v>0.79185185185185181</c:v>
                </c:pt>
                <c:pt idx="22308">
                  <c:v>0.79185185185185181</c:v>
                </c:pt>
                <c:pt idx="22309">
                  <c:v>0.79200000000000004</c:v>
                </c:pt>
                <c:pt idx="22310">
                  <c:v>0.79200000000000004</c:v>
                </c:pt>
                <c:pt idx="22311">
                  <c:v>0.79214814814814816</c:v>
                </c:pt>
                <c:pt idx="22312">
                  <c:v>0.79229629629629628</c:v>
                </c:pt>
                <c:pt idx="22313">
                  <c:v>0.79229629629629628</c:v>
                </c:pt>
                <c:pt idx="22314">
                  <c:v>0.7924444444444444</c:v>
                </c:pt>
                <c:pt idx="22315">
                  <c:v>0.7924444444444444</c:v>
                </c:pt>
                <c:pt idx="22316">
                  <c:v>0.79259259259259263</c:v>
                </c:pt>
                <c:pt idx="22317">
                  <c:v>0.79259259259259263</c:v>
                </c:pt>
                <c:pt idx="22318">
                  <c:v>0.79274074074074075</c:v>
                </c:pt>
                <c:pt idx="22319">
                  <c:v>0.79288888888888887</c:v>
                </c:pt>
                <c:pt idx="22320">
                  <c:v>0.79288888888888887</c:v>
                </c:pt>
                <c:pt idx="22321">
                  <c:v>0.79288888888888887</c:v>
                </c:pt>
                <c:pt idx="22322">
                  <c:v>0.79303703703703698</c:v>
                </c:pt>
                <c:pt idx="22323">
                  <c:v>0.79303703703703698</c:v>
                </c:pt>
                <c:pt idx="22324">
                  <c:v>0.79303703703703698</c:v>
                </c:pt>
                <c:pt idx="22325">
                  <c:v>0.79318518518518522</c:v>
                </c:pt>
                <c:pt idx="22326">
                  <c:v>0.79333333333333333</c:v>
                </c:pt>
                <c:pt idx="22327">
                  <c:v>0.79348148148148145</c:v>
                </c:pt>
                <c:pt idx="22328">
                  <c:v>0.79348148148148145</c:v>
                </c:pt>
                <c:pt idx="22329">
                  <c:v>0.79362962962962968</c:v>
                </c:pt>
                <c:pt idx="22330">
                  <c:v>0.7937777777777778</c:v>
                </c:pt>
                <c:pt idx="22331">
                  <c:v>0.79392592592592592</c:v>
                </c:pt>
                <c:pt idx="22332">
                  <c:v>0.79392592592592592</c:v>
                </c:pt>
                <c:pt idx="22333">
                  <c:v>0.79392592592592592</c:v>
                </c:pt>
                <c:pt idx="22334">
                  <c:v>0.79392592592592592</c:v>
                </c:pt>
                <c:pt idx="22335">
                  <c:v>0.79392592592592592</c:v>
                </c:pt>
                <c:pt idx="22336">
                  <c:v>0.79392592592592592</c:v>
                </c:pt>
                <c:pt idx="22337">
                  <c:v>0.79392592592592592</c:v>
                </c:pt>
                <c:pt idx="22338">
                  <c:v>0.79407407407407404</c:v>
                </c:pt>
                <c:pt idx="22339">
                  <c:v>0.79422222222222227</c:v>
                </c:pt>
                <c:pt idx="22340">
                  <c:v>0.79422222222222227</c:v>
                </c:pt>
                <c:pt idx="22341">
                  <c:v>0.79437037037037039</c:v>
                </c:pt>
                <c:pt idx="22342">
                  <c:v>0.79437037037037039</c:v>
                </c:pt>
                <c:pt idx="22343">
                  <c:v>0.79451851851851851</c:v>
                </c:pt>
                <c:pt idx="22344">
                  <c:v>0.79451851851851851</c:v>
                </c:pt>
                <c:pt idx="22345">
                  <c:v>0.79451851851851851</c:v>
                </c:pt>
                <c:pt idx="22346">
                  <c:v>0.79466666666666663</c:v>
                </c:pt>
                <c:pt idx="22347">
                  <c:v>0.79466666666666663</c:v>
                </c:pt>
                <c:pt idx="22348">
                  <c:v>0.79481481481481486</c:v>
                </c:pt>
                <c:pt idx="22349">
                  <c:v>0.79481481481481486</c:v>
                </c:pt>
                <c:pt idx="22350">
                  <c:v>0.79481481481481486</c:v>
                </c:pt>
                <c:pt idx="22351">
                  <c:v>0.79496296296296298</c:v>
                </c:pt>
                <c:pt idx="22352">
                  <c:v>0.79496296296296298</c:v>
                </c:pt>
                <c:pt idx="22353">
                  <c:v>0.79496296296296298</c:v>
                </c:pt>
                <c:pt idx="22354">
                  <c:v>0.79496296296296298</c:v>
                </c:pt>
                <c:pt idx="22355">
                  <c:v>0.79496296296296298</c:v>
                </c:pt>
                <c:pt idx="22356">
                  <c:v>0.79496296296296298</c:v>
                </c:pt>
                <c:pt idx="22357">
                  <c:v>0.79496296296296298</c:v>
                </c:pt>
                <c:pt idx="22358">
                  <c:v>0.79496296296296298</c:v>
                </c:pt>
                <c:pt idx="22359">
                  <c:v>0.7951111111111111</c:v>
                </c:pt>
                <c:pt idx="22360">
                  <c:v>0.79525925925925922</c:v>
                </c:pt>
                <c:pt idx="22361">
                  <c:v>0.79525925925925922</c:v>
                </c:pt>
                <c:pt idx="22362">
                  <c:v>0.79525925925925922</c:v>
                </c:pt>
                <c:pt idx="22363">
                  <c:v>0.79525925925925922</c:v>
                </c:pt>
                <c:pt idx="22364">
                  <c:v>0.79540740740740745</c:v>
                </c:pt>
                <c:pt idx="22365">
                  <c:v>0.79540740740740745</c:v>
                </c:pt>
                <c:pt idx="22366">
                  <c:v>0.79540740740740745</c:v>
                </c:pt>
                <c:pt idx="22367">
                  <c:v>0.79540740740740745</c:v>
                </c:pt>
                <c:pt idx="22368">
                  <c:v>0.79540740740740745</c:v>
                </c:pt>
                <c:pt idx="22369">
                  <c:v>0.79540740740740745</c:v>
                </c:pt>
                <c:pt idx="22370">
                  <c:v>0.79555555555555557</c:v>
                </c:pt>
                <c:pt idx="22371">
                  <c:v>0.79555555555555557</c:v>
                </c:pt>
                <c:pt idx="22372">
                  <c:v>0.79555555555555557</c:v>
                </c:pt>
                <c:pt idx="22373">
                  <c:v>0.79570370370370369</c:v>
                </c:pt>
                <c:pt idx="22374">
                  <c:v>0.79570370370370369</c:v>
                </c:pt>
                <c:pt idx="22375">
                  <c:v>0.79570370370370369</c:v>
                </c:pt>
                <c:pt idx="22376">
                  <c:v>0.79570370370370369</c:v>
                </c:pt>
                <c:pt idx="22377">
                  <c:v>0.79570370370370369</c:v>
                </c:pt>
                <c:pt idx="22378">
                  <c:v>0.79570370370370369</c:v>
                </c:pt>
                <c:pt idx="22379">
                  <c:v>0.79570370370370369</c:v>
                </c:pt>
                <c:pt idx="22380">
                  <c:v>0.79570370370370369</c:v>
                </c:pt>
                <c:pt idx="22381">
                  <c:v>0.79585185185185181</c:v>
                </c:pt>
                <c:pt idx="22382">
                  <c:v>0.79600000000000004</c:v>
                </c:pt>
                <c:pt idx="22383">
                  <c:v>0.79600000000000004</c:v>
                </c:pt>
                <c:pt idx="22384">
                  <c:v>0.79614814814814816</c:v>
                </c:pt>
                <c:pt idx="22385">
                  <c:v>0.79614814814814816</c:v>
                </c:pt>
                <c:pt idx="22386">
                  <c:v>0.79614814814814816</c:v>
                </c:pt>
                <c:pt idx="22387">
                  <c:v>0.79614814814814816</c:v>
                </c:pt>
                <c:pt idx="22388">
                  <c:v>0.79614814814814816</c:v>
                </c:pt>
                <c:pt idx="22389">
                  <c:v>0.79614814814814816</c:v>
                </c:pt>
                <c:pt idx="22390">
                  <c:v>0.79614814814814816</c:v>
                </c:pt>
                <c:pt idx="22391">
                  <c:v>0.79614814814814816</c:v>
                </c:pt>
                <c:pt idx="22392">
                  <c:v>0.79614814814814816</c:v>
                </c:pt>
                <c:pt idx="22393">
                  <c:v>0.79614814814814816</c:v>
                </c:pt>
                <c:pt idx="22394">
                  <c:v>0.79614814814814816</c:v>
                </c:pt>
                <c:pt idx="22395">
                  <c:v>0.79614814814814816</c:v>
                </c:pt>
                <c:pt idx="22396">
                  <c:v>0.79614814814814816</c:v>
                </c:pt>
                <c:pt idx="22397">
                  <c:v>0.79614814814814816</c:v>
                </c:pt>
                <c:pt idx="22398">
                  <c:v>0.79614814814814816</c:v>
                </c:pt>
                <c:pt idx="22399">
                  <c:v>0.79614814814814816</c:v>
                </c:pt>
                <c:pt idx="22400">
                  <c:v>0.79629629629629628</c:v>
                </c:pt>
                <c:pt idx="22401">
                  <c:v>0.79629629629629628</c:v>
                </c:pt>
                <c:pt idx="22402">
                  <c:v>0.7964444444444444</c:v>
                </c:pt>
                <c:pt idx="22403">
                  <c:v>0.7964444444444444</c:v>
                </c:pt>
                <c:pt idx="22404">
                  <c:v>0.7964444444444444</c:v>
                </c:pt>
                <c:pt idx="22405">
                  <c:v>0.7964444444444444</c:v>
                </c:pt>
                <c:pt idx="22406">
                  <c:v>0.7964444444444444</c:v>
                </c:pt>
                <c:pt idx="22407">
                  <c:v>0.7964444444444444</c:v>
                </c:pt>
                <c:pt idx="22408">
                  <c:v>0.7964444444444444</c:v>
                </c:pt>
                <c:pt idx="22409">
                  <c:v>0.7964444444444444</c:v>
                </c:pt>
                <c:pt idx="22410">
                  <c:v>0.7964444444444444</c:v>
                </c:pt>
                <c:pt idx="22411">
                  <c:v>0.79659259259259263</c:v>
                </c:pt>
                <c:pt idx="22412">
                  <c:v>0.79659259259259263</c:v>
                </c:pt>
                <c:pt idx="22413">
                  <c:v>0.79659259259259263</c:v>
                </c:pt>
                <c:pt idx="22414">
                  <c:v>0.79659259259259263</c:v>
                </c:pt>
                <c:pt idx="22415">
                  <c:v>0.79674074074074075</c:v>
                </c:pt>
                <c:pt idx="22416">
                  <c:v>0.79674074074074075</c:v>
                </c:pt>
                <c:pt idx="22417">
                  <c:v>0.79674074074074075</c:v>
                </c:pt>
                <c:pt idx="22418">
                  <c:v>0.79674074074074075</c:v>
                </c:pt>
                <c:pt idx="22419">
                  <c:v>0.79674074074074075</c:v>
                </c:pt>
                <c:pt idx="22420">
                  <c:v>0.79688888888888887</c:v>
                </c:pt>
                <c:pt idx="22421">
                  <c:v>0.79688888888888887</c:v>
                </c:pt>
                <c:pt idx="22422">
                  <c:v>0.79688888888888887</c:v>
                </c:pt>
                <c:pt idx="22423">
                  <c:v>0.79688888888888887</c:v>
                </c:pt>
                <c:pt idx="22424">
                  <c:v>0.79688888888888887</c:v>
                </c:pt>
                <c:pt idx="22425">
                  <c:v>0.79688888888888887</c:v>
                </c:pt>
                <c:pt idx="22426">
                  <c:v>0.79688888888888887</c:v>
                </c:pt>
                <c:pt idx="22427">
                  <c:v>0.79688888888888887</c:v>
                </c:pt>
                <c:pt idx="22428">
                  <c:v>0.79703703703703699</c:v>
                </c:pt>
                <c:pt idx="22429">
                  <c:v>0.79718518518518522</c:v>
                </c:pt>
                <c:pt idx="22430">
                  <c:v>0.79718518518518522</c:v>
                </c:pt>
                <c:pt idx="22431">
                  <c:v>0.79718518518518522</c:v>
                </c:pt>
                <c:pt idx="22432">
                  <c:v>0.79718518518518522</c:v>
                </c:pt>
                <c:pt idx="22433">
                  <c:v>0.79718518518518522</c:v>
                </c:pt>
                <c:pt idx="22434">
                  <c:v>0.79718518518518522</c:v>
                </c:pt>
                <c:pt idx="22435">
                  <c:v>0.79733333333333334</c:v>
                </c:pt>
                <c:pt idx="22436">
                  <c:v>0.79733333333333334</c:v>
                </c:pt>
                <c:pt idx="22437">
                  <c:v>0.79748148148148146</c:v>
                </c:pt>
                <c:pt idx="22438">
                  <c:v>0.79748148148148146</c:v>
                </c:pt>
                <c:pt idx="22439">
                  <c:v>0.79762962962962958</c:v>
                </c:pt>
                <c:pt idx="22440">
                  <c:v>0.79777777777777781</c:v>
                </c:pt>
                <c:pt idx="22441">
                  <c:v>0.79777777777777781</c:v>
                </c:pt>
                <c:pt idx="22442">
                  <c:v>0.79777777777777781</c:v>
                </c:pt>
                <c:pt idx="22443">
                  <c:v>0.79792592592592593</c:v>
                </c:pt>
                <c:pt idx="22444">
                  <c:v>0.79792592592592593</c:v>
                </c:pt>
                <c:pt idx="22445">
                  <c:v>0.79792592592592593</c:v>
                </c:pt>
                <c:pt idx="22446">
                  <c:v>0.79792592592592593</c:v>
                </c:pt>
                <c:pt idx="22447">
                  <c:v>0.79792592592592593</c:v>
                </c:pt>
                <c:pt idx="22448">
                  <c:v>0.79792592592592593</c:v>
                </c:pt>
                <c:pt idx="22449">
                  <c:v>0.79807407407407405</c:v>
                </c:pt>
                <c:pt idx="22450">
                  <c:v>0.79807407407407405</c:v>
                </c:pt>
                <c:pt idx="22451">
                  <c:v>0.79807407407407405</c:v>
                </c:pt>
                <c:pt idx="22452">
                  <c:v>0.79822222222222228</c:v>
                </c:pt>
                <c:pt idx="22453">
                  <c:v>0.7983703703703704</c:v>
                </c:pt>
                <c:pt idx="22454">
                  <c:v>0.79851851851851852</c:v>
                </c:pt>
                <c:pt idx="22455">
                  <c:v>0.79866666666666664</c:v>
                </c:pt>
                <c:pt idx="22456">
                  <c:v>0.79881481481481487</c:v>
                </c:pt>
                <c:pt idx="22457">
                  <c:v>0.79896296296296299</c:v>
                </c:pt>
                <c:pt idx="22458">
                  <c:v>0.79896296296296299</c:v>
                </c:pt>
                <c:pt idx="22459">
                  <c:v>0.79896296296296299</c:v>
                </c:pt>
                <c:pt idx="22460">
                  <c:v>0.79896296296296299</c:v>
                </c:pt>
                <c:pt idx="22461">
                  <c:v>0.79896296296296299</c:v>
                </c:pt>
                <c:pt idx="22462">
                  <c:v>0.79896296296296299</c:v>
                </c:pt>
                <c:pt idx="22463">
                  <c:v>0.79896296296296299</c:v>
                </c:pt>
                <c:pt idx="22464">
                  <c:v>0.79896296296296299</c:v>
                </c:pt>
                <c:pt idx="22465">
                  <c:v>0.79896296296296299</c:v>
                </c:pt>
                <c:pt idx="22466">
                  <c:v>0.79896296296296299</c:v>
                </c:pt>
                <c:pt idx="22467">
                  <c:v>0.79896296296296299</c:v>
                </c:pt>
                <c:pt idx="22468">
                  <c:v>0.79896296296296299</c:v>
                </c:pt>
                <c:pt idx="22469">
                  <c:v>0.79896296296296299</c:v>
                </c:pt>
                <c:pt idx="22470">
                  <c:v>0.79896296296296299</c:v>
                </c:pt>
                <c:pt idx="22471">
                  <c:v>0.79896296296296299</c:v>
                </c:pt>
                <c:pt idx="22472">
                  <c:v>0.79896296296296299</c:v>
                </c:pt>
                <c:pt idx="22473">
                  <c:v>0.79911111111111111</c:v>
                </c:pt>
                <c:pt idx="22474">
                  <c:v>0.79911111111111111</c:v>
                </c:pt>
                <c:pt idx="22475">
                  <c:v>0.79911111111111111</c:v>
                </c:pt>
                <c:pt idx="22476">
                  <c:v>0.79911111111111111</c:v>
                </c:pt>
                <c:pt idx="22477">
                  <c:v>0.79911111111111111</c:v>
                </c:pt>
                <c:pt idx="22478">
                  <c:v>0.79911111111111111</c:v>
                </c:pt>
                <c:pt idx="22479">
                  <c:v>0.79925925925925922</c:v>
                </c:pt>
                <c:pt idx="22480">
                  <c:v>0.79940740740740746</c:v>
                </c:pt>
                <c:pt idx="22481">
                  <c:v>0.79955555555555557</c:v>
                </c:pt>
                <c:pt idx="22482">
                  <c:v>0.79970370370370369</c:v>
                </c:pt>
                <c:pt idx="22483">
                  <c:v>0.79970370370370369</c:v>
                </c:pt>
                <c:pt idx="22484">
                  <c:v>0.79970370370370369</c:v>
                </c:pt>
                <c:pt idx="22485">
                  <c:v>0.79970370370370369</c:v>
                </c:pt>
                <c:pt idx="22486">
                  <c:v>0.79970370370370369</c:v>
                </c:pt>
                <c:pt idx="22487">
                  <c:v>0.79985185185185181</c:v>
                </c:pt>
                <c:pt idx="22488">
                  <c:v>0.79985185185185181</c:v>
                </c:pt>
                <c:pt idx="22489">
                  <c:v>0.79985185185185181</c:v>
                </c:pt>
                <c:pt idx="22490">
                  <c:v>0.79985185185185181</c:v>
                </c:pt>
                <c:pt idx="22491">
                  <c:v>0.79985185185185181</c:v>
                </c:pt>
                <c:pt idx="22492">
                  <c:v>0.79985185185185181</c:v>
                </c:pt>
                <c:pt idx="22493">
                  <c:v>0.79985185185185181</c:v>
                </c:pt>
                <c:pt idx="22494">
                  <c:v>0.79985185185185181</c:v>
                </c:pt>
                <c:pt idx="22495">
                  <c:v>0.79985185185185181</c:v>
                </c:pt>
                <c:pt idx="22496">
                  <c:v>0.79985185185185181</c:v>
                </c:pt>
                <c:pt idx="22497">
                  <c:v>0.79985185185185181</c:v>
                </c:pt>
                <c:pt idx="22498">
                  <c:v>0.79985185185185181</c:v>
                </c:pt>
                <c:pt idx="22499">
                  <c:v>0.79985185185185181</c:v>
                </c:pt>
                <c:pt idx="22500">
                  <c:v>0.79985185185185181</c:v>
                </c:pt>
                <c:pt idx="22501">
                  <c:v>0.79985185185185181</c:v>
                </c:pt>
                <c:pt idx="22502">
                  <c:v>0.8</c:v>
                </c:pt>
                <c:pt idx="22503">
                  <c:v>0.8</c:v>
                </c:pt>
                <c:pt idx="22504">
                  <c:v>0.8</c:v>
                </c:pt>
                <c:pt idx="22505">
                  <c:v>0.80014814814814816</c:v>
                </c:pt>
                <c:pt idx="22506">
                  <c:v>0.80014814814814816</c:v>
                </c:pt>
                <c:pt idx="22507">
                  <c:v>0.80014814814814816</c:v>
                </c:pt>
                <c:pt idx="22508">
                  <c:v>0.80014814814814816</c:v>
                </c:pt>
                <c:pt idx="22509">
                  <c:v>0.80029629629629628</c:v>
                </c:pt>
                <c:pt idx="22510">
                  <c:v>0.80029629629629628</c:v>
                </c:pt>
                <c:pt idx="22511">
                  <c:v>0.8004444444444444</c:v>
                </c:pt>
                <c:pt idx="22512">
                  <c:v>0.8004444444444444</c:v>
                </c:pt>
                <c:pt idx="22513">
                  <c:v>0.8004444444444444</c:v>
                </c:pt>
                <c:pt idx="22514">
                  <c:v>0.8004444444444444</c:v>
                </c:pt>
                <c:pt idx="22515">
                  <c:v>0.80059259259259263</c:v>
                </c:pt>
                <c:pt idx="22516">
                  <c:v>0.80059259259259263</c:v>
                </c:pt>
                <c:pt idx="22517">
                  <c:v>0.80059259259259263</c:v>
                </c:pt>
                <c:pt idx="22518">
                  <c:v>0.80074074074074075</c:v>
                </c:pt>
                <c:pt idx="22519">
                  <c:v>0.80074074074074075</c:v>
                </c:pt>
                <c:pt idx="22520">
                  <c:v>0.80088888888888887</c:v>
                </c:pt>
                <c:pt idx="22521">
                  <c:v>0.80088888888888887</c:v>
                </c:pt>
                <c:pt idx="22522">
                  <c:v>0.80088888888888887</c:v>
                </c:pt>
                <c:pt idx="22523">
                  <c:v>0.80088888888888887</c:v>
                </c:pt>
                <c:pt idx="22524">
                  <c:v>0.80088888888888887</c:v>
                </c:pt>
                <c:pt idx="22525">
                  <c:v>0.80088888888888887</c:v>
                </c:pt>
                <c:pt idx="22526">
                  <c:v>0.80088888888888887</c:v>
                </c:pt>
                <c:pt idx="22527">
                  <c:v>0.80088888888888887</c:v>
                </c:pt>
                <c:pt idx="22528">
                  <c:v>0.80088888888888887</c:v>
                </c:pt>
                <c:pt idx="22529">
                  <c:v>0.80088888888888887</c:v>
                </c:pt>
                <c:pt idx="22530">
                  <c:v>0.80088888888888887</c:v>
                </c:pt>
                <c:pt idx="22531">
                  <c:v>0.80088888888888887</c:v>
                </c:pt>
                <c:pt idx="22532">
                  <c:v>0.80088888888888887</c:v>
                </c:pt>
                <c:pt idx="22533">
                  <c:v>0.80088888888888887</c:v>
                </c:pt>
                <c:pt idx="22534">
                  <c:v>0.80088888888888887</c:v>
                </c:pt>
                <c:pt idx="22535">
                  <c:v>0.80103703703703699</c:v>
                </c:pt>
                <c:pt idx="22536">
                  <c:v>0.80103703703703699</c:v>
                </c:pt>
                <c:pt idx="22537">
                  <c:v>0.80103703703703699</c:v>
                </c:pt>
                <c:pt idx="22538">
                  <c:v>0.80118518518518522</c:v>
                </c:pt>
                <c:pt idx="22539">
                  <c:v>0.80133333333333334</c:v>
                </c:pt>
                <c:pt idx="22540">
                  <c:v>0.80133333333333334</c:v>
                </c:pt>
                <c:pt idx="22541">
                  <c:v>0.80133333333333334</c:v>
                </c:pt>
                <c:pt idx="22542">
                  <c:v>0.80133333333333334</c:v>
                </c:pt>
                <c:pt idx="22543">
                  <c:v>0.80133333333333334</c:v>
                </c:pt>
                <c:pt idx="22544">
                  <c:v>0.80133333333333334</c:v>
                </c:pt>
                <c:pt idx="22545">
                  <c:v>0.80133333333333334</c:v>
                </c:pt>
                <c:pt idx="22546">
                  <c:v>0.80133333333333334</c:v>
                </c:pt>
                <c:pt idx="22547">
                  <c:v>0.80148148148148146</c:v>
                </c:pt>
                <c:pt idx="22548">
                  <c:v>0.80148148148148146</c:v>
                </c:pt>
                <c:pt idx="22549">
                  <c:v>0.80162962962962958</c:v>
                </c:pt>
                <c:pt idx="22550">
                  <c:v>0.80162962962962958</c:v>
                </c:pt>
                <c:pt idx="22551">
                  <c:v>0.80177777777777781</c:v>
                </c:pt>
                <c:pt idx="22552">
                  <c:v>0.80192592592592593</c:v>
                </c:pt>
                <c:pt idx="22553">
                  <c:v>0.80192592592592593</c:v>
                </c:pt>
                <c:pt idx="22554">
                  <c:v>0.80207407407407405</c:v>
                </c:pt>
                <c:pt idx="22555">
                  <c:v>0.80207407407407405</c:v>
                </c:pt>
                <c:pt idx="22556">
                  <c:v>0.80207407407407405</c:v>
                </c:pt>
                <c:pt idx="22557">
                  <c:v>0.80222222222222217</c:v>
                </c:pt>
                <c:pt idx="22558">
                  <c:v>0.80222222222222217</c:v>
                </c:pt>
                <c:pt idx="22559">
                  <c:v>0.80222222222222217</c:v>
                </c:pt>
                <c:pt idx="22560">
                  <c:v>0.8023703703703704</c:v>
                </c:pt>
                <c:pt idx="22561">
                  <c:v>0.80251851851851852</c:v>
                </c:pt>
                <c:pt idx="22562">
                  <c:v>0.80266666666666664</c:v>
                </c:pt>
                <c:pt idx="22563">
                  <c:v>0.80281481481481487</c:v>
                </c:pt>
                <c:pt idx="22564">
                  <c:v>0.80296296296296299</c:v>
                </c:pt>
                <c:pt idx="22565">
                  <c:v>0.80311111111111111</c:v>
                </c:pt>
                <c:pt idx="22566">
                  <c:v>0.80311111111111111</c:v>
                </c:pt>
                <c:pt idx="22567">
                  <c:v>0.80311111111111111</c:v>
                </c:pt>
                <c:pt idx="22568">
                  <c:v>0.80311111111111111</c:v>
                </c:pt>
                <c:pt idx="22569">
                  <c:v>0.80311111111111111</c:v>
                </c:pt>
                <c:pt idx="22570">
                  <c:v>0.80311111111111111</c:v>
                </c:pt>
                <c:pt idx="22571">
                  <c:v>0.80311111111111111</c:v>
                </c:pt>
                <c:pt idx="22572">
                  <c:v>0.80311111111111111</c:v>
                </c:pt>
                <c:pt idx="22573">
                  <c:v>0.80311111111111111</c:v>
                </c:pt>
                <c:pt idx="22574">
                  <c:v>0.80311111111111111</c:v>
                </c:pt>
                <c:pt idx="22575">
                  <c:v>0.80325925925925923</c:v>
                </c:pt>
                <c:pt idx="22576">
                  <c:v>0.80325925925925923</c:v>
                </c:pt>
                <c:pt idx="22577">
                  <c:v>0.80325925925925923</c:v>
                </c:pt>
                <c:pt idx="22578">
                  <c:v>0.80340740740740746</c:v>
                </c:pt>
                <c:pt idx="22579">
                  <c:v>0.80340740740740746</c:v>
                </c:pt>
                <c:pt idx="22580">
                  <c:v>0.80340740740740746</c:v>
                </c:pt>
                <c:pt idx="22581">
                  <c:v>0.80340740740740746</c:v>
                </c:pt>
                <c:pt idx="22582">
                  <c:v>0.80340740740740746</c:v>
                </c:pt>
                <c:pt idx="22583">
                  <c:v>0.80340740740740746</c:v>
                </c:pt>
                <c:pt idx="22584">
                  <c:v>0.80340740740740746</c:v>
                </c:pt>
                <c:pt idx="22585">
                  <c:v>0.80355555555555558</c:v>
                </c:pt>
                <c:pt idx="22586">
                  <c:v>0.80355555555555558</c:v>
                </c:pt>
                <c:pt idx="22587">
                  <c:v>0.80355555555555558</c:v>
                </c:pt>
                <c:pt idx="22588">
                  <c:v>0.80355555555555558</c:v>
                </c:pt>
                <c:pt idx="22589">
                  <c:v>0.80355555555555558</c:v>
                </c:pt>
                <c:pt idx="22590">
                  <c:v>0.80355555555555558</c:v>
                </c:pt>
                <c:pt idx="22591">
                  <c:v>0.80355555555555558</c:v>
                </c:pt>
                <c:pt idx="22592">
                  <c:v>0.8037037037037037</c:v>
                </c:pt>
                <c:pt idx="22593">
                  <c:v>0.80385185185185182</c:v>
                </c:pt>
                <c:pt idx="22594">
                  <c:v>0.80385185185185182</c:v>
                </c:pt>
                <c:pt idx="22595">
                  <c:v>0.80385185185185182</c:v>
                </c:pt>
                <c:pt idx="22596">
                  <c:v>0.80400000000000005</c:v>
                </c:pt>
                <c:pt idx="22597">
                  <c:v>0.80414814814814817</c:v>
                </c:pt>
                <c:pt idx="22598">
                  <c:v>0.80414814814814817</c:v>
                </c:pt>
                <c:pt idx="22599">
                  <c:v>0.80414814814814817</c:v>
                </c:pt>
                <c:pt idx="22600">
                  <c:v>0.80414814814814817</c:v>
                </c:pt>
                <c:pt idx="22601">
                  <c:v>0.80414814814814817</c:v>
                </c:pt>
                <c:pt idx="22602">
                  <c:v>0.80414814814814817</c:v>
                </c:pt>
                <c:pt idx="22603">
                  <c:v>0.80414814814814817</c:v>
                </c:pt>
                <c:pt idx="22604">
                  <c:v>0.80429629629629629</c:v>
                </c:pt>
                <c:pt idx="22605">
                  <c:v>0.80429629629629629</c:v>
                </c:pt>
                <c:pt idx="22606">
                  <c:v>0.80429629629629629</c:v>
                </c:pt>
                <c:pt idx="22607">
                  <c:v>0.80429629629629629</c:v>
                </c:pt>
                <c:pt idx="22608">
                  <c:v>0.80429629629629629</c:v>
                </c:pt>
                <c:pt idx="22609">
                  <c:v>0.80429629629629629</c:v>
                </c:pt>
                <c:pt idx="22610">
                  <c:v>0.80444444444444441</c:v>
                </c:pt>
                <c:pt idx="22611">
                  <c:v>0.80444444444444441</c:v>
                </c:pt>
                <c:pt idx="22612">
                  <c:v>0.80459259259259264</c:v>
                </c:pt>
                <c:pt idx="22613">
                  <c:v>0.80459259259259264</c:v>
                </c:pt>
                <c:pt idx="22614">
                  <c:v>0.80459259259259264</c:v>
                </c:pt>
                <c:pt idx="22615">
                  <c:v>0.80459259259259264</c:v>
                </c:pt>
                <c:pt idx="22616">
                  <c:v>0.80474074074074076</c:v>
                </c:pt>
                <c:pt idx="22617">
                  <c:v>0.80474074074074076</c:v>
                </c:pt>
                <c:pt idx="22618">
                  <c:v>0.80474074074074076</c:v>
                </c:pt>
                <c:pt idx="22619">
                  <c:v>0.80474074074074076</c:v>
                </c:pt>
                <c:pt idx="22620">
                  <c:v>0.80474074074074076</c:v>
                </c:pt>
                <c:pt idx="22621">
                  <c:v>0.80474074074074076</c:v>
                </c:pt>
                <c:pt idx="22622">
                  <c:v>0.80474074074074076</c:v>
                </c:pt>
                <c:pt idx="22623">
                  <c:v>0.80474074074074076</c:v>
                </c:pt>
                <c:pt idx="22624">
                  <c:v>0.80474074074074076</c:v>
                </c:pt>
                <c:pt idx="22625">
                  <c:v>0.80474074074074076</c:v>
                </c:pt>
                <c:pt idx="22626">
                  <c:v>0.80474074074074076</c:v>
                </c:pt>
                <c:pt idx="22627">
                  <c:v>0.80474074074074076</c:v>
                </c:pt>
                <c:pt idx="22628">
                  <c:v>0.80474074074074076</c:v>
                </c:pt>
                <c:pt idx="22629">
                  <c:v>0.80488888888888888</c:v>
                </c:pt>
                <c:pt idx="22630">
                  <c:v>0.80488888888888888</c:v>
                </c:pt>
                <c:pt idx="22631">
                  <c:v>0.80488888888888888</c:v>
                </c:pt>
                <c:pt idx="22632">
                  <c:v>0.80488888888888888</c:v>
                </c:pt>
                <c:pt idx="22633">
                  <c:v>0.80488888888888888</c:v>
                </c:pt>
                <c:pt idx="22634">
                  <c:v>0.805037037037037</c:v>
                </c:pt>
                <c:pt idx="22635">
                  <c:v>0.805037037037037</c:v>
                </c:pt>
                <c:pt idx="22636">
                  <c:v>0.805037037037037</c:v>
                </c:pt>
                <c:pt idx="22637">
                  <c:v>0.80518518518518523</c:v>
                </c:pt>
                <c:pt idx="22638">
                  <c:v>0.80518518518518523</c:v>
                </c:pt>
                <c:pt idx="22639">
                  <c:v>0.80518518518518523</c:v>
                </c:pt>
                <c:pt idx="22640">
                  <c:v>0.80518518518518523</c:v>
                </c:pt>
                <c:pt idx="22641">
                  <c:v>0.80533333333333335</c:v>
                </c:pt>
                <c:pt idx="22642">
                  <c:v>0.80533333333333335</c:v>
                </c:pt>
                <c:pt idx="22643">
                  <c:v>0.80533333333333335</c:v>
                </c:pt>
                <c:pt idx="22644">
                  <c:v>0.80533333333333335</c:v>
                </c:pt>
                <c:pt idx="22645">
                  <c:v>0.80533333333333335</c:v>
                </c:pt>
                <c:pt idx="22646">
                  <c:v>0.80548148148148146</c:v>
                </c:pt>
                <c:pt idx="22647">
                  <c:v>0.80548148148148146</c:v>
                </c:pt>
                <c:pt idx="22648">
                  <c:v>0.80548148148148146</c:v>
                </c:pt>
                <c:pt idx="22649">
                  <c:v>0.80548148148148146</c:v>
                </c:pt>
                <c:pt idx="22650">
                  <c:v>0.80548148148148146</c:v>
                </c:pt>
                <c:pt idx="22651">
                  <c:v>0.80548148148148146</c:v>
                </c:pt>
                <c:pt idx="22652">
                  <c:v>0.80562962962962958</c:v>
                </c:pt>
                <c:pt idx="22653">
                  <c:v>0.80562962962962958</c:v>
                </c:pt>
                <c:pt idx="22654">
                  <c:v>0.80577777777777781</c:v>
                </c:pt>
                <c:pt idx="22655">
                  <c:v>0.80577777777777781</c:v>
                </c:pt>
                <c:pt idx="22656">
                  <c:v>0.80577777777777781</c:v>
                </c:pt>
                <c:pt idx="22657">
                  <c:v>0.80592592592592593</c:v>
                </c:pt>
                <c:pt idx="22658">
                  <c:v>0.80592592592592593</c:v>
                </c:pt>
                <c:pt idx="22659">
                  <c:v>0.80607407407407405</c:v>
                </c:pt>
                <c:pt idx="22660">
                  <c:v>0.80607407407407405</c:v>
                </c:pt>
                <c:pt idx="22661">
                  <c:v>0.80607407407407405</c:v>
                </c:pt>
                <c:pt idx="22662">
                  <c:v>0.80607407407407405</c:v>
                </c:pt>
                <c:pt idx="22663">
                  <c:v>0.80607407407407405</c:v>
                </c:pt>
                <c:pt idx="22664">
                  <c:v>0.80607407407407405</c:v>
                </c:pt>
                <c:pt idx="22665">
                  <c:v>0.80622222222222217</c:v>
                </c:pt>
                <c:pt idx="22666">
                  <c:v>0.80622222222222217</c:v>
                </c:pt>
                <c:pt idx="22667">
                  <c:v>0.80622222222222217</c:v>
                </c:pt>
                <c:pt idx="22668">
                  <c:v>0.80622222222222217</c:v>
                </c:pt>
                <c:pt idx="22669">
                  <c:v>0.80622222222222217</c:v>
                </c:pt>
                <c:pt idx="22670">
                  <c:v>0.80622222222222217</c:v>
                </c:pt>
                <c:pt idx="22671">
                  <c:v>0.80622222222222217</c:v>
                </c:pt>
                <c:pt idx="22672">
                  <c:v>0.80622222222222217</c:v>
                </c:pt>
                <c:pt idx="22673">
                  <c:v>0.8063703703703704</c:v>
                </c:pt>
                <c:pt idx="22674">
                  <c:v>0.8063703703703704</c:v>
                </c:pt>
                <c:pt idx="22675">
                  <c:v>0.80651851851851852</c:v>
                </c:pt>
                <c:pt idx="22676">
                  <c:v>0.80666666666666664</c:v>
                </c:pt>
                <c:pt idx="22677">
                  <c:v>0.80666666666666664</c:v>
                </c:pt>
                <c:pt idx="22678">
                  <c:v>0.80666666666666664</c:v>
                </c:pt>
                <c:pt idx="22679">
                  <c:v>0.80681481481481476</c:v>
                </c:pt>
                <c:pt idx="22680">
                  <c:v>0.80696296296296299</c:v>
                </c:pt>
                <c:pt idx="22681">
                  <c:v>0.80696296296296299</c:v>
                </c:pt>
                <c:pt idx="22682">
                  <c:v>0.80696296296296299</c:v>
                </c:pt>
                <c:pt idx="22683">
                  <c:v>0.80711111111111111</c:v>
                </c:pt>
                <c:pt idx="22684">
                  <c:v>0.80711111111111111</c:v>
                </c:pt>
                <c:pt idx="22685">
                  <c:v>0.80711111111111111</c:v>
                </c:pt>
                <c:pt idx="22686">
                  <c:v>0.80711111111111111</c:v>
                </c:pt>
                <c:pt idx="22687">
                  <c:v>0.80711111111111111</c:v>
                </c:pt>
                <c:pt idx="22688">
                  <c:v>0.80711111111111111</c:v>
                </c:pt>
                <c:pt idx="22689">
                  <c:v>0.80711111111111111</c:v>
                </c:pt>
                <c:pt idx="22690">
                  <c:v>0.80711111111111111</c:v>
                </c:pt>
                <c:pt idx="22691">
                  <c:v>0.80711111111111111</c:v>
                </c:pt>
                <c:pt idx="22692">
                  <c:v>0.80711111111111111</c:v>
                </c:pt>
                <c:pt idx="22693">
                  <c:v>0.80711111111111111</c:v>
                </c:pt>
                <c:pt idx="22694">
                  <c:v>0.80711111111111111</c:v>
                </c:pt>
                <c:pt idx="22695">
                  <c:v>0.80711111111111111</c:v>
                </c:pt>
                <c:pt idx="22696">
                  <c:v>0.80711111111111111</c:v>
                </c:pt>
                <c:pt idx="22697">
                  <c:v>0.80725925925925923</c:v>
                </c:pt>
                <c:pt idx="22698">
                  <c:v>0.80725925925925923</c:v>
                </c:pt>
                <c:pt idx="22699">
                  <c:v>0.80725925925925923</c:v>
                </c:pt>
                <c:pt idx="22700">
                  <c:v>0.80725925925925923</c:v>
                </c:pt>
                <c:pt idx="22701">
                  <c:v>0.80725925925925923</c:v>
                </c:pt>
                <c:pt idx="22702">
                  <c:v>0.80725925925925923</c:v>
                </c:pt>
                <c:pt idx="22703">
                  <c:v>0.80740740740740746</c:v>
                </c:pt>
                <c:pt idx="22704">
                  <c:v>0.80740740740740746</c:v>
                </c:pt>
                <c:pt idx="22705">
                  <c:v>0.80740740740740746</c:v>
                </c:pt>
                <c:pt idx="22706">
                  <c:v>0.80740740740740746</c:v>
                </c:pt>
                <c:pt idx="22707">
                  <c:v>0.80740740740740746</c:v>
                </c:pt>
                <c:pt idx="22708">
                  <c:v>0.80755555555555558</c:v>
                </c:pt>
                <c:pt idx="22709">
                  <c:v>0.80755555555555558</c:v>
                </c:pt>
                <c:pt idx="22710">
                  <c:v>0.80755555555555558</c:v>
                </c:pt>
                <c:pt idx="22711">
                  <c:v>0.80755555555555558</c:v>
                </c:pt>
                <c:pt idx="22712">
                  <c:v>0.8077037037037037</c:v>
                </c:pt>
                <c:pt idx="22713">
                  <c:v>0.8077037037037037</c:v>
                </c:pt>
                <c:pt idx="22714">
                  <c:v>0.8077037037037037</c:v>
                </c:pt>
                <c:pt idx="22715">
                  <c:v>0.8077037037037037</c:v>
                </c:pt>
                <c:pt idx="22716">
                  <c:v>0.8077037037037037</c:v>
                </c:pt>
                <c:pt idx="22717">
                  <c:v>0.8077037037037037</c:v>
                </c:pt>
                <c:pt idx="22718">
                  <c:v>0.80785185185185182</c:v>
                </c:pt>
                <c:pt idx="22719">
                  <c:v>0.80800000000000005</c:v>
                </c:pt>
                <c:pt idx="22720">
                  <c:v>0.80800000000000005</c:v>
                </c:pt>
                <c:pt idx="22721">
                  <c:v>0.80814814814814817</c:v>
                </c:pt>
                <c:pt idx="22722">
                  <c:v>0.80829629629629629</c:v>
                </c:pt>
                <c:pt idx="22723">
                  <c:v>0.80829629629629629</c:v>
                </c:pt>
                <c:pt idx="22724">
                  <c:v>0.80829629629629629</c:v>
                </c:pt>
                <c:pt idx="22725">
                  <c:v>0.80829629629629629</c:v>
                </c:pt>
                <c:pt idx="22726">
                  <c:v>0.80829629629629629</c:v>
                </c:pt>
                <c:pt idx="22727">
                  <c:v>0.80829629629629629</c:v>
                </c:pt>
                <c:pt idx="22728">
                  <c:v>0.80829629629629629</c:v>
                </c:pt>
                <c:pt idx="22729">
                  <c:v>0.80829629629629629</c:v>
                </c:pt>
                <c:pt idx="22730">
                  <c:v>0.80844444444444441</c:v>
                </c:pt>
                <c:pt idx="22731">
                  <c:v>0.80844444444444441</c:v>
                </c:pt>
                <c:pt idx="22732">
                  <c:v>0.80859259259259264</c:v>
                </c:pt>
                <c:pt idx="22733">
                  <c:v>0.80874074074074076</c:v>
                </c:pt>
                <c:pt idx="22734">
                  <c:v>0.80874074074074076</c:v>
                </c:pt>
                <c:pt idx="22735">
                  <c:v>0.80874074074074076</c:v>
                </c:pt>
                <c:pt idx="22736">
                  <c:v>0.80874074074074076</c:v>
                </c:pt>
                <c:pt idx="22737">
                  <c:v>0.80888888888888888</c:v>
                </c:pt>
                <c:pt idx="22738">
                  <c:v>0.80888888888888888</c:v>
                </c:pt>
                <c:pt idx="22739">
                  <c:v>0.80888888888888888</c:v>
                </c:pt>
                <c:pt idx="22740">
                  <c:v>0.80888888888888888</c:v>
                </c:pt>
                <c:pt idx="22741">
                  <c:v>0.80888888888888888</c:v>
                </c:pt>
                <c:pt idx="22742">
                  <c:v>0.809037037037037</c:v>
                </c:pt>
                <c:pt idx="22743">
                  <c:v>0.809037037037037</c:v>
                </c:pt>
                <c:pt idx="22744">
                  <c:v>0.809037037037037</c:v>
                </c:pt>
                <c:pt idx="22745">
                  <c:v>0.809037037037037</c:v>
                </c:pt>
                <c:pt idx="22746">
                  <c:v>0.809037037037037</c:v>
                </c:pt>
                <c:pt idx="22747">
                  <c:v>0.809037037037037</c:v>
                </c:pt>
                <c:pt idx="22748">
                  <c:v>0.809037037037037</c:v>
                </c:pt>
                <c:pt idx="22749">
                  <c:v>0.809037037037037</c:v>
                </c:pt>
                <c:pt idx="22750">
                  <c:v>0.809037037037037</c:v>
                </c:pt>
                <c:pt idx="22751">
                  <c:v>0.809037037037037</c:v>
                </c:pt>
                <c:pt idx="22752">
                  <c:v>0.809037037037037</c:v>
                </c:pt>
                <c:pt idx="22753">
                  <c:v>0.809037037037037</c:v>
                </c:pt>
                <c:pt idx="22754">
                  <c:v>0.809037037037037</c:v>
                </c:pt>
                <c:pt idx="22755">
                  <c:v>0.809037037037037</c:v>
                </c:pt>
                <c:pt idx="22756">
                  <c:v>0.80918518518518523</c:v>
                </c:pt>
                <c:pt idx="22757">
                  <c:v>0.80918518518518523</c:v>
                </c:pt>
                <c:pt idx="22758">
                  <c:v>0.80933333333333335</c:v>
                </c:pt>
                <c:pt idx="22759">
                  <c:v>0.80948148148148147</c:v>
                </c:pt>
                <c:pt idx="22760">
                  <c:v>0.80948148148148147</c:v>
                </c:pt>
                <c:pt idx="22761">
                  <c:v>0.80962962962962959</c:v>
                </c:pt>
                <c:pt idx="22762">
                  <c:v>0.80962962962962959</c:v>
                </c:pt>
                <c:pt idx="22763">
                  <c:v>0.80962962962962959</c:v>
                </c:pt>
                <c:pt idx="22764">
                  <c:v>0.80962962962962959</c:v>
                </c:pt>
                <c:pt idx="22765">
                  <c:v>0.80962962962962959</c:v>
                </c:pt>
                <c:pt idx="22766">
                  <c:v>0.80977777777777782</c:v>
                </c:pt>
                <c:pt idx="22767">
                  <c:v>0.80977777777777782</c:v>
                </c:pt>
                <c:pt idx="22768">
                  <c:v>0.80977777777777782</c:v>
                </c:pt>
                <c:pt idx="22769">
                  <c:v>0.80977777777777782</c:v>
                </c:pt>
                <c:pt idx="22770">
                  <c:v>0.80992592592592594</c:v>
                </c:pt>
                <c:pt idx="22771">
                  <c:v>0.80992592592592594</c:v>
                </c:pt>
                <c:pt idx="22772">
                  <c:v>0.80992592592592594</c:v>
                </c:pt>
                <c:pt idx="22773">
                  <c:v>0.80992592592592594</c:v>
                </c:pt>
                <c:pt idx="22774">
                  <c:v>0.81007407407407406</c:v>
                </c:pt>
                <c:pt idx="22775">
                  <c:v>0.81007407407407406</c:v>
                </c:pt>
                <c:pt idx="22776">
                  <c:v>0.81007407407407406</c:v>
                </c:pt>
                <c:pt idx="22777">
                  <c:v>0.81007407407407406</c:v>
                </c:pt>
                <c:pt idx="22778">
                  <c:v>0.81007407407407406</c:v>
                </c:pt>
                <c:pt idx="22779">
                  <c:v>0.81022222222222218</c:v>
                </c:pt>
                <c:pt idx="22780">
                  <c:v>0.81022222222222218</c:v>
                </c:pt>
                <c:pt idx="22781">
                  <c:v>0.81022222222222218</c:v>
                </c:pt>
                <c:pt idx="22782">
                  <c:v>0.81037037037037041</c:v>
                </c:pt>
                <c:pt idx="22783">
                  <c:v>0.81051851851851853</c:v>
                </c:pt>
                <c:pt idx="22784">
                  <c:v>0.81051851851851853</c:v>
                </c:pt>
                <c:pt idx="22785">
                  <c:v>0.81051851851851853</c:v>
                </c:pt>
                <c:pt idx="22786">
                  <c:v>0.81051851851851853</c:v>
                </c:pt>
                <c:pt idx="22787">
                  <c:v>0.81051851851851853</c:v>
                </c:pt>
                <c:pt idx="22788">
                  <c:v>0.81051851851851853</c:v>
                </c:pt>
                <c:pt idx="22789">
                  <c:v>0.81066666666666665</c:v>
                </c:pt>
                <c:pt idx="22790">
                  <c:v>0.81066666666666665</c:v>
                </c:pt>
                <c:pt idx="22791">
                  <c:v>0.81081481481481477</c:v>
                </c:pt>
                <c:pt idx="22792">
                  <c:v>0.81081481481481477</c:v>
                </c:pt>
                <c:pt idx="22793">
                  <c:v>0.810962962962963</c:v>
                </c:pt>
                <c:pt idx="22794">
                  <c:v>0.81111111111111112</c:v>
                </c:pt>
                <c:pt idx="22795">
                  <c:v>0.81111111111111112</c:v>
                </c:pt>
                <c:pt idx="22796">
                  <c:v>0.81111111111111112</c:v>
                </c:pt>
                <c:pt idx="22797">
                  <c:v>0.81125925925925924</c:v>
                </c:pt>
                <c:pt idx="22798">
                  <c:v>0.81125925925925924</c:v>
                </c:pt>
                <c:pt idx="22799">
                  <c:v>0.81125925925925924</c:v>
                </c:pt>
                <c:pt idx="22800">
                  <c:v>0.81125925925925924</c:v>
                </c:pt>
                <c:pt idx="22801">
                  <c:v>0.81125925925925924</c:v>
                </c:pt>
                <c:pt idx="22802">
                  <c:v>0.81125925925925924</c:v>
                </c:pt>
                <c:pt idx="22803">
                  <c:v>0.81125925925925924</c:v>
                </c:pt>
                <c:pt idx="22804">
                  <c:v>0.81125925925925924</c:v>
                </c:pt>
                <c:pt idx="22805">
                  <c:v>0.81140740740740736</c:v>
                </c:pt>
                <c:pt idx="22806">
                  <c:v>0.81140740740740736</c:v>
                </c:pt>
                <c:pt idx="22807">
                  <c:v>0.81155555555555559</c:v>
                </c:pt>
                <c:pt idx="22808">
                  <c:v>0.81155555555555559</c:v>
                </c:pt>
                <c:pt idx="22809">
                  <c:v>0.81155555555555559</c:v>
                </c:pt>
                <c:pt idx="22810">
                  <c:v>0.81155555555555559</c:v>
                </c:pt>
                <c:pt idx="22811">
                  <c:v>0.81155555555555559</c:v>
                </c:pt>
                <c:pt idx="22812">
                  <c:v>0.81155555555555559</c:v>
                </c:pt>
                <c:pt idx="22813">
                  <c:v>0.81170370370370371</c:v>
                </c:pt>
                <c:pt idx="22814">
                  <c:v>0.81170370370370371</c:v>
                </c:pt>
                <c:pt idx="22815">
                  <c:v>0.81170370370370371</c:v>
                </c:pt>
                <c:pt idx="22816">
                  <c:v>0.81185185185185182</c:v>
                </c:pt>
                <c:pt idx="22817">
                  <c:v>0.81185185185185182</c:v>
                </c:pt>
                <c:pt idx="22818">
                  <c:v>0.81185185185185182</c:v>
                </c:pt>
                <c:pt idx="22819">
                  <c:v>0.81185185185185182</c:v>
                </c:pt>
                <c:pt idx="22820">
                  <c:v>0.81200000000000006</c:v>
                </c:pt>
                <c:pt idx="22821">
                  <c:v>0.81200000000000006</c:v>
                </c:pt>
                <c:pt idx="22822">
                  <c:v>0.81214814814814817</c:v>
                </c:pt>
                <c:pt idx="22823">
                  <c:v>0.81229629629629629</c:v>
                </c:pt>
                <c:pt idx="22824">
                  <c:v>0.81229629629629629</c:v>
                </c:pt>
                <c:pt idx="22825">
                  <c:v>0.81229629629629629</c:v>
                </c:pt>
                <c:pt idx="22826">
                  <c:v>0.81229629629629629</c:v>
                </c:pt>
                <c:pt idx="22827">
                  <c:v>0.81229629629629629</c:v>
                </c:pt>
                <c:pt idx="22828">
                  <c:v>0.81244444444444441</c:v>
                </c:pt>
                <c:pt idx="22829">
                  <c:v>0.81244444444444441</c:v>
                </c:pt>
                <c:pt idx="22830">
                  <c:v>0.81259259259259264</c:v>
                </c:pt>
                <c:pt idx="22831">
                  <c:v>0.81259259259259264</c:v>
                </c:pt>
                <c:pt idx="22832">
                  <c:v>0.81274074074074076</c:v>
                </c:pt>
                <c:pt idx="22833">
                  <c:v>0.81288888888888888</c:v>
                </c:pt>
                <c:pt idx="22834">
                  <c:v>0.81288888888888888</c:v>
                </c:pt>
                <c:pt idx="22835">
                  <c:v>0.81288888888888888</c:v>
                </c:pt>
                <c:pt idx="22836">
                  <c:v>0.81288888888888888</c:v>
                </c:pt>
                <c:pt idx="22837">
                  <c:v>0.81288888888888888</c:v>
                </c:pt>
                <c:pt idx="22838">
                  <c:v>0.81288888888888888</c:v>
                </c:pt>
                <c:pt idx="22839">
                  <c:v>0.81288888888888888</c:v>
                </c:pt>
                <c:pt idx="22840">
                  <c:v>0.81288888888888888</c:v>
                </c:pt>
                <c:pt idx="22841">
                  <c:v>0.81288888888888888</c:v>
                </c:pt>
                <c:pt idx="22842">
                  <c:v>0.81288888888888888</c:v>
                </c:pt>
                <c:pt idx="22843">
                  <c:v>0.81288888888888888</c:v>
                </c:pt>
                <c:pt idx="22844">
                  <c:v>0.81288888888888888</c:v>
                </c:pt>
                <c:pt idx="22845">
                  <c:v>0.81288888888888888</c:v>
                </c:pt>
                <c:pt idx="22846">
                  <c:v>0.81288888888888888</c:v>
                </c:pt>
                <c:pt idx="22847">
                  <c:v>0.81288888888888888</c:v>
                </c:pt>
                <c:pt idx="22848">
                  <c:v>0.813037037037037</c:v>
                </c:pt>
                <c:pt idx="22849">
                  <c:v>0.813037037037037</c:v>
                </c:pt>
                <c:pt idx="22850">
                  <c:v>0.813037037037037</c:v>
                </c:pt>
                <c:pt idx="22851">
                  <c:v>0.81318518518518523</c:v>
                </c:pt>
                <c:pt idx="22852">
                  <c:v>0.81333333333333335</c:v>
                </c:pt>
                <c:pt idx="22853">
                  <c:v>0.81333333333333335</c:v>
                </c:pt>
                <c:pt idx="22854">
                  <c:v>0.81348148148148147</c:v>
                </c:pt>
                <c:pt idx="22855">
                  <c:v>0.81348148148148147</c:v>
                </c:pt>
                <c:pt idx="22856">
                  <c:v>0.81362962962962959</c:v>
                </c:pt>
                <c:pt idx="22857">
                  <c:v>0.81362962962962959</c:v>
                </c:pt>
                <c:pt idx="22858">
                  <c:v>0.81377777777777782</c:v>
                </c:pt>
                <c:pt idx="22859">
                  <c:v>0.81377777777777782</c:v>
                </c:pt>
                <c:pt idx="22860">
                  <c:v>0.81377777777777782</c:v>
                </c:pt>
                <c:pt idx="22861">
                  <c:v>0.81377777777777782</c:v>
                </c:pt>
                <c:pt idx="22862">
                  <c:v>0.81377777777777782</c:v>
                </c:pt>
                <c:pt idx="22863">
                  <c:v>0.81377777777777782</c:v>
                </c:pt>
                <c:pt idx="22864">
                  <c:v>0.81377777777777782</c:v>
                </c:pt>
                <c:pt idx="22865">
                  <c:v>0.81377777777777782</c:v>
                </c:pt>
                <c:pt idx="22866">
                  <c:v>0.81377777777777782</c:v>
                </c:pt>
                <c:pt idx="22867">
                  <c:v>0.81392592592592594</c:v>
                </c:pt>
                <c:pt idx="22868">
                  <c:v>0.81392592592592594</c:v>
                </c:pt>
                <c:pt idx="22869">
                  <c:v>0.81392592592592594</c:v>
                </c:pt>
                <c:pt idx="22870">
                  <c:v>0.81392592592592594</c:v>
                </c:pt>
                <c:pt idx="22871">
                  <c:v>0.81392592592592594</c:v>
                </c:pt>
                <c:pt idx="22872">
                  <c:v>0.81407407407407406</c:v>
                </c:pt>
                <c:pt idx="22873">
                  <c:v>0.81407407407407406</c:v>
                </c:pt>
                <c:pt idx="22874">
                  <c:v>0.81407407407407406</c:v>
                </c:pt>
                <c:pt idx="22875">
                  <c:v>0.81407407407407406</c:v>
                </c:pt>
                <c:pt idx="22876">
                  <c:v>0.81422222222222218</c:v>
                </c:pt>
                <c:pt idx="22877">
                  <c:v>0.81422222222222218</c:v>
                </c:pt>
                <c:pt idx="22878">
                  <c:v>0.81422222222222218</c:v>
                </c:pt>
                <c:pt idx="22879">
                  <c:v>0.81422222222222218</c:v>
                </c:pt>
                <c:pt idx="22880">
                  <c:v>0.81422222222222218</c:v>
                </c:pt>
                <c:pt idx="22881">
                  <c:v>0.81422222222222218</c:v>
                </c:pt>
                <c:pt idx="22882">
                  <c:v>0.81422222222222218</c:v>
                </c:pt>
                <c:pt idx="22883">
                  <c:v>0.81422222222222218</c:v>
                </c:pt>
                <c:pt idx="22884">
                  <c:v>0.81422222222222218</c:v>
                </c:pt>
                <c:pt idx="22885">
                  <c:v>0.81422222222222218</c:v>
                </c:pt>
                <c:pt idx="22886">
                  <c:v>0.81437037037037041</c:v>
                </c:pt>
                <c:pt idx="22887">
                  <c:v>0.81437037037037041</c:v>
                </c:pt>
                <c:pt idx="22888">
                  <c:v>0.81437037037037041</c:v>
                </c:pt>
                <c:pt idx="22889">
                  <c:v>0.81437037037037041</c:v>
                </c:pt>
                <c:pt idx="22890">
                  <c:v>0.81437037037037041</c:v>
                </c:pt>
                <c:pt idx="22891">
                  <c:v>0.81437037037037041</c:v>
                </c:pt>
                <c:pt idx="22892">
                  <c:v>0.81437037037037041</c:v>
                </c:pt>
                <c:pt idx="22893">
                  <c:v>0.81437037037037041</c:v>
                </c:pt>
                <c:pt idx="22894">
                  <c:v>0.81437037037037041</c:v>
                </c:pt>
                <c:pt idx="22895">
                  <c:v>0.81437037037037041</c:v>
                </c:pt>
                <c:pt idx="22896">
                  <c:v>0.81451851851851853</c:v>
                </c:pt>
                <c:pt idx="22897">
                  <c:v>0.81451851851851853</c:v>
                </c:pt>
                <c:pt idx="22898">
                  <c:v>0.81451851851851853</c:v>
                </c:pt>
                <c:pt idx="22899">
                  <c:v>0.81466666666666665</c:v>
                </c:pt>
                <c:pt idx="22900">
                  <c:v>0.81466666666666665</c:v>
                </c:pt>
                <c:pt idx="22901">
                  <c:v>0.81466666666666665</c:v>
                </c:pt>
                <c:pt idx="22902">
                  <c:v>0.81481481481481477</c:v>
                </c:pt>
                <c:pt idx="22903">
                  <c:v>0.81481481481481477</c:v>
                </c:pt>
                <c:pt idx="22904">
                  <c:v>0.81481481481481477</c:v>
                </c:pt>
                <c:pt idx="22905">
                  <c:v>0.81481481481481477</c:v>
                </c:pt>
                <c:pt idx="22906">
                  <c:v>0.81481481481481477</c:v>
                </c:pt>
                <c:pt idx="22907">
                  <c:v>0.81481481481481477</c:v>
                </c:pt>
                <c:pt idx="22908">
                  <c:v>0.81481481481481477</c:v>
                </c:pt>
                <c:pt idx="22909">
                  <c:v>0.81481481481481477</c:v>
                </c:pt>
                <c:pt idx="22910">
                  <c:v>0.81481481481481477</c:v>
                </c:pt>
                <c:pt idx="22911">
                  <c:v>0.81481481481481477</c:v>
                </c:pt>
                <c:pt idx="22912">
                  <c:v>0.814962962962963</c:v>
                </c:pt>
                <c:pt idx="22913">
                  <c:v>0.814962962962963</c:v>
                </c:pt>
                <c:pt idx="22914">
                  <c:v>0.814962962962963</c:v>
                </c:pt>
                <c:pt idx="22915">
                  <c:v>0.814962962962963</c:v>
                </c:pt>
                <c:pt idx="22916">
                  <c:v>0.814962962962963</c:v>
                </c:pt>
                <c:pt idx="22917">
                  <c:v>0.81511111111111112</c:v>
                </c:pt>
                <c:pt idx="22918">
                  <c:v>0.81511111111111112</c:v>
                </c:pt>
                <c:pt idx="22919">
                  <c:v>0.81525925925925924</c:v>
                </c:pt>
                <c:pt idx="22920">
                  <c:v>0.81525925925925924</c:v>
                </c:pt>
                <c:pt idx="22921">
                  <c:v>0.81525925925925924</c:v>
                </c:pt>
                <c:pt idx="22922">
                  <c:v>0.81525925925925924</c:v>
                </c:pt>
                <c:pt idx="22923">
                  <c:v>0.81525925925925924</c:v>
                </c:pt>
                <c:pt idx="22924">
                  <c:v>0.81525925925925924</c:v>
                </c:pt>
                <c:pt idx="22925">
                  <c:v>0.81540740740740736</c:v>
                </c:pt>
                <c:pt idx="22926">
                  <c:v>0.81540740740740736</c:v>
                </c:pt>
                <c:pt idx="22927">
                  <c:v>0.81540740740740736</c:v>
                </c:pt>
                <c:pt idx="22928">
                  <c:v>0.81540740740740736</c:v>
                </c:pt>
                <c:pt idx="22929">
                  <c:v>0.81540740740740736</c:v>
                </c:pt>
                <c:pt idx="22930">
                  <c:v>0.81555555555555559</c:v>
                </c:pt>
                <c:pt idx="22931">
                  <c:v>0.81570370370370371</c:v>
                </c:pt>
                <c:pt idx="22932">
                  <c:v>0.81570370370370371</c:v>
                </c:pt>
                <c:pt idx="22933">
                  <c:v>0.81585185185185183</c:v>
                </c:pt>
                <c:pt idx="22934">
                  <c:v>0.81585185185185183</c:v>
                </c:pt>
                <c:pt idx="22935">
                  <c:v>0.81585185185185183</c:v>
                </c:pt>
                <c:pt idx="22936">
                  <c:v>0.81585185185185183</c:v>
                </c:pt>
                <c:pt idx="22937">
                  <c:v>0.81585185185185183</c:v>
                </c:pt>
                <c:pt idx="22938">
                  <c:v>0.81585185185185183</c:v>
                </c:pt>
                <c:pt idx="22939">
                  <c:v>0.81585185185185183</c:v>
                </c:pt>
                <c:pt idx="22940">
                  <c:v>0.81599999999999995</c:v>
                </c:pt>
                <c:pt idx="22941">
                  <c:v>0.81599999999999995</c:v>
                </c:pt>
                <c:pt idx="22942">
                  <c:v>0.81599999999999995</c:v>
                </c:pt>
                <c:pt idx="22943">
                  <c:v>0.81614814814814818</c:v>
                </c:pt>
                <c:pt idx="22944">
                  <c:v>0.8162962962962963</c:v>
                </c:pt>
                <c:pt idx="22945">
                  <c:v>0.8162962962962963</c:v>
                </c:pt>
                <c:pt idx="22946">
                  <c:v>0.8162962962962963</c:v>
                </c:pt>
                <c:pt idx="22947">
                  <c:v>0.8162962962962963</c:v>
                </c:pt>
                <c:pt idx="22948">
                  <c:v>0.8162962962962963</c:v>
                </c:pt>
                <c:pt idx="22949">
                  <c:v>0.81644444444444442</c:v>
                </c:pt>
                <c:pt idx="22950">
                  <c:v>0.81659259259259265</c:v>
                </c:pt>
                <c:pt idx="22951">
                  <c:v>0.81659259259259265</c:v>
                </c:pt>
                <c:pt idx="22952">
                  <c:v>0.81659259259259265</c:v>
                </c:pt>
                <c:pt idx="22953">
                  <c:v>0.81674074074074077</c:v>
                </c:pt>
                <c:pt idx="22954">
                  <c:v>0.81674074074074077</c:v>
                </c:pt>
                <c:pt idx="22955">
                  <c:v>0.81674074074074077</c:v>
                </c:pt>
                <c:pt idx="22956">
                  <c:v>0.81674074074074077</c:v>
                </c:pt>
                <c:pt idx="22957">
                  <c:v>0.81674074074074077</c:v>
                </c:pt>
                <c:pt idx="22958">
                  <c:v>0.81674074074074077</c:v>
                </c:pt>
                <c:pt idx="22959">
                  <c:v>0.81688888888888889</c:v>
                </c:pt>
                <c:pt idx="22960">
                  <c:v>0.81703703703703701</c:v>
                </c:pt>
                <c:pt idx="22961">
                  <c:v>0.81718518518518524</c:v>
                </c:pt>
                <c:pt idx="22962">
                  <c:v>0.81718518518518524</c:v>
                </c:pt>
                <c:pt idx="22963">
                  <c:v>0.81733333333333336</c:v>
                </c:pt>
                <c:pt idx="22964">
                  <c:v>0.81733333333333336</c:v>
                </c:pt>
                <c:pt idx="22965">
                  <c:v>0.81748148148148148</c:v>
                </c:pt>
                <c:pt idx="22966">
                  <c:v>0.81748148148148148</c:v>
                </c:pt>
                <c:pt idx="22967">
                  <c:v>0.81748148148148148</c:v>
                </c:pt>
                <c:pt idx="22968">
                  <c:v>0.81748148148148148</c:v>
                </c:pt>
                <c:pt idx="22969">
                  <c:v>0.81748148148148148</c:v>
                </c:pt>
                <c:pt idx="22970">
                  <c:v>0.81748148148148148</c:v>
                </c:pt>
                <c:pt idx="22971">
                  <c:v>0.8176296296296296</c:v>
                </c:pt>
                <c:pt idx="22972">
                  <c:v>0.81777777777777783</c:v>
                </c:pt>
                <c:pt idx="22973">
                  <c:v>0.81792592592592595</c:v>
                </c:pt>
                <c:pt idx="22974">
                  <c:v>0.81807407407407406</c:v>
                </c:pt>
                <c:pt idx="22975">
                  <c:v>0.81822222222222218</c:v>
                </c:pt>
                <c:pt idx="22976">
                  <c:v>0.81822222222222218</c:v>
                </c:pt>
                <c:pt idx="22977">
                  <c:v>0.81837037037037041</c:v>
                </c:pt>
                <c:pt idx="22978">
                  <c:v>0.81851851851851853</c:v>
                </c:pt>
                <c:pt idx="22979">
                  <c:v>0.81851851851851853</c:v>
                </c:pt>
                <c:pt idx="22980">
                  <c:v>0.81851851851851853</c:v>
                </c:pt>
                <c:pt idx="22981">
                  <c:v>0.81866666666666665</c:v>
                </c:pt>
                <c:pt idx="22982">
                  <c:v>0.81881481481481477</c:v>
                </c:pt>
                <c:pt idx="22983">
                  <c:v>0.818962962962963</c:v>
                </c:pt>
                <c:pt idx="22984">
                  <c:v>0.818962962962963</c:v>
                </c:pt>
                <c:pt idx="22985">
                  <c:v>0.818962962962963</c:v>
                </c:pt>
                <c:pt idx="22986">
                  <c:v>0.818962962962963</c:v>
                </c:pt>
                <c:pt idx="22987">
                  <c:v>0.818962962962963</c:v>
                </c:pt>
                <c:pt idx="22988">
                  <c:v>0.818962962962963</c:v>
                </c:pt>
                <c:pt idx="22989">
                  <c:v>0.818962962962963</c:v>
                </c:pt>
                <c:pt idx="22990">
                  <c:v>0.818962962962963</c:v>
                </c:pt>
                <c:pt idx="22991">
                  <c:v>0.81911111111111112</c:v>
                </c:pt>
                <c:pt idx="22992">
                  <c:v>0.81911111111111112</c:v>
                </c:pt>
                <c:pt idx="22993">
                  <c:v>0.81911111111111112</c:v>
                </c:pt>
                <c:pt idx="22994">
                  <c:v>0.81911111111111112</c:v>
                </c:pt>
                <c:pt idx="22995">
                  <c:v>0.81911111111111112</c:v>
                </c:pt>
                <c:pt idx="22996">
                  <c:v>0.81925925925925924</c:v>
                </c:pt>
                <c:pt idx="22997">
                  <c:v>0.81940740740740736</c:v>
                </c:pt>
                <c:pt idx="22998">
                  <c:v>0.81940740740740736</c:v>
                </c:pt>
                <c:pt idx="22999">
                  <c:v>0.81940740740740736</c:v>
                </c:pt>
                <c:pt idx="23000">
                  <c:v>0.81955555555555559</c:v>
                </c:pt>
                <c:pt idx="23001">
                  <c:v>0.81955555555555559</c:v>
                </c:pt>
                <c:pt idx="23002">
                  <c:v>0.81970370370370371</c:v>
                </c:pt>
                <c:pt idx="23003">
                  <c:v>0.81970370370370371</c:v>
                </c:pt>
                <c:pt idx="23004">
                  <c:v>0.81970370370370371</c:v>
                </c:pt>
                <c:pt idx="23005">
                  <c:v>0.81970370370370371</c:v>
                </c:pt>
                <c:pt idx="23006">
                  <c:v>0.81970370370370371</c:v>
                </c:pt>
                <c:pt idx="23007">
                  <c:v>0.81970370370370371</c:v>
                </c:pt>
                <c:pt idx="23008">
                  <c:v>0.81985185185185183</c:v>
                </c:pt>
                <c:pt idx="23009">
                  <c:v>0.81985185185185183</c:v>
                </c:pt>
                <c:pt idx="23010">
                  <c:v>0.82</c:v>
                </c:pt>
                <c:pt idx="23011">
                  <c:v>0.82014814814814818</c:v>
                </c:pt>
                <c:pt idx="23012">
                  <c:v>0.8202962962962963</c:v>
                </c:pt>
                <c:pt idx="23013">
                  <c:v>0.82044444444444442</c:v>
                </c:pt>
                <c:pt idx="23014">
                  <c:v>0.82044444444444442</c:v>
                </c:pt>
                <c:pt idx="23015">
                  <c:v>0.82044444444444442</c:v>
                </c:pt>
                <c:pt idx="23016">
                  <c:v>0.82044444444444442</c:v>
                </c:pt>
                <c:pt idx="23017">
                  <c:v>0.82059259259259254</c:v>
                </c:pt>
                <c:pt idx="23018">
                  <c:v>0.82059259259259254</c:v>
                </c:pt>
                <c:pt idx="23019">
                  <c:v>0.82059259259259254</c:v>
                </c:pt>
                <c:pt idx="23020">
                  <c:v>0.82074074074074077</c:v>
                </c:pt>
                <c:pt idx="23021">
                  <c:v>0.82074074074074077</c:v>
                </c:pt>
                <c:pt idx="23022">
                  <c:v>0.82074074074074077</c:v>
                </c:pt>
                <c:pt idx="23023">
                  <c:v>0.82074074074074077</c:v>
                </c:pt>
                <c:pt idx="23024">
                  <c:v>0.82074074074074077</c:v>
                </c:pt>
                <c:pt idx="23025">
                  <c:v>0.82088888888888889</c:v>
                </c:pt>
                <c:pt idx="23026">
                  <c:v>0.82088888888888889</c:v>
                </c:pt>
                <c:pt idx="23027">
                  <c:v>0.82088888888888889</c:v>
                </c:pt>
                <c:pt idx="23028">
                  <c:v>0.82088888888888889</c:v>
                </c:pt>
                <c:pt idx="23029">
                  <c:v>0.82103703703703701</c:v>
                </c:pt>
                <c:pt idx="23030">
                  <c:v>0.82103703703703701</c:v>
                </c:pt>
                <c:pt idx="23031">
                  <c:v>0.82103703703703701</c:v>
                </c:pt>
                <c:pt idx="23032">
                  <c:v>0.82103703703703701</c:v>
                </c:pt>
                <c:pt idx="23033">
                  <c:v>0.82103703703703701</c:v>
                </c:pt>
                <c:pt idx="23034">
                  <c:v>0.82103703703703701</c:v>
                </c:pt>
                <c:pt idx="23035">
                  <c:v>0.82103703703703701</c:v>
                </c:pt>
                <c:pt idx="23036">
                  <c:v>0.82103703703703701</c:v>
                </c:pt>
                <c:pt idx="23037">
                  <c:v>0.82103703703703701</c:v>
                </c:pt>
                <c:pt idx="23038">
                  <c:v>0.82103703703703701</c:v>
                </c:pt>
                <c:pt idx="23039">
                  <c:v>0.82118518518518524</c:v>
                </c:pt>
                <c:pt idx="23040">
                  <c:v>0.82118518518518524</c:v>
                </c:pt>
                <c:pt idx="23041">
                  <c:v>0.82118518518518524</c:v>
                </c:pt>
                <c:pt idx="23042">
                  <c:v>0.82118518518518524</c:v>
                </c:pt>
                <c:pt idx="23043">
                  <c:v>0.82118518518518524</c:v>
                </c:pt>
                <c:pt idx="23044">
                  <c:v>0.82118518518518524</c:v>
                </c:pt>
                <c:pt idx="23045">
                  <c:v>0.82118518518518524</c:v>
                </c:pt>
                <c:pt idx="23046">
                  <c:v>0.82118518518518524</c:v>
                </c:pt>
                <c:pt idx="23047">
                  <c:v>0.82133333333333336</c:v>
                </c:pt>
                <c:pt idx="23048">
                  <c:v>0.82133333333333336</c:v>
                </c:pt>
                <c:pt idx="23049">
                  <c:v>0.82133333333333336</c:v>
                </c:pt>
                <c:pt idx="23050">
                  <c:v>0.82148148148148148</c:v>
                </c:pt>
                <c:pt idx="23051">
                  <c:v>0.82148148148148148</c:v>
                </c:pt>
                <c:pt idx="23052">
                  <c:v>0.82148148148148148</c:v>
                </c:pt>
                <c:pt idx="23053">
                  <c:v>0.82148148148148148</c:v>
                </c:pt>
                <c:pt idx="23054">
                  <c:v>0.8216296296296296</c:v>
                </c:pt>
                <c:pt idx="23055">
                  <c:v>0.8216296296296296</c:v>
                </c:pt>
                <c:pt idx="23056">
                  <c:v>0.8216296296296296</c:v>
                </c:pt>
                <c:pt idx="23057">
                  <c:v>0.8216296296296296</c:v>
                </c:pt>
                <c:pt idx="23058">
                  <c:v>0.82177777777777783</c:v>
                </c:pt>
                <c:pt idx="23059">
                  <c:v>0.82177777777777783</c:v>
                </c:pt>
                <c:pt idx="23060">
                  <c:v>0.82177777777777783</c:v>
                </c:pt>
                <c:pt idx="23061">
                  <c:v>0.82177777777777783</c:v>
                </c:pt>
                <c:pt idx="23062">
                  <c:v>0.82177777777777783</c:v>
                </c:pt>
                <c:pt idx="23063">
                  <c:v>0.82177777777777783</c:v>
                </c:pt>
                <c:pt idx="23064">
                  <c:v>0.82192592592592595</c:v>
                </c:pt>
                <c:pt idx="23065">
                  <c:v>0.82192592592592595</c:v>
                </c:pt>
                <c:pt idx="23066">
                  <c:v>0.82192592592592595</c:v>
                </c:pt>
                <c:pt idx="23067">
                  <c:v>0.82192592592592595</c:v>
                </c:pt>
                <c:pt idx="23068">
                  <c:v>0.82192592592592595</c:v>
                </c:pt>
                <c:pt idx="23069">
                  <c:v>0.82207407407407407</c:v>
                </c:pt>
                <c:pt idx="23070">
                  <c:v>0.82207407407407407</c:v>
                </c:pt>
                <c:pt idx="23071">
                  <c:v>0.82207407407407407</c:v>
                </c:pt>
                <c:pt idx="23072">
                  <c:v>0.82207407407407407</c:v>
                </c:pt>
                <c:pt idx="23073">
                  <c:v>0.82207407407407407</c:v>
                </c:pt>
                <c:pt idx="23074">
                  <c:v>0.82222222222222219</c:v>
                </c:pt>
                <c:pt idx="23075">
                  <c:v>0.82222222222222219</c:v>
                </c:pt>
                <c:pt idx="23076">
                  <c:v>0.82222222222222219</c:v>
                </c:pt>
                <c:pt idx="23077">
                  <c:v>0.82222222222222219</c:v>
                </c:pt>
                <c:pt idx="23078">
                  <c:v>0.82222222222222219</c:v>
                </c:pt>
                <c:pt idx="23079">
                  <c:v>0.82222222222222219</c:v>
                </c:pt>
                <c:pt idx="23080">
                  <c:v>0.82237037037037042</c:v>
                </c:pt>
                <c:pt idx="23081">
                  <c:v>0.82237037037037042</c:v>
                </c:pt>
                <c:pt idx="23082">
                  <c:v>0.82237037037037042</c:v>
                </c:pt>
                <c:pt idx="23083">
                  <c:v>0.82251851851851854</c:v>
                </c:pt>
                <c:pt idx="23084">
                  <c:v>0.82251851851851854</c:v>
                </c:pt>
                <c:pt idx="23085">
                  <c:v>0.82266666666666666</c:v>
                </c:pt>
                <c:pt idx="23086">
                  <c:v>0.82281481481481478</c:v>
                </c:pt>
                <c:pt idx="23087">
                  <c:v>0.82281481481481478</c:v>
                </c:pt>
                <c:pt idx="23088">
                  <c:v>0.82296296296296301</c:v>
                </c:pt>
                <c:pt idx="23089">
                  <c:v>0.82296296296296301</c:v>
                </c:pt>
                <c:pt idx="23090">
                  <c:v>0.82311111111111113</c:v>
                </c:pt>
                <c:pt idx="23091">
                  <c:v>0.82311111111111113</c:v>
                </c:pt>
                <c:pt idx="23092">
                  <c:v>0.82311111111111113</c:v>
                </c:pt>
                <c:pt idx="23093">
                  <c:v>0.82325925925925925</c:v>
                </c:pt>
                <c:pt idx="23094">
                  <c:v>0.82325925925925925</c:v>
                </c:pt>
                <c:pt idx="23095">
                  <c:v>0.82325925925925925</c:v>
                </c:pt>
                <c:pt idx="23096">
                  <c:v>0.82325925925925925</c:v>
                </c:pt>
                <c:pt idx="23097">
                  <c:v>0.82340740740740737</c:v>
                </c:pt>
                <c:pt idx="23098">
                  <c:v>0.82340740740740737</c:v>
                </c:pt>
                <c:pt idx="23099">
                  <c:v>0.8235555555555556</c:v>
                </c:pt>
                <c:pt idx="23100">
                  <c:v>0.8235555555555556</c:v>
                </c:pt>
                <c:pt idx="23101">
                  <c:v>0.8235555555555556</c:v>
                </c:pt>
                <c:pt idx="23102">
                  <c:v>0.8235555555555556</c:v>
                </c:pt>
                <c:pt idx="23103">
                  <c:v>0.8235555555555556</c:v>
                </c:pt>
                <c:pt idx="23104">
                  <c:v>0.8235555555555556</c:v>
                </c:pt>
                <c:pt idx="23105">
                  <c:v>0.8235555555555556</c:v>
                </c:pt>
                <c:pt idx="23106">
                  <c:v>0.8235555555555556</c:v>
                </c:pt>
                <c:pt idx="23107">
                  <c:v>0.8235555555555556</c:v>
                </c:pt>
                <c:pt idx="23108">
                  <c:v>0.82370370370370372</c:v>
                </c:pt>
                <c:pt idx="23109">
                  <c:v>0.82370370370370372</c:v>
                </c:pt>
                <c:pt idx="23110">
                  <c:v>0.82370370370370372</c:v>
                </c:pt>
                <c:pt idx="23111">
                  <c:v>0.82370370370370372</c:v>
                </c:pt>
                <c:pt idx="23112">
                  <c:v>0.82370370370370372</c:v>
                </c:pt>
                <c:pt idx="23113">
                  <c:v>0.82370370370370372</c:v>
                </c:pt>
                <c:pt idx="23114">
                  <c:v>0.82370370370370372</c:v>
                </c:pt>
                <c:pt idx="23115">
                  <c:v>0.82370370370370372</c:v>
                </c:pt>
                <c:pt idx="23116">
                  <c:v>0.82370370370370372</c:v>
                </c:pt>
                <c:pt idx="23117">
                  <c:v>0.82370370370370372</c:v>
                </c:pt>
                <c:pt idx="23118">
                  <c:v>0.82385185185185184</c:v>
                </c:pt>
                <c:pt idx="23119">
                  <c:v>0.82385185185185184</c:v>
                </c:pt>
                <c:pt idx="23120">
                  <c:v>0.82385185185185184</c:v>
                </c:pt>
                <c:pt idx="23121">
                  <c:v>0.82385185185185184</c:v>
                </c:pt>
                <c:pt idx="23122">
                  <c:v>0.82385185185185184</c:v>
                </c:pt>
                <c:pt idx="23123">
                  <c:v>0.82385185185185184</c:v>
                </c:pt>
                <c:pt idx="23124">
                  <c:v>0.82399999999999995</c:v>
                </c:pt>
                <c:pt idx="23125">
                  <c:v>0.82399999999999995</c:v>
                </c:pt>
                <c:pt idx="23126">
                  <c:v>0.82414814814814819</c:v>
                </c:pt>
                <c:pt idx="23127">
                  <c:v>0.8242962962962963</c:v>
                </c:pt>
                <c:pt idx="23128">
                  <c:v>0.8242962962962963</c:v>
                </c:pt>
                <c:pt idx="23129">
                  <c:v>0.82444444444444442</c:v>
                </c:pt>
                <c:pt idx="23130">
                  <c:v>0.82444444444444442</c:v>
                </c:pt>
                <c:pt idx="23131">
                  <c:v>0.82459259259259254</c:v>
                </c:pt>
                <c:pt idx="23132">
                  <c:v>0.82459259259259254</c:v>
                </c:pt>
                <c:pt idx="23133">
                  <c:v>0.82459259259259254</c:v>
                </c:pt>
                <c:pt idx="23134">
                  <c:v>0.82459259259259254</c:v>
                </c:pt>
                <c:pt idx="23135">
                  <c:v>0.82459259259259254</c:v>
                </c:pt>
                <c:pt idx="23136">
                  <c:v>0.82459259259259254</c:v>
                </c:pt>
                <c:pt idx="23137">
                  <c:v>0.82474074074074077</c:v>
                </c:pt>
                <c:pt idx="23138">
                  <c:v>0.82474074074074077</c:v>
                </c:pt>
                <c:pt idx="23139">
                  <c:v>0.82474074074074077</c:v>
                </c:pt>
                <c:pt idx="23140">
                  <c:v>0.82488888888888889</c:v>
                </c:pt>
                <c:pt idx="23141">
                  <c:v>0.82503703703703701</c:v>
                </c:pt>
                <c:pt idx="23142">
                  <c:v>0.82518518518518513</c:v>
                </c:pt>
                <c:pt idx="23143">
                  <c:v>0.82518518518518513</c:v>
                </c:pt>
                <c:pt idx="23144">
                  <c:v>0.82533333333333336</c:v>
                </c:pt>
                <c:pt idx="23145">
                  <c:v>0.82548148148148148</c:v>
                </c:pt>
                <c:pt idx="23146">
                  <c:v>0.82548148148148148</c:v>
                </c:pt>
                <c:pt idx="23147">
                  <c:v>0.82548148148148148</c:v>
                </c:pt>
                <c:pt idx="23148">
                  <c:v>0.82548148148148148</c:v>
                </c:pt>
                <c:pt idx="23149">
                  <c:v>0.82548148148148148</c:v>
                </c:pt>
                <c:pt idx="23150">
                  <c:v>0.82548148148148148</c:v>
                </c:pt>
                <c:pt idx="23151">
                  <c:v>0.82548148148148148</c:v>
                </c:pt>
                <c:pt idx="23152">
                  <c:v>0.8256296296296296</c:v>
                </c:pt>
                <c:pt idx="23153">
                  <c:v>0.8256296296296296</c:v>
                </c:pt>
                <c:pt idx="23154">
                  <c:v>0.82577777777777783</c:v>
                </c:pt>
                <c:pt idx="23155">
                  <c:v>0.82577777777777783</c:v>
                </c:pt>
                <c:pt idx="23156">
                  <c:v>0.82577777777777783</c:v>
                </c:pt>
                <c:pt idx="23157">
                  <c:v>0.82577777777777783</c:v>
                </c:pt>
                <c:pt idx="23158">
                  <c:v>0.82577777777777783</c:v>
                </c:pt>
                <c:pt idx="23159">
                  <c:v>0.82577777777777783</c:v>
                </c:pt>
                <c:pt idx="23160">
                  <c:v>0.82577777777777783</c:v>
                </c:pt>
                <c:pt idx="23161">
                  <c:v>0.82577777777777783</c:v>
                </c:pt>
                <c:pt idx="23162">
                  <c:v>0.82577777777777783</c:v>
                </c:pt>
                <c:pt idx="23163">
                  <c:v>0.82577777777777783</c:v>
                </c:pt>
                <c:pt idx="23164">
                  <c:v>0.82592592592592595</c:v>
                </c:pt>
                <c:pt idx="23165">
                  <c:v>0.82592592592592595</c:v>
                </c:pt>
                <c:pt idx="23166">
                  <c:v>0.82592592592592595</c:v>
                </c:pt>
                <c:pt idx="23167">
                  <c:v>0.82592592592592595</c:v>
                </c:pt>
                <c:pt idx="23168">
                  <c:v>0.82592592592592595</c:v>
                </c:pt>
                <c:pt idx="23169">
                  <c:v>0.82592592592592595</c:v>
                </c:pt>
                <c:pt idx="23170">
                  <c:v>0.82592592592592595</c:v>
                </c:pt>
                <c:pt idx="23171">
                  <c:v>0.82592592592592595</c:v>
                </c:pt>
                <c:pt idx="23172">
                  <c:v>0.82592592592592595</c:v>
                </c:pt>
                <c:pt idx="23173">
                  <c:v>0.82607407407407407</c:v>
                </c:pt>
                <c:pt idx="23174">
                  <c:v>0.82622222222222219</c:v>
                </c:pt>
                <c:pt idx="23175">
                  <c:v>0.82622222222222219</c:v>
                </c:pt>
                <c:pt idx="23176">
                  <c:v>0.82622222222222219</c:v>
                </c:pt>
                <c:pt idx="23177">
                  <c:v>0.82622222222222219</c:v>
                </c:pt>
                <c:pt idx="23178">
                  <c:v>0.82637037037037042</c:v>
                </c:pt>
                <c:pt idx="23179">
                  <c:v>0.82637037037037042</c:v>
                </c:pt>
                <c:pt idx="23180">
                  <c:v>0.82637037037037042</c:v>
                </c:pt>
                <c:pt idx="23181">
                  <c:v>0.82637037037037042</c:v>
                </c:pt>
                <c:pt idx="23182">
                  <c:v>0.82637037037037042</c:v>
                </c:pt>
                <c:pt idx="23183">
                  <c:v>0.82651851851851854</c:v>
                </c:pt>
                <c:pt idx="23184">
                  <c:v>0.82651851851851854</c:v>
                </c:pt>
                <c:pt idx="23185">
                  <c:v>0.82651851851851854</c:v>
                </c:pt>
                <c:pt idx="23186">
                  <c:v>0.82651851851851854</c:v>
                </c:pt>
                <c:pt idx="23187">
                  <c:v>0.82651851851851854</c:v>
                </c:pt>
                <c:pt idx="23188">
                  <c:v>0.82666666666666666</c:v>
                </c:pt>
                <c:pt idx="23189">
                  <c:v>0.82666666666666666</c:v>
                </c:pt>
                <c:pt idx="23190">
                  <c:v>0.82666666666666666</c:v>
                </c:pt>
                <c:pt idx="23191">
                  <c:v>0.82681481481481478</c:v>
                </c:pt>
                <c:pt idx="23192">
                  <c:v>0.82681481481481478</c:v>
                </c:pt>
                <c:pt idx="23193">
                  <c:v>0.82696296296296301</c:v>
                </c:pt>
                <c:pt idx="23194">
                  <c:v>0.82696296296296301</c:v>
                </c:pt>
                <c:pt idx="23195">
                  <c:v>0.82696296296296301</c:v>
                </c:pt>
                <c:pt idx="23196">
                  <c:v>0.82696296296296301</c:v>
                </c:pt>
                <c:pt idx="23197">
                  <c:v>0.82696296296296301</c:v>
                </c:pt>
                <c:pt idx="23198">
                  <c:v>0.82696296296296301</c:v>
                </c:pt>
                <c:pt idx="23199">
                  <c:v>0.82696296296296301</c:v>
                </c:pt>
                <c:pt idx="23200">
                  <c:v>0.82696296296296301</c:v>
                </c:pt>
                <c:pt idx="23201">
                  <c:v>0.82696296296296301</c:v>
                </c:pt>
                <c:pt idx="23202">
                  <c:v>0.82711111111111113</c:v>
                </c:pt>
                <c:pt idx="23203">
                  <c:v>0.82711111111111113</c:v>
                </c:pt>
                <c:pt idx="23204">
                  <c:v>0.82711111111111113</c:v>
                </c:pt>
                <c:pt idx="23205">
                  <c:v>0.82711111111111113</c:v>
                </c:pt>
                <c:pt idx="23206">
                  <c:v>0.82711111111111113</c:v>
                </c:pt>
                <c:pt idx="23207">
                  <c:v>0.82725925925925925</c:v>
                </c:pt>
                <c:pt idx="23208">
                  <c:v>0.82725925925925925</c:v>
                </c:pt>
                <c:pt idx="23209">
                  <c:v>0.82725925925925925</c:v>
                </c:pt>
                <c:pt idx="23210">
                  <c:v>0.82725925925925925</c:v>
                </c:pt>
                <c:pt idx="23211">
                  <c:v>0.82740740740740737</c:v>
                </c:pt>
                <c:pt idx="23212">
                  <c:v>0.82740740740740737</c:v>
                </c:pt>
                <c:pt idx="23213">
                  <c:v>0.82740740740740737</c:v>
                </c:pt>
                <c:pt idx="23214">
                  <c:v>0.82740740740740737</c:v>
                </c:pt>
                <c:pt idx="23215">
                  <c:v>0.8275555555555556</c:v>
                </c:pt>
                <c:pt idx="23216">
                  <c:v>0.8275555555555556</c:v>
                </c:pt>
                <c:pt idx="23217">
                  <c:v>0.8275555555555556</c:v>
                </c:pt>
                <c:pt idx="23218">
                  <c:v>0.82770370370370372</c:v>
                </c:pt>
                <c:pt idx="23219">
                  <c:v>0.82770370370370372</c:v>
                </c:pt>
                <c:pt idx="23220">
                  <c:v>0.82785185185185184</c:v>
                </c:pt>
                <c:pt idx="23221">
                  <c:v>0.82799999999999996</c:v>
                </c:pt>
                <c:pt idx="23222">
                  <c:v>0.82799999999999996</c:v>
                </c:pt>
                <c:pt idx="23223">
                  <c:v>0.82814814814814819</c:v>
                </c:pt>
                <c:pt idx="23224">
                  <c:v>0.82829629629629631</c:v>
                </c:pt>
                <c:pt idx="23225">
                  <c:v>0.82844444444444443</c:v>
                </c:pt>
                <c:pt idx="23226">
                  <c:v>0.82844444444444443</c:v>
                </c:pt>
                <c:pt idx="23227">
                  <c:v>0.82844444444444443</c:v>
                </c:pt>
                <c:pt idx="23228">
                  <c:v>0.82844444444444443</c:v>
                </c:pt>
                <c:pt idx="23229">
                  <c:v>0.82844444444444443</c:v>
                </c:pt>
                <c:pt idx="23230">
                  <c:v>0.82859259259259255</c:v>
                </c:pt>
                <c:pt idx="23231">
                  <c:v>0.82859259259259255</c:v>
                </c:pt>
                <c:pt idx="23232">
                  <c:v>0.82859259259259255</c:v>
                </c:pt>
                <c:pt idx="23233">
                  <c:v>0.82859259259259255</c:v>
                </c:pt>
                <c:pt idx="23234">
                  <c:v>0.82874074074074078</c:v>
                </c:pt>
                <c:pt idx="23235">
                  <c:v>0.82874074074074078</c:v>
                </c:pt>
                <c:pt idx="23236">
                  <c:v>0.82874074074074078</c:v>
                </c:pt>
                <c:pt idx="23237">
                  <c:v>0.8288888888888889</c:v>
                </c:pt>
                <c:pt idx="23238">
                  <c:v>0.8288888888888889</c:v>
                </c:pt>
                <c:pt idx="23239">
                  <c:v>0.82903703703703702</c:v>
                </c:pt>
                <c:pt idx="23240">
                  <c:v>0.82903703703703702</c:v>
                </c:pt>
                <c:pt idx="23241">
                  <c:v>0.82903703703703702</c:v>
                </c:pt>
                <c:pt idx="23242">
                  <c:v>0.82903703703703702</c:v>
                </c:pt>
                <c:pt idx="23243">
                  <c:v>0.82903703703703702</c:v>
                </c:pt>
                <c:pt idx="23244">
                  <c:v>0.82903703703703702</c:v>
                </c:pt>
                <c:pt idx="23245">
                  <c:v>0.82903703703703702</c:v>
                </c:pt>
                <c:pt idx="23246">
                  <c:v>0.82903703703703702</c:v>
                </c:pt>
                <c:pt idx="23247">
                  <c:v>0.82918518518518514</c:v>
                </c:pt>
                <c:pt idx="23248">
                  <c:v>0.82918518518518514</c:v>
                </c:pt>
                <c:pt idx="23249">
                  <c:v>0.82918518518518514</c:v>
                </c:pt>
                <c:pt idx="23250">
                  <c:v>0.82918518518518514</c:v>
                </c:pt>
                <c:pt idx="23251">
                  <c:v>0.82933333333333337</c:v>
                </c:pt>
                <c:pt idx="23252">
                  <c:v>0.82933333333333337</c:v>
                </c:pt>
                <c:pt idx="23253">
                  <c:v>0.82933333333333337</c:v>
                </c:pt>
                <c:pt idx="23254">
                  <c:v>0.82948148148148149</c:v>
                </c:pt>
                <c:pt idx="23255">
                  <c:v>0.82962962962962961</c:v>
                </c:pt>
                <c:pt idx="23256">
                  <c:v>0.82962962962962961</c:v>
                </c:pt>
                <c:pt idx="23257">
                  <c:v>0.82977777777777773</c:v>
                </c:pt>
                <c:pt idx="23258">
                  <c:v>0.82977777777777773</c:v>
                </c:pt>
                <c:pt idx="23259">
                  <c:v>0.82992592592592596</c:v>
                </c:pt>
                <c:pt idx="23260">
                  <c:v>0.82992592592592596</c:v>
                </c:pt>
                <c:pt idx="23261">
                  <c:v>0.82992592592592596</c:v>
                </c:pt>
                <c:pt idx="23262">
                  <c:v>0.82992592592592596</c:v>
                </c:pt>
                <c:pt idx="23263">
                  <c:v>0.82992592592592596</c:v>
                </c:pt>
                <c:pt idx="23264">
                  <c:v>0.82992592592592596</c:v>
                </c:pt>
                <c:pt idx="23265">
                  <c:v>0.82992592592592596</c:v>
                </c:pt>
                <c:pt idx="23266">
                  <c:v>0.83007407407407408</c:v>
                </c:pt>
                <c:pt idx="23267">
                  <c:v>0.83007407407407408</c:v>
                </c:pt>
                <c:pt idx="23268">
                  <c:v>0.83007407407407408</c:v>
                </c:pt>
                <c:pt idx="23269">
                  <c:v>0.83007407407407408</c:v>
                </c:pt>
                <c:pt idx="23270">
                  <c:v>0.83007407407407408</c:v>
                </c:pt>
                <c:pt idx="23271">
                  <c:v>0.83007407407407408</c:v>
                </c:pt>
                <c:pt idx="23272">
                  <c:v>0.83007407407407408</c:v>
                </c:pt>
                <c:pt idx="23273">
                  <c:v>0.83007407407407408</c:v>
                </c:pt>
                <c:pt idx="23274">
                  <c:v>0.83007407407407408</c:v>
                </c:pt>
                <c:pt idx="23275">
                  <c:v>0.83007407407407408</c:v>
                </c:pt>
                <c:pt idx="23276">
                  <c:v>0.83007407407407408</c:v>
                </c:pt>
                <c:pt idx="23277">
                  <c:v>0.83007407407407408</c:v>
                </c:pt>
                <c:pt idx="23278">
                  <c:v>0.83007407407407408</c:v>
                </c:pt>
                <c:pt idx="23279">
                  <c:v>0.83007407407407408</c:v>
                </c:pt>
                <c:pt idx="23280">
                  <c:v>0.83007407407407408</c:v>
                </c:pt>
                <c:pt idx="23281">
                  <c:v>0.83007407407407408</c:v>
                </c:pt>
                <c:pt idx="23282">
                  <c:v>0.83022222222222219</c:v>
                </c:pt>
                <c:pt idx="23283">
                  <c:v>0.83022222222222219</c:v>
                </c:pt>
                <c:pt idx="23284">
                  <c:v>0.83022222222222219</c:v>
                </c:pt>
                <c:pt idx="23285">
                  <c:v>0.83022222222222219</c:v>
                </c:pt>
                <c:pt idx="23286">
                  <c:v>0.83037037037037043</c:v>
                </c:pt>
                <c:pt idx="23287">
                  <c:v>0.83037037037037043</c:v>
                </c:pt>
                <c:pt idx="23288">
                  <c:v>0.83037037037037043</c:v>
                </c:pt>
                <c:pt idx="23289">
                  <c:v>0.83037037037037043</c:v>
                </c:pt>
                <c:pt idx="23290">
                  <c:v>0.83037037037037043</c:v>
                </c:pt>
                <c:pt idx="23291">
                  <c:v>0.83051851851851854</c:v>
                </c:pt>
                <c:pt idx="23292">
                  <c:v>0.83051851851851854</c:v>
                </c:pt>
                <c:pt idx="23293">
                  <c:v>0.83051851851851854</c:v>
                </c:pt>
                <c:pt idx="23294">
                  <c:v>0.83051851851851854</c:v>
                </c:pt>
                <c:pt idx="23295">
                  <c:v>0.83051851851851854</c:v>
                </c:pt>
                <c:pt idx="23296">
                  <c:v>0.83051851851851854</c:v>
                </c:pt>
                <c:pt idx="23297">
                  <c:v>0.83051851851851854</c:v>
                </c:pt>
                <c:pt idx="23298">
                  <c:v>0.83066666666666666</c:v>
                </c:pt>
                <c:pt idx="23299">
                  <c:v>0.83066666666666666</c:v>
                </c:pt>
                <c:pt idx="23300">
                  <c:v>0.83066666666666666</c:v>
                </c:pt>
                <c:pt idx="23301">
                  <c:v>0.83081481481481478</c:v>
                </c:pt>
                <c:pt idx="23302">
                  <c:v>0.83081481481481478</c:v>
                </c:pt>
                <c:pt idx="23303">
                  <c:v>0.83081481481481478</c:v>
                </c:pt>
                <c:pt idx="23304">
                  <c:v>0.83081481481481478</c:v>
                </c:pt>
                <c:pt idx="23305">
                  <c:v>0.83096296296296301</c:v>
                </c:pt>
                <c:pt idx="23306">
                  <c:v>0.83096296296296301</c:v>
                </c:pt>
                <c:pt idx="23307">
                  <c:v>0.83096296296296301</c:v>
                </c:pt>
                <c:pt idx="23308">
                  <c:v>0.83096296296296301</c:v>
                </c:pt>
                <c:pt idx="23309">
                  <c:v>0.83111111111111113</c:v>
                </c:pt>
                <c:pt idx="23310">
                  <c:v>0.83125925925925925</c:v>
                </c:pt>
                <c:pt idx="23311">
                  <c:v>0.83140740740740737</c:v>
                </c:pt>
                <c:pt idx="23312">
                  <c:v>0.83140740740740737</c:v>
                </c:pt>
                <c:pt idx="23313">
                  <c:v>0.83140740740740737</c:v>
                </c:pt>
                <c:pt idx="23314">
                  <c:v>0.83140740740740737</c:v>
                </c:pt>
                <c:pt idx="23315">
                  <c:v>0.8315555555555556</c:v>
                </c:pt>
                <c:pt idx="23316">
                  <c:v>0.8315555555555556</c:v>
                </c:pt>
                <c:pt idx="23317">
                  <c:v>0.83170370370370372</c:v>
                </c:pt>
                <c:pt idx="23318">
                  <c:v>0.83170370370370372</c:v>
                </c:pt>
                <c:pt idx="23319">
                  <c:v>0.83170370370370372</c:v>
                </c:pt>
                <c:pt idx="23320">
                  <c:v>0.83185185185185184</c:v>
                </c:pt>
                <c:pt idx="23321">
                  <c:v>0.83185185185185184</c:v>
                </c:pt>
                <c:pt idx="23322">
                  <c:v>0.83185185185185184</c:v>
                </c:pt>
                <c:pt idx="23323">
                  <c:v>0.83185185185185184</c:v>
                </c:pt>
                <c:pt idx="23324">
                  <c:v>0.83185185185185184</c:v>
                </c:pt>
                <c:pt idx="23325">
                  <c:v>0.83185185185185184</c:v>
                </c:pt>
                <c:pt idx="23326">
                  <c:v>0.83185185185185184</c:v>
                </c:pt>
                <c:pt idx="23327">
                  <c:v>0.83185185185185184</c:v>
                </c:pt>
                <c:pt idx="23328">
                  <c:v>0.83185185185185184</c:v>
                </c:pt>
                <c:pt idx="23329">
                  <c:v>0.83185185185185184</c:v>
                </c:pt>
                <c:pt idx="23330">
                  <c:v>0.83185185185185184</c:v>
                </c:pt>
                <c:pt idx="23331">
                  <c:v>0.83199999999999996</c:v>
                </c:pt>
                <c:pt idx="23332">
                  <c:v>0.83214814814814819</c:v>
                </c:pt>
                <c:pt idx="23333">
                  <c:v>0.83214814814814819</c:v>
                </c:pt>
                <c:pt idx="23334">
                  <c:v>0.83229629629629631</c:v>
                </c:pt>
                <c:pt idx="23335">
                  <c:v>0.83244444444444443</c:v>
                </c:pt>
                <c:pt idx="23336">
                  <c:v>0.83244444444444443</c:v>
                </c:pt>
                <c:pt idx="23337">
                  <c:v>0.83259259259259255</c:v>
                </c:pt>
                <c:pt idx="23338">
                  <c:v>0.83259259259259255</c:v>
                </c:pt>
                <c:pt idx="23339">
                  <c:v>0.83259259259259255</c:v>
                </c:pt>
                <c:pt idx="23340">
                  <c:v>0.83259259259259255</c:v>
                </c:pt>
                <c:pt idx="23341">
                  <c:v>0.83274074074074078</c:v>
                </c:pt>
                <c:pt idx="23342">
                  <c:v>0.83274074074074078</c:v>
                </c:pt>
                <c:pt idx="23343">
                  <c:v>0.83274074074074078</c:v>
                </c:pt>
                <c:pt idx="23344">
                  <c:v>0.8328888888888889</c:v>
                </c:pt>
                <c:pt idx="23345">
                  <c:v>0.8328888888888889</c:v>
                </c:pt>
                <c:pt idx="23346">
                  <c:v>0.8328888888888889</c:v>
                </c:pt>
                <c:pt idx="23347">
                  <c:v>0.83303703703703702</c:v>
                </c:pt>
                <c:pt idx="23348">
                  <c:v>0.83303703703703702</c:v>
                </c:pt>
                <c:pt idx="23349">
                  <c:v>0.83318518518518514</c:v>
                </c:pt>
                <c:pt idx="23350">
                  <c:v>0.83318518518518514</c:v>
                </c:pt>
                <c:pt idx="23351">
                  <c:v>0.83318518518518514</c:v>
                </c:pt>
                <c:pt idx="23352">
                  <c:v>0.83318518518518514</c:v>
                </c:pt>
                <c:pt idx="23353">
                  <c:v>0.83318518518518514</c:v>
                </c:pt>
                <c:pt idx="23354">
                  <c:v>0.83318518518518514</c:v>
                </c:pt>
                <c:pt idx="23355">
                  <c:v>0.83333333333333337</c:v>
                </c:pt>
                <c:pt idx="23356">
                  <c:v>0.83333333333333337</c:v>
                </c:pt>
                <c:pt idx="23357">
                  <c:v>0.83333333333333337</c:v>
                </c:pt>
                <c:pt idx="23358">
                  <c:v>0.83333333333333337</c:v>
                </c:pt>
                <c:pt idx="23359">
                  <c:v>0.83333333333333337</c:v>
                </c:pt>
                <c:pt idx="23360">
                  <c:v>0.83333333333333337</c:v>
                </c:pt>
                <c:pt idx="23361">
                  <c:v>0.83348148148148149</c:v>
                </c:pt>
                <c:pt idx="23362">
                  <c:v>0.83348148148148149</c:v>
                </c:pt>
                <c:pt idx="23363">
                  <c:v>0.83348148148148149</c:v>
                </c:pt>
                <c:pt idx="23364">
                  <c:v>0.83348148148148149</c:v>
                </c:pt>
                <c:pt idx="23365">
                  <c:v>0.83348148148148149</c:v>
                </c:pt>
                <c:pt idx="23366">
                  <c:v>0.83348148148148149</c:v>
                </c:pt>
                <c:pt idx="23367">
                  <c:v>0.83362962962962961</c:v>
                </c:pt>
                <c:pt idx="23368">
                  <c:v>0.83377777777777773</c:v>
                </c:pt>
                <c:pt idx="23369">
                  <c:v>0.83392592592592596</c:v>
                </c:pt>
                <c:pt idx="23370">
                  <c:v>0.83392592592592596</c:v>
                </c:pt>
                <c:pt idx="23371">
                  <c:v>0.83392592592592596</c:v>
                </c:pt>
                <c:pt idx="23372">
                  <c:v>0.83392592592592596</c:v>
                </c:pt>
                <c:pt idx="23373">
                  <c:v>0.83392592592592596</c:v>
                </c:pt>
                <c:pt idx="23374">
                  <c:v>0.83392592592592596</c:v>
                </c:pt>
                <c:pt idx="23375">
                  <c:v>0.83392592592592596</c:v>
                </c:pt>
                <c:pt idx="23376">
                  <c:v>0.83392592592592596</c:v>
                </c:pt>
                <c:pt idx="23377">
                  <c:v>0.83407407407407408</c:v>
                </c:pt>
                <c:pt idx="23378">
                  <c:v>0.83407407407407408</c:v>
                </c:pt>
                <c:pt idx="23379">
                  <c:v>0.8342222222222222</c:v>
                </c:pt>
                <c:pt idx="23380">
                  <c:v>0.8342222222222222</c:v>
                </c:pt>
                <c:pt idx="23381">
                  <c:v>0.8342222222222222</c:v>
                </c:pt>
                <c:pt idx="23382">
                  <c:v>0.8342222222222222</c:v>
                </c:pt>
                <c:pt idx="23383">
                  <c:v>0.8342222222222222</c:v>
                </c:pt>
                <c:pt idx="23384">
                  <c:v>0.8342222222222222</c:v>
                </c:pt>
                <c:pt idx="23385">
                  <c:v>0.8342222222222222</c:v>
                </c:pt>
                <c:pt idx="23386">
                  <c:v>0.8342222222222222</c:v>
                </c:pt>
                <c:pt idx="23387">
                  <c:v>0.8342222222222222</c:v>
                </c:pt>
                <c:pt idx="23388">
                  <c:v>0.8342222222222222</c:v>
                </c:pt>
                <c:pt idx="23389">
                  <c:v>0.8342222222222222</c:v>
                </c:pt>
                <c:pt idx="23390">
                  <c:v>0.8342222222222222</c:v>
                </c:pt>
                <c:pt idx="23391">
                  <c:v>0.8342222222222222</c:v>
                </c:pt>
                <c:pt idx="23392">
                  <c:v>0.8342222222222222</c:v>
                </c:pt>
                <c:pt idx="23393">
                  <c:v>0.8342222222222222</c:v>
                </c:pt>
                <c:pt idx="23394">
                  <c:v>0.8342222222222222</c:v>
                </c:pt>
                <c:pt idx="23395">
                  <c:v>0.8342222222222222</c:v>
                </c:pt>
                <c:pt idx="23396">
                  <c:v>0.83437037037037032</c:v>
                </c:pt>
                <c:pt idx="23397">
                  <c:v>0.83437037037037032</c:v>
                </c:pt>
                <c:pt idx="23398">
                  <c:v>0.83437037037037032</c:v>
                </c:pt>
                <c:pt idx="23399">
                  <c:v>0.83451851851851855</c:v>
                </c:pt>
                <c:pt idx="23400">
                  <c:v>0.83466666666666667</c:v>
                </c:pt>
                <c:pt idx="23401">
                  <c:v>0.83466666666666667</c:v>
                </c:pt>
                <c:pt idx="23402">
                  <c:v>0.83481481481481479</c:v>
                </c:pt>
                <c:pt idx="23403">
                  <c:v>0.83481481481481479</c:v>
                </c:pt>
                <c:pt idx="23404">
                  <c:v>0.83481481481481479</c:v>
                </c:pt>
                <c:pt idx="23405">
                  <c:v>0.83481481481481479</c:v>
                </c:pt>
                <c:pt idx="23406">
                  <c:v>0.83481481481481479</c:v>
                </c:pt>
                <c:pt idx="23407">
                  <c:v>0.83481481481481479</c:v>
                </c:pt>
                <c:pt idx="23408">
                  <c:v>0.83481481481481479</c:v>
                </c:pt>
                <c:pt idx="23409">
                  <c:v>0.83481481481481479</c:v>
                </c:pt>
                <c:pt idx="23410">
                  <c:v>0.83481481481481479</c:v>
                </c:pt>
                <c:pt idx="23411">
                  <c:v>0.83481481481481479</c:v>
                </c:pt>
                <c:pt idx="23412">
                  <c:v>0.83481481481481479</c:v>
                </c:pt>
                <c:pt idx="23413">
                  <c:v>0.83496296296296302</c:v>
                </c:pt>
                <c:pt idx="23414">
                  <c:v>0.83496296296296302</c:v>
                </c:pt>
                <c:pt idx="23415">
                  <c:v>0.83496296296296302</c:v>
                </c:pt>
                <c:pt idx="23416">
                  <c:v>0.83496296296296302</c:v>
                </c:pt>
                <c:pt idx="23417">
                  <c:v>0.83496296296296302</c:v>
                </c:pt>
                <c:pt idx="23418">
                  <c:v>0.83496296296296302</c:v>
                </c:pt>
                <c:pt idx="23419">
                  <c:v>0.83511111111111114</c:v>
                </c:pt>
                <c:pt idx="23420">
                  <c:v>0.83525925925925926</c:v>
                </c:pt>
                <c:pt idx="23421">
                  <c:v>0.83540740740740738</c:v>
                </c:pt>
                <c:pt idx="23422">
                  <c:v>0.83540740740740738</c:v>
                </c:pt>
                <c:pt idx="23423">
                  <c:v>0.83540740740740738</c:v>
                </c:pt>
                <c:pt idx="23424">
                  <c:v>0.83540740740740738</c:v>
                </c:pt>
                <c:pt idx="23425">
                  <c:v>0.83540740740740738</c:v>
                </c:pt>
                <c:pt idx="23426">
                  <c:v>0.83540740740740738</c:v>
                </c:pt>
                <c:pt idx="23427">
                  <c:v>0.83540740740740738</c:v>
                </c:pt>
                <c:pt idx="23428">
                  <c:v>0.83555555555555561</c:v>
                </c:pt>
                <c:pt idx="23429">
                  <c:v>0.83570370370370373</c:v>
                </c:pt>
                <c:pt idx="23430">
                  <c:v>0.83570370370370373</c:v>
                </c:pt>
                <c:pt idx="23431">
                  <c:v>0.83570370370370373</c:v>
                </c:pt>
                <c:pt idx="23432">
                  <c:v>0.83570370370370373</c:v>
                </c:pt>
                <c:pt idx="23433">
                  <c:v>0.83570370370370373</c:v>
                </c:pt>
                <c:pt idx="23434">
                  <c:v>0.83585185185185185</c:v>
                </c:pt>
                <c:pt idx="23435">
                  <c:v>0.83585185185185185</c:v>
                </c:pt>
                <c:pt idx="23436">
                  <c:v>0.83585185185185185</c:v>
                </c:pt>
                <c:pt idx="23437">
                  <c:v>0.83585185185185185</c:v>
                </c:pt>
                <c:pt idx="23438">
                  <c:v>0.83599999999999997</c:v>
                </c:pt>
                <c:pt idx="23439">
                  <c:v>0.8361481481481482</c:v>
                </c:pt>
                <c:pt idx="23440">
                  <c:v>0.8361481481481482</c:v>
                </c:pt>
                <c:pt idx="23441">
                  <c:v>0.8361481481481482</c:v>
                </c:pt>
                <c:pt idx="23442">
                  <c:v>0.8361481481481482</c:v>
                </c:pt>
                <c:pt idx="23443">
                  <c:v>0.8361481481481482</c:v>
                </c:pt>
                <c:pt idx="23444">
                  <c:v>0.8361481481481482</c:v>
                </c:pt>
                <c:pt idx="23445">
                  <c:v>0.8361481481481482</c:v>
                </c:pt>
                <c:pt idx="23446">
                  <c:v>0.8361481481481482</c:v>
                </c:pt>
                <c:pt idx="23447">
                  <c:v>0.8361481481481482</c:v>
                </c:pt>
                <c:pt idx="23448">
                  <c:v>0.8361481481481482</c:v>
                </c:pt>
                <c:pt idx="23449">
                  <c:v>0.83629629629629632</c:v>
                </c:pt>
                <c:pt idx="23450">
                  <c:v>0.83629629629629632</c:v>
                </c:pt>
                <c:pt idx="23451">
                  <c:v>0.83629629629629632</c:v>
                </c:pt>
                <c:pt idx="23452">
                  <c:v>0.83629629629629632</c:v>
                </c:pt>
                <c:pt idx="23453">
                  <c:v>0.83629629629629632</c:v>
                </c:pt>
                <c:pt idx="23454">
                  <c:v>0.83629629629629632</c:v>
                </c:pt>
                <c:pt idx="23455">
                  <c:v>0.83629629629629632</c:v>
                </c:pt>
                <c:pt idx="23456">
                  <c:v>0.83644444444444443</c:v>
                </c:pt>
                <c:pt idx="23457">
                  <c:v>0.83644444444444443</c:v>
                </c:pt>
                <c:pt idx="23458">
                  <c:v>0.83644444444444443</c:v>
                </c:pt>
                <c:pt idx="23459">
                  <c:v>0.83644444444444443</c:v>
                </c:pt>
                <c:pt idx="23460">
                  <c:v>0.83644444444444443</c:v>
                </c:pt>
                <c:pt idx="23461">
                  <c:v>0.83659259259259255</c:v>
                </c:pt>
                <c:pt idx="23462">
                  <c:v>0.83659259259259255</c:v>
                </c:pt>
                <c:pt idx="23463">
                  <c:v>0.83659259259259255</c:v>
                </c:pt>
                <c:pt idx="23464">
                  <c:v>0.83659259259259255</c:v>
                </c:pt>
                <c:pt idx="23465">
                  <c:v>0.83659259259259255</c:v>
                </c:pt>
                <c:pt idx="23466">
                  <c:v>0.83659259259259255</c:v>
                </c:pt>
                <c:pt idx="23467">
                  <c:v>0.83659259259259255</c:v>
                </c:pt>
                <c:pt idx="23468">
                  <c:v>0.83659259259259255</c:v>
                </c:pt>
                <c:pt idx="23469">
                  <c:v>0.83659259259259255</c:v>
                </c:pt>
                <c:pt idx="23470">
                  <c:v>0.83659259259259255</c:v>
                </c:pt>
                <c:pt idx="23471">
                  <c:v>0.83659259259259255</c:v>
                </c:pt>
                <c:pt idx="23472">
                  <c:v>0.83674074074074078</c:v>
                </c:pt>
                <c:pt idx="23473">
                  <c:v>0.83674074074074078</c:v>
                </c:pt>
                <c:pt idx="23474">
                  <c:v>0.83674074074074078</c:v>
                </c:pt>
                <c:pt idx="23475">
                  <c:v>0.8368888888888889</c:v>
                </c:pt>
                <c:pt idx="23476">
                  <c:v>0.8368888888888889</c:v>
                </c:pt>
                <c:pt idx="23477">
                  <c:v>0.8368888888888889</c:v>
                </c:pt>
                <c:pt idx="23478">
                  <c:v>0.83703703703703702</c:v>
                </c:pt>
                <c:pt idx="23479">
                  <c:v>0.83703703703703702</c:v>
                </c:pt>
                <c:pt idx="23480">
                  <c:v>0.83703703703703702</c:v>
                </c:pt>
                <c:pt idx="23481">
                  <c:v>0.83703703703703702</c:v>
                </c:pt>
                <c:pt idx="23482">
                  <c:v>0.83703703703703702</c:v>
                </c:pt>
                <c:pt idx="23483">
                  <c:v>0.83703703703703702</c:v>
                </c:pt>
                <c:pt idx="23484">
                  <c:v>0.83703703703703702</c:v>
                </c:pt>
                <c:pt idx="23485">
                  <c:v>0.83718518518518514</c:v>
                </c:pt>
                <c:pt idx="23486">
                  <c:v>0.83718518518518514</c:v>
                </c:pt>
                <c:pt idx="23487">
                  <c:v>0.83718518518518514</c:v>
                </c:pt>
                <c:pt idx="23488">
                  <c:v>0.83718518518518514</c:v>
                </c:pt>
                <c:pt idx="23489">
                  <c:v>0.83718518518518514</c:v>
                </c:pt>
                <c:pt idx="23490">
                  <c:v>0.83718518518518514</c:v>
                </c:pt>
                <c:pt idx="23491">
                  <c:v>0.83718518518518514</c:v>
                </c:pt>
                <c:pt idx="23492">
                  <c:v>0.83718518518518514</c:v>
                </c:pt>
                <c:pt idx="23493">
                  <c:v>0.83733333333333337</c:v>
                </c:pt>
                <c:pt idx="23494">
                  <c:v>0.83733333333333337</c:v>
                </c:pt>
                <c:pt idx="23495">
                  <c:v>0.83748148148148149</c:v>
                </c:pt>
                <c:pt idx="23496">
                  <c:v>0.83748148148148149</c:v>
                </c:pt>
                <c:pt idx="23497">
                  <c:v>0.83748148148148149</c:v>
                </c:pt>
                <c:pt idx="23498">
                  <c:v>0.83748148148148149</c:v>
                </c:pt>
                <c:pt idx="23499">
                  <c:v>0.83748148148148149</c:v>
                </c:pt>
                <c:pt idx="23500">
                  <c:v>0.83748148148148149</c:v>
                </c:pt>
                <c:pt idx="23501">
                  <c:v>0.83748148148148149</c:v>
                </c:pt>
                <c:pt idx="23502">
                  <c:v>0.83748148148148149</c:v>
                </c:pt>
                <c:pt idx="23503">
                  <c:v>0.83748148148148149</c:v>
                </c:pt>
                <c:pt idx="23504">
                  <c:v>0.83762962962962961</c:v>
                </c:pt>
                <c:pt idx="23505">
                  <c:v>0.83777777777777773</c:v>
                </c:pt>
                <c:pt idx="23506">
                  <c:v>0.83777777777777773</c:v>
                </c:pt>
                <c:pt idx="23507">
                  <c:v>0.83792592592592596</c:v>
                </c:pt>
                <c:pt idx="23508">
                  <c:v>0.83792592592592596</c:v>
                </c:pt>
                <c:pt idx="23509">
                  <c:v>0.83807407407407408</c:v>
                </c:pt>
                <c:pt idx="23510">
                  <c:v>0.83807407407407408</c:v>
                </c:pt>
                <c:pt idx="23511">
                  <c:v>0.83807407407407408</c:v>
                </c:pt>
                <c:pt idx="23512">
                  <c:v>0.8382222222222222</c:v>
                </c:pt>
                <c:pt idx="23513">
                  <c:v>0.8382222222222222</c:v>
                </c:pt>
                <c:pt idx="23514">
                  <c:v>0.83837037037037032</c:v>
                </c:pt>
                <c:pt idx="23515">
                  <c:v>0.83837037037037032</c:v>
                </c:pt>
                <c:pt idx="23516">
                  <c:v>0.83837037037037032</c:v>
                </c:pt>
                <c:pt idx="23517">
                  <c:v>0.83837037037037032</c:v>
                </c:pt>
                <c:pt idx="23518">
                  <c:v>0.83851851851851855</c:v>
                </c:pt>
                <c:pt idx="23519">
                  <c:v>0.83851851851851855</c:v>
                </c:pt>
                <c:pt idx="23520">
                  <c:v>0.83851851851851855</c:v>
                </c:pt>
                <c:pt idx="23521">
                  <c:v>0.83866666666666667</c:v>
                </c:pt>
                <c:pt idx="23522">
                  <c:v>0.83866666666666667</c:v>
                </c:pt>
                <c:pt idx="23523">
                  <c:v>0.83881481481481479</c:v>
                </c:pt>
                <c:pt idx="23524">
                  <c:v>0.83881481481481479</c:v>
                </c:pt>
                <c:pt idx="23525">
                  <c:v>0.83881481481481479</c:v>
                </c:pt>
                <c:pt idx="23526">
                  <c:v>0.83881481481481479</c:v>
                </c:pt>
                <c:pt idx="23527">
                  <c:v>0.83881481481481479</c:v>
                </c:pt>
                <c:pt idx="23528">
                  <c:v>0.83896296296296291</c:v>
                </c:pt>
                <c:pt idx="23529">
                  <c:v>0.83896296296296291</c:v>
                </c:pt>
                <c:pt idx="23530">
                  <c:v>0.83911111111111114</c:v>
                </c:pt>
                <c:pt idx="23531">
                  <c:v>0.83911111111111114</c:v>
                </c:pt>
                <c:pt idx="23532">
                  <c:v>0.83911111111111114</c:v>
                </c:pt>
                <c:pt idx="23533">
                  <c:v>0.83911111111111114</c:v>
                </c:pt>
                <c:pt idx="23534">
                  <c:v>0.83925925925925926</c:v>
                </c:pt>
                <c:pt idx="23535">
                  <c:v>0.83940740740740738</c:v>
                </c:pt>
                <c:pt idx="23536">
                  <c:v>0.83940740740740738</c:v>
                </c:pt>
                <c:pt idx="23537">
                  <c:v>0.83940740740740738</c:v>
                </c:pt>
                <c:pt idx="23538">
                  <c:v>0.83940740740740738</c:v>
                </c:pt>
                <c:pt idx="23539">
                  <c:v>0.83955555555555561</c:v>
                </c:pt>
                <c:pt idx="23540">
                  <c:v>0.83955555555555561</c:v>
                </c:pt>
                <c:pt idx="23541">
                  <c:v>0.83970370370370373</c:v>
                </c:pt>
                <c:pt idx="23542">
                  <c:v>0.83970370370370373</c:v>
                </c:pt>
                <c:pt idx="23543">
                  <c:v>0.83970370370370373</c:v>
                </c:pt>
                <c:pt idx="23544">
                  <c:v>0.83970370370370373</c:v>
                </c:pt>
                <c:pt idx="23545">
                  <c:v>0.83970370370370373</c:v>
                </c:pt>
                <c:pt idx="23546">
                  <c:v>0.83970370370370373</c:v>
                </c:pt>
                <c:pt idx="23547">
                  <c:v>0.83985185185185185</c:v>
                </c:pt>
                <c:pt idx="23548">
                  <c:v>0.84</c:v>
                </c:pt>
                <c:pt idx="23549">
                  <c:v>0.84</c:v>
                </c:pt>
                <c:pt idx="23550">
                  <c:v>0.84</c:v>
                </c:pt>
                <c:pt idx="23551">
                  <c:v>0.84</c:v>
                </c:pt>
                <c:pt idx="23552">
                  <c:v>0.84</c:v>
                </c:pt>
                <c:pt idx="23553">
                  <c:v>0.8401481481481482</c:v>
                </c:pt>
                <c:pt idx="23554">
                  <c:v>0.8401481481481482</c:v>
                </c:pt>
                <c:pt idx="23555">
                  <c:v>0.84029629629629632</c:v>
                </c:pt>
                <c:pt idx="23556">
                  <c:v>0.84029629629629632</c:v>
                </c:pt>
                <c:pt idx="23557">
                  <c:v>0.84044444444444444</c:v>
                </c:pt>
                <c:pt idx="23558">
                  <c:v>0.84044444444444444</c:v>
                </c:pt>
                <c:pt idx="23559">
                  <c:v>0.84059259259259256</c:v>
                </c:pt>
                <c:pt idx="23560">
                  <c:v>0.84059259259259256</c:v>
                </c:pt>
                <c:pt idx="23561">
                  <c:v>0.84074074074074079</c:v>
                </c:pt>
                <c:pt idx="23562">
                  <c:v>0.84074074074074079</c:v>
                </c:pt>
                <c:pt idx="23563">
                  <c:v>0.84074074074074079</c:v>
                </c:pt>
                <c:pt idx="23564">
                  <c:v>0.84074074074074079</c:v>
                </c:pt>
                <c:pt idx="23565">
                  <c:v>0.84074074074074079</c:v>
                </c:pt>
                <c:pt idx="23566">
                  <c:v>0.84074074074074079</c:v>
                </c:pt>
                <c:pt idx="23567">
                  <c:v>0.84074074074074079</c:v>
                </c:pt>
                <c:pt idx="23568">
                  <c:v>0.84074074074074079</c:v>
                </c:pt>
                <c:pt idx="23569">
                  <c:v>0.84074074074074079</c:v>
                </c:pt>
                <c:pt idx="23570">
                  <c:v>0.84088888888888891</c:v>
                </c:pt>
                <c:pt idx="23571">
                  <c:v>0.84088888888888891</c:v>
                </c:pt>
                <c:pt idx="23572">
                  <c:v>0.84088888888888891</c:v>
                </c:pt>
                <c:pt idx="23573">
                  <c:v>0.84088888888888891</c:v>
                </c:pt>
                <c:pt idx="23574">
                  <c:v>0.84088888888888891</c:v>
                </c:pt>
                <c:pt idx="23575">
                  <c:v>0.84088888888888891</c:v>
                </c:pt>
                <c:pt idx="23576">
                  <c:v>0.84103703703703703</c:v>
                </c:pt>
                <c:pt idx="23577">
                  <c:v>0.84103703703703703</c:v>
                </c:pt>
                <c:pt idx="23578">
                  <c:v>0.84103703703703703</c:v>
                </c:pt>
                <c:pt idx="23579">
                  <c:v>0.84103703703703703</c:v>
                </c:pt>
                <c:pt idx="23580">
                  <c:v>0.84103703703703703</c:v>
                </c:pt>
                <c:pt idx="23581">
                  <c:v>0.84103703703703703</c:v>
                </c:pt>
                <c:pt idx="23582">
                  <c:v>0.84103703703703703</c:v>
                </c:pt>
                <c:pt idx="23583">
                  <c:v>0.84103703703703703</c:v>
                </c:pt>
                <c:pt idx="23584">
                  <c:v>0.84103703703703703</c:v>
                </c:pt>
                <c:pt idx="23585">
                  <c:v>0.84103703703703703</c:v>
                </c:pt>
                <c:pt idx="23586">
                  <c:v>0.84103703703703703</c:v>
                </c:pt>
                <c:pt idx="23587">
                  <c:v>0.84103703703703703</c:v>
                </c:pt>
                <c:pt idx="23588">
                  <c:v>0.84103703703703703</c:v>
                </c:pt>
                <c:pt idx="23589">
                  <c:v>0.84103703703703703</c:v>
                </c:pt>
                <c:pt idx="23590">
                  <c:v>0.84118518518518515</c:v>
                </c:pt>
                <c:pt idx="23591">
                  <c:v>0.84118518518518515</c:v>
                </c:pt>
                <c:pt idx="23592">
                  <c:v>0.84133333333333338</c:v>
                </c:pt>
                <c:pt idx="23593">
                  <c:v>0.8414814814814815</c:v>
                </c:pt>
                <c:pt idx="23594">
                  <c:v>0.8414814814814815</c:v>
                </c:pt>
                <c:pt idx="23595">
                  <c:v>0.84162962962962962</c:v>
                </c:pt>
                <c:pt idx="23596">
                  <c:v>0.84162962962962962</c:v>
                </c:pt>
                <c:pt idx="23597">
                  <c:v>0.84162962962962962</c:v>
                </c:pt>
                <c:pt idx="23598">
                  <c:v>0.84162962962962962</c:v>
                </c:pt>
                <c:pt idx="23599">
                  <c:v>0.84162962962962962</c:v>
                </c:pt>
                <c:pt idx="23600">
                  <c:v>0.84162962962962962</c:v>
                </c:pt>
                <c:pt idx="23601">
                  <c:v>0.84162962962962962</c:v>
                </c:pt>
                <c:pt idx="23602">
                  <c:v>0.84162962962962962</c:v>
                </c:pt>
                <c:pt idx="23603">
                  <c:v>0.84162962962962962</c:v>
                </c:pt>
                <c:pt idx="23604">
                  <c:v>0.84177777777777774</c:v>
                </c:pt>
                <c:pt idx="23605">
                  <c:v>0.84192592592592597</c:v>
                </c:pt>
                <c:pt idx="23606">
                  <c:v>0.84192592592592597</c:v>
                </c:pt>
                <c:pt idx="23607">
                  <c:v>0.84192592592592597</c:v>
                </c:pt>
                <c:pt idx="23608">
                  <c:v>0.84192592592592597</c:v>
                </c:pt>
                <c:pt idx="23609">
                  <c:v>0.84192592592592597</c:v>
                </c:pt>
                <c:pt idx="23610">
                  <c:v>0.84207407407407409</c:v>
                </c:pt>
                <c:pt idx="23611">
                  <c:v>0.84207407407407409</c:v>
                </c:pt>
                <c:pt idx="23612">
                  <c:v>0.84207407407407409</c:v>
                </c:pt>
                <c:pt idx="23613">
                  <c:v>0.84222222222222221</c:v>
                </c:pt>
                <c:pt idx="23614">
                  <c:v>0.84222222222222221</c:v>
                </c:pt>
                <c:pt idx="23615">
                  <c:v>0.84222222222222221</c:v>
                </c:pt>
                <c:pt idx="23616">
                  <c:v>0.84237037037037032</c:v>
                </c:pt>
                <c:pt idx="23617">
                  <c:v>0.84237037037037032</c:v>
                </c:pt>
                <c:pt idx="23618">
                  <c:v>0.84237037037037032</c:v>
                </c:pt>
                <c:pt idx="23619">
                  <c:v>0.84251851851851856</c:v>
                </c:pt>
                <c:pt idx="23620">
                  <c:v>0.84266666666666667</c:v>
                </c:pt>
                <c:pt idx="23621">
                  <c:v>0.84266666666666667</c:v>
                </c:pt>
                <c:pt idx="23622">
                  <c:v>0.84266666666666667</c:v>
                </c:pt>
                <c:pt idx="23623">
                  <c:v>0.84266666666666667</c:v>
                </c:pt>
                <c:pt idx="23624">
                  <c:v>0.84266666666666667</c:v>
                </c:pt>
                <c:pt idx="23625">
                  <c:v>0.84266666666666667</c:v>
                </c:pt>
                <c:pt idx="23626">
                  <c:v>0.84266666666666667</c:v>
                </c:pt>
                <c:pt idx="23627">
                  <c:v>0.84266666666666667</c:v>
                </c:pt>
                <c:pt idx="23628">
                  <c:v>0.84266666666666667</c:v>
                </c:pt>
                <c:pt idx="23629">
                  <c:v>0.84266666666666667</c:v>
                </c:pt>
                <c:pt idx="23630">
                  <c:v>0.84266666666666667</c:v>
                </c:pt>
                <c:pt idx="23631">
                  <c:v>0.84266666666666667</c:v>
                </c:pt>
                <c:pt idx="23632">
                  <c:v>0.84266666666666667</c:v>
                </c:pt>
                <c:pt idx="23633">
                  <c:v>0.84281481481481479</c:v>
                </c:pt>
                <c:pt idx="23634">
                  <c:v>0.84281481481481479</c:v>
                </c:pt>
                <c:pt idx="23635">
                  <c:v>0.84281481481481479</c:v>
                </c:pt>
                <c:pt idx="23636">
                  <c:v>0.84281481481481479</c:v>
                </c:pt>
                <c:pt idx="23637">
                  <c:v>0.84281481481481479</c:v>
                </c:pt>
                <c:pt idx="23638">
                  <c:v>0.84281481481481479</c:v>
                </c:pt>
                <c:pt idx="23639">
                  <c:v>0.84296296296296291</c:v>
                </c:pt>
                <c:pt idx="23640">
                  <c:v>0.84296296296296291</c:v>
                </c:pt>
                <c:pt idx="23641">
                  <c:v>0.84296296296296291</c:v>
                </c:pt>
                <c:pt idx="23642">
                  <c:v>0.84296296296296291</c:v>
                </c:pt>
                <c:pt idx="23643">
                  <c:v>0.84311111111111114</c:v>
                </c:pt>
                <c:pt idx="23644">
                  <c:v>0.84311111111111114</c:v>
                </c:pt>
                <c:pt idx="23645">
                  <c:v>0.84311111111111114</c:v>
                </c:pt>
                <c:pt idx="23646">
                  <c:v>0.84311111111111114</c:v>
                </c:pt>
                <c:pt idx="23647">
                  <c:v>0.84325925925925926</c:v>
                </c:pt>
                <c:pt idx="23648">
                  <c:v>0.84325925925925926</c:v>
                </c:pt>
                <c:pt idx="23649">
                  <c:v>0.84325925925925926</c:v>
                </c:pt>
                <c:pt idx="23650">
                  <c:v>0.84325925925925926</c:v>
                </c:pt>
                <c:pt idx="23651">
                  <c:v>0.84325925925925926</c:v>
                </c:pt>
                <c:pt idx="23652">
                  <c:v>0.84325925925925926</c:v>
                </c:pt>
                <c:pt idx="23653">
                  <c:v>0.84325925925925926</c:v>
                </c:pt>
                <c:pt idx="23654">
                  <c:v>0.84325925925925926</c:v>
                </c:pt>
                <c:pt idx="23655">
                  <c:v>0.84325925925925926</c:v>
                </c:pt>
                <c:pt idx="23656">
                  <c:v>0.84325925925925926</c:v>
                </c:pt>
                <c:pt idx="23657">
                  <c:v>0.84340740740740738</c:v>
                </c:pt>
                <c:pt idx="23658">
                  <c:v>0.8435555555555555</c:v>
                </c:pt>
                <c:pt idx="23659">
                  <c:v>0.84370370370370373</c:v>
                </c:pt>
                <c:pt idx="23660">
                  <c:v>0.84385185185185185</c:v>
                </c:pt>
                <c:pt idx="23661">
                  <c:v>0.84399999999999997</c:v>
                </c:pt>
                <c:pt idx="23662">
                  <c:v>0.84399999999999997</c:v>
                </c:pt>
                <c:pt idx="23663">
                  <c:v>0.84399999999999997</c:v>
                </c:pt>
                <c:pt idx="23664">
                  <c:v>0.84399999999999997</c:v>
                </c:pt>
                <c:pt idx="23665">
                  <c:v>0.84399999999999997</c:v>
                </c:pt>
                <c:pt idx="23666">
                  <c:v>0.84399999999999997</c:v>
                </c:pt>
                <c:pt idx="23667">
                  <c:v>0.84399999999999997</c:v>
                </c:pt>
                <c:pt idx="23668">
                  <c:v>0.8441481481481482</c:v>
                </c:pt>
                <c:pt idx="23669">
                  <c:v>0.84429629629629632</c:v>
                </c:pt>
                <c:pt idx="23670">
                  <c:v>0.84444444444444444</c:v>
                </c:pt>
                <c:pt idx="23671">
                  <c:v>0.84444444444444444</c:v>
                </c:pt>
                <c:pt idx="23672">
                  <c:v>0.84459259259259256</c:v>
                </c:pt>
                <c:pt idx="23673">
                  <c:v>0.84459259259259256</c:v>
                </c:pt>
                <c:pt idx="23674">
                  <c:v>0.84459259259259256</c:v>
                </c:pt>
                <c:pt idx="23675">
                  <c:v>0.84459259259259256</c:v>
                </c:pt>
                <c:pt idx="23676">
                  <c:v>0.84459259259259256</c:v>
                </c:pt>
                <c:pt idx="23677">
                  <c:v>0.84459259259259256</c:v>
                </c:pt>
                <c:pt idx="23678">
                  <c:v>0.84474074074074079</c:v>
                </c:pt>
                <c:pt idx="23679">
                  <c:v>0.84474074074074079</c:v>
                </c:pt>
                <c:pt idx="23680">
                  <c:v>0.84474074074074079</c:v>
                </c:pt>
                <c:pt idx="23681">
                  <c:v>0.84488888888888891</c:v>
                </c:pt>
                <c:pt idx="23682">
                  <c:v>0.84488888888888891</c:v>
                </c:pt>
                <c:pt idx="23683">
                  <c:v>0.84503703703703703</c:v>
                </c:pt>
                <c:pt idx="23684">
                  <c:v>0.84518518518518515</c:v>
                </c:pt>
                <c:pt idx="23685">
                  <c:v>0.84518518518518515</c:v>
                </c:pt>
                <c:pt idx="23686">
                  <c:v>0.84533333333333338</c:v>
                </c:pt>
                <c:pt idx="23687">
                  <c:v>0.84533333333333338</c:v>
                </c:pt>
                <c:pt idx="23688">
                  <c:v>0.84533333333333338</c:v>
                </c:pt>
                <c:pt idx="23689">
                  <c:v>0.8454814814814815</c:v>
                </c:pt>
                <c:pt idx="23690">
                  <c:v>0.84562962962962962</c:v>
                </c:pt>
                <c:pt idx="23691">
                  <c:v>0.84562962962962962</c:v>
                </c:pt>
                <c:pt idx="23692">
                  <c:v>0.84562962962962962</c:v>
                </c:pt>
                <c:pt idx="23693">
                  <c:v>0.84562962962962962</c:v>
                </c:pt>
                <c:pt idx="23694">
                  <c:v>0.84562962962962962</c:v>
                </c:pt>
                <c:pt idx="23695">
                  <c:v>0.84577777777777774</c:v>
                </c:pt>
                <c:pt idx="23696">
                  <c:v>0.84577777777777774</c:v>
                </c:pt>
                <c:pt idx="23697">
                  <c:v>0.84592592592592597</c:v>
                </c:pt>
                <c:pt idx="23698">
                  <c:v>0.84592592592592597</c:v>
                </c:pt>
                <c:pt idx="23699">
                  <c:v>0.84592592592592597</c:v>
                </c:pt>
                <c:pt idx="23700">
                  <c:v>0.84607407407407409</c:v>
                </c:pt>
                <c:pt idx="23701">
                  <c:v>0.84622222222222221</c:v>
                </c:pt>
                <c:pt idx="23702">
                  <c:v>0.84622222222222221</c:v>
                </c:pt>
                <c:pt idx="23703">
                  <c:v>0.84637037037037033</c:v>
                </c:pt>
                <c:pt idx="23704">
                  <c:v>0.84637037037037033</c:v>
                </c:pt>
                <c:pt idx="23705">
                  <c:v>0.84651851851851856</c:v>
                </c:pt>
                <c:pt idx="23706">
                  <c:v>0.84651851851851856</c:v>
                </c:pt>
                <c:pt idx="23707">
                  <c:v>0.84651851851851856</c:v>
                </c:pt>
                <c:pt idx="23708">
                  <c:v>0.84651851851851856</c:v>
                </c:pt>
                <c:pt idx="23709">
                  <c:v>0.84651851851851856</c:v>
                </c:pt>
                <c:pt idx="23710">
                  <c:v>0.84651851851851856</c:v>
                </c:pt>
                <c:pt idx="23711">
                  <c:v>0.84651851851851856</c:v>
                </c:pt>
                <c:pt idx="23712">
                  <c:v>0.84651851851851856</c:v>
                </c:pt>
                <c:pt idx="23713">
                  <c:v>0.84651851851851856</c:v>
                </c:pt>
                <c:pt idx="23714">
                  <c:v>0.84651851851851856</c:v>
                </c:pt>
                <c:pt idx="23715">
                  <c:v>0.84651851851851856</c:v>
                </c:pt>
                <c:pt idx="23716">
                  <c:v>0.84651851851851856</c:v>
                </c:pt>
                <c:pt idx="23717">
                  <c:v>0.84651851851851856</c:v>
                </c:pt>
                <c:pt idx="23718">
                  <c:v>0.84651851851851856</c:v>
                </c:pt>
                <c:pt idx="23719">
                  <c:v>0.84651851851851856</c:v>
                </c:pt>
                <c:pt idx="23720">
                  <c:v>0.84666666666666668</c:v>
                </c:pt>
                <c:pt idx="23721">
                  <c:v>0.84666666666666668</c:v>
                </c:pt>
                <c:pt idx="23722">
                  <c:v>0.84666666666666668</c:v>
                </c:pt>
                <c:pt idx="23723">
                  <c:v>0.8468148148148148</c:v>
                </c:pt>
                <c:pt idx="23724">
                  <c:v>0.8468148148148148</c:v>
                </c:pt>
                <c:pt idx="23725">
                  <c:v>0.8468148148148148</c:v>
                </c:pt>
                <c:pt idx="23726">
                  <c:v>0.8468148148148148</c:v>
                </c:pt>
                <c:pt idx="23727">
                  <c:v>0.8468148148148148</c:v>
                </c:pt>
                <c:pt idx="23728">
                  <c:v>0.8468148148148148</c:v>
                </c:pt>
                <c:pt idx="23729">
                  <c:v>0.84696296296296292</c:v>
                </c:pt>
                <c:pt idx="23730">
                  <c:v>0.84711111111111115</c:v>
                </c:pt>
                <c:pt idx="23731">
                  <c:v>0.84711111111111115</c:v>
                </c:pt>
                <c:pt idx="23732">
                  <c:v>0.84711111111111115</c:v>
                </c:pt>
                <c:pt idx="23733">
                  <c:v>0.84711111111111115</c:v>
                </c:pt>
                <c:pt idx="23734">
                  <c:v>0.84711111111111115</c:v>
                </c:pt>
                <c:pt idx="23735">
                  <c:v>0.84711111111111115</c:v>
                </c:pt>
                <c:pt idx="23736">
                  <c:v>0.84711111111111115</c:v>
                </c:pt>
                <c:pt idx="23737">
                  <c:v>0.84711111111111115</c:v>
                </c:pt>
                <c:pt idx="23738">
                  <c:v>0.84725925925925927</c:v>
                </c:pt>
                <c:pt idx="23739">
                  <c:v>0.84740740740740739</c:v>
                </c:pt>
                <c:pt idx="23740">
                  <c:v>0.84740740740740739</c:v>
                </c:pt>
                <c:pt idx="23741">
                  <c:v>0.84755555555555551</c:v>
                </c:pt>
                <c:pt idx="23742">
                  <c:v>0.84770370370370374</c:v>
                </c:pt>
                <c:pt idx="23743">
                  <c:v>0.84770370370370374</c:v>
                </c:pt>
                <c:pt idx="23744">
                  <c:v>0.84770370370370374</c:v>
                </c:pt>
                <c:pt idx="23745">
                  <c:v>0.84770370370370374</c:v>
                </c:pt>
                <c:pt idx="23746">
                  <c:v>0.84785185185185186</c:v>
                </c:pt>
                <c:pt idx="23747">
                  <c:v>0.84785185185185186</c:v>
                </c:pt>
                <c:pt idx="23748">
                  <c:v>0.84785185185185186</c:v>
                </c:pt>
                <c:pt idx="23749">
                  <c:v>0.84785185185185186</c:v>
                </c:pt>
                <c:pt idx="23750">
                  <c:v>0.84785185185185186</c:v>
                </c:pt>
                <c:pt idx="23751">
                  <c:v>0.84799999999999998</c:v>
                </c:pt>
                <c:pt idx="23752">
                  <c:v>0.84799999999999998</c:v>
                </c:pt>
                <c:pt idx="23753">
                  <c:v>0.8481481481481481</c:v>
                </c:pt>
                <c:pt idx="23754">
                  <c:v>0.8481481481481481</c:v>
                </c:pt>
                <c:pt idx="23755">
                  <c:v>0.84829629629629633</c:v>
                </c:pt>
                <c:pt idx="23756">
                  <c:v>0.84829629629629633</c:v>
                </c:pt>
                <c:pt idx="23757">
                  <c:v>0.84844444444444445</c:v>
                </c:pt>
                <c:pt idx="23758">
                  <c:v>0.84859259259259257</c:v>
                </c:pt>
                <c:pt idx="23759">
                  <c:v>0.84859259259259257</c:v>
                </c:pt>
                <c:pt idx="23760">
                  <c:v>0.84859259259259257</c:v>
                </c:pt>
                <c:pt idx="23761">
                  <c:v>0.8487407407407408</c:v>
                </c:pt>
                <c:pt idx="23762">
                  <c:v>0.8487407407407408</c:v>
                </c:pt>
                <c:pt idx="23763">
                  <c:v>0.8487407407407408</c:v>
                </c:pt>
                <c:pt idx="23764">
                  <c:v>0.8487407407407408</c:v>
                </c:pt>
                <c:pt idx="23765">
                  <c:v>0.8487407407407408</c:v>
                </c:pt>
                <c:pt idx="23766">
                  <c:v>0.8487407407407408</c:v>
                </c:pt>
                <c:pt idx="23767">
                  <c:v>0.8487407407407408</c:v>
                </c:pt>
                <c:pt idx="23768">
                  <c:v>0.8487407407407408</c:v>
                </c:pt>
                <c:pt idx="23769">
                  <c:v>0.84888888888888892</c:v>
                </c:pt>
                <c:pt idx="23770">
                  <c:v>0.84888888888888892</c:v>
                </c:pt>
                <c:pt idx="23771">
                  <c:v>0.84903703703703703</c:v>
                </c:pt>
                <c:pt idx="23772">
                  <c:v>0.84903703703703703</c:v>
                </c:pt>
                <c:pt idx="23773">
                  <c:v>0.84903703703703703</c:v>
                </c:pt>
                <c:pt idx="23774">
                  <c:v>0.84903703703703703</c:v>
                </c:pt>
                <c:pt idx="23775">
                  <c:v>0.84903703703703703</c:v>
                </c:pt>
                <c:pt idx="23776">
                  <c:v>0.84903703703703703</c:v>
                </c:pt>
                <c:pt idx="23777">
                  <c:v>0.84918518518518515</c:v>
                </c:pt>
                <c:pt idx="23778">
                  <c:v>0.84918518518518515</c:v>
                </c:pt>
                <c:pt idx="23779">
                  <c:v>0.84918518518518515</c:v>
                </c:pt>
                <c:pt idx="23780">
                  <c:v>0.84918518518518515</c:v>
                </c:pt>
                <c:pt idx="23781">
                  <c:v>0.84933333333333338</c:v>
                </c:pt>
                <c:pt idx="23782">
                  <c:v>0.84933333333333338</c:v>
                </c:pt>
                <c:pt idx="23783">
                  <c:v>0.8494814814814815</c:v>
                </c:pt>
                <c:pt idx="23784">
                  <c:v>0.8494814814814815</c:v>
                </c:pt>
                <c:pt idx="23785">
                  <c:v>0.8494814814814815</c:v>
                </c:pt>
                <c:pt idx="23786">
                  <c:v>0.84962962962962962</c:v>
                </c:pt>
                <c:pt idx="23787">
                  <c:v>0.84977777777777774</c:v>
                </c:pt>
                <c:pt idx="23788">
                  <c:v>0.84977777777777774</c:v>
                </c:pt>
                <c:pt idx="23789">
                  <c:v>0.84977777777777774</c:v>
                </c:pt>
                <c:pt idx="23790">
                  <c:v>0.84977777777777774</c:v>
                </c:pt>
                <c:pt idx="23791">
                  <c:v>0.84977777777777774</c:v>
                </c:pt>
                <c:pt idx="23792">
                  <c:v>0.84977777777777774</c:v>
                </c:pt>
                <c:pt idx="23793">
                  <c:v>0.84977777777777774</c:v>
                </c:pt>
                <c:pt idx="23794">
                  <c:v>0.84977777777777774</c:v>
                </c:pt>
                <c:pt idx="23795">
                  <c:v>0.84992592592592597</c:v>
                </c:pt>
                <c:pt idx="23796">
                  <c:v>0.84992592592592597</c:v>
                </c:pt>
                <c:pt idx="23797">
                  <c:v>0.85007407407407409</c:v>
                </c:pt>
                <c:pt idx="23798">
                  <c:v>0.85007407407407409</c:v>
                </c:pt>
                <c:pt idx="23799">
                  <c:v>0.85007407407407409</c:v>
                </c:pt>
                <c:pt idx="23800">
                  <c:v>0.85007407407407409</c:v>
                </c:pt>
                <c:pt idx="23801">
                  <c:v>0.85007407407407409</c:v>
                </c:pt>
                <c:pt idx="23802">
                  <c:v>0.85007407407407409</c:v>
                </c:pt>
                <c:pt idx="23803">
                  <c:v>0.85022222222222221</c:v>
                </c:pt>
                <c:pt idx="23804">
                  <c:v>0.85022222222222221</c:v>
                </c:pt>
                <c:pt idx="23805">
                  <c:v>0.85037037037037033</c:v>
                </c:pt>
                <c:pt idx="23806">
                  <c:v>0.85051851851851856</c:v>
                </c:pt>
                <c:pt idx="23807">
                  <c:v>0.85051851851851856</c:v>
                </c:pt>
                <c:pt idx="23808">
                  <c:v>0.85051851851851856</c:v>
                </c:pt>
                <c:pt idx="23809">
                  <c:v>0.85051851851851856</c:v>
                </c:pt>
                <c:pt idx="23810">
                  <c:v>0.85051851851851856</c:v>
                </c:pt>
                <c:pt idx="23811">
                  <c:v>0.85066666666666668</c:v>
                </c:pt>
                <c:pt idx="23812">
                  <c:v>0.8508148148148148</c:v>
                </c:pt>
                <c:pt idx="23813">
                  <c:v>0.8508148148148148</c:v>
                </c:pt>
                <c:pt idx="23814">
                  <c:v>0.8508148148148148</c:v>
                </c:pt>
                <c:pt idx="23815">
                  <c:v>0.85096296296296292</c:v>
                </c:pt>
                <c:pt idx="23816">
                  <c:v>0.85096296296296292</c:v>
                </c:pt>
                <c:pt idx="23817">
                  <c:v>0.85096296296296292</c:v>
                </c:pt>
                <c:pt idx="23818">
                  <c:v>0.85111111111111115</c:v>
                </c:pt>
                <c:pt idx="23819">
                  <c:v>0.85111111111111115</c:v>
                </c:pt>
                <c:pt idx="23820">
                  <c:v>0.85125925925925927</c:v>
                </c:pt>
                <c:pt idx="23821">
                  <c:v>0.85125925925925927</c:v>
                </c:pt>
                <c:pt idx="23822">
                  <c:v>0.85140740740740739</c:v>
                </c:pt>
                <c:pt idx="23823">
                  <c:v>0.85140740740740739</c:v>
                </c:pt>
                <c:pt idx="23824">
                  <c:v>0.85140740740740739</c:v>
                </c:pt>
                <c:pt idx="23825">
                  <c:v>0.85155555555555551</c:v>
                </c:pt>
                <c:pt idx="23826">
                  <c:v>0.85155555555555551</c:v>
                </c:pt>
                <c:pt idx="23827">
                  <c:v>0.85155555555555551</c:v>
                </c:pt>
                <c:pt idx="23828">
                  <c:v>0.85155555555555551</c:v>
                </c:pt>
                <c:pt idx="23829">
                  <c:v>0.85155555555555551</c:v>
                </c:pt>
                <c:pt idx="23830">
                  <c:v>0.85155555555555551</c:v>
                </c:pt>
                <c:pt idx="23831">
                  <c:v>0.85170370370370374</c:v>
                </c:pt>
                <c:pt idx="23832">
                  <c:v>0.85170370370370374</c:v>
                </c:pt>
                <c:pt idx="23833">
                  <c:v>0.85170370370370374</c:v>
                </c:pt>
                <c:pt idx="23834">
                  <c:v>0.85170370370370374</c:v>
                </c:pt>
                <c:pt idx="23835">
                  <c:v>0.85170370370370374</c:v>
                </c:pt>
                <c:pt idx="23836">
                  <c:v>0.85185185185185186</c:v>
                </c:pt>
                <c:pt idx="23837">
                  <c:v>0.85199999999999998</c:v>
                </c:pt>
                <c:pt idx="23838">
                  <c:v>0.85199999999999998</c:v>
                </c:pt>
                <c:pt idx="23839">
                  <c:v>0.8521481481481481</c:v>
                </c:pt>
                <c:pt idx="23840">
                  <c:v>0.8521481481481481</c:v>
                </c:pt>
                <c:pt idx="23841">
                  <c:v>0.8521481481481481</c:v>
                </c:pt>
                <c:pt idx="23842">
                  <c:v>0.8521481481481481</c:v>
                </c:pt>
                <c:pt idx="23843">
                  <c:v>0.8521481481481481</c:v>
                </c:pt>
                <c:pt idx="23844">
                  <c:v>0.85229629629629633</c:v>
                </c:pt>
                <c:pt idx="23845">
                  <c:v>0.85229629629629633</c:v>
                </c:pt>
                <c:pt idx="23846">
                  <c:v>0.85244444444444445</c:v>
                </c:pt>
                <c:pt idx="23847">
                  <c:v>0.85244444444444445</c:v>
                </c:pt>
                <c:pt idx="23848">
                  <c:v>0.85244444444444445</c:v>
                </c:pt>
                <c:pt idx="23849">
                  <c:v>0.85244444444444445</c:v>
                </c:pt>
                <c:pt idx="23850">
                  <c:v>0.85259259259259257</c:v>
                </c:pt>
                <c:pt idx="23851">
                  <c:v>0.85259259259259257</c:v>
                </c:pt>
                <c:pt idx="23852">
                  <c:v>0.85259259259259257</c:v>
                </c:pt>
                <c:pt idx="23853">
                  <c:v>0.85259259259259257</c:v>
                </c:pt>
                <c:pt idx="23854">
                  <c:v>0.85274074074074069</c:v>
                </c:pt>
                <c:pt idx="23855">
                  <c:v>0.85274074074074069</c:v>
                </c:pt>
                <c:pt idx="23856">
                  <c:v>0.85288888888888892</c:v>
                </c:pt>
                <c:pt idx="23857">
                  <c:v>0.85288888888888892</c:v>
                </c:pt>
                <c:pt idx="23858">
                  <c:v>0.85288888888888892</c:v>
                </c:pt>
                <c:pt idx="23859">
                  <c:v>0.85288888888888892</c:v>
                </c:pt>
                <c:pt idx="23860">
                  <c:v>0.85288888888888892</c:v>
                </c:pt>
                <c:pt idx="23861">
                  <c:v>0.85288888888888892</c:v>
                </c:pt>
                <c:pt idx="23862">
                  <c:v>0.85303703703703704</c:v>
                </c:pt>
                <c:pt idx="23863">
                  <c:v>0.85303703703703704</c:v>
                </c:pt>
                <c:pt idx="23864">
                  <c:v>0.85303703703703704</c:v>
                </c:pt>
                <c:pt idx="23865">
                  <c:v>0.85303703703703704</c:v>
                </c:pt>
                <c:pt idx="23866">
                  <c:v>0.85303703703703704</c:v>
                </c:pt>
                <c:pt idx="23867">
                  <c:v>0.85303703703703704</c:v>
                </c:pt>
                <c:pt idx="23868">
                  <c:v>0.85303703703703704</c:v>
                </c:pt>
                <c:pt idx="23869">
                  <c:v>0.85303703703703704</c:v>
                </c:pt>
                <c:pt idx="23870">
                  <c:v>0.85303703703703704</c:v>
                </c:pt>
                <c:pt idx="23871">
                  <c:v>0.85303703703703704</c:v>
                </c:pt>
                <c:pt idx="23872">
                  <c:v>0.85303703703703704</c:v>
                </c:pt>
                <c:pt idx="23873">
                  <c:v>0.85303703703703704</c:v>
                </c:pt>
                <c:pt idx="23874">
                  <c:v>0.85303703703703704</c:v>
                </c:pt>
                <c:pt idx="23875">
                  <c:v>0.85303703703703704</c:v>
                </c:pt>
                <c:pt idx="23876">
                  <c:v>0.85318518518518516</c:v>
                </c:pt>
                <c:pt idx="23877">
                  <c:v>0.85318518518518516</c:v>
                </c:pt>
                <c:pt idx="23878">
                  <c:v>0.85318518518518516</c:v>
                </c:pt>
                <c:pt idx="23879">
                  <c:v>0.85333333333333339</c:v>
                </c:pt>
                <c:pt idx="23880">
                  <c:v>0.85333333333333339</c:v>
                </c:pt>
                <c:pt idx="23881">
                  <c:v>0.85333333333333339</c:v>
                </c:pt>
                <c:pt idx="23882">
                  <c:v>0.85333333333333339</c:v>
                </c:pt>
                <c:pt idx="23883">
                  <c:v>0.85333333333333339</c:v>
                </c:pt>
                <c:pt idx="23884">
                  <c:v>0.85333333333333339</c:v>
                </c:pt>
                <c:pt idx="23885">
                  <c:v>0.85333333333333339</c:v>
                </c:pt>
                <c:pt idx="23886">
                  <c:v>0.85333333333333339</c:v>
                </c:pt>
                <c:pt idx="23887">
                  <c:v>0.85333333333333339</c:v>
                </c:pt>
                <c:pt idx="23888">
                  <c:v>0.85333333333333339</c:v>
                </c:pt>
                <c:pt idx="23889">
                  <c:v>0.85348148148148151</c:v>
                </c:pt>
                <c:pt idx="23890">
                  <c:v>0.85362962962962963</c:v>
                </c:pt>
                <c:pt idx="23891">
                  <c:v>0.85362962962962963</c:v>
                </c:pt>
                <c:pt idx="23892">
                  <c:v>0.85362962962962963</c:v>
                </c:pt>
                <c:pt idx="23893">
                  <c:v>0.85362962962962963</c:v>
                </c:pt>
                <c:pt idx="23894">
                  <c:v>0.85362962962962963</c:v>
                </c:pt>
                <c:pt idx="23895">
                  <c:v>0.85377777777777775</c:v>
                </c:pt>
                <c:pt idx="23896">
                  <c:v>0.85377777777777775</c:v>
                </c:pt>
                <c:pt idx="23897">
                  <c:v>0.85392592592592598</c:v>
                </c:pt>
                <c:pt idx="23898">
                  <c:v>0.85392592592592598</c:v>
                </c:pt>
                <c:pt idx="23899">
                  <c:v>0.85392592592592598</c:v>
                </c:pt>
                <c:pt idx="23900">
                  <c:v>0.8540740740740741</c:v>
                </c:pt>
                <c:pt idx="23901">
                  <c:v>0.85422222222222222</c:v>
                </c:pt>
                <c:pt idx="23902">
                  <c:v>0.85437037037037034</c:v>
                </c:pt>
                <c:pt idx="23903">
                  <c:v>0.85437037037037034</c:v>
                </c:pt>
                <c:pt idx="23904">
                  <c:v>0.85437037037037034</c:v>
                </c:pt>
                <c:pt idx="23905">
                  <c:v>0.85437037037037034</c:v>
                </c:pt>
                <c:pt idx="23906">
                  <c:v>0.85451851851851857</c:v>
                </c:pt>
                <c:pt idx="23907">
                  <c:v>0.85466666666666669</c:v>
                </c:pt>
                <c:pt idx="23908">
                  <c:v>0.85466666666666669</c:v>
                </c:pt>
                <c:pt idx="23909">
                  <c:v>0.85481481481481481</c:v>
                </c:pt>
                <c:pt idx="23910">
                  <c:v>0.85481481481481481</c:v>
                </c:pt>
                <c:pt idx="23911">
                  <c:v>0.85481481481481481</c:v>
                </c:pt>
                <c:pt idx="23912">
                  <c:v>0.85481481481481481</c:v>
                </c:pt>
                <c:pt idx="23913">
                  <c:v>0.85496296296296292</c:v>
                </c:pt>
                <c:pt idx="23914">
                  <c:v>0.85496296296296292</c:v>
                </c:pt>
                <c:pt idx="23915">
                  <c:v>0.85496296296296292</c:v>
                </c:pt>
                <c:pt idx="23916">
                  <c:v>0.85511111111111116</c:v>
                </c:pt>
                <c:pt idx="23917">
                  <c:v>0.85511111111111116</c:v>
                </c:pt>
                <c:pt idx="23918">
                  <c:v>0.85511111111111116</c:v>
                </c:pt>
                <c:pt idx="23919">
                  <c:v>0.85511111111111116</c:v>
                </c:pt>
                <c:pt idx="23920">
                  <c:v>0.85511111111111116</c:v>
                </c:pt>
                <c:pt idx="23921">
                  <c:v>0.85511111111111116</c:v>
                </c:pt>
                <c:pt idx="23922">
                  <c:v>0.85511111111111116</c:v>
                </c:pt>
                <c:pt idx="23923">
                  <c:v>0.85511111111111116</c:v>
                </c:pt>
                <c:pt idx="23924">
                  <c:v>0.85511111111111116</c:v>
                </c:pt>
                <c:pt idx="23925">
                  <c:v>0.85525925925925927</c:v>
                </c:pt>
                <c:pt idx="23926">
                  <c:v>0.85540740740740739</c:v>
                </c:pt>
                <c:pt idx="23927">
                  <c:v>0.85555555555555551</c:v>
                </c:pt>
                <c:pt idx="23928">
                  <c:v>0.85555555555555551</c:v>
                </c:pt>
                <c:pt idx="23929">
                  <c:v>0.85555555555555551</c:v>
                </c:pt>
                <c:pt idx="23930">
                  <c:v>0.85570370370370374</c:v>
                </c:pt>
                <c:pt idx="23931">
                  <c:v>0.85570370370370374</c:v>
                </c:pt>
                <c:pt idx="23932">
                  <c:v>0.85570370370370374</c:v>
                </c:pt>
                <c:pt idx="23933">
                  <c:v>0.85570370370370374</c:v>
                </c:pt>
                <c:pt idx="23934">
                  <c:v>0.85570370370370374</c:v>
                </c:pt>
                <c:pt idx="23935">
                  <c:v>0.85570370370370374</c:v>
                </c:pt>
                <c:pt idx="23936">
                  <c:v>0.85570370370370374</c:v>
                </c:pt>
                <c:pt idx="23937">
                  <c:v>0.85585185185185186</c:v>
                </c:pt>
                <c:pt idx="23938">
                  <c:v>0.85585185185185186</c:v>
                </c:pt>
                <c:pt idx="23939">
                  <c:v>0.85585185185185186</c:v>
                </c:pt>
                <c:pt idx="23940">
                  <c:v>0.85599999999999998</c:v>
                </c:pt>
                <c:pt idx="23941">
                  <c:v>0.85599999999999998</c:v>
                </c:pt>
                <c:pt idx="23942">
                  <c:v>0.85599999999999998</c:v>
                </c:pt>
                <c:pt idx="23943">
                  <c:v>0.85599999999999998</c:v>
                </c:pt>
                <c:pt idx="23944">
                  <c:v>0.85599999999999998</c:v>
                </c:pt>
                <c:pt idx="23945">
                  <c:v>0.85599999999999998</c:v>
                </c:pt>
                <c:pt idx="23946">
                  <c:v>0.85599999999999998</c:v>
                </c:pt>
                <c:pt idx="23947">
                  <c:v>0.85599999999999998</c:v>
                </c:pt>
                <c:pt idx="23948">
                  <c:v>0.85599999999999998</c:v>
                </c:pt>
                <c:pt idx="23949">
                  <c:v>0.8561481481481481</c:v>
                </c:pt>
                <c:pt idx="23950">
                  <c:v>0.8561481481481481</c:v>
                </c:pt>
                <c:pt idx="23951">
                  <c:v>0.8561481481481481</c:v>
                </c:pt>
                <c:pt idx="23952">
                  <c:v>0.85629629629629633</c:v>
                </c:pt>
                <c:pt idx="23953">
                  <c:v>0.85629629629629633</c:v>
                </c:pt>
                <c:pt idx="23954">
                  <c:v>0.85629629629629633</c:v>
                </c:pt>
                <c:pt idx="23955">
                  <c:v>0.85644444444444445</c:v>
                </c:pt>
                <c:pt idx="23956">
                  <c:v>0.85644444444444445</c:v>
                </c:pt>
                <c:pt idx="23957">
                  <c:v>0.85644444444444445</c:v>
                </c:pt>
                <c:pt idx="23958">
                  <c:v>0.85659259259259257</c:v>
                </c:pt>
                <c:pt idx="23959">
                  <c:v>0.85659259259259257</c:v>
                </c:pt>
                <c:pt idx="23960">
                  <c:v>0.85659259259259257</c:v>
                </c:pt>
                <c:pt idx="23961">
                  <c:v>0.85674074074074069</c:v>
                </c:pt>
                <c:pt idx="23962">
                  <c:v>0.85674074074074069</c:v>
                </c:pt>
                <c:pt idx="23963">
                  <c:v>0.85674074074074069</c:v>
                </c:pt>
                <c:pt idx="23964">
                  <c:v>0.85674074074074069</c:v>
                </c:pt>
                <c:pt idx="23965">
                  <c:v>0.85674074074074069</c:v>
                </c:pt>
                <c:pt idx="23966">
                  <c:v>0.85674074074074069</c:v>
                </c:pt>
                <c:pt idx="23967">
                  <c:v>0.85674074074074069</c:v>
                </c:pt>
                <c:pt idx="23968">
                  <c:v>0.85674074074074069</c:v>
                </c:pt>
                <c:pt idx="23969">
                  <c:v>0.85688888888888892</c:v>
                </c:pt>
                <c:pt idx="23970">
                  <c:v>0.85688888888888892</c:v>
                </c:pt>
                <c:pt idx="23971">
                  <c:v>0.85688888888888892</c:v>
                </c:pt>
                <c:pt idx="23972">
                  <c:v>0.85688888888888892</c:v>
                </c:pt>
                <c:pt idx="23973">
                  <c:v>0.85688888888888892</c:v>
                </c:pt>
                <c:pt idx="23974">
                  <c:v>0.85688888888888892</c:v>
                </c:pt>
                <c:pt idx="23975">
                  <c:v>0.85703703703703704</c:v>
                </c:pt>
                <c:pt idx="23976">
                  <c:v>0.85703703703703704</c:v>
                </c:pt>
                <c:pt idx="23977">
                  <c:v>0.85718518518518516</c:v>
                </c:pt>
                <c:pt idx="23978">
                  <c:v>0.85718518518518516</c:v>
                </c:pt>
                <c:pt idx="23979">
                  <c:v>0.85733333333333328</c:v>
                </c:pt>
                <c:pt idx="23980">
                  <c:v>0.85733333333333328</c:v>
                </c:pt>
                <c:pt idx="23981">
                  <c:v>0.85733333333333328</c:v>
                </c:pt>
                <c:pt idx="23982">
                  <c:v>0.85733333333333328</c:v>
                </c:pt>
                <c:pt idx="23983">
                  <c:v>0.85733333333333328</c:v>
                </c:pt>
                <c:pt idx="23984">
                  <c:v>0.85733333333333328</c:v>
                </c:pt>
                <c:pt idx="23985">
                  <c:v>0.85733333333333328</c:v>
                </c:pt>
                <c:pt idx="23986">
                  <c:v>0.85733333333333328</c:v>
                </c:pt>
                <c:pt idx="23987">
                  <c:v>0.85733333333333328</c:v>
                </c:pt>
                <c:pt idx="23988">
                  <c:v>0.85733333333333328</c:v>
                </c:pt>
                <c:pt idx="23989">
                  <c:v>0.85733333333333328</c:v>
                </c:pt>
                <c:pt idx="23990">
                  <c:v>0.85748148148148151</c:v>
                </c:pt>
                <c:pt idx="23991">
                  <c:v>0.85762962962962963</c:v>
                </c:pt>
                <c:pt idx="23992">
                  <c:v>0.85762962962962963</c:v>
                </c:pt>
                <c:pt idx="23993">
                  <c:v>0.85762962962962963</c:v>
                </c:pt>
                <c:pt idx="23994">
                  <c:v>0.85762962962962963</c:v>
                </c:pt>
                <c:pt idx="23995">
                  <c:v>0.85762962962962963</c:v>
                </c:pt>
                <c:pt idx="23996">
                  <c:v>0.85762962962962963</c:v>
                </c:pt>
                <c:pt idx="23997">
                  <c:v>0.85762962962962963</c:v>
                </c:pt>
                <c:pt idx="23998">
                  <c:v>0.85777777777777775</c:v>
                </c:pt>
                <c:pt idx="23999">
                  <c:v>0.85777777777777775</c:v>
                </c:pt>
                <c:pt idx="24000">
                  <c:v>0.85777777777777775</c:v>
                </c:pt>
                <c:pt idx="24001">
                  <c:v>0.85777777777777775</c:v>
                </c:pt>
                <c:pt idx="24002">
                  <c:v>0.85777777777777775</c:v>
                </c:pt>
                <c:pt idx="24003">
                  <c:v>0.85792592592592598</c:v>
                </c:pt>
                <c:pt idx="24004">
                  <c:v>0.85792592592592598</c:v>
                </c:pt>
                <c:pt idx="24005">
                  <c:v>0.85792592592592598</c:v>
                </c:pt>
                <c:pt idx="24006">
                  <c:v>0.85792592592592598</c:v>
                </c:pt>
                <c:pt idx="24007">
                  <c:v>0.8580740740740741</c:v>
                </c:pt>
                <c:pt idx="24008">
                  <c:v>0.8580740740740741</c:v>
                </c:pt>
                <c:pt idx="24009">
                  <c:v>0.8580740740740741</c:v>
                </c:pt>
                <c:pt idx="24010">
                  <c:v>0.8580740740740741</c:v>
                </c:pt>
                <c:pt idx="24011">
                  <c:v>0.8580740740740741</c:v>
                </c:pt>
                <c:pt idx="24012">
                  <c:v>0.85822222222222222</c:v>
                </c:pt>
                <c:pt idx="24013">
                  <c:v>0.85822222222222222</c:v>
                </c:pt>
                <c:pt idx="24014">
                  <c:v>0.85822222222222222</c:v>
                </c:pt>
                <c:pt idx="24015">
                  <c:v>0.85822222222222222</c:v>
                </c:pt>
                <c:pt idx="24016">
                  <c:v>0.85822222222222222</c:v>
                </c:pt>
                <c:pt idx="24017">
                  <c:v>0.85837037037037034</c:v>
                </c:pt>
                <c:pt idx="24018">
                  <c:v>0.85837037037037034</c:v>
                </c:pt>
                <c:pt idx="24019">
                  <c:v>0.85837037037037034</c:v>
                </c:pt>
                <c:pt idx="24020">
                  <c:v>0.85837037037037034</c:v>
                </c:pt>
                <c:pt idx="24021">
                  <c:v>0.85837037037037034</c:v>
                </c:pt>
                <c:pt idx="24022">
                  <c:v>0.85851851851851857</c:v>
                </c:pt>
                <c:pt idx="24023">
                  <c:v>0.85851851851851857</c:v>
                </c:pt>
                <c:pt idx="24024">
                  <c:v>0.85851851851851857</c:v>
                </c:pt>
                <c:pt idx="24025">
                  <c:v>0.85866666666666669</c:v>
                </c:pt>
                <c:pt idx="24026">
                  <c:v>0.85866666666666669</c:v>
                </c:pt>
                <c:pt idx="24027">
                  <c:v>0.85866666666666669</c:v>
                </c:pt>
                <c:pt idx="24028">
                  <c:v>0.85881481481481481</c:v>
                </c:pt>
                <c:pt idx="24029">
                  <c:v>0.85881481481481481</c:v>
                </c:pt>
                <c:pt idx="24030">
                  <c:v>0.85881481481481481</c:v>
                </c:pt>
                <c:pt idx="24031">
                  <c:v>0.85881481481481481</c:v>
                </c:pt>
                <c:pt idx="24032">
                  <c:v>0.85896296296296293</c:v>
                </c:pt>
                <c:pt idx="24033">
                  <c:v>0.85896296296296293</c:v>
                </c:pt>
                <c:pt idx="24034">
                  <c:v>0.85896296296296293</c:v>
                </c:pt>
                <c:pt idx="24035">
                  <c:v>0.85896296296296293</c:v>
                </c:pt>
                <c:pt idx="24036">
                  <c:v>0.85896296296296293</c:v>
                </c:pt>
                <c:pt idx="24037">
                  <c:v>0.85896296296296293</c:v>
                </c:pt>
                <c:pt idx="24038">
                  <c:v>0.85911111111111116</c:v>
                </c:pt>
                <c:pt idx="24039">
                  <c:v>0.85911111111111116</c:v>
                </c:pt>
                <c:pt idx="24040">
                  <c:v>0.85911111111111116</c:v>
                </c:pt>
                <c:pt idx="24041">
                  <c:v>0.85911111111111116</c:v>
                </c:pt>
                <c:pt idx="24042">
                  <c:v>0.85911111111111116</c:v>
                </c:pt>
                <c:pt idx="24043">
                  <c:v>0.85911111111111116</c:v>
                </c:pt>
                <c:pt idx="24044">
                  <c:v>0.85911111111111116</c:v>
                </c:pt>
                <c:pt idx="24045">
                  <c:v>0.85911111111111116</c:v>
                </c:pt>
                <c:pt idx="24046">
                  <c:v>0.85911111111111116</c:v>
                </c:pt>
                <c:pt idx="24047">
                  <c:v>0.85911111111111116</c:v>
                </c:pt>
                <c:pt idx="24048">
                  <c:v>0.85911111111111116</c:v>
                </c:pt>
                <c:pt idx="24049">
                  <c:v>0.85911111111111116</c:v>
                </c:pt>
                <c:pt idx="24050">
                  <c:v>0.85911111111111116</c:v>
                </c:pt>
                <c:pt idx="24051">
                  <c:v>0.85911111111111116</c:v>
                </c:pt>
                <c:pt idx="24052">
                  <c:v>0.85911111111111116</c:v>
                </c:pt>
                <c:pt idx="24053">
                  <c:v>0.85925925925925928</c:v>
                </c:pt>
                <c:pt idx="24054">
                  <c:v>0.8594074074074074</c:v>
                </c:pt>
                <c:pt idx="24055">
                  <c:v>0.8594074074074074</c:v>
                </c:pt>
                <c:pt idx="24056">
                  <c:v>0.85955555555555552</c:v>
                </c:pt>
                <c:pt idx="24057">
                  <c:v>0.85970370370370375</c:v>
                </c:pt>
                <c:pt idx="24058">
                  <c:v>0.85985185185185187</c:v>
                </c:pt>
                <c:pt idx="24059">
                  <c:v>0.85985185185185187</c:v>
                </c:pt>
                <c:pt idx="24060">
                  <c:v>0.86</c:v>
                </c:pt>
                <c:pt idx="24061">
                  <c:v>0.86</c:v>
                </c:pt>
                <c:pt idx="24062">
                  <c:v>0.86</c:v>
                </c:pt>
                <c:pt idx="24063">
                  <c:v>0.86</c:v>
                </c:pt>
                <c:pt idx="24064">
                  <c:v>0.86</c:v>
                </c:pt>
                <c:pt idx="24065">
                  <c:v>0.86</c:v>
                </c:pt>
                <c:pt idx="24066">
                  <c:v>0.86</c:v>
                </c:pt>
                <c:pt idx="24067">
                  <c:v>0.86</c:v>
                </c:pt>
                <c:pt idx="24068">
                  <c:v>0.86</c:v>
                </c:pt>
                <c:pt idx="24069">
                  <c:v>0.86</c:v>
                </c:pt>
                <c:pt idx="24070">
                  <c:v>0.86</c:v>
                </c:pt>
                <c:pt idx="24071">
                  <c:v>0.86</c:v>
                </c:pt>
                <c:pt idx="24072">
                  <c:v>0.86</c:v>
                </c:pt>
                <c:pt idx="24073">
                  <c:v>0.86</c:v>
                </c:pt>
                <c:pt idx="24074">
                  <c:v>0.86</c:v>
                </c:pt>
                <c:pt idx="24075">
                  <c:v>0.86</c:v>
                </c:pt>
                <c:pt idx="24076">
                  <c:v>0.86014814814814811</c:v>
                </c:pt>
                <c:pt idx="24077">
                  <c:v>0.86014814814814811</c:v>
                </c:pt>
                <c:pt idx="24078">
                  <c:v>0.86014814814814811</c:v>
                </c:pt>
                <c:pt idx="24079">
                  <c:v>0.86014814814814811</c:v>
                </c:pt>
                <c:pt idx="24080">
                  <c:v>0.86014814814814811</c:v>
                </c:pt>
                <c:pt idx="24081">
                  <c:v>0.86014814814814811</c:v>
                </c:pt>
                <c:pt idx="24082">
                  <c:v>0.86014814814814811</c:v>
                </c:pt>
                <c:pt idx="24083">
                  <c:v>0.86014814814814811</c:v>
                </c:pt>
                <c:pt idx="24084">
                  <c:v>0.86029629629629634</c:v>
                </c:pt>
                <c:pt idx="24085">
                  <c:v>0.86029629629629634</c:v>
                </c:pt>
                <c:pt idx="24086">
                  <c:v>0.86029629629629634</c:v>
                </c:pt>
                <c:pt idx="24087">
                  <c:v>0.86029629629629634</c:v>
                </c:pt>
                <c:pt idx="24088">
                  <c:v>0.86029629629629634</c:v>
                </c:pt>
                <c:pt idx="24089">
                  <c:v>0.86029629629629634</c:v>
                </c:pt>
                <c:pt idx="24090">
                  <c:v>0.86044444444444446</c:v>
                </c:pt>
                <c:pt idx="24091">
                  <c:v>0.86044444444444446</c:v>
                </c:pt>
                <c:pt idx="24092">
                  <c:v>0.86044444444444446</c:v>
                </c:pt>
                <c:pt idx="24093">
                  <c:v>0.86059259259259258</c:v>
                </c:pt>
                <c:pt idx="24094">
                  <c:v>0.86059259259259258</c:v>
                </c:pt>
                <c:pt idx="24095">
                  <c:v>0.86059259259259258</c:v>
                </c:pt>
                <c:pt idx="24096">
                  <c:v>0.86059259259259258</c:v>
                </c:pt>
                <c:pt idx="24097">
                  <c:v>0.86059259259259258</c:v>
                </c:pt>
                <c:pt idx="24098">
                  <c:v>0.86059259259259258</c:v>
                </c:pt>
                <c:pt idx="24099">
                  <c:v>0.86059259259259258</c:v>
                </c:pt>
                <c:pt idx="24100">
                  <c:v>0.86059259259259258</c:v>
                </c:pt>
                <c:pt idx="24101">
                  <c:v>0.86059259259259258</c:v>
                </c:pt>
                <c:pt idx="24102">
                  <c:v>0.86059259259259258</c:v>
                </c:pt>
                <c:pt idx="24103">
                  <c:v>0.8607407407407407</c:v>
                </c:pt>
                <c:pt idx="24104">
                  <c:v>0.8607407407407407</c:v>
                </c:pt>
                <c:pt idx="24105">
                  <c:v>0.8607407407407407</c:v>
                </c:pt>
                <c:pt idx="24106">
                  <c:v>0.8607407407407407</c:v>
                </c:pt>
                <c:pt idx="24107">
                  <c:v>0.86088888888888893</c:v>
                </c:pt>
                <c:pt idx="24108">
                  <c:v>0.86103703703703705</c:v>
                </c:pt>
                <c:pt idx="24109">
                  <c:v>0.86103703703703705</c:v>
                </c:pt>
                <c:pt idx="24110">
                  <c:v>0.86103703703703705</c:v>
                </c:pt>
                <c:pt idx="24111">
                  <c:v>0.86103703703703705</c:v>
                </c:pt>
                <c:pt idx="24112">
                  <c:v>0.86118518518518516</c:v>
                </c:pt>
                <c:pt idx="24113">
                  <c:v>0.86118518518518516</c:v>
                </c:pt>
                <c:pt idx="24114">
                  <c:v>0.86118518518518516</c:v>
                </c:pt>
                <c:pt idx="24115">
                  <c:v>0.86118518518518516</c:v>
                </c:pt>
                <c:pt idx="24116">
                  <c:v>0.86133333333333328</c:v>
                </c:pt>
                <c:pt idx="24117">
                  <c:v>0.86133333333333328</c:v>
                </c:pt>
                <c:pt idx="24118">
                  <c:v>0.86133333333333328</c:v>
                </c:pt>
                <c:pt idx="24119">
                  <c:v>0.86133333333333328</c:v>
                </c:pt>
                <c:pt idx="24120">
                  <c:v>0.86133333333333328</c:v>
                </c:pt>
                <c:pt idx="24121">
                  <c:v>0.86133333333333328</c:v>
                </c:pt>
                <c:pt idx="24122">
                  <c:v>0.86148148148148151</c:v>
                </c:pt>
                <c:pt idx="24123">
                  <c:v>0.86148148148148151</c:v>
                </c:pt>
                <c:pt idx="24124">
                  <c:v>0.86148148148148151</c:v>
                </c:pt>
                <c:pt idx="24125">
                  <c:v>0.86162962962962963</c:v>
                </c:pt>
                <c:pt idx="24126">
                  <c:v>0.86177777777777775</c:v>
                </c:pt>
                <c:pt idx="24127">
                  <c:v>0.86192592592592587</c:v>
                </c:pt>
                <c:pt idx="24128">
                  <c:v>0.86192592592592587</c:v>
                </c:pt>
                <c:pt idx="24129">
                  <c:v>0.86192592592592587</c:v>
                </c:pt>
                <c:pt idx="24130">
                  <c:v>0.8620740740740741</c:v>
                </c:pt>
                <c:pt idx="24131">
                  <c:v>0.8620740740740741</c:v>
                </c:pt>
                <c:pt idx="24132">
                  <c:v>0.8620740740740741</c:v>
                </c:pt>
                <c:pt idx="24133">
                  <c:v>0.86222222222222222</c:v>
                </c:pt>
                <c:pt idx="24134">
                  <c:v>0.86222222222222222</c:v>
                </c:pt>
                <c:pt idx="24135">
                  <c:v>0.86222222222222222</c:v>
                </c:pt>
                <c:pt idx="24136">
                  <c:v>0.86222222222222222</c:v>
                </c:pt>
                <c:pt idx="24137">
                  <c:v>0.86222222222222222</c:v>
                </c:pt>
                <c:pt idx="24138">
                  <c:v>0.86222222222222222</c:v>
                </c:pt>
                <c:pt idx="24139">
                  <c:v>0.86222222222222222</c:v>
                </c:pt>
                <c:pt idx="24140">
                  <c:v>0.86222222222222222</c:v>
                </c:pt>
                <c:pt idx="24141">
                  <c:v>0.86222222222222222</c:v>
                </c:pt>
                <c:pt idx="24142">
                  <c:v>0.86237037037037034</c:v>
                </c:pt>
                <c:pt idx="24143">
                  <c:v>0.86251851851851857</c:v>
                </c:pt>
                <c:pt idx="24144">
                  <c:v>0.86266666666666669</c:v>
                </c:pt>
                <c:pt idx="24145">
                  <c:v>0.86281481481481481</c:v>
                </c:pt>
                <c:pt idx="24146">
                  <c:v>0.86281481481481481</c:v>
                </c:pt>
                <c:pt idx="24147">
                  <c:v>0.86281481481481481</c:v>
                </c:pt>
                <c:pt idx="24148">
                  <c:v>0.86281481481481481</c:v>
                </c:pt>
                <c:pt idx="24149">
                  <c:v>0.86281481481481481</c:v>
                </c:pt>
                <c:pt idx="24150">
                  <c:v>0.86281481481481481</c:v>
                </c:pt>
                <c:pt idx="24151">
                  <c:v>0.86281481481481481</c:v>
                </c:pt>
                <c:pt idx="24152">
                  <c:v>0.86281481481481481</c:v>
                </c:pt>
                <c:pt idx="24153">
                  <c:v>0.86281481481481481</c:v>
                </c:pt>
                <c:pt idx="24154">
                  <c:v>0.86281481481481481</c:v>
                </c:pt>
                <c:pt idx="24155">
                  <c:v>0.86281481481481481</c:v>
                </c:pt>
                <c:pt idx="24156">
                  <c:v>0.86296296296296293</c:v>
                </c:pt>
                <c:pt idx="24157">
                  <c:v>0.86296296296296293</c:v>
                </c:pt>
                <c:pt idx="24158">
                  <c:v>0.86296296296296293</c:v>
                </c:pt>
                <c:pt idx="24159">
                  <c:v>0.86311111111111116</c:v>
                </c:pt>
                <c:pt idx="24160">
                  <c:v>0.86311111111111116</c:v>
                </c:pt>
                <c:pt idx="24161">
                  <c:v>0.86311111111111116</c:v>
                </c:pt>
                <c:pt idx="24162">
                  <c:v>0.86311111111111116</c:v>
                </c:pt>
                <c:pt idx="24163">
                  <c:v>0.86311111111111116</c:v>
                </c:pt>
                <c:pt idx="24164">
                  <c:v>0.86311111111111116</c:v>
                </c:pt>
                <c:pt idx="24165">
                  <c:v>0.86311111111111116</c:v>
                </c:pt>
                <c:pt idx="24166">
                  <c:v>0.86311111111111116</c:v>
                </c:pt>
                <c:pt idx="24167">
                  <c:v>0.86311111111111116</c:v>
                </c:pt>
                <c:pt idx="24168">
                  <c:v>0.86311111111111116</c:v>
                </c:pt>
                <c:pt idx="24169">
                  <c:v>0.86311111111111116</c:v>
                </c:pt>
                <c:pt idx="24170">
                  <c:v>0.86325925925925928</c:v>
                </c:pt>
                <c:pt idx="24171">
                  <c:v>0.86325925925925928</c:v>
                </c:pt>
                <c:pt idx="24172">
                  <c:v>0.8634074074074074</c:v>
                </c:pt>
                <c:pt idx="24173">
                  <c:v>0.8634074074074074</c:v>
                </c:pt>
                <c:pt idx="24174">
                  <c:v>0.8634074074074074</c:v>
                </c:pt>
                <c:pt idx="24175">
                  <c:v>0.8634074074074074</c:v>
                </c:pt>
                <c:pt idx="24176">
                  <c:v>0.8634074074074074</c:v>
                </c:pt>
                <c:pt idx="24177">
                  <c:v>0.8634074074074074</c:v>
                </c:pt>
                <c:pt idx="24178">
                  <c:v>0.8634074074074074</c:v>
                </c:pt>
                <c:pt idx="24179">
                  <c:v>0.8634074074074074</c:v>
                </c:pt>
                <c:pt idx="24180">
                  <c:v>0.8634074074074074</c:v>
                </c:pt>
                <c:pt idx="24181">
                  <c:v>0.8634074074074074</c:v>
                </c:pt>
                <c:pt idx="24182">
                  <c:v>0.8634074074074074</c:v>
                </c:pt>
                <c:pt idx="24183">
                  <c:v>0.86355555555555552</c:v>
                </c:pt>
                <c:pt idx="24184">
                  <c:v>0.86355555555555552</c:v>
                </c:pt>
                <c:pt idx="24185">
                  <c:v>0.86355555555555552</c:v>
                </c:pt>
                <c:pt idx="24186">
                  <c:v>0.86355555555555552</c:v>
                </c:pt>
                <c:pt idx="24187">
                  <c:v>0.86370370370370375</c:v>
                </c:pt>
                <c:pt idx="24188">
                  <c:v>0.86385185185185187</c:v>
                </c:pt>
                <c:pt idx="24189">
                  <c:v>0.86399999999999999</c:v>
                </c:pt>
                <c:pt idx="24190">
                  <c:v>0.86399999999999999</c:v>
                </c:pt>
                <c:pt idx="24191">
                  <c:v>0.86399999999999999</c:v>
                </c:pt>
                <c:pt idx="24192">
                  <c:v>0.86399999999999999</c:v>
                </c:pt>
                <c:pt idx="24193">
                  <c:v>0.86399999999999999</c:v>
                </c:pt>
                <c:pt idx="24194">
                  <c:v>0.86399999999999999</c:v>
                </c:pt>
                <c:pt idx="24195">
                  <c:v>0.86414814814814811</c:v>
                </c:pt>
                <c:pt idx="24196">
                  <c:v>0.86414814814814811</c:v>
                </c:pt>
                <c:pt idx="24197">
                  <c:v>0.86414814814814811</c:v>
                </c:pt>
                <c:pt idx="24198">
                  <c:v>0.86429629629629634</c:v>
                </c:pt>
                <c:pt idx="24199">
                  <c:v>0.86429629629629634</c:v>
                </c:pt>
                <c:pt idx="24200">
                  <c:v>0.86429629629629634</c:v>
                </c:pt>
                <c:pt idx="24201">
                  <c:v>0.86429629629629634</c:v>
                </c:pt>
                <c:pt idx="24202">
                  <c:v>0.86429629629629634</c:v>
                </c:pt>
                <c:pt idx="24203">
                  <c:v>0.86444444444444446</c:v>
                </c:pt>
                <c:pt idx="24204">
                  <c:v>0.86444444444444446</c:v>
                </c:pt>
                <c:pt idx="24205">
                  <c:v>0.86444444444444446</c:v>
                </c:pt>
                <c:pt idx="24206">
                  <c:v>0.86444444444444446</c:v>
                </c:pt>
                <c:pt idx="24207">
                  <c:v>0.86444444444444446</c:v>
                </c:pt>
                <c:pt idx="24208">
                  <c:v>0.86459259259259258</c:v>
                </c:pt>
                <c:pt idx="24209">
                  <c:v>0.86459259259259258</c:v>
                </c:pt>
                <c:pt idx="24210">
                  <c:v>0.86459259259259258</c:v>
                </c:pt>
                <c:pt idx="24211">
                  <c:v>0.8647407407407407</c:v>
                </c:pt>
                <c:pt idx="24212">
                  <c:v>0.8647407407407407</c:v>
                </c:pt>
                <c:pt idx="24213">
                  <c:v>0.86488888888888893</c:v>
                </c:pt>
                <c:pt idx="24214">
                  <c:v>0.86488888888888893</c:v>
                </c:pt>
                <c:pt idx="24215">
                  <c:v>0.86488888888888893</c:v>
                </c:pt>
                <c:pt idx="24216">
                  <c:v>0.86488888888888893</c:v>
                </c:pt>
                <c:pt idx="24217">
                  <c:v>0.86488888888888893</c:v>
                </c:pt>
                <c:pt idx="24218">
                  <c:v>0.86503703703703705</c:v>
                </c:pt>
                <c:pt idx="24219">
                  <c:v>0.86503703703703705</c:v>
                </c:pt>
                <c:pt idx="24220">
                  <c:v>0.86518518518518517</c:v>
                </c:pt>
                <c:pt idx="24221">
                  <c:v>0.86533333333333329</c:v>
                </c:pt>
                <c:pt idx="24222">
                  <c:v>0.86533333333333329</c:v>
                </c:pt>
                <c:pt idx="24223">
                  <c:v>0.86533333333333329</c:v>
                </c:pt>
                <c:pt idx="24224">
                  <c:v>0.86548148148148152</c:v>
                </c:pt>
                <c:pt idx="24225">
                  <c:v>0.86548148148148152</c:v>
                </c:pt>
                <c:pt idx="24226">
                  <c:v>0.86548148148148152</c:v>
                </c:pt>
                <c:pt idx="24227">
                  <c:v>0.86548148148148152</c:v>
                </c:pt>
                <c:pt idx="24228">
                  <c:v>0.86548148148148152</c:v>
                </c:pt>
                <c:pt idx="24229">
                  <c:v>0.86548148148148152</c:v>
                </c:pt>
                <c:pt idx="24230">
                  <c:v>0.86562962962962964</c:v>
                </c:pt>
                <c:pt idx="24231">
                  <c:v>0.86562962962962964</c:v>
                </c:pt>
                <c:pt idx="24232">
                  <c:v>0.86562962962962964</c:v>
                </c:pt>
                <c:pt idx="24233">
                  <c:v>0.86562962962962964</c:v>
                </c:pt>
                <c:pt idx="24234">
                  <c:v>0.86562962962962964</c:v>
                </c:pt>
                <c:pt idx="24235">
                  <c:v>0.86562962962962964</c:v>
                </c:pt>
                <c:pt idx="24236">
                  <c:v>0.86562962962962964</c:v>
                </c:pt>
                <c:pt idx="24237">
                  <c:v>0.86577777777777776</c:v>
                </c:pt>
                <c:pt idx="24238">
                  <c:v>0.86577777777777776</c:v>
                </c:pt>
                <c:pt idx="24239">
                  <c:v>0.86577777777777776</c:v>
                </c:pt>
                <c:pt idx="24240">
                  <c:v>0.86577777777777776</c:v>
                </c:pt>
                <c:pt idx="24241">
                  <c:v>0.86577777777777776</c:v>
                </c:pt>
                <c:pt idx="24242">
                  <c:v>0.86577777777777776</c:v>
                </c:pt>
                <c:pt idx="24243">
                  <c:v>0.86592592592592588</c:v>
                </c:pt>
                <c:pt idx="24244">
                  <c:v>0.86592592592592588</c:v>
                </c:pt>
                <c:pt idx="24245">
                  <c:v>0.86607407407407411</c:v>
                </c:pt>
                <c:pt idx="24246">
                  <c:v>0.86622222222222223</c:v>
                </c:pt>
                <c:pt idx="24247">
                  <c:v>0.86622222222222223</c:v>
                </c:pt>
                <c:pt idx="24248">
                  <c:v>0.86622222222222223</c:v>
                </c:pt>
                <c:pt idx="24249">
                  <c:v>0.86637037037037035</c:v>
                </c:pt>
                <c:pt idx="24250">
                  <c:v>0.86637037037037035</c:v>
                </c:pt>
                <c:pt idx="24251">
                  <c:v>0.86651851851851847</c:v>
                </c:pt>
                <c:pt idx="24252">
                  <c:v>0.86651851851851847</c:v>
                </c:pt>
                <c:pt idx="24253">
                  <c:v>0.86651851851851847</c:v>
                </c:pt>
                <c:pt idx="24254">
                  <c:v>0.86651851851851847</c:v>
                </c:pt>
                <c:pt idx="24255">
                  <c:v>0.86651851851851847</c:v>
                </c:pt>
                <c:pt idx="24256">
                  <c:v>0.86651851851851847</c:v>
                </c:pt>
                <c:pt idx="24257">
                  <c:v>0.86651851851851847</c:v>
                </c:pt>
                <c:pt idx="24258">
                  <c:v>0.86651851851851847</c:v>
                </c:pt>
                <c:pt idx="24259">
                  <c:v>0.8666666666666667</c:v>
                </c:pt>
                <c:pt idx="24260">
                  <c:v>0.86681481481481482</c:v>
                </c:pt>
                <c:pt idx="24261">
                  <c:v>0.86681481481481482</c:v>
                </c:pt>
                <c:pt idx="24262">
                  <c:v>0.86681481481481482</c:v>
                </c:pt>
                <c:pt idx="24263">
                  <c:v>0.86681481481481482</c:v>
                </c:pt>
                <c:pt idx="24264">
                  <c:v>0.86681481481481482</c:v>
                </c:pt>
                <c:pt idx="24265">
                  <c:v>0.86696296296296294</c:v>
                </c:pt>
                <c:pt idx="24266">
                  <c:v>0.86711111111111117</c:v>
                </c:pt>
                <c:pt idx="24267">
                  <c:v>0.86711111111111117</c:v>
                </c:pt>
                <c:pt idx="24268">
                  <c:v>0.86711111111111117</c:v>
                </c:pt>
                <c:pt idx="24269">
                  <c:v>0.86725925925925929</c:v>
                </c:pt>
                <c:pt idx="24270">
                  <c:v>0.8674074074074074</c:v>
                </c:pt>
                <c:pt idx="24271">
                  <c:v>0.8674074074074074</c:v>
                </c:pt>
                <c:pt idx="24272">
                  <c:v>0.8674074074074074</c:v>
                </c:pt>
                <c:pt idx="24273">
                  <c:v>0.86755555555555552</c:v>
                </c:pt>
                <c:pt idx="24274">
                  <c:v>0.86755555555555552</c:v>
                </c:pt>
                <c:pt idx="24275">
                  <c:v>0.86755555555555552</c:v>
                </c:pt>
                <c:pt idx="24276">
                  <c:v>0.86770370370370375</c:v>
                </c:pt>
                <c:pt idx="24277">
                  <c:v>0.86770370370370375</c:v>
                </c:pt>
                <c:pt idx="24278">
                  <c:v>0.86770370370370375</c:v>
                </c:pt>
                <c:pt idx="24279">
                  <c:v>0.86785185185185187</c:v>
                </c:pt>
                <c:pt idx="24280">
                  <c:v>0.86785185185185187</c:v>
                </c:pt>
                <c:pt idx="24281">
                  <c:v>0.86785185185185187</c:v>
                </c:pt>
                <c:pt idx="24282">
                  <c:v>0.86785185185185187</c:v>
                </c:pt>
                <c:pt idx="24283">
                  <c:v>0.86785185185185187</c:v>
                </c:pt>
                <c:pt idx="24284">
                  <c:v>0.86785185185185187</c:v>
                </c:pt>
                <c:pt idx="24285">
                  <c:v>0.86785185185185187</c:v>
                </c:pt>
                <c:pt idx="24286">
                  <c:v>0.86799999999999999</c:v>
                </c:pt>
                <c:pt idx="24287">
                  <c:v>0.86814814814814811</c:v>
                </c:pt>
                <c:pt idx="24288">
                  <c:v>0.86814814814814811</c:v>
                </c:pt>
                <c:pt idx="24289">
                  <c:v>0.86829629629629634</c:v>
                </c:pt>
                <c:pt idx="24290">
                  <c:v>0.86829629629629634</c:v>
                </c:pt>
                <c:pt idx="24291">
                  <c:v>0.86829629629629634</c:v>
                </c:pt>
                <c:pt idx="24292">
                  <c:v>0.86829629629629634</c:v>
                </c:pt>
                <c:pt idx="24293">
                  <c:v>0.86829629629629634</c:v>
                </c:pt>
                <c:pt idx="24294">
                  <c:v>0.86844444444444446</c:v>
                </c:pt>
                <c:pt idx="24295">
                  <c:v>0.86844444444444446</c:v>
                </c:pt>
                <c:pt idx="24296">
                  <c:v>0.86844444444444446</c:v>
                </c:pt>
                <c:pt idx="24297">
                  <c:v>0.86844444444444446</c:v>
                </c:pt>
                <c:pt idx="24298">
                  <c:v>0.86859259259259258</c:v>
                </c:pt>
                <c:pt idx="24299">
                  <c:v>0.86859259259259258</c:v>
                </c:pt>
                <c:pt idx="24300">
                  <c:v>0.86859259259259258</c:v>
                </c:pt>
                <c:pt idx="24301">
                  <c:v>0.86859259259259258</c:v>
                </c:pt>
                <c:pt idx="24302">
                  <c:v>0.8687407407407407</c:v>
                </c:pt>
                <c:pt idx="24303">
                  <c:v>0.8687407407407407</c:v>
                </c:pt>
                <c:pt idx="24304">
                  <c:v>0.8687407407407407</c:v>
                </c:pt>
                <c:pt idx="24305">
                  <c:v>0.86888888888888893</c:v>
                </c:pt>
                <c:pt idx="24306">
                  <c:v>0.86888888888888893</c:v>
                </c:pt>
                <c:pt idx="24307">
                  <c:v>0.86888888888888893</c:v>
                </c:pt>
                <c:pt idx="24308">
                  <c:v>0.86888888888888893</c:v>
                </c:pt>
                <c:pt idx="24309">
                  <c:v>0.86888888888888893</c:v>
                </c:pt>
                <c:pt idx="24310">
                  <c:v>0.86903703703703705</c:v>
                </c:pt>
                <c:pt idx="24311">
                  <c:v>0.86903703703703705</c:v>
                </c:pt>
                <c:pt idx="24312">
                  <c:v>0.86903703703703705</c:v>
                </c:pt>
                <c:pt idx="24313">
                  <c:v>0.86903703703703705</c:v>
                </c:pt>
                <c:pt idx="24314">
                  <c:v>0.86903703703703705</c:v>
                </c:pt>
                <c:pt idx="24315">
                  <c:v>0.86918518518518517</c:v>
                </c:pt>
                <c:pt idx="24316">
                  <c:v>0.86933333333333329</c:v>
                </c:pt>
                <c:pt idx="24317">
                  <c:v>0.86948148148148152</c:v>
                </c:pt>
                <c:pt idx="24318">
                  <c:v>0.86962962962962964</c:v>
                </c:pt>
                <c:pt idx="24319">
                  <c:v>0.86962962962962964</c:v>
                </c:pt>
                <c:pt idx="24320">
                  <c:v>0.86962962962962964</c:v>
                </c:pt>
                <c:pt idx="24321">
                  <c:v>0.86977777777777776</c:v>
                </c:pt>
                <c:pt idx="24322">
                  <c:v>0.86977777777777776</c:v>
                </c:pt>
                <c:pt idx="24323">
                  <c:v>0.86977777777777776</c:v>
                </c:pt>
                <c:pt idx="24324">
                  <c:v>0.86977777777777776</c:v>
                </c:pt>
                <c:pt idx="24325">
                  <c:v>0.86992592592592588</c:v>
                </c:pt>
                <c:pt idx="24326">
                  <c:v>0.86992592592592588</c:v>
                </c:pt>
                <c:pt idx="24327">
                  <c:v>0.86992592592592588</c:v>
                </c:pt>
                <c:pt idx="24328">
                  <c:v>0.86992592592592588</c:v>
                </c:pt>
                <c:pt idx="24329">
                  <c:v>0.86992592592592588</c:v>
                </c:pt>
                <c:pt idx="24330">
                  <c:v>0.86992592592592588</c:v>
                </c:pt>
                <c:pt idx="24331">
                  <c:v>0.86992592592592588</c:v>
                </c:pt>
                <c:pt idx="24332">
                  <c:v>0.87007407407407411</c:v>
                </c:pt>
                <c:pt idx="24333">
                  <c:v>0.87007407407407411</c:v>
                </c:pt>
                <c:pt idx="24334">
                  <c:v>0.87007407407407411</c:v>
                </c:pt>
                <c:pt idx="24335">
                  <c:v>0.87007407407407411</c:v>
                </c:pt>
                <c:pt idx="24336">
                  <c:v>0.87022222222222223</c:v>
                </c:pt>
                <c:pt idx="24337">
                  <c:v>0.87022222222222223</c:v>
                </c:pt>
                <c:pt idx="24338">
                  <c:v>0.87037037037037035</c:v>
                </c:pt>
                <c:pt idx="24339">
                  <c:v>0.87037037037037035</c:v>
                </c:pt>
                <c:pt idx="24340">
                  <c:v>0.87037037037037035</c:v>
                </c:pt>
                <c:pt idx="24341">
                  <c:v>0.87037037037037035</c:v>
                </c:pt>
                <c:pt idx="24342">
                  <c:v>0.87037037037037035</c:v>
                </c:pt>
                <c:pt idx="24343">
                  <c:v>0.87051851851851847</c:v>
                </c:pt>
                <c:pt idx="24344">
                  <c:v>0.87051851851851847</c:v>
                </c:pt>
                <c:pt idx="24345">
                  <c:v>0.87051851851851847</c:v>
                </c:pt>
                <c:pt idx="24346">
                  <c:v>0.8706666666666667</c:v>
                </c:pt>
                <c:pt idx="24347">
                  <c:v>0.8706666666666667</c:v>
                </c:pt>
                <c:pt idx="24348">
                  <c:v>0.8706666666666667</c:v>
                </c:pt>
                <c:pt idx="24349">
                  <c:v>0.8706666666666667</c:v>
                </c:pt>
                <c:pt idx="24350">
                  <c:v>0.8706666666666667</c:v>
                </c:pt>
                <c:pt idx="24351">
                  <c:v>0.8706666666666667</c:v>
                </c:pt>
                <c:pt idx="24352">
                  <c:v>0.8706666666666667</c:v>
                </c:pt>
                <c:pt idx="24353">
                  <c:v>0.8706666666666667</c:v>
                </c:pt>
                <c:pt idx="24354">
                  <c:v>0.8706666666666667</c:v>
                </c:pt>
                <c:pt idx="24355">
                  <c:v>0.8706666666666667</c:v>
                </c:pt>
                <c:pt idx="24356">
                  <c:v>0.8706666666666667</c:v>
                </c:pt>
                <c:pt idx="24357">
                  <c:v>0.87081481481481482</c:v>
                </c:pt>
                <c:pt idx="24358">
                  <c:v>0.87081481481481482</c:v>
                </c:pt>
                <c:pt idx="24359">
                  <c:v>0.87081481481481482</c:v>
                </c:pt>
                <c:pt idx="24360">
                  <c:v>0.87081481481481482</c:v>
                </c:pt>
                <c:pt idx="24361">
                  <c:v>0.87081481481481482</c:v>
                </c:pt>
                <c:pt idx="24362">
                  <c:v>0.87081481481481482</c:v>
                </c:pt>
                <c:pt idx="24363">
                  <c:v>0.87081481481481482</c:v>
                </c:pt>
                <c:pt idx="24364">
                  <c:v>0.87081481481481482</c:v>
                </c:pt>
                <c:pt idx="24365">
                  <c:v>0.87081481481481482</c:v>
                </c:pt>
                <c:pt idx="24366">
                  <c:v>0.87081481481481482</c:v>
                </c:pt>
                <c:pt idx="24367">
                  <c:v>0.87081481481481482</c:v>
                </c:pt>
                <c:pt idx="24368">
                  <c:v>0.87081481481481482</c:v>
                </c:pt>
                <c:pt idx="24369">
                  <c:v>0.87096296296296294</c:v>
                </c:pt>
                <c:pt idx="24370">
                  <c:v>0.87096296296296294</c:v>
                </c:pt>
                <c:pt idx="24371">
                  <c:v>0.87096296296296294</c:v>
                </c:pt>
                <c:pt idx="24372">
                  <c:v>0.87096296296296294</c:v>
                </c:pt>
                <c:pt idx="24373">
                  <c:v>0.87096296296296294</c:v>
                </c:pt>
                <c:pt idx="24374">
                  <c:v>0.87111111111111106</c:v>
                </c:pt>
                <c:pt idx="24375">
                  <c:v>0.87125925925925929</c:v>
                </c:pt>
                <c:pt idx="24376">
                  <c:v>0.87125925925925929</c:v>
                </c:pt>
                <c:pt idx="24377">
                  <c:v>0.87125925925925929</c:v>
                </c:pt>
                <c:pt idx="24378">
                  <c:v>0.87125925925925929</c:v>
                </c:pt>
                <c:pt idx="24379">
                  <c:v>0.87125925925925929</c:v>
                </c:pt>
                <c:pt idx="24380">
                  <c:v>0.87125925925925929</c:v>
                </c:pt>
                <c:pt idx="24381">
                  <c:v>0.87125925925925929</c:v>
                </c:pt>
                <c:pt idx="24382">
                  <c:v>0.87125925925925929</c:v>
                </c:pt>
                <c:pt idx="24383">
                  <c:v>0.87125925925925929</c:v>
                </c:pt>
                <c:pt idx="24384">
                  <c:v>0.87140740740740741</c:v>
                </c:pt>
                <c:pt idx="24385">
                  <c:v>0.87155555555555553</c:v>
                </c:pt>
                <c:pt idx="24386">
                  <c:v>0.87170370370370376</c:v>
                </c:pt>
                <c:pt idx="24387">
                  <c:v>0.87185185185185188</c:v>
                </c:pt>
                <c:pt idx="24388">
                  <c:v>0.87185185185185188</c:v>
                </c:pt>
                <c:pt idx="24389">
                  <c:v>0.87185185185185188</c:v>
                </c:pt>
                <c:pt idx="24390">
                  <c:v>0.87185185185185188</c:v>
                </c:pt>
                <c:pt idx="24391">
                  <c:v>0.87185185185185188</c:v>
                </c:pt>
                <c:pt idx="24392">
                  <c:v>0.87185185185185188</c:v>
                </c:pt>
                <c:pt idx="24393">
                  <c:v>0.87185185185185188</c:v>
                </c:pt>
                <c:pt idx="24394">
                  <c:v>0.872</c:v>
                </c:pt>
                <c:pt idx="24395">
                  <c:v>0.87214814814814812</c:v>
                </c:pt>
                <c:pt idx="24396">
                  <c:v>0.87214814814814812</c:v>
                </c:pt>
                <c:pt idx="24397">
                  <c:v>0.87214814814814812</c:v>
                </c:pt>
                <c:pt idx="24398">
                  <c:v>0.87214814814814812</c:v>
                </c:pt>
                <c:pt idx="24399">
                  <c:v>0.87214814814814812</c:v>
                </c:pt>
                <c:pt idx="24400">
                  <c:v>0.87214814814814812</c:v>
                </c:pt>
                <c:pt idx="24401">
                  <c:v>0.87214814814814812</c:v>
                </c:pt>
                <c:pt idx="24402">
                  <c:v>0.87229629629629635</c:v>
                </c:pt>
                <c:pt idx="24403">
                  <c:v>0.87229629629629635</c:v>
                </c:pt>
                <c:pt idx="24404">
                  <c:v>0.87244444444444447</c:v>
                </c:pt>
                <c:pt idx="24405">
                  <c:v>0.87244444444444447</c:v>
                </c:pt>
                <c:pt idx="24406">
                  <c:v>0.87244444444444447</c:v>
                </c:pt>
                <c:pt idx="24407">
                  <c:v>0.87244444444444447</c:v>
                </c:pt>
                <c:pt idx="24408">
                  <c:v>0.87244444444444447</c:v>
                </c:pt>
                <c:pt idx="24409">
                  <c:v>0.87244444444444447</c:v>
                </c:pt>
                <c:pt idx="24410">
                  <c:v>0.87244444444444447</c:v>
                </c:pt>
                <c:pt idx="24411">
                  <c:v>0.87244444444444447</c:v>
                </c:pt>
                <c:pt idx="24412">
                  <c:v>0.87244444444444447</c:v>
                </c:pt>
                <c:pt idx="24413">
                  <c:v>0.87244444444444447</c:v>
                </c:pt>
                <c:pt idx="24414">
                  <c:v>0.87259259259259259</c:v>
                </c:pt>
                <c:pt idx="24415">
                  <c:v>0.87259259259259259</c:v>
                </c:pt>
                <c:pt idx="24416">
                  <c:v>0.87259259259259259</c:v>
                </c:pt>
                <c:pt idx="24417">
                  <c:v>0.87259259259259259</c:v>
                </c:pt>
                <c:pt idx="24418">
                  <c:v>0.87274074074074071</c:v>
                </c:pt>
                <c:pt idx="24419">
                  <c:v>0.87288888888888894</c:v>
                </c:pt>
                <c:pt idx="24420">
                  <c:v>0.87288888888888894</c:v>
                </c:pt>
                <c:pt idx="24421">
                  <c:v>0.87288888888888894</c:v>
                </c:pt>
                <c:pt idx="24422">
                  <c:v>0.87303703703703706</c:v>
                </c:pt>
                <c:pt idx="24423">
                  <c:v>0.87303703703703706</c:v>
                </c:pt>
                <c:pt idx="24424">
                  <c:v>0.87303703703703706</c:v>
                </c:pt>
                <c:pt idx="24425">
                  <c:v>0.87303703703703706</c:v>
                </c:pt>
                <c:pt idx="24426">
                  <c:v>0.87303703703703706</c:v>
                </c:pt>
                <c:pt idx="24427">
                  <c:v>0.87303703703703706</c:v>
                </c:pt>
                <c:pt idx="24428">
                  <c:v>0.87303703703703706</c:v>
                </c:pt>
                <c:pt idx="24429">
                  <c:v>0.87303703703703706</c:v>
                </c:pt>
                <c:pt idx="24430">
                  <c:v>0.87318518518518518</c:v>
                </c:pt>
                <c:pt idx="24431">
                  <c:v>0.87333333333333329</c:v>
                </c:pt>
                <c:pt idx="24432">
                  <c:v>0.87333333333333329</c:v>
                </c:pt>
                <c:pt idx="24433">
                  <c:v>0.87333333333333329</c:v>
                </c:pt>
                <c:pt idx="24434">
                  <c:v>0.87348148148148153</c:v>
                </c:pt>
                <c:pt idx="24435">
                  <c:v>0.87362962962962964</c:v>
                </c:pt>
                <c:pt idx="24436">
                  <c:v>0.87362962962962964</c:v>
                </c:pt>
                <c:pt idx="24437">
                  <c:v>0.87377777777777776</c:v>
                </c:pt>
                <c:pt idx="24438">
                  <c:v>0.87377777777777776</c:v>
                </c:pt>
                <c:pt idx="24439">
                  <c:v>0.87377777777777776</c:v>
                </c:pt>
                <c:pt idx="24440">
                  <c:v>0.87392592592592588</c:v>
                </c:pt>
                <c:pt idx="24441">
                  <c:v>0.87392592592592588</c:v>
                </c:pt>
                <c:pt idx="24442">
                  <c:v>0.87392592592592588</c:v>
                </c:pt>
                <c:pt idx="24443">
                  <c:v>0.87392592592592588</c:v>
                </c:pt>
                <c:pt idx="24444">
                  <c:v>0.87392592592592588</c:v>
                </c:pt>
                <c:pt idx="24445">
                  <c:v>0.87392592592592588</c:v>
                </c:pt>
                <c:pt idx="24446">
                  <c:v>0.87407407407407411</c:v>
                </c:pt>
                <c:pt idx="24447">
                  <c:v>0.87407407407407411</c:v>
                </c:pt>
                <c:pt idx="24448">
                  <c:v>0.87407407407407411</c:v>
                </c:pt>
                <c:pt idx="24449">
                  <c:v>0.87407407407407411</c:v>
                </c:pt>
                <c:pt idx="24450">
                  <c:v>0.87407407407407411</c:v>
                </c:pt>
                <c:pt idx="24451">
                  <c:v>0.87407407407407411</c:v>
                </c:pt>
                <c:pt idx="24452">
                  <c:v>0.87407407407407411</c:v>
                </c:pt>
                <c:pt idx="24453">
                  <c:v>0.87422222222222223</c:v>
                </c:pt>
                <c:pt idx="24454">
                  <c:v>0.87437037037037035</c:v>
                </c:pt>
                <c:pt idx="24455">
                  <c:v>0.87437037037037035</c:v>
                </c:pt>
                <c:pt idx="24456">
                  <c:v>0.87437037037037035</c:v>
                </c:pt>
                <c:pt idx="24457">
                  <c:v>0.87437037037037035</c:v>
                </c:pt>
                <c:pt idx="24458">
                  <c:v>0.87437037037037035</c:v>
                </c:pt>
                <c:pt idx="24459">
                  <c:v>0.87437037037037035</c:v>
                </c:pt>
                <c:pt idx="24460">
                  <c:v>0.87437037037037035</c:v>
                </c:pt>
                <c:pt idx="24461">
                  <c:v>0.87437037037037035</c:v>
                </c:pt>
                <c:pt idx="24462">
                  <c:v>0.87437037037037035</c:v>
                </c:pt>
                <c:pt idx="24463">
                  <c:v>0.87437037037037035</c:v>
                </c:pt>
                <c:pt idx="24464">
                  <c:v>0.87451851851851847</c:v>
                </c:pt>
                <c:pt idx="24465">
                  <c:v>0.8746666666666667</c:v>
                </c:pt>
                <c:pt idx="24466">
                  <c:v>0.87481481481481482</c:v>
                </c:pt>
                <c:pt idx="24467">
                  <c:v>0.87496296296296294</c:v>
                </c:pt>
                <c:pt idx="24468">
                  <c:v>0.87496296296296294</c:v>
                </c:pt>
                <c:pt idx="24469">
                  <c:v>0.87511111111111106</c:v>
                </c:pt>
                <c:pt idx="24470">
                  <c:v>0.87525925925925929</c:v>
                </c:pt>
                <c:pt idx="24471">
                  <c:v>0.87525925925925929</c:v>
                </c:pt>
                <c:pt idx="24472">
                  <c:v>0.87540740740740741</c:v>
                </c:pt>
                <c:pt idx="24473">
                  <c:v>0.87540740740740741</c:v>
                </c:pt>
                <c:pt idx="24474">
                  <c:v>0.87555555555555553</c:v>
                </c:pt>
                <c:pt idx="24475">
                  <c:v>0.87555555555555553</c:v>
                </c:pt>
                <c:pt idx="24476">
                  <c:v>0.87555555555555553</c:v>
                </c:pt>
                <c:pt idx="24477">
                  <c:v>0.87555555555555553</c:v>
                </c:pt>
                <c:pt idx="24478">
                  <c:v>0.87555555555555553</c:v>
                </c:pt>
                <c:pt idx="24479">
                  <c:v>0.87570370370370365</c:v>
                </c:pt>
                <c:pt idx="24480">
                  <c:v>0.87570370370370365</c:v>
                </c:pt>
                <c:pt idx="24481">
                  <c:v>0.87570370370370365</c:v>
                </c:pt>
                <c:pt idx="24482">
                  <c:v>0.87585185185185188</c:v>
                </c:pt>
                <c:pt idx="24483">
                  <c:v>0.87585185185185188</c:v>
                </c:pt>
                <c:pt idx="24484">
                  <c:v>0.87585185185185188</c:v>
                </c:pt>
                <c:pt idx="24485">
                  <c:v>0.876</c:v>
                </c:pt>
                <c:pt idx="24486">
                  <c:v>0.87614814814814812</c:v>
                </c:pt>
                <c:pt idx="24487">
                  <c:v>0.87614814814814812</c:v>
                </c:pt>
                <c:pt idx="24488">
                  <c:v>0.87614814814814812</c:v>
                </c:pt>
                <c:pt idx="24489">
                  <c:v>0.87629629629629635</c:v>
                </c:pt>
                <c:pt idx="24490">
                  <c:v>0.87629629629629635</c:v>
                </c:pt>
                <c:pt idx="24491">
                  <c:v>0.87629629629629635</c:v>
                </c:pt>
                <c:pt idx="24492">
                  <c:v>0.87629629629629635</c:v>
                </c:pt>
                <c:pt idx="24493">
                  <c:v>0.87644444444444447</c:v>
                </c:pt>
                <c:pt idx="24494">
                  <c:v>0.87644444444444447</c:v>
                </c:pt>
                <c:pt idx="24495">
                  <c:v>0.87644444444444447</c:v>
                </c:pt>
                <c:pt idx="24496">
                  <c:v>0.87644444444444447</c:v>
                </c:pt>
                <c:pt idx="24497">
                  <c:v>0.87644444444444447</c:v>
                </c:pt>
                <c:pt idx="24498">
                  <c:v>0.87644444444444447</c:v>
                </c:pt>
                <c:pt idx="24499">
                  <c:v>0.87644444444444447</c:v>
                </c:pt>
                <c:pt idx="24500">
                  <c:v>0.87659259259259259</c:v>
                </c:pt>
                <c:pt idx="24501">
                  <c:v>0.87659259259259259</c:v>
                </c:pt>
                <c:pt idx="24502">
                  <c:v>0.87659259259259259</c:v>
                </c:pt>
                <c:pt idx="24503">
                  <c:v>0.87659259259259259</c:v>
                </c:pt>
                <c:pt idx="24504">
                  <c:v>0.87659259259259259</c:v>
                </c:pt>
                <c:pt idx="24505">
                  <c:v>0.87659259259259259</c:v>
                </c:pt>
                <c:pt idx="24506">
                  <c:v>0.87674074074074071</c:v>
                </c:pt>
                <c:pt idx="24507">
                  <c:v>0.87674074074074071</c:v>
                </c:pt>
                <c:pt idx="24508">
                  <c:v>0.87674074074074071</c:v>
                </c:pt>
                <c:pt idx="24509">
                  <c:v>0.87674074074074071</c:v>
                </c:pt>
                <c:pt idx="24510">
                  <c:v>0.87674074074074071</c:v>
                </c:pt>
                <c:pt idx="24511">
                  <c:v>0.87674074074074071</c:v>
                </c:pt>
                <c:pt idx="24512">
                  <c:v>0.87688888888888894</c:v>
                </c:pt>
                <c:pt idx="24513">
                  <c:v>0.87688888888888894</c:v>
                </c:pt>
                <c:pt idx="24514">
                  <c:v>0.87688888888888894</c:v>
                </c:pt>
                <c:pt idx="24515">
                  <c:v>0.87688888888888894</c:v>
                </c:pt>
                <c:pt idx="24516">
                  <c:v>0.87688888888888894</c:v>
                </c:pt>
                <c:pt idx="24517">
                  <c:v>0.87688888888888894</c:v>
                </c:pt>
                <c:pt idx="24518">
                  <c:v>0.87688888888888894</c:v>
                </c:pt>
                <c:pt idx="24519">
                  <c:v>0.87688888888888894</c:v>
                </c:pt>
                <c:pt idx="24520">
                  <c:v>0.87688888888888894</c:v>
                </c:pt>
                <c:pt idx="24521">
                  <c:v>0.87688888888888894</c:v>
                </c:pt>
                <c:pt idx="24522">
                  <c:v>0.87688888888888894</c:v>
                </c:pt>
                <c:pt idx="24523">
                  <c:v>0.87688888888888894</c:v>
                </c:pt>
                <c:pt idx="24524">
                  <c:v>0.87703703703703706</c:v>
                </c:pt>
                <c:pt idx="24525">
                  <c:v>0.87718518518518518</c:v>
                </c:pt>
                <c:pt idx="24526">
                  <c:v>0.8773333333333333</c:v>
                </c:pt>
                <c:pt idx="24527">
                  <c:v>0.8773333333333333</c:v>
                </c:pt>
                <c:pt idx="24528">
                  <c:v>0.8773333333333333</c:v>
                </c:pt>
                <c:pt idx="24529">
                  <c:v>0.8773333333333333</c:v>
                </c:pt>
                <c:pt idx="24530">
                  <c:v>0.8773333333333333</c:v>
                </c:pt>
                <c:pt idx="24531">
                  <c:v>0.8773333333333333</c:v>
                </c:pt>
                <c:pt idx="24532">
                  <c:v>0.8773333333333333</c:v>
                </c:pt>
                <c:pt idx="24533">
                  <c:v>0.8773333333333333</c:v>
                </c:pt>
                <c:pt idx="24534">
                  <c:v>0.8773333333333333</c:v>
                </c:pt>
                <c:pt idx="24535">
                  <c:v>0.8773333333333333</c:v>
                </c:pt>
                <c:pt idx="24536">
                  <c:v>0.87748148148148153</c:v>
                </c:pt>
                <c:pt idx="24537">
                  <c:v>0.87748148148148153</c:v>
                </c:pt>
                <c:pt idx="24538">
                  <c:v>0.87748148148148153</c:v>
                </c:pt>
                <c:pt idx="24539">
                  <c:v>0.87748148148148153</c:v>
                </c:pt>
                <c:pt idx="24540">
                  <c:v>0.87748148148148153</c:v>
                </c:pt>
                <c:pt idx="24541">
                  <c:v>0.87762962962962965</c:v>
                </c:pt>
                <c:pt idx="24542">
                  <c:v>0.87762962962962965</c:v>
                </c:pt>
                <c:pt idx="24543">
                  <c:v>0.87762962962962965</c:v>
                </c:pt>
                <c:pt idx="24544">
                  <c:v>0.87762962962962965</c:v>
                </c:pt>
                <c:pt idx="24545">
                  <c:v>0.87762962962962965</c:v>
                </c:pt>
                <c:pt idx="24546">
                  <c:v>0.87777777777777777</c:v>
                </c:pt>
                <c:pt idx="24547">
                  <c:v>0.87777777777777777</c:v>
                </c:pt>
                <c:pt idx="24548">
                  <c:v>0.87777777777777777</c:v>
                </c:pt>
                <c:pt idx="24549">
                  <c:v>0.87792592592592589</c:v>
                </c:pt>
                <c:pt idx="24550">
                  <c:v>0.87792592592592589</c:v>
                </c:pt>
                <c:pt idx="24551">
                  <c:v>0.87807407407407412</c:v>
                </c:pt>
                <c:pt idx="24552">
                  <c:v>0.87822222222222224</c:v>
                </c:pt>
                <c:pt idx="24553">
                  <c:v>0.87822222222222224</c:v>
                </c:pt>
                <c:pt idx="24554">
                  <c:v>0.87822222222222224</c:v>
                </c:pt>
                <c:pt idx="24555">
                  <c:v>0.87822222222222224</c:v>
                </c:pt>
                <c:pt idx="24556">
                  <c:v>0.87837037037037036</c:v>
                </c:pt>
                <c:pt idx="24557">
                  <c:v>0.87851851851851848</c:v>
                </c:pt>
                <c:pt idx="24558">
                  <c:v>0.87851851851851848</c:v>
                </c:pt>
                <c:pt idx="24559">
                  <c:v>0.87851851851851848</c:v>
                </c:pt>
                <c:pt idx="24560">
                  <c:v>0.87851851851851848</c:v>
                </c:pt>
                <c:pt idx="24561">
                  <c:v>0.87851851851851848</c:v>
                </c:pt>
                <c:pt idx="24562">
                  <c:v>0.87866666666666671</c:v>
                </c:pt>
                <c:pt idx="24563">
                  <c:v>0.87866666666666671</c:v>
                </c:pt>
                <c:pt idx="24564">
                  <c:v>0.87866666666666671</c:v>
                </c:pt>
                <c:pt idx="24565">
                  <c:v>0.87866666666666671</c:v>
                </c:pt>
                <c:pt idx="24566">
                  <c:v>0.87866666666666671</c:v>
                </c:pt>
                <c:pt idx="24567">
                  <c:v>0.87866666666666671</c:v>
                </c:pt>
                <c:pt idx="24568">
                  <c:v>0.87881481481481483</c:v>
                </c:pt>
                <c:pt idx="24569">
                  <c:v>0.87881481481481483</c:v>
                </c:pt>
                <c:pt idx="24570">
                  <c:v>0.87881481481481483</c:v>
                </c:pt>
                <c:pt idx="24571">
                  <c:v>0.87881481481481483</c:v>
                </c:pt>
                <c:pt idx="24572">
                  <c:v>0.87881481481481483</c:v>
                </c:pt>
                <c:pt idx="24573">
                  <c:v>0.87881481481481483</c:v>
                </c:pt>
                <c:pt idx="24574">
                  <c:v>0.87881481481481483</c:v>
                </c:pt>
                <c:pt idx="24575">
                  <c:v>0.87881481481481483</c:v>
                </c:pt>
                <c:pt idx="24576">
                  <c:v>0.87881481481481483</c:v>
                </c:pt>
                <c:pt idx="24577">
                  <c:v>0.87896296296296295</c:v>
                </c:pt>
                <c:pt idx="24578">
                  <c:v>0.87911111111111107</c:v>
                </c:pt>
                <c:pt idx="24579">
                  <c:v>0.87911111111111107</c:v>
                </c:pt>
                <c:pt idx="24580">
                  <c:v>0.87911111111111107</c:v>
                </c:pt>
                <c:pt idx="24581">
                  <c:v>0.8792592592592593</c:v>
                </c:pt>
                <c:pt idx="24582">
                  <c:v>0.8792592592592593</c:v>
                </c:pt>
                <c:pt idx="24583">
                  <c:v>0.87940740740740742</c:v>
                </c:pt>
                <c:pt idx="24584">
                  <c:v>0.87940740740740742</c:v>
                </c:pt>
                <c:pt idx="24585">
                  <c:v>0.87955555555555553</c:v>
                </c:pt>
                <c:pt idx="24586">
                  <c:v>0.87955555555555553</c:v>
                </c:pt>
                <c:pt idx="24587">
                  <c:v>0.87955555555555553</c:v>
                </c:pt>
                <c:pt idx="24588">
                  <c:v>0.87955555555555553</c:v>
                </c:pt>
                <c:pt idx="24589">
                  <c:v>0.87955555555555553</c:v>
                </c:pt>
                <c:pt idx="24590">
                  <c:v>0.87955555555555553</c:v>
                </c:pt>
                <c:pt idx="24591">
                  <c:v>0.87955555555555553</c:v>
                </c:pt>
                <c:pt idx="24592">
                  <c:v>0.87955555555555553</c:v>
                </c:pt>
                <c:pt idx="24593">
                  <c:v>0.87955555555555553</c:v>
                </c:pt>
                <c:pt idx="24594">
                  <c:v>0.87955555555555553</c:v>
                </c:pt>
                <c:pt idx="24595">
                  <c:v>0.87970370370370365</c:v>
                </c:pt>
                <c:pt idx="24596">
                  <c:v>0.87970370370370365</c:v>
                </c:pt>
                <c:pt idx="24597">
                  <c:v>0.87985185185185188</c:v>
                </c:pt>
                <c:pt idx="24598">
                  <c:v>0.87985185185185188</c:v>
                </c:pt>
                <c:pt idx="24599">
                  <c:v>0.87985185185185188</c:v>
                </c:pt>
                <c:pt idx="24600">
                  <c:v>0.87985185185185188</c:v>
                </c:pt>
                <c:pt idx="24601">
                  <c:v>0.87985185185185188</c:v>
                </c:pt>
                <c:pt idx="24602">
                  <c:v>0.87985185185185188</c:v>
                </c:pt>
                <c:pt idx="24603">
                  <c:v>0.87985185185185188</c:v>
                </c:pt>
                <c:pt idx="24604">
                  <c:v>0.87985185185185188</c:v>
                </c:pt>
                <c:pt idx="24605">
                  <c:v>0.87985185185185188</c:v>
                </c:pt>
                <c:pt idx="24606">
                  <c:v>0.87985185185185188</c:v>
                </c:pt>
                <c:pt idx="24607">
                  <c:v>0.87985185185185188</c:v>
                </c:pt>
                <c:pt idx="24608">
                  <c:v>0.88</c:v>
                </c:pt>
                <c:pt idx="24609">
                  <c:v>0.88</c:v>
                </c:pt>
                <c:pt idx="24610">
                  <c:v>0.88</c:v>
                </c:pt>
                <c:pt idx="24611">
                  <c:v>0.88014814814814812</c:v>
                </c:pt>
                <c:pt idx="24612">
                  <c:v>0.88014814814814812</c:v>
                </c:pt>
                <c:pt idx="24613">
                  <c:v>0.88014814814814812</c:v>
                </c:pt>
                <c:pt idx="24614">
                  <c:v>0.88029629629629624</c:v>
                </c:pt>
                <c:pt idx="24615">
                  <c:v>0.88029629629629624</c:v>
                </c:pt>
                <c:pt idx="24616">
                  <c:v>0.88029629629629624</c:v>
                </c:pt>
                <c:pt idx="24617">
                  <c:v>0.88044444444444447</c:v>
                </c:pt>
                <c:pt idx="24618">
                  <c:v>0.88044444444444447</c:v>
                </c:pt>
                <c:pt idx="24619">
                  <c:v>0.88044444444444447</c:v>
                </c:pt>
                <c:pt idx="24620">
                  <c:v>0.88044444444444447</c:v>
                </c:pt>
                <c:pt idx="24621">
                  <c:v>0.88044444444444447</c:v>
                </c:pt>
                <c:pt idx="24622">
                  <c:v>0.88044444444444447</c:v>
                </c:pt>
                <c:pt idx="24623">
                  <c:v>0.88059259259259259</c:v>
                </c:pt>
                <c:pt idx="24624">
                  <c:v>0.88059259259259259</c:v>
                </c:pt>
                <c:pt idx="24625">
                  <c:v>0.88059259259259259</c:v>
                </c:pt>
                <c:pt idx="24626">
                  <c:v>0.88059259259259259</c:v>
                </c:pt>
                <c:pt idx="24627">
                  <c:v>0.88059259259259259</c:v>
                </c:pt>
                <c:pt idx="24628">
                  <c:v>0.88074074074074071</c:v>
                </c:pt>
                <c:pt idx="24629">
                  <c:v>0.88088888888888894</c:v>
                </c:pt>
                <c:pt idx="24630">
                  <c:v>0.88088888888888894</c:v>
                </c:pt>
                <c:pt idx="24631">
                  <c:v>0.88103703703703706</c:v>
                </c:pt>
                <c:pt idx="24632">
                  <c:v>0.88118518518518518</c:v>
                </c:pt>
                <c:pt idx="24633">
                  <c:v>0.8813333333333333</c:v>
                </c:pt>
                <c:pt idx="24634">
                  <c:v>0.8813333333333333</c:v>
                </c:pt>
                <c:pt idx="24635">
                  <c:v>0.8813333333333333</c:v>
                </c:pt>
                <c:pt idx="24636">
                  <c:v>0.8813333333333333</c:v>
                </c:pt>
                <c:pt idx="24637">
                  <c:v>0.8813333333333333</c:v>
                </c:pt>
                <c:pt idx="24638">
                  <c:v>0.8813333333333333</c:v>
                </c:pt>
                <c:pt idx="24639">
                  <c:v>0.8813333333333333</c:v>
                </c:pt>
                <c:pt idx="24640">
                  <c:v>0.8813333333333333</c:v>
                </c:pt>
                <c:pt idx="24641">
                  <c:v>0.88148148148148153</c:v>
                </c:pt>
                <c:pt idx="24642">
                  <c:v>0.88148148148148153</c:v>
                </c:pt>
                <c:pt idx="24643">
                  <c:v>0.88162962962962965</c:v>
                </c:pt>
                <c:pt idx="24644">
                  <c:v>0.88162962962962965</c:v>
                </c:pt>
                <c:pt idx="24645">
                  <c:v>0.88162962962962965</c:v>
                </c:pt>
                <c:pt idx="24646">
                  <c:v>0.88162962962962965</c:v>
                </c:pt>
                <c:pt idx="24647">
                  <c:v>0.88177777777777777</c:v>
                </c:pt>
                <c:pt idx="24648">
                  <c:v>0.88177777777777777</c:v>
                </c:pt>
                <c:pt idx="24649">
                  <c:v>0.88192592592592589</c:v>
                </c:pt>
                <c:pt idx="24650">
                  <c:v>0.88192592592592589</c:v>
                </c:pt>
                <c:pt idx="24651">
                  <c:v>0.88192592592592589</c:v>
                </c:pt>
                <c:pt idx="24652">
                  <c:v>0.88192592592592589</c:v>
                </c:pt>
                <c:pt idx="24653">
                  <c:v>0.88192592592592589</c:v>
                </c:pt>
                <c:pt idx="24654">
                  <c:v>0.88192592592592589</c:v>
                </c:pt>
                <c:pt idx="24655">
                  <c:v>0.88192592592592589</c:v>
                </c:pt>
                <c:pt idx="24656">
                  <c:v>0.88207407407407412</c:v>
                </c:pt>
                <c:pt idx="24657">
                  <c:v>0.88207407407407412</c:v>
                </c:pt>
                <c:pt idx="24658">
                  <c:v>0.88207407407407412</c:v>
                </c:pt>
                <c:pt idx="24659">
                  <c:v>0.88207407407407412</c:v>
                </c:pt>
                <c:pt idx="24660">
                  <c:v>0.88207407407407412</c:v>
                </c:pt>
                <c:pt idx="24661">
                  <c:v>0.88207407407407412</c:v>
                </c:pt>
                <c:pt idx="24662">
                  <c:v>0.88222222222222224</c:v>
                </c:pt>
                <c:pt idx="24663">
                  <c:v>0.88237037037037036</c:v>
                </c:pt>
                <c:pt idx="24664">
                  <c:v>0.88237037037037036</c:v>
                </c:pt>
                <c:pt idx="24665">
                  <c:v>0.88237037037037036</c:v>
                </c:pt>
                <c:pt idx="24666">
                  <c:v>0.88237037037037036</c:v>
                </c:pt>
                <c:pt idx="24667">
                  <c:v>0.88237037037037036</c:v>
                </c:pt>
                <c:pt idx="24668">
                  <c:v>0.88237037037037036</c:v>
                </c:pt>
                <c:pt idx="24669">
                  <c:v>0.88237037037037036</c:v>
                </c:pt>
                <c:pt idx="24670">
                  <c:v>0.88237037037037036</c:v>
                </c:pt>
                <c:pt idx="24671">
                  <c:v>0.88237037037037036</c:v>
                </c:pt>
                <c:pt idx="24672">
                  <c:v>0.88237037037037036</c:v>
                </c:pt>
                <c:pt idx="24673">
                  <c:v>0.88251851851851848</c:v>
                </c:pt>
                <c:pt idx="24674">
                  <c:v>0.88251851851851848</c:v>
                </c:pt>
                <c:pt idx="24675">
                  <c:v>0.88266666666666671</c:v>
                </c:pt>
                <c:pt idx="24676">
                  <c:v>0.88281481481481483</c:v>
                </c:pt>
                <c:pt idx="24677">
                  <c:v>0.88296296296296295</c:v>
                </c:pt>
                <c:pt idx="24678">
                  <c:v>0.88296296296296295</c:v>
                </c:pt>
                <c:pt idx="24679">
                  <c:v>0.88296296296296295</c:v>
                </c:pt>
                <c:pt idx="24680">
                  <c:v>0.88311111111111107</c:v>
                </c:pt>
                <c:pt idx="24681">
                  <c:v>0.88311111111111107</c:v>
                </c:pt>
                <c:pt idx="24682">
                  <c:v>0.88311111111111107</c:v>
                </c:pt>
                <c:pt idx="24683">
                  <c:v>0.88311111111111107</c:v>
                </c:pt>
                <c:pt idx="24684">
                  <c:v>0.88311111111111107</c:v>
                </c:pt>
                <c:pt idx="24685">
                  <c:v>0.88311111111111107</c:v>
                </c:pt>
                <c:pt idx="24686">
                  <c:v>0.88311111111111107</c:v>
                </c:pt>
                <c:pt idx="24687">
                  <c:v>0.88311111111111107</c:v>
                </c:pt>
                <c:pt idx="24688">
                  <c:v>0.88311111111111107</c:v>
                </c:pt>
                <c:pt idx="24689">
                  <c:v>0.8832592592592593</c:v>
                </c:pt>
                <c:pt idx="24690">
                  <c:v>0.8832592592592593</c:v>
                </c:pt>
                <c:pt idx="24691">
                  <c:v>0.8832592592592593</c:v>
                </c:pt>
                <c:pt idx="24692">
                  <c:v>0.8832592592592593</c:v>
                </c:pt>
                <c:pt idx="24693">
                  <c:v>0.88340740740740742</c:v>
                </c:pt>
                <c:pt idx="24694">
                  <c:v>0.88355555555555554</c:v>
                </c:pt>
                <c:pt idx="24695">
                  <c:v>0.88355555555555554</c:v>
                </c:pt>
                <c:pt idx="24696">
                  <c:v>0.88355555555555554</c:v>
                </c:pt>
                <c:pt idx="24697">
                  <c:v>0.88370370370370366</c:v>
                </c:pt>
                <c:pt idx="24698">
                  <c:v>0.88370370370370366</c:v>
                </c:pt>
                <c:pt idx="24699">
                  <c:v>0.88370370370370366</c:v>
                </c:pt>
                <c:pt idx="24700">
                  <c:v>0.88370370370370366</c:v>
                </c:pt>
                <c:pt idx="24701">
                  <c:v>0.88370370370370366</c:v>
                </c:pt>
                <c:pt idx="24702">
                  <c:v>0.88370370370370366</c:v>
                </c:pt>
                <c:pt idx="24703">
                  <c:v>0.88370370370370366</c:v>
                </c:pt>
                <c:pt idx="24704">
                  <c:v>0.88370370370370366</c:v>
                </c:pt>
                <c:pt idx="24705">
                  <c:v>0.88370370370370366</c:v>
                </c:pt>
                <c:pt idx="24706">
                  <c:v>0.88370370370370366</c:v>
                </c:pt>
                <c:pt idx="24707">
                  <c:v>0.88370370370370366</c:v>
                </c:pt>
                <c:pt idx="24708">
                  <c:v>0.88385185185185189</c:v>
                </c:pt>
                <c:pt idx="24709">
                  <c:v>0.88400000000000001</c:v>
                </c:pt>
                <c:pt idx="24710">
                  <c:v>0.88414814814814813</c:v>
                </c:pt>
                <c:pt idx="24711">
                  <c:v>0.88414814814814813</c:v>
                </c:pt>
                <c:pt idx="24712">
                  <c:v>0.88414814814814813</c:v>
                </c:pt>
                <c:pt idx="24713">
                  <c:v>0.88414814814814813</c:v>
                </c:pt>
                <c:pt idx="24714">
                  <c:v>0.88414814814814813</c:v>
                </c:pt>
                <c:pt idx="24715">
                  <c:v>0.88414814814814813</c:v>
                </c:pt>
                <c:pt idx="24716">
                  <c:v>0.88429629629629625</c:v>
                </c:pt>
                <c:pt idx="24717">
                  <c:v>0.88429629629629625</c:v>
                </c:pt>
                <c:pt idx="24718">
                  <c:v>0.88444444444444448</c:v>
                </c:pt>
                <c:pt idx="24719">
                  <c:v>0.88444444444444448</c:v>
                </c:pt>
                <c:pt idx="24720">
                  <c:v>0.8845925925925926</c:v>
                </c:pt>
                <c:pt idx="24721">
                  <c:v>0.8845925925925926</c:v>
                </c:pt>
                <c:pt idx="24722">
                  <c:v>0.8845925925925926</c:v>
                </c:pt>
                <c:pt idx="24723">
                  <c:v>0.8845925925925926</c:v>
                </c:pt>
                <c:pt idx="24724">
                  <c:v>0.8845925925925926</c:v>
                </c:pt>
                <c:pt idx="24725">
                  <c:v>0.8845925925925926</c:v>
                </c:pt>
                <c:pt idx="24726">
                  <c:v>0.88474074074074072</c:v>
                </c:pt>
                <c:pt idx="24727">
                  <c:v>0.88474074074074072</c:v>
                </c:pt>
                <c:pt idx="24728">
                  <c:v>0.88474074074074072</c:v>
                </c:pt>
                <c:pt idx="24729">
                  <c:v>0.88474074074074072</c:v>
                </c:pt>
                <c:pt idx="24730">
                  <c:v>0.88474074074074072</c:v>
                </c:pt>
                <c:pt idx="24731">
                  <c:v>0.88474074074074072</c:v>
                </c:pt>
                <c:pt idx="24732">
                  <c:v>0.88474074074074072</c:v>
                </c:pt>
                <c:pt idx="24733">
                  <c:v>0.88474074074074072</c:v>
                </c:pt>
                <c:pt idx="24734">
                  <c:v>0.88474074074074072</c:v>
                </c:pt>
                <c:pt idx="24735">
                  <c:v>0.88488888888888884</c:v>
                </c:pt>
                <c:pt idx="24736">
                  <c:v>0.88488888888888884</c:v>
                </c:pt>
                <c:pt idx="24737">
                  <c:v>0.88503703703703707</c:v>
                </c:pt>
                <c:pt idx="24738">
                  <c:v>0.88518518518518519</c:v>
                </c:pt>
                <c:pt idx="24739">
                  <c:v>0.88518518518518519</c:v>
                </c:pt>
                <c:pt idx="24740">
                  <c:v>0.88518518518518519</c:v>
                </c:pt>
                <c:pt idx="24741">
                  <c:v>0.88518518518518519</c:v>
                </c:pt>
                <c:pt idx="24742">
                  <c:v>0.88518518518518519</c:v>
                </c:pt>
                <c:pt idx="24743">
                  <c:v>0.88518518518518519</c:v>
                </c:pt>
                <c:pt idx="24744">
                  <c:v>0.88533333333333331</c:v>
                </c:pt>
                <c:pt idx="24745">
                  <c:v>0.88533333333333331</c:v>
                </c:pt>
                <c:pt idx="24746">
                  <c:v>0.88548148148148154</c:v>
                </c:pt>
                <c:pt idx="24747">
                  <c:v>0.88562962962962966</c:v>
                </c:pt>
                <c:pt idx="24748">
                  <c:v>0.88562962962962966</c:v>
                </c:pt>
                <c:pt idx="24749">
                  <c:v>0.88577777777777778</c:v>
                </c:pt>
                <c:pt idx="24750">
                  <c:v>0.88577777777777778</c:v>
                </c:pt>
                <c:pt idx="24751">
                  <c:v>0.88577777777777778</c:v>
                </c:pt>
                <c:pt idx="24752">
                  <c:v>0.88592592592592589</c:v>
                </c:pt>
                <c:pt idx="24753">
                  <c:v>0.88592592592592589</c:v>
                </c:pt>
                <c:pt idx="24754">
                  <c:v>0.88607407407407413</c:v>
                </c:pt>
                <c:pt idx="24755">
                  <c:v>0.88607407407407413</c:v>
                </c:pt>
                <c:pt idx="24756">
                  <c:v>0.88607407407407413</c:v>
                </c:pt>
                <c:pt idx="24757">
                  <c:v>0.88607407407407413</c:v>
                </c:pt>
                <c:pt idx="24758">
                  <c:v>0.88622222222222224</c:v>
                </c:pt>
                <c:pt idx="24759">
                  <c:v>0.88622222222222224</c:v>
                </c:pt>
                <c:pt idx="24760">
                  <c:v>0.88622222222222224</c:v>
                </c:pt>
                <c:pt idx="24761">
                  <c:v>0.88622222222222224</c:v>
                </c:pt>
                <c:pt idx="24762">
                  <c:v>0.88622222222222224</c:v>
                </c:pt>
                <c:pt idx="24763">
                  <c:v>0.88622222222222224</c:v>
                </c:pt>
                <c:pt idx="24764">
                  <c:v>0.88622222222222224</c:v>
                </c:pt>
                <c:pt idx="24765">
                  <c:v>0.88637037037037036</c:v>
                </c:pt>
                <c:pt idx="24766">
                  <c:v>0.88637037037037036</c:v>
                </c:pt>
                <c:pt idx="24767">
                  <c:v>0.88651851851851848</c:v>
                </c:pt>
                <c:pt idx="24768">
                  <c:v>0.88651851851851848</c:v>
                </c:pt>
                <c:pt idx="24769">
                  <c:v>0.88666666666666671</c:v>
                </c:pt>
                <c:pt idx="24770">
                  <c:v>0.88666666666666671</c:v>
                </c:pt>
                <c:pt idx="24771">
                  <c:v>0.88666666666666671</c:v>
                </c:pt>
                <c:pt idx="24772">
                  <c:v>0.88666666666666671</c:v>
                </c:pt>
                <c:pt idx="24773">
                  <c:v>0.88666666666666671</c:v>
                </c:pt>
                <c:pt idx="24774">
                  <c:v>0.88681481481481483</c:v>
                </c:pt>
                <c:pt idx="24775">
                  <c:v>0.88696296296296295</c:v>
                </c:pt>
                <c:pt idx="24776">
                  <c:v>0.88696296296296295</c:v>
                </c:pt>
                <c:pt idx="24777">
                  <c:v>0.88696296296296295</c:v>
                </c:pt>
                <c:pt idx="24778">
                  <c:v>0.88696296296296295</c:v>
                </c:pt>
                <c:pt idx="24779">
                  <c:v>0.88711111111111107</c:v>
                </c:pt>
                <c:pt idx="24780">
                  <c:v>0.88711111111111107</c:v>
                </c:pt>
                <c:pt idx="24781">
                  <c:v>0.88711111111111107</c:v>
                </c:pt>
                <c:pt idx="24782">
                  <c:v>0.88711111111111107</c:v>
                </c:pt>
                <c:pt idx="24783">
                  <c:v>0.88711111111111107</c:v>
                </c:pt>
                <c:pt idx="24784">
                  <c:v>0.88711111111111107</c:v>
                </c:pt>
                <c:pt idx="24785">
                  <c:v>0.88711111111111107</c:v>
                </c:pt>
                <c:pt idx="24786">
                  <c:v>0.88711111111111107</c:v>
                </c:pt>
                <c:pt idx="24787">
                  <c:v>0.8872592592592593</c:v>
                </c:pt>
                <c:pt idx="24788">
                  <c:v>0.88740740740740742</c:v>
                </c:pt>
                <c:pt idx="24789">
                  <c:v>0.88740740740740742</c:v>
                </c:pt>
                <c:pt idx="24790">
                  <c:v>0.88740740740740742</c:v>
                </c:pt>
                <c:pt idx="24791">
                  <c:v>0.88740740740740742</c:v>
                </c:pt>
                <c:pt idx="24792">
                  <c:v>0.88755555555555554</c:v>
                </c:pt>
                <c:pt idx="24793">
                  <c:v>0.88770370370370366</c:v>
                </c:pt>
                <c:pt idx="24794">
                  <c:v>0.88785185185185189</c:v>
                </c:pt>
                <c:pt idx="24795">
                  <c:v>0.88785185185185189</c:v>
                </c:pt>
                <c:pt idx="24796">
                  <c:v>0.88785185185185189</c:v>
                </c:pt>
                <c:pt idx="24797">
                  <c:v>0.88785185185185189</c:v>
                </c:pt>
                <c:pt idx="24798">
                  <c:v>0.88785185185185189</c:v>
                </c:pt>
                <c:pt idx="24799">
                  <c:v>0.88785185185185189</c:v>
                </c:pt>
                <c:pt idx="24800">
                  <c:v>0.88800000000000001</c:v>
                </c:pt>
                <c:pt idx="24801">
                  <c:v>0.88800000000000001</c:v>
                </c:pt>
                <c:pt idx="24802">
                  <c:v>0.88800000000000001</c:v>
                </c:pt>
                <c:pt idx="24803">
                  <c:v>0.88800000000000001</c:v>
                </c:pt>
                <c:pt idx="24804">
                  <c:v>0.88800000000000001</c:v>
                </c:pt>
                <c:pt idx="24805">
                  <c:v>0.88800000000000001</c:v>
                </c:pt>
                <c:pt idx="24806">
                  <c:v>0.88800000000000001</c:v>
                </c:pt>
                <c:pt idx="24807">
                  <c:v>0.88800000000000001</c:v>
                </c:pt>
                <c:pt idx="24808">
                  <c:v>0.88800000000000001</c:v>
                </c:pt>
                <c:pt idx="24809">
                  <c:v>0.88800000000000001</c:v>
                </c:pt>
                <c:pt idx="24810">
                  <c:v>0.88800000000000001</c:v>
                </c:pt>
                <c:pt idx="24811">
                  <c:v>0.88800000000000001</c:v>
                </c:pt>
                <c:pt idx="24812">
                  <c:v>0.88800000000000001</c:v>
                </c:pt>
                <c:pt idx="24813">
                  <c:v>0.88800000000000001</c:v>
                </c:pt>
                <c:pt idx="24814">
                  <c:v>0.88814814814814813</c:v>
                </c:pt>
                <c:pt idx="24815">
                  <c:v>0.88814814814814813</c:v>
                </c:pt>
                <c:pt idx="24816">
                  <c:v>0.88814814814814813</c:v>
                </c:pt>
                <c:pt idx="24817">
                  <c:v>0.88814814814814813</c:v>
                </c:pt>
                <c:pt idx="24818">
                  <c:v>0.88829629629629625</c:v>
                </c:pt>
                <c:pt idx="24819">
                  <c:v>0.88844444444444448</c:v>
                </c:pt>
                <c:pt idx="24820">
                  <c:v>0.88844444444444448</c:v>
                </c:pt>
                <c:pt idx="24821">
                  <c:v>0.88844444444444448</c:v>
                </c:pt>
                <c:pt idx="24822">
                  <c:v>0.88844444444444448</c:v>
                </c:pt>
                <c:pt idx="24823">
                  <c:v>0.88844444444444448</c:v>
                </c:pt>
                <c:pt idx="24824">
                  <c:v>0.88844444444444448</c:v>
                </c:pt>
                <c:pt idx="24825">
                  <c:v>0.88844444444444448</c:v>
                </c:pt>
                <c:pt idx="24826">
                  <c:v>0.88844444444444448</c:v>
                </c:pt>
                <c:pt idx="24827">
                  <c:v>0.88844444444444448</c:v>
                </c:pt>
                <c:pt idx="24828">
                  <c:v>0.88844444444444448</c:v>
                </c:pt>
                <c:pt idx="24829">
                  <c:v>0.88844444444444448</c:v>
                </c:pt>
                <c:pt idx="24830">
                  <c:v>0.88844444444444448</c:v>
                </c:pt>
                <c:pt idx="24831">
                  <c:v>0.88844444444444448</c:v>
                </c:pt>
                <c:pt idx="24832">
                  <c:v>0.88844444444444448</c:v>
                </c:pt>
                <c:pt idx="24833">
                  <c:v>0.88844444444444448</c:v>
                </c:pt>
                <c:pt idx="24834">
                  <c:v>0.88844444444444448</c:v>
                </c:pt>
                <c:pt idx="24835">
                  <c:v>0.88844444444444448</c:v>
                </c:pt>
                <c:pt idx="24836">
                  <c:v>0.8885925925925926</c:v>
                </c:pt>
                <c:pt idx="24837">
                  <c:v>0.8885925925925926</c:v>
                </c:pt>
                <c:pt idx="24838">
                  <c:v>0.8885925925925926</c:v>
                </c:pt>
                <c:pt idx="24839">
                  <c:v>0.8885925925925926</c:v>
                </c:pt>
                <c:pt idx="24840">
                  <c:v>0.8885925925925926</c:v>
                </c:pt>
                <c:pt idx="24841">
                  <c:v>0.8885925925925926</c:v>
                </c:pt>
                <c:pt idx="24842">
                  <c:v>0.8885925925925926</c:v>
                </c:pt>
                <c:pt idx="24843">
                  <c:v>0.8885925925925926</c:v>
                </c:pt>
                <c:pt idx="24844">
                  <c:v>0.8885925925925926</c:v>
                </c:pt>
                <c:pt idx="24845">
                  <c:v>0.88874074074074072</c:v>
                </c:pt>
                <c:pt idx="24846">
                  <c:v>0.88874074074074072</c:v>
                </c:pt>
                <c:pt idx="24847">
                  <c:v>0.88874074074074072</c:v>
                </c:pt>
                <c:pt idx="24848">
                  <c:v>0.88874074074074072</c:v>
                </c:pt>
                <c:pt idx="24849">
                  <c:v>0.88874074074074072</c:v>
                </c:pt>
                <c:pt idx="24850">
                  <c:v>0.88874074074074072</c:v>
                </c:pt>
                <c:pt idx="24851">
                  <c:v>0.88874074074074072</c:v>
                </c:pt>
                <c:pt idx="24852">
                  <c:v>0.88874074074074072</c:v>
                </c:pt>
                <c:pt idx="24853">
                  <c:v>0.88888888888888884</c:v>
                </c:pt>
                <c:pt idx="24854">
                  <c:v>0.88888888888888884</c:v>
                </c:pt>
                <c:pt idx="24855">
                  <c:v>0.88888888888888884</c:v>
                </c:pt>
                <c:pt idx="24856">
                  <c:v>0.88903703703703707</c:v>
                </c:pt>
                <c:pt idx="24857">
                  <c:v>0.88903703703703707</c:v>
                </c:pt>
                <c:pt idx="24858">
                  <c:v>0.88903703703703707</c:v>
                </c:pt>
                <c:pt idx="24859">
                  <c:v>0.88903703703703707</c:v>
                </c:pt>
                <c:pt idx="24860">
                  <c:v>0.88903703703703707</c:v>
                </c:pt>
                <c:pt idx="24861">
                  <c:v>0.88903703703703707</c:v>
                </c:pt>
                <c:pt idx="24862">
                  <c:v>0.88903703703703707</c:v>
                </c:pt>
                <c:pt idx="24863">
                  <c:v>0.88903703703703707</c:v>
                </c:pt>
                <c:pt idx="24864">
                  <c:v>0.88903703703703707</c:v>
                </c:pt>
                <c:pt idx="24865">
                  <c:v>0.88903703703703707</c:v>
                </c:pt>
                <c:pt idx="24866">
                  <c:v>0.88903703703703707</c:v>
                </c:pt>
                <c:pt idx="24867">
                  <c:v>0.88903703703703707</c:v>
                </c:pt>
                <c:pt idx="24868">
                  <c:v>0.88903703703703707</c:v>
                </c:pt>
                <c:pt idx="24869">
                  <c:v>0.88903703703703707</c:v>
                </c:pt>
                <c:pt idx="24870">
                  <c:v>0.88903703703703707</c:v>
                </c:pt>
                <c:pt idx="24871">
                  <c:v>0.88903703703703707</c:v>
                </c:pt>
                <c:pt idx="24872">
                  <c:v>0.88903703703703707</c:v>
                </c:pt>
                <c:pt idx="24873">
                  <c:v>0.88918518518518519</c:v>
                </c:pt>
                <c:pt idx="24874">
                  <c:v>0.88918518518518519</c:v>
                </c:pt>
                <c:pt idx="24875">
                  <c:v>0.88918518518518519</c:v>
                </c:pt>
                <c:pt idx="24876">
                  <c:v>0.88918518518518519</c:v>
                </c:pt>
                <c:pt idx="24877">
                  <c:v>0.88933333333333331</c:v>
                </c:pt>
                <c:pt idx="24878">
                  <c:v>0.88948148148148143</c:v>
                </c:pt>
                <c:pt idx="24879">
                  <c:v>0.88962962962962966</c:v>
                </c:pt>
                <c:pt idx="24880">
                  <c:v>0.88977777777777778</c:v>
                </c:pt>
                <c:pt idx="24881">
                  <c:v>0.8899259259259259</c:v>
                </c:pt>
                <c:pt idx="24882">
                  <c:v>0.8899259259259259</c:v>
                </c:pt>
                <c:pt idx="24883">
                  <c:v>0.89007407407407413</c:v>
                </c:pt>
                <c:pt idx="24884">
                  <c:v>0.89007407407407413</c:v>
                </c:pt>
                <c:pt idx="24885">
                  <c:v>0.89022222222222225</c:v>
                </c:pt>
                <c:pt idx="24886">
                  <c:v>0.89022222222222225</c:v>
                </c:pt>
                <c:pt idx="24887">
                  <c:v>0.89022222222222225</c:v>
                </c:pt>
                <c:pt idx="24888">
                  <c:v>0.89037037037037037</c:v>
                </c:pt>
                <c:pt idx="24889">
                  <c:v>0.89037037037037037</c:v>
                </c:pt>
                <c:pt idx="24890">
                  <c:v>0.89051851851851849</c:v>
                </c:pt>
                <c:pt idx="24891">
                  <c:v>0.89051851851851849</c:v>
                </c:pt>
                <c:pt idx="24892">
                  <c:v>0.89051851851851849</c:v>
                </c:pt>
                <c:pt idx="24893">
                  <c:v>0.89066666666666672</c:v>
                </c:pt>
                <c:pt idx="24894">
                  <c:v>0.89081481481481484</c:v>
                </c:pt>
                <c:pt idx="24895">
                  <c:v>0.89081481481481484</c:v>
                </c:pt>
                <c:pt idx="24896">
                  <c:v>0.89081481481481484</c:v>
                </c:pt>
                <c:pt idx="24897">
                  <c:v>0.89081481481481484</c:v>
                </c:pt>
                <c:pt idx="24898">
                  <c:v>0.89081481481481484</c:v>
                </c:pt>
                <c:pt idx="24899">
                  <c:v>0.89096296296296296</c:v>
                </c:pt>
                <c:pt idx="24900">
                  <c:v>0.89096296296296296</c:v>
                </c:pt>
                <c:pt idx="24901">
                  <c:v>0.89096296296296296</c:v>
                </c:pt>
                <c:pt idx="24902">
                  <c:v>0.89111111111111108</c:v>
                </c:pt>
                <c:pt idx="24903">
                  <c:v>0.89111111111111108</c:v>
                </c:pt>
                <c:pt idx="24904">
                  <c:v>0.89111111111111108</c:v>
                </c:pt>
                <c:pt idx="24905">
                  <c:v>0.89111111111111108</c:v>
                </c:pt>
                <c:pt idx="24906">
                  <c:v>0.89125925925925931</c:v>
                </c:pt>
                <c:pt idx="24907">
                  <c:v>0.89125925925925931</c:v>
                </c:pt>
                <c:pt idx="24908">
                  <c:v>0.89125925925925931</c:v>
                </c:pt>
                <c:pt idx="24909">
                  <c:v>0.89140740740740743</c:v>
                </c:pt>
                <c:pt idx="24910">
                  <c:v>0.89140740740740743</c:v>
                </c:pt>
                <c:pt idx="24911">
                  <c:v>0.89155555555555555</c:v>
                </c:pt>
                <c:pt idx="24912">
                  <c:v>0.89170370370370367</c:v>
                </c:pt>
                <c:pt idx="24913">
                  <c:v>0.89170370370370367</c:v>
                </c:pt>
                <c:pt idx="24914">
                  <c:v>0.89170370370370367</c:v>
                </c:pt>
                <c:pt idx="24915">
                  <c:v>0.89170370370370367</c:v>
                </c:pt>
                <c:pt idx="24916">
                  <c:v>0.89170370370370367</c:v>
                </c:pt>
                <c:pt idx="24917">
                  <c:v>0.8918518518518519</c:v>
                </c:pt>
                <c:pt idx="24918">
                  <c:v>0.8918518518518519</c:v>
                </c:pt>
                <c:pt idx="24919">
                  <c:v>0.8918518518518519</c:v>
                </c:pt>
                <c:pt idx="24920">
                  <c:v>0.8918518518518519</c:v>
                </c:pt>
                <c:pt idx="24921">
                  <c:v>0.8918518518518519</c:v>
                </c:pt>
                <c:pt idx="24922">
                  <c:v>0.8918518518518519</c:v>
                </c:pt>
                <c:pt idx="24923">
                  <c:v>0.8918518518518519</c:v>
                </c:pt>
                <c:pt idx="24924">
                  <c:v>0.8918518518518519</c:v>
                </c:pt>
                <c:pt idx="24925">
                  <c:v>0.8918518518518519</c:v>
                </c:pt>
                <c:pt idx="24926">
                  <c:v>0.8918518518518519</c:v>
                </c:pt>
                <c:pt idx="24927">
                  <c:v>0.8918518518518519</c:v>
                </c:pt>
                <c:pt idx="24928">
                  <c:v>0.89200000000000002</c:v>
                </c:pt>
                <c:pt idx="24929">
                  <c:v>0.89214814814814813</c:v>
                </c:pt>
                <c:pt idx="24930">
                  <c:v>0.89229629629629625</c:v>
                </c:pt>
                <c:pt idx="24931">
                  <c:v>0.89229629629629625</c:v>
                </c:pt>
                <c:pt idx="24932">
                  <c:v>0.89244444444444448</c:v>
                </c:pt>
                <c:pt idx="24933">
                  <c:v>0.89244444444444448</c:v>
                </c:pt>
                <c:pt idx="24934">
                  <c:v>0.89244444444444448</c:v>
                </c:pt>
                <c:pt idx="24935">
                  <c:v>0.89244444444444448</c:v>
                </c:pt>
                <c:pt idx="24936">
                  <c:v>0.8925925925925926</c:v>
                </c:pt>
                <c:pt idx="24937">
                  <c:v>0.8925925925925926</c:v>
                </c:pt>
                <c:pt idx="24938">
                  <c:v>0.8925925925925926</c:v>
                </c:pt>
                <c:pt idx="24939">
                  <c:v>0.8925925925925926</c:v>
                </c:pt>
                <c:pt idx="24940">
                  <c:v>0.8925925925925926</c:v>
                </c:pt>
                <c:pt idx="24941">
                  <c:v>0.8925925925925926</c:v>
                </c:pt>
                <c:pt idx="24942">
                  <c:v>0.8925925925925926</c:v>
                </c:pt>
                <c:pt idx="24943">
                  <c:v>0.8925925925925926</c:v>
                </c:pt>
                <c:pt idx="24944">
                  <c:v>0.8925925925925926</c:v>
                </c:pt>
                <c:pt idx="24945">
                  <c:v>0.89274074074074072</c:v>
                </c:pt>
                <c:pt idx="24946">
                  <c:v>0.89274074074074072</c:v>
                </c:pt>
                <c:pt idx="24947">
                  <c:v>0.89274074074074072</c:v>
                </c:pt>
                <c:pt idx="24948">
                  <c:v>0.89274074074074072</c:v>
                </c:pt>
                <c:pt idx="24949">
                  <c:v>0.89288888888888884</c:v>
                </c:pt>
                <c:pt idx="24950">
                  <c:v>0.89288888888888884</c:v>
                </c:pt>
                <c:pt idx="24951">
                  <c:v>0.89288888888888884</c:v>
                </c:pt>
                <c:pt idx="24952">
                  <c:v>0.89288888888888884</c:v>
                </c:pt>
                <c:pt idx="24953">
                  <c:v>0.89303703703703707</c:v>
                </c:pt>
                <c:pt idx="24954">
                  <c:v>0.89303703703703707</c:v>
                </c:pt>
                <c:pt idx="24955">
                  <c:v>0.89303703703703707</c:v>
                </c:pt>
                <c:pt idx="24956">
                  <c:v>0.89303703703703707</c:v>
                </c:pt>
                <c:pt idx="24957">
                  <c:v>0.89303703703703707</c:v>
                </c:pt>
                <c:pt idx="24958">
                  <c:v>0.89303703703703707</c:v>
                </c:pt>
                <c:pt idx="24959">
                  <c:v>0.89318518518518519</c:v>
                </c:pt>
                <c:pt idx="24960">
                  <c:v>0.89318518518518519</c:v>
                </c:pt>
                <c:pt idx="24961">
                  <c:v>0.89318518518518519</c:v>
                </c:pt>
                <c:pt idx="24962">
                  <c:v>0.89333333333333331</c:v>
                </c:pt>
                <c:pt idx="24963">
                  <c:v>0.89333333333333331</c:v>
                </c:pt>
                <c:pt idx="24964">
                  <c:v>0.89333333333333331</c:v>
                </c:pt>
                <c:pt idx="24965">
                  <c:v>0.89348148148148143</c:v>
                </c:pt>
                <c:pt idx="24966">
                  <c:v>0.89348148148148143</c:v>
                </c:pt>
                <c:pt idx="24967">
                  <c:v>0.89362962962962966</c:v>
                </c:pt>
                <c:pt idx="24968">
                  <c:v>0.89362962962962966</c:v>
                </c:pt>
                <c:pt idx="24969">
                  <c:v>0.89362962962962966</c:v>
                </c:pt>
                <c:pt idx="24970">
                  <c:v>0.89377777777777778</c:v>
                </c:pt>
                <c:pt idx="24971">
                  <c:v>0.89377777777777778</c:v>
                </c:pt>
                <c:pt idx="24972">
                  <c:v>0.89377777777777778</c:v>
                </c:pt>
                <c:pt idx="24973">
                  <c:v>0.8939259259259259</c:v>
                </c:pt>
                <c:pt idx="24974">
                  <c:v>0.8939259259259259</c:v>
                </c:pt>
                <c:pt idx="24975">
                  <c:v>0.8939259259259259</c:v>
                </c:pt>
                <c:pt idx="24976">
                  <c:v>0.8939259259259259</c:v>
                </c:pt>
                <c:pt idx="24977">
                  <c:v>0.89407407407407402</c:v>
                </c:pt>
                <c:pt idx="24978">
                  <c:v>0.89407407407407402</c:v>
                </c:pt>
                <c:pt idx="24979">
                  <c:v>0.89407407407407402</c:v>
                </c:pt>
                <c:pt idx="24980">
                  <c:v>0.89407407407407402</c:v>
                </c:pt>
                <c:pt idx="24981">
                  <c:v>0.89407407407407402</c:v>
                </c:pt>
                <c:pt idx="24982">
                  <c:v>0.89422222222222225</c:v>
                </c:pt>
                <c:pt idx="24983">
                  <c:v>0.89422222222222225</c:v>
                </c:pt>
                <c:pt idx="24984">
                  <c:v>0.89422222222222225</c:v>
                </c:pt>
                <c:pt idx="24985">
                  <c:v>0.89422222222222225</c:v>
                </c:pt>
                <c:pt idx="24986">
                  <c:v>0.89437037037037037</c:v>
                </c:pt>
                <c:pt idx="24987">
                  <c:v>0.89437037037037037</c:v>
                </c:pt>
                <c:pt idx="24988">
                  <c:v>0.89437037037037037</c:v>
                </c:pt>
                <c:pt idx="24989">
                  <c:v>0.89437037037037037</c:v>
                </c:pt>
                <c:pt idx="24990">
                  <c:v>0.89437037037037037</c:v>
                </c:pt>
                <c:pt idx="24991">
                  <c:v>0.89451851851851849</c:v>
                </c:pt>
                <c:pt idx="24992">
                  <c:v>0.89451851851851849</c:v>
                </c:pt>
                <c:pt idx="24993">
                  <c:v>0.89451851851851849</c:v>
                </c:pt>
                <c:pt idx="24994">
                  <c:v>0.89451851851851849</c:v>
                </c:pt>
                <c:pt idx="24995">
                  <c:v>0.89451851851851849</c:v>
                </c:pt>
                <c:pt idx="24996">
                  <c:v>0.89466666666666672</c:v>
                </c:pt>
                <c:pt idx="24997">
                  <c:v>0.89466666666666672</c:v>
                </c:pt>
                <c:pt idx="24998">
                  <c:v>0.89466666666666672</c:v>
                </c:pt>
                <c:pt idx="24999">
                  <c:v>0.89466666666666672</c:v>
                </c:pt>
                <c:pt idx="25000">
                  <c:v>0.89481481481481484</c:v>
                </c:pt>
                <c:pt idx="25001">
                  <c:v>0.89496296296296296</c:v>
                </c:pt>
                <c:pt idx="25002">
                  <c:v>0.89496296296296296</c:v>
                </c:pt>
                <c:pt idx="25003">
                  <c:v>0.89496296296296296</c:v>
                </c:pt>
                <c:pt idx="25004">
                  <c:v>0.89496296296296296</c:v>
                </c:pt>
                <c:pt idx="25005">
                  <c:v>0.89511111111111108</c:v>
                </c:pt>
                <c:pt idx="25006">
                  <c:v>0.89511111111111108</c:v>
                </c:pt>
                <c:pt idx="25007">
                  <c:v>0.89511111111111108</c:v>
                </c:pt>
                <c:pt idx="25008">
                  <c:v>0.89525925925925931</c:v>
                </c:pt>
                <c:pt idx="25009">
                  <c:v>0.89525925925925931</c:v>
                </c:pt>
                <c:pt idx="25010">
                  <c:v>0.89540740740740743</c:v>
                </c:pt>
                <c:pt idx="25011">
                  <c:v>0.89540740740740743</c:v>
                </c:pt>
                <c:pt idx="25012">
                  <c:v>0.89540740740740743</c:v>
                </c:pt>
                <c:pt idx="25013">
                  <c:v>0.89555555555555555</c:v>
                </c:pt>
                <c:pt idx="25014">
                  <c:v>0.89555555555555555</c:v>
                </c:pt>
                <c:pt idx="25015">
                  <c:v>0.89555555555555555</c:v>
                </c:pt>
                <c:pt idx="25016">
                  <c:v>0.89555555555555555</c:v>
                </c:pt>
                <c:pt idx="25017">
                  <c:v>0.89555555555555555</c:v>
                </c:pt>
                <c:pt idx="25018">
                  <c:v>0.89555555555555555</c:v>
                </c:pt>
                <c:pt idx="25019">
                  <c:v>0.89555555555555555</c:v>
                </c:pt>
                <c:pt idx="25020">
                  <c:v>0.89555555555555555</c:v>
                </c:pt>
                <c:pt idx="25021">
                  <c:v>0.89555555555555555</c:v>
                </c:pt>
                <c:pt idx="25022">
                  <c:v>0.89570370370370367</c:v>
                </c:pt>
                <c:pt idx="25023">
                  <c:v>0.89570370370370367</c:v>
                </c:pt>
                <c:pt idx="25024">
                  <c:v>0.8958518518518519</c:v>
                </c:pt>
                <c:pt idx="25025">
                  <c:v>0.8958518518518519</c:v>
                </c:pt>
                <c:pt idx="25026">
                  <c:v>0.8958518518518519</c:v>
                </c:pt>
                <c:pt idx="25027">
                  <c:v>0.8958518518518519</c:v>
                </c:pt>
                <c:pt idx="25028">
                  <c:v>0.89600000000000002</c:v>
                </c:pt>
                <c:pt idx="25029">
                  <c:v>0.89600000000000002</c:v>
                </c:pt>
                <c:pt idx="25030">
                  <c:v>0.89600000000000002</c:v>
                </c:pt>
                <c:pt idx="25031">
                  <c:v>0.89614814814814814</c:v>
                </c:pt>
                <c:pt idx="25032">
                  <c:v>0.89614814814814814</c:v>
                </c:pt>
                <c:pt idx="25033">
                  <c:v>0.89614814814814814</c:v>
                </c:pt>
                <c:pt idx="25034">
                  <c:v>0.89629629629629626</c:v>
                </c:pt>
                <c:pt idx="25035">
                  <c:v>0.89629629629629626</c:v>
                </c:pt>
                <c:pt idx="25036">
                  <c:v>0.89644444444444449</c:v>
                </c:pt>
                <c:pt idx="25037">
                  <c:v>0.89644444444444449</c:v>
                </c:pt>
                <c:pt idx="25038">
                  <c:v>0.89644444444444449</c:v>
                </c:pt>
                <c:pt idx="25039">
                  <c:v>0.89644444444444449</c:v>
                </c:pt>
                <c:pt idx="25040">
                  <c:v>0.89644444444444449</c:v>
                </c:pt>
                <c:pt idx="25041">
                  <c:v>0.89644444444444449</c:v>
                </c:pt>
                <c:pt idx="25042">
                  <c:v>0.89644444444444449</c:v>
                </c:pt>
                <c:pt idx="25043">
                  <c:v>0.89659259259259261</c:v>
                </c:pt>
                <c:pt idx="25044">
                  <c:v>0.89674074074074073</c:v>
                </c:pt>
                <c:pt idx="25045">
                  <c:v>0.89674074074074073</c:v>
                </c:pt>
                <c:pt idx="25046">
                  <c:v>0.89674074074074073</c:v>
                </c:pt>
                <c:pt idx="25047">
                  <c:v>0.89688888888888885</c:v>
                </c:pt>
                <c:pt idx="25048">
                  <c:v>0.89688888888888885</c:v>
                </c:pt>
                <c:pt idx="25049">
                  <c:v>0.89703703703703708</c:v>
                </c:pt>
                <c:pt idx="25050">
                  <c:v>0.89703703703703708</c:v>
                </c:pt>
                <c:pt idx="25051">
                  <c:v>0.89703703703703708</c:v>
                </c:pt>
                <c:pt idx="25052">
                  <c:v>0.89703703703703708</c:v>
                </c:pt>
                <c:pt idx="25053">
                  <c:v>0.8971851851851852</c:v>
                </c:pt>
                <c:pt idx="25054">
                  <c:v>0.89733333333333332</c:v>
                </c:pt>
                <c:pt idx="25055">
                  <c:v>0.89748148148148144</c:v>
                </c:pt>
                <c:pt idx="25056">
                  <c:v>0.89748148148148144</c:v>
                </c:pt>
                <c:pt idx="25057">
                  <c:v>0.89762962962962967</c:v>
                </c:pt>
                <c:pt idx="25058">
                  <c:v>0.89762962962962967</c:v>
                </c:pt>
                <c:pt idx="25059">
                  <c:v>0.89762962962962967</c:v>
                </c:pt>
                <c:pt idx="25060">
                  <c:v>0.89762962962962967</c:v>
                </c:pt>
                <c:pt idx="25061">
                  <c:v>0.89762962962962967</c:v>
                </c:pt>
                <c:pt idx="25062">
                  <c:v>0.89762962962962967</c:v>
                </c:pt>
                <c:pt idx="25063">
                  <c:v>0.89762962962962967</c:v>
                </c:pt>
                <c:pt idx="25064">
                  <c:v>0.89762962962962967</c:v>
                </c:pt>
                <c:pt idx="25065">
                  <c:v>0.89762962962962967</c:v>
                </c:pt>
                <c:pt idx="25066">
                  <c:v>0.89762962962962967</c:v>
                </c:pt>
                <c:pt idx="25067">
                  <c:v>0.89762962962962967</c:v>
                </c:pt>
                <c:pt idx="25068">
                  <c:v>0.89762962962962967</c:v>
                </c:pt>
                <c:pt idx="25069">
                  <c:v>0.89762962962962967</c:v>
                </c:pt>
                <c:pt idx="25070">
                  <c:v>0.89777777777777779</c:v>
                </c:pt>
                <c:pt idx="25071">
                  <c:v>0.89777777777777779</c:v>
                </c:pt>
                <c:pt idx="25072">
                  <c:v>0.89777777777777779</c:v>
                </c:pt>
                <c:pt idx="25073">
                  <c:v>0.89777777777777779</c:v>
                </c:pt>
                <c:pt idx="25074">
                  <c:v>0.89792592592592591</c:v>
                </c:pt>
                <c:pt idx="25075">
                  <c:v>0.89792592592592591</c:v>
                </c:pt>
                <c:pt idx="25076">
                  <c:v>0.89792592592592591</c:v>
                </c:pt>
                <c:pt idx="25077">
                  <c:v>0.89792592592592591</c:v>
                </c:pt>
                <c:pt idx="25078">
                  <c:v>0.89792592592592591</c:v>
                </c:pt>
                <c:pt idx="25079">
                  <c:v>0.89807407407407402</c:v>
                </c:pt>
                <c:pt idx="25080">
                  <c:v>0.89807407407407402</c:v>
                </c:pt>
                <c:pt idx="25081">
                  <c:v>0.89822222222222226</c:v>
                </c:pt>
                <c:pt idx="25082">
                  <c:v>0.89822222222222226</c:v>
                </c:pt>
                <c:pt idx="25083">
                  <c:v>0.89822222222222226</c:v>
                </c:pt>
                <c:pt idx="25084">
                  <c:v>0.89822222222222226</c:v>
                </c:pt>
                <c:pt idx="25085">
                  <c:v>0.89837037037037037</c:v>
                </c:pt>
                <c:pt idx="25086">
                  <c:v>0.89837037037037037</c:v>
                </c:pt>
                <c:pt idx="25087">
                  <c:v>0.89837037037037037</c:v>
                </c:pt>
                <c:pt idx="25088">
                  <c:v>0.89851851851851849</c:v>
                </c:pt>
                <c:pt idx="25089">
                  <c:v>0.89851851851851849</c:v>
                </c:pt>
                <c:pt idx="25090">
                  <c:v>0.89866666666666661</c:v>
                </c:pt>
                <c:pt idx="25091">
                  <c:v>0.89881481481481484</c:v>
                </c:pt>
                <c:pt idx="25092">
                  <c:v>0.89881481481481484</c:v>
                </c:pt>
                <c:pt idx="25093">
                  <c:v>0.89881481481481484</c:v>
                </c:pt>
                <c:pt idx="25094">
                  <c:v>0.89896296296296296</c:v>
                </c:pt>
                <c:pt idx="25095">
                  <c:v>0.89896296296296296</c:v>
                </c:pt>
                <c:pt idx="25096">
                  <c:v>0.89896296296296296</c:v>
                </c:pt>
                <c:pt idx="25097">
                  <c:v>0.89896296296296296</c:v>
                </c:pt>
                <c:pt idx="25098">
                  <c:v>0.89896296296296296</c:v>
                </c:pt>
                <c:pt idx="25099">
                  <c:v>0.89896296296296296</c:v>
                </c:pt>
                <c:pt idx="25100">
                  <c:v>0.89911111111111108</c:v>
                </c:pt>
                <c:pt idx="25101">
                  <c:v>0.89911111111111108</c:v>
                </c:pt>
                <c:pt idx="25102">
                  <c:v>0.89911111111111108</c:v>
                </c:pt>
                <c:pt idx="25103">
                  <c:v>0.89925925925925931</c:v>
                </c:pt>
                <c:pt idx="25104">
                  <c:v>0.89925925925925931</c:v>
                </c:pt>
                <c:pt idx="25105">
                  <c:v>0.89940740740740743</c:v>
                </c:pt>
                <c:pt idx="25106">
                  <c:v>0.89940740740740743</c:v>
                </c:pt>
                <c:pt idx="25107">
                  <c:v>0.89940740740740743</c:v>
                </c:pt>
                <c:pt idx="25108">
                  <c:v>0.89940740740740743</c:v>
                </c:pt>
                <c:pt idx="25109">
                  <c:v>0.89955555555555555</c:v>
                </c:pt>
                <c:pt idx="25110">
                  <c:v>0.89955555555555555</c:v>
                </c:pt>
                <c:pt idx="25111">
                  <c:v>0.89955555555555555</c:v>
                </c:pt>
                <c:pt idx="25112">
                  <c:v>0.89955555555555555</c:v>
                </c:pt>
                <c:pt idx="25113">
                  <c:v>0.89955555555555555</c:v>
                </c:pt>
                <c:pt idx="25114">
                  <c:v>0.89970370370370367</c:v>
                </c:pt>
                <c:pt idx="25115">
                  <c:v>0.8998518518518519</c:v>
                </c:pt>
                <c:pt idx="25116">
                  <c:v>0.8998518518518519</c:v>
                </c:pt>
                <c:pt idx="25117">
                  <c:v>0.9</c:v>
                </c:pt>
                <c:pt idx="25118">
                  <c:v>0.90014814814814814</c:v>
                </c:pt>
                <c:pt idx="25119">
                  <c:v>0.90014814814814814</c:v>
                </c:pt>
                <c:pt idx="25120">
                  <c:v>0.90014814814814814</c:v>
                </c:pt>
                <c:pt idx="25121">
                  <c:v>0.90029629629629626</c:v>
                </c:pt>
                <c:pt idx="25122">
                  <c:v>0.90029629629629626</c:v>
                </c:pt>
                <c:pt idx="25123">
                  <c:v>0.90029629629629626</c:v>
                </c:pt>
                <c:pt idx="25124">
                  <c:v>0.90044444444444449</c:v>
                </c:pt>
                <c:pt idx="25125">
                  <c:v>0.90044444444444449</c:v>
                </c:pt>
                <c:pt idx="25126">
                  <c:v>0.90044444444444449</c:v>
                </c:pt>
                <c:pt idx="25127">
                  <c:v>0.90044444444444449</c:v>
                </c:pt>
                <c:pt idx="25128">
                  <c:v>0.90044444444444449</c:v>
                </c:pt>
                <c:pt idx="25129">
                  <c:v>0.90044444444444449</c:v>
                </c:pt>
                <c:pt idx="25130">
                  <c:v>0.90044444444444449</c:v>
                </c:pt>
                <c:pt idx="25131">
                  <c:v>0.90044444444444449</c:v>
                </c:pt>
                <c:pt idx="25132">
                  <c:v>0.90044444444444449</c:v>
                </c:pt>
                <c:pt idx="25133">
                  <c:v>0.90044444444444449</c:v>
                </c:pt>
                <c:pt idx="25134">
                  <c:v>0.90059259259259261</c:v>
                </c:pt>
                <c:pt idx="25135">
                  <c:v>0.90074074074074073</c:v>
                </c:pt>
                <c:pt idx="25136">
                  <c:v>0.90074074074074073</c:v>
                </c:pt>
                <c:pt idx="25137">
                  <c:v>0.90074074074074073</c:v>
                </c:pt>
                <c:pt idx="25138">
                  <c:v>0.90074074074074073</c:v>
                </c:pt>
                <c:pt idx="25139">
                  <c:v>0.90088888888888885</c:v>
                </c:pt>
                <c:pt idx="25140">
                  <c:v>0.90088888888888885</c:v>
                </c:pt>
                <c:pt idx="25141">
                  <c:v>0.90088888888888885</c:v>
                </c:pt>
                <c:pt idx="25142">
                  <c:v>0.90088888888888885</c:v>
                </c:pt>
                <c:pt idx="25143">
                  <c:v>0.90088888888888885</c:v>
                </c:pt>
                <c:pt idx="25144">
                  <c:v>0.90088888888888885</c:v>
                </c:pt>
                <c:pt idx="25145">
                  <c:v>0.90088888888888885</c:v>
                </c:pt>
                <c:pt idx="25146">
                  <c:v>0.90088888888888885</c:v>
                </c:pt>
                <c:pt idx="25147">
                  <c:v>0.90088888888888885</c:v>
                </c:pt>
                <c:pt idx="25148">
                  <c:v>0.90088888888888885</c:v>
                </c:pt>
                <c:pt idx="25149">
                  <c:v>0.90103703703703708</c:v>
                </c:pt>
                <c:pt idx="25150">
                  <c:v>0.90103703703703708</c:v>
                </c:pt>
                <c:pt idx="25151">
                  <c:v>0.90103703703703708</c:v>
                </c:pt>
                <c:pt idx="25152">
                  <c:v>0.90103703703703708</c:v>
                </c:pt>
                <c:pt idx="25153">
                  <c:v>0.9011851851851852</c:v>
                </c:pt>
                <c:pt idx="25154">
                  <c:v>0.9011851851851852</c:v>
                </c:pt>
                <c:pt idx="25155">
                  <c:v>0.9011851851851852</c:v>
                </c:pt>
                <c:pt idx="25156">
                  <c:v>0.9011851851851852</c:v>
                </c:pt>
                <c:pt idx="25157">
                  <c:v>0.9011851851851852</c:v>
                </c:pt>
                <c:pt idx="25158">
                  <c:v>0.90133333333333332</c:v>
                </c:pt>
                <c:pt idx="25159">
                  <c:v>0.90133333333333332</c:v>
                </c:pt>
                <c:pt idx="25160">
                  <c:v>0.90133333333333332</c:v>
                </c:pt>
                <c:pt idx="25161">
                  <c:v>0.90133333333333332</c:v>
                </c:pt>
                <c:pt idx="25162">
                  <c:v>0.90133333333333332</c:v>
                </c:pt>
                <c:pt idx="25163">
                  <c:v>0.90133333333333332</c:v>
                </c:pt>
                <c:pt idx="25164">
                  <c:v>0.90148148148148144</c:v>
                </c:pt>
                <c:pt idx="25165">
                  <c:v>0.90148148148148144</c:v>
                </c:pt>
                <c:pt idx="25166">
                  <c:v>0.90148148148148144</c:v>
                </c:pt>
                <c:pt idx="25167">
                  <c:v>0.90148148148148144</c:v>
                </c:pt>
                <c:pt idx="25168">
                  <c:v>0.90148148148148144</c:v>
                </c:pt>
                <c:pt idx="25169">
                  <c:v>0.90162962962962967</c:v>
                </c:pt>
                <c:pt idx="25170">
                  <c:v>0.90162962962962967</c:v>
                </c:pt>
                <c:pt idx="25171">
                  <c:v>0.90162962962962967</c:v>
                </c:pt>
                <c:pt idx="25172">
                  <c:v>0.90162962962962967</c:v>
                </c:pt>
                <c:pt idx="25173">
                  <c:v>0.90162962962962967</c:v>
                </c:pt>
                <c:pt idx="25174">
                  <c:v>0.90162962962962967</c:v>
                </c:pt>
                <c:pt idx="25175">
                  <c:v>0.90162962962962967</c:v>
                </c:pt>
                <c:pt idx="25176">
                  <c:v>0.90162962962962967</c:v>
                </c:pt>
                <c:pt idx="25177">
                  <c:v>0.90162962962962967</c:v>
                </c:pt>
                <c:pt idx="25178">
                  <c:v>0.90162962962962967</c:v>
                </c:pt>
                <c:pt idx="25179">
                  <c:v>0.90177777777777779</c:v>
                </c:pt>
                <c:pt idx="25180">
                  <c:v>0.90177777777777779</c:v>
                </c:pt>
                <c:pt idx="25181">
                  <c:v>0.90177777777777779</c:v>
                </c:pt>
                <c:pt idx="25182">
                  <c:v>0.90177777777777779</c:v>
                </c:pt>
                <c:pt idx="25183">
                  <c:v>0.90177777777777779</c:v>
                </c:pt>
                <c:pt idx="25184">
                  <c:v>0.90177777777777779</c:v>
                </c:pt>
                <c:pt idx="25185">
                  <c:v>0.90177777777777779</c:v>
                </c:pt>
                <c:pt idx="25186">
                  <c:v>0.90177777777777779</c:v>
                </c:pt>
                <c:pt idx="25187">
                  <c:v>0.90177777777777779</c:v>
                </c:pt>
                <c:pt idx="25188">
                  <c:v>0.90177777777777779</c:v>
                </c:pt>
                <c:pt idx="25189">
                  <c:v>0.90177777777777779</c:v>
                </c:pt>
                <c:pt idx="25190">
                  <c:v>0.90177777777777779</c:v>
                </c:pt>
                <c:pt idx="25191">
                  <c:v>0.90192592592592591</c:v>
                </c:pt>
                <c:pt idx="25192">
                  <c:v>0.90192592592592591</c:v>
                </c:pt>
                <c:pt idx="25193">
                  <c:v>0.90192592592592591</c:v>
                </c:pt>
                <c:pt idx="25194">
                  <c:v>0.90192592592592591</c:v>
                </c:pt>
                <c:pt idx="25195">
                  <c:v>0.90192592592592591</c:v>
                </c:pt>
                <c:pt idx="25196">
                  <c:v>0.90192592592592591</c:v>
                </c:pt>
                <c:pt idx="25197">
                  <c:v>0.90192592592592591</c:v>
                </c:pt>
                <c:pt idx="25198">
                  <c:v>0.90192592592592591</c:v>
                </c:pt>
                <c:pt idx="25199">
                  <c:v>0.90192592592592591</c:v>
                </c:pt>
                <c:pt idx="25200">
                  <c:v>0.90192592592592591</c:v>
                </c:pt>
                <c:pt idx="25201">
                  <c:v>0.90192592592592591</c:v>
                </c:pt>
                <c:pt idx="25202">
                  <c:v>0.90207407407407403</c:v>
                </c:pt>
                <c:pt idx="25203">
                  <c:v>0.90207407407407403</c:v>
                </c:pt>
                <c:pt idx="25204">
                  <c:v>0.90222222222222226</c:v>
                </c:pt>
                <c:pt idx="25205">
                  <c:v>0.90237037037037038</c:v>
                </c:pt>
                <c:pt idx="25206">
                  <c:v>0.90237037037037038</c:v>
                </c:pt>
                <c:pt idx="25207">
                  <c:v>0.9025185185185185</c:v>
                </c:pt>
                <c:pt idx="25208">
                  <c:v>0.9025185185185185</c:v>
                </c:pt>
                <c:pt idx="25209">
                  <c:v>0.90266666666666662</c:v>
                </c:pt>
                <c:pt idx="25210">
                  <c:v>0.90266666666666662</c:v>
                </c:pt>
                <c:pt idx="25211">
                  <c:v>0.90266666666666662</c:v>
                </c:pt>
                <c:pt idx="25212">
                  <c:v>0.90266666666666662</c:v>
                </c:pt>
                <c:pt idx="25213">
                  <c:v>0.90281481481481485</c:v>
                </c:pt>
                <c:pt idx="25214">
                  <c:v>0.90281481481481485</c:v>
                </c:pt>
                <c:pt idx="25215">
                  <c:v>0.90281481481481485</c:v>
                </c:pt>
                <c:pt idx="25216">
                  <c:v>0.90281481481481485</c:v>
                </c:pt>
                <c:pt idx="25217">
                  <c:v>0.90296296296296297</c:v>
                </c:pt>
                <c:pt idx="25218">
                  <c:v>0.90296296296296297</c:v>
                </c:pt>
                <c:pt idx="25219">
                  <c:v>0.90296296296296297</c:v>
                </c:pt>
                <c:pt idx="25220">
                  <c:v>0.90311111111111109</c:v>
                </c:pt>
                <c:pt idx="25221">
                  <c:v>0.90325925925925921</c:v>
                </c:pt>
                <c:pt idx="25222">
                  <c:v>0.90340740740740744</c:v>
                </c:pt>
                <c:pt idx="25223">
                  <c:v>0.90340740740740744</c:v>
                </c:pt>
                <c:pt idx="25224">
                  <c:v>0.90340740740740744</c:v>
                </c:pt>
                <c:pt idx="25225">
                  <c:v>0.90355555555555556</c:v>
                </c:pt>
                <c:pt idx="25226">
                  <c:v>0.90355555555555556</c:v>
                </c:pt>
                <c:pt idx="25227">
                  <c:v>0.90370370370370368</c:v>
                </c:pt>
                <c:pt idx="25228">
                  <c:v>0.90370370370370368</c:v>
                </c:pt>
                <c:pt idx="25229">
                  <c:v>0.90370370370370368</c:v>
                </c:pt>
                <c:pt idx="25230">
                  <c:v>0.90370370370370368</c:v>
                </c:pt>
                <c:pt idx="25231">
                  <c:v>0.90370370370370368</c:v>
                </c:pt>
                <c:pt idx="25232">
                  <c:v>0.90370370370370368</c:v>
                </c:pt>
                <c:pt idx="25233">
                  <c:v>0.90370370370370368</c:v>
                </c:pt>
                <c:pt idx="25234">
                  <c:v>0.90370370370370368</c:v>
                </c:pt>
                <c:pt idx="25235">
                  <c:v>0.90370370370370368</c:v>
                </c:pt>
                <c:pt idx="25236">
                  <c:v>0.90370370370370368</c:v>
                </c:pt>
                <c:pt idx="25237">
                  <c:v>0.90370370370370368</c:v>
                </c:pt>
                <c:pt idx="25238">
                  <c:v>0.90370370370370368</c:v>
                </c:pt>
                <c:pt idx="25239">
                  <c:v>0.90385185185185191</c:v>
                </c:pt>
                <c:pt idx="25240">
                  <c:v>0.90400000000000003</c:v>
                </c:pt>
                <c:pt idx="25241">
                  <c:v>0.90400000000000003</c:v>
                </c:pt>
                <c:pt idx="25242">
                  <c:v>0.90414814814814815</c:v>
                </c:pt>
                <c:pt idx="25243">
                  <c:v>0.90414814814814815</c:v>
                </c:pt>
                <c:pt idx="25244">
                  <c:v>0.90429629629629626</c:v>
                </c:pt>
                <c:pt idx="25245">
                  <c:v>0.9044444444444445</c:v>
                </c:pt>
                <c:pt idx="25246">
                  <c:v>0.9044444444444445</c:v>
                </c:pt>
                <c:pt idx="25247">
                  <c:v>0.9044444444444445</c:v>
                </c:pt>
                <c:pt idx="25248">
                  <c:v>0.90459259259259261</c:v>
                </c:pt>
                <c:pt idx="25249">
                  <c:v>0.90459259259259261</c:v>
                </c:pt>
                <c:pt idx="25250">
                  <c:v>0.90474074074074073</c:v>
                </c:pt>
                <c:pt idx="25251">
                  <c:v>0.90474074074074073</c:v>
                </c:pt>
                <c:pt idx="25252">
                  <c:v>0.90474074074074073</c:v>
                </c:pt>
                <c:pt idx="25253">
                  <c:v>0.90488888888888885</c:v>
                </c:pt>
                <c:pt idx="25254">
                  <c:v>0.90488888888888885</c:v>
                </c:pt>
                <c:pt idx="25255">
                  <c:v>0.90503703703703708</c:v>
                </c:pt>
                <c:pt idx="25256">
                  <c:v>0.9051851851851852</c:v>
                </c:pt>
                <c:pt idx="25257">
                  <c:v>0.9051851851851852</c:v>
                </c:pt>
                <c:pt idx="25258">
                  <c:v>0.9051851851851852</c:v>
                </c:pt>
                <c:pt idx="25259">
                  <c:v>0.9051851851851852</c:v>
                </c:pt>
                <c:pt idx="25260">
                  <c:v>0.9051851851851852</c:v>
                </c:pt>
                <c:pt idx="25261">
                  <c:v>0.9051851851851852</c:v>
                </c:pt>
                <c:pt idx="25262">
                  <c:v>0.9051851851851852</c:v>
                </c:pt>
                <c:pt idx="25263">
                  <c:v>0.9051851851851852</c:v>
                </c:pt>
                <c:pt idx="25264">
                  <c:v>0.90533333333333332</c:v>
                </c:pt>
                <c:pt idx="25265">
                  <c:v>0.90548148148148144</c:v>
                </c:pt>
                <c:pt idx="25266">
                  <c:v>0.90548148148148144</c:v>
                </c:pt>
                <c:pt idx="25267">
                  <c:v>0.90548148148148144</c:v>
                </c:pt>
                <c:pt idx="25268">
                  <c:v>0.90548148148148144</c:v>
                </c:pt>
                <c:pt idx="25269">
                  <c:v>0.90548148148148144</c:v>
                </c:pt>
                <c:pt idx="25270">
                  <c:v>0.90562962962962967</c:v>
                </c:pt>
                <c:pt idx="25271">
                  <c:v>0.90577777777777779</c:v>
                </c:pt>
                <c:pt idx="25272">
                  <c:v>0.90577777777777779</c:v>
                </c:pt>
                <c:pt idx="25273">
                  <c:v>0.90592592592592591</c:v>
                </c:pt>
                <c:pt idx="25274">
                  <c:v>0.90607407407407403</c:v>
                </c:pt>
                <c:pt idx="25275">
                  <c:v>0.90622222222222226</c:v>
                </c:pt>
                <c:pt idx="25276">
                  <c:v>0.90637037037037038</c:v>
                </c:pt>
                <c:pt idx="25277">
                  <c:v>0.9065185185185185</c:v>
                </c:pt>
                <c:pt idx="25278">
                  <c:v>0.9065185185185185</c:v>
                </c:pt>
                <c:pt idx="25279">
                  <c:v>0.90666666666666662</c:v>
                </c:pt>
                <c:pt idx="25280">
                  <c:v>0.90666666666666662</c:v>
                </c:pt>
                <c:pt idx="25281">
                  <c:v>0.90666666666666662</c:v>
                </c:pt>
                <c:pt idx="25282">
                  <c:v>0.90666666666666662</c:v>
                </c:pt>
                <c:pt idx="25283">
                  <c:v>0.90681481481481485</c:v>
                </c:pt>
                <c:pt idx="25284">
                  <c:v>0.90696296296296297</c:v>
                </c:pt>
                <c:pt idx="25285">
                  <c:v>0.90696296296296297</c:v>
                </c:pt>
                <c:pt idx="25286">
                  <c:v>0.90696296296296297</c:v>
                </c:pt>
                <c:pt idx="25287">
                  <c:v>0.90696296296296297</c:v>
                </c:pt>
                <c:pt idx="25288">
                  <c:v>0.90696296296296297</c:v>
                </c:pt>
                <c:pt idx="25289">
                  <c:v>0.90696296296296297</c:v>
                </c:pt>
                <c:pt idx="25290">
                  <c:v>0.90711111111111109</c:v>
                </c:pt>
                <c:pt idx="25291">
                  <c:v>0.90725925925925921</c:v>
                </c:pt>
                <c:pt idx="25292">
                  <c:v>0.90740740740740744</c:v>
                </c:pt>
                <c:pt idx="25293">
                  <c:v>0.90755555555555556</c:v>
                </c:pt>
                <c:pt idx="25294">
                  <c:v>0.90770370370370368</c:v>
                </c:pt>
                <c:pt idx="25295">
                  <c:v>0.9078518518518518</c:v>
                </c:pt>
                <c:pt idx="25296">
                  <c:v>0.90800000000000003</c:v>
                </c:pt>
                <c:pt idx="25297">
                  <c:v>0.90800000000000003</c:v>
                </c:pt>
                <c:pt idx="25298">
                  <c:v>0.90800000000000003</c:v>
                </c:pt>
                <c:pt idx="25299">
                  <c:v>0.90814814814814815</c:v>
                </c:pt>
                <c:pt idx="25300">
                  <c:v>0.90829629629629627</c:v>
                </c:pt>
                <c:pt idx="25301">
                  <c:v>0.9084444444444445</c:v>
                </c:pt>
                <c:pt idx="25302">
                  <c:v>0.9084444444444445</c:v>
                </c:pt>
                <c:pt idx="25303">
                  <c:v>0.9084444444444445</c:v>
                </c:pt>
                <c:pt idx="25304">
                  <c:v>0.90859259259259262</c:v>
                </c:pt>
                <c:pt idx="25305">
                  <c:v>0.90874074074074074</c:v>
                </c:pt>
                <c:pt idx="25306">
                  <c:v>0.90874074074074074</c:v>
                </c:pt>
                <c:pt idx="25307">
                  <c:v>0.90888888888888886</c:v>
                </c:pt>
                <c:pt idx="25308">
                  <c:v>0.90903703703703709</c:v>
                </c:pt>
                <c:pt idx="25309">
                  <c:v>0.90903703703703709</c:v>
                </c:pt>
                <c:pt idx="25310">
                  <c:v>0.90903703703703709</c:v>
                </c:pt>
                <c:pt idx="25311">
                  <c:v>0.90903703703703709</c:v>
                </c:pt>
                <c:pt idx="25312">
                  <c:v>0.90918518518518521</c:v>
                </c:pt>
                <c:pt idx="25313">
                  <c:v>0.90918518518518521</c:v>
                </c:pt>
                <c:pt idx="25314">
                  <c:v>0.90918518518518521</c:v>
                </c:pt>
                <c:pt idx="25315">
                  <c:v>0.90933333333333333</c:v>
                </c:pt>
                <c:pt idx="25316">
                  <c:v>0.90933333333333333</c:v>
                </c:pt>
                <c:pt idx="25317">
                  <c:v>0.90933333333333333</c:v>
                </c:pt>
                <c:pt idx="25318">
                  <c:v>0.90948148148148145</c:v>
                </c:pt>
                <c:pt idx="25319">
                  <c:v>0.90948148148148145</c:v>
                </c:pt>
                <c:pt idx="25320">
                  <c:v>0.90962962962962968</c:v>
                </c:pt>
                <c:pt idx="25321">
                  <c:v>0.90962962962962968</c:v>
                </c:pt>
                <c:pt idx="25322">
                  <c:v>0.90962962962962968</c:v>
                </c:pt>
                <c:pt idx="25323">
                  <c:v>0.9097777777777778</c:v>
                </c:pt>
                <c:pt idx="25324">
                  <c:v>0.9097777777777778</c:v>
                </c:pt>
                <c:pt idx="25325">
                  <c:v>0.9097777777777778</c:v>
                </c:pt>
                <c:pt idx="25326">
                  <c:v>0.90992592592592592</c:v>
                </c:pt>
                <c:pt idx="25327">
                  <c:v>0.91007407407407404</c:v>
                </c:pt>
                <c:pt idx="25328">
                  <c:v>0.91007407407407404</c:v>
                </c:pt>
                <c:pt idx="25329">
                  <c:v>0.91007407407407404</c:v>
                </c:pt>
                <c:pt idx="25330">
                  <c:v>0.91007407407407404</c:v>
                </c:pt>
                <c:pt idx="25331">
                  <c:v>0.91022222222222227</c:v>
                </c:pt>
                <c:pt idx="25332">
                  <c:v>0.91037037037037039</c:v>
                </c:pt>
                <c:pt idx="25333">
                  <c:v>0.91037037037037039</c:v>
                </c:pt>
                <c:pt idx="25334">
                  <c:v>0.9105185185185185</c:v>
                </c:pt>
                <c:pt idx="25335">
                  <c:v>0.9105185185185185</c:v>
                </c:pt>
                <c:pt idx="25336">
                  <c:v>0.9105185185185185</c:v>
                </c:pt>
                <c:pt idx="25337">
                  <c:v>0.91066666666666662</c:v>
                </c:pt>
                <c:pt idx="25338">
                  <c:v>0.91066666666666662</c:v>
                </c:pt>
                <c:pt idx="25339">
                  <c:v>0.91066666666666662</c:v>
                </c:pt>
                <c:pt idx="25340">
                  <c:v>0.91081481481481485</c:v>
                </c:pt>
                <c:pt idx="25341">
                  <c:v>0.91081481481481485</c:v>
                </c:pt>
                <c:pt idx="25342">
                  <c:v>0.91081481481481485</c:v>
                </c:pt>
                <c:pt idx="25343">
                  <c:v>0.91096296296296297</c:v>
                </c:pt>
                <c:pt idx="25344">
                  <c:v>0.91096296296296297</c:v>
                </c:pt>
                <c:pt idx="25345">
                  <c:v>0.91096296296296297</c:v>
                </c:pt>
                <c:pt idx="25346">
                  <c:v>0.91111111111111109</c:v>
                </c:pt>
                <c:pt idx="25347">
                  <c:v>0.91111111111111109</c:v>
                </c:pt>
                <c:pt idx="25348">
                  <c:v>0.91125925925925921</c:v>
                </c:pt>
                <c:pt idx="25349">
                  <c:v>0.91125925925925921</c:v>
                </c:pt>
                <c:pt idx="25350">
                  <c:v>0.91125925925925921</c:v>
                </c:pt>
                <c:pt idx="25351">
                  <c:v>0.91140740740740744</c:v>
                </c:pt>
                <c:pt idx="25352">
                  <c:v>0.91140740740740744</c:v>
                </c:pt>
                <c:pt idx="25353">
                  <c:v>0.91140740740740744</c:v>
                </c:pt>
                <c:pt idx="25354">
                  <c:v>0.91140740740740744</c:v>
                </c:pt>
                <c:pt idx="25355">
                  <c:v>0.91155555555555556</c:v>
                </c:pt>
                <c:pt idx="25356">
                  <c:v>0.91155555555555556</c:v>
                </c:pt>
                <c:pt idx="25357">
                  <c:v>0.91170370370370368</c:v>
                </c:pt>
                <c:pt idx="25358">
                  <c:v>0.91170370370370368</c:v>
                </c:pt>
                <c:pt idx="25359">
                  <c:v>0.91170370370370368</c:v>
                </c:pt>
                <c:pt idx="25360">
                  <c:v>0.91170370370370368</c:v>
                </c:pt>
                <c:pt idx="25361">
                  <c:v>0.91170370370370368</c:v>
                </c:pt>
                <c:pt idx="25362">
                  <c:v>0.91170370370370368</c:v>
                </c:pt>
                <c:pt idx="25363">
                  <c:v>0.91170370370370368</c:v>
                </c:pt>
                <c:pt idx="25364">
                  <c:v>0.9118518518518518</c:v>
                </c:pt>
                <c:pt idx="25365">
                  <c:v>0.9118518518518518</c:v>
                </c:pt>
                <c:pt idx="25366">
                  <c:v>0.9118518518518518</c:v>
                </c:pt>
                <c:pt idx="25367">
                  <c:v>0.91200000000000003</c:v>
                </c:pt>
                <c:pt idx="25368">
                  <c:v>0.91200000000000003</c:v>
                </c:pt>
                <c:pt idx="25369">
                  <c:v>0.91200000000000003</c:v>
                </c:pt>
                <c:pt idx="25370">
                  <c:v>0.91214814814814815</c:v>
                </c:pt>
                <c:pt idx="25371">
                  <c:v>0.91229629629629627</c:v>
                </c:pt>
                <c:pt idx="25372">
                  <c:v>0.91244444444444439</c:v>
                </c:pt>
                <c:pt idx="25373">
                  <c:v>0.91244444444444439</c:v>
                </c:pt>
                <c:pt idx="25374">
                  <c:v>0.91244444444444439</c:v>
                </c:pt>
                <c:pt idx="25375">
                  <c:v>0.91259259259259262</c:v>
                </c:pt>
                <c:pt idx="25376">
                  <c:v>0.91259259259259262</c:v>
                </c:pt>
                <c:pt idx="25377">
                  <c:v>0.91259259259259262</c:v>
                </c:pt>
                <c:pt idx="25378">
                  <c:v>0.91259259259259262</c:v>
                </c:pt>
                <c:pt idx="25379">
                  <c:v>0.91274074074074074</c:v>
                </c:pt>
                <c:pt idx="25380">
                  <c:v>0.91288888888888886</c:v>
                </c:pt>
                <c:pt idx="25381">
                  <c:v>0.91288888888888886</c:v>
                </c:pt>
                <c:pt idx="25382">
                  <c:v>0.91288888888888886</c:v>
                </c:pt>
                <c:pt idx="25383">
                  <c:v>0.91303703703703709</c:v>
                </c:pt>
                <c:pt idx="25384">
                  <c:v>0.91303703703703709</c:v>
                </c:pt>
                <c:pt idx="25385">
                  <c:v>0.91303703703703709</c:v>
                </c:pt>
                <c:pt idx="25386">
                  <c:v>0.91303703703703709</c:v>
                </c:pt>
                <c:pt idx="25387">
                  <c:v>0.91303703703703709</c:v>
                </c:pt>
                <c:pt idx="25388">
                  <c:v>0.91303703703703709</c:v>
                </c:pt>
                <c:pt idx="25389">
                  <c:v>0.91303703703703709</c:v>
                </c:pt>
                <c:pt idx="25390">
                  <c:v>0.91303703703703709</c:v>
                </c:pt>
                <c:pt idx="25391">
                  <c:v>0.91303703703703709</c:v>
                </c:pt>
                <c:pt idx="25392">
                  <c:v>0.91318518518518521</c:v>
                </c:pt>
                <c:pt idx="25393">
                  <c:v>0.91318518518518521</c:v>
                </c:pt>
                <c:pt idx="25394">
                  <c:v>0.91318518518518521</c:v>
                </c:pt>
                <c:pt idx="25395">
                  <c:v>0.91333333333333333</c:v>
                </c:pt>
                <c:pt idx="25396">
                  <c:v>0.91333333333333333</c:v>
                </c:pt>
                <c:pt idx="25397">
                  <c:v>0.91348148148148145</c:v>
                </c:pt>
                <c:pt idx="25398">
                  <c:v>0.91348148148148145</c:v>
                </c:pt>
                <c:pt idx="25399">
                  <c:v>0.91348148148148145</c:v>
                </c:pt>
                <c:pt idx="25400">
                  <c:v>0.91348148148148145</c:v>
                </c:pt>
                <c:pt idx="25401">
                  <c:v>0.91362962962962968</c:v>
                </c:pt>
                <c:pt idx="25402">
                  <c:v>0.91362962962962968</c:v>
                </c:pt>
                <c:pt idx="25403">
                  <c:v>0.9137777777777778</c:v>
                </c:pt>
                <c:pt idx="25404">
                  <c:v>0.9137777777777778</c:v>
                </c:pt>
                <c:pt idx="25405">
                  <c:v>0.9137777777777778</c:v>
                </c:pt>
                <c:pt idx="25406">
                  <c:v>0.91392592592592592</c:v>
                </c:pt>
                <c:pt idx="25407">
                  <c:v>0.91407407407407404</c:v>
                </c:pt>
                <c:pt idx="25408">
                  <c:v>0.91407407407407404</c:v>
                </c:pt>
                <c:pt idx="25409">
                  <c:v>0.91407407407407404</c:v>
                </c:pt>
                <c:pt idx="25410">
                  <c:v>0.91422222222222227</c:v>
                </c:pt>
                <c:pt idx="25411">
                  <c:v>0.91422222222222227</c:v>
                </c:pt>
                <c:pt idx="25412">
                  <c:v>0.91422222222222227</c:v>
                </c:pt>
                <c:pt idx="25413">
                  <c:v>0.91422222222222227</c:v>
                </c:pt>
                <c:pt idx="25414">
                  <c:v>0.91422222222222227</c:v>
                </c:pt>
                <c:pt idx="25415">
                  <c:v>0.91437037037037039</c:v>
                </c:pt>
                <c:pt idx="25416">
                  <c:v>0.91451851851851851</c:v>
                </c:pt>
                <c:pt idx="25417">
                  <c:v>0.91451851851851851</c:v>
                </c:pt>
                <c:pt idx="25418">
                  <c:v>0.91466666666666663</c:v>
                </c:pt>
                <c:pt idx="25419">
                  <c:v>0.91466666666666663</c:v>
                </c:pt>
                <c:pt idx="25420">
                  <c:v>0.91466666666666663</c:v>
                </c:pt>
                <c:pt idx="25421">
                  <c:v>0.91466666666666663</c:v>
                </c:pt>
                <c:pt idx="25422">
                  <c:v>0.91466666666666663</c:v>
                </c:pt>
                <c:pt idx="25423">
                  <c:v>0.91466666666666663</c:v>
                </c:pt>
                <c:pt idx="25424">
                  <c:v>0.91481481481481486</c:v>
                </c:pt>
                <c:pt idx="25425">
                  <c:v>0.91481481481481486</c:v>
                </c:pt>
                <c:pt idx="25426">
                  <c:v>0.91481481481481486</c:v>
                </c:pt>
                <c:pt idx="25427">
                  <c:v>0.91481481481481486</c:v>
                </c:pt>
                <c:pt idx="25428">
                  <c:v>0.91481481481481486</c:v>
                </c:pt>
                <c:pt idx="25429">
                  <c:v>0.91481481481481486</c:v>
                </c:pt>
                <c:pt idx="25430">
                  <c:v>0.91496296296296298</c:v>
                </c:pt>
                <c:pt idx="25431">
                  <c:v>0.91496296296296298</c:v>
                </c:pt>
                <c:pt idx="25432">
                  <c:v>0.9151111111111111</c:v>
                </c:pt>
                <c:pt idx="25433">
                  <c:v>0.91525925925925922</c:v>
                </c:pt>
                <c:pt idx="25434">
                  <c:v>0.91540740740740745</c:v>
                </c:pt>
                <c:pt idx="25435">
                  <c:v>0.91555555555555557</c:v>
                </c:pt>
                <c:pt idx="25436">
                  <c:v>0.91570370370370369</c:v>
                </c:pt>
                <c:pt idx="25437">
                  <c:v>0.91570370370370369</c:v>
                </c:pt>
                <c:pt idx="25438">
                  <c:v>0.91570370370370369</c:v>
                </c:pt>
                <c:pt idx="25439">
                  <c:v>0.91570370370370369</c:v>
                </c:pt>
                <c:pt idx="25440">
                  <c:v>0.91570370370370369</c:v>
                </c:pt>
                <c:pt idx="25441">
                  <c:v>0.91570370370370369</c:v>
                </c:pt>
                <c:pt idx="25442">
                  <c:v>0.91570370370370369</c:v>
                </c:pt>
                <c:pt idx="25443">
                  <c:v>0.91570370370370369</c:v>
                </c:pt>
                <c:pt idx="25444">
                  <c:v>0.91570370370370369</c:v>
                </c:pt>
                <c:pt idx="25445">
                  <c:v>0.91585185185185181</c:v>
                </c:pt>
                <c:pt idx="25446">
                  <c:v>0.91600000000000004</c:v>
                </c:pt>
                <c:pt idx="25447">
                  <c:v>0.91600000000000004</c:v>
                </c:pt>
                <c:pt idx="25448">
                  <c:v>0.91614814814814816</c:v>
                </c:pt>
                <c:pt idx="25449">
                  <c:v>0.91614814814814816</c:v>
                </c:pt>
                <c:pt idx="25450">
                  <c:v>0.91629629629629628</c:v>
                </c:pt>
                <c:pt idx="25451">
                  <c:v>0.91629629629629628</c:v>
                </c:pt>
                <c:pt idx="25452">
                  <c:v>0.91629629629629628</c:v>
                </c:pt>
                <c:pt idx="25453">
                  <c:v>0.91644444444444439</c:v>
                </c:pt>
                <c:pt idx="25454">
                  <c:v>0.91644444444444439</c:v>
                </c:pt>
                <c:pt idx="25455">
                  <c:v>0.91644444444444439</c:v>
                </c:pt>
                <c:pt idx="25456">
                  <c:v>0.91644444444444439</c:v>
                </c:pt>
                <c:pt idx="25457">
                  <c:v>0.91644444444444439</c:v>
                </c:pt>
                <c:pt idx="25458">
                  <c:v>0.91659259259259263</c:v>
                </c:pt>
                <c:pt idx="25459">
                  <c:v>0.91674074074074074</c:v>
                </c:pt>
                <c:pt idx="25460">
                  <c:v>0.91688888888888886</c:v>
                </c:pt>
                <c:pt idx="25461">
                  <c:v>0.91688888888888886</c:v>
                </c:pt>
                <c:pt idx="25462">
                  <c:v>0.91688888888888886</c:v>
                </c:pt>
                <c:pt idx="25463">
                  <c:v>0.91688888888888886</c:v>
                </c:pt>
                <c:pt idx="25464">
                  <c:v>0.91688888888888886</c:v>
                </c:pt>
                <c:pt idx="25465">
                  <c:v>0.91688888888888886</c:v>
                </c:pt>
                <c:pt idx="25466">
                  <c:v>0.91688888888888886</c:v>
                </c:pt>
                <c:pt idx="25467">
                  <c:v>0.91688888888888886</c:v>
                </c:pt>
                <c:pt idx="25468">
                  <c:v>0.91688888888888886</c:v>
                </c:pt>
                <c:pt idx="25469">
                  <c:v>0.91703703703703698</c:v>
                </c:pt>
                <c:pt idx="25470">
                  <c:v>0.91718518518518521</c:v>
                </c:pt>
                <c:pt idx="25471">
                  <c:v>0.91733333333333333</c:v>
                </c:pt>
                <c:pt idx="25472">
                  <c:v>0.91748148148148145</c:v>
                </c:pt>
                <c:pt idx="25473">
                  <c:v>0.91748148148148145</c:v>
                </c:pt>
                <c:pt idx="25474">
                  <c:v>0.91748148148148145</c:v>
                </c:pt>
                <c:pt idx="25475">
                  <c:v>0.91762962962962968</c:v>
                </c:pt>
                <c:pt idx="25476">
                  <c:v>0.9177777777777778</c:v>
                </c:pt>
                <c:pt idx="25477">
                  <c:v>0.91792592592592592</c:v>
                </c:pt>
                <c:pt idx="25478">
                  <c:v>0.91792592592592592</c:v>
                </c:pt>
                <c:pt idx="25479">
                  <c:v>0.91792592592592592</c:v>
                </c:pt>
                <c:pt idx="25480">
                  <c:v>0.91792592592592592</c:v>
                </c:pt>
                <c:pt idx="25481">
                  <c:v>0.91807407407407404</c:v>
                </c:pt>
                <c:pt idx="25482">
                  <c:v>0.91807407407407404</c:v>
                </c:pt>
                <c:pt idx="25483">
                  <c:v>0.91807407407407404</c:v>
                </c:pt>
                <c:pt idx="25484">
                  <c:v>0.91807407407407404</c:v>
                </c:pt>
                <c:pt idx="25485">
                  <c:v>0.91807407407407404</c:v>
                </c:pt>
                <c:pt idx="25486">
                  <c:v>0.91807407407407404</c:v>
                </c:pt>
                <c:pt idx="25487">
                  <c:v>0.91807407407407404</c:v>
                </c:pt>
                <c:pt idx="25488">
                  <c:v>0.91807407407407404</c:v>
                </c:pt>
                <c:pt idx="25489">
                  <c:v>0.91822222222222227</c:v>
                </c:pt>
                <c:pt idx="25490">
                  <c:v>0.91837037037037039</c:v>
                </c:pt>
                <c:pt idx="25491">
                  <c:v>0.91851851851851851</c:v>
                </c:pt>
                <c:pt idx="25492">
                  <c:v>0.91851851851851851</c:v>
                </c:pt>
                <c:pt idx="25493">
                  <c:v>0.91866666666666663</c:v>
                </c:pt>
                <c:pt idx="25494">
                  <c:v>0.91881481481481486</c:v>
                </c:pt>
                <c:pt idx="25495">
                  <c:v>0.91896296296296298</c:v>
                </c:pt>
                <c:pt idx="25496">
                  <c:v>0.91896296296296298</c:v>
                </c:pt>
                <c:pt idx="25497">
                  <c:v>0.91896296296296298</c:v>
                </c:pt>
                <c:pt idx="25498">
                  <c:v>0.91896296296296298</c:v>
                </c:pt>
                <c:pt idx="25499">
                  <c:v>0.91896296296296298</c:v>
                </c:pt>
                <c:pt idx="25500">
                  <c:v>0.91896296296296298</c:v>
                </c:pt>
                <c:pt idx="25501">
                  <c:v>0.9191111111111111</c:v>
                </c:pt>
                <c:pt idx="25502">
                  <c:v>0.91925925925925922</c:v>
                </c:pt>
                <c:pt idx="25503">
                  <c:v>0.91925925925925922</c:v>
                </c:pt>
                <c:pt idx="25504">
                  <c:v>0.91925925925925922</c:v>
                </c:pt>
                <c:pt idx="25505">
                  <c:v>0.91925925925925922</c:v>
                </c:pt>
                <c:pt idx="25506">
                  <c:v>0.91925925925925922</c:v>
                </c:pt>
                <c:pt idx="25507">
                  <c:v>0.91925925925925922</c:v>
                </c:pt>
                <c:pt idx="25508">
                  <c:v>0.91925925925925922</c:v>
                </c:pt>
                <c:pt idx="25509">
                  <c:v>0.91940740740740745</c:v>
                </c:pt>
                <c:pt idx="25510">
                  <c:v>0.91940740740740745</c:v>
                </c:pt>
                <c:pt idx="25511">
                  <c:v>0.91940740740740745</c:v>
                </c:pt>
                <c:pt idx="25512">
                  <c:v>0.91940740740740745</c:v>
                </c:pt>
                <c:pt idx="25513">
                  <c:v>0.91940740740740745</c:v>
                </c:pt>
                <c:pt idx="25514">
                  <c:v>0.91940740740740745</c:v>
                </c:pt>
                <c:pt idx="25515">
                  <c:v>0.91940740740740745</c:v>
                </c:pt>
                <c:pt idx="25516">
                  <c:v>0.91940740740740745</c:v>
                </c:pt>
                <c:pt idx="25517">
                  <c:v>0.91955555555555557</c:v>
                </c:pt>
                <c:pt idx="25518">
                  <c:v>0.91955555555555557</c:v>
                </c:pt>
                <c:pt idx="25519">
                  <c:v>0.91970370370370369</c:v>
                </c:pt>
                <c:pt idx="25520">
                  <c:v>0.91970370370370369</c:v>
                </c:pt>
                <c:pt idx="25521">
                  <c:v>0.91985185185185181</c:v>
                </c:pt>
                <c:pt idx="25522">
                  <c:v>0.91985185185185181</c:v>
                </c:pt>
                <c:pt idx="25523">
                  <c:v>0.91985185185185181</c:v>
                </c:pt>
                <c:pt idx="25524">
                  <c:v>0.91985185185185181</c:v>
                </c:pt>
                <c:pt idx="25525">
                  <c:v>0.91985185185185181</c:v>
                </c:pt>
                <c:pt idx="25526">
                  <c:v>0.91985185185185181</c:v>
                </c:pt>
                <c:pt idx="25527">
                  <c:v>0.92</c:v>
                </c:pt>
                <c:pt idx="25528">
                  <c:v>0.92</c:v>
                </c:pt>
                <c:pt idx="25529">
                  <c:v>0.92014814814814816</c:v>
                </c:pt>
                <c:pt idx="25530">
                  <c:v>0.92029629629629628</c:v>
                </c:pt>
                <c:pt idx="25531">
                  <c:v>0.92029629629629628</c:v>
                </c:pt>
                <c:pt idx="25532">
                  <c:v>0.92029629629629628</c:v>
                </c:pt>
                <c:pt idx="25533">
                  <c:v>0.9204444444444444</c:v>
                </c:pt>
                <c:pt idx="25534">
                  <c:v>0.9204444444444444</c:v>
                </c:pt>
                <c:pt idx="25535">
                  <c:v>0.9204444444444444</c:v>
                </c:pt>
                <c:pt idx="25536">
                  <c:v>0.92059259259259263</c:v>
                </c:pt>
                <c:pt idx="25537">
                  <c:v>0.92074074074074075</c:v>
                </c:pt>
                <c:pt idx="25538">
                  <c:v>0.92088888888888887</c:v>
                </c:pt>
                <c:pt idx="25539">
                  <c:v>0.92088888888888887</c:v>
                </c:pt>
                <c:pt idx="25540">
                  <c:v>0.92088888888888887</c:v>
                </c:pt>
                <c:pt idx="25541">
                  <c:v>0.92103703703703699</c:v>
                </c:pt>
                <c:pt idx="25542">
                  <c:v>0.92103703703703699</c:v>
                </c:pt>
                <c:pt idx="25543">
                  <c:v>0.92103703703703699</c:v>
                </c:pt>
                <c:pt idx="25544">
                  <c:v>0.92103703703703699</c:v>
                </c:pt>
                <c:pt idx="25545">
                  <c:v>0.92103703703703699</c:v>
                </c:pt>
                <c:pt idx="25546">
                  <c:v>0.92103703703703699</c:v>
                </c:pt>
                <c:pt idx="25547">
                  <c:v>0.92103703703703699</c:v>
                </c:pt>
                <c:pt idx="25548">
                  <c:v>0.92103703703703699</c:v>
                </c:pt>
                <c:pt idx="25549">
                  <c:v>0.92103703703703699</c:v>
                </c:pt>
                <c:pt idx="25550">
                  <c:v>0.92103703703703699</c:v>
                </c:pt>
                <c:pt idx="25551">
                  <c:v>0.92103703703703699</c:v>
                </c:pt>
                <c:pt idx="25552">
                  <c:v>0.92118518518518522</c:v>
                </c:pt>
                <c:pt idx="25553">
                  <c:v>0.92133333333333334</c:v>
                </c:pt>
                <c:pt idx="25554">
                  <c:v>0.92148148148148146</c:v>
                </c:pt>
                <c:pt idx="25555">
                  <c:v>0.92148148148148146</c:v>
                </c:pt>
                <c:pt idx="25556">
                  <c:v>0.92148148148148146</c:v>
                </c:pt>
                <c:pt idx="25557">
                  <c:v>0.92148148148148146</c:v>
                </c:pt>
                <c:pt idx="25558">
                  <c:v>0.92148148148148146</c:v>
                </c:pt>
                <c:pt idx="25559">
                  <c:v>0.92162962962962958</c:v>
                </c:pt>
                <c:pt idx="25560">
                  <c:v>0.92162962962962958</c:v>
                </c:pt>
                <c:pt idx="25561">
                  <c:v>0.92162962962962958</c:v>
                </c:pt>
                <c:pt idx="25562">
                  <c:v>0.92162962962962958</c:v>
                </c:pt>
                <c:pt idx="25563">
                  <c:v>0.92177777777777781</c:v>
                </c:pt>
                <c:pt idx="25564">
                  <c:v>0.92177777777777781</c:v>
                </c:pt>
                <c:pt idx="25565">
                  <c:v>0.92177777777777781</c:v>
                </c:pt>
                <c:pt idx="25566">
                  <c:v>0.92177777777777781</c:v>
                </c:pt>
                <c:pt idx="25567">
                  <c:v>0.92177777777777781</c:v>
                </c:pt>
                <c:pt idx="25568">
                  <c:v>0.92192592592592593</c:v>
                </c:pt>
                <c:pt idx="25569">
                  <c:v>0.92192592592592593</c:v>
                </c:pt>
                <c:pt idx="25570">
                  <c:v>0.92192592592592593</c:v>
                </c:pt>
                <c:pt idx="25571">
                  <c:v>0.92192592592592593</c:v>
                </c:pt>
                <c:pt idx="25572">
                  <c:v>0.92207407407407405</c:v>
                </c:pt>
                <c:pt idx="25573">
                  <c:v>0.92207407407407405</c:v>
                </c:pt>
                <c:pt idx="25574">
                  <c:v>0.92222222222222228</c:v>
                </c:pt>
                <c:pt idx="25575">
                  <c:v>0.92222222222222228</c:v>
                </c:pt>
                <c:pt idx="25576">
                  <c:v>0.92222222222222228</c:v>
                </c:pt>
                <c:pt idx="25577">
                  <c:v>0.92222222222222228</c:v>
                </c:pt>
                <c:pt idx="25578">
                  <c:v>0.9223703703703704</c:v>
                </c:pt>
                <c:pt idx="25579">
                  <c:v>0.9223703703703704</c:v>
                </c:pt>
                <c:pt idx="25580">
                  <c:v>0.9223703703703704</c:v>
                </c:pt>
                <c:pt idx="25581">
                  <c:v>0.9223703703703704</c:v>
                </c:pt>
                <c:pt idx="25582">
                  <c:v>0.9223703703703704</c:v>
                </c:pt>
                <c:pt idx="25583">
                  <c:v>0.9223703703703704</c:v>
                </c:pt>
                <c:pt idx="25584">
                  <c:v>0.9223703703703704</c:v>
                </c:pt>
                <c:pt idx="25585">
                  <c:v>0.92251851851851852</c:v>
                </c:pt>
                <c:pt idx="25586">
                  <c:v>0.92251851851851852</c:v>
                </c:pt>
                <c:pt idx="25587">
                  <c:v>0.92266666666666663</c:v>
                </c:pt>
                <c:pt idx="25588">
                  <c:v>0.92266666666666663</c:v>
                </c:pt>
                <c:pt idx="25589">
                  <c:v>0.92266666666666663</c:v>
                </c:pt>
                <c:pt idx="25590">
                  <c:v>0.92266666666666663</c:v>
                </c:pt>
                <c:pt idx="25591">
                  <c:v>0.92266666666666663</c:v>
                </c:pt>
                <c:pt idx="25592">
                  <c:v>0.92281481481481487</c:v>
                </c:pt>
                <c:pt idx="25593">
                  <c:v>0.92281481481481487</c:v>
                </c:pt>
                <c:pt idx="25594">
                  <c:v>0.92281481481481487</c:v>
                </c:pt>
                <c:pt idx="25595">
                  <c:v>0.92281481481481487</c:v>
                </c:pt>
                <c:pt idx="25596">
                  <c:v>0.92296296296296299</c:v>
                </c:pt>
                <c:pt idx="25597">
                  <c:v>0.92296296296296299</c:v>
                </c:pt>
                <c:pt idx="25598">
                  <c:v>0.92296296296296299</c:v>
                </c:pt>
                <c:pt idx="25599">
                  <c:v>0.92296296296296299</c:v>
                </c:pt>
                <c:pt idx="25600">
                  <c:v>0.92296296296296299</c:v>
                </c:pt>
                <c:pt idx="25601">
                  <c:v>0.92296296296296299</c:v>
                </c:pt>
                <c:pt idx="25602">
                  <c:v>0.92296296296296299</c:v>
                </c:pt>
                <c:pt idx="25603">
                  <c:v>0.9231111111111111</c:v>
                </c:pt>
                <c:pt idx="25604">
                  <c:v>0.9231111111111111</c:v>
                </c:pt>
                <c:pt idx="25605">
                  <c:v>0.92325925925925922</c:v>
                </c:pt>
                <c:pt idx="25606">
                  <c:v>0.92325925925925922</c:v>
                </c:pt>
                <c:pt idx="25607">
                  <c:v>0.92325925925925922</c:v>
                </c:pt>
                <c:pt idx="25608">
                  <c:v>0.92325925925925922</c:v>
                </c:pt>
                <c:pt idx="25609">
                  <c:v>0.92325925925925922</c:v>
                </c:pt>
                <c:pt idx="25610">
                  <c:v>0.92325925925925922</c:v>
                </c:pt>
                <c:pt idx="25611">
                  <c:v>0.92340740740740745</c:v>
                </c:pt>
                <c:pt idx="25612">
                  <c:v>0.92340740740740745</c:v>
                </c:pt>
                <c:pt idx="25613">
                  <c:v>0.92340740740740745</c:v>
                </c:pt>
                <c:pt idx="25614">
                  <c:v>0.92340740740740745</c:v>
                </c:pt>
                <c:pt idx="25615">
                  <c:v>0.92355555555555557</c:v>
                </c:pt>
                <c:pt idx="25616">
                  <c:v>0.92355555555555557</c:v>
                </c:pt>
                <c:pt idx="25617">
                  <c:v>0.92355555555555557</c:v>
                </c:pt>
                <c:pt idx="25618">
                  <c:v>0.92355555555555557</c:v>
                </c:pt>
                <c:pt idx="25619">
                  <c:v>0.92370370370370369</c:v>
                </c:pt>
                <c:pt idx="25620">
                  <c:v>0.92370370370370369</c:v>
                </c:pt>
                <c:pt idx="25621">
                  <c:v>0.92370370370370369</c:v>
                </c:pt>
                <c:pt idx="25622">
                  <c:v>0.92385185185185181</c:v>
                </c:pt>
                <c:pt idx="25623">
                  <c:v>0.92400000000000004</c:v>
                </c:pt>
                <c:pt idx="25624">
                  <c:v>0.92400000000000004</c:v>
                </c:pt>
                <c:pt idx="25625">
                  <c:v>0.92400000000000004</c:v>
                </c:pt>
                <c:pt idx="25626">
                  <c:v>0.92400000000000004</c:v>
                </c:pt>
                <c:pt idx="25627">
                  <c:v>0.92414814814814816</c:v>
                </c:pt>
                <c:pt idx="25628">
                  <c:v>0.92414814814814816</c:v>
                </c:pt>
                <c:pt idx="25629">
                  <c:v>0.92414814814814816</c:v>
                </c:pt>
                <c:pt idx="25630">
                  <c:v>0.92414814814814816</c:v>
                </c:pt>
                <c:pt idx="25631">
                  <c:v>0.92414814814814816</c:v>
                </c:pt>
                <c:pt idx="25632">
                  <c:v>0.92429629629629628</c:v>
                </c:pt>
                <c:pt idx="25633">
                  <c:v>0.92429629629629628</c:v>
                </c:pt>
                <c:pt idx="25634">
                  <c:v>0.9244444444444444</c:v>
                </c:pt>
                <c:pt idx="25635">
                  <c:v>0.9244444444444444</c:v>
                </c:pt>
                <c:pt idx="25636">
                  <c:v>0.9244444444444444</c:v>
                </c:pt>
                <c:pt idx="25637">
                  <c:v>0.92459259259259263</c:v>
                </c:pt>
                <c:pt idx="25638">
                  <c:v>0.92474074074074075</c:v>
                </c:pt>
                <c:pt idx="25639">
                  <c:v>0.92474074074074075</c:v>
                </c:pt>
                <c:pt idx="25640">
                  <c:v>0.92474074074074075</c:v>
                </c:pt>
                <c:pt idx="25641">
                  <c:v>0.92474074074074075</c:v>
                </c:pt>
                <c:pt idx="25642">
                  <c:v>0.92488888888888887</c:v>
                </c:pt>
                <c:pt idx="25643">
                  <c:v>0.92488888888888887</c:v>
                </c:pt>
                <c:pt idx="25644">
                  <c:v>0.92488888888888887</c:v>
                </c:pt>
                <c:pt idx="25645">
                  <c:v>0.92488888888888887</c:v>
                </c:pt>
                <c:pt idx="25646">
                  <c:v>0.92488888888888887</c:v>
                </c:pt>
                <c:pt idx="25647">
                  <c:v>0.92503703703703699</c:v>
                </c:pt>
                <c:pt idx="25648">
                  <c:v>0.92503703703703699</c:v>
                </c:pt>
                <c:pt idx="25649">
                  <c:v>0.92503703703703699</c:v>
                </c:pt>
                <c:pt idx="25650">
                  <c:v>0.92518518518518522</c:v>
                </c:pt>
                <c:pt idx="25651">
                  <c:v>0.92518518518518522</c:v>
                </c:pt>
                <c:pt idx="25652">
                  <c:v>0.92518518518518522</c:v>
                </c:pt>
                <c:pt idx="25653">
                  <c:v>0.92518518518518522</c:v>
                </c:pt>
                <c:pt idx="25654">
                  <c:v>0.92518518518518522</c:v>
                </c:pt>
                <c:pt idx="25655">
                  <c:v>0.92533333333333334</c:v>
                </c:pt>
                <c:pt idx="25656">
                  <c:v>0.92533333333333334</c:v>
                </c:pt>
                <c:pt idx="25657">
                  <c:v>0.92548148148148146</c:v>
                </c:pt>
                <c:pt idx="25658">
                  <c:v>0.92562962962962958</c:v>
                </c:pt>
                <c:pt idx="25659">
                  <c:v>0.92577777777777781</c:v>
                </c:pt>
                <c:pt idx="25660">
                  <c:v>0.92577777777777781</c:v>
                </c:pt>
                <c:pt idx="25661">
                  <c:v>0.92577777777777781</c:v>
                </c:pt>
                <c:pt idx="25662">
                  <c:v>0.92577777777777781</c:v>
                </c:pt>
                <c:pt idx="25663">
                  <c:v>0.92577777777777781</c:v>
                </c:pt>
                <c:pt idx="25664">
                  <c:v>0.92577777777777781</c:v>
                </c:pt>
                <c:pt idx="25665">
                  <c:v>0.92577777777777781</c:v>
                </c:pt>
                <c:pt idx="25666">
                  <c:v>0.92577777777777781</c:v>
                </c:pt>
                <c:pt idx="25667">
                  <c:v>0.92577777777777781</c:v>
                </c:pt>
                <c:pt idx="25668">
                  <c:v>0.92577777777777781</c:v>
                </c:pt>
                <c:pt idx="25669">
                  <c:v>0.92577777777777781</c:v>
                </c:pt>
                <c:pt idx="25670">
                  <c:v>0.92592592592592593</c:v>
                </c:pt>
                <c:pt idx="25671">
                  <c:v>0.92592592592592593</c:v>
                </c:pt>
                <c:pt idx="25672">
                  <c:v>0.92592592592592593</c:v>
                </c:pt>
                <c:pt idx="25673">
                  <c:v>0.92592592592592593</c:v>
                </c:pt>
                <c:pt idx="25674">
                  <c:v>0.92592592592592593</c:v>
                </c:pt>
                <c:pt idx="25675">
                  <c:v>0.92607407407407405</c:v>
                </c:pt>
                <c:pt idx="25676">
                  <c:v>0.92607407407407405</c:v>
                </c:pt>
                <c:pt idx="25677">
                  <c:v>0.92607407407407405</c:v>
                </c:pt>
                <c:pt idx="25678">
                  <c:v>0.92607407407407405</c:v>
                </c:pt>
                <c:pt idx="25679">
                  <c:v>0.92607407407407405</c:v>
                </c:pt>
                <c:pt idx="25680">
                  <c:v>0.92607407407407405</c:v>
                </c:pt>
                <c:pt idx="25681">
                  <c:v>0.92607407407407405</c:v>
                </c:pt>
                <c:pt idx="25682">
                  <c:v>0.92607407407407405</c:v>
                </c:pt>
                <c:pt idx="25683">
                  <c:v>0.92607407407407405</c:v>
                </c:pt>
                <c:pt idx="25684">
                  <c:v>0.92607407407407405</c:v>
                </c:pt>
                <c:pt idx="25685">
                  <c:v>0.92622222222222217</c:v>
                </c:pt>
                <c:pt idx="25686">
                  <c:v>0.92622222222222217</c:v>
                </c:pt>
                <c:pt idx="25687">
                  <c:v>0.92622222222222217</c:v>
                </c:pt>
                <c:pt idx="25688">
                  <c:v>0.9263703703703704</c:v>
                </c:pt>
                <c:pt idx="25689">
                  <c:v>0.9263703703703704</c:v>
                </c:pt>
                <c:pt idx="25690">
                  <c:v>0.9263703703703704</c:v>
                </c:pt>
                <c:pt idx="25691">
                  <c:v>0.9263703703703704</c:v>
                </c:pt>
                <c:pt idx="25692">
                  <c:v>0.92651851851851852</c:v>
                </c:pt>
                <c:pt idx="25693">
                  <c:v>0.92651851851851852</c:v>
                </c:pt>
                <c:pt idx="25694">
                  <c:v>0.92651851851851852</c:v>
                </c:pt>
                <c:pt idx="25695">
                  <c:v>0.92651851851851852</c:v>
                </c:pt>
                <c:pt idx="25696">
                  <c:v>0.92666666666666664</c:v>
                </c:pt>
                <c:pt idx="25697">
                  <c:v>0.92666666666666664</c:v>
                </c:pt>
                <c:pt idx="25698">
                  <c:v>0.92666666666666664</c:v>
                </c:pt>
                <c:pt idx="25699">
                  <c:v>0.92681481481481487</c:v>
                </c:pt>
                <c:pt idx="25700">
                  <c:v>0.92681481481481487</c:v>
                </c:pt>
                <c:pt idx="25701">
                  <c:v>0.92696296296296299</c:v>
                </c:pt>
                <c:pt idx="25702">
                  <c:v>0.92696296296296299</c:v>
                </c:pt>
                <c:pt idx="25703">
                  <c:v>0.92696296296296299</c:v>
                </c:pt>
                <c:pt idx="25704">
                  <c:v>0.92711111111111111</c:v>
                </c:pt>
                <c:pt idx="25705">
                  <c:v>0.92711111111111111</c:v>
                </c:pt>
                <c:pt idx="25706">
                  <c:v>0.92725925925925923</c:v>
                </c:pt>
                <c:pt idx="25707">
                  <c:v>0.92740740740740746</c:v>
                </c:pt>
                <c:pt idx="25708">
                  <c:v>0.92740740740740746</c:v>
                </c:pt>
                <c:pt idx="25709">
                  <c:v>0.92740740740740746</c:v>
                </c:pt>
                <c:pt idx="25710">
                  <c:v>0.92740740740740746</c:v>
                </c:pt>
                <c:pt idx="25711">
                  <c:v>0.92740740740740746</c:v>
                </c:pt>
                <c:pt idx="25712">
                  <c:v>0.92755555555555558</c:v>
                </c:pt>
                <c:pt idx="25713">
                  <c:v>0.9277037037037037</c:v>
                </c:pt>
                <c:pt idx="25714">
                  <c:v>0.9277037037037037</c:v>
                </c:pt>
                <c:pt idx="25715">
                  <c:v>0.9277037037037037</c:v>
                </c:pt>
                <c:pt idx="25716">
                  <c:v>0.9277037037037037</c:v>
                </c:pt>
                <c:pt idx="25717">
                  <c:v>0.92785185185185182</c:v>
                </c:pt>
                <c:pt idx="25718">
                  <c:v>0.92785185185185182</c:v>
                </c:pt>
                <c:pt idx="25719">
                  <c:v>0.92785185185185182</c:v>
                </c:pt>
                <c:pt idx="25720">
                  <c:v>0.92800000000000005</c:v>
                </c:pt>
                <c:pt idx="25721">
                  <c:v>0.92800000000000005</c:v>
                </c:pt>
                <c:pt idx="25722">
                  <c:v>0.92800000000000005</c:v>
                </c:pt>
                <c:pt idx="25723">
                  <c:v>0.92800000000000005</c:v>
                </c:pt>
                <c:pt idx="25724">
                  <c:v>0.92814814814814817</c:v>
                </c:pt>
                <c:pt idx="25725">
                  <c:v>0.92814814814814817</c:v>
                </c:pt>
                <c:pt idx="25726">
                  <c:v>0.92814814814814817</c:v>
                </c:pt>
                <c:pt idx="25727">
                  <c:v>0.92814814814814817</c:v>
                </c:pt>
                <c:pt idx="25728">
                  <c:v>0.92829629629629629</c:v>
                </c:pt>
                <c:pt idx="25729">
                  <c:v>0.92829629629629629</c:v>
                </c:pt>
                <c:pt idx="25730">
                  <c:v>0.92829629629629629</c:v>
                </c:pt>
                <c:pt idx="25731">
                  <c:v>0.92844444444444441</c:v>
                </c:pt>
                <c:pt idx="25732">
                  <c:v>0.92844444444444441</c:v>
                </c:pt>
                <c:pt idx="25733">
                  <c:v>0.92859259259259264</c:v>
                </c:pt>
                <c:pt idx="25734">
                  <c:v>0.92859259259259264</c:v>
                </c:pt>
                <c:pt idx="25735">
                  <c:v>0.92859259259259264</c:v>
                </c:pt>
                <c:pt idx="25736">
                  <c:v>0.92859259259259264</c:v>
                </c:pt>
                <c:pt idx="25737">
                  <c:v>0.92859259259259264</c:v>
                </c:pt>
                <c:pt idx="25738">
                  <c:v>0.92874074074074076</c:v>
                </c:pt>
                <c:pt idx="25739">
                  <c:v>0.92888888888888888</c:v>
                </c:pt>
                <c:pt idx="25740">
                  <c:v>0.92888888888888888</c:v>
                </c:pt>
                <c:pt idx="25741">
                  <c:v>0.92888888888888888</c:v>
                </c:pt>
                <c:pt idx="25742">
                  <c:v>0.92888888888888888</c:v>
                </c:pt>
                <c:pt idx="25743">
                  <c:v>0.92903703703703699</c:v>
                </c:pt>
                <c:pt idx="25744">
                  <c:v>0.92903703703703699</c:v>
                </c:pt>
                <c:pt idx="25745">
                  <c:v>0.92918518518518523</c:v>
                </c:pt>
                <c:pt idx="25746">
                  <c:v>0.92918518518518523</c:v>
                </c:pt>
                <c:pt idx="25747">
                  <c:v>0.92918518518518523</c:v>
                </c:pt>
                <c:pt idx="25748">
                  <c:v>0.92933333333333334</c:v>
                </c:pt>
                <c:pt idx="25749">
                  <c:v>0.92948148148148146</c:v>
                </c:pt>
                <c:pt idx="25750">
                  <c:v>0.92948148148148146</c:v>
                </c:pt>
                <c:pt idx="25751">
                  <c:v>0.92948148148148146</c:v>
                </c:pt>
                <c:pt idx="25752">
                  <c:v>0.92948148148148146</c:v>
                </c:pt>
                <c:pt idx="25753">
                  <c:v>0.92948148148148146</c:v>
                </c:pt>
                <c:pt idx="25754">
                  <c:v>0.92962962962962958</c:v>
                </c:pt>
                <c:pt idx="25755">
                  <c:v>0.92977777777777781</c:v>
                </c:pt>
                <c:pt idx="25756">
                  <c:v>0.92977777777777781</c:v>
                </c:pt>
                <c:pt idx="25757">
                  <c:v>0.92992592592592593</c:v>
                </c:pt>
                <c:pt idx="25758">
                  <c:v>0.92992592592592593</c:v>
                </c:pt>
                <c:pt idx="25759">
                  <c:v>0.92992592592592593</c:v>
                </c:pt>
                <c:pt idx="25760">
                  <c:v>0.92992592592592593</c:v>
                </c:pt>
                <c:pt idx="25761">
                  <c:v>0.92992592592592593</c:v>
                </c:pt>
                <c:pt idx="25762">
                  <c:v>0.92992592592592593</c:v>
                </c:pt>
                <c:pt idx="25763">
                  <c:v>0.92992592592592593</c:v>
                </c:pt>
                <c:pt idx="25764">
                  <c:v>0.93007407407407405</c:v>
                </c:pt>
                <c:pt idx="25765">
                  <c:v>0.93007407407407405</c:v>
                </c:pt>
                <c:pt idx="25766">
                  <c:v>0.93022222222222217</c:v>
                </c:pt>
                <c:pt idx="25767">
                  <c:v>0.93022222222222217</c:v>
                </c:pt>
                <c:pt idx="25768">
                  <c:v>0.93022222222222217</c:v>
                </c:pt>
                <c:pt idx="25769">
                  <c:v>0.93022222222222217</c:v>
                </c:pt>
                <c:pt idx="25770">
                  <c:v>0.93022222222222217</c:v>
                </c:pt>
                <c:pt idx="25771">
                  <c:v>0.93022222222222217</c:v>
                </c:pt>
                <c:pt idx="25772">
                  <c:v>0.93022222222222217</c:v>
                </c:pt>
                <c:pt idx="25773">
                  <c:v>0.93022222222222217</c:v>
                </c:pt>
                <c:pt idx="25774">
                  <c:v>0.93022222222222217</c:v>
                </c:pt>
                <c:pt idx="25775">
                  <c:v>0.93022222222222217</c:v>
                </c:pt>
                <c:pt idx="25776">
                  <c:v>0.93022222222222217</c:v>
                </c:pt>
                <c:pt idx="25777">
                  <c:v>0.93022222222222217</c:v>
                </c:pt>
                <c:pt idx="25778">
                  <c:v>0.93022222222222217</c:v>
                </c:pt>
                <c:pt idx="25779">
                  <c:v>0.93022222222222217</c:v>
                </c:pt>
                <c:pt idx="25780">
                  <c:v>0.93022222222222217</c:v>
                </c:pt>
                <c:pt idx="25781">
                  <c:v>0.93022222222222217</c:v>
                </c:pt>
                <c:pt idx="25782">
                  <c:v>0.93022222222222217</c:v>
                </c:pt>
                <c:pt idx="25783">
                  <c:v>0.9303703703703704</c:v>
                </c:pt>
                <c:pt idx="25784">
                  <c:v>0.9303703703703704</c:v>
                </c:pt>
                <c:pt idx="25785">
                  <c:v>0.9303703703703704</c:v>
                </c:pt>
                <c:pt idx="25786">
                  <c:v>0.9303703703703704</c:v>
                </c:pt>
                <c:pt idx="25787">
                  <c:v>0.9303703703703704</c:v>
                </c:pt>
                <c:pt idx="25788">
                  <c:v>0.93051851851851852</c:v>
                </c:pt>
                <c:pt idx="25789">
                  <c:v>0.93066666666666664</c:v>
                </c:pt>
                <c:pt idx="25790">
                  <c:v>0.93066666666666664</c:v>
                </c:pt>
                <c:pt idx="25791">
                  <c:v>0.93066666666666664</c:v>
                </c:pt>
                <c:pt idx="25792">
                  <c:v>0.93066666666666664</c:v>
                </c:pt>
                <c:pt idx="25793">
                  <c:v>0.93066666666666664</c:v>
                </c:pt>
                <c:pt idx="25794">
                  <c:v>0.93066666666666664</c:v>
                </c:pt>
                <c:pt idx="25795">
                  <c:v>0.93066666666666664</c:v>
                </c:pt>
                <c:pt idx="25796">
                  <c:v>0.93066666666666664</c:v>
                </c:pt>
                <c:pt idx="25797">
                  <c:v>0.93066666666666664</c:v>
                </c:pt>
                <c:pt idx="25798">
                  <c:v>0.93081481481481476</c:v>
                </c:pt>
                <c:pt idx="25799">
                  <c:v>0.93081481481481476</c:v>
                </c:pt>
                <c:pt idx="25800">
                  <c:v>0.93081481481481476</c:v>
                </c:pt>
                <c:pt idx="25801">
                  <c:v>0.93081481481481476</c:v>
                </c:pt>
                <c:pt idx="25802">
                  <c:v>0.93081481481481476</c:v>
                </c:pt>
                <c:pt idx="25803">
                  <c:v>0.93081481481481476</c:v>
                </c:pt>
                <c:pt idx="25804">
                  <c:v>0.93096296296296299</c:v>
                </c:pt>
                <c:pt idx="25805">
                  <c:v>0.93096296296296299</c:v>
                </c:pt>
                <c:pt idx="25806">
                  <c:v>0.93096296296296299</c:v>
                </c:pt>
                <c:pt idx="25807">
                  <c:v>0.93111111111111111</c:v>
                </c:pt>
                <c:pt idx="25808">
                  <c:v>0.93111111111111111</c:v>
                </c:pt>
                <c:pt idx="25809">
                  <c:v>0.93125925925925923</c:v>
                </c:pt>
                <c:pt idx="25810">
                  <c:v>0.93140740740740746</c:v>
                </c:pt>
                <c:pt idx="25811">
                  <c:v>0.93140740740740746</c:v>
                </c:pt>
                <c:pt idx="25812">
                  <c:v>0.93140740740740746</c:v>
                </c:pt>
                <c:pt idx="25813">
                  <c:v>0.93140740740740746</c:v>
                </c:pt>
                <c:pt idx="25814">
                  <c:v>0.93155555555555558</c:v>
                </c:pt>
                <c:pt idx="25815">
                  <c:v>0.93155555555555558</c:v>
                </c:pt>
                <c:pt idx="25816">
                  <c:v>0.93155555555555558</c:v>
                </c:pt>
                <c:pt idx="25817">
                  <c:v>0.93155555555555558</c:v>
                </c:pt>
                <c:pt idx="25818">
                  <c:v>0.9317037037037037</c:v>
                </c:pt>
                <c:pt idx="25819">
                  <c:v>0.93185185185185182</c:v>
                </c:pt>
                <c:pt idx="25820">
                  <c:v>0.93200000000000005</c:v>
                </c:pt>
                <c:pt idx="25821">
                  <c:v>0.93214814814814817</c:v>
                </c:pt>
                <c:pt idx="25822">
                  <c:v>0.93229629629629629</c:v>
                </c:pt>
                <c:pt idx="25823">
                  <c:v>0.93244444444444441</c:v>
                </c:pt>
                <c:pt idx="25824">
                  <c:v>0.93259259259259264</c:v>
                </c:pt>
                <c:pt idx="25825">
                  <c:v>0.93259259259259264</c:v>
                </c:pt>
                <c:pt idx="25826">
                  <c:v>0.93259259259259264</c:v>
                </c:pt>
                <c:pt idx="25827">
                  <c:v>0.93259259259259264</c:v>
                </c:pt>
                <c:pt idx="25828">
                  <c:v>0.93259259259259264</c:v>
                </c:pt>
                <c:pt idx="25829">
                  <c:v>0.93259259259259264</c:v>
                </c:pt>
                <c:pt idx="25830">
                  <c:v>0.93274074074074076</c:v>
                </c:pt>
                <c:pt idx="25831">
                  <c:v>0.93274074074074076</c:v>
                </c:pt>
                <c:pt idx="25832">
                  <c:v>0.93288888888888888</c:v>
                </c:pt>
                <c:pt idx="25833">
                  <c:v>0.93288888888888888</c:v>
                </c:pt>
                <c:pt idx="25834">
                  <c:v>0.933037037037037</c:v>
                </c:pt>
                <c:pt idx="25835">
                  <c:v>0.933037037037037</c:v>
                </c:pt>
                <c:pt idx="25836">
                  <c:v>0.93318518518518523</c:v>
                </c:pt>
                <c:pt idx="25837">
                  <c:v>0.93318518518518523</c:v>
                </c:pt>
                <c:pt idx="25838">
                  <c:v>0.93318518518518523</c:v>
                </c:pt>
                <c:pt idx="25839">
                  <c:v>0.93333333333333335</c:v>
                </c:pt>
                <c:pt idx="25840">
                  <c:v>0.93348148148148147</c:v>
                </c:pt>
                <c:pt idx="25841">
                  <c:v>0.93348148148148147</c:v>
                </c:pt>
                <c:pt idx="25842">
                  <c:v>0.93348148148148147</c:v>
                </c:pt>
                <c:pt idx="25843">
                  <c:v>0.93362962962962959</c:v>
                </c:pt>
                <c:pt idx="25844">
                  <c:v>0.93362962962962959</c:v>
                </c:pt>
                <c:pt idx="25845">
                  <c:v>0.93377777777777782</c:v>
                </c:pt>
                <c:pt idx="25846">
                  <c:v>0.93377777777777782</c:v>
                </c:pt>
                <c:pt idx="25847">
                  <c:v>0.93377777777777782</c:v>
                </c:pt>
                <c:pt idx="25848">
                  <c:v>0.93377777777777782</c:v>
                </c:pt>
                <c:pt idx="25849">
                  <c:v>0.93392592592592594</c:v>
                </c:pt>
                <c:pt idx="25850">
                  <c:v>0.93392592592592594</c:v>
                </c:pt>
                <c:pt idx="25851">
                  <c:v>0.93392592592592594</c:v>
                </c:pt>
                <c:pt idx="25852">
                  <c:v>0.93392592592592594</c:v>
                </c:pt>
                <c:pt idx="25853">
                  <c:v>0.93407407407407406</c:v>
                </c:pt>
                <c:pt idx="25854">
                  <c:v>0.93422222222222218</c:v>
                </c:pt>
                <c:pt idx="25855">
                  <c:v>0.93422222222222218</c:v>
                </c:pt>
                <c:pt idx="25856">
                  <c:v>0.93422222222222218</c:v>
                </c:pt>
                <c:pt idx="25857">
                  <c:v>0.93422222222222218</c:v>
                </c:pt>
                <c:pt idx="25858">
                  <c:v>0.93437037037037041</c:v>
                </c:pt>
                <c:pt idx="25859">
                  <c:v>0.93437037037037041</c:v>
                </c:pt>
                <c:pt idx="25860">
                  <c:v>0.93451851851851853</c:v>
                </c:pt>
                <c:pt idx="25861">
                  <c:v>0.93451851851851853</c:v>
                </c:pt>
                <c:pt idx="25862">
                  <c:v>0.93466666666666665</c:v>
                </c:pt>
                <c:pt idx="25863">
                  <c:v>0.93481481481481477</c:v>
                </c:pt>
                <c:pt idx="25864">
                  <c:v>0.93481481481481477</c:v>
                </c:pt>
                <c:pt idx="25865">
                  <c:v>0.934962962962963</c:v>
                </c:pt>
                <c:pt idx="25866">
                  <c:v>0.93511111111111112</c:v>
                </c:pt>
                <c:pt idx="25867">
                  <c:v>0.93511111111111112</c:v>
                </c:pt>
                <c:pt idx="25868">
                  <c:v>0.93525925925925923</c:v>
                </c:pt>
                <c:pt idx="25869">
                  <c:v>0.93525925925925923</c:v>
                </c:pt>
                <c:pt idx="25870">
                  <c:v>0.93540740740740735</c:v>
                </c:pt>
                <c:pt idx="25871">
                  <c:v>0.93555555555555558</c:v>
                </c:pt>
                <c:pt idx="25872">
                  <c:v>0.9357037037037037</c:v>
                </c:pt>
                <c:pt idx="25873">
                  <c:v>0.9357037037037037</c:v>
                </c:pt>
                <c:pt idx="25874">
                  <c:v>0.9357037037037037</c:v>
                </c:pt>
                <c:pt idx="25875">
                  <c:v>0.9357037037037037</c:v>
                </c:pt>
                <c:pt idx="25876">
                  <c:v>0.9357037037037037</c:v>
                </c:pt>
                <c:pt idx="25877">
                  <c:v>0.93585185185185182</c:v>
                </c:pt>
                <c:pt idx="25878">
                  <c:v>0.93600000000000005</c:v>
                </c:pt>
                <c:pt idx="25879">
                  <c:v>0.93600000000000005</c:v>
                </c:pt>
                <c:pt idx="25880">
                  <c:v>0.93614814814814817</c:v>
                </c:pt>
                <c:pt idx="25881">
                  <c:v>0.93629629629629629</c:v>
                </c:pt>
                <c:pt idx="25882">
                  <c:v>0.93644444444444441</c:v>
                </c:pt>
                <c:pt idx="25883">
                  <c:v>0.93644444444444441</c:v>
                </c:pt>
                <c:pt idx="25884">
                  <c:v>0.93659259259259264</c:v>
                </c:pt>
                <c:pt idx="25885">
                  <c:v>0.93674074074074076</c:v>
                </c:pt>
                <c:pt idx="25886">
                  <c:v>0.93688888888888888</c:v>
                </c:pt>
                <c:pt idx="25887">
                  <c:v>0.93688888888888888</c:v>
                </c:pt>
                <c:pt idx="25888">
                  <c:v>0.937037037037037</c:v>
                </c:pt>
                <c:pt idx="25889">
                  <c:v>0.937037037037037</c:v>
                </c:pt>
                <c:pt idx="25890">
                  <c:v>0.93718518518518523</c:v>
                </c:pt>
                <c:pt idx="25891">
                  <c:v>0.93733333333333335</c:v>
                </c:pt>
                <c:pt idx="25892">
                  <c:v>0.93733333333333335</c:v>
                </c:pt>
                <c:pt idx="25893">
                  <c:v>0.93748148148148147</c:v>
                </c:pt>
                <c:pt idx="25894">
                  <c:v>0.93748148148148147</c:v>
                </c:pt>
                <c:pt idx="25895">
                  <c:v>0.93748148148148147</c:v>
                </c:pt>
                <c:pt idx="25896">
                  <c:v>0.93762962962962959</c:v>
                </c:pt>
                <c:pt idx="25897">
                  <c:v>0.93762962962962959</c:v>
                </c:pt>
                <c:pt idx="25898">
                  <c:v>0.93762962962962959</c:v>
                </c:pt>
                <c:pt idx="25899">
                  <c:v>0.93762962962962959</c:v>
                </c:pt>
                <c:pt idx="25900">
                  <c:v>0.93762962962962959</c:v>
                </c:pt>
                <c:pt idx="25901">
                  <c:v>0.93762962962962959</c:v>
                </c:pt>
                <c:pt idx="25902">
                  <c:v>0.93777777777777782</c:v>
                </c:pt>
                <c:pt idx="25903">
                  <c:v>0.93792592592592594</c:v>
                </c:pt>
                <c:pt idx="25904">
                  <c:v>0.93792592592592594</c:v>
                </c:pt>
                <c:pt idx="25905">
                  <c:v>0.93792592592592594</c:v>
                </c:pt>
                <c:pt idx="25906">
                  <c:v>0.93807407407407406</c:v>
                </c:pt>
                <c:pt idx="25907">
                  <c:v>0.93807407407407406</c:v>
                </c:pt>
                <c:pt idx="25908">
                  <c:v>0.93807407407407406</c:v>
                </c:pt>
                <c:pt idx="25909">
                  <c:v>0.93807407407407406</c:v>
                </c:pt>
                <c:pt idx="25910">
                  <c:v>0.93807407407407406</c:v>
                </c:pt>
                <c:pt idx="25911">
                  <c:v>0.93822222222222218</c:v>
                </c:pt>
                <c:pt idx="25912">
                  <c:v>0.93822222222222218</c:v>
                </c:pt>
                <c:pt idx="25913">
                  <c:v>0.93822222222222218</c:v>
                </c:pt>
                <c:pt idx="25914">
                  <c:v>0.93822222222222218</c:v>
                </c:pt>
                <c:pt idx="25915">
                  <c:v>0.93822222222222218</c:v>
                </c:pt>
                <c:pt idx="25916">
                  <c:v>0.93822222222222218</c:v>
                </c:pt>
                <c:pt idx="25917">
                  <c:v>0.93837037037037041</c:v>
                </c:pt>
                <c:pt idx="25918">
                  <c:v>0.93837037037037041</c:v>
                </c:pt>
                <c:pt idx="25919">
                  <c:v>0.93837037037037041</c:v>
                </c:pt>
                <c:pt idx="25920">
                  <c:v>0.93851851851851853</c:v>
                </c:pt>
                <c:pt idx="25921">
                  <c:v>0.93866666666666665</c:v>
                </c:pt>
                <c:pt idx="25922">
                  <c:v>0.93866666666666665</c:v>
                </c:pt>
                <c:pt idx="25923">
                  <c:v>0.93866666666666665</c:v>
                </c:pt>
                <c:pt idx="25924">
                  <c:v>0.93866666666666665</c:v>
                </c:pt>
                <c:pt idx="25925">
                  <c:v>0.93881481481481477</c:v>
                </c:pt>
                <c:pt idx="25926">
                  <c:v>0.93881481481481477</c:v>
                </c:pt>
                <c:pt idx="25927">
                  <c:v>0.93881481481481477</c:v>
                </c:pt>
                <c:pt idx="25928">
                  <c:v>0.93881481481481477</c:v>
                </c:pt>
                <c:pt idx="25929">
                  <c:v>0.938962962962963</c:v>
                </c:pt>
                <c:pt idx="25930">
                  <c:v>0.938962962962963</c:v>
                </c:pt>
                <c:pt idx="25931">
                  <c:v>0.93911111111111112</c:v>
                </c:pt>
                <c:pt idx="25932">
                  <c:v>0.93925925925925924</c:v>
                </c:pt>
                <c:pt idx="25933">
                  <c:v>0.93925925925925924</c:v>
                </c:pt>
                <c:pt idx="25934">
                  <c:v>0.93925925925925924</c:v>
                </c:pt>
                <c:pt idx="25935">
                  <c:v>0.93940740740740736</c:v>
                </c:pt>
                <c:pt idx="25936">
                  <c:v>0.93955555555555559</c:v>
                </c:pt>
                <c:pt idx="25937">
                  <c:v>0.93955555555555559</c:v>
                </c:pt>
                <c:pt idx="25938">
                  <c:v>0.93955555555555559</c:v>
                </c:pt>
                <c:pt idx="25939">
                  <c:v>0.93955555555555559</c:v>
                </c:pt>
                <c:pt idx="25940">
                  <c:v>0.93955555555555559</c:v>
                </c:pt>
                <c:pt idx="25941">
                  <c:v>0.93970370370370371</c:v>
                </c:pt>
                <c:pt idx="25942">
                  <c:v>0.93970370370370371</c:v>
                </c:pt>
                <c:pt idx="25943">
                  <c:v>0.93970370370370371</c:v>
                </c:pt>
                <c:pt idx="25944">
                  <c:v>0.93970370370370371</c:v>
                </c:pt>
                <c:pt idx="25945">
                  <c:v>0.93970370370370371</c:v>
                </c:pt>
                <c:pt idx="25946">
                  <c:v>0.93970370370370371</c:v>
                </c:pt>
                <c:pt idx="25947">
                  <c:v>0.93985185185185183</c:v>
                </c:pt>
                <c:pt idx="25948">
                  <c:v>0.93985185185185183</c:v>
                </c:pt>
                <c:pt idx="25949">
                  <c:v>0.93985185185185183</c:v>
                </c:pt>
                <c:pt idx="25950">
                  <c:v>0.94</c:v>
                </c:pt>
                <c:pt idx="25951">
                  <c:v>0.94</c:v>
                </c:pt>
                <c:pt idx="25952">
                  <c:v>0.94</c:v>
                </c:pt>
                <c:pt idx="25953">
                  <c:v>0.94014814814814818</c:v>
                </c:pt>
                <c:pt idx="25954">
                  <c:v>0.9402962962962963</c:v>
                </c:pt>
                <c:pt idx="25955">
                  <c:v>0.94044444444444442</c:v>
                </c:pt>
                <c:pt idx="25956">
                  <c:v>0.94044444444444442</c:v>
                </c:pt>
                <c:pt idx="25957">
                  <c:v>0.94059259259259265</c:v>
                </c:pt>
                <c:pt idx="25958">
                  <c:v>0.94059259259259265</c:v>
                </c:pt>
                <c:pt idx="25959">
                  <c:v>0.94074074074074077</c:v>
                </c:pt>
                <c:pt idx="25960">
                  <c:v>0.94074074074074077</c:v>
                </c:pt>
                <c:pt idx="25961">
                  <c:v>0.94074074074074077</c:v>
                </c:pt>
                <c:pt idx="25962">
                  <c:v>0.94074074074074077</c:v>
                </c:pt>
                <c:pt idx="25963">
                  <c:v>0.94074074074074077</c:v>
                </c:pt>
                <c:pt idx="25964">
                  <c:v>0.94074074074074077</c:v>
                </c:pt>
                <c:pt idx="25965">
                  <c:v>0.94074074074074077</c:v>
                </c:pt>
                <c:pt idx="25966">
                  <c:v>0.94074074074074077</c:v>
                </c:pt>
                <c:pt idx="25967">
                  <c:v>0.94074074074074077</c:v>
                </c:pt>
                <c:pt idx="25968">
                  <c:v>0.94074074074074077</c:v>
                </c:pt>
                <c:pt idx="25969">
                  <c:v>0.94074074074074077</c:v>
                </c:pt>
                <c:pt idx="25970">
                  <c:v>0.94074074074074077</c:v>
                </c:pt>
                <c:pt idx="25971">
                  <c:v>0.94074074074074077</c:v>
                </c:pt>
                <c:pt idx="25972">
                  <c:v>0.94074074074074077</c:v>
                </c:pt>
                <c:pt idx="25973">
                  <c:v>0.94088888888888889</c:v>
                </c:pt>
                <c:pt idx="25974">
                  <c:v>0.94103703703703701</c:v>
                </c:pt>
                <c:pt idx="25975">
                  <c:v>0.94103703703703701</c:v>
                </c:pt>
                <c:pt idx="25976">
                  <c:v>0.94103703703703701</c:v>
                </c:pt>
                <c:pt idx="25977">
                  <c:v>0.94118518518518524</c:v>
                </c:pt>
                <c:pt idx="25978">
                  <c:v>0.94118518518518524</c:v>
                </c:pt>
                <c:pt idx="25979">
                  <c:v>0.94118518518518524</c:v>
                </c:pt>
                <c:pt idx="25980">
                  <c:v>0.94118518518518524</c:v>
                </c:pt>
                <c:pt idx="25981">
                  <c:v>0.94133333333333336</c:v>
                </c:pt>
                <c:pt idx="25982">
                  <c:v>0.94133333333333336</c:v>
                </c:pt>
                <c:pt idx="25983">
                  <c:v>0.94148148148148147</c:v>
                </c:pt>
                <c:pt idx="25984">
                  <c:v>0.94162962962962959</c:v>
                </c:pt>
                <c:pt idx="25985">
                  <c:v>0.94177777777777782</c:v>
                </c:pt>
                <c:pt idx="25986">
                  <c:v>0.94177777777777782</c:v>
                </c:pt>
                <c:pt idx="25987">
                  <c:v>0.94177777777777782</c:v>
                </c:pt>
                <c:pt idx="25988">
                  <c:v>0.94177777777777782</c:v>
                </c:pt>
                <c:pt idx="25989">
                  <c:v>0.94177777777777782</c:v>
                </c:pt>
                <c:pt idx="25990">
                  <c:v>0.94177777777777782</c:v>
                </c:pt>
                <c:pt idx="25991">
                  <c:v>0.94192592592592594</c:v>
                </c:pt>
                <c:pt idx="25992">
                  <c:v>0.94192592592592594</c:v>
                </c:pt>
                <c:pt idx="25993">
                  <c:v>0.94192592592592594</c:v>
                </c:pt>
                <c:pt idx="25994">
                  <c:v>0.94192592592592594</c:v>
                </c:pt>
                <c:pt idx="25995">
                  <c:v>0.94207407407407406</c:v>
                </c:pt>
                <c:pt idx="25996">
                  <c:v>0.94207407407407406</c:v>
                </c:pt>
                <c:pt idx="25997">
                  <c:v>0.94207407407407406</c:v>
                </c:pt>
                <c:pt idx="25998">
                  <c:v>0.94207407407407406</c:v>
                </c:pt>
                <c:pt idx="25999">
                  <c:v>0.94207407407407406</c:v>
                </c:pt>
                <c:pt idx="26000">
                  <c:v>0.94207407407407406</c:v>
                </c:pt>
                <c:pt idx="26001">
                  <c:v>0.94222222222222218</c:v>
                </c:pt>
                <c:pt idx="26002">
                  <c:v>0.94222222222222218</c:v>
                </c:pt>
                <c:pt idx="26003">
                  <c:v>0.94237037037037041</c:v>
                </c:pt>
                <c:pt idx="26004">
                  <c:v>0.94251851851851853</c:v>
                </c:pt>
                <c:pt idx="26005">
                  <c:v>0.94251851851851853</c:v>
                </c:pt>
                <c:pt idx="26006">
                  <c:v>0.94251851851851853</c:v>
                </c:pt>
                <c:pt idx="26007">
                  <c:v>0.94251851851851853</c:v>
                </c:pt>
                <c:pt idx="26008">
                  <c:v>0.94251851851851853</c:v>
                </c:pt>
                <c:pt idx="26009">
                  <c:v>0.94266666666666665</c:v>
                </c:pt>
                <c:pt idx="26010">
                  <c:v>0.94281481481481477</c:v>
                </c:pt>
                <c:pt idx="26011">
                  <c:v>0.94281481481481477</c:v>
                </c:pt>
                <c:pt idx="26012">
                  <c:v>0.942962962962963</c:v>
                </c:pt>
                <c:pt idx="26013">
                  <c:v>0.942962962962963</c:v>
                </c:pt>
                <c:pt idx="26014">
                  <c:v>0.94311111111111112</c:v>
                </c:pt>
                <c:pt idx="26015">
                  <c:v>0.94311111111111112</c:v>
                </c:pt>
                <c:pt idx="26016">
                  <c:v>0.94325925925925924</c:v>
                </c:pt>
                <c:pt idx="26017">
                  <c:v>0.94325925925925924</c:v>
                </c:pt>
                <c:pt idx="26018">
                  <c:v>0.94325925925925924</c:v>
                </c:pt>
                <c:pt idx="26019">
                  <c:v>0.94325925925925924</c:v>
                </c:pt>
                <c:pt idx="26020">
                  <c:v>0.94340740740740736</c:v>
                </c:pt>
                <c:pt idx="26021">
                  <c:v>0.94355555555555559</c:v>
                </c:pt>
                <c:pt idx="26022">
                  <c:v>0.94370370370370371</c:v>
                </c:pt>
                <c:pt idx="26023">
                  <c:v>0.94370370370370371</c:v>
                </c:pt>
                <c:pt idx="26024">
                  <c:v>0.94370370370370371</c:v>
                </c:pt>
                <c:pt idx="26025">
                  <c:v>0.94385185185185183</c:v>
                </c:pt>
                <c:pt idx="26026">
                  <c:v>0.94385185185185183</c:v>
                </c:pt>
                <c:pt idx="26027">
                  <c:v>0.94385185185185183</c:v>
                </c:pt>
                <c:pt idx="26028">
                  <c:v>0.94399999999999995</c:v>
                </c:pt>
                <c:pt idx="26029">
                  <c:v>0.94414814814814818</c:v>
                </c:pt>
                <c:pt idx="26030">
                  <c:v>0.94414814814814818</c:v>
                </c:pt>
                <c:pt idx="26031">
                  <c:v>0.94414814814814818</c:v>
                </c:pt>
                <c:pt idx="26032">
                  <c:v>0.9442962962962963</c:v>
                </c:pt>
                <c:pt idx="26033">
                  <c:v>0.9442962962962963</c:v>
                </c:pt>
                <c:pt idx="26034">
                  <c:v>0.9442962962962963</c:v>
                </c:pt>
                <c:pt idx="26035">
                  <c:v>0.9442962962962963</c:v>
                </c:pt>
                <c:pt idx="26036">
                  <c:v>0.94444444444444442</c:v>
                </c:pt>
                <c:pt idx="26037">
                  <c:v>0.94444444444444442</c:v>
                </c:pt>
                <c:pt idx="26038">
                  <c:v>0.94459259259259254</c:v>
                </c:pt>
                <c:pt idx="26039">
                  <c:v>0.94459259259259254</c:v>
                </c:pt>
                <c:pt idx="26040">
                  <c:v>0.94459259259259254</c:v>
                </c:pt>
                <c:pt idx="26041">
                  <c:v>0.94459259259259254</c:v>
                </c:pt>
                <c:pt idx="26042">
                  <c:v>0.94474074074074077</c:v>
                </c:pt>
                <c:pt idx="26043">
                  <c:v>0.94488888888888889</c:v>
                </c:pt>
                <c:pt idx="26044">
                  <c:v>0.94488888888888889</c:v>
                </c:pt>
                <c:pt idx="26045">
                  <c:v>0.94488888888888889</c:v>
                </c:pt>
                <c:pt idx="26046">
                  <c:v>0.94488888888888889</c:v>
                </c:pt>
                <c:pt idx="26047">
                  <c:v>0.94503703703703701</c:v>
                </c:pt>
                <c:pt idx="26048">
                  <c:v>0.94518518518518524</c:v>
                </c:pt>
                <c:pt idx="26049">
                  <c:v>0.94518518518518524</c:v>
                </c:pt>
                <c:pt idx="26050">
                  <c:v>0.94518518518518524</c:v>
                </c:pt>
                <c:pt idx="26051">
                  <c:v>0.94518518518518524</c:v>
                </c:pt>
                <c:pt idx="26052">
                  <c:v>0.94518518518518524</c:v>
                </c:pt>
                <c:pt idx="26053">
                  <c:v>0.94518518518518524</c:v>
                </c:pt>
                <c:pt idx="26054">
                  <c:v>0.94518518518518524</c:v>
                </c:pt>
                <c:pt idx="26055">
                  <c:v>0.94533333333333336</c:v>
                </c:pt>
                <c:pt idx="26056">
                  <c:v>0.94548148148148148</c:v>
                </c:pt>
                <c:pt idx="26057">
                  <c:v>0.9456296296296296</c:v>
                </c:pt>
                <c:pt idx="26058">
                  <c:v>0.94577777777777783</c:v>
                </c:pt>
                <c:pt idx="26059">
                  <c:v>0.94577777777777783</c:v>
                </c:pt>
                <c:pt idx="26060">
                  <c:v>0.94577777777777783</c:v>
                </c:pt>
                <c:pt idx="26061">
                  <c:v>0.94592592592592595</c:v>
                </c:pt>
                <c:pt idx="26062">
                  <c:v>0.94607407407407407</c:v>
                </c:pt>
                <c:pt idx="26063">
                  <c:v>0.94607407407407407</c:v>
                </c:pt>
                <c:pt idx="26064">
                  <c:v>0.94607407407407407</c:v>
                </c:pt>
                <c:pt idx="26065">
                  <c:v>0.94622222222222219</c:v>
                </c:pt>
                <c:pt idx="26066">
                  <c:v>0.94622222222222219</c:v>
                </c:pt>
                <c:pt idx="26067">
                  <c:v>0.94637037037037042</c:v>
                </c:pt>
                <c:pt idx="26068">
                  <c:v>0.94651851851851854</c:v>
                </c:pt>
                <c:pt idx="26069">
                  <c:v>0.94651851851851854</c:v>
                </c:pt>
                <c:pt idx="26070">
                  <c:v>0.94651851851851854</c:v>
                </c:pt>
                <c:pt idx="26071">
                  <c:v>0.94666666666666666</c:v>
                </c:pt>
                <c:pt idx="26072">
                  <c:v>0.94666666666666666</c:v>
                </c:pt>
                <c:pt idx="26073">
                  <c:v>0.94681481481481478</c:v>
                </c:pt>
                <c:pt idx="26074">
                  <c:v>0.94681481481481478</c:v>
                </c:pt>
                <c:pt idx="26075">
                  <c:v>0.94681481481481478</c:v>
                </c:pt>
                <c:pt idx="26076">
                  <c:v>0.94681481481481478</c:v>
                </c:pt>
                <c:pt idx="26077">
                  <c:v>0.94696296296296301</c:v>
                </c:pt>
                <c:pt idx="26078">
                  <c:v>0.94711111111111113</c:v>
                </c:pt>
                <c:pt idx="26079">
                  <c:v>0.94725925925925925</c:v>
                </c:pt>
                <c:pt idx="26080">
                  <c:v>0.94725925925925925</c:v>
                </c:pt>
                <c:pt idx="26081">
                  <c:v>0.94725925925925925</c:v>
                </c:pt>
                <c:pt idx="26082">
                  <c:v>0.94740740740740736</c:v>
                </c:pt>
                <c:pt idx="26083">
                  <c:v>0.94740740740740736</c:v>
                </c:pt>
                <c:pt idx="26084">
                  <c:v>0.9475555555555556</c:v>
                </c:pt>
                <c:pt idx="26085">
                  <c:v>0.9475555555555556</c:v>
                </c:pt>
                <c:pt idx="26086">
                  <c:v>0.94770370370370371</c:v>
                </c:pt>
                <c:pt idx="26087">
                  <c:v>0.94770370370370371</c:v>
                </c:pt>
                <c:pt idx="26088">
                  <c:v>0.94770370370370371</c:v>
                </c:pt>
                <c:pt idx="26089">
                  <c:v>0.94770370370370371</c:v>
                </c:pt>
                <c:pt idx="26090">
                  <c:v>0.94770370370370371</c:v>
                </c:pt>
                <c:pt idx="26091">
                  <c:v>0.94770370370370371</c:v>
                </c:pt>
                <c:pt idx="26092">
                  <c:v>0.94770370370370371</c:v>
                </c:pt>
                <c:pt idx="26093">
                  <c:v>0.94785185185185183</c:v>
                </c:pt>
                <c:pt idx="26094">
                  <c:v>0.94785185185185183</c:v>
                </c:pt>
                <c:pt idx="26095">
                  <c:v>0.94799999999999995</c:v>
                </c:pt>
                <c:pt idx="26096">
                  <c:v>0.94814814814814818</c:v>
                </c:pt>
                <c:pt idx="26097">
                  <c:v>0.9482962962962963</c:v>
                </c:pt>
                <c:pt idx="26098">
                  <c:v>0.9482962962962963</c:v>
                </c:pt>
                <c:pt idx="26099">
                  <c:v>0.9482962962962963</c:v>
                </c:pt>
                <c:pt idx="26100">
                  <c:v>0.94844444444444442</c:v>
                </c:pt>
                <c:pt idx="26101">
                  <c:v>0.94844444444444442</c:v>
                </c:pt>
                <c:pt idx="26102">
                  <c:v>0.94859259259259254</c:v>
                </c:pt>
                <c:pt idx="26103">
                  <c:v>0.94859259259259254</c:v>
                </c:pt>
                <c:pt idx="26104">
                  <c:v>0.94859259259259254</c:v>
                </c:pt>
                <c:pt idx="26105">
                  <c:v>0.94859259259259254</c:v>
                </c:pt>
                <c:pt idx="26106">
                  <c:v>0.94874074074074077</c:v>
                </c:pt>
                <c:pt idx="26107">
                  <c:v>0.94874074074074077</c:v>
                </c:pt>
                <c:pt idx="26108">
                  <c:v>0.94874074074074077</c:v>
                </c:pt>
                <c:pt idx="26109">
                  <c:v>0.94874074074074077</c:v>
                </c:pt>
                <c:pt idx="26110">
                  <c:v>0.94874074074074077</c:v>
                </c:pt>
                <c:pt idx="26111">
                  <c:v>0.94874074074074077</c:v>
                </c:pt>
                <c:pt idx="26112">
                  <c:v>0.94874074074074077</c:v>
                </c:pt>
                <c:pt idx="26113">
                  <c:v>0.94888888888888889</c:v>
                </c:pt>
                <c:pt idx="26114">
                  <c:v>0.94888888888888889</c:v>
                </c:pt>
                <c:pt idx="26115">
                  <c:v>0.94888888888888889</c:v>
                </c:pt>
                <c:pt idx="26116">
                  <c:v>0.94903703703703701</c:v>
                </c:pt>
                <c:pt idx="26117">
                  <c:v>0.94918518518518513</c:v>
                </c:pt>
                <c:pt idx="26118">
                  <c:v>0.94933333333333336</c:v>
                </c:pt>
                <c:pt idx="26119">
                  <c:v>0.94948148148148148</c:v>
                </c:pt>
                <c:pt idx="26120">
                  <c:v>0.9496296296296296</c:v>
                </c:pt>
                <c:pt idx="26121">
                  <c:v>0.9496296296296296</c:v>
                </c:pt>
                <c:pt idx="26122">
                  <c:v>0.9496296296296296</c:v>
                </c:pt>
                <c:pt idx="26123">
                  <c:v>0.94977777777777783</c:v>
                </c:pt>
                <c:pt idx="26124">
                  <c:v>0.94992592592592595</c:v>
                </c:pt>
                <c:pt idx="26125">
                  <c:v>0.94992592592592595</c:v>
                </c:pt>
                <c:pt idx="26126">
                  <c:v>0.94992592592592595</c:v>
                </c:pt>
                <c:pt idx="26127">
                  <c:v>0.94992592592592595</c:v>
                </c:pt>
                <c:pt idx="26128">
                  <c:v>0.95007407407407407</c:v>
                </c:pt>
                <c:pt idx="26129">
                  <c:v>0.95022222222222219</c:v>
                </c:pt>
                <c:pt idx="26130">
                  <c:v>0.95037037037037042</c:v>
                </c:pt>
                <c:pt idx="26131">
                  <c:v>0.95051851851851854</c:v>
                </c:pt>
                <c:pt idx="26132">
                  <c:v>0.95066666666666666</c:v>
                </c:pt>
                <c:pt idx="26133">
                  <c:v>0.95066666666666666</c:v>
                </c:pt>
                <c:pt idx="26134">
                  <c:v>0.95081481481481478</c:v>
                </c:pt>
                <c:pt idx="26135">
                  <c:v>0.95096296296296301</c:v>
                </c:pt>
                <c:pt idx="26136">
                  <c:v>0.95111111111111113</c:v>
                </c:pt>
                <c:pt idx="26137">
                  <c:v>0.95111111111111113</c:v>
                </c:pt>
                <c:pt idx="26138">
                  <c:v>0.95111111111111113</c:v>
                </c:pt>
                <c:pt idx="26139">
                  <c:v>0.95125925925925925</c:v>
                </c:pt>
                <c:pt idx="26140">
                  <c:v>0.95125925925925925</c:v>
                </c:pt>
                <c:pt idx="26141">
                  <c:v>0.95125925925925925</c:v>
                </c:pt>
                <c:pt idx="26142">
                  <c:v>0.95125925925925925</c:v>
                </c:pt>
                <c:pt idx="26143">
                  <c:v>0.95125925925925925</c:v>
                </c:pt>
                <c:pt idx="26144">
                  <c:v>0.95140740740740737</c:v>
                </c:pt>
                <c:pt idx="26145">
                  <c:v>0.95140740740740737</c:v>
                </c:pt>
                <c:pt idx="26146">
                  <c:v>0.95140740740740737</c:v>
                </c:pt>
                <c:pt idx="26147">
                  <c:v>0.95140740740740737</c:v>
                </c:pt>
                <c:pt idx="26148">
                  <c:v>0.95140740740740737</c:v>
                </c:pt>
                <c:pt idx="26149">
                  <c:v>0.95140740740740737</c:v>
                </c:pt>
                <c:pt idx="26150">
                  <c:v>0.9515555555555556</c:v>
                </c:pt>
                <c:pt idx="26151">
                  <c:v>0.95170370370370372</c:v>
                </c:pt>
                <c:pt idx="26152">
                  <c:v>0.95170370370370372</c:v>
                </c:pt>
                <c:pt idx="26153">
                  <c:v>0.95170370370370372</c:v>
                </c:pt>
                <c:pt idx="26154">
                  <c:v>0.95185185185185184</c:v>
                </c:pt>
                <c:pt idx="26155">
                  <c:v>0.95185185185185184</c:v>
                </c:pt>
                <c:pt idx="26156">
                  <c:v>0.95199999999999996</c:v>
                </c:pt>
                <c:pt idx="26157">
                  <c:v>0.95199999999999996</c:v>
                </c:pt>
                <c:pt idx="26158">
                  <c:v>0.95199999999999996</c:v>
                </c:pt>
                <c:pt idx="26159">
                  <c:v>0.95199999999999996</c:v>
                </c:pt>
                <c:pt idx="26160">
                  <c:v>0.95199999999999996</c:v>
                </c:pt>
                <c:pt idx="26161">
                  <c:v>0.95199999999999996</c:v>
                </c:pt>
                <c:pt idx="26162">
                  <c:v>0.95214814814814819</c:v>
                </c:pt>
                <c:pt idx="26163">
                  <c:v>0.95214814814814819</c:v>
                </c:pt>
                <c:pt idx="26164">
                  <c:v>0.95229629629629631</c:v>
                </c:pt>
                <c:pt idx="26165">
                  <c:v>0.95244444444444443</c:v>
                </c:pt>
                <c:pt idx="26166">
                  <c:v>0.95244444444444443</c:v>
                </c:pt>
                <c:pt idx="26167">
                  <c:v>0.95244444444444443</c:v>
                </c:pt>
                <c:pt idx="26168">
                  <c:v>0.95244444444444443</c:v>
                </c:pt>
                <c:pt idx="26169">
                  <c:v>0.95244444444444443</c:v>
                </c:pt>
                <c:pt idx="26170">
                  <c:v>0.95244444444444443</c:v>
                </c:pt>
                <c:pt idx="26171">
                  <c:v>0.95244444444444443</c:v>
                </c:pt>
                <c:pt idx="26172">
                  <c:v>0.95244444444444443</c:v>
                </c:pt>
                <c:pt idx="26173">
                  <c:v>0.95259259259259255</c:v>
                </c:pt>
                <c:pt idx="26174">
                  <c:v>0.95259259259259255</c:v>
                </c:pt>
                <c:pt idx="26175">
                  <c:v>0.95274074074074078</c:v>
                </c:pt>
                <c:pt idx="26176">
                  <c:v>0.95274074074074078</c:v>
                </c:pt>
                <c:pt idx="26177">
                  <c:v>0.95274074074074078</c:v>
                </c:pt>
                <c:pt idx="26178">
                  <c:v>0.9528888888888889</c:v>
                </c:pt>
                <c:pt idx="26179">
                  <c:v>0.9528888888888889</c:v>
                </c:pt>
                <c:pt idx="26180">
                  <c:v>0.9528888888888889</c:v>
                </c:pt>
                <c:pt idx="26181">
                  <c:v>0.95303703703703702</c:v>
                </c:pt>
                <c:pt idx="26182">
                  <c:v>0.95303703703703702</c:v>
                </c:pt>
                <c:pt idx="26183">
                  <c:v>0.95318518518518514</c:v>
                </c:pt>
                <c:pt idx="26184">
                  <c:v>0.95318518518518514</c:v>
                </c:pt>
                <c:pt idx="26185">
                  <c:v>0.95318518518518514</c:v>
                </c:pt>
                <c:pt idx="26186">
                  <c:v>0.95318518518518514</c:v>
                </c:pt>
                <c:pt idx="26187">
                  <c:v>0.95318518518518514</c:v>
                </c:pt>
                <c:pt idx="26188">
                  <c:v>0.95318518518518514</c:v>
                </c:pt>
                <c:pt idx="26189">
                  <c:v>0.95333333333333337</c:v>
                </c:pt>
                <c:pt idx="26190">
                  <c:v>0.95348148148148149</c:v>
                </c:pt>
                <c:pt idx="26191">
                  <c:v>0.9536296296296296</c:v>
                </c:pt>
                <c:pt idx="26192">
                  <c:v>0.9536296296296296</c:v>
                </c:pt>
                <c:pt idx="26193">
                  <c:v>0.9536296296296296</c:v>
                </c:pt>
                <c:pt idx="26194">
                  <c:v>0.95377777777777772</c:v>
                </c:pt>
                <c:pt idx="26195">
                  <c:v>0.95392592592592595</c:v>
                </c:pt>
                <c:pt idx="26196">
                  <c:v>0.95392592592592595</c:v>
                </c:pt>
                <c:pt idx="26197">
                  <c:v>0.95407407407407407</c:v>
                </c:pt>
                <c:pt idx="26198">
                  <c:v>0.95407407407407407</c:v>
                </c:pt>
                <c:pt idx="26199">
                  <c:v>0.95407407407407407</c:v>
                </c:pt>
                <c:pt idx="26200">
                  <c:v>0.95407407407407407</c:v>
                </c:pt>
                <c:pt idx="26201">
                  <c:v>0.95407407407407407</c:v>
                </c:pt>
                <c:pt idx="26202">
                  <c:v>0.95407407407407407</c:v>
                </c:pt>
                <c:pt idx="26203">
                  <c:v>0.95407407407407407</c:v>
                </c:pt>
                <c:pt idx="26204">
                  <c:v>0.95422222222222219</c:v>
                </c:pt>
                <c:pt idx="26205">
                  <c:v>0.95422222222222219</c:v>
                </c:pt>
                <c:pt idx="26206">
                  <c:v>0.95437037037037042</c:v>
                </c:pt>
                <c:pt idx="26207">
                  <c:v>0.95437037037037042</c:v>
                </c:pt>
                <c:pt idx="26208">
                  <c:v>0.95437037037037042</c:v>
                </c:pt>
                <c:pt idx="26209">
                  <c:v>0.95451851851851854</c:v>
                </c:pt>
                <c:pt idx="26210">
                  <c:v>0.95466666666666666</c:v>
                </c:pt>
                <c:pt idx="26211">
                  <c:v>0.95466666666666666</c:v>
                </c:pt>
                <c:pt idx="26212">
                  <c:v>0.95466666666666666</c:v>
                </c:pt>
                <c:pt idx="26213">
                  <c:v>0.95481481481481478</c:v>
                </c:pt>
                <c:pt idx="26214">
                  <c:v>0.95481481481481478</c:v>
                </c:pt>
                <c:pt idx="26215">
                  <c:v>0.95481481481481478</c:v>
                </c:pt>
                <c:pt idx="26216">
                  <c:v>0.95481481481481478</c:v>
                </c:pt>
                <c:pt idx="26217">
                  <c:v>0.95481481481481478</c:v>
                </c:pt>
                <c:pt idx="26218">
                  <c:v>0.95481481481481478</c:v>
                </c:pt>
                <c:pt idx="26219">
                  <c:v>0.95496296296296301</c:v>
                </c:pt>
                <c:pt idx="26220">
                  <c:v>0.95496296296296301</c:v>
                </c:pt>
                <c:pt idx="26221">
                  <c:v>0.95496296296296301</c:v>
                </c:pt>
                <c:pt idx="26222">
                  <c:v>0.95511111111111113</c:v>
                </c:pt>
                <c:pt idx="26223">
                  <c:v>0.95511111111111113</c:v>
                </c:pt>
                <c:pt idx="26224">
                  <c:v>0.95511111111111113</c:v>
                </c:pt>
                <c:pt idx="26225">
                  <c:v>0.95511111111111113</c:v>
                </c:pt>
                <c:pt idx="26226">
                  <c:v>0.95511111111111113</c:v>
                </c:pt>
                <c:pt idx="26227">
                  <c:v>0.95525925925925925</c:v>
                </c:pt>
                <c:pt idx="26228">
                  <c:v>0.95525925925925925</c:v>
                </c:pt>
                <c:pt idx="26229">
                  <c:v>0.95540740740740737</c:v>
                </c:pt>
                <c:pt idx="26230">
                  <c:v>0.9555555555555556</c:v>
                </c:pt>
                <c:pt idx="26231">
                  <c:v>0.9555555555555556</c:v>
                </c:pt>
                <c:pt idx="26232">
                  <c:v>0.9555555555555556</c:v>
                </c:pt>
                <c:pt idx="26233">
                  <c:v>0.9555555555555556</c:v>
                </c:pt>
                <c:pt idx="26234">
                  <c:v>0.95570370370370372</c:v>
                </c:pt>
                <c:pt idx="26235">
                  <c:v>0.95570370370370372</c:v>
                </c:pt>
                <c:pt idx="26236">
                  <c:v>0.95570370370370372</c:v>
                </c:pt>
                <c:pt idx="26237">
                  <c:v>0.95570370370370372</c:v>
                </c:pt>
                <c:pt idx="26238">
                  <c:v>0.95570370370370372</c:v>
                </c:pt>
                <c:pt idx="26239">
                  <c:v>0.95570370370370372</c:v>
                </c:pt>
                <c:pt idx="26240">
                  <c:v>0.95570370370370372</c:v>
                </c:pt>
                <c:pt idx="26241">
                  <c:v>0.95570370370370372</c:v>
                </c:pt>
                <c:pt idx="26242">
                  <c:v>0.95585185185185184</c:v>
                </c:pt>
                <c:pt idx="26243">
                  <c:v>0.95599999999999996</c:v>
                </c:pt>
                <c:pt idx="26244">
                  <c:v>0.95614814814814819</c:v>
                </c:pt>
                <c:pt idx="26245">
                  <c:v>0.95614814814814819</c:v>
                </c:pt>
                <c:pt idx="26246">
                  <c:v>0.95614814814814819</c:v>
                </c:pt>
                <c:pt idx="26247">
                  <c:v>0.95629629629629631</c:v>
                </c:pt>
                <c:pt idx="26248">
                  <c:v>0.95644444444444443</c:v>
                </c:pt>
                <c:pt idx="26249">
                  <c:v>0.95659259259259255</c:v>
                </c:pt>
                <c:pt idx="26250">
                  <c:v>0.95659259259259255</c:v>
                </c:pt>
                <c:pt idx="26251">
                  <c:v>0.95659259259259255</c:v>
                </c:pt>
                <c:pt idx="26252">
                  <c:v>0.95659259259259255</c:v>
                </c:pt>
                <c:pt idx="26253">
                  <c:v>0.95674074074074078</c:v>
                </c:pt>
                <c:pt idx="26254">
                  <c:v>0.95674074074074078</c:v>
                </c:pt>
                <c:pt idx="26255">
                  <c:v>0.95674074074074078</c:v>
                </c:pt>
                <c:pt idx="26256">
                  <c:v>0.95674074074074078</c:v>
                </c:pt>
                <c:pt idx="26257">
                  <c:v>0.9568888888888889</c:v>
                </c:pt>
                <c:pt idx="26258">
                  <c:v>0.95703703703703702</c:v>
                </c:pt>
                <c:pt idx="26259">
                  <c:v>0.95703703703703702</c:v>
                </c:pt>
                <c:pt idx="26260">
                  <c:v>0.95703703703703702</c:v>
                </c:pt>
                <c:pt idx="26261">
                  <c:v>0.95718518518518514</c:v>
                </c:pt>
                <c:pt idx="26262">
                  <c:v>0.95733333333333337</c:v>
                </c:pt>
                <c:pt idx="26263">
                  <c:v>0.95733333333333337</c:v>
                </c:pt>
                <c:pt idx="26264">
                  <c:v>0.95733333333333337</c:v>
                </c:pt>
                <c:pt idx="26265">
                  <c:v>0.95748148148148149</c:v>
                </c:pt>
                <c:pt idx="26266">
                  <c:v>0.95762962962962961</c:v>
                </c:pt>
                <c:pt idx="26267">
                  <c:v>0.95777777777777773</c:v>
                </c:pt>
                <c:pt idx="26268">
                  <c:v>0.95792592592592596</c:v>
                </c:pt>
                <c:pt idx="26269">
                  <c:v>0.95792592592592596</c:v>
                </c:pt>
                <c:pt idx="26270">
                  <c:v>0.95792592592592596</c:v>
                </c:pt>
                <c:pt idx="26271">
                  <c:v>0.95792592592592596</c:v>
                </c:pt>
                <c:pt idx="26272">
                  <c:v>0.95807407407407408</c:v>
                </c:pt>
                <c:pt idx="26273">
                  <c:v>0.9582222222222222</c:v>
                </c:pt>
                <c:pt idx="26274">
                  <c:v>0.95837037037037032</c:v>
                </c:pt>
                <c:pt idx="26275">
                  <c:v>0.95837037037037032</c:v>
                </c:pt>
                <c:pt idx="26276">
                  <c:v>0.95851851851851855</c:v>
                </c:pt>
                <c:pt idx="26277">
                  <c:v>0.95851851851851855</c:v>
                </c:pt>
                <c:pt idx="26278">
                  <c:v>0.95851851851851855</c:v>
                </c:pt>
                <c:pt idx="26279">
                  <c:v>0.95851851851851855</c:v>
                </c:pt>
                <c:pt idx="26280">
                  <c:v>0.95851851851851855</c:v>
                </c:pt>
                <c:pt idx="26281">
                  <c:v>0.95866666666666667</c:v>
                </c:pt>
                <c:pt idx="26282">
                  <c:v>0.95881481481481479</c:v>
                </c:pt>
                <c:pt idx="26283">
                  <c:v>0.95881481481481479</c:v>
                </c:pt>
                <c:pt idx="26284">
                  <c:v>0.95881481481481479</c:v>
                </c:pt>
                <c:pt idx="26285">
                  <c:v>0.95896296296296302</c:v>
                </c:pt>
                <c:pt idx="26286">
                  <c:v>0.95896296296296302</c:v>
                </c:pt>
                <c:pt idx="26287">
                  <c:v>0.95896296296296302</c:v>
                </c:pt>
                <c:pt idx="26288">
                  <c:v>0.95911111111111114</c:v>
                </c:pt>
                <c:pt idx="26289">
                  <c:v>0.95911111111111114</c:v>
                </c:pt>
                <c:pt idx="26290">
                  <c:v>0.95911111111111114</c:v>
                </c:pt>
                <c:pt idx="26291">
                  <c:v>0.95925925925925926</c:v>
                </c:pt>
                <c:pt idx="26292">
                  <c:v>0.95925925925925926</c:v>
                </c:pt>
                <c:pt idx="26293">
                  <c:v>0.95925925925925926</c:v>
                </c:pt>
                <c:pt idx="26294">
                  <c:v>0.95925925925925926</c:v>
                </c:pt>
                <c:pt idx="26295">
                  <c:v>0.95925925925925926</c:v>
                </c:pt>
                <c:pt idx="26296">
                  <c:v>0.95925925925925926</c:v>
                </c:pt>
                <c:pt idx="26297">
                  <c:v>0.95940740740740738</c:v>
                </c:pt>
                <c:pt idx="26298">
                  <c:v>0.95940740740740738</c:v>
                </c:pt>
                <c:pt idx="26299">
                  <c:v>0.95940740740740738</c:v>
                </c:pt>
                <c:pt idx="26300">
                  <c:v>0.95940740740740738</c:v>
                </c:pt>
                <c:pt idx="26301">
                  <c:v>0.95955555555555561</c:v>
                </c:pt>
                <c:pt idx="26302">
                  <c:v>0.95970370370370373</c:v>
                </c:pt>
                <c:pt idx="26303">
                  <c:v>0.95970370370370373</c:v>
                </c:pt>
                <c:pt idx="26304">
                  <c:v>0.95985185185185184</c:v>
                </c:pt>
                <c:pt idx="26305">
                  <c:v>0.95985185185185184</c:v>
                </c:pt>
                <c:pt idx="26306">
                  <c:v>0.95985185185185184</c:v>
                </c:pt>
                <c:pt idx="26307">
                  <c:v>0.95985185185185184</c:v>
                </c:pt>
                <c:pt idx="26308">
                  <c:v>0.95985185185185184</c:v>
                </c:pt>
                <c:pt idx="26309">
                  <c:v>0.95985185185185184</c:v>
                </c:pt>
                <c:pt idx="26310">
                  <c:v>0.96</c:v>
                </c:pt>
                <c:pt idx="26311">
                  <c:v>0.96</c:v>
                </c:pt>
                <c:pt idx="26312">
                  <c:v>0.96</c:v>
                </c:pt>
                <c:pt idx="26313">
                  <c:v>0.96</c:v>
                </c:pt>
                <c:pt idx="26314">
                  <c:v>0.96</c:v>
                </c:pt>
                <c:pt idx="26315">
                  <c:v>0.96</c:v>
                </c:pt>
                <c:pt idx="26316">
                  <c:v>0.96</c:v>
                </c:pt>
                <c:pt idx="26317">
                  <c:v>0.96</c:v>
                </c:pt>
                <c:pt idx="26318">
                  <c:v>0.96014814814814819</c:v>
                </c:pt>
                <c:pt idx="26319">
                  <c:v>0.96014814814814819</c:v>
                </c:pt>
                <c:pt idx="26320">
                  <c:v>0.96014814814814819</c:v>
                </c:pt>
                <c:pt idx="26321">
                  <c:v>0.96014814814814819</c:v>
                </c:pt>
                <c:pt idx="26322">
                  <c:v>0.96029629629629631</c:v>
                </c:pt>
                <c:pt idx="26323">
                  <c:v>0.96029629629629631</c:v>
                </c:pt>
                <c:pt idx="26324">
                  <c:v>0.96029629629629631</c:v>
                </c:pt>
                <c:pt idx="26325">
                  <c:v>0.96044444444444443</c:v>
                </c:pt>
                <c:pt idx="26326">
                  <c:v>0.96044444444444443</c:v>
                </c:pt>
                <c:pt idx="26327">
                  <c:v>0.96044444444444443</c:v>
                </c:pt>
                <c:pt idx="26328">
                  <c:v>0.96044444444444443</c:v>
                </c:pt>
                <c:pt idx="26329">
                  <c:v>0.96044444444444443</c:v>
                </c:pt>
                <c:pt idx="26330">
                  <c:v>0.96044444444444443</c:v>
                </c:pt>
                <c:pt idx="26331">
                  <c:v>0.96059259259259255</c:v>
                </c:pt>
                <c:pt idx="26332">
                  <c:v>0.96074074074074078</c:v>
                </c:pt>
                <c:pt idx="26333">
                  <c:v>0.96074074074074078</c:v>
                </c:pt>
                <c:pt idx="26334">
                  <c:v>0.96074074074074078</c:v>
                </c:pt>
                <c:pt idx="26335">
                  <c:v>0.96074074074074078</c:v>
                </c:pt>
                <c:pt idx="26336">
                  <c:v>0.9608888888888889</c:v>
                </c:pt>
                <c:pt idx="26337">
                  <c:v>0.9608888888888889</c:v>
                </c:pt>
                <c:pt idx="26338">
                  <c:v>0.9608888888888889</c:v>
                </c:pt>
                <c:pt idx="26339">
                  <c:v>0.96103703703703702</c:v>
                </c:pt>
                <c:pt idx="26340">
                  <c:v>0.96103703703703702</c:v>
                </c:pt>
                <c:pt idx="26341">
                  <c:v>0.96118518518518514</c:v>
                </c:pt>
                <c:pt idx="26342">
                  <c:v>0.96118518518518514</c:v>
                </c:pt>
                <c:pt idx="26343">
                  <c:v>0.96133333333333337</c:v>
                </c:pt>
                <c:pt idx="26344">
                  <c:v>0.96148148148148149</c:v>
                </c:pt>
                <c:pt idx="26345">
                  <c:v>0.96148148148148149</c:v>
                </c:pt>
                <c:pt idx="26346">
                  <c:v>0.96148148148148149</c:v>
                </c:pt>
                <c:pt idx="26347">
                  <c:v>0.96162962962962961</c:v>
                </c:pt>
                <c:pt idx="26348">
                  <c:v>0.96162962962962961</c:v>
                </c:pt>
                <c:pt idx="26349">
                  <c:v>0.96162962962962961</c:v>
                </c:pt>
                <c:pt idx="26350">
                  <c:v>0.96162962962962961</c:v>
                </c:pt>
                <c:pt idx="26351">
                  <c:v>0.96177777777777773</c:v>
                </c:pt>
                <c:pt idx="26352">
                  <c:v>0.96177777777777773</c:v>
                </c:pt>
                <c:pt idx="26353">
                  <c:v>0.96177777777777773</c:v>
                </c:pt>
                <c:pt idx="26354">
                  <c:v>0.96177777777777773</c:v>
                </c:pt>
                <c:pt idx="26355">
                  <c:v>0.96177777777777773</c:v>
                </c:pt>
                <c:pt idx="26356">
                  <c:v>0.96177777777777773</c:v>
                </c:pt>
                <c:pt idx="26357">
                  <c:v>0.96177777777777773</c:v>
                </c:pt>
                <c:pt idx="26358">
                  <c:v>0.96177777777777773</c:v>
                </c:pt>
                <c:pt idx="26359">
                  <c:v>0.96177777777777773</c:v>
                </c:pt>
                <c:pt idx="26360">
                  <c:v>0.96177777777777773</c:v>
                </c:pt>
                <c:pt idx="26361">
                  <c:v>0.96192592592592596</c:v>
                </c:pt>
                <c:pt idx="26362">
                  <c:v>0.96192592592592596</c:v>
                </c:pt>
                <c:pt idx="26363">
                  <c:v>0.96207407407407408</c:v>
                </c:pt>
                <c:pt idx="26364">
                  <c:v>0.96207407407407408</c:v>
                </c:pt>
                <c:pt idx="26365">
                  <c:v>0.96207407407407408</c:v>
                </c:pt>
                <c:pt idx="26366">
                  <c:v>0.96207407407407408</c:v>
                </c:pt>
                <c:pt idx="26367">
                  <c:v>0.96207407407407408</c:v>
                </c:pt>
                <c:pt idx="26368">
                  <c:v>0.9622222222222222</c:v>
                </c:pt>
                <c:pt idx="26369">
                  <c:v>0.9622222222222222</c:v>
                </c:pt>
                <c:pt idx="26370">
                  <c:v>0.9622222222222222</c:v>
                </c:pt>
                <c:pt idx="26371">
                  <c:v>0.96237037037037032</c:v>
                </c:pt>
                <c:pt idx="26372">
                  <c:v>0.96251851851851855</c:v>
                </c:pt>
                <c:pt idx="26373">
                  <c:v>0.96251851851851855</c:v>
                </c:pt>
                <c:pt idx="26374">
                  <c:v>0.96251851851851855</c:v>
                </c:pt>
                <c:pt idx="26375">
                  <c:v>0.96251851851851855</c:v>
                </c:pt>
                <c:pt idx="26376">
                  <c:v>0.96251851851851855</c:v>
                </c:pt>
                <c:pt idx="26377">
                  <c:v>0.96251851851851855</c:v>
                </c:pt>
                <c:pt idx="26378">
                  <c:v>0.96266666666666667</c:v>
                </c:pt>
                <c:pt idx="26379">
                  <c:v>0.96266666666666667</c:v>
                </c:pt>
                <c:pt idx="26380">
                  <c:v>0.96266666666666667</c:v>
                </c:pt>
                <c:pt idx="26381">
                  <c:v>0.96281481481481479</c:v>
                </c:pt>
                <c:pt idx="26382">
                  <c:v>0.96281481481481479</c:v>
                </c:pt>
                <c:pt idx="26383">
                  <c:v>0.96281481481481479</c:v>
                </c:pt>
                <c:pt idx="26384">
                  <c:v>0.96281481481481479</c:v>
                </c:pt>
                <c:pt idx="26385">
                  <c:v>0.96296296296296291</c:v>
                </c:pt>
                <c:pt idx="26386">
                  <c:v>0.96296296296296291</c:v>
                </c:pt>
                <c:pt idx="26387">
                  <c:v>0.96296296296296291</c:v>
                </c:pt>
                <c:pt idx="26388">
                  <c:v>0.96296296296296291</c:v>
                </c:pt>
                <c:pt idx="26389">
                  <c:v>0.96296296296296291</c:v>
                </c:pt>
                <c:pt idx="26390">
                  <c:v>0.96296296296296291</c:v>
                </c:pt>
                <c:pt idx="26391">
                  <c:v>0.96311111111111114</c:v>
                </c:pt>
                <c:pt idx="26392">
                  <c:v>0.96311111111111114</c:v>
                </c:pt>
                <c:pt idx="26393">
                  <c:v>0.96311111111111114</c:v>
                </c:pt>
                <c:pt idx="26394">
                  <c:v>0.96311111111111114</c:v>
                </c:pt>
                <c:pt idx="26395">
                  <c:v>0.96311111111111114</c:v>
                </c:pt>
                <c:pt idx="26396">
                  <c:v>0.96325925925925926</c:v>
                </c:pt>
                <c:pt idx="26397">
                  <c:v>0.96325925925925926</c:v>
                </c:pt>
                <c:pt idx="26398">
                  <c:v>0.96325925925925926</c:v>
                </c:pt>
                <c:pt idx="26399">
                  <c:v>0.96325925925925926</c:v>
                </c:pt>
                <c:pt idx="26400">
                  <c:v>0.96325925925925926</c:v>
                </c:pt>
                <c:pt idx="26401">
                  <c:v>0.96340740740740738</c:v>
                </c:pt>
                <c:pt idx="26402">
                  <c:v>0.96355555555555561</c:v>
                </c:pt>
                <c:pt idx="26403">
                  <c:v>0.96370370370370373</c:v>
                </c:pt>
                <c:pt idx="26404">
                  <c:v>0.96370370370370373</c:v>
                </c:pt>
                <c:pt idx="26405">
                  <c:v>0.96385185185185185</c:v>
                </c:pt>
                <c:pt idx="26406">
                  <c:v>0.96385185185185185</c:v>
                </c:pt>
                <c:pt idx="26407">
                  <c:v>0.96385185185185185</c:v>
                </c:pt>
                <c:pt idx="26408">
                  <c:v>0.96385185185185185</c:v>
                </c:pt>
                <c:pt idx="26409">
                  <c:v>0.96399999999999997</c:v>
                </c:pt>
                <c:pt idx="26410">
                  <c:v>0.9641481481481482</c:v>
                </c:pt>
                <c:pt idx="26411">
                  <c:v>0.9641481481481482</c:v>
                </c:pt>
                <c:pt idx="26412">
                  <c:v>0.96429629629629632</c:v>
                </c:pt>
                <c:pt idx="26413">
                  <c:v>0.96429629629629632</c:v>
                </c:pt>
                <c:pt idx="26414">
                  <c:v>0.96429629629629632</c:v>
                </c:pt>
                <c:pt idx="26415">
                  <c:v>0.96444444444444444</c:v>
                </c:pt>
                <c:pt idx="26416">
                  <c:v>0.96444444444444444</c:v>
                </c:pt>
                <c:pt idx="26417">
                  <c:v>0.96459259259259256</c:v>
                </c:pt>
                <c:pt idx="26418">
                  <c:v>0.96474074074074079</c:v>
                </c:pt>
                <c:pt idx="26419">
                  <c:v>0.96488888888888891</c:v>
                </c:pt>
                <c:pt idx="26420">
                  <c:v>0.96503703703703703</c:v>
                </c:pt>
                <c:pt idx="26421">
                  <c:v>0.96518518518518515</c:v>
                </c:pt>
                <c:pt idx="26422">
                  <c:v>0.96533333333333338</c:v>
                </c:pt>
                <c:pt idx="26423">
                  <c:v>0.96533333333333338</c:v>
                </c:pt>
                <c:pt idx="26424">
                  <c:v>0.9654814814814815</c:v>
                </c:pt>
                <c:pt idx="26425">
                  <c:v>0.9654814814814815</c:v>
                </c:pt>
                <c:pt idx="26426">
                  <c:v>0.9654814814814815</c:v>
                </c:pt>
                <c:pt idx="26427">
                  <c:v>0.96562962962962962</c:v>
                </c:pt>
                <c:pt idx="26428">
                  <c:v>0.96577777777777774</c:v>
                </c:pt>
                <c:pt idx="26429">
                  <c:v>0.96577777777777774</c:v>
                </c:pt>
                <c:pt idx="26430">
                  <c:v>0.96592592592592597</c:v>
                </c:pt>
                <c:pt idx="26431">
                  <c:v>0.96607407407407409</c:v>
                </c:pt>
                <c:pt idx="26432">
                  <c:v>0.96607407407407409</c:v>
                </c:pt>
                <c:pt idx="26433">
                  <c:v>0.96607407407407409</c:v>
                </c:pt>
                <c:pt idx="26434">
                  <c:v>0.96607407407407409</c:v>
                </c:pt>
                <c:pt idx="26435">
                  <c:v>0.96607407407407409</c:v>
                </c:pt>
                <c:pt idx="26436">
                  <c:v>0.96607407407407409</c:v>
                </c:pt>
                <c:pt idx="26437">
                  <c:v>0.9662222222222222</c:v>
                </c:pt>
                <c:pt idx="26438">
                  <c:v>0.9662222222222222</c:v>
                </c:pt>
                <c:pt idx="26439">
                  <c:v>0.9662222222222222</c:v>
                </c:pt>
                <c:pt idx="26440">
                  <c:v>0.9662222222222222</c:v>
                </c:pt>
                <c:pt idx="26441">
                  <c:v>0.9662222222222222</c:v>
                </c:pt>
                <c:pt idx="26442">
                  <c:v>0.9662222222222222</c:v>
                </c:pt>
                <c:pt idx="26443">
                  <c:v>0.9662222222222222</c:v>
                </c:pt>
                <c:pt idx="26444">
                  <c:v>0.9662222222222222</c:v>
                </c:pt>
                <c:pt idx="26445">
                  <c:v>0.96637037037037032</c:v>
                </c:pt>
                <c:pt idx="26446">
                  <c:v>0.96651851851851855</c:v>
                </c:pt>
                <c:pt idx="26447">
                  <c:v>0.96651851851851855</c:v>
                </c:pt>
                <c:pt idx="26448">
                  <c:v>0.96666666666666667</c:v>
                </c:pt>
                <c:pt idx="26449">
                  <c:v>0.96681481481481479</c:v>
                </c:pt>
                <c:pt idx="26450">
                  <c:v>0.96696296296296291</c:v>
                </c:pt>
                <c:pt idx="26451">
                  <c:v>0.96696296296296291</c:v>
                </c:pt>
                <c:pt idx="26452">
                  <c:v>0.96696296296296291</c:v>
                </c:pt>
                <c:pt idx="26453">
                  <c:v>0.96696296296296291</c:v>
                </c:pt>
                <c:pt idx="26454">
                  <c:v>0.96711111111111114</c:v>
                </c:pt>
                <c:pt idx="26455">
                  <c:v>0.96711111111111114</c:v>
                </c:pt>
                <c:pt idx="26456">
                  <c:v>0.96725925925925926</c:v>
                </c:pt>
                <c:pt idx="26457">
                  <c:v>0.96740740740740738</c:v>
                </c:pt>
                <c:pt idx="26458">
                  <c:v>0.96740740740740738</c:v>
                </c:pt>
                <c:pt idx="26459">
                  <c:v>0.96740740740740738</c:v>
                </c:pt>
                <c:pt idx="26460">
                  <c:v>0.96740740740740738</c:v>
                </c:pt>
                <c:pt idx="26461">
                  <c:v>0.9675555555555555</c:v>
                </c:pt>
                <c:pt idx="26462">
                  <c:v>0.9675555555555555</c:v>
                </c:pt>
                <c:pt idx="26463">
                  <c:v>0.9675555555555555</c:v>
                </c:pt>
                <c:pt idx="26464">
                  <c:v>0.9675555555555555</c:v>
                </c:pt>
                <c:pt idx="26465">
                  <c:v>0.9675555555555555</c:v>
                </c:pt>
                <c:pt idx="26466">
                  <c:v>0.96770370370370373</c:v>
                </c:pt>
                <c:pt idx="26467">
                  <c:v>0.96770370370370373</c:v>
                </c:pt>
                <c:pt idx="26468">
                  <c:v>0.96770370370370373</c:v>
                </c:pt>
                <c:pt idx="26469">
                  <c:v>0.96785185185185185</c:v>
                </c:pt>
                <c:pt idx="26470">
                  <c:v>0.96785185185185185</c:v>
                </c:pt>
                <c:pt idx="26471">
                  <c:v>0.96785185185185185</c:v>
                </c:pt>
                <c:pt idx="26472">
                  <c:v>0.96799999999999997</c:v>
                </c:pt>
                <c:pt idx="26473">
                  <c:v>0.9681481481481482</c:v>
                </c:pt>
                <c:pt idx="26474">
                  <c:v>0.9681481481481482</c:v>
                </c:pt>
                <c:pt idx="26475">
                  <c:v>0.9681481481481482</c:v>
                </c:pt>
                <c:pt idx="26476">
                  <c:v>0.9681481481481482</c:v>
                </c:pt>
                <c:pt idx="26477">
                  <c:v>0.96829629629629632</c:v>
                </c:pt>
                <c:pt idx="26478">
                  <c:v>0.96844444444444444</c:v>
                </c:pt>
                <c:pt idx="26479">
                  <c:v>0.96859259259259256</c:v>
                </c:pt>
                <c:pt idx="26480">
                  <c:v>0.96859259259259256</c:v>
                </c:pt>
                <c:pt idx="26481">
                  <c:v>0.96874074074074079</c:v>
                </c:pt>
                <c:pt idx="26482">
                  <c:v>0.96874074074074079</c:v>
                </c:pt>
                <c:pt idx="26483">
                  <c:v>0.96888888888888891</c:v>
                </c:pt>
                <c:pt idx="26484">
                  <c:v>0.96903703703703703</c:v>
                </c:pt>
                <c:pt idx="26485">
                  <c:v>0.96903703703703703</c:v>
                </c:pt>
                <c:pt idx="26486">
                  <c:v>0.96918518518518515</c:v>
                </c:pt>
                <c:pt idx="26487">
                  <c:v>0.96933333333333338</c:v>
                </c:pt>
                <c:pt idx="26488">
                  <c:v>0.9694814814814815</c:v>
                </c:pt>
                <c:pt idx="26489">
                  <c:v>0.96962962962962962</c:v>
                </c:pt>
                <c:pt idx="26490">
                  <c:v>0.96962962962962962</c:v>
                </c:pt>
                <c:pt idx="26491">
                  <c:v>0.96962962962962962</c:v>
                </c:pt>
                <c:pt idx="26492">
                  <c:v>0.96977777777777774</c:v>
                </c:pt>
                <c:pt idx="26493">
                  <c:v>0.96977777777777774</c:v>
                </c:pt>
                <c:pt idx="26494">
                  <c:v>0.96977777777777774</c:v>
                </c:pt>
                <c:pt idx="26495">
                  <c:v>0.96977777777777774</c:v>
                </c:pt>
                <c:pt idx="26496">
                  <c:v>0.96977777777777774</c:v>
                </c:pt>
                <c:pt idx="26497">
                  <c:v>0.96992592592592597</c:v>
                </c:pt>
                <c:pt idx="26498">
                  <c:v>0.96992592592592597</c:v>
                </c:pt>
                <c:pt idx="26499">
                  <c:v>0.97007407407407409</c:v>
                </c:pt>
                <c:pt idx="26500">
                  <c:v>0.97022222222222221</c:v>
                </c:pt>
                <c:pt idx="26501">
                  <c:v>0.97022222222222221</c:v>
                </c:pt>
                <c:pt idx="26502">
                  <c:v>0.97022222222222221</c:v>
                </c:pt>
                <c:pt idx="26503">
                  <c:v>0.97037037037037033</c:v>
                </c:pt>
                <c:pt idx="26504">
                  <c:v>0.97037037037037033</c:v>
                </c:pt>
                <c:pt idx="26505">
                  <c:v>0.97037037037037033</c:v>
                </c:pt>
                <c:pt idx="26506">
                  <c:v>0.97051851851851856</c:v>
                </c:pt>
                <c:pt idx="26507">
                  <c:v>0.97066666666666668</c:v>
                </c:pt>
                <c:pt idx="26508">
                  <c:v>0.97066666666666668</c:v>
                </c:pt>
                <c:pt idx="26509">
                  <c:v>0.97066666666666668</c:v>
                </c:pt>
                <c:pt idx="26510">
                  <c:v>0.9708148148148148</c:v>
                </c:pt>
                <c:pt idx="26511">
                  <c:v>0.97096296296296292</c:v>
                </c:pt>
                <c:pt idx="26512">
                  <c:v>0.97111111111111115</c:v>
                </c:pt>
                <c:pt idx="26513">
                  <c:v>0.97111111111111115</c:v>
                </c:pt>
                <c:pt idx="26514">
                  <c:v>0.97111111111111115</c:v>
                </c:pt>
                <c:pt idx="26515">
                  <c:v>0.97125925925925927</c:v>
                </c:pt>
                <c:pt idx="26516">
                  <c:v>0.97125925925925927</c:v>
                </c:pt>
                <c:pt idx="26517">
                  <c:v>0.97125925925925927</c:v>
                </c:pt>
                <c:pt idx="26518">
                  <c:v>0.97140740740740739</c:v>
                </c:pt>
                <c:pt idx="26519">
                  <c:v>0.97155555555555551</c:v>
                </c:pt>
                <c:pt idx="26520">
                  <c:v>0.97170370370370374</c:v>
                </c:pt>
                <c:pt idx="26521">
                  <c:v>0.97185185185185186</c:v>
                </c:pt>
                <c:pt idx="26522">
                  <c:v>0.97185185185185186</c:v>
                </c:pt>
                <c:pt idx="26523">
                  <c:v>0.97185185185185186</c:v>
                </c:pt>
                <c:pt idx="26524">
                  <c:v>0.97185185185185186</c:v>
                </c:pt>
                <c:pt idx="26525">
                  <c:v>0.97185185185185186</c:v>
                </c:pt>
                <c:pt idx="26526">
                  <c:v>0.97199999999999998</c:v>
                </c:pt>
                <c:pt idx="26527">
                  <c:v>0.97199999999999998</c:v>
                </c:pt>
                <c:pt idx="26528">
                  <c:v>0.97214814814814809</c:v>
                </c:pt>
                <c:pt idx="26529">
                  <c:v>0.97214814814814809</c:v>
                </c:pt>
                <c:pt idx="26530">
                  <c:v>0.97229629629629633</c:v>
                </c:pt>
                <c:pt idx="26531">
                  <c:v>0.97229629629629633</c:v>
                </c:pt>
                <c:pt idx="26532">
                  <c:v>0.97229629629629633</c:v>
                </c:pt>
                <c:pt idx="26533">
                  <c:v>0.97229629629629633</c:v>
                </c:pt>
                <c:pt idx="26534">
                  <c:v>0.97244444444444444</c:v>
                </c:pt>
                <c:pt idx="26535">
                  <c:v>0.97244444444444444</c:v>
                </c:pt>
                <c:pt idx="26536">
                  <c:v>0.97244444444444444</c:v>
                </c:pt>
                <c:pt idx="26537">
                  <c:v>0.97244444444444444</c:v>
                </c:pt>
                <c:pt idx="26538">
                  <c:v>0.97244444444444444</c:v>
                </c:pt>
                <c:pt idx="26539">
                  <c:v>0.97244444444444444</c:v>
                </c:pt>
                <c:pt idx="26540">
                  <c:v>0.97244444444444444</c:v>
                </c:pt>
                <c:pt idx="26541">
                  <c:v>0.97244444444444444</c:v>
                </c:pt>
                <c:pt idx="26542">
                  <c:v>0.97259259259259256</c:v>
                </c:pt>
                <c:pt idx="26543">
                  <c:v>0.97259259259259256</c:v>
                </c:pt>
                <c:pt idx="26544">
                  <c:v>0.97259259259259256</c:v>
                </c:pt>
                <c:pt idx="26545">
                  <c:v>0.97259259259259256</c:v>
                </c:pt>
                <c:pt idx="26546">
                  <c:v>0.97274074074074079</c:v>
                </c:pt>
                <c:pt idx="26547">
                  <c:v>0.97274074074074079</c:v>
                </c:pt>
                <c:pt idx="26548">
                  <c:v>0.97274074074074079</c:v>
                </c:pt>
                <c:pt idx="26549">
                  <c:v>0.97274074074074079</c:v>
                </c:pt>
                <c:pt idx="26550">
                  <c:v>0.97288888888888891</c:v>
                </c:pt>
                <c:pt idx="26551">
                  <c:v>0.97303703703703703</c:v>
                </c:pt>
                <c:pt idx="26552">
                  <c:v>0.97303703703703703</c:v>
                </c:pt>
                <c:pt idx="26553">
                  <c:v>0.97318518518518515</c:v>
                </c:pt>
                <c:pt idx="26554">
                  <c:v>0.97318518518518515</c:v>
                </c:pt>
                <c:pt idx="26555">
                  <c:v>0.97318518518518515</c:v>
                </c:pt>
                <c:pt idx="26556">
                  <c:v>0.97318518518518515</c:v>
                </c:pt>
                <c:pt idx="26557">
                  <c:v>0.97333333333333338</c:v>
                </c:pt>
                <c:pt idx="26558">
                  <c:v>0.97333333333333338</c:v>
                </c:pt>
                <c:pt idx="26559">
                  <c:v>0.97333333333333338</c:v>
                </c:pt>
                <c:pt idx="26560">
                  <c:v>0.97333333333333338</c:v>
                </c:pt>
                <c:pt idx="26561">
                  <c:v>0.9734814814814815</c:v>
                </c:pt>
                <c:pt idx="26562">
                  <c:v>0.9734814814814815</c:v>
                </c:pt>
                <c:pt idx="26563">
                  <c:v>0.9734814814814815</c:v>
                </c:pt>
                <c:pt idx="26564">
                  <c:v>0.9734814814814815</c:v>
                </c:pt>
                <c:pt idx="26565">
                  <c:v>0.9734814814814815</c:v>
                </c:pt>
                <c:pt idx="26566">
                  <c:v>0.9734814814814815</c:v>
                </c:pt>
                <c:pt idx="26567">
                  <c:v>0.9734814814814815</c:v>
                </c:pt>
                <c:pt idx="26568">
                  <c:v>0.9734814814814815</c:v>
                </c:pt>
                <c:pt idx="26569">
                  <c:v>0.9734814814814815</c:v>
                </c:pt>
                <c:pt idx="26570">
                  <c:v>0.9734814814814815</c:v>
                </c:pt>
                <c:pt idx="26571">
                  <c:v>0.97362962962962962</c:v>
                </c:pt>
                <c:pt idx="26572">
                  <c:v>0.97377777777777774</c:v>
                </c:pt>
                <c:pt idx="26573">
                  <c:v>0.97392592592592597</c:v>
                </c:pt>
                <c:pt idx="26574">
                  <c:v>0.97407407407407409</c:v>
                </c:pt>
                <c:pt idx="26575">
                  <c:v>0.97422222222222221</c:v>
                </c:pt>
                <c:pt idx="26576">
                  <c:v>0.97422222222222221</c:v>
                </c:pt>
                <c:pt idx="26577">
                  <c:v>0.97422222222222221</c:v>
                </c:pt>
                <c:pt idx="26578">
                  <c:v>0.97422222222222221</c:v>
                </c:pt>
                <c:pt idx="26579">
                  <c:v>0.97437037037037033</c:v>
                </c:pt>
                <c:pt idx="26580">
                  <c:v>0.97437037037037033</c:v>
                </c:pt>
                <c:pt idx="26581">
                  <c:v>0.97437037037037033</c:v>
                </c:pt>
                <c:pt idx="26582">
                  <c:v>0.97451851851851856</c:v>
                </c:pt>
                <c:pt idx="26583">
                  <c:v>0.97466666666666668</c:v>
                </c:pt>
                <c:pt idx="26584">
                  <c:v>0.9748148148148148</c:v>
                </c:pt>
                <c:pt idx="26585">
                  <c:v>0.97496296296296292</c:v>
                </c:pt>
                <c:pt idx="26586">
                  <c:v>0.97511111111111115</c:v>
                </c:pt>
                <c:pt idx="26587">
                  <c:v>0.97511111111111115</c:v>
                </c:pt>
                <c:pt idx="26588">
                  <c:v>0.97511111111111115</c:v>
                </c:pt>
                <c:pt idx="26589">
                  <c:v>0.97511111111111115</c:v>
                </c:pt>
                <c:pt idx="26590">
                  <c:v>0.97511111111111115</c:v>
                </c:pt>
                <c:pt idx="26591">
                  <c:v>0.97525925925925927</c:v>
                </c:pt>
                <c:pt idx="26592">
                  <c:v>0.97525925925925927</c:v>
                </c:pt>
                <c:pt idx="26593">
                  <c:v>0.97525925925925927</c:v>
                </c:pt>
                <c:pt idx="26594">
                  <c:v>0.97525925925925927</c:v>
                </c:pt>
                <c:pt idx="26595">
                  <c:v>0.97540740740740739</c:v>
                </c:pt>
                <c:pt idx="26596">
                  <c:v>0.97540740740740739</c:v>
                </c:pt>
                <c:pt idx="26597">
                  <c:v>0.97540740740740739</c:v>
                </c:pt>
                <c:pt idx="26598">
                  <c:v>0.97555555555555551</c:v>
                </c:pt>
                <c:pt idx="26599">
                  <c:v>0.97555555555555551</c:v>
                </c:pt>
                <c:pt idx="26600">
                  <c:v>0.97570370370370374</c:v>
                </c:pt>
                <c:pt idx="26601">
                  <c:v>0.97570370370370374</c:v>
                </c:pt>
                <c:pt idx="26602">
                  <c:v>0.97570370370370374</c:v>
                </c:pt>
                <c:pt idx="26603">
                  <c:v>0.97570370370370374</c:v>
                </c:pt>
                <c:pt idx="26604">
                  <c:v>0.97585185185185186</c:v>
                </c:pt>
                <c:pt idx="26605">
                  <c:v>0.97585185185185186</c:v>
                </c:pt>
                <c:pt idx="26606">
                  <c:v>0.97585185185185186</c:v>
                </c:pt>
                <c:pt idx="26607">
                  <c:v>0.97585185185185186</c:v>
                </c:pt>
                <c:pt idx="26608">
                  <c:v>0.97585185185185186</c:v>
                </c:pt>
                <c:pt idx="26609">
                  <c:v>0.97585185185185186</c:v>
                </c:pt>
                <c:pt idx="26610">
                  <c:v>0.97585185185185186</c:v>
                </c:pt>
                <c:pt idx="26611">
                  <c:v>0.97585185185185186</c:v>
                </c:pt>
                <c:pt idx="26612">
                  <c:v>0.97599999999999998</c:v>
                </c:pt>
                <c:pt idx="26613">
                  <c:v>0.97599999999999998</c:v>
                </c:pt>
                <c:pt idx="26614">
                  <c:v>0.9761481481481481</c:v>
                </c:pt>
                <c:pt idx="26615">
                  <c:v>0.9761481481481481</c:v>
                </c:pt>
                <c:pt idx="26616">
                  <c:v>0.9761481481481481</c:v>
                </c:pt>
                <c:pt idx="26617">
                  <c:v>0.9761481481481481</c:v>
                </c:pt>
                <c:pt idx="26618">
                  <c:v>0.9761481481481481</c:v>
                </c:pt>
                <c:pt idx="26619">
                  <c:v>0.97629629629629633</c:v>
                </c:pt>
                <c:pt idx="26620">
                  <c:v>0.97629629629629633</c:v>
                </c:pt>
                <c:pt idx="26621">
                  <c:v>0.97629629629629633</c:v>
                </c:pt>
                <c:pt idx="26622">
                  <c:v>0.97629629629629633</c:v>
                </c:pt>
                <c:pt idx="26623">
                  <c:v>0.97629629629629633</c:v>
                </c:pt>
                <c:pt idx="26624">
                  <c:v>0.97629629629629633</c:v>
                </c:pt>
                <c:pt idx="26625">
                  <c:v>0.97629629629629633</c:v>
                </c:pt>
                <c:pt idx="26626">
                  <c:v>0.97644444444444445</c:v>
                </c:pt>
                <c:pt idx="26627">
                  <c:v>0.97644444444444445</c:v>
                </c:pt>
                <c:pt idx="26628">
                  <c:v>0.97659259259259257</c:v>
                </c:pt>
                <c:pt idx="26629">
                  <c:v>0.97659259259259257</c:v>
                </c:pt>
                <c:pt idx="26630">
                  <c:v>0.97674074074074069</c:v>
                </c:pt>
                <c:pt idx="26631">
                  <c:v>0.97674074074074069</c:v>
                </c:pt>
                <c:pt idx="26632">
                  <c:v>0.97674074074074069</c:v>
                </c:pt>
                <c:pt idx="26633">
                  <c:v>0.97674074074074069</c:v>
                </c:pt>
                <c:pt idx="26634">
                  <c:v>0.97674074074074069</c:v>
                </c:pt>
                <c:pt idx="26635">
                  <c:v>0.97674074074074069</c:v>
                </c:pt>
                <c:pt idx="26636">
                  <c:v>0.97688888888888892</c:v>
                </c:pt>
                <c:pt idx="26637">
                  <c:v>0.97688888888888892</c:v>
                </c:pt>
                <c:pt idx="26638">
                  <c:v>0.97688888888888892</c:v>
                </c:pt>
                <c:pt idx="26639">
                  <c:v>0.97703703703703704</c:v>
                </c:pt>
                <c:pt idx="26640">
                  <c:v>0.97703703703703704</c:v>
                </c:pt>
                <c:pt idx="26641">
                  <c:v>0.97703703703703704</c:v>
                </c:pt>
                <c:pt idx="26642">
                  <c:v>0.97703703703703704</c:v>
                </c:pt>
                <c:pt idx="26643">
                  <c:v>0.97703703703703704</c:v>
                </c:pt>
                <c:pt idx="26644">
                  <c:v>0.97718518518518516</c:v>
                </c:pt>
                <c:pt idx="26645">
                  <c:v>0.97733333333333339</c:v>
                </c:pt>
                <c:pt idx="26646">
                  <c:v>0.97733333333333339</c:v>
                </c:pt>
                <c:pt idx="26647">
                  <c:v>0.97733333333333339</c:v>
                </c:pt>
                <c:pt idx="26648">
                  <c:v>0.97733333333333339</c:v>
                </c:pt>
                <c:pt idx="26649">
                  <c:v>0.97733333333333339</c:v>
                </c:pt>
                <c:pt idx="26650">
                  <c:v>0.97733333333333339</c:v>
                </c:pt>
                <c:pt idx="26651">
                  <c:v>0.97748148148148151</c:v>
                </c:pt>
                <c:pt idx="26652">
                  <c:v>0.97762962962962963</c:v>
                </c:pt>
                <c:pt idx="26653">
                  <c:v>0.97777777777777775</c:v>
                </c:pt>
                <c:pt idx="26654">
                  <c:v>0.97792592592592598</c:v>
                </c:pt>
                <c:pt idx="26655">
                  <c:v>0.97792592592592598</c:v>
                </c:pt>
                <c:pt idx="26656">
                  <c:v>0.9780740740740741</c:v>
                </c:pt>
                <c:pt idx="26657">
                  <c:v>0.9780740740740741</c:v>
                </c:pt>
                <c:pt idx="26658">
                  <c:v>0.9780740740740741</c:v>
                </c:pt>
                <c:pt idx="26659">
                  <c:v>0.9780740740740741</c:v>
                </c:pt>
                <c:pt idx="26660">
                  <c:v>0.9780740740740741</c:v>
                </c:pt>
                <c:pt idx="26661">
                  <c:v>0.97822222222222222</c:v>
                </c:pt>
                <c:pt idx="26662">
                  <c:v>0.97822222222222222</c:v>
                </c:pt>
                <c:pt idx="26663">
                  <c:v>0.97822222222222222</c:v>
                </c:pt>
                <c:pt idx="26664">
                  <c:v>0.97837037037037033</c:v>
                </c:pt>
                <c:pt idx="26665">
                  <c:v>0.97851851851851857</c:v>
                </c:pt>
                <c:pt idx="26666">
                  <c:v>0.97866666666666668</c:v>
                </c:pt>
                <c:pt idx="26667">
                  <c:v>0.97866666666666668</c:v>
                </c:pt>
                <c:pt idx="26668">
                  <c:v>0.9788148148148148</c:v>
                </c:pt>
                <c:pt idx="26669">
                  <c:v>0.9788148148148148</c:v>
                </c:pt>
                <c:pt idx="26670">
                  <c:v>0.97896296296296292</c:v>
                </c:pt>
                <c:pt idx="26671">
                  <c:v>0.97911111111111115</c:v>
                </c:pt>
                <c:pt idx="26672">
                  <c:v>0.97911111111111115</c:v>
                </c:pt>
                <c:pt idx="26673">
                  <c:v>0.97911111111111115</c:v>
                </c:pt>
                <c:pt idx="26674">
                  <c:v>0.97925925925925927</c:v>
                </c:pt>
                <c:pt idx="26675">
                  <c:v>0.97925925925925927</c:v>
                </c:pt>
                <c:pt idx="26676">
                  <c:v>0.97925925925925927</c:v>
                </c:pt>
                <c:pt idx="26677">
                  <c:v>0.97925925925925927</c:v>
                </c:pt>
                <c:pt idx="26678">
                  <c:v>0.97925925925925927</c:v>
                </c:pt>
                <c:pt idx="26679">
                  <c:v>0.97925925925925927</c:v>
                </c:pt>
                <c:pt idx="26680">
                  <c:v>0.97940740740740739</c:v>
                </c:pt>
                <c:pt idx="26681">
                  <c:v>0.97955555555555551</c:v>
                </c:pt>
                <c:pt idx="26682">
                  <c:v>0.97955555555555551</c:v>
                </c:pt>
                <c:pt idx="26683">
                  <c:v>0.97955555555555551</c:v>
                </c:pt>
                <c:pt idx="26684">
                  <c:v>0.97955555555555551</c:v>
                </c:pt>
                <c:pt idx="26685">
                  <c:v>0.97970370370370374</c:v>
                </c:pt>
                <c:pt idx="26686">
                  <c:v>0.97985185185185186</c:v>
                </c:pt>
                <c:pt idx="26687">
                  <c:v>0.98</c:v>
                </c:pt>
                <c:pt idx="26688">
                  <c:v>0.9801481481481481</c:v>
                </c:pt>
                <c:pt idx="26689">
                  <c:v>0.98029629629629633</c:v>
                </c:pt>
                <c:pt idx="26690">
                  <c:v>0.98044444444444445</c:v>
                </c:pt>
                <c:pt idx="26691">
                  <c:v>0.98059259259259257</c:v>
                </c:pt>
                <c:pt idx="26692">
                  <c:v>0.98074074074074069</c:v>
                </c:pt>
                <c:pt idx="26693">
                  <c:v>0.98074074074074069</c:v>
                </c:pt>
                <c:pt idx="26694">
                  <c:v>0.98074074074074069</c:v>
                </c:pt>
                <c:pt idx="26695">
                  <c:v>0.98074074074074069</c:v>
                </c:pt>
                <c:pt idx="26696">
                  <c:v>0.98088888888888892</c:v>
                </c:pt>
                <c:pt idx="26697">
                  <c:v>0.98103703703703704</c:v>
                </c:pt>
                <c:pt idx="26698">
                  <c:v>0.98118518518518516</c:v>
                </c:pt>
                <c:pt idx="26699">
                  <c:v>0.98118518518518516</c:v>
                </c:pt>
                <c:pt idx="26700">
                  <c:v>0.98118518518518516</c:v>
                </c:pt>
                <c:pt idx="26701">
                  <c:v>0.98133333333333328</c:v>
                </c:pt>
                <c:pt idx="26702">
                  <c:v>0.98133333333333328</c:v>
                </c:pt>
                <c:pt idx="26703">
                  <c:v>0.98148148148148151</c:v>
                </c:pt>
                <c:pt idx="26704">
                  <c:v>0.98148148148148151</c:v>
                </c:pt>
                <c:pt idx="26705">
                  <c:v>0.98162962962962963</c:v>
                </c:pt>
                <c:pt idx="26706">
                  <c:v>0.98177777777777775</c:v>
                </c:pt>
                <c:pt idx="26707">
                  <c:v>0.98177777777777775</c:v>
                </c:pt>
                <c:pt idx="26708">
                  <c:v>0.98177777777777775</c:v>
                </c:pt>
                <c:pt idx="26709">
                  <c:v>0.98177777777777775</c:v>
                </c:pt>
                <c:pt idx="26710">
                  <c:v>0.98177777777777775</c:v>
                </c:pt>
                <c:pt idx="26711">
                  <c:v>0.98177777777777775</c:v>
                </c:pt>
                <c:pt idx="26712">
                  <c:v>0.98177777777777775</c:v>
                </c:pt>
                <c:pt idx="26713">
                  <c:v>0.98177777777777775</c:v>
                </c:pt>
                <c:pt idx="26714">
                  <c:v>0.98192592592592598</c:v>
                </c:pt>
                <c:pt idx="26715">
                  <c:v>0.9820740740740741</c:v>
                </c:pt>
                <c:pt idx="26716">
                  <c:v>0.98222222222222222</c:v>
                </c:pt>
                <c:pt idx="26717">
                  <c:v>0.98222222222222222</c:v>
                </c:pt>
                <c:pt idx="26718">
                  <c:v>0.98237037037037034</c:v>
                </c:pt>
                <c:pt idx="26719">
                  <c:v>0.98251851851851857</c:v>
                </c:pt>
                <c:pt idx="26720">
                  <c:v>0.98266666666666669</c:v>
                </c:pt>
                <c:pt idx="26721">
                  <c:v>0.98281481481481481</c:v>
                </c:pt>
                <c:pt idx="26722">
                  <c:v>0.98296296296296293</c:v>
                </c:pt>
                <c:pt idx="26723">
                  <c:v>0.98311111111111116</c:v>
                </c:pt>
                <c:pt idx="26724">
                  <c:v>0.98325925925925928</c:v>
                </c:pt>
                <c:pt idx="26725">
                  <c:v>0.98325925925925928</c:v>
                </c:pt>
                <c:pt idx="26726">
                  <c:v>0.9834074074074074</c:v>
                </c:pt>
                <c:pt idx="26727">
                  <c:v>0.98355555555555552</c:v>
                </c:pt>
                <c:pt idx="26728">
                  <c:v>0.98355555555555552</c:v>
                </c:pt>
                <c:pt idx="26729">
                  <c:v>0.98370370370370375</c:v>
                </c:pt>
                <c:pt idx="26730">
                  <c:v>0.98385185185185187</c:v>
                </c:pt>
                <c:pt idx="26731">
                  <c:v>0.98399999999999999</c:v>
                </c:pt>
                <c:pt idx="26732">
                  <c:v>0.98414814814814811</c:v>
                </c:pt>
                <c:pt idx="26733">
                  <c:v>0.98429629629629634</c:v>
                </c:pt>
                <c:pt idx="26734">
                  <c:v>0.98444444444444446</c:v>
                </c:pt>
                <c:pt idx="26735">
                  <c:v>0.98459259259259257</c:v>
                </c:pt>
                <c:pt idx="26736">
                  <c:v>0.98474074074074069</c:v>
                </c:pt>
                <c:pt idx="26737">
                  <c:v>0.98488888888888892</c:v>
                </c:pt>
                <c:pt idx="26738">
                  <c:v>0.98503703703703704</c:v>
                </c:pt>
                <c:pt idx="26739">
                  <c:v>0.98518518518518516</c:v>
                </c:pt>
                <c:pt idx="26740">
                  <c:v>0.98518518518518516</c:v>
                </c:pt>
                <c:pt idx="26741">
                  <c:v>0.98518518518518516</c:v>
                </c:pt>
                <c:pt idx="26742">
                  <c:v>0.98518518518518516</c:v>
                </c:pt>
                <c:pt idx="26743">
                  <c:v>0.98533333333333328</c:v>
                </c:pt>
                <c:pt idx="26744">
                  <c:v>0.98533333333333328</c:v>
                </c:pt>
                <c:pt idx="26745">
                  <c:v>0.98548148148148151</c:v>
                </c:pt>
                <c:pt idx="26746">
                  <c:v>0.98562962962962963</c:v>
                </c:pt>
                <c:pt idx="26747">
                  <c:v>0.98577777777777775</c:v>
                </c:pt>
                <c:pt idx="26748">
                  <c:v>0.98592592592592587</c:v>
                </c:pt>
                <c:pt idx="26749">
                  <c:v>0.9860740740740741</c:v>
                </c:pt>
                <c:pt idx="26750">
                  <c:v>0.98622222222222222</c:v>
                </c:pt>
                <c:pt idx="26751">
                  <c:v>0.98637037037037034</c:v>
                </c:pt>
                <c:pt idx="26752">
                  <c:v>0.98651851851851857</c:v>
                </c:pt>
                <c:pt idx="26753">
                  <c:v>0.98666666666666669</c:v>
                </c:pt>
                <c:pt idx="26754">
                  <c:v>0.98666666666666669</c:v>
                </c:pt>
                <c:pt idx="26755">
                  <c:v>0.98681481481481481</c:v>
                </c:pt>
                <c:pt idx="26756">
                  <c:v>0.98696296296296293</c:v>
                </c:pt>
                <c:pt idx="26757">
                  <c:v>0.98711111111111116</c:v>
                </c:pt>
                <c:pt idx="26758">
                  <c:v>0.98711111111111116</c:v>
                </c:pt>
                <c:pt idx="26759">
                  <c:v>0.98711111111111116</c:v>
                </c:pt>
                <c:pt idx="26760">
                  <c:v>0.98725925925925928</c:v>
                </c:pt>
                <c:pt idx="26761">
                  <c:v>0.9874074074074074</c:v>
                </c:pt>
                <c:pt idx="26762">
                  <c:v>0.98755555555555552</c:v>
                </c:pt>
                <c:pt idx="26763">
                  <c:v>0.98755555555555552</c:v>
                </c:pt>
                <c:pt idx="26764">
                  <c:v>0.98770370370370375</c:v>
                </c:pt>
                <c:pt idx="26765">
                  <c:v>0.98785185185185187</c:v>
                </c:pt>
                <c:pt idx="26766">
                  <c:v>0.98785185185185187</c:v>
                </c:pt>
                <c:pt idx="26767">
                  <c:v>0.98785185185185187</c:v>
                </c:pt>
                <c:pt idx="26768">
                  <c:v>0.98799999999999999</c:v>
                </c:pt>
                <c:pt idx="26769">
                  <c:v>0.98814814814814811</c:v>
                </c:pt>
                <c:pt idx="26770">
                  <c:v>0.98829629629629634</c:v>
                </c:pt>
                <c:pt idx="26771">
                  <c:v>0.98844444444444446</c:v>
                </c:pt>
                <c:pt idx="26772">
                  <c:v>0.98844444444444446</c:v>
                </c:pt>
                <c:pt idx="26773">
                  <c:v>0.98859259259259258</c:v>
                </c:pt>
                <c:pt idx="26774">
                  <c:v>0.9887407407407407</c:v>
                </c:pt>
                <c:pt idx="26775">
                  <c:v>0.98888888888888893</c:v>
                </c:pt>
                <c:pt idx="26776">
                  <c:v>0.98888888888888893</c:v>
                </c:pt>
                <c:pt idx="26777">
                  <c:v>0.98903703703703705</c:v>
                </c:pt>
                <c:pt idx="26778">
                  <c:v>0.98918518518518517</c:v>
                </c:pt>
                <c:pt idx="26779">
                  <c:v>0.98933333333333329</c:v>
                </c:pt>
                <c:pt idx="26780">
                  <c:v>0.98948148148148152</c:v>
                </c:pt>
                <c:pt idx="26781">
                  <c:v>0.98962962962962964</c:v>
                </c:pt>
                <c:pt idx="26782">
                  <c:v>0.98977777777777776</c:v>
                </c:pt>
                <c:pt idx="26783">
                  <c:v>0.98992592592592588</c:v>
                </c:pt>
                <c:pt idx="26784">
                  <c:v>0.99007407407407411</c:v>
                </c:pt>
                <c:pt idx="26785">
                  <c:v>0.99022222222222223</c:v>
                </c:pt>
                <c:pt idx="26786">
                  <c:v>0.99022222222222223</c:v>
                </c:pt>
                <c:pt idx="26787">
                  <c:v>0.99022222222222223</c:v>
                </c:pt>
                <c:pt idx="26788">
                  <c:v>0.99037037037037035</c:v>
                </c:pt>
                <c:pt idx="26789">
                  <c:v>0.99051851851851846</c:v>
                </c:pt>
                <c:pt idx="26790">
                  <c:v>0.9906666666666667</c:v>
                </c:pt>
                <c:pt idx="26791">
                  <c:v>0.99081481481481481</c:v>
                </c:pt>
                <c:pt idx="26792">
                  <c:v>0.99096296296296293</c:v>
                </c:pt>
                <c:pt idx="26793">
                  <c:v>0.99111111111111116</c:v>
                </c:pt>
                <c:pt idx="26794">
                  <c:v>0.99111111111111116</c:v>
                </c:pt>
                <c:pt idx="26795">
                  <c:v>0.99125925925925928</c:v>
                </c:pt>
                <c:pt idx="26796">
                  <c:v>0.9914074074074074</c:v>
                </c:pt>
                <c:pt idx="26797">
                  <c:v>0.99155555555555552</c:v>
                </c:pt>
                <c:pt idx="26798">
                  <c:v>0.99170370370370375</c:v>
                </c:pt>
                <c:pt idx="26799">
                  <c:v>0.99185185185185187</c:v>
                </c:pt>
                <c:pt idx="26800">
                  <c:v>0.99199999999999999</c:v>
                </c:pt>
                <c:pt idx="26801">
                  <c:v>0.99214814814814811</c:v>
                </c:pt>
                <c:pt idx="26802">
                  <c:v>0.99214814814814811</c:v>
                </c:pt>
                <c:pt idx="26803">
                  <c:v>0.99229629629629634</c:v>
                </c:pt>
                <c:pt idx="26804">
                  <c:v>0.99244444444444446</c:v>
                </c:pt>
                <c:pt idx="26805">
                  <c:v>0.99259259259259258</c:v>
                </c:pt>
                <c:pt idx="26806">
                  <c:v>0.99259259259259258</c:v>
                </c:pt>
                <c:pt idx="26807">
                  <c:v>0.99259259259259258</c:v>
                </c:pt>
                <c:pt idx="26808">
                  <c:v>0.9927407407407407</c:v>
                </c:pt>
                <c:pt idx="26809">
                  <c:v>0.9927407407407407</c:v>
                </c:pt>
                <c:pt idx="26810">
                  <c:v>0.9927407407407407</c:v>
                </c:pt>
                <c:pt idx="26811">
                  <c:v>0.99288888888888893</c:v>
                </c:pt>
                <c:pt idx="26812">
                  <c:v>0.99288888888888893</c:v>
                </c:pt>
                <c:pt idx="26813">
                  <c:v>0.99303703703703705</c:v>
                </c:pt>
                <c:pt idx="26814">
                  <c:v>0.99318518518518517</c:v>
                </c:pt>
                <c:pt idx="26815">
                  <c:v>0.99318518518518517</c:v>
                </c:pt>
                <c:pt idx="26816">
                  <c:v>0.99318518518518517</c:v>
                </c:pt>
                <c:pt idx="26817">
                  <c:v>0.99333333333333329</c:v>
                </c:pt>
                <c:pt idx="26818">
                  <c:v>0.99348148148148152</c:v>
                </c:pt>
                <c:pt idx="26819">
                  <c:v>0.99362962962962964</c:v>
                </c:pt>
                <c:pt idx="26820">
                  <c:v>0.99377777777777776</c:v>
                </c:pt>
                <c:pt idx="26821">
                  <c:v>0.99392592592592588</c:v>
                </c:pt>
                <c:pt idx="26822">
                  <c:v>0.99392592592592588</c:v>
                </c:pt>
                <c:pt idx="26823">
                  <c:v>0.99392592592592588</c:v>
                </c:pt>
                <c:pt idx="26824">
                  <c:v>0.99392592592592588</c:v>
                </c:pt>
                <c:pt idx="26825">
                  <c:v>0.99407407407407411</c:v>
                </c:pt>
                <c:pt idx="26826">
                  <c:v>0.99422222222222223</c:v>
                </c:pt>
                <c:pt idx="26827">
                  <c:v>0.99437037037037035</c:v>
                </c:pt>
                <c:pt idx="26828">
                  <c:v>0.99451851851851847</c:v>
                </c:pt>
                <c:pt idx="26829">
                  <c:v>0.99451851851851847</c:v>
                </c:pt>
                <c:pt idx="26830">
                  <c:v>0.99451851851851847</c:v>
                </c:pt>
                <c:pt idx="26831">
                  <c:v>0.9946666666666667</c:v>
                </c:pt>
                <c:pt idx="26832">
                  <c:v>0.9946666666666667</c:v>
                </c:pt>
                <c:pt idx="26833">
                  <c:v>0.99481481481481482</c:v>
                </c:pt>
                <c:pt idx="26834">
                  <c:v>0.99481481481481482</c:v>
                </c:pt>
                <c:pt idx="26835">
                  <c:v>0.99481481481481482</c:v>
                </c:pt>
                <c:pt idx="26836">
                  <c:v>0.99481481481481482</c:v>
                </c:pt>
                <c:pt idx="26837">
                  <c:v>0.99481481481481482</c:v>
                </c:pt>
                <c:pt idx="26838">
                  <c:v>0.99496296296296294</c:v>
                </c:pt>
                <c:pt idx="26839">
                  <c:v>0.99496296296296294</c:v>
                </c:pt>
                <c:pt idx="26840">
                  <c:v>0.99496296296296294</c:v>
                </c:pt>
                <c:pt idx="26841">
                  <c:v>0.99496296296296294</c:v>
                </c:pt>
                <c:pt idx="26842">
                  <c:v>0.99511111111111106</c:v>
                </c:pt>
                <c:pt idx="26843">
                  <c:v>0.99511111111111106</c:v>
                </c:pt>
                <c:pt idx="26844">
                  <c:v>0.99525925925925929</c:v>
                </c:pt>
                <c:pt idx="26845">
                  <c:v>0.99525925925925929</c:v>
                </c:pt>
                <c:pt idx="26846">
                  <c:v>0.99540740740740741</c:v>
                </c:pt>
                <c:pt idx="26847">
                  <c:v>0.99555555555555553</c:v>
                </c:pt>
                <c:pt idx="26848">
                  <c:v>0.99570370370370376</c:v>
                </c:pt>
                <c:pt idx="26849">
                  <c:v>0.99570370370370376</c:v>
                </c:pt>
                <c:pt idx="26850">
                  <c:v>0.99570370370370376</c:v>
                </c:pt>
                <c:pt idx="26851">
                  <c:v>0.99570370370370376</c:v>
                </c:pt>
                <c:pt idx="26852">
                  <c:v>0.99585185185185188</c:v>
                </c:pt>
                <c:pt idx="26853">
                  <c:v>0.99585185185185188</c:v>
                </c:pt>
                <c:pt idx="26854">
                  <c:v>0.99585185185185188</c:v>
                </c:pt>
                <c:pt idx="26855">
                  <c:v>0.99585185185185188</c:v>
                </c:pt>
                <c:pt idx="26856">
                  <c:v>0.996</c:v>
                </c:pt>
                <c:pt idx="26857">
                  <c:v>0.99614814814814812</c:v>
                </c:pt>
                <c:pt idx="26858">
                  <c:v>0.99614814814814812</c:v>
                </c:pt>
                <c:pt idx="26859">
                  <c:v>0.99629629629629635</c:v>
                </c:pt>
                <c:pt idx="26860">
                  <c:v>0.99644444444444447</c:v>
                </c:pt>
                <c:pt idx="26861">
                  <c:v>0.99644444444444447</c:v>
                </c:pt>
                <c:pt idx="26862">
                  <c:v>0.99644444444444447</c:v>
                </c:pt>
                <c:pt idx="26863">
                  <c:v>0.99659259259259259</c:v>
                </c:pt>
                <c:pt idx="26864">
                  <c:v>0.99659259259259259</c:v>
                </c:pt>
                <c:pt idx="26865">
                  <c:v>0.99659259259259259</c:v>
                </c:pt>
                <c:pt idx="26866">
                  <c:v>0.99659259259259259</c:v>
                </c:pt>
                <c:pt idx="26867">
                  <c:v>0.99659259259259259</c:v>
                </c:pt>
                <c:pt idx="26868">
                  <c:v>0.9967407407407407</c:v>
                </c:pt>
                <c:pt idx="26869">
                  <c:v>0.9967407407407407</c:v>
                </c:pt>
                <c:pt idx="26870">
                  <c:v>0.9967407407407407</c:v>
                </c:pt>
                <c:pt idx="26871">
                  <c:v>0.9967407407407407</c:v>
                </c:pt>
                <c:pt idx="26872">
                  <c:v>0.9967407407407407</c:v>
                </c:pt>
                <c:pt idx="26873">
                  <c:v>0.99688888888888894</c:v>
                </c:pt>
                <c:pt idx="26874">
                  <c:v>0.99703703703703705</c:v>
                </c:pt>
                <c:pt idx="26875">
                  <c:v>0.99718518518518517</c:v>
                </c:pt>
                <c:pt idx="26876">
                  <c:v>0.99733333333333329</c:v>
                </c:pt>
                <c:pt idx="26877">
                  <c:v>0.99748148148148152</c:v>
                </c:pt>
                <c:pt idx="26878">
                  <c:v>0.99748148148148152</c:v>
                </c:pt>
                <c:pt idx="26879">
                  <c:v>0.99762962962962964</c:v>
                </c:pt>
                <c:pt idx="26880">
                  <c:v>0.99762962962962964</c:v>
                </c:pt>
                <c:pt idx="26881">
                  <c:v>0.99777777777777776</c:v>
                </c:pt>
                <c:pt idx="26882">
                  <c:v>0.99792592592592588</c:v>
                </c:pt>
                <c:pt idx="26883">
                  <c:v>0.99792592592592588</c:v>
                </c:pt>
                <c:pt idx="26884">
                  <c:v>0.99792592592592588</c:v>
                </c:pt>
                <c:pt idx="26885">
                  <c:v>0.99807407407407411</c:v>
                </c:pt>
                <c:pt idx="26886">
                  <c:v>0.99807407407407411</c:v>
                </c:pt>
                <c:pt idx="26887">
                  <c:v>0.99807407407407411</c:v>
                </c:pt>
                <c:pt idx="26888">
                  <c:v>0.99807407407407411</c:v>
                </c:pt>
                <c:pt idx="26889">
                  <c:v>0.99807407407407411</c:v>
                </c:pt>
                <c:pt idx="26890">
                  <c:v>0.99807407407407411</c:v>
                </c:pt>
                <c:pt idx="26891">
                  <c:v>0.99822222222222223</c:v>
                </c:pt>
                <c:pt idx="26892">
                  <c:v>0.99822222222222223</c:v>
                </c:pt>
                <c:pt idx="26893">
                  <c:v>0.99837037037037035</c:v>
                </c:pt>
                <c:pt idx="26894">
                  <c:v>0.99837037037037035</c:v>
                </c:pt>
                <c:pt idx="26895">
                  <c:v>0.99837037037037035</c:v>
                </c:pt>
                <c:pt idx="26896">
                  <c:v>0.99851851851851847</c:v>
                </c:pt>
                <c:pt idx="26897">
                  <c:v>0.9986666666666667</c:v>
                </c:pt>
                <c:pt idx="26898">
                  <c:v>0.9986666666666667</c:v>
                </c:pt>
                <c:pt idx="26899">
                  <c:v>0.9986666666666667</c:v>
                </c:pt>
                <c:pt idx="26900">
                  <c:v>0.9986666666666667</c:v>
                </c:pt>
                <c:pt idx="26901">
                  <c:v>0.99881481481481482</c:v>
                </c:pt>
                <c:pt idx="26902">
                  <c:v>0.99881481481481482</c:v>
                </c:pt>
                <c:pt idx="26903">
                  <c:v>0.99881481481481482</c:v>
                </c:pt>
                <c:pt idx="26904">
                  <c:v>0.99881481481481482</c:v>
                </c:pt>
                <c:pt idx="26905">
                  <c:v>0.99881481481481482</c:v>
                </c:pt>
                <c:pt idx="26906">
                  <c:v>0.99896296296296294</c:v>
                </c:pt>
                <c:pt idx="26907">
                  <c:v>0.99896296296296294</c:v>
                </c:pt>
                <c:pt idx="26908">
                  <c:v>0.99896296296296294</c:v>
                </c:pt>
                <c:pt idx="26909">
                  <c:v>0.99911111111111106</c:v>
                </c:pt>
                <c:pt idx="26910">
                  <c:v>0.99911111111111106</c:v>
                </c:pt>
                <c:pt idx="26911">
                  <c:v>0.99911111111111106</c:v>
                </c:pt>
                <c:pt idx="26912">
                  <c:v>0.99911111111111106</c:v>
                </c:pt>
                <c:pt idx="26913">
                  <c:v>0.99911111111111106</c:v>
                </c:pt>
                <c:pt idx="26914">
                  <c:v>0.99925925925925929</c:v>
                </c:pt>
                <c:pt idx="26915">
                  <c:v>0.99925925925925929</c:v>
                </c:pt>
                <c:pt idx="26916">
                  <c:v>0.99925925925925929</c:v>
                </c:pt>
                <c:pt idx="26917">
                  <c:v>0.99925925925925929</c:v>
                </c:pt>
                <c:pt idx="26918">
                  <c:v>0.99925925925925929</c:v>
                </c:pt>
                <c:pt idx="26919">
                  <c:v>0.99925925925925929</c:v>
                </c:pt>
                <c:pt idx="26920">
                  <c:v>0.99925925925925929</c:v>
                </c:pt>
                <c:pt idx="26921">
                  <c:v>0.99925925925925929</c:v>
                </c:pt>
                <c:pt idx="26922">
                  <c:v>0.99925925925925929</c:v>
                </c:pt>
                <c:pt idx="26923">
                  <c:v>0.99925925925925929</c:v>
                </c:pt>
                <c:pt idx="26924">
                  <c:v>0.99925925925925929</c:v>
                </c:pt>
                <c:pt idx="26925">
                  <c:v>0.99925925925925929</c:v>
                </c:pt>
                <c:pt idx="26926">
                  <c:v>0.99925925925925929</c:v>
                </c:pt>
                <c:pt idx="26927">
                  <c:v>0.99925925925925929</c:v>
                </c:pt>
                <c:pt idx="26928">
                  <c:v>0.99940740740740741</c:v>
                </c:pt>
                <c:pt idx="26929">
                  <c:v>0.99940740740740741</c:v>
                </c:pt>
                <c:pt idx="26930">
                  <c:v>0.99955555555555553</c:v>
                </c:pt>
                <c:pt idx="26931">
                  <c:v>0.99955555555555553</c:v>
                </c:pt>
                <c:pt idx="26932">
                  <c:v>0.99955555555555553</c:v>
                </c:pt>
                <c:pt idx="26933">
                  <c:v>0.99955555555555553</c:v>
                </c:pt>
                <c:pt idx="26934">
                  <c:v>0.99970370370370365</c:v>
                </c:pt>
                <c:pt idx="26935">
                  <c:v>0.99985185185185188</c:v>
                </c:pt>
                <c:pt idx="26936">
                  <c:v>1</c:v>
                </c:pt>
                <c:pt idx="26937">
                  <c:v>1</c:v>
                </c:pt>
                <c:pt idx="26938">
                  <c:v>1</c:v>
                </c:pt>
                <c:pt idx="26939">
                  <c:v>1</c:v>
                </c:pt>
                <c:pt idx="2694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FE2D-416B-B255-03E6C9C718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37297103"/>
        <c:axId val="1178227647"/>
      </c:scatterChart>
      <c:valAx>
        <c:axId val="1637297103"/>
        <c:scaling>
          <c:orientation val="minMax"/>
          <c:max val="2.1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en-US"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標楷體"/>
                    <a:ea typeface="標楷體"/>
                    <a:cs typeface="標楷體"/>
                  </a:defRPr>
                </a:pPr>
                <a:r>
                  <a:rPr lang="zh-TW"/>
                  <a:t>三維定位誤差 </a:t>
                </a:r>
                <a:r>
                  <a:rPr lang="en-US"/>
                  <a:t>(m)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en-US"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標楷體"/>
                  <a:ea typeface="標楷體"/>
                  <a:cs typeface="標楷體"/>
                </a:defRPr>
              </a:pPr>
              <a:endParaRPr lang="zh-TW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/>
                <a:ea typeface="Times New Roman"/>
                <a:cs typeface="Times New Roman"/>
              </a:defRPr>
            </a:pPr>
            <a:endParaRPr lang="zh-TW"/>
          </a:p>
        </c:txPr>
        <c:crossAx val="1178227647"/>
        <c:crosses val="autoZero"/>
        <c:crossBetween val="midCat"/>
        <c:majorUnit val="0.5"/>
      </c:valAx>
      <c:valAx>
        <c:axId val="1178227647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en-US"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標楷體"/>
                    <a:ea typeface="標楷體"/>
                    <a:cs typeface="標楷體"/>
                  </a:defRPr>
                </a:pPr>
                <a:r>
                  <a:rPr lang="zh-TW"/>
                  <a:t>累積機率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en-US"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標楷體"/>
                  <a:ea typeface="標楷體"/>
                  <a:cs typeface="標楷體"/>
                </a:defRPr>
              </a:pPr>
              <a:endParaRPr lang="zh-TW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/>
                <a:ea typeface="Times New Roman"/>
                <a:cs typeface="Times New Roman"/>
              </a:defRPr>
            </a:pPr>
            <a:endParaRPr lang="zh-TW"/>
          </a:p>
        </c:txPr>
        <c:crossAx val="1637297103"/>
        <c:crosses val="autoZero"/>
        <c:crossBetween val="midCat"/>
        <c:majorUnit val="0.2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標楷體"/>
              <a:ea typeface="標楷體"/>
              <a:cs typeface="標楷體"/>
            </a:defRPr>
          </a:pPr>
          <a:endParaRPr lang="zh-TW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300">
          <a:latin typeface="Times New Roman"/>
          <a:ea typeface="Times New Roman"/>
          <a:cs typeface="Times New Roman"/>
        </a:defRPr>
      </a:pPr>
      <a:endParaRPr lang="zh-TW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v>多幀平均</c:v>
          </c:tx>
          <c:spPr>
            <a:ln w="19050" cap="rnd">
              <a:solidFill>
                <a:srgbClr val="2D508C"/>
              </a:solidFill>
              <a:round/>
            </a:ln>
            <a:effectLst/>
          </c:spPr>
          <c:marker>
            <c:symbol val="none"/>
          </c:marker>
          <c:xVal>
            <c:numRef>
              <c:f>工作表1!$A$2:$A$953</c:f>
              <c:numCache>
                <c:formatCode>General</c:formatCode>
                <c:ptCount val="952"/>
                <c:pt idx="0">
                  <c:v>0</c:v>
                </c:pt>
                <c:pt idx="1">
                  <c:v>3.1662011949592449E-3</c:v>
                </c:pt>
                <c:pt idx="2">
                  <c:v>1.2078739899516416E-2</c:v>
                </c:pt>
                <c:pt idx="3">
                  <c:v>1.623631870847703E-2</c:v>
                </c:pt>
                <c:pt idx="4">
                  <c:v>1.652574522947995E-2</c:v>
                </c:pt>
                <c:pt idx="5">
                  <c:v>1.6608933058161655E-2</c:v>
                </c:pt>
                <c:pt idx="6">
                  <c:v>1.8125539644375473E-2</c:v>
                </c:pt>
                <c:pt idx="7">
                  <c:v>1.9716297004010598E-2</c:v>
                </c:pt>
                <c:pt idx="8">
                  <c:v>2.0114152554125218E-2</c:v>
                </c:pt>
                <c:pt idx="9">
                  <c:v>2.0774496941473063E-2</c:v>
                </c:pt>
                <c:pt idx="10">
                  <c:v>2.1164226427022828E-2</c:v>
                </c:pt>
                <c:pt idx="11">
                  <c:v>2.1475803675270487E-2</c:v>
                </c:pt>
                <c:pt idx="12">
                  <c:v>2.165551322101953E-2</c:v>
                </c:pt>
                <c:pt idx="13">
                  <c:v>2.2955697078244488E-2</c:v>
                </c:pt>
                <c:pt idx="14">
                  <c:v>2.4061601201945337E-2</c:v>
                </c:pt>
                <c:pt idx="15">
                  <c:v>2.4081691542894707E-2</c:v>
                </c:pt>
                <c:pt idx="16">
                  <c:v>2.4087387404915707E-2</c:v>
                </c:pt>
                <c:pt idx="17">
                  <c:v>2.4272189029455899E-2</c:v>
                </c:pt>
                <c:pt idx="18">
                  <c:v>2.8304671491904784E-2</c:v>
                </c:pt>
                <c:pt idx="19">
                  <c:v>2.8536741353876988E-2</c:v>
                </c:pt>
                <c:pt idx="20">
                  <c:v>2.9447445896680018E-2</c:v>
                </c:pt>
                <c:pt idx="21">
                  <c:v>2.9985316750738913E-2</c:v>
                </c:pt>
                <c:pt idx="22">
                  <c:v>3.1084414521194519E-2</c:v>
                </c:pt>
                <c:pt idx="23">
                  <c:v>3.124240422766229E-2</c:v>
                </c:pt>
                <c:pt idx="24">
                  <c:v>3.1640944351656465E-2</c:v>
                </c:pt>
                <c:pt idx="25">
                  <c:v>3.1807674876266602E-2</c:v>
                </c:pt>
                <c:pt idx="26">
                  <c:v>3.2198025645852058E-2</c:v>
                </c:pt>
                <c:pt idx="27">
                  <c:v>3.2584358695182586E-2</c:v>
                </c:pt>
                <c:pt idx="28">
                  <c:v>3.2667099358990384E-2</c:v>
                </c:pt>
                <c:pt idx="29">
                  <c:v>3.2933002708601875E-2</c:v>
                </c:pt>
                <c:pt idx="30">
                  <c:v>3.3012305398345036E-2</c:v>
                </c:pt>
                <c:pt idx="31">
                  <c:v>3.4213044243108795E-2</c:v>
                </c:pt>
                <c:pt idx="32">
                  <c:v>3.472742749887358E-2</c:v>
                </c:pt>
                <c:pt idx="33">
                  <c:v>3.4761126772960907E-2</c:v>
                </c:pt>
                <c:pt idx="34">
                  <c:v>3.478817507845549E-2</c:v>
                </c:pt>
                <c:pt idx="35">
                  <c:v>3.5609667250650429E-2</c:v>
                </c:pt>
                <c:pt idx="36">
                  <c:v>3.5845528822530122E-2</c:v>
                </c:pt>
                <c:pt idx="37">
                  <c:v>3.5898829433776168E-2</c:v>
                </c:pt>
                <c:pt idx="38">
                  <c:v>3.6656243460050995E-2</c:v>
                </c:pt>
                <c:pt idx="39">
                  <c:v>3.668068357589864E-2</c:v>
                </c:pt>
                <c:pt idx="40">
                  <c:v>3.7522600872123946E-2</c:v>
                </c:pt>
                <c:pt idx="41">
                  <c:v>3.7532796169869612E-2</c:v>
                </c:pt>
                <c:pt idx="42">
                  <c:v>3.7942260888828003E-2</c:v>
                </c:pt>
                <c:pt idx="43">
                  <c:v>3.8298012223499205E-2</c:v>
                </c:pt>
                <c:pt idx="44">
                  <c:v>3.8322778424901185E-2</c:v>
                </c:pt>
                <c:pt idx="45">
                  <c:v>3.8950904132680507E-2</c:v>
                </c:pt>
                <c:pt idx="46">
                  <c:v>3.9221259806631305E-2</c:v>
                </c:pt>
                <c:pt idx="47">
                  <c:v>3.937616355958682E-2</c:v>
                </c:pt>
                <c:pt idx="48">
                  <c:v>4.0477982360866138E-2</c:v>
                </c:pt>
                <c:pt idx="49">
                  <c:v>4.0538917897219362E-2</c:v>
                </c:pt>
                <c:pt idx="50">
                  <c:v>4.1061588980088722E-2</c:v>
                </c:pt>
                <c:pt idx="51">
                  <c:v>4.1464115978663327E-2</c:v>
                </c:pt>
                <c:pt idx="52">
                  <c:v>4.1715757826025719E-2</c:v>
                </c:pt>
                <c:pt idx="53">
                  <c:v>4.1923212900818796E-2</c:v>
                </c:pt>
                <c:pt idx="54">
                  <c:v>4.1934176755833205E-2</c:v>
                </c:pt>
                <c:pt idx="55">
                  <c:v>4.2222878270511306E-2</c:v>
                </c:pt>
                <c:pt idx="56">
                  <c:v>4.2748356467396637E-2</c:v>
                </c:pt>
                <c:pt idx="57">
                  <c:v>4.2993988543558181E-2</c:v>
                </c:pt>
                <c:pt idx="58">
                  <c:v>4.3260001497046917E-2</c:v>
                </c:pt>
                <c:pt idx="59">
                  <c:v>4.410491558935499E-2</c:v>
                </c:pt>
                <c:pt idx="60">
                  <c:v>4.4424556742237706E-2</c:v>
                </c:pt>
                <c:pt idx="61">
                  <c:v>4.4485278088297678E-2</c:v>
                </c:pt>
                <c:pt idx="62">
                  <c:v>4.4716056918478353E-2</c:v>
                </c:pt>
                <c:pt idx="63">
                  <c:v>4.5231372893969217E-2</c:v>
                </c:pt>
                <c:pt idx="64">
                  <c:v>4.5576847896495291E-2</c:v>
                </c:pt>
                <c:pt idx="65">
                  <c:v>4.5762733477033982E-2</c:v>
                </c:pt>
                <c:pt idx="66">
                  <c:v>4.595434150698928E-2</c:v>
                </c:pt>
                <c:pt idx="67">
                  <c:v>4.6092485702988129E-2</c:v>
                </c:pt>
                <c:pt idx="68">
                  <c:v>4.6098858761340789E-2</c:v>
                </c:pt>
                <c:pt idx="69">
                  <c:v>4.6235065640203535E-2</c:v>
                </c:pt>
                <c:pt idx="70">
                  <c:v>4.6343561983256294E-2</c:v>
                </c:pt>
                <c:pt idx="71">
                  <c:v>4.6477635656394255E-2</c:v>
                </c:pt>
                <c:pt idx="72">
                  <c:v>4.6545514373087578E-2</c:v>
                </c:pt>
                <c:pt idx="73">
                  <c:v>4.7292613773215246E-2</c:v>
                </c:pt>
                <c:pt idx="74">
                  <c:v>4.7801703214567171E-2</c:v>
                </c:pt>
                <c:pt idx="75">
                  <c:v>4.7909928911117276E-2</c:v>
                </c:pt>
                <c:pt idx="76">
                  <c:v>4.8554044042312852E-2</c:v>
                </c:pt>
                <c:pt idx="77">
                  <c:v>4.8820334403981279E-2</c:v>
                </c:pt>
                <c:pt idx="78">
                  <c:v>4.8997574851224919E-2</c:v>
                </c:pt>
                <c:pt idx="79">
                  <c:v>4.9099983419716935E-2</c:v>
                </c:pt>
                <c:pt idx="80">
                  <c:v>4.9957679940939172E-2</c:v>
                </c:pt>
                <c:pt idx="81">
                  <c:v>5.1513480483328669E-2</c:v>
                </c:pt>
                <c:pt idx="82">
                  <c:v>5.1719725956235349E-2</c:v>
                </c:pt>
                <c:pt idx="83">
                  <c:v>5.2097322015695884E-2</c:v>
                </c:pt>
                <c:pt idx="84">
                  <c:v>5.2606742977306713E-2</c:v>
                </c:pt>
                <c:pt idx="85">
                  <c:v>5.2900301689723518E-2</c:v>
                </c:pt>
                <c:pt idx="86">
                  <c:v>5.3000480543518767E-2</c:v>
                </c:pt>
                <c:pt idx="87">
                  <c:v>5.3275045164821157E-2</c:v>
                </c:pt>
                <c:pt idx="88">
                  <c:v>5.3676703897058003E-2</c:v>
                </c:pt>
                <c:pt idx="89">
                  <c:v>5.3711106897562921E-2</c:v>
                </c:pt>
                <c:pt idx="90">
                  <c:v>5.3836070906532092E-2</c:v>
                </c:pt>
                <c:pt idx="91">
                  <c:v>5.3882990949800869E-2</c:v>
                </c:pt>
                <c:pt idx="92">
                  <c:v>5.3947185556083785E-2</c:v>
                </c:pt>
                <c:pt idx="93">
                  <c:v>5.4031875703840306E-2</c:v>
                </c:pt>
                <c:pt idx="94">
                  <c:v>5.4334477234444463E-2</c:v>
                </c:pt>
                <c:pt idx="95">
                  <c:v>5.4576613756889873E-2</c:v>
                </c:pt>
                <c:pt idx="96">
                  <c:v>5.4622212347787573E-2</c:v>
                </c:pt>
                <c:pt idx="97">
                  <c:v>5.4904307636266081E-2</c:v>
                </c:pt>
                <c:pt idx="98">
                  <c:v>5.5238595140510813E-2</c:v>
                </c:pt>
                <c:pt idx="99">
                  <c:v>5.5896743007792529E-2</c:v>
                </c:pt>
                <c:pt idx="100">
                  <c:v>5.6005441242285382E-2</c:v>
                </c:pt>
                <c:pt idx="101">
                  <c:v>5.6222016073367534E-2</c:v>
                </c:pt>
                <c:pt idx="102">
                  <c:v>5.622213819084626E-2</c:v>
                </c:pt>
                <c:pt idx="103">
                  <c:v>5.6351282831783464E-2</c:v>
                </c:pt>
                <c:pt idx="104">
                  <c:v>5.6628039187502886E-2</c:v>
                </c:pt>
                <c:pt idx="105">
                  <c:v>5.691035792040669E-2</c:v>
                </c:pt>
                <c:pt idx="106">
                  <c:v>5.6926747595314006E-2</c:v>
                </c:pt>
                <c:pt idx="107">
                  <c:v>5.7307103492367457E-2</c:v>
                </c:pt>
                <c:pt idx="108">
                  <c:v>5.7530549065236178E-2</c:v>
                </c:pt>
                <c:pt idx="109">
                  <c:v>5.7603028002235553E-2</c:v>
                </c:pt>
                <c:pt idx="110">
                  <c:v>5.7810839279363639E-2</c:v>
                </c:pt>
                <c:pt idx="111">
                  <c:v>5.7845472892036225E-2</c:v>
                </c:pt>
                <c:pt idx="112">
                  <c:v>5.7917931601736201E-2</c:v>
                </c:pt>
                <c:pt idx="113">
                  <c:v>5.7944161876877461E-2</c:v>
                </c:pt>
                <c:pt idx="114">
                  <c:v>5.8299142552087013E-2</c:v>
                </c:pt>
                <c:pt idx="115">
                  <c:v>5.8472755924084428E-2</c:v>
                </c:pt>
                <c:pt idx="116">
                  <c:v>5.8538454581866337E-2</c:v>
                </c:pt>
                <c:pt idx="117">
                  <c:v>5.8671476840851285E-2</c:v>
                </c:pt>
                <c:pt idx="118">
                  <c:v>5.8781468698702426E-2</c:v>
                </c:pt>
                <c:pt idx="119">
                  <c:v>5.8839563541385274E-2</c:v>
                </c:pt>
                <c:pt idx="120">
                  <c:v>5.9076290442891491E-2</c:v>
                </c:pt>
                <c:pt idx="121">
                  <c:v>5.9441674226280897E-2</c:v>
                </c:pt>
                <c:pt idx="122">
                  <c:v>5.9554939140421925E-2</c:v>
                </c:pt>
                <c:pt idx="123">
                  <c:v>5.9629366538622677E-2</c:v>
                </c:pt>
                <c:pt idx="124">
                  <c:v>5.9630051883657366E-2</c:v>
                </c:pt>
                <c:pt idx="125">
                  <c:v>5.9754583518957342E-2</c:v>
                </c:pt>
                <c:pt idx="126">
                  <c:v>5.9815957242801351E-2</c:v>
                </c:pt>
                <c:pt idx="127">
                  <c:v>6.0143804318636439E-2</c:v>
                </c:pt>
                <c:pt idx="128">
                  <c:v>6.0502633158436771E-2</c:v>
                </c:pt>
                <c:pt idx="129">
                  <c:v>6.073830495240562E-2</c:v>
                </c:pt>
                <c:pt idx="130">
                  <c:v>6.108750125058806E-2</c:v>
                </c:pt>
                <c:pt idx="131">
                  <c:v>6.1775819996762002E-2</c:v>
                </c:pt>
                <c:pt idx="132">
                  <c:v>6.1954174951170414E-2</c:v>
                </c:pt>
                <c:pt idx="133">
                  <c:v>6.1973077498794986E-2</c:v>
                </c:pt>
                <c:pt idx="134">
                  <c:v>6.2172081730605219E-2</c:v>
                </c:pt>
                <c:pt idx="135">
                  <c:v>6.2174004805403388E-2</c:v>
                </c:pt>
                <c:pt idx="136">
                  <c:v>6.247713561900857E-2</c:v>
                </c:pt>
                <c:pt idx="137">
                  <c:v>6.3086065360306615E-2</c:v>
                </c:pt>
                <c:pt idx="138">
                  <c:v>6.3682850827114612E-2</c:v>
                </c:pt>
                <c:pt idx="139">
                  <c:v>6.3718068159003785E-2</c:v>
                </c:pt>
                <c:pt idx="140">
                  <c:v>6.3765048345309827E-2</c:v>
                </c:pt>
                <c:pt idx="141">
                  <c:v>6.3915528524336615E-2</c:v>
                </c:pt>
                <c:pt idx="142">
                  <c:v>6.4052673717908612E-2</c:v>
                </c:pt>
                <c:pt idx="143">
                  <c:v>6.4099035153155778E-2</c:v>
                </c:pt>
                <c:pt idx="144">
                  <c:v>6.4208095057794026E-2</c:v>
                </c:pt>
                <c:pt idx="145">
                  <c:v>6.4407306327255026E-2</c:v>
                </c:pt>
                <c:pt idx="146">
                  <c:v>6.480364622507527E-2</c:v>
                </c:pt>
                <c:pt idx="147">
                  <c:v>6.5059631060481307E-2</c:v>
                </c:pt>
                <c:pt idx="148">
                  <c:v>6.5113126481730649E-2</c:v>
                </c:pt>
                <c:pt idx="149">
                  <c:v>6.5119228895429468E-2</c:v>
                </c:pt>
                <c:pt idx="150">
                  <c:v>6.5157269632935499E-2</c:v>
                </c:pt>
                <c:pt idx="151">
                  <c:v>6.5187533232846248E-2</c:v>
                </c:pt>
                <c:pt idx="152">
                  <c:v>6.5325513103602517E-2</c:v>
                </c:pt>
                <c:pt idx="153">
                  <c:v>6.5384926574153804E-2</c:v>
                </c:pt>
                <c:pt idx="154">
                  <c:v>6.5388283860235513E-2</c:v>
                </c:pt>
                <c:pt idx="155">
                  <c:v>6.5482137905433599E-2</c:v>
                </c:pt>
                <c:pt idx="156">
                  <c:v>6.5519516785192841E-2</c:v>
                </c:pt>
                <c:pt idx="157">
                  <c:v>6.5891305809899034E-2</c:v>
                </c:pt>
                <c:pt idx="158">
                  <c:v>6.5982414118688562E-2</c:v>
                </c:pt>
                <c:pt idx="159">
                  <c:v>6.6155491526766322E-2</c:v>
                </c:pt>
                <c:pt idx="160">
                  <c:v>6.6709138930587719E-2</c:v>
                </c:pt>
                <c:pt idx="161">
                  <c:v>6.6844816719879921E-2</c:v>
                </c:pt>
                <c:pt idx="162">
                  <c:v>6.6861711881076563E-2</c:v>
                </c:pt>
                <c:pt idx="163">
                  <c:v>6.7182033285541939E-2</c:v>
                </c:pt>
                <c:pt idx="164">
                  <c:v>6.7363183341319702E-2</c:v>
                </c:pt>
                <c:pt idx="165">
                  <c:v>6.7378625618716811E-2</c:v>
                </c:pt>
                <c:pt idx="166">
                  <c:v>6.7480816187564852E-2</c:v>
                </c:pt>
                <c:pt idx="167">
                  <c:v>6.7736221850094591E-2</c:v>
                </c:pt>
                <c:pt idx="168">
                  <c:v>6.7799294111177633E-2</c:v>
                </c:pt>
                <c:pt idx="169">
                  <c:v>6.8078866529378584E-2</c:v>
                </c:pt>
                <c:pt idx="170">
                  <c:v>6.8092788238319019E-2</c:v>
                </c:pt>
                <c:pt idx="171">
                  <c:v>6.8213865465721141E-2</c:v>
                </c:pt>
                <c:pt idx="172">
                  <c:v>6.8234478606409368E-2</c:v>
                </c:pt>
                <c:pt idx="173">
                  <c:v>6.8407565255273403E-2</c:v>
                </c:pt>
                <c:pt idx="174">
                  <c:v>6.851077612964443E-2</c:v>
                </c:pt>
                <c:pt idx="175">
                  <c:v>6.8519086751866326E-2</c:v>
                </c:pt>
                <c:pt idx="176">
                  <c:v>6.8606147244337848E-2</c:v>
                </c:pt>
                <c:pt idx="177">
                  <c:v>6.8686423442855887E-2</c:v>
                </c:pt>
                <c:pt idx="178">
                  <c:v>6.8692369012088292E-2</c:v>
                </c:pt>
                <c:pt idx="179">
                  <c:v>6.9298594625316026E-2</c:v>
                </c:pt>
                <c:pt idx="180">
                  <c:v>6.9505457965932271E-2</c:v>
                </c:pt>
                <c:pt idx="181">
                  <c:v>6.9807504487519115E-2</c:v>
                </c:pt>
                <c:pt idx="182">
                  <c:v>6.9912583572856318E-2</c:v>
                </c:pt>
                <c:pt idx="183">
                  <c:v>6.9918676801957749E-2</c:v>
                </c:pt>
                <c:pt idx="184">
                  <c:v>7.0185782872465727E-2</c:v>
                </c:pt>
                <c:pt idx="185">
                  <c:v>7.0287049073866306E-2</c:v>
                </c:pt>
                <c:pt idx="186">
                  <c:v>7.031471357167271E-2</c:v>
                </c:pt>
                <c:pt idx="187">
                  <c:v>7.0337139436966623E-2</c:v>
                </c:pt>
                <c:pt idx="188">
                  <c:v>7.0356282394937464E-2</c:v>
                </c:pt>
                <c:pt idx="189">
                  <c:v>7.0653356724461769E-2</c:v>
                </c:pt>
                <c:pt idx="190">
                  <c:v>7.0851914106859731E-2</c:v>
                </c:pt>
                <c:pt idx="191">
                  <c:v>7.0876016803651715E-2</c:v>
                </c:pt>
                <c:pt idx="192">
                  <c:v>7.1062477964549869E-2</c:v>
                </c:pt>
                <c:pt idx="193">
                  <c:v>7.1099632297746143E-2</c:v>
                </c:pt>
                <c:pt idx="194">
                  <c:v>7.1148006182456897E-2</c:v>
                </c:pt>
                <c:pt idx="195">
                  <c:v>7.1312130491729006E-2</c:v>
                </c:pt>
                <c:pt idx="196">
                  <c:v>7.1418444214576354E-2</c:v>
                </c:pt>
                <c:pt idx="197">
                  <c:v>7.1603600489683741E-2</c:v>
                </c:pt>
                <c:pt idx="198">
                  <c:v>7.1667579679379464E-2</c:v>
                </c:pt>
                <c:pt idx="199">
                  <c:v>7.2070842504558641E-2</c:v>
                </c:pt>
                <c:pt idx="200">
                  <c:v>7.2182993810834983E-2</c:v>
                </c:pt>
                <c:pt idx="201">
                  <c:v>7.2431609746923947E-2</c:v>
                </c:pt>
                <c:pt idx="202">
                  <c:v>7.2488358028089769E-2</c:v>
                </c:pt>
                <c:pt idx="203">
                  <c:v>7.2564968845107047E-2</c:v>
                </c:pt>
                <c:pt idx="204">
                  <c:v>7.2584022362543854E-2</c:v>
                </c:pt>
                <c:pt idx="205">
                  <c:v>7.2621527075591691E-2</c:v>
                </c:pt>
                <c:pt idx="206">
                  <c:v>7.2942996879180308E-2</c:v>
                </c:pt>
                <c:pt idx="207">
                  <c:v>7.3051565067940138E-2</c:v>
                </c:pt>
                <c:pt idx="208">
                  <c:v>7.3142229397131039E-2</c:v>
                </c:pt>
                <c:pt idx="209">
                  <c:v>7.3271832659754066E-2</c:v>
                </c:pt>
                <c:pt idx="210">
                  <c:v>7.3298464047464179E-2</c:v>
                </c:pt>
                <c:pt idx="211">
                  <c:v>7.3331591549120362E-2</c:v>
                </c:pt>
                <c:pt idx="212">
                  <c:v>7.3725887666439838E-2</c:v>
                </c:pt>
                <c:pt idx="213">
                  <c:v>7.388539702735164E-2</c:v>
                </c:pt>
                <c:pt idx="214">
                  <c:v>7.4112674007546619E-2</c:v>
                </c:pt>
                <c:pt idx="215">
                  <c:v>7.4292834683523989E-2</c:v>
                </c:pt>
                <c:pt idx="216">
                  <c:v>7.4487817982975907E-2</c:v>
                </c:pt>
                <c:pt idx="217">
                  <c:v>7.4550468891445662E-2</c:v>
                </c:pt>
                <c:pt idx="218">
                  <c:v>7.4756555291799767E-2</c:v>
                </c:pt>
                <c:pt idx="219">
                  <c:v>7.4939085626576182E-2</c:v>
                </c:pt>
                <c:pt idx="220">
                  <c:v>7.5075430892277112E-2</c:v>
                </c:pt>
                <c:pt idx="221">
                  <c:v>7.5251800720158746E-2</c:v>
                </c:pt>
                <c:pt idx="222">
                  <c:v>7.5461149633199665E-2</c:v>
                </c:pt>
                <c:pt idx="223">
                  <c:v>7.5479796110341169E-2</c:v>
                </c:pt>
                <c:pt idx="224">
                  <c:v>7.5821497108147798E-2</c:v>
                </c:pt>
                <c:pt idx="225">
                  <c:v>7.59058639231701E-2</c:v>
                </c:pt>
                <c:pt idx="226">
                  <c:v>7.5934673452074289E-2</c:v>
                </c:pt>
                <c:pt idx="227">
                  <c:v>7.593635479034147E-2</c:v>
                </c:pt>
                <c:pt idx="228">
                  <c:v>7.6178878412314688E-2</c:v>
                </c:pt>
                <c:pt idx="229">
                  <c:v>7.6282464199685596E-2</c:v>
                </c:pt>
                <c:pt idx="230">
                  <c:v>7.6288165188917414E-2</c:v>
                </c:pt>
                <c:pt idx="231">
                  <c:v>7.7245107936023821E-2</c:v>
                </c:pt>
                <c:pt idx="232">
                  <c:v>7.7379153577419438E-2</c:v>
                </c:pt>
                <c:pt idx="233">
                  <c:v>7.7477528970640849E-2</c:v>
                </c:pt>
                <c:pt idx="234">
                  <c:v>7.7610005429706405E-2</c:v>
                </c:pt>
                <c:pt idx="235">
                  <c:v>7.8028414265222862E-2</c:v>
                </c:pt>
                <c:pt idx="236">
                  <c:v>7.8545295211309901E-2</c:v>
                </c:pt>
                <c:pt idx="237">
                  <c:v>7.8724957608238694E-2</c:v>
                </c:pt>
                <c:pt idx="238">
                  <c:v>7.9217262964902807E-2</c:v>
                </c:pt>
                <c:pt idx="239">
                  <c:v>7.9343079207590775E-2</c:v>
                </c:pt>
                <c:pt idx="240">
                  <c:v>7.9366880583809016E-2</c:v>
                </c:pt>
                <c:pt idx="241">
                  <c:v>7.9564999210695167E-2</c:v>
                </c:pt>
                <c:pt idx="242">
                  <c:v>7.9642587858062372E-2</c:v>
                </c:pt>
                <c:pt idx="243">
                  <c:v>7.9743864759675653E-2</c:v>
                </c:pt>
                <c:pt idx="244">
                  <c:v>7.9862059570597804E-2</c:v>
                </c:pt>
                <c:pt idx="245">
                  <c:v>8.0230948661714777E-2</c:v>
                </c:pt>
                <c:pt idx="246">
                  <c:v>8.0246505225134171E-2</c:v>
                </c:pt>
                <c:pt idx="247">
                  <c:v>8.0248579825970695E-2</c:v>
                </c:pt>
                <c:pt idx="248">
                  <c:v>8.0310901139571844E-2</c:v>
                </c:pt>
                <c:pt idx="249">
                  <c:v>8.033407693207642E-2</c:v>
                </c:pt>
                <c:pt idx="250">
                  <c:v>8.0697002807894977E-2</c:v>
                </c:pt>
                <c:pt idx="251">
                  <c:v>8.0718807612405755E-2</c:v>
                </c:pt>
                <c:pt idx="252">
                  <c:v>8.0815613248520435E-2</c:v>
                </c:pt>
                <c:pt idx="253">
                  <c:v>8.082368438212327E-2</c:v>
                </c:pt>
                <c:pt idx="254">
                  <c:v>8.0955069825799281E-2</c:v>
                </c:pt>
                <c:pt idx="255">
                  <c:v>8.1535569087276952E-2</c:v>
                </c:pt>
                <c:pt idx="256">
                  <c:v>8.1539949373737819E-2</c:v>
                </c:pt>
                <c:pt idx="257">
                  <c:v>8.155163317207538E-2</c:v>
                </c:pt>
                <c:pt idx="258">
                  <c:v>8.1710710901178346E-2</c:v>
                </c:pt>
                <c:pt idx="259">
                  <c:v>8.2219711274486851E-2</c:v>
                </c:pt>
                <c:pt idx="260">
                  <c:v>8.233000734672298E-2</c:v>
                </c:pt>
                <c:pt idx="261">
                  <c:v>8.2330785292652364E-2</c:v>
                </c:pt>
                <c:pt idx="262">
                  <c:v>8.2394199770907908E-2</c:v>
                </c:pt>
                <c:pt idx="263">
                  <c:v>8.2515601855094503E-2</c:v>
                </c:pt>
                <c:pt idx="264">
                  <c:v>8.2622900229343224E-2</c:v>
                </c:pt>
                <c:pt idx="265">
                  <c:v>8.2651401590899065E-2</c:v>
                </c:pt>
                <c:pt idx="266">
                  <c:v>8.2772821696939086E-2</c:v>
                </c:pt>
                <c:pt idx="267">
                  <c:v>8.2780164957042351E-2</c:v>
                </c:pt>
                <c:pt idx="268">
                  <c:v>8.3016590671742108E-2</c:v>
                </c:pt>
                <c:pt idx="269">
                  <c:v>8.3275674707291469E-2</c:v>
                </c:pt>
                <c:pt idx="270">
                  <c:v>8.3367786682951389E-2</c:v>
                </c:pt>
                <c:pt idx="271">
                  <c:v>8.3553451959009484E-2</c:v>
                </c:pt>
                <c:pt idx="272">
                  <c:v>8.3608853852383952E-2</c:v>
                </c:pt>
                <c:pt idx="273">
                  <c:v>8.3967863140854582E-2</c:v>
                </c:pt>
                <c:pt idx="274">
                  <c:v>8.3996939169537238E-2</c:v>
                </c:pt>
                <c:pt idx="275">
                  <c:v>8.4197419398263557E-2</c:v>
                </c:pt>
                <c:pt idx="276">
                  <c:v>8.4240052035969862E-2</c:v>
                </c:pt>
                <c:pt idx="277">
                  <c:v>8.4292587592547041E-2</c:v>
                </c:pt>
                <c:pt idx="278">
                  <c:v>8.4411170745216174E-2</c:v>
                </c:pt>
                <c:pt idx="279">
                  <c:v>8.449229862830808E-2</c:v>
                </c:pt>
                <c:pt idx="280">
                  <c:v>8.4551968597067956E-2</c:v>
                </c:pt>
                <c:pt idx="281">
                  <c:v>8.4622186082515496E-2</c:v>
                </c:pt>
                <c:pt idx="282">
                  <c:v>8.4636090373526582E-2</c:v>
                </c:pt>
                <c:pt idx="283">
                  <c:v>8.4732707260210052E-2</c:v>
                </c:pt>
                <c:pt idx="284">
                  <c:v>8.496317148712039E-2</c:v>
                </c:pt>
                <c:pt idx="285">
                  <c:v>8.5079750623589204E-2</c:v>
                </c:pt>
                <c:pt idx="286">
                  <c:v>8.5158000828358005E-2</c:v>
                </c:pt>
                <c:pt idx="287">
                  <c:v>8.532957742204067E-2</c:v>
                </c:pt>
                <c:pt idx="288">
                  <c:v>8.5501014470356212E-2</c:v>
                </c:pt>
                <c:pt idx="289">
                  <c:v>8.5750561834787103E-2</c:v>
                </c:pt>
                <c:pt idx="290">
                  <c:v>8.6272667882055482E-2</c:v>
                </c:pt>
                <c:pt idx="291">
                  <c:v>8.6313239137990452E-2</c:v>
                </c:pt>
                <c:pt idx="292">
                  <c:v>8.6320398519411229E-2</c:v>
                </c:pt>
                <c:pt idx="293">
                  <c:v>8.632655164823641E-2</c:v>
                </c:pt>
                <c:pt idx="294">
                  <c:v>8.6461596039262303E-2</c:v>
                </c:pt>
                <c:pt idx="295">
                  <c:v>8.6585954577333049E-2</c:v>
                </c:pt>
                <c:pt idx="296">
                  <c:v>8.678348983014697E-2</c:v>
                </c:pt>
                <c:pt idx="297">
                  <c:v>8.6954531351126074E-2</c:v>
                </c:pt>
                <c:pt idx="298">
                  <c:v>8.7061012629504497E-2</c:v>
                </c:pt>
                <c:pt idx="299">
                  <c:v>8.7086411210997042E-2</c:v>
                </c:pt>
                <c:pt idx="300">
                  <c:v>8.7179947414004408E-2</c:v>
                </c:pt>
                <c:pt idx="301">
                  <c:v>8.7356763414491514E-2</c:v>
                </c:pt>
                <c:pt idx="302">
                  <c:v>8.7448286339328676E-2</c:v>
                </c:pt>
                <c:pt idx="303">
                  <c:v>8.7602135203320317E-2</c:v>
                </c:pt>
                <c:pt idx="304">
                  <c:v>8.7788118378410204E-2</c:v>
                </c:pt>
                <c:pt idx="305">
                  <c:v>8.8454204716505239E-2</c:v>
                </c:pt>
                <c:pt idx="306">
                  <c:v>8.8754025342786327E-2</c:v>
                </c:pt>
                <c:pt idx="307">
                  <c:v>8.9114048559026618E-2</c:v>
                </c:pt>
                <c:pt idx="308">
                  <c:v>8.9407632940473006E-2</c:v>
                </c:pt>
                <c:pt idx="309">
                  <c:v>8.9856186660261184E-2</c:v>
                </c:pt>
                <c:pt idx="310">
                  <c:v>8.9907650285870749E-2</c:v>
                </c:pt>
                <c:pt idx="311">
                  <c:v>9.0055296520951261E-2</c:v>
                </c:pt>
                <c:pt idx="312">
                  <c:v>9.0295869366803713E-2</c:v>
                </c:pt>
                <c:pt idx="313">
                  <c:v>9.0667736764371953E-2</c:v>
                </c:pt>
                <c:pt idx="314">
                  <c:v>9.0758204089214298E-2</c:v>
                </c:pt>
                <c:pt idx="315">
                  <c:v>9.0972190823013208E-2</c:v>
                </c:pt>
                <c:pt idx="316">
                  <c:v>9.1133181990852366E-2</c:v>
                </c:pt>
                <c:pt idx="317">
                  <c:v>9.1522340671823993E-2</c:v>
                </c:pt>
                <c:pt idx="318">
                  <c:v>9.165965944104823E-2</c:v>
                </c:pt>
                <c:pt idx="319">
                  <c:v>9.1671291234196053E-2</c:v>
                </c:pt>
                <c:pt idx="320">
                  <c:v>9.1788010782640761E-2</c:v>
                </c:pt>
                <c:pt idx="321">
                  <c:v>9.2336832640628502E-2</c:v>
                </c:pt>
                <c:pt idx="322">
                  <c:v>9.2348324121932487E-2</c:v>
                </c:pt>
                <c:pt idx="323">
                  <c:v>9.2533618274571058E-2</c:v>
                </c:pt>
                <c:pt idx="324">
                  <c:v>9.2547217357326447E-2</c:v>
                </c:pt>
                <c:pt idx="325">
                  <c:v>9.2625506411569788E-2</c:v>
                </c:pt>
                <c:pt idx="326">
                  <c:v>9.2871931140301886E-2</c:v>
                </c:pt>
                <c:pt idx="327">
                  <c:v>9.314867676957525E-2</c:v>
                </c:pt>
                <c:pt idx="328">
                  <c:v>9.4026446381716214E-2</c:v>
                </c:pt>
                <c:pt idx="329">
                  <c:v>9.4044545846246205E-2</c:v>
                </c:pt>
                <c:pt idx="330">
                  <c:v>9.4172835718857678E-2</c:v>
                </c:pt>
                <c:pt idx="331">
                  <c:v>9.4199292483387889E-2</c:v>
                </c:pt>
                <c:pt idx="332">
                  <c:v>9.4457017865018297E-2</c:v>
                </c:pt>
                <c:pt idx="333">
                  <c:v>9.4470994451329837E-2</c:v>
                </c:pt>
                <c:pt idx="334">
                  <c:v>9.486551836927154E-2</c:v>
                </c:pt>
                <c:pt idx="335">
                  <c:v>9.5002102336052982E-2</c:v>
                </c:pt>
                <c:pt idx="336">
                  <c:v>9.5042331001198341E-2</c:v>
                </c:pt>
                <c:pt idx="337">
                  <c:v>9.5175689556991433E-2</c:v>
                </c:pt>
                <c:pt idx="338">
                  <c:v>9.5177877129045393E-2</c:v>
                </c:pt>
                <c:pt idx="339">
                  <c:v>9.5878261392980432E-2</c:v>
                </c:pt>
                <c:pt idx="340">
                  <c:v>9.588432482350534E-2</c:v>
                </c:pt>
                <c:pt idx="341">
                  <c:v>9.6151016961784797E-2</c:v>
                </c:pt>
                <c:pt idx="342">
                  <c:v>9.6560411643976024E-2</c:v>
                </c:pt>
                <c:pt idx="343">
                  <c:v>9.6589866027592938E-2</c:v>
                </c:pt>
                <c:pt idx="344">
                  <c:v>9.6685126871160584E-2</c:v>
                </c:pt>
                <c:pt idx="345">
                  <c:v>9.6765074354584424E-2</c:v>
                </c:pt>
                <c:pt idx="346">
                  <c:v>9.6982380124808351E-2</c:v>
                </c:pt>
                <c:pt idx="347">
                  <c:v>9.719366246957728E-2</c:v>
                </c:pt>
                <c:pt idx="348">
                  <c:v>9.7463759754127896E-2</c:v>
                </c:pt>
                <c:pt idx="349">
                  <c:v>9.7542503433642264E-2</c:v>
                </c:pt>
                <c:pt idx="350">
                  <c:v>9.7607295843996814E-2</c:v>
                </c:pt>
                <c:pt idx="351">
                  <c:v>9.7733371855499032E-2</c:v>
                </c:pt>
                <c:pt idx="352">
                  <c:v>9.7861146585389844E-2</c:v>
                </c:pt>
                <c:pt idx="353">
                  <c:v>9.8052743596481695E-2</c:v>
                </c:pt>
                <c:pt idx="354">
                  <c:v>9.8058821125382029E-2</c:v>
                </c:pt>
                <c:pt idx="355">
                  <c:v>9.813745085537405E-2</c:v>
                </c:pt>
                <c:pt idx="356">
                  <c:v>9.8722317384303107E-2</c:v>
                </c:pt>
                <c:pt idx="357">
                  <c:v>9.9058527992990988E-2</c:v>
                </c:pt>
                <c:pt idx="358">
                  <c:v>9.9271357775347957E-2</c:v>
                </c:pt>
                <c:pt idx="359">
                  <c:v>9.9810464911304853E-2</c:v>
                </c:pt>
                <c:pt idx="360">
                  <c:v>0.10020570458708868</c:v>
                </c:pt>
                <c:pt idx="361">
                  <c:v>0.10043091830337733</c:v>
                </c:pt>
                <c:pt idx="362">
                  <c:v>0.100462663038693</c:v>
                </c:pt>
                <c:pt idx="363">
                  <c:v>0.10078034451875557</c:v>
                </c:pt>
                <c:pt idx="364">
                  <c:v>0.10117913460200638</c:v>
                </c:pt>
                <c:pt idx="365">
                  <c:v>0.10136056196302239</c:v>
                </c:pt>
                <c:pt idx="366">
                  <c:v>0.10136545460122015</c:v>
                </c:pt>
                <c:pt idx="367">
                  <c:v>0.10149493967759035</c:v>
                </c:pt>
                <c:pt idx="368">
                  <c:v>0.10156731431944169</c:v>
                </c:pt>
                <c:pt idx="369">
                  <c:v>0.10159291326638503</c:v>
                </c:pt>
                <c:pt idx="370">
                  <c:v>0.10176215703577</c:v>
                </c:pt>
                <c:pt idx="371">
                  <c:v>0.10181513868061771</c:v>
                </c:pt>
                <c:pt idx="372">
                  <c:v>0.10190402126259109</c:v>
                </c:pt>
                <c:pt idx="373">
                  <c:v>0.10201538212864092</c:v>
                </c:pt>
                <c:pt idx="374">
                  <c:v>0.10218315066525645</c:v>
                </c:pt>
                <c:pt idx="375">
                  <c:v>0.10233417844752619</c:v>
                </c:pt>
                <c:pt idx="376">
                  <c:v>0.10248161627663782</c:v>
                </c:pt>
                <c:pt idx="377">
                  <c:v>0.10261683800753969</c:v>
                </c:pt>
                <c:pt idx="378">
                  <c:v>0.10272919154500568</c:v>
                </c:pt>
                <c:pt idx="379">
                  <c:v>0.10308132512275045</c:v>
                </c:pt>
                <c:pt idx="380">
                  <c:v>0.1033730429407179</c:v>
                </c:pt>
                <c:pt idx="381">
                  <c:v>0.1033914237028886</c:v>
                </c:pt>
                <c:pt idx="382">
                  <c:v>0.10351455833913319</c:v>
                </c:pt>
                <c:pt idx="383">
                  <c:v>0.10365493496339015</c:v>
                </c:pt>
                <c:pt idx="384">
                  <c:v>0.1037582576309185</c:v>
                </c:pt>
                <c:pt idx="385">
                  <c:v>0.10376754985579276</c:v>
                </c:pt>
                <c:pt idx="386">
                  <c:v>0.10382505345331286</c:v>
                </c:pt>
                <c:pt idx="387">
                  <c:v>0.10412622470909634</c:v>
                </c:pt>
                <c:pt idx="388">
                  <c:v>0.10428157437633374</c:v>
                </c:pt>
                <c:pt idx="389">
                  <c:v>0.10443462187892713</c:v>
                </c:pt>
                <c:pt idx="390">
                  <c:v>0.10463978476686264</c:v>
                </c:pt>
                <c:pt idx="391">
                  <c:v>0.10466280429613202</c:v>
                </c:pt>
                <c:pt idx="392">
                  <c:v>0.1047002073170937</c:v>
                </c:pt>
                <c:pt idx="393">
                  <c:v>0.10479110551926218</c:v>
                </c:pt>
                <c:pt idx="394">
                  <c:v>0.1049258610454888</c:v>
                </c:pt>
                <c:pt idx="395">
                  <c:v>0.10511983972807103</c:v>
                </c:pt>
                <c:pt idx="396">
                  <c:v>0.10526954691258829</c:v>
                </c:pt>
                <c:pt idx="397">
                  <c:v>0.10533563287748789</c:v>
                </c:pt>
                <c:pt idx="398">
                  <c:v>0.10535894924765489</c:v>
                </c:pt>
                <c:pt idx="399">
                  <c:v>0.10537926838148159</c:v>
                </c:pt>
                <c:pt idx="400">
                  <c:v>0.10547508115664458</c:v>
                </c:pt>
                <c:pt idx="401">
                  <c:v>0.10560309490444669</c:v>
                </c:pt>
                <c:pt idx="402">
                  <c:v>0.10570730807569075</c:v>
                </c:pt>
                <c:pt idx="403">
                  <c:v>0.1060062951154679</c:v>
                </c:pt>
                <c:pt idx="404">
                  <c:v>0.10633391077923253</c:v>
                </c:pt>
                <c:pt idx="405">
                  <c:v>0.10634601675417929</c:v>
                </c:pt>
                <c:pt idx="406">
                  <c:v>0.10646741958955913</c:v>
                </c:pt>
                <c:pt idx="407">
                  <c:v>0.10677988625297752</c:v>
                </c:pt>
                <c:pt idx="408">
                  <c:v>0.10679736076319706</c:v>
                </c:pt>
                <c:pt idx="409">
                  <c:v>0.10687554287175371</c:v>
                </c:pt>
                <c:pt idx="410">
                  <c:v>0.10716113901303866</c:v>
                </c:pt>
                <c:pt idx="411">
                  <c:v>0.10722798261043637</c:v>
                </c:pt>
                <c:pt idx="412">
                  <c:v>0.10757552531277412</c:v>
                </c:pt>
                <c:pt idx="413">
                  <c:v>0.10794122941211851</c:v>
                </c:pt>
                <c:pt idx="414">
                  <c:v>0.10798678511022099</c:v>
                </c:pt>
                <c:pt idx="415">
                  <c:v>0.1080338327830115</c:v>
                </c:pt>
                <c:pt idx="416">
                  <c:v>0.10803959654835701</c:v>
                </c:pt>
                <c:pt idx="417">
                  <c:v>0.10805748998548072</c:v>
                </c:pt>
                <c:pt idx="418">
                  <c:v>0.10829208718778711</c:v>
                </c:pt>
                <c:pt idx="419">
                  <c:v>0.10849227624894915</c:v>
                </c:pt>
                <c:pt idx="420">
                  <c:v>0.10855482032299607</c:v>
                </c:pt>
                <c:pt idx="421">
                  <c:v>0.10875939420461507</c:v>
                </c:pt>
                <c:pt idx="422">
                  <c:v>0.10879980489359832</c:v>
                </c:pt>
                <c:pt idx="423">
                  <c:v>0.1088307703238456</c:v>
                </c:pt>
                <c:pt idx="424">
                  <c:v>0.10891949107873408</c:v>
                </c:pt>
                <c:pt idx="425">
                  <c:v>0.1090618772190993</c:v>
                </c:pt>
                <c:pt idx="426">
                  <c:v>0.10922374103917959</c:v>
                </c:pt>
                <c:pt idx="427">
                  <c:v>0.10968505667740221</c:v>
                </c:pt>
                <c:pt idx="428">
                  <c:v>0.10969390988989733</c:v>
                </c:pt>
                <c:pt idx="429">
                  <c:v>0.10970940551069334</c:v>
                </c:pt>
                <c:pt idx="430">
                  <c:v>0.10986129579931356</c:v>
                </c:pt>
                <c:pt idx="431">
                  <c:v>0.10987371727778059</c:v>
                </c:pt>
                <c:pt idx="432">
                  <c:v>0.10989630962151004</c:v>
                </c:pt>
                <c:pt idx="433">
                  <c:v>0.11009606785489418</c:v>
                </c:pt>
                <c:pt idx="434">
                  <c:v>0.11025668093055233</c:v>
                </c:pt>
                <c:pt idx="435">
                  <c:v>0.11042082243123189</c:v>
                </c:pt>
                <c:pt idx="436">
                  <c:v>0.11046031583271475</c:v>
                </c:pt>
                <c:pt idx="437">
                  <c:v>0.11070616398385315</c:v>
                </c:pt>
                <c:pt idx="438">
                  <c:v>0.11072095915183776</c:v>
                </c:pt>
                <c:pt idx="439">
                  <c:v>0.11107889015302642</c:v>
                </c:pt>
                <c:pt idx="440">
                  <c:v>0.11111956595134949</c:v>
                </c:pt>
                <c:pt idx="441">
                  <c:v>0.11119616354743883</c:v>
                </c:pt>
                <c:pt idx="442">
                  <c:v>0.11141676900576238</c:v>
                </c:pt>
                <c:pt idx="443">
                  <c:v>0.11142937345784759</c:v>
                </c:pt>
                <c:pt idx="444">
                  <c:v>0.11152478343769444</c:v>
                </c:pt>
                <c:pt idx="445">
                  <c:v>0.111567600343236</c:v>
                </c:pt>
                <c:pt idx="446">
                  <c:v>0.11183154597415897</c:v>
                </c:pt>
                <c:pt idx="447">
                  <c:v>0.11195556103427703</c:v>
                </c:pt>
                <c:pt idx="448">
                  <c:v>0.11203730714722324</c:v>
                </c:pt>
                <c:pt idx="449">
                  <c:v>0.11208803160809953</c:v>
                </c:pt>
                <c:pt idx="450">
                  <c:v>0.11216583284593103</c:v>
                </c:pt>
                <c:pt idx="451">
                  <c:v>0.11229014600942865</c:v>
                </c:pt>
                <c:pt idx="452">
                  <c:v>0.11232339330834509</c:v>
                </c:pt>
                <c:pt idx="453">
                  <c:v>0.11270866099646389</c:v>
                </c:pt>
                <c:pt idx="454">
                  <c:v>0.11285656220069985</c:v>
                </c:pt>
                <c:pt idx="455">
                  <c:v>0.11285830164984362</c:v>
                </c:pt>
                <c:pt idx="456">
                  <c:v>0.11326946071463309</c:v>
                </c:pt>
                <c:pt idx="457">
                  <c:v>0.11333591258379953</c:v>
                </c:pt>
                <c:pt idx="458">
                  <c:v>0.11362661861364114</c:v>
                </c:pt>
                <c:pt idx="459">
                  <c:v>0.11437890594007352</c:v>
                </c:pt>
                <c:pt idx="460">
                  <c:v>0.11461177883442596</c:v>
                </c:pt>
                <c:pt idx="461">
                  <c:v>0.11534308244843393</c:v>
                </c:pt>
                <c:pt idx="462">
                  <c:v>0.11543787766647129</c:v>
                </c:pt>
                <c:pt idx="463">
                  <c:v>0.11553886463283307</c:v>
                </c:pt>
                <c:pt idx="464">
                  <c:v>0.11594413186676301</c:v>
                </c:pt>
                <c:pt idx="465">
                  <c:v>0.11602073768161357</c:v>
                </c:pt>
                <c:pt idx="466">
                  <c:v>0.11615543208680422</c:v>
                </c:pt>
                <c:pt idx="467">
                  <c:v>0.11617430407590743</c:v>
                </c:pt>
                <c:pt idx="468">
                  <c:v>0.11620912412943911</c:v>
                </c:pt>
                <c:pt idx="469">
                  <c:v>0.11623016994320255</c:v>
                </c:pt>
                <c:pt idx="470">
                  <c:v>0.11625807961991222</c:v>
                </c:pt>
                <c:pt idx="471">
                  <c:v>0.1163333401391424</c:v>
                </c:pt>
                <c:pt idx="472">
                  <c:v>0.11634765763973663</c:v>
                </c:pt>
                <c:pt idx="473">
                  <c:v>0.11671086459465738</c:v>
                </c:pt>
                <c:pt idx="474">
                  <c:v>0.11675375444070175</c:v>
                </c:pt>
                <c:pt idx="475">
                  <c:v>0.11676069013535473</c:v>
                </c:pt>
                <c:pt idx="476">
                  <c:v>0.11690488890205923</c:v>
                </c:pt>
                <c:pt idx="477">
                  <c:v>0.11700104444483826</c:v>
                </c:pt>
                <c:pt idx="478">
                  <c:v>0.1170977389571112</c:v>
                </c:pt>
                <c:pt idx="479">
                  <c:v>0.11711254250852519</c:v>
                </c:pt>
                <c:pt idx="480">
                  <c:v>0.11739159409715123</c:v>
                </c:pt>
                <c:pt idx="481">
                  <c:v>0.11750005997858187</c:v>
                </c:pt>
                <c:pt idx="482">
                  <c:v>0.11762813172767103</c:v>
                </c:pt>
                <c:pt idx="483">
                  <c:v>0.117726075734274</c:v>
                </c:pt>
                <c:pt idx="484">
                  <c:v>0.11821988508815262</c:v>
                </c:pt>
                <c:pt idx="485">
                  <c:v>0.11830796562018553</c:v>
                </c:pt>
                <c:pt idx="486">
                  <c:v>0.11839743655307809</c:v>
                </c:pt>
                <c:pt idx="487">
                  <c:v>0.1184418002531544</c:v>
                </c:pt>
                <c:pt idx="488">
                  <c:v>0.11855953132723882</c:v>
                </c:pt>
                <c:pt idx="489">
                  <c:v>0.11881729773615225</c:v>
                </c:pt>
                <c:pt idx="490">
                  <c:v>0.1189274701587299</c:v>
                </c:pt>
                <c:pt idx="491">
                  <c:v>0.1191633370338728</c:v>
                </c:pt>
                <c:pt idx="492">
                  <c:v>0.11932789711859729</c:v>
                </c:pt>
                <c:pt idx="493">
                  <c:v>0.11960775387322595</c:v>
                </c:pt>
                <c:pt idx="494">
                  <c:v>0.11993929500265166</c:v>
                </c:pt>
                <c:pt idx="495">
                  <c:v>0.12010920676065819</c:v>
                </c:pt>
                <c:pt idx="496">
                  <c:v>0.12014982292684373</c:v>
                </c:pt>
                <c:pt idx="497">
                  <c:v>0.12046766715921972</c:v>
                </c:pt>
                <c:pt idx="498">
                  <c:v>0.12052501983966941</c:v>
                </c:pt>
                <c:pt idx="499">
                  <c:v>0.12080800252028372</c:v>
                </c:pt>
                <c:pt idx="500">
                  <c:v>0.12092907151409249</c:v>
                </c:pt>
                <c:pt idx="501">
                  <c:v>0.12103795860004288</c:v>
                </c:pt>
                <c:pt idx="502">
                  <c:v>0.12115413506010554</c:v>
                </c:pt>
                <c:pt idx="503">
                  <c:v>0.12119212077327418</c:v>
                </c:pt>
                <c:pt idx="504">
                  <c:v>0.12126888302110725</c:v>
                </c:pt>
                <c:pt idx="505">
                  <c:v>0.1214189957883752</c:v>
                </c:pt>
                <c:pt idx="506">
                  <c:v>0.12144295893548776</c:v>
                </c:pt>
                <c:pt idx="507">
                  <c:v>0.12153030248843237</c:v>
                </c:pt>
                <c:pt idx="508">
                  <c:v>0.12162368371398218</c:v>
                </c:pt>
                <c:pt idx="509">
                  <c:v>0.12182249452265356</c:v>
                </c:pt>
                <c:pt idx="510">
                  <c:v>0.12187729790042932</c:v>
                </c:pt>
                <c:pt idx="511">
                  <c:v>0.12189332912207215</c:v>
                </c:pt>
                <c:pt idx="512">
                  <c:v>0.12191736762495836</c:v>
                </c:pt>
                <c:pt idx="513">
                  <c:v>0.12197806228163594</c:v>
                </c:pt>
                <c:pt idx="514">
                  <c:v>0.12225289181238846</c:v>
                </c:pt>
                <c:pt idx="515">
                  <c:v>0.12245494848378115</c:v>
                </c:pt>
                <c:pt idx="516">
                  <c:v>0.12249370602734778</c:v>
                </c:pt>
                <c:pt idx="517">
                  <c:v>0.12250659939819541</c:v>
                </c:pt>
                <c:pt idx="518">
                  <c:v>0.12260666163526421</c:v>
                </c:pt>
                <c:pt idx="519">
                  <c:v>0.12272439071113755</c:v>
                </c:pt>
                <c:pt idx="520">
                  <c:v>0.12280318514493853</c:v>
                </c:pt>
                <c:pt idx="521">
                  <c:v>0.12283863793093749</c:v>
                </c:pt>
                <c:pt idx="522">
                  <c:v>0.12304670488427234</c:v>
                </c:pt>
                <c:pt idx="523">
                  <c:v>0.12329369730426265</c:v>
                </c:pt>
                <c:pt idx="524">
                  <c:v>0.12332638409884328</c:v>
                </c:pt>
                <c:pt idx="525">
                  <c:v>0.1234609995213673</c:v>
                </c:pt>
                <c:pt idx="526">
                  <c:v>0.12348559124964277</c:v>
                </c:pt>
                <c:pt idx="527">
                  <c:v>0.12363434987824536</c:v>
                </c:pt>
                <c:pt idx="528">
                  <c:v>0.12363930842586474</c:v>
                </c:pt>
                <c:pt idx="529">
                  <c:v>0.12404563890915236</c:v>
                </c:pt>
                <c:pt idx="530">
                  <c:v>0.1242168185684371</c:v>
                </c:pt>
                <c:pt idx="531">
                  <c:v>0.12426347960435354</c:v>
                </c:pt>
                <c:pt idx="532">
                  <c:v>0.12443199598295879</c:v>
                </c:pt>
                <c:pt idx="533">
                  <c:v>0.12454029785563082</c:v>
                </c:pt>
                <c:pt idx="534">
                  <c:v>0.12471436620916559</c:v>
                </c:pt>
                <c:pt idx="535">
                  <c:v>0.12480534789748084</c:v>
                </c:pt>
                <c:pt idx="536">
                  <c:v>0.12500115439626569</c:v>
                </c:pt>
                <c:pt idx="537">
                  <c:v>0.12501719020646535</c:v>
                </c:pt>
                <c:pt idx="538">
                  <c:v>0.12519482261915665</c:v>
                </c:pt>
                <c:pt idx="539">
                  <c:v>0.12546392931567651</c:v>
                </c:pt>
                <c:pt idx="540">
                  <c:v>0.12563664409581729</c:v>
                </c:pt>
                <c:pt idx="541">
                  <c:v>0.12565999657350926</c:v>
                </c:pt>
                <c:pt idx="542">
                  <c:v>0.12606050724386458</c:v>
                </c:pt>
                <c:pt idx="543">
                  <c:v>0.12617705220823205</c:v>
                </c:pt>
                <c:pt idx="544">
                  <c:v>0.12646583909550166</c:v>
                </c:pt>
                <c:pt idx="545">
                  <c:v>0.12647002284439399</c:v>
                </c:pt>
                <c:pt idx="546">
                  <c:v>0.12647956690678819</c:v>
                </c:pt>
                <c:pt idx="547">
                  <c:v>0.1264968273429331</c:v>
                </c:pt>
                <c:pt idx="548">
                  <c:v>0.12653431282730981</c:v>
                </c:pt>
                <c:pt idx="549">
                  <c:v>0.12698586270007267</c:v>
                </c:pt>
                <c:pt idx="550">
                  <c:v>0.12756823318222368</c:v>
                </c:pt>
                <c:pt idx="551">
                  <c:v>0.12773682979248782</c:v>
                </c:pt>
                <c:pt idx="552">
                  <c:v>0.12808934239461067</c:v>
                </c:pt>
                <c:pt idx="553">
                  <c:v>0.1282868984007477</c:v>
                </c:pt>
                <c:pt idx="554">
                  <c:v>0.12833186652584838</c:v>
                </c:pt>
                <c:pt idx="555">
                  <c:v>0.12856459981984908</c:v>
                </c:pt>
                <c:pt idx="556">
                  <c:v>0.12869069667525709</c:v>
                </c:pt>
                <c:pt idx="557">
                  <c:v>0.12874236500433192</c:v>
                </c:pt>
                <c:pt idx="558">
                  <c:v>0.12938570683312983</c:v>
                </c:pt>
                <c:pt idx="559">
                  <c:v>0.12948100432927054</c:v>
                </c:pt>
                <c:pt idx="560">
                  <c:v>0.12955152926476968</c:v>
                </c:pt>
                <c:pt idx="561">
                  <c:v>0.12962886580881694</c:v>
                </c:pt>
                <c:pt idx="562">
                  <c:v>0.12992170028885566</c:v>
                </c:pt>
                <c:pt idx="563">
                  <c:v>0.13010490073198439</c:v>
                </c:pt>
                <c:pt idx="564">
                  <c:v>0.13028736090883675</c:v>
                </c:pt>
                <c:pt idx="565">
                  <c:v>0.13036195717377622</c:v>
                </c:pt>
                <c:pt idx="566">
                  <c:v>0.13036988022043755</c:v>
                </c:pt>
                <c:pt idx="567">
                  <c:v>0.13080736306073706</c:v>
                </c:pt>
                <c:pt idx="568">
                  <c:v>0.13106131543451027</c:v>
                </c:pt>
                <c:pt idx="569">
                  <c:v>0.13115876226803153</c:v>
                </c:pt>
                <c:pt idx="570">
                  <c:v>0.13122989253407566</c:v>
                </c:pt>
                <c:pt idx="571">
                  <c:v>0.13139066259329354</c:v>
                </c:pt>
                <c:pt idx="572">
                  <c:v>0.13171717224559837</c:v>
                </c:pt>
                <c:pt idx="573">
                  <c:v>0.13271109145792229</c:v>
                </c:pt>
                <c:pt idx="574">
                  <c:v>0.13277253907783357</c:v>
                </c:pt>
                <c:pt idx="575">
                  <c:v>0.13289146071123623</c:v>
                </c:pt>
                <c:pt idx="576">
                  <c:v>0.13301114714940432</c:v>
                </c:pt>
                <c:pt idx="577">
                  <c:v>0.13309251739112435</c:v>
                </c:pt>
                <c:pt idx="578">
                  <c:v>0.13342590339375271</c:v>
                </c:pt>
                <c:pt idx="579">
                  <c:v>0.13362541112660672</c:v>
                </c:pt>
                <c:pt idx="580">
                  <c:v>0.13411832607606017</c:v>
                </c:pt>
                <c:pt idx="581">
                  <c:v>0.13454969223379798</c:v>
                </c:pt>
                <c:pt idx="582">
                  <c:v>0.13463579977016235</c:v>
                </c:pt>
                <c:pt idx="583">
                  <c:v>0.13473662656699104</c:v>
                </c:pt>
                <c:pt idx="584">
                  <c:v>0.13476515375105183</c:v>
                </c:pt>
                <c:pt idx="585">
                  <c:v>0.13494443503893139</c:v>
                </c:pt>
                <c:pt idx="586">
                  <c:v>0.13506439638114995</c:v>
                </c:pt>
                <c:pt idx="587">
                  <c:v>0.13518318218911177</c:v>
                </c:pt>
                <c:pt idx="588">
                  <c:v>0.1354178696921027</c:v>
                </c:pt>
                <c:pt idx="589">
                  <c:v>0.13549859895960903</c:v>
                </c:pt>
                <c:pt idx="590">
                  <c:v>0.13552054229221355</c:v>
                </c:pt>
                <c:pt idx="591">
                  <c:v>0.13605746149619005</c:v>
                </c:pt>
                <c:pt idx="592">
                  <c:v>0.13676499256034719</c:v>
                </c:pt>
                <c:pt idx="593">
                  <c:v>0.13677763753952468</c:v>
                </c:pt>
                <c:pt idx="594">
                  <c:v>0.13697347129540263</c:v>
                </c:pt>
                <c:pt idx="595">
                  <c:v>0.13713916292598211</c:v>
                </c:pt>
                <c:pt idx="596">
                  <c:v>0.13715947355721078</c:v>
                </c:pt>
                <c:pt idx="597">
                  <c:v>0.13750522423500688</c:v>
                </c:pt>
                <c:pt idx="598">
                  <c:v>0.13764411388744477</c:v>
                </c:pt>
                <c:pt idx="599">
                  <c:v>0.1376977672601549</c:v>
                </c:pt>
                <c:pt idx="600">
                  <c:v>0.13769847836163879</c:v>
                </c:pt>
                <c:pt idx="601">
                  <c:v>0.13789435230908065</c:v>
                </c:pt>
                <c:pt idx="602">
                  <c:v>0.13831466673575007</c:v>
                </c:pt>
                <c:pt idx="603">
                  <c:v>0.13855585703637793</c:v>
                </c:pt>
                <c:pt idx="604">
                  <c:v>0.13855644596055228</c:v>
                </c:pt>
                <c:pt idx="605">
                  <c:v>0.13871796894507954</c:v>
                </c:pt>
                <c:pt idx="606">
                  <c:v>0.1387550927876339</c:v>
                </c:pt>
                <c:pt idx="607">
                  <c:v>0.13887768256278574</c:v>
                </c:pt>
                <c:pt idx="608">
                  <c:v>0.13899680755123692</c:v>
                </c:pt>
                <c:pt idx="609">
                  <c:v>0.13903566750060414</c:v>
                </c:pt>
                <c:pt idx="610">
                  <c:v>0.1391513443556856</c:v>
                </c:pt>
                <c:pt idx="611">
                  <c:v>0.13963818224661434</c:v>
                </c:pt>
                <c:pt idx="612">
                  <c:v>0.13974532658813354</c:v>
                </c:pt>
                <c:pt idx="613">
                  <c:v>0.13985978287286616</c:v>
                </c:pt>
                <c:pt idx="614">
                  <c:v>0.14012116573629185</c:v>
                </c:pt>
                <c:pt idx="615">
                  <c:v>0.1401438433967693</c:v>
                </c:pt>
                <c:pt idx="616">
                  <c:v>0.14101991109027928</c:v>
                </c:pt>
                <c:pt idx="617">
                  <c:v>0.14147616544483124</c:v>
                </c:pt>
                <c:pt idx="618">
                  <c:v>0.14172044519048513</c:v>
                </c:pt>
                <c:pt idx="619">
                  <c:v>0.14207771944579781</c:v>
                </c:pt>
                <c:pt idx="620">
                  <c:v>0.14210602292071581</c:v>
                </c:pt>
                <c:pt idx="621">
                  <c:v>0.14214362634731678</c:v>
                </c:pt>
                <c:pt idx="622">
                  <c:v>0.14240123936987986</c:v>
                </c:pt>
                <c:pt idx="623">
                  <c:v>0.14254670619614362</c:v>
                </c:pt>
                <c:pt idx="624">
                  <c:v>0.14257766151890733</c:v>
                </c:pt>
                <c:pt idx="625">
                  <c:v>0.14278132083185316</c:v>
                </c:pt>
                <c:pt idx="626">
                  <c:v>0.1430256105311038</c:v>
                </c:pt>
                <c:pt idx="627">
                  <c:v>0.14307958897672693</c:v>
                </c:pt>
                <c:pt idx="628">
                  <c:v>0.14374839272664439</c:v>
                </c:pt>
                <c:pt idx="629">
                  <c:v>0.14380341950778569</c:v>
                </c:pt>
                <c:pt idx="630">
                  <c:v>0.14388104325361309</c:v>
                </c:pt>
                <c:pt idx="631">
                  <c:v>0.14478378821715554</c:v>
                </c:pt>
                <c:pt idx="632">
                  <c:v>0.14552677585512994</c:v>
                </c:pt>
                <c:pt idx="633">
                  <c:v>0.14552774253421508</c:v>
                </c:pt>
                <c:pt idx="634">
                  <c:v>0.14588047714180624</c:v>
                </c:pt>
                <c:pt idx="635">
                  <c:v>0.14602324507028597</c:v>
                </c:pt>
                <c:pt idx="636">
                  <c:v>0.14612889673056875</c:v>
                </c:pt>
                <c:pt idx="637">
                  <c:v>0.14638466773857781</c:v>
                </c:pt>
                <c:pt idx="638">
                  <c:v>0.14652437916911201</c:v>
                </c:pt>
                <c:pt idx="639">
                  <c:v>0.14700131306319297</c:v>
                </c:pt>
                <c:pt idx="640">
                  <c:v>0.14713363959817327</c:v>
                </c:pt>
                <c:pt idx="641">
                  <c:v>0.14717895079411458</c:v>
                </c:pt>
                <c:pt idx="642">
                  <c:v>0.14739021101559424</c:v>
                </c:pt>
                <c:pt idx="643">
                  <c:v>0.14747783498521985</c:v>
                </c:pt>
                <c:pt idx="644">
                  <c:v>0.14748348754614457</c:v>
                </c:pt>
                <c:pt idx="645">
                  <c:v>0.14751905692003056</c:v>
                </c:pt>
                <c:pt idx="646">
                  <c:v>0.14767495331637806</c:v>
                </c:pt>
                <c:pt idx="647">
                  <c:v>0.1477571830924774</c:v>
                </c:pt>
                <c:pt idx="648">
                  <c:v>0.14803670333508065</c:v>
                </c:pt>
                <c:pt idx="649">
                  <c:v>0.14841012766906991</c:v>
                </c:pt>
                <c:pt idx="650">
                  <c:v>0.14866962073716142</c:v>
                </c:pt>
                <c:pt idx="651">
                  <c:v>0.14879374793345296</c:v>
                </c:pt>
                <c:pt idx="652">
                  <c:v>0.14893183490457859</c:v>
                </c:pt>
                <c:pt idx="653">
                  <c:v>0.14905047890020798</c:v>
                </c:pt>
                <c:pt idx="654">
                  <c:v>0.14906699521991684</c:v>
                </c:pt>
                <c:pt idx="655">
                  <c:v>0.14942186724636886</c:v>
                </c:pt>
                <c:pt idx="656">
                  <c:v>0.14990124527011905</c:v>
                </c:pt>
                <c:pt idx="657">
                  <c:v>0.15046810574094718</c:v>
                </c:pt>
                <c:pt idx="658">
                  <c:v>0.1505227812242878</c:v>
                </c:pt>
                <c:pt idx="659">
                  <c:v>0.15062871710030831</c:v>
                </c:pt>
                <c:pt idx="660">
                  <c:v>0.1508391816862357</c:v>
                </c:pt>
                <c:pt idx="661">
                  <c:v>0.15093273193266563</c:v>
                </c:pt>
                <c:pt idx="662">
                  <c:v>0.15162622248156457</c:v>
                </c:pt>
                <c:pt idx="663">
                  <c:v>0.15164345009977329</c:v>
                </c:pt>
                <c:pt idx="664">
                  <c:v>0.15167910445605651</c:v>
                </c:pt>
                <c:pt idx="665">
                  <c:v>0.15205146364863104</c:v>
                </c:pt>
                <c:pt idx="666">
                  <c:v>0.15216434498650505</c:v>
                </c:pt>
                <c:pt idx="667">
                  <c:v>0.15270820937293439</c:v>
                </c:pt>
                <c:pt idx="668">
                  <c:v>0.1528509982457672</c:v>
                </c:pt>
                <c:pt idx="669">
                  <c:v>0.15296799186671781</c:v>
                </c:pt>
                <c:pt idx="670">
                  <c:v>0.15317661220329612</c:v>
                </c:pt>
                <c:pt idx="671">
                  <c:v>0.15324500446524994</c:v>
                </c:pt>
                <c:pt idx="672">
                  <c:v>0.15332420531869281</c:v>
                </c:pt>
                <c:pt idx="673">
                  <c:v>0.15338070185702929</c:v>
                </c:pt>
                <c:pt idx="674">
                  <c:v>0.1533878694909869</c:v>
                </c:pt>
                <c:pt idx="675">
                  <c:v>0.15360743271977842</c:v>
                </c:pt>
                <c:pt idx="676">
                  <c:v>0.15378171017893807</c:v>
                </c:pt>
                <c:pt idx="677">
                  <c:v>0.15395826364787116</c:v>
                </c:pt>
                <c:pt idx="678">
                  <c:v>0.15398689556610962</c:v>
                </c:pt>
                <c:pt idx="679">
                  <c:v>0.15430495522780602</c:v>
                </c:pt>
                <c:pt idx="680">
                  <c:v>0.15465346239161229</c:v>
                </c:pt>
                <c:pt idx="681">
                  <c:v>0.15473264450075988</c:v>
                </c:pt>
                <c:pt idx="682">
                  <c:v>0.15496265851058916</c:v>
                </c:pt>
                <c:pt idx="683">
                  <c:v>0.1552033361125644</c:v>
                </c:pt>
                <c:pt idx="684">
                  <c:v>0.1552146289409663</c:v>
                </c:pt>
                <c:pt idx="685">
                  <c:v>0.15567451060303622</c:v>
                </c:pt>
                <c:pt idx="686">
                  <c:v>0.15583143576167752</c:v>
                </c:pt>
                <c:pt idx="687">
                  <c:v>0.15584831257755682</c:v>
                </c:pt>
                <c:pt idx="688">
                  <c:v>0.15611854834981884</c:v>
                </c:pt>
                <c:pt idx="689">
                  <c:v>0.15628421288628694</c:v>
                </c:pt>
                <c:pt idx="690">
                  <c:v>0.15649979089620142</c:v>
                </c:pt>
                <c:pt idx="691">
                  <c:v>0.15664401276885451</c:v>
                </c:pt>
                <c:pt idx="692">
                  <c:v>0.1568073646438167</c:v>
                </c:pt>
                <c:pt idx="693">
                  <c:v>0.15700353345729326</c:v>
                </c:pt>
                <c:pt idx="694">
                  <c:v>0.1573888490453117</c:v>
                </c:pt>
                <c:pt idx="695">
                  <c:v>0.15768189023458926</c:v>
                </c:pt>
                <c:pt idx="696">
                  <c:v>0.15786446496860521</c:v>
                </c:pt>
                <c:pt idx="697">
                  <c:v>0.15823087375397263</c:v>
                </c:pt>
                <c:pt idx="698">
                  <c:v>0.15829301842569157</c:v>
                </c:pt>
                <c:pt idx="699">
                  <c:v>0.15834782306084316</c:v>
                </c:pt>
                <c:pt idx="700">
                  <c:v>0.15907241901497041</c:v>
                </c:pt>
                <c:pt idx="701">
                  <c:v>0.15923887402895734</c:v>
                </c:pt>
                <c:pt idx="702">
                  <c:v>0.16009367081915585</c:v>
                </c:pt>
                <c:pt idx="703">
                  <c:v>0.16058889718687644</c:v>
                </c:pt>
                <c:pt idx="704">
                  <c:v>0.16066658097804093</c:v>
                </c:pt>
                <c:pt idx="705">
                  <c:v>0.16075616457364514</c:v>
                </c:pt>
                <c:pt idx="706">
                  <c:v>0.16078979201094482</c:v>
                </c:pt>
                <c:pt idx="707">
                  <c:v>0.16091907904009164</c:v>
                </c:pt>
                <c:pt idx="708">
                  <c:v>0.16098926254253598</c:v>
                </c:pt>
                <c:pt idx="709">
                  <c:v>0.16147534540483041</c:v>
                </c:pt>
                <c:pt idx="710">
                  <c:v>0.16170510162033058</c:v>
                </c:pt>
                <c:pt idx="711">
                  <c:v>0.16212081604075526</c:v>
                </c:pt>
                <c:pt idx="712">
                  <c:v>0.16213672624408473</c:v>
                </c:pt>
                <c:pt idx="713">
                  <c:v>0.16215729421718489</c:v>
                </c:pt>
                <c:pt idx="714">
                  <c:v>0.1625077325100007</c:v>
                </c:pt>
                <c:pt idx="715">
                  <c:v>0.16277612440030195</c:v>
                </c:pt>
                <c:pt idx="716">
                  <c:v>0.16338720761869407</c:v>
                </c:pt>
                <c:pt idx="717">
                  <c:v>0.16362717449750533</c:v>
                </c:pt>
                <c:pt idx="718">
                  <c:v>0.16372972765900753</c:v>
                </c:pt>
                <c:pt idx="719">
                  <c:v>0.16389750276479637</c:v>
                </c:pt>
                <c:pt idx="720">
                  <c:v>0.1639869053099689</c:v>
                </c:pt>
                <c:pt idx="721">
                  <c:v>0.16400662507676567</c:v>
                </c:pt>
                <c:pt idx="722">
                  <c:v>0.16420321803603863</c:v>
                </c:pt>
                <c:pt idx="723">
                  <c:v>0.16430148246955664</c:v>
                </c:pt>
                <c:pt idx="724">
                  <c:v>0.16460518641628311</c:v>
                </c:pt>
                <c:pt idx="725">
                  <c:v>0.16487175689479144</c:v>
                </c:pt>
                <c:pt idx="726">
                  <c:v>0.16487858258526986</c:v>
                </c:pt>
                <c:pt idx="727">
                  <c:v>0.16491792502862207</c:v>
                </c:pt>
                <c:pt idx="728">
                  <c:v>0.16504318402806553</c:v>
                </c:pt>
                <c:pt idx="729">
                  <c:v>0.16553494596538779</c:v>
                </c:pt>
                <c:pt idx="730">
                  <c:v>0.16616113090601828</c:v>
                </c:pt>
                <c:pt idx="731">
                  <c:v>0.16636829177593987</c:v>
                </c:pt>
                <c:pt idx="732">
                  <c:v>0.16643029006441029</c:v>
                </c:pt>
                <c:pt idx="733">
                  <c:v>0.16723404276632817</c:v>
                </c:pt>
                <c:pt idx="734">
                  <c:v>0.16811051958570286</c:v>
                </c:pt>
                <c:pt idx="735">
                  <c:v>0.16829179197088323</c:v>
                </c:pt>
                <c:pt idx="736">
                  <c:v>0.16869200314609775</c:v>
                </c:pt>
                <c:pt idx="737">
                  <c:v>0.16873786857094802</c:v>
                </c:pt>
                <c:pt idx="738">
                  <c:v>0.16901877861889705</c:v>
                </c:pt>
                <c:pt idx="739">
                  <c:v>0.16905052819946348</c:v>
                </c:pt>
                <c:pt idx="740">
                  <c:v>0.16937218089709788</c:v>
                </c:pt>
                <c:pt idx="741">
                  <c:v>0.16945205164446261</c:v>
                </c:pt>
                <c:pt idx="742">
                  <c:v>0.16964656692923624</c:v>
                </c:pt>
                <c:pt idx="743">
                  <c:v>0.17047729742055615</c:v>
                </c:pt>
                <c:pt idx="744">
                  <c:v>0.17049279664326333</c:v>
                </c:pt>
                <c:pt idx="745">
                  <c:v>0.17086365296016373</c:v>
                </c:pt>
                <c:pt idx="746">
                  <c:v>0.17097388551392428</c:v>
                </c:pt>
                <c:pt idx="747">
                  <c:v>0.17134475457210133</c:v>
                </c:pt>
                <c:pt idx="748">
                  <c:v>0.17174575062454023</c:v>
                </c:pt>
                <c:pt idx="749">
                  <c:v>0.17184531266602696</c:v>
                </c:pt>
                <c:pt idx="750">
                  <c:v>0.17251647855232505</c:v>
                </c:pt>
                <c:pt idx="751">
                  <c:v>0.17265223942714714</c:v>
                </c:pt>
                <c:pt idx="752">
                  <c:v>0.17273799047070407</c:v>
                </c:pt>
                <c:pt idx="753">
                  <c:v>0.17275734181965405</c:v>
                </c:pt>
                <c:pt idx="754">
                  <c:v>0.17278016630363782</c:v>
                </c:pt>
                <c:pt idx="755">
                  <c:v>0.17310216960042585</c:v>
                </c:pt>
                <c:pt idx="756">
                  <c:v>0.17325027294056208</c:v>
                </c:pt>
                <c:pt idx="757">
                  <c:v>0.17354211015678345</c:v>
                </c:pt>
                <c:pt idx="758">
                  <c:v>0.17376046585887658</c:v>
                </c:pt>
                <c:pt idx="759">
                  <c:v>0.17377271778605285</c:v>
                </c:pt>
                <c:pt idx="760">
                  <c:v>0.17437274666670172</c:v>
                </c:pt>
                <c:pt idx="761">
                  <c:v>0.1746733159748379</c:v>
                </c:pt>
                <c:pt idx="762">
                  <c:v>0.17471516392663461</c:v>
                </c:pt>
                <c:pt idx="763">
                  <c:v>0.17487847041033996</c:v>
                </c:pt>
                <c:pt idx="764">
                  <c:v>0.17530639279940233</c:v>
                </c:pt>
                <c:pt idx="765">
                  <c:v>0.17538586305801943</c:v>
                </c:pt>
                <c:pt idx="766">
                  <c:v>0.17664538351650441</c:v>
                </c:pt>
                <c:pt idx="767">
                  <c:v>0.17705511988678954</c:v>
                </c:pt>
                <c:pt idx="768">
                  <c:v>0.17727877464351327</c:v>
                </c:pt>
                <c:pt idx="769">
                  <c:v>0.17734416813258852</c:v>
                </c:pt>
                <c:pt idx="770">
                  <c:v>0.17808206588946748</c:v>
                </c:pt>
                <c:pt idx="771">
                  <c:v>0.17845899694247069</c:v>
                </c:pt>
                <c:pt idx="772">
                  <c:v>0.17877527632170129</c:v>
                </c:pt>
                <c:pt idx="773">
                  <c:v>0.17925951887245895</c:v>
                </c:pt>
                <c:pt idx="774">
                  <c:v>0.17954342501841603</c:v>
                </c:pt>
                <c:pt idx="775">
                  <c:v>0.17965522787613458</c:v>
                </c:pt>
                <c:pt idx="776">
                  <c:v>0.17972518030878706</c:v>
                </c:pt>
                <c:pt idx="777">
                  <c:v>0.17976995701108087</c:v>
                </c:pt>
                <c:pt idx="778">
                  <c:v>0.17981310943756559</c:v>
                </c:pt>
                <c:pt idx="779">
                  <c:v>0.18032117631441233</c:v>
                </c:pt>
                <c:pt idx="780">
                  <c:v>0.180498361972428</c:v>
                </c:pt>
                <c:pt idx="781">
                  <c:v>0.18084174732801298</c:v>
                </c:pt>
                <c:pt idx="782">
                  <c:v>0.18098801548892576</c:v>
                </c:pt>
                <c:pt idx="783">
                  <c:v>0.18124440843352249</c:v>
                </c:pt>
                <c:pt idx="784">
                  <c:v>0.18127995762078117</c:v>
                </c:pt>
                <c:pt idx="785">
                  <c:v>0.18221986206648463</c:v>
                </c:pt>
                <c:pt idx="786">
                  <c:v>0.18288254996270048</c:v>
                </c:pt>
                <c:pt idx="787">
                  <c:v>0.18342110031838077</c:v>
                </c:pt>
                <c:pt idx="788">
                  <c:v>0.18422931415435773</c:v>
                </c:pt>
                <c:pt idx="789">
                  <c:v>0.18446668816168746</c:v>
                </c:pt>
                <c:pt idx="790">
                  <c:v>0.18575898290413506</c:v>
                </c:pt>
                <c:pt idx="791">
                  <c:v>0.18728852297196616</c:v>
                </c:pt>
                <c:pt idx="792">
                  <c:v>0.18732983691265784</c:v>
                </c:pt>
                <c:pt idx="793">
                  <c:v>0.18925809387332915</c:v>
                </c:pt>
                <c:pt idx="794">
                  <c:v>0.19013445687596936</c:v>
                </c:pt>
                <c:pt idx="795">
                  <c:v>0.1917557296464332</c:v>
                </c:pt>
                <c:pt idx="796">
                  <c:v>0.19181428585388</c:v>
                </c:pt>
                <c:pt idx="797">
                  <c:v>0.19187974930915344</c:v>
                </c:pt>
                <c:pt idx="798">
                  <c:v>0.19265344974360249</c:v>
                </c:pt>
                <c:pt idx="799">
                  <c:v>0.19308231941603221</c:v>
                </c:pt>
                <c:pt idx="800">
                  <c:v>0.19322773341948216</c:v>
                </c:pt>
                <c:pt idx="801">
                  <c:v>0.19389134816927234</c:v>
                </c:pt>
                <c:pt idx="802">
                  <c:v>0.19531205979941751</c:v>
                </c:pt>
                <c:pt idx="803">
                  <c:v>0.1970557166608615</c:v>
                </c:pt>
                <c:pt idx="804">
                  <c:v>0.19716869572611528</c:v>
                </c:pt>
                <c:pt idx="805">
                  <c:v>0.19827468617107061</c:v>
                </c:pt>
                <c:pt idx="806">
                  <c:v>0.19882472889647196</c:v>
                </c:pt>
                <c:pt idx="807">
                  <c:v>0.19977104753945943</c:v>
                </c:pt>
                <c:pt idx="808">
                  <c:v>0.20007670258623131</c:v>
                </c:pt>
                <c:pt idx="809">
                  <c:v>0.20019960281863666</c:v>
                </c:pt>
                <c:pt idx="810">
                  <c:v>0.20063161532161533</c:v>
                </c:pt>
                <c:pt idx="811">
                  <c:v>0.20068277204456544</c:v>
                </c:pt>
                <c:pt idx="812">
                  <c:v>0.20078101207131599</c:v>
                </c:pt>
                <c:pt idx="813">
                  <c:v>0.20272577783829598</c:v>
                </c:pt>
                <c:pt idx="814">
                  <c:v>0.20350695764335466</c:v>
                </c:pt>
                <c:pt idx="815">
                  <c:v>0.20524287964164359</c:v>
                </c:pt>
                <c:pt idx="816">
                  <c:v>0.20705524101393313</c:v>
                </c:pt>
                <c:pt idx="817">
                  <c:v>0.2077567561371326</c:v>
                </c:pt>
                <c:pt idx="818">
                  <c:v>0.20785667663722965</c:v>
                </c:pt>
                <c:pt idx="819">
                  <c:v>0.20850695576224579</c:v>
                </c:pt>
                <c:pt idx="820">
                  <c:v>0.20892166009053664</c:v>
                </c:pt>
                <c:pt idx="821">
                  <c:v>0.20973778731646328</c:v>
                </c:pt>
                <c:pt idx="822">
                  <c:v>0.20998245566237067</c:v>
                </c:pt>
                <c:pt idx="823">
                  <c:v>0.21081760353858409</c:v>
                </c:pt>
                <c:pt idx="824">
                  <c:v>0.21088326279138417</c:v>
                </c:pt>
                <c:pt idx="825">
                  <c:v>0.21398908873338199</c:v>
                </c:pt>
                <c:pt idx="826">
                  <c:v>0.21454779454468437</c:v>
                </c:pt>
                <c:pt idx="827">
                  <c:v>0.21492742268004603</c:v>
                </c:pt>
                <c:pt idx="828">
                  <c:v>0.21549612211409278</c:v>
                </c:pt>
                <c:pt idx="829">
                  <c:v>0.21647945647955011</c:v>
                </c:pt>
                <c:pt idx="830">
                  <c:v>0.21712895218693318</c:v>
                </c:pt>
                <c:pt idx="831">
                  <c:v>0.2172812700146525</c:v>
                </c:pt>
                <c:pt idx="832">
                  <c:v>0.21826139606089659</c:v>
                </c:pt>
                <c:pt idx="833">
                  <c:v>0.22067046522960182</c:v>
                </c:pt>
                <c:pt idx="834">
                  <c:v>0.22106238669547609</c:v>
                </c:pt>
                <c:pt idx="835">
                  <c:v>0.22306450634212202</c:v>
                </c:pt>
                <c:pt idx="836">
                  <c:v>0.22367814935076349</c:v>
                </c:pt>
                <c:pt idx="837">
                  <c:v>0.22449038398857657</c:v>
                </c:pt>
                <c:pt idx="838">
                  <c:v>0.2247239510657365</c:v>
                </c:pt>
                <c:pt idx="839">
                  <c:v>0.22523001889003247</c:v>
                </c:pt>
                <c:pt idx="840">
                  <c:v>0.22592622860249245</c:v>
                </c:pt>
                <c:pt idx="841">
                  <c:v>0.22702755390937721</c:v>
                </c:pt>
                <c:pt idx="842">
                  <c:v>0.22730253889122884</c:v>
                </c:pt>
                <c:pt idx="843">
                  <c:v>0.22730598606569341</c:v>
                </c:pt>
                <c:pt idx="844">
                  <c:v>0.2273588805280625</c:v>
                </c:pt>
                <c:pt idx="845">
                  <c:v>0.22890224349912719</c:v>
                </c:pt>
                <c:pt idx="846">
                  <c:v>0.23018691471087754</c:v>
                </c:pt>
                <c:pt idx="847">
                  <c:v>0.2310716981675795</c:v>
                </c:pt>
                <c:pt idx="848">
                  <c:v>0.23222618340156184</c:v>
                </c:pt>
                <c:pt idx="849">
                  <c:v>0.23249082431900675</c:v>
                </c:pt>
                <c:pt idx="850">
                  <c:v>0.23276573164186498</c:v>
                </c:pt>
                <c:pt idx="851">
                  <c:v>0.23309300201351127</c:v>
                </c:pt>
                <c:pt idx="852">
                  <c:v>0.2349663898260651</c:v>
                </c:pt>
                <c:pt idx="853">
                  <c:v>0.23519108560660629</c:v>
                </c:pt>
                <c:pt idx="854">
                  <c:v>0.23585492859444634</c:v>
                </c:pt>
                <c:pt idx="855">
                  <c:v>0.23606507621351194</c:v>
                </c:pt>
                <c:pt idx="856">
                  <c:v>0.23668227811150266</c:v>
                </c:pt>
                <c:pt idx="857">
                  <c:v>0.23775887470111054</c:v>
                </c:pt>
                <c:pt idx="858">
                  <c:v>0.24068469686845706</c:v>
                </c:pt>
                <c:pt idx="859">
                  <c:v>0.24069233804998535</c:v>
                </c:pt>
                <c:pt idx="860">
                  <c:v>0.24128512483100611</c:v>
                </c:pt>
                <c:pt idx="861">
                  <c:v>0.24184981983536316</c:v>
                </c:pt>
                <c:pt idx="862">
                  <c:v>0.24219938353672391</c:v>
                </c:pt>
                <c:pt idx="863">
                  <c:v>0.2428116525776105</c:v>
                </c:pt>
                <c:pt idx="864">
                  <c:v>0.24349881357987924</c:v>
                </c:pt>
                <c:pt idx="865">
                  <c:v>0.24544597400533422</c:v>
                </c:pt>
                <c:pt idx="866">
                  <c:v>0.24890974272724928</c:v>
                </c:pt>
                <c:pt idx="867">
                  <c:v>0.24916242149151269</c:v>
                </c:pt>
                <c:pt idx="868">
                  <c:v>0.24924563790149604</c:v>
                </c:pt>
                <c:pt idx="869">
                  <c:v>0.25013298376610593</c:v>
                </c:pt>
                <c:pt idx="870">
                  <c:v>0.25116845671137461</c:v>
                </c:pt>
                <c:pt idx="871">
                  <c:v>0.25316762496847844</c:v>
                </c:pt>
                <c:pt idx="872">
                  <c:v>0.25392728631551814</c:v>
                </c:pt>
                <c:pt idx="873">
                  <c:v>0.25405035159613787</c:v>
                </c:pt>
                <c:pt idx="874">
                  <c:v>0.25466811243673654</c:v>
                </c:pt>
                <c:pt idx="875">
                  <c:v>0.25592211880690624</c:v>
                </c:pt>
                <c:pt idx="876">
                  <c:v>0.25839618495413741</c:v>
                </c:pt>
                <c:pt idx="877">
                  <c:v>0.25984676439066084</c:v>
                </c:pt>
                <c:pt idx="878">
                  <c:v>0.26011708107630777</c:v>
                </c:pt>
                <c:pt idx="879">
                  <c:v>0.26148034932771269</c:v>
                </c:pt>
                <c:pt idx="880">
                  <c:v>0.26175706767307527</c:v>
                </c:pt>
                <c:pt idx="881">
                  <c:v>0.26218302831599166</c:v>
                </c:pt>
                <c:pt idx="882">
                  <c:v>0.26317424787208082</c:v>
                </c:pt>
                <c:pt idx="883">
                  <c:v>0.26345312810246102</c:v>
                </c:pt>
                <c:pt idx="884">
                  <c:v>0.26398355856545264</c:v>
                </c:pt>
                <c:pt idx="885">
                  <c:v>0.26435910132658341</c:v>
                </c:pt>
                <c:pt idx="886">
                  <c:v>0.26445794339990952</c:v>
                </c:pt>
                <c:pt idx="887">
                  <c:v>0.26548254078334471</c:v>
                </c:pt>
                <c:pt idx="888">
                  <c:v>0.26602218407665412</c:v>
                </c:pt>
                <c:pt idx="889">
                  <c:v>0.26640644382857315</c:v>
                </c:pt>
                <c:pt idx="890">
                  <c:v>0.26643364714837464</c:v>
                </c:pt>
                <c:pt idx="891">
                  <c:v>0.26867822100232913</c:v>
                </c:pt>
                <c:pt idx="892">
                  <c:v>0.26999397048999563</c:v>
                </c:pt>
                <c:pt idx="893">
                  <c:v>0.27027422241458432</c:v>
                </c:pt>
                <c:pt idx="894">
                  <c:v>0.2708655924992352</c:v>
                </c:pt>
                <c:pt idx="895">
                  <c:v>0.27090337864900232</c:v>
                </c:pt>
                <c:pt idx="896">
                  <c:v>0.2729863170228996</c:v>
                </c:pt>
                <c:pt idx="897">
                  <c:v>0.273409142484561</c:v>
                </c:pt>
                <c:pt idx="898">
                  <c:v>0.2742979590950021</c:v>
                </c:pt>
                <c:pt idx="899">
                  <c:v>0.27535715515261855</c:v>
                </c:pt>
                <c:pt idx="900">
                  <c:v>0.27659587849069789</c:v>
                </c:pt>
                <c:pt idx="901">
                  <c:v>0.27728060270165433</c:v>
                </c:pt>
                <c:pt idx="902">
                  <c:v>0.27759466587269549</c:v>
                </c:pt>
                <c:pt idx="903">
                  <c:v>0.2789858699533273</c:v>
                </c:pt>
                <c:pt idx="904">
                  <c:v>0.27988859677364586</c:v>
                </c:pt>
                <c:pt idx="905">
                  <c:v>0.28027592783202587</c:v>
                </c:pt>
                <c:pt idx="906">
                  <c:v>0.28087754850754604</c:v>
                </c:pt>
                <c:pt idx="907">
                  <c:v>0.28151527237630758</c:v>
                </c:pt>
                <c:pt idx="908">
                  <c:v>0.28308327712085057</c:v>
                </c:pt>
                <c:pt idx="909">
                  <c:v>0.28567727486986866</c:v>
                </c:pt>
                <c:pt idx="910">
                  <c:v>0.28643916432842442</c:v>
                </c:pt>
                <c:pt idx="911">
                  <c:v>0.2869977879183121</c:v>
                </c:pt>
                <c:pt idx="912">
                  <c:v>0.28775290888488075</c:v>
                </c:pt>
                <c:pt idx="913">
                  <c:v>0.28783121239985582</c:v>
                </c:pt>
                <c:pt idx="914">
                  <c:v>0.28808323187335244</c:v>
                </c:pt>
                <c:pt idx="915">
                  <c:v>0.29149840996854898</c:v>
                </c:pt>
                <c:pt idx="916">
                  <c:v>0.29212088904647193</c:v>
                </c:pt>
                <c:pt idx="917">
                  <c:v>0.29293710096166553</c:v>
                </c:pt>
                <c:pt idx="918">
                  <c:v>0.29308976150631799</c:v>
                </c:pt>
                <c:pt idx="919">
                  <c:v>0.29583674993807219</c:v>
                </c:pt>
                <c:pt idx="920">
                  <c:v>0.29590686522149173</c:v>
                </c:pt>
                <c:pt idx="921">
                  <c:v>0.29650649073993018</c:v>
                </c:pt>
                <c:pt idx="922">
                  <c:v>0.29653191060274731</c:v>
                </c:pt>
                <c:pt idx="923">
                  <c:v>0.29779324441549382</c:v>
                </c:pt>
                <c:pt idx="924">
                  <c:v>0.29905203197845642</c:v>
                </c:pt>
                <c:pt idx="925">
                  <c:v>0.30113954813363941</c:v>
                </c:pt>
                <c:pt idx="926">
                  <c:v>0.30212764741041598</c:v>
                </c:pt>
                <c:pt idx="927">
                  <c:v>0.30277436878181818</c:v>
                </c:pt>
                <c:pt idx="928">
                  <c:v>0.3038243439133303</c:v>
                </c:pt>
                <c:pt idx="929">
                  <c:v>0.30444602675599053</c:v>
                </c:pt>
                <c:pt idx="930">
                  <c:v>0.30490114001929691</c:v>
                </c:pt>
                <c:pt idx="931">
                  <c:v>0.304969284815368</c:v>
                </c:pt>
                <c:pt idx="932">
                  <c:v>0.30592510074877749</c:v>
                </c:pt>
                <c:pt idx="933">
                  <c:v>0.30622864135796096</c:v>
                </c:pt>
                <c:pt idx="934">
                  <c:v>0.30785108024217556</c:v>
                </c:pt>
                <c:pt idx="935">
                  <c:v>0.30915170727119057</c:v>
                </c:pt>
                <c:pt idx="936">
                  <c:v>0.31073557442382571</c:v>
                </c:pt>
                <c:pt idx="937">
                  <c:v>0.31329629448664137</c:v>
                </c:pt>
                <c:pt idx="938">
                  <c:v>0.31578514774094502</c:v>
                </c:pt>
                <c:pt idx="939">
                  <c:v>0.32020521556126041</c:v>
                </c:pt>
                <c:pt idx="940">
                  <c:v>0.32156479270239591</c:v>
                </c:pt>
                <c:pt idx="941">
                  <c:v>0.32168103475435822</c:v>
                </c:pt>
                <c:pt idx="942">
                  <c:v>0.32265384140035175</c:v>
                </c:pt>
                <c:pt idx="943">
                  <c:v>0.32442251525963128</c:v>
                </c:pt>
                <c:pt idx="944">
                  <c:v>0.32512921235445436</c:v>
                </c:pt>
                <c:pt idx="945">
                  <c:v>0.32726551074051374</c:v>
                </c:pt>
                <c:pt idx="946">
                  <c:v>0.33288091211943566</c:v>
                </c:pt>
                <c:pt idx="947">
                  <c:v>0.33406324067121534</c:v>
                </c:pt>
                <c:pt idx="948">
                  <c:v>0.34071162454815945</c:v>
                </c:pt>
                <c:pt idx="949">
                  <c:v>0.34396663548738504</c:v>
                </c:pt>
                <c:pt idx="950">
                  <c:v>0.35013002367705359</c:v>
                </c:pt>
                <c:pt idx="951">
                  <c:v>0.35835654486348439</c:v>
                </c:pt>
              </c:numCache>
            </c:numRef>
          </c:xVal>
          <c:yVal>
            <c:numRef>
              <c:f>工作表1!$B$2:$B$953</c:f>
              <c:numCache>
                <c:formatCode>General</c:formatCode>
                <c:ptCount val="95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4.1666666666666666E-3</c:v>
                </c:pt>
                <c:pt idx="4">
                  <c:v>4.1666666666666666E-3</c:v>
                </c:pt>
                <c:pt idx="5">
                  <c:v>4.1666666666666666E-3</c:v>
                </c:pt>
                <c:pt idx="6">
                  <c:v>4.1666666666666666E-3</c:v>
                </c:pt>
                <c:pt idx="7">
                  <c:v>4.1666666666666666E-3</c:v>
                </c:pt>
                <c:pt idx="8">
                  <c:v>8.3333333333333332E-3</c:v>
                </c:pt>
                <c:pt idx="9">
                  <c:v>8.3333333333333332E-3</c:v>
                </c:pt>
                <c:pt idx="10">
                  <c:v>8.3333333333333332E-3</c:v>
                </c:pt>
                <c:pt idx="11">
                  <c:v>8.3333333333333332E-3</c:v>
                </c:pt>
                <c:pt idx="12">
                  <c:v>8.3333333333333332E-3</c:v>
                </c:pt>
                <c:pt idx="13">
                  <c:v>8.3333333333333332E-3</c:v>
                </c:pt>
                <c:pt idx="14">
                  <c:v>1.2500000000000001E-2</c:v>
                </c:pt>
                <c:pt idx="15">
                  <c:v>1.2500000000000001E-2</c:v>
                </c:pt>
                <c:pt idx="16">
                  <c:v>1.6666666666666666E-2</c:v>
                </c:pt>
                <c:pt idx="17">
                  <c:v>1.6666666666666666E-2</c:v>
                </c:pt>
                <c:pt idx="18">
                  <c:v>1.6666666666666666E-2</c:v>
                </c:pt>
                <c:pt idx="19">
                  <c:v>1.6666666666666666E-2</c:v>
                </c:pt>
                <c:pt idx="20">
                  <c:v>1.6666666666666666E-2</c:v>
                </c:pt>
                <c:pt idx="21">
                  <c:v>1.6666666666666666E-2</c:v>
                </c:pt>
                <c:pt idx="22">
                  <c:v>1.6666666666666666E-2</c:v>
                </c:pt>
                <c:pt idx="23">
                  <c:v>1.6666666666666666E-2</c:v>
                </c:pt>
                <c:pt idx="24">
                  <c:v>1.6666666666666666E-2</c:v>
                </c:pt>
                <c:pt idx="25">
                  <c:v>2.0833333333333332E-2</c:v>
                </c:pt>
                <c:pt idx="26">
                  <c:v>2.0833333333333332E-2</c:v>
                </c:pt>
                <c:pt idx="27">
                  <c:v>2.0833333333333332E-2</c:v>
                </c:pt>
                <c:pt idx="28">
                  <c:v>2.0833333333333332E-2</c:v>
                </c:pt>
                <c:pt idx="29">
                  <c:v>2.5000000000000001E-2</c:v>
                </c:pt>
                <c:pt idx="30">
                  <c:v>2.5000000000000001E-2</c:v>
                </c:pt>
                <c:pt idx="31">
                  <c:v>2.5000000000000001E-2</c:v>
                </c:pt>
                <c:pt idx="32">
                  <c:v>2.5000000000000001E-2</c:v>
                </c:pt>
                <c:pt idx="33">
                  <c:v>2.5000000000000001E-2</c:v>
                </c:pt>
                <c:pt idx="34">
                  <c:v>2.9166666666666667E-2</c:v>
                </c:pt>
                <c:pt idx="35">
                  <c:v>2.9166666666666667E-2</c:v>
                </c:pt>
                <c:pt idx="36">
                  <c:v>3.3333333333333333E-2</c:v>
                </c:pt>
                <c:pt idx="37">
                  <c:v>3.3333333333333333E-2</c:v>
                </c:pt>
                <c:pt idx="38">
                  <c:v>3.7499999999999999E-2</c:v>
                </c:pt>
                <c:pt idx="39">
                  <c:v>3.7499999999999999E-2</c:v>
                </c:pt>
                <c:pt idx="40">
                  <c:v>3.7499999999999999E-2</c:v>
                </c:pt>
                <c:pt idx="41">
                  <c:v>3.7499999999999999E-2</c:v>
                </c:pt>
                <c:pt idx="42">
                  <c:v>4.1666666666666664E-2</c:v>
                </c:pt>
                <c:pt idx="43">
                  <c:v>4.1666666666666664E-2</c:v>
                </c:pt>
                <c:pt idx="44">
                  <c:v>4.583333333333333E-2</c:v>
                </c:pt>
                <c:pt idx="45">
                  <c:v>4.583333333333333E-2</c:v>
                </c:pt>
                <c:pt idx="46">
                  <c:v>4.583333333333333E-2</c:v>
                </c:pt>
                <c:pt idx="47">
                  <c:v>4.583333333333333E-2</c:v>
                </c:pt>
                <c:pt idx="48">
                  <c:v>4.583333333333333E-2</c:v>
                </c:pt>
                <c:pt idx="49">
                  <c:v>4.583333333333333E-2</c:v>
                </c:pt>
                <c:pt idx="50">
                  <c:v>4.583333333333333E-2</c:v>
                </c:pt>
                <c:pt idx="51">
                  <c:v>4.583333333333333E-2</c:v>
                </c:pt>
                <c:pt idx="52">
                  <c:v>4.583333333333333E-2</c:v>
                </c:pt>
                <c:pt idx="53">
                  <c:v>4.583333333333333E-2</c:v>
                </c:pt>
                <c:pt idx="54">
                  <c:v>4.583333333333333E-2</c:v>
                </c:pt>
                <c:pt idx="55">
                  <c:v>4.583333333333333E-2</c:v>
                </c:pt>
                <c:pt idx="56">
                  <c:v>4.583333333333333E-2</c:v>
                </c:pt>
                <c:pt idx="57">
                  <c:v>4.583333333333333E-2</c:v>
                </c:pt>
                <c:pt idx="58">
                  <c:v>4.583333333333333E-2</c:v>
                </c:pt>
                <c:pt idx="59">
                  <c:v>4.583333333333333E-2</c:v>
                </c:pt>
                <c:pt idx="60">
                  <c:v>4.583333333333333E-2</c:v>
                </c:pt>
                <c:pt idx="61">
                  <c:v>4.583333333333333E-2</c:v>
                </c:pt>
                <c:pt idx="62">
                  <c:v>4.583333333333333E-2</c:v>
                </c:pt>
                <c:pt idx="63">
                  <c:v>4.583333333333333E-2</c:v>
                </c:pt>
                <c:pt idx="64">
                  <c:v>4.583333333333333E-2</c:v>
                </c:pt>
                <c:pt idx="65">
                  <c:v>4.583333333333333E-2</c:v>
                </c:pt>
                <c:pt idx="66">
                  <c:v>4.583333333333333E-2</c:v>
                </c:pt>
                <c:pt idx="67">
                  <c:v>4.583333333333333E-2</c:v>
                </c:pt>
                <c:pt idx="68">
                  <c:v>0.05</c:v>
                </c:pt>
                <c:pt idx="69">
                  <c:v>0.05</c:v>
                </c:pt>
                <c:pt idx="70">
                  <c:v>0.05</c:v>
                </c:pt>
                <c:pt idx="71">
                  <c:v>0.05</c:v>
                </c:pt>
                <c:pt idx="72">
                  <c:v>0.05</c:v>
                </c:pt>
                <c:pt idx="73">
                  <c:v>0.05</c:v>
                </c:pt>
                <c:pt idx="74">
                  <c:v>0.05</c:v>
                </c:pt>
                <c:pt idx="75">
                  <c:v>0.05</c:v>
                </c:pt>
                <c:pt idx="76">
                  <c:v>5.4166666666666669E-2</c:v>
                </c:pt>
                <c:pt idx="77">
                  <c:v>5.4166666666666669E-2</c:v>
                </c:pt>
                <c:pt idx="78">
                  <c:v>5.4166666666666669E-2</c:v>
                </c:pt>
                <c:pt idx="79">
                  <c:v>5.4166666666666669E-2</c:v>
                </c:pt>
                <c:pt idx="80">
                  <c:v>5.4166666666666669E-2</c:v>
                </c:pt>
                <c:pt idx="81">
                  <c:v>5.8333333333333334E-2</c:v>
                </c:pt>
                <c:pt idx="82">
                  <c:v>5.8333333333333334E-2</c:v>
                </c:pt>
                <c:pt idx="83">
                  <c:v>5.8333333333333334E-2</c:v>
                </c:pt>
                <c:pt idx="84">
                  <c:v>5.8333333333333334E-2</c:v>
                </c:pt>
                <c:pt idx="85">
                  <c:v>5.8333333333333334E-2</c:v>
                </c:pt>
                <c:pt idx="86">
                  <c:v>5.8333333333333334E-2</c:v>
                </c:pt>
                <c:pt idx="87">
                  <c:v>5.8333333333333334E-2</c:v>
                </c:pt>
                <c:pt idx="88">
                  <c:v>5.8333333333333334E-2</c:v>
                </c:pt>
                <c:pt idx="89">
                  <c:v>5.8333333333333334E-2</c:v>
                </c:pt>
                <c:pt idx="90">
                  <c:v>5.8333333333333334E-2</c:v>
                </c:pt>
                <c:pt idx="91">
                  <c:v>5.8333333333333334E-2</c:v>
                </c:pt>
                <c:pt idx="92">
                  <c:v>5.8333333333333334E-2</c:v>
                </c:pt>
                <c:pt idx="93">
                  <c:v>5.8333333333333334E-2</c:v>
                </c:pt>
                <c:pt idx="94">
                  <c:v>5.8333333333333334E-2</c:v>
                </c:pt>
                <c:pt idx="95">
                  <c:v>5.8333333333333334E-2</c:v>
                </c:pt>
                <c:pt idx="96">
                  <c:v>6.25E-2</c:v>
                </c:pt>
                <c:pt idx="97">
                  <c:v>6.25E-2</c:v>
                </c:pt>
                <c:pt idx="98">
                  <c:v>6.25E-2</c:v>
                </c:pt>
                <c:pt idx="99">
                  <c:v>6.25E-2</c:v>
                </c:pt>
                <c:pt idx="100">
                  <c:v>6.25E-2</c:v>
                </c:pt>
                <c:pt idx="101">
                  <c:v>6.25E-2</c:v>
                </c:pt>
                <c:pt idx="102">
                  <c:v>6.25E-2</c:v>
                </c:pt>
                <c:pt idx="103">
                  <c:v>6.25E-2</c:v>
                </c:pt>
                <c:pt idx="104">
                  <c:v>6.25E-2</c:v>
                </c:pt>
                <c:pt idx="105">
                  <c:v>6.6666666666666666E-2</c:v>
                </c:pt>
                <c:pt idx="106">
                  <c:v>6.6666666666666666E-2</c:v>
                </c:pt>
                <c:pt idx="107">
                  <c:v>6.6666666666666666E-2</c:v>
                </c:pt>
                <c:pt idx="108">
                  <c:v>6.6666666666666666E-2</c:v>
                </c:pt>
                <c:pt idx="109">
                  <c:v>7.0833333333333331E-2</c:v>
                </c:pt>
                <c:pt idx="110">
                  <c:v>7.0833333333333331E-2</c:v>
                </c:pt>
                <c:pt idx="111">
                  <c:v>7.0833333333333331E-2</c:v>
                </c:pt>
                <c:pt idx="112">
                  <c:v>7.0833333333333331E-2</c:v>
                </c:pt>
                <c:pt idx="113">
                  <c:v>7.0833333333333331E-2</c:v>
                </c:pt>
                <c:pt idx="114">
                  <c:v>7.0833333333333331E-2</c:v>
                </c:pt>
                <c:pt idx="115">
                  <c:v>7.0833333333333331E-2</c:v>
                </c:pt>
                <c:pt idx="116">
                  <c:v>7.0833333333333331E-2</c:v>
                </c:pt>
                <c:pt idx="117">
                  <c:v>7.0833333333333331E-2</c:v>
                </c:pt>
                <c:pt idx="118">
                  <c:v>7.0833333333333331E-2</c:v>
                </c:pt>
                <c:pt idx="119">
                  <c:v>7.4999999999999997E-2</c:v>
                </c:pt>
                <c:pt idx="120">
                  <c:v>7.9166666666666663E-2</c:v>
                </c:pt>
                <c:pt idx="121">
                  <c:v>7.9166666666666663E-2</c:v>
                </c:pt>
                <c:pt idx="122">
                  <c:v>7.9166666666666663E-2</c:v>
                </c:pt>
                <c:pt idx="123">
                  <c:v>7.9166666666666663E-2</c:v>
                </c:pt>
                <c:pt idx="124">
                  <c:v>7.9166666666666663E-2</c:v>
                </c:pt>
                <c:pt idx="125">
                  <c:v>7.9166666666666663E-2</c:v>
                </c:pt>
                <c:pt idx="126">
                  <c:v>7.9166666666666663E-2</c:v>
                </c:pt>
                <c:pt idx="127">
                  <c:v>8.3333333333333329E-2</c:v>
                </c:pt>
                <c:pt idx="128">
                  <c:v>8.3333333333333329E-2</c:v>
                </c:pt>
                <c:pt idx="129">
                  <c:v>8.3333333333333329E-2</c:v>
                </c:pt>
                <c:pt idx="130">
                  <c:v>8.3333333333333329E-2</c:v>
                </c:pt>
                <c:pt idx="131">
                  <c:v>8.3333333333333329E-2</c:v>
                </c:pt>
                <c:pt idx="132">
                  <c:v>8.3333333333333329E-2</c:v>
                </c:pt>
                <c:pt idx="133">
                  <c:v>8.7499999999999994E-2</c:v>
                </c:pt>
                <c:pt idx="134">
                  <c:v>8.7499999999999994E-2</c:v>
                </c:pt>
                <c:pt idx="135">
                  <c:v>8.7499999999999994E-2</c:v>
                </c:pt>
                <c:pt idx="136">
                  <c:v>8.7499999999999994E-2</c:v>
                </c:pt>
                <c:pt idx="137">
                  <c:v>8.7499999999999994E-2</c:v>
                </c:pt>
                <c:pt idx="138">
                  <c:v>8.7499999999999994E-2</c:v>
                </c:pt>
                <c:pt idx="139">
                  <c:v>9.166666666666666E-2</c:v>
                </c:pt>
                <c:pt idx="140">
                  <c:v>9.166666666666666E-2</c:v>
                </c:pt>
                <c:pt idx="141">
                  <c:v>9.166666666666666E-2</c:v>
                </c:pt>
                <c:pt idx="142">
                  <c:v>9.166666666666666E-2</c:v>
                </c:pt>
                <c:pt idx="143">
                  <c:v>9.583333333333334E-2</c:v>
                </c:pt>
                <c:pt idx="144">
                  <c:v>9.583333333333334E-2</c:v>
                </c:pt>
                <c:pt idx="145">
                  <c:v>9.583333333333334E-2</c:v>
                </c:pt>
                <c:pt idx="146">
                  <c:v>9.583333333333334E-2</c:v>
                </c:pt>
                <c:pt idx="147">
                  <c:v>0.1</c:v>
                </c:pt>
                <c:pt idx="148">
                  <c:v>0.1</c:v>
                </c:pt>
                <c:pt idx="149">
                  <c:v>0.1</c:v>
                </c:pt>
                <c:pt idx="150">
                  <c:v>0.1</c:v>
                </c:pt>
                <c:pt idx="151">
                  <c:v>0.1</c:v>
                </c:pt>
                <c:pt idx="152">
                  <c:v>0.1</c:v>
                </c:pt>
                <c:pt idx="153">
                  <c:v>0.10416666666666667</c:v>
                </c:pt>
                <c:pt idx="154">
                  <c:v>0.10416666666666667</c:v>
                </c:pt>
                <c:pt idx="155">
                  <c:v>0.10833333333333334</c:v>
                </c:pt>
                <c:pt idx="156">
                  <c:v>0.10833333333333334</c:v>
                </c:pt>
                <c:pt idx="157">
                  <c:v>0.1125</c:v>
                </c:pt>
                <c:pt idx="158">
                  <c:v>0.1125</c:v>
                </c:pt>
                <c:pt idx="159">
                  <c:v>0.1125</c:v>
                </c:pt>
                <c:pt idx="160">
                  <c:v>0.1125</c:v>
                </c:pt>
                <c:pt idx="161">
                  <c:v>0.1125</c:v>
                </c:pt>
                <c:pt idx="162">
                  <c:v>0.11666666666666667</c:v>
                </c:pt>
                <c:pt idx="163">
                  <c:v>0.11666666666666667</c:v>
                </c:pt>
                <c:pt idx="164">
                  <c:v>0.11666666666666667</c:v>
                </c:pt>
                <c:pt idx="165">
                  <c:v>0.11666666666666667</c:v>
                </c:pt>
                <c:pt idx="166">
                  <c:v>0.11666666666666667</c:v>
                </c:pt>
                <c:pt idx="167">
                  <c:v>0.12083333333333333</c:v>
                </c:pt>
                <c:pt idx="168">
                  <c:v>0.12083333333333333</c:v>
                </c:pt>
                <c:pt idx="169">
                  <c:v>0.12083333333333333</c:v>
                </c:pt>
                <c:pt idx="170">
                  <c:v>0.12083333333333333</c:v>
                </c:pt>
                <c:pt idx="171">
                  <c:v>0.12083333333333333</c:v>
                </c:pt>
                <c:pt idx="172">
                  <c:v>0.125</c:v>
                </c:pt>
                <c:pt idx="173">
                  <c:v>0.125</c:v>
                </c:pt>
                <c:pt idx="174">
                  <c:v>0.125</c:v>
                </c:pt>
                <c:pt idx="175">
                  <c:v>0.12916666666666668</c:v>
                </c:pt>
                <c:pt idx="176">
                  <c:v>0.13333333333333333</c:v>
                </c:pt>
                <c:pt idx="177">
                  <c:v>0.13333333333333333</c:v>
                </c:pt>
                <c:pt idx="178">
                  <c:v>0.13333333333333333</c:v>
                </c:pt>
                <c:pt idx="179">
                  <c:v>0.13333333333333333</c:v>
                </c:pt>
                <c:pt idx="180">
                  <c:v>0.13333333333333333</c:v>
                </c:pt>
                <c:pt idx="181">
                  <c:v>0.13750000000000001</c:v>
                </c:pt>
                <c:pt idx="182">
                  <c:v>0.13750000000000001</c:v>
                </c:pt>
                <c:pt idx="183">
                  <c:v>0.13750000000000001</c:v>
                </c:pt>
                <c:pt idx="184">
                  <c:v>0.14166666666666666</c:v>
                </c:pt>
                <c:pt idx="185">
                  <c:v>0.14166666666666666</c:v>
                </c:pt>
                <c:pt idx="186">
                  <c:v>0.14166666666666666</c:v>
                </c:pt>
                <c:pt idx="187">
                  <c:v>0.14166666666666666</c:v>
                </c:pt>
                <c:pt idx="188">
                  <c:v>0.14166666666666666</c:v>
                </c:pt>
                <c:pt idx="189">
                  <c:v>0.14166666666666666</c:v>
                </c:pt>
                <c:pt idx="190">
                  <c:v>0.14583333333333334</c:v>
                </c:pt>
                <c:pt idx="191">
                  <c:v>0.14583333333333334</c:v>
                </c:pt>
                <c:pt idx="192">
                  <c:v>0.15</c:v>
                </c:pt>
                <c:pt idx="193">
                  <c:v>0.15416666666666667</c:v>
                </c:pt>
                <c:pt idx="194">
                  <c:v>0.15416666666666667</c:v>
                </c:pt>
                <c:pt idx="195">
                  <c:v>0.15833333333333333</c:v>
                </c:pt>
                <c:pt idx="196">
                  <c:v>0.15833333333333333</c:v>
                </c:pt>
                <c:pt idx="197">
                  <c:v>0.15833333333333333</c:v>
                </c:pt>
                <c:pt idx="198">
                  <c:v>0.15833333333333333</c:v>
                </c:pt>
                <c:pt idx="199">
                  <c:v>0.15833333333333333</c:v>
                </c:pt>
                <c:pt idx="200">
                  <c:v>0.15833333333333333</c:v>
                </c:pt>
                <c:pt idx="201">
                  <c:v>0.15833333333333333</c:v>
                </c:pt>
                <c:pt idx="202">
                  <c:v>0.15833333333333333</c:v>
                </c:pt>
                <c:pt idx="203">
                  <c:v>0.15833333333333333</c:v>
                </c:pt>
                <c:pt idx="204">
                  <c:v>0.16250000000000001</c:v>
                </c:pt>
                <c:pt idx="205">
                  <c:v>0.16666666666666666</c:v>
                </c:pt>
                <c:pt idx="206">
                  <c:v>0.16666666666666666</c:v>
                </c:pt>
                <c:pt idx="207">
                  <c:v>0.16666666666666666</c:v>
                </c:pt>
                <c:pt idx="208">
                  <c:v>0.16666666666666666</c:v>
                </c:pt>
                <c:pt idx="209">
                  <c:v>0.17083333333333334</c:v>
                </c:pt>
                <c:pt idx="210">
                  <c:v>0.17499999999999999</c:v>
                </c:pt>
                <c:pt idx="211">
                  <c:v>0.17499999999999999</c:v>
                </c:pt>
                <c:pt idx="212">
                  <c:v>0.17499999999999999</c:v>
                </c:pt>
                <c:pt idx="213">
                  <c:v>0.17499999999999999</c:v>
                </c:pt>
                <c:pt idx="214">
                  <c:v>0.17499999999999999</c:v>
                </c:pt>
                <c:pt idx="215">
                  <c:v>0.17916666666666667</c:v>
                </c:pt>
                <c:pt idx="216">
                  <c:v>0.17916666666666667</c:v>
                </c:pt>
                <c:pt idx="217">
                  <c:v>0.17916666666666667</c:v>
                </c:pt>
                <c:pt idx="218">
                  <c:v>0.17916666666666667</c:v>
                </c:pt>
                <c:pt idx="219">
                  <c:v>0.18333333333333332</c:v>
                </c:pt>
                <c:pt idx="220">
                  <c:v>0.1875</c:v>
                </c:pt>
                <c:pt idx="221">
                  <c:v>0.1875</c:v>
                </c:pt>
                <c:pt idx="222">
                  <c:v>0.1875</c:v>
                </c:pt>
                <c:pt idx="223">
                  <c:v>0.1875</c:v>
                </c:pt>
                <c:pt idx="224">
                  <c:v>0.1875</c:v>
                </c:pt>
                <c:pt idx="225">
                  <c:v>0.1875</c:v>
                </c:pt>
                <c:pt idx="226">
                  <c:v>0.1875</c:v>
                </c:pt>
                <c:pt idx="227">
                  <c:v>0.1875</c:v>
                </c:pt>
                <c:pt idx="228">
                  <c:v>0.1875</c:v>
                </c:pt>
                <c:pt idx="229">
                  <c:v>0.1875</c:v>
                </c:pt>
                <c:pt idx="230">
                  <c:v>0.1875</c:v>
                </c:pt>
                <c:pt idx="231">
                  <c:v>0.1875</c:v>
                </c:pt>
                <c:pt idx="232">
                  <c:v>0.1875</c:v>
                </c:pt>
                <c:pt idx="233">
                  <c:v>0.19166666666666668</c:v>
                </c:pt>
                <c:pt idx="234">
                  <c:v>0.19166666666666668</c:v>
                </c:pt>
                <c:pt idx="235">
                  <c:v>0.19166666666666668</c:v>
                </c:pt>
                <c:pt idx="236">
                  <c:v>0.19166666666666668</c:v>
                </c:pt>
                <c:pt idx="237">
                  <c:v>0.19166666666666668</c:v>
                </c:pt>
                <c:pt idx="238">
                  <c:v>0.19166666666666668</c:v>
                </c:pt>
                <c:pt idx="239">
                  <c:v>0.19583333333333333</c:v>
                </c:pt>
                <c:pt idx="240">
                  <c:v>0.2</c:v>
                </c:pt>
                <c:pt idx="241">
                  <c:v>0.20416666666666666</c:v>
                </c:pt>
                <c:pt idx="242">
                  <c:v>0.20416666666666666</c:v>
                </c:pt>
                <c:pt idx="243">
                  <c:v>0.20416666666666666</c:v>
                </c:pt>
                <c:pt idx="244">
                  <c:v>0.20416666666666666</c:v>
                </c:pt>
                <c:pt idx="245">
                  <c:v>0.20416666666666666</c:v>
                </c:pt>
                <c:pt idx="246">
                  <c:v>0.20416666666666666</c:v>
                </c:pt>
                <c:pt idx="247">
                  <c:v>0.20416666666666666</c:v>
                </c:pt>
                <c:pt idx="248">
                  <c:v>0.20833333333333334</c:v>
                </c:pt>
                <c:pt idx="249">
                  <c:v>0.20833333333333334</c:v>
                </c:pt>
                <c:pt idx="250">
                  <c:v>0.20833333333333334</c:v>
                </c:pt>
                <c:pt idx="251">
                  <c:v>0.20833333333333334</c:v>
                </c:pt>
                <c:pt idx="252">
                  <c:v>0.21249999999999999</c:v>
                </c:pt>
                <c:pt idx="253">
                  <c:v>0.21249999999999999</c:v>
                </c:pt>
                <c:pt idx="254">
                  <c:v>0.21249999999999999</c:v>
                </c:pt>
                <c:pt idx="255">
                  <c:v>0.21249999999999999</c:v>
                </c:pt>
                <c:pt idx="256">
                  <c:v>0.21249999999999999</c:v>
                </c:pt>
                <c:pt idx="257">
                  <c:v>0.21249999999999999</c:v>
                </c:pt>
                <c:pt idx="258">
                  <c:v>0.21249999999999999</c:v>
                </c:pt>
                <c:pt idx="259">
                  <c:v>0.21249999999999999</c:v>
                </c:pt>
                <c:pt idx="260">
                  <c:v>0.21249999999999999</c:v>
                </c:pt>
                <c:pt idx="261">
                  <c:v>0.21249999999999999</c:v>
                </c:pt>
                <c:pt idx="262">
                  <c:v>0.21249999999999999</c:v>
                </c:pt>
                <c:pt idx="263">
                  <c:v>0.21249999999999999</c:v>
                </c:pt>
                <c:pt idx="264">
                  <c:v>0.21249999999999999</c:v>
                </c:pt>
                <c:pt idx="265">
                  <c:v>0.21666666666666667</c:v>
                </c:pt>
                <c:pt idx="266">
                  <c:v>0.21666666666666667</c:v>
                </c:pt>
                <c:pt idx="267">
                  <c:v>0.21666666666666667</c:v>
                </c:pt>
                <c:pt idx="268">
                  <c:v>0.21666666666666667</c:v>
                </c:pt>
                <c:pt idx="269">
                  <c:v>0.21666666666666667</c:v>
                </c:pt>
                <c:pt idx="270">
                  <c:v>0.21666666666666667</c:v>
                </c:pt>
                <c:pt idx="271">
                  <c:v>0.22083333333333333</c:v>
                </c:pt>
                <c:pt idx="272">
                  <c:v>0.22083333333333333</c:v>
                </c:pt>
                <c:pt idx="273">
                  <c:v>0.22500000000000001</c:v>
                </c:pt>
                <c:pt idx="274">
                  <c:v>0.22500000000000001</c:v>
                </c:pt>
                <c:pt idx="275">
                  <c:v>0.22500000000000001</c:v>
                </c:pt>
                <c:pt idx="276">
                  <c:v>0.22500000000000001</c:v>
                </c:pt>
                <c:pt idx="277">
                  <c:v>0.22500000000000001</c:v>
                </c:pt>
                <c:pt idx="278">
                  <c:v>0.22500000000000001</c:v>
                </c:pt>
                <c:pt idx="279">
                  <c:v>0.22500000000000001</c:v>
                </c:pt>
                <c:pt idx="280">
                  <c:v>0.22500000000000001</c:v>
                </c:pt>
                <c:pt idx="281">
                  <c:v>0.22500000000000001</c:v>
                </c:pt>
                <c:pt idx="282">
                  <c:v>0.22916666666666666</c:v>
                </c:pt>
                <c:pt idx="283">
                  <c:v>0.22916666666666666</c:v>
                </c:pt>
                <c:pt idx="284">
                  <c:v>0.22916666666666666</c:v>
                </c:pt>
                <c:pt idx="285">
                  <c:v>0.22916666666666666</c:v>
                </c:pt>
                <c:pt idx="286">
                  <c:v>0.22916666666666666</c:v>
                </c:pt>
                <c:pt idx="287">
                  <c:v>0.22916666666666666</c:v>
                </c:pt>
                <c:pt idx="288">
                  <c:v>0.22916666666666666</c:v>
                </c:pt>
                <c:pt idx="289">
                  <c:v>0.22916666666666666</c:v>
                </c:pt>
                <c:pt idx="290">
                  <c:v>0.22916666666666666</c:v>
                </c:pt>
                <c:pt idx="291">
                  <c:v>0.22916666666666666</c:v>
                </c:pt>
                <c:pt idx="292">
                  <c:v>0.22916666666666666</c:v>
                </c:pt>
                <c:pt idx="293">
                  <c:v>0.22916666666666666</c:v>
                </c:pt>
                <c:pt idx="294">
                  <c:v>0.22916666666666666</c:v>
                </c:pt>
                <c:pt idx="295">
                  <c:v>0.22916666666666666</c:v>
                </c:pt>
                <c:pt idx="296">
                  <c:v>0.23333333333333334</c:v>
                </c:pt>
                <c:pt idx="297">
                  <c:v>0.23749999999999999</c:v>
                </c:pt>
                <c:pt idx="298">
                  <c:v>0.23749999999999999</c:v>
                </c:pt>
                <c:pt idx="299">
                  <c:v>0.23749999999999999</c:v>
                </c:pt>
                <c:pt idx="300">
                  <c:v>0.24166666666666667</c:v>
                </c:pt>
                <c:pt idx="301">
                  <c:v>0.24166666666666667</c:v>
                </c:pt>
                <c:pt idx="302">
                  <c:v>0.24583333333333332</c:v>
                </c:pt>
                <c:pt idx="303">
                  <c:v>0.24583333333333332</c:v>
                </c:pt>
                <c:pt idx="304">
                  <c:v>0.24583333333333332</c:v>
                </c:pt>
                <c:pt idx="305">
                  <c:v>0.24583333333333332</c:v>
                </c:pt>
                <c:pt idx="306">
                  <c:v>0.24583333333333332</c:v>
                </c:pt>
                <c:pt idx="307">
                  <c:v>0.24583333333333332</c:v>
                </c:pt>
                <c:pt idx="308">
                  <c:v>0.25</c:v>
                </c:pt>
                <c:pt idx="309">
                  <c:v>0.25416666666666665</c:v>
                </c:pt>
                <c:pt idx="310">
                  <c:v>0.25416666666666665</c:v>
                </c:pt>
                <c:pt idx="311">
                  <c:v>0.25416666666666665</c:v>
                </c:pt>
                <c:pt idx="312">
                  <c:v>0.25416666666666665</c:v>
                </c:pt>
                <c:pt idx="313">
                  <c:v>0.25416666666666665</c:v>
                </c:pt>
                <c:pt idx="314">
                  <c:v>0.25833333333333336</c:v>
                </c:pt>
                <c:pt idx="315">
                  <c:v>0.25833333333333336</c:v>
                </c:pt>
                <c:pt idx="316">
                  <c:v>0.25833333333333336</c:v>
                </c:pt>
                <c:pt idx="317">
                  <c:v>0.25833333333333336</c:v>
                </c:pt>
                <c:pt idx="318">
                  <c:v>0.26250000000000001</c:v>
                </c:pt>
                <c:pt idx="319">
                  <c:v>0.26250000000000001</c:v>
                </c:pt>
                <c:pt idx="320">
                  <c:v>0.26250000000000001</c:v>
                </c:pt>
                <c:pt idx="321">
                  <c:v>0.26250000000000001</c:v>
                </c:pt>
                <c:pt idx="322">
                  <c:v>0.26250000000000001</c:v>
                </c:pt>
                <c:pt idx="323">
                  <c:v>0.26250000000000001</c:v>
                </c:pt>
                <c:pt idx="324">
                  <c:v>0.26250000000000001</c:v>
                </c:pt>
                <c:pt idx="325">
                  <c:v>0.26250000000000001</c:v>
                </c:pt>
                <c:pt idx="326">
                  <c:v>0.26250000000000001</c:v>
                </c:pt>
                <c:pt idx="327">
                  <c:v>0.26250000000000001</c:v>
                </c:pt>
                <c:pt idx="328">
                  <c:v>0.26250000000000001</c:v>
                </c:pt>
                <c:pt idx="329">
                  <c:v>0.26250000000000001</c:v>
                </c:pt>
                <c:pt idx="330">
                  <c:v>0.26250000000000001</c:v>
                </c:pt>
                <c:pt idx="331">
                  <c:v>0.26666666666666666</c:v>
                </c:pt>
                <c:pt idx="332">
                  <c:v>0.26666666666666666</c:v>
                </c:pt>
                <c:pt idx="333">
                  <c:v>0.26666666666666666</c:v>
                </c:pt>
                <c:pt idx="334">
                  <c:v>0.26666666666666666</c:v>
                </c:pt>
                <c:pt idx="335">
                  <c:v>0.27083333333333331</c:v>
                </c:pt>
                <c:pt idx="336">
                  <c:v>0.27083333333333331</c:v>
                </c:pt>
                <c:pt idx="337">
                  <c:v>0.27083333333333331</c:v>
                </c:pt>
                <c:pt idx="338">
                  <c:v>0.27500000000000002</c:v>
                </c:pt>
                <c:pt idx="339">
                  <c:v>0.27500000000000002</c:v>
                </c:pt>
                <c:pt idx="340">
                  <c:v>0.27500000000000002</c:v>
                </c:pt>
                <c:pt idx="341">
                  <c:v>0.27500000000000002</c:v>
                </c:pt>
                <c:pt idx="342">
                  <c:v>0.27916666666666667</c:v>
                </c:pt>
                <c:pt idx="343">
                  <c:v>0.27916666666666667</c:v>
                </c:pt>
                <c:pt idx="344">
                  <c:v>0.27916666666666667</c:v>
                </c:pt>
                <c:pt idx="345">
                  <c:v>0.28333333333333333</c:v>
                </c:pt>
                <c:pt idx="346">
                  <c:v>0.28333333333333333</c:v>
                </c:pt>
                <c:pt idx="347">
                  <c:v>0.28333333333333333</c:v>
                </c:pt>
                <c:pt idx="348">
                  <c:v>0.28333333333333333</c:v>
                </c:pt>
                <c:pt idx="349">
                  <c:v>0.28749999999999998</c:v>
                </c:pt>
                <c:pt idx="350">
                  <c:v>0.28749999999999998</c:v>
                </c:pt>
                <c:pt idx="351">
                  <c:v>0.28749999999999998</c:v>
                </c:pt>
                <c:pt idx="352">
                  <c:v>0.29166666666666669</c:v>
                </c:pt>
                <c:pt idx="353">
                  <c:v>0.29166666666666669</c:v>
                </c:pt>
                <c:pt idx="354">
                  <c:v>0.29166666666666669</c:v>
                </c:pt>
                <c:pt idx="355">
                  <c:v>0.29166666666666669</c:v>
                </c:pt>
                <c:pt idx="356">
                  <c:v>0.29166666666666669</c:v>
                </c:pt>
                <c:pt idx="357">
                  <c:v>0.29166666666666669</c:v>
                </c:pt>
                <c:pt idx="358">
                  <c:v>0.29166666666666669</c:v>
                </c:pt>
                <c:pt idx="359">
                  <c:v>0.29166666666666669</c:v>
                </c:pt>
                <c:pt idx="360">
                  <c:v>0.29583333333333334</c:v>
                </c:pt>
                <c:pt idx="361">
                  <c:v>0.29583333333333334</c:v>
                </c:pt>
                <c:pt idx="362">
                  <c:v>0.29583333333333334</c:v>
                </c:pt>
                <c:pt idx="363">
                  <c:v>0.29583333333333334</c:v>
                </c:pt>
                <c:pt idx="364">
                  <c:v>0.29583333333333334</c:v>
                </c:pt>
                <c:pt idx="365">
                  <c:v>0.29583333333333334</c:v>
                </c:pt>
                <c:pt idx="366">
                  <c:v>0.3</c:v>
                </c:pt>
                <c:pt idx="367">
                  <c:v>0.30416666666666664</c:v>
                </c:pt>
                <c:pt idx="368">
                  <c:v>0.30416666666666664</c:v>
                </c:pt>
                <c:pt idx="369">
                  <c:v>0.30833333333333335</c:v>
                </c:pt>
                <c:pt idx="370">
                  <c:v>0.30833333333333335</c:v>
                </c:pt>
                <c:pt idx="371">
                  <c:v>0.30833333333333335</c:v>
                </c:pt>
                <c:pt idx="372">
                  <c:v>0.30833333333333335</c:v>
                </c:pt>
                <c:pt idx="373">
                  <c:v>0.3125</c:v>
                </c:pt>
                <c:pt idx="374">
                  <c:v>0.31666666666666665</c:v>
                </c:pt>
                <c:pt idx="375">
                  <c:v>0.32083333333333336</c:v>
                </c:pt>
                <c:pt idx="376">
                  <c:v>0.32083333333333336</c:v>
                </c:pt>
                <c:pt idx="377">
                  <c:v>0.32083333333333336</c:v>
                </c:pt>
                <c:pt idx="378">
                  <c:v>0.32083333333333336</c:v>
                </c:pt>
                <c:pt idx="379">
                  <c:v>0.32083333333333336</c:v>
                </c:pt>
                <c:pt idx="380">
                  <c:v>0.32083333333333336</c:v>
                </c:pt>
                <c:pt idx="381">
                  <c:v>0.32083333333333336</c:v>
                </c:pt>
                <c:pt idx="382">
                  <c:v>0.32083333333333336</c:v>
                </c:pt>
                <c:pt idx="383">
                  <c:v>0.32500000000000001</c:v>
                </c:pt>
                <c:pt idx="384">
                  <c:v>0.32500000000000001</c:v>
                </c:pt>
                <c:pt idx="385">
                  <c:v>0.32500000000000001</c:v>
                </c:pt>
                <c:pt idx="386">
                  <c:v>0.32500000000000001</c:v>
                </c:pt>
                <c:pt idx="387">
                  <c:v>0.32500000000000001</c:v>
                </c:pt>
                <c:pt idx="388">
                  <c:v>0.32500000000000001</c:v>
                </c:pt>
                <c:pt idx="389">
                  <c:v>0.32500000000000001</c:v>
                </c:pt>
                <c:pt idx="390">
                  <c:v>0.32500000000000001</c:v>
                </c:pt>
                <c:pt idx="391">
                  <c:v>0.32500000000000001</c:v>
                </c:pt>
                <c:pt idx="392">
                  <c:v>0.32916666666666666</c:v>
                </c:pt>
                <c:pt idx="393">
                  <c:v>0.32916666666666666</c:v>
                </c:pt>
                <c:pt idx="394">
                  <c:v>0.33333333333333331</c:v>
                </c:pt>
                <c:pt idx="395">
                  <c:v>0.33333333333333331</c:v>
                </c:pt>
                <c:pt idx="396">
                  <c:v>0.33333333333333331</c:v>
                </c:pt>
                <c:pt idx="397">
                  <c:v>0.33750000000000002</c:v>
                </c:pt>
                <c:pt idx="398">
                  <c:v>0.34166666666666667</c:v>
                </c:pt>
                <c:pt idx="399">
                  <c:v>0.34166666666666667</c:v>
                </c:pt>
                <c:pt idx="400">
                  <c:v>0.34166666666666667</c:v>
                </c:pt>
                <c:pt idx="401">
                  <c:v>0.34166666666666667</c:v>
                </c:pt>
                <c:pt idx="402">
                  <c:v>0.34583333333333333</c:v>
                </c:pt>
                <c:pt idx="403">
                  <c:v>0.35</c:v>
                </c:pt>
                <c:pt idx="404">
                  <c:v>0.35</c:v>
                </c:pt>
                <c:pt idx="405">
                  <c:v>0.35</c:v>
                </c:pt>
                <c:pt idx="406">
                  <c:v>0.35</c:v>
                </c:pt>
                <c:pt idx="407">
                  <c:v>0.35</c:v>
                </c:pt>
                <c:pt idx="408">
                  <c:v>0.35416666666666669</c:v>
                </c:pt>
                <c:pt idx="409">
                  <c:v>0.35416666666666669</c:v>
                </c:pt>
                <c:pt idx="410">
                  <c:v>0.35416666666666669</c:v>
                </c:pt>
                <c:pt idx="411">
                  <c:v>0.35416666666666669</c:v>
                </c:pt>
                <c:pt idx="412">
                  <c:v>0.35833333333333334</c:v>
                </c:pt>
                <c:pt idx="413">
                  <c:v>0.35833333333333334</c:v>
                </c:pt>
                <c:pt idx="414">
                  <c:v>0.35833333333333334</c:v>
                </c:pt>
                <c:pt idx="415">
                  <c:v>0.35833333333333334</c:v>
                </c:pt>
                <c:pt idx="416">
                  <c:v>0.35833333333333334</c:v>
                </c:pt>
                <c:pt idx="417">
                  <c:v>0.36249999999999999</c:v>
                </c:pt>
                <c:pt idx="418">
                  <c:v>0.36249999999999999</c:v>
                </c:pt>
                <c:pt idx="419">
                  <c:v>0.36249999999999999</c:v>
                </c:pt>
                <c:pt idx="420">
                  <c:v>0.36666666666666664</c:v>
                </c:pt>
                <c:pt idx="421">
                  <c:v>0.36666666666666664</c:v>
                </c:pt>
                <c:pt idx="422">
                  <c:v>0.36666666666666664</c:v>
                </c:pt>
                <c:pt idx="423">
                  <c:v>0.36666666666666664</c:v>
                </c:pt>
                <c:pt idx="424">
                  <c:v>0.36666666666666664</c:v>
                </c:pt>
                <c:pt idx="425">
                  <c:v>0.36666666666666664</c:v>
                </c:pt>
                <c:pt idx="426">
                  <c:v>0.37083333333333335</c:v>
                </c:pt>
                <c:pt idx="427">
                  <c:v>0.37083333333333335</c:v>
                </c:pt>
                <c:pt idx="428">
                  <c:v>0.375</c:v>
                </c:pt>
                <c:pt idx="429">
                  <c:v>0.375</c:v>
                </c:pt>
                <c:pt idx="430">
                  <c:v>0.37916666666666665</c:v>
                </c:pt>
                <c:pt idx="431">
                  <c:v>0.37916666666666665</c:v>
                </c:pt>
                <c:pt idx="432">
                  <c:v>0.37916666666666665</c:v>
                </c:pt>
                <c:pt idx="433">
                  <c:v>0.37916666666666665</c:v>
                </c:pt>
                <c:pt idx="434">
                  <c:v>0.37916666666666665</c:v>
                </c:pt>
                <c:pt idx="435">
                  <c:v>0.38333333333333336</c:v>
                </c:pt>
                <c:pt idx="436">
                  <c:v>0.38750000000000001</c:v>
                </c:pt>
                <c:pt idx="437">
                  <c:v>0.38750000000000001</c:v>
                </c:pt>
                <c:pt idx="438">
                  <c:v>0.38750000000000001</c:v>
                </c:pt>
                <c:pt idx="439">
                  <c:v>0.38750000000000001</c:v>
                </c:pt>
                <c:pt idx="440">
                  <c:v>0.38750000000000001</c:v>
                </c:pt>
                <c:pt idx="441">
                  <c:v>0.38750000000000001</c:v>
                </c:pt>
                <c:pt idx="442">
                  <c:v>0.38750000000000001</c:v>
                </c:pt>
                <c:pt idx="443">
                  <c:v>0.38750000000000001</c:v>
                </c:pt>
                <c:pt idx="444">
                  <c:v>0.38750000000000001</c:v>
                </c:pt>
                <c:pt idx="445">
                  <c:v>0.38750000000000001</c:v>
                </c:pt>
                <c:pt idx="446">
                  <c:v>0.39166666666666666</c:v>
                </c:pt>
                <c:pt idx="447">
                  <c:v>0.39166666666666666</c:v>
                </c:pt>
                <c:pt idx="448">
                  <c:v>0.39166666666666666</c:v>
                </c:pt>
                <c:pt idx="449">
                  <c:v>0.39166666666666666</c:v>
                </c:pt>
                <c:pt idx="450">
                  <c:v>0.39166666666666666</c:v>
                </c:pt>
                <c:pt idx="451">
                  <c:v>0.39166666666666666</c:v>
                </c:pt>
                <c:pt idx="452">
                  <c:v>0.39583333333333331</c:v>
                </c:pt>
                <c:pt idx="453">
                  <c:v>0.39583333333333331</c:v>
                </c:pt>
                <c:pt idx="454">
                  <c:v>0.39583333333333331</c:v>
                </c:pt>
                <c:pt idx="455">
                  <c:v>0.39583333333333331</c:v>
                </c:pt>
                <c:pt idx="456">
                  <c:v>0.39583333333333331</c:v>
                </c:pt>
                <c:pt idx="457">
                  <c:v>0.39583333333333331</c:v>
                </c:pt>
                <c:pt idx="458">
                  <c:v>0.39583333333333331</c:v>
                </c:pt>
                <c:pt idx="459">
                  <c:v>0.4</c:v>
                </c:pt>
                <c:pt idx="460">
                  <c:v>0.4</c:v>
                </c:pt>
                <c:pt idx="461">
                  <c:v>0.4</c:v>
                </c:pt>
                <c:pt idx="462">
                  <c:v>0.4</c:v>
                </c:pt>
                <c:pt idx="463">
                  <c:v>0.4</c:v>
                </c:pt>
                <c:pt idx="464">
                  <c:v>0.40416666666666667</c:v>
                </c:pt>
                <c:pt idx="465">
                  <c:v>0.40416666666666667</c:v>
                </c:pt>
                <c:pt idx="466">
                  <c:v>0.40416666666666667</c:v>
                </c:pt>
                <c:pt idx="467">
                  <c:v>0.40416666666666667</c:v>
                </c:pt>
                <c:pt idx="468">
                  <c:v>0.40416666666666667</c:v>
                </c:pt>
                <c:pt idx="469">
                  <c:v>0.40416666666666667</c:v>
                </c:pt>
                <c:pt idx="470">
                  <c:v>0.40416666666666667</c:v>
                </c:pt>
                <c:pt idx="471">
                  <c:v>0.40416666666666667</c:v>
                </c:pt>
                <c:pt idx="472">
                  <c:v>0.40416666666666667</c:v>
                </c:pt>
                <c:pt idx="473">
                  <c:v>0.40833333333333333</c:v>
                </c:pt>
                <c:pt idx="474">
                  <c:v>0.41249999999999998</c:v>
                </c:pt>
                <c:pt idx="475">
                  <c:v>0.41249999999999998</c:v>
                </c:pt>
                <c:pt idx="476">
                  <c:v>0.41666666666666669</c:v>
                </c:pt>
                <c:pt idx="477">
                  <c:v>0.41666666666666669</c:v>
                </c:pt>
                <c:pt idx="478">
                  <c:v>0.42083333333333334</c:v>
                </c:pt>
                <c:pt idx="479">
                  <c:v>0.42083333333333334</c:v>
                </c:pt>
                <c:pt idx="480">
                  <c:v>0.42083333333333334</c:v>
                </c:pt>
                <c:pt idx="481">
                  <c:v>0.42083333333333334</c:v>
                </c:pt>
                <c:pt idx="482">
                  <c:v>0.42083333333333334</c:v>
                </c:pt>
                <c:pt idx="483">
                  <c:v>0.42499999999999999</c:v>
                </c:pt>
                <c:pt idx="484">
                  <c:v>0.42916666666666664</c:v>
                </c:pt>
                <c:pt idx="485">
                  <c:v>0.42916666666666664</c:v>
                </c:pt>
                <c:pt idx="486">
                  <c:v>0.42916666666666664</c:v>
                </c:pt>
                <c:pt idx="487">
                  <c:v>0.42916666666666664</c:v>
                </c:pt>
                <c:pt idx="488">
                  <c:v>0.43333333333333335</c:v>
                </c:pt>
                <c:pt idx="489">
                  <c:v>0.43333333333333335</c:v>
                </c:pt>
                <c:pt idx="490">
                  <c:v>0.43333333333333335</c:v>
                </c:pt>
                <c:pt idx="491">
                  <c:v>0.4375</c:v>
                </c:pt>
                <c:pt idx="492">
                  <c:v>0.4375</c:v>
                </c:pt>
                <c:pt idx="493">
                  <c:v>0.4375</c:v>
                </c:pt>
                <c:pt idx="494">
                  <c:v>0.4375</c:v>
                </c:pt>
                <c:pt idx="495">
                  <c:v>0.4375</c:v>
                </c:pt>
                <c:pt idx="496">
                  <c:v>0.44166666666666665</c:v>
                </c:pt>
                <c:pt idx="497">
                  <c:v>0.44166666666666665</c:v>
                </c:pt>
                <c:pt idx="498">
                  <c:v>0.44583333333333336</c:v>
                </c:pt>
                <c:pt idx="499">
                  <c:v>0.44583333333333336</c:v>
                </c:pt>
                <c:pt idx="500">
                  <c:v>0.44583333333333336</c:v>
                </c:pt>
                <c:pt idx="501">
                  <c:v>0.44583333333333336</c:v>
                </c:pt>
                <c:pt idx="502">
                  <c:v>0.44583333333333336</c:v>
                </c:pt>
                <c:pt idx="503">
                  <c:v>0.45</c:v>
                </c:pt>
                <c:pt idx="504">
                  <c:v>0.45</c:v>
                </c:pt>
                <c:pt idx="505">
                  <c:v>0.45</c:v>
                </c:pt>
                <c:pt idx="506">
                  <c:v>0.45416666666666666</c:v>
                </c:pt>
                <c:pt idx="507">
                  <c:v>0.45833333333333331</c:v>
                </c:pt>
                <c:pt idx="508">
                  <c:v>0.46250000000000002</c:v>
                </c:pt>
                <c:pt idx="509">
                  <c:v>0.46250000000000002</c:v>
                </c:pt>
                <c:pt idx="510">
                  <c:v>0.46250000000000002</c:v>
                </c:pt>
                <c:pt idx="511">
                  <c:v>0.46250000000000002</c:v>
                </c:pt>
                <c:pt idx="512">
                  <c:v>0.46250000000000002</c:v>
                </c:pt>
                <c:pt idx="513">
                  <c:v>0.46250000000000002</c:v>
                </c:pt>
                <c:pt idx="514">
                  <c:v>0.46250000000000002</c:v>
                </c:pt>
                <c:pt idx="515">
                  <c:v>0.46666666666666667</c:v>
                </c:pt>
                <c:pt idx="516">
                  <c:v>0.46666666666666667</c:v>
                </c:pt>
                <c:pt idx="517">
                  <c:v>0.46666666666666667</c:v>
                </c:pt>
                <c:pt idx="518">
                  <c:v>0.46666666666666667</c:v>
                </c:pt>
                <c:pt idx="519">
                  <c:v>0.46666666666666667</c:v>
                </c:pt>
                <c:pt idx="520">
                  <c:v>0.47083333333333333</c:v>
                </c:pt>
                <c:pt idx="521">
                  <c:v>0.47083333333333333</c:v>
                </c:pt>
                <c:pt idx="522">
                  <c:v>0.47083333333333333</c:v>
                </c:pt>
                <c:pt idx="523">
                  <c:v>0.47499999999999998</c:v>
                </c:pt>
                <c:pt idx="524">
                  <c:v>0.47916666666666669</c:v>
                </c:pt>
                <c:pt idx="525">
                  <c:v>0.47916666666666669</c:v>
                </c:pt>
                <c:pt idx="526">
                  <c:v>0.47916666666666669</c:v>
                </c:pt>
                <c:pt idx="527">
                  <c:v>0.47916666666666669</c:v>
                </c:pt>
                <c:pt idx="528">
                  <c:v>0.48333333333333334</c:v>
                </c:pt>
                <c:pt idx="529">
                  <c:v>0.48333333333333334</c:v>
                </c:pt>
                <c:pt idx="530">
                  <c:v>0.48333333333333334</c:v>
                </c:pt>
                <c:pt idx="531">
                  <c:v>0.48333333333333334</c:v>
                </c:pt>
                <c:pt idx="532">
                  <c:v>0.48333333333333334</c:v>
                </c:pt>
                <c:pt idx="533">
                  <c:v>0.48749999999999999</c:v>
                </c:pt>
                <c:pt idx="534">
                  <c:v>0.49166666666666664</c:v>
                </c:pt>
                <c:pt idx="535">
                  <c:v>0.49583333333333335</c:v>
                </c:pt>
                <c:pt idx="536">
                  <c:v>0.49583333333333335</c:v>
                </c:pt>
                <c:pt idx="537">
                  <c:v>0.49583333333333335</c:v>
                </c:pt>
                <c:pt idx="538">
                  <c:v>0.49583333333333335</c:v>
                </c:pt>
                <c:pt idx="539">
                  <c:v>0.49583333333333335</c:v>
                </c:pt>
                <c:pt idx="540">
                  <c:v>0.5</c:v>
                </c:pt>
                <c:pt idx="541">
                  <c:v>0.5</c:v>
                </c:pt>
                <c:pt idx="542">
                  <c:v>0.5</c:v>
                </c:pt>
                <c:pt idx="543">
                  <c:v>0.5</c:v>
                </c:pt>
                <c:pt idx="544">
                  <c:v>0.5</c:v>
                </c:pt>
                <c:pt idx="545">
                  <c:v>0.50416666666666665</c:v>
                </c:pt>
                <c:pt idx="546">
                  <c:v>0.50416666666666665</c:v>
                </c:pt>
                <c:pt idx="547">
                  <c:v>0.5083333333333333</c:v>
                </c:pt>
                <c:pt idx="548">
                  <c:v>0.5083333333333333</c:v>
                </c:pt>
                <c:pt idx="549">
                  <c:v>0.5083333333333333</c:v>
                </c:pt>
                <c:pt idx="550">
                  <c:v>0.5083333333333333</c:v>
                </c:pt>
                <c:pt idx="551">
                  <c:v>0.51249999999999996</c:v>
                </c:pt>
                <c:pt idx="552">
                  <c:v>0.51249999999999996</c:v>
                </c:pt>
                <c:pt idx="553">
                  <c:v>0.51249999999999996</c:v>
                </c:pt>
                <c:pt idx="554">
                  <c:v>0.51666666666666672</c:v>
                </c:pt>
                <c:pt idx="555">
                  <c:v>0.51666666666666672</c:v>
                </c:pt>
                <c:pt idx="556">
                  <c:v>0.51666666666666672</c:v>
                </c:pt>
                <c:pt idx="557">
                  <c:v>0.51666666666666672</c:v>
                </c:pt>
                <c:pt idx="558">
                  <c:v>0.52083333333333337</c:v>
                </c:pt>
                <c:pt idx="559">
                  <c:v>0.52500000000000002</c:v>
                </c:pt>
                <c:pt idx="560">
                  <c:v>0.52500000000000002</c:v>
                </c:pt>
                <c:pt idx="561">
                  <c:v>0.52500000000000002</c:v>
                </c:pt>
                <c:pt idx="562">
                  <c:v>0.52916666666666667</c:v>
                </c:pt>
                <c:pt idx="563">
                  <c:v>0.53333333333333333</c:v>
                </c:pt>
                <c:pt idx="564">
                  <c:v>0.53333333333333333</c:v>
                </c:pt>
                <c:pt idx="565">
                  <c:v>0.53749999999999998</c:v>
                </c:pt>
                <c:pt idx="566">
                  <c:v>0.53749999999999998</c:v>
                </c:pt>
                <c:pt idx="567">
                  <c:v>0.53749999999999998</c:v>
                </c:pt>
                <c:pt idx="568">
                  <c:v>0.54166666666666663</c:v>
                </c:pt>
                <c:pt idx="569">
                  <c:v>0.54583333333333328</c:v>
                </c:pt>
                <c:pt idx="570">
                  <c:v>0.54583333333333328</c:v>
                </c:pt>
                <c:pt idx="571">
                  <c:v>0.54583333333333328</c:v>
                </c:pt>
                <c:pt idx="572">
                  <c:v>0.54583333333333328</c:v>
                </c:pt>
                <c:pt idx="573">
                  <c:v>0.54583333333333328</c:v>
                </c:pt>
                <c:pt idx="574">
                  <c:v>0.54583333333333328</c:v>
                </c:pt>
                <c:pt idx="575">
                  <c:v>0.54583333333333328</c:v>
                </c:pt>
                <c:pt idx="576">
                  <c:v>0.54583333333333328</c:v>
                </c:pt>
                <c:pt idx="577">
                  <c:v>0.54583333333333328</c:v>
                </c:pt>
                <c:pt idx="578">
                  <c:v>0.54583333333333328</c:v>
                </c:pt>
                <c:pt idx="579">
                  <c:v>0.54583333333333328</c:v>
                </c:pt>
                <c:pt idx="580">
                  <c:v>0.54583333333333328</c:v>
                </c:pt>
                <c:pt idx="581">
                  <c:v>0.54583333333333328</c:v>
                </c:pt>
                <c:pt idx="582">
                  <c:v>0.54583333333333328</c:v>
                </c:pt>
                <c:pt idx="583">
                  <c:v>0.54583333333333328</c:v>
                </c:pt>
                <c:pt idx="584">
                  <c:v>0.54583333333333328</c:v>
                </c:pt>
                <c:pt idx="585">
                  <c:v>0.54583333333333328</c:v>
                </c:pt>
                <c:pt idx="586">
                  <c:v>0.55000000000000004</c:v>
                </c:pt>
                <c:pt idx="587">
                  <c:v>0.55000000000000004</c:v>
                </c:pt>
                <c:pt idx="588">
                  <c:v>0.55000000000000004</c:v>
                </c:pt>
                <c:pt idx="589">
                  <c:v>0.55000000000000004</c:v>
                </c:pt>
                <c:pt idx="590">
                  <c:v>0.5541666666666667</c:v>
                </c:pt>
                <c:pt idx="591">
                  <c:v>0.5541666666666667</c:v>
                </c:pt>
                <c:pt idx="592">
                  <c:v>0.5541666666666667</c:v>
                </c:pt>
                <c:pt idx="593">
                  <c:v>0.5541666666666667</c:v>
                </c:pt>
                <c:pt idx="594">
                  <c:v>0.5541666666666667</c:v>
                </c:pt>
                <c:pt idx="595">
                  <c:v>0.5541666666666667</c:v>
                </c:pt>
                <c:pt idx="596">
                  <c:v>0.5541666666666667</c:v>
                </c:pt>
                <c:pt idx="597">
                  <c:v>0.5541666666666667</c:v>
                </c:pt>
                <c:pt idx="598">
                  <c:v>0.5541666666666667</c:v>
                </c:pt>
                <c:pt idx="599">
                  <c:v>0.5541666666666667</c:v>
                </c:pt>
                <c:pt idx="600">
                  <c:v>0.5541666666666667</c:v>
                </c:pt>
                <c:pt idx="601">
                  <c:v>0.55833333333333335</c:v>
                </c:pt>
                <c:pt idx="602">
                  <c:v>0.55833333333333335</c:v>
                </c:pt>
                <c:pt idx="603">
                  <c:v>0.55833333333333335</c:v>
                </c:pt>
                <c:pt idx="604">
                  <c:v>0.55833333333333335</c:v>
                </c:pt>
                <c:pt idx="605">
                  <c:v>0.55833333333333335</c:v>
                </c:pt>
                <c:pt idx="606">
                  <c:v>0.5625</c:v>
                </c:pt>
                <c:pt idx="607">
                  <c:v>0.5625</c:v>
                </c:pt>
                <c:pt idx="608">
                  <c:v>0.56666666666666665</c:v>
                </c:pt>
                <c:pt idx="609">
                  <c:v>0.5708333333333333</c:v>
                </c:pt>
                <c:pt idx="610">
                  <c:v>0.5708333333333333</c:v>
                </c:pt>
                <c:pt idx="611">
                  <c:v>0.57499999999999996</c:v>
                </c:pt>
                <c:pt idx="612">
                  <c:v>0.57499999999999996</c:v>
                </c:pt>
                <c:pt idx="613">
                  <c:v>0.57916666666666672</c:v>
                </c:pt>
                <c:pt idx="614">
                  <c:v>0.58333333333333337</c:v>
                </c:pt>
                <c:pt idx="615">
                  <c:v>0.58333333333333337</c:v>
                </c:pt>
                <c:pt idx="616">
                  <c:v>0.58333333333333337</c:v>
                </c:pt>
                <c:pt idx="617">
                  <c:v>0.58333333333333337</c:v>
                </c:pt>
                <c:pt idx="618">
                  <c:v>0.58333333333333337</c:v>
                </c:pt>
                <c:pt idx="619">
                  <c:v>0.58333333333333337</c:v>
                </c:pt>
                <c:pt idx="620">
                  <c:v>0.58333333333333337</c:v>
                </c:pt>
                <c:pt idx="621">
                  <c:v>0.58750000000000002</c:v>
                </c:pt>
                <c:pt idx="622">
                  <c:v>0.58750000000000002</c:v>
                </c:pt>
                <c:pt idx="623">
                  <c:v>0.58750000000000002</c:v>
                </c:pt>
                <c:pt idx="624">
                  <c:v>0.58750000000000002</c:v>
                </c:pt>
                <c:pt idx="625">
                  <c:v>0.58750000000000002</c:v>
                </c:pt>
                <c:pt idx="626">
                  <c:v>0.59166666666666667</c:v>
                </c:pt>
                <c:pt idx="627">
                  <c:v>0.59166666666666667</c:v>
                </c:pt>
                <c:pt idx="628">
                  <c:v>0.59166666666666667</c:v>
                </c:pt>
                <c:pt idx="629">
                  <c:v>0.59166666666666667</c:v>
                </c:pt>
                <c:pt idx="630">
                  <c:v>0.59583333333333333</c:v>
                </c:pt>
                <c:pt idx="631">
                  <c:v>0.59583333333333333</c:v>
                </c:pt>
                <c:pt idx="632">
                  <c:v>0.59583333333333333</c:v>
                </c:pt>
                <c:pt idx="633">
                  <c:v>0.59583333333333333</c:v>
                </c:pt>
                <c:pt idx="634">
                  <c:v>0.6</c:v>
                </c:pt>
                <c:pt idx="635">
                  <c:v>0.60416666666666663</c:v>
                </c:pt>
                <c:pt idx="636">
                  <c:v>0.60416666666666663</c:v>
                </c:pt>
                <c:pt idx="637">
                  <c:v>0.60416666666666663</c:v>
                </c:pt>
                <c:pt idx="638">
                  <c:v>0.60416666666666663</c:v>
                </c:pt>
                <c:pt idx="639">
                  <c:v>0.60416666666666663</c:v>
                </c:pt>
                <c:pt idx="640">
                  <c:v>0.60416666666666663</c:v>
                </c:pt>
                <c:pt idx="641">
                  <c:v>0.60416666666666663</c:v>
                </c:pt>
                <c:pt idx="642">
                  <c:v>0.60833333333333328</c:v>
                </c:pt>
                <c:pt idx="643">
                  <c:v>0.60833333333333328</c:v>
                </c:pt>
                <c:pt idx="644">
                  <c:v>0.60833333333333328</c:v>
                </c:pt>
                <c:pt idx="645">
                  <c:v>0.61250000000000004</c:v>
                </c:pt>
                <c:pt idx="646">
                  <c:v>0.61250000000000004</c:v>
                </c:pt>
                <c:pt idx="647">
                  <c:v>0.61250000000000004</c:v>
                </c:pt>
                <c:pt idx="648">
                  <c:v>0.61250000000000004</c:v>
                </c:pt>
                <c:pt idx="649">
                  <c:v>0.61250000000000004</c:v>
                </c:pt>
                <c:pt idx="650">
                  <c:v>0.6166666666666667</c:v>
                </c:pt>
                <c:pt idx="651">
                  <c:v>0.62083333333333335</c:v>
                </c:pt>
                <c:pt idx="652">
                  <c:v>0.625</c:v>
                </c:pt>
                <c:pt idx="653">
                  <c:v>0.625</c:v>
                </c:pt>
                <c:pt idx="654">
                  <c:v>0.625</c:v>
                </c:pt>
                <c:pt idx="655">
                  <c:v>0.62916666666666665</c:v>
                </c:pt>
                <c:pt idx="656">
                  <c:v>0.62916666666666665</c:v>
                </c:pt>
                <c:pt idx="657">
                  <c:v>0.62916666666666665</c:v>
                </c:pt>
                <c:pt idx="658">
                  <c:v>0.62916666666666665</c:v>
                </c:pt>
                <c:pt idx="659">
                  <c:v>0.6333333333333333</c:v>
                </c:pt>
                <c:pt idx="660">
                  <c:v>0.6333333333333333</c:v>
                </c:pt>
                <c:pt idx="661">
                  <c:v>0.6333333333333333</c:v>
                </c:pt>
                <c:pt idx="662">
                  <c:v>0.6333333333333333</c:v>
                </c:pt>
                <c:pt idx="663">
                  <c:v>0.6333333333333333</c:v>
                </c:pt>
                <c:pt idx="664">
                  <c:v>0.63749999999999996</c:v>
                </c:pt>
                <c:pt idx="665">
                  <c:v>0.63749999999999996</c:v>
                </c:pt>
                <c:pt idx="666">
                  <c:v>0.64166666666666672</c:v>
                </c:pt>
                <c:pt idx="667">
                  <c:v>0.64166666666666672</c:v>
                </c:pt>
                <c:pt idx="668">
                  <c:v>0.64166666666666672</c:v>
                </c:pt>
                <c:pt idx="669">
                  <c:v>0.64583333333333337</c:v>
                </c:pt>
                <c:pt idx="670">
                  <c:v>0.64583333333333337</c:v>
                </c:pt>
                <c:pt idx="671">
                  <c:v>0.64583333333333337</c:v>
                </c:pt>
                <c:pt idx="672">
                  <c:v>0.65</c:v>
                </c:pt>
                <c:pt idx="673">
                  <c:v>0.65</c:v>
                </c:pt>
                <c:pt idx="674">
                  <c:v>0.65416666666666667</c:v>
                </c:pt>
                <c:pt idx="675">
                  <c:v>0.65416666666666667</c:v>
                </c:pt>
                <c:pt idx="676">
                  <c:v>0.65416666666666667</c:v>
                </c:pt>
                <c:pt idx="677">
                  <c:v>0.65416666666666667</c:v>
                </c:pt>
                <c:pt idx="678">
                  <c:v>0.65416666666666667</c:v>
                </c:pt>
                <c:pt idx="679">
                  <c:v>0.65416666666666667</c:v>
                </c:pt>
                <c:pt idx="680">
                  <c:v>0.65416666666666667</c:v>
                </c:pt>
                <c:pt idx="681">
                  <c:v>0.65416666666666667</c:v>
                </c:pt>
                <c:pt idx="682">
                  <c:v>0.65416666666666667</c:v>
                </c:pt>
                <c:pt idx="683">
                  <c:v>0.65416666666666667</c:v>
                </c:pt>
                <c:pt idx="684">
                  <c:v>0.65416666666666667</c:v>
                </c:pt>
                <c:pt idx="685">
                  <c:v>0.65416666666666667</c:v>
                </c:pt>
                <c:pt idx="686">
                  <c:v>0.65416666666666667</c:v>
                </c:pt>
                <c:pt idx="687">
                  <c:v>0.65416666666666667</c:v>
                </c:pt>
                <c:pt idx="688">
                  <c:v>0.65416666666666667</c:v>
                </c:pt>
                <c:pt idx="689">
                  <c:v>0.65416666666666667</c:v>
                </c:pt>
                <c:pt idx="690">
                  <c:v>0.65833333333333333</c:v>
                </c:pt>
                <c:pt idx="691">
                  <c:v>0.65833333333333333</c:v>
                </c:pt>
                <c:pt idx="692">
                  <c:v>0.65833333333333333</c:v>
                </c:pt>
                <c:pt idx="693">
                  <c:v>0.65833333333333333</c:v>
                </c:pt>
                <c:pt idx="694">
                  <c:v>0.66249999999999998</c:v>
                </c:pt>
                <c:pt idx="695">
                  <c:v>0.66249999999999998</c:v>
                </c:pt>
                <c:pt idx="696">
                  <c:v>0.66249999999999998</c:v>
                </c:pt>
                <c:pt idx="697">
                  <c:v>0.66249999999999998</c:v>
                </c:pt>
                <c:pt idx="698">
                  <c:v>0.66249999999999998</c:v>
                </c:pt>
                <c:pt idx="699">
                  <c:v>0.66666666666666663</c:v>
                </c:pt>
                <c:pt idx="700">
                  <c:v>0.66666666666666663</c:v>
                </c:pt>
                <c:pt idx="701">
                  <c:v>0.66666666666666663</c:v>
                </c:pt>
                <c:pt idx="702">
                  <c:v>0.66666666666666663</c:v>
                </c:pt>
                <c:pt idx="703">
                  <c:v>0.66666666666666663</c:v>
                </c:pt>
                <c:pt idx="704">
                  <c:v>0.67083333333333328</c:v>
                </c:pt>
                <c:pt idx="705">
                  <c:v>0.67500000000000004</c:v>
                </c:pt>
                <c:pt idx="706">
                  <c:v>0.67500000000000004</c:v>
                </c:pt>
                <c:pt idx="707">
                  <c:v>0.67500000000000004</c:v>
                </c:pt>
                <c:pt idx="708">
                  <c:v>0.6791666666666667</c:v>
                </c:pt>
                <c:pt idx="709">
                  <c:v>0.68333333333333335</c:v>
                </c:pt>
                <c:pt idx="710">
                  <c:v>0.68333333333333335</c:v>
                </c:pt>
                <c:pt idx="711">
                  <c:v>0.68333333333333335</c:v>
                </c:pt>
                <c:pt idx="712">
                  <c:v>0.6875</c:v>
                </c:pt>
                <c:pt idx="713">
                  <c:v>0.6875</c:v>
                </c:pt>
                <c:pt idx="714">
                  <c:v>0.69166666666666665</c:v>
                </c:pt>
                <c:pt idx="715">
                  <c:v>0.69166666666666665</c:v>
                </c:pt>
                <c:pt idx="716">
                  <c:v>0.69166666666666665</c:v>
                </c:pt>
                <c:pt idx="717">
                  <c:v>0.6958333333333333</c:v>
                </c:pt>
                <c:pt idx="718">
                  <c:v>0.7</c:v>
                </c:pt>
                <c:pt idx="719">
                  <c:v>0.70416666666666672</c:v>
                </c:pt>
                <c:pt idx="720">
                  <c:v>0.70416666666666672</c:v>
                </c:pt>
                <c:pt idx="721">
                  <c:v>0.70416666666666672</c:v>
                </c:pt>
                <c:pt idx="722">
                  <c:v>0.70416666666666672</c:v>
                </c:pt>
                <c:pt idx="723">
                  <c:v>0.70416666666666672</c:v>
                </c:pt>
                <c:pt idx="724">
                  <c:v>0.70416666666666672</c:v>
                </c:pt>
                <c:pt idx="725">
                  <c:v>0.70416666666666672</c:v>
                </c:pt>
                <c:pt idx="726">
                  <c:v>0.70416666666666672</c:v>
                </c:pt>
                <c:pt idx="727">
                  <c:v>0.70416666666666672</c:v>
                </c:pt>
                <c:pt idx="728">
                  <c:v>0.70833333333333337</c:v>
                </c:pt>
                <c:pt idx="729">
                  <c:v>0.70833333333333337</c:v>
                </c:pt>
                <c:pt idx="730">
                  <c:v>0.71250000000000002</c:v>
                </c:pt>
                <c:pt idx="731">
                  <c:v>0.71666666666666667</c:v>
                </c:pt>
                <c:pt idx="732">
                  <c:v>0.71666666666666667</c:v>
                </c:pt>
                <c:pt idx="733">
                  <c:v>0.71666666666666667</c:v>
                </c:pt>
                <c:pt idx="734">
                  <c:v>0.72083333333333333</c:v>
                </c:pt>
                <c:pt idx="735">
                  <c:v>0.72499999999999998</c:v>
                </c:pt>
                <c:pt idx="736">
                  <c:v>0.72499999999999998</c:v>
                </c:pt>
                <c:pt idx="737">
                  <c:v>0.72499999999999998</c:v>
                </c:pt>
                <c:pt idx="738">
                  <c:v>0.72499999999999998</c:v>
                </c:pt>
                <c:pt idx="739">
                  <c:v>0.72499999999999998</c:v>
                </c:pt>
                <c:pt idx="740">
                  <c:v>0.72916666666666663</c:v>
                </c:pt>
                <c:pt idx="741">
                  <c:v>0.72916666666666663</c:v>
                </c:pt>
                <c:pt idx="742">
                  <c:v>0.72916666666666663</c:v>
                </c:pt>
                <c:pt idx="743">
                  <c:v>0.72916666666666663</c:v>
                </c:pt>
                <c:pt idx="744">
                  <c:v>0.73333333333333328</c:v>
                </c:pt>
                <c:pt idx="745">
                  <c:v>0.73333333333333328</c:v>
                </c:pt>
                <c:pt idx="746">
                  <c:v>0.73333333333333328</c:v>
                </c:pt>
                <c:pt idx="747">
                  <c:v>0.73333333333333328</c:v>
                </c:pt>
                <c:pt idx="748">
                  <c:v>0.73750000000000004</c:v>
                </c:pt>
                <c:pt idx="749">
                  <c:v>0.73750000000000004</c:v>
                </c:pt>
                <c:pt idx="750">
                  <c:v>0.73750000000000004</c:v>
                </c:pt>
                <c:pt idx="751">
                  <c:v>0.73750000000000004</c:v>
                </c:pt>
                <c:pt idx="752">
                  <c:v>0.7416666666666667</c:v>
                </c:pt>
                <c:pt idx="753">
                  <c:v>0.7416666666666667</c:v>
                </c:pt>
                <c:pt idx="754">
                  <c:v>0.7416666666666667</c:v>
                </c:pt>
                <c:pt idx="755">
                  <c:v>0.7416666666666667</c:v>
                </c:pt>
                <c:pt idx="756">
                  <c:v>0.7416666666666667</c:v>
                </c:pt>
                <c:pt idx="757">
                  <c:v>0.7416666666666667</c:v>
                </c:pt>
                <c:pt idx="758">
                  <c:v>0.7416666666666667</c:v>
                </c:pt>
                <c:pt idx="759">
                  <c:v>0.7416666666666667</c:v>
                </c:pt>
                <c:pt idx="760">
                  <c:v>0.74583333333333335</c:v>
                </c:pt>
                <c:pt idx="761">
                  <c:v>0.74583333333333335</c:v>
                </c:pt>
                <c:pt idx="762">
                  <c:v>0.75</c:v>
                </c:pt>
                <c:pt idx="763">
                  <c:v>0.75416666666666665</c:v>
                </c:pt>
                <c:pt idx="764">
                  <c:v>0.7583333333333333</c:v>
                </c:pt>
                <c:pt idx="765">
                  <c:v>0.7583333333333333</c:v>
                </c:pt>
                <c:pt idx="766">
                  <c:v>0.7583333333333333</c:v>
                </c:pt>
                <c:pt idx="767">
                  <c:v>0.7583333333333333</c:v>
                </c:pt>
                <c:pt idx="768">
                  <c:v>0.7583333333333333</c:v>
                </c:pt>
                <c:pt idx="769">
                  <c:v>0.7583333333333333</c:v>
                </c:pt>
                <c:pt idx="770">
                  <c:v>0.7583333333333333</c:v>
                </c:pt>
                <c:pt idx="771">
                  <c:v>0.7583333333333333</c:v>
                </c:pt>
                <c:pt idx="772">
                  <c:v>0.7583333333333333</c:v>
                </c:pt>
                <c:pt idx="773">
                  <c:v>0.7583333333333333</c:v>
                </c:pt>
                <c:pt idx="774">
                  <c:v>0.76249999999999996</c:v>
                </c:pt>
                <c:pt idx="775">
                  <c:v>0.76249999999999996</c:v>
                </c:pt>
                <c:pt idx="776">
                  <c:v>0.76249999999999996</c:v>
                </c:pt>
                <c:pt idx="777">
                  <c:v>0.76249999999999996</c:v>
                </c:pt>
                <c:pt idx="778">
                  <c:v>0.76666666666666672</c:v>
                </c:pt>
                <c:pt idx="779">
                  <c:v>0.77083333333333337</c:v>
                </c:pt>
                <c:pt idx="780">
                  <c:v>0.77083333333333337</c:v>
                </c:pt>
                <c:pt idx="781">
                  <c:v>0.77500000000000002</c:v>
                </c:pt>
                <c:pt idx="782">
                  <c:v>0.77916666666666667</c:v>
                </c:pt>
                <c:pt idx="783">
                  <c:v>0.77916666666666667</c:v>
                </c:pt>
                <c:pt idx="784">
                  <c:v>0.77916666666666667</c:v>
                </c:pt>
                <c:pt idx="785">
                  <c:v>0.77916666666666667</c:v>
                </c:pt>
                <c:pt idx="786">
                  <c:v>0.77916666666666667</c:v>
                </c:pt>
                <c:pt idx="787">
                  <c:v>0.77916666666666667</c:v>
                </c:pt>
                <c:pt idx="788">
                  <c:v>0.77916666666666667</c:v>
                </c:pt>
                <c:pt idx="789">
                  <c:v>0.78333333333333333</c:v>
                </c:pt>
                <c:pt idx="790">
                  <c:v>0.78749999999999998</c:v>
                </c:pt>
                <c:pt idx="791">
                  <c:v>0.79166666666666663</c:v>
                </c:pt>
                <c:pt idx="792">
                  <c:v>0.79166666666666663</c:v>
                </c:pt>
                <c:pt idx="793">
                  <c:v>0.79583333333333328</c:v>
                </c:pt>
                <c:pt idx="794">
                  <c:v>0.79583333333333328</c:v>
                </c:pt>
                <c:pt idx="795">
                  <c:v>0.79583333333333328</c:v>
                </c:pt>
                <c:pt idx="796">
                  <c:v>0.79583333333333328</c:v>
                </c:pt>
                <c:pt idx="797">
                  <c:v>0.79583333333333328</c:v>
                </c:pt>
                <c:pt idx="798">
                  <c:v>0.79583333333333328</c:v>
                </c:pt>
                <c:pt idx="799">
                  <c:v>0.79583333333333328</c:v>
                </c:pt>
                <c:pt idx="800">
                  <c:v>0.8</c:v>
                </c:pt>
                <c:pt idx="801">
                  <c:v>0.8</c:v>
                </c:pt>
                <c:pt idx="802">
                  <c:v>0.8</c:v>
                </c:pt>
                <c:pt idx="803">
                  <c:v>0.8041666666666667</c:v>
                </c:pt>
                <c:pt idx="804">
                  <c:v>0.8041666666666667</c:v>
                </c:pt>
                <c:pt idx="805">
                  <c:v>0.8041666666666667</c:v>
                </c:pt>
                <c:pt idx="806">
                  <c:v>0.80833333333333335</c:v>
                </c:pt>
                <c:pt idx="807">
                  <c:v>0.80833333333333335</c:v>
                </c:pt>
                <c:pt idx="808">
                  <c:v>0.80833333333333335</c:v>
                </c:pt>
                <c:pt idx="809">
                  <c:v>0.80833333333333335</c:v>
                </c:pt>
                <c:pt idx="810">
                  <c:v>0.80833333333333335</c:v>
                </c:pt>
                <c:pt idx="811">
                  <c:v>0.80833333333333335</c:v>
                </c:pt>
                <c:pt idx="812">
                  <c:v>0.80833333333333335</c:v>
                </c:pt>
                <c:pt idx="813">
                  <c:v>0.80833333333333335</c:v>
                </c:pt>
                <c:pt idx="814">
                  <c:v>0.80833333333333335</c:v>
                </c:pt>
                <c:pt idx="815">
                  <c:v>0.80833333333333335</c:v>
                </c:pt>
                <c:pt idx="816">
                  <c:v>0.80833333333333335</c:v>
                </c:pt>
                <c:pt idx="817">
                  <c:v>0.8125</c:v>
                </c:pt>
                <c:pt idx="818">
                  <c:v>0.81666666666666665</c:v>
                </c:pt>
                <c:pt idx="819">
                  <c:v>0.81666666666666665</c:v>
                </c:pt>
                <c:pt idx="820">
                  <c:v>0.8208333333333333</c:v>
                </c:pt>
                <c:pt idx="821">
                  <c:v>0.82499999999999996</c:v>
                </c:pt>
                <c:pt idx="822">
                  <c:v>0.82499999999999996</c:v>
                </c:pt>
                <c:pt idx="823">
                  <c:v>0.82499999999999996</c:v>
                </c:pt>
                <c:pt idx="824">
                  <c:v>0.82916666666666672</c:v>
                </c:pt>
                <c:pt idx="825">
                  <c:v>0.82916666666666672</c:v>
                </c:pt>
                <c:pt idx="826">
                  <c:v>0.83333333333333337</c:v>
                </c:pt>
                <c:pt idx="827">
                  <c:v>0.83333333333333337</c:v>
                </c:pt>
                <c:pt idx="828">
                  <c:v>0.83333333333333337</c:v>
                </c:pt>
                <c:pt idx="829">
                  <c:v>0.83750000000000002</c:v>
                </c:pt>
                <c:pt idx="830">
                  <c:v>0.83750000000000002</c:v>
                </c:pt>
                <c:pt idx="831">
                  <c:v>0.83750000000000002</c:v>
                </c:pt>
                <c:pt idx="832">
                  <c:v>0.83750000000000002</c:v>
                </c:pt>
                <c:pt idx="833">
                  <c:v>0.83750000000000002</c:v>
                </c:pt>
                <c:pt idx="834">
                  <c:v>0.83750000000000002</c:v>
                </c:pt>
                <c:pt idx="835">
                  <c:v>0.84166666666666667</c:v>
                </c:pt>
                <c:pt idx="836">
                  <c:v>0.84166666666666667</c:v>
                </c:pt>
                <c:pt idx="837">
                  <c:v>0.84166666666666667</c:v>
                </c:pt>
                <c:pt idx="838">
                  <c:v>0.84166666666666667</c:v>
                </c:pt>
                <c:pt idx="839">
                  <c:v>0.84583333333333333</c:v>
                </c:pt>
                <c:pt idx="840">
                  <c:v>0.84583333333333333</c:v>
                </c:pt>
                <c:pt idx="841">
                  <c:v>0.85</c:v>
                </c:pt>
                <c:pt idx="842">
                  <c:v>0.85</c:v>
                </c:pt>
                <c:pt idx="843">
                  <c:v>0.85</c:v>
                </c:pt>
                <c:pt idx="844">
                  <c:v>0.85416666666666663</c:v>
                </c:pt>
                <c:pt idx="845">
                  <c:v>0.85416666666666663</c:v>
                </c:pt>
                <c:pt idx="846">
                  <c:v>0.85833333333333328</c:v>
                </c:pt>
                <c:pt idx="847">
                  <c:v>0.85833333333333328</c:v>
                </c:pt>
                <c:pt idx="848">
                  <c:v>0.85833333333333328</c:v>
                </c:pt>
                <c:pt idx="849">
                  <c:v>0.85833333333333328</c:v>
                </c:pt>
                <c:pt idx="850">
                  <c:v>0.86250000000000004</c:v>
                </c:pt>
                <c:pt idx="851">
                  <c:v>0.8666666666666667</c:v>
                </c:pt>
                <c:pt idx="852">
                  <c:v>0.8666666666666667</c:v>
                </c:pt>
                <c:pt idx="853">
                  <c:v>0.8666666666666667</c:v>
                </c:pt>
                <c:pt idx="854">
                  <c:v>0.8666666666666667</c:v>
                </c:pt>
                <c:pt idx="855">
                  <c:v>0.8666666666666667</c:v>
                </c:pt>
                <c:pt idx="856">
                  <c:v>0.8666666666666667</c:v>
                </c:pt>
                <c:pt idx="857">
                  <c:v>0.87083333333333335</c:v>
                </c:pt>
                <c:pt idx="858">
                  <c:v>0.87083333333333335</c:v>
                </c:pt>
                <c:pt idx="859">
                  <c:v>0.87083333333333335</c:v>
                </c:pt>
                <c:pt idx="860">
                  <c:v>0.87083333333333335</c:v>
                </c:pt>
                <c:pt idx="861">
                  <c:v>0.875</c:v>
                </c:pt>
                <c:pt idx="862">
                  <c:v>0.875</c:v>
                </c:pt>
                <c:pt idx="863">
                  <c:v>0.87916666666666665</c:v>
                </c:pt>
                <c:pt idx="864">
                  <c:v>0.87916666666666665</c:v>
                </c:pt>
                <c:pt idx="865">
                  <c:v>0.8833333333333333</c:v>
                </c:pt>
                <c:pt idx="866">
                  <c:v>0.88749999999999996</c:v>
                </c:pt>
                <c:pt idx="867">
                  <c:v>0.88749999999999996</c:v>
                </c:pt>
                <c:pt idx="868">
                  <c:v>0.88749999999999996</c:v>
                </c:pt>
                <c:pt idx="869">
                  <c:v>0.89166666666666672</c:v>
                </c:pt>
                <c:pt idx="870">
                  <c:v>0.89166666666666672</c:v>
                </c:pt>
                <c:pt idx="871">
                  <c:v>0.89166666666666672</c:v>
                </c:pt>
                <c:pt idx="872">
                  <c:v>0.89166666666666672</c:v>
                </c:pt>
                <c:pt idx="873">
                  <c:v>0.89583333333333337</c:v>
                </c:pt>
                <c:pt idx="874">
                  <c:v>0.9</c:v>
                </c:pt>
                <c:pt idx="875">
                  <c:v>0.9</c:v>
                </c:pt>
                <c:pt idx="876">
                  <c:v>0.9</c:v>
                </c:pt>
                <c:pt idx="877">
                  <c:v>0.9</c:v>
                </c:pt>
                <c:pt idx="878">
                  <c:v>0.9</c:v>
                </c:pt>
                <c:pt idx="879">
                  <c:v>0.90416666666666667</c:v>
                </c:pt>
                <c:pt idx="880">
                  <c:v>0.90416666666666667</c:v>
                </c:pt>
                <c:pt idx="881">
                  <c:v>0.90416666666666667</c:v>
                </c:pt>
                <c:pt idx="882">
                  <c:v>0.90833333333333333</c:v>
                </c:pt>
                <c:pt idx="883">
                  <c:v>0.90833333333333333</c:v>
                </c:pt>
                <c:pt idx="884">
                  <c:v>0.90833333333333333</c:v>
                </c:pt>
                <c:pt idx="885">
                  <c:v>0.90833333333333333</c:v>
                </c:pt>
                <c:pt idx="886">
                  <c:v>0.91249999999999998</c:v>
                </c:pt>
                <c:pt idx="887">
                  <c:v>0.91666666666666663</c:v>
                </c:pt>
                <c:pt idx="888">
                  <c:v>0.91666666666666663</c:v>
                </c:pt>
                <c:pt idx="889">
                  <c:v>0.91666666666666663</c:v>
                </c:pt>
                <c:pt idx="890">
                  <c:v>0.91666666666666663</c:v>
                </c:pt>
                <c:pt idx="891">
                  <c:v>0.91666666666666663</c:v>
                </c:pt>
                <c:pt idx="892">
                  <c:v>0.91666666666666663</c:v>
                </c:pt>
                <c:pt idx="893">
                  <c:v>0.91666666666666663</c:v>
                </c:pt>
                <c:pt idx="894">
                  <c:v>0.91666666666666663</c:v>
                </c:pt>
                <c:pt idx="895">
                  <c:v>0.91666666666666663</c:v>
                </c:pt>
                <c:pt idx="896">
                  <c:v>0.92083333333333328</c:v>
                </c:pt>
                <c:pt idx="897">
                  <c:v>0.92083333333333328</c:v>
                </c:pt>
                <c:pt idx="898">
                  <c:v>0.92500000000000004</c:v>
                </c:pt>
                <c:pt idx="899">
                  <c:v>0.9291666666666667</c:v>
                </c:pt>
                <c:pt idx="900">
                  <c:v>0.93333333333333335</c:v>
                </c:pt>
                <c:pt idx="901">
                  <c:v>0.9375</c:v>
                </c:pt>
                <c:pt idx="902">
                  <c:v>0.9375</c:v>
                </c:pt>
                <c:pt idx="903">
                  <c:v>0.9375</c:v>
                </c:pt>
                <c:pt idx="904">
                  <c:v>0.94166666666666665</c:v>
                </c:pt>
                <c:pt idx="905">
                  <c:v>0.9458333333333333</c:v>
                </c:pt>
                <c:pt idx="906">
                  <c:v>0.95</c:v>
                </c:pt>
                <c:pt idx="907">
                  <c:v>0.95416666666666672</c:v>
                </c:pt>
                <c:pt idx="908">
                  <c:v>0.95416666666666672</c:v>
                </c:pt>
                <c:pt idx="909">
                  <c:v>0.95416666666666672</c:v>
                </c:pt>
                <c:pt idx="910">
                  <c:v>0.95416666666666672</c:v>
                </c:pt>
                <c:pt idx="911">
                  <c:v>0.95416666666666672</c:v>
                </c:pt>
                <c:pt idx="912">
                  <c:v>0.95416666666666672</c:v>
                </c:pt>
                <c:pt idx="913">
                  <c:v>0.95416666666666672</c:v>
                </c:pt>
                <c:pt idx="914">
                  <c:v>0.95416666666666672</c:v>
                </c:pt>
                <c:pt idx="915">
                  <c:v>0.95416666666666672</c:v>
                </c:pt>
                <c:pt idx="916">
                  <c:v>0.95416666666666672</c:v>
                </c:pt>
                <c:pt idx="917">
                  <c:v>0.95416666666666672</c:v>
                </c:pt>
                <c:pt idx="918">
                  <c:v>0.95833333333333337</c:v>
                </c:pt>
                <c:pt idx="919">
                  <c:v>0.95833333333333337</c:v>
                </c:pt>
                <c:pt idx="920">
                  <c:v>0.95833333333333337</c:v>
                </c:pt>
                <c:pt idx="921">
                  <c:v>0.96250000000000002</c:v>
                </c:pt>
                <c:pt idx="922">
                  <c:v>0.96666666666666667</c:v>
                </c:pt>
                <c:pt idx="923">
                  <c:v>0.96666666666666667</c:v>
                </c:pt>
                <c:pt idx="924">
                  <c:v>0.96666666666666667</c:v>
                </c:pt>
                <c:pt idx="925">
                  <c:v>0.97083333333333333</c:v>
                </c:pt>
                <c:pt idx="926">
                  <c:v>0.97499999999999998</c:v>
                </c:pt>
                <c:pt idx="927">
                  <c:v>0.97499999999999998</c:v>
                </c:pt>
                <c:pt idx="928">
                  <c:v>0.97499999999999998</c:v>
                </c:pt>
                <c:pt idx="929">
                  <c:v>0.97499999999999998</c:v>
                </c:pt>
                <c:pt idx="930">
                  <c:v>0.97916666666666663</c:v>
                </c:pt>
                <c:pt idx="931">
                  <c:v>0.97916666666666663</c:v>
                </c:pt>
                <c:pt idx="932">
                  <c:v>0.97916666666666663</c:v>
                </c:pt>
                <c:pt idx="933">
                  <c:v>0.97916666666666663</c:v>
                </c:pt>
                <c:pt idx="934">
                  <c:v>0.98333333333333328</c:v>
                </c:pt>
                <c:pt idx="935">
                  <c:v>0.98333333333333328</c:v>
                </c:pt>
                <c:pt idx="936">
                  <c:v>0.98333333333333328</c:v>
                </c:pt>
                <c:pt idx="937">
                  <c:v>0.98333333333333328</c:v>
                </c:pt>
                <c:pt idx="938">
                  <c:v>0.98333333333333328</c:v>
                </c:pt>
                <c:pt idx="939">
                  <c:v>0.98333333333333328</c:v>
                </c:pt>
                <c:pt idx="940">
                  <c:v>0.98750000000000004</c:v>
                </c:pt>
                <c:pt idx="941">
                  <c:v>0.9916666666666667</c:v>
                </c:pt>
                <c:pt idx="942">
                  <c:v>0.99583333333333335</c:v>
                </c:pt>
                <c:pt idx="943">
                  <c:v>0.99583333333333335</c:v>
                </c:pt>
                <c:pt idx="944">
                  <c:v>0.99583333333333335</c:v>
                </c:pt>
                <c:pt idx="945">
                  <c:v>0.99583333333333335</c:v>
                </c:pt>
                <c:pt idx="946">
                  <c:v>0.99583333333333335</c:v>
                </c:pt>
                <c:pt idx="947">
                  <c:v>0.99583333333333335</c:v>
                </c:pt>
                <c:pt idx="948">
                  <c:v>1</c:v>
                </c:pt>
                <c:pt idx="949">
                  <c:v>1</c:v>
                </c:pt>
                <c:pt idx="950">
                  <c:v>1</c:v>
                </c:pt>
                <c:pt idx="951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1AC2-4126-9925-C601A6B0FFBE}"/>
            </c:ext>
          </c:extLst>
        </c:ser>
        <c:ser>
          <c:idx val="1"/>
          <c:order val="1"/>
          <c:tx>
            <c:v>EKF</c:v>
          </c:tx>
          <c:spPr>
            <a:ln w="19050" cap="rnd">
              <a:solidFill>
                <a:srgbClr val="BE5528"/>
              </a:solidFill>
              <a:round/>
            </a:ln>
            <a:effectLst/>
          </c:spPr>
          <c:marker>
            <c:symbol val="none"/>
          </c:marker>
          <c:xVal>
            <c:numRef>
              <c:f>工作表1!$A$2:$A$953</c:f>
              <c:numCache>
                <c:formatCode>General</c:formatCode>
                <c:ptCount val="952"/>
                <c:pt idx="0">
                  <c:v>0</c:v>
                </c:pt>
                <c:pt idx="1">
                  <c:v>3.1662011949592449E-3</c:v>
                </c:pt>
                <c:pt idx="2">
                  <c:v>1.2078739899516416E-2</c:v>
                </c:pt>
                <c:pt idx="3">
                  <c:v>1.623631870847703E-2</c:v>
                </c:pt>
                <c:pt idx="4">
                  <c:v>1.652574522947995E-2</c:v>
                </c:pt>
                <c:pt idx="5">
                  <c:v>1.6608933058161655E-2</c:v>
                </c:pt>
                <c:pt idx="6">
                  <c:v>1.8125539644375473E-2</c:v>
                </c:pt>
                <c:pt idx="7">
                  <c:v>1.9716297004010598E-2</c:v>
                </c:pt>
                <c:pt idx="8">
                  <c:v>2.0114152554125218E-2</c:v>
                </c:pt>
                <c:pt idx="9">
                  <c:v>2.0774496941473063E-2</c:v>
                </c:pt>
                <c:pt idx="10">
                  <c:v>2.1164226427022828E-2</c:v>
                </c:pt>
                <c:pt idx="11">
                  <c:v>2.1475803675270487E-2</c:v>
                </c:pt>
                <c:pt idx="12">
                  <c:v>2.165551322101953E-2</c:v>
                </c:pt>
                <c:pt idx="13">
                  <c:v>2.2955697078244488E-2</c:v>
                </c:pt>
                <c:pt idx="14">
                  <c:v>2.4061601201945337E-2</c:v>
                </c:pt>
                <c:pt idx="15">
                  <c:v>2.4081691542894707E-2</c:v>
                </c:pt>
                <c:pt idx="16">
                  <c:v>2.4087387404915707E-2</c:v>
                </c:pt>
                <c:pt idx="17">
                  <c:v>2.4272189029455899E-2</c:v>
                </c:pt>
                <c:pt idx="18">
                  <c:v>2.8304671491904784E-2</c:v>
                </c:pt>
                <c:pt idx="19">
                  <c:v>2.8536741353876988E-2</c:v>
                </c:pt>
                <c:pt idx="20">
                  <c:v>2.9447445896680018E-2</c:v>
                </c:pt>
                <c:pt idx="21">
                  <c:v>2.9985316750738913E-2</c:v>
                </c:pt>
                <c:pt idx="22">
                  <c:v>3.1084414521194519E-2</c:v>
                </c:pt>
                <c:pt idx="23">
                  <c:v>3.124240422766229E-2</c:v>
                </c:pt>
                <c:pt idx="24">
                  <c:v>3.1640944351656465E-2</c:v>
                </c:pt>
                <c:pt idx="25">
                  <c:v>3.1807674876266602E-2</c:v>
                </c:pt>
                <c:pt idx="26">
                  <c:v>3.2198025645852058E-2</c:v>
                </c:pt>
                <c:pt idx="27">
                  <c:v>3.2584358695182586E-2</c:v>
                </c:pt>
                <c:pt idx="28">
                  <c:v>3.2667099358990384E-2</c:v>
                </c:pt>
                <c:pt idx="29">
                  <c:v>3.2933002708601875E-2</c:v>
                </c:pt>
                <c:pt idx="30">
                  <c:v>3.3012305398345036E-2</c:v>
                </c:pt>
                <c:pt idx="31">
                  <c:v>3.4213044243108795E-2</c:v>
                </c:pt>
                <c:pt idx="32">
                  <c:v>3.472742749887358E-2</c:v>
                </c:pt>
                <c:pt idx="33">
                  <c:v>3.4761126772960907E-2</c:v>
                </c:pt>
                <c:pt idx="34">
                  <c:v>3.478817507845549E-2</c:v>
                </c:pt>
                <c:pt idx="35">
                  <c:v>3.5609667250650429E-2</c:v>
                </c:pt>
                <c:pt idx="36">
                  <c:v>3.5845528822530122E-2</c:v>
                </c:pt>
                <c:pt idx="37">
                  <c:v>3.5898829433776168E-2</c:v>
                </c:pt>
                <c:pt idx="38">
                  <c:v>3.6656243460050995E-2</c:v>
                </c:pt>
                <c:pt idx="39">
                  <c:v>3.668068357589864E-2</c:v>
                </c:pt>
                <c:pt idx="40">
                  <c:v>3.7522600872123946E-2</c:v>
                </c:pt>
                <c:pt idx="41">
                  <c:v>3.7532796169869612E-2</c:v>
                </c:pt>
                <c:pt idx="42">
                  <c:v>3.7942260888828003E-2</c:v>
                </c:pt>
                <c:pt idx="43">
                  <c:v>3.8298012223499205E-2</c:v>
                </c:pt>
                <c:pt idx="44">
                  <c:v>3.8322778424901185E-2</c:v>
                </c:pt>
                <c:pt idx="45">
                  <c:v>3.8950904132680507E-2</c:v>
                </c:pt>
                <c:pt idx="46">
                  <c:v>3.9221259806631305E-2</c:v>
                </c:pt>
                <c:pt idx="47">
                  <c:v>3.937616355958682E-2</c:v>
                </c:pt>
                <c:pt idx="48">
                  <c:v>4.0477982360866138E-2</c:v>
                </c:pt>
                <c:pt idx="49">
                  <c:v>4.0538917897219362E-2</c:v>
                </c:pt>
                <c:pt idx="50">
                  <c:v>4.1061588980088722E-2</c:v>
                </c:pt>
                <c:pt idx="51">
                  <c:v>4.1464115978663327E-2</c:v>
                </c:pt>
                <c:pt idx="52">
                  <c:v>4.1715757826025719E-2</c:v>
                </c:pt>
                <c:pt idx="53">
                  <c:v>4.1923212900818796E-2</c:v>
                </c:pt>
                <c:pt idx="54">
                  <c:v>4.1934176755833205E-2</c:v>
                </c:pt>
                <c:pt idx="55">
                  <c:v>4.2222878270511306E-2</c:v>
                </c:pt>
                <c:pt idx="56">
                  <c:v>4.2748356467396637E-2</c:v>
                </c:pt>
                <c:pt idx="57">
                  <c:v>4.2993988543558181E-2</c:v>
                </c:pt>
                <c:pt idx="58">
                  <c:v>4.3260001497046917E-2</c:v>
                </c:pt>
                <c:pt idx="59">
                  <c:v>4.410491558935499E-2</c:v>
                </c:pt>
                <c:pt idx="60">
                  <c:v>4.4424556742237706E-2</c:v>
                </c:pt>
                <c:pt idx="61">
                  <c:v>4.4485278088297678E-2</c:v>
                </c:pt>
                <c:pt idx="62">
                  <c:v>4.4716056918478353E-2</c:v>
                </c:pt>
                <c:pt idx="63">
                  <c:v>4.5231372893969217E-2</c:v>
                </c:pt>
                <c:pt idx="64">
                  <c:v>4.5576847896495291E-2</c:v>
                </c:pt>
                <c:pt idx="65">
                  <c:v>4.5762733477033982E-2</c:v>
                </c:pt>
                <c:pt idx="66">
                  <c:v>4.595434150698928E-2</c:v>
                </c:pt>
                <c:pt idx="67">
                  <c:v>4.6092485702988129E-2</c:v>
                </c:pt>
                <c:pt idx="68">
                  <c:v>4.6098858761340789E-2</c:v>
                </c:pt>
                <c:pt idx="69">
                  <c:v>4.6235065640203535E-2</c:v>
                </c:pt>
                <c:pt idx="70">
                  <c:v>4.6343561983256294E-2</c:v>
                </c:pt>
                <c:pt idx="71">
                  <c:v>4.6477635656394255E-2</c:v>
                </c:pt>
                <c:pt idx="72">
                  <c:v>4.6545514373087578E-2</c:v>
                </c:pt>
                <c:pt idx="73">
                  <c:v>4.7292613773215246E-2</c:v>
                </c:pt>
                <c:pt idx="74">
                  <c:v>4.7801703214567171E-2</c:v>
                </c:pt>
                <c:pt idx="75">
                  <c:v>4.7909928911117276E-2</c:v>
                </c:pt>
                <c:pt idx="76">
                  <c:v>4.8554044042312852E-2</c:v>
                </c:pt>
                <c:pt idx="77">
                  <c:v>4.8820334403981279E-2</c:v>
                </c:pt>
                <c:pt idx="78">
                  <c:v>4.8997574851224919E-2</c:v>
                </c:pt>
                <c:pt idx="79">
                  <c:v>4.9099983419716935E-2</c:v>
                </c:pt>
                <c:pt idx="80">
                  <c:v>4.9957679940939172E-2</c:v>
                </c:pt>
                <c:pt idx="81">
                  <c:v>5.1513480483328669E-2</c:v>
                </c:pt>
                <c:pt idx="82">
                  <c:v>5.1719725956235349E-2</c:v>
                </c:pt>
                <c:pt idx="83">
                  <c:v>5.2097322015695884E-2</c:v>
                </c:pt>
                <c:pt idx="84">
                  <c:v>5.2606742977306713E-2</c:v>
                </c:pt>
                <c:pt idx="85">
                  <c:v>5.2900301689723518E-2</c:v>
                </c:pt>
                <c:pt idx="86">
                  <c:v>5.3000480543518767E-2</c:v>
                </c:pt>
                <c:pt idx="87">
                  <c:v>5.3275045164821157E-2</c:v>
                </c:pt>
                <c:pt idx="88">
                  <c:v>5.3676703897058003E-2</c:v>
                </c:pt>
                <c:pt idx="89">
                  <c:v>5.3711106897562921E-2</c:v>
                </c:pt>
                <c:pt idx="90">
                  <c:v>5.3836070906532092E-2</c:v>
                </c:pt>
                <c:pt idx="91">
                  <c:v>5.3882990949800869E-2</c:v>
                </c:pt>
                <c:pt idx="92">
                  <c:v>5.3947185556083785E-2</c:v>
                </c:pt>
                <c:pt idx="93">
                  <c:v>5.4031875703840306E-2</c:v>
                </c:pt>
                <c:pt idx="94">
                  <c:v>5.4334477234444463E-2</c:v>
                </c:pt>
                <c:pt idx="95">
                  <c:v>5.4576613756889873E-2</c:v>
                </c:pt>
                <c:pt idx="96">
                  <c:v>5.4622212347787573E-2</c:v>
                </c:pt>
                <c:pt idx="97">
                  <c:v>5.4904307636266081E-2</c:v>
                </c:pt>
                <c:pt idx="98">
                  <c:v>5.5238595140510813E-2</c:v>
                </c:pt>
                <c:pt idx="99">
                  <c:v>5.5896743007792529E-2</c:v>
                </c:pt>
                <c:pt idx="100">
                  <c:v>5.6005441242285382E-2</c:v>
                </c:pt>
                <c:pt idx="101">
                  <c:v>5.6222016073367534E-2</c:v>
                </c:pt>
                <c:pt idx="102">
                  <c:v>5.622213819084626E-2</c:v>
                </c:pt>
                <c:pt idx="103">
                  <c:v>5.6351282831783464E-2</c:v>
                </c:pt>
                <c:pt idx="104">
                  <c:v>5.6628039187502886E-2</c:v>
                </c:pt>
                <c:pt idx="105">
                  <c:v>5.691035792040669E-2</c:v>
                </c:pt>
                <c:pt idx="106">
                  <c:v>5.6926747595314006E-2</c:v>
                </c:pt>
                <c:pt idx="107">
                  <c:v>5.7307103492367457E-2</c:v>
                </c:pt>
                <c:pt idx="108">
                  <c:v>5.7530549065236178E-2</c:v>
                </c:pt>
                <c:pt idx="109">
                  <c:v>5.7603028002235553E-2</c:v>
                </c:pt>
                <c:pt idx="110">
                  <c:v>5.7810839279363639E-2</c:v>
                </c:pt>
                <c:pt idx="111">
                  <c:v>5.7845472892036225E-2</c:v>
                </c:pt>
                <c:pt idx="112">
                  <c:v>5.7917931601736201E-2</c:v>
                </c:pt>
                <c:pt idx="113">
                  <c:v>5.7944161876877461E-2</c:v>
                </c:pt>
                <c:pt idx="114">
                  <c:v>5.8299142552087013E-2</c:v>
                </c:pt>
                <c:pt idx="115">
                  <c:v>5.8472755924084428E-2</c:v>
                </c:pt>
                <c:pt idx="116">
                  <c:v>5.8538454581866337E-2</c:v>
                </c:pt>
                <c:pt idx="117">
                  <c:v>5.8671476840851285E-2</c:v>
                </c:pt>
                <c:pt idx="118">
                  <c:v>5.8781468698702426E-2</c:v>
                </c:pt>
                <c:pt idx="119">
                  <c:v>5.8839563541385274E-2</c:v>
                </c:pt>
                <c:pt idx="120">
                  <c:v>5.9076290442891491E-2</c:v>
                </c:pt>
                <c:pt idx="121">
                  <c:v>5.9441674226280897E-2</c:v>
                </c:pt>
                <c:pt idx="122">
                  <c:v>5.9554939140421925E-2</c:v>
                </c:pt>
                <c:pt idx="123">
                  <c:v>5.9629366538622677E-2</c:v>
                </c:pt>
                <c:pt idx="124">
                  <c:v>5.9630051883657366E-2</c:v>
                </c:pt>
                <c:pt idx="125">
                  <c:v>5.9754583518957342E-2</c:v>
                </c:pt>
                <c:pt idx="126">
                  <c:v>5.9815957242801351E-2</c:v>
                </c:pt>
                <c:pt idx="127">
                  <c:v>6.0143804318636439E-2</c:v>
                </c:pt>
                <c:pt idx="128">
                  <c:v>6.0502633158436771E-2</c:v>
                </c:pt>
                <c:pt idx="129">
                  <c:v>6.073830495240562E-2</c:v>
                </c:pt>
                <c:pt idx="130">
                  <c:v>6.108750125058806E-2</c:v>
                </c:pt>
                <c:pt idx="131">
                  <c:v>6.1775819996762002E-2</c:v>
                </c:pt>
                <c:pt idx="132">
                  <c:v>6.1954174951170414E-2</c:v>
                </c:pt>
                <c:pt idx="133">
                  <c:v>6.1973077498794986E-2</c:v>
                </c:pt>
                <c:pt idx="134">
                  <c:v>6.2172081730605219E-2</c:v>
                </c:pt>
                <c:pt idx="135">
                  <c:v>6.2174004805403388E-2</c:v>
                </c:pt>
                <c:pt idx="136">
                  <c:v>6.247713561900857E-2</c:v>
                </c:pt>
                <c:pt idx="137">
                  <c:v>6.3086065360306615E-2</c:v>
                </c:pt>
                <c:pt idx="138">
                  <c:v>6.3682850827114612E-2</c:v>
                </c:pt>
                <c:pt idx="139">
                  <c:v>6.3718068159003785E-2</c:v>
                </c:pt>
                <c:pt idx="140">
                  <c:v>6.3765048345309827E-2</c:v>
                </c:pt>
                <c:pt idx="141">
                  <c:v>6.3915528524336615E-2</c:v>
                </c:pt>
                <c:pt idx="142">
                  <c:v>6.4052673717908612E-2</c:v>
                </c:pt>
                <c:pt idx="143">
                  <c:v>6.4099035153155778E-2</c:v>
                </c:pt>
                <c:pt idx="144">
                  <c:v>6.4208095057794026E-2</c:v>
                </c:pt>
                <c:pt idx="145">
                  <c:v>6.4407306327255026E-2</c:v>
                </c:pt>
                <c:pt idx="146">
                  <c:v>6.480364622507527E-2</c:v>
                </c:pt>
                <c:pt idx="147">
                  <c:v>6.5059631060481307E-2</c:v>
                </c:pt>
                <c:pt idx="148">
                  <c:v>6.5113126481730649E-2</c:v>
                </c:pt>
                <c:pt idx="149">
                  <c:v>6.5119228895429468E-2</c:v>
                </c:pt>
                <c:pt idx="150">
                  <c:v>6.5157269632935499E-2</c:v>
                </c:pt>
                <c:pt idx="151">
                  <c:v>6.5187533232846248E-2</c:v>
                </c:pt>
                <c:pt idx="152">
                  <c:v>6.5325513103602517E-2</c:v>
                </c:pt>
                <c:pt idx="153">
                  <c:v>6.5384926574153804E-2</c:v>
                </c:pt>
                <c:pt idx="154">
                  <c:v>6.5388283860235513E-2</c:v>
                </c:pt>
                <c:pt idx="155">
                  <c:v>6.5482137905433599E-2</c:v>
                </c:pt>
                <c:pt idx="156">
                  <c:v>6.5519516785192841E-2</c:v>
                </c:pt>
                <c:pt idx="157">
                  <c:v>6.5891305809899034E-2</c:v>
                </c:pt>
                <c:pt idx="158">
                  <c:v>6.5982414118688562E-2</c:v>
                </c:pt>
                <c:pt idx="159">
                  <c:v>6.6155491526766322E-2</c:v>
                </c:pt>
                <c:pt idx="160">
                  <c:v>6.6709138930587719E-2</c:v>
                </c:pt>
                <c:pt idx="161">
                  <c:v>6.6844816719879921E-2</c:v>
                </c:pt>
                <c:pt idx="162">
                  <c:v>6.6861711881076563E-2</c:v>
                </c:pt>
                <c:pt idx="163">
                  <c:v>6.7182033285541939E-2</c:v>
                </c:pt>
                <c:pt idx="164">
                  <c:v>6.7363183341319702E-2</c:v>
                </c:pt>
                <c:pt idx="165">
                  <c:v>6.7378625618716811E-2</c:v>
                </c:pt>
                <c:pt idx="166">
                  <c:v>6.7480816187564852E-2</c:v>
                </c:pt>
                <c:pt idx="167">
                  <c:v>6.7736221850094591E-2</c:v>
                </c:pt>
                <c:pt idx="168">
                  <c:v>6.7799294111177633E-2</c:v>
                </c:pt>
                <c:pt idx="169">
                  <c:v>6.8078866529378584E-2</c:v>
                </c:pt>
                <c:pt idx="170">
                  <c:v>6.8092788238319019E-2</c:v>
                </c:pt>
                <c:pt idx="171">
                  <c:v>6.8213865465721141E-2</c:v>
                </c:pt>
                <c:pt idx="172">
                  <c:v>6.8234478606409368E-2</c:v>
                </c:pt>
                <c:pt idx="173">
                  <c:v>6.8407565255273403E-2</c:v>
                </c:pt>
                <c:pt idx="174">
                  <c:v>6.851077612964443E-2</c:v>
                </c:pt>
                <c:pt idx="175">
                  <c:v>6.8519086751866326E-2</c:v>
                </c:pt>
                <c:pt idx="176">
                  <c:v>6.8606147244337848E-2</c:v>
                </c:pt>
                <c:pt idx="177">
                  <c:v>6.8686423442855887E-2</c:v>
                </c:pt>
                <c:pt idx="178">
                  <c:v>6.8692369012088292E-2</c:v>
                </c:pt>
                <c:pt idx="179">
                  <c:v>6.9298594625316026E-2</c:v>
                </c:pt>
                <c:pt idx="180">
                  <c:v>6.9505457965932271E-2</c:v>
                </c:pt>
                <c:pt idx="181">
                  <c:v>6.9807504487519115E-2</c:v>
                </c:pt>
                <c:pt idx="182">
                  <c:v>6.9912583572856318E-2</c:v>
                </c:pt>
                <c:pt idx="183">
                  <c:v>6.9918676801957749E-2</c:v>
                </c:pt>
                <c:pt idx="184">
                  <c:v>7.0185782872465727E-2</c:v>
                </c:pt>
                <c:pt idx="185">
                  <c:v>7.0287049073866306E-2</c:v>
                </c:pt>
                <c:pt idx="186">
                  <c:v>7.031471357167271E-2</c:v>
                </c:pt>
                <c:pt idx="187">
                  <c:v>7.0337139436966623E-2</c:v>
                </c:pt>
                <c:pt idx="188">
                  <c:v>7.0356282394937464E-2</c:v>
                </c:pt>
                <c:pt idx="189">
                  <c:v>7.0653356724461769E-2</c:v>
                </c:pt>
                <c:pt idx="190">
                  <c:v>7.0851914106859731E-2</c:v>
                </c:pt>
                <c:pt idx="191">
                  <c:v>7.0876016803651715E-2</c:v>
                </c:pt>
                <c:pt idx="192">
                  <c:v>7.1062477964549869E-2</c:v>
                </c:pt>
                <c:pt idx="193">
                  <c:v>7.1099632297746143E-2</c:v>
                </c:pt>
                <c:pt idx="194">
                  <c:v>7.1148006182456897E-2</c:v>
                </c:pt>
                <c:pt idx="195">
                  <c:v>7.1312130491729006E-2</c:v>
                </c:pt>
                <c:pt idx="196">
                  <c:v>7.1418444214576354E-2</c:v>
                </c:pt>
                <c:pt idx="197">
                  <c:v>7.1603600489683741E-2</c:v>
                </c:pt>
                <c:pt idx="198">
                  <c:v>7.1667579679379464E-2</c:v>
                </c:pt>
                <c:pt idx="199">
                  <c:v>7.2070842504558641E-2</c:v>
                </c:pt>
                <c:pt idx="200">
                  <c:v>7.2182993810834983E-2</c:v>
                </c:pt>
                <c:pt idx="201">
                  <c:v>7.2431609746923947E-2</c:v>
                </c:pt>
                <c:pt idx="202">
                  <c:v>7.2488358028089769E-2</c:v>
                </c:pt>
                <c:pt idx="203">
                  <c:v>7.2564968845107047E-2</c:v>
                </c:pt>
                <c:pt idx="204">
                  <c:v>7.2584022362543854E-2</c:v>
                </c:pt>
                <c:pt idx="205">
                  <c:v>7.2621527075591691E-2</c:v>
                </c:pt>
                <c:pt idx="206">
                  <c:v>7.2942996879180308E-2</c:v>
                </c:pt>
                <c:pt idx="207">
                  <c:v>7.3051565067940138E-2</c:v>
                </c:pt>
                <c:pt idx="208">
                  <c:v>7.3142229397131039E-2</c:v>
                </c:pt>
                <c:pt idx="209">
                  <c:v>7.3271832659754066E-2</c:v>
                </c:pt>
                <c:pt idx="210">
                  <c:v>7.3298464047464179E-2</c:v>
                </c:pt>
                <c:pt idx="211">
                  <c:v>7.3331591549120362E-2</c:v>
                </c:pt>
                <c:pt idx="212">
                  <c:v>7.3725887666439838E-2</c:v>
                </c:pt>
                <c:pt idx="213">
                  <c:v>7.388539702735164E-2</c:v>
                </c:pt>
                <c:pt idx="214">
                  <c:v>7.4112674007546619E-2</c:v>
                </c:pt>
                <c:pt idx="215">
                  <c:v>7.4292834683523989E-2</c:v>
                </c:pt>
                <c:pt idx="216">
                  <c:v>7.4487817982975907E-2</c:v>
                </c:pt>
                <c:pt idx="217">
                  <c:v>7.4550468891445662E-2</c:v>
                </c:pt>
                <c:pt idx="218">
                  <c:v>7.4756555291799767E-2</c:v>
                </c:pt>
                <c:pt idx="219">
                  <c:v>7.4939085626576182E-2</c:v>
                </c:pt>
                <c:pt idx="220">
                  <c:v>7.5075430892277112E-2</c:v>
                </c:pt>
                <c:pt idx="221">
                  <c:v>7.5251800720158746E-2</c:v>
                </c:pt>
                <c:pt idx="222">
                  <c:v>7.5461149633199665E-2</c:v>
                </c:pt>
                <c:pt idx="223">
                  <c:v>7.5479796110341169E-2</c:v>
                </c:pt>
                <c:pt idx="224">
                  <c:v>7.5821497108147798E-2</c:v>
                </c:pt>
                <c:pt idx="225">
                  <c:v>7.59058639231701E-2</c:v>
                </c:pt>
                <c:pt idx="226">
                  <c:v>7.5934673452074289E-2</c:v>
                </c:pt>
                <c:pt idx="227">
                  <c:v>7.593635479034147E-2</c:v>
                </c:pt>
                <c:pt idx="228">
                  <c:v>7.6178878412314688E-2</c:v>
                </c:pt>
                <c:pt idx="229">
                  <c:v>7.6282464199685596E-2</c:v>
                </c:pt>
                <c:pt idx="230">
                  <c:v>7.6288165188917414E-2</c:v>
                </c:pt>
                <c:pt idx="231">
                  <c:v>7.7245107936023821E-2</c:v>
                </c:pt>
                <c:pt idx="232">
                  <c:v>7.7379153577419438E-2</c:v>
                </c:pt>
                <c:pt idx="233">
                  <c:v>7.7477528970640849E-2</c:v>
                </c:pt>
                <c:pt idx="234">
                  <c:v>7.7610005429706405E-2</c:v>
                </c:pt>
                <c:pt idx="235">
                  <c:v>7.8028414265222862E-2</c:v>
                </c:pt>
                <c:pt idx="236">
                  <c:v>7.8545295211309901E-2</c:v>
                </c:pt>
                <c:pt idx="237">
                  <c:v>7.8724957608238694E-2</c:v>
                </c:pt>
                <c:pt idx="238">
                  <c:v>7.9217262964902807E-2</c:v>
                </c:pt>
                <c:pt idx="239">
                  <c:v>7.9343079207590775E-2</c:v>
                </c:pt>
                <c:pt idx="240">
                  <c:v>7.9366880583809016E-2</c:v>
                </c:pt>
                <c:pt idx="241">
                  <c:v>7.9564999210695167E-2</c:v>
                </c:pt>
                <c:pt idx="242">
                  <c:v>7.9642587858062372E-2</c:v>
                </c:pt>
                <c:pt idx="243">
                  <c:v>7.9743864759675653E-2</c:v>
                </c:pt>
                <c:pt idx="244">
                  <c:v>7.9862059570597804E-2</c:v>
                </c:pt>
                <c:pt idx="245">
                  <c:v>8.0230948661714777E-2</c:v>
                </c:pt>
                <c:pt idx="246">
                  <c:v>8.0246505225134171E-2</c:v>
                </c:pt>
                <c:pt idx="247">
                  <c:v>8.0248579825970695E-2</c:v>
                </c:pt>
                <c:pt idx="248">
                  <c:v>8.0310901139571844E-2</c:v>
                </c:pt>
                <c:pt idx="249">
                  <c:v>8.033407693207642E-2</c:v>
                </c:pt>
                <c:pt idx="250">
                  <c:v>8.0697002807894977E-2</c:v>
                </c:pt>
                <c:pt idx="251">
                  <c:v>8.0718807612405755E-2</c:v>
                </c:pt>
                <c:pt idx="252">
                  <c:v>8.0815613248520435E-2</c:v>
                </c:pt>
                <c:pt idx="253">
                  <c:v>8.082368438212327E-2</c:v>
                </c:pt>
                <c:pt idx="254">
                  <c:v>8.0955069825799281E-2</c:v>
                </c:pt>
                <c:pt idx="255">
                  <c:v>8.1535569087276952E-2</c:v>
                </c:pt>
                <c:pt idx="256">
                  <c:v>8.1539949373737819E-2</c:v>
                </c:pt>
                <c:pt idx="257">
                  <c:v>8.155163317207538E-2</c:v>
                </c:pt>
                <c:pt idx="258">
                  <c:v>8.1710710901178346E-2</c:v>
                </c:pt>
                <c:pt idx="259">
                  <c:v>8.2219711274486851E-2</c:v>
                </c:pt>
                <c:pt idx="260">
                  <c:v>8.233000734672298E-2</c:v>
                </c:pt>
                <c:pt idx="261">
                  <c:v>8.2330785292652364E-2</c:v>
                </c:pt>
                <c:pt idx="262">
                  <c:v>8.2394199770907908E-2</c:v>
                </c:pt>
                <c:pt idx="263">
                  <c:v>8.2515601855094503E-2</c:v>
                </c:pt>
                <c:pt idx="264">
                  <c:v>8.2622900229343224E-2</c:v>
                </c:pt>
                <c:pt idx="265">
                  <c:v>8.2651401590899065E-2</c:v>
                </c:pt>
                <c:pt idx="266">
                  <c:v>8.2772821696939086E-2</c:v>
                </c:pt>
                <c:pt idx="267">
                  <c:v>8.2780164957042351E-2</c:v>
                </c:pt>
                <c:pt idx="268">
                  <c:v>8.3016590671742108E-2</c:v>
                </c:pt>
                <c:pt idx="269">
                  <c:v>8.3275674707291469E-2</c:v>
                </c:pt>
                <c:pt idx="270">
                  <c:v>8.3367786682951389E-2</c:v>
                </c:pt>
                <c:pt idx="271">
                  <c:v>8.3553451959009484E-2</c:v>
                </c:pt>
                <c:pt idx="272">
                  <c:v>8.3608853852383952E-2</c:v>
                </c:pt>
                <c:pt idx="273">
                  <c:v>8.3967863140854582E-2</c:v>
                </c:pt>
                <c:pt idx="274">
                  <c:v>8.3996939169537238E-2</c:v>
                </c:pt>
                <c:pt idx="275">
                  <c:v>8.4197419398263557E-2</c:v>
                </c:pt>
                <c:pt idx="276">
                  <c:v>8.4240052035969862E-2</c:v>
                </c:pt>
                <c:pt idx="277">
                  <c:v>8.4292587592547041E-2</c:v>
                </c:pt>
                <c:pt idx="278">
                  <c:v>8.4411170745216174E-2</c:v>
                </c:pt>
                <c:pt idx="279">
                  <c:v>8.449229862830808E-2</c:v>
                </c:pt>
                <c:pt idx="280">
                  <c:v>8.4551968597067956E-2</c:v>
                </c:pt>
                <c:pt idx="281">
                  <c:v>8.4622186082515496E-2</c:v>
                </c:pt>
                <c:pt idx="282">
                  <c:v>8.4636090373526582E-2</c:v>
                </c:pt>
                <c:pt idx="283">
                  <c:v>8.4732707260210052E-2</c:v>
                </c:pt>
                <c:pt idx="284">
                  <c:v>8.496317148712039E-2</c:v>
                </c:pt>
                <c:pt idx="285">
                  <c:v>8.5079750623589204E-2</c:v>
                </c:pt>
                <c:pt idx="286">
                  <c:v>8.5158000828358005E-2</c:v>
                </c:pt>
                <c:pt idx="287">
                  <c:v>8.532957742204067E-2</c:v>
                </c:pt>
                <c:pt idx="288">
                  <c:v>8.5501014470356212E-2</c:v>
                </c:pt>
                <c:pt idx="289">
                  <c:v>8.5750561834787103E-2</c:v>
                </c:pt>
                <c:pt idx="290">
                  <c:v>8.6272667882055482E-2</c:v>
                </c:pt>
                <c:pt idx="291">
                  <c:v>8.6313239137990452E-2</c:v>
                </c:pt>
                <c:pt idx="292">
                  <c:v>8.6320398519411229E-2</c:v>
                </c:pt>
                <c:pt idx="293">
                  <c:v>8.632655164823641E-2</c:v>
                </c:pt>
                <c:pt idx="294">
                  <c:v>8.6461596039262303E-2</c:v>
                </c:pt>
                <c:pt idx="295">
                  <c:v>8.6585954577333049E-2</c:v>
                </c:pt>
                <c:pt idx="296">
                  <c:v>8.678348983014697E-2</c:v>
                </c:pt>
                <c:pt idx="297">
                  <c:v>8.6954531351126074E-2</c:v>
                </c:pt>
                <c:pt idx="298">
                  <c:v>8.7061012629504497E-2</c:v>
                </c:pt>
                <c:pt idx="299">
                  <c:v>8.7086411210997042E-2</c:v>
                </c:pt>
                <c:pt idx="300">
                  <c:v>8.7179947414004408E-2</c:v>
                </c:pt>
                <c:pt idx="301">
                  <c:v>8.7356763414491514E-2</c:v>
                </c:pt>
                <c:pt idx="302">
                  <c:v>8.7448286339328676E-2</c:v>
                </c:pt>
                <c:pt idx="303">
                  <c:v>8.7602135203320317E-2</c:v>
                </c:pt>
                <c:pt idx="304">
                  <c:v>8.7788118378410204E-2</c:v>
                </c:pt>
                <c:pt idx="305">
                  <c:v>8.8454204716505239E-2</c:v>
                </c:pt>
                <c:pt idx="306">
                  <c:v>8.8754025342786327E-2</c:v>
                </c:pt>
                <c:pt idx="307">
                  <c:v>8.9114048559026618E-2</c:v>
                </c:pt>
                <c:pt idx="308">
                  <c:v>8.9407632940473006E-2</c:v>
                </c:pt>
                <c:pt idx="309">
                  <c:v>8.9856186660261184E-2</c:v>
                </c:pt>
                <c:pt idx="310">
                  <c:v>8.9907650285870749E-2</c:v>
                </c:pt>
                <c:pt idx="311">
                  <c:v>9.0055296520951261E-2</c:v>
                </c:pt>
                <c:pt idx="312">
                  <c:v>9.0295869366803713E-2</c:v>
                </c:pt>
                <c:pt idx="313">
                  <c:v>9.0667736764371953E-2</c:v>
                </c:pt>
                <c:pt idx="314">
                  <c:v>9.0758204089214298E-2</c:v>
                </c:pt>
                <c:pt idx="315">
                  <c:v>9.0972190823013208E-2</c:v>
                </c:pt>
                <c:pt idx="316">
                  <c:v>9.1133181990852366E-2</c:v>
                </c:pt>
                <c:pt idx="317">
                  <c:v>9.1522340671823993E-2</c:v>
                </c:pt>
                <c:pt idx="318">
                  <c:v>9.165965944104823E-2</c:v>
                </c:pt>
                <c:pt idx="319">
                  <c:v>9.1671291234196053E-2</c:v>
                </c:pt>
                <c:pt idx="320">
                  <c:v>9.1788010782640761E-2</c:v>
                </c:pt>
                <c:pt idx="321">
                  <c:v>9.2336832640628502E-2</c:v>
                </c:pt>
                <c:pt idx="322">
                  <c:v>9.2348324121932487E-2</c:v>
                </c:pt>
                <c:pt idx="323">
                  <c:v>9.2533618274571058E-2</c:v>
                </c:pt>
                <c:pt idx="324">
                  <c:v>9.2547217357326447E-2</c:v>
                </c:pt>
                <c:pt idx="325">
                  <c:v>9.2625506411569788E-2</c:v>
                </c:pt>
                <c:pt idx="326">
                  <c:v>9.2871931140301886E-2</c:v>
                </c:pt>
                <c:pt idx="327">
                  <c:v>9.314867676957525E-2</c:v>
                </c:pt>
                <c:pt idx="328">
                  <c:v>9.4026446381716214E-2</c:v>
                </c:pt>
                <c:pt idx="329">
                  <c:v>9.4044545846246205E-2</c:v>
                </c:pt>
                <c:pt idx="330">
                  <c:v>9.4172835718857678E-2</c:v>
                </c:pt>
                <c:pt idx="331">
                  <c:v>9.4199292483387889E-2</c:v>
                </c:pt>
                <c:pt idx="332">
                  <c:v>9.4457017865018297E-2</c:v>
                </c:pt>
                <c:pt idx="333">
                  <c:v>9.4470994451329837E-2</c:v>
                </c:pt>
                <c:pt idx="334">
                  <c:v>9.486551836927154E-2</c:v>
                </c:pt>
                <c:pt idx="335">
                  <c:v>9.5002102336052982E-2</c:v>
                </c:pt>
                <c:pt idx="336">
                  <c:v>9.5042331001198341E-2</c:v>
                </c:pt>
                <c:pt idx="337">
                  <c:v>9.5175689556991433E-2</c:v>
                </c:pt>
                <c:pt idx="338">
                  <c:v>9.5177877129045393E-2</c:v>
                </c:pt>
                <c:pt idx="339">
                  <c:v>9.5878261392980432E-2</c:v>
                </c:pt>
                <c:pt idx="340">
                  <c:v>9.588432482350534E-2</c:v>
                </c:pt>
                <c:pt idx="341">
                  <c:v>9.6151016961784797E-2</c:v>
                </c:pt>
                <c:pt idx="342">
                  <c:v>9.6560411643976024E-2</c:v>
                </c:pt>
                <c:pt idx="343">
                  <c:v>9.6589866027592938E-2</c:v>
                </c:pt>
                <c:pt idx="344">
                  <c:v>9.6685126871160584E-2</c:v>
                </c:pt>
                <c:pt idx="345">
                  <c:v>9.6765074354584424E-2</c:v>
                </c:pt>
                <c:pt idx="346">
                  <c:v>9.6982380124808351E-2</c:v>
                </c:pt>
                <c:pt idx="347">
                  <c:v>9.719366246957728E-2</c:v>
                </c:pt>
                <c:pt idx="348">
                  <c:v>9.7463759754127896E-2</c:v>
                </c:pt>
                <c:pt idx="349">
                  <c:v>9.7542503433642264E-2</c:v>
                </c:pt>
                <c:pt idx="350">
                  <c:v>9.7607295843996814E-2</c:v>
                </c:pt>
                <c:pt idx="351">
                  <c:v>9.7733371855499032E-2</c:v>
                </c:pt>
                <c:pt idx="352">
                  <c:v>9.7861146585389844E-2</c:v>
                </c:pt>
                <c:pt idx="353">
                  <c:v>9.8052743596481695E-2</c:v>
                </c:pt>
                <c:pt idx="354">
                  <c:v>9.8058821125382029E-2</c:v>
                </c:pt>
                <c:pt idx="355">
                  <c:v>9.813745085537405E-2</c:v>
                </c:pt>
                <c:pt idx="356">
                  <c:v>9.8722317384303107E-2</c:v>
                </c:pt>
                <c:pt idx="357">
                  <c:v>9.9058527992990988E-2</c:v>
                </c:pt>
                <c:pt idx="358">
                  <c:v>9.9271357775347957E-2</c:v>
                </c:pt>
                <c:pt idx="359">
                  <c:v>9.9810464911304853E-2</c:v>
                </c:pt>
                <c:pt idx="360">
                  <c:v>0.10020570458708868</c:v>
                </c:pt>
                <c:pt idx="361">
                  <c:v>0.10043091830337733</c:v>
                </c:pt>
                <c:pt idx="362">
                  <c:v>0.100462663038693</c:v>
                </c:pt>
                <c:pt idx="363">
                  <c:v>0.10078034451875557</c:v>
                </c:pt>
                <c:pt idx="364">
                  <c:v>0.10117913460200638</c:v>
                </c:pt>
                <c:pt idx="365">
                  <c:v>0.10136056196302239</c:v>
                </c:pt>
                <c:pt idx="366">
                  <c:v>0.10136545460122015</c:v>
                </c:pt>
                <c:pt idx="367">
                  <c:v>0.10149493967759035</c:v>
                </c:pt>
                <c:pt idx="368">
                  <c:v>0.10156731431944169</c:v>
                </c:pt>
                <c:pt idx="369">
                  <c:v>0.10159291326638503</c:v>
                </c:pt>
                <c:pt idx="370">
                  <c:v>0.10176215703577</c:v>
                </c:pt>
                <c:pt idx="371">
                  <c:v>0.10181513868061771</c:v>
                </c:pt>
                <c:pt idx="372">
                  <c:v>0.10190402126259109</c:v>
                </c:pt>
                <c:pt idx="373">
                  <c:v>0.10201538212864092</c:v>
                </c:pt>
                <c:pt idx="374">
                  <c:v>0.10218315066525645</c:v>
                </c:pt>
                <c:pt idx="375">
                  <c:v>0.10233417844752619</c:v>
                </c:pt>
                <c:pt idx="376">
                  <c:v>0.10248161627663782</c:v>
                </c:pt>
                <c:pt idx="377">
                  <c:v>0.10261683800753969</c:v>
                </c:pt>
                <c:pt idx="378">
                  <c:v>0.10272919154500568</c:v>
                </c:pt>
                <c:pt idx="379">
                  <c:v>0.10308132512275045</c:v>
                </c:pt>
                <c:pt idx="380">
                  <c:v>0.1033730429407179</c:v>
                </c:pt>
                <c:pt idx="381">
                  <c:v>0.1033914237028886</c:v>
                </c:pt>
                <c:pt idx="382">
                  <c:v>0.10351455833913319</c:v>
                </c:pt>
                <c:pt idx="383">
                  <c:v>0.10365493496339015</c:v>
                </c:pt>
                <c:pt idx="384">
                  <c:v>0.1037582576309185</c:v>
                </c:pt>
                <c:pt idx="385">
                  <c:v>0.10376754985579276</c:v>
                </c:pt>
                <c:pt idx="386">
                  <c:v>0.10382505345331286</c:v>
                </c:pt>
                <c:pt idx="387">
                  <c:v>0.10412622470909634</c:v>
                </c:pt>
                <c:pt idx="388">
                  <c:v>0.10428157437633374</c:v>
                </c:pt>
                <c:pt idx="389">
                  <c:v>0.10443462187892713</c:v>
                </c:pt>
                <c:pt idx="390">
                  <c:v>0.10463978476686264</c:v>
                </c:pt>
                <c:pt idx="391">
                  <c:v>0.10466280429613202</c:v>
                </c:pt>
                <c:pt idx="392">
                  <c:v>0.1047002073170937</c:v>
                </c:pt>
                <c:pt idx="393">
                  <c:v>0.10479110551926218</c:v>
                </c:pt>
                <c:pt idx="394">
                  <c:v>0.1049258610454888</c:v>
                </c:pt>
                <c:pt idx="395">
                  <c:v>0.10511983972807103</c:v>
                </c:pt>
                <c:pt idx="396">
                  <c:v>0.10526954691258829</c:v>
                </c:pt>
                <c:pt idx="397">
                  <c:v>0.10533563287748789</c:v>
                </c:pt>
                <c:pt idx="398">
                  <c:v>0.10535894924765489</c:v>
                </c:pt>
                <c:pt idx="399">
                  <c:v>0.10537926838148159</c:v>
                </c:pt>
                <c:pt idx="400">
                  <c:v>0.10547508115664458</c:v>
                </c:pt>
                <c:pt idx="401">
                  <c:v>0.10560309490444669</c:v>
                </c:pt>
                <c:pt idx="402">
                  <c:v>0.10570730807569075</c:v>
                </c:pt>
                <c:pt idx="403">
                  <c:v>0.1060062951154679</c:v>
                </c:pt>
                <c:pt idx="404">
                  <c:v>0.10633391077923253</c:v>
                </c:pt>
                <c:pt idx="405">
                  <c:v>0.10634601675417929</c:v>
                </c:pt>
                <c:pt idx="406">
                  <c:v>0.10646741958955913</c:v>
                </c:pt>
                <c:pt idx="407">
                  <c:v>0.10677988625297752</c:v>
                </c:pt>
                <c:pt idx="408">
                  <c:v>0.10679736076319706</c:v>
                </c:pt>
                <c:pt idx="409">
                  <c:v>0.10687554287175371</c:v>
                </c:pt>
                <c:pt idx="410">
                  <c:v>0.10716113901303866</c:v>
                </c:pt>
                <c:pt idx="411">
                  <c:v>0.10722798261043637</c:v>
                </c:pt>
                <c:pt idx="412">
                  <c:v>0.10757552531277412</c:v>
                </c:pt>
                <c:pt idx="413">
                  <c:v>0.10794122941211851</c:v>
                </c:pt>
                <c:pt idx="414">
                  <c:v>0.10798678511022099</c:v>
                </c:pt>
                <c:pt idx="415">
                  <c:v>0.1080338327830115</c:v>
                </c:pt>
                <c:pt idx="416">
                  <c:v>0.10803959654835701</c:v>
                </c:pt>
                <c:pt idx="417">
                  <c:v>0.10805748998548072</c:v>
                </c:pt>
                <c:pt idx="418">
                  <c:v>0.10829208718778711</c:v>
                </c:pt>
                <c:pt idx="419">
                  <c:v>0.10849227624894915</c:v>
                </c:pt>
                <c:pt idx="420">
                  <c:v>0.10855482032299607</c:v>
                </c:pt>
                <c:pt idx="421">
                  <c:v>0.10875939420461507</c:v>
                </c:pt>
                <c:pt idx="422">
                  <c:v>0.10879980489359832</c:v>
                </c:pt>
                <c:pt idx="423">
                  <c:v>0.1088307703238456</c:v>
                </c:pt>
                <c:pt idx="424">
                  <c:v>0.10891949107873408</c:v>
                </c:pt>
                <c:pt idx="425">
                  <c:v>0.1090618772190993</c:v>
                </c:pt>
                <c:pt idx="426">
                  <c:v>0.10922374103917959</c:v>
                </c:pt>
                <c:pt idx="427">
                  <c:v>0.10968505667740221</c:v>
                </c:pt>
                <c:pt idx="428">
                  <c:v>0.10969390988989733</c:v>
                </c:pt>
                <c:pt idx="429">
                  <c:v>0.10970940551069334</c:v>
                </c:pt>
                <c:pt idx="430">
                  <c:v>0.10986129579931356</c:v>
                </c:pt>
                <c:pt idx="431">
                  <c:v>0.10987371727778059</c:v>
                </c:pt>
                <c:pt idx="432">
                  <c:v>0.10989630962151004</c:v>
                </c:pt>
                <c:pt idx="433">
                  <c:v>0.11009606785489418</c:v>
                </c:pt>
                <c:pt idx="434">
                  <c:v>0.11025668093055233</c:v>
                </c:pt>
                <c:pt idx="435">
                  <c:v>0.11042082243123189</c:v>
                </c:pt>
                <c:pt idx="436">
                  <c:v>0.11046031583271475</c:v>
                </c:pt>
                <c:pt idx="437">
                  <c:v>0.11070616398385315</c:v>
                </c:pt>
                <c:pt idx="438">
                  <c:v>0.11072095915183776</c:v>
                </c:pt>
                <c:pt idx="439">
                  <c:v>0.11107889015302642</c:v>
                </c:pt>
                <c:pt idx="440">
                  <c:v>0.11111956595134949</c:v>
                </c:pt>
                <c:pt idx="441">
                  <c:v>0.11119616354743883</c:v>
                </c:pt>
                <c:pt idx="442">
                  <c:v>0.11141676900576238</c:v>
                </c:pt>
                <c:pt idx="443">
                  <c:v>0.11142937345784759</c:v>
                </c:pt>
                <c:pt idx="444">
                  <c:v>0.11152478343769444</c:v>
                </c:pt>
                <c:pt idx="445">
                  <c:v>0.111567600343236</c:v>
                </c:pt>
                <c:pt idx="446">
                  <c:v>0.11183154597415897</c:v>
                </c:pt>
                <c:pt idx="447">
                  <c:v>0.11195556103427703</c:v>
                </c:pt>
                <c:pt idx="448">
                  <c:v>0.11203730714722324</c:v>
                </c:pt>
                <c:pt idx="449">
                  <c:v>0.11208803160809953</c:v>
                </c:pt>
                <c:pt idx="450">
                  <c:v>0.11216583284593103</c:v>
                </c:pt>
                <c:pt idx="451">
                  <c:v>0.11229014600942865</c:v>
                </c:pt>
                <c:pt idx="452">
                  <c:v>0.11232339330834509</c:v>
                </c:pt>
                <c:pt idx="453">
                  <c:v>0.11270866099646389</c:v>
                </c:pt>
                <c:pt idx="454">
                  <c:v>0.11285656220069985</c:v>
                </c:pt>
                <c:pt idx="455">
                  <c:v>0.11285830164984362</c:v>
                </c:pt>
                <c:pt idx="456">
                  <c:v>0.11326946071463309</c:v>
                </c:pt>
                <c:pt idx="457">
                  <c:v>0.11333591258379953</c:v>
                </c:pt>
                <c:pt idx="458">
                  <c:v>0.11362661861364114</c:v>
                </c:pt>
                <c:pt idx="459">
                  <c:v>0.11437890594007352</c:v>
                </c:pt>
                <c:pt idx="460">
                  <c:v>0.11461177883442596</c:v>
                </c:pt>
                <c:pt idx="461">
                  <c:v>0.11534308244843393</c:v>
                </c:pt>
                <c:pt idx="462">
                  <c:v>0.11543787766647129</c:v>
                </c:pt>
                <c:pt idx="463">
                  <c:v>0.11553886463283307</c:v>
                </c:pt>
                <c:pt idx="464">
                  <c:v>0.11594413186676301</c:v>
                </c:pt>
                <c:pt idx="465">
                  <c:v>0.11602073768161357</c:v>
                </c:pt>
                <c:pt idx="466">
                  <c:v>0.11615543208680422</c:v>
                </c:pt>
                <c:pt idx="467">
                  <c:v>0.11617430407590743</c:v>
                </c:pt>
                <c:pt idx="468">
                  <c:v>0.11620912412943911</c:v>
                </c:pt>
                <c:pt idx="469">
                  <c:v>0.11623016994320255</c:v>
                </c:pt>
                <c:pt idx="470">
                  <c:v>0.11625807961991222</c:v>
                </c:pt>
                <c:pt idx="471">
                  <c:v>0.1163333401391424</c:v>
                </c:pt>
                <c:pt idx="472">
                  <c:v>0.11634765763973663</c:v>
                </c:pt>
                <c:pt idx="473">
                  <c:v>0.11671086459465738</c:v>
                </c:pt>
                <c:pt idx="474">
                  <c:v>0.11675375444070175</c:v>
                </c:pt>
                <c:pt idx="475">
                  <c:v>0.11676069013535473</c:v>
                </c:pt>
                <c:pt idx="476">
                  <c:v>0.11690488890205923</c:v>
                </c:pt>
                <c:pt idx="477">
                  <c:v>0.11700104444483826</c:v>
                </c:pt>
                <c:pt idx="478">
                  <c:v>0.1170977389571112</c:v>
                </c:pt>
                <c:pt idx="479">
                  <c:v>0.11711254250852519</c:v>
                </c:pt>
                <c:pt idx="480">
                  <c:v>0.11739159409715123</c:v>
                </c:pt>
                <c:pt idx="481">
                  <c:v>0.11750005997858187</c:v>
                </c:pt>
                <c:pt idx="482">
                  <c:v>0.11762813172767103</c:v>
                </c:pt>
                <c:pt idx="483">
                  <c:v>0.117726075734274</c:v>
                </c:pt>
                <c:pt idx="484">
                  <c:v>0.11821988508815262</c:v>
                </c:pt>
                <c:pt idx="485">
                  <c:v>0.11830796562018553</c:v>
                </c:pt>
                <c:pt idx="486">
                  <c:v>0.11839743655307809</c:v>
                </c:pt>
                <c:pt idx="487">
                  <c:v>0.1184418002531544</c:v>
                </c:pt>
                <c:pt idx="488">
                  <c:v>0.11855953132723882</c:v>
                </c:pt>
                <c:pt idx="489">
                  <c:v>0.11881729773615225</c:v>
                </c:pt>
                <c:pt idx="490">
                  <c:v>0.1189274701587299</c:v>
                </c:pt>
                <c:pt idx="491">
                  <c:v>0.1191633370338728</c:v>
                </c:pt>
                <c:pt idx="492">
                  <c:v>0.11932789711859729</c:v>
                </c:pt>
                <c:pt idx="493">
                  <c:v>0.11960775387322595</c:v>
                </c:pt>
                <c:pt idx="494">
                  <c:v>0.11993929500265166</c:v>
                </c:pt>
                <c:pt idx="495">
                  <c:v>0.12010920676065819</c:v>
                </c:pt>
                <c:pt idx="496">
                  <c:v>0.12014982292684373</c:v>
                </c:pt>
                <c:pt idx="497">
                  <c:v>0.12046766715921972</c:v>
                </c:pt>
                <c:pt idx="498">
                  <c:v>0.12052501983966941</c:v>
                </c:pt>
                <c:pt idx="499">
                  <c:v>0.12080800252028372</c:v>
                </c:pt>
                <c:pt idx="500">
                  <c:v>0.12092907151409249</c:v>
                </c:pt>
                <c:pt idx="501">
                  <c:v>0.12103795860004288</c:v>
                </c:pt>
                <c:pt idx="502">
                  <c:v>0.12115413506010554</c:v>
                </c:pt>
                <c:pt idx="503">
                  <c:v>0.12119212077327418</c:v>
                </c:pt>
                <c:pt idx="504">
                  <c:v>0.12126888302110725</c:v>
                </c:pt>
                <c:pt idx="505">
                  <c:v>0.1214189957883752</c:v>
                </c:pt>
                <c:pt idx="506">
                  <c:v>0.12144295893548776</c:v>
                </c:pt>
                <c:pt idx="507">
                  <c:v>0.12153030248843237</c:v>
                </c:pt>
                <c:pt idx="508">
                  <c:v>0.12162368371398218</c:v>
                </c:pt>
                <c:pt idx="509">
                  <c:v>0.12182249452265356</c:v>
                </c:pt>
                <c:pt idx="510">
                  <c:v>0.12187729790042932</c:v>
                </c:pt>
                <c:pt idx="511">
                  <c:v>0.12189332912207215</c:v>
                </c:pt>
                <c:pt idx="512">
                  <c:v>0.12191736762495836</c:v>
                </c:pt>
                <c:pt idx="513">
                  <c:v>0.12197806228163594</c:v>
                </c:pt>
                <c:pt idx="514">
                  <c:v>0.12225289181238846</c:v>
                </c:pt>
                <c:pt idx="515">
                  <c:v>0.12245494848378115</c:v>
                </c:pt>
                <c:pt idx="516">
                  <c:v>0.12249370602734778</c:v>
                </c:pt>
                <c:pt idx="517">
                  <c:v>0.12250659939819541</c:v>
                </c:pt>
                <c:pt idx="518">
                  <c:v>0.12260666163526421</c:v>
                </c:pt>
                <c:pt idx="519">
                  <c:v>0.12272439071113755</c:v>
                </c:pt>
                <c:pt idx="520">
                  <c:v>0.12280318514493853</c:v>
                </c:pt>
                <c:pt idx="521">
                  <c:v>0.12283863793093749</c:v>
                </c:pt>
                <c:pt idx="522">
                  <c:v>0.12304670488427234</c:v>
                </c:pt>
                <c:pt idx="523">
                  <c:v>0.12329369730426265</c:v>
                </c:pt>
                <c:pt idx="524">
                  <c:v>0.12332638409884328</c:v>
                </c:pt>
                <c:pt idx="525">
                  <c:v>0.1234609995213673</c:v>
                </c:pt>
                <c:pt idx="526">
                  <c:v>0.12348559124964277</c:v>
                </c:pt>
                <c:pt idx="527">
                  <c:v>0.12363434987824536</c:v>
                </c:pt>
                <c:pt idx="528">
                  <c:v>0.12363930842586474</c:v>
                </c:pt>
                <c:pt idx="529">
                  <c:v>0.12404563890915236</c:v>
                </c:pt>
                <c:pt idx="530">
                  <c:v>0.1242168185684371</c:v>
                </c:pt>
                <c:pt idx="531">
                  <c:v>0.12426347960435354</c:v>
                </c:pt>
                <c:pt idx="532">
                  <c:v>0.12443199598295879</c:v>
                </c:pt>
                <c:pt idx="533">
                  <c:v>0.12454029785563082</c:v>
                </c:pt>
                <c:pt idx="534">
                  <c:v>0.12471436620916559</c:v>
                </c:pt>
                <c:pt idx="535">
                  <c:v>0.12480534789748084</c:v>
                </c:pt>
                <c:pt idx="536">
                  <c:v>0.12500115439626569</c:v>
                </c:pt>
                <c:pt idx="537">
                  <c:v>0.12501719020646535</c:v>
                </c:pt>
                <c:pt idx="538">
                  <c:v>0.12519482261915665</c:v>
                </c:pt>
                <c:pt idx="539">
                  <c:v>0.12546392931567651</c:v>
                </c:pt>
                <c:pt idx="540">
                  <c:v>0.12563664409581729</c:v>
                </c:pt>
                <c:pt idx="541">
                  <c:v>0.12565999657350926</c:v>
                </c:pt>
                <c:pt idx="542">
                  <c:v>0.12606050724386458</c:v>
                </c:pt>
                <c:pt idx="543">
                  <c:v>0.12617705220823205</c:v>
                </c:pt>
                <c:pt idx="544">
                  <c:v>0.12646583909550166</c:v>
                </c:pt>
                <c:pt idx="545">
                  <c:v>0.12647002284439399</c:v>
                </c:pt>
                <c:pt idx="546">
                  <c:v>0.12647956690678819</c:v>
                </c:pt>
                <c:pt idx="547">
                  <c:v>0.1264968273429331</c:v>
                </c:pt>
                <c:pt idx="548">
                  <c:v>0.12653431282730981</c:v>
                </c:pt>
                <c:pt idx="549">
                  <c:v>0.12698586270007267</c:v>
                </c:pt>
                <c:pt idx="550">
                  <c:v>0.12756823318222368</c:v>
                </c:pt>
                <c:pt idx="551">
                  <c:v>0.12773682979248782</c:v>
                </c:pt>
                <c:pt idx="552">
                  <c:v>0.12808934239461067</c:v>
                </c:pt>
                <c:pt idx="553">
                  <c:v>0.1282868984007477</c:v>
                </c:pt>
                <c:pt idx="554">
                  <c:v>0.12833186652584838</c:v>
                </c:pt>
                <c:pt idx="555">
                  <c:v>0.12856459981984908</c:v>
                </c:pt>
                <c:pt idx="556">
                  <c:v>0.12869069667525709</c:v>
                </c:pt>
                <c:pt idx="557">
                  <c:v>0.12874236500433192</c:v>
                </c:pt>
                <c:pt idx="558">
                  <c:v>0.12938570683312983</c:v>
                </c:pt>
                <c:pt idx="559">
                  <c:v>0.12948100432927054</c:v>
                </c:pt>
                <c:pt idx="560">
                  <c:v>0.12955152926476968</c:v>
                </c:pt>
                <c:pt idx="561">
                  <c:v>0.12962886580881694</c:v>
                </c:pt>
                <c:pt idx="562">
                  <c:v>0.12992170028885566</c:v>
                </c:pt>
                <c:pt idx="563">
                  <c:v>0.13010490073198439</c:v>
                </c:pt>
                <c:pt idx="564">
                  <c:v>0.13028736090883675</c:v>
                </c:pt>
                <c:pt idx="565">
                  <c:v>0.13036195717377622</c:v>
                </c:pt>
                <c:pt idx="566">
                  <c:v>0.13036988022043755</c:v>
                </c:pt>
                <c:pt idx="567">
                  <c:v>0.13080736306073706</c:v>
                </c:pt>
                <c:pt idx="568">
                  <c:v>0.13106131543451027</c:v>
                </c:pt>
                <c:pt idx="569">
                  <c:v>0.13115876226803153</c:v>
                </c:pt>
                <c:pt idx="570">
                  <c:v>0.13122989253407566</c:v>
                </c:pt>
                <c:pt idx="571">
                  <c:v>0.13139066259329354</c:v>
                </c:pt>
                <c:pt idx="572">
                  <c:v>0.13171717224559837</c:v>
                </c:pt>
                <c:pt idx="573">
                  <c:v>0.13271109145792229</c:v>
                </c:pt>
                <c:pt idx="574">
                  <c:v>0.13277253907783357</c:v>
                </c:pt>
                <c:pt idx="575">
                  <c:v>0.13289146071123623</c:v>
                </c:pt>
                <c:pt idx="576">
                  <c:v>0.13301114714940432</c:v>
                </c:pt>
                <c:pt idx="577">
                  <c:v>0.13309251739112435</c:v>
                </c:pt>
                <c:pt idx="578">
                  <c:v>0.13342590339375271</c:v>
                </c:pt>
                <c:pt idx="579">
                  <c:v>0.13362541112660672</c:v>
                </c:pt>
                <c:pt idx="580">
                  <c:v>0.13411832607606017</c:v>
                </c:pt>
                <c:pt idx="581">
                  <c:v>0.13454969223379798</c:v>
                </c:pt>
                <c:pt idx="582">
                  <c:v>0.13463579977016235</c:v>
                </c:pt>
                <c:pt idx="583">
                  <c:v>0.13473662656699104</c:v>
                </c:pt>
                <c:pt idx="584">
                  <c:v>0.13476515375105183</c:v>
                </c:pt>
                <c:pt idx="585">
                  <c:v>0.13494443503893139</c:v>
                </c:pt>
                <c:pt idx="586">
                  <c:v>0.13506439638114995</c:v>
                </c:pt>
                <c:pt idx="587">
                  <c:v>0.13518318218911177</c:v>
                </c:pt>
                <c:pt idx="588">
                  <c:v>0.1354178696921027</c:v>
                </c:pt>
                <c:pt idx="589">
                  <c:v>0.13549859895960903</c:v>
                </c:pt>
                <c:pt idx="590">
                  <c:v>0.13552054229221355</c:v>
                </c:pt>
                <c:pt idx="591">
                  <c:v>0.13605746149619005</c:v>
                </c:pt>
                <c:pt idx="592">
                  <c:v>0.13676499256034719</c:v>
                </c:pt>
                <c:pt idx="593">
                  <c:v>0.13677763753952468</c:v>
                </c:pt>
                <c:pt idx="594">
                  <c:v>0.13697347129540263</c:v>
                </c:pt>
                <c:pt idx="595">
                  <c:v>0.13713916292598211</c:v>
                </c:pt>
                <c:pt idx="596">
                  <c:v>0.13715947355721078</c:v>
                </c:pt>
                <c:pt idx="597">
                  <c:v>0.13750522423500688</c:v>
                </c:pt>
                <c:pt idx="598">
                  <c:v>0.13764411388744477</c:v>
                </c:pt>
                <c:pt idx="599">
                  <c:v>0.1376977672601549</c:v>
                </c:pt>
                <c:pt idx="600">
                  <c:v>0.13769847836163879</c:v>
                </c:pt>
                <c:pt idx="601">
                  <c:v>0.13789435230908065</c:v>
                </c:pt>
                <c:pt idx="602">
                  <c:v>0.13831466673575007</c:v>
                </c:pt>
                <c:pt idx="603">
                  <c:v>0.13855585703637793</c:v>
                </c:pt>
                <c:pt idx="604">
                  <c:v>0.13855644596055228</c:v>
                </c:pt>
                <c:pt idx="605">
                  <c:v>0.13871796894507954</c:v>
                </c:pt>
                <c:pt idx="606">
                  <c:v>0.1387550927876339</c:v>
                </c:pt>
                <c:pt idx="607">
                  <c:v>0.13887768256278574</c:v>
                </c:pt>
                <c:pt idx="608">
                  <c:v>0.13899680755123692</c:v>
                </c:pt>
                <c:pt idx="609">
                  <c:v>0.13903566750060414</c:v>
                </c:pt>
                <c:pt idx="610">
                  <c:v>0.1391513443556856</c:v>
                </c:pt>
                <c:pt idx="611">
                  <c:v>0.13963818224661434</c:v>
                </c:pt>
                <c:pt idx="612">
                  <c:v>0.13974532658813354</c:v>
                </c:pt>
                <c:pt idx="613">
                  <c:v>0.13985978287286616</c:v>
                </c:pt>
                <c:pt idx="614">
                  <c:v>0.14012116573629185</c:v>
                </c:pt>
                <c:pt idx="615">
                  <c:v>0.1401438433967693</c:v>
                </c:pt>
                <c:pt idx="616">
                  <c:v>0.14101991109027928</c:v>
                </c:pt>
                <c:pt idx="617">
                  <c:v>0.14147616544483124</c:v>
                </c:pt>
                <c:pt idx="618">
                  <c:v>0.14172044519048513</c:v>
                </c:pt>
                <c:pt idx="619">
                  <c:v>0.14207771944579781</c:v>
                </c:pt>
                <c:pt idx="620">
                  <c:v>0.14210602292071581</c:v>
                </c:pt>
                <c:pt idx="621">
                  <c:v>0.14214362634731678</c:v>
                </c:pt>
                <c:pt idx="622">
                  <c:v>0.14240123936987986</c:v>
                </c:pt>
                <c:pt idx="623">
                  <c:v>0.14254670619614362</c:v>
                </c:pt>
                <c:pt idx="624">
                  <c:v>0.14257766151890733</c:v>
                </c:pt>
                <c:pt idx="625">
                  <c:v>0.14278132083185316</c:v>
                </c:pt>
                <c:pt idx="626">
                  <c:v>0.1430256105311038</c:v>
                </c:pt>
                <c:pt idx="627">
                  <c:v>0.14307958897672693</c:v>
                </c:pt>
                <c:pt idx="628">
                  <c:v>0.14374839272664439</c:v>
                </c:pt>
                <c:pt idx="629">
                  <c:v>0.14380341950778569</c:v>
                </c:pt>
                <c:pt idx="630">
                  <c:v>0.14388104325361309</c:v>
                </c:pt>
                <c:pt idx="631">
                  <c:v>0.14478378821715554</c:v>
                </c:pt>
                <c:pt idx="632">
                  <c:v>0.14552677585512994</c:v>
                </c:pt>
                <c:pt idx="633">
                  <c:v>0.14552774253421508</c:v>
                </c:pt>
                <c:pt idx="634">
                  <c:v>0.14588047714180624</c:v>
                </c:pt>
                <c:pt idx="635">
                  <c:v>0.14602324507028597</c:v>
                </c:pt>
                <c:pt idx="636">
                  <c:v>0.14612889673056875</c:v>
                </c:pt>
                <c:pt idx="637">
                  <c:v>0.14638466773857781</c:v>
                </c:pt>
                <c:pt idx="638">
                  <c:v>0.14652437916911201</c:v>
                </c:pt>
                <c:pt idx="639">
                  <c:v>0.14700131306319297</c:v>
                </c:pt>
                <c:pt idx="640">
                  <c:v>0.14713363959817327</c:v>
                </c:pt>
                <c:pt idx="641">
                  <c:v>0.14717895079411458</c:v>
                </c:pt>
                <c:pt idx="642">
                  <c:v>0.14739021101559424</c:v>
                </c:pt>
                <c:pt idx="643">
                  <c:v>0.14747783498521985</c:v>
                </c:pt>
                <c:pt idx="644">
                  <c:v>0.14748348754614457</c:v>
                </c:pt>
                <c:pt idx="645">
                  <c:v>0.14751905692003056</c:v>
                </c:pt>
                <c:pt idx="646">
                  <c:v>0.14767495331637806</c:v>
                </c:pt>
                <c:pt idx="647">
                  <c:v>0.1477571830924774</c:v>
                </c:pt>
                <c:pt idx="648">
                  <c:v>0.14803670333508065</c:v>
                </c:pt>
                <c:pt idx="649">
                  <c:v>0.14841012766906991</c:v>
                </c:pt>
                <c:pt idx="650">
                  <c:v>0.14866962073716142</c:v>
                </c:pt>
                <c:pt idx="651">
                  <c:v>0.14879374793345296</c:v>
                </c:pt>
                <c:pt idx="652">
                  <c:v>0.14893183490457859</c:v>
                </c:pt>
                <c:pt idx="653">
                  <c:v>0.14905047890020798</c:v>
                </c:pt>
                <c:pt idx="654">
                  <c:v>0.14906699521991684</c:v>
                </c:pt>
                <c:pt idx="655">
                  <c:v>0.14942186724636886</c:v>
                </c:pt>
                <c:pt idx="656">
                  <c:v>0.14990124527011905</c:v>
                </c:pt>
                <c:pt idx="657">
                  <c:v>0.15046810574094718</c:v>
                </c:pt>
                <c:pt idx="658">
                  <c:v>0.1505227812242878</c:v>
                </c:pt>
                <c:pt idx="659">
                  <c:v>0.15062871710030831</c:v>
                </c:pt>
                <c:pt idx="660">
                  <c:v>0.1508391816862357</c:v>
                </c:pt>
                <c:pt idx="661">
                  <c:v>0.15093273193266563</c:v>
                </c:pt>
                <c:pt idx="662">
                  <c:v>0.15162622248156457</c:v>
                </c:pt>
                <c:pt idx="663">
                  <c:v>0.15164345009977329</c:v>
                </c:pt>
                <c:pt idx="664">
                  <c:v>0.15167910445605651</c:v>
                </c:pt>
                <c:pt idx="665">
                  <c:v>0.15205146364863104</c:v>
                </c:pt>
                <c:pt idx="666">
                  <c:v>0.15216434498650505</c:v>
                </c:pt>
                <c:pt idx="667">
                  <c:v>0.15270820937293439</c:v>
                </c:pt>
                <c:pt idx="668">
                  <c:v>0.1528509982457672</c:v>
                </c:pt>
                <c:pt idx="669">
                  <c:v>0.15296799186671781</c:v>
                </c:pt>
                <c:pt idx="670">
                  <c:v>0.15317661220329612</c:v>
                </c:pt>
                <c:pt idx="671">
                  <c:v>0.15324500446524994</c:v>
                </c:pt>
                <c:pt idx="672">
                  <c:v>0.15332420531869281</c:v>
                </c:pt>
                <c:pt idx="673">
                  <c:v>0.15338070185702929</c:v>
                </c:pt>
                <c:pt idx="674">
                  <c:v>0.1533878694909869</c:v>
                </c:pt>
                <c:pt idx="675">
                  <c:v>0.15360743271977842</c:v>
                </c:pt>
                <c:pt idx="676">
                  <c:v>0.15378171017893807</c:v>
                </c:pt>
                <c:pt idx="677">
                  <c:v>0.15395826364787116</c:v>
                </c:pt>
                <c:pt idx="678">
                  <c:v>0.15398689556610962</c:v>
                </c:pt>
                <c:pt idx="679">
                  <c:v>0.15430495522780602</c:v>
                </c:pt>
                <c:pt idx="680">
                  <c:v>0.15465346239161229</c:v>
                </c:pt>
                <c:pt idx="681">
                  <c:v>0.15473264450075988</c:v>
                </c:pt>
                <c:pt idx="682">
                  <c:v>0.15496265851058916</c:v>
                </c:pt>
                <c:pt idx="683">
                  <c:v>0.1552033361125644</c:v>
                </c:pt>
                <c:pt idx="684">
                  <c:v>0.1552146289409663</c:v>
                </c:pt>
                <c:pt idx="685">
                  <c:v>0.15567451060303622</c:v>
                </c:pt>
                <c:pt idx="686">
                  <c:v>0.15583143576167752</c:v>
                </c:pt>
                <c:pt idx="687">
                  <c:v>0.15584831257755682</c:v>
                </c:pt>
                <c:pt idx="688">
                  <c:v>0.15611854834981884</c:v>
                </c:pt>
                <c:pt idx="689">
                  <c:v>0.15628421288628694</c:v>
                </c:pt>
                <c:pt idx="690">
                  <c:v>0.15649979089620142</c:v>
                </c:pt>
                <c:pt idx="691">
                  <c:v>0.15664401276885451</c:v>
                </c:pt>
                <c:pt idx="692">
                  <c:v>0.1568073646438167</c:v>
                </c:pt>
                <c:pt idx="693">
                  <c:v>0.15700353345729326</c:v>
                </c:pt>
                <c:pt idx="694">
                  <c:v>0.1573888490453117</c:v>
                </c:pt>
                <c:pt idx="695">
                  <c:v>0.15768189023458926</c:v>
                </c:pt>
                <c:pt idx="696">
                  <c:v>0.15786446496860521</c:v>
                </c:pt>
                <c:pt idx="697">
                  <c:v>0.15823087375397263</c:v>
                </c:pt>
                <c:pt idx="698">
                  <c:v>0.15829301842569157</c:v>
                </c:pt>
                <c:pt idx="699">
                  <c:v>0.15834782306084316</c:v>
                </c:pt>
                <c:pt idx="700">
                  <c:v>0.15907241901497041</c:v>
                </c:pt>
                <c:pt idx="701">
                  <c:v>0.15923887402895734</c:v>
                </c:pt>
                <c:pt idx="702">
                  <c:v>0.16009367081915585</c:v>
                </c:pt>
                <c:pt idx="703">
                  <c:v>0.16058889718687644</c:v>
                </c:pt>
                <c:pt idx="704">
                  <c:v>0.16066658097804093</c:v>
                </c:pt>
                <c:pt idx="705">
                  <c:v>0.16075616457364514</c:v>
                </c:pt>
                <c:pt idx="706">
                  <c:v>0.16078979201094482</c:v>
                </c:pt>
                <c:pt idx="707">
                  <c:v>0.16091907904009164</c:v>
                </c:pt>
                <c:pt idx="708">
                  <c:v>0.16098926254253598</c:v>
                </c:pt>
                <c:pt idx="709">
                  <c:v>0.16147534540483041</c:v>
                </c:pt>
                <c:pt idx="710">
                  <c:v>0.16170510162033058</c:v>
                </c:pt>
                <c:pt idx="711">
                  <c:v>0.16212081604075526</c:v>
                </c:pt>
                <c:pt idx="712">
                  <c:v>0.16213672624408473</c:v>
                </c:pt>
                <c:pt idx="713">
                  <c:v>0.16215729421718489</c:v>
                </c:pt>
                <c:pt idx="714">
                  <c:v>0.1625077325100007</c:v>
                </c:pt>
                <c:pt idx="715">
                  <c:v>0.16277612440030195</c:v>
                </c:pt>
                <c:pt idx="716">
                  <c:v>0.16338720761869407</c:v>
                </c:pt>
                <c:pt idx="717">
                  <c:v>0.16362717449750533</c:v>
                </c:pt>
                <c:pt idx="718">
                  <c:v>0.16372972765900753</c:v>
                </c:pt>
                <c:pt idx="719">
                  <c:v>0.16389750276479637</c:v>
                </c:pt>
                <c:pt idx="720">
                  <c:v>0.1639869053099689</c:v>
                </c:pt>
                <c:pt idx="721">
                  <c:v>0.16400662507676567</c:v>
                </c:pt>
                <c:pt idx="722">
                  <c:v>0.16420321803603863</c:v>
                </c:pt>
                <c:pt idx="723">
                  <c:v>0.16430148246955664</c:v>
                </c:pt>
                <c:pt idx="724">
                  <c:v>0.16460518641628311</c:v>
                </c:pt>
                <c:pt idx="725">
                  <c:v>0.16487175689479144</c:v>
                </c:pt>
                <c:pt idx="726">
                  <c:v>0.16487858258526986</c:v>
                </c:pt>
                <c:pt idx="727">
                  <c:v>0.16491792502862207</c:v>
                </c:pt>
                <c:pt idx="728">
                  <c:v>0.16504318402806553</c:v>
                </c:pt>
                <c:pt idx="729">
                  <c:v>0.16553494596538779</c:v>
                </c:pt>
                <c:pt idx="730">
                  <c:v>0.16616113090601828</c:v>
                </c:pt>
                <c:pt idx="731">
                  <c:v>0.16636829177593987</c:v>
                </c:pt>
                <c:pt idx="732">
                  <c:v>0.16643029006441029</c:v>
                </c:pt>
                <c:pt idx="733">
                  <c:v>0.16723404276632817</c:v>
                </c:pt>
                <c:pt idx="734">
                  <c:v>0.16811051958570286</c:v>
                </c:pt>
                <c:pt idx="735">
                  <c:v>0.16829179197088323</c:v>
                </c:pt>
                <c:pt idx="736">
                  <c:v>0.16869200314609775</c:v>
                </c:pt>
                <c:pt idx="737">
                  <c:v>0.16873786857094802</c:v>
                </c:pt>
                <c:pt idx="738">
                  <c:v>0.16901877861889705</c:v>
                </c:pt>
                <c:pt idx="739">
                  <c:v>0.16905052819946348</c:v>
                </c:pt>
                <c:pt idx="740">
                  <c:v>0.16937218089709788</c:v>
                </c:pt>
                <c:pt idx="741">
                  <c:v>0.16945205164446261</c:v>
                </c:pt>
                <c:pt idx="742">
                  <c:v>0.16964656692923624</c:v>
                </c:pt>
                <c:pt idx="743">
                  <c:v>0.17047729742055615</c:v>
                </c:pt>
                <c:pt idx="744">
                  <c:v>0.17049279664326333</c:v>
                </c:pt>
                <c:pt idx="745">
                  <c:v>0.17086365296016373</c:v>
                </c:pt>
                <c:pt idx="746">
                  <c:v>0.17097388551392428</c:v>
                </c:pt>
                <c:pt idx="747">
                  <c:v>0.17134475457210133</c:v>
                </c:pt>
                <c:pt idx="748">
                  <c:v>0.17174575062454023</c:v>
                </c:pt>
                <c:pt idx="749">
                  <c:v>0.17184531266602696</c:v>
                </c:pt>
                <c:pt idx="750">
                  <c:v>0.17251647855232505</c:v>
                </c:pt>
                <c:pt idx="751">
                  <c:v>0.17265223942714714</c:v>
                </c:pt>
                <c:pt idx="752">
                  <c:v>0.17273799047070407</c:v>
                </c:pt>
                <c:pt idx="753">
                  <c:v>0.17275734181965405</c:v>
                </c:pt>
                <c:pt idx="754">
                  <c:v>0.17278016630363782</c:v>
                </c:pt>
                <c:pt idx="755">
                  <c:v>0.17310216960042585</c:v>
                </c:pt>
                <c:pt idx="756">
                  <c:v>0.17325027294056208</c:v>
                </c:pt>
                <c:pt idx="757">
                  <c:v>0.17354211015678345</c:v>
                </c:pt>
                <c:pt idx="758">
                  <c:v>0.17376046585887658</c:v>
                </c:pt>
                <c:pt idx="759">
                  <c:v>0.17377271778605285</c:v>
                </c:pt>
                <c:pt idx="760">
                  <c:v>0.17437274666670172</c:v>
                </c:pt>
                <c:pt idx="761">
                  <c:v>0.1746733159748379</c:v>
                </c:pt>
                <c:pt idx="762">
                  <c:v>0.17471516392663461</c:v>
                </c:pt>
                <c:pt idx="763">
                  <c:v>0.17487847041033996</c:v>
                </c:pt>
                <c:pt idx="764">
                  <c:v>0.17530639279940233</c:v>
                </c:pt>
                <c:pt idx="765">
                  <c:v>0.17538586305801943</c:v>
                </c:pt>
                <c:pt idx="766">
                  <c:v>0.17664538351650441</c:v>
                </c:pt>
                <c:pt idx="767">
                  <c:v>0.17705511988678954</c:v>
                </c:pt>
                <c:pt idx="768">
                  <c:v>0.17727877464351327</c:v>
                </c:pt>
                <c:pt idx="769">
                  <c:v>0.17734416813258852</c:v>
                </c:pt>
                <c:pt idx="770">
                  <c:v>0.17808206588946748</c:v>
                </c:pt>
                <c:pt idx="771">
                  <c:v>0.17845899694247069</c:v>
                </c:pt>
                <c:pt idx="772">
                  <c:v>0.17877527632170129</c:v>
                </c:pt>
                <c:pt idx="773">
                  <c:v>0.17925951887245895</c:v>
                </c:pt>
                <c:pt idx="774">
                  <c:v>0.17954342501841603</c:v>
                </c:pt>
                <c:pt idx="775">
                  <c:v>0.17965522787613458</c:v>
                </c:pt>
                <c:pt idx="776">
                  <c:v>0.17972518030878706</c:v>
                </c:pt>
                <c:pt idx="777">
                  <c:v>0.17976995701108087</c:v>
                </c:pt>
                <c:pt idx="778">
                  <c:v>0.17981310943756559</c:v>
                </c:pt>
                <c:pt idx="779">
                  <c:v>0.18032117631441233</c:v>
                </c:pt>
                <c:pt idx="780">
                  <c:v>0.180498361972428</c:v>
                </c:pt>
                <c:pt idx="781">
                  <c:v>0.18084174732801298</c:v>
                </c:pt>
                <c:pt idx="782">
                  <c:v>0.18098801548892576</c:v>
                </c:pt>
                <c:pt idx="783">
                  <c:v>0.18124440843352249</c:v>
                </c:pt>
                <c:pt idx="784">
                  <c:v>0.18127995762078117</c:v>
                </c:pt>
                <c:pt idx="785">
                  <c:v>0.18221986206648463</c:v>
                </c:pt>
                <c:pt idx="786">
                  <c:v>0.18288254996270048</c:v>
                </c:pt>
                <c:pt idx="787">
                  <c:v>0.18342110031838077</c:v>
                </c:pt>
                <c:pt idx="788">
                  <c:v>0.18422931415435773</c:v>
                </c:pt>
                <c:pt idx="789">
                  <c:v>0.18446668816168746</c:v>
                </c:pt>
                <c:pt idx="790">
                  <c:v>0.18575898290413506</c:v>
                </c:pt>
                <c:pt idx="791">
                  <c:v>0.18728852297196616</c:v>
                </c:pt>
                <c:pt idx="792">
                  <c:v>0.18732983691265784</c:v>
                </c:pt>
                <c:pt idx="793">
                  <c:v>0.18925809387332915</c:v>
                </c:pt>
                <c:pt idx="794">
                  <c:v>0.19013445687596936</c:v>
                </c:pt>
                <c:pt idx="795">
                  <c:v>0.1917557296464332</c:v>
                </c:pt>
                <c:pt idx="796">
                  <c:v>0.19181428585388</c:v>
                </c:pt>
                <c:pt idx="797">
                  <c:v>0.19187974930915344</c:v>
                </c:pt>
                <c:pt idx="798">
                  <c:v>0.19265344974360249</c:v>
                </c:pt>
                <c:pt idx="799">
                  <c:v>0.19308231941603221</c:v>
                </c:pt>
                <c:pt idx="800">
                  <c:v>0.19322773341948216</c:v>
                </c:pt>
                <c:pt idx="801">
                  <c:v>0.19389134816927234</c:v>
                </c:pt>
                <c:pt idx="802">
                  <c:v>0.19531205979941751</c:v>
                </c:pt>
                <c:pt idx="803">
                  <c:v>0.1970557166608615</c:v>
                </c:pt>
                <c:pt idx="804">
                  <c:v>0.19716869572611528</c:v>
                </c:pt>
                <c:pt idx="805">
                  <c:v>0.19827468617107061</c:v>
                </c:pt>
                <c:pt idx="806">
                  <c:v>0.19882472889647196</c:v>
                </c:pt>
                <c:pt idx="807">
                  <c:v>0.19977104753945943</c:v>
                </c:pt>
                <c:pt idx="808">
                  <c:v>0.20007670258623131</c:v>
                </c:pt>
                <c:pt idx="809">
                  <c:v>0.20019960281863666</c:v>
                </c:pt>
                <c:pt idx="810">
                  <c:v>0.20063161532161533</c:v>
                </c:pt>
                <c:pt idx="811">
                  <c:v>0.20068277204456544</c:v>
                </c:pt>
                <c:pt idx="812">
                  <c:v>0.20078101207131599</c:v>
                </c:pt>
                <c:pt idx="813">
                  <c:v>0.20272577783829598</c:v>
                </c:pt>
                <c:pt idx="814">
                  <c:v>0.20350695764335466</c:v>
                </c:pt>
                <c:pt idx="815">
                  <c:v>0.20524287964164359</c:v>
                </c:pt>
                <c:pt idx="816">
                  <c:v>0.20705524101393313</c:v>
                </c:pt>
                <c:pt idx="817">
                  <c:v>0.2077567561371326</c:v>
                </c:pt>
                <c:pt idx="818">
                  <c:v>0.20785667663722965</c:v>
                </c:pt>
                <c:pt idx="819">
                  <c:v>0.20850695576224579</c:v>
                </c:pt>
                <c:pt idx="820">
                  <c:v>0.20892166009053664</c:v>
                </c:pt>
                <c:pt idx="821">
                  <c:v>0.20973778731646328</c:v>
                </c:pt>
                <c:pt idx="822">
                  <c:v>0.20998245566237067</c:v>
                </c:pt>
                <c:pt idx="823">
                  <c:v>0.21081760353858409</c:v>
                </c:pt>
                <c:pt idx="824">
                  <c:v>0.21088326279138417</c:v>
                </c:pt>
                <c:pt idx="825">
                  <c:v>0.21398908873338199</c:v>
                </c:pt>
                <c:pt idx="826">
                  <c:v>0.21454779454468437</c:v>
                </c:pt>
                <c:pt idx="827">
                  <c:v>0.21492742268004603</c:v>
                </c:pt>
                <c:pt idx="828">
                  <c:v>0.21549612211409278</c:v>
                </c:pt>
                <c:pt idx="829">
                  <c:v>0.21647945647955011</c:v>
                </c:pt>
                <c:pt idx="830">
                  <c:v>0.21712895218693318</c:v>
                </c:pt>
                <c:pt idx="831">
                  <c:v>0.2172812700146525</c:v>
                </c:pt>
                <c:pt idx="832">
                  <c:v>0.21826139606089659</c:v>
                </c:pt>
                <c:pt idx="833">
                  <c:v>0.22067046522960182</c:v>
                </c:pt>
                <c:pt idx="834">
                  <c:v>0.22106238669547609</c:v>
                </c:pt>
                <c:pt idx="835">
                  <c:v>0.22306450634212202</c:v>
                </c:pt>
                <c:pt idx="836">
                  <c:v>0.22367814935076349</c:v>
                </c:pt>
                <c:pt idx="837">
                  <c:v>0.22449038398857657</c:v>
                </c:pt>
                <c:pt idx="838">
                  <c:v>0.2247239510657365</c:v>
                </c:pt>
                <c:pt idx="839">
                  <c:v>0.22523001889003247</c:v>
                </c:pt>
                <c:pt idx="840">
                  <c:v>0.22592622860249245</c:v>
                </c:pt>
                <c:pt idx="841">
                  <c:v>0.22702755390937721</c:v>
                </c:pt>
                <c:pt idx="842">
                  <c:v>0.22730253889122884</c:v>
                </c:pt>
                <c:pt idx="843">
                  <c:v>0.22730598606569341</c:v>
                </c:pt>
                <c:pt idx="844">
                  <c:v>0.2273588805280625</c:v>
                </c:pt>
                <c:pt idx="845">
                  <c:v>0.22890224349912719</c:v>
                </c:pt>
                <c:pt idx="846">
                  <c:v>0.23018691471087754</c:v>
                </c:pt>
                <c:pt idx="847">
                  <c:v>0.2310716981675795</c:v>
                </c:pt>
                <c:pt idx="848">
                  <c:v>0.23222618340156184</c:v>
                </c:pt>
                <c:pt idx="849">
                  <c:v>0.23249082431900675</c:v>
                </c:pt>
                <c:pt idx="850">
                  <c:v>0.23276573164186498</c:v>
                </c:pt>
                <c:pt idx="851">
                  <c:v>0.23309300201351127</c:v>
                </c:pt>
                <c:pt idx="852">
                  <c:v>0.2349663898260651</c:v>
                </c:pt>
                <c:pt idx="853">
                  <c:v>0.23519108560660629</c:v>
                </c:pt>
                <c:pt idx="854">
                  <c:v>0.23585492859444634</c:v>
                </c:pt>
                <c:pt idx="855">
                  <c:v>0.23606507621351194</c:v>
                </c:pt>
                <c:pt idx="856">
                  <c:v>0.23668227811150266</c:v>
                </c:pt>
                <c:pt idx="857">
                  <c:v>0.23775887470111054</c:v>
                </c:pt>
                <c:pt idx="858">
                  <c:v>0.24068469686845706</c:v>
                </c:pt>
                <c:pt idx="859">
                  <c:v>0.24069233804998535</c:v>
                </c:pt>
                <c:pt idx="860">
                  <c:v>0.24128512483100611</c:v>
                </c:pt>
                <c:pt idx="861">
                  <c:v>0.24184981983536316</c:v>
                </c:pt>
                <c:pt idx="862">
                  <c:v>0.24219938353672391</c:v>
                </c:pt>
                <c:pt idx="863">
                  <c:v>0.2428116525776105</c:v>
                </c:pt>
                <c:pt idx="864">
                  <c:v>0.24349881357987924</c:v>
                </c:pt>
                <c:pt idx="865">
                  <c:v>0.24544597400533422</c:v>
                </c:pt>
                <c:pt idx="866">
                  <c:v>0.24890974272724928</c:v>
                </c:pt>
                <c:pt idx="867">
                  <c:v>0.24916242149151269</c:v>
                </c:pt>
                <c:pt idx="868">
                  <c:v>0.24924563790149604</c:v>
                </c:pt>
                <c:pt idx="869">
                  <c:v>0.25013298376610593</c:v>
                </c:pt>
                <c:pt idx="870">
                  <c:v>0.25116845671137461</c:v>
                </c:pt>
                <c:pt idx="871">
                  <c:v>0.25316762496847844</c:v>
                </c:pt>
                <c:pt idx="872">
                  <c:v>0.25392728631551814</c:v>
                </c:pt>
                <c:pt idx="873">
                  <c:v>0.25405035159613787</c:v>
                </c:pt>
                <c:pt idx="874">
                  <c:v>0.25466811243673654</c:v>
                </c:pt>
                <c:pt idx="875">
                  <c:v>0.25592211880690624</c:v>
                </c:pt>
                <c:pt idx="876">
                  <c:v>0.25839618495413741</c:v>
                </c:pt>
                <c:pt idx="877">
                  <c:v>0.25984676439066084</c:v>
                </c:pt>
                <c:pt idx="878">
                  <c:v>0.26011708107630777</c:v>
                </c:pt>
                <c:pt idx="879">
                  <c:v>0.26148034932771269</c:v>
                </c:pt>
                <c:pt idx="880">
                  <c:v>0.26175706767307527</c:v>
                </c:pt>
                <c:pt idx="881">
                  <c:v>0.26218302831599166</c:v>
                </c:pt>
                <c:pt idx="882">
                  <c:v>0.26317424787208082</c:v>
                </c:pt>
                <c:pt idx="883">
                  <c:v>0.26345312810246102</c:v>
                </c:pt>
                <c:pt idx="884">
                  <c:v>0.26398355856545264</c:v>
                </c:pt>
                <c:pt idx="885">
                  <c:v>0.26435910132658341</c:v>
                </c:pt>
                <c:pt idx="886">
                  <c:v>0.26445794339990952</c:v>
                </c:pt>
                <c:pt idx="887">
                  <c:v>0.26548254078334471</c:v>
                </c:pt>
                <c:pt idx="888">
                  <c:v>0.26602218407665412</c:v>
                </c:pt>
                <c:pt idx="889">
                  <c:v>0.26640644382857315</c:v>
                </c:pt>
                <c:pt idx="890">
                  <c:v>0.26643364714837464</c:v>
                </c:pt>
                <c:pt idx="891">
                  <c:v>0.26867822100232913</c:v>
                </c:pt>
                <c:pt idx="892">
                  <c:v>0.26999397048999563</c:v>
                </c:pt>
                <c:pt idx="893">
                  <c:v>0.27027422241458432</c:v>
                </c:pt>
                <c:pt idx="894">
                  <c:v>0.2708655924992352</c:v>
                </c:pt>
                <c:pt idx="895">
                  <c:v>0.27090337864900232</c:v>
                </c:pt>
                <c:pt idx="896">
                  <c:v>0.2729863170228996</c:v>
                </c:pt>
                <c:pt idx="897">
                  <c:v>0.273409142484561</c:v>
                </c:pt>
                <c:pt idx="898">
                  <c:v>0.2742979590950021</c:v>
                </c:pt>
                <c:pt idx="899">
                  <c:v>0.27535715515261855</c:v>
                </c:pt>
                <c:pt idx="900">
                  <c:v>0.27659587849069789</c:v>
                </c:pt>
                <c:pt idx="901">
                  <c:v>0.27728060270165433</c:v>
                </c:pt>
                <c:pt idx="902">
                  <c:v>0.27759466587269549</c:v>
                </c:pt>
                <c:pt idx="903">
                  <c:v>0.2789858699533273</c:v>
                </c:pt>
                <c:pt idx="904">
                  <c:v>0.27988859677364586</c:v>
                </c:pt>
                <c:pt idx="905">
                  <c:v>0.28027592783202587</c:v>
                </c:pt>
                <c:pt idx="906">
                  <c:v>0.28087754850754604</c:v>
                </c:pt>
                <c:pt idx="907">
                  <c:v>0.28151527237630758</c:v>
                </c:pt>
                <c:pt idx="908">
                  <c:v>0.28308327712085057</c:v>
                </c:pt>
                <c:pt idx="909">
                  <c:v>0.28567727486986866</c:v>
                </c:pt>
                <c:pt idx="910">
                  <c:v>0.28643916432842442</c:v>
                </c:pt>
                <c:pt idx="911">
                  <c:v>0.2869977879183121</c:v>
                </c:pt>
                <c:pt idx="912">
                  <c:v>0.28775290888488075</c:v>
                </c:pt>
                <c:pt idx="913">
                  <c:v>0.28783121239985582</c:v>
                </c:pt>
                <c:pt idx="914">
                  <c:v>0.28808323187335244</c:v>
                </c:pt>
                <c:pt idx="915">
                  <c:v>0.29149840996854898</c:v>
                </c:pt>
                <c:pt idx="916">
                  <c:v>0.29212088904647193</c:v>
                </c:pt>
                <c:pt idx="917">
                  <c:v>0.29293710096166553</c:v>
                </c:pt>
                <c:pt idx="918">
                  <c:v>0.29308976150631799</c:v>
                </c:pt>
                <c:pt idx="919">
                  <c:v>0.29583674993807219</c:v>
                </c:pt>
                <c:pt idx="920">
                  <c:v>0.29590686522149173</c:v>
                </c:pt>
                <c:pt idx="921">
                  <c:v>0.29650649073993018</c:v>
                </c:pt>
                <c:pt idx="922">
                  <c:v>0.29653191060274731</c:v>
                </c:pt>
                <c:pt idx="923">
                  <c:v>0.29779324441549382</c:v>
                </c:pt>
                <c:pt idx="924">
                  <c:v>0.29905203197845642</c:v>
                </c:pt>
                <c:pt idx="925">
                  <c:v>0.30113954813363941</c:v>
                </c:pt>
                <c:pt idx="926">
                  <c:v>0.30212764741041598</c:v>
                </c:pt>
                <c:pt idx="927">
                  <c:v>0.30277436878181818</c:v>
                </c:pt>
                <c:pt idx="928">
                  <c:v>0.3038243439133303</c:v>
                </c:pt>
                <c:pt idx="929">
                  <c:v>0.30444602675599053</c:v>
                </c:pt>
                <c:pt idx="930">
                  <c:v>0.30490114001929691</c:v>
                </c:pt>
                <c:pt idx="931">
                  <c:v>0.304969284815368</c:v>
                </c:pt>
                <c:pt idx="932">
                  <c:v>0.30592510074877749</c:v>
                </c:pt>
                <c:pt idx="933">
                  <c:v>0.30622864135796096</c:v>
                </c:pt>
                <c:pt idx="934">
                  <c:v>0.30785108024217556</c:v>
                </c:pt>
                <c:pt idx="935">
                  <c:v>0.30915170727119057</c:v>
                </c:pt>
                <c:pt idx="936">
                  <c:v>0.31073557442382571</c:v>
                </c:pt>
                <c:pt idx="937">
                  <c:v>0.31329629448664137</c:v>
                </c:pt>
                <c:pt idx="938">
                  <c:v>0.31578514774094502</c:v>
                </c:pt>
                <c:pt idx="939">
                  <c:v>0.32020521556126041</c:v>
                </c:pt>
                <c:pt idx="940">
                  <c:v>0.32156479270239591</c:v>
                </c:pt>
                <c:pt idx="941">
                  <c:v>0.32168103475435822</c:v>
                </c:pt>
                <c:pt idx="942">
                  <c:v>0.32265384140035175</c:v>
                </c:pt>
                <c:pt idx="943">
                  <c:v>0.32442251525963128</c:v>
                </c:pt>
                <c:pt idx="944">
                  <c:v>0.32512921235445436</c:v>
                </c:pt>
                <c:pt idx="945">
                  <c:v>0.32726551074051374</c:v>
                </c:pt>
                <c:pt idx="946">
                  <c:v>0.33288091211943566</c:v>
                </c:pt>
                <c:pt idx="947">
                  <c:v>0.33406324067121534</c:v>
                </c:pt>
                <c:pt idx="948">
                  <c:v>0.34071162454815945</c:v>
                </c:pt>
                <c:pt idx="949">
                  <c:v>0.34396663548738504</c:v>
                </c:pt>
                <c:pt idx="950">
                  <c:v>0.35013002367705359</c:v>
                </c:pt>
                <c:pt idx="951">
                  <c:v>0.35835654486348439</c:v>
                </c:pt>
              </c:numCache>
            </c:numRef>
          </c:xVal>
          <c:yVal>
            <c:numRef>
              <c:f>工作表1!$C$2:$C$953</c:f>
              <c:numCache>
                <c:formatCode>General</c:formatCode>
                <c:ptCount val="95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4.1666666666666666E-3</c:v>
                </c:pt>
                <c:pt idx="6">
                  <c:v>4.1666666666666666E-3</c:v>
                </c:pt>
                <c:pt idx="7">
                  <c:v>8.3333333333333332E-3</c:v>
                </c:pt>
                <c:pt idx="8">
                  <c:v>8.3333333333333332E-3</c:v>
                </c:pt>
                <c:pt idx="9">
                  <c:v>8.3333333333333332E-3</c:v>
                </c:pt>
                <c:pt idx="10">
                  <c:v>8.3333333333333332E-3</c:v>
                </c:pt>
                <c:pt idx="11">
                  <c:v>8.3333333333333332E-3</c:v>
                </c:pt>
                <c:pt idx="12">
                  <c:v>8.3333333333333332E-3</c:v>
                </c:pt>
                <c:pt idx="13">
                  <c:v>8.3333333333333332E-3</c:v>
                </c:pt>
                <c:pt idx="14">
                  <c:v>8.3333333333333332E-3</c:v>
                </c:pt>
                <c:pt idx="15">
                  <c:v>1.2500000000000001E-2</c:v>
                </c:pt>
                <c:pt idx="16">
                  <c:v>1.2500000000000001E-2</c:v>
                </c:pt>
                <c:pt idx="17">
                  <c:v>1.2500000000000001E-2</c:v>
                </c:pt>
                <c:pt idx="18">
                  <c:v>1.6666666666666666E-2</c:v>
                </c:pt>
                <c:pt idx="19">
                  <c:v>1.6666666666666666E-2</c:v>
                </c:pt>
                <c:pt idx="20">
                  <c:v>1.6666666666666666E-2</c:v>
                </c:pt>
                <c:pt idx="21">
                  <c:v>1.6666666666666666E-2</c:v>
                </c:pt>
                <c:pt idx="22">
                  <c:v>2.0833333333333332E-2</c:v>
                </c:pt>
                <c:pt idx="23">
                  <c:v>2.0833333333333332E-2</c:v>
                </c:pt>
                <c:pt idx="24">
                  <c:v>2.5000000000000001E-2</c:v>
                </c:pt>
                <c:pt idx="25">
                  <c:v>2.5000000000000001E-2</c:v>
                </c:pt>
                <c:pt idx="26">
                  <c:v>2.5000000000000001E-2</c:v>
                </c:pt>
                <c:pt idx="27">
                  <c:v>2.9166666666666667E-2</c:v>
                </c:pt>
                <c:pt idx="28">
                  <c:v>2.9166666666666667E-2</c:v>
                </c:pt>
                <c:pt idx="29">
                  <c:v>2.9166666666666667E-2</c:v>
                </c:pt>
                <c:pt idx="30">
                  <c:v>2.9166666666666667E-2</c:v>
                </c:pt>
                <c:pt idx="31">
                  <c:v>2.9166666666666667E-2</c:v>
                </c:pt>
                <c:pt idx="32">
                  <c:v>2.9166666666666667E-2</c:v>
                </c:pt>
                <c:pt idx="33">
                  <c:v>2.9166666666666667E-2</c:v>
                </c:pt>
                <c:pt idx="34">
                  <c:v>2.9166666666666667E-2</c:v>
                </c:pt>
                <c:pt idx="35">
                  <c:v>3.3333333333333333E-2</c:v>
                </c:pt>
                <c:pt idx="36">
                  <c:v>3.3333333333333333E-2</c:v>
                </c:pt>
                <c:pt idx="37">
                  <c:v>3.7499999999999999E-2</c:v>
                </c:pt>
                <c:pt idx="38">
                  <c:v>3.7499999999999999E-2</c:v>
                </c:pt>
                <c:pt idx="39">
                  <c:v>3.7499999999999999E-2</c:v>
                </c:pt>
                <c:pt idx="40">
                  <c:v>3.7499999999999999E-2</c:v>
                </c:pt>
                <c:pt idx="41">
                  <c:v>3.7499999999999999E-2</c:v>
                </c:pt>
                <c:pt idx="42">
                  <c:v>3.7499999999999999E-2</c:v>
                </c:pt>
                <c:pt idx="43">
                  <c:v>3.7499999999999999E-2</c:v>
                </c:pt>
                <c:pt idx="44">
                  <c:v>3.7499999999999999E-2</c:v>
                </c:pt>
                <c:pt idx="45">
                  <c:v>3.7499999999999999E-2</c:v>
                </c:pt>
                <c:pt idx="46">
                  <c:v>3.7499999999999999E-2</c:v>
                </c:pt>
                <c:pt idx="47">
                  <c:v>3.7499999999999999E-2</c:v>
                </c:pt>
                <c:pt idx="48">
                  <c:v>3.7499999999999999E-2</c:v>
                </c:pt>
                <c:pt idx="49">
                  <c:v>3.7499999999999999E-2</c:v>
                </c:pt>
                <c:pt idx="50">
                  <c:v>3.7499999999999999E-2</c:v>
                </c:pt>
                <c:pt idx="51">
                  <c:v>4.1666666666666664E-2</c:v>
                </c:pt>
                <c:pt idx="52">
                  <c:v>4.583333333333333E-2</c:v>
                </c:pt>
                <c:pt idx="53">
                  <c:v>4.583333333333333E-2</c:v>
                </c:pt>
                <c:pt idx="54">
                  <c:v>4.583333333333333E-2</c:v>
                </c:pt>
                <c:pt idx="55">
                  <c:v>4.583333333333333E-2</c:v>
                </c:pt>
                <c:pt idx="56">
                  <c:v>4.583333333333333E-2</c:v>
                </c:pt>
                <c:pt idx="57">
                  <c:v>4.583333333333333E-2</c:v>
                </c:pt>
                <c:pt idx="58">
                  <c:v>4.583333333333333E-2</c:v>
                </c:pt>
                <c:pt idx="59">
                  <c:v>4.583333333333333E-2</c:v>
                </c:pt>
                <c:pt idx="60">
                  <c:v>4.583333333333333E-2</c:v>
                </c:pt>
                <c:pt idx="61">
                  <c:v>4.583333333333333E-2</c:v>
                </c:pt>
                <c:pt idx="62">
                  <c:v>0.05</c:v>
                </c:pt>
                <c:pt idx="63">
                  <c:v>0.05</c:v>
                </c:pt>
                <c:pt idx="64">
                  <c:v>0.05</c:v>
                </c:pt>
                <c:pt idx="65">
                  <c:v>0.05</c:v>
                </c:pt>
                <c:pt idx="66">
                  <c:v>0.05</c:v>
                </c:pt>
                <c:pt idx="67">
                  <c:v>0.05</c:v>
                </c:pt>
                <c:pt idx="68">
                  <c:v>0.05</c:v>
                </c:pt>
                <c:pt idx="69">
                  <c:v>0.05</c:v>
                </c:pt>
                <c:pt idx="70">
                  <c:v>0.05</c:v>
                </c:pt>
                <c:pt idx="71">
                  <c:v>5.4166666666666669E-2</c:v>
                </c:pt>
                <c:pt idx="72">
                  <c:v>5.4166666666666669E-2</c:v>
                </c:pt>
                <c:pt idx="73">
                  <c:v>5.4166666666666669E-2</c:v>
                </c:pt>
                <c:pt idx="74">
                  <c:v>5.4166666666666669E-2</c:v>
                </c:pt>
                <c:pt idx="75">
                  <c:v>5.4166666666666669E-2</c:v>
                </c:pt>
                <c:pt idx="76">
                  <c:v>5.4166666666666669E-2</c:v>
                </c:pt>
                <c:pt idx="77">
                  <c:v>5.4166666666666669E-2</c:v>
                </c:pt>
                <c:pt idx="78">
                  <c:v>5.4166666666666669E-2</c:v>
                </c:pt>
                <c:pt idx="79">
                  <c:v>5.4166666666666669E-2</c:v>
                </c:pt>
                <c:pt idx="80">
                  <c:v>5.8333333333333334E-2</c:v>
                </c:pt>
                <c:pt idx="81">
                  <c:v>5.8333333333333334E-2</c:v>
                </c:pt>
                <c:pt idx="82">
                  <c:v>6.25E-2</c:v>
                </c:pt>
                <c:pt idx="83">
                  <c:v>6.25E-2</c:v>
                </c:pt>
                <c:pt idx="84">
                  <c:v>6.25E-2</c:v>
                </c:pt>
                <c:pt idx="85">
                  <c:v>6.25E-2</c:v>
                </c:pt>
                <c:pt idx="86">
                  <c:v>6.25E-2</c:v>
                </c:pt>
                <c:pt idx="87">
                  <c:v>6.25E-2</c:v>
                </c:pt>
                <c:pt idx="88">
                  <c:v>6.25E-2</c:v>
                </c:pt>
                <c:pt idx="89">
                  <c:v>6.25E-2</c:v>
                </c:pt>
                <c:pt idx="90">
                  <c:v>6.25E-2</c:v>
                </c:pt>
                <c:pt idx="91">
                  <c:v>6.25E-2</c:v>
                </c:pt>
                <c:pt idx="92">
                  <c:v>6.6666666666666666E-2</c:v>
                </c:pt>
                <c:pt idx="93">
                  <c:v>7.0833333333333331E-2</c:v>
                </c:pt>
                <c:pt idx="94">
                  <c:v>7.0833333333333331E-2</c:v>
                </c:pt>
                <c:pt idx="95">
                  <c:v>7.0833333333333331E-2</c:v>
                </c:pt>
                <c:pt idx="96">
                  <c:v>7.0833333333333331E-2</c:v>
                </c:pt>
                <c:pt idx="97">
                  <c:v>7.0833333333333331E-2</c:v>
                </c:pt>
                <c:pt idx="98">
                  <c:v>7.4999999999999997E-2</c:v>
                </c:pt>
                <c:pt idx="99">
                  <c:v>7.9166666666666663E-2</c:v>
                </c:pt>
                <c:pt idx="100">
                  <c:v>7.9166666666666663E-2</c:v>
                </c:pt>
                <c:pt idx="101">
                  <c:v>8.3333333333333329E-2</c:v>
                </c:pt>
                <c:pt idx="102">
                  <c:v>8.7499999999999994E-2</c:v>
                </c:pt>
                <c:pt idx="103">
                  <c:v>8.7499999999999994E-2</c:v>
                </c:pt>
                <c:pt idx="104">
                  <c:v>8.7499999999999994E-2</c:v>
                </c:pt>
                <c:pt idx="105">
                  <c:v>8.7499999999999994E-2</c:v>
                </c:pt>
                <c:pt idx="106">
                  <c:v>9.166666666666666E-2</c:v>
                </c:pt>
                <c:pt idx="107">
                  <c:v>9.166666666666666E-2</c:v>
                </c:pt>
                <c:pt idx="108">
                  <c:v>9.166666666666666E-2</c:v>
                </c:pt>
                <c:pt idx="109">
                  <c:v>9.166666666666666E-2</c:v>
                </c:pt>
                <c:pt idx="110">
                  <c:v>9.166666666666666E-2</c:v>
                </c:pt>
                <c:pt idx="111">
                  <c:v>9.166666666666666E-2</c:v>
                </c:pt>
                <c:pt idx="112">
                  <c:v>9.583333333333334E-2</c:v>
                </c:pt>
                <c:pt idx="113">
                  <c:v>0.1</c:v>
                </c:pt>
                <c:pt idx="114">
                  <c:v>0.10416666666666667</c:v>
                </c:pt>
                <c:pt idx="115">
                  <c:v>0.10416666666666667</c:v>
                </c:pt>
                <c:pt idx="116">
                  <c:v>0.10416666666666667</c:v>
                </c:pt>
                <c:pt idx="117">
                  <c:v>0.10416666666666667</c:v>
                </c:pt>
                <c:pt idx="118">
                  <c:v>0.10416666666666667</c:v>
                </c:pt>
                <c:pt idx="119">
                  <c:v>0.10416666666666667</c:v>
                </c:pt>
                <c:pt idx="120">
                  <c:v>0.10416666666666667</c:v>
                </c:pt>
                <c:pt idx="121">
                  <c:v>0.10416666666666667</c:v>
                </c:pt>
                <c:pt idx="122">
                  <c:v>0.10416666666666667</c:v>
                </c:pt>
                <c:pt idx="123">
                  <c:v>0.10416666666666667</c:v>
                </c:pt>
                <c:pt idx="124">
                  <c:v>0.10416666666666667</c:v>
                </c:pt>
                <c:pt idx="125">
                  <c:v>0.10416666666666667</c:v>
                </c:pt>
                <c:pt idx="126">
                  <c:v>0.10416666666666667</c:v>
                </c:pt>
                <c:pt idx="127">
                  <c:v>0.10416666666666667</c:v>
                </c:pt>
                <c:pt idx="128">
                  <c:v>0.10416666666666667</c:v>
                </c:pt>
                <c:pt idx="129">
                  <c:v>0.10833333333333334</c:v>
                </c:pt>
                <c:pt idx="130">
                  <c:v>0.10833333333333334</c:v>
                </c:pt>
                <c:pt idx="131">
                  <c:v>0.10833333333333334</c:v>
                </c:pt>
                <c:pt idx="132">
                  <c:v>0.10833333333333334</c:v>
                </c:pt>
                <c:pt idx="133">
                  <c:v>0.10833333333333334</c:v>
                </c:pt>
                <c:pt idx="134">
                  <c:v>0.10833333333333334</c:v>
                </c:pt>
                <c:pt idx="135">
                  <c:v>0.10833333333333334</c:v>
                </c:pt>
                <c:pt idx="136">
                  <c:v>0.10833333333333334</c:v>
                </c:pt>
                <c:pt idx="137">
                  <c:v>0.1125</c:v>
                </c:pt>
                <c:pt idx="138">
                  <c:v>0.1125</c:v>
                </c:pt>
                <c:pt idx="139">
                  <c:v>0.1125</c:v>
                </c:pt>
                <c:pt idx="140">
                  <c:v>0.11666666666666667</c:v>
                </c:pt>
                <c:pt idx="141">
                  <c:v>0.11666666666666667</c:v>
                </c:pt>
                <c:pt idx="142">
                  <c:v>0.11666666666666667</c:v>
                </c:pt>
                <c:pt idx="143">
                  <c:v>0.11666666666666667</c:v>
                </c:pt>
                <c:pt idx="144">
                  <c:v>0.11666666666666667</c:v>
                </c:pt>
                <c:pt idx="145">
                  <c:v>0.11666666666666667</c:v>
                </c:pt>
                <c:pt idx="146">
                  <c:v>0.12083333333333333</c:v>
                </c:pt>
                <c:pt idx="147">
                  <c:v>0.12083333333333333</c:v>
                </c:pt>
                <c:pt idx="148">
                  <c:v>0.12083333333333333</c:v>
                </c:pt>
                <c:pt idx="149">
                  <c:v>0.12083333333333333</c:v>
                </c:pt>
                <c:pt idx="150">
                  <c:v>0.125</c:v>
                </c:pt>
                <c:pt idx="151">
                  <c:v>0.125</c:v>
                </c:pt>
                <c:pt idx="152">
                  <c:v>0.125</c:v>
                </c:pt>
                <c:pt idx="153">
                  <c:v>0.125</c:v>
                </c:pt>
                <c:pt idx="154">
                  <c:v>0.12916666666666668</c:v>
                </c:pt>
                <c:pt idx="155">
                  <c:v>0.12916666666666668</c:v>
                </c:pt>
                <c:pt idx="156">
                  <c:v>0.12916666666666668</c:v>
                </c:pt>
                <c:pt idx="157">
                  <c:v>0.12916666666666668</c:v>
                </c:pt>
                <c:pt idx="158">
                  <c:v>0.12916666666666668</c:v>
                </c:pt>
                <c:pt idx="159">
                  <c:v>0.12916666666666668</c:v>
                </c:pt>
                <c:pt idx="160">
                  <c:v>0.12916666666666668</c:v>
                </c:pt>
                <c:pt idx="161">
                  <c:v>0.13333333333333333</c:v>
                </c:pt>
                <c:pt idx="162">
                  <c:v>0.13333333333333333</c:v>
                </c:pt>
                <c:pt idx="163">
                  <c:v>0.13333333333333333</c:v>
                </c:pt>
                <c:pt idx="164">
                  <c:v>0.13333333333333333</c:v>
                </c:pt>
                <c:pt idx="165">
                  <c:v>0.13333333333333333</c:v>
                </c:pt>
                <c:pt idx="166">
                  <c:v>0.13333333333333333</c:v>
                </c:pt>
                <c:pt idx="167">
                  <c:v>0.13333333333333333</c:v>
                </c:pt>
                <c:pt idx="168">
                  <c:v>0.13333333333333333</c:v>
                </c:pt>
                <c:pt idx="169">
                  <c:v>0.13750000000000001</c:v>
                </c:pt>
                <c:pt idx="170">
                  <c:v>0.13750000000000001</c:v>
                </c:pt>
                <c:pt idx="171">
                  <c:v>0.13750000000000001</c:v>
                </c:pt>
                <c:pt idx="172">
                  <c:v>0.13750000000000001</c:v>
                </c:pt>
                <c:pt idx="173">
                  <c:v>0.13750000000000001</c:v>
                </c:pt>
                <c:pt idx="174">
                  <c:v>0.14166666666666666</c:v>
                </c:pt>
                <c:pt idx="175">
                  <c:v>0.14166666666666666</c:v>
                </c:pt>
                <c:pt idx="176">
                  <c:v>0.14166666666666666</c:v>
                </c:pt>
                <c:pt idx="177">
                  <c:v>0.14166666666666666</c:v>
                </c:pt>
                <c:pt idx="178">
                  <c:v>0.14166666666666666</c:v>
                </c:pt>
                <c:pt idx="179">
                  <c:v>0.14583333333333334</c:v>
                </c:pt>
                <c:pt idx="180">
                  <c:v>0.14583333333333334</c:v>
                </c:pt>
                <c:pt idx="181">
                  <c:v>0.14583333333333334</c:v>
                </c:pt>
                <c:pt idx="182">
                  <c:v>0.15</c:v>
                </c:pt>
                <c:pt idx="183">
                  <c:v>0.15</c:v>
                </c:pt>
                <c:pt idx="184">
                  <c:v>0.15</c:v>
                </c:pt>
                <c:pt idx="185">
                  <c:v>0.15</c:v>
                </c:pt>
                <c:pt idx="186">
                  <c:v>0.15</c:v>
                </c:pt>
                <c:pt idx="187">
                  <c:v>0.15</c:v>
                </c:pt>
                <c:pt idx="188">
                  <c:v>0.15</c:v>
                </c:pt>
                <c:pt idx="189">
                  <c:v>0.15</c:v>
                </c:pt>
                <c:pt idx="190">
                  <c:v>0.15</c:v>
                </c:pt>
                <c:pt idx="191">
                  <c:v>0.15</c:v>
                </c:pt>
                <c:pt idx="192">
                  <c:v>0.15</c:v>
                </c:pt>
                <c:pt idx="193">
                  <c:v>0.15</c:v>
                </c:pt>
                <c:pt idx="194">
                  <c:v>0.15416666666666667</c:v>
                </c:pt>
                <c:pt idx="195">
                  <c:v>0.15416666666666667</c:v>
                </c:pt>
                <c:pt idx="196">
                  <c:v>0.15416666666666667</c:v>
                </c:pt>
                <c:pt idx="197">
                  <c:v>0.15416666666666667</c:v>
                </c:pt>
                <c:pt idx="198">
                  <c:v>0.15416666666666667</c:v>
                </c:pt>
                <c:pt idx="199">
                  <c:v>0.15416666666666667</c:v>
                </c:pt>
                <c:pt idx="200">
                  <c:v>0.15833333333333333</c:v>
                </c:pt>
                <c:pt idx="201">
                  <c:v>0.15833333333333333</c:v>
                </c:pt>
                <c:pt idx="202">
                  <c:v>0.16250000000000001</c:v>
                </c:pt>
                <c:pt idx="203">
                  <c:v>0.16250000000000001</c:v>
                </c:pt>
                <c:pt idx="204">
                  <c:v>0.16250000000000001</c:v>
                </c:pt>
                <c:pt idx="205">
                  <c:v>0.16250000000000001</c:v>
                </c:pt>
                <c:pt idx="206">
                  <c:v>0.16666666666666666</c:v>
                </c:pt>
                <c:pt idx="207">
                  <c:v>0.16666666666666666</c:v>
                </c:pt>
                <c:pt idx="208">
                  <c:v>0.16666666666666666</c:v>
                </c:pt>
                <c:pt idx="209">
                  <c:v>0.16666666666666666</c:v>
                </c:pt>
                <c:pt idx="210">
                  <c:v>0.16666666666666666</c:v>
                </c:pt>
                <c:pt idx="211">
                  <c:v>0.17083333333333334</c:v>
                </c:pt>
                <c:pt idx="212">
                  <c:v>0.17083333333333334</c:v>
                </c:pt>
                <c:pt idx="213">
                  <c:v>0.17499999999999999</c:v>
                </c:pt>
                <c:pt idx="214">
                  <c:v>0.17499999999999999</c:v>
                </c:pt>
                <c:pt idx="215">
                  <c:v>0.17499999999999999</c:v>
                </c:pt>
                <c:pt idx="216">
                  <c:v>0.17499999999999999</c:v>
                </c:pt>
                <c:pt idx="217">
                  <c:v>0.17499999999999999</c:v>
                </c:pt>
                <c:pt idx="218">
                  <c:v>0.17499999999999999</c:v>
                </c:pt>
                <c:pt idx="219">
                  <c:v>0.17499999999999999</c:v>
                </c:pt>
                <c:pt idx="220">
                  <c:v>0.17499999999999999</c:v>
                </c:pt>
                <c:pt idx="221">
                  <c:v>0.17916666666666667</c:v>
                </c:pt>
                <c:pt idx="222">
                  <c:v>0.17916666666666667</c:v>
                </c:pt>
                <c:pt idx="223">
                  <c:v>0.17916666666666667</c:v>
                </c:pt>
                <c:pt idx="224">
                  <c:v>0.17916666666666667</c:v>
                </c:pt>
                <c:pt idx="225">
                  <c:v>0.17916666666666667</c:v>
                </c:pt>
                <c:pt idx="226">
                  <c:v>0.18333333333333332</c:v>
                </c:pt>
                <c:pt idx="227">
                  <c:v>0.1875</c:v>
                </c:pt>
                <c:pt idx="228">
                  <c:v>0.1875</c:v>
                </c:pt>
                <c:pt idx="229">
                  <c:v>0.1875</c:v>
                </c:pt>
                <c:pt idx="230">
                  <c:v>0.1875</c:v>
                </c:pt>
                <c:pt idx="231">
                  <c:v>0.1875</c:v>
                </c:pt>
                <c:pt idx="232">
                  <c:v>0.19166666666666668</c:v>
                </c:pt>
                <c:pt idx="233">
                  <c:v>0.19166666666666668</c:v>
                </c:pt>
                <c:pt idx="234">
                  <c:v>0.19583333333333333</c:v>
                </c:pt>
                <c:pt idx="235">
                  <c:v>0.19583333333333333</c:v>
                </c:pt>
                <c:pt idx="236">
                  <c:v>0.19583333333333333</c:v>
                </c:pt>
                <c:pt idx="237">
                  <c:v>0.19583333333333333</c:v>
                </c:pt>
                <c:pt idx="238">
                  <c:v>0.19583333333333333</c:v>
                </c:pt>
                <c:pt idx="239">
                  <c:v>0.19583333333333333</c:v>
                </c:pt>
                <c:pt idx="240">
                  <c:v>0.19583333333333333</c:v>
                </c:pt>
                <c:pt idx="241">
                  <c:v>0.19583333333333333</c:v>
                </c:pt>
                <c:pt idx="242">
                  <c:v>0.19583333333333333</c:v>
                </c:pt>
                <c:pt idx="243">
                  <c:v>0.19583333333333333</c:v>
                </c:pt>
                <c:pt idx="244">
                  <c:v>0.19583333333333333</c:v>
                </c:pt>
                <c:pt idx="245">
                  <c:v>0.2</c:v>
                </c:pt>
                <c:pt idx="246">
                  <c:v>0.2</c:v>
                </c:pt>
                <c:pt idx="247">
                  <c:v>0.2</c:v>
                </c:pt>
                <c:pt idx="248">
                  <c:v>0.2</c:v>
                </c:pt>
                <c:pt idx="249">
                  <c:v>0.20416666666666666</c:v>
                </c:pt>
                <c:pt idx="250">
                  <c:v>0.20416666666666666</c:v>
                </c:pt>
                <c:pt idx="251">
                  <c:v>0.20416666666666666</c:v>
                </c:pt>
                <c:pt idx="252">
                  <c:v>0.20416666666666666</c:v>
                </c:pt>
                <c:pt idx="253">
                  <c:v>0.20416666666666666</c:v>
                </c:pt>
                <c:pt idx="254">
                  <c:v>0.20416666666666666</c:v>
                </c:pt>
                <c:pt idx="255">
                  <c:v>0.20416666666666666</c:v>
                </c:pt>
                <c:pt idx="256">
                  <c:v>0.20416666666666666</c:v>
                </c:pt>
                <c:pt idx="257">
                  <c:v>0.20416666666666666</c:v>
                </c:pt>
                <c:pt idx="258">
                  <c:v>0.20833333333333334</c:v>
                </c:pt>
                <c:pt idx="259">
                  <c:v>0.20833333333333334</c:v>
                </c:pt>
                <c:pt idx="260">
                  <c:v>0.20833333333333334</c:v>
                </c:pt>
                <c:pt idx="261">
                  <c:v>0.20833333333333334</c:v>
                </c:pt>
                <c:pt idx="262">
                  <c:v>0.20833333333333334</c:v>
                </c:pt>
                <c:pt idx="263">
                  <c:v>0.20833333333333334</c:v>
                </c:pt>
                <c:pt idx="264">
                  <c:v>0.20833333333333334</c:v>
                </c:pt>
                <c:pt idx="265">
                  <c:v>0.20833333333333334</c:v>
                </c:pt>
                <c:pt idx="266">
                  <c:v>0.21249999999999999</c:v>
                </c:pt>
                <c:pt idx="267">
                  <c:v>0.21249999999999999</c:v>
                </c:pt>
                <c:pt idx="268">
                  <c:v>0.21249999999999999</c:v>
                </c:pt>
                <c:pt idx="269">
                  <c:v>0.21249999999999999</c:v>
                </c:pt>
                <c:pt idx="270">
                  <c:v>0.21249999999999999</c:v>
                </c:pt>
                <c:pt idx="271">
                  <c:v>0.21249999999999999</c:v>
                </c:pt>
                <c:pt idx="272">
                  <c:v>0.21249999999999999</c:v>
                </c:pt>
                <c:pt idx="273">
                  <c:v>0.21249999999999999</c:v>
                </c:pt>
                <c:pt idx="274">
                  <c:v>0.21666666666666667</c:v>
                </c:pt>
                <c:pt idx="275">
                  <c:v>0.21666666666666667</c:v>
                </c:pt>
                <c:pt idx="276">
                  <c:v>0.21666666666666667</c:v>
                </c:pt>
                <c:pt idx="277">
                  <c:v>0.21666666666666667</c:v>
                </c:pt>
                <c:pt idx="278">
                  <c:v>0.22083333333333333</c:v>
                </c:pt>
                <c:pt idx="279">
                  <c:v>0.22083333333333333</c:v>
                </c:pt>
                <c:pt idx="280">
                  <c:v>0.22500000000000001</c:v>
                </c:pt>
                <c:pt idx="281">
                  <c:v>0.22500000000000001</c:v>
                </c:pt>
                <c:pt idx="282">
                  <c:v>0.22500000000000001</c:v>
                </c:pt>
                <c:pt idx="283">
                  <c:v>0.22916666666666666</c:v>
                </c:pt>
                <c:pt idx="284">
                  <c:v>0.23333333333333334</c:v>
                </c:pt>
                <c:pt idx="285">
                  <c:v>0.23333333333333334</c:v>
                </c:pt>
                <c:pt idx="286">
                  <c:v>0.23333333333333334</c:v>
                </c:pt>
                <c:pt idx="287">
                  <c:v>0.23749999999999999</c:v>
                </c:pt>
                <c:pt idx="288">
                  <c:v>0.24166666666666667</c:v>
                </c:pt>
                <c:pt idx="289">
                  <c:v>0.24166666666666667</c:v>
                </c:pt>
                <c:pt idx="290">
                  <c:v>0.24166666666666667</c:v>
                </c:pt>
                <c:pt idx="291">
                  <c:v>0.24166666666666667</c:v>
                </c:pt>
                <c:pt idx="292">
                  <c:v>0.24166666666666667</c:v>
                </c:pt>
                <c:pt idx="293">
                  <c:v>0.24166666666666667</c:v>
                </c:pt>
                <c:pt idx="294">
                  <c:v>0.24166666666666667</c:v>
                </c:pt>
                <c:pt idx="295">
                  <c:v>0.24166666666666667</c:v>
                </c:pt>
                <c:pt idx="296">
                  <c:v>0.24166666666666667</c:v>
                </c:pt>
                <c:pt idx="297">
                  <c:v>0.24166666666666667</c:v>
                </c:pt>
                <c:pt idx="298">
                  <c:v>0.24166666666666667</c:v>
                </c:pt>
                <c:pt idx="299">
                  <c:v>0.24166666666666667</c:v>
                </c:pt>
                <c:pt idx="300">
                  <c:v>0.24166666666666667</c:v>
                </c:pt>
                <c:pt idx="301">
                  <c:v>0.24166666666666667</c:v>
                </c:pt>
                <c:pt idx="302">
                  <c:v>0.24166666666666667</c:v>
                </c:pt>
                <c:pt idx="303">
                  <c:v>0.24166666666666667</c:v>
                </c:pt>
                <c:pt idx="304">
                  <c:v>0.24166666666666667</c:v>
                </c:pt>
                <c:pt idx="305">
                  <c:v>0.24166666666666667</c:v>
                </c:pt>
                <c:pt idx="306">
                  <c:v>0.24166666666666667</c:v>
                </c:pt>
                <c:pt idx="307">
                  <c:v>0.24166666666666667</c:v>
                </c:pt>
                <c:pt idx="308">
                  <c:v>0.24166666666666667</c:v>
                </c:pt>
                <c:pt idx="309">
                  <c:v>0.24166666666666667</c:v>
                </c:pt>
                <c:pt idx="310">
                  <c:v>0.24583333333333332</c:v>
                </c:pt>
                <c:pt idx="311">
                  <c:v>0.25</c:v>
                </c:pt>
                <c:pt idx="312">
                  <c:v>0.25</c:v>
                </c:pt>
                <c:pt idx="313">
                  <c:v>0.25</c:v>
                </c:pt>
                <c:pt idx="314">
                  <c:v>0.25</c:v>
                </c:pt>
                <c:pt idx="315">
                  <c:v>0.25416666666666665</c:v>
                </c:pt>
                <c:pt idx="316">
                  <c:v>0.25833333333333336</c:v>
                </c:pt>
                <c:pt idx="317">
                  <c:v>0.25833333333333336</c:v>
                </c:pt>
                <c:pt idx="318">
                  <c:v>0.25833333333333336</c:v>
                </c:pt>
                <c:pt idx="319">
                  <c:v>0.26250000000000001</c:v>
                </c:pt>
                <c:pt idx="320">
                  <c:v>0.26250000000000001</c:v>
                </c:pt>
                <c:pt idx="321">
                  <c:v>0.26250000000000001</c:v>
                </c:pt>
                <c:pt idx="322">
                  <c:v>0.26250000000000001</c:v>
                </c:pt>
                <c:pt idx="323">
                  <c:v>0.26250000000000001</c:v>
                </c:pt>
                <c:pt idx="324">
                  <c:v>0.26250000000000001</c:v>
                </c:pt>
                <c:pt idx="325">
                  <c:v>0.26250000000000001</c:v>
                </c:pt>
                <c:pt idx="326">
                  <c:v>0.26666666666666666</c:v>
                </c:pt>
                <c:pt idx="327">
                  <c:v>0.26666666666666666</c:v>
                </c:pt>
                <c:pt idx="328">
                  <c:v>0.26666666666666666</c:v>
                </c:pt>
                <c:pt idx="329">
                  <c:v>0.26666666666666666</c:v>
                </c:pt>
                <c:pt idx="330">
                  <c:v>0.26666666666666666</c:v>
                </c:pt>
                <c:pt idx="331">
                  <c:v>0.26666666666666666</c:v>
                </c:pt>
                <c:pt idx="332">
                  <c:v>0.26666666666666666</c:v>
                </c:pt>
                <c:pt idx="333">
                  <c:v>0.27083333333333331</c:v>
                </c:pt>
                <c:pt idx="334">
                  <c:v>0.27083333333333331</c:v>
                </c:pt>
                <c:pt idx="335">
                  <c:v>0.27083333333333331</c:v>
                </c:pt>
                <c:pt idx="336">
                  <c:v>0.27083333333333331</c:v>
                </c:pt>
                <c:pt idx="337">
                  <c:v>0.27083333333333331</c:v>
                </c:pt>
                <c:pt idx="338">
                  <c:v>0.27083333333333331</c:v>
                </c:pt>
                <c:pt idx="339">
                  <c:v>0.27083333333333331</c:v>
                </c:pt>
                <c:pt idx="340">
                  <c:v>0.27083333333333331</c:v>
                </c:pt>
                <c:pt idx="341">
                  <c:v>0.27083333333333331</c:v>
                </c:pt>
                <c:pt idx="342">
                  <c:v>0.27083333333333331</c:v>
                </c:pt>
                <c:pt idx="343">
                  <c:v>0.27500000000000002</c:v>
                </c:pt>
                <c:pt idx="344">
                  <c:v>0.27500000000000002</c:v>
                </c:pt>
                <c:pt idx="345">
                  <c:v>0.27500000000000002</c:v>
                </c:pt>
                <c:pt idx="346">
                  <c:v>0.27500000000000002</c:v>
                </c:pt>
                <c:pt idx="347">
                  <c:v>0.27500000000000002</c:v>
                </c:pt>
                <c:pt idx="348">
                  <c:v>0.27500000000000002</c:v>
                </c:pt>
                <c:pt idx="349">
                  <c:v>0.27500000000000002</c:v>
                </c:pt>
                <c:pt idx="350">
                  <c:v>0.27500000000000002</c:v>
                </c:pt>
                <c:pt idx="351">
                  <c:v>0.27916666666666667</c:v>
                </c:pt>
                <c:pt idx="352">
                  <c:v>0.27916666666666667</c:v>
                </c:pt>
                <c:pt idx="353">
                  <c:v>0.27916666666666667</c:v>
                </c:pt>
                <c:pt idx="354">
                  <c:v>0.28333333333333333</c:v>
                </c:pt>
                <c:pt idx="355">
                  <c:v>0.28333333333333333</c:v>
                </c:pt>
                <c:pt idx="356">
                  <c:v>0.28333333333333333</c:v>
                </c:pt>
                <c:pt idx="357">
                  <c:v>0.28333333333333333</c:v>
                </c:pt>
                <c:pt idx="358">
                  <c:v>0.28749999999999998</c:v>
                </c:pt>
                <c:pt idx="359">
                  <c:v>0.28749999999999998</c:v>
                </c:pt>
                <c:pt idx="360">
                  <c:v>0.28749999999999998</c:v>
                </c:pt>
                <c:pt idx="361">
                  <c:v>0.28749999999999998</c:v>
                </c:pt>
                <c:pt idx="362">
                  <c:v>0.28749999999999998</c:v>
                </c:pt>
                <c:pt idx="363">
                  <c:v>0.28749999999999998</c:v>
                </c:pt>
                <c:pt idx="364">
                  <c:v>0.28749999999999998</c:v>
                </c:pt>
                <c:pt idx="365">
                  <c:v>0.28749999999999998</c:v>
                </c:pt>
                <c:pt idx="366">
                  <c:v>0.28749999999999998</c:v>
                </c:pt>
                <c:pt idx="367">
                  <c:v>0.28749999999999998</c:v>
                </c:pt>
                <c:pt idx="368">
                  <c:v>0.29166666666666669</c:v>
                </c:pt>
                <c:pt idx="369">
                  <c:v>0.29166666666666669</c:v>
                </c:pt>
                <c:pt idx="370">
                  <c:v>0.29583333333333334</c:v>
                </c:pt>
                <c:pt idx="371">
                  <c:v>0.29583333333333334</c:v>
                </c:pt>
                <c:pt idx="372">
                  <c:v>0.29583333333333334</c:v>
                </c:pt>
                <c:pt idx="373">
                  <c:v>0.29583333333333334</c:v>
                </c:pt>
                <c:pt idx="374">
                  <c:v>0.29583333333333334</c:v>
                </c:pt>
                <c:pt idx="375">
                  <c:v>0.29583333333333334</c:v>
                </c:pt>
                <c:pt idx="376">
                  <c:v>0.3</c:v>
                </c:pt>
                <c:pt idx="377">
                  <c:v>0.3</c:v>
                </c:pt>
                <c:pt idx="378">
                  <c:v>0.30416666666666664</c:v>
                </c:pt>
                <c:pt idx="379">
                  <c:v>0.30416666666666664</c:v>
                </c:pt>
                <c:pt idx="380">
                  <c:v>0.30833333333333335</c:v>
                </c:pt>
                <c:pt idx="381">
                  <c:v>0.30833333333333335</c:v>
                </c:pt>
                <c:pt idx="382">
                  <c:v>0.30833333333333335</c:v>
                </c:pt>
                <c:pt idx="383">
                  <c:v>0.30833333333333335</c:v>
                </c:pt>
                <c:pt idx="384">
                  <c:v>0.30833333333333335</c:v>
                </c:pt>
                <c:pt idx="385">
                  <c:v>0.30833333333333335</c:v>
                </c:pt>
                <c:pt idx="386">
                  <c:v>0.30833333333333335</c:v>
                </c:pt>
                <c:pt idx="387">
                  <c:v>0.30833333333333335</c:v>
                </c:pt>
                <c:pt idx="388">
                  <c:v>0.3125</c:v>
                </c:pt>
                <c:pt idx="389">
                  <c:v>0.31666666666666665</c:v>
                </c:pt>
                <c:pt idx="390">
                  <c:v>0.31666666666666665</c:v>
                </c:pt>
                <c:pt idx="391">
                  <c:v>0.32083333333333336</c:v>
                </c:pt>
                <c:pt idx="392">
                  <c:v>0.32083333333333336</c:v>
                </c:pt>
                <c:pt idx="393">
                  <c:v>0.32500000000000001</c:v>
                </c:pt>
                <c:pt idx="394">
                  <c:v>0.32500000000000001</c:v>
                </c:pt>
                <c:pt idx="395">
                  <c:v>0.32916666666666666</c:v>
                </c:pt>
                <c:pt idx="396">
                  <c:v>0.32916666666666666</c:v>
                </c:pt>
                <c:pt idx="397">
                  <c:v>0.32916666666666666</c:v>
                </c:pt>
                <c:pt idx="398">
                  <c:v>0.32916666666666666</c:v>
                </c:pt>
                <c:pt idx="399">
                  <c:v>0.32916666666666666</c:v>
                </c:pt>
                <c:pt idx="400">
                  <c:v>0.32916666666666666</c:v>
                </c:pt>
                <c:pt idx="401">
                  <c:v>0.32916666666666666</c:v>
                </c:pt>
                <c:pt idx="402">
                  <c:v>0.32916666666666666</c:v>
                </c:pt>
                <c:pt idx="403">
                  <c:v>0.32916666666666666</c:v>
                </c:pt>
                <c:pt idx="404">
                  <c:v>0.32916666666666666</c:v>
                </c:pt>
                <c:pt idx="405">
                  <c:v>0.32916666666666666</c:v>
                </c:pt>
                <c:pt idx="406">
                  <c:v>0.32916666666666666</c:v>
                </c:pt>
                <c:pt idx="407">
                  <c:v>0.32916666666666666</c:v>
                </c:pt>
                <c:pt idx="408">
                  <c:v>0.32916666666666666</c:v>
                </c:pt>
                <c:pt idx="409">
                  <c:v>0.32916666666666666</c:v>
                </c:pt>
                <c:pt idx="410">
                  <c:v>0.33333333333333331</c:v>
                </c:pt>
                <c:pt idx="411">
                  <c:v>0.33333333333333331</c:v>
                </c:pt>
                <c:pt idx="412">
                  <c:v>0.33333333333333331</c:v>
                </c:pt>
                <c:pt idx="413">
                  <c:v>0.33750000000000002</c:v>
                </c:pt>
                <c:pt idx="414">
                  <c:v>0.33750000000000002</c:v>
                </c:pt>
                <c:pt idx="415">
                  <c:v>0.33750000000000002</c:v>
                </c:pt>
                <c:pt idx="416">
                  <c:v>0.33750000000000002</c:v>
                </c:pt>
                <c:pt idx="417">
                  <c:v>0.33750000000000002</c:v>
                </c:pt>
                <c:pt idx="418">
                  <c:v>0.33750000000000002</c:v>
                </c:pt>
                <c:pt idx="419">
                  <c:v>0.34166666666666667</c:v>
                </c:pt>
                <c:pt idx="420">
                  <c:v>0.34166666666666667</c:v>
                </c:pt>
                <c:pt idx="421">
                  <c:v>0.34166666666666667</c:v>
                </c:pt>
                <c:pt idx="422">
                  <c:v>0.34166666666666667</c:v>
                </c:pt>
                <c:pt idx="423">
                  <c:v>0.34166666666666667</c:v>
                </c:pt>
                <c:pt idx="424">
                  <c:v>0.34583333333333333</c:v>
                </c:pt>
                <c:pt idx="425">
                  <c:v>0.34583333333333333</c:v>
                </c:pt>
                <c:pt idx="426">
                  <c:v>0.34583333333333333</c:v>
                </c:pt>
                <c:pt idx="427">
                  <c:v>0.34583333333333333</c:v>
                </c:pt>
                <c:pt idx="428">
                  <c:v>0.34583333333333333</c:v>
                </c:pt>
                <c:pt idx="429">
                  <c:v>0.35</c:v>
                </c:pt>
                <c:pt idx="430">
                  <c:v>0.35</c:v>
                </c:pt>
                <c:pt idx="431">
                  <c:v>0.35</c:v>
                </c:pt>
                <c:pt idx="432">
                  <c:v>0.35</c:v>
                </c:pt>
                <c:pt idx="433">
                  <c:v>0.35416666666666669</c:v>
                </c:pt>
                <c:pt idx="434">
                  <c:v>0.35833333333333334</c:v>
                </c:pt>
                <c:pt idx="435">
                  <c:v>0.35833333333333334</c:v>
                </c:pt>
                <c:pt idx="436">
                  <c:v>0.35833333333333334</c:v>
                </c:pt>
                <c:pt idx="437">
                  <c:v>0.36249999999999999</c:v>
                </c:pt>
                <c:pt idx="438">
                  <c:v>0.36666666666666664</c:v>
                </c:pt>
                <c:pt idx="439">
                  <c:v>0.36666666666666664</c:v>
                </c:pt>
                <c:pt idx="440">
                  <c:v>0.36666666666666664</c:v>
                </c:pt>
                <c:pt idx="441">
                  <c:v>0.36666666666666664</c:v>
                </c:pt>
                <c:pt idx="442">
                  <c:v>0.36666666666666664</c:v>
                </c:pt>
                <c:pt idx="443">
                  <c:v>0.37083333333333335</c:v>
                </c:pt>
                <c:pt idx="444">
                  <c:v>0.37083333333333335</c:v>
                </c:pt>
                <c:pt idx="445">
                  <c:v>0.37083333333333335</c:v>
                </c:pt>
                <c:pt idx="446">
                  <c:v>0.37083333333333335</c:v>
                </c:pt>
                <c:pt idx="447">
                  <c:v>0.375</c:v>
                </c:pt>
                <c:pt idx="448">
                  <c:v>0.37916666666666665</c:v>
                </c:pt>
                <c:pt idx="449">
                  <c:v>0.37916666666666665</c:v>
                </c:pt>
                <c:pt idx="450">
                  <c:v>0.38333333333333336</c:v>
                </c:pt>
                <c:pt idx="451">
                  <c:v>0.38333333333333336</c:v>
                </c:pt>
                <c:pt idx="452">
                  <c:v>0.38333333333333336</c:v>
                </c:pt>
                <c:pt idx="453">
                  <c:v>0.38750000000000001</c:v>
                </c:pt>
                <c:pt idx="454">
                  <c:v>0.38750000000000001</c:v>
                </c:pt>
                <c:pt idx="455">
                  <c:v>0.39166666666666666</c:v>
                </c:pt>
                <c:pt idx="456">
                  <c:v>0.39166666666666666</c:v>
                </c:pt>
                <c:pt idx="457">
                  <c:v>0.39166666666666666</c:v>
                </c:pt>
                <c:pt idx="458">
                  <c:v>0.39583333333333331</c:v>
                </c:pt>
                <c:pt idx="459">
                  <c:v>0.39583333333333331</c:v>
                </c:pt>
                <c:pt idx="460">
                  <c:v>0.39583333333333331</c:v>
                </c:pt>
                <c:pt idx="461">
                  <c:v>0.39583333333333331</c:v>
                </c:pt>
                <c:pt idx="462">
                  <c:v>0.39583333333333331</c:v>
                </c:pt>
                <c:pt idx="463">
                  <c:v>0.4</c:v>
                </c:pt>
                <c:pt idx="464">
                  <c:v>0.4</c:v>
                </c:pt>
                <c:pt idx="465">
                  <c:v>0.40416666666666667</c:v>
                </c:pt>
                <c:pt idx="466">
                  <c:v>0.40833333333333333</c:v>
                </c:pt>
                <c:pt idx="467">
                  <c:v>0.41249999999999998</c:v>
                </c:pt>
                <c:pt idx="468">
                  <c:v>0.41249999999999998</c:v>
                </c:pt>
                <c:pt idx="469">
                  <c:v>0.41249999999999998</c:v>
                </c:pt>
                <c:pt idx="470">
                  <c:v>0.41249999999999998</c:v>
                </c:pt>
                <c:pt idx="471">
                  <c:v>0.41249999999999998</c:v>
                </c:pt>
                <c:pt idx="472">
                  <c:v>0.41249999999999998</c:v>
                </c:pt>
                <c:pt idx="473">
                  <c:v>0.41249999999999998</c:v>
                </c:pt>
                <c:pt idx="474">
                  <c:v>0.41249999999999998</c:v>
                </c:pt>
                <c:pt idx="475">
                  <c:v>0.41666666666666669</c:v>
                </c:pt>
                <c:pt idx="476">
                  <c:v>0.41666666666666669</c:v>
                </c:pt>
                <c:pt idx="477">
                  <c:v>0.41666666666666669</c:v>
                </c:pt>
                <c:pt idx="478">
                  <c:v>0.41666666666666669</c:v>
                </c:pt>
                <c:pt idx="479">
                  <c:v>0.41666666666666669</c:v>
                </c:pt>
                <c:pt idx="480">
                  <c:v>0.42083333333333334</c:v>
                </c:pt>
                <c:pt idx="481">
                  <c:v>0.42499999999999999</c:v>
                </c:pt>
                <c:pt idx="482">
                  <c:v>0.42499999999999999</c:v>
                </c:pt>
                <c:pt idx="483">
                  <c:v>0.42499999999999999</c:v>
                </c:pt>
                <c:pt idx="484">
                  <c:v>0.42499999999999999</c:v>
                </c:pt>
                <c:pt idx="485">
                  <c:v>0.42916666666666664</c:v>
                </c:pt>
                <c:pt idx="486">
                  <c:v>0.42916666666666664</c:v>
                </c:pt>
                <c:pt idx="487">
                  <c:v>0.43333333333333335</c:v>
                </c:pt>
                <c:pt idx="488">
                  <c:v>0.43333333333333335</c:v>
                </c:pt>
                <c:pt idx="489">
                  <c:v>0.4375</c:v>
                </c:pt>
                <c:pt idx="490">
                  <c:v>0.4375</c:v>
                </c:pt>
                <c:pt idx="491">
                  <c:v>0.4375</c:v>
                </c:pt>
                <c:pt idx="492">
                  <c:v>0.4375</c:v>
                </c:pt>
                <c:pt idx="493">
                  <c:v>0.4375</c:v>
                </c:pt>
                <c:pt idx="494">
                  <c:v>0.4375</c:v>
                </c:pt>
                <c:pt idx="495">
                  <c:v>0.4375</c:v>
                </c:pt>
                <c:pt idx="496">
                  <c:v>0.4375</c:v>
                </c:pt>
                <c:pt idx="497">
                  <c:v>0.4375</c:v>
                </c:pt>
                <c:pt idx="498">
                  <c:v>0.4375</c:v>
                </c:pt>
                <c:pt idx="499">
                  <c:v>0.44166666666666665</c:v>
                </c:pt>
                <c:pt idx="500">
                  <c:v>0.44583333333333336</c:v>
                </c:pt>
                <c:pt idx="501">
                  <c:v>0.45</c:v>
                </c:pt>
                <c:pt idx="502">
                  <c:v>0.45416666666666666</c:v>
                </c:pt>
                <c:pt idx="503">
                  <c:v>0.45416666666666666</c:v>
                </c:pt>
                <c:pt idx="504">
                  <c:v>0.45833333333333331</c:v>
                </c:pt>
                <c:pt idx="505">
                  <c:v>0.45833333333333331</c:v>
                </c:pt>
                <c:pt idx="506">
                  <c:v>0.45833333333333331</c:v>
                </c:pt>
                <c:pt idx="507">
                  <c:v>0.45833333333333331</c:v>
                </c:pt>
                <c:pt idx="508">
                  <c:v>0.45833333333333331</c:v>
                </c:pt>
                <c:pt idx="509">
                  <c:v>0.46250000000000002</c:v>
                </c:pt>
                <c:pt idx="510">
                  <c:v>0.46250000000000002</c:v>
                </c:pt>
                <c:pt idx="511">
                  <c:v>0.46250000000000002</c:v>
                </c:pt>
                <c:pt idx="512">
                  <c:v>0.46250000000000002</c:v>
                </c:pt>
                <c:pt idx="513">
                  <c:v>0.46666666666666667</c:v>
                </c:pt>
                <c:pt idx="514">
                  <c:v>0.47083333333333333</c:v>
                </c:pt>
                <c:pt idx="515">
                  <c:v>0.47083333333333333</c:v>
                </c:pt>
                <c:pt idx="516">
                  <c:v>0.47083333333333333</c:v>
                </c:pt>
                <c:pt idx="517">
                  <c:v>0.47499999999999998</c:v>
                </c:pt>
                <c:pt idx="518">
                  <c:v>0.47499999999999998</c:v>
                </c:pt>
                <c:pt idx="519">
                  <c:v>0.47499999999999998</c:v>
                </c:pt>
                <c:pt idx="520">
                  <c:v>0.47499999999999998</c:v>
                </c:pt>
                <c:pt idx="521">
                  <c:v>0.47499999999999998</c:v>
                </c:pt>
                <c:pt idx="522">
                  <c:v>0.47916666666666669</c:v>
                </c:pt>
                <c:pt idx="523">
                  <c:v>0.47916666666666669</c:v>
                </c:pt>
                <c:pt idx="524">
                  <c:v>0.47916666666666669</c:v>
                </c:pt>
                <c:pt idx="525">
                  <c:v>0.47916666666666669</c:v>
                </c:pt>
                <c:pt idx="526">
                  <c:v>0.47916666666666669</c:v>
                </c:pt>
                <c:pt idx="527">
                  <c:v>0.47916666666666669</c:v>
                </c:pt>
                <c:pt idx="528">
                  <c:v>0.47916666666666669</c:v>
                </c:pt>
                <c:pt idx="529">
                  <c:v>0.47916666666666669</c:v>
                </c:pt>
                <c:pt idx="530">
                  <c:v>0.47916666666666669</c:v>
                </c:pt>
                <c:pt idx="531">
                  <c:v>0.48333333333333334</c:v>
                </c:pt>
                <c:pt idx="532">
                  <c:v>0.48333333333333334</c:v>
                </c:pt>
                <c:pt idx="533">
                  <c:v>0.48333333333333334</c:v>
                </c:pt>
                <c:pt idx="534">
                  <c:v>0.48333333333333334</c:v>
                </c:pt>
                <c:pt idx="535">
                  <c:v>0.48333333333333334</c:v>
                </c:pt>
                <c:pt idx="536">
                  <c:v>0.48749999999999999</c:v>
                </c:pt>
                <c:pt idx="537">
                  <c:v>0.48749999999999999</c:v>
                </c:pt>
                <c:pt idx="538">
                  <c:v>0.48749999999999999</c:v>
                </c:pt>
                <c:pt idx="539">
                  <c:v>0.48749999999999999</c:v>
                </c:pt>
                <c:pt idx="540">
                  <c:v>0.48749999999999999</c:v>
                </c:pt>
                <c:pt idx="541">
                  <c:v>0.48749999999999999</c:v>
                </c:pt>
                <c:pt idx="542">
                  <c:v>0.49166666666666664</c:v>
                </c:pt>
                <c:pt idx="543">
                  <c:v>0.49166666666666664</c:v>
                </c:pt>
                <c:pt idx="544">
                  <c:v>0.49166666666666664</c:v>
                </c:pt>
                <c:pt idx="545">
                  <c:v>0.49166666666666664</c:v>
                </c:pt>
                <c:pt idx="546">
                  <c:v>0.49583333333333335</c:v>
                </c:pt>
                <c:pt idx="547">
                  <c:v>0.49583333333333335</c:v>
                </c:pt>
                <c:pt idx="548">
                  <c:v>0.49583333333333335</c:v>
                </c:pt>
                <c:pt idx="549">
                  <c:v>0.5</c:v>
                </c:pt>
                <c:pt idx="550">
                  <c:v>0.50416666666666665</c:v>
                </c:pt>
                <c:pt idx="551">
                  <c:v>0.50416666666666665</c:v>
                </c:pt>
                <c:pt idx="552">
                  <c:v>0.50416666666666665</c:v>
                </c:pt>
                <c:pt idx="553">
                  <c:v>0.50416666666666665</c:v>
                </c:pt>
                <c:pt idx="554">
                  <c:v>0.50416666666666665</c:v>
                </c:pt>
                <c:pt idx="555">
                  <c:v>0.50416666666666665</c:v>
                </c:pt>
                <c:pt idx="556">
                  <c:v>0.50416666666666665</c:v>
                </c:pt>
                <c:pt idx="557">
                  <c:v>0.5083333333333333</c:v>
                </c:pt>
                <c:pt idx="558">
                  <c:v>0.5083333333333333</c:v>
                </c:pt>
                <c:pt idx="559">
                  <c:v>0.5083333333333333</c:v>
                </c:pt>
                <c:pt idx="560">
                  <c:v>0.5083333333333333</c:v>
                </c:pt>
                <c:pt idx="561">
                  <c:v>0.51249999999999996</c:v>
                </c:pt>
                <c:pt idx="562">
                  <c:v>0.51249999999999996</c:v>
                </c:pt>
                <c:pt idx="563">
                  <c:v>0.51249999999999996</c:v>
                </c:pt>
                <c:pt idx="564">
                  <c:v>0.51666666666666672</c:v>
                </c:pt>
                <c:pt idx="565">
                  <c:v>0.51666666666666672</c:v>
                </c:pt>
                <c:pt idx="566">
                  <c:v>0.52083333333333337</c:v>
                </c:pt>
                <c:pt idx="567">
                  <c:v>0.52083333333333337</c:v>
                </c:pt>
                <c:pt idx="568">
                  <c:v>0.52083333333333337</c:v>
                </c:pt>
                <c:pt idx="569">
                  <c:v>0.52083333333333337</c:v>
                </c:pt>
                <c:pt idx="570">
                  <c:v>0.52500000000000002</c:v>
                </c:pt>
                <c:pt idx="571">
                  <c:v>0.52916666666666667</c:v>
                </c:pt>
                <c:pt idx="572">
                  <c:v>0.52916666666666667</c:v>
                </c:pt>
                <c:pt idx="573">
                  <c:v>0.52916666666666667</c:v>
                </c:pt>
                <c:pt idx="574">
                  <c:v>0.52916666666666667</c:v>
                </c:pt>
                <c:pt idx="575">
                  <c:v>0.52916666666666667</c:v>
                </c:pt>
                <c:pt idx="576">
                  <c:v>0.52916666666666667</c:v>
                </c:pt>
                <c:pt idx="577">
                  <c:v>0.52916666666666667</c:v>
                </c:pt>
                <c:pt idx="578">
                  <c:v>0.52916666666666667</c:v>
                </c:pt>
                <c:pt idx="579">
                  <c:v>0.52916666666666667</c:v>
                </c:pt>
                <c:pt idx="580">
                  <c:v>0.52916666666666667</c:v>
                </c:pt>
                <c:pt idx="581">
                  <c:v>0.53333333333333333</c:v>
                </c:pt>
                <c:pt idx="582">
                  <c:v>0.53749999999999998</c:v>
                </c:pt>
                <c:pt idx="583">
                  <c:v>0.53749999999999998</c:v>
                </c:pt>
                <c:pt idx="584">
                  <c:v>0.54166666666666663</c:v>
                </c:pt>
                <c:pt idx="585">
                  <c:v>0.54166666666666663</c:v>
                </c:pt>
                <c:pt idx="586">
                  <c:v>0.54166666666666663</c:v>
                </c:pt>
                <c:pt idx="587">
                  <c:v>0.54583333333333328</c:v>
                </c:pt>
                <c:pt idx="588">
                  <c:v>0.55000000000000004</c:v>
                </c:pt>
                <c:pt idx="589">
                  <c:v>0.55000000000000004</c:v>
                </c:pt>
                <c:pt idx="590">
                  <c:v>0.55000000000000004</c:v>
                </c:pt>
                <c:pt idx="591">
                  <c:v>0.55000000000000004</c:v>
                </c:pt>
                <c:pt idx="592">
                  <c:v>0.5541666666666667</c:v>
                </c:pt>
                <c:pt idx="593">
                  <c:v>0.5541666666666667</c:v>
                </c:pt>
                <c:pt idx="594">
                  <c:v>0.55833333333333335</c:v>
                </c:pt>
                <c:pt idx="595">
                  <c:v>0.55833333333333335</c:v>
                </c:pt>
                <c:pt idx="596">
                  <c:v>0.5625</c:v>
                </c:pt>
                <c:pt idx="597">
                  <c:v>0.5625</c:v>
                </c:pt>
                <c:pt idx="598">
                  <c:v>0.5625</c:v>
                </c:pt>
                <c:pt idx="599">
                  <c:v>0.5625</c:v>
                </c:pt>
                <c:pt idx="600">
                  <c:v>0.56666666666666665</c:v>
                </c:pt>
                <c:pt idx="601">
                  <c:v>0.56666666666666665</c:v>
                </c:pt>
                <c:pt idx="602">
                  <c:v>0.56666666666666665</c:v>
                </c:pt>
                <c:pt idx="603">
                  <c:v>0.5708333333333333</c:v>
                </c:pt>
                <c:pt idx="604">
                  <c:v>0.5708333333333333</c:v>
                </c:pt>
                <c:pt idx="605">
                  <c:v>0.5708333333333333</c:v>
                </c:pt>
                <c:pt idx="606">
                  <c:v>0.5708333333333333</c:v>
                </c:pt>
                <c:pt idx="607">
                  <c:v>0.5708333333333333</c:v>
                </c:pt>
                <c:pt idx="608">
                  <c:v>0.5708333333333333</c:v>
                </c:pt>
                <c:pt idx="609">
                  <c:v>0.5708333333333333</c:v>
                </c:pt>
                <c:pt idx="610">
                  <c:v>0.5708333333333333</c:v>
                </c:pt>
                <c:pt idx="611">
                  <c:v>0.5708333333333333</c:v>
                </c:pt>
                <c:pt idx="612">
                  <c:v>0.5708333333333333</c:v>
                </c:pt>
                <c:pt idx="613">
                  <c:v>0.5708333333333333</c:v>
                </c:pt>
                <c:pt idx="614">
                  <c:v>0.5708333333333333</c:v>
                </c:pt>
                <c:pt idx="615">
                  <c:v>0.5708333333333333</c:v>
                </c:pt>
                <c:pt idx="616">
                  <c:v>0.5708333333333333</c:v>
                </c:pt>
                <c:pt idx="617">
                  <c:v>0.5708333333333333</c:v>
                </c:pt>
                <c:pt idx="618">
                  <c:v>0.5708333333333333</c:v>
                </c:pt>
                <c:pt idx="619">
                  <c:v>0.57499999999999996</c:v>
                </c:pt>
                <c:pt idx="620">
                  <c:v>0.57499999999999996</c:v>
                </c:pt>
                <c:pt idx="621">
                  <c:v>0.57499999999999996</c:v>
                </c:pt>
                <c:pt idx="622">
                  <c:v>0.57499999999999996</c:v>
                </c:pt>
                <c:pt idx="623">
                  <c:v>0.57916666666666672</c:v>
                </c:pt>
                <c:pt idx="624">
                  <c:v>0.57916666666666672</c:v>
                </c:pt>
                <c:pt idx="625">
                  <c:v>0.57916666666666672</c:v>
                </c:pt>
                <c:pt idx="626">
                  <c:v>0.57916666666666672</c:v>
                </c:pt>
                <c:pt idx="627">
                  <c:v>0.58333333333333337</c:v>
                </c:pt>
                <c:pt idx="628">
                  <c:v>0.58333333333333337</c:v>
                </c:pt>
                <c:pt idx="629">
                  <c:v>0.58750000000000002</c:v>
                </c:pt>
                <c:pt idx="630">
                  <c:v>0.58750000000000002</c:v>
                </c:pt>
                <c:pt idx="631">
                  <c:v>0.58750000000000002</c:v>
                </c:pt>
                <c:pt idx="632">
                  <c:v>0.58750000000000002</c:v>
                </c:pt>
                <c:pt idx="633">
                  <c:v>0.58750000000000002</c:v>
                </c:pt>
                <c:pt idx="634">
                  <c:v>0.58750000000000002</c:v>
                </c:pt>
                <c:pt idx="635">
                  <c:v>0.58750000000000002</c:v>
                </c:pt>
                <c:pt idx="636">
                  <c:v>0.58750000000000002</c:v>
                </c:pt>
                <c:pt idx="637">
                  <c:v>0.59166666666666667</c:v>
                </c:pt>
                <c:pt idx="638">
                  <c:v>0.59583333333333333</c:v>
                </c:pt>
                <c:pt idx="639">
                  <c:v>0.6</c:v>
                </c:pt>
                <c:pt idx="640">
                  <c:v>0.6</c:v>
                </c:pt>
                <c:pt idx="641">
                  <c:v>0.6</c:v>
                </c:pt>
                <c:pt idx="642">
                  <c:v>0.6</c:v>
                </c:pt>
                <c:pt idx="643">
                  <c:v>0.60416666666666663</c:v>
                </c:pt>
                <c:pt idx="644">
                  <c:v>0.60833333333333328</c:v>
                </c:pt>
                <c:pt idx="645">
                  <c:v>0.60833333333333328</c:v>
                </c:pt>
                <c:pt idx="646">
                  <c:v>0.61250000000000004</c:v>
                </c:pt>
                <c:pt idx="647">
                  <c:v>0.61250000000000004</c:v>
                </c:pt>
                <c:pt idx="648">
                  <c:v>0.61250000000000004</c:v>
                </c:pt>
                <c:pt idx="649">
                  <c:v>0.6166666666666667</c:v>
                </c:pt>
                <c:pt idx="650">
                  <c:v>0.6166666666666667</c:v>
                </c:pt>
                <c:pt idx="651">
                  <c:v>0.6166666666666667</c:v>
                </c:pt>
                <c:pt idx="652">
                  <c:v>0.6166666666666667</c:v>
                </c:pt>
                <c:pt idx="653">
                  <c:v>0.6166666666666667</c:v>
                </c:pt>
                <c:pt idx="654">
                  <c:v>0.62083333333333335</c:v>
                </c:pt>
                <c:pt idx="655">
                  <c:v>0.62083333333333335</c:v>
                </c:pt>
                <c:pt idx="656">
                  <c:v>0.625</c:v>
                </c:pt>
                <c:pt idx="657">
                  <c:v>0.62916666666666665</c:v>
                </c:pt>
                <c:pt idx="658">
                  <c:v>0.62916666666666665</c:v>
                </c:pt>
                <c:pt idx="659">
                  <c:v>0.62916666666666665</c:v>
                </c:pt>
                <c:pt idx="660">
                  <c:v>0.62916666666666665</c:v>
                </c:pt>
                <c:pt idx="661">
                  <c:v>0.6333333333333333</c:v>
                </c:pt>
                <c:pt idx="662">
                  <c:v>0.63749999999999996</c:v>
                </c:pt>
                <c:pt idx="663">
                  <c:v>0.64166666666666672</c:v>
                </c:pt>
                <c:pt idx="664">
                  <c:v>0.64166666666666672</c:v>
                </c:pt>
                <c:pt idx="665">
                  <c:v>0.64166666666666672</c:v>
                </c:pt>
                <c:pt idx="666">
                  <c:v>0.64166666666666672</c:v>
                </c:pt>
                <c:pt idx="667">
                  <c:v>0.64583333333333337</c:v>
                </c:pt>
                <c:pt idx="668">
                  <c:v>0.65</c:v>
                </c:pt>
                <c:pt idx="669">
                  <c:v>0.65</c:v>
                </c:pt>
                <c:pt idx="670">
                  <c:v>0.65</c:v>
                </c:pt>
                <c:pt idx="671">
                  <c:v>0.65416666666666667</c:v>
                </c:pt>
                <c:pt idx="672">
                  <c:v>0.65416666666666667</c:v>
                </c:pt>
                <c:pt idx="673">
                  <c:v>0.65833333333333333</c:v>
                </c:pt>
                <c:pt idx="674">
                  <c:v>0.65833333333333333</c:v>
                </c:pt>
                <c:pt idx="675">
                  <c:v>0.65833333333333333</c:v>
                </c:pt>
                <c:pt idx="676">
                  <c:v>0.66249999999999998</c:v>
                </c:pt>
                <c:pt idx="677">
                  <c:v>0.66666666666666663</c:v>
                </c:pt>
                <c:pt idx="678">
                  <c:v>0.66666666666666663</c:v>
                </c:pt>
                <c:pt idx="679">
                  <c:v>0.66666666666666663</c:v>
                </c:pt>
                <c:pt idx="680">
                  <c:v>0.67083333333333328</c:v>
                </c:pt>
                <c:pt idx="681">
                  <c:v>0.67083333333333328</c:v>
                </c:pt>
                <c:pt idx="682">
                  <c:v>0.67083333333333328</c:v>
                </c:pt>
                <c:pt idx="683">
                  <c:v>0.67500000000000004</c:v>
                </c:pt>
                <c:pt idx="684">
                  <c:v>0.67500000000000004</c:v>
                </c:pt>
                <c:pt idx="685">
                  <c:v>0.67500000000000004</c:v>
                </c:pt>
                <c:pt idx="686">
                  <c:v>0.67500000000000004</c:v>
                </c:pt>
                <c:pt idx="687">
                  <c:v>0.67500000000000004</c:v>
                </c:pt>
                <c:pt idx="688">
                  <c:v>0.6791666666666667</c:v>
                </c:pt>
                <c:pt idx="689">
                  <c:v>0.6791666666666667</c:v>
                </c:pt>
                <c:pt idx="690">
                  <c:v>0.6791666666666667</c:v>
                </c:pt>
                <c:pt idx="691">
                  <c:v>0.6791666666666667</c:v>
                </c:pt>
                <c:pt idx="692">
                  <c:v>0.6791666666666667</c:v>
                </c:pt>
                <c:pt idx="693">
                  <c:v>0.68333333333333335</c:v>
                </c:pt>
                <c:pt idx="694">
                  <c:v>0.68333333333333335</c:v>
                </c:pt>
                <c:pt idx="695">
                  <c:v>0.68333333333333335</c:v>
                </c:pt>
                <c:pt idx="696">
                  <c:v>0.6875</c:v>
                </c:pt>
                <c:pt idx="697">
                  <c:v>0.6875</c:v>
                </c:pt>
                <c:pt idx="698">
                  <c:v>0.69166666666666665</c:v>
                </c:pt>
                <c:pt idx="699">
                  <c:v>0.69166666666666665</c:v>
                </c:pt>
                <c:pt idx="700">
                  <c:v>0.6958333333333333</c:v>
                </c:pt>
                <c:pt idx="701">
                  <c:v>0.6958333333333333</c:v>
                </c:pt>
                <c:pt idx="702">
                  <c:v>0.6958333333333333</c:v>
                </c:pt>
                <c:pt idx="703">
                  <c:v>0.6958333333333333</c:v>
                </c:pt>
                <c:pt idx="704">
                  <c:v>0.6958333333333333</c:v>
                </c:pt>
                <c:pt idx="705">
                  <c:v>0.6958333333333333</c:v>
                </c:pt>
                <c:pt idx="706">
                  <c:v>0.7</c:v>
                </c:pt>
                <c:pt idx="707">
                  <c:v>0.7</c:v>
                </c:pt>
                <c:pt idx="708">
                  <c:v>0.7</c:v>
                </c:pt>
                <c:pt idx="709">
                  <c:v>0.7</c:v>
                </c:pt>
                <c:pt idx="710">
                  <c:v>0.7</c:v>
                </c:pt>
                <c:pt idx="711">
                  <c:v>0.70416666666666672</c:v>
                </c:pt>
                <c:pt idx="712">
                  <c:v>0.70416666666666672</c:v>
                </c:pt>
                <c:pt idx="713">
                  <c:v>0.70833333333333337</c:v>
                </c:pt>
                <c:pt idx="714">
                  <c:v>0.70833333333333337</c:v>
                </c:pt>
                <c:pt idx="715">
                  <c:v>0.71250000000000002</c:v>
                </c:pt>
                <c:pt idx="716">
                  <c:v>0.71666666666666667</c:v>
                </c:pt>
                <c:pt idx="717">
                  <c:v>0.71666666666666667</c:v>
                </c:pt>
                <c:pt idx="718">
                  <c:v>0.71666666666666667</c:v>
                </c:pt>
                <c:pt idx="719">
                  <c:v>0.71666666666666667</c:v>
                </c:pt>
                <c:pt idx="720">
                  <c:v>0.71666666666666667</c:v>
                </c:pt>
                <c:pt idx="721">
                  <c:v>0.71666666666666667</c:v>
                </c:pt>
                <c:pt idx="722">
                  <c:v>0.71666666666666667</c:v>
                </c:pt>
                <c:pt idx="723">
                  <c:v>0.71666666666666667</c:v>
                </c:pt>
                <c:pt idx="724">
                  <c:v>0.71666666666666667</c:v>
                </c:pt>
                <c:pt idx="725">
                  <c:v>0.72083333333333333</c:v>
                </c:pt>
                <c:pt idx="726">
                  <c:v>0.72083333333333333</c:v>
                </c:pt>
                <c:pt idx="727">
                  <c:v>0.72083333333333333</c:v>
                </c:pt>
                <c:pt idx="728">
                  <c:v>0.72083333333333333</c:v>
                </c:pt>
                <c:pt idx="729">
                  <c:v>0.72499999999999998</c:v>
                </c:pt>
                <c:pt idx="730">
                  <c:v>0.72499999999999998</c:v>
                </c:pt>
                <c:pt idx="731">
                  <c:v>0.72499999999999998</c:v>
                </c:pt>
                <c:pt idx="732">
                  <c:v>0.72499999999999998</c:v>
                </c:pt>
                <c:pt idx="733">
                  <c:v>0.72499999999999998</c:v>
                </c:pt>
                <c:pt idx="734">
                  <c:v>0.72499999999999998</c:v>
                </c:pt>
                <c:pt idx="735">
                  <c:v>0.72499999999999998</c:v>
                </c:pt>
                <c:pt idx="736">
                  <c:v>0.72499999999999998</c:v>
                </c:pt>
                <c:pt idx="737">
                  <c:v>0.72916666666666663</c:v>
                </c:pt>
                <c:pt idx="738">
                  <c:v>0.72916666666666663</c:v>
                </c:pt>
                <c:pt idx="739">
                  <c:v>0.72916666666666663</c:v>
                </c:pt>
                <c:pt idx="740">
                  <c:v>0.72916666666666663</c:v>
                </c:pt>
                <c:pt idx="741">
                  <c:v>0.72916666666666663</c:v>
                </c:pt>
                <c:pt idx="742">
                  <c:v>0.72916666666666663</c:v>
                </c:pt>
                <c:pt idx="743">
                  <c:v>0.73333333333333328</c:v>
                </c:pt>
                <c:pt idx="744">
                  <c:v>0.73333333333333328</c:v>
                </c:pt>
                <c:pt idx="745">
                  <c:v>0.73750000000000004</c:v>
                </c:pt>
                <c:pt idx="746">
                  <c:v>0.7416666666666667</c:v>
                </c:pt>
                <c:pt idx="747">
                  <c:v>0.7416666666666667</c:v>
                </c:pt>
                <c:pt idx="748">
                  <c:v>0.7416666666666667</c:v>
                </c:pt>
                <c:pt idx="749">
                  <c:v>0.7416666666666667</c:v>
                </c:pt>
                <c:pt idx="750">
                  <c:v>0.7416666666666667</c:v>
                </c:pt>
                <c:pt idx="751">
                  <c:v>0.7416666666666667</c:v>
                </c:pt>
                <c:pt idx="752">
                  <c:v>0.7416666666666667</c:v>
                </c:pt>
                <c:pt idx="753">
                  <c:v>0.7416666666666667</c:v>
                </c:pt>
                <c:pt idx="754">
                  <c:v>0.7416666666666667</c:v>
                </c:pt>
                <c:pt idx="755">
                  <c:v>0.74583333333333335</c:v>
                </c:pt>
                <c:pt idx="756">
                  <c:v>0.74583333333333335</c:v>
                </c:pt>
                <c:pt idx="757">
                  <c:v>0.74583333333333335</c:v>
                </c:pt>
                <c:pt idx="758">
                  <c:v>0.75</c:v>
                </c:pt>
                <c:pt idx="759">
                  <c:v>0.75</c:v>
                </c:pt>
                <c:pt idx="760">
                  <c:v>0.75</c:v>
                </c:pt>
                <c:pt idx="761">
                  <c:v>0.75</c:v>
                </c:pt>
                <c:pt idx="762">
                  <c:v>0.75</c:v>
                </c:pt>
                <c:pt idx="763">
                  <c:v>0.75</c:v>
                </c:pt>
                <c:pt idx="764">
                  <c:v>0.75</c:v>
                </c:pt>
                <c:pt idx="765">
                  <c:v>0.75416666666666665</c:v>
                </c:pt>
                <c:pt idx="766">
                  <c:v>0.7583333333333333</c:v>
                </c:pt>
                <c:pt idx="767">
                  <c:v>0.76249999999999996</c:v>
                </c:pt>
                <c:pt idx="768">
                  <c:v>0.76249999999999996</c:v>
                </c:pt>
                <c:pt idx="769">
                  <c:v>0.76666666666666672</c:v>
                </c:pt>
                <c:pt idx="770">
                  <c:v>0.76666666666666672</c:v>
                </c:pt>
                <c:pt idx="771">
                  <c:v>0.77083333333333337</c:v>
                </c:pt>
                <c:pt idx="772">
                  <c:v>0.77500000000000002</c:v>
                </c:pt>
                <c:pt idx="773">
                  <c:v>0.77916666666666667</c:v>
                </c:pt>
                <c:pt idx="774">
                  <c:v>0.77916666666666667</c:v>
                </c:pt>
                <c:pt idx="775">
                  <c:v>0.77916666666666667</c:v>
                </c:pt>
                <c:pt idx="776">
                  <c:v>0.77916666666666667</c:v>
                </c:pt>
                <c:pt idx="777">
                  <c:v>0.78333333333333333</c:v>
                </c:pt>
                <c:pt idx="778">
                  <c:v>0.78333333333333333</c:v>
                </c:pt>
                <c:pt idx="779">
                  <c:v>0.78333333333333333</c:v>
                </c:pt>
                <c:pt idx="780">
                  <c:v>0.78333333333333333</c:v>
                </c:pt>
                <c:pt idx="781">
                  <c:v>0.78333333333333333</c:v>
                </c:pt>
                <c:pt idx="782">
                  <c:v>0.78333333333333333</c:v>
                </c:pt>
                <c:pt idx="783">
                  <c:v>0.78749999999999998</c:v>
                </c:pt>
                <c:pt idx="784">
                  <c:v>0.78749999999999998</c:v>
                </c:pt>
                <c:pt idx="785">
                  <c:v>0.78749999999999998</c:v>
                </c:pt>
                <c:pt idx="786">
                  <c:v>0.78749999999999998</c:v>
                </c:pt>
                <c:pt idx="787">
                  <c:v>0.78749999999999998</c:v>
                </c:pt>
                <c:pt idx="788">
                  <c:v>0.78749999999999998</c:v>
                </c:pt>
                <c:pt idx="789">
                  <c:v>0.78749999999999998</c:v>
                </c:pt>
                <c:pt idx="790">
                  <c:v>0.78749999999999998</c:v>
                </c:pt>
                <c:pt idx="791">
                  <c:v>0.78749999999999998</c:v>
                </c:pt>
                <c:pt idx="792">
                  <c:v>0.78749999999999998</c:v>
                </c:pt>
                <c:pt idx="793">
                  <c:v>0.78749999999999998</c:v>
                </c:pt>
                <c:pt idx="794">
                  <c:v>0.79166666666666663</c:v>
                </c:pt>
                <c:pt idx="795">
                  <c:v>0.79166666666666663</c:v>
                </c:pt>
                <c:pt idx="796">
                  <c:v>0.79583333333333328</c:v>
                </c:pt>
                <c:pt idx="797">
                  <c:v>0.8</c:v>
                </c:pt>
                <c:pt idx="798">
                  <c:v>0.8</c:v>
                </c:pt>
                <c:pt idx="799">
                  <c:v>0.8041666666666667</c:v>
                </c:pt>
                <c:pt idx="800">
                  <c:v>0.8041666666666667</c:v>
                </c:pt>
                <c:pt idx="801">
                  <c:v>0.80833333333333335</c:v>
                </c:pt>
                <c:pt idx="802">
                  <c:v>0.80833333333333335</c:v>
                </c:pt>
                <c:pt idx="803">
                  <c:v>0.80833333333333335</c:v>
                </c:pt>
                <c:pt idx="804">
                  <c:v>0.8125</c:v>
                </c:pt>
                <c:pt idx="805">
                  <c:v>0.81666666666666665</c:v>
                </c:pt>
                <c:pt idx="806">
                  <c:v>0.81666666666666665</c:v>
                </c:pt>
                <c:pt idx="807">
                  <c:v>0.81666666666666665</c:v>
                </c:pt>
                <c:pt idx="808">
                  <c:v>0.81666666666666665</c:v>
                </c:pt>
                <c:pt idx="809">
                  <c:v>0.8208333333333333</c:v>
                </c:pt>
                <c:pt idx="810">
                  <c:v>0.8208333333333333</c:v>
                </c:pt>
                <c:pt idx="811">
                  <c:v>0.8208333333333333</c:v>
                </c:pt>
                <c:pt idx="812">
                  <c:v>0.8208333333333333</c:v>
                </c:pt>
                <c:pt idx="813">
                  <c:v>0.82499999999999996</c:v>
                </c:pt>
                <c:pt idx="814">
                  <c:v>0.82499999999999996</c:v>
                </c:pt>
                <c:pt idx="815">
                  <c:v>0.82499999999999996</c:v>
                </c:pt>
                <c:pt idx="816">
                  <c:v>0.82916666666666672</c:v>
                </c:pt>
                <c:pt idx="817">
                  <c:v>0.82916666666666672</c:v>
                </c:pt>
                <c:pt idx="818">
                  <c:v>0.82916666666666672</c:v>
                </c:pt>
                <c:pt idx="819">
                  <c:v>0.82916666666666672</c:v>
                </c:pt>
                <c:pt idx="820">
                  <c:v>0.82916666666666672</c:v>
                </c:pt>
                <c:pt idx="821">
                  <c:v>0.82916666666666672</c:v>
                </c:pt>
                <c:pt idx="822">
                  <c:v>0.83333333333333337</c:v>
                </c:pt>
                <c:pt idx="823">
                  <c:v>0.83333333333333337</c:v>
                </c:pt>
                <c:pt idx="824">
                  <c:v>0.83333333333333337</c:v>
                </c:pt>
                <c:pt idx="825">
                  <c:v>0.83750000000000002</c:v>
                </c:pt>
                <c:pt idx="826">
                  <c:v>0.83750000000000002</c:v>
                </c:pt>
                <c:pt idx="827">
                  <c:v>0.84166666666666667</c:v>
                </c:pt>
                <c:pt idx="828">
                  <c:v>0.84583333333333333</c:v>
                </c:pt>
                <c:pt idx="829">
                  <c:v>0.84583333333333333</c:v>
                </c:pt>
                <c:pt idx="830">
                  <c:v>0.85</c:v>
                </c:pt>
                <c:pt idx="831">
                  <c:v>0.85</c:v>
                </c:pt>
                <c:pt idx="832">
                  <c:v>0.85</c:v>
                </c:pt>
                <c:pt idx="833">
                  <c:v>0.85416666666666663</c:v>
                </c:pt>
                <c:pt idx="834">
                  <c:v>0.85833333333333328</c:v>
                </c:pt>
                <c:pt idx="835">
                  <c:v>0.85833333333333328</c:v>
                </c:pt>
                <c:pt idx="836">
                  <c:v>0.85833333333333328</c:v>
                </c:pt>
                <c:pt idx="837">
                  <c:v>0.86250000000000004</c:v>
                </c:pt>
                <c:pt idx="838">
                  <c:v>0.8666666666666667</c:v>
                </c:pt>
                <c:pt idx="839">
                  <c:v>0.8666666666666667</c:v>
                </c:pt>
                <c:pt idx="840">
                  <c:v>0.8666666666666667</c:v>
                </c:pt>
                <c:pt idx="841">
                  <c:v>0.8666666666666667</c:v>
                </c:pt>
                <c:pt idx="842">
                  <c:v>0.8666666666666667</c:v>
                </c:pt>
                <c:pt idx="843">
                  <c:v>0.8666666666666667</c:v>
                </c:pt>
                <c:pt idx="844">
                  <c:v>0.8666666666666667</c:v>
                </c:pt>
                <c:pt idx="845">
                  <c:v>0.8666666666666667</c:v>
                </c:pt>
                <c:pt idx="846">
                  <c:v>0.8666666666666667</c:v>
                </c:pt>
                <c:pt idx="847">
                  <c:v>0.8666666666666667</c:v>
                </c:pt>
                <c:pt idx="848">
                  <c:v>0.8666666666666667</c:v>
                </c:pt>
                <c:pt idx="849">
                  <c:v>0.8666666666666667</c:v>
                </c:pt>
                <c:pt idx="850">
                  <c:v>0.8666666666666667</c:v>
                </c:pt>
                <c:pt idx="851">
                  <c:v>0.8666666666666667</c:v>
                </c:pt>
                <c:pt idx="852">
                  <c:v>0.87083333333333335</c:v>
                </c:pt>
                <c:pt idx="853">
                  <c:v>0.875</c:v>
                </c:pt>
                <c:pt idx="854">
                  <c:v>0.875</c:v>
                </c:pt>
                <c:pt idx="855">
                  <c:v>0.87916666666666665</c:v>
                </c:pt>
                <c:pt idx="856">
                  <c:v>0.8833333333333333</c:v>
                </c:pt>
                <c:pt idx="857">
                  <c:v>0.8833333333333333</c:v>
                </c:pt>
                <c:pt idx="858">
                  <c:v>0.8833333333333333</c:v>
                </c:pt>
                <c:pt idx="859">
                  <c:v>0.8833333333333333</c:v>
                </c:pt>
                <c:pt idx="860">
                  <c:v>0.8833333333333333</c:v>
                </c:pt>
                <c:pt idx="861">
                  <c:v>0.8833333333333333</c:v>
                </c:pt>
                <c:pt idx="862">
                  <c:v>0.8833333333333333</c:v>
                </c:pt>
                <c:pt idx="863">
                  <c:v>0.8833333333333333</c:v>
                </c:pt>
                <c:pt idx="864">
                  <c:v>0.88749999999999996</c:v>
                </c:pt>
                <c:pt idx="865">
                  <c:v>0.88749999999999996</c:v>
                </c:pt>
                <c:pt idx="866">
                  <c:v>0.88749999999999996</c:v>
                </c:pt>
                <c:pt idx="867">
                  <c:v>0.88749999999999996</c:v>
                </c:pt>
                <c:pt idx="868">
                  <c:v>0.89166666666666672</c:v>
                </c:pt>
                <c:pt idx="869">
                  <c:v>0.89166666666666672</c:v>
                </c:pt>
                <c:pt idx="870">
                  <c:v>0.89166666666666672</c:v>
                </c:pt>
                <c:pt idx="871">
                  <c:v>0.89583333333333337</c:v>
                </c:pt>
                <c:pt idx="872">
                  <c:v>0.89583333333333337</c:v>
                </c:pt>
                <c:pt idx="873">
                  <c:v>0.89583333333333337</c:v>
                </c:pt>
                <c:pt idx="874">
                  <c:v>0.89583333333333337</c:v>
                </c:pt>
                <c:pt idx="875">
                  <c:v>0.89583333333333337</c:v>
                </c:pt>
                <c:pt idx="876">
                  <c:v>0.89583333333333337</c:v>
                </c:pt>
                <c:pt idx="877">
                  <c:v>0.9</c:v>
                </c:pt>
                <c:pt idx="878">
                  <c:v>0.9</c:v>
                </c:pt>
                <c:pt idx="879">
                  <c:v>0.9</c:v>
                </c:pt>
                <c:pt idx="880">
                  <c:v>0.9</c:v>
                </c:pt>
                <c:pt idx="881">
                  <c:v>0.9</c:v>
                </c:pt>
                <c:pt idx="882">
                  <c:v>0.9</c:v>
                </c:pt>
                <c:pt idx="883">
                  <c:v>0.9</c:v>
                </c:pt>
                <c:pt idx="884">
                  <c:v>0.90416666666666667</c:v>
                </c:pt>
                <c:pt idx="885">
                  <c:v>0.90833333333333333</c:v>
                </c:pt>
                <c:pt idx="886">
                  <c:v>0.90833333333333333</c:v>
                </c:pt>
                <c:pt idx="887">
                  <c:v>0.90833333333333333</c:v>
                </c:pt>
                <c:pt idx="888">
                  <c:v>0.91249999999999998</c:v>
                </c:pt>
                <c:pt idx="889">
                  <c:v>0.91249999999999998</c:v>
                </c:pt>
                <c:pt idx="890">
                  <c:v>0.91666666666666663</c:v>
                </c:pt>
                <c:pt idx="891">
                  <c:v>0.91666666666666663</c:v>
                </c:pt>
                <c:pt idx="892">
                  <c:v>0.92083333333333328</c:v>
                </c:pt>
                <c:pt idx="893">
                  <c:v>0.92500000000000004</c:v>
                </c:pt>
                <c:pt idx="894">
                  <c:v>0.9291666666666667</c:v>
                </c:pt>
                <c:pt idx="895">
                  <c:v>0.93333333333333335</c:v>
                </c:pt>
                <c:pt idx="896">
                  <c:v>0.93333333333333335</c:v>
                </c:pt>
                <c:pt idx="897">
                  <c:v>0.9375</c:v>
                </c:pt>
                <c:pt idx="898">
                  <c:v>0.9375</c:v>
                </c:pt>
                <c:pt idx="899">
                  <c:v>0.9375</c:v>
                </c:pt>
                <c:pt idx="900">
                  <c:v>0.9375</c:v>
                </c:pt>
                <c:pt idx="901">
                  <c:v>0.9375</c:v>
                </c:pt>
                <c:pt idx="902">
                  <c:v>0.94166666666666665</c:v>
                </c:pt>
                <c:pt idx="903">
                  <c:v>0.9458333333333333</c:v>
                </c:pt>
                <c:pt idx="904">
                  <c:v>0.9458333333333333</c:v>
                </c:pt>
                <c:pt idx="905">
                  <c:v>0.9458333333333333</c:v>
                </c:pt>
                <c:pt idx="906">
                  <c:v>0.9458333333333333</c:v>
                </c:pt>
                <c:pt idx="907">
                  <c:v>0.9458333333333333</c:v>
                </c:pt>
                <c:pt idx="908">
                  <c:v>0.9458333333333333</c:v>
                </c:pt>
                <c:pt idx="909">
                  <c:v>0.9458333333333333</c:v>
                </c:pt>
                <c:pt idx="910">
                  <c:v>0.9458333333333333</c:v>
                </c:pt>
                <c:pt idx="911">
                  <c:v>0.95</c:v>
                </c:pt>
                <c:pt idx="912">
                  <c:v>0.95</c:v>
                </c:pt>
                <c:pt idx="913">
                  <c:v>0.95416666666666672</c:v>
                </c:pt>
                <c:pt idx="914">
                  <c:v>0.95416666666666672</c:v>
                </c:pt>
                <c:pt idx="915">
                  <c:v>0.95833333333333337</c:v>
                </c:pt>
                <c:pt idx="916">
                  <c:v>0.95833333333333337</c:v>
                </c:pt>
                <c:pt idx="917">
                  <c:v>0.96250000000000002</c:v>
                </c:pt>
                <c:pt idx="918">
                  <c:v>0.96250000000000002</c:v>
                </c:pt>
                <c:pt idx="919">
                  <c:v>0.96250000000000002</c:v>
                </c:pt>
                <c:pt idx="920">
                  <c:v>0.96666666666666667</c:v>
                </c:pt>
                <c:pt idx="921">
                  <c:v>0.96666666666666667</c:v>
                </c:pt>
                <c:pt idx="922">
                  <c:v>0.96666666666666667</c:v>
                </c:pt>
                <c:pt idx="923">
                  <c:v>0.96666666666666667</c:v>
                </c:pt>
                <c:pt idx="924">
                  <c:v>0.97083333333333333</c:v>
                </c:pt>
                <c:pt idx="925">
                  <c:v>0.97083333333333333</c:v>
                </c:pt>
                <c:pt idx="926">
                  <c:v>0.97083333333333333</c:v>
                </c:pt>
                <c:pt idx="927">
                  <c:v>0.97083333333333333</c:v>
                </c:pt>
                <c:pt idx="928">
                  <c:v>0.97499999999999998</c:v>
                </c:pt>
                <c:pt idx="929">
                  <c:v>0.97499999999999998</c:v>
                </c:pt>
                <c:pt idx="930">
                  <c:v>0.97499999999999998</c:v>
                </c:pt>
                <c:pt idx="931">
                  <c:v>0.97916666666666663</c:v>
                </c:pt>
                <c:pt idx="932">
                  <c:v>0.97916666666666663</c:v>
                </c:pt>
                <c:pt idx="933">
                  <c:v>0.98333333333333328</c:v>
                </c:pt>
                <c:pt idx="934">
                  <c:v>0.98333333333333328</c:v>
                </c:pt>
                <c:pt idx="935">
                  <c:v>0.98333333333333328</c:v>
                </c:pt>
                <c:pt idx="936">
                  <c:v>0.98750000000000004</c:v>
                </c:pt>
                <c:pt idx="937">
                  <c:v>0.98750000000000004</c:v>
                </c:pt>
                <c:pt idx="938">
                  <c:v>0.98750000000000004</c:v>
                </c:pt>
                <c:pt idx="939">
                  <c:v>0.9916666666666667</c:v>
                </c:pt>
                <c:pt idx="940">
                  <c:v>0.9916666666666667</c:v>
                </c:pt>
                <c:pt idx="941">
                  <c:v>0.9916666666666667</c:v>
                </c:pt>
                <c:pt idx="942">
                  <c:v>0.9916666666666667</c:v>
                </c:pt>
                <c:pt idx="943">
                  <c:v>0.9916666666666667</c:v>
                </c:pt>
                <c:pt idx="944">
                  <c:v>0.9916666666666667</c:v>
                </c:pt>
                <c:pt idx="945">
                  <c:v>0.99583333333333335</c:v>
                </c:pt>
                <c:pt idx="946">
                  <c:v>0.99583333333333335</c:v>
                </c:pt>
                <c:pt idx="947">
                  <c:v>0.99583333333333335</c:v>
                </c:pt>
                <c:pt idx="948">
                  <c:v>0.99583333333333335</c:v>
                </c:pt>
                <c:pt idx="949">
                  <c:v>1</c:v>
                </c:pt>
                <c:pt idx="950">
                  <c:v>1</c:v>
                </c:pt>
                <c:pt idx="951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1AC2-4126-9925-C601A6B0FFBE}"/>
            </c:ext>
          </c:extLst>
        </c:ser>
        <c:ser>
          <c:idx val="2"/>
          <c:order val="2"/>
          <c:tx>
            <c:v>ES-EKF</c:v>
          </c:tx>
          <c:spPr>
            <a:ln w="19050" cap="rnd">
              <a:solidFill>
                <a:srgbClr val="3C7850"/>
              </a:solidFill>
              <a:round/>
            </a:ln>
            <a:effectLst/>
          </c:spPr>
          <c:marker>
            <c:symbol val="none"/>
          </c:marker>
          <c:xVal>
            <c:numRef>
              <c:f>工作表1!$A$2:$A$953</c:f>
              <c:numCache>
                <c:formatCode>General</c:formatCode>
                <c:ptCount val="952"/>
                <c:pt idx="0">
                  <c:v>0</c:v>
                </c:pt>
                <c:pt idx="1">
                  <c:v>3.1662011949592449E-3</c:v>
                </c:pt>
                <c:pt idx="2">
                  <c:v>1.2078739899516416E-2</c:v>
                </c:pt>
                <c:pt idx="3">
                  <c:v>1.623631870847703E-2</c:v>
                </c:pt>
                <c:pt idx="4">
                  <c:v>1.652574522947995E-2</c:v>
                </c:pt>
                <c:pt idx="5">
                  <c:v>1.6608933058161655E-2</c:v>
                </c:pt>
                <c:pt idx="6">
                  <c:v>1.8125539644375473E-2</c:v>
                </c:pt>
                <c:pt idx="7">
                  <c:v>1.9716297004010598E-2</c:v>
                </c:pt>
                <c:pt idx="8">
                  <c:v>2.0114152554125218E-2</c:v>
                </c:pt>
                <c:pt idx="9">
                  <c:v>2.0774496941473063E-2</c:v>
                </c:pt>
                <c:pt idx="10">
                  <c:v>2.1164226427022828E-2</c:v>
                </c:pt>
                <c:pt idx="11">
                  <c:v>2.1475803675270487E-2</c:v>
                </c:pt>
                <c:pt idx="12">
                  <c:v>2.165551322101953E-2</c:v>
                </c:pt>
                <c:pt idx="13">
                  <c:v>2.2955697078244488E-2</c:v>
                </c:pt>
                <c:pt idx="14">
                  <c:v>2.4061601201945337E-2</c:v>
                </c:pt>
                <c:pt idx="15">
                  <c:v>2.4081691542894707E-2</c:v>
                </c:pt>
                <c:pt idx="16">
                  <c:v>2.4087387404915707E-2</c:v>
                </c:pt>
                <c:pt idx="17">
                  <c:v>2.4272189029455899E-2</c:v>
                </c:pt>
                <c:pt idx="18">
                  <c:v>2.8304671491904784E-2</c:v>
                </c:pt>
                <c:pt idx="19">
                  <c:v>2.8536741353876988E-2</c:v>
                </c:pt>
                <c:pt idx="20">
                  <c:v>2.9447445896680018E-2</c:v>
                </c:pt>
                <c:pt idx="21">
                  <c:v>2.9985316750738913E-2</c:v>
                </c:pt>
                <c:pt idx="22">
                  <c:v>3.1084414521194519E-2</c:v>
                </c:pt>
                <c:pt idx="23">
                  <c:v>3.124240422766229E-2</c:v>
                </c:pt>
                <c:pt idx="24">
                  <c:v>3.1640944351656465E-2</c:v>
                </c:pt>
                <c:pt idx="25">
                  <c:v>3.1807674876266602E-2</c:v>
                </c:pt>
                <c:pt idx="26">
                  <c:v>3.2198025645852058E-2</c:v>
                </c:pt>
                <c:pt idx="27">
                  <c:v>3.2584358695182586E-2</c:v>
                </c:pt>
                <c:pt idx="28">
                  <c:v>3.2667099358990384E-2</c:v>
                </c:pt>
                <c:pt idx="29">
                  <c:v>3.2933002708601875E-2</c:v>
                </c:pt>
                <c:pt idx="30">
                  <c:v>3.3012305398345036E-2</c:v>
                </c:pt>
                <c:pt idx="31">
                  <c:v>3.4213044243108795E-2</c:v>
                </c:pt>
                <c:pt idx="32">
                  <c:v>3.472742749887358E-2</c:v>
                </c:pt>
                <c:pt idx="33">
                  <c:v>3.4761126772960907E-2</c:v>
                </c:pt>
                <c:pt idx="34">
                  <c:v>3.478817507845549E-2</c:v>
                </c:pt>
                <c:pt idx="35">
                  <c:v>3.5609667250650429E-2</c:v>
                </c:pt>
                <c:pt idx="36">
                  <c:v>3.5845528822530122E-2</c:v>
                </c:pt>
                <c:pt idx="37">
                  <c:v>3.5898829433776168E-2</c:v>
                </c:pt>
                <c:pt idx="38">
                  <c:v>3.6656243460050995E-2</c:v>
                </c:pt>
                <c:pt idx="39">
                  <c:v>3.668068357589864E-2</c:v>
                </c:pt>
                <c:pt idx="40">
                  <c:v>3.7522600872123946E-2</c:v>
                </c:pt>
                <c:pt idx="41">
                  <c:v>3.7532796169869612E-2</c:v>
                </c:pt>
                <c:pt idx="42">
                  <c:v>3.7942260888828003E-2</c:v>
                </c:pt>
                <c:pt idx="43">
                  <c:v>3.8298012223499205E-2</c:v>
                </c:pt>
                <c:pt idx="44">
                  <c:v>3.8322778424901185E-2</c:v>
                </c:pt>
                <c:pt idx="45">
                  <c:v>3.8950904132680507E-2</c:v>
                </c:pt>
                <c:pt idx="46">
                  <c:v>3.9221259806631305E-2</c:v>
                </c:pt>
                <c:pt idx="47">
                  <c:v>3.937616355958682E-2</c:v>
                </c:pt>
                <c:pt idx="48">
                  <c:v>4.0477982360866138E-2</c:v>
                </c:pt>
                <c:pt idx="49">
                  <c:v>4.0538917897219362E-2</c:v>
                </c:pt>
                <c:pt idx="50">
                  <c:v>4.1061588980088722E-2</c:v>
                </c:pt>
                <c:pt idx="51">
                  <c:v>4.1464115978663327E-2</c:v>
                </c:pt>
                <c:pt idx="52">
                  <c:v>4.1715757826025719E-2</c:v>
                </c:pt>
                <c:pt idx="53">
                  <c:v>4.1923212900818796E-2</c:v>
                </c:pt>
                <c:pt idx="54">
                  <c:v>4.1934176755833205E-2</c:v>
                </c:pt>
                <c:pt idx="55">
                  <c:v>4.2222878270511306E-2</c:v>
                </c:pt>
                <c:pt idx="56">
                  <c:v>4.2748356467396637E-2</c:v>
                </c:pt>
                <c:pt idx="57">
                  <c:v>4.2993988543558181E-2</c:v>
                </c:pt>
                <c:pt idx="58">
                  <c:v>4.3260001497046917E-2</c:v>
                </c:pt>
                <c:pt idx="59">
                  <c:v>4.410491558935499E-2</c:v>
                </c:pt>
                <c:pt idx="60">
                  <c:v>4.4424556742237706E-2</c:v>
                </c:pt>
                <c:pt idx="61">
                  <c:v>4.4485278088297678E-2</c:v>
                </c:pt>
                <c:pt idx="62">
                  <c:v>4.4716056918478353E-2</c:v>
                </c:pt>
                <c:pt idx="63">
                  <c:v>4.5231372893969217E-2</c:v>
                </c:pt>
                <c:pt idx="64">
                  <c:v>4.5576847896495291E-2</c:v>
                </c:pt>
                <c:pt idx="65">
                  <c:v>4.5762733477033982E-2</c:v>
                </c:pt>
                <c:pt idx="66">
                  <c:v>4.595434150698928E-2</c:v>
                </c:pt>
                <c:pt idx="67">
                  <c:v>4.6092485702988129E-2</c:v>
                </c:pt>
                <c:pt idx="68">
                  <c:v>4.6098858761340789E-2</c:v>
                </c:pt>
                <c:pt idx="69">
                  <c:v>4.6235065640203535E-2</c:v>
                </c:pt>
                <c:pt idx="70">
                  <c:v>4.6343561983256294E-2</c:v>
                </c:pt>
                <c:pt idx="71">
                  <c:v>4.6477635656394255E-2</c:v>
                </c:pt>
                <c:pt idx="72">
                  <c:v>4.6545514373087578E-2</c:v>
                </c:pt>
                <c:pt idx="73">
                  <c:v>4.7292613773215246E-2</c:v>
                </c:pt>
                <c:pt idx="74">
                  <c:v>4.7801703214567171E-2</c:v>
                </c:pt>
                <c:pt idx="75">
                  <c:v>4.7909928911117276E-2</c:v>
                </c:pt>
                <c:pt idx="76">
                  <c:v>4.8554044042312852E-2</c:v>
                </c:pt>
                <c:pt idx="77">
                  <c:v>4.8820334403981279E-2</c:v>
                </c:pt>
                <c:pt idx="78">
                  <c:v>4.8997574851224919E-2</c:v>
                </c:pt>
                <c:pt idx="79">
                  <c:v>4.9099983419716935E-2</c:v>
                </c:pt>
                <c:pt idx="80">
                  <c:v>4.9957679940939172E-2</c:v>
                </c:pt>
                <c:pt idx="81">
                  <c:v>5.1513480483328669E-2</c:v>
                </c:pt>
                <c:pt idx="82">
                  <c:v>5.1719725956235349E-2</c:v>
                </c:pt>
                <c:pt idx="83">
                  <c:v>5.2097322015695884E-2</c:v>
                </c:pt>
                <c:pt idx="84">
                  <c:v>5.2606742977306713E-2</c:v>
                </c:pt>
                <c:pt idx="85">
                  <c:v>5.2900301689723518E-2</c:v>
                </c:pt>
                <c:pt idx="86">
                  <c:v>5.3000480543518767E-2</c:v>
                </c:pt>
                <c:pt idx="87">
                  <c:v>5.3275045164821157E-2</c:v>
                </c:pt>
                <c:pt idx="88">
                  <c:v>5.3676703897058003E-2</c:v>
                </c:pt>
                <c:pt idx="89">
                  <c:v>5.3711106897562921E-2</c:v>
                </c:pt>
                <c:pt idx="90">
                  <c:v>5.3836070906532092E-2</c:v>
                </c:pt>
                <c:pt idx="91">
                  <c:v>5.3882990949800869E-2</c:v>
                </c:pt>
                <c:pt idx="92">
                  <c:v>5.3947185556083785E-2</c:v>
                </c:pt>
                <c:pt idx="93">
                  <c:v>5.4031875703840306E-2</c:v>
                </c:pt>
                <c:pt idx="94">
                  <c:v>5.4334477234444463E-2</c:v>
                </c:pt>
                <c:pt idx="95">
                  <c:v>5.4576613756889873E-2</c:v>
                </c:pt>
                <c:pt idx="96">
                  <c:v>5.4622212347787573E-2</c:v>
                </c:pt>
                <c:pt idx="97">
                  <c:v>5.4904307636266081E-2</c:v>
                </c:pt>
                <c:pt idx="98">
                  <c:v>5.5238595140510813E-2</c:v>
                </c:pt>
                <c:pt idx="99">
                  <c:v>5.5896743007792529E-2</c:v>
                </c:pt>
                <c:pt idx="100">
                  <c:v>5.6005441242285382E-2</c:v>
                </c:pt>
                <c:pt idx="101">
                  <c:v>5.6222016073367534E-2</c:v>
                </c:pt>
                <c:pt idx="102">
                  <c:v>5.622213819084626E-2</c:v>
                </c:pt>
                <c:pt idx="103">
                  <c:v>5.6351282831783464E-2</c:v>
                </c:pt>
                <c:pt idx="104">
                  <c:v>5.6628039187502886E-2</c:v>
                </c:pt>
                <c:pt idx="105">
                  <c:v>5.691035792040669E-2</c:v>
                </c:pt>
                <c:pt idx="106">
                  <c:v>5.6926747595314006E-2</c:v>
                </c:pt>
                <c:pt idx="107">
                  <c:v>5.7307103492367457E-2</c:v>
                </c:pt>
                <c:pt idx="108">
                  <c:v>5.7530549065236178E-2</c:v>
                </c:pt>
                <c:pt idx="109">
                  <c:v>5.7603028002235553E-2</c:v>
                </c:pt>
                <c:pt idx="110">
                  <c:v>5.7810839279363639E-2</c:v>
                </c:pt>
                <c:pt idx="111">
                  <c:v>5.7845472892036225E-2</c:v>
                </c:pt>
                <c:pt idx="112">
                  <c:v>5.7917931601736201E-2</c:v>
                </c:pt>
                <c:pt idx="113">
                  <c:v>5.7944161876877461E-2</c:v>
                </c:pt>
                <c:pt idx="114">
                  <c:v>5.8299142552087013E-2</c:v>
                </c:pt>
                <c:pt idx="115">
                  <c:v>5.8472755924084428E-2</c:v>
                </c:pt>
                <c:pt idx="116">
                  <c:v>5.8538454581866337E-2</c:v>
                </c:pt>
                <c:pt idx="117">
                  <c:v>5.8671476840851285E-2</c:v>
                </c:pt>
                <c:pt idx="118">
                  <c:v>5.8781468698702426E-2</c:v>
                </c:pt>
                <c:pt idx="119">
                  <c:v>5.8839563541385274E-2</c:v>
                </c:pt>
                <c:pt idx="120">
                  <c:v>5.9076290442891491E-2</c:v>
                </c:pt>
                <c:pt idx="121">
                  <c:v>5.9441674226280897E-2</c:v>
                </c:pt>
                <c:pt idx="122">
                  <c:v>5.9554939140421925E-2</c:v>
                </c:pt>
                <c:pt idx="123">
                  <c:v>5.9629366538622677E-2</c:v>
                </c:pt>
                <c:pt idx="124">
                  <c:v>5.9630051883657366E-2</c:v>
                </c:pt>
                <c:pt idx="125">
                  <c:v>5.9754583518957342E-2</c:v>
                </c:pt>
                <c:pt idx="126">
                  <c:v>5.9815957242801351E-2</c:v>
                </c:pt>
                <c:pt idx="127">
                  <c:v>6.0143804318636439E-2</c:v>
                </c:pt>
                <c:pt idx="128">
                  <c:v>6.0502633158436771E-2</c:v>
                </c:pt>
                <c:pt idx="129">
                  <c:v>6.073830495240562E-2</c:v>
                </c:pt>
                <c:pt idx="130">
                  <c:v>6.108750125058806E-2</c:v>
                </c:pt>
                <c:pt idx="131">
                  <c:v>6.1775819996762002E-2</c:v>
                </c:pt>
                <c:pt idx="132">
                  <c:v>6.1954174951170414E-2</c:v>
                </c:pt>
                <c:pt idx="133">
                  <c:v>6.1973077498794986E-2</c:v>
                </c:pt>
                <c:pt idx="134">
                  <c:v>6.2172081730605219E-2</c:v>
                </c:pt>
                <c:pt idx="135">
                  <c:v>6.2174004805403388E-2</c:v>
                </c:pt>
                <c:pt idx="136">
                  <c:v>6.247713561900857E-2</c:v>
                </c:pt>
                <c:pt idx="137">
                  <c:v>6.3086065360306615E-2</c:v>
                </c:pt>
                <c:pt idx="138">
                  <c:v>6.3682850827114612E-2</c:v>
                </c:pt>
                <c:pt idx="139">
                  <c:v>6.3718068159003785E-2</c:v>
                </c:pt>
                <c:pt idx="140">
                  <c:v>6.3765048345309827E-2</c:v>
                </c:pt>
                <c:pt idx="141">
                  <c:v>6.3915528524336615E-2</c:v>
                </c:pt>
                <c:pt idx="142">
                  <c:v>6.4052673717908612E-2</c:v>
                </c:pt>
                <c:pt idx="143">
                  <c:v>6.4099035153155778E-2</c:v>
                </c:pt>
                <c:pt idx="144">
                  <c:v>6.4208095057794026E-2</c:v>
                </c:pt>
                <c:pt idx="145">
                  <c:v>6.4407306327255026E-2</c:v>
                </c:pt>
                <c:pt idx="146">
                  <c:v>6.480364622507527E-2</c:v>
                </c:pt>
                <c:pt idx="147">
                  <c:v>6.5059631060481307E-2</c:v>
                </c:pt>
                <c:pt idx="148">
                  <c:v>6.5113126481730649E-2</c:v>
                </c:pt>
                <c:pt idx="149">
                  <c:v>6.5119228895429468E-2</c:v>
                </c:pt>
                <c:pt idx="150">
                  <c:v>6.5157269632935499E-2</c:v>
                </c:pt>
                <c:pt idx="151">
                  <c:v>6.5187533232846248E-2</c:v>
                </c:pt>
                <c:pt idx="152">
                  <c:v>6.5325513103602517E-2</c:v>
                </c:pt>
                <c:pt idx="153">
                  <c:v>6.5384926574153804E-2</c:v>
                </c:pt>
                <c:pt idx="154">
                  <c:v>6.5388283860235513E-2</c:v>
                </c:pt>
                <c:pt idx="155">
                  <c:v>6.5482137905433599E-2</c:v>
                </c:pt>
                <c:pt idx="156">
                  <c:v>6.5519516785192841E-2</c:v>
                </c:pt>
                <c:pt idx="157">
                  <c:v>6.5891305809899034E-2</c:v>
                </c:pt>
                <c:pt idx="158">
                  <c:v>6.5982414118688562E-2</c:v>
                </c:pt>
                <c:pt idx="159">
                  <c:v>6.6155491526766322E-2</c:v>
                </c:pt>
                <c:pt idx="160">
                  <c:v>6.6709138930587719E-2</c:v>
                </c:pt>
                <c:pt idx="161">
                  <c:v>6.6844816719879921E-2</c:v>
                </c:pt>
                <c:pt idx="162">
                  <c:v>6.6861711881076563E-2</c:v>
                </c:pt>
                <c:pt idx="163">
                  <c:v>6.7182033285541939E-2</c:v>
                </c:pt>
                <c:pt idx="164">
                  <c:v>6.7363183341319702E-2</c:v>
                </c:pt>
                <c:pt idx="165">
                  <c:v>6.7378625618716811E-2</c:v>
                </c:pt>
                <c:pt idx="166">
                  <c:v>6.7480816187564852E-2</c:v>
                </c:pt>
                <c:pt idx="167">
                  <c:v>6.7736221850094591E-2</c:v>
                </c:pt>
                <c:pt idx="168">
                  <c:v>6.7799294111177633E-2</c:v>
                </c:pt>
                <c:pt idx="169">
                  <c:v>6.8078866529378584E-2</c:v>
                </c:pt>
                <c:pt idx="170">
                  <c:v>6.8092788238319019E-2</c:v>
                </c:pt>
                <c:pt idx="171">
                  <c:v>6.8213865465721141E-2</c:v>
                </c:pt>
                <c:pt idx="172">
                  <c:v>6.8234478606409368E-2</c:v>
                </c:pt>
                <c:pt idx="173">
                  <c:v>6.8407565255273403E-2</c:v>
                </c:pt>
                <c:pt idx="174">
                  <c:v>6.851077612964443E-2</c:v>
                </c:pt>
                <c:pt idx="175">
                  <c:v>6.8519086751866326E-2</c:v>
                </c:pt>
                <c:pt idx="176">
                  <c:v>6.8606147244337848E-2</c:v>
                </c:pt>
                <c:pt idx="177">
                  <c:v>6.8686423442855887E-2</c:v>
                </c:pt>
                <c:pt idx="178">
                  <c:v>6.8692369012088292E-2</c:v>
                </c:pt>
                <c:pt idx="179">
                  <c:v>6.9298594625316026E-2</c:v>
                </c:pt>
                <c:pt idx="180">
                  <c:v>6.9505457965932271E-2</c:v>
                </c:pt>
                <c:pt idx="181">
                  <c:v>6.9807504487519115E-2</c:v>
                </c:pt>
                <c:pt idx="182">
                  <c:v>6.9912583572856318E-2</c:v>
                </c:pt>
                <c:pt idx="183">
                  <c:v>6.9918676801957749E-2</c:v>
                </c:pt>
                <c:pt idx="184">
                  <c:v>7.0185782872465727E-2</c:v>
                </c:pt>
                <c:pt idx="185">
                  <c:v>7.0287049073866306E-2</c:v>
                </c:pt>
                <c:pt idx="186">
                  <c:v>7.031471357167271E-2</c:v>
                </c:pt>
                <c:pt idx="187">
                  <c:v>7.0337139436966623E-2</c:v>
                </c:pt>
                <c:pt idx="188">
                  <c:v>7.0356282394937464E-2</c:v>
                </c:pt>
                <c:pt idx="189">
                  <c:v>7.0653356724461769E-2</c:v>
                </c:pt>
                <c:pt idx="190">
                  <c:v>7.0851914106859731E-2</c:v>
                </c:pt>
                <c:pt idx="191">
                  <c:v>7.0876016803651715E-2</c:v>
                </c:pt>
                <c:pt idx="192">
                  <c:v>7.1062477964549869E-2</c:v>
                </c:pt>
                <c:pt idx="193">
                  <c:v>7.1099632297746143E-2</c:v>
                </c:pt>
                <c:pt idx="194">
                  <c:v>7.1148006182456897E-2</c:v>
                </c:pt>
                <c:pt idx="195">
                  <c:v>7.1312130491729006E-2</c:v>
                </c:pt>
                <c:pt idx="196">
                  <c:v>7.1418444214576354E-2</c:v>
                </c:pt>
                <c:pt idx="197">
                  <c:v>7.1603600489683741E-2</c:v>
                </c:pt>
                <c:pt idx="198">
                  <c:v>7.1667579679379464E-2</c:v>
                </c:pt>
                <c:pt idx="199">
                  <c:v>7.2070842504558641E-2</c:v>
                </c:pt>
                <c:pt idx="200">
                  <c:v>7.2182993810834983E-2</c:v>
                </c:pt>
                <c:pt idx="201">
                  <c:v>7.2431609746923947E-2</c:v>
                </c:pt>
                <c:pt idx="202">
                  <c:v>7.2488358028089769E-2</c:v>
                </c:pt>
                <c:pt idx="203">
                  <c:v>7.2564968845107047E-2</c:v>
                </c:pt>
                <c:pt idx="204">
                  <c:v>7.2584022362543854E-2</c:v>
                </c:pt>
                <c:pt idx="205">
                  <c:v>7.2621527075591691E-2</c:v>
                </c:pt>
                <c:pt idx="206">
                  <c:v>7.2942996879180308E-2</c:v>
                </c:pt>
                <c:pt idx="207">
                  <c:v>7.3051565067940138E-2</c:v>
                </c:pt>
                <c:pt idx="208">
                  <c:v>7.3142229397131039E-2</c:v>
                </c:pt>
                <c:pt idx="209">
                  <c:v>7.3271832659754066E-2</c:v>
                </c:pt>
                <c:pt idx="210">
                  <c:v>7.3298464047464179E-2</c:v>
                </c:pt>
                <c:pt idx="211">
                  <c:v>7.3331591549120362E-2</c:v>
                </c:pt>
                <c:pt idx="212">
                  <c:v>7.3725887666439838E-2</c:v>
                </c:pt>
                <c:pt idx="213">
                  <c:v>7.388539702735164E-2</c:v>
                </c:pt>
                <c:pt idx="214">
                  <c:v>7.4112674007546619E-2</c:v>
                </c:pt>
                <c:pt idx="215">
                  <c:v>7.4292834683523989E-2</c:v>
                </c:pt>
                <c:pt idx="216">
                  <c:v>7.4487817982975907E-2</c:v>
                </c:pt>
                <c:pt idx="217">
                  <c:v>7.4550468891445662E-2</c:v>
                </c:pt>
                <c:pt idx="218">
                  <c:v>7.4756555291799767E-2</c:v>
                </c:pt>
                <c:pt idx="219">
                  <c:v>7.4939085626576182E-2</c:v>
                </c:pt>
                <c:pt idx="220">
                  <c:v>7.5075430892277112E-2</c:v>
                </c:pt>
                <c:pt idx="221">
                  <c:v>7.5251800720158746E-2</c:v>
                </c:pt>
                <c:pt idx="222">
                  <c:v>7.5461149633199665E-2</c:v>
                </c:pt>
                <c:pt idx="223">
                  <c:v>7.5479796110341169E-2</c:v>
                </c:pt>
                <c:pt idx="224">
                  <c:v>7.5821497108147798E-2</c:v>
                </c:pt>
                <c:pt idx="225">
                  <c:v>7.59058639231701E-2</c:v>
                </c:pt>
                <c:pt idx="226">
                  <c:v>7.5934673452074289E-2</c:v>
                </c:pt>
                <c:pt idx="227">
                  <c:v>7.593635479034147E-2</c:v>
                </c:pt>
                <c:pt idx="228">
                  <c:v>7.6178878412314688E-2</c:v>
                </c:pt>
                <c:pt idx="229">
                  <c:v>7.6282464199685596E-2</c:v>
                </c:pt>
                <c:pt idx="230">
                  <c:v>7.6288165188917414E-2</c:v>
                </c:pt>
                <c:pt idx="231">
                  <c:v>7.7245107936023821E-2</c:v>
                </c:pt>
                <c:pt idx="232">
                  <c:v>7.7379153577419438E-2</c:v>
                </c:pt>
                <c:pt idx="233">
                  <c:v>7.7477528970640849E-2</c:v>
                </c:pt>
                <c:pt idx="234">
                  <c:v>7.7610005429706405E-2</c:v>
                </c:pt>
                <c:pt idx="235">
                  <c:v>7.8028414265222862E-2</c:v>
                </c:pt>
                <c:pt idx="236">
                  <c:v>7.8545295211309901E-2</c:v>
                </c:pt>
                <c:pt idx="237">
                  <c:v>7.8724957608238694E-2</c:v>
                </c:pt>
                <c:pt idx="238">
                  <c:v>7.9217262964902807E-2</c:v>
                </c:pt>
                <c:pt idx="239">
                  <c:v>7.9343079207590775E-2</c:v>
                </c:pt>
                <c:pt idx="240">
                  <c:v>7.9366880583809016E-2</c:v>
                </c:pt>
                <c:pt idx="241">
                  <c:v>7.9564999210695167E-2</c:v>
                </c:pt>
                <c:pt idx="242">
                  <c:v>7.9642587858062372E-2</c:v>
                </c:pt>
                <c:pt idx="243">
                  <c:v>7.9743864759675653E-2</c:v>
                </c:pt>
                <c:pt idx="244">
                  <c:v>7.9862059570597804E-2</c:v>
                </c:pt>
                <c:pt idx="245">
                  <c:v>8.0230948661714777E-2</c:v>
                </c:pt>
                <c:pt idx="246">
                  <c:v>8.0246505225134171E-2</c:v>
                </c:pt>
                <c:pt idx="247">
                  <c:v>8.0248579825970695E-2</c:v>
                </c:pt>
                <c:pt idx="248">
                  <c:v>8.0310901139571844E-2</c:v>
                </c:pt>
                <c:pt idx="249">
                  <c:v>8.033407693207642E-2</c:v>
                </c:pt>
                <c:pt idx="250">
                  <c:v>8.0697002807894977E-2</c:v>
                </c:pt>
                <c:pt idx="251">
                  <c:v>8.0718807612405755E-2</c:v>
                </c:pt>
                <c:pt idx="252">
                  <c:v>8.0815613248520435E-2</c:v>
                </c:pt>
                <c:pt idx="253">
                  <c:v>8.082368438212327E-2</c:v>
                </c:pt>
                <c:pt idx="254">
                  <c:v>8.0955069825799281E-2</c:v>
                </c:pt>
                <c:pt idx="255">
                  <c:v>8.1535569087276952E-2</c:v>
                </c:pt>
                <c:pt idx="256">
                  <c:v>8.1539949373737819E-2</c:v>
                </c:pt>
                <c:pt idx="257">
                  <c:v>8.155163317207538E-2</c:v>
                </c:pt>
                <c:pt idx="258">
                  <c:v>8.1710710901178346E-2</c:v>
                </c:pt>
                <c:pt idx="259">
                  <c:v>8.2219711274486851E-2</c:v>
                </c:pt>
                <c:pt idx="260">
                  <c:v>8.233000734672298E-2</c:v>
                </c:pt>
                <c:pt idx="261">
                  <c:v>8.2330785292652364E-2</c:v>
                </c:pt>
                <c:pt idx="262">
                  <c:v>8.2394199770907908E-2</c:v>
                </c:pt>
                <c:pt idx="263">
                  <c:v>8.2515601855094503E-2</c:v>
                </c:pt>
                <c:pt idx="264">
                  <c:v>8.2622900229343224E-2</c:v>
                </c:pt>
                <c:pt idx="265">
                  <c:v>8.2651401590899065E-2</c:v>
                </c:pt>
                <c:pt idx="266">
                  <c:v>8.2772821696939086E-2</c:v>
                </c:pt>
                <c:pt idx="267">
                  <c:v>8.2780164957042351E-2</c:v>
                </c:pt>
                <c:pt idx="268">
                  <c:v>8.3016590671742108E-2</c:v>
                </c:pt>
                <c:pt idx="269">
                  <c:v>8.3275674707291469E-2</c:v>
                </c:pt>
                <c:pt idx="270">
                  <c:v>8.3367786682951389E-2</c:v>
                </c:pt>
                <c:pt idx="271">
                  <c:v>8.3553451959009484E-2</c:v>
                </c:pt>
                <c:pt idx="272">
                  <c:v>8.3608853852383952E-2</c:v>
                </c:pt>
                <c:pt idx="273">
                  <c:v>8.3967863140854582E-2</c:v>
                </c:pt>
                <c:pt idx="274">
                  <c:v>8.3996939169537238E-2</c:v>
                </c:pt>
                <c:pt idx="275">
                  <c:v>8.4197419398263557E-2</c:v>
                </c:pt>
                <c:pt idx="276">
                  <c:v>8.4240052035969862E-2</c:v>
                </c:pt>
                <c:pt idx="277">
                  <c:v>8.4292587592547041E-2</c:v>
                </c:pt>
                <c:pt idx="278">
                  <c:v>8.4411170745216174E-2</c:v>
                </c:pt>
                <c:pt idx="279">
                  <c:v>8.449229862830808E-2</c:v>
                </c:pt>
                <c:pt idx="280">
                  <c:v>8.4551968597067956E-2</c:v>
                </c:pt>
                <c:pt idx="281">
                  <c:v>8.4622186082515496E-2</c:v>
                </c:pt>
                <c:pt idx="282">
                  <c:v>8.4636090373526582E-2</c:v>
                </c:pt>
                <c:pt idx="283">
                  <c:v>8.4732707260210052E-2</c:v>
                </c:pt>
                <c:pt idx="284">
                  <c:v>8.496317148712039E-2</c:v>
                </c:pt>
                <c:pt idx="285">
                  <c:v>8.5079750623589204E-2</c:v>
                </c:pt>
                <c:pt idx="286">
                  <c:v>8.5158000828358005E-2</c:v>
                </c:pt>
                <c:pt idx="287">
                  <c:v>8.532957742204067E-2</c:v>
                </c:pt>
                <c:pt idx="288">
                  <c:v>8.5501014470356212E-2</c:v>
                </c:pt>
                <c:pt idx="289">
                  <c:v>8.5750561834787103E-2</c:v>
                </c:pt>
                <c:pt idx="290">
                  <c:v>8.6272667882055482E-2</c:v>
                </c:pt>
                <c:pt idx="291">
                  <c:v>8.6313239137990452E-2</c:v>
                </c:pt>
                <c:pt idx="292">
                  <c:v>8.6320398519411229E-2</c:v>
                </c:pt>
                <c:pt idx="293">
                  <c:v>8.632655164823641E-2</c:v>
                </c:pt>
                <c:pt idx="294">
                  <c:v>8.6461596039262303E-2</c:v>
                </c:pt>
                <c:pt idx="295">
                  <c:v>8.6585954577333049E-2</c:v>
                </c:pt>
                <c:pt idx="296">
                  <c:v>8.678348983014697E-2</c:v>
                </c:pt>
                <c:pt idx="297">
                  <c:v>8.6954531351126074E-2</c:v>
                </c:pt>
                <c:pt idx="298">
                  <c:v>8.7061012629504497E-2</c:v>
                </c:pt>
                <c:pt idx="299">
                  <c:v>8.7086411210997042E-2</c:v>
                </c:pt>
                <c:pt idx="300">
                  <c:v>8.7179947414004408E-2</c:v>
                </c:pt>
                <c:pt idx="301">
                  <c:v>8.7356763414491514E-2</c:v>
                </c:pt>
                <c:pt idx="302">
                  <c:v>8.7448286339328676E-2</c:v>
                </c:pt>
                <c:pt idx="303">
                  <c:v>8.7602135203320317E-2</c:v>
                </c:pt>
                <c:pt idx="304">
                  <c:v>8.7788118378410204E-2</c:v>
                </c:pt>
                <c:pt idx="305">
                  <c:v>8.8454204716505239E-2</c:v>
                </c:pt>
                <c:pt idx="306">
                  <c:v>8.8754025342786327E-2</c:v>
                </c:pt>
                <c:pt idx="307">
                  <c:v>8.9114048559026618E-2</c:v>
                </c:pt>
                <c:pt idx="308">
                  <c:v>8.9407632940473006E-2</c:v>
                </c:pt>
                <c:pt idx="309">
                  <c:v>8.9856186660261184E-2</c:v>
                </c:pt>
                <c:pt idx="310">
                  <c:v>8.9907650285870749E-2</c:v>
                </c:pt>
                <c:pt idx="311">
                  <c:v>9.0055296520951261E-2</c:v>
                </c:pt>
                <c:pt idx="312">
                  <c:v>9.0295869366803713E-2</c:v>
                </c:pt>
                <c:pt idx="313">
                  <c:v>9.0667736764371953E-2</c:v>
                </c:pt>
                <c:pt idx="314">
                  <c:v>9.0758204089214298E-2</c:v>
                </c:pt>
                <c:pt idx="315">
                  <c:v>9.0972190823013208E-2</c:v>
                </c:pt>
                <c:pt idx="316">
                  <c:v>9.1133181990852366E-2</c:v>
                </c:pt>
                <c:pt idx="317">
                  <c:v>9.1522340671823993E-2</c:v>
                </c:pt>
                <c:pt idx="318">
                  <c:v>9.165965944104823E-2</c:v>
                </c:pt>
                <c:pt idx="319">
                  <c:v>9.1671291234196053E-2</c:v>
                </c:pt>
                <c:pt idx="320">
                  <c:v>9.1788010782640761E-2</c:v>
                </c:pt>
                <c:pt idx="321">
                  <c:v>9.2336832640628502E-2</c:v>
                </c:pt>
                <c:pt idx="322">
                  <c:v>9.2348324121932487E-2</c:v>
                </c:pt>
                <c:pt idx="323">
                  <c:v>9.2533618274571058E-2</c:v>
                </c:pt>
                <c:pt idx="324">
                  <c:v>9.2547217357326447E-2</c:v>
                </c:pt>
                <c:pt idx="325">
                  <c:v>9.2625506411569788E-2</c:v>
                </c:pt>
                <c:pt idx="326">
                  <c:v>9.2871931140301886E-2</c:v>
                </c:pt>
                <c:pt idx="327">
                  <c:v>9.314867676957525E-2</c:v>
                </c:pt>
                <c:pt idx="328">
                  <c:v>9.4026446381716214E-2</c:v>
                </c:pt>
                <c:pt idx="329">
                  <c:v>9.4044545846246205E-2</c:v>
                </c:pt>
                <c:pt idx="330">
                  <c:v>9.4172835718857678E-2</c:v>
                </c:pt>
                <c:pt idx="331">
                  <c:v>9.4199292483387889E-2</c:v>
                </c:pt>
                <c:pt idx="332">
                  <c:v>9.4457017865018297E-2</c:v>
                </c:pt>
                <c:pt idx="333">
                  <c:v>9.4470994451329837E-2</c:v>
                </c:pt>
                <c:pt idx="334">
                  <c:v>9.486551836927154E-2</c:v>
                </c:pt>
                <c:pt idx="335">
                  <c:v>9.5002102336052982E-2</c:v>
                </c:pt>
                <c:pt idx="336">
                  <c:v>9.5042331001198341E-2</c:v>
                </c:pt>
                <c:pt idx="337">
                  <c:v>9.5175689556991433E-2</c:v>
                </c:pt>
                <c:pt idx="338">
                  <c:v>9.5177877129045393E-2</c:v>
                </c:pt>
                <c:pt idx="339">
                  <c:v>9.5878261392980432E-2</c:v>
                </c:pt>
                <c:pt idx="340">
                  <c:v>9.588432482350534E-2</c:v>
                </c:pt>
                <c:pt idx="341">
                  <c:v>9.6151016961784797E-2</c:v>
                </c:pt>
                <c:pt idx="342">
                  <c:v>9.6560411643976024E-2</c:v>
                </c:pt>
                <c:pt idx="343">
                  <c:v>9.6589866027592938E-2</c:v>
                </c:pt>
                <c:pt idx="344">
                  <c:v>9.6685126871160584E-2</c:v>
                </c:pt>
                <c:pt idx="345">
                  <c:v>9.6765074354584424E-2</c:v>
                </c:pt>
                <c:pt idx="346">
                  <c:v>9.6982380124808351E-2</c:v>
                </c:pt>
                <c:pt idx="347">
                  <c:v>9.719366246957728E-2</c:v>
                </c:pt>
                <c:pt idx="348">
                  <c:v>9.7463759754127896E-2</c:v>
                </c:pt>
                <c:pt idx="349">
                  <c:v>9.7542503433642264E-2</c:v>
                </c:pt>
                <c:pt idx="350">
                  <c:v>9.7607295843996814E-2</c:v>
                </c:pt>
                <c:pt idx="351">
                  <c:v>9.7733371855499032E-2</c:v>
                </c:pt>
                <c:pt idx="352">
                  <c:v>9.7861146585389844E-2</c:v>
                </c:pt>
                <c:pt idx="353">
                  <c:v>9.8052743596481695E-2</c:v>
                </c:pt>
                <c:pt idx="354">
                  <c:v>9.8058821125382029E-2</c:v>
                </c:pt>
                <c:pt idx="355">
                  <c:v>9.813745085537405E-2</c:v>
                </c:pt>
                <c:pt idx="356">
                  <c:v>9.8722317384303107E-2</c:v>
                </c:pt>
                <c:pt idx="357">
                  <c:v>9.9058527992990988E-2</c:v>
                </c:pt>
                <c:pt idx="358">
                  <c:v>9.9271357775347957E-2</c:v>
                </c:pt>
                <c:pt idx="359">
                  <c:v>9.9810464911304853E-2</c:v>
                </c:pt>
                <c:pt idx="360">
                  <c:v>0.10020570458708868</c:v>
                </c:pt>
                <c:pt idx="361">
                  <c:v>0.10043091830337733</c:v>
                </c:pt>
                <c:pt idx="362">
                  <c:v>0.100462663038693</c:v>
                </c:pt>
                <c:pt idx="363">
                  <c:v>0.10078034451875557</c:v>
                </c:pt>
                <c:pt idx="364">
                  <c:v>0.10117913460200638</c:v>
                </c:pt>
                <c:pt idx="365">
                  <c:v>0.10136056196302239</c:v>
                </c:pt>
                <c:pt idx="366">
                  <c:v>0.10136545460122015</c:v>
                </c:pt>
                <c:pt idx="367">
                  <c:v>0.10149493967759035</c:v>
                </c:pt>
                <c:pt idx="368">
                  <c:v>0.10156731431944169</c:v>
                </c:pt>
                <c:pt idx="369">
                  <c:v>0.10159291326638503</c:v>
                </c:pt>
                <c:pt idx="370">
                  <c:v>0.10176215703577</c:v>
                </c:pt>
                <c:pt idx="371">
                  <c:v>0.10181513868061771</c:v>
                </c:pt>
                <c:pt idx="372">
                  <c:v>0.10190402126259109</c:v>
                </c:pt>
                <c:pt idx="373">
                  <c:v>0.10201538212864092</c:v>
                </c:pt>
                <c:pt idx="374">
                  <c:v>0.10218315066525645</c:v>
                </c:pt>
                <c:pt idx="375">
                  <c:v>0.10233417844752619</c:v>
                </c:pt>
                <c:pt idx="376">
                  <c:v>0.10248161627663782</c:v>
                </c:pt>
                <c:pt idx="377">
                  <c:v>0.10261683800753969</c:v>
                </c:pt>
                <c:pt idx="378">
                  <c:v>0.10272919154500568</c:v>
                </c:pt>
                <c:pt idx="379">
                  <c:v>0.10308132512275045</c:v>
                </c:pt>
                <c:pt idx="380">
                  <c:v>0.1033730429407179</c:v>
                </c:pt>
                <c:pt idx="381">
                  <c:v>0.1033914237028886</c:v>
                </c:pt>
                <c:pt idx="382">
                  <c:v>0.10351455833913319</c:v>
                </c:pt>
                <c:pt idx="383">
                  <c:v>0.10365493496339015</c:v>
                </c:pt>
                <c:pt idx="384">
                  <c:v>0.1037582576309185</c:v>
                </c:pt>
                <c:pt idx="385">
                  <c:v>0.10376754985579276</c:v>
                </c:pt>
                <c:pt idx="386">
                  <c:v>0.10382505345331286</c:v>
                </c:pt>
                <c:pt idx="387">
                  <c:v>0.10412622470909634</c:v>
                </c:pt>
                <c:pt idx="388">
                  <c:v>0.10428157437633374</c:v>
                </c:pt>
                <c:pt idx="389">
                  <c:v>0.10443462187892713</c:v>
                </c:pt>
                <c:pt idx="390">
                  <c:v>0.10463978476686264</c:v>
                </c:pt>
                <c:pt idx="391">
                  <c:v>0.10466280429613202</c:v>
                </c:pt>
                <c:pt idx="392">
                  <c:v>0.1047002073170937</c:v>
                </c:pt>
                <c:pt idx="393">
                  <c:v>0.10479110551926218</c:v>
                </c:pt>
                <c:pt idx="394">
                  <c:v>0.1049258610454888</c:v>
                </c:pt>
                <c:pt idx="395">
                  <c:v>0.10511983972807103</c:v>
                </c:pt>
                <c:pt idx="396">
                  <c:v>0.10526954691258829</c:v>
                </c:pt>
                <c:pt idx="397">
                  <c:v>0.10533563287748789</c:v>
                </c:pt>
                <c:pt idx="398">
                  <c:v>0.10535894924765489</c:v>
                </c:pt>
                <c:pt idx="399">
                  <c:v>0.10537926838148159</c:v>
                </c:pt>
                <c:pt idx="400">
                  <c:v>0.10547508115664458</c:v>
                </c:pt>
                <c:pt idx="401">
                  <c:v>0.10560309490444669</c:v>
                </c:pt>
                <c:pt idx="402">
                  <c:v>0.10570730807569075</c:v>
                </c:pt>
                <c:pt idx="403">
                  <c:v>0.1060062951154679</c:v>
                </c:pt>
                <c:pt idx="404">
                  <c:v>0.10633391077923253</c:v>
                </c:pt>
                <c:pt idx="405">
                  <c:v>0.10634601675417929</c:v>
                </c:pt>
                <c:pt idx="406">
                  <c:v>0.10646741958955913</c:v>
                </c:pt>
                <c:pt idx="407">
                  <c:v>0.10677988625297752</c:v>
                </c:pt>
                <c:pt idx="408">
                  <c:v>0.10679736076319706</c:v>
                </c:pt>
                <c:pt idx="409">
                  <c:v>0.10687554287175371</c:v>
                </c:pt>
                <c:pt idx="410">
                  <c:v>0.10716113901303866</c:v>
                </c:pt>
                <c:pt idx="411">
                  <c:v>0.10722798261043637</c:v>
                </c:pt>
                <c:pt idx="412">
                  <c:v>0.10757552531277412</c:v>
                </c:pt>
                <c:pt idx="413">
                  <c:v>0.10794122941211851</c:v>
                </c:pt>
                <c:pt idx="414">
                  <c:v>0.10798678511022099</c:v>
                </c:pt>
                <c:pt idx="415">
                  <c:v>0.1080338327830115</c:v>
                </c:pt>
                <c:pt idx="416">
                  <c:v>0.10803959654835701</c:v>
                </c:pt>
                <c:pt idx="417">
                  <c:v>0.10805748998548072</c:v>
                </c:pt>
                <c:pt idx="418">
                  <c:v>0.10829208718778711</c:v>
                </c:pt>
                <c:pt idx="419">
                  <c:v>0.10849227624894915</c:v>
                </c:pt>
                <c:pt idx="420">
                  <c:v>0.10855482032299607</c:v>
                </c:pt>
                <c:pt idx="421">
                  <c:v>0.10875939420461507</c:v>
                </c:pt>
                <c:pt idx="422">
                  <c:v>0.10879980489359832</c:v>
                </c:pt>
                <c:pt idx="423">
                  <c:v>0.1088307703238456</c:v>
                </c:pt>
                <c:pt idx="424">
                  <c:v>0.10891949107873408</c:v>
                </c:pt>
                <c:pt idx="425">
                  <c:v>0.1090618772190993</c:v>
                </c:pt>
                <c:pt idx="426">
                  <c:v>0.10922374103917959</c:v>
                </c:pt>
                <c:pt idx="427">
                  <c:v>0.10968505667740221</c:v>
                </c:pt>
                <c:pt idx="428">
                  <c:v>0.10969390988989733</c:v>
                </c:pt>
                <c:pt idx="429">
                  <c:v>0.10970940551069334</c:v>
                </c:pt>
                <c:pt idx="430">
                  <c:v>0.10986129579931356</c:v>
                </c:pt>
                <c:pt idx="431">
                  <c:v>0.10987371727778059</c:v>
                </c:pt>
                <c:pt idx="432">
                  <c:v>0.10989630962151004</c:v>
                </c:pt>
                <c:pt idx="433">
                  <c:v>0.11009606785489418</c:v>
                </c:pt>
                <c:pt idx="434">
                  <c:v>0.11025668093055233</c:v>
                </c:pt>
                <c:pt idx="435">
                  <c:v>0.11042082243123189</c:v>
                </c:pt>
                <c:pt idx="436">
                  <c:v>0.11046031583271475</c:v>
                </c:pt>
                <c:pt idx="437">
                  <c:v>0.11070616398385315</c:v>
                </c:pt>
                <c:pt idx="438">
                  <c:v>0.11072095915183776</c:v>
                </c:pt>
                <c:pt idx="439">
                  <c:v>0.11107889015302642</c:v>
                </c:pt>
                <c:pt idx="440">
                  <c:v>0.11111956595134949</c:v>
                </c:pt>
                <c:pt idx="441">
                  <c:v>0.11119616354743883</c:v>
                </c:pt>
                <c:pt idx="442">
                  <c:v>0.11141676900576238</c:v>
                </c:pt>
                <c:pt idx="443">
                  <c:v>0.11142937345784759</c:v>
                </c:pt>
                <c:pt idx="444">
                  <c:v>0.11152478343769444</c:v>
                </c:pt>
                <c:pt idx="445">
                  <c:v>0.111567600343236</c:v>
                </c:pt>
                <c:pt idx="446">
                  <c:v>0.11183154597415897</c:v>
                </c:pt>
                <c:pt idx="447">
                  <c:v>0.11195556103427703</c:v>
                </c:pt>
                <c:pt idx="448">
                  <c:v>0.11203730714722324</c:v>
                </c:pt>
                <c:pt idx="449">
                  <c:v>0.11208803160809953</c:v>
                </c:pt>
                <c:pt idx="450">
                  <c:v>0.11216583284593103</c:v>
                </c:pt>
                <c:pt idx="451">
                  <c:v>0.11229014600942865</c:v>
                </c:pt>
                <c:pt idx="452">
                  <c:v>0.11232339330834509</c:v>
                </c:pt>
                <c:pt idx="453">
                  <c:v>0.11270866099646389</c:v>
                </c:pt>
                <c:pt idx="454">
                  <c:v>0.11285656220069985</c:v>
                </c:pt>
                <c:pt idx="455">
                  <c:v>0.11285830164984362</c:v>
                </c:pt>
                <c:pt idx="456">
                  <c:v>0.11326946071463309</c:v>
                </c:pt>
                <c:pt idx="457">
                  <c:v>0.11333591258379953</c:v>
                </c:pt>
                <c:pt idx="458">
                  <c:v>0.11362661861364114</c:v>
                </c:pt>
                <c:pt idx="459">
                  <c:v>0.11437890594007352</c:v>
                </c:pt>
                <c:pt idx="460">
                  <c:v>0.11461177883442596</c:v>
                </c:pt>
                <c:pt idx="461">
                  <c:v>0.11534308244843393</c:v>
                </c:pt>
                <c:pt idx="462">
                  <c:v>0.11543787766647129</c:v>
                </c:pt>
                <c:pt idx="463">
                  <c:v>0.11553886463283307</c:v>
                </c:pt>
                <c:pt idx="464">
                  <c:v>0.11594413186676301</c:v>
                </c:pt>
                <c:pt idx="465">
                  <c:v>0.11602073768161357</c:v>
                </c:pt>
                <c:pt idx="466">
                  <c:v>0.11615543208680422</c:v>
                </c:pt>
                <c:pt idx="467">
                  <c:v>0.11617430407590743</c:v>
                </c:pt>
                <c:pt idx="468">
                  <c:v>0.11620912412943911</c:v>
                </c:pt>
                <c:pt idx="469">
                  <c:v>0.11623016994320255</c:v>
                </c:pt>
                <c:pt idx="470">
                  <c:v>0.11625807961991222</c:v>
                </c:pt>
                <c:pt idx="471">
                  <c:v>0.1163333401391424</c:v>
                </c:pt>
                <c:pt idx="472">
                  <c:v>0.11634765763973663</c:v>
                </c:pt>
                <c:pt idx="473">
                  <c:v>0.11671086459465738</c:v>
                </c:pt>
                <c:pt idx="474">
                  <c:v>0.11675375444070175</c:v>
                </c:pt>
                <c:pt idx="475">
                  <c:v>0.11676069013535473</c:v>
                </c:pt>
                <c:pt idx="476">
                  <c:v>0.11690488890205923</c:v>
                </c:pt>
                <c:pt idx="477">
                  <c:v>0.11700104444483826</c:v>
                </c:pt>
                <c:pt idx="478">
                  <c:v>0.1170977389571112</c:v>
                </c:pt>
                <c:pt idx="479">
                  <c:v>0.11711254250852519</c:v>
                </c:pt>
                <c:pt idx="480">
                  <c:v>0.11739159409715123</c:v>
                </c:pt>
                <c:pt idx="481">
                  <c:v>0.11750005997858187</c:v>
                </c:pt>
                <c:pt idx="482">
                  <c:v>0.11762813172767103</c:v>
                </c:pt>
                <c:pt idx="483">
                  <c:v>0.117726075734274</c:v>
                </c:pt>
                <c:pt idx="484">
                  <c:v>0.11821988508815262</c:v>
                </c:pt>
                <c:pt idx="485">
                  <c:v>0.11830796562018553</c:v>
                </c:pt>
                <c:pt idx="486">
                  <c:v>0.11839743655307809</c:v>
                </c:pt>
                <c:pt idx="487">
                  <c:v>0.1184418002531544</c:v>
                </c:pt>
                <c:pt idx="488">
                  <c:v>0.11855953132723882</c:v>
                </c:pt>
                <c:pt idx="489">
                  <c:v>0.11881729773615225</c:v>
                </c:pt>
                <c:pt idx="490">
                  <c:v>0.1189274701587299</c:v>
                </c:pt>
                <c:pt idx="491">
                  <c:v>0.1191633370338728</c:v>
                </c:pt>
                <c:pt idx="492">
                  <c:v>0.11932789711859729</c:v>
                </c:pt>
                <c:pt idx="493">
                  <c:v>0.11960775387322595</c:v>
                </c:pt>
                <c:pt idx="494">
                  <c:v>0.11993929500265166</c:v>
                </c:pt>
                <c:pt idx="495">
                  <c:v>0.12010920676065819</c:v>
                </c:pt>
                <c:pt idx="496">
                  <c:v>0.12014982292684373</c:v>
                </c:pt>
                <c:pt idx="497">
                  <c:v>0.12046766715921972</c:v>
                </c:pt>
                <c:pt idx="498">
                  <c:v>0.12052501983966941</c:v>
                </c:pt>
                <c:pt idx="499">
                  <c:v>0.12080800252028372</c:v>
                </c:pt>
                <c:pt idx="500">
                  <c:v>0.12092907151409249</c:v>
                </c:pt>
                <c:pt idx="501">
                  <c:v>0.12103795860004288</c:v>
                </c:pt>
                <c:pt idx="502">
                  <c:v>0.12115413506010554</c:v>
                </c:pt>
                <c:pt idx="503">
                  <c:v>0.12119212077327418</c:v>
                </c:pt>
                <c:pt idx="504">
                  <c:v>0.12126888302110725</c:v>
                </c:pt>
                <c:pt idx="505">
                  <c:v>0.1214189957883752</c:v>
                </c:pt>
                <c:pt idx="506">
                  <c:v>0.12144295893548776</c:v>
                </c:pt>
                <c:pt idx="507">
                  <c:v>0.12153030248843237</c:v>
                </c:pt>
                <c:pt idx="508">
                  <c:v>0.12162368371398218</c:v>
                </c:pt>
                <c:pt idx="509">
                  <c:v>0.12182249452265356</c:v>
                </c:pt>
                <c:pt idx="510">
                  <c:v>0.12187729790042932</c:v>
                </c:pt>
                <c:pt idx="511">
                  <c:v>0.12189332912207215</c:v>
                </c:pt>
                <c:pt idx="512">
                  <c:v>0.12191736762495836</c:v>
                </c:pt>
                <c:pt idx="513">
                  <c:v>0.12197806228163594</c:v>
                </c:pt>
                <c:pt idx="514">
                  <c:v>0.12225289181238846</c:v>
                </c:pt>
                <c:pt idx="515">
                  <c:v>0.12245494848378115</c:v>
                </c:pt>
                <c:pt idx="516">
                  <c:v>0.12249370602734778</c:v>
                </c:pt>
                <c:pt idx="517">
                  <c:v>0.12250659939819541</c:v>
                </c:pt>
                <c:pt idx="518">
                  <c:v>0.12260666163526421</c:v>
                </c:pt>
                <c:pt idx="519">
                  <c:v>0.12272439071113755</c:v>
                </c:pt>
                <c:pt idx="520">
                  <c:v>0.12280318514493853</c:v>
                </c:pt>
                <c:pt idx="521">
                  <c:v>0.12283863793093749</c:v>
                </c:pt>
                <c:pt idx="522">
                  <c:v>0.12304670488427234</c:v>
                </c:pt>
                <c:pt idx="523">
                  <c:v>0.12329369730426265</c:v>
                </c:pt>
                <c:pt idx="524">
                  <c:v>0.12332638409884328</c:v>
                </c:pt>
                <c:pt idx="525">
                  <c:v>0.1234609995213673</c:v>
                </c:pt>
                <c:pt idx="526">
                  <c:v>0.12348559124964277</c:v>
                </c:pt>
                <c:pt idx="527">
                  <c:v>0.12363434987824536</c:v>
                </c:pt>
                <c:pt idx="528">
                  <c:v>0.12363930842586474</c:v>
                </c:pt>
                <c:pt idx="529">
                  <c:v>0.12404563890915236</c:v>
                </c:pt>
                <c:pt idx="530">
                  <c:v>0.1242168185684371</c:v>
                </c:pt>
                <c:pt idx="531">
                  <c:v>0.12426347960435354</c:v>
                </c:pt>
                <c:pt idx="532">
                  <c:v>0.12443199598295879</c:v>
                </c:pt>
                <c:pt idx="533">
                  <c:v>0.12454029785563082</c:v>
                </c:pt>
                <c:pt idx="534">
                  <c:v>0.12471436620916559</c:v>
                </c:pt>
                <c:pt idx="535">
                  <c:v>0.12480534789748084</c:v>
                </c:pt>
                <c:pt idx="536">
                  <c:v>0.12500115439626569</c:v>
                </c:pt>
                <c:pt idx="537">
                  <c:v>0.12501719020646535</c:v>
                </c:pt>
                <c:pt idx="538">
                  <c:v>0.12519482261915665</c:v>
                </c:pt>
                <c:pt idx="539">
                  <c:v>0.12546392931567651</c:v>
                </c:pt>
                <c:pt idx="540">
                  <c:v>0.12563664409581729</c:v>
                </c:pt>
                <c:pt idx="541">
                  <c:v>0.12565999657350926</c:v>
                </c:pt>
                <c:pt idx="542">
                  <c:v>0.12606050724386458</c:v>
                </c:pt>
                <c:pt idx="543">
                  <c:v>0.12617705220823205</c:v>
                </c:pt>
                <c:pt idx="544">
                  <c:v>0.12646583909550166</c:v>
                </c:pt>
                <c:pt idx="545">
                  <c:v>0.12647002284439399</c:v>
                </c:pt>
                <c:pt idx="546">
                  <c:v>0.12647956690678819</c:v>
                </c:pt>
                <c:pt idx="547">
                  <c:v>0.1264968273429331</c:v>
                </c:pt>
                <c:pt idx="548">
                  <c:v>0.12653431282730981</c:v>
                </c:pt>
                <c:pt idx="549">
                  <c:v>0.12698586270007267</c:v>
                </c:pt>
                <c:pt idx="550">
                  <c:v>0.12756823318222368</c:v>
                </c:pt>
                <c:pt idx="551">
                  <c:v>0.12773682979248782</c:v>
                </c:pt>
                <c:pt idx="552">
                  <c:v>0.12808934239461067</c:v>
                </c:pt>
                <c:pt idx="553">
                  <c:v>0.1282868984007477</c:v>
                </c:pt>
                <c:pt idx="554">
                  <c:v>0.12833186652584838</c:v>
                </c:pt>
                <c:pt idx="555">
                  <c:v>0.12856459981984908</c:v>
                </c:pt>
                <c:pt idx="556">
                  <c:v>0.12869069667525709</c:v>
                </c:pt>
                <c:pt idx="557">
                  <c:v>0.12874236500433192</c:v>
                </c:pt>
                <c:pt idx="558">
                  <c:v>0.12938570683312983</c:v>
                </c:pt>
                <c:pt idx="559">
                  <c:v>0.12948100432927054</c:v>
                </c:pt>
                <c:pt idx="560">
                  <c:v>0.12955152926476968</c:v>
                </c:pt>
                <c:pt idx="561">
                  <c:v>0.12962886580881694</c:v>
                </c:pt>
                <c:pt idx="562">
                  <c:v>0.12992170028885566</c:v>
                </c:pt>
                <c:pt idx="563">
                  <c:v>0.13010490073198439</c:v>
                </c:pt>
                <c:pt idx="564">
                  <c:v>0.13028736090883675</c:v>
                </c:pt>
                <c:pt idx="565">
                  <c:v>0.13036195717377622</c:v>
                </c:pt>
                <c:pt idx="566">
                  <c:v>0.13036988022043755</c:v>
                </c:pt>
                <c:pt idx="567">
                  <c:v>0.13080736306073706</c:v>
                </c:pt>
                <c:pt idx="568">
                  <c:v>0.13106131543451027</c:v>
                </c:pt>
                <c:pt idx="569">
                  <c:v>0.13115876226803153</c:v>
                </c:pt>
                <c:pt idx="570">
                  <c:v>0.13122989253407566</c:v>
                </c:pt>
                <c:pt idx="571">
                  <c:v>0.13139066259329354</c:v>
                </c:pt>
                <c:pt idx="572">
                  <c:v>0.13171717224559837</c:v>
                </c:pt>
                <c:pt idx="573">
                  <c:v>0.13271109145792229</c:v>
                </c:pt>
                <c:pt idx="574">
                  <c:v>0.13277253907783357</c:v>
                </c:pt>
                <c:pt idx="575">
                  <c:v>0.13289146071123623</c:v>
                </c:pt>
                <c:pt idx="576">
                  <c:v>0.13301114714940432</c:v>
                </c:pt>
                <c:pt idx="577">
                  <c:v>0.13309251739112435</c:v>
                </c:pt>
                <c:pt idx="578">
                  <c:v>0.13342590339375271</c:v>
                </c:pt>
                <c:pt idx="579">
                  <c:v>0.13362541112660672</c:v>
                </c:pt>
                <c:pt idx="580">
                  <c:v>0.13411832607606017</c:v>
                </c:pt>
                <c:pt idx="581">
                  <c:v>0.13454969223379798</c:v>
                </c:pt>
                <c:pt idx="582">
                  <c:v>0.13463579977016235</c:v>
                </c:pt>
                <c:pt idx="583">
                  <c:v>0.13473662656699104</c:v>
                </c:pt>
                <c:pt idx="584">
                  <c:v>0.13476515375105183</c:v>
                </c:pt>
                <c:pt idx="585">
                  <c:v>0.13494443503893139</c:v>
                </c:pt>
                <c:pt idx="586">
                  <c:v>0.13506439638114995</c:v>
                </c:pt>
                <c:pt idx="587">
                  <c:v>0.13518318218911177</c:v>
                </c:pt>
                <c:pt idx="588">
                  <c:v>0.1354178696921027</c:v>
                </c:pt>
                <c:pt idx="589">
                  <c:v>0.13549859895960903</c:v>
                </c:pt>
                <c:pt idx="590">
                  <c:v>0.13552054229221355</c:v>
                </c:pt>
                <c:pt idx="591">
                  <c:v>0.13605746149619005</c:v>
                </c:pt>
                <c:pt idx="592">
                  <c:v>0.13676499256034719</c:v>
                </c:pt>
                <c:pt idx="593">
                  <c:v>0.13677763753952468</c:v>
                </c:pt>
                <c:pt idx="594">
                  <c:v>0.13697347129540263</c:v>
                </c:pt>
                <c:pt idx="595">
                  <c:v>0.13713916292598211</c:v>
                </c:pt>
                <c:pt idx="596">
                  <c:v>0.13715947355721078</c:v>
                </c:pt>
                <c:pt idx="597">
                  <c:v>0.13750522423500688</c:v>
                </c:pt>
                <c:pt idx="598">
                  <c:v>0.13764411388744477</c:v>
                </c:pt>
                <c:pt idx="599">
                  <c:v>0.1376977672601549</c:v>
                </c:pt>
                <c:pt idx="600">
                  <c:v>0.13769847836163879</c:v>
                </c:pt>
                <c:pt idx="601">
                  <c:v>0.13789435230908065</c:v>
                </c:pt>
                <c:pt idx="602">
                  <c:v>0.13831466673575007</c:v>
                </c:pt>
                <c:pt idx="603">
                  <c:v>0.13855585703637793</c:v>
                </c:pt>
                <c:pt idx="604">
                  <c:v>0.13855644596055228</c:v>
                </c:pt>
                <c:pt idx="605">
                  <c:v>0.13871796894507954</c:v>
                </c:pt>
                <c:pt idx="606">
                  <c:v>0.1387550927876339</c:v>
                </c:pt>
                <c:pt idx="607">
                  <c:v>0.13887768256278574</c:v>
                </c:pt>
                <c:pt idx="608">
                  <c:v>0.13899680755123692</c:v>
                </c:pt>
                <c:pt idx="609">
                  <c:v>0.13903566750060414</c:v>
                </c:pt>
                <c:pt idx="610">
                  <c:v>0.1391513443556856</c:v>
                </c:pt>
                <c:pt idx="611">
                  <c:v>0.13963818224661434</c:v>
                </c:pt>
                <c:pt idx="612">
                  <c:v>0.13974532658813354</c:v>
                </c:pt>
                <c:pt idx="613">
                  <c:v>0.13985978287286616</c:v>
                </c:pt>
                <c:pt idx="614">
                  <c:v>0.14012116573629185</c:v>
                </c:pt>
                <c:pt idx="615">
                  <c:v>0.1401438433967693</c:v>
                </c:pt>
                <c:pt idx="616">
                  <c:v>0.14101991109027928</c:v>
                </c:pt>
                <c:pt idx="617">
                  <c:v>0.14147616544483124</c:v>
                </c:pt>
                <c:pt idx="618">
                  <c:v>0.14172044519048513</c:v>
                </c:pt>
                <c:pt idx="619">
                  <c:v>0.14207771944579781</c:v>
                </c:pt>
                <c:pt idx="620">
                  <c:v>0.14210602292071581</c:v>
                </c:pt>
                <c:pt idx="621">
                  <c:v>0.14214362634731678</c:v>
                </c:pt>
                <c:pt idx="622">
                  <c:v>0.14240123936987986</c:v>
                </c:pt>
                <c:pt idx="623">
                  <c:v>0.14254670619614362</c:v>
                </c:pt>
                <c:pt idx="624">
                  <c:v>0.14257766151890733</c:v>
                </c:pt>
                <c:pt idx="625">
                  <c:v>0.14278132083185316</c:v>
                </c:pt>
                <c:pt idx="626">
                  <c:v>0.1430256105311038</c:v>
                </c:pt>
                <c:pt idx="627">
                  <c:v>0.14307958897672693</c:v>
                </c:pt>
                <c:pt idx="628">
                  <c:v>0.14374839272664439</c:v>
                </c:pt>
                <c:pt idx="629">
                  <c:v>0.14380341950778569</c:v>
                </c:pt>
                <c:pt idx="630">
                  <c:v>0.14388104325361309</c:v>
                </c:pt>
                <c:pt idx="631">
                  <c:v>0.14478378821715554</c:v>
                </c:pt>
                <c:pt idx="632">
                  <c:v>0.14552677585512994</c:v>
                </c:pt>
                <c:pt idx="633">
                  <c:v>0.14552774253421508</c:v>
                </c:pt>
                <c:pt idx="634">
                  <c:v>0.14588047714180624</c:v>
                </c:pt>
                <c:pt idx="635">
                  <c:v>0.14602324507028597</c:v>
                </c:pt>
                <c:pt idx="636">
                  <c:v>0.14612889673056875</c:v>
                </c:pt>
                <c:pt idx="637">
                  <c:v>0.14638466773857781</c:v>
                </c:pt>
                <c:pt idx="638">
                  <c:v>0.14652437916911201</c:v>
                </c:pt>
                <c:pt idx="639">
                  <c:v>0.14700131306319297</c:v>
                </c:pt>
                <c:pt idx="640">
                  <c:v>0.14713363959817327</c:v>
                </c:pt>
                <c:pt idx="641">
                  <c:v>0.14717895079411458</c:v>
                </c:pt>
                <c:pt idx="642">
                  <c:v>0.14739021101559424</c:v>
                </c:pt>
                <c:pt idx="643">
                  <c:v>0.14747783498521985</c:v>
                </c:pt>
                <c:pt idx="644">
                  <c:v>0.14748348754614457</c:v>
                </c:pt>
                <c:pt idx="645">
                  <c:v>0.14751905692003056</c:v>
                </c:pt>
                <c:pt idx="646">
                  <c:v>0.14767495331637806</c:v>
                </c:pt>
                <c:pt idx="647">
                  <c:v>0.1477571830924774</c:v>
                </c:pt>
                <c:pt idx="648">
                  <c:v>0.14803670333508065</c:v>
                </c:pt>
                <c:pt idx="649">
                  <c:v>0.14841012766906991</c:v>
                </c:pt>
                <c:pt idx="650">
                  <c:v>0.14866962073716142</c:v>
                </c:pt>
                <c:pt idx="651">
                  <c:v>0.14879374793345296</c:v>
                </c:pt>
                <c:pt idx="652">
                  <c:v>0.14893183490457859</c:v>
                </c:pt>
                <c:pt idx="653">
                  <c:v>0.14905047890020798</c:v>
                </c:pt>
                <c:pt idx="654">
                  <c:v>0.14906699521991684</c:v>
                </c:pt>
                <c:pt idx="655">
                  <c:v>0.14942186724636886</c:v>
                </c:pt>
                <c:pt idx="656">
                  <c:v>0.14990124527011905</c:v>
                </c:pt>
                <c:pt idx="657">
                  <c:v>0.15046810574094718</c:v>
                </c:pt>
                <c:pt idx="658">
                  <c:v>0.1505227812242878</c:v>
                </c:pt>
                <c:pt idx="659">
                  <c:v>0.15062871710030831</c:v>
                </c:pt>
                <c:pt idx="660">
                  <c:v>0.1508391816862357</c:v>
                </c:pt>
                <c:pt idx="661">
                  <c:v>0.15093273193266563</c:v>
                </c:pt>
                <c:pt idx="662">
                  <c:v>0.15162622248156457</c:v>
                </c:pt>
                <c:pt idx="663">
                  <c:v>0.15164345009977329</c:v>
                </c:pt>
                <c:pt idx="664">
                  <c:v>0.15167910445605651</c:v>
                </c:pt>
                <c:pt idx="665">
                  <c:v>0.15205146364863104</c:v>
                </c:pt>
                <c:pt idx="666">
                  <c:v>0.15216434498650505</c:v>
                </c:pt>
                <c:pt idx="667">
                  <c:v>0.15270820937293439</c:v>
                </c:pt>
                <c:pt idx="668">
                  <c:v>0.1528509982457672</c:v>
                </c:pt>
                <c:pt idx="669">
                  <c:v>0.15296799186671781</c:v>
                </c:pt>
                <c:pt idx="670">
                  <c:v>0.15317661220329612</c:v>
                </c:pt>
                <c:pt idx="671">
                  <c:v>0.15324500446524994</c:v>
                </c:pt>
                <c:pt idx="672">
                  <c:v>0.15332420531869281</c:v>
                </c:pt>
                <c:pt idx="673">
                  <c:v>0.15338070185702929</c:v>
                </c:pt>
                <c:pt idx="674">
                  <c:v>0.1533878694909869</c:v>
                </c:pt>
                <c:pt idx="675">
                  <c:v>0.15360743271977842</c:v>
                </c:pt>
                <c:pt idx="676">
                  <c:v>0.15378171017893807</c:v>
                </c:pt>
                <c:pt idx="677">
                  <c:v>0.15395826364787116</c:v>
                </c:pt>
                <c:pt idx="678">
                  <c:v>0.15398689556610962</c:v>
                </c:pt>
                <c:pt idx="679">
                  <c:v>0.15430495522780602</c:v>
                </c:pt>
                <c:pt idx="680">
                  <c:v>0.15465346239161229</c:v>
                </c:pt>
                <c:pt idx="681">
                  <c:v>0.15473264450075988</c:v>
                </c:pt>
                <c:pt idx="682">
                  <c:v>0.15496265851058916</c:v>
                </c:pt>
                <c:pt idx="683">
                  <c:v>0.1552033361125644</c:v>
                </c:pt>
                <c:pt idx="684">
                  <c:v>0.1552146289409663</c:v>
                </c:pt>
                <c:pt idx="685">
                  <c:v>0.15567451060303622</c:v>
                </c:pt>
                <c:pt idx="686">
                  <c:v>0.15583143576167752</c:v>
                </c:pt>
                <c:pt idx="687">
                  <c:v>0.15584831257755682</c:v>
                </c:pt>
                <c:pt idx="688">
                  <c:v>0.15611854834981884</c:v>
                </c:pt>
                <c:pt idx="689">
                  <c:v>0.15628421288628694</c:v>
                </c:pt>
                <c:pt idx="690">
                  <c:v>0.15649979089620142</c:v>
                </c:pt>
                <c:pt idx="691">
                  <c:v>0.15664401276885451</c:v>
                </c:pt>
                <c:pt idx="692">
                  <c:v>0.1568073646438167</c:v>
                </c:pt>
                <c:pt idx="693">
                  <c:v>0.15700353345729326</c:v>
                </c:pt>
                <c:pt idx="694">
                  <c:v>0.1573888490453117</c:v>
                </c:pt>
                <c:pt idx="695">
                  <c:v>0.15768189023458926</c:v>
                </c:pt>
                <c:pt idx="696">
                  <c:v>0.15786446496860521</c:v>
                </c:pt>
                <c:pt idx="697">
                  <c:v>0.15823087375397263</c:v>
                </c:pt>
                <c:pt idx="698">
                  <c:v>0.15829301842569157</c:v>
                </c:pt>
                <c:pt idx="699">
                  <c:v>0.15834782306084316</c:v>
                </c:pt>
                <c:pt idx="700">
                  <c:v>0.15907241901497041</c:v>
                </c:pt>
                <c:pt idx="701">
                  <c:v>0.15923887402895734</c:v>
                </c:pt>
                <c:pt idx="702">
                  <c:v>0.16009367081915585</c:v>
                </c:pt>
                <c:pt idx="703">
                  <c:v>0.16058889718687644</c:v>
                </c:pt>
                <c:pt idx="704">
                  <c:v>0.16066658097804093</c:v>
                </c:pt>
                <c:pt idx="705">
                  <c:v>0.16075616457364514</c:v>
                </c:pt>
                <c:pt idx="706">
                  <c:v>0.16078979201094482</c:v>
                </c:pt>
                <c:pt idx="707">
                  <c:v>0.16091907904009164</c:v>
                </c:pt>
                <c:pt idx="708">
                  <c:v>0.16098926254253598</c:v>
                </c:pt>
                <c:pt idx="709">
                  <c:v>0.16147534540483041</c:v>
                </c:pt>
                <c:pt idx="710">
                  <c:v>0.16170510162033058</c:v>
                </c:pt>
                <c:pt idx="711">
                  <c:v>0.16212081604075526</c:v>
                </c:pt>
                <c:pt idx="712">
                  <c:v>0.16213672624408473</c:v>
                </c:pt>
                <c:pt idx="713">
                  <c:v>0.16215729421718489</c:v>
                </c:pt>
                <c:pt idx="714">
                  <c:v>0.1625077325100007</c:v>
                </c:pt>
                <c:pt idx="715">
                  <c:v>0.16277612440030195</c:v>
                </c:pt>
                <c:pt idx="716">
                  <c:v>0.16338720761869407</c:v>
                </c:pt>
                <c:pt idx="717">
                  <c:v>0.16362717449750533</c:v>
                </c:pt>
                <c:pt idx="718">
                  <c:v>0.16372972765900753</c:v>
                </c:pt>
                <c:pt idx="719">
                  <c:v>0.16389750276479637</c:v>
                </c:pt>
                <c:pt idx="720">
                  <c:v>0.1639869053099689</c:v>
                </c:pt>
                <c:pt idx="721">
                  <c:v>0.16400662507676567</c:v>
                </c:pt>
                <c:pt idx="722">
                  <c:v>0.16420321803603863</c:v>
                </c:pt>
                <c:pt idx="723">
                  <c:v>0.16430148246955664</c:v>
                </c:pt>
                <c:pt idx="724">
                  <c:v>0.16460518641628311</c:v>
                </c:pt>
                <c:pt idx="725">
                  <c:v>0.16487175689479144</c:v>
                </c:pt>
                <c:pt idx="726">
                  <c:v>0.16487858258526986</c:v>
                </c:pt>
                <c:pt idx="727">
                  <c:v>0.16491792502862207</c:v>
                </c:pt>
                <c:pt idx="728">
                  <c:v>0.16504318402806553</c:v>
                </c:pt>
                <c:pt idx="729">
                  <c:v>0.16553494596538779</c:v>
                </c:pt>
                <c:pt idx="730">
                  <c:v>0.16616113090601828</c:v>
                </c:pt>
                <c:pt idx="731">
                  <c:v>0.16636829177593987</c:v>
                </c:pt>
                <c:pt idx="732">
                  <c:v>0.16643029006441029</c:v>
                </c:pt>
                <c:pt idx="733">
                  <c:v>0.16723404276632817</c:v>
                </c:pt>
                <c:pt idx="734">
                  <c:v>0.16811051958570286</c:v>
                </c:pt>
                <c:pt idx="735">
                  <c:v>0.16829179197088323</c:v>
                </c:pt>
                <c:pt idx="736">
                  <c:v>0.16869200314609775</c:v>
                </c:pt>
                <c:pt idx="737">
                  <c:v>0.16873786857094802</c:v>
                </c:pt>
                <c:pt idx="738">
                  <c:v>0.16901877861889705</c:v>
                </c:pt>
                <c:pt idx="739">
                  <c:v>0.16905052819946348</c:v>
                </c:pt>
                <c:pt idx="740">
                  <c:v>0.16937218089709788</c:v>
                </c:pt>
                <c:pt idx="741">
                  <c:v>0.16945205164446261</c:v>
                </c:pt>
                <c:pt idx="742">
                  <c:v>0.16964656692923624</c:v>
                </c:pt>
                <c:pt idx="743">
                  <c:v>0.17047729742055615</c:v>
                </c:pt>
                <c:pt idx="744">
                  <c:v>0.17049279664326333</c:v>
                </c:pt>
                <c:pt idx="745">
                  <c:v>0.17086365296016373</c:v>
                </c:pt>
                <c:pt idx="746">
                  <c:v>0.17097388551392428</c:v>
                </c:pt>
                <c:pt idx="747">
                  <c:v>0.17134475457210133</c:v>
                </c:pt>
                <c:pt idx="748">
                  <c:v>0.17174575062454023</c:v>
                </c:pt>
                <c:pt idx="749">
                  <c:v>0.17184531266602696</c:v>
                </c:pt>
                <c:pt idx="750">
                  <c:v>0.17251647855232505</c:v>
                </c:pt>
                <c:pt idx="751">
                  <c:v>0.17265223942714714</c:v>
                </c:pt>
                <c:pt idx="752">
                  <c:v>0.17273799047070407</c:v>
                </c:pt>
                <c:pt idx="753">
                  <c:v>0.17275734181965405</c:v>
                </c:pt>
                <c:pt idx="754">
                  <c:v>0.17278016630363782</c:v>
                </c:pt>
                <c:pt idx="755">
                  <c:v>0.17310216960042585</c:v>
                </c:pt>
                <c:pt idx="756">
                  <c:v>0.17325027294056208</c:v>
                </c:pt>
                <c:pt idx="757">
                  <c:v>0.17354211015678345</c:v>
                </c:pt>
                <c:pt idx="758">
                  <c:v>0.17376046585887658</c:v>
                </c:pt>
                <c:pt idx="759">
                  <c:v>0.17377271778605285</c:v>
                </c:pt>
                <c:pt idx="760">
                  <c:v>0.17437274666670172</c:v>
                </c:pt>
                <c:pt idx="761">
                  <c:v>0.1746733159748379</c:v>
                </c:pt>
                <c:pt idx="762">
                  <c:v>0.17471516392663461</c:v>
                </c:pt>
                <c:pt idx="763">
                  <c:v>0.17487847041033996</c:v>
                </c:pt>
                <c:pt idx="764">
                  <c:v>0.17530639279940233</c:v>
                </c:pt>
                <c:pt idx="765">
                  <c:v>0.17538586305801943</c:v>
                </c:pt>
                <c:pt idx="766">
                  <c:v>0.17664538351650441</c:v>
                </c:pt>
                <c:pt idx="767">
                  <c:v>0.17705511988678954</c:v>
                </c:pt>
                <c:pt idx="768">
                  <c:v>0.17727877464351327</c:v>
                </c:pt>
                <c:pt idx="769">
                  <c:v>0.17734416813258852</c:v>
                </c:pt>
                <c:pt idx="770">
                  <c:v>0.17808206588946748</c:v>
                </c:pt>
                <c:pt idx="771">
                  <c:v>0.17845899694247069</c:v>
                </c:pt>
                <c:pt idx="772">
                  <c:v>0.17877527632170129</c:v>
                </c:pt>
                <c:pt idx="773">
                  <c:v>0.17925951887245895</c:v>
                </c:pt>
                <c:pt idx="774">
                  <c:v>0.17954342501841603</c:v>
                </c:pt>
                <c:pt idx="775">
                  <c:v>0.17965522787613458</c:v>
                </c:pt>
                <c:pt idx="776">
                  <c:v>0.17972518030878706</c:v>
                </c:pt>
                <c:pt idx="777">
                  <c:v>0.17976995701108087</c:v>
                </c:pt>
                <c:pt idx="778">
                  <c:v>0.17981310943756559</c:v>
                </c:pt>
                <c:pt idx="779">
                  <c:v>0.18032117631441233</c:v>
                </c:pt>
                <c:pt idx="780">
                  <c:v>0.180498361972428</c:v>
                </c:pt>
                <c:pt idx="781">
                  <c:v>0.18084174732801298</c:v>
                </c:pt>
                <c:pt idx="782">
                  <c:v>0.18098801548892576</c:v>
                </c:pt>
                <c:pt idx="783">
                  <c:v>0.18124440843352249</c:v>
                </c:pt>
                <c:pt idx="784">
                  <c:v>0.18127995762078117</c:v>
                </c:pt>
                <c:pt idx="785">
                  <c:v>0.18221986206648463</c:v>
                </c:pt>
                <c:pt idx="786">
                  <c:v>0.18288254996270048</c:v>
                </c:pt>
                <c:pt idx="787">
                  <c:v>0.18342110031838077</c:v>
                </c:pt>
                <c:pt idx="788">
                  <c:v>0.18422931415435773</c:v>
                </c:pt>
                <c:pt idx="789">
                  <c:v>0.18446668816168746</c:v>
                </c:pt>
                <c:pt idx="790">
                  <c:v>0.18575898290413506</c:v>
                </c:pt>
                <c:pt idx="791">
                  <c:v>0.18728852297196616</c:v>
                </c:pt>
                <c:pt idx="792">
                  <c:v>0.18732983691265784</c:v>
                </c:pt>
                <c:pt idx="793">
                  <c:v>0.18925809387332915</c:v>
                </c:pt>
                <c:pt idx="794">
                  <c:v>0.19013445687596936</c:v>
                </c:pt>
                <c:pt idx="795">
                  <c:v>0.1917557296464332</c:v>
                </c:pt>
                <c:pt idx="796">
                  <c:v>0.19181428585388</c:v>
                </c:pt>
                <c:pt idx="797">
                  <c:v>0.19187974930915344</c:v>
                </c:pt>
                <c:pt idx="798">
                  <c:v>0.19265344974360249</c:v>
                </c:pt>
                <c:pt idx="799">
                  <c:v>0.19308231941603221</c:v>
                </c:pt>
                <c:pt idx="800">
                  <c:v>0.19322773341948216</c:v>
                </c:pt>
                <c:pt idx="801">
                  <c:v>0.19389134816927234</c:v>
                </c:pt>
                <c:pt idx="802">
                  <c:v>0.19531205979941751</c:v>
                </c:pt>
                <c:pt idx="803">
                  <c:v>0.1970557166608615</c:v>
                </c:pt>
                <c:pt idx="804">
                  <c:v>0.19716869572611528</c:v>
                </c:pt>
                <c:pt idx="805">
                  <c:v>0.19827468617107061</c:v>
                </c:pt>
                <c:pt idx="806">
                  <c:v>0.19882472889647196</c:v>
                </c:pt>
                <c:pt idx="807">
                  <c:v>0.19977104753945943</c:v>
                </c:pt>
                <c:pt idx="808">
                  <c:v>0.20007670258623131</c:v>
                </c:pt>
                <c:pt idx="809">
                  <c:v>0.20019960281863666</c:v>
                </c:pt>
                <c:pt idx="810">
                  <c:v>0.20063161532161533</c:v>
                </c:pt>
                <c:pt idx="811">
                  <c:v>0.20068277204456544</c:v>
                </c:pt>
                <c:pt idx="812">
                  <c:v>0.20078101207131599</c:v>
                </c:pt>
                <c:pt idx="813">
                  <c:v>0.20272577783829598</c:v>
                </c:pt>
                <c:pt idx="814">
                  <c:v>0.20350695764335466</c:v>
                </c:pt>
                <c:pt idx="815">
                  <c:v>0.20524287964164359</c:v>
                </c:pt>
                <c:pt idx="816">
                  <c:v>0.20705524101393313</c:v>
                </c:pt>
                <c:pt idx="817">
                  <c:v>0.2077567561371326</c:v>
                </c:pt>
                <c:pt idx="818">
                  <c:v>0.20785667663722965</c:v>
                </c:pt>
                <c:pt idx="819">
                  <c:v>0.20850695576224579</c:v>
                </c:pt>
                <c:pt idx="820">
                  <c:v>0.20892166009053664</c:v>
                </c:pt>
                <c:pt idx="821">
                  <c:v>0.20973778731646328</c:v>
                </c:pt>
                <c:pt idx="822">
                  <c:v>0.20998245566237067</c:v>
                </c:pt>
                <c:pt idx="823">
                  <c:v>0.21081760353858409</c:v>
                </c:pt>
                <c:pt idx="824">
                  <c:v>0.21088326279138417</c:v>
                </c:pt>
                <c:pt idx="825">
                  <c:v>0.21398908873338199</c:v>
                </c:pt>
                <c:pt idx="826">
                  <c:v>0.21454779454468437</c:v>
                </c:pt>
                <c:pt idx="827">
                  <c:v>0.21492742268004603</c:v>
                </c:pt>
                <c:pt idx="828">
                  <c:v>0.21549612211409278</c:v>
                </c:pt>
                <c:pt idx="829">
                  <c:v>0.21647945647955011</c:v>
                </c:pt>
                <c:pt idx="830">
                  <c:v>0.21712895218693318</c:v>
                </c:pt>
                <c:pt idx="831">
                  <c:v>0.2172812700146525</c:v>
                </c:pt>
                <c:pt idx="832">
                  <c:v>0.21826139606089659</c:v>
                </c:pt>
                <c:pt idx="833">
                  <c:v>0.22067046522960182</c:v>
                </c:pt>
                <c:pt idx="834">
                  <c:v>0.22106238669547609</c:v>
                </c:pt>
                <c:pt idx="835">
                  <c:v>0.22306450634212202</c:v>
                </c:pt>
                <c:pt idx="836">
                  <c:v>0.22367814935076349</c:v>
                </c:pt>
                <c:pt idx="837">
                  <c:v>0.22449038398857657</c:v>
                </c:pt>
                <c:pt idx="838">
                  <c:v>0.2247239510657365</c:v>
                </c:pt>
                <c:pt idx="839">
                  <c:v>0.22523001889003247</c:v>
                </c:pt>
                <c:pt idx="840">
                  <c:v>0.22592622860249245</c:v>
                </c:pt>
                <c:pt idx="841">
                  <c:v>0.22702755390937721</c:v>
                </c:pt>
                <c:pt idx="842">
                  <c:v>0.22730253889122884</c:v>
                </c:pt>
                <c:pt idx="843">
                  <c:v>0.22730598606569341</c:v>
                </c:pt>
                <c:pt idx="844">
                  <c:v>0.2273588805280625</c:v>
                </c:pt>
                <c:pt idx="845">
                  <c:v>0.22890224349912719</c:v>
                </c:pt>
                <c:pt idx="846">
                  <c:v>0.23018691471087754</c:v>
                </c:pt>
                <c:pt idx="847">
                  <c:v>0.2310716981675795</c:v>
                </c:pt>
                <c:pt idx="848">
                  <c:v>0.23222618340156184</c:v>
                </c:pt>
                <c:pt idx="849">
                  <c:v>0.23249082431900675</c:v>
                </c:pt>
                <c:pt idx="850">
                  <c:v>0.23276573164186498</c:v>
                </c:pt>
                <c:pt idx="851">
                  <c:v>0.23309300201351127</c:v>
                </c:pt>
                <c:pt idx="852">
                  <c:v>0.2349663898260651</c:v>
                </c:pt>
                <c:pt idx="853">
                  <c:v>0.23519108560660629</c:v>
                </c:pt>
                <c:pt idx="854">
                  <c:v>0.23585492859444634</c:v>
                </c:pt>
                <c:pt idx="855">
                  <c:v>0.23606507621351194</c:v>
                </c:pt>
                <c:pt idx="856">
                  <c:v>0.23668227811150266</c:v>
                </c:pt>
                <c:pt idx="857">
                  <c:v>0.23775887470111054</c:v>
                </c:pt>
                <c:pt idx="858">
                  <c:v>0.24068469686845706</c:v>
                </c:pt>
                <c:pt idx="859">
                  <c:v>0.24069233804998535</c:v>
                </c:pt>
                <c:pt idx="860">
                  <c:v>0.24128512483100611</c:v>
                </c:pt>
                <c:pt idx="861">
                  <c:v>0.24184981983536316</c:v>
                </c:pt>
                <c:pt idx="862">
                  <c:v>0.24219938353672391</c:v>
                </c:pt>
                <c:pt idx="863">
                  <c:v>0.2428116525776105</c:v>
                </c:pt>
                <c:pt idx="864">
                  <c:v>0.24349881357987924</c:v>
                </c:pt>
                <c:pt idx="865">
                  <c:v>0.24544597400533422</c:v>
                </c:pt>
                <c:pt idx="866">
                  <c:v>0.24890974272724928</c:v>
                </c:pt>
                <c:pt idx="867">
                  <c:v>0.24916242149151269</c:v>
                </c:pt>
                <c:pt idx="868">
                  <c:v>0.24924563790149604</c:v>
                </c:pt>
                <c:pt idx="869">
                  <c:v>0.25013298376610593</c:v>
                </c:pt>
                <c:pt idx="870">
                  <c:v>0.25116845671137461</c:v>
                </c:pt>
                <c:pt idx="871">
                  <c:v>0.25316762496847844</c:v>
                </c:pt>
                <c:pt idx="872">
                  <c:v>0.25392728631551814</c:v>
                </c:pt>
                <c:pt idx="873">
                  <c:v>0.25405035159613787</c:v>
                </c:pt>
                <c:pt idx="874">
                  <c:v>0.25466811243673654</c:v>
                </c:pt>
                <c:pt idx="875">
                  <c:v>0.25592211880690624</c:v>
                </c:pt>
                <c:pt idx="876">
                  <c:v>0.25839618495413741</c:v>
                </c:pt>
                <c:pt idx="877">
                  <c:v>0.25984676439066084</c:v>
                </c:pt>
                <c:pt idx="878">
                  <c:v>0.26011708107630777</c:v>
                </c:pt>
                <c:pt idx="879">
                  <c:v>0.26148034932771269</c:v>
                </c:pt>
                <c:pt idx="880">
                  <c:v>0.26175706767307527</c:v>
                </c:pt>
                <c:pt idx="881">
                  <c:v>0.26218302831599166</c:v>
                </c:pt>
                <c:pt idx="882">
                  <c:v>0.26317424787208082</c:v>
                </c:pt>
                <c:pt idx="883">
                  <c:v>0.26345312810246102</c:v>
                </c:pt>
                <c:pt idx="884">
                  <c:v>0.26398355856545264</c:v>
                </c:pt>
                <c:pt idx="885">
                  <c:v>0.26435910132658341</c:v>
                </c:pt>
                <c:pt idx="886">
                  <c:v>0.26445794339990952</c:v>
                </c:pt>
                <c:pt idx="887">
                  <c:v>0.26548254078334471</c:v>
                </c:pt>
                <c:pt idx="888">
                  <c:v>0.26602218407665412</c:v>
                </c:pt>
                <c:pt idx="889">
                  <c:v>0.26640644382857315</c:v>
                </c:pt>
                <c:pt idx="890">
                  <c:v>0.26643364714837464</c:v>
                </c:pt>
                <c:pt idx="891">
                  <c:v>0.26867822100232913</c:v>
                </c:pt>
                <c:pt idx="892">
                  <c:v>0.26999397048999563</c:v>
                </c:pt>
                <c:pt idx="893">
                  <c:v>0.27027422241458432</c:v>
                </c:pt>
                <c:pt idx="894">
                  <c:v>0.2708655924992352</c:v>
                </c:pt>
                <c:pt idx="895">
                  <c:v>0.27090337864900232</c:v>
                </c:pt>
                <c:pt idx="896">
                  <c:v>0.2729863170228996</c:v>
                </c:pt>
                <c:pt idx="897">
                  <c:v>0.273409142484561</c:v>
                </c:pt>
                <c:pt idx="898">
                  <c:v>0.2742979590950021</c:v>
                </c:pt>
                <c:pt idx="899">
                  <c:v>0.27535715515261855</c:v>
                </c:pt>
                <c:pt idx="900">
                  <c:v>0.27659587849069789</c:v>
                </c:pt>
                <c:pt idx="901">
                  <c:v>0.27728060270165433</c:v>
                </c:pt>
                <c:pt idx="902">
                  <c:v>0.27759466587269549</c:v>
                </c:pt>
                <c:pt idx="903">
                  <c:v>0.2789858699533273</c:v>
                </c:pt>
                <c:pt idx="904">
                  <c:v>0.27988859677364586</c:v>
                </c:pt>
                <c:pt idx="905">
                  <c:v>0.28027592783202587</c:v>
                </c:pt>
                <c:pt idx="906">
                  <c:v>0.28087754850754604</c:v>
                </c:pt>
                <c:pt idx="907">
                  <c:v>0.28151527237630758</c:v>
                </c:pt>
                <c:pt idx="908">
                  <c:v>0.28308327712085057</c:v>
                </c:pt>
                <c:pt idx="909">
                  <c:v>0.28567727486986866</c:v>
                </c:pt>
                <c:pt idx="910">
                  <c:v>0.28643916432842442</c:v>
                </c:pt>
                <c:pt idx="911">
                  <c:v>0.2869977879183121</c:v>
                </c:pt>
                <c:pt idx="912">
                  <c:v>0.28775290888488075</c:v>
                </c:pt>
                <c:pt idx="913">
                  <c:v>0.28783121239985582</c:v>
                </c:pt>
                <c:pt idx="914">
                  <c:v>0.28808323187335244</c:v>
                </c:pt>
                <c:pt idx="915">
                  <c:v>0.29149840996854898</c:v>
                </c:pt>
                <c:pt idx="916">
                  <c:v>0.29212088904647193</c:v>
                </c:pt>
                <c:pt idx="917">
                  <c:v>0.29293710096166553</c:v>
                </c:pt>
                <c:pt idx="918">
                  <c:v>0.29308976150631799</c:v>
                </c:pt>
                <c:pt idx="919">
                  <c:v>0.29583674993807219</c:v>
                </c:pt>
                <c:pt idx="920">
                  <c:v>0.29590686522149173</c:v>
                </c:pt>
                <c:pt idx="921">
                  <c:v>0.29650649073993018</c:v>
                </c:pt>
                <c:pt idx="922">
                  <c:v>0.29653191060274731</c:v>
                </c:pt>
                <c:pt idx="923">
                  <c:v>0.29779324441549382</c:v>
                </c:pt>
                <c:pt idx="924">
                  <c:v>0.29905203197845642</c:v>
                </c:pt>
                <c:pt idx="925">
                  <c:v>0.30113954813363941</c:v>
                </c:pt>
                <c:pt idx="926">
                  <c:v>0.30212764741041598</c:v>
                </c:pt>
                <c:pt idx="927">
                  <c:v>0.30277436878181818</c:v>
                </c:pt>
                <c:pt idx="928">
                  <c:v>0.3038243439133303</c:v>
                </c:pt>
                <c:pt idx="929">
                  <c:v>0.30444602675599053</c:v>
                </c:pt>
                <c:pt idx="930">
                  <c:v>0.30490114001929691</c:v>
                </c:pt>
                <c:pt idx="931">
                  <c:v>0.304969284815368</c:v>
                </c:pt>
                <c:pt idx="932">
                  <c:v>0.30592510074877749</c:v>
                </c:pt>
                <c:pt idx="933">
                  <c:v>0.30622864135796096</c:v>
                </c:pt>
                <c:pt idx="934">
                  <c:v>0.30785108024217556</c:v>
                </c:pt>
                <c:pt idx="935">
                  <c:v>0.30915170727119057</c:v>
                </c:pt>
                <c:pt idx="936">
                  <c:v>0.31073557442382571</c:v>
                </c:pt>
                <c:pt idx="937">
                  <c:v>0.31329629448664137</c:v>
                </c:pt>
                <c:pt idx="938">
                  <c:v>0.31578514774094502</c:v>
                </c:pt>
                <c:pt idx="939">
                  <c:v>0.32020521556126041</c:v>
                </c:pt>
                <c:pt idx="940">
                  <c:v>0.32156479270239591</c:v>
                </c:pt>
                <c:pt idx="941">
                  <c:v>0.32168103475435822</c:v>
                </c:pt>
                <c:pt idx="942">
                  <c:v>0.32265384140035175</c:v>
                </c:pt>
                <c:pt idx="943">
                  <c:v>0.32442251525963128</c:v>
                </c:pt>
                <c:pt idx="944">
                  <c:v>0.32512921235445436</c:v>
                </c:pt>
                <c:pt idx="945">
                  <c:v>0.32726551074051374</c:v>
                </c:pt>
                <c:pt idx="946">
                  <c:v>0.33288091211943566</c:v>
                </c:pt>
                <c:pt idx="947">
                  <c:v>0.33406324067121534</c:v>
                </c:pt>
                <c:pt idx="948">
                  <c:v>0.34071162454815945</c:v>
                </c:pt>
                <c:pt idx="949">
                  <c:v>0.34396663548738504</c:v>
                </c:pt>
                <c:pt idx="950">
                  <c:v>0.35013002367705359</c:v>
                </c:pt>
                <c:pt idx="951">
                  <c:v>0.35835654486348439</c:v>
                </c:pt>
              </c:numCache>
            </c:numRef>
          </c:xVal>
          <c:yVal>
            <c:numRef>
              <c:f>工作表1!$D$2:$D$953</c:f>
              <c:numCache>
                <c:formatCode>General</c:formatCode>
                <c:ptCount val="952"/>
                <c:pt idx="0">
                  <c:v>0</c:v>
                </c:pt>
                <c:pt idx="1">
                  <c:v>4.1666666666666666E-3</c:v>
                </c:pt>
                <c:pt idx="2">
                  <c:v>4.1666666666666666E-3</c:v>
                </c:pt>
                <c:pt idx="3">
                  <c:v>4.1666666666666666E-3</c:v>
                </c:pt>
                <c:pt idx="4">
                  <c:v>4.1666666666666666E-3</c:v>
                </c:pt>
                <c:pt idx="5">
                  <c:v>4.1666666666666666E-3</c:v>
                </c:pt>
                <c:pt idx="6">
                  <c:v>4.1666666666666666E-3</c:v>
                </c:pt>
                <c:pt idx="7">
                  <c:v>4.1666666666666666E-3</c:v>
                </c:pt>
                <c:pt idx="8">
                  <c:v>4.1666666666666666E-3</c:v>
                </c:pt>
                <c:pt idx="9">
                  <c:v>4.1666666666666666E-3</c:v>
                </c:pt>
                <c:pt idx="10">
                  <c:v>4.1666666666666666E-3</c:v>
                </c:pt>
                <c:pt idx="11">
                  <c:v>8.3333333333333332E-3</c:v>
                </c:pt>
                <c:pt idx="12">
                  <c:v>8.3333333333333332E-3</c:v>
                </c:pt>
                <c:pt idx="13">
                  <c:v>8.3333333333333332E-3</c:v>
                </c:pt>
                <c:pt idx="14">
                  <c:v>8.3333333333333332E-3</c:v>
                </c:pt>
                <c:pt idx="15">
                  <c:v>8.3333333333333332E-3</c:v>
                </c:pt>
                <c:pt idx="16">
                  <c:v>8.3333333333333332E-3</c:v>
                </c:pt>
                <c:pt idx="17">
                  <c:v>8.3333333333333332E-3</c:v>
                </c:pt>
                <c:pt idx="18">
                  <c:v>8.3333333333333332E-3</c:v>
                </c:pt>
                <c:pt idx="19">
                  <c:v>1.2500000000000001E-2</c:v>
                </c:pt>
                <c:pt idx="20">
                  <c:v>1.2500000000000001E-2</c:v>
                </c:pt>
                <c:pt idx="21">
                  <c:v>1.2500000000000001E-2</c:v>
                </c:pt>
                <c:pt idx="22">
                  <c:v>1.2500000000000001E-2</c:v>
                </c:pt>
                <c:pt idx="23">
                  <c:v>1.2500000000000001E-2</c:v>
                </c:pt>
                <c:pt idx="24">
                  <c:v>1.2500000000000001E-2</c:v>
                </c:pt>
                <c:pt idx="25">
                  <c:v>1.2500000000000001E-2</c:v>
                </c:pt>
                <c:pt idx="26">
                  <c:v>1.2500000000000001E-2</c:v>
                </c:pt>
                <c:pt idx="27">
                  <c:v>1.2500000000000001E-2</c:v>
                </c:pt>
                <c:pt idx="28">
                  <c:v>1.2500000000000001E-2</c:v>
                </c:pt>
                <c:pt idx="29">
                  <c:v>1.2500000000000001E-2</c:v>
                </c:pt>
                <c:pt idx="30">
                  <c:v>1.6666666666666666E-2</c:v>
                </c:pt>
                <c:pt idx="31">
                  <c:v>2.0833333333333332E-2</c:v>
                </c:pt>
                <c:pt idx="32">
                  <c:v>2.0833333333333332E-2</c:v>
                </c:pt>
                <c:pt idx="33">
                  <c:v>2.0833333333333332E-2</c:v>
                </c:pt>
                <c:pt idx="34">
                  <c:v>2.0833333333333332E-2</c:v>
                </c:pt>
                <c:pt idx="35">
                  <c:v>2.0833333333333332E-2</c:v>
                </c:pt>
                <c:pt idx="36">
                  <c:v>2.0833333333333332E-2</c:v>
                </c:pt>
                <c:pt idx="37">
                  <c:v>2.0833333333333332E-2</c:v>
                </c:pt>
                <c:pt idx="38">
                  <c:v>2.0833333333333332E-2</c:v>
                </c:pt>
                <c:pt idx="39">
                  <c:v>2.5000000000000001E-2</c:v>
                </c:pt>
                <c:pt idx="40">
                  <c:v>2.9166666666666667E-2</c:v>
                </c:pt>
                <c:pt idx="41">
                  <c:v>2.9166666666666667E-2</c:v>
                </c:pt>
                <c:pt idx="42">
                  <c:v>2.9166666666666667E-2</c:v>
                </c:pt>
                <c:pt idx="43">
                  <c:v>2.9166666666666667E-2</c:v>
                </c:pt>
                <c:pt idx="44">
                  <c:v>2.9166666666666667E-2</c:v>
                </c:pt>
                <c:pt idx="45">
                  <c:v>2.9166666666666667E-2</c:v>
                </c:pt>
                <c:pt idx="46">
                  <c:v>3.3333333333333333E-2</c:v>
                </c:pt>
                <c:pt idx="47">
                  <c:v>3.3333333333333333E-2</c:v>
                </c:pt>
                <c:pt idx="48">
                  <c:v>3.3333333333333333E-2</c:v>
                </c:pt>
                <c:pt idx="49">
                  <c:v>3.3333333333333333E-2</c:v>
                </c:pt>
                <c:pt idx="50">
                  <c:v>3.7499999999999999E-2</c:v>
                </c:pt>
                <c:pt idx="51">
                  <c:v>3.7499999999999999E-2</c:v>
                </c:pt>
                <c:pt idx="52">
                  <c:v>3.7499999999999999E-2</c:v>
                </c:pt>
                <c:pt idx="53">
                  <c:v>3.7499999999999999E-2</c:v>
                </c:pt>
                <c:pt idx="54">
                  <c:v>3.7499999999999999E-2</c:v>
                </c:pt>
                <c:pt idx="55">
                  <c:v>4.1666666666666664E-2</c:v>
                </c:pt>
                <c:pt idx="56">
                  <c:v>4.1666666666666664E-2</c:v>
                </c:pt>
                <c:pt idx="57">
                  <c:v>4.583333333333333E-2</c:v>
                </c:pt>
                <c:pt idx="58">
                  <c:v>0.05</c:v>
                </c:pt>
                <c:pt idx="59">
                  <c:v>0.05</c:v>
                </c:pt>
                <c:pt idx="60">
                  <c:v>5.4166666666666669E-2</c:v>
                </c:pt>
                <c:pt idx="61">
                  <c:v>5.8333333333333334E-2</c:v>
                </c:pt>
                <c:pt idx="62">
                  <c:v>5.8333333333333334E-2</c:v>
                </c:pt>
                <c:pt idx="63">
                  <c:v>6.25E-2</c:v>
                </c:pt>
                <c:pt idx="64">
                  <c:v>6.6666666666666666E-2</c:v>
                </c:pt>
                <c:pt idx="65">
                  <c:v>6.6666666666666666E-2</c:v>
                </c:pt>
                <c:pt idx="66">
                  <c:v>6.6666666666666666E-2</c:v>
                </c:pt>
                <c:pt idx="67">
                  <c:v>6.6666666666666666E-2</c:v>
                </c:pt>
                <c:pt idx="68">
                  <c:v>6.6666666666666666E-2</c:v>
                </c:pt>
                <c:pt idx="69">
                  <c:v>6.6666666666666666E-2</c:v>
                </c:pt>
                <c:pt idx="70">
                  <c:v>6.6666666666666666E-2</c:v>
                </c:pt>
                <c:pt idx="71">
                  <c:v>6.6666666666666666E-2</c:v>
                </c:pt>
                <c:pt idx="72">
                  <c:v>6.6666666666666666E-2</c:v>
                </c:pt>
                <c:pt idx="73">
                  <c:v>6.6666666666666666E-2</c:v>
                </c:pt>
                <c:pt idx="74">
                  <c:v>6.6666666666666666E-2</c:v>
                </c:pt>
                <c:pt idx="75">
                  <c:v>6.6666666666666666E-2</c:v>
                </c:pt>
                <c:pt idx="76">
                  <c:v>6.6666666666666666E-2</c:v>
                </c:pt>
                <c:pt idx="77">
                  <c:v>6.6666666666666666E-2</c:v>
                </c:pt>
                <c:pt idx="78">
                  <c:v>6.6666666666666666E-2</c:v>
                </c:pt>
                <c:pt idx="79">
                  <c:v>6.6666666666666666E-2</c:v>
                </c:pt>
                <c:pt idx="80">
                  <c:v>6.6666666666666666E-2</c:v>
                </c:pt>
                <c:pt idx="81">
                  <c:v>6.6666666666666666E-2</c:v>
                </c:pt>
                <c:pt idx="82">
                  <c:v>6.6666666666666666E-2</c:v>
                </c:pt>
                <c:pt idx="83">
                  <c:v>6.6666666666666666E-2</c:v>
                </c:pt>
                <c:pt idx="84">
                  <c:v>6.6666666666666666E-2</c:v>
                </c:pt>
                <c:pt idx="85">
                  <c:v>6.6666666666666666E-2</c:v>
                </c:pt>
                <c:pt idx="86">
                  <c:v>6.6666666666666666E-2</c:v>
                </c:pt>
                <c:pt idx="87">
                  <c:v>6.6666666666666666E-2</c:v>
                </c:pt>
                <c:pt idx="88">
                  <c:v>7.0833333333333331E-2</c:v>
                </c:pt>
                <c:pt idx="89">
                  <c:v>7.0833333333333331E-2</c:v>
                </c:pt>
                <c:pt idx="90">
                  <c:v>7.4999999999999997E-2</c:v>
                </c:pt>
                <c:pt idx="91">
                  <c:v>7.4999999999999997E-2</c:v>
                </c:pt>
                <c:pt idx="92">
                  <c:v>7.4999999999999997E-2</c:v>
                </c:pt>
                <c:pt idx="93">
                  <c:v>7.4999999999999997E-2</c:v>
                </c:pt>
                <c:pt idx="94">
                  <c:v>7.4999999999999997E-2</c:v>
                </c:pt>
                <c:pt idx="95">
                  <c:v>7.9166666666666663E-2</c:v>
                </c:pt>
                <c:pt idx="96">
                  <c:v>7.9166666666666663E-2</c:v>
                </c:pt>
                <c:pt idx="97">
                  <c:v>8.3333333333333329E-2</c:v>
                </c:pt>
                <c:pt idx="98">
                  <c:v>8.3333333333333329E-2</c:v>
                </c:pt>
                <c:pt idx="99">
                  <c:v>8.3333333333333329E-2</c:v>
                </c:pt>
                <c:pt idx="100">
                  <c:v>8.7499999999999994E-2</c:v>
                </c:pt>
                <c:pt idx="101">
                  <c:v>8.7499999999999994E-2</c:v>
                </c:pt>
                <c:pt idx="102">
                  <c:v>8.7499999999999994E-2</c:v>
                </c:pt>
                <c:pt idx="103">
                  <c:v>9.166666666666666E-2</c:v>
                </c:pt>
                <c:pt idx="104">
                  <c:v>9.583333333333334E-2</c:v>
                </c:pt>
                <c:pt idx="105">
                  <c:v>9.583333333333334E-2</c:v>
                </c:pt>
                <c:pt idx="106">
                  <c:v>9.583333333333334E-2</c:v>
                </c:pt>
                <c:pt idx="107">
                  <c:v>9.583333333333334E-2</c:v>
                </c:pt>
                <c:pt idx="108">
                  <c:v>9.583333333333334E-2</c:v>
                </c:pt>
                <c:pt idx="109">
                  <c:v>9.583333333333334E-2</c:v>
                </c:pt>
                <c:pt idx="110">
                  <c:v>9.583333333333334E-2</c:v>
                </c:pt>
                <c:pt idx="111">
                  <c:v>9.583333333333334E-2</c:v>
                </c:pt>
                <c:pt idx="112">
                  <c:v>9.583333333333334E-2</c:v>
                </c:pt>
                <c:pt idx="113">
                  <c:v>9.583333333333334E-2</c:v>
                </c:pt>
                <c:pt idx="114">
                  <c:v>9.583333333333334E-2</c:v>
                </c:pt>
                <c:pt idx="115">
                  <c:v>9.583333333333334E-2</c:v>
                </c:pt>
                <c:pt idx="116">
                  <c:v>9.583333333333334E-2</c:v>
                </c:pt>
                <c:pt idx="117">
                  <c:v>9.583333333333334E-2</c:v>
                </c:pt>
                <c:pt idx="118">
                  <c:v>9.583333333333334E-2</c:v>
                </c:pt>
                <c:pt idx="119">
                  <c:v>9.583333333333334E-2</c:v>
                </c:pt>
                <c:pt idx="120">
                  <c:v>9.583333333333334E-2</c:v>
                </c:pt>
                <c:pt idx="121">
                  <c:v>9.583333333333334E-2</c:v>
                </c:pt>
                <c:pt idx="122">
                  <c:v>9.583333333333334E-2</c:v>
                </c:pt>
                <c:pt idx="123">
                  <c:v>9.583333333333334E-2</c:v>
                </c:pt>
                <c:pt idx="124">
                  <c:v>0.1</c:v>
                </c:pt>
                <c:pt idx="125">
                  <c:v>0.10416666666666667</c:v>
                </c:pt>
                <c:pt idx="126">
                  <c:v>0.10416666666666667</c:v>
                </c:pt>
                <c:pt idx="127">
                  <c:v>0.10416666666666667</c:v>
                </c:pt>
                <c:pt idx="128">
                  <c:v>0.10833333333333334</c:v>
                </c:pt>
                <c:pt idx="129">
                  <c:v>0.10833333333333334</c:v>
                </c:pt>
                <c:pt idx="130">
                  <c:v>0.1125</c:v>
                </c:pt>
                <c:pt idx="131">
                  <c:v>0.1125</c:v>
                </c:pt>
                <c:pt idx="132">
                  <c:v>0.11666666666666667</c:v>
                </c:pt>
                <c:pt idx="133">
                  <c:v>0.11666666666666667</c:v>
                </c:pt>
                <c:pt idx="134">
                  <c:v>0.11666666666666667</c:v>
                </c:pt>
                <c:pt idx="135">
                  <c:v>0.11666666666666667</c:v>
                </c:pt>
                <c:pt idx="136">
                  <c:v>0.11666666666666667</c:v>
                </c:pt>
                <c:pt idx="137">
                  <c:v>0.11666666666666667</c:v>
                </c:pt>
                <c:pt idx="138">
                  <c:v>0.11666666666666667</c:v>
                </c:pt>
                <c:pt idx="139">
                  <c:v>0.11666666666666667</c:v>
                </c:pt>
                <c:pt idx="140">
                  <c:v>0.11666666666666667</c:v>
                </c:pt>
                <c:pt idx="141">
                  <c:v>0.12083333333333333</c:v>
                </c:pt>
                <c:pt idx="142">
                  <c:v>0.12083333333333333</c:v>
                </c:pt>
                <c:pt idx="143">
                  <c:v>0.12083333333333333</c:v>
                </c:pt>
                <c:pt idx="144">
                  <c:v>0.12083333333333333</c:v>
                </c:pt>
                <c:pt idx="145">
                  <c:v>0.125</c:v>
                </c:pt>
                <c:pt idx="146">
                  <c:v>0.125</c:v>
                </c:pt>
                <c:pt idx="147">
                  <c:v>0.125</c:v>
                </c:pt>
                <c:pt idx="148">
                  <c:v>0.125</c:v>
                </c:pt>
                <c:pt idx="149">
                  <c:v>0.125</c:v>
                </c:pt>
                <c:pt idx="150">
                  <c:v>0.125</c:v>
                </c:pt>
                <c:pt idx="151">
                  <c:v>0.125</c:v>
                </c:pt>
                <c:pt idx="152">
                  <c:v>0.125</c:v>
                </c:pt>
                <c:pt idx="153">
                  <c:v>0.125</c:v>
                </c:pt>
                <c:pt idx="154">
                  <c:v>0.12916666666666668</c:v>
                </c:pt>
                <c:pt idx="155">
                  <c:v>0.12916666666666668</c:v>
                </c:pt>
                <c:pt idx="156">
                  <c:v>0.13333333333333333</c:v>
                </c:pt>
                <c:pt idx="157">
                  <c:v>0.13333333333333333</c:v>
                </c:pt>
                <c:pt idx="158">
                  <c:v>0.13333333333333333</c:v>
                </c:pt>
                <c:pt idx="159">
                  <c:v>0.13333333333333333</c:v>
                </c:pt>
                <c:pt idx="160">
                  <c:v>0.13750000000000001</c:v>
                </c:pt>
                <c:pt idx="161">
                  <c:v>0.13750000000000001</c:v>
                </c:pt>
                <c:pt idx="162">
                  <c:v>0.13750000000000001</c:v>
                </c:pt>
                <c:pt idx="163">
                  <c:v>0.14166666666666666</c:v>
                </c:pt>
                <c:pt idx="164">
                  <c:v>0.14166666666666666</c:v>
                </c:pt>
                <c:pt idx="165">
                  <c:v>0.14583333333333334</c:v>
                </c:pt>
                <c:pt idx="166">
                  <c:v>0.14583333333333334</c:v>
                </c:pt>
                <c:pt idx="167">
                  <c:v>0.14583333333333334</c:v>
                </c:pt>
                <c:pt idx="168">
                  <c:v>0.14583333333333334</c:v>
                </c:pt>
                <c:pt idx="169">
                  <c:v>0.14583333333333334</c:v>
                </c:pt>
                <c:pt idx="170">
                  <c:v>0.14583333333333334</c:v>
                </c:pt>
                <c:pt idx="171">
                  <c:v>0.15</c:v>
                </c:pt>
                <c:pt idx="172">
                  <c:v>0.15</c:v>
                </c:pt>
                <c:pt idx="173">
                  <c:v>0.15</c:v>
                </c:pt>
                <c:pt idx="174">
                  <c:v>0.15</c:v>
                </c:pt>
                <c:pt idx="175">
                  <c:v>0.15</c:v>
                </c:pt>
                <c:pt idx="176">
                  <c:v>0.15</c:v>
                </c:pt>
                <c:pt idx="177">
                  <c:v>0.15</c:v>
                </c:pt>
                <c:pt idx="178">
                  <c:v>0.15</c:v>
                </c:pt>
                <c:pt idx="179">
                  <c:v>0.15</c:v>
                </c:pt>
                <c:pt idx="180">
                  <c:v>0.15</c:v>
                </c:pt>
                <c:pt idx="181">
                  <c:v>0.15</c:v>
                </c:pt>
                <c:pt idx="182">
                  <c:v>0.15</c:v>
                </c:pt>
                <c:pt idx="183">
                  <c:v>0.15416666666666667</c:v>
                </c:pt>
                <c:pt idx="184">
                  <c:v>0.15416666666666667</c:v>
                </c:pt>
                <c:pt idx="185">
                  <c:v>0.15416666666666667</c:v>
                </c:pt>
                <c:pt idx="186">
                  <c:v>0.15416666666666667</c:v>
                </c:pt>
                <c:pt idx="187">
                  <c:v>0.15833333333333333</c:v>
                </c:pt>
                <c:pt idx="188">
                  <c:v>0.15833333333333333</c:v>
                </c:pt>
                <c:pt idx="189">
                  <c:v>0.15833333333333333</c:v>
                </c:pt>
                <c:pt idx="190">
                  <c:v>0.15833333333333333</c:v>
                </c:pt>
                <c:pt idx="191">
                  <c:v>0.15833333333333333</c:v>
                </c:pt>
                <c:pt idx="192">
                  <c:v>0.15833333333333333</c:v>
                </c:pt>
                <c:pt idx="193">
                  <c:v>0.15833333333333333</c:v>
                </c:pt>
                <c:pt idx="194">
                  <c:v>0.15833333333333333</c:v>
                </c:pt>
                <c:pt idx="195">
                  <c:v>0.15833333333333333</c:v>
                </c:pt>
                <c:pt idx="196">
                  <c:v>0.15833333333333333</c:v>
                </c:pt>
                <c:pt idx="197">
                  <c:v>0.16250000000000001</c:v>
                </c:pt>
                <c:pt idx="198">
                  <c:v>0.16250000000000001</c:v>
                </c:pt>
                <c:pt idx="199">
                  <c:v>0.16250000000000001</c:v>
                </c:pt>
                <c:pt idx="200">
                  <c:v>0.16250000000000001</c:v>
                </c:pt>
                <c:pt idx="201">
                  <c:v>0.16250000000000001</c:v>
                </c:pt>
                <c:pt idx="202">
                  <c:v>0.16250000000000001</c:v>
                </c:pt>
                <c:pt idx="203">
                  <c:v>0.16666666666666666</c:v>
                </c:pt>
                <c:pt idx="204">
                  <c:v>0.16666666666666666</c:v>
                </c:pt>
                <c:pt idx="205">
                  <c:v>0.16666666666666666</c:v>
                </c:pt>
                <c:pt idx="206">
                  <c:v>0.16666666666666666</c:v>
                </c:pt>
                <c:pt idx="207">
                  <c:v>0.16666666666666666</c:v>
                </c:pt>
                <c:pt idx="208">
                  <c:v>0.16666666666666666</c:v>
                </c:pt>
                <c:pt idx="209">
                  <c:v>0.16666666666666666</c:v>
                </c:pt>
                <c:pt idx="210">
                  <c:v>0.16666666666666666</c:v>
                </c:pt>
                <c:pt idx="211">
                  <c:v>0.16666666666666666</c:v>
                </c:pt>
                <c:pt idx="212">
                  <c:v>0.16666666666666666</c:v>
                </c:pt>
                <c:pt idx="213">
                  <c:v>0.16666666666666666</c:v>
                </c:pt>
                <c:pt idx="214">
                  <c:v>0.17083333333333334</c:v>
                </c:pt>
                <c:pt idx="215">
                  <c:v>0.17083333333333334</c:v>
                </c:pt>
                <c:pt idx="216">
                  <c:v>0.17499999999999999</c:v>
                </c:pt>
                <c:pt idx="217">
                  <c:v>0.17499999999999999</c:v>
                </c:pt>
                <c:pt idx="218">
                  <c:v>0.17499999999999999</c:v>
                </c:pt>
                <c:pt idx="219">
                  <c:v>0.17499999999999999</c:v>
                </c:pt>
                <c:pt idx="220">
                  <c:v>0.17499999999999999</c:v>
                </c:pt>
                <c:pt idx="221">
                  <c:v>0.17916666666666667</c:v>
                </c:pt>
                <c:pt idx="222">
                  <c:v>0.17916666666666667</c:v>
                </c:pt>
                <c:pt idx="223">
                  <c:v>0.18333333333333332</c:v>
                </c:pt>
                <c:pt idx="224">
                  <c:v>0.18333333333333332</c:v>
                </c:pt>
                <c:pt idx="225">
                  <c:v>0.18333333333333332</c:v>
                </c:pt>
                <c:pt idx="226">
                  <c:v>0.18333333333333332</c:v>
                </c:pt>
                <c:pt idx="227">
                  <c:v>0.18333333333333332</c:v>
                </c:pt>
                <c:pt idx="228">
                  <c:v>0.1875</c:v>
                </c:pt>
                <c:pt idx="229">
                  <c:v>0.19166666666666668</c:v>
                </c:pt>
                <c:pt idx="230">
                  <c:v>0.19166666666666668</c:v>
                </c:pt>
                <c:pt idx="231">
                  <c:v>0.19166666666666668</c:v>
                </c:pt>
                <c:pt idx="232">
                  <c:v>0.19166666666666668</c:v>
                </c:pt>
                <c:pt idx="233">
                  <c:v>0.19166666666666668</c:v>
                </c:pt>
                <c:pt idx="234">
                  <c:v>0.19166666666666668</c:v>
                </c:pt>
                <c:pt idx="235">
                  <c:v>0.19166666666666668</c:v>
                </c:pt>
                <c:pt idx="236">
                  <c:v>0.19166666666666668</c:v>
                </c:pt>
                <c:pt idx="237">
                  <c:v>0.19583333333333333</c:v>
                </c:pt>
                <c:pt idx="238">
                  <c:v>0.2</c:v>
                </c:pt>
                <c:pt idx="239">
                  <c:v>0.2</c:v>
                </c:pt>
                <c:pt idx="240">
                  <c:v>0.2</c:v>
                </c:pt>
                <c:pt idx="241">
                  <c:v>0.2</c:v>
                </c:pt>
                <c:pt idx="242">
                  <c:v>0.2</c:v>
                </c:pt>
                <c:pt idx="243">
                  <c:v>0.20416666666666666</c:v>
                </c:pt>
                <c:pt idx="244">
                  <c:v>0.20416666666666666</c:v>
                </c:pt>
                <c:pt idx="245">
                  <c:v>0.20416666666666666</c:v>
                </c:pt>
                <c:pt idx="246">
                  <c:v>0.20416666666666666</c:v>
                </c:pt>
                <c:pt idx="247">
                  <c:v>0.20416666666666666</c:v>
                </c:pt>
                <c:pt idx="248">
                  <c:v>0.20416666666666666</c:v>
                </c:pt>
                <c:pt idx="249">
                  <c:v>0.20416666666666666</c:v>
                </c:pt>
                <c:pt idx="250">
                  <c:v>0.20416666666666666</c:v>
                </c:pt>
                <c:pt idx="251">
                  <c:v>0.20416666666666666</c:v>
                </c:pt>
                <c:pt idx="252">
                  <c:v>0.20416666666666666</c:v>
                </c:pt>
                <c:pt idx="253">
                  <c:v>0.20416666666666666</c:v>
                </c:pt>
                <c:pt idx="254">
                  <c:v>0.20833333333333334</c:v>
                </c:pt>
                <c:pt idx="255">
                  <c:v>0.21249999999999999</c:v>
                </c:pt>
                <c:pt idx="256">
                  <c:v>0.21249999999999999</c:v>
                </c:pt>
                <c:pt idx="257">
                  <c:v>0.21249999999999999</c:v>
                </c:pt>
                <c:pt idx="258">
                  <c:v>0.21249999999999999</c:v>
                </c:pt>
                <c:pt idx="259">
                  <c:v>0.21249999999999999</c:v>
                </c:pt>
                <c:pt idx="260">
                  <c:v>0.21249999999999999</c:v>
                </c:pt>
                <c:pt idx="261">
                  <c:v>0.21249999999999999</c:v>
                </c:pt>
                <c:pt idx="262">
                  <c:v>0.21249999999999999</c:v>
                </c:pt>
                <c:pt idx="263">
                  <c:v>0.21249999999999999</c:v>
                </c:pt>
                <c:pt idx="264">
                  <c:v>0.21666666666666667</c:v>
                </c:pt>
                <c:pt idx="265">
                  <c:v>0.21666666666666667</c:v>
                </c:pt>
                <c:pt idx="266">
                  <c:v>0.21666666666666667</c:v>
                </c:pt>
                <c:pt idx="267">
                  <c:v>0.21666666666666667</c:v>
                </c:pt>
                <c:pt idx="268">
                  <c:v>0.21666666666666667</c:v>
                </c:pt>
                <c:pt idx="269">
                  <c:v>0.21666666666666667</c:v>
                </c:pt>
                <c:pt idx="270">
                  <c:v>0.21666666666666667</c:v>
                </c:pt>
                <c:pt idx="271">
                  <c:v>0.21666666666666667</c:v>
                </c:pt>
                <c:pt idx="272">
                  <c:v>0.21666666666666667</c:v>
                </c:pt>
                <c:pt idx="273">
                  <c:v>0.21666666666666667</c:v>
                </c:pt>
                <c:pt idx="274">
                  <c:v>0.21666666666666667</c:v>
                </c:pt>
                <c:pt idx="275">
                  <c:v>0.21666666666666667</c:v>
                </c:pt>
                <c:pt idx="276">
                  <c:v>0.21666666666666667</c:v>
                </c:pt>
                <c:pt idx="277">
                  <c:v>0.22083333333333333</c:v>
                </c:pt>
                <c:pt idx="278">
                  <c:v>0.22083333333333333</c:v>
                </c:pt>
                <c:pt idx="279">
                  <c:v>0.22500000000000001</c:v>
                </c:pt>
                <c:pt idx="280">
                  <c:v>0.22500000000000001</c:v>
                </c:pt>
                <c:pt idx="281">
                  <c:v>0.22500000000000001</c:v>
                </c:pt>
                <c:pt idx="282">
                  <c:v>0.22500000000000001</c:v>
                </c:pt>
                <c:pt idx="283">
                  <c:v>0.22500000000000001</c:v>
                </c:pt>
                <c:pt idx="284">
                  <c:v>0.22500000000000001</c:v>
                </c:pt>
                <c:pt idx="285">
                  <c:v>0.22500000000000001</c:v>
                </c:pt>
                <c:pt idx="286">
                  <c:v>0.22500000000000001</c:v>
                </c:pt>
                <c:pt idx="287">
                  <c:v>0.22500000000000001</c:v>
                </c:pt>
                <c:pt idx="288">
                  <c:v>0.22500000000000001</c:v>
                </c:pt>
                <c:pt idx="289">
                  <c:v>0.22916666666666666</c:v>
                </c:pt>
                <c:pt idx="290">
                  <c:v>0.23333333333333334</c:v>
                </c:pt>
                <c:pt idx="291">
                  <c:v>0.23333333333333334</c:v>
                </c:pt>
                <c:pt idx="292">
                  <c:v>0.23333333333333334</c:v>
                </c:pt>
                <c:pt idx="293">
                  <c:v>0.23333333333333334</c:v>
                </c:pt>
                <c:pt idx="294">
                  <c:v>0.23333333333333334</c:v>
                </c:pt>
                <c:pt idx="295">
                  <c:v>0.23333333333333334</c:v>
                </c:pt>
                <c:pt idx="296">
                  <c:v>0.23333333333333334</c:v>
                </c:pt>
                <c:pt idx="297">
                  <c:v>0.23333333333333334</c:v>
                </c:pt>
                <c:pt idx="298">
                  <c:v>0.23749999999999999</c:v>
                </c:pt>
                <c:pt idx="299">
                  <c:v>0.24166666666666667</c:v>
                </c:pt>
                <c:pt idx="300">
                  <c:v>0.24166666666666667</c:v>
                </c:pt>
                <c:pt idx="301">
                  <c:v>0.24166666666666667</c:v>
                </c:pt>
                <c:pt idx="302">
                  <c:v>0.24166666666666667</c:v>
                </c:pt>
                <c:pt idx="303">
                  <c:v>0.24166666666666667</c:v>
                </c:pt>
                <c:pt idx="304">
                  <c:v>0.24166666666666667</c:v>
                </c:pt>
                <c:pt idx="305">
                  <c:v>0.24166666666666667</c:v>
                </c:pt>
                <c:pt idx="306">
                  <c:v>0.24166666666666667</c:v>
                </c:pt>
                <c:pt idx="307">
                  <c:v>0.24583333333333332</c:v>
                </c:pt>
                <c:pt idx="308">
                  <c:v>0.24583333333333332</c:v>
                </c:pt>
                <c:pt idx="309">
                  <c:v>0.24583333333333332</c:v>
                </c:pt>
                <c:pt idx="310">
                  <c:v>0.24583333333333332</c:v>
                </c:pt>
                <c:pt idx="311">
                  <c:v>0.24583333333333332</c:v>
                </c:pt>
                <c:pt idx="312">
                  <c:v>0.24583333333333332</c:v>
                </c:pt>
                <c:pt idx="313">
                  <c:v>0.24583333333333332</c:v>
                </c:pt>
                <c:pt idx="314">
                  <c:v>0.24583333333333332</c:v>
                </c:pt>
                <c:pt idx="315">
                  <c:v>0.24583333333333332</c:v>
                </c:pt>
                <c:pt idx="316">
                  <c:v>0.24583333333333332</c:v>
                </c:pt>
                <c:pt idx="317">
                  <c:v>0.24583333333333332</c:v>
                </c:pt>
                <c:pt idx="318">
                  <c:v>0.24583333333333332</c:v>
                </c:pt>
                <c:pt idx="319">
                  <c:v>0.24583333333333332</c:v>
                </c:pt>
                <c:pt idx="320">
                  <c:v>0.25</c:v>
                </c:pt>
                <c:pt idx="321">
                  <c:v>0.25</c:v>
                </c:pt>
                <c:pt idx="322">
                  <c:v>0.25416666666666665</c:v>
                </c:pt>
                <c:pt idx="323">
                  <c:v>0.25833333333333336</c:v>
                </c:pt>
                <c:pt idx="324">
                  <c:v>0.25833333333333336</c:v>
                </c:pt>
                <c:pt idx="325">
                  <c:v>0.25833333333333336</c:v>
                </c:pt>
                <c:pt idx="326">
                  <c:v>0.25833333333333336</c:v>
                </c:pt>
                <c:pt idx="327">
                  <c:v>0.26250000000000001</c:v>
                </c:pt>
                <c:pt idx="328">
                  <c:v>0.26250000000000001</c:v>
                </c:pt>
                <c:pt idx="329">
                  <c:v>0.26250000000000001</c:v>
                </c:pt>
                <c:pt idx="330">
                  <c:v>0.26666666666666666</c:v>
                </c:pt>
                <c:pt idx="331">
                  <c:v>0.26666666666666666</c:v>
                </c:pt>
                <c:pt idx="332">
                  <c:v>0.26666666666666666</c:v>
                </c:pt>
                <c:pt idx="333">
                  <c:v>0.26666666666666666</c:v>
                </c:pt>
                <c:pt idx="334">
                  <c:v>0.27083333333333331</c:v>
                </c:pt>
                <c:pt idx="335">
                  <c:v>0.27083333333333331</c:v>
                </c:pt>
                <c:pt idx="336">
                  <c:v>0.27083333333333331</c:v>
                </c:pt>
                <c:pt idx="337">
                  <c:v>0.27500000000000002</c:v>
                </c:pt>
                <c:pt idx="338">
                  <c:v>0.27500000000000002</c:v>
                </c:pt>
                <c:pt idx="339">
                  <c:v>0.27916666666666667</c:v>
                </c:pt>
                <c:pt idx="340">
                  <c:v>0.27916666666666667</c:v>
                </c:pt>
                <c:pt idx="341">
                  <c:v>0.27916666666666667</c:v>
                </c:pt>
                <c:pt idx="342">
                  <c:v>0.27916666666666667</c:v>
                </c:pt>
                <c:pt idx="343">
                  <c:v>0.27916666666666667</c:v>
                </c:pt>
                <c:pt idx="344">
                  <c:v>0.27916666666666667</c:v>
                </c:pt>
                <c:pt idx="345">
                  <c:v>0.27916666666666667</c:v>
                </c:pt>
                <c:pt idx="346">
                  <c:v>0.28333333333333333</c:v>
                </c:pt>
                <c:pt idx="347">
                  <c:v>0.28333333333333333</c:v>
                </c:pt>
                <c:pt idx="348">
                  <c:v>0.28333333333333333</c:v>
                </c:pt>
                <c:pt idx="349">
                  <c:v>0.28333333333333333</c:v>
                </c:pt>
                <c:pt idx="350">
                  <c:v>0.28749999999999998</c:v>
                </c:pt>
                <c:pt idx="351">
                  <c:v>0.28749999999999998</c:v>
                </c:pt>
                <c:pt idx="352">
                  <c:v>0.28749999999999998</c:v>
                </c:pt>
                <c:pt idx="353">
                  <c:v>0.28749999999999998</c:v>
                </c:pt>
                <c:pt idx="354">
                  <c:v>0.28749999999999998</c:v>
                </c:pt>
                <c:pt idx="355">
                  <c:v>0.29166666666666669</c:v>
                </c:pt>
                <c:pt idx="356">
                  <c:v>0.29583333333333334</c:v>
                </c:pt>
                <c:pt idx="357">
                  <c:v>0.29583333333333334</c:v>
                </c:pt>
                <c:pt idx="358">
                  <c:v>0.29583333333333334</c:v>
                </c:pt>
                <c:pt idx="359">
                  <c:v>0.29583333333333334</c:v>
                </c:pt>
                <c:pt idx="360">
                  <c:v>0.29583333333333334</c:v>
                </c:pt>
                <c:pt idx="361">
                  <c:v>0.3</c:v>
                </c:pt>
                <c:pt idx="362">
                  <c:v>0.3</c:v>
                </c:pt>
                <c:pt idx="363">
                  <c:v>0.30416666666666664</c:v>
                </c:pt>
                <c:pt idx="364">
                  <c:v>0.30416666666666664</c:v>
                </c:pt>
                <c:pt idx="365">
                  <c:v>0.30416666666666664</c:v>
                </c:pt>
                <c:pt idx="366">
                  <c:v>0.30416666666666664</c:v>
                </c:pt>
                <c:pt idx="367">
                  <c:v>0.30416666666666664</c:v>
                </c:pt>
                <c:pt idx="368">
                  <c:v>0.30416666666666664</c:v>
                </c:pt>
                <c:pt idx="369">
                  <c:v>0.30416666666666664</c:v>
                </c:pt>
                <c:pt idx="370">
                  <c:v>0.30833333333333335</c:v>
                </c:pt>
                <c:pt idx="371">
                  <c:v>0.3125</c:v>
                </c:pt>
                <c:pt idx="372">
                  <c:v>0.3125</c:v>
                </c:pt>
                <c:pt idx="373">
                  <c:v>0.3125</c:v>
                </c:pt>
                <c:pt idx="374">
                  <c:v>0.3125</c:v>
                </c:pt>
                <c:pt idx="375">
                  <c:v>0.3125</c:v>
                </c:pt>
                <c:pt idx="376">
                  <c:v>0.3125</c:v>
                </c:pt>
                <c:pt idx="377">
                  <c:v>0.3125</c:v>
                </c:pt>
                <c:pt idx="378">
                  <c:v>0.3125</c:v>
                </c:pt>
                <c:pt idx="379">
                  <c:v>0.31666666666666665</c:v>
                </c:pt>
                <c:pt idx="380">
                  <c:v>0.31666666666666665</c:v>
                </c:pt>
                <c:pt idx="381">
                  <c:v>0.32083333333333336</c:v>
                </c:pt>
                <c:pt idx="382">
                  <c:v>0.32083333333333336</c:v>
                </c:pt>
                <c:pt idx="383">
                  <c:v>0.32083333333333336</c:v>
                </c:pt>
                <c:pt idx="384">
                  <c:v>0.32083333333333336</c:v>
                </c:pt>
                <c:pt idx="385">
                  <c:v>0.32500000000000001</c:v>
                </c:pt>
                <c:pt idx="386">
                  <c:v>0.32916666666666666</c:v>
                </c:pt>
                <c:pt idx="387">
                  <c:v>0.32916666666666666</c:v>
                </c:pt>
                <c:pt idx="388">
                  <c:v>0.32916666666666666</c:v>
                </c:pt>
                <c:pt idx="389">
                  <c:v>0.32916666666666666</c:v>
                </c:pt>
                <c:pt idx="390">
                  <c:v>0.32916666666666666</c:v>
                </c:pt>
                <c:pt idx="391">
                  <c:v>0.32916666666666666</c:v>
                </c:pt>
                <c:pt idx="392">
                  <c:v>0.32916666666666666</c:v>
                </c:pt>
                <c:pt idx="393">
                  <c:v>0.32916666666666666</c:v>
                </c:pt>
                <c:pt idx="394">
                  <c:v>0.32916666666666666</c:v>
                </c:pt>
                <c:pt idx="395">
                  <c:v>0.32916666666666666</c:v>
                </c:pt>
                <c:pt idx="396">
                  <c:v>0.32916666666666666</c:v>
                </c:pt>
                <c:pt idx="397">
                  <c:v>0.32916666666666666</c:v>
                </c:pt>
                <c:pt idx="398">
                  <c:v>0.32916666666666666</c:v>
                </c:pt>
                <c:pt idx="399">
                  <c:v>0.32916666666666666</c:v>
                </c:pt>
                <c:pt idx="400">
                  <c:v>0.32916666666666666</c:v>
                </c:pt>
                <c:pt idx="401">
                  <c:v>0.33333333333333331</c:v>
                </c:pt>
                <c:pt idx="402">
                  <c:v>0.33333333333333331</c:v>
                </c:pt>
                <c:pt idx="403">
                  <c:v>0.33333333333333331</c:v>
                </c:pt>
                <c:pt idx="404">
                  <c:v>0.33333333333333331</c:v>
                </c:pt>
                <c:pt idx="405">
                  <c:v>0.33333333333333331</c:v>
                </c:pt>
                <c:pt idx="406">
                  <c:v>0.33333333333333331</c:v>
                </c:pt>
                <c:pt idx="407">
                  <c:v>0.33750000000000002</c:v>
                </c:pt>
                <c:pt idx="408">
                  <c:v>0.33750000000000002</c:v>
                </c:pt>
                <c:pt idx="409">
                  <c:v>0.34166666666666667</c:v>
                </c:pt>
                <c:pt idx="410">
                  <c:v>0.34166666666666667</c:v>
                </c:pt>
                <c:pt idx="411">
                  <c:v>0.34583333333333333</c:v>
                </c:pt>
                <c:pt idx="412">
                  <c:v>0.34583333333333333</c:v>
                </c:pt>
                <c:pt idx="413">
                  <c:v>0.34583333333333333</c:v>
                </c:pt>
                <c:pt idx="414">
                  <c:v>0.34583333333333333</c:v>
                </c:pt>
                <c:pt idx="415">
                  <c:v>0.34583333333333333</c:v>
                </c:pt>
                <c:pt idx="416">
                  <c:v>0.34583333333333333</c:v>
                </c:pt>
                <c:pt idx="417">
                  <c:v>0.34583333333333333</c:v>
                </c:pt>
                <c:pt idx="418">
                  <c:v>0.35</c:v>
                </c:pt>
                <c:pt idx="419">
                  <c:v>0.35</c:v>
                </c:pt>
                <c:pt idx="420">
                  <c:v>0.35</c:v>
                </c:pt>
                <c:pt idx="421">
                  <c:v>0.35416666666666669</c:v>
                </c:pt>
                <c:pt idx="422">
                  <c:v>0.35833333333333334</c:v>
                </c:pt>
                <c:pt idx="423">
                  <c:v>0.35833333333333334</c:v>
                </c:pt>
                <c:pt idx="424">
                  <c:v>0.35833333333333334</c:v>
                </c:pt>
                <c:pt idx="425">
                  <c:v>0.35833333333333334</c:v>
                </c:pt>
                <c:pt idx="426">
                  <c:v>0.35833333333333334</c:v>
                </c:pt>
                <c:pt idx="427">
                  <c:v>0.36249999999999999</c:v>
                </c:pt>
                <c:pt idx="428">
                  <c:v>0.36249999999999999</c:v>
                </c:pt>
                <c:pt idx="429">
                  <c:v>0.36249999999999999</c:v>
                </c:pt>
                <c:pt idx="430">
                  <c:v>0.36249999999999999</c:v>
                </c:pt>
                <c:pt idx="431">
                  <c:v>0.36666666666666664</c:v>
                </c:pt>
                <c:pt idx="432">
                  <c:v>0.36666666666666664</c:v>
                </c:pt>
                <c:pt idx="433">
                  <c:v>0.36666666666666664</c:v>
                </c:pt>
                <c:pt idx="434">
                  <c:v>0.36666666666666664</c:v>
                </c:pt>
                <c:pt idx="435">
                  <c:v>0.36666666666666664</c:v>
                </c:pt>
                <c:pt idx="436">
                  <c:v>0.36666666666666664</c:v>
                </c:pt>
                <c:pt idx="437">
                  <c:v>0.36666666666666664</c:v>
                </c:pt>
                <c:pt idx="438">
                  <c:v>0.36666666666666664</c:v>
                </c:pt>
                <c:pt idx="439">
                  <c:v>0.36666666666666664</c:v>
                </c:pt>
                <c:pt idx="440">
                  <c:v>0.36666666666666664</c:v>
                </c:pt>
                <c:pt idx="441">
                  <c:v>0.36666666666666664</c:v>
                </c:pt>
                <c:pt idx="442">
                  <c:v>0.37083333333333335</c:v>
                </c:pt>
                <c:pt idx="443">
                  <c:v>0.37083333333333335</c:v>
                </c:pt>
                <c:pt idx="444">
                  <c:v>0.375</c:v>
                </c:pt>
                <c:pt idx="445">
                  <c:v>0.375</c:v>
                </c:pt>
                <c:pt idx="446">
                  <c:v>0.375</c:v>
                </c:pt>
                <c:pt idx="447">
                  <c:v>0.375</c:v>
                </c:pt>
                <c:pt idx="448">
                  <c:v>0.375</c:v>
                </c:pt>
                <c:pt idx="449">
                  <c:v>0.375</c:v>
                </c:pt>
                <c:pt idx="450">
                  <c:v>0.375</c:v>
                </c:pt>
                <c:pt idx="451">
                  <c:v>0.375</c:v>
                </c:pt>
                <c:pt idx="452">
                  <c:v>0.375</c:v>
                </c:pt>
                <c:pt idx="453">
                  <c:v>0.375</c:v>
                </c:pt>
                <c:pt idx="454">
                  <c:v>0.375</c:v>
                </c:pt>
                <c:pt idx="455">
                  <c:v>0.375</c:v>
                </c:pt>
                <c:pt idx="456">
                  <c:v>0.37916666666666665</c:v>
                </c:pt>
                <c:pt idx="457">
                  <c:v>0.37916666666666665</c:v>
                </c:pt>
                <c:pt idx="458">
                  <c:v>0.37916666666666665</c:v>
                </c:pt>
                <c:pt idx="459">
                  <c:v>0.37916666666666665</c:v>
                </c:pt>
                <c:pt idx="460">
                  <c:v>0.37916666666666665</c:v>
                </c:pt>
                <c:pt idx="461">
                  <c:v>0.37916666666666665</c:v>
                </c:pt>
                <c:pt idx="462">
                  <c:v>0.38333333333333336</c:v>
                </c:pt>
                <c:pt idx="463">
                  <c:v>0.38333333333333336</c:v>
                </c:pt>
                <c:pt idx="464">
                  <c:v>0.38333333333333336</c:v>
                </c:pt>
                <c:pt idx="465">
                  <c:v>0.38333333333333336</c:v>
                </c:pt>
                <c:pt idx="466">
                  <c:v>0.38750000000000001</c:v>
                </c:pt>
                <c:pt idx="467">
                  <c:v>0.38750000000000001</c:v>
                </c:pt>
                <c:pt idx="468">
                  <c:v>0.38750000000000001</c:v>
                </c:pt>
                <c:pt idx="469">
                  <c:v>0.39166666666666666</c:v>
                </c:pt>
                <c:pt idx="470">
                  <c:v>0.39583333333333331</c:v>
                </c:pt>
                <c:pt idx="471">
                  <c:v>0.39583333333333331</c:v>
                </c:pt>
                <c:pt idx="472">
                  <c:v>0.4</c:v>
                </c:pt>
                <c:pt idx="473">
                  <c:v>0.4</c:v>
                </c:pt>
                <c:pt idx="474">
                  <c:v>0.4</c:v>
                </c:pt>
                <c:pt idx="475">
                  <c:v>0.4</c:v>
                </c:pt>
                <c:pt idx="476">
                  <c:v>0.4</c:v>
                </c:pt>
                <c:pt idx="477">
                  <c:v>0.40416666666666667</c:v>
                </c:pt>
                <c:pt idx="478">
                  <c:v>0.40416666666666667</c:v>
                </c:pt>
                <c:pt idx="479">
                  <c:v>0.40416666666666667</c:v>
                </c:pt>
                <c:pt idx="480">
                  <c:v>0.40416666666666667</c:v>
                </c:pt>
                <c:pt idx="481">
                  <c:v>0.40416666666666667</c:v>
                </c:pt>
                <c:pt idx="482">
                  <c:v>0.40833333333333333</c:v>
                </c:pt>
                <c:pt idx="483">
                  <c:v>0.40833333333333333</c:v>
                </c:pt>
                <c:pt idx="484">
                  <c:v>0.40833333333333333</c:v>
                </c:pt>
                <c:pt idx="485">
                  <c:v>0.40833333333333333</c:v>
                </c:pt>
                <c:pt idx="486">
                  <c:v>0.41249999999999998</c:v>
                </c:pt>
                <c:pt idx="487">
                  <c:v>0.41249999999999998</c:v>
                </c:pt>
                <c:pt idx="488">
                  <c:v>0.41249999999999998</c:v>
                </c:pt>
                <c:pt idx="489">
                  <c:v>0.41249999999999998</c:v>
                </c:pt>
                <c:pt idx="490">
                  <c:v>0.41249999999999998</c:v>
                </c:pt>
                <c:pt idx="491">
                  <c:v>0.41249999999999998</c:v>
                </c:pt>
                <c:pt idx="492">
                  <c:v>0.41666666666666669</c:v>
                </c:pt>
                <c:pt idx="493">
                  <c:v>0.42083333333333334</c:v>
                </c:pt>
                <c:pt idx="494">
                  <c:v>0.42083333333333334</c:v>
                </c:pt>
                <c:pt idx="495">
                  <c:v>0.42499999999999999</c:v>
                </c:pt>
                <c:pt idx="496">
                  <c:v>0.42499999999999999</c:v>
                </c:pt>
                <c:pt idx="497">
                  <c:v>0.42499999999999999</c:v>
                </c:pt>
                <c:pt idx="498">
                  <c:v>0.42499999999999999</c:v>
                </c:pt>
                <c:pt idx="499">
                  <c:v>0.42499999999999999</c:v>
                </c:pt>
                <c:pt idx="500">
                  <c:v>0.42499999999999999</c:v>
                </c:pt>
                <c:pt idx="501">
                  <c:v>0.42499999999999999</c:v>
                </c:pt>
                <c:pt idx="502">
                  <c:v>0.42499999999999999</c:v>
                </c:pt>
                <c:pt idx="503">
                  <c:v>0.42499999999999999</c:v>
                </c:pt>
                <c:pt idx="504">
                  <c:v>0.42499999999999999</c:v>
                </c:pt>
                <c:pt idx="505">
                  <c:v>0.42499999999999999</c:v>
                </c:pt>
                <c:pt idx="506">
                  <c:v>0.42499999999999999</c:v>
                </c:pt>
                <c:pt idx="507">
                  <c:v>0.42499999999999999</c:v>
                </c:pt>
                <c:pt idx="508">
                  <c:v>0.42499999999999999</c:v>
                </c:pt>
                <c:pt idx="509">
                  <c:v>0.42499999999999999</c:v>
                </c:pt>
                <c:pt idx="510">
                  <c:v>0.42499999999999999</c:v>
                </c:pt>
                <c:pt idx="511">
                  <c:v>0.42916666666666664</c:v>
                </c:pt>
                <c:pt idx="512">
                  <c:v>0.43333333333333335</c:v>
                </c:pt>
                <c:pt idx="513">
                  <c:v>0.43333333333333335</c:v>
                </c:pt>
                <c:pt idx="514">
                  <c:v>0.43333333333333335</c:v>
                </c:pt>
                <c:pt idx="515">
                  <c:v>0.43333333333333335</c:v>
                </c:pt>
                <c:pt idx="516">
                  <c:v>0.4375</c:v>
                </c:pt>
                <c:pt idx="517">
                  <c:v>0.4375</c:v>
                </c:pt>
                <c:pt idx="518">
                  <c:v>0.4375</c:v>
                </c:pt>
                <c:pt idx="519">
                  <c:v>0.4375</c:v>
                </c:pt>
                <c:pt idx="520">
                  <c:v>0.4375</c:v>
                </c:pt>
                <c:pt idx="521">
                  <c:v>0.44166666666666665</c:v>
                </c:pt>
                <c:pt idx="522">
                  <c:v>0.44166666666666665</c:v>
                </c:pt>
                <c:pt idx="523">
                  <c:v>0.44166666666666665</c:v>
                </c:pt>
                <c:pt idx="524">
                  <c:v>0.44166666666666665</c:v>
                </c:pt>
                <c:pt idx="525">
                  <c:v>0.44583333333333336</c:v>
                </c:pt>
                <c:pt idx="526">
                  <c:v>0.45</c:v>
                </c:pt>
                <c:pt idx="527">
                  <c:v>0.45416666666666666</c:v>
                </c:pt>
                <c:pt idx="528">
                  <c:v>0.45416666666666666</c:v>
                </c:pt>
                <c:pt idx="529">
                  <c:v>0.45416666666666666</c:v>
                </c:pt>
                <c:pt idx="530">
                  <c:v>0.45833333333333331</c:v>
                </c:pt>
                <c:pt idx="531">
                  <c:v>0.45833333333333331</c:v>
                </c:pt>
                <c:pt idx="532">
                  <c:v>0.46250000000000002</c:v>
                </c:pt>
                <c:pt idx="533">
                  <c:v>0.46250000000000002</c:v>
                </c:pt>
                <c:pt idx="534">
                  <c:v>0.46250000000000002</c:v>
                </c:pt>
                <c:pt idx="535">
                  <c:v>0.46250000000000002</c:v>
                </c:pt>
                <c:pt idx="536">
                  <c:v>0.46250000000000002</c:v>
                </c:pt>
                <c:pt idx="537">
                  <c:v>0.46250000000000002</c:v>
                </c:pt>
                <c:pt idx="538">
                  <c:v>0.46666666666666667</c:v>
                </c:pt>
                <c:pt idx="539">
                  <c:v>0.46666666666666667</c:v>
                </c:pt>
                <c:pt idx="540">
                  <c:v>0.46666666666666667</c:v>
                </c:pt>
                <c:pt idx="541">
                  <c:v>0.47083333333333333</c:v>
                </c:pt>
                <c:pt idx="542">
                  <c:v>0.47083333333333333</c:v>
                </c:pt>
                <c:pt idx="543">
                  <c:v>0.47499999999999998</c:v>
                </c:pt>
                <c:pt idx="544">
                  <c:v>0.47499999999999998</c:v>
                </c:pt>
                <c:pt idx="545">
                  <c:v>0.47499999999999998</c:v>
                </c:pt>
                <c:pt idx="546">
                  <c:v>0.47499999999999998</c:v>
                </c:pt>
                <c:pt idx="547">
                  <c:v>0.47499999999999998</c:v>
                </c:pt>
                <c:pt idx="548">
                  <c:v>0.47499999999999998</c:v>
                </c:pt>
                <c:pt idx="549">
                  <c:v>0.47499999999999998</c:v>
                </c:pt>
                <c:pt idx="550">
                  <c:v>0.47499999999999998</c:v>
                </c:pt>
                <c:pt idx="551">
                  <c:v>0.47499999999999998</c:v>
                </c:pt>
                <c:pt idx="552">
                  <c:v>0.47916666666666669</c:v>
                </c:pt>
                <c:pt idx="553">
                  <c:v>0.47916666666666669</c:v>
                </c:pt>
                <c:pt idx="554">
                  <c:v>0.47916666666666669</c:v>
                </c:pt>
                <c:pt idx="555">
                  <c:v>0.48333333333333334</c:v>
                </c:pt>
                <c:pt idx="556">
                  <c:v>0.48333333333333334</c:v>
                </c:pt>
                <c:pt idx="557">
                  <c:v>0.48333333333333334</c:v>
                </c:pt>
                <c:pt idx="558">
                  <c:v>0.48333333333333334</c:v>
                </c:pt>
                <c:pt idx="559">
                  <c:v>0.48333333333333334</c:v>
                </c:pt>
                <c:pt idx="560">
                  <c:v>0.48749999999999999</c:v>
                </c:pt>
                <c:pt idx="561">
                  <c:v>0.48749999999999999</c:v>
                </c:pt>
                <c:pt idx="562">
                  <c:v>0.48749999999999999</c:v>
                </c:pt>
                <c:pt idx="563">
                  <c:v>0.48749999999999999</c:v>
                </c:pt>
                <c:pt idx="564">
                  <c:v>0.48749999999999999</c:v>
                </c:pt>
                <c:pt idx="565">
                  <c:v>0.48749999999999999</c:v>
                </c:pt>
                <c:pt idx="566">
                  <c:v>0.48749999999999999</c:v>
                </c:pt>
                <c:pt idx="567">
                  <c:v>0.49166666666666664</c:v>
                </c:pt>
                <c:pt idx="568">
                  <c:v>0.49166666666666664</c:v>
                </c:pt>
                <c:pt idx="569">
                  <c:v>0.49166666666666664</c:v>
                </c:pt>
                <c:pt idx="570">
                  <c:v>0.49166666666666664</c:v>
                </c:pt>
                <c:pt idx="571">
                  <c:v>0.49166666666666664</c:v>
                </c:pt>
                <c:pt idx="572">
                  <c:v>0.49583333333333335</c:v>
                </c:pt>
                <c:pt idx="573">
                  <c:v>0.49583333333333335</c:v>
                </c:pt>
                <c:pt idx="574">
                  <c:v>0.5</c:v>
                </c:pt>
                <c:pt idx="575">
                  <c:v>0.5</c:v>
                </c:pt>
                <c:pt idx="576">
                  <c:v>0.5</c:v>
                </c:pt>
                <c:pt idx="577">
                  <c:v>0.5</c:v>
                </c:pt>
                <c:pt idx="578">
                  <c:v>0.50416666666666665</c:v>
                </c:pt>
                <c:pt idx="579">
                  <c:v>0.5083333333333333</c:v>
                </c:pt>
                <c:pt idx="580">
                  <c:v>0.51249999999999996</c:v>
                </c:pt>
                <c:pt idx="581">
                  <c:v>0.51249999999999996</c:v>
                </c:pt>
                <c:pt idx="582">
                  <c:v>0.51249999999999996</c:v>
                </c:pt>
                <c:pt idx="583">
                  <c:v>0.51249999999999996</c:v>
                </c:pt>
                <c:pt idx="584">
                  <c:v>0.51249999999999996</c:v>
                </c:pt>
                <c:pt idx="585">
                  <c:v>0.51666666666666672</c:v>
                </c:pt>
                <c:pt idx="586">
                  <c:v>0.51666666666666672</c:v>
                </c:pt>
                <c:pt idx="587">
                  <c:v>0.51666666666666672</c:v>
                </c:pt>
                <c:pt idx="588">
                  <c:v>0.51666666666666672</c:v>
                </c:pt>
                <c:pt idx="589">
                  <c:v>0.52083333333333337</c:v>
                </c:pt>
                <c:pt idx="590">
                  <c:v>0.52083333333333337</c:v>
                </c:pt>
                <c:pt idx="591">
                  <c:v>0.52500000000000002</c:v>
                </c:pt>
                <c:pt idx="592">
                  <c:v>0.52500000000000002</c:v>
                </c:pt>
                <c:pt idx="593">
                  <c:v>0.52916666666666667</c:v>
                </c:pt>
                <c:pt idx="594">
                  <c:v>0.52916666666666667</c:v>
                </c:pt>
                <c:pt idx="595">
                  <c:v>0.53333333333333333</c:v>
                </c:pt>
                <c:pt idx="596">
                  <c:v>0.53333333333333333</c:v>
                </c:pt>
                <c:pt idx="597">
                  <c:v>0.53749999999999998</c:v>
                </c:pt>
                <c:pt idx="598">
                  <c:v>0.53749999999999998</c:v>
                </c:pt>
                <c:pt idx="599">
                  <c:v>0.53749999999999998</c:v>
                </c:pt>
                <c:pt idx="600">
                  <c:v>0.53749999999999998</c:v>
                </c:pt>
                <c:pt idx="601">
                  <c:v>0.53749999999999998</c:v>
                </c:pt>
                <c:pt idx="602">
                  <c:v>0.54166666666666663</c:v>
                </c:pt>
                <c:pt idx="603">
                  <c:v>0.54166666666666663</c:v>
                </c:pt>
                <c:pt idx="604">
                  <c:v>0.54583333333333328</c:v>
                </c:pt>
                <c:pt idx="605">
                  <c:v>0.55000000000000004</c:v>
                </c:pt>
                <c:pt idx="606">
                  <c:v>0.55000000000000004</c:v>
                </c:pt>
                <c:pt idx="607">
                  <c:v>0.5541666666666667</c:v>
                </c:pt>
                <c:pt idx="608">
                  <c:v>0.5541666666666667</c:v>
                </c:pt>
                <c:pt idx="609">
                  <c:v>0.5541666666666667</c:v>
                </c:pt>
                <c:pt idx="610">
                  <c:v>0.5541666666666667</c:v>
                </c:pt>
                <c:pt idx="611">
                  <c:v>0.5541666666666667</c:v>
                </c:pt>
                <c:pt idx="612">
                  <c:v>0.5541666666666667</c:v>
                </c:pt>
                <c:pt idx="613">
                  <c:v>0.5541666666666667</c:v>
                </c:pt>
                <c:pt idx="614">
                  <c:v>0.5541666666666667</c:v>
                </c:pt>
                <c:pt idx="615">
                  <c:v>0.55833333333333335</c:v>
                </c:pt>
                <c:pt idx="616">
                  <c:v>0.5625</c:v>
                </c:pt>
                <c:pt idx="617">
                  <c:v>0.56666666666666665</c:v>
                </c:pt>
                <c:pt idx="618">
                  <c:v>0.56666666666666665</c:v>
                </c:pt>
                <c:pt idx="619">
                  <c:v>0.56666666666666665</c:v>
                </c:pt>
                <c:pt idx="620">
                  <c:v>0.56666666666666665</c:v>
                </c:pt>
                <c:pt idx="621">
                  <c:v>0.56666666666666665</c:v>
                </c:pt>
                <c:pt idx="622">
                  <c:v>0.5708333333333333</c:v>
                </c:pt>
                <c:pt idx="623">
                  <c:v>0.5708333333333333</c:v>
                </c:pt>
                <c:pt idx="624">
                  <c:v>0.57499999999999996</c:v>
                </c:pt>
                <c:pt idx="625">
                  <c:v>0.57916666666666672</c:v>
                </c:pt>
                <c:pt idx="626">
                  <c:v>0.57916666666666672</c:v>
                </c:pt>
                <c:pt idx="627">
                  <c:v>0.57916666666666672</c:v>
                </c:pt>
                <c:pt idx="628">
                  <c:v>0.58333333333333337</c:v>
                </c:pt>
                <c:pt idx="629">
                  <c:v>0.58333333333333337</c:v>
                </c:pt>
                <c:pt idx="630">
                  <c:v>0.58333333333333337</c:v>
                </c:pt>
                <c:pt idx="631">
                  <c:v>0.58750000000000002</c:v>
                </c:pt>
                <c:pt idx="632">
                  <c:v>0.59166666666666667</c:v>
                </c:pt>
                <c:pt idx="633">
                  <c:v>0.59583333333333333</c:v>
                </c:pt>
                <c:pt idx="634">
                  <c:v>0.59583333333333333</c:v>
                </c:pt>
                <c:pt idx="635">
                  <c:v>0.59583333333333333</c:v>
                </c:pt>
                <c:pt idx="636">
                  <c:v>0.6</c:v>
                </c:pt>
                <c:pt idx="637">
                  <c:v>0.6</c:v>
                </c:pt>
                <c:pt idx="638">
                  <c:v>0.6</c:v>
                </c:pt>
                <c:pt idx="639">
                  <c:v>0.6</c:v>
                </c:pt>
                <c:pt idx="640">
                  <c:v>0.60416666666666663</c:v>
                </c:pt>
                <c:pt idx="641">
                  <c:v>0.60833333333333328</c:v>
                </c:pt>
                <c:pt idx="642">
                  <c:v>0.60833333333333328</c:v>
                </c:pt>
                <c:pt idx="643">
                  <c:v>0.60833333333333328</c:v>
                </c:pt>
                <c:pt idx="644">
                  <c:v>0.60833333333333328</c:v>
                </c:pt>
                <c:pt idx="645">
                  <c:v>0.60833333333333328</c:v>
                </c:pt>
                <c:pt idx="646">
                  <c:v>0.60833333333333328</c:v>
                </c:pt>
                <c:pt idx="647">
                  <c:v>0.60833333333333328</c:v>
                </c:pt>
                <c:pt idx="648">
                  <c:v>0.61250000000000004</c:v>
                </c:pt>
                <c:pt idx="649">
                  <c:v>0.61250000000000004</c:v>
                </c:pt>
                <c:pt idx="650">
                  <c:v>0.61250000000000004</c:v>
                </c:pt>
                <c:pt idx="651">
                  <c:v>0.61250000000000004</c:v>
                </c:pt>
                <c:pt idx="652">
                  <c:v>0.61250000000000004</c:v>
                </c:pt>
                <c:pt idx="653">
                  <c:v>0.61250000000000004</c:v>
                </c:pt>
                <c:pt idx="654">
                  <c:v>0.61250000000000004</c:v>
                </c:pt>
                <c:pt idx="655">
                  <c:v>0.61250000000000004</c:v>
                </c:pt>
                <c:pt idx="656">
                  <c:v>0.61250000000000004</c:v>
                </c:pt>
                <c:pt idx="657">
                  <c:v>0.61250000000000004</c:v>
                </c:pt>
                <c:pt idx="658">
                  <c:v>0.61250000000000004</c:v>
                </c:pt>
                <c:pt idx="659">
                  <c:v>0.61250000000000004</c:v>
                </c:pt>
                <c:pt idx="660">
                  <c:v>0.6166666666666667</c:v>
                </c:pt>
                <c:pt idx="661">
                  <c:v>0.6166666666666667</c:v>
                </c:pt>
                <c:pt idx="662">
                  <c:v>0.6166666666666667</c:v>
                </c:pt>
                <c:pt idx="663">
                  <c:v>0.6166666666666667</c:v>
                </c:pt>
                <c:pt idx="664">
                  <c:v>0.6166666666666667</c:v>
                </c:pt>
                <c:pt idx="665">
                  <c:v>0.62083333333333335</c:v>
                </c:pt>
                <c:pt idx="666">
                  <c:v>0.62083333333333335</c:v>
                </c:pt>
                <c:pt idx="667">
                  <c:v>0.62083333333333335</c:v>
                </c:pt>
                <c:pt idx="668">
                  <c:v>0.62083333333333335</c:v>
                </c:pt>
                <c:pt idx="669">
                  <c:v>0.62083333333333335</c:v>
                </c:pt>
                <c:pt idx="670">
                  <c:v>0.625</c:v>
                </c:pt>
                <c:pt idx="671">
                  <c:v>0.625</c:v>
                </c:pt>
                <c:pt idx="672">
                  <c:v>0.625</c:v>
                </c:pt>
                <c:pt idx="673">
                  <c:v>0.625</c:v>
                </c:pt>
                <c:pt idx="674">
                  <c:v>0.625</c:v>
                </c:pt>
                <c:pt idx="675">
                  <c:v>0.62916666666666665</c:v>
                </c:pt>
                <c:pt idx="676">
                  <c:v>0.62916666666666665</c:v>
                </c:pt>
                <c:pt idx="677">
                  <c:v>0.62916666666666665</c:v>
                </c:pt>
                <c:pt idx="678">
                  <c:v>0.62916666666666665</c:v>
                </c:pt>
                <c:pt idx="679">
                  <c:v>0.6333333333333333</c:v>
                </c:pt>
                <c:pt idx="680">
                  <c:v>0.6333333333333333</c:v>
                </c:pt>
                <c:pt idx="681">
                  <c:v>0.63749999999999996</c:v>
                </c:pt>
                <c:pt idx="682">
                  <c:v>0.64166666666666672</c:v>
                </c:pt>
                <c:pt idx="683">
                  <c:v>0.64166666666666672</c:v>
                </c:pt>
                <c:pt idx="684">
                  <c:v>0.64583333333333337</c:v>
                </c:pt>
                <c:pt idx="685">
                  <c:v>0.64583333333333337</c:v>
                </c:pt>
                <c:pt idx="686">
                  <c:v>0.65</c:v>
                </c:pt>
                <c:pt idx="687">
                  <c:v>0.65416666666666667</c:v>
                </c:pt>
                <c:pt idx="688">
                  <c:v>0.65416666666666667</c:v>
                </c:pt>
                <c:pt idx="689">
                  <c:v>0.65416666666666667</c:v>
                </c:pt>
                <c:pt idx="690">
                  <c:v>0.65416666666666667</c:v>
                </c:pt>
                <c:pt idx="691">
                  <c:v>0.65833333333333333</c:v>
                </c:pt>
                <c:pt idx="692">
                  <c:v>0.66249999999999998</c:v>
                </c:pt>
                <c:pt idx="693">
                  <c:v>0.66249999999999998</c:v>
                </c:pt>
                <c:pt idx="694">
                  <c:v>0.66249999999999998</c:v>
                </c:pt>
                <c:pt idx="695">
                  <c:v>0.66249999999999998</c:v>
                </c:pt>
                <c:pt idx="696">
                  <c:v>0.66249999999999998</c:v>
                </c:pt>
                <c:pt idx="697">
                  <c:v>0.66666666666666663</c:v>
                </c:pt>
                <c:pt idx="698">
                  <c:v>0.66666666666666663</c:v>
                </c:pt>
                <c:pt idx="699">
                  <c:v>0.66666666666666663</c:v>
                </c:pt>
                <c:pt idx="700">
                  <c:v>0.66666666666666663</c:v>
                </c:pt>
                <c:pt idx="701">
                  <c:v>0.66666666666666663</c:v>
                </c:pt>
                <c:pt idx="702">
                  <c:v>0.67083333333333328</c:v>
                </c:pt>
                <c:pt idx="703">
                  <c:v>0.67500000000000004</c:v>
                </c:pt>
                <c:pt idx="704">
                  <c:v>0.67500000000000004</c:v>
                </c:pt>
                <c:pt idx="705">
                  <c:v>0.67500000000000004</c:v>
                </c:pt>
                <c:pt idx="706">
                  <c:v>0.67500000000000004</c:v>
                </c:pt>
                <c:pt idx="707">
                  <c:v>0.6791666666666667</c:v>
                </c:pt>
                <c:pt idx="708">
                  <c:v>0.6791666666666667</c:v>
                </c:pt>
                <c:pt idx="709">
                  <c:v>0.6791666666666667</c:v>
                </c:pt>
                <c:pt idx="710">
                  <c:v>0.68333333333333335</c:v>
                </c:pt>
                <c:pt idx="711">
                  <c:v>0.6875</c:v>
                </c:pt>
                <c:pt idx="712">
                  <c:v>0.6875</c:v>
                </c:pt>
                <c:pt idx="713">
                  <c:v>0.6875</c:v>
                </c:pt>
                <c:pt idx="714">
                  <c:v>0.6875</c:v>
                </c:pt>
                <c:pt idx="715">
                  <c:v>0.6875</c:v>
                </c:pt>
                <c:pt idx="716">
                  <c:v>0.6875</c:v>
                </c:pt>
                <c:pt idx="717">
                  <c:v>0.6875</c:v>
                </c:pt>
                <c:pt idx="718">
                  <c:v>0.6875</c:v>
                </c:pt>
                <c:pt idx="719">
                  <c:v>0.6875</c:v>
                </c:pt>
                <c:pt idx="720">
                  <c:v>0.6875</c:v>
                </c:pt>
                <c:pt idx="721">
                  <c:v>0.69166666666666665</c:v>
                </c:pt>
                <c:pt idx="722">
                  <c:v>0.6958333333333333</c:v>
                </c:pt>
                <c:pt idx="723">
                  <c:v>0.7</c:v>
                </c:pt>
                <c:pt idx="724">
                  <c:v>0.7</c:v>
                </c:pt>
                <c:pt idx="725">
                  <c:v>0.7</c:v>
                </c:pt>
                <c:pt idx="726">
                  <c:v>0.70416666666666672</c:v>
                </c:pt>
                <c:pt idx="727">
                  <c:v>0.70416666666666672</c:v>
                </c:pt>
                <c:pt idx="728">
                  <c:v>0.70416666666666672</c:v>
                </c:pt>
                <c:pt idx="729">
                  <c:v>0.70416666666666672</c:v>
                </c:pt>
                <c:pt idx="730">
                  <c:v>0.70416666666666672</c:v>
                </c:pt>
                <c:pt idx="731">
                  <c:v>0.70416666666666672</c:v>
                </c:pt>
                <c:pt idx="732">
                  <c:v>0.70833333333333337</c:v>
                </c:pt>
                <c:pt idx="733">
                  <c:v>0.71250000000000002</c:v>
                </c:pt>
                <c:pt idx="734">
                  <c:v>0.71250000000000002</c:v>
                </c:pt>
                <c:pt idx="735">
                  <c:v>0.71250000000000002</c:v>
                </c:pt>
                <c:pt idx="736">
                  <c:v>0.71666666666666667</c:v>
                </c:pt>
                <c:pt idx="737">
                  <c:v>0.71666666666666667</c:v>
                </c:pt>
                <c:pt idx="738">
                  <c:v>0.71666666666666667</c:v>
                </c:pt>
                <c:pt idx="739">
                  <c:v>0.72083333333333333</c:v>
                </c:pt>
                <c:pt idx="740">
                  <c:v>0.72083333333333333</c:v>
                </c:pt>
                <c:pt idx="741">
                  <c:v>0.72499999999999998</c:v>
                </c:pt>
                <c:pt idx="742">
                  <c:v>0.72916666666666663</c:v>
                </c:pt>
                <c:pt idx="743">
                  <c:v>0.72916666666666663</c:v>
                </c:pt>
                <c:pt idx="744">
                  <c:v>0.72916666666666663</c:v>
                </c:pt>
                <c:pt idx="745">
                  <c:v>0.72916666666666663</c:v>
                </c:pt>
                <c:pt idx="746">
                  <c:v>0.72916666666666663</c:v>
                </c:pt>
                <c:pt idx="747">
                  <c:v>0.73333333333333328</c:v>
                </c:pt>
                <c:pt idx="748">
                  <c:v>0.73333333333333328</c:v>
                </c:pt>
                <c:pt idx="749">
                  <c:v>0.73750000000000004</c:v>
                </c:pt>
                <c:pt idx="750">
                  <c:v>0.73750000000000004</c:v>
                </c:pt>
                <c:pt idx="751">
                  <c:v>0.73750000000000004</c:v>
                </c:pt>
                <c:pt idx="752">
                  <c:v>0.73750000000000004</c:v>
                </c:pt>
                <c:pt idx="753">
                  <c:v>0.7416666666666667</c:v>
                </c:pt>
                <c:pt idx="754">
                  <c:v>0.74583333333333335</c:v>
                </c:pt>
                <c:pt idx="755">
                  <c:v>0.74583333333333335</c:v>
                </c:pt>
                <c:pt idx="756">
                  <c:v>0.75</c:v>
                </c:pt>
                <c:pt idx="757">
                  <c:v>0.75</c:v>
                </c:pt>
                <c:pt idx="758">
                  <c:v>0.75</c:v>
                </c:pt>
                <c:pt idx="759">
                  <c:v>0.75416666666666665</c:v>
                </c:pt>
                <c:pt idx="760">
                  <c:v>0.75416666666666665</c:v>
                </c:pt>
                <c:pt idx="761">
                  <c:v>0.7583333333333333</c:v>
                </c:pt>
                <c:pt idx="762">
                  <c:v>0.7583333333333333</c:v>
                </c:pt>
                <c:pt idx="763">
                  <c:v>0.7583333333333333</c:v>
                </c:pt>
                <c:pt idx="764">
                  <c:v>0.7583333333333333</c:v>
                </c:pt>
                <c:pt idx="765">
                  <c:v>0.7583333333333333</c:v>
                </c:pt>
                <c:pt idx="766">
                  <c:v>0.7583333333333333</c:v>
                </c:pt>
                <c:pt idx="767">
                  <c:v>0.7583333333333333</c:v>
                </c:pt>
                <c:pt idx="768">
                  <c:v>0.76249999999999996</c:v>
                </c:pt>
                <c:pt idx="769">
                  <c:v>0.76249999999999996</c:v>
                </c:pt>
                <c:pt idx="770">
                  <c:v>0.76666666666666672</c:v>
                </c:pt>
                <c:pt idx="771">
                  <c:v>0.76666666666666672</c:v>
                </c:pt>
                <c:pt idx="772">
                  <c:v>0.76666666666666672</c:v>
                </c:pt>
                <c:pt idx="773">
                  <c:v>0.76666666666666672</c:v>
                </c:pt>
                <c:pt idx="774">
                  <c:v>0.76666666666666672</c:v>
                </c:pt>
                <c:pt idx="775">
                  <c:v>0.76666666666666672</c:v>
                </c:pt>
                <c:pt idx="776">
                  <c:v>0.76666666666666672</c:v>
                </c:pt>
                <c:pt idx="777">
                  <c:v>0.77083333333333337</c:v>
                </c:pt>
                <c:pt idx="778">
                  <c:v>0.77083333333333337</c:v>
                </c:pt>
                <c:pt idx="779">
                  <c:v>0.77083333333333337</c:v>
                </c:pt>
                <c:pt idx="780">
                  <c:v>0.77500000000000002</c:v>
                </c:pt>
                <c:pt idx="781">
                  <c:v>0.77500000000000002</c:v>
                </c:pt>
                <c:pt idx="782">
                  <c:v>0.77500000000000002</c:v>
                </c:pt>
                <c:pt idx="783">
                  <c:v>0.77500000000000002</c:v>
                </c:pt>
                <c:pt idx="784">
                  <c:v>0.77916666666666667</c:v>
                </c:pt>
                <c:pt idx="785">
                  <c:v>0.78333333333333333</c:v>
                </c:pt>
                <c:pt idx="786">
                  <c:v>0.78749999999999998</c:v>
                </c:pt>
                <c:pt idx="787">
                  <c:v>0.79166666666666663</c:v>
                </c:pt>
                <c:pt idx="788">
                  <c:v>0.79583333333333328</c:v>
                </c:pt>
                <c:pt idx="789">
                  <c:v>0.79583333333333328</c:v>
                </c:pt>
                <c:pt idx="790">
                  <c:v>0.79583333333333328</c:v>
                </c:pt>
                <c:pt idx="791">
                  <c:v>0.79583333333333328</c:v>
                </c:pt>
                <c:pt idx="792">
                  <c:v>0.79583333333333328</c:v>
                </c:pt>
                <c:pt idx="793">
                  <c:v>0.79583333333333328</c:v>
                </c:pt>
                <c:pt idx="794">
                  <c:v>0.79583333333333328</c:v>
                </c:pt>
                <c:pt idx="795">
                  <c:v>0.79583333333333328</c:v>
                </c:pt>
                <c:pt idx="796">
                  <c:v>0.79583333333333328</c:v>
                </c:pt>
                <c:pt idx="797">
                  <c:v>0.79583333333333328</c:v>
                </c:pt>
                <c:pt idx="798">
                  <c:v>0.8</c:v>
                </c:pt>
                <c:pt idx="799">
                  <c:v>0.8</c:v>
                </c:pt>
                <c:pt idx="800">
                  <c:v>0.8</c:v>
                </c:pt>
                <c:pt idx="801">
                  <c:v>0.8</c:v>
                </c:pt>
                <c:pt idx="802">
                  <c:v>0.8041666666666667</c:v>
                </c:pt>
                <c:pt idx="803">
                  <c:v>0.8041666666666667</c:v>
                </c:pt>
                <c:pt idx="804">
                  <c:v>0.8041666666666667</c:v>
                </c:pt>
                <c:pt idx="805">
                  <c:v>0.8041666666666667</c:v>
                </c:pt>
                <c:pt idx="806">
                  <c:v>0.8041666666666667</c:v>
                </c:pt>
                <c:pt idx="807">
                  <c:v>0.80833333333333335</c:v>
                </c:pt>
                <c:pt idx="808">
                  <c:v>0.8125</c:v>
                </c:pt>
                <c:pt idx="809">
                  <c:v>0.8125</c:v>
                </c:pt>
                <c:pt idx="810">
                  <c:v>0.81666666666666665</c:v>
                </c:pt>
                <c:pt idx="811">
                  <c:v>0.8208333333333333</c:v>
                </c:pt>
                <c:pt idx="812">
                  <c:v>0.8208333333333333</c:v>
                </c:pt>
                <c:pt idx="813">
                  <c:v>0.82499999999999996</c:v>
                </c:pt>
                <c:pt idx="814">
                  <c:v>0.82916666666666672</c:v>
                </c:pt>
                <c:pt idx="815">
                  <c:v>0.82916666666666672</c:v>
                </c:pt>
                <c:pt idx="816">
                  <c:v>0.82916666666666672</c:v>
                </c:pt>
                <c:pt idx="817">
                  <c:v>0.82916666666666672</c:v>
                </c:pt>
                <c:pt idx="818">
                  <c:v>0.82916666666666672</c:v>
                </c:pt>
                <c:pt idx="819">
                  <c:v>0.83333333333333337</c:v>
                </c:pt>
                <c:pt idx="820">
                  <c:v>0.83333333333333337</c:v>
                </c:pt>
                <c:pt idx="821">
                  <c:v>0.83333333333333337</c:v>
                </c:pt>
                <c:pt idx="822">
                  <c:v>0.83333333333333337</c:v>
                </c:pt>
                <c:pt idx="823">
                  <c:v>0.83750000000000002</c:v>
                </c:pt>
                <c:pt idx="824">
                  <c:v>0.83750000000000002</c:v>
                </c:pt>
                <c:pt idx="825">
                  <c:v>0.83750000000000002</c:v>
                </c:pt>
                <c:pt idx="826">
                  <c:v>0.83750000000000002</c:v>
                </c:pt>
                <c:pt idx="827">
                  <c:v>0.83750000000000002</c:v>
                </c:pt>
                <c:pt idx="828">
                  <c:v>0.83750000000000002</c:v>
                </c:pt>
                <c:pt idx="829">
                  <c:v>0.83750000000000002</c:v>
                </c:pt>
                <c:pt idx="830">
                  <c:v>0.83750000000000002</c:v>
                </c:pt>
                <c:pt idx="831">
                  <c:v>0.83750000000000002</c:v>
                </c:pt>
                <c:pt idx="832">
                  <c:v>0.84166666666666667</c:v>
                </c:pt>
                <c:pt idx="833">
                  <c:v>0.84166666666666667</c:v>
                </c:pt>
                <c:pt idx="834">
                  <c:v>0.84166666666666667</c:v>
                </c:pt>
                <c:pt idx="835">
                  <c:v>0.84166666666666667</c:v>
                </c:pt>
                <c:pt idx="836">
                  <c:v>0.84583333333333333</c:v>
                </c:pt>
                <c:pt idx="837">
                  <c:v>0.84583333333333333</c:v>
                </c:pt>
                <c:pt idx="838">
                  <c:v>0.84583333333333333</c:v>
                </c:pt>
                <c:pt idx="839">
                  <c:v>0.84583333333333333</c:v>
                </c:pt>
                <c:pt idx="840">
                  <c:v>0.85</c:v>
                </c:pt>
                <c:pt idx="841">
                  <c:v>0.85</c:v>
                </c:pt>
                <c:pt idx="842">
                  <c:v>0.85416666666666663</c:v>
                </c:pt>
                <c:pt idx="843">
                  <c:v>0.85833333333333328</c:v>
                </c:pt>
                <c:pt idx="844">
                  <c:v>0.85833333333333328</c:v>
                </c:pt>
                <c:pt idx="845">
                  <c:v>0.86250000000000004</c:v>
                </c:pt>
                <c:pt idx="846">
                  <c:v>0.86250000000000004</c:v>
                </c:pt>
                <c:pt idx="847">
                  <c:v>0.8666666666666667</c:v>
                </c:pt>
                <c:pt idx="848">
                  <c:v>0.87083333333333335</c:v>
                </c:pt>
                <c:pt idx="849">
                  <c:v>0.875</c:v>
                </c:pt>
                <c:pt idx="850">
                  <c:v>0.875</c:v>
                </c:pt>
                <c:pt idx="851">
                  <c:v>0.875</c:v>
                </c:pt>
                <c:pt idx="852">
                  <c:v>0.875</c:v>
                </c:pt>
                <c:pt idx="853">
                  <c:v>0.875</c:v>
                </c:pt>
                <c:pt idx="854">
                  <c:v>0.87916666666666665</c:v>
                </c:pt>
                <c:pt idx="855">
                  <c:v>0.87916666666666665</c:v>
                </c:pt>
                <c:pt idx="856">
                  <c:v>0.87916666666666665</c:v>
                </c:pt>
                <c:pt idx="857">
                  <c:v>0.87916666666666665</c:v>
                </c:pt>
                <c:pt idx="858">
                  <c:v>0.8833333333333333</c:v>
                </c:pt>
                <c:pt idx="859">
                  <c:v>0.88749999999999996</c:v>
                </c:pt>
                <c:pt idx="860">
                  <c:v>0.89166666666666672</c:v>
                </c:pt>
                <c:pt idx="861">
                  <c:v>0.89166666666666672</c:v>
                </c:pt>
                <c:pt idx="862">
                  <c:v>0.89583333333333337</c:v>
                </c:pt>
                <c:pt idx="863">
                  <c:v>0.89583333333333337</c:v>
                </c:pt>
                <c:pt idx="864">
                  <c:v>0.89583333333333337</c:v>
                </c:pt>
                <c:pt idx="865">
                  <c:v>0.89583333333333337</c:v>
                </c:pt>
                <c:pt idx="866">
                  <c:v>0.89583333333333337</c:v>
                </c:pt>
                <c:pt idx="867">
                  <c:v>0.9</c:v>
                </c:pt>
                <c:pt idx="868">
                  <c:v>0.9</c:v>
                </c:pt>
                <c:pt idx="869">
                  <c:v>0.9</c:v>
                </c:pt>
                <c:pt idx="870">
                  <c:v>0.90416666666666667</c:v>
                </c:pt>
                <c:pt idx="871">
                  <c:v>0.90416666666666667</c:v>
                </c:pt>
                <c:pt idx="872">
                  <c:v>0.90833333333333333</c:v>
                </c:pt>
                <c:pt idx="873">
                  <c:v>0.90833333333333333</c:v>
                </c:pt>
                <c:pt idx="874">
                  <c:v>0.90833333333333333</c:v>
                </c:pt>
                <c:pt idx="875">
                  <c:v>0.90833333333333333</c:v>
                </c:pt>
                <c:pt idx="876">
                  <c:v>0.91249999999999998</c:v>
                </c:pt>
                <c:pt idx="877">
                  <c:v>0.91249999999999998</c:v>
                </c:pt>
                <c:pt idx="878">
                  <c:v>0.91666666666666663</c:v>
                </c:pt>
                <c:pt idx="879">
                  <c:v>0.91666666666666663</c:v>
                </c:pt>
                <c:pt idx="880">
                  <c:v>0.92083333333333328</c:v>
                </c:pt>
                <c:pt idx="881">
                  <c:v>0.92500000000000004</c:v>
                </c:pt>
                <c:pt idx="882">
                  <c:v>0.92500000000000004</c:v>
                </c:pt>
                <c:pt idx="883">
                  <c:v>0.9291666666666667</c:v>
                </c:pt>
                <c:pt idx="884">
                  <c:v>0.9291666666666667</c:v>
                </c:pt>
                <c:pt idx="885">
                  <c:v>0.9291666666666667</c:v>
                </c:pt>
                <c:pt idx="886">
                  <c:v>0.9291666666666667</c:v>
                </c:pt>
                <c:pt idx="887">
                  <c:v>0.9291666666666667</c:v>
                </c:pt>
                <c:pt idx="888">
                  <c:v>0.9291666666666667</c:v>
                </c:pt>
                <c:pt idx="889">
                  <c:v>0.93333333333333335</c:v>
                </c:pt>
                <c:pt idx="890">
                  <c:v>0.9375</c:v>
                </c:pt>
                <c:pt idx="891">
                  <c:v>0.94166666666666665</c:v>
                </c:pt>
                <c:pt idx="892">
                  <c:v>0.94166666666666665</c:v>
                </c:pt>
                <c:pt idx="893">
                  <c:v>0.94166666666666665</c:v>
                </c:pt>
                <c:pt idx="894">
                  <c:v>0.94166666666666665</c:v>
                </c:pt>
                <c:pt idx="895">
                  <c:v>0.94166666666666665</c:v>
                </c:pt>
                <c:pt idx="896">
                  <c:v>0.94166666666666665</c:v>
                </c:pt>
                <c:pt idx="897">
                  <c:v>0.94166666666666665</c:v>
                </c:pt>
                <c:pt idx="898">
                  <c:v>0.94166666666666665</c:v>
                </c:pt>
                <c:pt idx="899">
                  <c:v>0.94166666666666665</c:v>
                </c:pt>
                <c:pt idx="900">
                  <c:v>0.94166666666666665</c:v>
                </c:pt>
                <c:pt idx="901">
                  <c:v>0.94166666666666665</c:v>
                </c:pt>
                <c:pt idx="902">
                  <c:v>0.9458333333333333</c:v>
                </c:pt>
                <c:pt idx="903">
                  <c:v>0.9458333333333333</c:v>
                </c:pt>
                <c:pt idx="904">
                  <c:v>0.9458333333333333</c:v>
                </c:pt>
                <c:pt idx="905">
                  <c:v>0.9458333333333333</c:v>
                </c:pt>
                <c:pt idx="906">
                  <c:v>0.9458333333333333</c:v>
                </c:pt>
                <c:pt idx="907">
                  <c:v>0.9458333333333333</c:v>
                </c:pt>
                <c:pt idx="908">
                  <c:v>0.9458333333333333</c:v>
                </c:pt>
                <c:pt idx="909">
                  <c:v>0.95</c:v>
                </c:pt>
                <c:pt idx="910">
                  <c:v>0.95416666666666672</c:v>
                </c:pt>
                <c:pt idx="911">
                  <c:v>0.95416666666666672</c:v>
                </c:pt>
                <c:pt idx="912">
                  <c:v>0.95833333333333337</c:v>
                </c:pt>
                <c:pt idx="913">
                  <c:v>0.95833333333333337</c:v>
                </c:pt>
                <c:pt idx="914">
                  <c:v>0.96250000000000002</c:v>
                </c:pt>
                <c:pt idx="915">
                  <c:v>0.96250000000000002</c:v>
                </c:pt>
                <c:pt idx="916">
                  <c:v>0.96666666666666667</c:v>
                </c:pt>
                <c:pt idx="917">
                  <c:v>0.96666666666666667</c:v>
                </c:pt>
                <c:pt idx="918">
                  <c:v>0.96666666666666667</c:v>
                </c:pt>
                <c:pt idx="919">
                  <c:v>0.96666666666666667</c:v>
                </c:pt>
                <c:pt idx="920">
                  <c:v>0.96666666666666667</c:v>
                </c:pt>
                <c:pt idx="921">
                  <c:v>0.96666666666666667</c:v>
                </c:pt>
                <c:pt idx="922">
                  <c:v>0.96666666666666667</c:v>
                </c:pt>
                <c:pt idx="923">
                  <c:v>0.97083333333333333</c:v>
                </c:pt>
                <c:pt idx="924">
                  <c:v>0.97083333333333333</c:v>
                </c:pt>
                <c:pt idx="925">
                  <c:v>0.97083333333333333</c:v>
                </c:pt>
                <c:pt idx="926">
                  <c:v>0.97083333333333333</c:v>
                </c:pt>
                <c:pt idx="927">
                  <c:v>0.97083333333333333</c:v>
                </c:pt>
                <c:pt idx="928">
                  <c:v>0.97083333333333333</c:v>
                </c:pt>
                <c:pt idx="929">
                  <c:v>0.97499999999999998</c:v>
                </c:pt>
                <c:pt idx="930">
                  <c:v>0.97499999999999998</c:v>
                </c:pt>
                <c:pt idx="931">
                  <c:v>0.97499999999999998</c:v>
                </c:pt>
                <c:pt idx="932">
                  <c:v>0.97499999999999998</c:v>
                </c:pt>
                <c:pt idx="933">
                  <c:v>0.97499999999999998</c:v>
                </c:pt>
                <c:pt idx="934">
                  <c:v>0.97499999999999998</c:v>
                </c:pt>
                <c:pt idx="935">
                  <c:v>0.97916666666666663</c:v>
                </c:pt>
                <c:pt idx="936">
                  <c:v>0.97916666666666663</c:v>
                </c:pt>
                <c:pt idx="937">
                  <c:v>0.97916666666666663</c:v>
                </c:pt>
                <c:pt idx="938">
                  <c:v>0.97916666666666663</c:v>
                </c:pt>
                <c:pt idx="939">
                  <c:v>0.97916666666666663</c:v>
                </c:pt>
                <c:pt idx="940">
                  <c:v>0.97916666666666663</c:v>
                </c:pt>
                <c:pt idx="941">
                  <c:v>0.97916666666666663</c:v>
                </c:pt>
                <c:pt idx="942">
                  <c:v>0.97916666666666663</c:v>
                </c:pt>
                <c:pt idx="943">
                  <c:v>0.98333333333333328</c:v>
                </c:pt>
                <c:pt idx="944">
                  <c:v>0.98333333333333328</c:v>
                </c:pt>
                <c:pt idx="945">
                  <c:v>0.98333333333333328</c:v>
                </c:pt>
                <c:pt idx="946">
                  <c:v>0.98750000000000004</c:v>
                </c:pt>
                <c:pt idx="947">
                  <c:v>0.9916666666666667</c:v>
                </c:pt>
                <c:pt idx="948">
                  <c:v>0.9916666666666667</c:v>
                </c:pt>
                <c:pt idx="949">
                  <c:v>0.9916666666666667</c:v>
                </c:pt>
                <c:pt idx="950">
                  <c:v>0.99583333333333335</c:v>
                </c:pt>
                <c:pt idx="951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1AC2-4126-9925-C601A6B0FFBE}"/>
            </c:ext>
          </c:extLst>
        </c:ser>
        <c:ser>
          <c:idx val="3"/>
          <c:order val="3"/>
          <c:tx>
            <c:v>RMV-FGO</c:v>
          </c:tx>
          <c:spPr>
            <a:ln w="19050" cap="rnd">
              <a:solidFill>
                <a:srgbClr val="961E23"/>
              </a:solidFill>
              <a:round/>
            </a:ln>
            <a:effectLst/>
          </c:spPr>
          <c:marker>
            <c:symbol val="none"/>
          </c:marker>
          <c:xVal>
            <c:numRef>
              <c:f>工作表1!$A$2:$A$953</c:f>
              <c:numCache>
                <c:formatCode>General</c:formatCode>
                <c:ptCount val="952"/>
                <c:pt idx="0">
                  <c:v>0</c:v>
                </c:pt>
                <c:pt idx="1">
                  <c:v>3.1662011949592449E-3</c:v>
                </c:pt>
                <c:pt idx="2">
                  <c:v>1.2078739899516416E-2</c:v>
                </c:pt>
                <c:pt idx="3">
                  <c:v>1.623631870847703E-2</c:v>
                </c:pt>
                <c:pt idx="4">
                  <c:v>1.652574522947995E-2</c:v>
                </c:pt>
                <c:pt idx="5">
                  <c:v>1.6608933058161655E-2</c:v>
                </c:pt>
                <c:pt idx="6">
                  <c:v>1.8125539644375473E-2</c:v>
                </c:pt>
                <c:pt idx="7">
                  <c:v>1.9716297004010598E-2</c:v>
                </c:pt>
                <c:pt idx="8">
                  <c:v>2.0114152554125218E-2</c:v>
                </c:pt>
                <c:pt idx="9">
                  <c:v>2.0774496941473063E-2</c:v>
                </c:pt>
                <c:pt idx="10">
                  <c:v>2.1164226427022828E-2</c:v>
                </c:pt>
                <c:pt idx="11">
                  <c:v>2.1475803675270487E-2</c:v>
                </c:pt>
                <c:pt idx="12">
                  <c:v>2.165551322101953E-2</c:v>
                </c:pt>
                <c:pt idx="13">
                  <c:v>2.2955697078244488E-2</c:v>
                </c:pt>
                <c:pt idx="14">
                  <c:v>2.4061601201945337E-2</c:v>
                </c:pt>
                <c:pt idx="15">
                  <c:v>2.4081691542894707E-2</c:v>
                </c:pt>
                <c:pt idx="16">
                  <c:v>2.4087387404915707E-2</c:v>
                </c:pt>
                <c:pt idx="17">
                  <c:v>2.4272189029455899E-2</c:v>
                </c:pt>
                <c:pt idx="18">
                  <c:v>2.8304671491904784E-2</c:v>
                </c:pt>
                <c:pt idx="19">
                  <c:v>2.8536741353876988E-2</c:v>
                </c:pt>
                <c:pt idx="20">
                  <c:v>2.9447445896680018E-2</c:v>
                </c:pt>
                <c:pt idx="21">
                  <c:v>2.9985316750738913E-2</c:v>
                </c:pt>
                <c:pt idx="22">
                  <c:v>3.1084414521194519E-2</c:v>
                </c:pt>
                <c:pt idx="23">
                  <c:v>3.124240422766229E-2</c:v>
                </c:pt>
                <c:pt idx="24">
                  <c:v>3.1640944351656465E-2</c:v>
                </c:pt>
                <c:pt idx="25">
                  <c:v>3.1807674876266602E-2</c:v>
                </c:pt>
                <c:pt idx="26">
                  <c:v>3.2198025645852058E-2</c:v>
                </c:pt>
                <c:pt idx="27">
                  <c:v>3.2584358695182586E-2</c:v>
                </c:pt>
                <c:pt idx="28">
                  <c:v>3.2667099358990384E-2</c:v>
                </c:pt>
                <c:pt idx="29">
                  <c:v>3.2933002708601875E-2</c:v>
                </c:pt>
                <c:pt idx="30">
                  <c:v>3.3012305398345036E-2</c:v>
                </c:pt>
                <c:pt idx="31">
                  <c:v>3.4213044243108795E-2</c:v>
                </c:pt>
                <c:pt idx="32">
                  <c:v>3.472742749887358E-2</c:v>
                </c:pt>
                <c:pt idx="33">
                  <c:v>3.4761126772960907E-2</c:v>
                </c:pt>
                <c:pt idx="34">
                  <c:v>3.478817507845549E-2</c:v>
                </c:pt>
                <c:pt idx="35">
                  <c:v>3.5609667250650429E-2</c:v>
                </c:pt>
                <c:pt idx="36">
                  <c:v>3.5845528822530122E-2</c:v>
                </c:pt>
                <c:pt idx="37">
                  <c:v>3.5898829433776168E-2</c:v>
                </c:pt>
                <c:pt idx="38">
                  <c:v>3.6656243460050995E-2</c:v>
                </c:pt>
                <c:pt idx="39">
                  <c:v>3.668068357589864E-2</c:v>
                </c:pt>
                <c:pt idx="40">
                  <c:v>3.7522600872123946E-2</c:v>
                </c:pt>
                <c:pt idx="41">
                  <c:v>3.7532796169869612E-2</c:v>
                </c:pt>
                <c:pt idx="42">
                  <c:v>3.7942260888828003E-2</c:v>
                </c:pt>
                <c:pt idx="43">
                  <c:v>3.8298012223499205E-2</c:v>
                </c:pt>
                <c:pt idx="44">
                  <c:v>3.8322778424901185E-2</c:v>
                </c:pt>
                <c:pt idx="45">
                  <c:v>3.8950904132680507E-2</c:v>
                </c:pt>
                <c:pt idx="46">
                  <c:v>3.9221259806631305E-2</c:v>
                </c:pt>
                <c:pt idx="47">
                  <c:v>3.937616355958682E-2</c:v>
                </c:pt>
                <c:pt idx="48">
                  <c:v>4.0477982360866138E-2</c:v>
                </c:pt>
                <c:pt idx="49">
                  <c:v>4.0538917897219362E-2</c:v>
                </c:pt>
                <c:pt idx="50">
                  <c:v>4.1061588980088722E-2</c:v>
                </c:pt>
                <c:pt idx="51">
                  <c:v>4.1464115978663327E-2</c:v>
                </c:pt>
                <c:pt idx="52">
                  <c:v>4.1715757826025719E-2</c:v>
                </c:pt>
                <c:pt idx="53">
                  <c:v>4.1923212900818796E-2</c:v>
                </c:pt>
                <c:pt idx="54">
                  <c:v>4.1934176755833205E-2</c:v>
                </c:pt>
                <c:pt idx="55">
                  <c:v>4.2222878270511306E-2</c:v>
                </c:pt>
                <c:pt idx="56">
                  <c:v>4.2748356467396637E-2</c:v>
                </c:pt>
                <c:pt idx="57">
                  <c:v>4.2993988543558181E-2</c:v>
                </c:pt>
                <c:pt idx="58">
                  <c:v>4.3260001497046917E-2</c:v>
                </c:pt>
                <c:pt idx="59">
                  <c:v>4.410491558935499E-2</c:v>
                </c:pt>
                <c:pt idx="60">
                  <c:v>4.4424556742237706E-2</c:v>
                </c:pt>
                <c:pt idx="61">
                  <c:v>4.4485278088297678E-2</c:v>
                </c:pt>
                <c:pt idx="62">
                  <c:v>4.4716056918478353E-2</c:v>
                </c:pt>
                <c:pt idx="63">
                  <c:v>4.5231372893969217E-2</c:v>
                </c:pt>
                <c:pt idx="64">
                  <c:v>4.5576847896495291E-2</c:v>
                </c:pt>
                <c:pt idx="65">
                  <c:v>4.5762733477033982E-2</c:v>
                </c:pt>
                <c:pt idx="66">
                  <c:v>4.595434150698928E-2</c:v>
                </c:pt>
                <c:pt idx="67">
                  <c:v>4.6092485702988129E-2</c:v>
                </c:pt>
                <c:pt idx="68">
                  <c:v>4.6098858761340789E-2</c:v>
                </c:pt>
                <c:pt idx="69">
                  <c:v>4.6235065640203535E-2</c:v>
                </c:pt>
                <c:pt idx="70">
                  <c:v>4.6343561983256294E-2</c:v>
                </c:pt>
                <c:pt idx="71">
                  <c:v>4.6477635656394255E-2</c:v>
                </c:pt>
                <c:pt idx="72">
                  <c:v>4.6545514373087578E-2</c:v>
                </c:pt>
                <c:pt idx="73">
                  <c:v>4.7292613773215246E-2</c:v>
                </c:pt>
                <c:pt idx="74">
                  <c:v>4.7801703214567171E-2</c:v>
                </c:pt>
                <c:pt idx="75">
                  <c:v>4.7909928911117276E-2</c:v>
                </c:pt>
                <c:pt idx="76">
                  <c:v>4.8554044042312852E-2</c:v>
                </c:pt>
                <c:pt idx="77">
                  <c:v>4.8820334403981279E-2</c:v>
                </c:pt>
                <c:pt idx="78">
                  <c:v>4.8997574851224919E-2</c:v>
                </c:pt>
                <c:pt idx="79">
                  <c:v>4.9099983419716935E-2</c:v>
                </c:pt>
                <c:pt idx="80">
                  <c:v>4.9957679940939172E-2</c:v>
                </c:pt>
                <c:pt idx="81">
                  <c:v>5.1513480483328669E-2</c:v>
                </c:pt>
                <c:pt idx="82">
                  <c:v>5.1719725956235349E-2</c:v>
                </c:pt>
                <c:pt idx="83">
                  <c:v>5.2097322015695884E-2</c:v>
                </c:pt>
                <c:pt idx="84">
                  <c:v>5.2606742977306713E-2</c:v>
                </c:pt>
                <c:pt idx="85">
                  <c:v>5.2900301689723518E-2</c:v>
                </c:pt>
                <c:pt idx="86">
                  <c:v>5.3000480543518767E-2</c:v>
                </c:pt>
                <c:pt idx="87">
                  <c:v>5.3275045164821157E-2</c:v>
                </c:pt>
                <c:pt idx="88">
                  <c:v>5.3676703897058003E-2</c:v>
                </c:pt>
                <c:pt idx="89">
                  <c:v>5.3711106897562921E-2</c:v>
                </c:pt>
                <c:pt idx="90">
                  <c:v>5.3836070906532092E-2</c:v>
                </c:pt>
                <c:pt idx="91">
                  <c:v>5.3882990949800869E-2</c:v>
                </c:pt>
                <c:pt idx="92">
                  <c:v>5.3947185556083785E-2</c:v>
                </c:pt>
                <c:pt idx="93">
                  <c:v>5.4031875703840306E-2</c:v>
                </c:pt>
                <c:pt idx="94">
                  <c:v>5.4334477234444463E-2</c:v>
                </c:pt>
                <c:pt idx="95">
                  <c:v>5.4576613756889873E-2</c:v>
                </c:pt>
                <c:pt idx="96">
                  <c:v>5.4622212347787573E-2</c:v>
                </c:pt>
                <c:pt idx="97">
                  <c:v>5.4904307636266081E-2</c:v>
                </c:pt>
                <c:pt idx="98">
                  <c:v>5.5238595140510813E-2</c:v>
                </c:pt>
                <c:pt idx="99">
                  <c:v>5.5896743007792529E-2</c:v>
                </c:pt>
                <c:pt idx="100">
                  <c:v>5.6005441242285382E-2</c:v>
                </c:pt>
                <c:pt idx="101">
                  <c:v>5.6222016073367534E-2</c:v>
                </c:pt>
                <c:pt idx="102">
                  <c:v>5.622213819084626E-2</c:v>
                </c:pt>
                <c:pt idx="103">
                  <c:v>5.6351282831783464E-2</c:v>
                </c:pt>
                <c:pt idx="104">
                  <c:v>5.6628039187502886E-2</c:v>
                </c:pt>
                <c:pt idx="105">
                  <c:v>5.691035792040669E-2</c:v>
                </c:pt>
                <c:pt idx="106">
                  <c:v>5.6926747595314006E-2</c:v>
                </c:pt>
                <c:pt idx="107">
                  <c:v>5.7307103492367457E-2</c:v>
                </c:pt>
                <c:pt idx="108">
                  <c:v>5.7530549065236178E-2</c:v>
                </c:pt>
                <c:pt idx="109">
                  <c:v>5.7603028002235553E-2</c:v>
                </c:pt>
                <c:pt idx="110">
                  <c:v>5.7810839279363639E-2</c:v>
                </c:pt>
                <c:pt idx="111">
                  <c:v>5.7845472892036225E-2</c:v>
                </c:pt>
                <c:pt idx="112">
                  <c:v>5.7917931601736201E-2</c:v>
                </c:pt>
                <c:pt idx="113">
                  <c:v>5.7944161876877461E-2</c:v>
                </c:pt>
                <c:pt idx="114">
                  <c:v>5.8299142552087013E-2</c:v>
                </c:pt>
                <c:pt idx="115">
                  <c:v>5.8472755924084428E-2</c:v>
                </c:pt>
                <c:pt idx="116">
                  <c:v>5.8538454581866337E-2</c:v>
                </c:pt>
                <c:pt idx="117">
                  <c:v>5.8671476840851285E-2</c:v>
                </c:pt>
                <c:pt idx="118">
                  <c:v>5.8781468698702426E-2</c:v>
                </c:pt>
                <c:pt idx="119">
                  <c:v>5.8839563541385274E-2</c:v>
                </c:pt>
                <c:pt idx="120">
                  <c:v>5.9076290442891491E-2</c:v>
                </c:pt>
                <c:pt idx="121">
                  <c:v>5.9441674226280897E-2</c:v>
                </c:pt>
                <c:pt idx="122">
                  <c:v>5.9554939140421925E-2</c:v>
                </c:pt>
                <c:pt idx="123">
                  <c:v>5.9629366538622677E-2</c:v>
                </c:pt>
                <c:pt idx="124">
                  <c:v>5.9630051883657366E-2</c:v>
                </c:pt>
                <c:pt idx="125">
                  <c:v>5.9754583518957342E-2</c:v>
                </c:pt>
                <c:pt idx="126">
                  <c:v>5.9815957242801351E-2</c:v>
                </c:pt>
                <c:pt idx="127">
                  <c:v>6.0143804318636439E-2</c:v>
                </c:pt>
                <c:pt idx="128">
                  <c:v>6.0502633158436771E-2</c:v>
                </c:pt>
                <c:pt idx="129">
                  <c:v>6.073830495240562E-2</c:v>
                </c:pt>
                <c:pt idx="130">
                  <c:v>6.108750125058806E-2</c:v>
                </c:pt>
                <c:pt idx="131">
                  <c:v>6.1775819996762002E-2</c:v>
                </c:pt>
                <c:pt idx="132">
                  <c:v>6.1954174951170414E-2</c:v>
                </c:pt>
                <c:pt idx="133">
                  <c:v>6.1973077498794986E-2</c:v>
                </c:pt>
                <c:pt idx="134">
                  <c:v>6.2172081730605219E-2</c:v>
                </c:pt>
                <c:pt idx="135">
                  <c:v>6.2174004805403388E-2</c:v>
                </c:pt>
                <c:pt idx="136">
                  <c:v>6.247713561900857E-2</c:v>
                </c:pt>
                <c:pt idx="137">
                  <c:v>6.3086065360306615E-2</c:v>
                </c:pt>
                <c:pt idx="138">
                  <c:v>6.3682850827114612E-2</c:v>
                </c:pt>
                <c:pt idx="139">
                  <c:v>6.3718068159003785E-2</c:v>
                </c:pt>
                <c:pt idx="140">
                  <c:v>6.3765048345309827E-2</c:v>
                </c:pt>
                <c:pt idx="141">
                  <c:v>6.3915528524336615E-2</c:v>
                </c:pt>
                <c:pt idx="142">
                  <c:v>6.4052673717908612E-2</c:v>
                </c:pt>
                <c:pt idx="143">
                  <c:v>6.4099035153155778E-2</c:v>
                </c:pt>
                <c:pt idx="144">
                  <c:v>6.4208095057794026E-2</c:v>
                </c:pt>
                <c:pt idx="145">
                  <c:v>6.4407306327255026E-2</c:v>
                </c:pt>
                <c:pt idx="146">
                  <c:v>6.480364622507527E-2</c:v>
                </c:pt>
                <c:pt idx="147">
                  <c:v>6.5059631060481307E-2</c:v>
                </c:pt>
                <c:pt idx="148">
                  <c:v>6.5113126481730649E-2</c:v>
                </c:pt>
                <c:pt idx="149">
                  <c:v>6.5119228895429468E-2</c:v>
                </c:pt>
                <c:pt idx="150">
                  <c:v>6.5157269632935499E-2</c:v>
                </c:pt>
                <c:pt idx="151">
                  <c:v>6.5187533232846248E-2</c:v>
                </c:pt>
                <c:pt idx="152">
                  <c:v>6.5325513103602517E-2</c:v>
                </c:pt>
                <c:pt idx="153">
                  <c:v>6.5384926574153804E-2</c:v>
                </c:pt>
                <c:pt idx="154">
                  <c:v>6.5388283860235513E-2</c:v>
                </c:pt>
                <c:pt idx="155">
                  <c:v>6.5482137905433599E-2</c:v>
                </c:pt>
                <c:pt idx="156">
                  <c:v>6.5519516785192841E-2</c:v>
                </c:pt>
                <c:pt idx="157">
                  <c:v>6.5891305809899034E-2</c:v>
                </c:pt>
                <c:pt idx="158">
                  <c:v>6.5982414118688562E-2</c:v>
                </c:pt>
                <c:pt idx="159">
                  <c:v>6.6155491526766322E-2</c:v>
                </c:pt>
                <c:pt idx="160">
                  <c:v>6.6709138930587719E-2</c:v>
                </c:pt>
                <c:pt idx="161">
                  <c:v>6.6844816719879921E-2</c:v>
                </c:pt>
                <c:pt idx="162">
                  <c:v>6.6861711881076563E-2</c:v>
                </c:pt>
                <c:pt idx="163">
                  <c:v>6.7182033285541939E-2</c:v>
                </c:pt>
                <c:pt idx="164">
                  <c:v>6.7363183341319702E-2</c:v>
                </c:pt>
                <c:pt idx="165">
                  <c:v>6.7378625618716811E-2</c:v>
                </c:pt>
                <c:pt idx="166">
                  <c:v>6.7480816187564852E-2</c:v>
                </c:pt>
                <c:pt idx="167">
                  <c:v>6.7736221850094591E-2</c:v>
                </c:pt>
                <c:pt idx="168">
                  <c:v>6.7799294111177633E-2</c:v>
                </c:pt>
                <c:pt idx="169">
                  <c:v>6.8078866529378584E-2</c:v>
                </c:pt>
                <c:pt idx="170">
                  <c:v>6.8092788238319019E-2</c:v>
                </c:pt>
                <c:pt idx="171">
                  <c:v>6.8213865465721141E-2</c:v>
                </c:pt>
                <c:pt idx="172">
                  <c:v>6.8234478606409368E-2</c:v>
                </c:pt>
                <c:pt idx="173">
                  <c:v>6.8407565255273403E-2</c:v>
                </c:pt>
                <c:pt idx="174">
                  <c:v>6.851077612964443E-2</c:v>
                </c:pt>
                <c:pt idx="175">
                  <c:v>6.8519086751866326E-2</c:v>
                </c:pt>
                <c:pt idx="176">
                  <c:v>6.8606147244337848E-2</c:v>
                </c:pt>
                <c:pt idx="177">
                  <c:v>6.8686423442855887E-2</c:v>
                </c:pt>
                <c:pt idx="178">
                  <c:v>6.8692369012088292E-2</c:v>
                </c:pt>
                <c:pt idx="179">
                  <c:v>6.9298594625316026E-2</c:v>
                </c:pt>
                <c:pt idx="180">
                  <c:v>6.9505457965932271E-2</c:v>
                </c:pt>
                <c:pt idx="181">
                  <c:v>6.9807504487519115E-2</c:v>
                </c:pt>
                <c:pt idx="182">
                  <c:v>6.9912583572856318E-2</c:v>
                </c:pt>
                <c:pt idx="183">
                  <c:v>6.9918676801957749E-2</c:v>
                </c:pt>
                <c:pt idx="184">
                  <c:v>7.0185782872465727E-2</c:v>
                </c:pt>
                <c:pt idx="185">
                  <c:v>7.0287049073866306E-2</c:v>
                </c:pt>
                <c:pt idx="186">
                  <c:v>7.031471357167271E-2</c:v>
                </c:pt>
                <c:pt idx="187">
                  <c:v>7.0337139436966623E-2</c:v>
                </c:pt>
                <c:pt idx="188">
                  <c:v>7.0356282394937464E-2</c:v>
                </c:pt>
                <c:pt idx="189">
                  <c:v>7.0653356724461769E-2</c:v>
                </c:pt>
                <c:pt idx="190">
                  <c:v>7.0851914106859731E-2</c:v>
                </c:pt>
                <c:pt idx="191">
                  <c:v>7.0876016803651715E-2</c:v>
                </c:pt>
                <c:pt idx="192">
                  <c:v>7.1062477964549869E-2</c:v>
                </c:pt>
                <c:pt idx="193">
                  <c:v>7.1099632297746143E-2</c:v>
                </c:pt>
                <c:pt idx="194">
                  <c:v>7.1148006182456897E-2</c:v>
                </c:pt>
                <c:pt idx="195">
                  <c:v>7.1312130491729006E-2</c:v>
                </c:pt>
                <c:pt idx="196">
                  <c:v>7.1418444214576354E-2</c:v>
                </c:pt>
                <c:pt idx="197">
                  <c:v>7.1603600489683741E-2</c:v>
                </c:pt>
                <c:pt idx="198">
                  <c:v>7.1667579679379464E-2</c:v>
                </c:pt>
                <c:pt idx="199">
                  <c:v>7.2070842504558641E-2</c:v>
                </c:pt>
                <c:pt idx="200">
                  <c:v>7.2182993810834983E-2</c:v>
                </c:pt>
                <c:pt idx="201">
                  <c:v>7.2431609746923947E-2</c:v>
                </c:pt>
                <c:pt idx="202">
                  <c:v>7.2488358028089769E-2</c:v>
                </c:pt>
                <c:pt idx="203">
                  <c:v>7.2564968845107047E-2</c:v>
                </c:pt>
                <c:pt idx="204">
                  <c:v>7.2584022362543854E-2</c:v>
                </c:pt>
                <c:pt idx="205">
                  <c:v>7.2621527075591691E-2</c:v>
                </c:pt>
                <c:pt idx="206">
                  <c:v>7.2942996879180308E-2</c:v>
                </c:pt>
                <c:pt idx="207">
                  <c:v>7.3051565067940138E-2</c:v>
                </c:pt>
                <c:pt idx="208">
                  <c:v>7.3142229397131039E-2</c:v>
                </c:pt>
                <c:pt idx="209">
                  <c:v>7.3271832659754066E-2</c:v>
                </c:pt>
                <c:pt idx="210">
                  <c:v>7.3298464047464179E-2</c:v>
                </c:pt>
                <c:pt idx="211">
                  <c:v>7.3331591549120362E-2</c:v>
                </c:pt>
                <c:pt idx="212">
                  <c:v>7.3725887666439838E-2</c:v>
                </c:pt>
                <c:pt idx="213">
                  <c:v>7.388539702735164E-2</c:v>
                </c:pt>
                <c:pt idx="214">
                  <c:v>7.4112674007546619E-2</c:v>
                </c:pt>
                <c:pt idx="215">
                  <c:v>7.4292834683523989E-2</c:v>
                </c:pt>
                <c:pt idx="216">
                  <c:v>7.4487817982975907E-2</c:v>
                </c:pt>
                <c:pt idx="217">
                  <c:v>7.4550468891445662E-2</c:v>
                </c:pt>
                <c:pt idx="218">
                  <c:v>7.4756555291799767E-2</c:v>
                </c:pt>
                <c:pt idx="219">
                  <c:v>7.4939085626576182E-2</c:v>
                </c:pt>
                <c:pt idx="220">
                  <c:v>7.5075430892277112E-2</c:v>
                </c:pt>
                <c:pt idx="221">
                  <c:v>7.5251800720158746E-2</c:v>
                </c:pt>
                <c:pt idx="222">
                  <c:v>7.5461149633199665E-2</c:v>
                </c:pt>
                <c:pt idx="223">
                  <c:v>7.5479796110341169E-2</c:v>
                </c:pt>
                <c:pt idx="224">
                  <c:v>7.5821497108147798E-2</c:v>
                </c:pt>
                <c:pt idx="225">
                  <c:v>7.59058639231701E-2</c:v>
                </c:pt>
                <c:pt idx="226">
                  <c:v>7.5934673452074289E-2</c:v>
                </c:pt>
                <c:pt idx="227">
                  <c:v>7.593635479034147E-2</c:v>
                </c:pt>
                <c:pt idx="228">
                  <c:v>7.6178878412314688E-2</c:v>
                </c:pt>
                <c:pt idx="229">
                  <c:v>7.6282464199685596E-2</c:v>
                </c:pt>
                <c:pt idx="230">
                  <c:v>7.6288165188917414E-2</c:v>
                </c:pt>
                <c:pt idx="231">
                  <c:v>7.7245107936023821E-2</c:v>
                </c:pt>
                <c:pt idx="232">
                  <c:v>7.7379153577419438E-2</c:v>
                </c:pt>
                <c:pt idx="233">
                  <c:v>7.7477528970640849E-2</c:v>
                </c:pt>
                <c:pt idx="234">
                  <c:v>7.7610005429706405E-2</c:v>
                </c:pt>
                <c:pt idx="235">
                  <c:v>7.8028414265222862E-2</c:v>
                </c:pt>
                <c:pt idx="236">
                  <c:v>7.8545295211309901E-2</c:v>
                </c:pt>
                <c:pt idx="237">
                  <c:v>7.8724957608238694E-2</c:v>
                </c:pt>
                <c:pt idx="238">
                  <c:v>7.9217262964902807E-2</c:v>
                </c:pt>
                <c:pt idx="239">
                  <c:v>7.9343079207590775E-2</c:v>
                </c:pt>
                <c:pt idx="240">
                  <c:v>7.9366880583809016E-2</c:v>
                </c:pt>
                <c:pt idx="241">
                  <c:v>7.9564999210695167E-2</c:v>
                </c:pt>
                <c:pt idx="242">
                  <c:v>7.9642587858062372E-2</c:v>
                </c:pt>
                <c:pt idx="243">
                  <c:v>7.9743864759675653E-2</c:v>
                </c:pt>
                <c:pt idx="244">
                  <c:v>7.9862059570597804E-2</c:v>
                </c:pt>
                <c:pt idx="245">
                  <c:v>8.0230948661714777E-2</c:v>
                </c:pt>
                <c:pt idx="246">
                  <c:v>8.0246505225134171E-2</c:v>
                </c:pt>
                <c:pt idx="247">
                  <c:v>8.0248579825970695E-2</c:v>
                </c:pt>
                <c:pt idx="248">
                  <c:v>8.0310901139571844E-2</c:v>
                </c:pt>
                <c:pt idx="249">
                  <c:v>8.033407693207642E-2</c:v>
                </c:pt>
                <c:pt idx="250">
                  <c:v>8.0697002807894977E-2</c:v>
                </c:pt>
                <c:pt idx="251">
                  <c:v>8.0718807612405755E-2</c:v>
                </c:pt>
                <c:pt idx="252">
                  <c:v>8.0815613248520435E-2</c:v>
                </c:pt>
                <c:pt idx="253">
                  <c:v>8.082368438212327E-2</c:v>
                </c:pt>
                <c:pt idx="254">
                  <c:v>8.0955069825799281E-2</c:v>
                </c:pt>
                <c:pt idx="255">
                  <c:v>8.1535569087276952E-2</c:v>
                </c:pt>
                <c:pt idx="256">
                  <c:v>8.1539949373737819E-2</c:v>
                </c:pt>
                <c:pt idx="257">
                  <c:v>8.155163317207538E-2</c:v>
                </c:pt>
                <c:pt idx="258">
                  <c:v>8.1710710901178346E-2</c:v>
                </c:pt>
                <c:pt idx="259">
                  <c:v>8.2219711274486851E-2</c:v>
                </c:pt>
                <c:pt idx="260">
                  <c:v>8.233000734672298E-2</c:v>
                </c:pt>
                <c:pt idx="261">
                  <c:v>8.2330785292652364E-2</c:v>
                </c:pt>
                <c:pt idx="262">
                  <c:v>8.2394199770907908E-2</c:v>
                </c:pt>
                <c:pt idx="263">
                  <c:v>8.2515601855094503E-2</c:v>
                </c:pt>
                <c:pt idx="264">
                  <c:v>8.2622900229343224E-2</c:v>
                </c:pt>
                <c:pt idx="265">
                  <c:v>8.2651401590899065E-2</c:v>
                </c:pt>
                <c:pt idx="266">
                  <c:v>8.2772821696939086E-2</c:v>
                </c:pt>
                <c:pt idx="267">
                  <c:v>8.2780164957042351E-2</c:v>
                </c:pt>
                <c:pt idx="268">
                  <c:v>8.3016590671742108E-2</c:v>
                </c:pt>
                <c:pt idx="269">
                  <c:v>8.3275674707291469E-2</c:v>
                </c:pt>
                <c:pt idx="270">
                  <c:v>8.3367786682951389E-2</c:v>
                </c:pt>
                <c:pt idx="271">
                  <c:v>8.3553451959009484E-2</c:v>
                </c:pt>
                <c:pt idx="272">
                  <c:v>8.3608853852383952E-2</c:v>
                </c:pt>
                <c:pt idx="273">
                  <c:v>8.3967863140854582E-2</c:v>
                </c:pt>
                <c:pt idx="274">
                  <c:v>8.3996939169537238E-2</c:v>
                </c:pt>
                <c:pt idx="275">
                  <c:v>8.4197419398263557E-2</c:v>
                </c:pt>
                <c:pt idx="276">
                  <c:v>8.4240052035969862E-2</c:v>
                </c:pt>
                <c:pt idx="277">
                  <c:v>8.4292587592547041E-2</c:v>
                </c:pt>
                <c:pt idx="278">
                  <c:v>8.4411170745216174E-2</c:v>
                </c:pt>
                <c:pt idx="279">
                  <c:v>8.449229862830808E-2</c:v>
                </c:pt>
                <c:pt idx="280">
                  <c:v>8.4551968597067956E-2</c:v>
                </c:pt>
                <c:pt idx="281">
                  <c:v>8.4622186082515496E-2</c:v>
                </c:pt>
                <c:pt idx="282">
                  <c:v>8.4636090373526582E-2</c:v>
                </c:pt>
                <c:pt idx="283">
                  <c:v>8.4732707260210052E-2</c:v>
                </c:pt>
                <c:pt idx="284">
                  <c:v>8.496317148712039E-2</c:v>
                </c:pt>
                <c:pt idx="285">
                  <c:v>8.5079750623589204E-2</c:v>
                </c:pt>
                <c:pt idx="286">
                  <c:v>8.5158000828358005E-2</c:v>
                </c:pt>
                <c:pt idx="287">
                  <c:v>8.532957742204067E-2</c:v>
                </c:pt>
                <c:pt idx="288">
                  <c:v>8.5501014470356212E-2</c:v>
                </c:pt>
                <c:pt idx="289">
                  <c:v>8.5750561834787103E-2</c:v>
                </c:pt>
                <c:pt idx="290">
                  <c:v>8.6272667882055482E-2</c:v>
                </c:pt>
                <c:pt idx="291">
                  <c:v>8.6313239137990452E-2</c:v>
                </c:pt>
                <c:pt idx="292">
                  <c:v>8.6320398519411229E-2</c:v>
                </c:pt>
                <c:pt idx="293">
                  <c:v>8.632655164823641E-2</c:v>
                </c:pt>
                <c:pt idx="294">
                  <c:v>8.6461596039262303E-2</c:v>
                </c:pt>
                <c:pt idx="295">
                  <c:v>8.6585954577333049E-2</c:v>
                </c:pt>
                <c:pt idx="296">
                  <c:v>8.678348983014697E-2</c:v>
                </c:pt>
                <c:pt idx="297">
                  <c:v>8.6954531351126074E-2</c:v>
                </c:pt>
                <c:pt idx="298">
                  <c:v>8.7061012629504497E-2</c:v>
                </c:pt>
                <c:pt idx="299">
                  <c:v>8.7086411210997042E-2</c:v>
                </c:pt>
                <c:pt idx="300">
                  <c:v>8.7179947414004408E-2</c:v>
                </c:pt>
                <c:pt idx="301">
                  <c:v>8.7356763414491514E-2</c:v>
                </c:pt>
                <c:pt idx="302">
                  <c:v>8.7448286339328676E-2</c:v>
                </c:pt>
                <c:pt idx="303">
                  <c:v>8.7602135203320317E-2</c:v>
                </c:pt>
                <c:pt idx="304">
                  <c:v>8.7788118378410204E-2</c:v>
                </c:pt>
                <c:pt idx="305">
                  <c:v>8.8454204716505239E-2</c:v>
                </c:pt>
                <c:pt idx="306">
                  <c:v>8.8754025342786327E-2</c:v>
                </c:pt>
                <c:pt idx="307">
                  <c:v>8.9114048559026618E-2</c:v>
                </c:pt>
                <c:pt idx="308">
                  <c:v>8.9407632940473006E-2</c:v>
                </c:pt>
                <c:pt idx="309">
                  <c:v>8.9856186660261184E-2</c:v>
                </c:pt>
                <c:pt idx="310">
                  <c:v>8.9907650285870749E-2</c:v>
                </c:pt>
                <c:pt idx="311">
                  <c:v>9.0055296520951261E-2</c:v>
                </c:pt>
                <c:pt idx="312">
                  <c:v>9.0295869366803713E-2</c:v>
                </c:pt>
                <c:pt idx="313">
                  <c:v>9.0667736764371953E-2</c:v>
                </c:pt>
                <c:pt idx="314">
                  <c:v>9.0758204089214298E-2</c:v>
                </c:pt>
                <c:pt idx="315">
                  <c:v>9.0972190823013208E-2</c:v>
                </c:pt>
                <c:pt idx="316">
                  <c:v>9.1133181990852366E-2</c:v>
                </c:pt>
                <c:pt idx="317">
                  <c:v>9.1522340671823993E-2</c:v>
                </c:pt>
                <c:pt idx="318">
                  <c:v>9.165965944104823E-2</c:v>
                </c:pt>
                <c:pt idx="319">
                  <c:v>9.1671291234196053E-2</c:v>
                </c:pt>
                <c:pt idx="320">
                  <c:v>9.1788010782640761E-2</c:v>
                </c:pt>
                <c:pt idx="321">
                  <c:v>9.2336832640628502E-2</c:v>
                </c:pt>
                <c:pt idx="322">
                  <c:v>9.2348324121932487E-2</c:v>
                </c:pt>
                <c:pt idx="323">
                  <c:v>9.2533618274571058E-2</c:v>
                </c:pt>
                <c:pt idx="324">
                  <c:v>9.2547217357326447E-2</c:v>
                </c:pt>
                <c:pt idx="325">
                  <c:v>9.2625506411569788E-2</c:v>
                </c:pt>
                <c:pt idx="326">
                  <c:v>9.2871931140301886E-2</c:v>
                </c:pt>
                <c:pt idx="327">
                  <c:v>9.314867676957525E-2</c:v>
                </c:pt>
                <c:pt idx="328">
                  <c:v>9.4026446381716214E-2</c:v>
                </c:pt>
                <c:pt idx="329">
                  <c:v>9.4044545846246205E-2</c:v>
                </c:pt>
                <c:pt idx="330">
                  <c:v>9.4172835718857678E-2</c:v>
                </c:pt>
                <c:pt idx="331">
                  <c:v>9.4199292483387889E-2</c:v>
                </c:pt>
                <c:pt idx="332">
                  <c:v>9.4457017865018297E-2</c:v>
                </c:pt>
                <c:pt idx="333">
                  <c:v>9.4470994451329837E-2</c:v>
                </c:pt>
                <c:pt idx="334">
                  <c:v>9.486551836927154E-2</c:v>
                </c:pt>
                <c:pt idx="335">
                  <c:v>9.5002102336052982E-2</c:v>
                </c:pt>
                <c:pt idx="336">
                  <c:v>9.5042331001198341E-2</c:v>
                </c:pt>
                <c:pt idx="337">
                  <c:v>9.5175689556991433E-2</c:v>
                </c:pt>
                <c:pt idx="338">
                  <c:v>9.5177877129045393E-2</c:v>
                </c:pt>
                <c:pt idx="339">
                  <c:v>9.5878261392980432E-2</c:v>
                </c:pt>
                <c:pt idx="340">
                  <c:v>9.588432482350534E-2</c:v>
                </c:pt>
                <c:pt idx="341">
                  <c:v>9.6151016961784797E-2</c:v>
                </c:pt>
                <c:pt idx="342">
                  <c:v>9.6560411643976024E-2</c:v>
                </c:pt>
                <c:pt idx="343">
                  <c:v>9.6589866027592938E-2</c:v>
                </c:pt>
                <c:pt idx="344">
                  <c:v>9.6685126871160584E-2</c:v>
                </c:pt>
                <c:pt idx="345">
                  <c:v>9.6765074354584424E-2</c:v>
                </c:pt>
                <c:pt idx="346">
                  <c:v>9.6982380124808351E-2</c:v>
                </c:pt>
                <c:pt idx="347">
                  <c:v>9.719366246957728E-2</c:v>
                </c:pt>
                <c:pt idx="348">
                  <c:v>9.7463759754127896E-2</c:v>
                </c:pt>
                <c:pt idx="349">
                  <c:v>9.7542503433642264E-2</c:v>
                </c:pt>
                <c:pt idx="350">
                  <c:v>9.7607295843996814E-2</c:v>
                </c:pt>
                <c:pt idx="351">
                  <c:v>9.7733371855499032E-2</c:v>
                </c:pt>
                <c:pt idx="352">
                  <c:v>9.7861146585389844E-2</c:v>
                </c:pt>
                <c:pt idx="353">
                  <c:v>9.8052743596481695E-2</c:v>
                </c:pt>
                <c:pt idx="354">
                  <c:v>9.8058821125382029E-2</c:v>
                </c:pt>
                <c:pt idx="355">
                  <c:v>9.813745085537405E-2</c:v>
                </c:pt>
                <c:pt idx="356">
                  <c:v>9.8722317384303107E-2</c:v>
                </c:pt>
                <c:pt idx="357">
                  <c:v>9.9058527992990988E-2</c:v>
                </c:pt>
                <c:pt idx="358">
                  <c:v>9.9271357775347957E-2</c:v>
                </c:pt>
                <c:pt idx="359">
                  <c:v>9.9810464911304853E-2</c:v>
                </c:pt>
                <c:pt idx="360">
                  <c:v>0.10020570458708868</c:v>
                </c:pt>
                <c:pt idx="361">
                  <c:v>0.10043091830337733</c:v>
                </c:pt>
                <c:pt idx="362">
                  <c:v>0.100462663038693</c:v>
                </c:pt>
                <c:pt idx="363">
                  <c:v>0.10078034451875557</c:v>
                </c:pt>
                <c:pt idx="364">
                  <c:v>0.10117913460200638</c:v>
                </c:pt>
                <c:pt idx="365">
                  <c:v>0.10136056196302239</c:v>
                </c:pt>
                <c:pt idx="366">
                  <c:v>0.10136545460122015</c:v>
                </c:pt>
                <c:pt idx="367">
                  <c:v>0.10149493967759035</c:v>
                </c:pt>
                <c:pt idx="368">
                  <c:v>0.10156731431944169</c:v>
                </c:pt>
                <c:pt idx="369">
                  <c:v>0.10159291326638503</c:v>
                </c:pt>
                <c:pt idx="370">
                  <c:v>0.10176215703577</c:v>
                </c:pt>
                <c:pt idx="371">
                  <c:v>0.10181513868061771</c:v>
                </c:pt>
                <c:pt idx="372">
                  <c:v>0.10190402126259109</c:v>
                </c:pt>
                <c:pt idx="373">
                  <c:v>0.10201538212864092</c:v>
                </c:pt>
                <c:pt idx="374">
                  <c:v>0.10218315066525645</c:v>
                </c:pt>
                <c:pt idx="375">
                  <c:v>0.10233417844752619</c:v>
                </c:pt>
                <c:pt idx="376">
                  <c:v>0.10248161627663782</c:v>
                </c:pt>
                <c:pt idx="377">
                  <c:v>0.10261683800753969</c:v>
                </c:pt>
                <c:pt idx="378">
                  <c:v>0.10272919154500568</c:v>
                </c:pt>
                <c:pt idx="379">
                  <c:v>0.10308132512275045</c:v>
                </c:pt>
                <c:pt idx="380">
                  <c:v>0.1033730429407179</c:v>
                </c:pt>
                <c:pt idx="381">
                  <c:v>0.1033914237028886</c:v>
                </c:pt>
                <c:pt idx="382">
                  <c:v>0.10351455833913319</c:v>
                </c:pt>
                <c:pt idx="383">
                  <c:v>0.10365493496339015</c:v>
                </c:pt>
                <c:pt idx="384">
                  <c:v>0.1037582576309185</c:v>
                </c:pt>
                <c:pt idx="385">
                  <c:v>0.10376754985579276</c:v>
                </c:pt>
                <c:pt idx="386">
                  <c:v>0.10382505345331286</c:v>
                </c:pt>
                <c:pt idx="387">
                  <c:v>0.10412622470909634</c:v>
                </c:pt>
                <c:pt idx="388">
                  <c:v>0.10428157437633374</c:v>
                </c:pt>
                <c:pt idx="389">
                  <c:v>0.10443462187892713</c:v>
                </c:pt>
                <c:pt idx="390">
                  <c:v>0.10463978476686264</c:v>
                </c:pt>
                <c:pt idx="391">
                  <c:v>0.10466280429613202</c:v>
                </c:pt>
                <c:pt idx="392">
                  <c:v>0.1047002073170937</c:v>
                </c:pt>
                <c:pt idx="393">
                  <c:v>0.10479110551926218</c:v>
                </c:pt>
                <c:pt idx="394">
                  <c:v>0.1049258610454888</c:v>
                </c:pt>
                <c:pt idx="395">
                  <c:v>0.10511983972807103</c:v>
                </c:pt>
                <c:pt idx="396">
                  <c:v>0.10526954691258829</c:v>
                </c:pt>
                <c:pt idx="397">
                  <c:v>0.10533563287748789</c:v>
                </c:pt>
                <c:pt idx="398">
                  <c:v>0.10535894924765489</c:v>
                </c:pt>
                <c:pt idx="399">
                  <c:v>0.10537926838148159</c:v>
                </c:pt>
                <c:pt idx="400">
                  <c:v>0.10547508115664458</c:v>
                </c:pt>
                <c:pt idx="401">
                  <c:v>0.10560309490444669</c:v>
                </c:pt>
                <c:pt idx="402">
                  <c:v>0.10570730807569075</c:v>
                </c:pt>
                <c:pt idx="403">
                  <c:v>0.1060062951154679</c:v>
                </c:pt>
                <c:pt idx="404">
                  <c:v>0.10633391077923253</c:v>
                </c:pt>
                <c:pt idx="405">
                  <c:v>0.10634601675417929</c:v>
                </c:pt>
                <c:pt idx="406">
                  <c:v>0.10646741958955913</c:v>
                </c:pt>
                <c:pt idx="407">
                  <c:v>0.10677988625297752</c:v>
                </c:pt>
                <c:pt idx="408">
                  <c:v>0.10679736076319706</c:v>
                </c:pt>
                <c:pt idx="409">
                  <c:v>0.10687554287175371</c:v>
                </c:pt>
                <c:pt idx="410">
                  <c:v>0.10716113901303866</c:v>
                </c:pt>
                <c:pt idx="411">
                  <c:v>0.10722798261043637</c:v>
                </c:pt>
                <c:pt idx="412">
                  <c:v>0.10757552531277412</c:v>
                </c:pt>
                <c:pt idx="413">
                  <c:v>0.10794122941211851</c:v>
                </c:pt>
                <c:pt idx="414">
                  <c:v>0.10798678511022099</c:v>
                </c:pt>
                <c:pt idx="415">
                  <c:v>0.1080338327830115</c:v>
                </c:pt>
                <c:pt idx="416">
                  <c:v>0.10803959654835701</c:v>
                </c:pt>
                <c:pt idx="417">
                  <c:v>0.10805748998548072</c:v>
                </c:pt>
                <c:pt idx="418">
                  <c:v>0.10829208718778711</c:v>
                </c:pt>
                <c:pt idx="419">
                  <c:v>0.10849227624894915</c:v>
                </c:pt>
                <c:pt idx="420">
                  <c:v>0.10855482032299607</c:v>
                </c:pt>
                <c:pt idx="421">
                  <c:v>0.10875939420461507</c:v>
                </c:pt>
                <c:pt idx="422">
                  <c:v>0.10879980489359832</c:v>
                </c:pt>
                <c:pt idx="423">
                  <c:v>0.1088307703238456</c:v>
                </c:pt>
                <c:pt idx="424">
                  <c:v>0.10891949107873408</c:v>
                </c:pt>
                <c:pt idx="425">
                  <c:v>0.1090618772190993</c:v>
                </c:pt>
                <c:pt idx="426">
                  <c:v>0.10922374103917959</c:v>
                </c:pt>
                <c:pt idx="427">
                  <c:v>0.10968505667740221</c:v>
                </c:pt>
                <c:pt idx="428">
                  <c:v>0.10969390988989733</c:v>
                </c:pt>
                <c:pt idx="429">
                  <c:v>0.10970940551069334</c:v>
                </c:pt>
                <c:pt idx="430">
                  <c:v>0.10986129579931356</c:v>
                </c:pt>
                <c:pt idx="431">
                  <c:v>0.10987371727778059</c:v>
                </c:pt>
                <c:pt idx="432">
                  <c:v>0.10989630962151004</c:v>
                </c:pt>
                <c:pt idx="433">
                  <c:v>0.11009606785489418</c:v>
                </c:pt>
                <c:pt idx="434">
                  <c:v>0.11025668093055233</c:v>
                </c:pt>
                <c:pt idx="435">
                  <c:v>0.11042082243123189</c:v>
                </c:pt>
                <c:pt idx="436">
                  <c:v>0.11046031583271475</c:v>
                </c:pt>
                <c:pt idx="437">
                  <c:v>0.11070616398385315</c:v>
                </c:pt>
                <c:pt idx="438">
                  <c:v>0.11072095915183776</c:v>
                </c:pt>
                <c:pt idx="439">
                  <c:v>0.11107889015302642</c:v>
                </c:pt>
                <c:pt idx="440">
                  <c:v>0.11111956595134949</c:v>
                </c:pt>
                <c:pt idx="441">
                  <c:v>0.11119616354743883</c:v>
                </c:pt>
                <c:pt idx="442">
                  <c:v>0.11141676900576238</c:v>
                </c:pt>
                <c:pt idx="443">
                  <c:v>0.11142937345784759</c:v>
                </c:pt>
                <c:pt idx="444">
                  <c:v>0.11152478343769444</c:v>
                </c:pt>
                <c:pt idx="445">
                  <c:v>0.111567600343236</c:v>
                </c:pt>
                <c:pt idx="446">
                  <c:v>0.11183154597415897</c:v>
                </c:pt>
                <c:pt idx="447">
                  <c:v>0.11195556103427703</c:v>
                </c:pt>
                <c:pt idx="448">
                  <c:v>0.11203730714722324</c:v>
                </c:pt>
                <c:pt idx="449">
                  <c:v>0.11208803160809953</c:v>
                </c:pt>
                <c:pt idx="450">
                  <c:v>0.11216583284593103</c:v>
                </c:pt>
                <c:pt idx="451">
                  <c:v>0.11229014600942865</c:v>
                </c:pt>
                <c:pt idx="452">
                  <c:v>0.11232339330834509</c:v>
                </c:pt>
                <c:pt idx="453">
                  <c:v>0.11270866099646389</c:v>
                </c:pt>
                <c:pt idx="454">
                  <c:v>0.11285656220069985</c:v>
                </c:pt>
                <c:pt idx="455">
                  <c:v>0.11285830164984362</c:v>
                </c:pt>
                <c:pt idx="456">
                  <c:v>0.11326946071463309</c:v>
                </c:pt>
                <c:pt idx="457">
                  <c:v>0.11333591258379953</c:v>
                </c:pt>
                <c:pt idx="458">
                  <c:v>0.11362661861364114</c:v>
                </c:pt>
                <c:pt idx="459">
                  <c:v>0.11437890594007352</c:v>
                </c:pt>
                <c:pt idx="460">
                  <c:v>0.11461177883442596</c:v>
                </c:pt>
                <c:pt idx="461">
                  <c:v>0.11534308244843393</c:v>
                </c:pt>
                <c:pt idx="462">
                  <c:v>0.11543787766647129</c:v>
                </c:pt>
                <c:pt idx="463">
                  <c:v>0.11553886463283307</c:v>
                </c:pt>
                <c:pt idx="464">
                  <c:v>0.11594413186676301</c:v>
                </c:pt>
                <c:pt idx="465">
                  <c:v>0.11602073768161357</c:v>
                </c:pt>
                <c:pt idx="466">
                  <c:v>0.11615543208680422</c:v>
                </c:pt>
                <c:pt idx="467">
                  <c:v>0.11617430407590743</c:v>
                </c:pt>
                <c:pt idx="468">
                  <c:v>0.11620912412943911</c:v>
                </c:pt>
                <c:pt idx="469">
                  <c:v>0.11623016994320255</c:v>
                </c:pt>
                <c:pt idx="470">
                  <c:v>0.11625807961991222</c:v>
                </c:pt>
                <c:pt idx="471">
                  <c:v>0.1163333401391424</c:v>
                </c:pt>
                <c:pt idx="472">
                  <c:v>0.11634765763973663</c:v>
                </c:pt>
                <c:pt idx="473">
                  <c:v>0.11671086459465738</c:v>
                </c:pt>
                <c:pt idx="474">
                  <c:v>0.11675375444070175</c:v>
                </c:pt>
                <c:pt idx="475">
                  <c:v>0.11676069013535473</c:v>
                </c:pt>
                <c:pt idx="476">
                  <c:v>0.11690488890205923</c:v>
                </c:pt>
                <c:pt idx="477">
                  <c:v>0.11700104444483826</c:v>
                </c:pt>
                <c:pt idx="478">
                  <c:v>0.1170977389571112</c:v>
                </c:pt>
                <c:pt idx="479">
                  <c:v>0.11711254250852519</c:v>
                </c:pt>
                <c:pt idx="480">
                  <c:v>0.11739159409715123</c:v>
                </c:pt>
                <c:pt idx="481">
                  <c:v>0.11750005997858187</c:v>
                </c:pt>
                <c:pt idx="482">
                  <c:v>0.11762813172767103</c:v>
                </c:pt>
                <c:pt idx="483">
                  <c:v>0.117726075734274</c:v>
                </c:pt>
                <c:pt idx="484">
                  <c:v>0.11821988508815262</c:v>
                </c:pt>
                <c:pt idx="485">
                  <c:v>0.11830796562018553</c:v>
                </c:pt>
                <c:pt idx="486">
                  <c:v>0.11839743655307809</c:v>
                </c:pt>
                <c:pt idx="487">
                  <c:v>0.1184418002531544</c:v>
                </c:pt>
                <c:pt idx="488">
                  <c:v>0.11855953132723882</c:v>
                </c:pt>
                <c:pt idx="489">
                  <c:v>0.11881729773615225</c:v>
                </c:pt>
                <c:pt idx="490">
                  <c:v>0.1189274701587299</c:v>
                </c:pt>
                <c:pt idx="491">
                  <c:v>0.1191633370338728</c:v>
                </c:pt>
                <c:pt idx="492">
                  <c:v>0.11932789711859729</c:v>
                </c:pt>
                <c:pt idx="493">
                  <c:v>0.11960775387322595</c:v>
                </c:pt>
                <c:pt idx="494">
                  <c:v>0.11993929500265166</c:v>
                </c:pt>
                <c:pt idx="495">
                  <c:v>0.12010920676065819</c:v>
                </c:pt>
                <c:pt idx="496">
                  <c:v>0.12014982292684373</c:v>
                </c:pt>
                <c:pt idx="497">
                  <c:v>0.12046766715921972</c:v>
                </c:pt>
                <c:pt idx="498">
                  <c:v>0.12052501983966941</c:v>
                </c:pt>
                <c:pt idx="499">
                  <c:v>0.12080800252028372</c:v>
                </c:pt>
                <c:pt idx="500">
                  <c:v>0.12092907151409249</c:v>
                </c:pt>
                <c:pt idx="501">
                  <c:v>0.12103795860004288</c:v>
                </c:pt>
                <c:pt idx="502">
                  <c:v>0.12115413506010554</c:v>
                </c:pt>
                <c:pt idx="503">
                  <c:v>0.12119212077327418</c:v>
                </c:pt>
                <c:pt idx="504">
                  <c:v>0.12126888302110725</c:v>
                </c:pt>
                <c:pt idx="505">
                  <c:v>0.1214189957883752</c:v>
                </c:pt>
                <c:pt idx="506">
                  <c:v>0.12144295893548776</c:v>
                </c:pt>
                <c:pt idx="507">
                  <c:v>0.12153030248843237</c:v>
                </c:pt>
                <c:pt idx="508">
                  <c:v>0.12162368371398218</c:v>
                </c:pt>
                <c:pt idx="509">
                  <c:v>0.12182249452265356</c:v>
                </c:pt>
                <c:pt idx="510">
                  <c:v>0.12187729790042932</c:v>
                </c:pt>
                <c:pt idx="511">
                  <c:v>0.12189332912207215</c:v>
                </c:pt>
                <c:pt idx="512">
                  <c:v>0.12191736762495836</c:v>
                </c:pt>
                <c:pt idx="513">
                  <c:v>0.12197806228163594</c:v>
                </c:pt>
                <c:pt idx="514">
                  <c:v>0.12225289181238846</c:v>
                </c:pt>
                <c:pt idx="515">
                  <c:v>0.12245494848378115</c:v>
                </c:pt>
                <c:pt idx="516">
                  <c:v>0.12249370602734778</c:v>
                </c:pt>
                <c:pt idx="517">
                  <c:v>0.12250659939819541</c:v>
                </c:pt>
                <c:pt idx="518">
                  <c:v>0.12260666163526421</c:v>
                </c:pt>
                <c:pt idx="519">
                  <c:v>0.12272439071113755</c:v>
                </c:pt>
                <c:pt idx="520">
                  <c:v>0.12280318514493853</c:v>
                </c:pt>
                <c:pt idx="521">
                  <c:v>0.12283863793093749</c:v>
                </c:pt>
                <c:pt idx="522">
                  <c:v>0.12304670488427234</c:v>
                </c:pt>
                <c:pt idx="523">
                  <c:v>0.12329369730426265</c:v>
                </c:pt>
                <c:pt idx="524">
                  <c:v>0.12332638409884328</c:v>
                </c:pt>
                <c:pt idx="525">
                  <c:v>0.1234609995213673</c:v>
                </c:pt>
                <c:pt idx="526">
                  <c:v>0.12348559124964277</c:v>
                </c:pt>
                <c:pt idx="527">
                  <c:v>0.12363434987824536</c:v>
                </c:pt>
                <c:pt idx="528">
                  <c:v>0.12363930842586474</c:v>
                </c:pt>
                <c:pt idx="529">
                  <c:v>0.12404563890915236</c:v>
                </c:pt>
                <c:pt idx="530">
                  <c:v>0.1242168185684371</c:v>
                </c:pt>
                <c:pt idx="531">
                  <c:v>0.12426347960435354</c:v>
                </c:pt>
                <c:pt idx="532">
                  <c:v>0.12443199598295879</c:v>
                </c:pt>
                <c:pt idx="533">
                  <c:v>0.12454029785563082</c:v>
                </c:pt>
                <c:pt idx="534">
                  <c:v>0.12471436620916559</c:v>
                </c:pt>
                <c:pt idx="535">
                  <c:v>0.12480534789748084</c:v>
                </c:pt>
                <c:pt idx="536">
                  <c:v>0.12500115439626569</c:v>
                </c:pt>
                <c:pt idx="537">
                  <c:v>0.12501719020646535</c:v>
                </c:pt>
                <c:pt idx="538">
                  <c:v>0.12519482261915665</c:v>
                </c:pt>
                <c:pt idx="539">
                  <c:v>0.12546392931567651</c:v>
                </c:pt>
                <c:pt idx="540">
                  <c:v>0.12563664409581729</c:v>
                </c:pt>
                <c:pt idx="541">
                  <c:v>0.12565999657350926</c:v>
                </c:pt>
                <c:pt idx="542">
                  <c:v>0.12606050724386458</c:v>
                </c:pt>
                <c:pt idx="543">
                  <c:v>0.12617705220823205</c:v>
                </c:pt>
                <c:pt idx="544">
                  <c:v>0.12646583909550166</c:v>
                </c:pt>
                <c:pt idx="545">
                  <c:v>0.12647002284439399</c:v>
                </c:pt>
                <c:pt idx="546">
                  <c:v>0.12647956690678819</c:v>
                </c:pt>
                <c:pt idx="547">
                  <c:v>0.1264968273429331</c:v>
                </c:pt>
                <c:pt idx="548">
                  <c:v>0.12653431282730981</c:v>
                </c:pt>
                <c:pt idx="549">
                  <c:v>0.12698586270007267</c:v>
                </c:pt>
                <c:pt idx="550">
                  <c:v>0.12756823318222368</c:v>
                </c:pt>
                <c:pt idx="551">
                  <c:v>0.12773682979248782</c:v>
                </c:pt>
                <c:pt idx="552">
                  <c:v>0.12808934239461067</c:v>
                </c:pt>
                <c:pt idx="553">
                  <c:v>0.1282868984007477</c:v>
                </c:pt>
                <c:pt idx="554">
                  <c:v>0.12833186652584838</c:v>
                </c:pt>
                <c:pt idx="555">
                  <c:v>0.12856459981984908</c:v>
                </c:pt>
                <c:pt idx="556">
                  <c:v>0.12869069667525709</c:v>
                </c:pt>
                <c:pt idx="557">
                  <c:v>0.12874236500433192</c:v>
                </c:pt>
                <c:pt idx="558">
                  <c:v>0.12938570683312983</c:v>
                </c:pt>
                <c:pt idx="559">
                  <c:v>0.12948100432927054</c:v>
                </c:pt>
                <c:pt idx="560">
                  <c:v>0.12955152926476968</c:v>
                </c:pt>
                <c:pt idx="561">
                  <c:v>0.12962886580881694</c:v>
                </c:pt>
                <c:pt idx="562">
                  <c:v>0.12992170028885566</c:v>
                </c:pt>
                <c:pt idx="563">
                  <c:v>0.13010490073198439</c:v>
                </c:pt>
                <c:pt idx="564">
                  <c:v>0.13028736090883675</c:v>
                </c:pt>
                <c:pt idx="565">
                  <c:v>0.13036195717377622</c:v>
                </c:pt>
                <c:pt idx="566">
                  <c:v>0.13036988022043755</c:v>
                </c:pt>
                <c:pt idx="567">
                  <c:v>0.13080736306073706</c:v>
                </c:pt>
                <c:pt idx="568">
                  <c:v>0.13106131543451027</c:v>
                </c:pt>
                <c:pt idx="569">
                  <c:v>0.13115876226803153</c:v>
                </c:pt>
                <c:pt idx="570">
                  <c:v>0.13122989253407566</c:v>
                </c:pt>
                <c:pt idx="571">
                  <c:v>0.13139066259329354</c:v>
                </c:pt>
                <c:pt idx="572">
                  <c:v>0.13171717224559837</c:v>
                </c:pt>
                <c:pt idx="573">
                  <c:v>0.13271109145792229</c:v>
                </c:pt>
                <c:pt idx="574">
                  <c:v>0.13277253907783357</c:v>
                </c:pt>
                <c:pt idx="575">
                  <c:v>0.13289146071123623</c:v>
                </c:pt>
                <c:pt idx="576">
                  <c:v>0.13301114714940432</c:v>
                </c:pt>
                <c:pt idx="577">
                  <c:v>0.13309251739112435</c:v>
                </c:pt>
                <c:pt idx="578">
                  <c:v>0.13342590339375271</c:v>
                </c:pt>
                <c:pt idx="579">
                  <c:v>0.13362541112660672</c:v>
                </c:pt>
                <c:pt idx="580">
                  <c:v>0.13411832607606017</c:v>
                </c:pt>
                <c:pt idx="581">
                  <c:v>0.13454969223379798</c:v>
                </c:pt>
                <c:pt idx="582">
                  <c:v>0.13463579977016235</c:v>
                </c:pt>
                <c:pt idx="583">
                  <c:v>0.13473662656699104</c:v>
                </c:pt>
                <c:pt idx="584">
                  <c:v>0.13476515375105183</c:v>
                </c:pt>
                <c:pt idx="585">
                  <c:v>0.13494443503893139</c:v>
                </c:pt>
                <c:pt idx="586">
                  <c:v>0.13506439638114995</c:v>
                </c:pt>
                <c:pt idx="587">
                  <c:v>0.13518318218911177</c:v>
                </c:pt>
                <c:pt idx="588">
                  <c:v>0.1354178696921027</c:v>
                </c:pt>
                <c:pt idx="589">
                  <c:v>0.13549859895960903</c:v>
                </c:pt>
                <c:pt idx="590">
                  <c:v>0.13552054229221355</c:v>
                </c:pt>
                <c:pt idx="591">
                  <c:v>0.13605746149619005</c:v>
                </c:pt>
                <c:pt idx="592">
                  <c:v>0.13676499256034719</c:v>
                </c:pt>
                <c:pt idx="593">
                  <c:v>0.13677763753952468</c:v>
                </c:pt>
                <c:pt idx="594">
                  <c:v>0.13697347129540263</c:v>
                </c:pt>
                <c:pt idx="595">
                  <c:v>0.13713916292598211</c:v>
                </c:pt>
                <c:pt idx="596">
                  <c:v>0.13715947355721078</c:v>
                </c:pt>
                <c:pt idx="597">
                  <c:v>0.13750522423500688</c:v>
                </c:pt>
                <c:pt idx="598">
                  <c:v>0.13764411388744477</c:v>
                </c:pt>
                <c:pt idx="599">
                  <c:v>0.1376977672601549</c:v>
                </c:pt>
                <c:pt idx="600">
                  <c:v>0.13769847836163879</c:v>
                </c:pt>
                <c:pt idx="601">
                  <c:v>0.13789435230908065</c:v>
                </c:pt>
                <c:pt idx="602">
                  <c:v>0.13831466673575007</c:v>
                </c:pt>
                <c:pt idx="603">
                  <c:v>0.13855585703637793</c:v>
                </c:pt>
                <c:pt idx="604">
                  <c:v>0.13855644596055228</c:v>
                </c:pt>
                <c:pt idx="605">
                  <c:v>0.13871796894507954</c:v>
                </c:pt>
                <c:pt idx="606">
                  <c:v>0.1387550927876339</c:v>
                </c:pt>
                <c:pt idx="607">
                  <c:v>0.13887768256278574</c:v>
                </c:pt>
                <c:pt idx="608">
                  <c:v>0.13899680755123692</c:v>
                </c:pt>
                <c:pt idx="609">
                  <c:v>0.13903566750060414</c:v>
                </c:pt>
                <c:pt idx="610">
                  <c:v>0.1391513443556856</c:v>
                </c:pt>
                <c:pt idx="611">
                  <c:v>0.13963818224661434</c:v>
                </c:pt>
                <c:pt idx="612">
                  <c:v>0.13974532658813354</c:v>
                </c:pt>
                <c:pt idx="613">
                  <c:v>0.13985978287286616</c:v>
                </c:pt>
                <c:pt idx="614">
                  <c:v>0.14012116573629185</c:v>
                </c:pt>
                <c:pt idx="615">
                  <c:v>0.1401438433967693</c:v>
                </c:pt>
                <c:pt idx="616">
                  <c:v>0.14101991109027928</c:v>
                </c:pt>
                <c:pt idx="617">
                  <c:v>0.14147616544483124</c:v>
                </c:pt>
                <c:pt idx="618">
                  <c:v>0.14172044519048513</c:v>
                </c:pt>
                <c:pt idx="619">
                  <c:v>0.14207771944579781</c:v>
                </c:pt>
                <c:pt idx="620">
                  <c:v>0.14210602292071581</c:v>
                </c:pt>
                <c:pt idx="621">
                  <c:v>0.14214362634731678</c:v>
                </c:pt>
                <c:pt idx="622">
                  <c:v>0.14240123936987986</c:v>
                </c:pt>
                <c:pt idx="623">
                  <c:v>0.14254670619614362</c:v>
                </c:pt>
                <c:pt idx="624">
                  <c:v>0.14257766151890733</c:v>
                </c:pt>
                <c:pt idx="625">
                  <c:v>0.14278132083185316</c:v>
                </c:pt>
                <c:pt idx="626">
                  <c:v>0.1430256105311038</c:v>
                </c:pt>
                <c:pt idx="627">
                  <c:v>0.14307958897672693</c:v>
                </c:pt>
                <c:pt idx="628">
                  <c:v>0.14374839272664439</c:v>
                </c:pt>
                <c:pt idx="629">
                  <c:v>0.14380341950778569</c:v>
                </c:pt>
                <c:pt idx="630">
                  <c:v>0.14388104325361309</c:v>
                </c:pt>
                <c:pt idx="631">
                  <c:v>0.14478378821715554</c:v>
                </c:pt>
                <c:pt idx="632">
                  <c:v>0.14552677585512994</c:v>
                </c:pt>
                <c:pt idx="633">
                  <c:v>0.14552774253421508</c:v>
                </c:pt>
                <c:pt idx="634">
                  <c:v>0.14588047714180624</c:v>
                </c:pt>
                <c:pt idx="635">
                  <c:v>0.14602324507028597</c:v>
                </c:pt>
                <c:pt idx="636">
                  <c:v>0.14612889673056875</c:v>
                </c:pt>
                <c:pt idx="637">
                  <c:v>0.14638466773857781</c:v>
                </c:pt>
                <c:pt idx="638">
                  <c:v>0.14652437916911201</c:v>
                </c:pt>
                <c:pt idx="639">
                  <c:v>0.14700131306319297</c:v>
                </c:pt>
                <c:pt idx="640">
                  <c:v>0.14713363959817327</c:v>
                </c:pt>
                <c:pt idx="641">
                  <c:v>0.14717895079411458</c:v>
                </c:pt>
                <c:pt idx="642">
                  <c:v>0.14739021101559424</c:v>
                </c:pt>
                <c:pt idx="643">
                  <c:v>0.14747783498521985</c:v>
                </c:pt>
                <c:pt idx="644">
                  <c:v>0.14748348754614457</c:v>
                </c:pt>
                <c:pt idx="645">
                  <c:v>0.14751905692003056</c:v>
                </c:pt>
                <c:pt idx="646">
                  <c:v>0.14767495331637806</c:v>
                </c:pt>
                <c:pt idx="647">
                  <c:v>0.1477571830924774</c:v>
                </c:pt>
                <c:pt idx="648">
                  <c:v>0.14803670333508065</c:v>
                </c:pt>
                <c:pt idx="649">
                  <c:v>0.14841012766906991</c:v>
                </c:pt>
                <c:pt idx="650">
                  <c:v>0.14866962073716142</c:v>
                </c:pt>
                <c:pt idx="651">
                  <c:v>0.14879374793345296</c:v>
                </c:pt>
                <c:pt idx="652">
                  <c:v>0.14893183490457859</c:v>
                </c:pt>
                <c:pt idx="653">
                  <c:v>0.14905047890020798</c:v>
                </c:pt>
                <c:pt idx="654">
                  <c:v>0.14906699521991684</c:v>
                </c:pt>
                <c:pt idx="655">
                  <c:v>0.14942186724636886</c:v>
                </c:pt>
                <c:pt idx="656">
                  <c:v>0.14990124527011905</c:v>
                </c:pt>
                <c:pt idx="657">
                  <c:v>0.15046810574094718</c:v>
                </c:pt>
                <c:pt idx="658">
                  <c:v>0.1505227812242878</c:v>
                </c:pt>
                <c:pt idx="659">
                  <c:v>0.15062871710030831</c:v>
                </c:pt>
                <c:pt idx="660">
                  <c:v>0.1508391816862357</c:v>
                </c:pt>
                <c:pt idx="661">
                  <c:v>0.15093273193266563</c:v>
                </c:pt>
                <c:pt idx="662">
                  <c:v>0.15162622248156457</c:v>
                </c:pt>
                <c:pt idx="663">
                  <c:v>0.15164345009977329</c:v>
                </c:pt>
                <c:pt idx="664">
                  <c:v>0.15167910445605651</c:v>
                </c:pt>
                <c:pt idx="665">
                  <c:v>0.15205146364863104</c:v>
                </c:pt>
                <c:pt idx="666">
                  <c:v>0.15216434498650505</c:v>
                </c:pt>
                <c:pt idx="667">
                  <c:v>0.15270820937293439</c:v>
                </c:pt>
                <c:pt idx="668">
                  <c:v>0.1528509982457672</c:v>
                </c:pt>
                <c:pt idx="669">
                  <c:v>0.15296799186671781</c:v>
                </c:pt>
                <c:pt idx="670">
                  <c:v>0.15317661220329612</c:v>
                </c:pt>
                <c:pt idx="671">
                  <c:v>0.15324500446524994</c:v>
                </c:pt>
                <c:pt idx="672">
                  <c:v>0.15332420531869281</c:v>
                </c:pt>
                <c:pt idx="673">
                  <c:v>0.15338070185702929</c:v>
                </c:pt>
                <c:pt idx="674">
                  <c:v>0.1533878694909869</c:v>
                </c:pt>
                <c:pt idx="675">
                  <c:v>0.15360743271977842</c:v>
                </c:pt>
                <c:pt idx="676">
                  <c:v>0.15378171017893807</c:v>
                </c:pt>
                <c:pt idx="677">
                  <c:v>0.15395826364787116</c:v>
                </c:pt>
                <c:pt idx="678">
                  <c:v>0.15398689556610962</c:v>
                </c:pt>
                <c:pt idx="679">
                  <c:v>0.15430495522780602</c:v>
                </c:pt>
                <c:pt idx="680">
                  <c:v>0.15465346239161229</c:v>
                </c:pt>
                <c:pt idx="681">
                  <c:v>0.15473264450075988</c:v>
                </c:pt>
                <c:pt idx="682">
                  <c:v>0.15496265851058916</c:v>
                </c:pt>
                <c:pt idx="683">
                  <c:v>0.1552033361125644</c:v>
                </c:pt>
                <c:pt idx="684">
                  <c:v>0.1552146289409663</c:v>
                </c:pt>
                <c:pt idx="685">
                  <c:v>0.15567451060303622</c:v>
                </c:pt>
                <c:pt idx="686">
                  <c:v>0.15583143576167752</c:v>
                </c:pt>
                <c:pt idx="687">
                  <c:v>0.15584831257755682</c:v>
                </c:pt>
                <c:pt idx="688">
                  <c:v>0.15611854834981884</c:v>
                </c:pt>
                <c:pt idx="689">
                  <c:v>0.15628421288628694</c:v>
                </c:pt>
                <c:pt idx="690">
                  <c:v>0.15649979089620142</c:v>
                </c:pt>
                <c:pt idx="691">
                  <c:v>0.15664401276885451</c:v>
                </c:pt>
                <c:pt idx="692">
                  <c:v>0.1568073646438167</c:v>
                </c:pt>
                <c:pt idx="693">
                  <c:v>0.15700353345729326</c:v>
                </c:pt>
                <c:pt idx="694">
                  <c:v>0.1573888490453117</c:v>
                </c:pt>
                <c:pt idx="695">
                  <c:v>0.15768189023458926</c:v>
                </c:pt>
                <c:pt idx="696">
                  <c:v>0.15786446496860521</c:v>
                </c:pt>
                <c:pt idx="697">
                  <c:v>0.15823087375397263</c:v>
                </c:pt>
                <c:pt idx="698">
                  <c:v>0.15829301842569157</c:v>
                </c:pt>
                <c:pt idx="699">
                  <c:v>0.15834782306084316</c:v>
                </c:pt>
                <c:pt idx="700">
                  <c:v>0.15907241901497041</c:v>
                </c:pt>
                <c:pt idx="701">
                  <c:v>0.15923887402895734</c:v>
                </c:pt>
                <c:pt idx="702">
                  <c:v>0.16009367081915585</c:v>
                </c:pt>
                <c:pt idx="703">
                  <c:v>0.16058889718687644</c:v>
                </c:pt>
                <c:pt idx="704">
                  <c:v>0.16066658097804093</c:v>
                </c:pt>
                <c:pt idx="705">
                  <c:v>0.16075616457364514</c:v>
                </c:pt>
                <c:pt idx="706">
                  <c:v>0.16078979201094482</c:v>
                </c:pt>
                <c:pt idx="707">
                  <c:v>0.16091907904009164</c:v>
                </c:pt>
                <c:pt idx="708">
                  <c:v>0.16098926254253598</c:v>
                </c:pt>
                <c:pt idx="709">
                  <c:v>0.16147534540483041</c:v>
                </c:pt>
                <c:pt idx="710">
                  <c:v>0.16170510162033058</c:v>
                </c:pt>
                <c:pt idx="711">
                  <c:v>0.16212081604075526</c:v>
                </c:pt>
                <c:pt idx="712">
                  <c:v>0.16213672624408473</c:v>
                </c:pt>
                <c:pt idx="713">
                  <c:v>0.16215729421718489</c:v>
                </c:pt>
                <c:pt idx="714">
                  <c:v>0.1625077325100007</c:v>
                </c:pt>
                <c:pt idx="715">
                  <c:v>0.16277612440030195</c:v>
                </c:pt>
                <c:pt idx="716">
                  <c:v>0.16338720761869407</c:v>
                </c:pt>
                <c:pt idx="717">
                  <c:v>0.16362717449750533</c:v>
                </c:pt>
                <c:pt idx="718">
                  <c:v>0.16372972765900753</c:v>
                </c:pt>
                <c:pt idx="719">
                  <c:v>0.16389750276479637</c:v>
                </c:pt>
                <c:pt idx="720">
                  <c:v>0.1639869053099689</c:v>
                </c:pt>
                <c:pt idx="721">
                  <c:v>0.16400662507676567</c:v>
                </c:pt>
                <c:pt idx="722">
                  <c:v>0.16420321803603863</c:v>
                </c:pt>
                <c:pt idx="723">
                  <c:v>0.16430148246955664</c:v>
                </c:pt>
                <c:pt idx="724">
                  <c:v>0.16460518641628311</c:v>
                </c:pt>
                <c:pt idx="725">
                  <c:v>0.16487175689479144</c:v>
                </c:pt>
                <c:pt idx="726">
                  <c:v>0.16487858258526986</c:v>
                </c:pt>
                <c:pt idx="727">
                  <c:v>0.16491792502862207</c:v>
                </c:pt>
                <c:pt idx="728">
                  <c:v>0.16504318402806553</c:v>
                </c:pt>
                <c:pt idx="729">
                  <c:v>0.16553494596538779</c:v>
                </c:pt>
                <c:pt idx="730">
                  <c:v>0.16616113090601828</c:v>
                </c:pt>
                <c:pt idx="731">
                  <c:v>0.16636829177593987</c:v>
                </c:pt>
                <c:pt idx="732">
                  <c:v>0.16643029006441029</c:v>
                </c:pt>
                <c:pt idx="733">
                  <c:v>0.16723404276632817</c:v>
                </c:pt>
                <c:pt idx="734">
                  <c:v>0.16811051958570286</c:v>
                </c:pt>
                <c:pt idx="735">
                  <c:v>0.16829179197088323</c:v>
                </c:pt>
                <c:pt idx="736">
                  <c:v>0.16869200314609775</c:v>
                </c:pt>
                <c:pt idx="737">
                  <c:v>0.16873786857094802</c:v>
                </c:pt>
                <c:pt idx="738">
                  <c:v>0.16901877861889705</c:v>
                </c:pt>
                <c:pt idx="739">
                  <c:v>0.16905052819946348</c:v>
                </c:pt>
                <c:pt idx="740">
                  <c:v>0.16937218089709788</c:v>
                </c:pt>
                <c:pt idx="741">
                  <c:v>0.16945205164446261</c:v>
                </c:pt>
                <c:pt idx="742">
                  <c:v>0.16964656692923624</c:v>
                </c:pt>
                <c:pt idx="743">
                  <c:v>0.17047729742055615</c:v>
                </c:pt>
                <c:pt idx="744">
                  <c:v>0.17049279664326333</c:v>
                </c:pt>
                <c:pt idx="745">
                  <c:v>0.17086365296016373</c:v>
                </c:pt>
                <c:pt idx="746">
                  <c:v>0.17097388551392428</c:v>
                </c:pt>
                <c:pt idx="747">
                  <c:v>0.17134475457210133</c:v>
                </c:pt>
                <c:pt idx="748">
                  <c:v>0.17174575062454023</c:v>
                </c:pt>
                <c:pt idx="749">
                  <c:v>0.17184531266602696</c:v>
                </c:pt>
                <c:pt idx="750">
                  <c:v>0.17251647855232505</c:v>
                </c:pt>
                <c:pt idx="751">
                  <c:v>0.17265223942714714</c:v>
                </c:pt>
                <c:pt idx="752">
                  <c:v>0.17273799047070407</c:v>
                </c:pt>
                <c:pt idx="753">
                  <c:v>0.17275734181965405</c:v>
                </c:pt>
                <c:pt idx="754">
                  <c:v>0.17278016630363782</c:v>
                </c:pt>
                <c:pt idx="755">
                  <c:v>0.17310216960042585</c:v>
                </c:pt>
                <c:pt idx="756">
                  <c:v>0.17325027294056208</c:v>
                </c:pt>
                <c:pt idx="757">
                  <c:v>0.17354211015678345</c:v>
                </c:pt>
                <c:pt idx="758">
                  <c:v>0.17376046585887658</c:v>
                </c:pt>
                <c:pt idx="759">
                  <c:v>0.17377271778605285</c:v>
                </c:pt>
                <c:pt idx="760">
                  <c:v>0.17437274666670172</c:v>
                </c:pt>
                <c:pt idx="761">
                  <c:v>0.1746733159748379</c:v>
                </c:pt>
                <c:pt idx="762">
                  <c:v>0.17471516392663461</c:v>
                </c:pt>
                <c:pt idx="763">
                  <c:v>0.17487847041033996</c:v>
                </c:pt>
                <c:pt idx="764">
                  <c:v>0.17530639279940233</c:v>
                </c:pt>
                <c:pt idx="765">
                  <c:v>0.17538586305801943</c:v>
                </c:pt>
                <c:pt idx="766">
                  <c:v>0.17664538351650441</c:v>
                </c:pt>
                <c:pt idx="767">
                  <c:v>0.17705511988678954</c:v>
                </c:pt>
                <c:pt idx="768">
                  <c:v>0.17727877464351327</c:v>
                </c:pt>
                <c:pt idx="769">
                  <c:v>0.17734416813258852</c:v>
                </c:pt>
                <c:pt idx="770">
                  <c:v>0.17808206588946748</c:v>
                </c:pt>
                <c:pt idx="771">
                  <c:v>0.17845899694247069</c:v>
                </c:pt>
                <c:pt idx="772">
                  <c:v>0.17877527632170129</c:v>
                </c:pt>
                <c:pt idx="773">
                  <c:v>0.17925951887245895</c:v>
                </c:pt>
                <c:pt idx="774">
                  <c:v>0.17954342501841603</c:v>
                </c:pt>
                <c:pt idx="775">
                  <c:v>0.17965522787613458</c:v>
                </c:pt>
                <c:pt idx="776">
                  <c:v>0.17972518030878706</c:v>
                </c:pt>
                <c:pt idx="777">
                  <c:v>0.17976995701108087</c:v>
                </c:pt>
                <c:pt idx="778">
                  <c:v>0.17981310943756559</c:v>
                </c:pt>
                <c:pt idx="779">
                  <c:v>0.18032117631441233</c:v>
                </c:pt>
                <c:pt idx="780">
                  <c:v>0.180498361972428</c:v>
                </c:pt>
                <c:pt idx="781">
                  <c:v>0.18084174732801298</c:v>
                </c:pt>
                <c:pt idx="782">
                  <c:v>0.18098801548892576</c:v>
                </c:pt>
                <c:pt idx="783">
                  <c:v>0.18124440843352249</c:v>
                </c:pt>
                <c:pt idx="784">
                  <c:v>0.18127995762078117</c:v>
                </c:pt>
                <c:pt idx="785">
                  <c:v>0.18221986206648463</c:v>
                </c:pt>
                <c:pt idx="786">
                  <c:v>0.18288254996270048</c:v>
                </c:pt>
                <c:pt idx="787">
                  <c:v>0.18342110031838077</c:v>
                </c:pt>
                <c:pt idx="788">
                  <c:v>0.18422931415435773</c:v>
                </c:pt>
                <c:pt idx="789">
                  <c:v>0.18446668816168746</c:v>
                </c:pt>
                <c:pt idx="790">
                  <c:v>0.18575898290413506</c:v>
                </c:pt>
                <c:pt idx="791">
                  <c:v>0.18728852297196616</c:v>
                </c:pt>
                <c:pt idx="792">
                  <c:v>0.18732983691265784</c:v>
                </c:pt>
                <c:pt idx="793">
                  <c:v>0.18925809387332915</c:v>
                </c:pt>
                <c:pt idx="794">
                  <c:v>0.19013445687596936</c:v>
                </c:pt>
                <c:pt idx="795">
                  <c:v>0.1917557296464332</c:v>
                </c:pt>
                <c:pt idx="796">
                  <c:v>0.19181428585388</c:v>
                </c:pt>
                <c:pt idx="797">
                  <c:v>0.19187974930915344</c:v>
                </c:pt>
                <c:pt idx="798">
                  <c:v>0.19265344974360249</c:v>
                </c:pt>
                <c:pt idx="799">
                  <c:v>0.19308231941603221</c:v>
                </c:pt>
                <c:pt idx="800">
                  <c:v>0.19322773341948216</c:v>
                </c:pt>
                <c:pt idx="801">
                  <c:v>0.19389134816927234</c:v>
                </c:pt>
                <c:pt idx="802">
                  <c:v>0.19531205979941751</c:v>
                </c:pt>
                <c:pt idx="803">
                  <c:v>0.1970557166608615</c:v>
                </c:pt>
                <c:pt idx="804">
                  <c:v>0.19716869572611528</c:v>
                </c:pt>
                <c:pt idx="805">
                  <c:v>0.19827468617107061</c:v>
                </c:pt>
                <c:pt idx="806">
                  <c:v>0.19882472889647196</c:v>
                </c:pt>
                <c:pt idx="807">
                  <c:v>0.19977104753945943</c:v>
                </c:pt>
                <c:pt idx="808">
                  <c:v>0.20007670258623131</c:v>
                </c:pt>
                <c:pt idx="809">
                  <c:v>0.20019960281863666</c:v>
                </c:pt>
                <c:pt idx="810">
                  <c:v>0.20063161532161533</c:v>
                </c:pt>
                <c:pt idx="811">
                  <c:v>0.20068277204456544</c:v>
                </c:pt>
                <c:pt idx="812">
                  <c:v>0.20078101207131599</c:v>
                </c:pt>
                <c:pt idx="813">
                  <c:v>0.20272577783829598</c:v>
                </c:pt>
                <c:pt idx="814">
                  <c:v>0.20350695764335466</c:v>
                </c:pt>
                <c:pt idx="815">
                  <c:v>0.20524287964164359</c:v>
                </c:pt>
                <c:pt idx="816">
                  <c:v>0.20705524101393313</c:v>
                </c:pt>
                <c:pt idx="817">
                  <c:v>0.2077567561371326</c:v>
                </c:pt>
                <c:pt idx="818">
                  <c:v>0.20785667663722965</c:v>
                </c:pt>
                <c:pt idx="819">
                  <c:v>0.20850695576224579</c:v>
                </c:pt>
                <c:pt idx="820">
                  <c:v>0.20892166009053664</c:v>
                </c:pt>
                <c:pt idx="821">
                  <c:v>0.20973778731646328</c:v>
                </c:pt>
                <c:pt idx="822">
                  <c:v>0.20998245566237067</c:v>
                </c:pt>
                <c:pt idx="823">
                  <c:v>0.21081760353858409</c:v>
                </c:pt>
                <c:pt idx="824">
                  <c:v>0.21088326279138417</c:v>
                </c:pt>
                <c:pt idx="825">
                  <c:v>0.21398908873338199</c:v>
                </c:pt>
                <c:pt idx="826">
                  <c:v>0.21454779454468437</c:v>
                </c:pt>
                <c:pt idx="827">
                  <c:v>0.21492742268004603</c:v>
                </c:pt>
                <c:pt idx="828">
                  <c:v>0.21549612211409278</c:v>
                </c:pt>
                <c:pt idx="829">
                  <c:v>0.21647945647955011</c:v>
                </c:pt>
                <c:pt idx="830">
                  <c:v>0.21712895218693318</c:v>
                </c:pt>
                <c:pt idx="831">
                  <c:v>0.2172812700146525</c:v>
                </c:pt>
                <c:pt idx="832">
                  <c:v>0.21826139606089659</c:v>
                </c:pt>
                <c:pt idx="833">
                  <c:v>0.22067046522960182</c:v>
                </c:pt>
                <c:pt idx="834">
                  <c:v>0.22106238669547609</c:v>
                </c:pt>
                <c:pt idx="835">
                  <c:v>0.22306450634212202</c:v>
                </c:pt>
                <c:pt idx="836">
                  <c:v>0.22367814935076349</c:v>
                </c:pt>
                <c:pt idx="837">
                  <c:v>0.22449038398857657</c:v>
                </c:pt>
                <c:pt idx="838">
                  <c:v>0.2247239510657365</c:v>
                </c:pt>
                <c:pt idx="839">
                  <c:v>0.22523001889003247</c:v>
                </c:pt>
                <c:pt idx="840">
                  <c:v>0.22592622860249245</c:v>
                </c:pt>
                <c:pt idx="841">
                  <c:v>0.22702755390937721</c:v>
                </c:pt>
                <c:pt idx="842">
                  <c:v>0.22730253889122884</c:v>
                </c:pt>
                <c:pt idx="843">
                  <c:v>0.22730598606569341</c:v>
                </c:pt>
                <c:pt idx="844">
                  <c:v>0.2273588805280625</c:v>
                </c:pt>
                <c:pt idx="845">
                  <c:v>0.22890224349912719</c:v>
                </c:pt>
                <c:pt idx="846">
                  <c:v>0.23018691471087754</c:v>
                </c:pt>
                <c:pt idx="847">
                  <c:v>0.2310716981675795</c:v>
                </c:pt>
                <c:pt idx="848">
                  <c:v>0.23222618340156184</c:v>
                </c:pt>
                <c:pt idx="849">
                  <c:v>0.23249082431900675</c:v>
                </c:pt>
                <c:pt idx="850">
                  <c:v>0.23276573164186498</c:v>
                </c:pt>
                <c:pt idx="851">
                  <c:v>0.23309300201351127</c:v>
                </c:pt>
                <c:pt idx="852">
                  <c:v>0.2349663898260651</c:v>
                </c:pt>
                <c:pt idx="853">
                  <c:v>0.23519108560660629</c:v>
                </c:pt>
                <c:pt idx="854">
                  <c:v>0.23585492859444634</c:v>
                </c:pt>
                <c:pt idx="855">
                  <c:v>0.23606507621351194</c:v>
                </c:pt>
                <c:pt idx="856">
                  <c:v>0.23668227811150266</c:v>
                </c:pt>
                <c:pt idx="857">
                  <c:v>0.23775887470111054</c:v>
                </c:pt>
                <c:pt idx="858">
                  <c:v>0.24068469686845706</c:v>
                </c:pt>
                <c:pt idx="859">
                  <c:v>0.24069233804998535</c:v>
                </c:pt>
                <c:pt idx="860">
                  <c:v>0.24128512483100611</c:v>
                </c:pt>
                <c:pt idx="861">
                  <c:v>0.24184981983536316</c:v>
                </c:pt>
                <c:pt idx="862">
                  <c:v>0.24219938353672391</c:v>
                </c:pt>
                <c:pt idx="863">
                  <c:v>0.2428116525776105</c:v>
                </c:pt>
                <c:pt idx="864">
                  <c:v>0.24349881357987924</c:v>
                </c:pt>
                <c:pt idx="865">
                  <c:v>0.24544597400533422</c:v>
                </c:pt>
                <c:pt idx="866">
                  <c:v>0.24890974272724928</c:v>
                </c:pt>
                <c:pt idx="867">
                  <c:v>0.24916242149151269</c:v>
                </c:pt>
                <c:pt idx="868">
                  <c:v>0.24924563790149604</c:v>
                </c:pt>
                <c:pt idx="869">
                  <c:v>0.25013298376610593</c:v>
                </c:pt>
                <c:pt idx="870">
                  <c:v>0.25116845671137461</c:v>
                </c:pt>
                <c:pt idx="871">
                  <c:v>0.25316762496847844</c:v>
                </c:pt>
                <c:pt idx="872">
                  <c:v>0.25392728631551814</c:v>
                </c:pt>
                <c:pt idx="873">
                  <c:v>0.25405035159613787</c:v>
                </c:pt>
                <c:pt idx="874">
                  <c:v>0.25466811243673654</c:v>
                </c:pt>
                <c:pt idx="875">
                  <c:v>0.25592211880690624</c:v>
                </c:pt>
                <c:pt idx="876">
                  <c:v>0.25839618495413741</c:v>
                </c:pt>
                <c:pt idx="877">
                  <c:v>0.25984676439066084</c:v>
                </c:pt>
                <c:pt idx="878">
                  <c:v>0.26011708107630777</c:v>
                </c:pt>
                <c:pt idx="879">
                  <c:v>0.26148034932771269</c:v>
                </c:pt>
                <c:pt idx="880">
                  <c:v>0.26175706767307527</c:v>
                </c:pt>
                <c:pt idx="881">
                  <c:v>0.26218302831599166</c:v>
                </c:pt>
                <c:pt idx="882">
                  <c:v>0.26317424787208082</c:v>
                </c:pt>
                <c:pt idx="883">
                  <c:v>0.26345312810246102</c:v>
                </c:pt>
                <c:pt idx="884">
                  <c:v>0.26398355856545264</c:v>
                </c:pt>
                <c:pt idx="885">
                  <c:v>0.26435910132658341</c:v>
                </c:pt>
                <c:pt idx="886">
                  <c:v>0.26445794339990952</c:v>
                </c:pt>
                <c:pt idx="887">
                  <c:v>0.26548254078334471</c:v>
                </c:pt>
                <c:pt idx="888">
                  <c:v>0.26602218407665412</c:v>
                </c:pt>
                <c:pt idx="889">
                  <c:v>0.26640644382857315</c:v>
                </c:pt>
                <c:pt idx="890">
                  <c:v>0.26643364714837464</c:v>
                </c:pt>
                <c:pt idx="891">
                  <c:v>0.26867822100232913</c:v>
                </c:pt>
                <c:pt idx="892">
                  <c:v>0.26999397048999563</c:v>
                </c:pt>
                <c:pt idx="893">
                  <c:v>0.27027422241458432</c:v>
                </c:pt>
                <c:pt idx="894">
                  <c:v>0.2708655924992352</c:v>
                </c:pt>
                <c:pt idx="895">
                  <c:v>0.27090337864900232</c:v>
                </c:pt>
                <c:pt idx="896">
                  <c:v>0.2729863170228996</c:v>
                </c:pt>
                <c:pt idx="897">
                  <c:v>0.273409142484561</c:v>
                </c:pt>
                <c:pt idx="898">
                  <c:v>0.2742979590950021</c:v>
                </c:pt>
                <c:pt idx="899">
                  <c:v>0.27535715515261855</c:v>
                </c:pt>
                <c:pt idx="900">
                  <c:v>0.27659587849069789</c:v>
                </c:pt>
                <c:pt idx="901">
                  <c:v>0.27728060270165433</c:v>
                </c:pt>
                <c:pt idx="902">
                  <c:v>0.27759466587269549</c:v>
                </c:pt>
                <c:pt idx="903">
                  <c:v>0.2789858699533273</c:v>
                </c:pt>
                <c:pt idx="904">
                  <c:v>0.27988859677364586</c:v>
                </c:pt>
                <c:pt idx="905">
                  <c:v>0.28027592783202587</c:v>
                </c:pt>
                <c:pt idx="906">
                  <c:v>0.28087754850754604</c:v>
                </c:pt>
                <c:pt idx="907">
                  <c:v>0.28151527237630758</c:v>
                </c:pt>
                <c:pt idx="908">
                  <c:v>0.28308327712085057</c:v>
                </c:pt>
                <c:pt idx="909">
                  <c:v>0.28567727486986866</c:v>
                </c:pt>
                <c:pt idx="910">
                  <c:v>0.28643916432842442</c:v>
                </c:pt>
                <c:pt idx="911">
                  <c:v>0.2869977879183121</c:v>
                </c:pt>
                <c:pt idx="912">
                  <c:v>0.28775290888488075</c:v>
                </c:pt>
                <c:pt idx="913">
                  <c:v>0.28783121239985582</c:v>
                </c:pt>
                <c:pt idx="914">
                  <c:v>0.28808323187335244</c:v>
                </c:pt>
                <c:pt idx="915">
                  <c:v>0.29149840996854898</c:v>
                </c:pt>
                <c:pt idx="916">
                  <c:v>0.29212088904647193</c:v>
                </c:pt>
                <c:pt idx="917">
                  <c:v>0.29293710096166553</c:v>
                </c:pt>
                <c:pt idx="918">
                  <c:v>0.29308976150631799</c:v>
                </c:pt>
                <c:pt idx="919">
                  <c:v>0.29583674993807219</c:v>
                </c:pt>
                <c:pt idx="920">
                  <c:v>0.29590686522149173</c:v>
                </c:pt>
                <c:pt idx="921">
                  <c:v>0.29650649073993018</c:v>
                </c:pt>
                <c:pt idx="922">
                  <c:v>0.29653191060274731</c:v>
                </c:pt>
                <c:pt idx="923">
                  <c:v>0.29779324441549382</c:v>
                </c:pt>
                <c:pt idx="924">
                  <c:v>0.29905203197845642</c:v>
                </c:pt>
                <c:pt idx="925">
                  <c:v>0.30113954813363941</c:v>
                </c:pt>
                <c:pt idx="926">
                  <c:v>0.30212764741041598</c:v>
                </c:pt>
                <c:pt idx="927">
                  <c:v>0.30277436878181818</c:v>
                </c:pt>
                <c:pt idx="928">
                  <c:v>0.3038243439133303</c:v>
                </c:pt>
                <c:pt idx="929">
                  <c:v>0.30444602675599053</c:v>
                </c:pt>
                <c:pt idx="930">
                  <c:v>0.30490114001929691</c:v>
                </c:pt>
                <c:pt idx="931">
                  <c:v>0.304969284815368</c:v>
                </c:pt>
                <c:pt idx="932">
                  <c:v>0.30592510074877749</c:v>
                </c:pt>
                <c:pt idx="933">
                  <c:v>0.30622864135796096</c:v>
                </c:pt>
                <c:pt idx="934">
                  <c:v>0.30785108024217556</c:v>
                </c:pt>
                <c:pt idx="935">
                  <c:v>0.30915170727119057</c:v>
                </c:pt>
                <c:pt idx="936">
                  <c:v>0.31073557442382571</c:v>
                </c:pt>
                <c:pt idx="937">
                  <c:v>0.31329629448664137</c:v>
                </c:pt>
                <c:pt idx="938">
                  <c:v>0.31578514774094502</c:v>
                </c:pt>
                <c:pt idx="939">
                  <c:v>0.32020521556126041</c:v>
                </c:pt>
                <c:pt idx="940">
                  <c:v>0.32156479270239591</c:v>
                </c:pt>
                <c:pt idx="941">
                  <c:v>0.32168103475435822</c:v>
                </c:pt>
                <c:pt idx="942">
                  <c:v>0.32265384140035175</c:v>
                </c:pt>
                <c:pt idx="943">
                  <c:v>0.32442251525963128</c:v>
                </c:pt>
                <c:pt idx="944">
                  <c:v>0.32512921235445436</c:v>
                </c:pt>
                <c:pt idx="945">
                  <c:v>0.32726551074051374</c:v>
                </c:pt>
                <c:pt idx="946">
                  <c:v>0.33288091211943566</c:v>
                </c:pt>
                <c:pt idx="947">
                  <c:v>0.33406324067121534</c:v>
                </c:pt>
                <c:pt idx="948">
                  <c:v>0.34071162454815945</c:v>
                </c:pt>
                <c:pt idx="949">
                  <c:v>0.34396663548738504</c:v>
                </c:pt>
                <c:pt idx="950">
                  <c:v>0.35013002367705359</c:v>
                </c:pt>
                <c:pt idx="951">
                  <c:v>0.35835654486348439</c:v>
                </c:pt>
              </c:numCache>
            </c:numRef>
          </c:xVal>
          <c:yVal>
            <c:numRef>
              <c:f>工作表1!$E$2:$E$953</c:f>
              <c:numCache>
                <c:formatCode>General</c:formatCode>
                <c:ptCount val="952"/>
                <c:pt idx="0">
                  <c:v>0</c:v>
                </c:pt>
                <c:pt idx="1">
                  <c:v>0</c:v>
                </c:pt>
                <c:pt idx="2">
                  <c:v>4.1666666666666666E-3</c:v>
                </c:pt>
                <c:pt idx="3">
                  <c:v>4.1666666666666666E-3</c:v>
                </c:pt>
                <c:pt idx="4">
                  <c:v>8.3333333333333332E-3</c:v>
                </c:pt>
                <c:pt idx="5">
                  <c:v>8.3333333333333332E-3</c:v>
                </c:pt>
                <c:pt idx="6">
                  <c:v>1.2500000000000001E-2</c:v>
                </c:pt>
                <c:pt idx="7">
                  <c:v>1.2500000000000001E-2</c:v>
                </c:pt>
                <c:pt idx="8">
                  <c:v>1.2500000000000001E-2</c:v>
                </c:pt>
                <c:pt idx="9">
                  <c:v>1.6666666666666666E-2</c:v>
                </c:pt>
                <c:pt idx="10">
                  <c:v>2.0833333333333332E-2</c:v>
                </c:pt>
                <c:pt idx="11">
                  <c:v>2.0833333333333332E-2</c:v>
                </c:pt>
                <c:pt idx="12">
                  <c:v>2.5000000000000001E-2</c:v>
                </c:pt>
                <c:pt idx="13">
                  <c:v>2.9166666666666667E-2</c:v>
                </c:pt>
                <c:pt idx="14">
                  <c:v>2.9166666666666667E-2</c:v>
                </c:pt>
                <c:pt idx="15">
                  <c:v>2.9166666666666667E-2</c:v>
                </c:pt>
                <c:pt idx="16">
                  <c:v>2.9166666666666667E-2</c:v>
                </c:pt>
                <c:pt idx="17">
                  <c:v>3.3333333333333333E-2</c:v>
                </c:pt>
                <c:pt idx="18">
                  <c:v>3.3333333333333333E-2</c:v>
                </c:pt>
                <c:pt idx="19">
                  <c:v>3.3333333333333333E-2</c:v>
                </c:pt>
                <c:pt idx="20">
                  <c:v>3.7499999999999999E-2</c:v>
                </c:pt>
                <c:pt idx="21">
                  <c:v>4.1666666666666664E-2</c:v>
                </c:pt>
                <c:pt idx="22">
                  <c:v>4.1666666666666664E-2</c:v>
                </c:pt>
                <c:pt idx="23">
                  <c:v>4.583333333333333E-2</c:v>
                </c:pt>
                <c:pt idx="24">
                  <c:v>4.583333333333333E-2</c:v>
                </c:pt>
                <c:pt idx="25">
                  <c:v>4.583333333333333E-2</c:v>
                </c:pt>
                <c:pt idx="26">
                  <c:v>0.05</c:v>
                </c:pt>
                <c:pt idx="27">
                  <c:v>0.05</c:v>
                </c:pt>
                <c:pt idx="28">
                  <c:v>5.4166666666666669E-2</c:v>
                </c:pt>
                <c:pt idx="29">
                  <c:v>5.4166666666666669E-2</c:v>
                </c:pt>
                <c:pt idx="30">
                  <c:v>5.4166666666666669E-2</c:v>
                </c:pt>
                <c:pt idx="31">
                  <c:v>5.4166666666666669E-2</c:v>
                </c:pt>
                <c:pt idx="32">
                  <c:v>5.8333333333333334E-2</c:v>
                </c:pt>
                <c:pt idx="33">
                  <c:v>6.25E-2</c:v>
                </c:pt>
                <c:pt idx="34">
                  <c:v>6.25E-2</c:v>
                </c:pt>
                <c:pt idx="35">
                  <c:v>6.25E-2</c:v>
                </c:pt>
                <c:pt idx="36">
                  <c:v>6.25E-2</c:v>
                </c:pt>
                <c:pt idx="37">
                  <c:v>6.25E-2</c:v>
                </c:pt>
                <c:pt idx="38">
                  <c:v>6.25E-2</c:v>
                </c:pt>
                <c:pt idx="39">
                  <c:v>6.25E-2</c:v>
                </c:pt>
                <c:pt idx="40">
                  <c:v>6.25E-2</c:v>
                </c:pt>
                <c:pt idx="41">
                  <c:v>6.6666666666666666E-2</c:v>
                </c:pt>
                <c:pt idx="42">
                  <c:v>6.6666666666666666E-2</c:v>
                </c:pt>
                <c:pt idx="43">
                  <c:v>7.0833333333333331E-2</c:v>
                </c:pt>
                <c:pt idx="44">
                  <c:v>7.0833333333333331E-2</c:v>
                </c:pt>
                <c:pt idx="45">
                  <c:v>7.4999999999999997E-2</c:v>
                </c:pt>
                <c:pt idx="46">
                  <c:v>7.4999999999999997E-2</c:v>
                </c:pt>
                <c:pt idx="47">
                  <c:v>7.9166666666666663E-2</c:v>
                </c:pt>
                <c:pt idx="48">
                  <c:v>8.3333333333333329E-2</c:v>
                </c:pt>
                <c:pt idx="49">
                  <c:v>8.7499999999999994E-2</c:v>
                </c:pt>
                <c:pt idx="50">
                  <c:v>8.7499999999999994E-2</c:v>
                </c:pt>
                <c:pt idx="51">
                  <c:v>8.7499999999999994E-2</c:v>
                </c:pt>
                <c:pt idx="52">
                  <c:v>8.7499999999999994E-2</c:v>
                </c:pt>
                <c:pt idx="53">
                  <c:v>9.166666666666666E-2</c:v>
                </c:pt>
                <c:pt idx="54">
                  <c:v>9.583333333333334E-2</c:v>
                </c:pt>
                <c:pt idx="55">
                  <c:v>9.583333333333334E-2</c:v>
                </c:pt>
                <c:pt idx="56">
                  <c:v>0.1</c:v>
                </c:pt>
                <c:pt idx="57">
                  <c:v>0.1</c:v>
                </c:pt>
                <c:pt idx="58">
                  <c:v>0.1</c:v>
                </c:pt>
                <c:pt idx="59">
                  <c:v>0.10416666666666667</c:v>
                </c:pt>
                <c:pt idx="60">
                  <c:v>0.10416666666666667</c:v>
                </c:pt>
                <c:pt idx="61">
                  <c:v>0.10416666666666667</c:v>
                </c:pt>
                <c:pt idx="62">
                  <c:v>0.10416666666666667</c:v>
                </c:pt>
                <c:pt idx="63">
                  <c:v>0.10416666666666667</c:v>
                </c:pt>
                <c:pt idx="64">
                  <c:v>0.10416666666666667</c:v>
                </c:pt>
                <c:pt idx="65">
                  <c:v>0.10833333333333334</c:v>
                </c:pt>
                <c:pt idx="66">
                  <c:v>0.1125</c:v>
                </c:pt>
                <c:pt idx="67">
                  <c:v>0.11666666666666667</c:v>
                </c:pt>
                <c:pt idx="68">
                  <c:v>0.11666666666666667</c:v>
                </c:pt>
                <c:pt idx="69">
                  <c:v>0.12083333333333333</c:v>
                </c:pt>
                <c:pt idx="70">
                  <c:v>0.125</c:v>
                </c:pt>
                <c:pt idx="71">
                  <c:v>0.125</c:v>
                </c:pt>
                <c:pt idx="72">
                  <c:v>0.12916666666666668</c:v>
                </c:pt>
                <c:pt idx="73">
                  <c:v>0.13333333333333333</c:v>
                </c:pt>
                <c:pt idx="74">
                  <c:v>0.13750000000000001</c:v>
                </c:pt>
                <c:pt idx="75">
                  <c:v>0.14166666666666666</c:v>
                </c:pt>
                <c:pt idx="76">
                  <c:v>0.14166666666666666</c:v>
                </c:pt>
                <c:pt idx="77">
                  <c:v>0.14583333333333334</c:v>
                </c:pt>
                <c:pt idx="78">
                  <c:v>0.15</c:v>
                </c:pt>
                <c:pt idx="79">
                  <c:v>0.15416666666666667</c:v>
                </c:pt>
                <c:pt idx="80">
                  <c:v>0.15416666666666667</c:v>
                </c:pt>
                <c:pt idx="81">
                  <c:v>0.15416666666666667</c:v>
                </c:pt>
                <c:pt idx="82">
                  <c:v>0.15416666666666667</c:v>
                </c:pt>
                <c:pt idx="83">
                  <c:v>0.15833333333333333</c:v>
                </c:pt>
                <c:pt idx="84">
                  <c:v>0.16250000000000001</c:v>
                </c:pt>
                <c:pt idx="85">
                  <c:v>0.16666666666666666</c:v>
                </c:pt>
                <c:pt idx="86">
                  <c:v>0.17083333333333334</c:v>
                </c:pt>
                <c:pt idx="87">
                  <c:v>0.17499999999999999</c:v>
                </c:pt>
                <c:pt idx="88">
                  <c:v>0.17499999999999999</c:v>
                </c:pt>
                <c:pt idx="89">
                  <c:v>0.17916666666666667</c:v>
                </c:pt>
                <c:pt idx="90">
                  <c:v>0.17916666666666667</c:v>
                </c:pt>
                <c:pt idx="91">
                  <c:v>0.18333333333333332</c:v>
                </c:pt>
                <c:pt idx="92">
                  <c:v>0.18333333333333332</c:v>
                </c:pt>
                <c:pt idx="93">
                  <c:v>0.18333333333333332</c:v>
                </c:pt>
                <c:pt idx="94">
                  <c:v>0.1875</c:v>
                </c:pt>
                <c:pt idx="95">
                  <c:v>0.1875</c:v>
                </c:pt>
                <c:pt idx="96">
                  <c:v>0.1875</c:v>
                </c:pt>
                <c:pt idx="97">
                  <c:v>0.1875</c:v>
                </c:pt>
                <c:pt idx="98">
                  <c:v>0.1875</c:v>
                </c:pt>
                <c:pt idx="99">
                  <c:v>0.1875</c:v>
                </c:pt>
                <c:pt idx="100">
                  <c:v>0.1875</c:v>
                </c:pt>
                <c:pt idx="101">
                  <c:v>0.1875</c:v>
                </c:pt>
                <c:pt idx="102">
                  <c:v>0.1875</c:v>
                </c:pt>
                <c:pt idx="103">
                  <c:v>0.1875</c:v>
                </c:pt>
                <c:pt idx="104">
                  <c:v>0.1875</c:v>
                </c:pt>
                <c:pt idx="105">
                  <c:v>0.1875</c:v>
                </c:pt>
                <c:pt idx="106">
                  <c:v>0.1875</c:v>
                </c:pt>
                <c:pt idx="107">
                  <c:v>0.19166666666666668</c:v>
                </c:pt>
                <c:pt idx="108">
                  <c:v>0.19583333333333333</c:v>
                </c:pt>
                <c:pt idx="109">
                  <c:v>0.19583333333333333</c:v>
                </c:pt>
                <c:pt idx="110">
                  <c:v>0.2</c:v>
                </c:pt>
                <c:pt idx="111">
                  <c:v>0.20416666666666666</c:v>
                </c:pt>
                <c:pt idx="112">
                  <c:v>0.20416666666666666</c:v>
                </c:pt>
                <c:pt idx="113">
                  <c:v>0.20416666666666666</c:v>
                </c:pt>
                <c:pt idx="114">
                  <c:v>0.20416666666666666</c:v>
                </c:pt>
                <c:pt idx="115">
                  <c:v>0.20833333333333334</c:v>
                </c:pt>
                <c:pt idx="116">
                  <c:v>0.21249999999999999</c:v>
                </c:pt>
                <c:pt idx="117">
                  <c:v>0.21666666666666667</c:v>
                </c:pt>
                <c:pt idx="118">
                  <c:v>0.22083333333333333</c:v>
                </c:pt>
                <c:pt idx="119">
                  <c:v>0.22083333333333333</c:v>
                </c:pt>
                <c:pt idx="120">
                  <c:v>0.22083333333333333</c:v>
                </c:pt>
                <c:pt idx="121">
                  <c:v>0.22500000000000001</c:v>
                </c:pt>
                <c:pt idx="122">
                  <c:v>0.22916666666666666</c:v>
                </c:pt>
                <c:pt idx="123">
                  <c:v>0.23333333333333334</c:v>
                </c:pt>
                <c:pt idx="124">
                  <c:v>0.23333333333333334</c:v>
                </c:pt>
                <c:pt idx="125">
                  <c:v>0.23333333333333334</c:v>
                </c:pt>
                <c:pt idx="126">
                  <c:v>0.23749999999999999</c:v>
                </c:pt>
                <c:pt idx="127">
                  <c:v>0.23749999999999999</c:v>
                </c:pt>
                <c:pt idx="128">
                  <c:v>0.23749999999999999</c:v>
                </c:pt>
                <c:pt idx="129">
                  <c:v>0.23749999999999999</c:v>
                </c:pt>
                <c:pt idx="130">
                  <c:v>0.23749999999999999</c:v>
                </c:pt>
                <c:pt idx="131">
                  <c:v>0.24166666666666667</c:v>
                </c:pt>
                <c:pt idx="132">
                  <c:v>0.24166666666666667</c:v>
                </c:pt>
                <c:pt idx="133">
                  <c:v>0.24166666666666667</c:v>
                </c:pt>
                <c:pt idx="134">
                  <c:v>0.24583333333333332</c:v>
                </c:pt>
                <c:pt idx="135">
                  <c:v>0.25</c:v>
                </c:pt>
                <c:pt idx="136">
                  <c:v>0.25416666666666665</c:v>
                </c:pt>
                <c:pt idx="137">
                  <c:v>0.25416666666666665</c:v>
                </c:pt>
                <c:pt idx="138">
                  <c:v>0.25833333333333336</c:v>
                </c:pt>
                <c:pt idx="139">
                  <c:v>0.25833333333333336</c:v>
                </c:pt>
                <c:pt idx="140">
                  <c:v>0.25833333333333336</c:v>
                </c:pt>
                <c:pt idx="141">
                  <c:v>0.25833333333333336</c:v>
                </c:pt>
                <c:pt idx="142">
                  <c:v>0.26250000000000001</c:v>
                </c:pt>
                <c:pt idx="143">
                  <c:v>0.26250000000000001</c:v>
                </c:pt>
                <c:pt idx="144">
                  <c:v>0.26666666666666666</c:v>
                </c:pt>
                <c:pt idx="145">
                  <c:v>0.26666666666666666</c:v>
                </c:pt>
                <c:pt idx="146">
                  <c:v>0.26666666666666666</c:v>
                </c:pt>
                <c:pt idx="147">
                  <c:v>0.26666666666666666</c:v>
                </c:pt>
                <c:pt idx="148">
                  <c:v>0.27083333333333331</c:v>
                </c:pt>
                <c:pt idx="149">
                  <c:v>0.27500000000000002</c:v>
                </c:pt>
                <c:pt idx="150">
                  <c:v>0.27500000000000002</c:v>
                </c:pt>
                <c:pt idx="151">
                  <c:v>0.27916666666666667</c:v>
                </c:pt>
                <c:pt idx="152">
                  <c:v>0.28333333333333333</c:v>
                </c:pt>
                <c:pt idx="153">
                  <c:v>0.28333333333333333</c:v>
                </c:pt>
                <c:pt idx="154">
                  <c:v>0.28333333333333333</c:v>
                </c:pt>
                <c:pt idx="155">
                  <c:v>0.28333333333333333</c:v>
                </c:pt>
                <c:pt idx="156">
                  <c:v>0.28333333333333333</c:v>
                </c:pt>
                <c:pt idx="157">
                  <c:v>0.28333333333333333</c:v>
                </c:pt>
                <c:pt idx="158">
                  <c:v>0.28749999999999998</c:v>
                </c:pt>
                <c:pt idx="159">
                  <c:v>0.29166666666666669</c:v>
                </c:pt>
                <c:pt idx="160">
                  <c:v>0.29166666666666669</c:v>
                </c:pt>
                <c:pt idx="161">
                  <c:v>0.29166666666666669</c:v>
                </c:pt>
                <c:pt idx="162">
                  <c:v>0.29166666666666669</c:v>
                </c:pt>
                <c:pt idx="163">
                  <c:v>0.29166666666666669</c:v>
                </c:pt>
                <c:pt idx="164">
                  <c:v>0.29583333333333334</c:v>
                </c:pt>
                <c:pt idx="165">
                  <c:v>0.29583333333333334</c:v>
                </c:pt>
                <c:pt idx="166">
                  <c:v>0.3</c:v>
                </c:pt>
                <c:pt idx="167">
                  <c:v>0.3</c:v>
                </c:pt>
                <c:pt idx="168">
                  <c:v>0.30416666666666664</c:v>
                </c:pt>
                <c:pt idx="169">
                  <c:v>0.30416666666666664</c:v>
                </c:pt>
                <c:pt idx="170">
                  <c:v>0.30833333333333335</c:v>
                </c:pt>
                <c:pt idx="171">
                  <c:v>0.30833333333333335</c:v>
                </c:pt>
                <c:pt idx="172">
                  <c:v>0.30833333333333335</c:v>
                </c:pt>
                <c:pt idx="173">
                  <c:v>0.3125</c:v>
                </c:pt>
                <c:pt idx="174">
                  <c:v>0.3125</c:v>
                </c:pt>
                <c:pt idx="175">
                  <c:v>0.3125</c:v>
                </c:pt>
                <c:pt idx="176">
                  <c:v>0.3125</c:v>
                </c:pt>
                <c:pt idx="177">
                  <c:v>0.31666666666666665</c:v>
                </c:pt>
                <c:pt idx="178">
                  <c:v>0.32083333333333336</c:v>
                </c:pt>
                <c:pt idx="179">
                  <c:v>0.32083333333333336</c:v>
                </c:pt>
                <c:pt idx="180">
                  <c:v>0.32500000000000001</c:v>
                </c:pt>
                <c:pt idx="181">
                  <c:v>0.32500000000000001</c:v>
                </c:pt>
                <c:pt idx="182">
                  <c:v>0.32500000000000001</c:v>
                </c:pt>
                <c:pt idx="183">
                  <c:v>0.32500000000000001</c:v>
                </c:pt>
                <c:pt idx="184">
                  <c:v>0.32500000000000001</c:v>
                </c:pt>
                <c:pt idx="185">
                  <c:v>0.32916666666666666</c:v>
                </c:pt>
                <c:pt idx="186">
                  <c:v>0.33333333333333331</c:v>
                </c:pt>
                <c:pt idx="187">
                  <c:v>0.33333333333333331</c:v>
                </c:pt>
                <c:pt idx="188">
                  <c:v>0.33750000000000002</c:v>
                </c:pt>
                <c:pt idx="189">
                  <c:v>0.34166666666666667</c:v>
                </c:pt>
                <c:pt idx="190">
                  <c:v>0.34166666666666667</c:v>
                </c:pt>
                <c:pt idx="191">
                  <c:v>0.34583333333333333</c:v>
                </c:pt>
                <c:pt idx="192">
                  <c:v>0.34583333333333333</c:v>
                </c:pt>
                <c:pt idx="193">
                  <c:v>0.34583333333333333</c:v>
                </c:pt>
                <c:pt idx="194">
                  <c:v>0.34583333333333333</c:v>
                </c:pt>
                <c:pt idx="195">
                  <c:v>0.34583333333333333</c:v>
                </c:pt>
                <c:pt idx="196">
                  <c:v>0.35</c:v>
                </c:pt>
                <c:pt idx="197">
                  <c:v>0.35</c:v>
                </c:pt>
                <c:pt idx="198">
                  <c:v>0.35416666666666669</c:v>
                </c:pt>
                <c:pt idx="199">
                  <c:v>0.35833333333333334</c:v>
                </c:pt>
                <c:pt idx="200">
                  <c:v>0.35833333333333334</c:v>
                </c:pt>
                <c:pt idx="201">
                  <c:v>0.36249999999999999</c:v>
                </c:pt>
                <c:pt idx="202">
                  <c:v>0.36249999999999999</c:v>
                </c:pt>
                <c:pt idx="203">
                  <c:v>0.36249999999999999</c:v>
                </c:pt>
                <c:pt idx="204">
                  <c:v>0.36249999999999999</c:v>
                </c:pt>
                <c:pt idx="205">
                  <c:v>0.36249999999999999</c:v>
                </c:pt>
                <c:pt idx="206">
                  <c:v>0.36249999999999999</c:v>
                </c:pt>
                <c:pt idx="207">
                  <c:v>0.36666666666666664</c:v>
                </c:pt>
                <c:pt idx="208">
                  <c:v>0.37083333333333335</c:v>
                </c:pt>
                <c:pt idx="209">
                  <c:v>0.37083333333333335</c:v>
                </c:pt>
                <c:pt idx="210">
                  <c:v>0.37083333333333335</c:v>
                </c:pt>
                <c:pt idx="211">
                  <c:v>0.37083333333333335</c:v>
                </c:pt>
                <c:pt idx="212">
                  <c:v>0.375</c:v>
                </c:pt>
                <c:pt idx="213">
                  <c:v>0.375</c:v>
                </c:pt>
                <c:pt idx="214">
                  <c:v>0.375</c:v>
                </c:pt>
                <c:pt idx="215">
                  <c:v>0.375</c:v>
                </c:pt>
                <c:pt idx="216">
                  <c:v>0.375</c:v>
                </c:pt>
                <c:pt idx="217">
                  <c:v>0.37916666666666665</c:v>
                </c:pt>
                <c:pt idx="218">
                  <c:v>0.38333333333333336</c:v>
                </c:pt>
                <c:pt idx="219">
                  <c:v>0.38333333333333336</c:v>
                </c:pt>
                <c:pt idx="220">
                  <c:v>0.38333333333333336</c:v>
                </c:pt>
                <c:pt idx="221">
                  <c:v>0.38333333333333336</c:v>
                </c:pt>
                <c:pt idx="222">
                  <c:v>0.38750000000000001</c:v>
                </c:pt>
                <c:pt idx="223">
                  <c:v>0.38750000000000001</c:v>
                </c:pt>
                <c:pt idx="224">
                  <c:v>0.39166666666666666</c:v>
                </c:pt>
                <c:pt idx="225">
                  <c:v>0.39583333333333331</c:v>
                </c:pt>
                <c:pt idx="226">
                  <c:v>0.39583333333333331</c:v>
                </c:pt>
                <c:pt idx="227">
                  <c:v>0.39583333333333331</c:v>
                </c:pt>
                <c:pt idx="228">
                  <c:v>0.39583333333333331</c:v>
                </c:pt>
                <c:pt idx="229">
                  <c:v>0.39583333333333331</c:v>
                </c:pt>
                <c:pt idx="230">
                  <c:v>0.4</c:v>
                </c:pt>
                <c:pt idx="231">
                  <c:v>0.40416666666666667</c:v>
                </c:pt>
                <c:pt idx="232">
                  <c:v>0.40416666666666667</c:v>
                </c:pt>
                <c:pt idx="233">
                  <c:v>0.40416666666666667</c:v>
                </c:pt>
                <c:pt idx="234">
                  <c:v>0.40416666666666667</c:v>
                </c:pt>
                <c:pt idx="235">
                  <c:v>0.40833333333333333</c:v>
                </c:pt>
                <c:pt idx="236">
                  <c:v>0.41249999999999998</c:v>
                </c:pt>
                <c:pt idx="237">
                  <c:v>0.41249999999999998</c:v>
                </c:pt>
                <c:pt idx="238">
                  <c:v>0.41249999999999998</c:v>
                </c:pt>
                <c:pt idx="239">
                  <c:v>0.41249999999999998</c:v>
                </c:pt>
                <c:pt idx="240">
                  <c:v>0.41249999999999998</c:v>
                </c:pt>
                <c:pt idx="241">
                  <c:v>0.41249999999999998</c:v>
                </c:pt>
                <c:pt idx="242">
                  <c:v>0.41666666666666669</c:v>
                </c:pt>
                <c:pt idx="243">
                  <c:v>0.41666666666666669</c:v>
                </c:pt>
                <c:pt idx="244">
                  <c:v>0.42083333333333334</c:v>
                </c:pt>
                <c:pt idx="245">
                  <c:v>0.42083333333333334</c:v>
                </c:pt>
                <c:pt idx="246">
                  <c:v>0.42499999999999999</c:v>
                </c:pt>
                <c:pt idx="247">
                  <c:v>0.42916666666666664</c:v>
                </c:pt>
                <c:pt idx="248">
                  <c:v>0.42916666666666664</c:v>
                </c:pt>
                <c:pt idx="249">
                  <c:v>0.42916666666666664</c:v>
                </c:pt>
                <c:pt idx="250">
                  <c:v>0.43333333333333335</c:v>
                </c:pt>
                <c:pt idx="251">
                  <c:v>0.4375</c:v>
                </c:pt>
                <c:pt idx="252">
                  <c:v>0.4375</c:v>
                </c:pt>
                <c:pt idx="253">
                  <c:v>0.44166666666666665</c:v>
                </c:pt>
                <c:pt idx="254">
                  <c:v>0.44166666666666665</c:v>
                </c:pt>
                <c:pt idx="255">
                  <c:v>0.44166666666666665</c:v>
                </c:pt>
                <c:pt idx="256">
                  <c:v>0.44583333333333336</c:v>
                </c:pt>
                <c:pt idx="257">
                  <c:v>0.45</c:v>
                </c:pt>
                <c:pt idx="258">
                  <c:v>0.45</c:v>
                </c:pt>
                <c:pt idx="259">
                  <c:v>0.45416666666666666</c:v>
                </c:pt>
                <c:pt idx="260">
                  <c:v>0.45833333333333331</c:v>
                </c:pt>
                <c:pt idx="261">
                  <c:v>0.46250000000000002</c:v>
                </c:pt>
                <c:pt idx="262">
                  <c:v>0.46666666666666667</c:v>
                </c:pt>
                <c:pt idx="263">
                  <c:v>0.47083333333333333</c:v>
                </c:pt>
                <c:pt idx="264">
                  <c:v>0.47083333333333333</c:v>
                </c:pt>
                <c:pt idx="265">
                  <c:v>0.47083333333333333</c:v>
                </c:pt>
                <c:pt idx="266">
                  <c:v>0.47083333333333333</c:v>
                </c:pt>
                <c:pt idx="267">
                  <c:v>0.47499999999999998</c:v>
                </c:pt>
                <c:pt idx="268">
                  <c:v>0.47916666666666669</c:v>
                </c:pt>
                <c:pt idx="269">
                  <c:v>0.48333333333333334</c:v>
                </c:pt>
                <c:pt idx="270">
                  <c:v>0.48749999999999999</c:v>
                </c:pt>
                <c:pt idx="271">
                  <c:v>0.48749999999999999</c:v>
                </c:pt>
                <c:pt idx="272">
                  <c:v>0.49166666666666664</c:v>
                </c:pt>
                <c:pt idx="273">
                  <c:v>0.49166666666666664</c:v>
                </c:pt>
                <c:pt idx="274">
                  <c:v>0.49166666666666664</c:v>
                </c:pt>
                <c:pt idx="275">
                  <c:v>0.49583333333333335</c:v>
                </c:pt>
                <c:pt idx="276">
                  <c:v>0.5</c:v>
                </c:pt>
                <c:pt idx="277">
                  <c:v>0.5</c:v>
                </c:pt>
                <c:pt idx="278">
                  <c:v>0.5</c:v>
                </c:pt>
                <c:pt idx="279">
                  <c:v>0.5</c:v>
                </c:pt>
                <c:pt idx="280">
                  <c:v>0.5</c:v>
                </c:pt>
                <c:pt idx="281">
                  <c:v>0.50416666666666665</c:v>
                </c:pt>
                <c:pt idx="282">
                  <c:v>0.50416666666666665</c:v>
                </c:pt>
                <c:pt idx="283">
                  <c:v>0.50416666666666665</c:v>
                </c:pt>
                <c:pt idx="284">
                  <c:v>0.50416666666666665</c:v>
                </c:pt>
                <c:pt idx="285">
                  <c:v>0.5083333333333333</c:v>
                </c:pt>
                <c:pt idx="286">
                  <c:v>0.51249999999999996</c:v>
                </c:pt>
                <c:pt idx="287">
                  <c:v>0.51249999999999996</c:v>
                </c:pt>
                <c:pt idx="288">
                  <c:v>0.51249999999999996</c:v>
                </c:pt>
                <c:pt idx="289">
                  <c:v>0.51249999999999996</c:v>
                </c:pt>
                <c:pt idx="290">
                  <c:v>0.51249999999999996</c:v>
                </c:pt>
                <c:pt idx="291">
                  <c:v>0.51666666666666672</c:v>
                </c:pt>
                <c:pt idx="292">
                  <c:v>0.52083333333333337</c:v>
                </c:pt>
                <c:pt idx="293">
                  <c:v>0.52500000000000002</c:v>
                </c:pt>
                <c:pt idx="294">
                  <c:v>0.52916666666666667</c:v>
                </c:pt>
                <c:pt idx="295">
                  <c:v>0.53333333333333333</c:v>
                </c:pt>
                <c:pt idx="296">
                  <c:v>0.53333333333333333</c:v>
                </c:pt>
                <c:pt idx="297">
                  <c:v>0.53333333333333333</c:v>
                </c:pt>
                <c:pt idx="298">
                  <c:v>0.53333333333333333</c:v>
                </c:pt>
                <c:pt idx="299">
                  <c:v>0.53333333333333333</c:v>
                </c:pt>
                <c:pt idx="300">
                  <c:v>0.53333333333333333</c:v>
                </c:pt>
                <c:pt idx="301">
                  <c:v>0.53749999999999998</c:v>
                </c:pt>
                <c:pt idx="302">
                  <c:v>0.53749999999999998</c:v>
                </c:pt>
                <c:pt idx="303">
                  <c:v>0.54166666666666663</c:v>
                </c:pt>
                <c:pt idx="304">
                  <c:v>0.54583333333333328</c:v>
                </c:pt>
                <c:pt idx="305">
                  <c:v>0.55000000000000004</c:v>
                </c:pt>
                <c:pt idx="306">
                  <c:v>0.5541666666666667</c:v>
                </c:pt>
                <c:pt idx="307">
                  <c:v>0.5541666666666667</c:v>
                </c:pt>
                <c:pt idx="308">
                  <c:v>0.5541666666666667</c:v>
                </c:pt>
                <c:pt idx="309">
                  <c:v>0.5541666666666667</c:v>
                </c:pt>
                <c:pt idx="310">
                  <c:v>0.5541666666666667</c:v>
                </c:pt>
                <c:pt idx="311">
                  <c:v>0.5541666666666667</c:v>
                </c:pt>
                <c:pt idx="312">
                  <c:v>0.55833333333333335</c:v>
                </c:pt>
                <c:pt idx="313">
                  <c:v>0.5625</c:v>
                </c:pt>
                <c:pt idx="314">
                  <c:v>0.5625</c:v>
                </c:pt>
                <c:pt idx="315">
                  <c:v>0.5625</c:v>
                </c:pt>
                <c:pt idx="316">
                  <c:v>0.5625</c:v>
                </c:pt>
                <c:pt idx="317">
                  <c:v>0.56666666666666665</c:v>
                </c:pt>
                <c:pt idx="318">
                  <c:v>0.56666666666666665</c:v>
                </c:pt>
                <c:pt idx="319">
                  <c:v>0.56666666666666665</c:v>
                </c:pt>
                <c:pt idx="320">
                  <c:v>0.56666666666666665</c:v>
                </c:pt>
                <c:pt idx="321">
                  <c:v>0.5708333333333333</c:v>
                </c:pt>
                <c:pt idx="322">
                  <c:v>0.5708333333333333</c:v>
                </c:pt>
                <c:pt idx="323">
                  <c:v>0.5708333333333333</c:v>
                </c:pt>
                <c:pt idx="324">
                  <c:v>0.57499999999999996</c:v>
                </c:pt>
                <c:pt idx="325">
                  <c:v>0.57916666666666672</c:v>
                </c:pt>
                <c:pt idx="326">
                  <c:v>0.57916666666666672</c:v>
                </c:pt>
                <c:pt idx="327">
                  <c:v>0.57916666666666672</c:v>
                </c:pt>
                <c:pt idx="328">
                  <c:v>0.58333333333333337</c:v>
                </c:pt>
                <c:pt idx="329">
                  <c:v>0.58750000000000002</c:v>
                </c:pt>
                <c:pt idx="330">
                  <c:v>0.58750000000000002</c:v>
                </c:pt>
                <c:pt idx="331">
                  <c:v>0.58750000000000002</c:v>
                </c:pt>
                <c:pt idx="332">
                  <c:v>0.59166666666666667</c:v>
                </c:pt>
                <c:pt idx="333">
                  <c:v>0.59166666666666667</c:v>
                </c:pt>
                <c:pt idx="334">
                  <c:v>0.59166666666666667</c:v>
                </c:pt>
                <c:pt idx="335">
                  <c:v>0.59166666666666667</c:v>
                </c:pt>
                <c:pt idx="336">
                  <c:v>0.59583333333333333</c:v>
                </c:pt>
                <c:pt idx="337">
                  <c:v>0.59583333333333333</c:v>
                </c:pt>
                <c:pt idx="338">
                  <c:v>0.59583333333333333</c:v>
                </c:pt>
                <c:pt idx="339">
                  <c:v>0.59583333333333333</c:v>
                </c:pt>
                <c:pt idx="340">
                  <c:v>0.6</c:v>
                </c:pt>
                <c:pt idx="341">
                  <c:v>0.60416666666666663</c:v>
                </c:pt>
                <c:pt idx="342">
                  <c:v>0.60416666666666663</c:v>
                </c:pt>
                <c:pt idx="343">
                  <c:v>0.60416666666666663</c:v>
                </c:pt>
                <c:pt idx="344">
                  <c:v>0.60833333333333328</c:v>
                </c:pt>
                <c:pt idx="345">
                  <c:v>0.60833333333333328</c:v>
                </c:pt>
                <c:pt idx="346">
                  <c:v>0.60833333333333328</c:v>
                </c:pt>
                <c:pt idx="347">
                  <c:v>0.61250000000000004</c:v>
                </c:pt>
                <c:pt idx="348">
                  <c:v>0.6166666666666667</c:v>
                </c:pt>
                <c:pt idx="349">
                  <c:v>0.6166666666666667</c:v>
                </c:pt>
                <c:pt idx="350">
                  <c:v>0.6166666666666667</c:v>
                </c:pt>
                <c:pt idx="351">
                  <c:v>0.6166666666666667</c:v>
                </c:pt>
                <c:pt idx="352">
                  <c:v>0.6166666666666667</c:v>
                </c:pt>
                <c:pt idx="353">
                  <c:v>0.62083333333333335</c:v>
                </c:pt>
                <c:pt idx="354">
                  <c:v>0.62083333333333335</c:v>
                </c:pt>
                <c:pt idx="355">
                  <c:v>0.62083333333333335</c:v>
                </c:pt>
                <c:pt idx="356">
                  <c:v>0.62083333333333335</c:v>
                </c:pt>
                <c:pt idx="357">
                  <c:v>0.625</c:v>
                </c:pt>
                <c:pt idx="358">
                  <c:v>0.625</c:v>
                </c:pt>
                <c:pt idx="359">
                  <c:v>0.62916666666666665</c:v>
                </c:pt>
                <c:pt idx="360">
                  <c:v>0.62916666666666665</c:v>
                </c:pt>
                <c:pt idx="361">
                  <c:v>0.62916666666666665</c:v>
                </c:pt>
                <c:pt idx="362">
                  <c:v>0.6333333333333333</c:v>
                </c:pt>
                <c:pt idx="363">
                  <c:v>0.6333333333333333</c:v>
                </c:pt>
                <c:pt idx="364">
                  <c:v>0.63749999999999996</c:v>
                </c:pt>
                <c:pt idx="365">
                  <c:v>0.64166666666666672</c:v>
                </c:pt>
                <c:pt idx="366">
                  <c:v>0.64166666666666672</c:v>
                </c:pt>
                <c:pt idx="367">
                  <c:v>0.64166666666666672</c:v>
                </c:pt>
                <c:pt idx="368">
                  <c:v>0.64166666666666672</c:v>
                </c:pt>
                <c:pt idx="369">
                  <c:v>0.64166666666666672</c:v>
                </c:pt>
                <c:pt idx="370">
                  <c:v>0.64166666666666672</c:v>
                </c:pt>
                <c:pt idx="371">
                  <c:v>0.64166666666666672</c:v>
                </c:pt>
                <c:pt idx="372">
                  <c:v>0.64583333333333337</c:v>
                </c:pt>
                <c:pt idx="373">
                  <c:v>0.64583333333333337</c:v>
                </c:pt>
                <c:pt idx="374">
                  <c:v>0.64583333333333337</c:v>
                </c:pt>
                <c:pt idx="375">
                  <c:v>0.64583333333333337</c:v>
                </c:pt>
                <c:pt idx="376">
                  <c:v>0.64583333333333337</c:v>
                </c:pt>
                <c:pt idx="377">
                  <c:v>0.65</c:v>
                </c:pt>
                <c:pt idx="378">
                  <c:v>0.65</c:v>
                </c:pt>
                <c:pt idx="379">
                  <c:v>0.65</c:v>
                </c:pt>
                <c:pt idx="380">
                  <c:v>0.65</c:v>
                </c:pt>
                <c:pt idx="381">
                  <c:v>0.65</c:v>
                </c:pt>
                <c:pt idx="382">
                  <c:v>0.65416666666666667</c:v>
                </c:pt>
                <c:pt idx="383">
                  <c:v>0.65416666666666667</c:v>
                </c:pt>
                <c:pt idx="384">
                  <c:v>0.65833333333333333</c:v>
                </c:pt>
                <c:pt idx="385">
                  <c:v>0.65833333333333333</c:v>
                </c:pt>
                <c:pt idx="386">
                  <c:v>0.65833333333333333</c:v>
                </c:pt>
                <c:pt idx="387">
                  <c:v>0.66249999999999998</c:v>
                </c:pt>
                <c:pt idx="388">
                  <c:v>0.66249999999999998</c:v>
                </c:pt>
                <c:pt idx="389">
                  <c:v>0.66249999999999998</c:v>
                </c:pt>
                <c:pt idx="390">
                  <c:v>0.66666666666666663</c:v>
                </c:pt>
                <c:pt idx="391">
                  <c:v>0.66666666666666663</c:v>
                </c:pt>
                <c:pt idx="392">
                  <c:v>0.66666666666666663</c:v>
                </c:pt>
                <c:pt idx="393">
                  <c:v>0.66666666666666663</c:v>
                </c:pt>
                <c:pt idx="394">
                  <c:v>0.66666666666666663</c:v>
                </c:pt>
                <c:pt idx="395">
                  <c:v>0.66666666666666663</c:v>
                </c:pt>
                <c:pt idx="396">
                  <c:v>0.67083333333333328</c:v>
                </c:pt>
                <c:pt idx="397">
                  <c:v>0.67083333333333328</c:v>
                </c:pt>
                <c:pt idx="398">
                  <c:v>0.67083333333333328</c:v>
                </c:pt>
                <c:pt idx="399">
                  <c:v>0.67500000000000004</c:v>
                </c:pt>
                <c:pt idx="400">
                  <c:v>0.6791666666666667</c:v>
                </c:pt>
                <c:pt idx="401">
                  <c:v>0.6791666666666667</c:v>
                </c:pt>
                <c:pt idx="402">
                  <c:v>0.6791666666666667</c:v>
                </c:pt>
                <c:pt idx="403">
                  <c:v>0.6791666666666667</c:v>
                </c:pt>
                <c:pt idx="404">
                  <c:v>0.68333333333333335</c:v>
                </c:pt>
                <c:pt idx="405">
                  <c:v>0.6875</c:v>
                </c:pt>
                <c:pt idx="406">
                  <c:v>0.69166666666666665</c:v>
                </c:pt>
                <c:pt idx="407">
                  <c:v>0.69166666666666665</c:v>
                </c:pt>
                <c:pt idx="408">
                  <c:v>0.69166666666666665</c:v>
                </c:pt>
                <c:pt idx="409">
                  <c:v>0.69166666666666665</c:v>
                </c:pt>
                <c:pt idx="410">
                  <c:v>0.69166666666666665</c:v>
                </c:pt>
                <c:pt idx="411">
                  <c:v>0.69166666666666665</c:v>
                </c:pt>
                <c:pt idx="412">
                  <c:v>0.69166666666666665</c:v>
                </c:pt>
                <c:pt idx="413">
                  <c:v>0.69166666666666665</c:v>
                </c:pt>
                <c:pt idx="414">
                  <c:v>0.6958333333333333</c:v>
                </c:pt>
                <c:pt idx="415">
                  <c:v>0.7</c:v>
                </c:pt>
                <c:pt idx="416">
                  <c:v>0.70416666666666672</c:v>
                </c:pt>
                <c:pt idx="417">
                  <c:v>0.70416666666666672</c:v>
                </c:pt>
                <c:pt idx="418">
                  <c:v>0.70416666666666672</c:v>
                </c:pt>
                <c:pt idx="419">
                  <c:v>0.70416666666666672</c:v>
                </c:pt>
                <c:pt idx="420">
                  <c:v>0.70416666666666672</c:v>
                </c:pt>
                <c:pt idx="421">
                  <c:v>0.70416666666666672</c:v>
                </c:pt>
                <c:pt idx="422">
                  <c:v>0.70416666666666672</c:v>
                </c:pt>
                <c:pt idx="423">
                  <c:v>0.70833333333333337</c:v>
                </c:pt>
                <c:pt idx="424">
                  <c:v>0.70833333333333337</c:v>
                </c:pt>
                <c:pt idx="425">
                  <c:v>0.71250000000000002</c:v>
                </c:pt>
                <c:pt idx="426">
                  <c:v>0.71250000000000002</c:v>
                </c:pt>
                <c:pt idx="427">
                  <c:v>0.71250000000000002</c:v>
                </c:pt>
                <c:pt idx="428">
                  <c:v>0.71250000000000002</c:v>
                </c:pt>
                <c:pt idx="429">
                  <c:v>0.71250000000000002</c:v>
                </c:pt>
                <c:pt idx="430">
                  <c:v>0.71250000000000002</c:v>
                </c:pt>
                <c:pt idx="431">
                  <c:v>0.71250000000000002</c:v>
                </c:pt>
                <c:pt idx="432">
                  <c:v>0.71666666666666667</c:v>
                </c:pt>
                <c:pt idx="433">
                  <c:v>0.71666666666666667</c:v>
                </c:pt>
                <c:pt idx="434">
                  <c:v>0.71666666666666667</c:v>
                </c:pt>
                <c:pt idx="435">
                  <c:v>0.71666666666666667</c:v>
                </c:pt>
                <c:pt idx="436">
                  <c:v>0.71666666666666667</c:v>
                </c:pt>
                <c:pt idx="437">
                  <c:v>0.71666666666666667</c:v>
                </c:pt>
                <c:pt idx="438">
                  <c:v>0.71666666666666667</c:v>
                </c:pt>
                <c:pt idx="439">
                  <c:v>0.72083333333333333</c:v>
                </c:pt>
                <c:pt idx="440">
                  <c:v>0.72499999999999998</c:v>
                </c:pt>
                <c:pt idx="441">
                  <c:v>0.72916666666666663</c:v>
                </c:pt>
                <c:pt idx="442">
                  <c:v>0.72916666666666663</c:v>
                </c:pt>
                <c:pt idx="443">
                  <c:v>0.72916666666666663</c:v>
                </c:pt>
                <c:pt idx="444">
                  <c:v>0.72916666666666663</c:v>
                </c:pt>
                <c:pt idx="445">
                  <c:v>0.73333333333333328</c:v>
                </c:pt>
                <c:pt idx="446">
                  <c:v>0.73333333333333328</c:v>
                </c:pt>
                <c:pt idx="447">
                  <c:v>0.73333333333333328</c:v>
                </c:pt>
                <c:pt idx="448">
                  <c:v>0.73333333333333328</c:v>
                </c:pt>
                <c:pt idx="449">
                  <c:v>0.73750000000000004</c:v>
                </c:pt>
                <c:pt idx="450">
                  <c:v>0.73750000000000004</c:v>
                </c:pt>
                <c:pt idx="451">
                  <c:v>0.7416666666666667</c:v>
                </c:pt>
                <c:pt idx="452">
                  <c:v>0.7416666666666667</c:v>
                </c:pt>
                <c:pt idx="453">
                  <c:v>0.7416666666666667</c:v>
                </c:pt>
                <c:pt idx="454">
                  <c:v>0.74583333333333335</c:v>
                </c:pt>
                <c:pt idx="455">
                  <c:v>0.74583333333333335</c:v>
                </c:pt>
                <c:pt idx="456">
                  <c:v>0.74583333333333335</c:v>
                </c:pt>
                <c:pt idx="457">
                  <c:v>0.75</c:v>
                </c:pt>
                <c:pt idx="458">
                  <c:v>0.75</c:v>
                </c:pt>
                <c:pt idx="459">
                  <c:v>0.75</c:v>
                </c:pt>
                <c:pt idx="460">
                  <c:v>0.75416666666666665</c:v>
                </c:pt>
                <c:pt idx="461">
                  <c:v>0.7583333333333333</c:v>
                </c:pt>
                <c:pt idx="462">
                  <c:v>0.7583333333333333</c:v>
                </c:pt>
                <c:pt idx="463">
                  <c:v>0.7583333333333333</c:v>
                </c:pt>
                <c:pt idx="464">
                  <c:v>0.7583333333333333</c:v>
                </c:pt>
                <c:pt idx="465">
                  <c:v>0.7583333333333333</c:v>
                </c:pt>
                <c:pt idx="466">
                  <c:v>0.7583333333333333</c:v>
                </c:pt>
                <c:pt idx="467">
                  <c:v>0.7583333333333333</c:v>
                </c:pt>
                <c:pt idx="468">
                  <c:v>0.76249999999999996</c:v>
                </c:pt>
                <c:pt idx="469">
                  <c:v>0.76249999999999996</c:v>
                </c:pt>
                <c:pt idx="470">
                  <c:v>0.76249999999999996</c:v>
                </c:pt>
                <c:pt idx="471">
                  <c:v>0.76666666666666672</c:v>
                </c:pt>
                <c:pt idx="472">
                  <c:v>0.76666666666666672</c:v>
                </c:pt>
                <c:pt idx="473">
                  <c:v>0.76666666666666672</c:v>
                </c:pt>
                <c:pt idx="474">
                  <c:v>0.76666666666666672</c:v>
                </c:pt>
                <c:pt idx="475">
                  <c:v>0.76666666666666672</c:v>
                </c:pt>
                <c:pt idx="476">
                  <c:v>0.76666666666666672</c:v>
                </c:pt>
                <c:pt idx="477">
                  <c:v>0.76666666666666672</c:v>
                </c:pt>
                <c:pt idx="478">
                  <c:v>0.76666666666666672</c:v>
                </c:pt>
                <c:pt idx="479">
                  <c:v>0.77083333333333337</c:v>
                </c:pt>
                <c:pt idx="480">
                  <c:v>0.77083333333333337</c:v>
                </c:pt>
                <c:pt idx="481">
                  <c:v>0.77083333333333337</c:v>
                </c:pt>
                <c:pt idx="482">
                  <c:v>0.77083333333333337</c:v>
                </c:pt>
                <c:pt idx="483">
                  <c:v>0.77083333333333337</c:v>
                </c:pt>
                <c:pt idx="484">
                  <c:v>0.77083333333333337</c:v>
                </c:pt>
                <c:pt idx="485">
                  <c:v>0.77083333333333337</c:v>
                </c:pt>
                <c:pt idx="486">
                  <c:v>0.77083333333333337</c:v>
                </c:pt>
                <c:pt idx="487">
                  <c:v>0.77083333333333337</c:v>
                </c:pt>
                <c:pt idx="488">
                  <c:v>0.77083333333333337</c:v>
                </c:pt>
                <c:pt idx="489">
                  <c:v>0.77083333333333337</c:v>
                </c:pt>
                <c:pt idx="490">
                  <c:v>0.77500000000000002</c:v>
                </c:pt>
                <c:pt idx="491">
                  <c:v>0.77500000000000002</c:v>
                </c:pt>
                <c:pt idx="492">
                  <c:v>0.77500000000000002</c:v>
                </c:pt>
                <c:pt idx="493">
                  <c:v>0.77500000000000002</c:v>
                </c:pt>
                <c:pt idx="494">
                  <c:v>0.77916666666666667</c:v>
                </c:pt>
                <c:pt idx="495">
                  <c:v>0.77916666666666667</c:v>
                </c:pt>
                <c:pt idx="496">
                  <c:v>0.77916666666666667</c:v>
                </c:pt>
                <c:pt idx="497">
                  <c:v>0.78333333333333333</c:v>
                </c:pt>
                <c:pt idx="498">
                  <c:v>0.78333333333333333</c:v>
                </c:pt>
                <c:pt idx="499">
                  <c:v>0.78333333333333333</c:v>
                </c:pt>
                <c:pt idx="500">
                  <c:v>0.78333333333333333</c:v>
                </c:pt>
                <c:pt idx="501">
                  <c:v>0.78333333333333333</c:v>
                </c:pt>
                <c:pt idx="502">
                  <c:v>0.78333333333333333</c:v>
                </c:pt>
                <c:pt idx="503">
                  <c:v>0.78333333333333333</c:v>
                </c:pt>
                <c:pt idx="504">
                  <c:v>0.78333333333333333</c:v>
                </c:pt>
                <c:pt idx="505">
                  <c:v>0.78749999999999998</c:v>
                </c:pt>
                <c:pt idx="506">
                  <c:v>0.78749999999999998</c:v>
                </c:pt>
                <c:pt idx="507">
                  <c:v>0.78749999999999998</c:v>
                </c:pt>
                <c:pt idx="508">
                  <c:v>0.78749999999999998</c:v>
                </c:pt>
                <c:pt idx="509">
                  <c:v>0.78749999999999998</c:v>
                </c:pt>
                <c:pt idx="510">
                  <c:v>0.79166666666666663</c:v>
                </c:pt>
                <c:pt idx="511">
                  <c:v>0.79166666666666663</c:v>
                </c:pt>
                <c:pt idx="512">
                  <c:v>0.79166666666666663</c:v>
                </c:pt>
                <c:pt idx="513">
                  <c:v>0.79166666666666663</c:v>
                </c:pt>
                <c:pt idx="514">
                  <c:v>0.79166666666666663</c:v>
                </c:pt>
                <c:pt idx="515">
                  <c:v>0.79166666666666663</c:v>
                </c:pt>
                <c:pt idx="516">
                  <c:v>0.79166666666666663</c:v>
                </c:pt>
                <c:pt idx="517">
                  <c:v>0.79166666666666663</c:v>
                </c:pt>
                <c:pt idx="518">
                  <c:v>0.79583333333333328</c:v>
                </c:pt>
                <c:pt idx="519">
                  <c:v>0.8</c:v>
                </c:pt>
                <c:pt idx="520">
                  <c:v>0.8</c:v>
                </c:pt>
                <c:pt idx="521">
                  <c:v>0.8</c:v>
                </c:pt>
                <c:pt idx="522">
                  <c:v>0.8</c:v>
                </c:pt>
                <c:pt idx="523">
                  <c:v>0.8</c:v>
                </c:pt>
                <c:pt idx="524">
                  <c:v>0.8</c:v>
                </c:pt>
                <c:pt idx="525">
                  <c:v>0.8</c:v>
                </c:pt>
                <c:pt idx="526">
                  <c:v>0.8</c:v>
                </c:pt>
                <c:pt idx="527">
                  <c:v>0.8</c:v>
                </c:pt>
                <c:pt idx="528">
                  <c:v>0.8</c:v>
                </c:pt>
                <c:pt idx="529">
                  <c:v>0.8041666666666667</c:v>
                </c:pt>
                <c:pt idx="530">
                  <c:v>0.8041666666666667</c:v>
                </c:pt>
                <c:pt idx="531">
                  <c:v>0.8041666666666667</c:v>
                </c:pt>
                <c:pt idx="532">
                  <c:v>0.8041666666666667</c:v>
                </c:pt>
                <c:pt idx="533">
                  <c:v>0.8041666666666667</c:v>
                </c:pt>
                <c:pt idx="534">
                  <c:v>0.8041666666666667</c:v>
                </c:pt>
                <c:pt idx="535">
                  <c:v>0.8041666666666667</c:v>
                </c:pt>
                <c:pt idx="536">
                  <c:v>0.8041666666666667</c:v>
                </c:pt>
                <c:pt idx="537">
                  <c:v>0.80833333333333335</c:v>
                </c:pt>
                <c:pt idx="538">
                  <c:v>0.80833333333333335</c:v>
                </c:pt>
                <c:pt idx="539">
                  <c:v>0.8125</c:v>
                </c:pt>
                <c:pt idx="540">
                  <c:v>0.8125</c:v>
                </c:pt>
                <c:pt idx="541">
                  <c:v>0.8125</c:v>
                </c:pt>
                <c:pt idx="542">
                  <c:v>0.8125</c:v>
                </c:pt>
                <c:pt idx="543">
                  <c:v>0.8125</c:v>
                </c:pt>
                <c:pt idx="544">
                  <c:v>0.81666666666666665</c:v>
                </c:pt>
                <c:pt idx="545">
                  <c:v>0.81666666666666665</c:v>
                </c:pt>
                <c:pt idx="546">
                  <c:v>0.81666666666666665</c:v>
                </c:pt>
                <c:pt idx="547">
                  <c:v>0.81666666666666665</c:v>
                </c:pt>
                <c:pt idx="548">
                  <c:v>0.8208333333333333</c:v>
                </c:pt>
                <c:pt idx="549">
                  <c:v>0.8208333333333333</c:v>
                </c:pt>
                <c:pt idx="550">
                  <c:v>0.8208333333333333</c:v>
                </c:pt>
                <c:pt idx="551">
                  <c:v>0.8208333333333333</c:v>
                </c:pt>
                <c:pt idx="552">
                  <c:v>0.8208333333333333</c:v>
                </c:pt>
                <c:pt idx="553">
                  <c:v>0.82499999999999996</c:v>
                </c:pt>
                <c:pt idx="554">
                  <c:v>0.82499999999999996</c:v>
                </c:pt>
                <c:pt idx="555">
                  <c:v>0.82499999999999996</c:v>
                </c:pt>
                <c:pt idx="556">
                  <c:v>0.82916666666666672</c:v>
                </c:pt>
                <c:pt idx="557">
                  <c:v>0.82916666666666672</c:v>
                </c:pt>
                <c:pt idx="558">
                  <c:v>0.82916666666666672</c:v>
                </c:pt>
                <c:pt idx="559">
                  <c:v>0.82916666666666672</c:v>
                </c:pt>
                <c:pt idx="560">
                  <c:v>0.82916666666666672</c:v>
                </c:pt>
                <c:pt idx="561">
                  <c:v>0.82916666666666672</c:v>
                </c:pt>
                <c:pt idx="562">
                  <c:v>0.82916666666666672</c:v>
                </c:pt>
                <c:pt idx="563">
                  <c:v>0.82916666666666672</c:v>
                </c:pt>
                <c:pt idx="564">
                  <c:v>0.82916666666666672</c:v>
                </c:pt>
                <c:pt idx="565">
                  <c:v>0.82916666666666672</c:v>
                </c:pt>
                <c:pt idx="566">
                  <c:v>0.82916666666666672</c:v>
                </c:pt>
                <c:pt idx="567">
                  <c:v>0.82916666666666672</c:v>
                </c:pt>
                <c:pt idx="568">
                  <c:v>0.82916666666666672</c:v>
                </c:pt>
                <c:pt idx="569">
                  <c:v>0.82916666666666672</c:v>
                </c:pt>
                <c:pt idx="570">
                  <c:v>0.82916666666666672</c:v>
                </c:pt>
                <c:pt idx="571">
                  <c:v>0.82916666666666672</c:v>
                </c:pt>
                <c:pt idx="572">
                  <c:v>0.82916666666666672</c:v>
                </c:pt>
                <c:pt idx="573">
                  <c:v>0.83333333333333337</c:v>
                </c:pt>
                <c:pt idx="574">
                  <c:v>0.83333333333333337</c:v>
                </c:pt>
                <c:pt idx="575">
                  <c:v>0.83750000000000002</c:v>
                </c:pt>
                <c:pt idx="576">
                  <c:v>0.84166666666666667</c:v>
                </c:pt>
                <c:pt idx="577">
                  <c:v>0.84583333333333333</c:v>
                </c:pt>
                <c:pt idx="578">
                  <c:v>0.84583333333333333</c:v>
                </c:pt>
                <c:pt idx="579">
                  <c:v>0.84583333333333333</c:v>
                </c:pt>
                <c:pt idx="580">
                  <c:v>0.84583333333333333</c:v>
                </c:pt>
                <c:pt idx="581">
                  <c:v>0.84583333333333333</c:v>
                </c:pt>
                <c:pt idx="582">
                  <c:v>0.84583333333333333</c:v>
                </c:pt>
                <c:pt idx="583">
                  <c:v>0.85</c:v>
                </c:pt>
                <c:pt idx="584">
                  <c:v>0.85</c:v>
                </c:pt>
                <c:pt idx="585">
                  <c:v>0.85</c:v>
                </c:pt>
                <c:pt idx="586">
                  <c:v>0.85</c:v>
                </c:pt>
                <c:pt idx="587">
                  <c:v>0.85</c:v>
                </c:pt>
                <c:pt idx="588">
                  <c:v>0.85</c:v>
                </c:pt>
                <c:pt idx="589">
                  <c:v>0.85</c:v>
                </c:pt>
                <c:pt idx="590">
                  <c:v>0.85</c:v>
                </c:pt>
                <c:pt idx="591">
                  <c:v>0.85</c:v>
                </c:pt>
                <c:pt idx="592">
                  <c:v>0.85</c:v>
                </c:pt>
                <c:pt idx="593">
                  <c:v>0.85</c:v>
                </c:pt>
                <c:pt idx="594">
                  <c:v>0.85</c:v>
                </c:pt>
                <c:pt idx="595">
                  <c:v>0.85</c:v>
                </c:pt>
                <c:pt idx="596">
                  <c:v>0.85</c:v>
                </c:pt>
                <c:pt idx="597">
                  <c:v>0.85</c:v>
                </c:pt>
                <c:pt idx="598">
                  <c:v>0.85416666666666663</c:v>
                </c:pt>
                <c:pt idx="599">
                  <c:v>0.85833333333333328</c:v>
                </c:pt>
                <c:pt idx="600">
                  <c:v>0.85833333333333328</c:v>
                </c:pt>
                <c:pt idx="601">
                  <c:v>0.85833333333333328</c:v>
                </c:pt>
                <c:pt idx="602">
                  <c:v>0.85833333333333328</c:v>
                </c:pt>
                <c:pt idx="603">
                  <c:v>0.85833333333333328</c:v>
                </c:pt>
                <c:pt idx="604">
                  <c:v>0.85833333333333328</c:v>
                </c:pt>
                <c:pt idx="605">
                  <c:v>0.85833333333333328</c:v>
                </c:pt>
                <c:pt idx="606">
                  <c:v>0.85833333333333328</c:v>
                </c:pt>
                <c:pt idx="607">
                  <c:v>0.85833333333333328</c:v>
                </c:pt>
                <c:pt idx="608">
                  <c:v>0.85833333333333328</c:v>
                </c:pt>
                <c:pt idx="609">
                  <c:v>0.85833333333333328</c:v>
                </c:pt>
                <c:pt idx="610">
                  <c:v>0.86250000000000004</c:v>
                </c:pt>
                <c:pt idx="611">
                  <c:v>0.86250000000000004</c:v>
                </c:pt>
                <c:pt idx="612">
                  <c:v>0.8666666666666667</c:v>
                </c:pt>
                <c:pt idx="613">
                  <c:v>0.8666666666666667</c:v>
                </c:pt>
                <c:pt idx="614">
                  <c:v>0.8666666666666667</c:v>
                </c:pt>
                <c:pt idx="615">
                  <c:v>0.8666666666666667</c:v>
                </c:pt>
                <c:pt idx="616">
                  <c:v>0.8666666666666667</c:v>
                </c:pt>
                <c:pt idx="617">
                  <c:v>0.8666666666666667</c:v>
                </c:pt>
                <c:pt idx="618">
                  <c:v>0.87083333333333335</c:v>
                </c:pt>
                <c:pt idx="619">
                  <c:v>0.87083333333333335</c:v>
                </c:pt>
                <c:pt idx="620">
                  <c:v>0.875</c:v>
                </c:pt>
                <c:pt idx="621">
                  <c:v>0.875</c:v>
                </c:pt>
                <c:pt idx="622">
                  <c:v>0.875</c:v>
                </c:pt>
                <c:pt idx="623">
                  <c:v>0.875</c:v>
                </c:pt>
                <c:pt idx="624">
                  <c:v>0.875</c:v>
                </c:pt>
                <c:pt idx="625">
                  <c:v>0.875</c:v>
                </c:pt>
                <c:pt idx="626">
                  <c:v>0.875</c:v>
                </c:pt>
                <c:pt idx="627">
                  <c:v>0.875</c:v>
                </c:pt>
                <c:pt idx="628">
                  <c:v>0.875</c:v>
                </c:pt>
                <c:pt idx="629">
                  <c:v>0.875</c:v>
                </c:pt>
                <c:pt idx="630">
                  <c:v>0.875</c:v>
                </c:pt>
                <c:pt idx="631">
                  <c:v>0.875</c:v>
                </c:pt>
                <c:pt idx="632">
                  <c:v>0.875</c:v>
                </c:pt>
                <c:pt idx="633">
                  <c:v>0.875</c:v>
                </c:pt>
                <c:pt idx="634">
                  <c:v>0.875</c:v>
                </c:pt>
                <c:pt idx="635">
                  <c:v>0.875</c:v>
                </c:pt>
                <c:pt idx="636">
                  <c:v>0.875</c:v>
                </c:pt>
                <c:pt idx="637">
                  <c:v>0.875</c:v>
                </c:pt>
                <c:pt idx="638">
                  <c:v>0.875</c:v>
                </c:pt>
                <c:pt idx="639">
                  <c:v>0.875</c:v>
                </c:pt>
                <c:pt idx="640">
                  <c:v>0.875</c:v>
                </c:pt>
                <c:pt idx="641">
                  <c:v>0.875</c:v>
                </c:pt>
                <c:pt idx="642">
                  <c:v>0.875</c:v>
                </c:pt>
                <c:pt idx="643">
                  <c:v>0.875</c:v>
                </c:pt>
                <c:pt idx="644">
                  <c:v>0.875</c:v>
                </c:pt>
                <c:pt idx="645">
                  <c:v>0.875</c:v>
                </c:pt>
                <c:pt idx="646">
                  <c:v>0.875</c:v>
                </c:pt>
                <c:pt idx="647">
                  <c:v>0.87916666666666665</c:v>
                </c:pt>
                <c:pt idx="648">
                  <c:v>0.87916666666666665</c:v>
                </c:pt>
                <c:pt idx="649">
                  <c:v>0.87916666666666665</c:v>
                </c:pt>
                <c:pt idx="650">
                  <c:v>0.87916666666666665</c:v>
                </c:pt>
                <c:pt idx="651">
                  <c:v>0.87916666666666665</c:v>
                </c:pt>
                <c:pt idx="652">
                  <c:v>0.87916666666666665</c:v>
                </c:pt>
                <c:pt idx="653">
                  <c:v>0.8833333333333333</c:v>
                </c:pt>
                <c:pt idx="654">
                  <c:v>0.8833333333333333</c:v>
                </c:pt>
                <c:pt idx="655">
                  <c:v>0.8833333333333333</c:v>
                </c:pt>
                <c:pt idx="656">
                  <c:v>0.8833333333333333</c:v>
                </c:pt>
                <c:pt idx="657">
                  <c:v>0.8833333333333333</c:v>
                </c:pt>
                <c:pt idx="658">
                  <c:v>0.88749999999999996</c:v>
                </c:pt>
                <c:pt idx="659">
                  <c:v>0.88749999999999996</c:v>
                </c:pt>
                <c:pt idx="660">
                  <c:v>0.88749999999999996</c:v>
                </c:pt>
                <c:pt idx="661">
                  <c:v>0.88749999999999996</c:v>
                </c:pt>
                <c:pt idx="662">
                  <c:v>0.88749999999999996</c:v>
                </c:pt>
                <c:pt idx="663">
                  <c:v>0.88749999999999996</c:v>
                </c:pt>
                <c:pt idx="664">
                  <c:v>0.88749999999999996</c:v>
                </c:pt>
                <c:pt idx="665">
                  <c:v>0.88749999999999996</c:v>
                </c:pt>
                <c:pt idx="666">
                  <c:v>0.88749999999999996</c:v>
                </c:pt>
                <c:pt idx="667">
                  <c:v>0.88749999999999996</c:v>
                </c:pt>
                <c:pt idx="668">
                  <c:v>0.88749999999999996</c:v>
                </c:pt>
                <c:pt idx="669">
                  <c:v>0.88749999999999996</c:v>
                </c:pt>
                <c:pt idx="670">
                  <c:v>0.88749999999999996</c:v>
                </c:pt>
                <c:pt idx="671">
                  <c:v>0.88749999999999996</c:v>
                </c:pt>
                <c:pt idx="672">
                  <c:v>0.88749999999999996</c:v>
                </c:pt>
                <c:pt idx="673">
                  <c:v>0.88749999999999996</c:v>
                </c:pt>
                <c:pt idx="674">
                  <c:v>0.88749999999999996</c:v>
                </c:pt>
                <c:pt idx="675">
                  <c:v>0.88749999999999996</c:v>
                </c:pt>
                <c:pt idx="676">
                  <c:v>0.88749999999999996</c:v>
                </c:pt>
                <c:pt idx="677">
                  <c:v>0.88749999999999996</c:v>
                </c:pt>
                <c:pt idx="678">
                  <c:v>0.89166666666666672</c:v>
                </c:pt>
                <c:pt idx="679">
                  <c:v>0.89166666666666672</c:v>
                </c:pt>
                <c:pt idx="680">
                  <c:v>0.89166666666666672</c:v>
                </c:pt>
                <c:pt idx="681">
                  <c:v>0.89166666666666672</c:v>
                </c:pt>
                <c:pt idx="682">
                  <c:v>0.89166666666666672</c:v>
                </c:pt>
                <c:pt idx="683">
                  <c:v>0.89166666666666672</c:v>
                </c:pt>
                <c:pt idx="684">
                  <c:v>0.89166666666666672</c:v>
                </c:pt>
                <c:pt idx="685">
                  <c:v>0.89583333333333337</c:v>
                </c:pt>
                <c:pt idx="686">
                  <c:v>0.89583333333333337</c:v>
                </c:pt>
                <c:pt idx="687">
                  <c:v>0.89583333333333337</c:v>
                </c:pt>
                <c:pt idx="688">
                  <c:v>0.89583333333333337</c:v>
                </c:pt>
                <c:pt idx="689">
                  <c:v>0.9</c:v>
                </c:pt>
                <c:pt idx="690">
                  <c:v>0.9</c:v>
                </c:pt>
                <c:pt idx="691">
                  <c:v>0.9</c:v>
                </c:pt>
                <c:pt idx="692">
                  <c:v>0.9</c:v>
                </c:pt>
                <c:pt idx="693">
                  <c:v>0.9</c:v>
                </c:pt>
                <c:pt idx="694">
                  <c:v>0.9</c:v>
                </c:pt>
                <c:pt idx="695">
                  <c:v>0.90416666666666667</c:v>
                </c:pt>
                <c:pt idx="696">
                  <c:v>0.90416666666666667</c:v>
                </c:pt>
                <c:pt idx="697">
                  <c:v>0.90416666666666667</c:v>
                </c:pt>
                <c:pt idx="698">
                  <c:v>0.90416666666666667</c:v>
                </c:pt>
                <c:pt idx="699">
                  <c:v>0.90416666666666667</c:v>
                </c:pt>
                <c:pt idx="700">
                  <c:v>0.90416666666666667</c:v>
                </c:pt>
                <c:pt idx="701">
                  <c:v>0.90833333333333333</c:v>
                </c:pt>
                <c:pt idx="702">
                  <c:v>0.90833333333333333</c:v>
                </c:pt>
                <c:pt idx="703">
                  <c:v>0.90833333333333333</c:v>
                </c:pt>
                <c:pt idx="704">
                  <c:v>0.90833333333333333</c:v>
                </c:pt>
                <c:pt idx="705">
                  <c:v>0.90833333333333333</c:v>
                </c:pt>
                <c:pt idx="706">
                  <c:v>0.90833333333333333</c:v>
                </c:pt>
                <c:pt idx="707">
                  <c:v>0.90833333333333333</c:v>
                </c:pt>
                <c:pt idx="708">
                  <c:v>0.90833333333333333</c:v>
                </c:pt>
                <c:pt idx="709">
                  <c:v>0.90833333333333333</c:v>
                </c:pt>
                <c:pt idx="710">
                  <c:v>0.90833333333333333</c:v>
                </c:pt>
                <c:pt idx="711">
                  <c:v>0.90833333333333333</c:v>
                </c:pt>
                <c:pt idx="712">
                  <c:v>0.90833333333333333</c:v>
                </c:pt>
                <c:pt idx="713">
                  <c:v>0.90833333333333333</c:v>
                </c:pt>
                <c:pt idx="714">
                  <c:v>0.90833333333333333</c:v>
                </c:pt>
                <c:pt idx="715">
                  <c:v>0.90833333333333333</c:v>
                </c:pt>
                <c:pt idx="716">
                  <c:v>0.90833333333333333</c:v>
                </c:pt>
                <c:pt idx="717">
                  <c:v>0.90833333333333333</c:v>
                </c:pt>
                <c:pt idx="718">
                  <c:v>0.90833333333333333</c:v>
                </c:pt>
                <c:pt idx="719">
                  <c:v>0.90833333333333333</c:v>
                </c:pt>
                <c:pt idx="720">
                  <c:v>0.91249999999999998</c:v>
                </c:pt>
                <c:pt idx="721">
                  <c:v>0.91249999999999998</c:v>
                </c:pt>
                <c:pt idx="722">
                  <c:v>0.91249999999999998</c:v>
                </c:pt>
                <c:pt idx="723">
                  <c:v>0.91249999999999998</c:v>
                </c:pt>
                <c:pt idx="724">
                  <c:v>0.91666666666666663</c:v>
                </c:pt>
                <c:pt idx="725">
                  <c:v>0.91666666666666663</c:v>
                </c:pt>
                <c:pt idx="726">
                  <c:v>0.91666666666666663</c:v>
                </c:pt>
                <c:pt idx="727">
                  <c:v>0.92083333333333328</c:v>
                </c:pt>
                <c:pt idx="728">
                  <c:v>0.92083333333333328</c:v>
                </c:pt>
                <c:pt idx="729">
                  <c:v>0.92083333333333328</c:v>
                </c:pt>
                <c:pt idx="730">
                  <c:v>0.92083333333333328</c:v>
                </c:pt>
                <c:pt idx="731">
                  <c:v>0.92083333333333328</c:v>
                </c:pt>
                <c:pt idx="732">
                  <c:v>0.92083333333333328</c:v>
                </c:pt>
                <c:pt idx="733">
                  <c:v>0.92083333333333328</c:v>
                </c:pt>
                <c:pt idx="734">
                  <c:v>0.92083333333333328</c:v>
                </c:pt>
                <c:pt idx="735">
                  <c:v>0.92083333333333328</c:v>
                </c:pt>
                <c:pt idx="736">
                  <c:v>0.92083333333333328</c:v>
                </c:pt>
                <c:pt idx="737">
                  <c:v>0.92083333333333328</c:v>
                </c:pt>
                <c:pt idx="738">
                  <c:v>0.92500000000000004</c:v>
                </c:pt>
                <c:pt idx="739">
                  <c:v>0.92500000000000004</c:v>
                </c:pt>
                <c:pt idx="740">
                  <c:v>0.92500000000000004</c:v>
                </c:pt>
                <c:pt idx="741">
                  <c:v>0.92500000000000004</c:v>
                </c:pt>
                <c:pt idx="742">
                  <c:v>0.92500000000000004</c:v>
                </c:pt>
                <c:pt idx="743">
                  <c:v>0.92500000000000004</c:v>
                </c:pt>
                <c:pt idx="744">
                  <c:v>0.92500000000000004</c:v>
                </c:pt>
                <c:pt idx="745">
                  <c:v>0.92500000000000004</c:v>
                </c:pt>
                <c:pt idx="746">
                  <c:v>0.92500000000000004</c:v>
                </c:pt>
                <c:pt idx="747">
                  <c:v>0.92500000000000004</c:v>
                </c:pt>
                <c:pt idx="748">
                  <c:v>0.92500000000000004</c:v>
                </c:pt>
                <c:pt idx="749">
                  <c:v>0.92500000000000004</c:v>
                </c:pt>
                <c:pt idx="750">
                  <c:v>0.9291666666666667</c:v>
                </c:pt>
                <c:pt idx="751">
                  <c:v>0.93333333333333335</c:v>
                </c:pt>
                <c:pt idx="752">
                  <c:v>0.93333333333333335</c:v>
                </c:pt>
                <c:pt idx="753">
                  <c:v>0.93333333333333335</c:v>
                </c:pt>
                <c:pt idx="754">
                  <c:v>0.93333333333333335</c:v>
                </c:pt>
                <c:pt idx="755">
                  <c:v>0.93333333333333335</c:v>
                </c:pt>
                <c:pt idx="756">
                  <c:v>0.93333333333333335</c:v>
                </c:pt>
                <c:pt idx="757">
                  <c:v>0.9375</c:v>
                </c:pt>
                <c:pt idx="758">
                  <c:v>0.9375</c:v>
                </c:pt>
                <c:pt idx="759">
                  <c:v>0.9375</c:v>
                </c:pt>
                <c:pt idx="760">
                  <c:v>0.9375</c:v>
                </c:pt>
                <c:pt idx="761">
                  <c:v>0.9375</c:v>
                </c:pt>
                <c:pt idx="762">
                  <c:v>0.9375</c:v>
                </c:pt>
                <c:pt idx="763">
                  <c:v>0.9375</c:v>
                </c:pt>
                <c:pt idx="764">
                  <c:v>0.9375</c:v>
                </c:pt>
                <c:pt idx="765">
                  <c:v>0.9375</c:v>
                </c:pt>
                <c:pt idx="766">
                  <c:v>0.9375</c:v>
                </c:pt>
                <c:pt idx="767">
                  <c:v>0.9375</c:v>
                </c:pt>
                <c:pt idx="768">
                  <c:v>0.9375</c:v>
                </c:pt>
                <c:pt idx="769">
                  <c:v>0.9375</c:v>
                </c:pt>
                <c:pt idx="770">
                  <c:v>0.9375</c:v>
                </c:pt>
                <c:pt idx="771">
                  <c:v>0.9375</c:v>
                </c:pt>
                <c:pt idx="772">
                  <c:v>0.9375</c:v>
                </c:pt>
                <c:pt idx="773">
                  <c:v>0.9375</c:v>
                </c:pt>
                <c:pt idx="774">
                  <c:v>0.9375</c:v>
                </c:pt>
                <c:pt idx="775">
                  <c:v>0.94166666666666665</c:v>
                </c:pt>
                <c:pt idx="776">
                  <c:v>0.9458333333333333</c:v>
                </c:pt>
                <c:pt idx="777">
                  <c:v>0.9458333333333333</c:v>
                </c:pt>
                <c:pt idx="778">
                  <c:v>0.9458333333333333</c:v>
                </c:pt>
                <c:pt idx="779">
                  <c:v>0.9458333333333333</c:v>
                </c:pt>
                <c:pt idx="780">
                  <c:v>0.9458333333333333</c:v>
                </c:pt>
                <c:pt idx="781">
                  <c:v>0.9458333333333333</c:v>
                </c:pt>
                <c:pt idx="782">
                  <c:v>0.9458333333333333</c:v>
                </c:pt>
                <c:pt idx="783">
                  <c:v>0.9458333333333333</c:v>
                </c:pt>
                <c:pt idx="784">
                  <c:v>0.9458333333333333</c:v>
                </c:pt>
                <c:pt idx="785">
                  <c:v>0.9458333333333333</c:v>
                </c:pt>
                <c:pt idx="786">
                  <c:v>0.9458333333333333</c:v>
                </c:pt>
                <c:pt idx="787">
                  <c:v>0.9458333333333333</c:v>
                </c:pt>
                <c:pt idx="788">
                  <c:v>0.9458333333333333</c:v>
                </c:pt>
                <c:pt idx="789">
                  <c:v>0.9458333333333333</c:v>
                </c:pt>
                <c:pt idx="790">
                  <c:v>0.9458333333333333</c:v>
                </c:pt>
                <c:pt idx="791">
                  <c:v>0.9458333333333333</c:v>
                </c:pt>
                <c:pt idx="792">
                  <c:v>0.95</c:v>
                </c:pt>
                <c:pt idx="793">
                  <c:v>0.95</c:v>
                </c:pt>
                <c:pt idx="794">
                  <c:v>0.95</c:v>
                </c:pt>
                <c:pt idx="795">
                  <c:v>0.95416666666666672</c:v>
                </c:pt>
                <c:pt idx="796">
                  <c:v>0.95416666666666672</c:v>
                </c:pt>
                <c:pt idx="797">
                  <c:v>0.95416666666666672</c:v>
                </c:pt>
                <c:pt idx="798">
                  <c:v>0.95416666666666672</c:v>
                </c:pt>
                <c:pt idx="799">
                  <c:v>0.95416666666666672</c:v>
                </c:pt>
                <c:pt idx="800">
                  <c:v>0.95416666666666672</c:v>
                </c:pt>
                <c:pt idx="801">
                  <c:v>0.95416666666666672</c:v>
                </c:pt>
                <c:pt idx="802">
                  <c:v>0.95416666666666672</c:v>
                </c:pt>
                <c:pt idx="803">
                  <c:v>0.95416666666666672</c:v>
                </c:pt>
                <c:pt idx="804">
                  <c:v>0.95416666666666672</c:v>
                </c:pt>
                <c:pt idx="805">
                  <c:v>0.95416666666666672</c:v>
                </c:pt>
                <c:pt idx="806">
                  <c:v>0.95416666666666672</c:v>
                </c:pt>
                <c:pt idx="807">
                  <c:v>0.95416666666666672</c:v>
                </c:pt>
                <c:pt idx="808">
                  <c:v>0.95416666666666672</c:v>
                </c:pt>
                <c:pt idx="809">
                  <c:v>0.95416666666666672</c:v>
                </c:pt>
                <c:pt idx="810">
                  <c:v>0.95416666666666672</c:v>
                </c:pt>
                <c:pt idx="811">
                  <c:v>0.95416666666666672</c:v>
                </c:pt>
                <c:pt idx="812">
                  <c:v>0.95833333333333337</c:v>
                </c:pt>
                <c:pt idx="813">
                  <c:v>0.95833333333333337</c:v>
                </c:pt>
                <c:pt idx="814">
                  <c:v>0.95833333333333337</c:v>
                </c:pt>
                <c:pt idx="815">
                  <c:v>0.96250000000000002</c:v>
                </c:pt>
                <c:pt idx="816">
                  <c:v>0.96250000000000002</c:v>
                </c:pt>
                <c:pt idx="817">
                  <c:v>0.96250000000000002</c:v>
                </c:pt>
                <c:pt idx="818">
                  <c:v>0.96250000000000002</c:v>
                </c:pt>
                <c:pt idx="819">
                  <c:v>0.96250000000000002</c:v>
                </c:pt>
                <c:pt idx="820">
                  <c:v>0.96250000000000002</c:v>
                </c:pt>
                <c:pt idx="821">
                  <c:v>0.96250000000000002</c:v>
                </c:pt>
                <c:pt idx="822">
                  <c:v>0.96250000000000002</c:v>
                </c:pt>
                <c:pt idx="823">
                  <c:v>0.96250000000000002</c:v>
                </c:pt>
                <c:pt idx="824">
                  <c:v>0.96250000000000002</c:v>
                </c:pt>
                <c:pt idx="825">
                  <c:v>0.96250000000000002</c:v>
                </c:pt>
                <c:pt idx="826">
                  <c:v>0.96250000000000002</c:v>
                </c:pt>
                <c:pt idx="827">
                  <c:v>0.96250000000000002</c:v>
                </c:pt>
                <c:pt idx="828">
                  <c:v>0.96250000000000002</c:v>
                </c:pt>
                <c:pt idx="829">
                  <c:v>0.96250000000000002</c:v>
                </c:pt>
                <c:pt idx="830">
                  <c:v>0.96250000000000002</c:v>
                </c:pt>
                <c:pt idx="831">
                  <c:v>0.96666666666666667</c:v>
                </c:pt>
                <c:pt idx="832">
                  <c:v>0.96666666666666667</c:v>
                </c:pt>
                <c:pt idx="833">
                  <c:v>0.96666666666666667</c:v>
                </c:pt>
                <c:pt idx="834">
                  <c:v>0.96666666666666667</c:v>
                </c:pt>
                <c:pt idx="835">
                  <c:v>0.96666666666666667</c:v>
                </c:pt>
                <c:pt idx="836">
                  <c:v>0.96666666666666667</c:v>
                </c:pt>
                <c:pt idx="837">
                  <c:v>0.96666666666666667</c:v>
                </c:pt>
                <c:pt idx="838">
                  <c:v>0.96666666666666667</c:v>
                </c:pt>
                <c:pt idx="839">
                  <c:v>0.96666666666666667</c:v>
                </c:pt>
                <c:pt idx="840">
                  <c:v>0.96666666666666667</c:v>
                </c:pt>
                <c:pt idx="841">
                  <c:v>0.96666666666666667</c:v>
                </c:pt>
                <c:pt idx="842">
                  <c:v>0.96666666666666667</c:v>
                </c:pt>
                <c:pt idx="843">
                  <c:v>0.96666666666666667</c:v>
                </c:pt>
                <c:pt idx="844">
                  <c:v>0.96666666666666667</c:v>
                </c:pt>
                <c:pt idx="845">
                  <c:v>0.96666666666666667</c:v>
                </c:pt>
                <c:pt idx="846">
                  <c:v>0.96666666666666667</c:v>
                </c:pt>
                <c:pt idx="847">
                  <c:v>0.96666666666666667</c:v>
                </c:pt>
                <c:pt idx="848">
                  <c:v>0.96666666666666667</c:v>
                </c:pt>
                <c:pt idx="849">
                  <c:v>0.96666666666666667</c:v>
                </c:pt>
                <c:pt idx="850">
                  <c:v>0.96666666666666667</c:v>
                </c:pt>
                <c:pt idx="851">
                  <c:v>0.96666666666666667</c:v>
                </c:pt>
                <c:pt idx="852">
                  <c:v>0.96666666666666667</c:v>
                </c:pt>
                <c:pt idx="853">
                  <c:v>0.96666666666666667</c:v>
                </c:pt>
                <c:pt idx="854">
                  <c:v>0.96666666666666667</c:v>
                </c:pt>
                <c:pt idx="855">
                  <c:v>0.96666666666666667</c:v>
                </c:pt>
                <c:pt idx="856">
                  <c:v>0.96666666666666667</c:v>
                </c:pt>
                <c:pt idx="857">
                  <c:v>0.96666666666666667</c:v>
                </c:pt>
                <c:pt idx="858">
                  <c:v>0.96666666666666667</c:v>
                </c:pt>
                <c:pt idx="859">
                  <c:v>0.96666666666666667</c:v>
                </c:pt>
                <c:pt idx="860">
                  <c:v>0.96666666666666667</c:v>
                </c:pt>
                <c:pt idx="861">
                  <c:v>0.96666666666666667</c:v>
                </c:pt>
                <c:pt idx="862">
                  <c:v>0.96666666666666667</c:v>
                </c:pt>
                <c:pt idx="863">
                  <c:v>0.96666666666666667</c:v>
                </c:pt>
                <c:pt idx="864">
                  <c:v>0.96666666666666667</c:v>
                </c:pt>
                <c:pt idx="865">
                  <c:v>0.96666666666666667</c:v>
                </c:pt>
                <c:pt idx="866">
                  <c:v>0.96666666666666667</c:v>
                </c:pt>
                <c:pt idx="867">
                  <c:v>0.96666666666666667</c:v>
                </c:pt>
                <c:pt idx="868">
                  <c:v>0.96666666666666667</c:v>
                </c:pt>
                <c:pt idx="869">
                  <c:v>0.96666666666666667</c:v>
                </c:pt>
                <c:pt idx="870">
                  <c:v>0.96666666666666667</c:v>
                </c:pt>
                <c:pt idx="871">
                  <c:v>0.96666666666666667</c:v>
                </c:pt>
                <c:pt idx="872">
                  <c:v>0.96666666666666667</c:v>
                </c:pt>
                <c:pt idx="873">
                  <c:v>0.96666666666666667</c:v>
                </c:pt>
                <c:pt idx="874">
                  <c:v>0.96666666666666667</c:v>
                </c:pt>
                <c:pt idx="875">
                  <c:v>0.97083333333333333</c:v>
                </c:pt>
                <c:pt idx="876">
                  <c:v>0.97083333333333333</c:v>
                </c:pt>
                <c:pt idx="877">
                  <c:v>0.97083333333333333</c:v>
                </c:pt>
                <c:pt idx="878">
                  <c:v>0.97083333333333333</c:v>
                </c:pt>
                <c:pt idx="879">
                  <c:v>0.97083333333333333</c:v>
                </c:pt>
                <c:pt idx="880">
                  <c:v>0.97083333333333333</c:v>
                </c:pt>
                <c:pt idx="881">
                  <c:v>0.97083333333333333</c:v>
                </c:pt>
                <c:pt idx="882">
                  <c:v>0.97083333333333333</c:v>
                </c:pt>
                <c:pt idx="883">
                  <c:v>0.97083333333333333</c:v>
                </c:pt>
                <c:pt idx="884">
                  <c:v>0.97083333333333333</c:v>
                </c:pt>
                <c:pt idx="885">
                  <c:v>0.97083333333333333</c:v>
                </c:pt>
                <c:pt idx="886">
                  <c:v>0.97083333333333333</c:v>
                </c:pt>
                <c:pt idx="887">
                  <c:v>0.97083333333333333</c:v>
                </c:pt>
                <c:pt idx="888">
                  <c:v>0.97083333333333333</c:v>
                </c:pt>
                <c:pt idx="889">
                  <c:v>0.97083333333333333</c:v>
                </c:pt>
                <c:pt idx="890">
                  <c:v>0.97083333333333333</c:v>
                </c:pt>
                <c:pt idx="891">
                  <c:v>0.97083333333333333</c:v>
                </c:pt>
                <c:pt idx="892">
                  <c:v>0.97083333333333333</c:v>
                </c:pt>
                <c:pt idx="893">
                  <c:v>0.97083333333333333</c:v>
                </c:pt>
                <c:pt idx="894">
                  <c:v>0.97083333333333333</c:v>
                </c:pt>
                <c:pt idx="895">
                  <c:v>0.97083333333333333</c:v>
                </c:pt>
                <c:pt idx="896">
                  <c:v>0.97083333333333333</c:v>
                </c:pt>
                <c:pt idx="897">
                  <c:v>0.97083333333333333</c:v>
                </c:pt>
                <c:pt idx="898">
                  <c:v>0.97083333333333333</c:v>
                </c:pt>
                <c:pt idx="899">
                  <c:v>0.97083333333333333</c:v>
                </c:pt>
                <c:pt idx="900">
                  <c:v>0.97083333333333333</c:v>
                </c:pt>
                <c:pt idx="901">
                  <c:v>0.97083333333333333</c:v>
                </c:pt>
                <c:pt idx="902">
                  <c:v>0.97083333333333333</c:v>
                </c:pt>
                <c:pt idx="903">
                  <c:v>0.97083333333333333</c:v>
                </c:pt>
                <c:pt idx="904">
                  <c:v>0.97083333333333333</c:v>
                </c:pt>
                <c:pt idx="905">
                  <c:v>0.97083333333333333</c:v>
                </c:pt>
                <c:pt idx="906">
                  <c:v>0.97083333333333333</c:v>
                </c:pt>
                <c:pt idx="907">
                  <c:v>0.97083333333333333</c:v>
                </c:pt>
                <c:pt idx="908">
                  <c:v>0.97499999999999998</c:v>
                </c:pt>
                <c:pt idx="909">
                  <c:v>0.97499999999999998</c:v>
                </c:pt>
                <c:pt idx="910">
                  <c:v>0.97499999999999998</c:v>
                </c:pt>
                <c:pt idx="911">
                  <c:v>0.97499999999999998</c:v>
                </c:pt>
                <c:pt idx="912">
                  <c:v>0.97499999999999998</c:v>
                </c:pt>
                <c:pt idx="913">
                  <c:v>0.97499999999999998</c:v>
                </c:pt>
                <c:pt idx="914">
                  <c:v>0.97499999999999998</c:v>
                </c:pt>
                <c:pt idx="915">
                  <c:v>0.97499999999999998</c:v>
                </c:pt>
                <c:pt idx="916">
                  <c:v>0.97499999999999998</c:v>
                </c:pt>
                <c:pt idx="917">
                  <c:v>0.97499999999999998</c:v>
                </c:pt>
                <c:pt idx="918">
                  <c:v>0.97499999999999998</c:v>
                </c:pt>
                <c:pt idx="919">
                  <c:v>0.97916666666666663</c:v>
                </c:pt>
                <c:pt idx="920">
                  <c:v>0.97916666666666663</c:v>
                </c:pt>
                <c:pt idx="921">
                  <c:v>0.97916666666666663</c:v>
                </c:pt>
                <c:pt idx="922">
                  <c:v>0.97916666666666663</c:v>
                </c:pt>
                <c:pt idx="923">
                  <c:v>0.97916666666666663</c:v>
                </c:pt>
                <c:pt idx="924">
                  <c:v>0.97916666666666663</c:v>
                </c:pt>
                <c:pt idx="925">
                  <c:v>0.97916666666666663</c:v>
                </c:pt>
                <c:pt idx="926">
                  <c:v>0.97916666666666663</c:v>
                </c:pt>
                <c:pt idx="927">
                  <c:v>0.98333333333333328</c:v>
                </c:pt>
                <c:pt idx="928">
                  <c:v>0.98333333333333328</c:v>
                </c:pt>
                <c:pt idx="929">
                  <c:v>0.98333333333333328</c:v>
                </c:pt>
                <c:pt idx="930">
                  <c:v>0.98333333333333328</c:v>
                </c:pt>
                <c:pt idx="931">
                  <c:v>0.98333333333333328</c:v>
                </c:pt>
                <c:pt idx="932">
                  <c:v>0.98750000000000004</c:v>
                </c:pt>
                <c:pt idx="933">
                  <c:v>0.98750000000000004</c:v>
                </c:pt>
                <c:pt idx="934">
                  <c:v>0.98750000000000004</c:v>
                </c:pt>
                <c:pt idx="935">
                  <c:v>0.98750000000000004</c:v>
                </c:pt>
                <c:pt idx="936">
                  <c:v>0.98750000000000004</c:v>
                </c:pt>
                <c:pt idx="937">
                  <c:v>0.9916666666666667</c:v>
                </c:pt>
                <c:pt idx="938">
                  <c:v>0.99583333333333335</c:v>
                </c:pt>
                <c:pt idx="939">
                  <c:v>0.99583333333333335</c:v>
                </c:pt>
                <c:pt idx="940">
                  <c:v>0.99583333333333335</c:v>
                </c:pt>
                <c:pt idx="941">
                  <c:v>0.99583333333333335</c:v>
                </c:pt>
                <c:pt idx="942">
                  <c:v>0.99583333333333335</c:v>
                </c:pt>
                <c:pt idx="943">
                  <c:v>0.99583333333333335</c:v>
                </c:pt>
                <c:pt idx="944">
                  <c:v>1</c:v>
                </c:pt>
                <c:pt idx="945">
                  <c:v>1</c:v>
                </c:pt>
                <c:pt idx="946">
                  <c:v>1</c:v>
                </c:pt>
                <c:pt idx="947">
                  <c:v>1</c:v>
                </c:pt>
                <c:pt idx="948">
                  <c:v>1</c:v>
                </c:pt>
                <c:pt idx="949">
                  <c:v>1</c:v>
                </c:pt>
                <c:pt idx="950">
                  <c:v>1</c:v>
                </c:pt>
                <c:pt idx="951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1AC2-4126-9925-C601A6B0FF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1829231"/>
        <c:axId val="1173978063"/>
      </c:scatterChart>
      <c:valAx>
        <c:axId val="51829231"/>
        <c:scaling>
          <c:orientation val="minMax"/>
          <c:max val="0.4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en-US"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標楷體"/>
                    <a:ea typeface="標楷體"/>
                    <a:cs typeface="標楷體"/>
                  </a:defRPr>
                </a:pPr>
                <a:r>
                  <a:rPr lang="zh-TW"/>
                  <a:t>三維定位誤差 </a:t>
                </a:r>
                <a:r>
                  <a:rPr lang="en-US"/>
                  <a:t>(m)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en-US"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標楷體"/>
                  <a:ea typeface="標楷體"/>
                  <a:cs typeface="標楷體"/>
                </a:defRPr>
              </a:pPr>
              <a:endParaRPr lang="zh-TW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/>
                <a:ea typeface="Times New Roman"/>
                <a:cs typeface="Times New Roman"/>
              </a:defRPr>
            </a:pPr>
            <a:endParaRPr lang="zh-TW"/>
          </a:p>
        </c:txPr>
        <c:crossAx val="1173978063"/>
        <c:crosses val="autoZero"/>
        <c:crossBetween val="midCat"/>
        <c:majorUnit val="0.1"/>
      </c:valAx>
      <c:valAx>
        <c:axId val="1173978063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en-US"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標楷體"/>
                    <a:ea typeface="標楷體"/>
                    <a:cs typeface="標楷體"/>
                  </a:defRPr>
                </a:pPr>
                <a:r>
                  <a:rPr lang="zh-TW"/>
                  <a:t>累積機率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en-US"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標楷體"/>
                  <a:ea typeface="標楷體"/>
                  <a:cs typeface="標楷體"/>
                </a:defRPr>
              </a:pPr>
              <a:endParaRPr lang="zh-TW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/>
                <a:ea typeface="Times New Roman"/>
                <a:cs typeface="Times New Roman"/>
              </a:defRPr>
            </a:pPr>
            <a:endParaRPr lang="zh-TW"/>
          </a:p>
        </c:txPr>
        <c:crossAx val="51829231"/>
        <c:crosses val="autoZero"/>
        <c:crossBetween val="midCat"/>
        <c:majorUnit val="0.2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標楷體"/>
              <a:ea typeface="標楷體"/>
              <a:cs typeface="標楷體"/>
            </a:defRPr>
          </a:pPr>
          <a:endParaRPr lang="zh-TW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300">
          <a:latin typeface="Times New Roman"/>
          <a:ea typeface="Times New Roman"/>
          <a:cs typeface="Times New Roman"/>
        </a:defRPr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本次延續八月的多工具末端點定位研究。上次介紹螺絲座標轉換、Hungarian 關聯與 ES-EKF、RMV-FGO。這次先處理這些演算法的共同前提：同一筆量測的彩色、深度及設備姿態，是否真的來自同一個時間。報告日期先依下週四設定為 2026 年 10 月 22 日，可再依會議安排修改。</a:t>
            </a:r>
          </a:p>
          <a:p>
            <a:endParaRPr/>
          </a:p>
          <a:p>
            <a:r>
              <a:t>資料來源：RGBD_FRAME_SYNC.md；simulation/frame_sync/output/RESULTS.md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上次的研究焦點是螺絲多視角融合。本次先用 frame ID 和擷取時間處理資料同步，再完成 Hungarian、四種螺絲融合、平台顯示與歷史回放的串接。驗證分成兩類：原本的離散事件模型用來分析同步策略的精度與吞吐取捨，新增的軟體測試用來確認同一幀的資料能正確進入融合、儲存及顯示。兩者的數據不能混用，也不能把測試通過數量當成定位精度。</a:t>
            </a:r>
          </a:p>
          <a:p>
            <a:endParaRPr/>
          </a:p>
          <a:p>
            <a:r>
              <a:t>資料來源：RGBD_FRAME_SYNC.md；backend/src/positioning/rgbdFusion.js；frontend/src/components/RgbdViewer.vue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螺絲雖然靜止，但設備正在移動。彩色圖在 tc 看見螺絲，深度圖應對應同一次觀測，設備 pose 也應代表 tc。假設深度配對正確，如果使用 tp 時間的設備位姿，世界座標仍會偏移。式中的 p 是平移位置、R 是旋轉矩陣，C 表示相機座標、B 表示設備座標、W 表示世界座標。外參 R_C^B 和 t_C^B 是設定與校正值，上游 R_B^W(t)、p_B^W(t) 是動態估計值。單一 frame ID 只追蹤資料身分，不能證明相機曝光或跨裝置時鐘已同步。</a:t>
            </a:r>
          </a:p>
          <a:p>
            <a:endParaRPr/>
          </a:p>
          <a:p>
            <a:r>
              <a:t>資料來源：RGBD_FRAME_SYNC.md；simulation/frame_sync/output/RESULTS.md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目前已完成軟體端同幀資料的串接。RGB-D 封包接收後先配對設備 pose，計算螺絲原始世界座標，再以 Hungarian 關聯地圖螺絲並更新融合結果。前端使用相同封包的影像，搭配相同 frame ID 的 bbox、設備姿態和螺絲位置，歷史模式直接讀取已儲存資料。真實模型仍未接入，測試深度與姿態仍為模擬數據。此處的已完成指軟體資料流，尚未代表真實硬體或定位精度驗收。</a:t>
            </a:r>
          </a:p>
          <a:p>
            <a:endParaRPr/>
          </a:p>
          <a:p>
            <a:r>
              <a:t>資料來源：RGBD_FRAME_SYNC.md；backend/src/positioning/rgbdFusion.js；frontend/src/components/RgbdViewer.vue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每組 RGB-D 封包保存彩色 JPEG 與無損 uint16 深度 PNG。operationId、sessionId、frameId 唯一識別同一組資料，擷取時間以奈秒字串保存。新版 rgbdframes 另外保存對齊 pose、原始螺絲量測、Hungarian 關聯及四種融合結果。回放時間 videoTimeMs 由擷取時間減去 session 首幀擷取時間得到，並保留掉幀的時間間隔。這個時間索引只對應封包回放，尚未與獨立 RTSP MP4 建立 PTS 對照。</a:t>
            </a:r>
          </a:p>
          <a:p>
            <a:endParaRPr/>
          </a:p>
          <a:p>
            <a:r>
              <a:t>資料來源：RGBD_FRAME_SYNC.md；backend/src/positioning/rgbdFusion.js；frontend/src/components/RgbdViewer.vue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設影像擷取時間為 tc，前後設備資料為 t0、t1。alpha 等於 tc 減 t0，再除以 t1 減 t0，因此在零到一之間。位置以兩筆位置的加權平均求得。姿態不能直接線性平均 Euler 角，這裡使用四元數 SLERP。若影像時刻有完全相同的 pose，直接使用該筆。程式最多等待 100 ms，插值兩端相距不能超過 200 ms。RGB 與深度擷取時間差大於 20 ms 也不進行世界定位。這三個門檻都是初版工程值，尚未經硬體實測校正。</a:t>
            </a:r>
          </a:p>
          <a:p>
            <a:endParaRPr/>
          </a:p>
          <a:p>
            <a:r>
              <a:t>資料來源：RGBD_FRAME_SYNC.md；simulation/frame_sync/output/RESULTS.md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這次新增的關鍵是讓同步資料真正進入螺絲融合。AI 的輸入包含同幀彩色、深度與對齊設備 pose，輸出原始世界座標量測。後端以量測到各候選螺絲的三維歐氏距離建立 Hungarian 成本矩陣。距離大於 0.8 m 或已知類別不符的邊，先設定為不可接受，並加入未匹配欄，避免錯誤觀測搶走有效配對。未知 mock 類別只用距離條件。通過關聯後，每顆螺絲使用最近 60 筆原始觀測，沿用平均法、EKF、ES-EKF 及 RMV-FGO 實作。四種結果分開保存在同一幀文件，重試不重複加入觀測。這次沒有重算上游設備 UWB+IMU 演算法，也沒有將原本簡化 RMV-FGO 改成聯合姿態優化。0.8 m 與 60 筆均為工程設定，仍需用實際資料調整。</a:t>
            </a:r>
          </a:p>
          <a:p>
            <a:endParaRPr/>
          </a:p>
          <a:p>
            <a:r>
              <a:t>資料來源：backend/src/positioning/rgbdFusion.js；backend/src/positioning/screwFusion.js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新版同步播放器直接讀取 RGB-D 封包的影像，不再將獨立 RTSP 畫面與最新定位結果拼在一起。前端先完成該幀影像解碼，再提交畫面、bbox、設備姿態和螺絲結果。非同步回應如果已經過時，就不覆蓋目前畫面。即時模式暫停只停止前端更新，後端仍持續處理與儲存，恢復後取得最新完整幀。歷史模式依擷取時間索引查詢已存結果，暫停後所有定位資料停止，拖曳會選取對應的紀錄。光學和深度切換保持同一個 frame ID。即使本幀沒有偵測到螺絲，設備 pose 仍獨立保存，3D 軌跡不依賴螺絲出現才更新。這個版本使用封包序列回放，既有 RTSP MP4 尚無逐幀 PTS 映射。</a:t>
            </a:r>
          </a:p>
          <a:p>
            <a:endParaRPr/>
          </a:p>
          <a:p>
            <a:r>
              <a:t>資料來源：frontend/src/components/RgbdViewer.vue；backend/src/routes/rgbdRoutes.js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每幀包含 pose、關聯及融合結果，以單一 MongoDB 文件原子寫入。同一 operation、session、frame ID 是唯一鍵，重送回傳既有紀錄，不重複更新融合。AI 先將原始封包及處理快照留存在本機 journal，後端成功確認後才建立 committed 標記。HTTP 失敗時保留 pending，背景每五秒按 session 與 frame 次序補寫，前一幀失敗時不跳過寫後面。同一 session 重連會回報已提交的最後一幀，發送端重送同一封包，不重新生成辨識結果。操作結束後，只有結束前已留在本機的 journal 才允許補寫。此設計是目前單一 Node 伺服器的有界序列化方案，多副本部署還需要跨程序排序或鎖定。</a:t>
            </a:r>
          </a:p>
          <a:p>
            <a:endParaRPr/>
          </a:p>
          <a:p>
            <a:r>
              <a:t>資料來源：AI/rgbd_api.py；AI/test/rgbd_transport.py；backend/src/routes/rgbdRoutes.js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驗證分為協定及幾何單元測試、Node 與真實 MongoDB 整合測試，以及 AI 封包處理到 HTTP、Mongo、影像讀取與回放索引的串接測試。Python 十個測試包括深度無損、時間門檻、pose 插值、重試、重連與 journal 恢復。Node 四個測試覆蓋四種融合、一對一關聯與拒絕條件、無偵測時保留地圖，以及真正資料庫寫入。40 幀 fixture 中刻意安排 5 幀漏檢，因此保留 40 筆設備軌跡而只有 35 筆有效螺絲觀測，四種融合結果均可查詢。另外模擬一幀寫入失敗，再結束操作，確認背景可補回這一筆。瀏覽器已檢查播放、返回第一幀、深度切換及歷史演算法選擇。這是合成輸入的功能驗收，不是定位誤差實驗，也沒有測到新版完整 FPS 或 P95。</a:t>
            </a:r>
          </a:p>
          <a:p>
            <a:endParaRPr/>
          </a:p>
          <a:p>
            <a:r>
              <a:t>資料來源：AI/test/test_rgbd_api.py；AI/test/test_rgbd_sync.py；AI/test/rgbd_e2e.py；backend/apiTest/test-rgbd.mjs；backend/apiTest/test-rgbd-fusion.mjs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以兩個獨立、一幀容量的解碼緩衝代表舊流程，從各通道取得下一個可用資料，並使用當時最新 pose。B 只改善 RGB-D 同組傳輸，但仍使用最新 pose。C 再加上擷取時間對齊與過期拒絕。B/C 採單筆在途與 ACK，忙碌時來源端只保留最新完整組，這是持續擷取設備的行為模型。現有測試影片發送器會等待 ACK 後再讀下一張，兩者不能宣稱完全相同。三組共享相同 seed 的延遲、遺失、服務時間與感測雜訊 trace。</a:t>
            </a:r>
          </a:p>
          <a:p>
            <a:endParaRPr/>
          </a:p>
          <a:p>
            <a:r>
              <a:t>資料來源：RGBD_FRAME_SYNC.md；simulation/frame_sync/output/RESULTS.md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模型以事件優先佇列推進時間，包含影格擷取、抵達、處理完成及 ACK，不依靠真實 sleep 跑兩分鐘。每個情境模擬 120 秒，使用 30 個種子，共 21 個情境、三種策略。網路延遲、感測雜訊等參數為工程假設，只有最後的編解碼及資料庫微基準是本機實測。場景中設備以平滑曲線移動，螺絲固定在牆面，每次用該時刻幾何重新計算深度。因此錯配會真的改變幾何量測，而不只改掉 frame ID 的標籤。</a:t>
            </a:r>
          </a:p>
          <a:p>
            <a:endParaRPr/>
          </a:p>
          <a:p>
            <a:r>
              <a:t>資料來源：RGBD_FRAME_SYNC.md；simulation/frame_sync/output/RESULTS.md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錯配率是已輸出定位中，彩色與深度來源 ID 不同的比例。覆蓋率的分母則是所有擷取幀，因此丟掉資料雖可降低錯誤，覆蓋率也會下降。延遲是擷取到處理及資料庫寫入完成的時間。資訊年齡 AoI 是目前時間減去最新完成結果的擷取時間，能反映系統即使沒更新仍持續變舊。P95 表示百分之九十五的樣本不超過該值。表格先算每個 trial 的指標，再跨 trial 平均；信賴區間以 trial 為獨立單位，不能把相關逐幀資料當成獨立實驗。</a:t>
            </a:r>
          </a:p>
          <a:p>
            <a:endParaRPr/>
          </a:p>
          <a:p>
            <a:r>
              <a:t>資料來源：RGBD_FRAME_SYNC.md；simulation/frame_sync/output/RESULTS.md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左圖比較錯配率，右圖比較有效覆蓋率。每個通道獨立遺失百分之十影格時，A 約百分之十六點一六的已輸出結果配到不同 frame，C 為零。零跨幀錯配是同包傳送的結構保證，不是對未知資料的預測結果。代價是完整組傳送、單筆 ACK 與等待 pose，使 C 覆蓋率約百分之六十七點七三。圖中只顯示跨 trial 平均，完整信賴區間另存 CSV。不可只看零錯配而忽略未更新幀。</a:t>
            </a:r>
          </a:p>
          <a:p>
            <a:endParaRPr/>
          </a:p>
          <a:p>
            <a:r>
              <a:t>資料來源：RGBD_FRAME_SYNC.md；simulation/frame_sync/output/RESULTS.md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這裡使用深度額外延遲 50 ms 並加入感測雜訊的情境，不使用接近零誤差的理想情境當主要成果。A、B、C 平均誤差分別是 6.19、6.96、5.51 公分。C 相較 A 約下降百分之十一，平均改善約 0.68 公分。B 雖配對正確，但傳輸較晚，仍拿最新 pose，反而增加時間不一致。C 的改善也包含兩點插值對獨立 pose 雜訊的平滑，不能全部歸因於修正時間差。共同 frame 比較也得到相近差異，詳細數據附在 paired_differences.csv。</a:t>
            </a:r>
          </a:p>
          <a:p>
            <a:endParaRPr/>
          </a:p>
          <a:p>
            <a:r>
              <a:t>資料來源：RGBD_FRAME_SYNC.md；simulation/frame_sync/output/RESULTS.md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同一個情境，A 每秒接近二十筆，C 只有九點二六筆。P95 延遲從約六十四點四 ms 增加到一百四十九點七 ms。這不是模型跑得慢，而是所模擬的系統工作流程：單筆在途必須等處理、寫入與 ACK 回來，才能送下一組。因此本次只能說同步正確性提升，不能說整體速度提升。A 的高速度也不能解讀為高品質，因為這個情境的跨幀錯配率接近百分之百。</a:t>
            </a:r>
          </a:p>
          <a:p>
            <a:endParaRPr/>
          </a:p>
          <a:p>
            <a:r>
              <a:t>資料來源：RGBD_FRAME_SYNC.md；simulation/frame_sync/output/RESULTS.md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橫軸是螺絲誤差，縱軸是累積機率。對任一誤差門檻，如果曲線較高，代表更多輸出在門檻內。這一張是第一個 seed 的代表性 trial，圖表用 101 個分位點重建 CDF，不是三十次試驗的信賴區間。C 整體較靠左，但感測雜訊仍造成尾端誤差。不能說同步修正會消除所有離群點，更不能把這個單幀結果與上次 RMV-FGO 的最終多視角融合誤差直接比較。</a:t>
            </a:r>
          </a:p>
          <a:p>
            <a:endParaRPr/>
          </a:p>
          <a:p>
            <a:r>
              <a:t>資料來源：RGBD_FRAME_SYNC.md；simulation/frame_sync/output/RESULTS.md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frame ID 和 clockId 不會自動校正兩台設備的時鐘。這裡讓 pose 的時間標記偏移二十或五十 ms，但真實運動不變。C 會依錯誤時間標記尋找 pose，五十 ms 時平均誤差約二點八八公分。A 和 B 使用最新到達資料，不讀該 timestamp，曲線不變不代表它們有時鐘同步能力。這個結果指出後續必須區分擷取時間、接收時間、時鐘 offset 與 drift，先確認時間座標，才能使用插值。</a:t>
            </a:r>
          </a:p>
          <a:p>
            <a:endParaRPr/>
          </a:p>
          <a:p>
            <a:r>
              <a:t>資料來源：RGBD_FRAME_SYNC.md；simulation/frame_sync/output/RESULTS.md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相機與深度擷取相差三十 ms 時，C 超過二十 ms 門檻，所有幀都拒絕定位。因此誤差應記為沒有有效樣本，不能寫成零。pose 每五秒中斷一秒時，C 不使用過期 pose，覆蓋率下降且資訊年齡上升，這是正確性與持續更新的取捨。處理過載時，緩衝有界可以避免無限制積壓，但仍需量測更新率。這些實驗尚未涵蓋真實網路斷線協定恢復與 SDK 緩衝，後續需另做故障注入測試。</a:t>
            </a:r>
          </a:p>
          <a:p>
            <a:endParaRPr/>
          </a:p>
          <a:p>
            <a:r>
              <a:t>資料來源：RGBD_FRAME_SYNC.md；simulation/frame_sync/output/RESULTS.md</a:t>
            </a:r>
          </a:p>
          <a:p>
            <a:endParaRPr/>
          </a:p>
          <a:p>
            <a:r>
              <a:t>更新：新版軟體已補上重送、同 session 重連及 journal 恢復測試。本頁仍呈現原離散事件情境，真實網路與相機 SDK 故障行為待硬體驗證。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這頁改用真實程式微基準。彩色來自測試影片，解析度縮成 640×360，深度是合成 uint16 平面，分平滑及帶雜訊兩種。每類暖機十次、量測八十次。帶雜訊深度編碼平均 4.30 ms，解碼 3.22 ms，封包約 254.9 KiB。若要求每秒二十組，僅 payload 就需要約 41.76 Mbit/s，這是資料量乘頻率，不是已量到的實際網路速率。HTTP 加 MongoDB 的一百次量測平均 4.26 ms。這裡沒有量 YOLO、真實網路、原始檔寫入或前端顯示，所以不可將這些平均值相加宣稱完整系統延遲。採用目前磁碟上最新的 benchmark 檔案，主機負載不同會改變結果。</a:t>
            </a:r>
          </a:p>
          <a:p>
            <a:endParaRPr/>
          </a:p>
          <a:p>
            <a:r>
              <a:t>資料來源：simulation/frame_sync/output/codec_benchmark.json；storage_benchmark.json</a:t>
            </a:r>
          </a:p>
          <a:p>
            <a:endParaRPr/>
          </a:p>
          <a:p>
            <a:r>
              <a:t>版本說明：本頁數據保留自前版同步核心微基準，未包含本次新增的 Hungarian、四種螺絲融合、journal 或同步播放器，不能作為新版端到端性能數據。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原本離散事件模型仍有近似：舊雙通道緩衝行為需要真實 trace 校正，場景只有一顆牆面螺絲，外參已知，尚未包含實際模型誤檢與邊界深度。新增的 40 幀整合 fixture 使用一致的幾何輸入及刻意設計的漏檢，只證明軟體串接在這些案例下正確。隨機 mock bbox 與合成平面深度並不一定接近地圖螺絲，系統會拒絕不合理配對，不用地圖真值反填量測。長時間、高 FPS、真實相機及完整 MQTT 硬體時鐘測試都仍待執行。</a:t>
            </a:r>
          </a:p>
          <a:p>
            <a:endParaRPr/>
          </a:p>
          <a:p>
            <a:r>
              <a:t>資料來源：RGBD_FRAME_SYNC.md；backend/src/positioning/rgbdFusion.js；frontend/src/components/RgbdViewer.vue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本頁使用更新後的</a:t>
            </a:r>
            <a:r>
              <a:rPr lang="en-US" altLang="zh-TW"/>
              <a:t>4×4</a:t>
            </a:r>
            <a:r>
              <a:rPr lang="zh-TW" altLang="en-US"/>
              <a:t>定位組合。上游為</a:t>
            </a:r>
            <a:r>
              <a:rPr lang="en-US" altLang="zh-TW"/>
              <a:t>WLS</a:t>
            </a:r>
            <a:r>
              <a:rPr lang="zh-TW" altLang="en-US"/>
              <a:t>、</a:t>
            </a:r>
            <a:r>
              <a:rPr lang="en-US" altLang="zh-TW"/>
              <a:t>EKF</a:t>
            </a:r>
            <a:r>
              <a:rPr lang="zh-TW" altLang="en-US"/>
              <a:t>、</a:t>
            </a:r>
            <a:r>
              <a:rPr lang="en-US" altLang="zh-TW"/>
              <a:t>UKF</a:t>
            </a:r>
            <a:r>
              <a:rPr lang="zh-TW" altLang="en-US"/>
              <a:t>與</a:t>
            </a:r>
            <a:r>
              <a:rPr lang="en-US" altLang="zh-TW"/>
              <a:t>4D-GWO</a:t>
            </a:r>
            <a:r>
              <a:rPr lang="zh-TW" altLang="en-US"/>
              <a:t>，下游為多幀平均、</a:t>
            </a:r>
            <a:r>
              <a:rPr lang="en-US" altLang="zh-TW"/>
              <a:t>EKF</a:t>
            </a:r>
            <a:r>
              <a:rPr lang="zh-TW" altLang="en-US"/>
              <a:t>、</a:t>
            </a:r>
            <a:r>
              <a:rPr lang="en-US" altLang="zh-TW"/>
              <a:t>ES-EKF</a:t>
            </a:r>
            <a:r>
              <a:rPr lang="zh-TW" altLang="en-US"/>
              <a:t>、</a:t>
            </a:r>
            <a:r>
              <a:rPr lang="en-US" altLang="zh-TW"/>
              <a:t>RMV-FGO</a:t>
            </a:r>
            <a:r>
              <a:rPr lang="zh-TW" altLang="en-US"/>
              <a:t>，共</a:t>
            </a:r>
            <a:r>
              <a:rPr lang="en-US" altLang="zh-TW"/>
              <a:t>16</a:t>
            </a:r>
            <a:r>
              <a:rPr lang="zh-TW" altLang="en-US"/>
              <a:t>組。只替換原本</a:t>
            </a:r>
            <a:r>
              <a:rPr lang="en-US" altLang="zh-TW"/>
              <a:t>3D-GWO</a:t>
            </a:r>
            <a:r>
              <a:rPr lang="zh-TW" altLang="en-US"/>
              <a:t>，另外</a:t>
            </a:r>
            <a:r>
              <a:rPr lang="en-US" altLang="zh-TW"/>
              <a:t>12</a:t>
            </a:r>
            <a:r>
              <a:rPr lang="zh-TW" altLang="en-US"/>
              <a:t>個非</a:t>
            </a:r>
            <a:r>
              <a:rPr lang="en-US" altLang="zh-TW"/>
              <a:t>GWO</a:t>
            </a:r>
            <a:r>
              <a:rPr lang="zh-TW" altLang="en-US"/>
              <a:t>組合的誤差統計核對後不變。
原始檔完全相同，</a:t>
            </a:r>
            <a:r>
              <a:rPr lang="en-US" altLang="zh-TW"/>
              <a:t>30trials</a:t>
            </a:r>
            <a:r>
              <a:rPr lang="zh-TW" altLang="en-US"/>
              <a:t>、</a:t>
            </a:r>
            <a:r>
              <a:rPr lang="en-US" altLang="zh-TW"/>
              <a:t>6750</a:t>
            </a:r>
            <a:r>
              <a:rPr lang="zh-TW" altLang="en-US"/>
              <a:t>幀，沒有額外加入</a:t>
            </a:r>
            <a:r>
              <a:rPr lang="en-US" altLang="zh-TW"/>
              <a:t>0.3m</a:t>
            </a:r>
            <a:r>
              <a:rPr lang="zh-TW" altLang="en-US"/>
              <a:t>共同距離偏差。這點和另做的共同偏差情境不同，不能混用其結果。共同偏差真值為</a:t>
            </a:r>
            <a:r>
              <a:rPr lang="en-US" altLang="zh-TW"/>
              <a:t>0</a:t>
            </a:r>
            <a:r>
              <a:rPr lang="zh-TW" altLang="en-US"/>
              <a:t>，但每站固定偏差、</a:t>
            </a:r>
            <a:r>
              <a:rPr lang="en-US" altLang="zh-TW"/>
              <a:t>NLOS</a:t>
            </a:r>
            <a:r>
              <a:rPr lang="zh-TW" altLang="en-US"/>
              <a:t>與白雜訊仍存在。
</a:t>
            </a:r>
            <a:r>
              <a:rPr lang="en-US" altLang="zh-TW"/>
              <a:t>4D-GWO</a:t>
            </a:r>
            <a:r>
              <a:rPr lang="zh-TW" altLang="en-US"/>
              <a:t>的狀態是</a:t>
            </a:r>
            <a:r>
              <a:rPr lang="en-US" altLang="zh-TW"/>
              <a:t>[x,y,z,b]</a:t>
            </a:r>
            <a:r>
              <a:rPr lang="zh-TW" altLang="en-US"/>
              <a:t>，其中</a:t>
            </a:r>
            <a:r>
              <a:rPr lang="en-US" altLang="zh-TW"/>
              <a:t>b</a:t>
            </a:r>
            <a:r>
              <a:rPr lang="zh-TW" altLang="en-US"/>
              <a:t>是所有基地站共用的加性距離偏差，不是</a:t>
            </a:r>
            <a:r>
              <a:rPr lang="en-US" altLang="zh-TW"/>
              <a:t>yaw</a:t>
            </a:r>
            <a:r>
              <a:rPr lang="zh-TW" altLang="en-US"/>
              <a:t>或時間。</a:t>
            </a:r>
            <a:r>
              <a:rPr lang="en-US" altLang="zh-TW"/>
              <a:t>IMU</a:t>
            </a:r>
            <a:r>
              <a:rPr lang="zh-TW" altLang="en-US"/>
              <a:t>提供共同四元數姿態，本次只有</a:t>
            </a:r>
            <a:r>
              <a:rPr lang="en-US" altLang="zh-TW"/>
              <a:t>yaw</a:t>
            </a:r>
            <a:r>
              <a:rPr lang="zh-TW" altLang="en-US"/>
              <a:t>，沒有</a:t>
            </a:r>
            <a:r>
              <a:rPr lang="en-US" altLang="zh-TW"/>
              <a:t>IMU</a:t>
            </a:r>
            <a:r>
              <a:rPr lang="zh-TW" altLang="en-US"/>
              <a:t>加速度積分。人員</a:t>
            </a:r>
            <a:r>
              <a:rPr lang="en-US" altLang="zh-TW"/>
              <a:t>EKF/UKF</a:t>
            </a:r>
            <a:r>
              <a:rPr lang="zh-TW" altLang="en-US"/>
              <a:t>是</a:t>
            </a:r>
            <a:r>
              <a:rPr lang="en-US" altLang="zh-TW"/>
              <a:t>6</a:t>
            </a:r>
            <a:r>
              <a:rPr lang="zh-TW" altLang="en-US"/>
              <a:t>維位置</a:t>
            </a:r>
            <a:r>
              <a:rPr lang="en-US" altLang="zh-TW"/>
              <a:t>/</a:t>
            </a:r>
            <a:r>
              <a:rPr lang="zh-TW" altLang="en-US"/>
              <a:t>速度追蹤，螺絲</a:t>
            </a:r>
            <a:r>
              <a:rPr lang="en-US" altLang="zh-TW"/>
              <a:t>EKF/ES-EKF</a:t>
            </a:r>
            <a:r>
              <a:rPr lang="zh-TW" altLang="en-US"/>
              <a:t>是</a:t>
            </a:r>
            <a:r>
              <a:rPr lang="en-US" altLang="zh-TW"/>
              <a:t>3</a:t>
            </a:r>
            <a:r>
              <a:rPr lang="zh-TW" altLang="en-US"/>
              <a:t>維靜態地標估計。
資料來源：</a:t>
            </a:r>
            <a:r>
              <a:rPr lang="en-US" altLang="zh-TW"/>
              <a:t>simulation/run_4x4_with_4dgwo.py</a:t>
            </a:r>
            <a:r>
              <a:rPr lang="zh-TW" altLang="en-US"/>
              <a:t>、</a:t>
            </a:r>
            <a:r>
              <a:rPr lang="en-US" altLang="zh-TW"/>
              <a:t>simulation/combination_4dgwo_output/summary.json</a:t>
            </a:r>
            <a:r>
              <a:rPr lang="zh-TW" altLang="en-US"/>
              <a:t>、</a:t>
            </a:r>
            <a:r>
              <a:rPr lang="en-US" altLang="zh-TW"/>
              <a:t>gwo4D_monte_carlo.m</a:t>
            </a:r>
            <a:r>
              <a:rPr lang="zh-TW" altLang="en-US"/>
              <a:t>。原始資料</a:t>
            </a:r>
            <a:r>
              <a:rPr lang="en-US" altLang="zh-TW"/>
              <a:t>SHA256</a:t>
            </a:r>
            <a:r>
              <a:rPr lang="zh-TW" altLang="en-US"/>
              <a:t>記在</a:t>
            </a:r>
            <a:r>
              <a:rPr lang="en-US" altLang="zh-TW"/>
              <a:t>summary.json</a:t>
            </a:r>
            <a:r>
              <a:rPr lang="zh-TW" altLang="en-US"/>
              <a:t>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場域為</a:t>
            </a:r>
            <a:r>
              <a:rPr lang="en-US" altLang="zh-TW"/>
              <a:t>20</a:t>
            </a:r>
            <a:r>
              <a:rPr lang="zh-TW" altLang="en-US"/>
              <a:t>乘</a:t>
            </a:r>
            <a:r>
              <a:rPr lang="en-US" altLang="zh-TW"/>
              <a:t>12</a:t>
            </a:r>
            <a:r>
              <a:rPr lang="zh-TW" altLang="en-US"/>
              <a:t>公尺，模擬高度上界</a:t>
            </a:r>
            <a:r>
              <a:rPr lang="en-US" altLang="zh-TW"/>
              <a:t>2.8</a:t>
            </a:r>
            <a:r>
              <a:rPr lang="zh-TW" altLang="en-US"/>
              <a:t>公尺。</a:t>
            </a:r>
            <a:r>
              <a:rPr lang="en-US" altLang="zh-TW"/>
              <a:t>8</a:t>
            </a:r>
            <a:r>
              <a:rPr lang="zh-TW" altLang="en-US"/>
              <a:t>顆基站在四角各放上下兩顆，</a:t>
            </a:r>
            <a:r>
              <a:rPr lang="en-US" altLang="zh-TW"/>
              <a:t>z</a:t>
            </a:r>
            <a:r>
              <a:rPr lang="zh-TW" altLang="en-US"/>
              <a:t>分別為</a:t>
            </a:r>
            <a:r>
              <a:rPr lang="en-US" altLang="zh-TW"/>
              <a:t>0</a:t>
            </a:r>
            <a:r>
              <a:rPr lang="zh-TW" altLang="en-US"/>
              <a:t>與</a:t>
            </a:r>
            <a:r>
              <a:rPr lang="en-US" altLang="zh-TW"/>
              <a:t>2.5</a:t>
            </a:r>
            <a:r>
              <a:rPr lang="zh-TW" altLang="en-US"/>
              <a:t>公尺。完整座標為</a:t>
            </a:r>
            <a:r>
              <a:rPr lang="en-US" altLang="zh-TW"/>
              <a:t>(0,0,0)</a:t>
            </a:r>
            <a:r>
              <a:rPr lang="zh-TW" altLang="en-US"/>
              <a:t>、</a:t>
            </a:r>
            <a:r>
              <a:rPr lang="en-US" altLang="zh-TW"/>
              <a:t>(20,0,0)</a:t>
            </a:r>
            <a:r>
              <a:rPr lang="zh-TW" altLang="en-US"/>
              <a:t>、</a:t>
            </a:r>
            <a:r>
              <a:rPr lang="en-US" altLang="zh-TW"/>
              <a:t>(0,12,0)</a:t>
            </a:r>
            <a:r>
              <a:rPr lang="zh-TW" altLang="en-US"/>
              <a:t>、</a:t>
            </a:r>
            <a:r>
              <a:rPr lang="en-US" altLang="zh-TW"/>
              <a:t>(20,12,0)</a:t>
            </a:r>
            <a:r>
              <a:rPr lang="zh-TW" altLang="en-US"/>
              <a:t>、</a:t>
            </a:r>
            <a:r>
              <a:rPr lang="en-US" altLang="zh-TW"/>
              <a:t>(0,0,2.5)</a:t>
            </a:r>
            <a:r>
              <a:rPr lang="zh-TW" altLang="en-US"/>
              <a:t>、</a:t>
            </a:r>
            <a:r>
              <a:rPr lang="en-US" altLang="zh-TW"/>
              <a:t>(20,0,2.5)</a:t>
            </a:r>
            <a:r>
              <a:rPr lang="zh-TW" altLang="en-US"/>
              <a:t>、</a:t>
            </a:r>
            <a:r>
              <a:rPr lang="en-US" altLang="zh-TW"/>
              <a:t>(0,12,2.5)</a:t>
            </a:r>
            <a:r>
              <a:rPr lang="zh-TW" altLang="en-US"/>
              <a:t>、</a:t>
            </a:r>
            <a:r>
              <a:rPr lang="en-US" altLang="zh-TW"/>
              <a:t>(20,12,2.5)</a:t>
            </a:r>
            <a:r>
              <a:rPr lang="zh-TW" altLang="en-US"/>
              <a:t>。</a:t>
            </a:r>
            <a:r>
              <a:rPr lang="en-US" altLang="zh-TW"/>
              <a:t>2.8</a:t>
            </a:r>
            <a:r>
              <a:rPr lang="zh-TW" altLang="en-US"/>
              <a:t>公尺是搜尋邊界，並非量測到的實驗室天花板高度。
每</a:t>
            </a:r>
            <a:r>
              <a:rPr lang="en-US" altLang="zh-TW"/>
              <a:t>trial45</a:t>
            </a:r>
            <a:r>
              <a:rPr lang="zh-TW" altLang="en-US"/>
              <a:t>秒，</a:t>
            </a:r>
            <a:r>
              <a:rPr lang="en-US" altLang="zh-TW"/>
              <a:t>dt=0.2</a:t>
            </a:r>
            <a:r>
              <a:rPr lang="zh-TW" altLang="en-US"/>
              <a:t>秒，即</a:t>
            </a:r>
            <a:r>
              <a:rPr lang="en-US" altLang="zh-TW"/>
              <a:t>5Hz</a:t>
            </a:r>
            <a:r>
              <a:rPr lang="zh-TW" altLang="en-US"/>
              <a:t>、</a:t>
            </a:r>
            <a:r>
              <a:rPr lang="en-US" altLang="zh-TW"/>
              <a:t>225</a:t>
            </a:r>
            <a:r>
              <a:rPr lang="zh-TW" altLang="en-US"/>
              <a:t>幀。</a:t>
            </a:r>
            <a:r>
              <a:rPr lang="en-US" altLang="zh-TW"/>
              <a:t>30trials</a:t>
            </a:r>
            <a:r>
              <a:rPr lang="zh-TW" altLang="en-US"/>
              <a:t>共</a:t>
            </a:r>
            <a:r>
              <a:rPr lang="en-US" altLang="zh-TW"/>
              <a:t>6750</a:t>
            </a:r>
            <a:r>
              <a:rPr lang="zh-TW" altLang="en-US"/>
              <a:t>幀。人員沿固定路標以</a:t>
            </a:r>
            <a:r>
              <a:rPr lang="en-US" altLang="zh-TW"/>
              <a:t>smoothstep s=3u²-2u³</a:t>
            </a:r>
            <a:r>
              <a:rPr lang="zh-TW" altLang="en-US"/>
              <a:t>平滑內插，在兩個螺絲群附近觀測後返回起點。設備</a:t>
            </a:r>
            <a:r>
              <a:rPr lang="en-US" altLang="zh-TW"/>
              <a:t>z=1.55+0.035sin(0.55t)</a:t>
            </a:r>
            <a:r>
              <a:rPr lang="zh-TW" altLang="en-US"/>
              <a:t>公尺。實際路標</a:t>
            </a:r>
            <a:r>
              <a:rPr lang="en-US" altLang="zh-TW"/>
              <a:t>xy</a:t>
            </a:r>
            <a:r>
              <a:rPr lang="zh-TW" altLang="en-US"/>
              <a:t>依序為</a:t>
            </a:r>
            <a:r>
              <a:rPr lang="en-US" altLang="zh-TW"/>
              <a:t>(3.2,2.8)</a:t>
            </a:r>
            <a:r>
              <a:rPr lang="zh-TW" altLang="en-US"/>
              <a:t>、</a:t>
            </a:r>
            <a:r>
              <a:rPr lang="en-US" altLang="zh-TW"/>
              <a:t>(2.8,2.1)</a:t>
            </a:r>
            <a:r>
              <a:rPr lang="zh-TW" altLang="en-US"/>
              <a:t>、</a:t>
            </a:r>
            <a:r>
              <a:rPr lang="en-US" altLang="zh-TW"/>
              <a:t>(2.6,1.8)</a:t>
            </a:r>
            <a:r>
              <a:rPr lang="zh-TW" altLang="en-US"/>
              <a:t>、</a:t>
            </a:r>
            <a:r>
              <a:rPr lang="en-US" altLang="zh-TW"/>
              <a:t>(7,4)</a:t>
            </a:r>
            <a:r>
              <a:rPr lang="zh-TW" altLang="en-US"/>
              <a:t>、</a:t>
            </a:r>
            <a:r>
              <a:rPr lang="en-US" altLang="zh-TW"/>
              <a:t>(12.8,7.5)</a:t>
            </a:r>
            <a:r>
              <a:rPr lang="zh-TW" altLang="en-US"/>
              <a:t>、</a:t>
            </a:r>
            <a:r>
              <a:rPr lang="en-US" altLang="zh-TW"/>
              <a:t>(17.2,9.3)</a:t>
            </a:r>
            <a:r>
              <a:rPr lang="zh-TW" altLang="en-US"/>
              <a:t>、</a:t>
            </a:r>
            <a:r>
              <a:rPr lang="en-US" altLang="zh-TW"/>
              <a:t>(17.5,9.6)</a:t>
            </a:r>
            <a:r>
              <a:rPr lang="zh-TW" altLang="en-US"/>
              <a:t>、</a:t>
            </a:r>
            <a:r>
              <a:rPr lang="en-US" altLang="zh-TW"/>
              <a:t>(17.7,9.9)</a:t>
            </a:r>
            <a:r>
              <a:rPr lang="zh-TW" altLang="en-US"/>
              <a:t>、</a:t>
            </a:r>
            <a:r>
              <a:rPr lang="en-US" altLang="zh-TW"/>
              <a:t>(14.2,8)</a:t>
            </a:r>
            <a:r>
              <a:rPr lang="zh-TW" altLang="en-US"/>
              <a:t>、</a:t>
            </a:r>
            <a:r>
              <a:rPr lang="en-US" altLang="zh-TW"/>
              <a:t>(8,4.2)</a:t>
            </a:r>
            <a:r>
              <a:rPr lang="zh-TW" altLang="en-US"/>
              <a:t>、</a:t>
            </a:r>
            <a:r>
              <a:rPr lang="en-US" altLang="zh-TW"/>
              <a:t>(3.2,2.8)</a:t>
            </a:r>
            <a:r>
              <a:rPr lang="zh-TW" altLang="en-US"/>
              <a:t>。真實</a:t>
            </a:r>
            <a:r>
              <a:rPr lang="en-US" altLang="zh-TW"/>
              <a:t>yaw</a:t>
            </a:r>
            <a:r>
              <a:rPr lang="zh-TW" altLang="en-US"/>
              <a:t>面向最近的螺絲群，不表示人員走向一定等於攝影機朝向。
</a:t>
            </a:r>
            <a:r>
              <a:rPr lang="en-US" altLang="zh-TW"/>
              <a:t>8</a:t>
            </a:r>
            <a:r>
              <a:rPr lang="zh-TW" altLang="en-US"/>
              <a:t>顆螺絲高度皆為</a:t>
            </a:r>
            <a:r>
              <a:rPr lang="en-US" altLang="zh-TW"/>
              <a:t>0.78</a:t>
            </a:r>
            <a:r>
              <a:rPr lang="zh-TW" altLang="en-US"/>
              <a:t>公尺。</a:t>
            </a:r>
            <a:r>
              <a:rPr lang="en-US" altLang="zh-TW"/>
              <a:t>M4-A/B</a:t>
            </a:r>
            <a:r>
              <a:rPr lang="zh-TW" altLang="en-US"/>
              <a:t>與</a:t>
            </a:r>
            <a:r>
              <a:rPr lang="en-US" altLang="zh-TW"/>
              <a:t>M5-A/B</a:t>
            </a:r>
            <a:r>
              <a:rPr lang="zh-TW" altLang="en-US"/>
              <a:t>在</a:t>
            </a:r>
            <a:r>
              <a:rPr lang="en-US" altLang="zh-TW"/>
              <a:t>(1.40</a:t>
            </a:r>
            <a:r>
              <a:rPr lang="zh-TW" altLang="en-US"/>
              <a:t>或</a:t>
            </a:r>
            <a:r>
              <a:rPr lang="en-US" altLang="zh-TW"/>
              <a:t>1.72,1.35</a:t>
            </a:r>
            <a:r>
              <a:rPr lang="zh-TW" altLang="en-US"/>
              <a:t>或</a:t>
            </a:r>
            <a:r>
              <a:rPr lang="en-US" altLang="zh-TW"/>
              <a:t>1.75)</a:t>
            </a:r>
            <a:r>
              <a:rPr lang="zh-TW" altLang="en-US"/>
              <a:t>；</a:t>
            </a:r>
            <a:r>
              <a:rPr lang="en-US" altLang="zh-TW"/>
              <a:t>M4-C/D</a:t>
            </a:r>
            <a:r>
              <a:rPr lang="zh-TW" altLang="en-US"/>
              <a:t>與</a:t>
            </a:r>
            <a:r>
              <a:rPr lang="en-US" altLang="zh-TW"/>
              <a:t>M5-C/D</a:t>
            </a:r>
            <a:r>
              <a:rPr lang="zh-TW" altLang="en-US"/>
              <a:t>在</a:t>
            </a:r>
            <a:r>
              <a:rPr lang="en-US" altLang="zh-TW"/>
              <a:t>(18.25</a:t>
            </a:r>
            <a:r>
              <a:rPr lang="zh-TW" altLang="en-US"/>
              <a:t>或</a:t>
            </a:r>
            <a:r>
              <a:rPr lang="en-US" altLang="zh-TW"/>
              <a:t>18.57,10.25</a:t>
            </a:r>
            <a:r>
              <a:rPr lang="zh-TW" altLang="en-US"/>
              <a:t>或</a:t>
            </a:r>
            <a:r>
              <a:rPr lang="en-US" altLang="zh-TW"/>
              <a:t>10.65)</a:t>
            </a:r>
            <a:r>
              <a:rPr lang="zh-TW" altLang="en-US"/>
              <a:t>。</a:t>
            </a:r>
            <a:r>
              <a:rPr lang="en-US" altLang="zh-TW"/>
              <a:t>M4</a:t>
            </a:r>
            <a:r>
              <a:rPr lang="zh-TW" altLang="en-US"/>
              <a:t>在各群較低</a:t>
            </a:r>
            <a:r>
              <a:rPr lang="en-US" altLang="zh-TW"/>
              <a:t>y</a:t>
            </a:r>
            <a:r>
              <a:rPr lang="zh-TW" altLang="en-US"/>
              <a:t>的一列，</a:t>
            </a:r>
            <a:r>
              <a:rPr lang="en-US" altLang="zh-TW"/>
              <a:t>M5</a:t>
            </a:r>
            <a:r>
              <a:rPr lang="zh-TW" altLang="en-US"/>
              <a:t>在較高</a:t>
            </a:r>
            <a:r>
              <a:rPr lang="en-US" altLang="zh-TW"/>
              <a:t>y</a:t>
            </a:r>
            <a:r>
              <a:rPr lang="zh-TW" altLang="en-US"/>
              <a:t>一列，各</a:t>
            </a:r>
            <a:r>
              <a:rPr lang="en-US" altLang="zh-TW"/>
              <a:t>4</a:t>
            </a:r>
            <a:r>
              <a:rPr lang="zh-TW" altLang="en-US"/>
              <a:t>顆。地圖先驗為各真值加獨立標準差</a:t>
            </a:r>
            <a:r>
              <a:rPr lang="en-US" altLang="zh-TW"/>
              <a:t>0.12m</a:t>
            </a:r>
            <a:r>
              <a:rPr lang="zh-TW" altLang="en-US"/>
              <a:t>雜訊，</a:t>
            </a:r>
            <a:r>
              <a:rPr lang="en-US" altLang="zh-TW"/>
              <a:t>Hungarian</a:t>
            </a:r>
            <a:r>
              <a:rPr lang="zh-TW" altLang="en-US"/>
              <a:t>與</a:t>
            </a:r>
            <a:r>
              <a:rPr lang="en-US" altLang="zh-TW"/>
              <a:t>FGO</a:t>
            </a:r>
            <a:r>
              <a:rPr lang="zh-TW" altLang="en-US"/>
              <a:t>只讀此有誤差地圖。
資料來源：</a:t>
            </a:r>
            <a:r>
              <a:rPr lang="en-US" altLang="zh-TW"/>
              <a:t>run_gwo_uwb_screw.py</a:t>
            </a:r>
            <a:r>
              <a:rPr lang="zh-TW" altLang="en-US"/>
              <a:t>、</a:t>
            </a:r>
            <a:r>
              <a:rPr lang="en-US" altLang="zh-TW"/>
              <a:t>run_screw_localization_monte_carlo.py</a:t>
            </a:r>
            <a:r>
              <a:rPr lang="zh-TW" altLang="en-US"/>
              <a:t>、</a:t>
            </a:r>
            <a:r>
              <a:rPr lang="en-US" altLang="zh-TW"/>
              <a:t>combination_output/summary.json</a:t>
            </a:r>
            <a:r>
              <a:rPr lang="zh-TW" altLang="en-US"/>
              <a:t>。</a:t>
            </a:r>
          </a:p>
          <a:p>
            <a:endParaRPr lang="zh-TW" altLang="en-US"/>
          </a:p>
          <a:p>
            <a:r>
              <a:rPr lang="zh-TW" altLang="en-US"/>
              <a:t>本次</a:t>
            </a:r>
            <a:r>
              <a:rPr lang="en-US" altLang="zh-TW"/>
              <a:t>4D-GWO</a:t>
            </a:r>
            <a:r>
              <a:rPr lang="zh-TW" altLang="en-US"/>
              <a:t>替換版本沿用相同數據，不額外加入</a:t>
            </a:r>
            <a:r>
              <a:rPr lang="en-US" altLang="zh-TW"/>
              <a:t>0.3m</a:t>
            </a:r>
            <a:r>
              <a:rPr lang="zh-TW" altLang="en-US"/>
              <a:t>共同偏差。只修改估計器，沒有重設真值或觀測雜訊。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原始</a:t>
            </a:r>
            <a:r>
              <a:rPr lang="en-US" altLang="zh-TW"/>
              <a:t>UWB</a:t>
            </a:r>
            <a:r>
              <a:rPr lang="zh-TW" altLang="en-US"/>
              <a:t>距離模型為</a:t>
            </a:r>
            <a:r>
              <a:rPr lang="en-US" altLang="zh-TW"/>
              <a:t>d_jk=||p_k-a_j||+b_j+n_jk+I_jk e_jk</a:t>
            </a:r>
            <a:r>
              <a:rPr lang="zh-TW" altLang="en-US"/>
              <a:t>。</a:t>
            </a:r>
            <a:r>
              <a:rPr lang="en-US" altLang="zh-TW"/>
              <a:t>b_j</a:t>
            </a:r>
            <a:r>
              <a:rPr lang="zh-TW" altLang="en-US"/>
              <a:t>是每個</a:t>
            </a:r>
            <a:r>
              <a:rPr lang="en-US" altLang="zh-TW"/>
              <a:t>trial</a:t>
            </a:r>
            <a:r>
              <a:rPr lang="zh-TW" altLang="en-US"/>
              <a:t>各站固定偏差，標準差</a:t>
            </a:r>
            <a:r>
              <a:rPr lang="en-US" altLang="zh-TW"/>
              <a:t>0.04m</a:t>
            </a:r>
            <a:r>
              <a:rPr lang="zh-TW" altLang="en-US"/>
              <a:t>。</a:t>
            </a:r>
            <a:r>
              <a:rPr lang="en-US" altLang="zh-TW"/>
              <a:t>n_jk</a:t>
            </a:r>
            <a:r>
              <a:rPr lang="zh-TW" altLang="en-US"/>
              <a:t>是獨立白雜訊，標準差</a:t>
            </a:r>
            <a:r>
              <a:rPr lang="en-US" altLang="zh-TW"/>
              <a:t>0.08m</a:t>
            </a:r>
            <a:r>
              <a:rPr lang="zh-TW" altLang="en-US"/>
              <a:t>。</a:t>
            </a:r>
            <a:r>
              <a:rPr lang="en-US" altLang="zh-TW"/>
              <a:t>I_jk</a:t>
            </a:r>
            <a:r>
              <a:rPr lang="zh-TW" altLang="en-US"/>
              <a:t>以</a:t>
            </a:r>
            <a:r>
              <a:rPr lang="en-US" altLang="zh-TW"/>
              <a:t>6%</a:t>
            </a:r>
            <a:r>
              <a:rPr lang="zh-TW" altLang="en-US"/>
              <a:t>機率為</a:t>
            </a:r>
            <a:r>
              <a:rPr lang="en-US" altLang="zh-TW"/>
              <a:t>1</a:t>
            </a:r>
            <a:r>
              <a:rPr lang="zh-TW" altLang="en-US"/>
              <a:t>，</a:t>
            </a:r>
            <a:r>
              <a:rPr lang="en-US" altLang="zh-TW"/>
              <a:t>e_jk</a:t>
            </a:r>
            <a:r>
              <a:rPr lang="zh-TW" altLang="en-US"/>
              <a:t>是平均</a:t>
            </a:r>
            <a:r>
              <a:rPr lang="en-US" altLang="zh-TW"/>
              <a:t>0.35m</a:t>
            </a:r>
            <a:r>
              <a:rPr lang="zh-TW" altLang="en-US"/>
              <a:t>的指數分布正向</a:t>
            </a:r>
            <a:r>
              <a:rPr lang="en-US" altLang="zh-TW"/>
              <a:t>NLOS</a:t>
            </a:r>
            <a:r>
              <a:rPr lang="zh-TW" altLang="en-US"/>
              <a:t>偏差。原始距離最低限制</a:t>
            </a:r>
            <a:r>
              <a:rPr lang="en-US" altLang="zh-TW"/>
              <a:t>0.01m</a:t>
            </a:r>
            <a:r>
              <a:rPr lang="zh-TW" altLang="en-US"/>
              <a:t>。</a:t>
            </a:r>
            <a:r>
              <a:rPr lang="en-US" altLang="zh-TW"/>
              <a:t>NLOS</a:t>
            </a:r>
            <a:r>
              <a:rPr lang="zh-TW" altLang="en-US"/>
              <a:t>真實標記只供事後評估，不輸入估計器。
</a:t>
            </a:r>
            <a:r>
              <a:rPr lang="en-US" altLang="zh-TW"/>
              <a:t>IMU yaw</a:t>
            </a:r>
            <a:r>
              <a:rPr lang="zh-TW" altLang="en-US"/>
              <a:t>為真值加每幀</a:t>
            </a:r>
            <a:r>
              <a:rPr lang="en-US" altLang="zh-TW"/>
              <a:t>1.8</a:t>
            </a:r>
            <a:r>
              <a:rPr lang="zh-TW" altLang="en-US"/>
              <a:t>度標準差雜訊、每</a:t>
            </a:r>
            <a:r>
              <a:rPr lang="en-US" altLang="zh-TW"/>
              <a:t>trial</a:t>
            </a:r>
            <a:r>
              <a:rPr lang="zh-TW" altLang="en-US"/>
              <a:t>固定</a:t>
            </a:r>
            <a:r>
              <a:rPr lang="en-US" altLang="zh-TW"/>
              <a:t>2.5</a:t>
            </a:r>
            <a:r>
              <a:rPr lang="zh-TW" altLang="en-US"/>
              <a:t>度標準差偏差，再加每幀</a:t>
            </a:r>
            <a:r>
              <a:rPr lang="en-US" altLang="zh-TW"/>
              <a:t>0.03</a:t>
            </a:r>
            <a:r>
              <a:rPr lang="zh-TW" altLang="en-US"/>
              <a:t>度標準差增量的隨機漫步。四元數為</a:t>
            </a:r>
            <a:r>
              <a:rPr lang="en-US" altLang="zh-TW"/>
              <a:t>[cos(yaw/2),0,0,sin(yaw/2)]</a:t>
            </a:r>
            <a:r>
              <a:rPr lang="zh-TW" altLang="en-US"/>
              <a:t>，順序</a:t>
            </a:r>
            <a:r>
              <a:rPr lang="en-US" altLang="zh-TW"/>
              <a:t>wxyz</a:t>
            </a:r>
            <a:r>
              <a:rPr lang="zh-TW" altLang="en-US"/>
              <a:t>，本次</a:t>
            </a:r>
            <a:r>
              <a:rPr lang="en-US" altLang="zh-TW"/>
              <a:t>roll/pitch</a:t>
            </a:r>
            <a:r>
              <a:rPr lang="zh-TW" altLang="en-US"/>
              <a:t>固定零。這不是從加速度或陀螺儀積分得到的姿態。
</a:t>
            </a:r>
            <a:r>
              <a:rPr lang="en-US" altLang="zh-TW"/>
              <a:t>RGB-D</a:t>
            </a:r>
            <a:r>
              <a:rPr lang="zh-TW" altLang="en-US"/>
              <a:t>使用像素標準差</a:t>
            </a:r>
            <a:r>
              <a:rPr lang="en-US" altLang="zh-TW"/>
              <a:t>1.8px</a:t>
            </a:r>
            <a:r>
              <a:rPr lang="zh-TW" altLang="en-US"/>
              <a:t>、焦距</a:t>
            </a:r>
            <a:r>
              <a:rPr lang="en-US" altLang="zh-TW"/>
              <a:t>930px</a:t>
            </a:r>
            <a:r>
              <a:rPr lang="zh-TW" altLang="en-US"/>
              <a:t>，橫向標準差</a:t>
            </a:r>
            <a:r>
              <a:rPr lang="en-US" altLang="zh-TW"/>
              <a:t>max(0.002,d×1.8/930)m</a:t>
            </a:r>
            <a:r>
              <a:rPr lang="zh-TW" altLang="en-US"/>
              <a:t>。深度標準差</a:t>
            </a:r>
            <a:r>
              <a:rPr lang="en-US" altLang="zh-TW"/>
              <a:t>sigma_d=0.012+0.006d² m</a:t>
            </a:r>
            <a:r>
              <a:rPr lang="zh-TW" altLang="en-US"/>
              <a:t>，其中</a:t>
            </a:r>
            <a:r>
              <a:rPr lang="en-US" altLang="zh-TW"/>
              <a:t>d</a:t>
            </a:r>
            <a:r>
              <a:rPr lang="zh-TW" altLang="en-US"/>
              <a:t>以公尺計。可見深度為</a:t>
            </a:r>
            <a:r>
              <a:rPr lang="en-US" altLang="zh-TW"/>
              <a:t>0.35</a:t>
            </a:r>
            <a:r>
              <a:rPr lang="zh-TW" altLang="en-US"/>
              <a:t>至</a:t>
            </a:r>
            <a:r>
              <a:rPr lang="en-US" altLang="zh-TW"/>
              <a:t>3.2m</a:t>
            </a:r>
            <a:r>
              <a:rPr lang="zh-TW" altLang="en-US"/>
              <a:t>，半視角水平</a:t>
            </a:r>
            <a:r>
              <a:rPr lang="en-US" altLang="zh-TW"/>
              <a:t>48</a:t>
            </a:r>
            <a:r>
              <a:rPr lang="zh-TW" altLang="en-US"/>
              <a:t>度、垂直</a:t>
            </a:r>
            <a:r>
              <a:rPr lang="en-US" altLang="zh-TW"/>
              <a:t>34</a:t>
            </a:r>
            <a:r>
              <a:rPr lang="zh-TW" altLang="en-US"/>
              <a:t>度。可見後仍以</a:t>
            </a:r>
            <a:r>
              <a:rPr lang="en-US" altLang="zh-TW"/>
              <a:t>22%</a:t>
            </a:r>
            <a:r>
              <a:rPr lang="zh-TW" altLang="en-US"/>
              <a:t>機率漏檢，另</a:t>
            </a:r>
            <a:r>
              <a:rPr lang="en-US" altLang="zh-TW"/>
              <a:t>8%</a:t>
            </a:r>
            <a:r>
              <a:rPr lang="zh-TW" altLang="en-US"/>
              <a:t>機率在相機三軸加入平均</a:t>
            </a:r>
            <a:r>
              <a:rPr lang="en-US" altLang="zh-TW"/>
              <a:t>[0.28,0.24,0.18]m</a:t>
            </a:r>
            <a:r>
              <a:rPr lang="zh-TW" altLang="en-US"/>
              <a:t>、標準差</a:t>
            </a:r>
            <a:r>
              <a:rPr lang="en-US" altLang="zh-TW"/>
              <a:t>[0.08,0.08,0.06]m</a:t>
            </a:r>
            <a:r>
              <a:rPr lang="zh-TW" altLang="en-US"/>
              <a:t>的離群偏移。
以上數值是經驗性模擬假設，目的是測試白雜訊、相關固定偏差和重尾誤差，不是實驗室硬體實測，也不是由單篇論文直接給定。不可為了讓某演算法勝出而調整數據。估計器的名目協方差也未完整涵蓋</a:t>
            </a:r>
            <a:r>
              <a:rPr lang="en-US" altLang="zh-TW"/>
              <a:t>NLOS</a:t>
            </a:r>
            <a:r>
              <a:rPr lang="zh-TW" altLang="en-US"/>
              <a:t>與固定偏差。
資料來源：</a:t>
            </a:r>
            <a:r>
              <a:rPr lang="en-US" altLang="zh-TW"/>
              <a:t>run_gwo_uwb_screw.py Settings</a:t>
            </a:r>
            <a:r>
              <a:rPr lang="zh-TW" altLang="en-US"/>
              <a:t>、</a:t>
            </a:r>
            <a:r>
              <a:rPr lang="en-US" altLang="zh-TW"/>
              <a:t>run_screw_localization_monte_carlo.py Config</a:t>
            </a:r>
            <a:r>
              <a:rPr lang="zh-TW" altLang="en-US"/>
              <a:t>。完整數值已存</a:t>
            </a:r>
            <a:r>
              <a:rPr lang="en-US" altLang="zh-TW"/>
              <a:t>summary.json</a:t>
            </a:r>
            <a:r>
              <a:rPr lang="zh-TW" altLang="en-US"/>
              <a:t>。</a:t>
            </a:r>
          </a:p>
          <a:p>
            <a:endParaRPr lang="zh-TW" altLang="en-US"/>
          </a:p>
          <a:p>
            <a:r>
              <a:rPr lang="zh-TW" altLang="en-US"/>
              <a:t>本次</a:t>
            </a:r>
            <a:r>
              <a:rPr lang="en-US" altLang="zh-TW"/>
              <a:t>4D-GWO</a:t>
            </a:r>
            <a:r>
              <a:rPr lang="zh-TW" altLang="en-US"/>
              <a:t>替換版本沿用相同數據，不額外加入</a:t>
            </a:r>
            <a:r>
              <a:rPr lang="en-US" altLang="zh-TW"/>
              <a:t>0.3m</a:t>
            </a:r>
            <a:r>
              <a:rPr lang="zh-TW" altLang="en-US"/>
              <a:t>共同偏差。只修改估計器，沒有重設真值或觀測雜訊。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WLS</a:t>
            </a:r>
            <a:r>
              <a:rPr lang="zh-TW" altLang="en-US"/>
              <a:t>仍是三維位置的加權最小平方法，以距離線性初值啟動，再做最多</a:t>
            </a:r>
            <a:r>
              <a:rPr lang="en-US" altLang="zh-TW"/>
              <a:t>30</a:t>
            </a:r>
            <a:r>
              <a:rPr lang="zh-TW" altLang="en-US"/>
              <a:t>輪</a:t>
            </a:r>
            <a:r>
              <a:rPr lang="en-US" altLang="zh-TW"/>
              <a:t>Gauss–Newton</a:t>
            </a:r>
            <a:r>
              <a:rPr lang="zh-TW" altLang="en-US"/>
              <a:t>。各站標準差</a:t>
            </a:r>
            <a:r>
              <a:rPr lang="en-US" altLang="zh-TW"/>
              <a:t>0.08m</a:t>
            </a:r>
            <a:r>
              <a:rPr lang="zh-TW" altLang="en-US"/>
              <a:t>，所以權重相同，等同非線性最小平方。它沒有共同偏差狀態。
</a:t>
            </a:r>
            <a:r>
              <a:rPr lang="en-US" altLang="zh-TW"/>
              <a:t>4D-GWO</a:t>
            </a:r>
            <a:r>
              <a:rPr lang="zh-TW" altLang="en-US"/>
              <a:t>直接移植使用者</a:t>
            </a:r>
            <a:r>
              <a:rPr lang="en-US" altLang="zh-TW"/>
              <a:t>MATLAB</a:t>
            </a:r>
            <a:r>
              <a:rPr lang="zh-TW" altLang="en-US"/>
              <a:t>的核心，狀態</a:t>
            </a:r>
            <a:r>
              <a:rPr lang="en-US" altLang="zh-TW"/>
              <a:t>x=[px,py,pz,b]ᵀ</a:t>
            </a:r>
            <a:r>
              <a:rPr lang="zh-TW" altLang="en-US"/>
              <a:t>。目標為</a:t>
            </a:r>
            <a:r>
              <a:rPr lang="en-US" altLang="zh-TW"/>
              <a:t>J(p,b)=sum_j(||p-a_j||+b-d_j)²</a:t>
            </a:r>
            <a:r>
              <a:rPr lang="zh-TW" altLang="en-US"/>
              <a:t>。</a:t>
            </a:r>
            <a:r>
              <a:rPr lang="en-US" altLang="zh-TW"/>
              <a:t>a_j</a:t>
            </a:r>
            <a:r>
              <a:rPr lang="zh-TW" altLang="en-US"/>
              <a:t>為已知基地站座標，</a:t>
            </a:r>
            <a:r>
              <a:rPr lang="en-US" altLang="zh-TW"/>
              <a:t>d_j</a:t>
            </a:r>
            <a:r>
              <a:rPr lang="zh-TW" altLang="en-US"/>
              <a:t>為量測距離，</a:t>
            </a:r>
            <a:r>
              <a:rPr lang="en-US" altLang="zh-TW"/>
              <a:t>b</a:t>
            </a:r>
            <a:r>
              <a:rPr lang="zh-TW" altLang="en-US"/>
              <a:t>為所有站共享的加性距離偏差，單位公尺。不是每站獨立</a:t>
            </a:r>
            <a:r>
              <a:rPr lang="en-US" altLang="zh-TW"/>
              <a:t>NLOS</a:t>
            </a:r>
            <a:r>
              <a:rPr lang="zh-TW" altLang="en-US"/>
              <a:t>補償，也不修正</a:t>
            </a:r>
            <a:r>
              <a:rPr lang="en-US" altLang="zh-TW"/>
              <a:t>IMU</a:t>
            </a:r>
            <a:r>
              <a:rPr lang="zh-TW" altLang="en-US"/>
              <a:t>姿態。
本次使用</a:t>
            </a:r>
            <a:r>
              <a:rPr lang="en-US" altLang="zh-TW"/>
              <a:t>100</a:t>
            </a:r>
            <a:r>
              <a:rPr lang="zh-TW" altLang="en-US"/>
              <a:t>隻狼、</a:t>
            </a:r>
            <a:r>
              <a:rPr lang="en-US" altLang="zh-TW"/>
              <a:t>100</a:t>
            </a:r>
            <a:r>
              <a:rPr lang="zh-TW" altLang="en-US"/>
              <a:t>輪，四維全場域均勻隨機初始化，沒有線性解或前幀解暖啟動，也沒有接</a:t>
            </a:r>
            <a:r>
              <a:rPr lang="en-US" altLang="zh-TW"/>
              <a:t>GN</a:t>
            </a:r>
            <a:r>
              <a:rPr lang="zh-TW" altLang="en-US"/>
              <a:t>精修。位置界限為</a:t>
            </a:r>
            <a:r>
              <a:rPr lang="en-US" altLang="zh-TW"/>
              <a:t>[0,20]</a:t>
            </a:r>
            <a:r>
              <a:rPr lang="zh-TW" altLang="en-US"/>
              <a:t>、</a:t>
            </a:r>
            <a:r>
              <a:rPr lang="en-US" altLang="zh-TW"/>
              <a:t>[0,12]</a:t>
            </a:r>
            <a:r>
              <a:rPr lang="zh-TW" altLang="en-US"/>
              <a:t>、</a:t>
            </a:r>
            <a:r>
              <a:rPr lang="en-US" altLang="zh-TW"/>
              <a:t>[0,2.8]m</a:t>
            </a:r>
            <a:r>
              <a:rPr lang="zh-TW" altLang="en-US"/>
              <a:t>，</a:t>
            </a:r>
            <a:r>
              <a:rPr lang="en-US" altLang="zh-TW"/>
              <a:t>b</a:t>
            </a:r>
            <a:r>
              <a:rPr lang="zh-TW" altLang="en-US"/>
              <a:t>界限保留</a:t>
            </a:r>
            <a:r>
              <a:rPr lang="en-US" altLang="zh-TW"/>
              <a:t>[0.1,0.6]m</a:t>
            </a:r>
            <a:r>
              <a:rPr lang="zh-TW" altLang="en-US"/>
              <a:t>。</a:t>
            </a:r>
            <a:r>
              <a:rPr lang="en-US" altLang="zh-TW"/>
              <a:t>a=2(1-(t/T)²)</a:t>
            </a:r>
            <a:r>
              <a:rPr lang="zh-TW" altLang="en-US"/>
              <a:t>，</a:t>
            </a:r>
            <a:r>
              <a:rPr lang="en-US" altLang="zh-TW"/>
              <a:t>t</a:t>
            </a:r>
            <a:r>
              <a:rPr lang="zh-TW" altLang="en-US"/>
              <a:t>從</a:t>
            </a:r>
            <a:r>
              <a:rPr lang="en-US" altLang="zh-TW"/>
              <a:t>1</a:t>
            </a:r>
            <a:r>
              <a:rPr lang="zh-TW" altLang="en-US"/>
              <a:t>到</a:t>
            </a:r>
            <a:r>
              <a:rPr lang="en-US" altLang="zh-TW"/>
              <a:t>T</a:t>
            </a:r>
            <a:r>
              <a:rPr lang="zh-TW" altLang="en-US"/>
              <a:t>，保留歷史</a:t>
            </a:r>
            <a:r>
              <a:rPr lang="en-US" altLang="zh-TW"/>
              <a:t>alpha</a:t>
            </a:r>
            <a:r>
              <a:rPr lang="zh-TW" altLang="en-US"/>
              <a:t>、</a:t>
            </a:r>
            <a:r>
              <a:rPr lang="en-US" altLang="zh-TW"/>
              <a:t>beta</a:t>
            </a:r>
            <a:r>
              <a:rPr lang="zh-TW" altLang="en-US"/>
              <a:t>、</a:t>
            </a:r>
            <a:r>
              <a:rPr lang="en-US" altLang="zh-TW"/>
              <a:t>delta</a:t>
            </a:r>
            <a:r>
              <a:rPr lang="zh-TW" altLang="en-US"/>
              <a:t>，以嚴格不同分數選領導者。</a:t>
            </a:r>
            <a:r>
              <a:rPr lang="en-US" altLang="zh-TW"/>
              <a:t>NumPy</a:t>
            </a:r>
            <a:r>
              <a:rPr lang="zh-TW" altLang="en-US"/>
              <a:t>和</a:t>
            </a:r>
            <a:r>
              <a:rPr lang="en-US" altLang="zh-TW"/>
              <a:t>MATLAB</a:t>
            </a:r>
            <a:r>
              <a:rPr lang="zh-TW" altLang="en-US"/>
              <a:t>的亂數序列不逐位相同。
原</a:t>
            </a:r>
            <a:r>
              <a:rPr lang="en-US" altLang="zh-TW"/>
              <a:t>3D-GWO</a:t>
            </a:r>
            <a:r>
              <a:rPr lang="zh-TW" altLang="en-US"/>
              <a:t>為</a:t>
            </a:r>
            <a:r>
              <a:rPr lang="en-US" altLang="zh-TW"/>
              <a:t>24</a:t>
            </a:r>
            <a:r>
              <a:rPr lang="zh-TW" altLang="en-US"/>
              <a:t>狼</a:t>
            </a:r>
            <a:r>
              <a:rPr lang="en-US" altLang="zh-TW"/>
              <a:t>×50</a:t>
            </a:r>
            <a:r>
              <a:rPr lang="zh-TW" altLang="en-US"/>
              <a:t>輪暖啟動版，兩者同時改變狀態、初始化與計算預算，所以不能將全部差異歸因於</a:t>
            </a:r>
            <a:r>
              <a:rPr lang="en-US" altLang="zh-TW"/>
              <a:t>4D</a:t>
            </a:r>
            <a:r>
              <a:rPr lang="zh-TW" altLang="en-US"/>
              <a:t>。原始數據的共同偏差真值是</a:t>
            </a:r>
            <a:r>
              <a:rPr lang="en-US" altLang="zh-TW"/>
              <a:t>0</a:t>
            </a:r>
            <a:r>
              <a:rPr lang="zh-TW" altLang="en-US"/>
              <a:t>，不在</a:t>
            </a:r>
            <a:r>
              <a:rPr lang="en-US" altLang="zh-TW"/>
              <a:t>b</a:t>
            </a:r>
            <a:r>
              <a:rPr lang="zh-TW" altLang="en-US"/>
              <a:t>搜尋範圍內，這是沿用</a:t>
            </a:r>
            <a:r>
              <a:rPr lang="en-US" altLang="zh-TW"/>
              <a:t>MATLAB</a:t>
            </a:r>
            <a:r>
              <a:rPr lang="zh-TW" altLang="en-US"/>
              <a:t>界限造成的模型失配，不偷偷將真值改成</a:t>
            </a:r>
            <a:r>
              <a:rPr lang="en-US" altLang="zh-TW"/>
              <a:t>0.3m</a:t>
            </a:r>
            <a:r>
              <a:rPr lang="zh-TW" altLang="en-US"/>
              <a:t>。
人員</a:t>
            </a:r>
            <a:r>
              <a:rPr lang="en-US" altLang="zh-TW"/>
              <a:t>EKF/UKF</a:t>
            </a:r>
            <a:r>
              <a:rPr lang="zh-TW" altLang="en-US"/>
              <a:t>與螺絲融合設定保持前版：人員等速</a:t>
            </a:r>
            <a:r>
              <a:rPr lang="en-US" altLang="zh-TW"/>
              <a:t>6</a:t>
            </a:r>
            <a:r>
              <a:rPr lang="zh-TW" altLang="en-US"/>
              <a:t>維模型、</a:t>
            </a:r>
            <a:r>
              <a:rPr lang="en-US" altLang="zh-TW"/>
              <a:t>sigma_a=0.8m/s²</a:t>
            </a:r>
            <a:r>
              <a:rPr lang="zh-TW" altLang="en-US"/>
              <a:t>、</a:t>
            </a:r>
            <a:r>
              <a:rPr lang="en-US" altLang="zh-TW"/>
              <a:t>dt=.2s</a:t>
            </a:r>
            <a:r>
              <a:rPr lang="zh-TW" altLang="en-US"/>
              <a:t>、</a:t>
            </a:r>
            <a:r>
              <a:rPr lang="en-US" altLang="zh-TW"/>
              <a:t>R=.08²I</a:t>
            </a:r>
            <a:r>
              <a:rPr lang="zh-TW" altLang="en-US"/>
              <a:t>，</a:t>
            </a:r>
            <a:r>
              <a:rPr lang="en-US" altLang="zh-TW"/>
              <a:t>UKF alpha=.7,beta=2,kappa=0</a:t>
            </a:r>
            <a:r>
              <a:rPr lang="zh-TW" altLang="en-US"/>
              <a:t>。螺絲</a:t>
            </a:r>
            <a:r>
              <a:rPr lang="en-US" altLang="zh-TW"/>
              <a:t>EKF Q=diag(1.5e-5,1.5e-5,2.5e-5)m²/</a:t>
            </a:r>
            <a:r>
              <a:rPr lang="zh-TW" altLang="en-US"/>
              <a:t>次觀測，</a:t>
            </a:r>
            <a:r>
              <a:rPr lang="en-US" altLang="zh-TW"/>
              <a:t>ES-EKF</a:t>
            </a:r>
            <a:r>
              <a:rPr lang="zh-TW" altLang="en-US"/>
              <a:t>多</a:t>
            </a:r>
            <a:r>
              <a:rPr lang="en-US" altLang="zh-TW"/>
              <a:t>3sigma</a:t>
            </a:r>
            <a:r>
              <a:rPr lang="zh-TW" altLang="en-US"/>
              <a:t>創新降權。</a:t>
            </a:r>
            <a:r>
              <a:rPr lang="en-US" altLang="zh-TW"/>
              <a:t>RMV-FGO Huber2.8</a:t>
            </a:r>
            <a:r>
              <a:rPr lang="zh-TW" altLang="en-US"/>
              <a:t>、最多</a:t>
            </a:r>
            <a:r>
              <a:rPr lang="en-US" altLang="zh-TW"/>
              <a:t>25</a:t>
            </a:r>
            <a:r>
              <a:rPr lang="zh-TW" altLang="en-US"/>
              <a:t>輪、更新差範數</a:t>
            </a:r>
            <a:r>
              <a:rPr lang="en-US" altLang="zh-TW"/>
              <a:t>&lt;1e-7</a:t>
            </a:r>
            <a:r>
              <a:rPr lang="zh-TW" altLang="en-US"/>
              <a:t>、地圖</a:t>
            </a:r>
            <a:r>
              <a:rPr lang="en-US" altLang="zh-TW"/>
              <a:t>sigma.12m</a:t>
            </a:r>
            <a:r>
              <a:rPr lang="zh-TW" altLang="en-US"/>
              <a:t>、平移先驗</a:t>
            </a:r>
            <a:r>
              <a:rPr lang="en-US" altLang="zh-TW"/>
              <a:t>sigma.04m</a:t>
            </a:r>
            <a:r>
              <a:rPr lang="zh-TW" altLang="en-US"/>
              <a:t>、</a:t>
            </a:r>
            <a:r>
              <a:rPr lang="en-US" altLang="zh-TW"/>
              <a:t>yaw</a:t>
            </a:r>
            <a:r>
              <a:rPr lang="zh-TW" altLang="en-US"/>
              <a:t>先驗</a:t>
            </a:r>
            <a:r>
              <a:rPr lang="en-US" altLang="zh-TW"/>
              <a:t>sigma1</a:t>
            </a:r>
            <a:r>
              <a:rPr lang="zh-TW" altLang="en-US"/>
              <a:t>度。</a:t>
            </a:r>
            <a:r>
              <a:rPr lang="en-US" altLang="zh-TW"/>
              <a:t>Hungarian</a:t>
            </a:r>
            <a:r>
              <a:rPr lang="zh-TW" altLang="en-US"/>
              <a:t>馬氏距離平方門檻</a:t>
            </a:r>
            <a:r>
              <a:rPr lang="en-US" altLang="zh-TW"/>
              <a:t>36</a:t>
            </a:r>
            <a:r>
              <a:rPr lang="zh-TW" altLang="en-US"/>
              <a:t>。
</a:t>
            </a:r>
            <a:r>
              <a:rPr lang="en-US" altLang="zh-TW"/>
              <a:t>4D</a:t>
            </a:r>
            <a:r>
              <a:rPr lang="zh-TW" altLang="en-US"/>
              <a:t>位置協方差使用四維資訊矩陣逆的</a:t>
            </a:r>
            <a:r>
              <a:rPr lang="en-US" altLang="zh-TW"/>
              <a:t>xyz</a:t>
            </a:r>
            <a:r>
              <a:rPr lang="zh-TW" altLang="en-US"/>
              <a:t>邊際區塊，再加</a:t>
            </a:r>
            <a:r>
              <a:rPr lang="en-US" altLang="zh-TW"/>
              <a:t>0.08m</a:t>
            </a:r>
            <a:r>
              <a:rPr lang="zh-TW" altLang="en-US"/>
              <a:t>標準差保守底限；將偏差估計不確定性傳給下游。仍未完整建模</a:t>
            </a:r>
            <a:r>
              <a:rPr lang="en-US" altLang="zh-TW"/>
              <a:t>NLOS</a:t>
            </a:r>
            <a:r>
              <a:rPr lang="zh-TW" altLang="en-US"/>
              <a:t>與</a:t>
            </a:r>
            <a:r>
              <a:rPr lang="en-US" altLang="zh-TW"/>
              <a:t>IMU</a:t>
            </a:r>
            <a:r>
              <a:rPr lang="zh-TW" altLang="en-US"/>
              <a:t>固定偏差。
資料來源：</a:t>
            </a:r>
            <a:r>
              <a:rPr lang="en-US" altLang="zh-TW"/>
              <a:t>gwo4D_monte_carlo.m</a:t>
            </a:r>
            <a:r>
              <a:rPr lang="zh-TW" altLang="en-US"/>
              <a:t>；</a:t>
            </a:r>
            <a:r>
              <a:rPr lang="en-US" altLang="zh-TW"/>
              <a:t>simulation/gwo4d.py</a:t>
            </a:r>
            <a:r>
              <a:rPr lang="zh-TW" altLang="en-US"/>
              <a:t>；</a:t>
            </a:r>
            <a:r>
              <a:rPr lang="en-US" altLang="zh-TW"/>
              <a:t>simulation/combination_4dgwo_output/summary.json</a:t>
            </a:r>
            <a:r>
              <a:rPr lang="zh-TW" altLang="en-US"/>
              <a:t>。</a:t>
            </a:r>
            <a:r>
              <a:rPr lang="en-US" altLang="zh-TW"/>
              <a:t>GWO</a:t>
            </a:r>
            <a:r>
              <a:rPr lang="zh-TW" altLang="en-US"/>
              <a:t>背景：</a:t>
            </a:r>
            <a:r>
              <a:rPr lang="en-US" altLang="zh-TW"/>
              <a:t>Mirjalili et al. (2014), doi:10.1016/j.advengsoft.2013.12.007</a:t>
            </a:r>
            <a:r>
              <a:rPr lang="zh-TW" altLang="en-US"/>
              <a:t>。該論文不代表本次</a:t>
            </a:r>
            <a:r>
              <a:rPr lang="en-US" altLang="zh-TW"/>
              <a:t>4D</a:t>
            </a:r>
            <a:r>
              <a:rPr lang="zh-TW" altLang="en-US"/>
              <a:t>版本或數值參數均來自文獻。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本頁以相同</a:t>
            </a:r>
            <a:r>
              <a:rPr lang="en-US" altLang="zh-TW"/>
              <a:t>6750</a:t>
            </a:r>
            <a:r>
              <a:rPr lang="zh-TW" altLang="en-US"/>
              <a:t>幀的三維人員誤差比較。</a:t>
            </a:r>
            <a:r>
              <a:rPr lang="en-US" altLang="zh-TW"/>
              <a:t>WLS RMSE0.41655m</a:t>
            </a:r>
            <a:r>
              <a:rPr lang="zh-TW" altLang="en-US"/>
              <a:t>，</a:t>
            </a:r>
            <a:r>
              <a:rPr lang="en-US" altLang="zh-TW"/>
              <a:t>EKF0.26239m</a:t>
            </a:r>
            <a:r>
              <a:rPr lang="zh-TW" altLang="en-US"/>
              <a:t>，</a:t>
            </a:r>
            <a:r>
              <a:rPr lang="en-US" altLang="zh-TW"/>
              <a:t>UKF0.26086m</a:t>
            </a:r>
            <a:r>
              <a:rPr lang="zh-TW" altLang="en-US"/>
              <a:t>，</a:t>
            </a:r>
            <a:r>
              <a:rPr lang="en-US" altLang="zh-TW"/>
              <a:t>4D-GWO0.40174m</a:t>
            </a:r>
            <a:r>
              <a:rPr lang="zh-TW" altLang="en-US"/>
              <a:t>。原</a:t>
            </a:r>
            <a:r>
              <a:rPr lang="en-US" altLang="zh-TW"/>
              <a:t>3D-GWO RMSE0.43078m</a:t>
            </a:r>
            <a:r>
              <a:rPr lang="zh-TW" altLang="en-US"/>
              <a:t>，因此</a:t>
            </a:r>
            <a:r>
              <a:rPr lang="en-US" altLang="zh-TW"/>
              <a:t>4D</a:t>
            </a:r>
            <a:r>
              <a:rPr lang="zh-TW" altLang="en-US"/>
              <a:t>版在人員誤差有改善，但仍高於具時間模型的</a:t>
            </a:r>
            <a:r>
              <a:rPr lang="en-US" altLang="zh-TW"/>
              <a:t>EKF/UKF</a:t>
            </a:r>
            <a:r>
              <a:rPr lang="zh-TW" altLang="en-US"/>
              <a:t>。不可宣稱</a:t>
            </a:r>
            <a:r>
              <a:rPr lang="en-US" altLang="zh-TW"/>
              <a:t>4D-GWO</a:t>
            </a:r>
            <a:r>
              <a:rPr lang="zh-TW" altLang="en-US"/>
              <a:t>是本次最佳的人員定位方法。
四元數姿態在各方法間相同。</a:t>
            </a:r>
            <a:r>
              <a:rPr lang="en-US" altLang="zh-TW"/>
              <a:t>CDF</a:t>
            </a:r>
            <a:r>
              <a:rPr lang="zh-TW" altLang="en-US"/>
              <a:t>橫軸是公尺，縱軸是在該誤差內的累積比例，包含初始與大誤差，沒有人工移除離群點。雖然人員</a:t>
            </a:r>
            <a:r>
              <a:rPr lang="en-US" altLang="zh-TW"/>
              <a:t>EKF/UKF</a:t>
            </a:r>
            <a:r>
              <a:rPr lang="zh-TW" altLang="en-US"/>
              <a:t>逐幀誤差較小，最後螺絲誤差還受姿態、視角、時間相關性、關聯與地圖先驗影響，不能直接由本頁推論下游排名。
這次沿用原本無額外共同偏差的資料，不是共同偏差</a:t>
            </a:r>
            <a:r>
              <a:rPr lang="en-US" altLang="zh-TW"/>
              <a:t>0.3m</a:t>
            </a:r>
            <a:r>
              <a:rPr lang="zh-TW" altLang="en-US"/>
              <a:t>時的人員</a:t>
            </a:r>
            <a:r>
              <a:rPr lang="en-US" altLang="zh-TW"/>
              <a:t>RMSE0.48154m</a:t>
            </a:r>
            <a:r>
              <a:rPr lang="zh-TW" altLang="en-US"/>
              <a:t>，也不是</a:t>
            </a:r>
            <a:r>
              <a:rPr lang="en-US" altLang="zh-TW"/>
              <a:t>MATLAB30m</a:t>
            </a:r>
            <a:r>
              <a:rPr lang="zh-TW" altLang="en-US"/>
              <a:t>立方體</a:t>
            </a:r>
            <a:r>
              <a:rPr lang="en-US" altLang="zh-TW"/>
              <a:t>1000Tag</a:t>
            </a:r>
            <a:r>
              <a:rPr lang="zh-TW" altLang="en-US"/>
              <a:t>實驗。
資料來源：</a:t>
            </a:r>
            <a:r>
              <a:rPr lang="en-US" altLang="zh-TW"/>
              <a:t>simulation/combination_4dgwo_output/device_errors.csv</a:t>
            </a:r>
            <a:r>
              <a:rPr lang="zh-TW" altLang="en-US"/>
              <a:t>、</a:t>
            </a:r>
            <a:r>
              <a:rPr lang="en-US" altLang="zh-TW"/>
              <a:t>summary.json</a:t>
            </a:r>
            <a:r>
              <a:rPr lang="zh-TW" altLang="en-US"/>
              <a:t>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本表為更新後的</a:t>
            </a:r>
            <a:r>
              <a:rPr lang="en-US" altLang="zh-TW"/>
              <a:t>4×4</a:t>
            </a:r>
            <a:r>
              <a:rPr lang="zh-TW" altLang="en-US"/>
              <a:t>螺絲三維</a:t>
            </a:r>
            <a:r>
              <a:rPr lang="en-US" altLang="zh-TW"/>
              <a:t>RMSE</a:t>
            </a:r>
            <a:r>
              <a:rPr lang="zh-TW" altLang="en-US"/>
              <a:t>矩陣，單位公尺。原</a:t>
            </a:r>
            <a:r>
              <a:rPr lang="en-US" altLang="zh-TW"/>
              <a:t>GWO</a:t>
            </a:r>
            <a:r>
              <a:rPr lang="zh-TW" altLang="en-US"/>
              <a:t>那一列已替換為</a:t>
            </a:r>
            <a:r>
              <a:rPr lang="en-US" altLang="zh-TW"/>
              <a:t>4D-GWO</a:t>
            </a:r>
            <a:r>
              <a:rPr lang="zh-TW" altLang="en-US"/>
              <a:t>，其他三列保持原始數據。</a:t>
            </a:r>
            <a:r>
              <a:rPr lang="en-US" altLang="zh-TW"/>
              <a:t>30trials</a:t>
            </a:r>
            <a:r>
              <a:rPr lang="zh-TW" altLang="en-US"/>
              <a:t>乘</a:t>
            </a:r>
            <a:r>
              <a:rPr lang="en-US" altLang="zh-TW"/>
              <a:t>8</a:t>
            </a:r>
            <a:r>
              <a:rPr lang="zh-TW" altLang="en-US"/>
              <a:t>顆螺絲，每組</a:t>
            </a:r>
            <a:r>
              <a:rPr lang="en-US" altLang="zh-TW"/>
              <a:t>240</a:t>
            </a:r>
            <a:r>
              <a:rPr lang="zh-TW" altLang="en-US"/>
              <a:t>筆最終位置，</a:t>
            </a:r>
            <a:r>
              <a:rPr lang="en-US" altLang="zh-TW"/>
              <a:t>16</a:t>
            </a:r>
            <a:r>
              <a:rPr lang="zh-TW" altLang="en-US"/>
              <a:t>組共同成功樣本也是</a:t>
            </a:r>
            <a:r>
              <a:rPr lang="en-US" altLang="zh-TW"/>
              <a:t>240</a:t>
            </a:r>
            <a:r>
              <a:rPr lang="zh-TW" altLang="en-US"/>
              <a:t>筆，覆蓋率</a:t>
            </a:r>
            <a:r>
              <a:rPr lang="en-US" altLang="zh-TW"/>
              <a:t>100%</a:t>
            </a:r>
            <a:r>
              <a:rPr lang="zh-TW" altLang="en-US"/>
              <a:t>。這不是逐幀螺絲誤差。
</a:t>
            </a:r>
            <a:r>
              <a:rPr lang="en-US" altLang="zh-TW"/>
              <a:t>4D-GWO</a:t>
            </a:r>
            <a:r>
              <a:rPr lang="zh-TW" altLang="en-US"/>
              <a:t>搭多幀平均</a:t>
            </a:r>
            <a:r>
              <a:rPr lang="en-US" altLang="zh-TW"/>
              <a:t>RMSE0.15852m</a:t>
            </a:r>
            <a:r>
              <a:rPr lang="zh-TW" altLang="en-US"/>
              <a:t>、搭</a:t>
            </a:r>
            <a:r>
              <a:rPr lang="en-US" altLang="zh-TW"/>
              <a:t>EKF0.15742m</a:t>
            </a:r>
            <a:r>
              <a:rPr lang="zh-TW" altLang="en-US"/>
              <a:t>、搭</a:t>
            </a:r>
            <a:r>
              <a:rPr lang="en-US" altLang="zh-TW"/>
              <a:t>ES-EKF0.15845m</a:t>
            </a:r>
            <a:r>
              <a:rPr lang="zh-TW" altLang="en-US"/>
              <a:t>、搭</a:t>
            </a:r>
            <a:r>
              <a:rPr lang="en-US" altLang="zh-TW"/>
              <a:t>RMV-FGO0.11032m</a:t>
            </a:r>
            <a:r>
              <a:rPr lang="zh-TW" altLang="en-US"/>
              <a:t>。原</a:t>
            </a:r>
            <a:r>
              <a:rPr lang="en-US" altLang="zh-TW"/>
              <a:t>3D-GWO</a:t>
            </a:r>
            <a:r>
              <a:rPr lang="zh-TW" altLang="en-US"/>
              <a:t>分別為</a:t>
            </a:r>
            <a:r>
              <a:rPr lang="en-US" altLang="zh-TW"/>
              <a:t>0.15637</a:t>
            </a:r>
            <a:r>
              <a:rPr lang="zh-TW" altLang="en-US"/>
              <a:t>、</a:t>
            </a:r>
            <a:r>
              <a:rPr lang="en-US" altLang="zh-TW"/>
              <a:t>0.15709</a:t>
            </a:r>
            <a:r>
              <a:rPr lang="zh-TW" altLang="en-US"/>
              <a:t>、</a:t>
            </a:r>
            <a:r>
              <a:rPr lang="en-US" altLang="zh-TW"/>
              <a:t>0.15555</a:t>
            </a:r>
            <a:r>
              <a:rPr lang="zh-TW" altLang="en-US"/>
              <a:t>、</a:t>
            </a:r>
            <a:r>
              <a:rPr lang="en-US" altLang="zh-TW"/>
              <a:t>0.11165m</a:t>
            </a:r>
            <a:r>
              <a:rPr lang="zh-TW" altLang="en-US"/>
              <a:t>。</a:t>
            </a:r>
            <a:r>
              <a:rPr lang="en-US" altLang="zh-TW"/>
              <a:t>RMV-FGO</a:t>
            </a:r>
            <a:r>
              <a:rPr lang="zh-TW" altLang="en-US"/>
              <a:t>組改善約</a:t>
            </a:r>
            <a:r>
              <a:rPr lang="en-US" altLang="zh-TW"/>
              <a:t>1.18%</a:t>
            </a:r>
            <a:r>
              <a:rPr lang="zh-TW" altLang="en-US"/>
              <a:t>，其餘三組略微變差。不能以本表聲稱</a:t>
            </a:r>
            <a:r>
              <a:rPr lang="en-US" altLang="zh-TW"/>
              <a:t>4D-GWO</a:t>
            </a:r>
            <a:r>
              <a:rPr lang="zh-TW" altLang="en-US"/>
              <a:t>全面優於</a:t>
            </a:r>
            <a:r>
              <a:rPr lang="en-US" altLang="zh-TW"/>
              <a:t>3D-GWO</a:t>
            </a:r>
            <a:r>
              <a:rPr lang="zh-TW" altLang="en-US"/>
              <a:t>。
本次</a:t>
            </a:r>
            <a:r>
              <a:rPr lang="en-US" altLang="zh-TW"/>
              <a:t>4D-GWO</a:t>
            </a:r>
            <a:r>
              <a:rPr lang="zh-TW" altLang="en-US"/>
              <a:t>＋</a:t>
            </a:r>
            <a:r>
              <a:rPr lang="en-US" altLang="zh-TW"/>
              <a:t>RMV-FGO</a:t>
            </a:r>
            <a:r>
              <a:rPr lang="zh-TW" altLang="en-US"/>
              <a:t>的</a:t>
            </a:r>
            <a:r>
              <a:rPr lang="en-US" altLang="zh-TW"/>
              <a:t>0.11032m</a:t>
            </a:r>
            <a:r>
              <a:rPr lang="zh-TW" altLang="en-US"/>
              <a:t>略低於</a:t>
            </a:r>
            <a:r>
              <a:rPr lang="en-US" altLang="zh-TW"/>
              <a:t>WLS</a:t>
            </a:r>
            <a:r>
              <a:rPr lang="zh-TW" altLang="en-US"/>
              <a:t>＋</a:t>
            </a:r>
            <a:r>
              <a:rPr lang="en-US" altLang="zh-TW"/>
              <a:t>RMV-FGO</a:t>
            </a:r>
            <a:r>
              <a:rPr lang="zh-TW" altLang="en-US"/>
              <a:t>的</a:t>
            </a:r>
            <a:r>
              <a:rPr lang="en-US" altLang="zh-TW"/>
              <a:t>0.11260m</a:t>
            </a:r>
            <a:r>
              <a:rPr lang="zh-TW" altLang="en-US"/>
              <a:t>，差約</a:t>
            </a:r>
            <a:r>
              <a:rPr lang="en-US" altLang="zh-TW"/>
              <a:t>0.00228m</a:t>
            </a:r>
            <a:r>
              <a:rPr lang="zh-TW" altLang="en-US"/>
              <a:t>，即</a:t>
            </a:r>
            <a:r>
              <a:rPr lang="en-US" altLang="zh-TW"/>
              <a:t>2.28mm</a:t>
            </a:r>
            <a:r>
              <a:rPr lang="zh-TW" altLang="en-US"/>
              <a:t>。此差異是描述統計，未證明在真實場域具有顯著或實用優勢。
同一上游內</a:t>
            </a:r>
            <a:r>
              <a:rPr lang="en-US" altLang="zh-TW"/>
              <a:t>RMV-FGO</a:t>
            </a:r>
            <a:r>
              <a:rPr lang="zh-TW" altLang="en-US"/>
              <a:t>整體較低，但它使用含誤差地圖先驗與共同平移</a:t>
            </a:r>
            <a:r>
              <a:rPr lang="en-US" altLang="zh-TW"/>
              <a:t>/yaw</a:t>
            </a:r>
            <a:r>
              <a:rPr lang="zh-TW" altLang="en-US"/>
              <a:t>修正，而其他螺絲方法沒有相同先驗，不能把改善全歸因於求解器。上游</a:t>
            </a:r>
            <a:r>
              <a:rPr lang="en-US" altLang="zh-TW"/>
              <a:t>4D</a:t>
            </a:r>
            <a:r>
              <a:rPr lang="zh-TW" altLang="en-US"/>
              <a:t>輸出協方差也包含</a:t>
            </a:r>
            <a:r>
              <a:rPr lang="en-US" altLang="zh-TW"/>
              <a:t>b</a:t>
            </a:r>
            <a:r>
              <a:rPr lang="zh-TW" altLang="en-US"/>
              <a:t>的不確定性，會影響關聯與下游權重。
資料來源：</a:t>
            </a:r>
            <a:r>
              <a:rPr lang="en-US" altLang="zh-TW"/>
              <a:t>simulation/combination_4dgwo_output/combination_metrics.csv</a:t>
            </a:r>
            <a:r>
              <a:rPr lang="zh-TW" altLang="en-US"/>
              <a:t>、</a:t>
            </a:r>
            <a:r>
              <a:rPr lang="en-US" altLang="zh-TW"/>
              <a:t>summary.json</a:t>
            </a:r>
            <a:r>
              <a:rPr lang="zh-TW" altLang="en-US"/>
              <a:t>。與原版比對確認原始數據</a:t>
            </a:r>
            <a:r>
              <a:rPr lang="en-US" altLang="zh-TW"/>
              <a:t>SHA256</a:t>
            </a:r>
            <a:r>
              <a:rPr lang="zh-TW" altLang="en-US"/>
              <a:t>一致，其他</a:t>
            </a:r>
            <a:r>
              <a:rPr lang="en-US" altLang="zh-TW"/>
              <a:t>12</a:t>
            </a:r>
            <a:r>
              <a:rPr lang="zh-TW" altLang="en-US"/>
              <a:t>組精度不變。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本頁固定上游</a:t>
            </a:r>
            <a:r>
              <a:rPr lang="en-US" altLang="zh-TW"/>
              <a:t>4D-GWO</a:t>
            </a:r>
            <a:r>
              <a:rPr lang="zh-TW" altLang="en-US"/>
              <a:t>，觀察四種螺絲融合的</a:t>
            </a:r>
            <a:r>
              <a:rPr lang="en-US" altLang="zh-TW"/>
              <a:t>CDF</a:t>
            </a:r>
            <a:r>
              <a:rPr lang="zh-TW" altLang="en-US"/>
              <a:t>。四組共享同一設備位置、</a:t>
            </a:r>
            <a:r>
              <a:rPr lang="en-US" altLang="zh-TW"/>
              <a:t>IMU</a:t>
            </a:r>
            <a:r>
              <a:rPr lang="zh-TW" altLang="en-US"/>
              <a:t>姿態、</a:t>
            </a:r>
            <a:r>
              <a:rPr lang="en-US" altLang="zh-TW"/>
              <a:t>RGB-D</a:t>
            </a:r>
            <a:r>
              <a:rPr lang="zh-TW" altLang="en-US"/>
              <a:t>觀測和</a:t>
            </a:r>
            <a:r>
              <a:rPr lang="en-US" altLang="zh-TW"/>
              <a:t>Hungarian</a:t>
            </a:r>
            <a:r>
              <a:rPr lang="zh-TW" altLang="en-US"/>
              <a:t>關聯，因此可以比較下游完整方法，但</a:t>
            </a:r>
            <a:r>
              <a:rPr lang="en-US" altLang="zh-TW"/>
              <a:t>FGO</a:t>
            </a:r>
            <a:r>
              <a:rPr lang="zh-TW" altLang="en-US"/>
              <a:t>額外使用地圖先驗與共同修正狀態，並非只有求解器不同。
</a:t>
            </a:r>
            <a:r>
              <a:rPr lang="en-US" altLang="zh-TW"/>
              <a:t>RMV-FGO</a:t>
            </a:r>
            <a:r>
              <a:rPr lang="zh-TW" altLang="en-US"/>
              <a:t>的</a:t>
            </a:r>
            <a:r>
              <a:rPr lang="en-US" altLang="zh-TW"/>
              <a:t>RMSE0.11032m</a:t>
            </a:r>
            <a:r>
              <a:rPr lang="zh-TW" altLang="en-US"/>
              <a:t>，平均誤差</a:t>
            </a:r>
            <a:r>
              <a:rPr lang="en-US" altLang="zh-TW"/>
              <a:t>0.09609m</a:t>
            </a:r>
            <a:r>
              <a:rPr lang="zh-TW" altLang="en-US"/>
              <a:t>，標準差</a:t>
            </a:r>
            <a:r>
              <a:rPr lang="en-US" altLang="zh-TW"/>
              <a:t>0.05432m</a:t>
            </a:r>
            <a:r>
              <a:rPr lang="zh-TW" altLang="en-US"/>
              <a:t>，最大誤差</a:t>
            </a:r>
            <a:r>
              <a:rPr lang="en-US" altLang="zh-TW"/>
              <a:t>0.32513m</a:t>
            </a:r>
            <a:r>
              <a:rPr lang="zh-TW" altLang="en-US"/>
              <a:t>。精確</a:t>
            </a:r>
            <a:r>
              <a:rPr lang="en-US" altLang="zh-TW"/>
              <a:t>P95</a:t>
            </a:r>
            <a:r>
              <a:rPr lang="zh-TW" altLang="en-US"/>
              <a:t>見頁面與</a:t>
            </a:r>
            <a:r>
              <a:rPr lang="en-US" altLang="zh-TW"/>
              <a:t>summary.json</a:t>
            </a:r>
            <a:r>
              <a:rPr lang="zh-TW" altLang="en-US"/>
              <a:t>。多幀平均</a:t>
            </a:r>
            <a:r>
              <a:rPr lang="en-US" altLang="zh-TW"/>
              <a:t>RMSE0.15852m</a:t>
            </a:r>
            <a:r>
              <a:rPr lang="zh-TW" altLang="en-US"/>
              <a:t>，因此同為</a:t>
            </a:r>
            <a:r>
              <a:rPr lang="en-US" altLang="zh-TW"/>
              <a:t>4D-GWO</a:t>
            </a:r>
            <a:r>
              <a:rPr lang="zh-TW" altLang="en-US"/>
              <a:t>上游時，接</a:t>
            </a:r>
            <a:r>
              <a:rPr lang="en-US" altLang="zh-TW"/>
              <a:t>RMV-FGO</a:t>
            </a:r>
            <a:r>
              <a:rPr lang="zh-TW" altLang="en-US"/>
              <a:t>相對平均法降低約</a:t>
            </a:r>
            <a:r>
              <a:rPr lang="en-US" altLang="zh-TW"/>
              <a:t>30.4%</a:t>
            </a:r>
            <a:r>
              <a:rPr lang="zh-TW" altLang="en-US"/>
              <a:t>。這個</a:t>
            </a:r>
            <a:r>
              <a:rPr lang="en-US" altLang="zh-TW"/>
              <a:t>30.4%</a:t>
            </a:r>
            <a:r>
              <a:rPr lang="zh-TW" altLang="en-US"/>
              <a:t>不能和「將</a:t>
            </a:r>
            <a:r>
              <a:rPr lang="en-US" altLang="zh-TW"/>
              <a:t>3D-GWO</a:t>
            </a:r>
            <a:r>
              <a:rPr lang="zh-TW" altLang="en-US"/>
              <a:t>換成</a:t>
            </a:r>
            <a:r>
              <a:rPr lang="en-US" altLang="zh-TW"/>
              <a:t>4D-GWO</a:t>
            </a:r>
            <a:r>
              <a:rPr lang="zh-TW" altLang="en-US"/>
              <a:t>、固定</a:t>
            </a:r>
            <a:r>
              <a:rPr lang="en-US" altLang="zh-TW"/>
              <a:t>RMV-FGO</a:t>
            </a:r>
            <a:r>
              <a:rPr lang="zh-TW" altLang="en-US"/>
              <a:t>時僅改善</a:t>
            </a:r>
            <a:r>
              <a:rPr lang="en-US" altLang="zh-TW"/>
              <a:t>1.18%</a:t>
            </a:r>
            <a:r>
              <a:rPr lang="zh-TW" altLang="en-US"/>
              <a:t>」混為一談。
</a:t>
            </a:r>
            <a:r>
              <a:rPr lang="en-US" altLang="zh-TW"/>
              <a:t>CDF</a:t>
            </a:r>
            <a:r>
              <a:rPr lang="zh-TW" altLang="en-US"/>
              <a:t>每個樣本是一個</a:t>
            </a:r>
            <a:r>
              <a:rPr lang="en-US" altLang="zh-TW"/>
              <a:t>trial</a:t>
            </a:r>
            <a:r>
              <a:rPr lang="zh-TW" altLang="en-US"/>
              <a:t>的一顆螺絲最終誤差，共</a:t>
            </a:r>
            <a:r>
              <a:rPr lang="en-US" altLang="zh-TW"/>
              <a:t>240</a:t>
            </a:r>
            <a:r>
              <a:rPr lang="zh-TW" altLang="en-US"/>
              <a:t>筆，不是每幀誤差。沒有刻意移除最小值、最大值或離群點。圖表內嵌完整數據，可在</a:t>
            </a:r>
            <a:r>
              <a:rPr lang="en-US" altLang="zh-TW"/>
              <a:t>PowerPoint</a:t>
            </a:r>
            <a:r>
              <a:rPr lang="zh-TW" altLang="en-US"/>
              <a:t>編輯。
資料來源：</a:t>
            </a:r>
            <a:r>
              <a:rPr lang="en-US" altLang="zh-TW"/>
              <a:t>simulation/combination_4dgwo_output/screw_errors.csv</a:t>
            </a:r>
            <a:r>
              <a:rPr lang="zh-TW" altLang="en-US"/>
              <a:t>、</a:t>
            </a:r>
            <a:r>
              <a:rPr lang="en-US" altLang="zh-TW"/>
              <a:t>summary.json</a:t>
            </a:r>
            <a:r>
              <a:rPr lang="zh-TW" altLang="en-US"/>
              <a:t>。未使用</a:t>
            </a:r>
            <a:r>
              <a:rPr lang="en-US" altLang="zh-TW"/>
              <a:t>0.3m</a:t>
            </a:r>
            <a:r>
              <a:rPr lang="zh-TW" altLang="en-US"/>
              <a:t>共同偏差情境的結果。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本次可說的是，在相同原始資料下，把人員</a:t>
            </a:r>
            <a:r>
              <a:rPr lang="en-US" altLang="zh-TW"/>
              <a:t>3D-GWO</a:t>
            </a:r>
            <a:r>
              <a:rPr lang="zh-TW" altLang="en-US"/>
              <a:t>換成</a:t>
            </a:r>
            <a:r>
              <a:rPr lang="en-US" altLang="zh-TW"/>
              <a:t>4D-GWO</a:t>
            </a:r>
            <a:r>
              <a:rPr lang="zh-TW" altLang="en-US"/>
              <a:t>，</a:t>
            </a:r>
            <a:r>
              <a:rPr lang="en-US" altLang="zh-TW"/>
              <a:t>RMV-FGO</a:t>
            </a:r>
            <a:r>
              <a:rPr lang="zh-TW" altLang="en-US"/>
              <a:t>螺絲</a:t>
            </a:r>
            <a:r>
              <a:rPr lang="en-US" altLang="zh-TW"/>
              <a:t>RMSE</a:t>
            </a:r>
            <a:r>
              <a:rPr lang="zh-TW" altLang="en-US"/>
              <a:t>由</a:t>
            </a:r>
            <a:r>
              <a:rPr lang="en-US" altLang="zh-TW"/>
              <a:t>0.11165m</a:t>
            </a:r>
            <a:r>
              <a:rPr lang="zh-TW" altLang="en-US"/>
              <a:t>降到</a:t>
            </a:r>
            <a:r>
              <a:rPr lang="en-US" altLang="zh-TW"/>
              <a:t>0.11032m</a:t>
            </a:r>
            <a:r>
              <a:rPr lang="zh-TW" altLang="en-US"/>
              <a:t>，改善</a:t>
            </a:r>
            <a:r>
              <a:rPr lang="en-US" altLang="zh-TW"/>
              <a:t>1.18%</a:t>
            </a:r>
            <a:r>
              <a:rPr lang="zh-TW" altLang="en-US"/>
              <a:t>，但平均法、</a:t>
            </a:r>
            <a:r>
              <a:rPr lang="en-US" altLang="zh-TW"/>
              <a:t>EKF</a:t>
            </a:r>
            <a:r>
              <a:rPr lang="zh-TW" altLang="en-US"/>
              <a:t>、</a:t>
            </a:r>
            <a:r>
              <a:rPr lang="en-US" altLang="zh-TW"/>
              <a:t>ES-EKF</a:t>
            </a:r>
            <a:r>
              <a:rPr lang="zh-TW" altLang="en-US"/>
              <a:t>分別退步約</a:t>
            </a:r>
            <a:r>
              <a:rPr lang="en-US" altLang="zh-TW"/>
              <a:t>1.37%</a:t>
            </a:r>
            <a:r>
              <a:rPr lang="zh-TW" altLang="en-US"/>
              <a:t>、</a:t>
            </a:r>
            <a:r>
              <a:rPr lang="en-US" altLang="zh-TW"/>
              <a:t>0.21%</a:t>
            </a:r>
            <a:r>
              <a:rPr lang="zh-TW" altLang="en-US"/>
              <a:t>、</a:t>
            </a:r>
            <a:r>
              <a:rPr lang="en-US" altLang="zh-TW"/>
              <a:t>1.86%</a:t>
            </a:r>
            <a:r>
              <a:rPr lang="zh-TW" altLang="en-US"/>
              <a:t>。因此不宣稱</a:t>
            </a:r>
            <a:r>
              <a:rPr lang="en-US" altLang="zh-TW"/>
              <a:t>4D</a:t>
            </a:r>
            <a:r>
              <a:rPr lang="zh-TW" altLang="en-US"/>
              <a:t>全面優勝，也不宣稱本系統實際可達十公分精度。
原始共同偏差真值</a:t>
            </a:r>
            <a:r>
              <a:rPr lang="en-US" altLang="zh-TW"/>
              <a:t>0</a:t>
            </a:r>
            <a:r>
              <a:rPr lang="zh-TW" altLang="en-US"/>
              <a:t>不在</a:t>
            </a:r>
            <a:r>
              <a:rPr lang="en-US" altLang="zh-TW"/>
              <a:t>4D</a:t>
            </a:r>
            <a:r>
              <a:rPr lang="zh-TW" altLang="en-US"/>
              <a:t>設定的</a:t>
            </a:r>
            <a:r>
              <a:rPr lang="en-US" altLang="zh-TW"/>
              <a:t>[0.1,0.6]m</a:t>
            </a:r>
            <a:r>
              <a:rPr lang="zh-TW" altLang="en-US"/>
              <a:t>偏差搜尋範圍，仍保留了各站固定偏差與</a:t>
            </a:r>
            <a:r>
              <a:rPr lang="en-US" altLang="zh-TW"/>
              <a:t>NLOS</a:t>
            </a:r>
            <a:r>
              <a:rPr lang="zh-TW" altLang="en-US"/>
              <a:t>。後續須比較</a:t>
            </a:r>
            <a:r>
              <a:rPr lang="en-US" altLang="zh-TW"/>
              <a:t>b</a:t>
            </a:r>
            <a:r>
              <a:rPr lang="zh-TW" altLang="en-US"/>
              <a:t>可含零的界限、相同狼群</a:t>
            </a:r>
            <a:r>
              <a:rPr lang="en-US" altLang="zh-TW"/>
              <a:t>/</a:t>
            </a:r>
            <a:r>
              <a:rPr lang="zh-TW" altLang="en-US"/>
              <a:t>迭代預算、相同初始化，以及去除地圖先驗、固定關聯的消融。這些尚未包含在本次</a:t>
            </a:r>
            <a:r>
              <a:rPr lang="en-US" altLang="zh-TW"/>
              <a:t>4×4</a:t>
            </a:r>
            <a:r>
              <a:rPr lang="zh-TW" altLang="en-US"/>
              <a:t>中。另有</a:t>
            </a:r>
            <a:r>
              <a:rPr lang="en-US" altLang="zh-TW"/>
              <a:t>0.3m</a:t>
            </a:r>
            <a:r>
              <a:rPr lang="zh-TW" altLang="en-US"/>
              <a:t>共同偏差</a:t>
            </a:r>
            <a:r>
              <a:rPr lang="en-US" altLang="zh-TW"/>
              <a:t>24</a:t>
            </a:r>
            <a:r>
              <a:rPr lang="zh-TW" altLang="en-US"/>
              <a:t>組試驗，屬不同情境，不混入本表。
計算時間分上游每幀與下游整段</a:t>
            </a:r>
            <a:r>
              <a:rPr lang="en-US" altLang="zh-TW"/>
              <a:t>trial</a:t>
            </a:r>
            <a:r>
              <a:rPr lang="zh-TW" altLang="en-US"/>
              <a:t>最後的批次求解，不可相加當</a:t>
            </a:r>
            <a:r>
              <a:rPr lang="en-US" altLang="zh-TW"/>
              <a:t>YOLO</a:t>
            </a:r>
            <a:r>
              <a:rPr lang="zh-TW" altLang="en-US"/>
              <a:t>系統端到端延遲。</a:t>
            </a:r>
            <a:r>
              <a:rPr lang="en-US" altLang="zh-TW"/>
              <a:t>IMU</a:t>
            </a:r>
            <a:r>
              <a:rPr lang="zh-TW" altLang="en-US"/>
              <a:t>仍為</a:t>
            </a:r>
            <a:r>
              <a:rPr lang="en-US" altLang="zh-TW"/>
              <a:t>yaw-only</a:t>
            </a:r>
            <a:r>
              <a:rPr lang="zh-TW" altLang="en-US"/>
              <a:t>，不是完整慣性導航。最終仍需硬體時間戳、外參校正和場域真值驗證。
資料來源：</a:t>
            </a:r>
            <a:r>
              <a:rPr lang="en-US" altLang="zh-TW"/>
              <a:t>simulation/combination_4dgwo_output/RESULTS.md</a:t>
            </a:r>
            <a:r>
              <a:rPr lang="zh-TW" altLang="en-US"/>
              <a:t>、</a:t>
            </a:r>
            <a:r>
              <a:rPr lang="en-US" altLang="zh-TW"/>
              <a:t>summary.json</a:t>
            </a:r>
            <a:r>
              <a:rPr lang="zh-TW" altLang="en-US"/>
              <a:t>；</a:t>
            </a:r>
            <a:r>
              <a:rPr lang="en-US" altLang="zh-TW"/>
              <a:t>gwo4D_monte_carlo.m</a:t>
            </a:r>
            <a:r>
              <a:rPr lang="zh-TW" altLang="en-US"/>
              <a:t>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同幀融合與可視化已完成軟體串接，因此後續優先工作改成量測新版完整路徑。先記錄擷取、到達、推論、融合、寫入與前端呈現時間，使用相同 trace 比較負載和資料量，並測試長時間執行及中斷恢復。再比較容量一、二、四組的有界 pipeline，保留 frame ID 和完整 RGB-D 組的丟棄規則，同時看錯配率、覆蓋率、P95 延遲、AoI 與更新率。組員提供硬體後再檢查 timestamp、四元數順序、深度尺度、alignment 與內外參。若要獨立 MP4 同步回放，需從封包序列編碼並寫入實際 PTS 對照，目前封包回放已可使用。</a:t>
            </a:r>
          </a:p>
          <a:p>
            <a:endParaRPr/>
          </a:p>
          <a:p>
            <a:r>
              <a:t>資料來源：RGBD_FRAME_SYNC.md；backend/src/positioning/rgbdFusion.js；frontend/src/components/RgbdViewer.vue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我的研究重點仍是末端螺絲，不接管同學的 UWB+IMU 定位。第一個可研究方向是把時間不確定度傳播到螺絲量測協方差，時間對不準、設備動得快時，降低該觀測在融合中的權重。第二是非同步條件下比較時間對齊、協方差調整與 RMV-FGO robust weighting 的貢獻，做消融試驗，不能只增加複雜度。第三是關聯與融合共同驗證，在同類螺絲、遮擋及錯誤深度時，同時量測 ID 錯配率與螺絲誤差。這些是研究假設，尚未實作，也尚未做文獻新穎性確認。上次提到的 RMV-FGO 加 GWO，可先保留為候選，不宜直接設定證明它是最佳解。</a:t>
            </a:r>
          </a:p>
          <a:p>
            <a:endParaRPr/>
          </a:p>
          <a:p>
            <a:r>
              <a:t>資料來源：RGBD_FRAME_SYNC.md；simulation/frame_sync/output/RESULTS.md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已完成同幀關聯、螺絲融合與同步回放。本次將人員端</a:t>
            </a:r>
            <a:r>
              <a:rPr lang="en-US" altLang="zh-TW"/>
              <a:t>3D-GWO</a:t>
            </a:r>
            <a:r>
              <a:rPr lang="zh-TW" altLang="en-US"/>
              <a:t>改為同時估計共同距離偏差的</a:t>
            </a:r>
            <a:r>
              <a:rPr lang="en-US" altLang="zh-TW"/>
              <a:t>4D-GWO</a:t>
            </a:r>
            <a:r>
              <a:rPr lang="zh-TW" altLang="en-US"/>
              <a:t>，重跑相同原始資料的</a:t>
            </a:r>
            <a:r>
              <a:rPr lang="en-US" altLang="zh-TW"/>
              <a:t>16</a:t>
            </a:r>
            <a:r>
              <a:rPr lang="zh-TW" altLang="en-US"/>
              <a:t>種組合。</a:t>
            </a:r>
            <a:r>
              <a:rPr lang="en-US" altLang="zh-TW"/>
              <a:t>4D-GWO</a:t>
            </a:r>
            <a:r>
              <a:rPr lang="zh-TW" altLang="en-US"/>
              <a:t>＋</a:t>
            </a:r>
            <a:r>
              <a:rPr lang="en-US" altLang="zh-TW"/>
              <a:t>RMV-FGO</a:t>
            </a:r>
            <a:r>
              <a:rPr lang="zh-TW" altLang="en-US"/>
              <a:t>的螺絲</a:t>
            </a:r>
            <a:r>
              <a:rPr lang="en-US" altLang="zh-TW"/>
              <a:t>RMSE</a:t>
            </a:r>
            <a:r>
              <a:rPr lang="zh-TW" altLang="en-US"/>
              <a:t>為</a:t>
            </a:r>
            <a:r>
              <a:rPr lang="en-US" altLang="zh-TW"/>
              <a:t>0.11032m</a:t>
            </a:r>
            <a:r>
              <a:rPr lang="zh-TW" altLang="en-US"/>
              <a:t>，相較舊</a:t>
            </a:r>
            <a:r>
              <a:rPr lang="en-US" altLang="zh-TW"/>
              <a:t>3D-GWO</a:t>
            </a:r>
            <a:r>
              <a:rPr lang="zh-TW" altLang="en-US"/>
              <a:t>＋</a:t>
            </a:r>
            <a:r>
              <a:rPr lang="en-US" altLang="zh-TW"/>
              <a:t>RMV-FGO</a:t>
            </a:r>
            <a:r>
              <a:rPr lang="zh-TW" altLang="en-US"/>
              <a:t>改善約</a:t>
            </a:r>
            <a:r>
              <a:rPr lang="en-US" altLang="zh-TW"/>
              <a:t>1.18%</a:t>
            </a:r>
            <a:r>
              <a:rPr lang="zh-TW" altLang="en-US"/>
              <a:t>，其他三種螺絲融合未改善。其餘</a:t>
            </a:r>
            <a:r>
              <a:rPr lang="en-US" altLang="zh-TW"/>
              <a:t>12</a:t>
            </a:r>
            <a:r>
              <a:rPr lang="zh-TW" altLang="en-US"/>
              <a:t>組精度保持不變。
這是本機合成資料結果，不代表硬體精度或完整系統延遲，也未證明方法新穎性。近期優先做偏差界限、等預算、地圖先驗和關聯消融，再做端到端性能量測及場域真值驗證。
資料來源：</a:t>
            </a:r>
            <a:r>
              <a:rPr lang="en-US" altLang="zh-TW"/>
              <a:t>simulation/combination_4dgwo_output/RESULTS.md</a:t>
            </a:r>
            <a:r>
              <a:rPr lang="zh-TW" altLang="en-US"/>
              <a:t>、</a:t>
            </a:r>
            <a:r>
              <a:rPr lang="en-US" altLang="zh-TW"/>
              <a:t>summary.json</a:t>
            </a:r>
            <a:r>
              <a:rPr lang="zh-TW" altLang="en-US"/>
              <a:t>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401E6E-76BB-444F-BBBE-2E026C358A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>
            <a:lvl1pPr>
              <a:buNone/>
              <a:defRPr baseline="0">
                <a:latin typeface="Times New Roman"/>
                <a:ea typeface="Times New Roman"/>
                <a:cs typeface="Times New Roman"/>
              </a:defRPr>
            </a:lvl1pPr>
          </a:lstStyle>
          <a:p>
            <a:r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651837C-CCB7-41EB-86AF-3D92CA92CE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baseline="0">
                <a:solidFill>
                  <a:schemeClr val="tx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按一下以編輯母片副標題樣式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81E233A-8AE3-4979-8771-66B2858C4652}"/>
              </a:ext>
            </a:extLst>
          </p:cNvPr>
          <p:cNvSpPr>
            <a:spLocks noGrp="1"/>
          </p:cNvSpPr>
          <p:nvPr/>
        </p:nvSpPr>
        <p:spPr>
          <a:xfrm>
            <a:off x="6647563" y="6304384"/>
            <a:ext cx="249643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National</a:t>
            </a:r>
            <a:r>
              <a:rPr sz="1050" b="1" i="0" baseline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Cheng Kung University   EE     </a:t>
            </a:r>
          </a:p>
          <a:p>
            <a:r>
              <a:rPr sz="1050" b="1" i="0" baseline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        NDT &amp; NBMIS   LAB</a:t>
            </a:r>
            <a:endParaRPr sz="1050" b="1" i="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7EF4D7-1191-48BF-9E77-2CFF46ABB2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>
            <a:lvl1pPr>
              <a:buNone/>
              <a:defRPr baseline="0">
                <a:latin typeface="Times New Roman"/>
                <a:ea typeface="Times New Roman"/>
                <a:cs typeface="Times New Roman"/>
              </a:defRPr>
            </a:lvl1pPr>
          </a:lstStyle>
          <a:p>
            <a:r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B35CC4A-7928-4324-81E8-609B80C3FB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baseline="0">
                <a:solidFill>
                  <a:schemeClr val="tx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按一下以編輯母片副標題樣式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97682B0-1B0D-4874-8674-D7F505B6379E}"/>
              </a:ext>
            </a:extLst>
          </p:cNvPr>
          <p:cNvSpPr>
            <a:spLocks noGrp="1"/>
          </p:cNvSpPr>
          <p:nvPr/>
        </p:nvSpPr>
        <p:spPr>
          <a:xfrm>
            <a:off x="4067944" y="6383432"/>
            <a:ext cx="1008112" cy="365125"/>
          </a:xfrm>
          <a:prstGeom prst="rect">
            <a:avLst/>
          </a:prstGeom>
        </p:spPr>
        <p:txBody>
          <a:bodyPr vert="horz" lIns="68580" tIns="34290" rIns="68580" bIns="34290" anchor="ctr"/>
          <a:lstStyle>
            <a:lvl1pPr marL="0" algn="ct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fld id="{213ACD91-2177-4DB3-88CE-EB97874919C1}" type="slidenum">
              <a:rPr sz="12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A24CCA6-9FE6-4BFA-BFF5-CE1391C001ED}"/>
              </a:ext>
            </a:extLst>
          </p:cNvPr>
          <p:cNvSpPr>
            <a:spLocks noGrp="1"/>
          </p:cNvSpPr>
          <p:nvPr/>
        </p:nvSpPr>
        <p:spPr>
          <a:xfrm>
            <a:off x="6647563" y="6304384"/>
            <a:ext cx="249643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National</a:t>
            </a:r>
            <a:r>
              <a:rPr sz="1050" b="1" i="0" baseline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Cheng Kung University   EE     </a:t>
            </a:r>
          </a:p>
          <a:p>
            <a:r>
              <a:rPr sz="1050" b="1" i="0" baseline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        NDT &amp; NBMIS   LAB</a:t>
            </a:r>
            <a:endParaRPr sz="1050" b="1" i="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3BA257-5A62-4948-9781-75929B352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 baseline="0">
                <a:latin typeface="Times New Roman"/>
                <a:ea typeface="Times New Roman"/>
                <a:cs typeface="Times New Roman"/>
              </a:defRPr>
            </a:lvl1pPr>
          </a:lstStyle>
          <a:p>
            <a:r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2D6C499-658A-4FAE-9725-32D6FF848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None/>
              <a:defRPr baseline="0">
                <a:latin typeface="Times New Roman"/>
                <a:ea typeface="Times New Roman"/>
                <a:cs typeface="Times New Roman"/>
              </a:defRPr>
            </a:lvl1pPr>
            <a:lvl2pPr>
              <a:buNone/>
              <a:defRPr baseline="0">
                <a:latin typeface="Times New Roman"/>
                <a:ea typeface="Times New Roman"/>
                <a:cs typeface="Times New Roman"/>
              </a:defRPr>
            </a:lvl2pPr>
            <a:lvl3pPr>
              <a:buNone/>
              <a:defRPr baseline="0">
                <a:latin typeface="Times New Roman"/>
                <a:ea typeface="Times New Roman"/>
                <a:cs typeface="Times New Roman"/>
              </a:defRPr>
            </a:lvl3pPr>
            <a:lvl4pPr>
              <a:buNone/>
              <a:defRPr baseline="0">
                <a:latin typeface="Times New Roman"/>
                <a:ea typeface="Times New Roman"/>
                <a:cs typeface="Times New Roman"/>
              </a:defRPr>
            </a:lvl4pPr>
            <a:lvl5pPr>
              <a:buNone/>
              <a:defRPr baseline="0">
                <a:latin typeface="Times New Roman"/>
                <a:ea typeface="Times New Roman"/>
                <a:cs typeface="Times New Roman"/>
              </a:defRPr>
            </a:lvl5pPr>
          </a:lstStyle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5F2DE2C-F1C0-4C0F-81C2-AD73564B9004}"/>
              </a:ext>
            </a:extLst>
          </p:cNvPr>
          <p:cNvSpPr>
            <a:spLocks noGrp="1"/>
          </p:cNvSpPr>
          <p:nvPr/>
        </p:nvSpPr>
        <p:spPr>
          <a:xfrm>
            <a:off x="6683083" y="6298814"/>
            <a:ext cx="246091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National</a:t>
            </a:r>
            <a:r>
              <a:rPr sz="1050" b="1" i="0" baseline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Cheng Kung University   EE     </a:t>
            </a:r>
          </a:p>
          <a:p>
            <a:r>
              <a:rPr sz="1050" b="1" i="0" baseline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        NDT &amp; NBMIS   LAB</a:t>
            </a:r>
            <a:endParaRPr sz="1050" b="1" i="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" name="頁尾版面配置區 4">
            <a:extLst>
              <a:ext uri="{FF2B5EF4-FFF2-40B4-BE49-F238E27FC236}">
                <a16:creationId xmlns:a16="http://schemas.microsoft.com/office/drawing/2014/main" id="{FEA18B3C-D832-4082-9300-E35B88E797DF}"/>
              </a:ext>
            </a:extLst>
          </p:cNvPr>
          <p:cNvSpPr>
            <a:spLocks noGrp="1"/>
          </p:cNvSpPr>
          <p:nvPr/>
        </p:nvSpPr>
        <p:spPr>
          <a:xfrm>
            <a:off x="4067944" y="6370147"/>
            <a:ext cx="1008112" cy="365125"/>
          </a:xfrm>
          <a:prstGeom prst="rect">
            <a:avLst/>
          </a:prstGeom>
        </p:spPr>
        <p:txBody>
          <a:bodyPr vert="horz" lIns="68580" tIns="34290" rIns="68580" bIns="34290" anchor="ctr"/>
          <a:lstStyle>
            <a:lvl1pPr marL="0" algn="ct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fld id="{213ACD91-2177-4DB3-88CE-EB97874919C1}" type="slidenum">
              <a:rPr sz="12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1D5D6F6-6CD0-46F0-9454-786D1BC866F9}"/>
              </a:ext>
            </a:extLst>
          </p:cNvPr>
          <p:cNvSpPr>
            <a:spLocks noGrp="1"/>
          </p:cNvSpPr>
          <p:nvPr/>
        </p:nvSpPr>
        <p:spPr>
          <a:xfrm>
            <a:off x="8248218" y="6452702"/>
            <a:ext cx="184730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indent="0" algn="ct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9D8A9A5-DE08-4495-9C60-07CBAAA3E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35919FC-2276-4B0A-8216-7C1B24E9DB0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9" name="頁尾版面配置區 4">
            <a:extLst>
              <a:ext uri="{FF2B5EF4-FFF2-40B4-BE49-F238E27FC236}">
                <a16:creationId xmlns:a16="http://schemas.microsoft.com/office/drawing/2014/main" id="{8065BDD2-DB66-45D2-9CCB-FD792A3E44AF}"/>
              </a:ext>
            </a:extLst>
          </p:cNvPr>
          <p:cNvSpPr>
            <a:spLocks noGrp="1"/>
          </p:cNvSpPr>
          <p:nvPr/>
        </p:nvSpPr>
        <p:spPr>
          <a:xfrm>
            <a:off x="4067944" y="6383432"/>
            <a:ext cx="1008112" cy="365125"/>
          </a:xfrm>
          <a:prstGeom prst="rect">
            <a:avLst/>
          </a:prstGeom>
        </p:spPr>
        <p:txBody>
          <a:bodyPr vert="horz" lIns="68580" tIns="34290" rIns="68580" bIns="34290" anchor="ctr"/>
          <a:lstStyle>
            <a:lvl1pPr marL="0" algn="ct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fld id="{213ACD91-2177-4DB3-88CE-EB97874919C1}" type="slidenum">
              <a:rPr sz="12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F2EFD61-2D2F-4237-94CC-0496B863988D}"/>
              </a:ext>
            </a:extLst>
          </p:cNvPr>
          <p:cNvSpPr>
            <a:spLocks noGrp="1"/>
          </p:cNvSpPr>
          <p:nvPr/>
        </p:nvSpPr>
        <p:spPr>
          <a:xfrm>
            <a:off x="6647563" y="6304384"/>
            <a:ext cx="249643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National</a:t>
            </a:r>
            <a:r>
              <a:rPr sz="1050" b="1" i="0" baseline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Cheng Kung University   EE     </a:t>
            </a:r>
          </a:p>
          <a:p>
            <a:r>
              <a:rPr sz="1050" b="1" i="0" baseline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        NDT &amp; NBMIS   LAB</a:t>
            </a:r>
            <a:endParaRPr sz="1050" b="1" i="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2" name="標題 1">
            <a:extLst>
              <a:ext uri="{FF2B5EF4-FFF2-40B4-BE49-F238E27FC236}">
                <a16:creationId xmlns:a16="http://schemas.microsoft.com/office/drawing/2014/main" id="{CC06B4F3-3F98-4280-9165-8BCAC8A7F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buNone/>
              <a:defRPr baseline="0">
                <a:latin typeface="Times New Roman"/>
                <a:ea typeface="Times New Roman"/>
                <a:cs typeface="Times New Roman"/>
              </a:defRPr>
            </a:lvl1pPr>
          </a:lstStyle>
          <a:p>
            <a:r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629C821-F7FF-4E13-B1C8-73BB0387D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0B8BC9C-BEC6-48BC-B71C-C58BAB04413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10DB7B8-97E7-41C5-8023-2B84738C8FF5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0C8C848-1865-4F4D-83BC-E216C2A247DC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10" name="標題 1">
            <a:extLst>
              <a:ext uri="{FF2B5EF4-FFF2-40B4-BE49-F238E27FC236}">
                <a16:creationId xmlns:a16="http://schemas.microsoft.com/office/drawing/2014/main" id="{2BA80441-EEA1-4CE3-8A8E-3F8DEF4D3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buNone/>
              <a:defRPr baseline="0">
                <a:latin typeface="Times New Roman"/>
                <a:ea typeface="Times New Roman"/>
                <a:cs typeface="Times New Roman"/>
              </a:defRPr>
            </a:lvl1pPr>
          </a:lstStyle>
          <a:p>
            <a:r>
              <a:t>按一下以編輯母片標題樣式</a:t>
            </a:r>
          </a:p>
        </p:txBody>
      </p:sp>
      <p:sp>
        <p:nvSpPr>
          <p:cNvPr id="12" name="頁尾版面配置區 4">
            <a:extLst>
              <a:ext uri="{FF2B5EF4-FFF2-40B4-BE49-F238E27FC236}">
                <a16:creationId xmlns:a16="http://schemas.microsoft.com/office/drawing/2014/main" id="{0BB19392-3412-4F3D-A5CC-7A962AB26029}"/>
              </a:ext>
            </a:extLst>
          </p:cNvPr>
          <p:cNvSpPr>
            <a:spLocks noGrp="1"/>
          </p:cNvSpPr>
          <p:nvPr/>
        </p:nvSpPr>
        <p:spPr>
          <a:xfrm>
            <a:off x="4067944" y="6383432"/>
            <a:ext cx="1008112" cy="365125"/>
          </a:xfrm>
          <a:prstGeom prst="rect">
            <a:avLst/>
          </a:prstGeom>
        </p:spPr>
        <p:txBody>
          <a:bodyPr vert="horz" lIns="68580" tIns="34290" rIns="68580" bIns="34290" anchor="ctr"/>
          <a:lstStyle>
            <a:lvl1pPr marL="0" algn="ct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fld id="{213ACD91-2177-4DB3-88CE-EB97874919C1}" type="slidenum">
              <a:rPr sz="12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D391D72-A33C-4225-81EC-E4FF4A3B31B0}"/>
              </a:ext>
            </a:extLst>
          </p:cNvPr>
          <p:cNvSpPr>
            <a:spLocks noGrp="1"/>
          </p:cNvSpPr>
          <p:nvPr/>
        </p:nvSpPr>
        <p:spPr>
          <a:xfrm>
            <a:off x="6647563" y="6304384"/>
            <a:ext cx="249643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National</a:t>
            </a:r>
            <a:r>
              <a:rPr sz="1050" b="1" i="0" baseline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Cheng Kung University   EE     </a:t>
            </a:r>
          </a:p>
          <a:p>
            <a:r>
              <a:rPr sz="1050" b="1" i="0" baseline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        NDT &amp; NBMIS   LAB</a:t>
            </a:r>
            <a:endParaRPr sz="1050" b="1" i="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8C96762-8815-4D96-BD6D-C31DA1E2F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184CBCB-6257-4634-85B7-92CB38EBF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75262B-756F-4853-9475-B64F6BC7AC0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89C691D-034B-4E56-8382-B4F526A2852A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9B50250-E8A0-4200-A211-16999F3399B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1B1BA5-2161-4928-BBD8-1EF4F9D82B36}" type="slidenum">
              <a:t>‹#›</a:t>
            </a:fld>
            <a:endParaRPr/>
          </a:p>
        </p:txBody>
      </p:sp>
      <p:pic>
        <p:nvPicPr>
          <p:cNvPr id="8" name="Picture 9">
            <a:extLst>
              <a:ext uri="{FF2B5EF4-FFF2-40B4-BE49-F238E27FC236}">
                <a16:creationId xmlns:a16="http://schemas.microsoft.com/office/drawing/2014/main" id="{86EAEED5-9781-44D0-93A8-B847A4397AEB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42708"/>
          <a:stretch/>
        </p:blipFill>
        <p:spPr>
          <a:xfrm>
            <a:off x="0" y="6308726"/>
            <a:ext cx="9144000" cy="549275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836C8054-D135-4BFE-8E52-D08CF5DFD35C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70831" r="33437" b="24540"/>
          <a:stretch/>
        </p:blipFill>
        <p:spPr>
          <a:xfrm>
            <a:off x="23342" y="1182090"/>
            <a:ext cx="6086475" cy="108012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1D6B57E6-EFFA-431F-9D38-4F95B514E5A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514" y="115521"/>
            <a:ext cx="1019111" cy="1019111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E66319B0-21BF-4101-B3A1-EAE0B7B9301C}"/>
              </a:ext>
            </a:extLst>
          </p:cNvPr>
          <p:cNvSpPr>
            <a:spLocks noGrp="1"/>
          </p:cNvSpPr>
          <p:nvPr/>
        </p:nvSpPr>
        <p:spPr>
          <a:xfrm>
            <a:off x="175704" y="6396718"/>
            <a:ext cx="1440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1">
                <a:solidFill>
                  <a:schemeClr val="bg1"/>
                </a:solidFill>
                <a:latin typeface="標楷體"/>
                <a:ea typeface="標楷體"/>
                <a:cs typeface="標楷體"/>
              </a:rPr>
              <a:t>碩114 鄭子強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ctr" defTabSz="685800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57175" indent="-257175" algn="l" defTabSz="6858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marL="557213" indent="-214313" algn="l" defTabSz="685800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lt"/>
          <a:cs typeface="+mn-lt"/>
        </a:defRPr>
      </a:lvl2pPr>
      <a:lvl3pPr marL="857250" indent="-171450" algn="l" defTabSz="685800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200150" indent="-171450" algn="l" defTabSz="685800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lt"/>
          <a:cs typeface="+mn-lt"/>
        </a:defRPr>
      </a:lvl4pPr>
      <a:lvl5pPr marL="1543050" indent="-171450" algn="l" defTabSz="685800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lt"/>
          <a:cs typeface="+mn-lt"/>
        </a:defRPr>
      </a:lvl5pPr>
      <a:lvl6pPr marL="1885950" indent="-171450" algn="l" defTabSz="685800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6pPr>
      <a:lvl7pPr marL="2228850" indent="-171450" algn="l" defTabSz="685800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7pPr>
      <a:lvl8pPr marL="2571750" indent="-171450" algn="l" defTabSz="685800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8pPr>
      <a:lvl9pPr marL="2914650" indent="-171450" algn="l" defTabSz="685800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進度報告">
            <a:extLst>
              <a:ext uri="{FF2B5EF4-FFF2-40B4-BE49-F238E27FC236}">
                <a16:creationId xmlns:a16="http://schemas.microsoft.com/office/drawing/2014/main" id="{C31A6A68-8F19-486E-A535-E1EF48E047A5}"/>
              </a:ext>
            </a:extLst>
          </p:cNvPr>
          <p:cNvSpPr>
            <a:spLocks noGrp="1"/>
          </p:cNvSpPr>
          <p:nvPr/>
        </p:nvSpPr>
        <p:spPr>
          <a:xfrm>
            <a:off x="857250" y="2000250"/>
            <a:ext cx="7429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42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42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42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42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42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42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42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42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42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42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42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4200" b="1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進度報告</a:t>
            </a:r>
          </a:p>
        </p:txBody>
      </p:sp>
      <p:sp>
        <p:nvSpPr>
          <p:cNvPr id="2" name="多工具末端點定位技術與 AI 自動判讀機">
            <a:extLst>
              <a:ext uri="{FF2B5EF4-FFF2-40B4-BE49-F238E27FC236}">
                <a16:creationId xmlns:a16="http://schemas.microsoft.com/office/drawing/2014/main" id="{16C61070-CD02-4F1A-8874-0FBE3B2D932F}"/>
              </a:ext>
            </a:extLst>
          </p:cNvPr>
          <p:cNvSpPr>
            <a:spLocks noGrp="1"/>
          </p:cNvSpPr>
          <p:nvPr/>
        </p:nvSpPr>
        <p:spPr>
          <a:xfrm>
            <a:off x="666750" y="2876550"/>
            <a:ext cx="7810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32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232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232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232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232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232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232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232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232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232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232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lang="zh-TW" altLang="en-US" sz="2325" b="0" dirty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多工具末端點定位技術與 </a:t>
            </a:r>
            <a:r>
              <a:rPr lang="en-US" altLang="zh-TW" sz="2325" b="0" dirty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AI </a:t>
            </a:r>
            <a:r>
              <a:rPr lang="zh-TW" altLang="en-US" sz="2325" b="0" dirty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自動判讀機制</a:t>
            </a:r>
          </a:p>
        </p:txBody>
      </p:sp>
      <p:sp>
        <p:nvSpPr>
          <p:cNvPr id="3" name="RGB-D 同步實作與定位資料時序驗證">
            <a:extLst>
              <a:ext uri="{FF2B5EF4-FFF2-40B4-BE49-F238E27FC236}">
                <a16:creationId xmlns:a16="http://schemas.microsoft.com/office/drawing/2014/main" id="{3BA09739-B5B0-451C-B414-FC99EFB9A298}"/>
              </a:ext>
            </a:extLst>
          </p:cNvPr>
          <p:cNvSpPr>
            <a:spLocks noGrp="1"/>
          </p:cNvSpPr>
          <p:nvPr/>
        </p:nvSpPr>
        <p:spPr>
          <a:xfrm>
            <a:off x="857250" y="3543300"/>
            <a:ext cx="7429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40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240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240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240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240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240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240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240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240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240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240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pPr>
            <a:r>
              <a:rPr sz="2400" b="0" dirty="0">
                <a:solidFill>
                  <a:srgbClr val="9F0000"/>
                </a:solidFill>
                <a:latin typeface="標楷體"/>
                <a:ea typeface="標楷體"/>
                <a:cs typeface="標楷體"/>
              </a:rPr>
              <a:t>RGB-D </a:t>
            </a:r>
            <a:r>
              <a:rPr sz="2400" b="0" dirty="0" err="1">
                <a:solidFill>
                  <a:srgbClr val="9F0000"/>
                </a:solidFill>
                <a:latin typeface="標楷體"/>
                <a:ea typeface="標楷體"/>
                <a:cs typeface="標楷體"/>
              </a:rPr>
              <a:t>同步實作與定位資料時序驗證</a:t>
            </a:r>
            <a:endParaRPr sz="2400" b="0" dirty="0">
              <a:solidFill>
                <a:srgbClr val="9F0000"/>
              </a:solidFill>
              <a:latin typeface="標楷體"/>
              <a:ea typeface="標楷體"/>
              <a:cs typeface="標楷體"/>
            </a:endParaRPr>
          </a:p>
        </p:txBody>
      </p:sp>
      <p:sp>
        <p:nvSpPr>
          <p:cNvPr id="4" name="學生：鄭子強&#10;指導教授：戴政祺 老師&#10;2">
            <a:extLst>
              <a:ext uri="{FF2B5EF4-FFF2-40B4-BE49-F238E27FC236}">
                <a16:creationId xmlns:a16="http://schemas.microsoft.com/office/drawing/2014/main" id="{1B024552-9FB0-40D3-8C11-8614C8FB8DCA}"/>
              </a:ext>
            </a:extLst>
          </p:cNvPr>
          <p:cNvSpPr>
            <a:spLocks noGrp="1"/>
          </p:cNvSpPr>
          <p:nvPr/>
        </p:nvSpPr>
        <p:spPr>
          <a:xfrm>
            <a:off x="1714500" y="4610100"/>
            <a:ext cx="5715000" cy="1371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學生：鄭子強</a:t>
            </a:r>
          </a:p>
          <a:p>
            <a:pPr algn="ctr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指導教授：戴政祺 老師</a:t>
            </a:r>
          </a:p>
          <a:p>
            <a:pPr algn="ctr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2026/10/22</a:t>
            </a:r>
          </a:p>
        </p:txBody>
      </p:sp>
    </p:spTree>
    <p:extLst>
      <p:ext uri="{BB962C8B-B14F-4D97-AF65-F5344CB8AC3E}">
        <p14:creationId xmlns:p14="http://schemas.microsoft.com/office/powerpoint/2010/main" val="647205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B6C1B28-D2E5-4BE4-BDE1-B2995723A301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上次成果與本次進度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5410631-3A73-4AB0-9396-CB095BFBBC9B}"/>
              </a:ext>
            </a:extLst>
          </p:cNvPr>
          <p:cNvGraphicFramePr/>
          <p:nvPr/>
        </p:nvGraphicFramePr>
        <p:xfrm>
          <a:off x="571500" y="1619250"/>
          <a:ext cx="8001000" cy="3714750"/>
        </p:xfrm>
        <a:graphic>
          <a:graphicData uri="http://schemas.openxmlformats.org/drawingml/2006/table">
            <a:tbl>
              <a:tblPr/>
              <a:tblGrid>
                <a:gridCol w="161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86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29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項目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上次報告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本次進度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研究焦點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螺絲多視角融合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同幀資料與融合串接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主要方法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ES-EKF、RMV-FGO</a:t>
                      </a:r>
                    </a:p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Hungarian 關聯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RGB-D 封包</a:t>
                      </a:r>
                    </a:p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pose 時間對齊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驗證方式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定位 Monte Carlo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離散事件＋整合測試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目前階段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融合模擬與平台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同幀融合、同步回放</a:t>
                      </a:r>
                    </a:p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異常恢復與資料儲存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本次評估同步策略，與融合演算法比較分開呈">
            <a:extLst>
              <a:ext uri="{FF2B5EF4-FFF2-40B4-BE49-F238E27FC236}">
                <a16:creationId xmlns:a16="http://schemas.microsoft.com/office/drawing/2014/main" id="{476F71A9-488E-4F9E-BAAF-DF2E21482147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pPr>
            <a:r>
              <a: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rPr>
              <a:t>本次評估同步策略，與融合演算法比較分開呈現</a:t>
            </a:r>
          </a:p>
        </p:txBody>
      </p:sp>
    </p:spTree>
    <p:extLst>
      <p:ext uri="{BB962C8B-B14F-4D97-AF65-F5344CB8AC3E}">
        <p14:creationId xmlns:p14="http://schemas.microsoft.com/office/powerpoint/2010/main" val="463075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C698C19F-5B99-4FD3-BCD5-6B38E40E4396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定位量測的時間一致性</a:t>
            </a:r>
          </a:p>
        </p:txBody>
      </p:sp>
      <p:sp>
        <p:nvSpPr>
          <p:cNvPr id="2" name="彩色影像、深度影像與設備 pose 可能">
            <a:extLst>
              <a:ext uri="{FF2B5EF4-FFF2-40B4-BE49-F238E27FC236}">
                <a16:creationId xmlns:a16="http://schemas.microsoft.com/office/drawing/2014/main" id="{00B966DE-E750-49CE-BE70-0CF05F4248CD}"/>
              </a:ext>
            </a:extLst>
          </p:cNvPr>
          <p:cNvSpPr>
            <a:spLocks noGrp="1"/>
          </p:cNvSpPr>
          <p:nvPr/>
        </p:nvSpPr>
        <p:spPr>
          <a:xfrm>
            <a:off x="619125" y="1552575"/>
            <a:ext cx="79057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彩色影像、深度影像與設備 pose 可能來自不同時刻</a:t>
            </a:r>
          </a:p>
        </p:txBody>
      </p:sp>
      <p:sp>
        <p:nvSpPr>
          <p:cNvPr id="3" name="同一 frame ID 仍需檢查擷取時間">
            <a:extLst>
              <a:ext uri="{FF2B5EF4-FFF2-40B4-BE49-F238E27FC236}">
                <a16:creationId xmlns:a16="http://schemas.microsoft.com/office/drawing/2014/main" id="{5D5CF81D-22E5-4CAD-B634-8058A0D195A0}"/>
              </a:ext>
            </a:extLst>
          </p:cNvPr>
          <p:cNvSpPr>
            <a:spLocks noGrp="1"/>
          </p:cNvSpPr>
          <p:nvPr/>
        </p:nvSpPr>
        <p:spPr>
          <a:xfrm>
            <a:off x="619125" y="2305050"/>
            <a:ext cx="79057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同一 frame ID 仍需檢查擷取時間與時鐘來源</a:t>
            </a:r>
          </a:p>
        </p:txBody>
      </p:sp>
      <p:sp>
        <p:nvSpPr>
          <p:cNvPr id="4" name="pᵂ = R(t) [Rₑ pᶜ(t) ">
            <a:extLst>
              <a:ext uri="{FF2B5EF4-FFF2-40B4-BE49-F238E27FC236}">
                <a16:creationId xmlns:a16="http://schemas.microsoft.com/office/drawing/2014/main" id="{877400E8-6FAB-4476-B1E2-6C0A3FC7EF2C}"/>
              </a:ext>
            </a:extLst>
          </p:cNvPr>
          <p:cNvSpPr>
            <a:spLocks noGrp="1"/>
          </p:cNvSpPr>
          <p:nvPr/>
        </p:nvSpPr>
        <p:spPr>
          <a:xfrm>
            <a:off x="619125" y="3333750"/>
            <a:ext cx="8001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pᵂ = R(t) [Rₑ pᶜ(t) + tₑ] + p(t)</a:t>
            </a:r>
          </a:p>
        </p:txBody>
      </p:sp>
      <p:sp>
        <p:nvSpPr>
          <p:cNvPr id="5" name="Rₑ、tₑ：相機外參；R(t)、p(t)">
            <a:extLst>
              <a:ext uri="{FF2B5EF4-FFF2-40B4-BE49-F238E27FC236}">
                <a16:creationId xmlns:a16="http://schemas.microsoft.com/office/drawing/2014/main" id="{B43EA7C3-4F81-47B0-8AAD-9AD56157DFBB}"/>
              </a:ext>
            </a:extLst>
          </p:cNvPr>
          <p:cNvSpPr>
            <a:spLocks noGrp="1"/>
          </p:cNvSpPr>
          <p:nvPr/>
        </p:nvSpPr>
        <p:spPr>
          <a:xfrm>
            <a:off x="619125" y="4019550"/>
            <a:ext cx="8001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18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18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18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18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18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18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18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18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18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18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1875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Rₑ、tₑ：相機外參；R(t)、p(t)：設備世界位姿</a:t>
            </a:r>
          </a:p>
        </p:txBody>
      </p:sp>
      <p:sp>
        <p:nvSpPr>
          <p:cNvPr id="6" name="使用 tₚ ≠ t꜀ 的設備姿態，會改變">
            <a:extLst>
              <a:ext uri="{FF2B5EF4-FFF2-40B4-BE49-F238E27FC236}">
                <a16:creationId xmlns:a16="http://schemas.microsoft.com/office/drawing/2014/main" id="{32BFCCE4-B741-4D1E-B152-185C9C08A10A}"/>
              </a:ext>
            </a:extLst>
          </p:cNvPr>
          <p:cNvSpPr>
            <a:spLocks noGrp="1"/>
          </p:cNvSpPr>
          <p:nvPr/>
        </p:nvSpPr>
        <p:spPr>
          <a:xfrm>
            <a:off x="619125" y="4619625"/>
            <a:ext cx="8001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25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225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225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225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225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225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225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225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225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225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225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pPr>
            <a:r>
              <a:rPr sz="2250" b="0">
                <a:solidFill>
                  <a:srgbClr val="9F0000"/>
                </a:solidFill>
                <a:latin typeface="標楷體"/>
                <a:ea typeface="標楷體"/>
                <a:cs typeface="標楷體"/>
              </a:rPr>
              <a:t>使用 tₚ ≠ t꜀ 的設備姿態，會改變螺絲世界座標</a:t>
            </a:r>
          </a:p>
        </p:txBody>
      </p:sp>
      <p:sp>
        <p:nvSpPr>
          <p:cNvPr id="7" name="座標符號與推導沿用上次報告；本次增加時間">
            <a:extLst>
              <a:ext uri="{FF2B5EF4-FFF2-40B4-BE49-F238E27FC236}">
                <a16:creationId xmlns:a16="http://schemas.microsoft.com/office/drawing/2014/main" id="{DAB34985-50B3-4FD3-817D-3CEB95BAE9EC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pPr>
            <a:r>
              <a: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rPr>
              <a:t>座標符號與推導沿用上次報告；本次增加時間索引</a:t>
            </a:r>
          </a:p>
        </p:txBody>
      </p:sp>
    </p:spTree>
    <p:extLst>
      <p:ext uri="{BB962C8B-B14F-4D97-AF65-F5344CB8AC3E}">
        <p14:creationId xmlns:p14="http://schemas.microsoft.com/office/powerpoint/2010/main" val="170359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CF70596-8BEA-4402-8CF3-4884BA055E05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>
                <a:latin typeface="標楷體"/>
                <a:ea typeface="標楷體"/>
                <a:cs typeface="標楷體"/>
              </a:rPr>
              <a:t>同幀系統實作範圍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7259806-13EF-48F0-890E-418575F8283B}"/>
              </a:ext>
            </a:extLst>
          </p:cNvPr>
          <p:cNvGraphicFramePr/>
          <p:nvPr/>
        </p:nvGraphicFramePr>
        <p:xfrm>
          <a:off x="571500" y="1619250"/>
          <a:ext cx="8001000" cy="3905250"/>
        </p:xfrm>
        <a:graphic>
          <a:graphicData uri="http://schemas.openxmlformats.org/drawingml/2006/table">
            <a:tbl>
              <a:tblPr/>
              <a:tblGrid>
                <a:gridCol w="1476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4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8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狀態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內容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已實作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共用 sessionId／frameId 的 RGB-D 封包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已實作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深度反投影、pose 插值、世界座標量測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已實作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原始封包、逐幀結果與異常狀態儲存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已串接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Hungarian、螺絲融合、前端與同步回放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待驗證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真實相機、YOLO、跨設備時鐘及外參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0308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4161096-E52E-4C7B-B2B8-3EDEFF89E503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RGB-D 封包與資料追溯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F29B2B97-9E2C-47FA-9FA2-B834263DFE15}"/>
              </a:ext>
            </a:extLst>
          </p:cNvPr>
          <p:cNvGraphicFramePr/>
          <p:nvPr/>
        </p:nvGraphicFramePr>
        <p:xfrm>
          <a:off x="571500" y="1619250"/>
          <a:ext cx="8001000" cy="3905250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8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資料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用途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operationId、sessionId</a:t>
                      </a:r>
                    </a:p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frameId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識別一次操作中的同一組 RGB-D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color／depth CaptureTimeNs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檢查擷取時間差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clockId、calibrationId</a:t>
                      </a:r>
                      <a:endParaRPr sz="1800" b="0" dirty="0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追蹤時鐘與校正設定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JPEG ＋ uint16 PNG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彩色影像與原始深度共同傳輸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raw packet ＋ rgbdframes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逐幀追溯與異常原因保存</a:t>
                      </a:r>
                      <a:endParaRPr sz="1800" b="0" dirty="0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6525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F7D19B5A-F411-4160-BB74-DEF14C0C8BA1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pose 時間對齊與拒絕條件</a:t>
            </a:r>
          </a:p>
        </p:txBody>
      </p:sp>
      <p:sp>
        <p:nvSpPr>
          <p:cNvPr id="2" name="α = (t꜀ − t₀) / (t₁ ">
            <a:extLst>
              <a:ext uri="{FF2B5EF4-FFF2-40B4-BE49-F238E27FC236}">
                <a16:creationId xmlns:a16="http://schemas.microsoft.com/office/drawing/2014/main" id="{D15B0E22-F859-430B-811E-D6A7A40C6E88}"/>
              </a:ext>
            </a:extLst>
          </p:cNvPr>
          <p:cNvSpPr>
            <a:spLocks noGrp="1"/>
          </p:cNvSpPr>
          <p:nvPr/>
        </p:nvSpPr>
        <p:spPr>
          <a:xfrm>
            <a:off x="619125" y="1619250"/>
            <a:ext cx="7905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α = (t꜀ − t₀) / (t₁ − t₀)</a:t>
            </a:r>
          </a:p>
        </p:txBody>
      </p:sp>
      <p:sp>
        <p:nvSpPr>
          <p:cNvPr id="3" name="p(t꜀) = (1 − α)p(t₀)">
            <a:extLst>
              <a:ext uri="{FF2B5EF4-FFF2-40B4-BE49-F238E27FC236}">
                <a16:creationId xmlns:a16="http://schemas.microsoft.com/office/drawing/2014/main" id="{9B2B3D42-6660-44FA-BBDA-C3D373EF0347}"/>
              </a:ext>
            </a:extLst>
          </p:cNvPr>
          <p:cNvSpPr>
            <a:spLocks noGrp="1"/>
          </p:cNvSpPr>
          <p:nvPr/>
        </p:nvSpPr>
        <p:spPr>
          <a:xfrm>
            <a:off x="619125" y="2286000"/>
            <a:ext cx="7905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p(t꜀) = (1 − α)p(t₀) + αp(t₁)</a:t>
            </a:r>
          </a:p>
        </p:txBody>
      </p:sp>
      <p:sp>
        <p:nvSpPr>
          <p:cNvPr id="4" name="q(t꜀) = SLERP(q(t₀),">
            <a:extLst>
              <a:ext uri="{FF2B5EF4-FFF2-40B4-BE49-F238E27FC236}">
                <a16:creationId xmlns:a16="http://schemas.microsoft.com/office/drawing/2014/main" id="{B9A8CD1D-B1CC-4844-BE5E-F5D409F2EF92}"/>
              </a:ext>
            </a:extLst>
          </p:cNvPr>
          <p:cNvSpPr>
            <a:spLocks noGrp="1"/>
          </p:cNvSpPr>
          <p:nvPr/>
        </p:nvSpPr>
        <p:spPr>
          <a:xfrm>
            <a:off x="619125" y="2952750"/>
            <a:ext cx="7905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q(t꜀) = SLERP(q(t₀), q(t₁), α)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7C571AE-2790-48E4-8276-D8CE92D273FE}"/>
              </a:ext>
            </a:extLst>
          </p:cNvPr>
          <p:cNvGraphicFramePr/>
          <p:nvPr/>
        </p:nvGraphicFramePr>
        <p:xfrm>
          <a:off x="571500" y="4048125"/>
          <a:ext cx="8001000" cy="1190626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5313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RGB-D 時間差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pose 最大間隔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pose 等候時間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≤ 20 ms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≤ 200 ms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≤ 100 ms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無有效資料時拒絕更新；不以最新 pose">
            <a:extLst>
              <a:ext uri="{FF2B5EF4-FFF2-40B4-BE49-F238E27FC236}">
                <a16:creationId xmlns:a16="http://schemas.microsoft.com/office/drawing/2014/main" id="{5B75BFC3-CE5A-4DA9-95C1-5E6A8A9A7643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pPr>
            <a:r>
              <a: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rPr>
              <a:t>無有效資料時拒絕更新；不以最新 pose 強行外推</a:t>
            </a:r>
          </a:p>
        </p:txBody>
      </p:sp>
    </p:spTree>
    <p:extLst>
      <p:ext uri="{BB962C8B-B14F-4D97-AF65-F5344CB8AC3E}">
        <p14:creationId xmlns:p14="http://schemas.microsoft.com/office/powerpoint/2010/main" val="696899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8E76DEE-6172-418F-9ABE-676CA1F92E5E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同幀螺絲關聯與融合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AE98179-D34D-4B3F-9B51-34382719903A}"/>
              </a:ext>
            </a:extLst>
          </p:cNvPr>
          <p:cNvGraphicFramePr/>
          <p:nvPr/>
        </p:nvGraphicFramePr>
        <p:xfrm>
          <a:off x="571500" y="1619250"/>
          <a:ext cx="8001000" cy="3857625"/>
        </p:xfrm>
        <a:graphic>
          <a:graphicData uri="http://schemas.openxmlformats.org/drawingml/2006/table">
            <a:tbl>
              <a:tblPr/>
              <a:tblGrid>
                <a:gridCol w="1952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15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階段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新增實作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世界座標量測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使用該幀深度、外參與時間對齊 pose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Hungarian 關聯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距離門檻 0.8 m，已知類別須相符</a:t>
                      </a:r>
                    </a:p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保留未配對觀測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螺絲融合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平均法、EKF、ES-EKF、RMV-FGO</a:t>
                      </a:r>
                    </a:p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每顆螺絲最近 60 筆觀測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同幀儲存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原始量測、設備 pose、四種融合結果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D91E1C47-09EE-4365-92D2-4EA07AD8EEAF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165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全程沿用 operationId、sessionId、frameId</a:t>
            </a:r>
          </a:p>
        </p:txBody>
      </p:sp>
    </p:spTree>
    <p:extLst>
      <p:ext uri="{BB962C8B-B14F-4D97-AF65-F5344CB8AC3E}">
        <p14:creationId xmlns:p14="http://schemas.microsoft.com/office/powerpoint/2010/main" val="1191884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D8675D0C-5157-4AE9-B07A-0887289FB789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影像與 3D 同步回放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2FA78FB-1AA6-4269-9E01-2A3FF6B8B293}"/>
              </a:ext>
            </a:extLst>
          </p:cNvPr>
          <p:cNvGraphicFramePr/>
          <p:nvPr/>
        </p:nvGraphicFramePr>
        <p:xfrm>
          <a:off x="571500" y="1619250"/>
          <a:ext cx="8001000" cy="3381375"/>
        </p:xfrm>
        <a:graphic>
          <a:graphicData uri="http://schemas.openxmlformats.org/drawingml/2006/table">
            <a:tbl>
              <a:tblPr/>
              <a:tblGrid>
                <a:gridCol w="166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62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操作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即時模式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歷史模式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顯示來源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最新完整同幀紀錄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資料庫與原始封包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暫停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畫面停止，後端繼續儲存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影像與定位資料完全停止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恢復／拖曳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恢復到最新完整幀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續播或查詢對應擷取時間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光學／深度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維持相同 frame ID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維持相同 frame ID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EE79275F-0565-486F-B174-2DFFD0C26815}"/>
              </a:ext>
            </a:extLst>
          </p:cNvPr>
          <p:cNvSpPr>
            <a:spLocks noGrp="1"/>
          </p:cNvSpPr>
          <p:nvPr/>
        </p:nvSpPr>
        <p:spPr>
          <a:xfrm>
            <a:off x="619125" y="5181600"/>
            <a:ext cx="7905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defRPr sz="19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defRPr sz="19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defRPr sz="19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defRPr sz="19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defRPr sz="19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defRPr sz="19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defRPr sz="19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defRPr sz="19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defRPr sz="19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defRPr sz="19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195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回放時間 = 本幀擷取時間 − session 首幀擷取時間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7645A9A-5D05-4B3E-8202-57795E567E67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165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使用封包影像回放；獨立 RTSP MP4 尚未建立 PTS 對照</a:t>
            </a:r>
          </a:p>
        </p:txBody>
      </p:sp>
    </p:spTree>
    <p:extLst>
      <p:ext uri="{BB962C8B-B14F-4D97-AF65-F5344CB8AC3E}">
        <p14:creationId xmlns:p14="http://schemas.microsoft.com/office/powerpoint/2010/main" val="323642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5CA9B9C-6C33-4E9B-AC83-0D7F47AEDA1F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寫入一致性與斷線恢復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BF8080C-8C69-48AE-A47A-9F6E7FF08A44}"/>
              </a:ext>
            </a:extLst>
          </p:cNvPr>
          <p:cNvGraphicFramePr/>
          <p:nvPr/>
        </p:nvGraphicFramePr>
        <p:xfrm>
          <a:off x="571500" y="1619250"/>
          <a:ext cx="8001000" cy="3714750"/>
        </p:xfrm>
        <a:graphic>
          <a:graphicData uri="http://schemas.openxmlformats.org/drawingml/2006/table">
            <a:tbl>
              <a:tblPr/>
              <a:tblGrid>
                <a:gridCol w="223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2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29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情況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處理方式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重送同一幀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唯一鍵去重，沿用原辨識快照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資料庫暫時失敗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本機 journal 保留，依幀序補寫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短暫斷線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相同 session 重連，確認已提交幀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操作已結束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僅補寫結束前已留存的本機紀錄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C7688AE5-04C3-4070-A56F-2C927B5720E6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165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單一 Node 部署；後端在途請求上限 2，超量回覆重試</a:t>
            </a:r>
          </a:p>
        </p:txBody>
      </p:sp>
    </p:spTree>
    <p:extLst>
      <p:ext uri="{BB962C8B-B14F-4D97-AF65-F5344CB8AC3E}">
        <p14:creationId xmlns:p14="http://schemas.microsoft.com/office/powerpoint/2010/main" val="1488596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4A98B16-9D50-4B02-A149-967DF48825AE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軟體整合驗證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D36B311F-2456-4507-8AB1-D03999DC0CAA}"/>
              </a:ext>
            </a:extLst>
          </p:cNvPr>
          <p:cNvGraphicFramePr/>
          <p:nvPr/>
        </p:nvGraphicFramePr>
        <p:xfrm>
          <a:off x="571500" y="1619250"/>
          <a:ext cx="8001000" cy="3714750"/>
        </p:xfrm>
        <a:graphic>
          <a:graphicData uri="http://schemas.openxmlformats.org/drawingml/2006/table">
            <a:tbl>
              <a:tblPr/>
              <a:tblGrid>
                <a:gridCol w="333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測試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結果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Python 協定／幾何測試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10 個通過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Node／Mongo 整合測試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4 個通過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40 幀合成資料串接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40 筆設備軌跡，35 筆有效螺絲觀測</a:t>
                      </a:r>
                    </a:p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四種融合結果與光學／深度可讀取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結束後補寫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額外 1 幀失敗 journal 成功恢復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552BEFC8-D7F6-4DC4-A699-0EC29F4C3A52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165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功能驗收採合成輸入；不代表硬體定位精度或新版 FPS</a:t>
            </a:r>
          </a:p>
        </p:txBody>
      </p:sp>
    </p:spTree>
    <p:extLst>
      <p:ext uri="{BB962C8B-B14F-4D97-AF65-F5344CB8AC3E}">
        <p14:creationId xmlns:p14="http://schemas.microsoft.com/office/powerpoint/2010/main" val="1325904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303624A8-F700-4E1F-885D-67226453A631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同步策略比較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EE655DC8-16C0-436A-A801-1C6492421247}"/>
              </a:ext>
            </a:extLst>
          </p:cNvPr>
          <p:cNvGraphicFramePr/>
          <p:nvPr/>
        </p:nvGraphicFramePr>
        <p:xfrm>
          <a:off x="571500" y="1619250"/>
          <a:ext cx="8001000" cy="2952752"/>
        </p:xfrm>
        <a:graphic>
          <a:graphicData uri="http://schemas.openxmlformats.org/drawingml/2006/table">
            <a:tbl>
              <a:tblPr/>
              <a:tblGrid>
                <a:gridCol w="809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8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81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策略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RGB-D 配對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設備 pose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傳送方式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A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獨立緩衝各取一幀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最新一筆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兩通道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B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同一封包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最新一筆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單筆在途＋ACK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C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同包＋時間差檢查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擷取時間插值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單筆在途＋ACK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共享隨機 trace；比較同步策略，不比">
            <a:extLst>
              <a:ext uri="{FF2B5EF4-FFF2-40B4-BE49-F238E27FC236}">
                <a16:creationId xmlns:a16="http://schemas.microsoft.com/office/drawing/2014/main" id="{3B8D4154-32BC-4E27-8763-B9DFE5CC3276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pPr>
            <a:r>
              <a: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rPr>
              <a:t>共享隨機 trace；比較同步策略，不比較 EKF／RMV-FGO</a:t>
            </a:r>
          </a:p>
        </p:txBody>
      </p:sp>
    </p:spTree>
    <p:extLst>
      <p:ext uri="{BB962C8B-B14F-4D97-AF65-F5344CB8AC3E}">
        <p14:creationId xmlns:p14="http://schemas.microsoft.com/office/powerpoint/2010/main" val="1119906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4E7DFBC9-3072-4C7F-9E0A-9EAAF8479B36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離散事件模擬設定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A952203-E5AE-47BC-BC6A-F8C569548BD7}"/>
              </a:ext>
            </a:extLst>
          </p:cNvPr>
          <p:cNvGraphicFramePr/>
          <p:nvPr/>
        </p:nvGraphicFramePr>
        <p:xfrm>
          <a:off x="571500" y="1619250"/>
          <a:ext cx="8001000" cy="3810000"/>
        </p:xfrm>
        <a:graphic>
          <a:graphicData uri="http://schemas.openxmlformats.org/drawingml/2006/table">
            <a:tbl>
              <a:tblPr/>
              <a:tblGrid>
                <a:gridCol w="214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項目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設定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重複實驗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21 情境 × 30 trials × 3 策略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觀測時間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每 trial 120 秒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來源更新率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影像 10／20／30 FPS，pose 50 Hz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擾動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延遲、缺幀、pose 中斷、過載、時鐘偏差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幾何與深度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移動設備、固定螺絲、逐幀射線與平面求交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模型參數是敏感度測試假設，尚非實測場域標">
            <a:extLst>
              <a:ext uri="{FF2B5EF4-FFF2-40B4-BE49-F238E27FC236}">
                <a16:creationId xmlns:a16="http://schemas.microsoft.com/office/drawing/2014/main" id="{03AF82D6-1411-47E0-B883-9CA5E34553AB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pPr>
            <a:r>
              <a: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rPr>
              <a:t>模型參數是敏感度測試假設，尚非實測場域標定</a:t>
            </a:r>
          </a:p>
        </p:txBody>
      </p:sp>
    </p:spTree>
    <p:extLst>
      <p:ext uri="{BB962C8B-B14F-4D97-AF65-F5344CB8AC3E}">
        <p14:creationId xmlns:p14="http://schemas.microsoft.com/office/powerpoint/2010/main" val="1398305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3C73492-45CD-4FF0-B8ED-D67E507AEE00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評估指標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1FA7D856-399B-47F4-96F6-9156FD0C381B}"/>
              </a:ext>
            </a:extLst>
          </p:cNvPr>
          <p:cNvGraphicFramePr/>
          <p:nvPr/>
        </p:nvGraphicFramePr>
        <p:xfrm>
          <a:off x="571500" y="1619250"/>
          <a:ext cx="8001000" cy="3857628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指標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定義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錯配率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錯誤 RGB-D 配對／有效定位輸出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覆蓋率、更新率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有效輸出／擷取幀數；每秒有效輸出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端到端延遲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處理寫入完成時間 − 擷取時間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資訊年齡 AoI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現在時間 − 最新結果的擷取時間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定位誤差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估計螺絲位置與真值的三維距離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64047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9324B5DE-BD17-4899-A1C7-0B97C05BC7E2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掉幀下的配對與覆蓋率</a:t>
            </a:r>
          </a:p>
        </p:txBody>
      </p:sp>
      <p:graphicFrame>
        <p:nvGraphicFramePr>
          <p:cNvPr id="2" name="Chart">
            <a:extLst>
              <a:ext uri="{FF2B5EF4-FFF2-40B4-BE49-F238E27FC236}">
                <a16:creationId xmlns:a16="http://schemas.microsoft.com/office/drawing/2014/main" id="{A1227B0B-D2B3-4DF0-BF1D-34E27BEB9D80}"/>
              </a:ext>
            </a:extLst>
          </p:cNvPr>
          <p:cNvGraphicFramePr/>
          <p:nvPr/>
        </p:nvGraphicFramePr>
        <p:xfrm>
          <a:off x="457200" y="1809750"/>
          <a:ext cx="4048125" cy="3381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C1DABC44-7461-482D-943A-E716960175D0}"/>
              </a:ext>
            </a:extLst>
          </p:cNvPr>
          <p:cNvGraphicFramePr/>
          <p:nvPr/>
        </p:nvGraphicFramePr>
        <p:xfrm>
          <a:off x="4667250" y="1809750"/>
          <a:ext cx="4048125" cy="3381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10% 遺失：C 錯配率 0%，但有效覆">
            <a:extLst>
              <a:ext uri="{FF2B5EF4-FFF2-40B4-BE49-F238E27FC236}">
                <a16:creationId xmlns:a16="http://schemas.microsoft.com/office/drawing/2014/main" id="{1F6CC6F6-5E72-4A0B-AE8F-CB994661E3D1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pPr>
            <a:r>
              <a: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rPr>
              <a:t>10% 遺失：C 錯配率 0%，但有效覆蓋率為 67.73%</a:t>
            </a:r>
          </a:p>
        </p:txBody>
      </p:sp>
    </p:spTree>
    <p:extLst>
      <p:ext uri="{BB962C8B-B14F-4D97-AF65-F5344CB8AC3E}">
        <p14:creationId xmlns:p14="http://schemas.microsoft.com/office/powerpoint/2010/main" val="12377107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AA58A131-CF27-4D71-9BD1-FD9D7CBEFADC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螺絲定位誤差比較</a:t>
            </a:r>
          </a:p>
        </p:txBody>
      </p:sp>
      <p:graphicFrame>
        <p:nvGraphicFramePr>
          <p:cNvPr id="2" name="Chart">
            <a:extLst>
              <a:ext uri="{FF2B5EF4-FFF2-40B4-BE49-F238E27FC236}">
                <a16:creationId xmlns:a16="http://schemas.microsoft.com/office/drawing/2014/main" id="{F3F4C5D3-0382-4A43-8FB9-BF3B56396D35}"/>
              </a:ext>
            </a:extLst>
          </p:cNvPr>
          <p:cNvGraphicFramePr/>
          <p:nvPr/>
        </p:nvGraphicFramePr>
        <p:xfrm>
          <a:off x="619125" y="1857375"/>
          <a:ext cx="7905750" cy="3333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50 ms 深度延遲＋感測雜訊：C 相較">
            <a:extLst>
              <a:ext uri="{FF2B5EF4-FFF2-40B4-BE49-F238E27FC236}">
                <a16:creationId xmlns:a16="http://schemas.microsoft.com/office/drawing/2014/main" id="{70947B2D-B3C9-414D-8185-81483A2E7123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pPr>
            <a:r>
              <a: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rPr>
              <a:t>50 ms 深度延遲＋感測雜訊：C 相較 A 約改善 11%</a:t>
            </a:r>
          </a:p>
        </p:txBody>
      </p:sp>
    </p:spTree>
    <p:extLst>
      <p:ext uri="{BB962C8B-B14F-4D97-AF65-F5344CB8AC3E}">
        <p14:creationId xmlns:p14="http://schemas.microsoft.com/office/powerpoint/2010/main" val="1511248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1453DFEF-AEEC-4E4F-AFD8-5DE42563C58A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有效更新率與延遲代價</a:t>
            </a:r>
          </a:p>
        </p:txBody>
      </p:sp>
      <p:graphicFrame>
        <p:nvGraphicFramePr>
          <p:cNvPr id="2" name="Chart">
            <a:extLst>
              <a:ext uri="{FF2B5EF4-FFF2-40B4-BE49-F238E27FC236}">
                <a16:creationId xmlns:a16="http://schemas.microsoft.com/office/drawing/2014/main" id="{C2821DFF-73C9-4746-BADF-6716DF05F97C}"/>
              </a:ext>
            </a:extLst>
          </p:cNvPr>
          <p:cNvGraphicFramePr/>
          <p:nvPr/>
        </p:nvGraphicFramePr>
        <p:xfrm>
          <a:off x="457200" y="1857375"/>
          <a:ext cx="4048125" cy="3333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84DF66EC-692D-4941-BDC2-A736C3E1C8C0}"/>
              </a:ext>
            </a:extLst>
          </p:cNvPr>
          <p:cNvGraphicFramePr/>
          <p:nvPr/>
        </p:nvGraphicFramePr>
        <p:xfrm>
          <a:off x="4667250" y="1857375"/>
          <a:ext cx="4048125" cy="3333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同步正確性提升，同時暴露單筆 ACK 的">
            <a:extLst>
              <a:ext uri="{FF2B5EF4-FFF2-40B4-BE49-F238E27FC236}">
                <a16:creationId xmlns:a16="http://schemas.microsoft.com/office/drawing/2014/main" id="{B8C9C014-FF58-4F3A-8514-CA0CD692C277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pPr>
            <a:r>
              <a: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rPr>
              <a:t>同步正確性提升，同時暴露單筆 ACK 的吞吐瓶頸</a:t>
            </a:r>
          </a:p>
        </p:txBody>
      </p:sp>
    </p:spTree>
    <p:extLst>
      <p:ext uri="{BB962C8B-B14F-4D97-AF65-F5344CB8AC3E}">
        <p14:creationId xmlns:p14="http://schemas.microsoft.com/office/powerpoint/2010/main" val="19279466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424665A3-8A11-4D41-B970-8D3E4B17FA38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定位誤差累積分布</a:t>
            </a:r>
          </a:p>
        </p:txBody>
      </p:sp>
      <p:graphicFrame>
        <p:nvGraphicFramePr>
          <p:cNvPr id="2" name="Chart">
            <a:extLst>
              <a:ext uri="{FF2B5EF4-FFF2-40B4-BE49-F238E27FC236}">
                <a16:creationId xmlns:a16="http://schemas.microsoft.com/office/drawing/2014/main" id="{92F46895-AF46-48BC-ABB5-5B21A7EA8D04}"/>
              </a:ext>
            </a:extLst>
          </p:cNvPr>
          <p:cNvGraphicFramePr/>
          <p:nvPr/>
        </p:nvGraphicFramePr>
        <p:xfrm>
          <a:off x="619125" y="1666875"/>
          <a:ext cx="790575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含感測雜訊、深度延遲 50 ms；代表性">
            <a:extLst>
              <a:ext uri="{FF2B5EF4-FFF2-40B4-BE49-F238E27FC236}">
                <a16:creationId xmlns:a16="http://schemas.microsoft.com/office/drawing/2014/main" id="{2B23E7C0-30EA-4332-93A0-1416874F0ECD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pPr>
            <a:r>
              <a: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rPr>
              <a:t>含感測雜訊、深度延遲 50 ms；代表性 trial 0</a:t>
            </a:r>
          </a:p>
        </p:txBody>
      </p:sp>
    </p:spTree>
    <p:extLst>
      <p:ext uri="{BB962C8B-B14F-4D97-AF65-F5344CB8AC3E}">
        <p14:creationId xmlns:p14="http://schemas.microsoft.com/office/powerpoint/2010/main" val="8642668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5BE212B-254F-4DEA-BD27-36BF35EAF1D1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時鐘偏差的影響</a:t>
            </a:r>
          </a:p>
        </p:txBody>
      </p:sp>
      <p:graphicFrame>
        <p:nvGraphicFramePr>
          <p:cNvPr id="2" name="Chart">
            <a:extLst>
              <a:ext uri="{FF2B5EF4-FFF2-40B4-BE49-F238E27FC236}">
                <a16:creationId xmlns:a16="http://schemas.microsoft.com/office/drawing/2014/main" id="{B53DCC41-A0DC-4DF7-9132-1CDA6C45A742}"/>
              </a:ext>
            </a:extLst>
          </p:cNvPr>
          <p:cNvGraphicFramePr/>
          <p:nvPr/>
        </p:nvGraphicFramePr>
        <p:xfrm>
          <a:off x="619125" y="1762125"/>
          <a:ext cx="7905750" cy="3476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C 在 50 ms 時鐘偏差下仍有 2.">
            <a:extLst>
              <a:ext uri="{FF2B5EF4-FFF2-40B4-BE49-F238E27FC236}">
                <a16:creationId xmlns:a16="http://schemas.microsoft.com/office/drawing/2014/main" id="{2A734267-4CD4-42D0-9FDA-4694AFC5682B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pPr>
            <a:r>
              <a: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rPr>
              <a:t>C 在 50 ms 時鐘偏差下仍有 2.88 cm 平均誤差</a:t>
            </a:r>
          </a:p>
        </p:txBody>
      </p:sp>
    </p:spTree>
    <p:extLst>
      <p:ext uri="{BB962C8B-B14F-4D97-AF65-F5344CB8AC3E}">
        <p14:creationId xmlns:p14="http://schemas.microsoft.com/office/powerpoint/2010/main" val="15704998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F3C47036-3B28-488C-90FD-67E22818B63B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異常資料的拒絕與可用性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AB2B26F7-AB05-418B-8BEF-A2FD231F96C6}"/>
              </a:ext>
            </a:extLst>
          </p:cNvPr>
          <p:cNvGraphicFramePr/>
          <p:nvPr/>
        </p:nvGraphicFramePr>
        <p:xfrm>
          <a:off x="571500" y="1619250"/>
          <a:ext cx="8001000" cy="3190876"/>
        </p:xfrm>
        <a:graphic>
          <a:graphicData uri="http://schemas.openxmlformats.org/drawingml/2006/table">
            <a:tbl>
              <a:tblPr/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4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7719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情境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C 的結果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意義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771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RGB-D 擷取差 30 ms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覆蓋率 0%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拒絕不同步資料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771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pose 每次中斷 1 秒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覆蓋率 57.75%</a:t>
                      </a:r>
                    </a:p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P95 AoI 約 1.02 秒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不外推過期 pose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771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處理時間為幀間隔 2 倍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有效更新率 6.96 Hz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背壓限制吞吐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沒有有效樣本時，定位誤差不能記為 0">
            <a:extLst>
              <a:ext uri="{FF2B5EF4-FFF2-40B4-BE49-F238E27FC236}">
                <a16:creationId xmlns:a16="http://schemas.microsoft.com/office/drawing/2014/main" id="{60833FA2-E870-4F42-90FD-2ACCAF9DC120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pPr>
            <a:r>
              <a: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rPr>
              <a:t>沒有有效樣本時，定位誤差不能記為 0</a:t>
            </a:r>
          </a:p>
        </p:txBody>
      </p:sp>
    </p:spTree>
    <p:extLst>
      <p:ext uri="{BB962C8B-B14F-4D97-AF65-F5344CB8AC3E}">
        <p14:creationId xmlns:p14="http://schemas.microsoft.com/office/powerpoint/2010/main" val="4795604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5E2F451F-4076-4271-9454-14BACA07869E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本機編解碼與儲存量測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E1AAD2E8-046E-4B4E-979C-913CB4679E7F}"/>
              </a:ext>
            </a:extLst>
          </p:cNvPr>
          <p:cNvGraphicFramePr/>
          <p:nvPr/>
        </p:nvGraphicFramePr>
        <p:xfrm>
          <a:off x="571500" y="1619250"/>
          <a:ext cx="8001000" cy="2952750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量測項目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平滑深度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帶雜訊深度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平均編碼時間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2.75 ms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4.30 ms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平均解碼時間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2.49 ms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3.22 ms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平均封包大小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93.5 KiB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254.9 KiB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20 FPS payload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15.33 Mbit/s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41.76 Mbit/s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HTTP＋MongoDB：平均 4.26">
            <a:extLst>
              <a:ext uri="{FF2B5EF4-FFF2-40B4-BE49-F238E27FC236}">
                <a16:creationId xmlns:a16="http://schemas.microsoft.com/office/drawing/2014/main" id="{28A95214-6C6F-492A-AA46-75A75CE2F765}"/>
              </a:ext>
            </a:extLst>
          </p:cNvPr>
          <p:cNvSpPr>
            <a:spLocks noGrp="1"/>
          </p:cNvSpPr>
          <p:nvPr/>
        </p:nvSpPr>
        <p:spPr>
          <a:xfrm>
            <a:off x="619125" y="4905375"/>
            <a:ext cx="7905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HTTP＋MongoDB：平均 4.26 ms，P95 7.15 ms</a:t>
            </a:r>
          </a:p>
        </p:txBody>
      </p:sp>
      <p:sp>
        <p:nvSpPr>
          <p:cNvPr id="4" name="本機微基準，不包含模型與真正的端到端影像">
            <a:extLst>
              <a:ext uri="{FF2B5EF4-FFF2-40B4-BE49-F238E27FC236}">
                <a16:creationId xmlns:a16="http://schemas.microsoft.com/office/drawing/2014/main" id="{462F9DEA-0D66-43C5-AD1F-40A0CD649479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pPr>
            <a:r>
              <a: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rPr>
              <a:t>本機微基準，不包含模型與真正的端到端影像顯示</a:t>
            </a:r>
          </a:p>
        </p:txBody>
      </p:sp>
    </p:spTree>
    <p:extLst>
      <p:ext uri="{BB962C8B-B14F-4D97-AF65-F5344CB8AC3E}">
        <p14:creationId xmlns:p14="http://schemas.microsoft.com/office/powerpoint/2010/main" val="1237189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EABAE6C6-20F4-497E-A33C-7C62050932FE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結果限制與驗證邊界</a:t>
            </a:r>
          </a:p>
        </p:txBody>
      </p:sp>
      <p:sp>
        <p:nvSpPr>
          <p:cNvPr id="2" name="舊雙通道緩衝行為仍需以真實 trace ">
            <a:extLst>
              <a:ext uri="{FF2B5EF4-FFF2-40B4-BE49-F238E27FC236}">
                <a16:creationId xmlns:a16="http://schemas.microsoft.com/office/drawing/2014/main" id="{36E8BE66-48D1-45A1-8585-12C537861350}"/>
              </a:ext>
            </a:extLst>
          </p:cNvPr>
          <p:cNvSpPr>
            <a:spLocks noGrp="1"/>
          </p:cNvSpPr>
          <p:nvPr/>
        </p:nvSpPr>
        <p:spPr>
          <a:xfrm>
            <a:off x="619125" y="1600200"/>
            <a:ext cx="79057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舊雙通道緩衝行為仍需以真實 trace 校正</a:t>
            </a:r>
          </a:p>
        </p:txBody>
      </p:sp>
      <p:sp>
        <p:nvSpPr>
          <p:cNvPr id="3" name="單一牆面螺絲、已知外參，尚無遮擋與模型誤">
            <a:extLst>
              <a:ext uri="{FF2B5EF4-FFF2-40B4-BE49-F238E27FC236}">
                <a16:creationId xmlns:a16="http://schemas.microsoft.com/office/drawing/2014/main" id="{599F3A0B-C630-43B8-9FE7-8A5F7E7B30E3}"/>
              </a:ext>
            </a:extLst>
          </p:cNvPr>
          <p:cNvSpPr>
            <a:spLocks noGrp="1"/>
          </p:cNvSpPr>
          <p:nvPr/>
        </p:nvSpPr>
        <p:spPr>
          <a:xfrm>
            <a:off x="619125" y="2552700"/>
            <a:ext cx="79057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單一牆面螺絲、已知外參，尚無遮擋與模型誤檢</a:t>
            </a:r>
          </a:p>
        </p:txBody>
      </p:sp>
      <p:sp>
        <p:nvSpPr>
          <p:cNvPr id="4" name="感測與網路參數以工程假設進行敏感度分析">
            <a:extLst>
              <a:ext uri="{FF2B5EF4-FFF2-40B4-BE49-F238E27FC236}">
                <a16:creationId xmlns:a16="http://schemas.microsoft.com/office/drawing/2014/main" id="{71D2D570-5116-45A4-9DC3-B3CBBDAD09D3}"/>
              </a:ext>
            </a:extLst>
          </p:cNvPr>
          <p:cNvSpPr>
            <a:spLocks noGrp="1"/>
          </p:cNvSpPr>
          <p:nvPr/>
        </p:nvSpPr>
        <p:spPr>
          <a:xfrm>
            <a:off x="619125" y="3505200"/>
            <a:ext cx="79057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感測與網路參數以工程假設進行敏感度分析</a:t>
            </a:r>
          </a:p>
        </p:txBody>
      </p:sp>
      <p:sp>
        <p:nvSpPr>
          <p:cNvPr id="5" name="新通道尚未接入關聯、融合及前端逐幀播放">
            <a:extLst>
              <a:ext uri="{FF2B5EF4-FFF2-40B4-BE49-F238E27FC236}">
                <a16:creationId xmlns:a16="http://schemas.microsoft.com/office/drawing/2014/main" id="{1B3D3755-9F94-413B-A7C8-00779CDE5F04}"/>
              </a:ext>
            </a:extLst>
          </p:cNvPr>
          <p:cNvSpPr>
            <a:spLocks noGrp="1"/>
          </p:cNvSpPr>
          <p:nvPr/>
        </p:nvSpPr>
        <p:spPr>
          <a:xfrm>
            <a:off x="619125" y="4457700"/>
            <a:ext cx="79057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>
                <a:latin typeface="標楷體"/>
                <a:ea typeface="標楷體"/>
                <a:cs typeface="標楷體"/>
              </a:rPr>
              <a:t>軟體整合已完成，硬體精度與長時間測試待驗證</a:t>
            </a:r>
          </a:p>
        </p:txBody>
      </p:sp>
    </p:spTree>
    <p:extLst>
      <p:ext uri="{BB962C8B-B14F-4D97-AF65-F5344CB8AC3E}">
        <p14:creationId xmlns:p14="http://schemas.microsoft.com/office/powerpoint/2010/main" val="17806169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0787636-C113-E82A-74C5-DE53279F8CE4}"/>
              </a:ext>
            </a:extLst>
          </p:cNvPr>
          <p:cNvSpPr txBox="1"/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TW" altLang="en-US" sz="31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人員定位與螺絲融合組合驗證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CDFD6F2-4349-08E9-DA6D-8F75B59A92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1812664"/>
              </p:ext>
            </p:extLst>
          </p:nvPr>
        </p:nvGraphicFramePr>
        <p:xfrm>
          <a:off x="571500" y="1619250"/>
          <a:ext cx="8001000" cy="3619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000">
                  <a:extLst>
                    <a:ext uri="{9D8B030D-6E8A-4147-A177-3AD203B41FA5}">
                      <a16:colId xmlns:a16="http://schemas.microsoft.com/office/drawing/2014/main" val="1131108088"/>
                    </a:ext>
                  </a:extLst>
                </a:gridCol>
                <a:gridCol w="6223000">
                  <a:extLst>
                    <a:ext uri="{9D8B030D-6E8A-4147-A177-3AD203B41FA5}">
                      <a16:colId xmlns:a16="http://schemas.microsoft.com/office/drawing/2014/main" val="3895284473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r>
                        <a:rPr lang="zh-TW" altLang="en-US" sz="19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層級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9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方法與輸入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260919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人員位置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8 </a:t>
                      </a:r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基站距離：</a:t>
                      </a:r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WLS</a:t>
                      </a:r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、</a:t>
                      </a:r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EKF</a:t>
                      </a:r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、</a:t>
                      </a:r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UKF</a:t>
                      </a:r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、</a:t>
                      </a:r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4D-GWO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887218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設備姿態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IMU </a:t>
                      </a:r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四元數（本次為 </a:t>
                      </a:r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yaw </a:t>
                      </a:r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旋轉）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786097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相機與關聯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RGB-D </a:t>
                      </a:r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相對位置、含誤差地圖、</a:t>
                      </a:r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Hungarian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761405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螺絲融合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多幀平均、</a:t>
                      </a:r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EKF</a:t>
                      </a:r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、</a:t>
                      </a:r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ES-EKF</a:t>
                      </a:r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、</a:t>
                      </a:r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RMV-FGO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512630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4A8409B8-7FD1-DC4B-3844-222B91B906EA}"/>
              </a:ext>
            </a:extLst>
          </p:cNvPr>
          <p:cNvSpPr txBox="1"/>
          <p:nvPr/>
        </p:nvSpPr>
        <p:spPr>
          <a:xfrm>
            <a:off x="590550" y="5753100"/>
            <a:ext cx="800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30 trials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，共 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6,750 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幀，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16 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種組合使用同一份原始量測</a:t>
            </a:r>
          </a:p>
        </p:txBody>
      </p:sp>
    </p:spTree>
    <p:extLst>
      <p:ext uri="{BB962C8B-B14F-4D97-AF65-F5344CB8AC3E}">
        <p14:creationId xmlns:p14="http://schemas.microsoft.com/office/powerpoint/2010/main" val="31814454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ABCC6BAE-022A-1D3E-F6CC-A33EA92C7C09}"/>
              </a:ext>
            </a:extLst>
          </p:cNvPr>
          <p:cNvSpPr txBox="1"/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TW" altLang="en-US" sz="31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模擬場域與移動模型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E03135F-0C7C-EC8A-19CC-4799797293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786534"/>
              </p:ext>
            </p:extLst>
          </p:nvPr>
        </p:nvGraphicFramePr>
        <p:xfrm>
          <a:off x="571500" y="1619250"/>
          <a:ext cx="8001000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1500">
                  <a:extLst>
                    <a:ext uri="{9D8B030D-6E8A-4147-A177-3AD203B41FA5}">
                      <a16:colId xmlns:a16="http://schemas.microsoft.com/office/drawing/2014/main" val="974218705"/>
                    </a:ext>
                  </a:extLst>
                </a:gridCol>
                <a:gridCol w="6159500">
                  <a:extLst>
                    <a:ext uri="{9D8B030D-6E8A-4147-A177-3AD203B41FA5}">
                      <a16:colId xmlns:a16="http://schemas.microsoft.com/office/drawing/2014/main" val="4059552516"/>
                    </a:ext>
                  </a:extLst>
                </a:gridCol>
              </a:tblGrid>
              <a:tr h="656167">
                <a:tc>
                  <a:txBody>
                    <a:bodyPr/>
                    <a:lstStyle/>
                    <a:p>
                      <a:r>
                        <a:rPr lang="zh-TW" altLang="en-US" sz="19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項目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9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設定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2541219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場域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 × 12 × 2.8 m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075044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基地站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四角各 </a:t>
                      </a:r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 </a:t>
                      </a:r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顆，</a:t>
                      </a:r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z = 0 / 2.5 m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4324229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設備移動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平滑路標軌跡，</a:t>
                      </a:r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z = 1.55 ± 0.035 m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029428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螺絲與地圖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M4</a:t>
                      </a:r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、</a:t>
                      </a:r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M5 </a:t>
                      </a:r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各 </a:t>
                      </a:r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 </a:t>
                      </a:r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顆，</a:t>
                      </a:r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z = 0.78 m</a:t>
                      </a:r>
                    </a:p>
                    <a:p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地圖先驗標準差 </a:t>
                      </a:r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0.12 m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1220668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時間與重複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30 trials × 45 s</a:t>
                      </a:r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，</a:t>
                      </a:r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5 Hz</a:t>
                      </a:r>
                    </a:p>
                    <a:p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亂數種子 </a:t>
                      </a:r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20261020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659518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48FDACE3-31D4-E6F3-1AFF-1FD0A6DDD4C1}"/>
              </a:ext>
            </a:extLst>
          </p:cNvPr>
          <p:cNvSpPr txBox="1"/>
          <p:nvPr/>
        </p:nvSpPr>
        <p:spPr>
          <a:xfrm>
            <a:off x="590550" y="5753100"/>
            <a:ext cx="800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每種組合得到 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240 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筆最終螺絲位置，完整座標見講稿</a:t>
            </a:r>
          </a:p>
        </p:txBody>
      </p:sp>
    </p:spTree>
    <p:extLst>
      <p:ext uri="{BB962C8B-B14F-4D97-AF65-F5344CB8AC3E}">
        <p14:creationId xmlns:p14="http://schemas.microsoft.com/office/powerpoint/2010/main" val="36892587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AEB25AF-0F12-78C6-EBF1-D8EE5456CFD7}"/>
              </a:ext>
            </a:extLst>
          </p:cNvPr>
          <p:cNvSpPr txBox="1"/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TW" altLang="en-US" sz="31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原始量測與雜訊參數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AAC29BF-D506-2F21-9E02-4B243D307D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495076"/>
              </p:ext>
            </p:extLst>
          </p:nvPr>
        </p:nvGraphicFramePr>
        <p:xfrm>
          <a:off x="571500" y="1619250"/>
          <a:ext cx="8001000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2042712599"/>
                    </a:ext>
                  </a:extLst>
                </a:gridCol>
                <a:gridCol w="5461000">
                  <a:extLst>
                    <a:ext uri="{9D8B030D-6E8A-4147-A177-3AD203B41FA5}">
                      <a16:colId xmlns:a16="http://schemas.microsoft.com/office/drawing/2014/main" val="461336280"/>
                    </a:ext>
                  </a:extLst>
                </a:gridCol>
              </a:tblGrid>
              <a:tr h="656167">
                <a:tc>
                  <a:txBody>
                    <a:bodyPr/>
                    <a:lstStyle/>
                    <a:p>
                      <a:r>
                        <a:rPr lang="zh-TW" altLang="en-US" sz="18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來源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模擬設定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7030278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en-US" altLang="zh-TW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UWB </a:t>
                      </a:r>
                      <a:r>
                        <a:rPr lang="zh-TW" altLang="en-US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白雜訊</a:t>
                      </a:r>
                    </a:p>
                    <a:p>
                      <a:r>
                        <a:rPr lang="zh-TW" altLang="en-US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固定偏差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altLang="zh-TW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σ = 0.08 / 0.04 </a:t>
                      </a:r>
                      <a:r>
                        <a:rPr lang="en-US" altLang="zh-TW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</a:t>
                      </a:r>
                      <a:endParaRPr lang="zh-TW" altLang="en-US" sz="18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385581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en-US" altLang="zh-TW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UWB NLOS</a:t>
                      </a:r>
                      <a:endParaRPr lang="zh-TW" altLang="en-US" sz="18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每站每幀 </a:t>
                      </a:r>
                      <a:r>
                        <a:rPr lang="en-US" altLang="zh-TW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6%</a:t>
                      </a:r>
                      <a:r>
                        <a:rPr lang="zh-TW" altLang="en-US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，正向偏差平均 </a:t>
                      </a:r>
                      <a:r>
                        <a:rPr lang="en-US" altLang="zh-TW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0.35 m</a:t>
                      </a:r>
                      <a:endParaRPr lang="zh-TW" altLang="en-US" sz="18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203890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en-US" altLang="zh-TW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IMU yaw</a:t>
                      </a:r>
                      <a:endParaRPr lang="zh-TW" altLang="en-US" sz="18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每幀 </a:t>
                      </a:r>
                      <a:r>
                        <a:rPr lang="el-GR" altLang="zh-TW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σ 1.8°</a:t>
                      </a:r>
                      <a:r>
                        <a:rPr lang="zh-TW" altLang="el-GR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，</a:t>
                      </a:r>
                      <a:r>
                        <a:rPr lang="en-US" altLang="zh-TW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trial </a:t>
                      </a:r>
                      <a:r>
                        <a:rPr lang="zh-TW" altLang="en-US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固定偏差 </a:t>
                      </a:r>
                      <a:r>
                        <a:rPr lang="el-GR" altLang="zh-TW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σ 2.5°</a:t>
                      </a:r>
                    </a:p>
                    <a:p>
                      <a:r>
                        <a:rPr lang="zh-TW" altLang="en-US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漂移增量 </a:t>
                      </a:r>
                      <a:r>
                        <a:rPr lang="el-GR" altLang="zh-TW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σ 0.03° / </a:t>
                      </a:r>
                      <a:r>
                        <a:rPr lang="zh-TW" altLang="en-US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幀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7389895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en-US" altLang="zh-TW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RGB-D </a:t>
                      </a:r>
                      <a:r>
                        <a:rPr lang="zh-TW" altLang="en-US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像素／深度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1.8 px</a:t>
                      </a:r>
                      <a:r>
                        <a:rPr lang="zh-TW" altLang="en-US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；</a:t>
                      </a:r>
                      <a:r>
                        <a:rPr lang="el-GR" altLang="zh-TW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σ</a:t>
                      </a:r>
                      <a:r>
                        <a:rPr lang="en-US" altLang="zh-TW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d = 0.012 + 0.006d² m</a:t>
                      </a:r>
                      <a:endParaRPr lang="zh-TW" altLang="en-US" sz="18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0132016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en-US" altLang="zh-TW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RGB-D </a:t>
                      </a:r>
                      <a:r>
                        <a:rPr lang="zh-TW" altLang="en-US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漏檢／離群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22% / 8%</a:t>
                      </a:r>
                      <a:r>
                        <a:rPr lang="zh-TW" altLang="en-US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，視野深度 </a:t>
                      </a:r>
                      <a:r>
                        <a:rPr lang="en-US" altLang="zh-TW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0.35–3.2 m</a:t>
                      </a:r>
                      <a:endParaRPr lang="zh-TW" altLang="en-US" sz="18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350987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6962416E-4AA4-9351-60A4-3E5FAF8D5F10}"/>
              </a:ext>
            </a:extLst>
          </p:cNvPr>
          <p:cNvSpPr txBox="1"/>
          <p:nvPr/>
        </p:nvSpPr>
        <p:spPr>
          <a:xfrm>
            <a:off x="590550" y="5753100"/>
            <a:ext cx="800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以上為經驗性模擬假設，尚非硬體標定值</a:t>
            </a:r>
          </a:p>
        </p:txBody>
      </p:sp>
    </p:spTree>
    <p:extLst>
      <p:ext uri="{BB962C8B-B14F-4D97-AF65-F5344CB8AC3E}">
        <p14:creationId xmlns:p14="http://schemas.microsoft.com/office/powerpoint/2010/main" val="36377983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EE55E402-BB7F-BFA6-CFAD-F527D6AB6EAC}"/>
              </a:ext>
            </a:extLst>
          </p:cNvPr>
          <p:cNvSpPr txBox="1"/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TW" altLang="en-US" sz="31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定位與融合演算法設定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EFE1EF8-C893-FAA2-6271-9AFADA55E0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7034904"/>
              </p:ext>
            </p:extLst>
          </p:nvPr>
        </p:nvGraphicFramePr>
        <p:xfrm>
          <a:off x="571500" y="1619250"/>
          <a:ext cx="8001000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2500">
                  <a:extLst>
                    <a:ext uri="{9D8B030D-6E8A-4147-A177-3AD203B41FA5}">
                      <a16:colId xmlns:a16="http://schemas.microsoft.com/office/drawing/2014/main" val="4071093921"/>
                    </a:ext>
                  </a:extLst>
                </a:gridCol>
                <a:gridCol w="5778500">
                  <a:extLst>
                    <a:ext uri="{9D8B030D-6E8A-4147-A177-3AD203B41FA5}">
                      <a16:colId xmlns:a16="http://schemas.microsoft.com/office/drawing/2014/main" val="4065663319"/>
                    </a:ext>
                  </a:extLst>
                </a:gridCol>
              </a:tblGrid>
              <a:tr h="656167">
                <a:tc>
                  <a:txBody>
                    <a:bodyPr/>
                    <a:lstStyle/>
                    <a:p>
                      <a:r>
                        <a:rPr lang="zh-TW" altLang="en-US" sz="175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演算法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75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主要設定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4312360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WLS / 4D-GWO</a:t>
                      </a:r>
                      <a:endParaRPr lang="zh-TW" altLang="en-US" sz="175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WLS 30 </a:t>
                      </a:r>
                      <a:r>
                        <a:rPr lang="zh-TW" altLang="en-US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輪；</a:t>
                      </a:r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4D-GWO 100 </a:t>
                      </a:r>
                      <a:r>
                        <a:rPr lang="zh-TW" altLang="en-US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狼 </a:t>
                      </a:r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× 100 </a:t>
                      </a:r>
                      <a:r>
                        <a:rPr lang="zh-TW" altLang="en-US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輪</a:t>
                      </a:r>
                    </a:p>
                    <a:p>
                      <a:r>
                        <a:rPr lang="zh-TW" altLang="en-US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估計 </a:t>
                      </a:r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[x,y,z,b]</a:t>
                      </a:r>
                      <a:r>
                        <a:rPr lang="zh-TW" altLang="en-US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，</a:t>
                      </a:r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b ∈ [0.1,0.6] m</a:t>
                      </a:r>
                      <a:endParaRPr lang="zh-TW" altLang="en-US" sz="175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5580210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zh-TW" altLang="en-US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人員 </a:t>
                      </a:r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EKF / UKF</a:t>
                      </a:r>
                      <a:endParaRPr lang="zh-TW" altLang="en-US" sz="175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等速模型，</a:t>
                      </a:r>
                      <a:r>
                        <a:rPr lang="el-GR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σ</a:t>
                      </a:r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a = 0.8 m/s²</a:t>
                      </a:r>
                      <a:r>
                        <a:rPr lang="zh-TW" altLang="en-US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，</a:t>
                      </a:r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dt = 0.2 s</a:t>
                      </a:r>
                    </a:p>
                    <a:p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UKF</a:t>
                      </a:r>
                      <a:r>
                        <a:rPr lang="zh-TW" altLang="en-US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：</a:t>
                      </a:r>
                      <a:r>
                        <a:rPr lang="el-GR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α = 0.7</a:t>
                      </a:r>
                      <a:r>
                        <a:rPr lang="zh-TW" altLang="el-GR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，</a:t>
                      </a:r>
                      <a:r>
                        <a:rPr lang="el-GR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β = 2</a:t>
                      </a:r>
                      <a:r>
                        <a:rPr lang="zh-TW" altLang="el-GR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，</a:t>
                      </a:r>
                      <a:r>
                        <a:rPr lang="el-GR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κ = 0</a:t>
                      </a:r>
                      <a:endParaRPr lang="zh-TW" altLang="en-US" sz="175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0761695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zh-TW" altLang="en-US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螺絲 </a:t>
                      </a:r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EKF / ES-EKF</a:t>
                      </a:r>
                      <a:endParaRPr lang="zh-TW" altLang="en-US" sz="175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靜態 </a:t>
                      </a:r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3D </a:t>
                      </a:r>
                      <a:r>
                        <a:rPr lang="zh-TW" altLang="en-US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地標；</a:t>
                      </a:r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ES-EKF </a:t>
                      </a:r>
                      <a:r>
                        <a:rPr lang="zh-TW" altLang="en-US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額外 </a:t>
                      </a:r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3σ </a:t>
                      </a:r>
                      <a:r>
                        <a:rPr lang="zh-TW" altLang="en-US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降權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4590583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RMV-FGO</a:t>
                      </a:r>
                      <a:endParaRPr lang="zh-TW" altLang="en-US" sz="175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Huber 2.8</a:t>
                      </a:r>
                      <a:r>
                        <a:rPr lang="zh-TW" altLang="en-US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，最多 </a:t>
                      </a:r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25 </a:t>
                      </a:r>
                      <a:r>
                        <a:rPr lang="zh-TW" altLang="en-US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輪</a:t>
                      </a:r>
                    </a:p>
                    <a:p>
                      <a:r>
                        <a:rPr lang="zh-TW" altLang="en-US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平移先驗 </a:t>
                      </a:r>
                      <a:r>
                        <a:rPr lang="el-GR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σ 0.04 </a:t>
                      </a:r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</a:t>
                      </a:r>
                      <a:r>
                        <a:rPr lang="zh-TW" altLang="en-US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，</a:t>
                      </a:r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yaw </a:t>
                      </a:r>
                      <a:r>
                        <a:rPr lang="zh-TW" altLang="en-US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先驗 </a:t>
                      </a:r>
                      <a:r>
                        <a:rPr lang="el-GR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σ 1°</a:t>
                      </a:r>
                      <a:endParaRPr lang="zh-TW" altLang="en-US" sz="175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902675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Hungarian</a:t>
                      </a:r>
                      <a:endParaRPr lang="zh-TW" altLang="en-US" sz="175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類別須相符，馬氏距離平方 ≤ </a:t>
                      </a:r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36</a:t>
                      </a:r>
                      <a:endParaRPr lang="zh-TW" altLang="en-US" sz="175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659789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6D7CB013-1FFC-49AA-B7AB-AD70152DFE87}"/>
              </a:ext>
            </a:extLst>
          </p:cNvPr>
          <p:cNvSpPr txBox="1"/>
          <p:nvPr/>
        </p:nvSpPr>
        <p:spPr>
          <a:xfrm>
            <a:off x="590550" y="5753100"/>
            <a:ext cx="800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人員 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EKF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／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UKF 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使用 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UWB 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距離追蹤，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IMU 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僅供姿態</a:t>
            </a:r>
          </a:p>
        </p:txBody>
      </p:sp>
    </p:spTree>
    <p:extLst>
      <p:ext uri="{BB962C8B-B14F-4D97-AF65-F5344CB8AC3E}">
        <p14:creationId xmlns:p14="http://schemas.microsoft.com/office/powerpoint/2010/main" val="10370285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E477BD42-41F1-AB85-3BED-16FB920C3FD5}"/>
              </a:ext>
            </a:extLst>
          </p:cNvPr>
          <p:cNvSpPr txBox="1"/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TW" altLang="en-US" sz="31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人員定位驗證結果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35C79EA-C24A-4A89-C2D9-32BD7DD31EA6}"/>
              </a:ext>
            </a:extLst>
          </p:cNvPr>
          <p:cNvSpPr txBox="1"/>
          <p:nvPr/>
        </p:nvSpPr>
        <p:spPr>
          <a:xfrm>
            <a:off x="590550" y="5753100"/>
            <a:ext cx="800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RMSE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WLS 0.4166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、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EKF 0.2624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、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UKF 0.2609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、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4D-GWO 0.4017 m</a:t>
            </a:r>
            <a:endParaRPr lang="zh-TW" altLang="en-US" sz="165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graphicFrame>
        <p:nvGraphicFramePr>
          <p:cNvPr id="2" name="圖表 1">
            <a:extLst>
              <a:ext uri="{FF2B5EF4-FFF2-40B4-BE49-F238E27FC236}">
                <a16:creationId xmlns:a16="http://schemas.microsoft.com/office/drawing/2014/main" id="{287CD334-5242-5966-9BF5-C8EA98165F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43215303"/>
              </p:ext>
            </p:extLst>
          </p:nvPr>
        </p:nvGraphicFramePr>
        <p:xfrm>
          <a:off x="571500" y="1619250"/>
          <a:ext cx="8001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953562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8B3AA26C-BE7A-1254-4349-4F8E3D1DCFD3}"/>
              </a:ext>
            </a:extLst>
          </p:cNvPr>
          <p:cNvSpPr txBox="1"/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TW" sz="31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16 </a:t>
            </a:r>
            <a:r>
              <a:rPr lang="zh-TW" altLang="en-US" sz="31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種組合的螺絲定位誤差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7805987-3816-F081-1949-838226304A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8437095"/>
              </p:ext>
            </p:extLst>
          </p:nvPr>
        </p:nvGraphicFramePr>
        <p:xfrm>
          <a:off x="571500" y="1619250"/>
          <a:ext cx="80010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80465873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17569086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9196902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51981190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699668178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lang="zh-TW" altLang="en-US" sz="19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人員＼螺絲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9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多幀平均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EKF</a:t>
                      </a:r>
                      <a:endParaRPr lang="zh-TW" altLang="en-US" sz="19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ES-EKF</a:t>
                      </a:r>
                      <a:endParaRPr lang="zh-TW" altLang="en-US" sz="19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RMV-FGO</a:t>
                      </a:r>
                      <a:endParaRPr lang="zh-TW" altLang="en-US" sz="19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290974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WLS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0.1514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0.1533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0.1488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0.1126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95136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EKF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0.1570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0.1571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0.1542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0.1169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92824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UKF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0.1562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0.1562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0.1533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0.1164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20131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4D-GWO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0.1585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0.1574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0.1584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0.1103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637082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5C393F82-3D93-2BC9-B523-FCB0D6B52132}"/>
              </a:ext>
            </a:extLst>
          </p:cNvPr>
          <p:cNvSpPr txBox="1"/>
          <p:nvPr/>
        </p:nvSpPr>
        <p:spPr>
          <a:xfrm>
            <a:off x="590550" y="5168900"/>
            <a:ext cx="800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7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RMSE</a:t>
            </a:r>
            <a:r>
              <a:rPr lang="zh-TW" altLang="en-US" sz="17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（</a:t>
            </a:r>
            <a:r>
              <a:rPr lang="en-US" altLang="zh-TW" sz="17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m</a:t>
            </a:r>
            <a:r>
              <a:rPr lang="zh-TW" altLang="en-US" sz="17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），每種組合 </a:t>
            </a:r>
            <a:r>
              <a:rPr lang="en-US" altLang="zh-TW" sz="17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240 </a:t>
            </a:r>
            <a:r>
              <a:rPr lang="zh-TW" altLang="en-US" sz="17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筆，覆蓋率 </a:t>
            </a:r>
            <a:r>
              <a:rPr lang="en-US" altLang="zh-TW" sz="17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100%</a:t>
            </a:r>
            <a:endParaRPr lang="zh-TW" altLang="en-US" sz="170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8EC666C-E115-BEA1-4419-49D9628765B6}"/>
              </a:ext>
            </a:extLst>
          </p:cNvPr>
          <p:cNvSpPr txBox="1"/>
          <p:nvPr/>
        </p:nvSpPr>
        <p:spPr>
          <a:xfrm>
            <a:off x="590550" y="5753100"/>
            <a:ext cx="800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4D-GWO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＋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RMV-FGO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0.1103 m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；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WLS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＋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RMV-FGO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0.1126 m</a:t>
            </a:r>
            <a:endParaRPr lang="zh-TW" altLang="en-US" sz="165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549120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F17C384A-F0B8-270B-8F7B-B6429CBD00C3}"/>
              </a:ext>
            </a:extLst>
          </p:cNvPr>
          <p:cNvSpPr txBox="1"/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TW" sz="31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4D-GWO </a:t>
            </a:r>
            <a:r>
              <a:rPr lang="zh-TW" altLang="en-US" sz="31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下的螺絲融合比較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F62BFDD-9D2B-CF01-9DF8-4CB51801FB7B}"/>
              </a:ext>
            </a:extLst>
          </p:cNvPr>
          <p:cNvSpPr txBox="1"/>
          <p:nvPr/>
        </p:nvSpPr>
        <p:spPr>
          <a:xfrm>
            <a:off x="590550" y="5753100"/>
            <a:ext cx="800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4D-GWO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＋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RMV-FGO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：平均 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0.0961 m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，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P95 0.1876 m</a:t>
            </a:r>
            <a:endParaRPr lang="zh-TW" altLang="en-US" sz="165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graphicFrame>
        <p:nvGraphicFramePr>
          <p:cNvPr id="2" name="圖表 1">
            <a:extLst>
              <a:ext uri="{FF2B5EF4-FFF2-40B4-BE49-F238E27FC236}">
                <a16:creationId xmlns:a16="http://schemas.microsoft.com/office/drawing/2014/main" id="{DE214215-86ED-3F0D-78DB-3C839E98F8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8670104"/>
              </p:ext>
            </p:extLst>
          </p:nvPr>
        </p:nvGraphicFramePr>
        <p:xfrm>
          <a:off x="571500" y="1619250"/>
          <a:ext cx="8001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7670887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ACC14B5-A63B-0121-29B7-421C1594D46A}"/>
              </a:ext>
            </a:extLst>
          </p:cNvPr>
          <p:cNvSpPr txBox="1"/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TW" altLang="en-US" sz="31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組合驗證的結論與限制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E8A9735-14BC-6DBC-BC9E-D7EC444768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168821"/>
              </p:ext>
            </p:extLst>
          </p:nvPr>
        </p:nvGraphicFramePr>
        <p:xfrm>
          <a:off x="571500" y="1619250"/>
          <a:ext cx="8001000" cy="3619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1840733153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1910329563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r>
                        <a:rPr lang="zh-TW" altLang="en-US" sz="185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觀察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5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解讀與後續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9687546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lang="en-US" altLang="zh-TW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RMV-FGO </a:t>
                      </a:r>
                      <a:r>
                        <a:rPr lang="zh-TW" altLang="en-US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誤差較低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地圖先驗與共同修正也提供額外資訊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0555074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lang="en-US" altLang="zh-TW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4D </a:t>
                      </a:r>
                      <a:r>
                        <a:rPr lang="zh-TW" altLang="en-US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並非全面改善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固定 </a:t>
                      </a:r>
                      <a:r>
                        <a:rPr lang="en-US" altLang="zh-TW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RMV-FGO </a:t>
                      </a:r>
                      <a:r>
                        <a:rPr lang="zh-TW" altLang="en-US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時改善 </a:t>
                      </a:r>
                      <a:r>
                        <a:rPr lang="en-US" altLang="zh-TW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1.18%</a:t>
                      </a:r>
                    </a:p>
                    <a:p>
                      <a:r>
                        <a:rPr lang="zh-TW" altLang="en-US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另三種螺絲融合略微退步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962323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lang="en-US" altLang="zh-TW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IMU </a:t>
                      </a:r>
                      <a:r>
                        <a:rPr lang="zh-TW" altLang="en-US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與量測模型簡化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yaw-only</a:t>
                      </a:r>
                      <a:r>
                        <a:rPr lang="zh-TW" altLang="en-US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，需補真實 </a:t>
                      </a:r>
                      <a:r>
                        <a:rPr lang="en-US" altLang="zh-TW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IMU / UWB </a:t>
                      </a:r>
                      <a:r>
                        <a:rPr lang="zh-TW" altLang="en-US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資料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17188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lang="zh-TW" altLang="en-US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計時分兩種尺度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上游每幀、下游整段批次</a:t>
                      </a:r>
                    </a:p>
                    <a:p>
                      <a:r>
                        <a:rPr lang="zh-TW" altLang="en-US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不等於 </a:t>
                      </a:r>
                      <a:r>
                        <a:rPr lang="en-US" altLang="zh-TW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YOLO </a:t>
                      </a:r>
                      <a:r>
                        <a:rPr lang="zh-TW" altLang="en-US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串接後的端到端延遲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73513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48699009-7233-6A97-582F-7C4BDD9D65EE}"/>
              </a:ext>
            </a:extLst>
          </p:cNvPr>
          <p:cNvSpPr txBox="1"/>
          <p:nvPr/>
        </p:nvSpPr>
        <p:spPr>
          <a:xfrm>
            <a:off x="590550" y="5753100"/>
            <a:ext cx="800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後續：偏差界限與等預算消融、實際 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trace 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與場域真值驗證</a:t>
            </a:r>
          </a:p>
        </p:txBody>
      </p:sp>
    </p:spTree>
    <p:extLst>
      <p:ext uri="{BB962C8B-B14F-4D97-AF65-F5344CB8AC3E}">
        <p14:creationId xmlns:p14="http://schemas.microsoft.com/office/powerpoint/2010/main" val="40449166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8DC53414-A3E2-4442-B809-B4840B6CF57C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Future work</a:t>
            </a:r>
            <a:r>
              <a:rPr>
                <a:latin typeface="標楷體"/>
                <a:ea typeface="標楷體"/>
                <a:cs typeface="標楷體"/>
              </a:rPr>
              <a:t>：系統驗證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1D87B61E-1C09-4AE8-BC2C-9167FC300288}"/>
              </a:ext>
            </a:extLst>
          </p:cNvPr>
          <p:cNvGraphicFramePr/>
          <p:nvPr/>
        </p:nvGraphicFramePr>
        <p:xfrm>
          <a:off x="571500" y="1619250"/>
          <a:ext cx="8001000" cy="342900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72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優先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工作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驗收方式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P0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新版系統端到端量測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長時間、掉線與壅塞</a:t>
                      </a:r>
                    </a:p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P95 延遲、AoI、FPS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P1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有界並行處理，容量</a:t>
                      </a:r>
                      <a:r>
                        <a:rPr sz="1800" b="0" dirty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 1／2／4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比較 P95、AoI、覆蓋率</a:t>
                      </a:r>
                    </a:p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並維持零跨幀錯配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P1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實際 pose 與邊緣相機串接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確認時鐘、座標、深度尺度</a:t>
                      </a:r>
                      <a:endParaRPr sz="1800" b="0" dirty="0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  <a:p>
                      <a:r>
                        <a:rPr sz="1800" b="0" dirty="0" err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與內外參資料</a:t>
                      </a:r>
                      <a:endParaRPr sz="1800" b="0" dirty="0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先完成軟體可追溯驗收，再進入場域量測">
            <a:extLst>
              <a:ext uri="{FF2B5EF4-FFF2-40B4-BE49-F238E27FC236}">
                <a16:creationId xmlns:a16="http://schemas.microsoft.com/office/drawing/2014/main" id="{007EB214-8EF7-4588-BAD4-3BF56D320850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pPr>
            <a:r>
              <a:rPr>
                <a:latin typeface="標楷體"/>
                <a:ea typeface="標楷體"/>
                <a:cs typeface="標楷體"/>
              </a:rPr>
              <a:t>先量測新版完整路徑，再比較有界並行處理</a:t>
            </a:r>
          </a:p>
        </p:txBody>
      </p:sp>
    </p:spTree>
    <p:extLst>
      <p:ext uri="{BB962C8B-B14F-4D97-AF65-F5344CB8AC3E}">
        <p14:creationId xmlns:p14="http://schemas.microsoft.com/office/powerpoint/2010/main" val="13711893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CA5E0DB-A0B1-4648-8AD5-A0892F1E1CDD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Future work：螺絲定位研究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655B0A22-A731-4EFE-A2AA-12BB619479B7}"/>
              </a:ext>
            </a:extLst>
          </p:cNvPr>
          <p:cNvGraphicFramePr/>
          <p:nvPr/>
        </p:nvGraphicFramePr>
        <p:xfrm>
          <a:off x="571500" y="1619250"/>
          <a:ext cx="8001000" cy="3476624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915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方向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要回答的問題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評估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915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時間不確定度加權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不同步量測應如何</a:t>
                      </a:r>
                    </a:p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降低融合權重？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誤差、置信度校準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915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非同步融合消融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對齊、加權與 robust loss</a:t>
                      </a:r>
                    </a:p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各自貢獻多少？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相同觀測與運算預算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915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關聯＋融合驗證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同類螺絲／遮擋下</a:t>
                      </a:r>
                    </a:p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能否維持正確 ID？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錯配率、漏配率、</a:t>
                      </a:r>
                    </a:p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螺絲定位誤差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研究假設待驗證，不預先宣稱方法新穎或必然">
            <a:extLst>
              <a:ext uri="{FF2B5EF4-FFF2-40B4-BE49-F238E27FC236}">
                <a16:creationId xmlns:a16="http://schemas.microsoft.com/office/drawing/2014/main" id="{C746B9D1-2999-4ADC-B848-817DDC68015B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pPr>
            <a:r>
              <a: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rPr>
              <a:t>研究假設待驗證，不預先宣稱方法新穎或必然最佳</a:t>
            </a:r>
          </a:p>
        </p:txBody>
      </p:sp>
    </p:spTree>
    <p:extLst>
      <p:ext uri="{BB962C8B-B14F-4D97-AF65-F5344CB8AC3E}">
        <p14:creationId xmlns:p14="http://schemas.microsoft.com/office/powerpoint/2010/main" val="16043752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A9E548A9-7225-408E-86F3-AA9B47A2DFB5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 dirty="0" err="1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結論與</a:t>
            </a:r>
            <a:r>
              <a:rPr lang="en-US" altLang="zh-TW" sz="3150" b="0" dirty="0" err="1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Future</a:t>
            </a:r>
            <a:r>
              <a:rPr lang="en-US" altLang="zh-TW" sz="3150" b="0" dirty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 work</a:t>
            </a:r>
            <a:endParaRPr sz="3150" b="0" dirty="0">
              <a:solidFill>
                <a:srgbClr val="000000"/>
              </a:solidFill>
              <a:latin typeface="標楷體"/>
              <a:ea typeface="標楷體"/>
              <a:cs typeface="標楷體"/>
            </a:endParaRPr>
          </a:p>
        </p:txBody>
      </p:sp>
      <p:sp>
        <p:nvSpPr>
          <p:cNvPr id="2" name="已完成：RGB-D 同步核心、逐幀儲存與">
            <a:extLst>
              <a:ext uri="{FF2B5EF4-FFF2-40B4-BE49-F238E27FC236}">
                <a16:creationId xmlns:a16="http://schemas.microsoft.com/office/drawing/2014/main" id="{14AD0255-6C8E-4E89-86A4-C45E766F46AE}"/>
              </a:ext>
            </a:extLst>
          </p:cNvPr>
          <p:cNvSpPr>
            <a:spLocks noGrp="1"/>
          </p:cNvSpPr>
          <p:nvPr/>
        </p:nvSpPr>
        <p:spPr>
          <a:xfrm>
            <a:off x="619125" y="1571625"/>
            <a:ext cx="79057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>
                <a:latin typeface="標楷體"/>
                <a:ea typeface="標楷體"/>
                <a:cs typeface="標楷體"/>
              </a:rPr>
              <a:t>已完成：同幀關聯、螺絲融合與同步回放</a:t>
            </a:r>
          </a:p>
        </p:txBody>
      </p:sp>
      <p:sp>
        <p:nvSpPr>
          <p:cNvPr id="3" name="主要結果：同步正確性改善，更新率存在代價">
            <a:extLst>
              <a:ext uri="{FF2B5EF4-FFF2-40B4-BE49-F238E27FC236}">
                <a16:creationId xmlns:a16="http://schemas.microsoft.com/office/drawing/2014/main" id="{6BF5C812-81F7-43DE-91FC-FD2F7FC34DA4}"/>
              </a:ext>
            </a:extLst>
          </p:cNvPr>
          <p:cNvSpPr>
            <a:spLocks noGrp="1"/>
          </p:cNvSpPr>
          <p:nvPr/>
        </p:nvSpPr>
        <p:spPr>
          <a:xfrm>
            <a:off x="619125" y="2524125"/>
            <a:ext cx="79057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lang="zh-TW" altLang="en-US" sz="22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新增驗證：</a:t>
            </a:r>
            <a:r>
              <a:rPr lang="en-US" altLang="zh-TW" sz="22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4D-GWO </a:t>
            </a:r>
            <a:r>
              <a:rPr lang="zh-TW" altLang="en-US" sz="22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納入 </a:t>
            </a:r>
            <a:r>
              <a:rPr lang="en-US" altLang="zh-TW" sz="22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16 </a:t>
            </a:r>
            <a:r>
              <a:rPr lang="zh-TW" altLang="en-US" sz="22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種定位組合</a:t>
            </a:r>
            <a:endParaRPr sz="2250" b="0">
              <a:solidFill>
                <a:srgbClr val="000000"/>
              </a:solidFill>
              <a:latin typeface="標楷體"/>
              <a:ea typeface="標楷體"/>
              <a:cs typeface="標楷體"/>
            </a:endParaRPr>
          </a:p>
        </p:txBody>
      </p:sp>
      <p:sp>
        <p:nvSpPr>
          <p:cNvPr id="4" name="近期交付：同幀可視化與有界並行處理比較">
            <a:extLst>
              <a:ext uri="{FF2B5EF4-FFF2-40B4-BE49-F238E27FC236}">
                <a16:creationId xmlns:a16="http://schemas.microsoft.com/office/drawing/2014/main" id="{1C20CE10-10F4-4011-8877-5E23B69008F3}"/>
              </a:ext>
            </a:extLst>
          </p:cNvPr>
          <p:cNvSpPr>
            <a:spLocks noGrp="1"/>
          </p:cNvSpPr>
          <p:nvPr/>
        </p:nvSpPr>
        <p:spPr>
          <a:xfrm>
            <a:off x="619125" y="3476625"/>
            <a:ext cx="79057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>
                <a:latin typeface="標楷體"/>
                <a:ea typeface="標楷體"/>
                <a:cs typeface="標楷體"/>
              </a:rPr>
              <a:t>近期工作：完整路徑量測與有界並行處理比較</a:t>
            </a:r>
          </a:p>
        </p:txBody>
      </p:sp>
      <p:sp>
        <p:nvSpPr>
          <p:cNvPr id="5" name="硬體到位後：時鐘／外參校正與場域真值驗證">
            <a:extLst>
              <a:ext uri="{FF2B5EF4-FFF2-40B4-BE49-F238E27FC236}">
                <a16:creationId xmlns:a16="http://schemas.microsoft.com/office/drawing/2014/main" id="{E77A3419-42EC-44CF-A65B-2F1B549D6B23}"/>
              </a:ext>
            </a:extLst>
          </p:cNvPr>
          <p:cNvSpPr>
            <a:spLocks noGrp="1"/>
          </p:cNvSpPr>
          <p:nvPr/>
        </p:nvSpPr>
        <p:spPr>
          <a:xfrm>
            <a:off x="619125" y="4429125"/>
            <a:ext cx="79057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硬體到位後：時鐘／外參校正與場域真值驗證</a:t>
            </a:r>
          </a:p>
        </p:txBody>
      </p:sp>
    </p:spTree>
    <p:extLst>
      <p:ext uri="{BB962C8B-B14F-4D97-AF65-F5344CB8AC3E}">
        <p14:creationId xmlns:p14="http://schemas.microsoft.com/office/powerpoint/2010/main" val="1111458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 2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 2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5630</Words>
  <Application>Microsoft Office PowerPoint</Application>
  <DocSecurity>0</DocSecurity>
  <PresentationFormat>如螢幕大小 (4:3)</PresentationFormat>
  <Paragraphs>469</Paragraphs>
  <Slides>32</Slides>
  <Notes>32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32</vt:i4>
      </vt:variant>
    </vt:vector>
  </HeadingPairs>
  <TitlesOfParts>
    <vt:vector size="36" baseType="lpstr">
      <vt:lpstr>標楷體</vt:lpstr>
      <vt:lpstr>Arial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子強 鄭</cp:lastModifiedBy>
  <cp:revision>5</cp:revision>
  <dcterms:created xsi:type="dcterms:W3CDTF">2026-10-18T18:43:55Z</dcterms:created>
  <dcterms:modified xsi:type="dcterms:W3CDTF">2026-10-19T19:16:16Z</dcterms:modified>
</cp:coreProperties>
</file>